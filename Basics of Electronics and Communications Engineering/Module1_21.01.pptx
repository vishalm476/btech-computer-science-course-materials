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32"/>
  </p:notesMasterIdLst>
  <p:sldIdLst>
    <p:sldId id="256" r:id="rId5"/>
    <p:sldId id="267" r:id="rId6"/>
    <p:sldId id="269" r:id="rId7"/>
    <p:sldId id="280" r:id="rId8"/>
    <p:sldId id="282" r:id="rId9"/>
    <p:sldId id="283" r:id="rId10"/>
    <p:sldId id="499" r:id="rId11"/>
    <p:sldId id="284" r:id="rId12"/>
    <p:sldId id="285" r:id="rId13"/>
    <p:sldId id="286" r:id="rId14"/>
    <p:sldId id="287" r:id="rId15"/>
    <p:sldId id="288" r:id="rId16"/>
    <p:sldId id="289" r:id="rId17"/>
    <p:sldId id="290" r:id="rId18"/>
    <p:sldId id="298" r:id="rId19"/>
    <p:sldId id="299" r:id="rId20"/>
    <p:sldId id="306" r:id="rId21"/>
    <p:sldId id="307" r:id="rId22"/>
    <p:sldId id="293" r:id="rId23"/>
    <p:sldId id="294" r:id="rId24"/>
    <p:sldId id="295" r:id="rId25"/>
    <p:sldId id="296" r:id="rId26"/>
    <p:sldId id="297"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332" r:id="rId50"/>
    <p:sldId id="331" r:id="rId51"/>
    <p:sldId id="333" r:id="rId52"/>
    <p:sldId id="334" r:id="rId53"/>
    <p:sldId id="335" r:id="rId54"/>
    <p:sldId id="336" r:id="rId55"/>
    <p:sldId id="338" r:id="rId56"/>
    <p:sldId id="339" r:id="rId57"/>
    <p:sldId id="340" r:id="rId58"/>
    <p:sldId id="348" r:id="rId59"/>
    <p:sldId id="365" r:id="rId60"/>
    <p:sldId id="349" r:id="rId61"/>
    <p:sldId id="351" r:id="rId62"/>
    <p:sldId id="353" r:id="rId63"/>
    <p:sldId id="355" r:id="rId64"/>
    <p:sldId id="356" r:id="rId65"/>
    <p:sldId id="366" r:id="rId66"/>
    <p:sldId id="364" r:id="rId67"/>
    <p:sldId id="354" r:id="rId68"/>
    <p:sldId id="357" r:id="rId69"/>
    <p:sldId id="359" r:id="rId70"/>
    <p:sldId id="367" r:id="rId71"/>
    <p:sldId id="358" r:id="rId72"/>
    <p:sldId id="368" r:id="rId73"/>
    <p:sldId id="360" r:id="rId74"/>
    <p:sldId id="361" r:id="rId75"/>
    <p:sldId id="362" r:id="rId76"/>
    <p:sldId id="363" r:id="rId77"/>
    <p:sldId id="352" r:id="rId78"/>
    <p:sldId id="350" r:id="rId79"/>
    <p:sldId id="369" r:id="rId80"/>
    <p:sldId id="370" r:id="rId81"/>
    <p:sldId id="387" r:id="rId82"/>
    <p:sldId id="395" r:id="rId83"/>
    <p:sldId id="394" r:id="rId84"/>
    <p:sldId id="373" r:id="rId85"/>
    <p:sldId id="374" r:id="rId86"/>
    <p:sldId id="375" r:id="rId87"/>
    <p:sldId id="376" r:id="rId88"/>
    <p:sldId id="377" r:id="rId89"/>
    <p:sldId id="396" r:id="rId90"/>
    <p:sldId id="406" r:id="rId91"/>
    <p:sldId id="408" r:id="rId92"/>
    <p:sldId id="384" r:id="rId93"/>
    <p:sldId id="405" r:id="rId94"/>
    <p:sldId id="397" r:id="rId95"/>
    <p:sldId id="409" r:id="rId96"/>
    <p:sldId id="407" r:id="rId97"/>
    <p:sldId id="399" r:id="rId98"/>
    <p:sldId id="410" r:id="rId99"/>
    <p:sldId id="383" r:id="rId100"/>
    <p:sldId id="411" r:id="rId101"/>
    <p:sldId id="413" r:id="rId102"/>
    <p:sldId id="414" r:id="rId103"/>
    <p:sldId id="415" r:id="rId104"/>
    <p:sldId id="412" r:id="rId105"/>
    <p:sldId id="416" r:id="rId106"/>
    <p:sldId id="385" r:id="rId107"/>
    <p:sldId id="386" r:id="rId108"/>
    <p:sldId id="400" r:id="rId109"/>
    <p:sldId id="402" r:id="rId110"/>
    <p:sldId id="403" r:id="rId111"/>
    <p:sldId id="404" r:id="rId112"/>
    <p:sldId id="389" r:id="rId113"/>
    <p:sldId id="390" r:id="rId114"/>
    <p:sldId id="391" r:id="rId115"/>
    <p:sldId id="392" r:id="rId116"/>
    <p:sldId id="417" r:id="rId117"/>
    <p:sldId id="418" r:id="rId118"/>
    <p:sldId id="419" r:id="rId119"/>
    <p:sldId id="420" r:id="rId120"/>
    <p:sldId id="422" r:id="rId121"/>
    <p:sldId id="421" r:id="rId122"/>
    <p:sldId id="423" r:id="rId123"/>
    <p:sldId id="424" r:id="rId124"/>
    <p:sldId id="425" r:id="rId125"/>
    <p:sldId id="426" r:id="rId126"/>
    <p:sldId id="434" r:id="rId127"/>
    <p:sldId id="441" r:id="rId128"/>
    <p:sldId id="442" r:id="rId129"/>
    <p:sldId id="444" r:id="rId130"/>
    <p:sldId id="500" r:id="rId1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19" autoAdjust="0"/>
    <p:restoredTop sz="94660"/>
  </p:normalViewPr>
  <p:slideViewPr>
    <p:cSldViewPr snapToGrid="0">
      <p:cViewPr>
        <p:scale>
          <a:sx n="66" d="100"/>
          <a:sy n="66" d="100"/>
        </p:scale>
        <p:origin x="1338" y="5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notesMaster" Target="notesMasters/notesMaster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04T07:02:54.266"/>
    </inkml:context>
    <inkml:brush xml:id="br0">
      <inkml:brushProperty name="width" value="0.05292" units="cm"/>
      <inkml:brushProperty name="height" value="0.05292" units="cm"/>
      <inkml:brushProperty name="color" value="#FF0000"/>
    </inkml:brush>
  </inkml:definitions>
  <inkml:trace contextRef="#ctx0" brushRef="#br0">4589 9552 69 0,'0'0'88'0,"0"0"6"0,4-10-4 0,-4 10-1 15,0 0-5-15,0 0-1 0,0 0-7 0,0 0-2 16,0 0-8-16,0 0 12 0,0 0-14 0,0 0-4 16,0 0-13-16,0 0 1 0,0 0-5 0,0 0 6 15,0 0-6-15,0 0 5 0,0 0-7 0,0 0-1 16,0 0 2-16,0 0-1 0,0 0-3 0,0 0-1 15,0 0-4-15,0 0 4 0,0 0-4 0,0 0-1 16,0 0-1-16,0 0-1 0,1-6 5 0,-1 6-6 16,0 0 2-16,0 0-2 0,0 0-6 0,0 0-1 15,0 0-2-15,0 0-5 0,1-9 4 0,-1 9-6 16,0 0-1-16,0 0 5 0,0-9-2 0,0 9 0 16,0 0 0-16,0 0 6 0,0-9-2 0,0 9-8 15,0 0 1-15,0 0 1 0,-6-6 1 0,6 6-5 16,0 0 2-16,0 0-4 0,-4-6-1 0,4 6 2 15,0 0-4-15,0 0 0 0,0 0-4 0,0 0 3 16,0 0-2-16,0 0 0 0,-10-1-1 0,10 1-6 16,0 0 6-16,-14 10-3 0,7-7 1 0,2 3-7 15,-5 1 6-15,2 2-2 0,1-1-1 0,-1 3 0 16,-1 0 3-16,1 3-3 0,2-4 3 0,1 2 1 16,-3 4 0-16,4-5-5 0,1 1 4 0,-3 4-2 15,4-3 0-15,1-1-1 0,-2 1 5 0,4 2-3 16,-1-3 1-16,2-1 3 0,-1-2-2 0,3 2 0 15,0-1 2-15,1-3-5 0,0-1 4 0,0 0 2 16,0-1-4-16,0-1 4 0,2-1-2 0,-1 0-4 16,3 1 10-16,-2-4-10 0,-7 0 6 0,17 0-1 15,-7-2-4-15,-3 0 3 0,3-1 1 0,-1-2 1 16,-1 0 1-16,-1-1-1 0,-2 2-1 16,2-1 3-16,-1-3 0 0,-2 0-2 0,1-1 0 0,0-1 5 15,-1 1-2-15,1 1-5 0,-2-4 3 16,-1 2-2-16,-1-2 0 0,3 2-1 0,-2 1 2 0,-1 2 5 15,-1 7 9-15,1-12-4 0,-1 12 5 0,1-8-1 16,-1 8-1-16,0-8-3 0,0 8-3 0,0 0-8 16,0 0-1-16,0 0-3 0,0 0 2 0,0 0-3 15,2-8-2-15,-2 8 4 0,0 0-5 0,0 0 4 16,0 0-1-16,7 25 5 0,-7-15-3 0,0 0 0 16,3 1 1-16,-2 1 3 0,3 0-3 0,-1 2 4 15,0 2-7-15,1 0 5 0,-1-4-17 0,2 2-28 16,0 2-39-16,3-6-33 0,1 0-32 15,-2-1-140-15,2-2-311 0,4-2 138 0</inkml:trace>
  <inkml:trace contextRef="#ctx0" brushRef="#br0" timeOffset="582.91">5034 9473 163 0,'0'0'155'15,"0"0"-9"-15,0 0-8 0,-4-9-18 0,4 9-7 16,0 0-14-16,0 0-14 0,0 0-6 0,0 0-8 16,-9-3-5-16,9 3-10 0,0 0-2 0,0 0-9 0,0 0-1 15,-14 4-6-15,14-4 2 0,-10 0-17 0,10 0 0 16,-9 6-1-16,3-4-3 0,6-2-1 15,-6 6-5-15,1-2 2 0,0-1-3 0,5-3 1 16,-8 7-14-16,8-7 11 0,-4 4-4 0,4-4-5 16,-5 6 6-16,5-6-5 0,0 0 7 0,-5 6-6 15,5-6-9-15,0 0-3 0,0 0-22 0,0 0-14 16,0 0-23-16,-4 5-7 0,4-5-8 0,0 0-5 16,0 0-15-16,0 0-7 0,0 0-72 0,0 0-197 15,0 0 88-15</inkml:trace>
  <inkml:trace contextRef="#ctx0" brushRef="#br0" timeOffset="1616.23">3763 9442 98 0,'0'0'160'0,"-7"-9"-5"0,3 7-8 0,4 2-11 16,-8-8 2-16,3 5 0 0,5 3-4 0,-4-6-12 16,4 6-7-16,-5-5-9 0,5 5-14 15,0 0-9-15,-6-6-10 0,6 6-2 0,0 0-11 16,0 0-8-16,0 0-6 0,0 0-1 0,-6-3-14 15,6 3-4-15,0 0-4 0,0 0-7 0,0 0-3 0,0 0-3 16,0 0 1-16,0 0-5 0,0 0 4 0,13 29-5 16,-6-13 0-16,2 0 1 0,-2 1-2 15,4 8 3-15,-1-1-2 0,0 0-2 0,2 0 0 16,0-2-1-16,-5-3 0 0,3 4 5 0,-1-5-9 16,-3-3 5-16,2 3 6 0,-2-4-6 0,-1-3 0 15,3 3-3-15,-4-2 2 0,2 0-4 0,-1-3 6 0,1 1 0 16,-1-1-1-16,1-1 2 0,-2-3-3 15,-3 4-2-15,3-5 0 0,-4-4 2 0,4 8-2 0,-4-8 1 16,5 7-1-16,-5-7 2 0,3 5 2 16,-3-5 1-16,0 0 4 0,3 5-1 0,-3-5 2 15,0 0 4-15,0 0-1 0,0 0-3 0,0 0 0 16,0 0 2-16,18-17-5 0,-6 5-1 0,-1-5 4 0,2-7-3 16,5-1-1-16,-1-3-3 0,11-12-1 0,-13 12 4 15,3-3-5-15,1-1 1 0,4-9 2 16,-9 8-2-16,1 2 0 0,-2 3 3 0,1-3-3 15,-1 4 0-15,-4 1 0 0,0 10 3 0,-3-3-4 16,1 4 6-16,-4 3 3 0,1 3-1 0,-1 2-1 16,-3 7 1-16,4-10 0 0,-4 10-1 0,0 0-3 0,2-12 0 15,-2 12-5-15,0 0-2 0,5-6 2 16,-5 6 0-16,0 0-6 0,0 0 3 0,0 0 0 16,0 0-3-16,0 0-2 0,0 0-13 0,0 0-32 15,0 0-19-15,0 0-28 0,0 0-22 0,0 0-28 16,0 0-167-16,16 22-344 0,-14-13 153 0</inkml:trace>
  <inkml:trace contextRef="#ctx0" brushRef="#br0" timeOffset="3235">5090 9486 140 0,'0'-8'180'0,"0"8"-1"15,0 0-12-15,0 0-3 0,0 0-13 0,0 0-12 16,0 0-13-16,-4-11-15 0,4 11-10 0,0 0-16 16,0 0-7-16,-8-2-12 0,8 2-8 0,0 0-9 15,0 0-3-15,-16 7-2 0,9 0-8 0,-2 0-5 16,-5 8-2-16,-1-1 1 0,-2 7-10 0,6-5-1 15,-6 7-1-15,4-6-4 0,3 0 3 0,0-2-1 16,4 2-5-16,-1-3-6 0,2 3 2 0,2-1-1 16,-2 1-3-16,2-5-2 0,-1-1 3 0,3 0 0 15,1 0 0-15,-2 0-5 0,4-3 0 16,-1 0 3-16,-1 1-2 0,4-3 1 0,1 1-1 0,2 0 9 16,2-2-4-16,4 1-3 0,-3-3 1 0,3-1 3 15,1-1-9-15,4-1-12 0,2-1-14 0,0-3-1 16,0 0-11-16,1-2-8 0,-1-1-9 0,-1 0-16 15,0-2-10-15,-2 1 0 0,1-2-7 0,-3 1-7 16,2-1 1-16,-3-1 3 0,1 0-1 0,-2-2 3 16,2 1 2-16,-4 1 3 0,1-2 2 0,-1 0 2 15,-4 0 6-15,1 2 15 0,-1 0 20 0,-1 1 10 16,-3 2 7-16,3 0 14 0,-2 2 14 0,-3-1 5 16,1 2 6-16,2-2 17 0,-4 7 14 0,1-7-2 15,-1 7 19-15,3-8-3 0,-3 8 8 16,2-5 4-16,-2 5 3 0,0 0-1 0,0 0-4 0,0 0-3 15,3-9-3-15,-3 9-12 0,0 0 0 0,0 0-8 16,0 0 5-16,0 0-10 0,0 0-10 16,0 0-3-16,0 0-4 0,0 0 0 0,0 0-5 15,0 0-3-15,0 0 3 0,0 0-5 0,0 0 5 0,0 0-9 16,0 0 6-16,0 0-4 0,0 0 1 0,0 0-3 16,0 0 1-16,0 0 0 0,0 0 3 0,0 0-8 15,0 0 3-15,3-7 1 0,-3 7 3 0,0 0 1 16,0 0 6-16,0 0 3 0,0 0 4 0,0 0-2 15,0 0 1-15,0 0 3 0,0 0-4 0,0 0-4 16,0 0 3-16,0 0-9 0,0 0 2 0,0 0 6 16,0 0-5-16,0 0 3 0,0 0-3 0,0 0 1 15,0 0-4-15,0 0 1 0,0 0-3 0,0 0 2 16,0 0 0-16,0 0-5 0,0 0 4 0,0 0 7 16,0 0-1-16,0 0 1 0,0 0-1 0,0 0 0 15,0 0 0-15,0 0 0 0,0 0-1 0,0 0 4 16,0 0 3-16,0 0 1 0,0 0 3 0,0 0 0 15,0 0-3-15,0 0 2 0,0 0-2 0,0 0 0 16,0 0-1-16,0 0 2 0,0 0-2 16,0 0-2-16,0 0-4 0,0 0 3 0,0 0-2 15,0 0 0-15,0 0 0 0,0 0-1 0,0 0-3 16,0 0 2-16,0 0-5 0,0 0 0 0,0 0 0 0,0 0-2 16,0 0 5-16,0 0-9 0,0 0-2 0,0 0 1 15,0 0-1-15,0 0-1 0,0 0-6 0,0 0 1 16,0 0-1-16,0 0-2 0,0 0-2 0,0 0-3 15,0 0 1-15,0 0 0 0,0 0 1 0,0 0 0 16,-8 27 3-16,5-18 2 0,0 3-4 16,0-1 4-16,3 2-4 0,-1-3 2 0,0 1-2 0,1 3 2 15,0-4 3-15,2 0-2 0,-1-1 2 0,3 3 2 16,0-5-1-16,1 3-2 0,-1-3 0 0,2 1 2 16,2-2 6-16,1-1-6 0,0 1 3 0,0-3-5 15,0 0 4-15,0-2 0 0,-2 1 1 16,1-1-1-16,3-1 5 0,-11 0 2 0,16-1-9 15,-8-1 6-15,-1-1-2 0,0 1 0 0,-1-2-2 0,3-1 0 16,-2-1 1-16,1-1 3 0,-3 0-3 0,1-1 2 16,-1-1-4-16,0 0-3 0,-2-3-10 0,3-3 0 15,-4 3-2-15,1-3 3 0,-1 2 0 16,1 1 0-16,-2 1 8 0,1 0-4 0,0 0 0 16,1 2 1-16,-3 2 0 0,0 7 0 0,2-11 3 15,-2 11-2-15,1-6-1 0,-1 6-2 0,0 0 4 0,2-8-2 16,-2 8 1-16,0 0-2 0,0 0-3 0,0 0 2 15,0 0-2-15,0 0 1 0,0 0 1 16,0 0 1-16,0 0 3 0,0 0-1 0,0 0-5 16,6 21 3-16,-6-12-1 0,3 1 0 0,-2-1 12 15,0 1-7-15,3 1 1 0,-3 0-6 0,1-2 6 16,3 1 3-16,-3 0 0 0,5 0 7 0,-4-1-7 0,3 1-15 16,-1-3-11-16,0 1-11 0,4-2-27 0,-3-2-19 15,-6-4-13-15,19 7-22 0,-7-4-23 16,1-3-23-16,-1-2-110 0,-12 2-297 0,25-4 132 15</inkml:trace>
  <inkml:trace contextRef="#ctx0" brushRef="#br0" timeOffset="5432.96">5817 9674 39 0,'1'9'52'0,"-1"-9"3"15,2 10-15-15,-2-10 2 0,1 7-3 0,-1-7 18 16,0 0-6-16,4 7 10 0,-4-7 4 0,0 0 16 16,0 0-2-16,0 0 11 0,0 0-5 0,2 5 14 15,-2-5 1-15,0 0 13 0,0 0-3 0,0 0 2 16,0 0-3-16,0 0 0 0,0 0-13 0,0 0-11 16,0 0-10-16,0 0-8 0,0 0-6 0,0 0-10 15,-10-22-3-15,10 22-5 0,-3-11-4 0,3 4-7 16,0-4-13-16,0 1-2 0,0-1-2 0,3 0-1 15,-2 0-3-15,1 0-7 0,3 1 0 0,0 0-2 16,2 1 2-16,-2 0-4 0,1 1 0 0,-1 5-1 16,-1-3-3-16,-4 6 0 0,11-3-4 0,-11 3 0 15,12 0 0-15,-12 0 1 0,11 6 2 0,-3-2-2 16,1 4 1-16,-3-1 4 0,2 2 0 0,1 0-7 16,-3 0 6-16,2 1-4 0,-3-2 5 0,0 1 0 0,0-2-2 15,-1-1 0-15,-2 0 5 0,1-1 0 0,1 0-4 16,-4-5 1-16,4 5 2 0,-4-5 5 15,0 0-4-15,4 9 3 0,-4-9 2 0,0 0-1 16,2 3 2-16,-2-3 4 0,0 0 3 0,0 0 8 16,0 0 10-16,0 0 5 0,0 0-2 0,0 0-7 0,0 0-8 15,0 0-8-15,0 0-4 0,4-20-5 16,-3 11-4-16,3-3-16 0,-1 0-1 0,2 0-8 16,0-3 4-16,0 4 1 0,0 1 0 0,0 2 1 15,3 1-3-15,-3 1-2 0,0 3 3 0,-5 3 0 16,10-5-2-16,-5 3 5 0,-5 2-1 0,12 4 0 0,-6 0 1 15,3 4 5-15,-1-1 1 0,1 2 3 16,-1 0 6-16,-2 2-5 0,1 0 2 0,-1 0 2 16,0 1-7-16,1-1 4 0,-1 3 11 0,0 1-5 15,-1-4-26-15,0 1-37 0,-1 1-44 0,3 1-54 16,-5-3-112-16,3-1-295 0,0 0 130 0</inkml:trace>
  <inkml:trace contextRef="#ctx0" brushRef="#br0" timeOffset="6166.79">6655 9526 9 0,'0'0'210'0,"-11"-4"-16"16,11 4-14-16,-12-2-7 0,5 2-24 0,7 0-17 15,-16 2-15-15,6-1-10 0,1 3-17 0,0 2-5 0,-2 2-11 16,0 0-6-16,2 1-7 0,-1 4-10 0,1 1-4 16,0-2-1-16,3 5-13 0,0-5 2 15,2 2-2-15,1-3-6 0,2 0 0 0,0 1-2 16,1-3-2-16,0 2-9 0,1-4 1 0,0 1-2 16,3 0 0-16,-1-3 0 0,4-1-3 0,-3-1 2 15,-4-3-1-15,9 7 4 0,-2-6-6 0,-1 1-2 0,-6-2-1 16,15-4 0-16,-6 1-1 0,3-3 0 15,-1-1 3-15,2-3-2 0,0-2-4 0,-2-2-3 16,-2 0 4-16,1-3 1 0,-1 0 0 0,0-7-5 0,3-1-3 16,-7 0 3-16,3-3-2 0,-3-1 4 0,1 0-4 15,-1-1 0-15,-2-2 4 0,-2 2-1 16,0-1 1-16,-1 1 2 0,-1-2 3 0,1 6 4 16,0 1 8-16,-3 0 8 0,0 10 8 0,0 2 1 15,3 2 10-15,-1 3-2 0,-2 1-4 0,3 7-4 0,-2-11-5 16,2 11-6-16,0-7-2 0,0 7-11 15,0 0-4-15,-4-6-1 0,4 6-2 0,0 0-4 0,0 0 1 16,-3 35 2-16,2-7-2 0,-3 2 2 16,4 2 0-16,-2 14-2 0,-1-13 0 0,4 1 2 15,2 1 1-15,-1-5 1 0,1 0 1 0,0-3-12 0,2-1 0 16,1-9 7-16,0 2-4 0,3-2 6 0,2-2-3 16,0 0 3-16,1-1-1 0,0-2 1 15,1-3-3-15,-1-3 2 0,0 1 4 0,3-3-1 0,-1-2-1 16,-3-1 2-16,2-2 1 0,1 1-3 15,-1-2 3-15,5-2-3 0,-7 0 0 0,2-3 0 0,1 0 3 16,0-5-5-16,-1 2-3 0,-2-3 5 0,1 1-2 16,-5-2-1-16,-1 3-3 0,-3 0-1 0,4 0 2 15,-3-2-2-15,-2 4 3 0,-1-1 1 16,2 4 4-16,-3 6-2 0,0-11 2 0,0 11-2 16,1-9 0-16,-1 9 0 0,3-6-6 0,-3 6 1 0,0 0-7 15,0 0-1-15,0 0 4 0,0 0-7 0,0 0 8 16,0 0-6-16,0 0 3 0,0 0 0 0,-4 34 0 15,4-23 1-15,0 0 2 0,1 0 3 16,1 4-2-16,-4-1-4 0,4 1-27 0,-1-3-33 16,-1 4-39-16,2-4-43 0,1-1-50 0,-2-1-135 0,2-2-360 15,-1-1 159-15</inkml:trace>
  <inkml:trace contextRef="#ctx0" brushRef="#br0" timeOffset="6324.63">6933 9299 11 0,'0'0'32'16,"0"0"-26"-16,0 0-15 0,-8 15-8 0,8-15 3 15</inkml:trace>
  <inkml:trace contextRef="#ctx0" brushRef="#br0" timeOffset="6666.42">7124 9492 58 0,'0'0'184'16,"0"0"-12"-16,0 0-13 0,4 4-17 0,-4-4-16 0,0 0-12 16,0 0-11-16,4 11-14 0,-4-11-3 15,0 12-2-15,1-4-10 0,-1 0-6 0,2 1-9 0,-1 1-3 16,0-1-5-16,2 1-7 0,-2-3-6 15,2 0-1-15,-1 0-6 0,2-1-2 0,0 1-2 16,-2-3-3-16,1 2 0 0,3-2 0 0,-6-4-1 0,10 5-4 16,-4-2 4-16,0-1-5 0,-6-2 3 0,18-5-4 15,-10 3 0-15,2-3 10 0,-1 1 0 16,0-4 1-16,-2 0 5 0,2-1 7 0,-1-1 1 16,-2-1-3-16,2-2-3 0,-2-4 1 0,-2 1-7 15,-1 1-3-15,-3 1 5 0,-2 3-3 0,2-3 2 0,-1 3-2 16,-5-4-7-16,1 4 3 0,0 1-6 0,-2 2 2 15,2 1 0-15,1 0-6 0,-5 0-8 0,3 4-1 16,0 1-10-16,6 2-15 0,-17-1-22 16,9 4-23-16,-2 2-20 0,-1 3-38 0,2 3-24 15,-2 3-39-15,2 1-144 0,3-3-356 0,2 0 159 16</inkml:trace>
  <inkml:trace contextRef="#ctx0" brushRef="#br0" timeOffset="7349.94">7568 9393 72 0,'0'0'209'0,"0"0"-3"0,-12-10-15 15,12 10-1-15,-10-4-10 0,10 4-17 16,-13 0-14-16,13 0-15 0,-15 4-6 0,5 0-13 16,2 2-10-16,-2 2-13 0,1 1-8 0,0 1-10 15,0-1-7-15,3 3-8 0,-2 2-8 0,3-2-7 16,0 0-1-16,1-1-8 0,1 2-1 0,3-5-3 15,2 3-6-15,-4-1-1 0,5-1-3 0,-2-3-2 0,-1-6 0 16,5 11-4-16,-1-8 2 0,0 3-1 16,2-4-2-16,1 0-2 0,-7-2 2 0,16 2 1 15,-5-4-2-15,-4 0-3 0,5-3 4 0,-3 0-1 16,2-3-1-16,-1-1-3 0,3-4 1 0,-1-1-5 0,-2-1 3 16,0-1-2-16,-2-3 8 0,2-3-10 0,-5 3 0 15,3-4 0-15,-3-4-1 0,3 3 4 0,-6-3 0 16,1 0-3-16,-3 0 3 0,1-1 5 15,0 1 5-15,-1 2 9 0,-1 0 6 0,0 7 8 16,-1 1 5-16,0 5 2 0,-1 0 4 0,2 2 0 16,0 3-5-16,-2 0 1 0,3 7-9 0,-1-10-2 15,1 10-11-15,-1-10-7 0,1 10 0 0,0 0-13 16,0 0-2-16,0 0-4 0,0 0 5 0,0 0-8 16,0 0-9-16,0 32 0 0,2-3 6 0,-2 3-5 15,0 0 6-15,4 1 0 0,-4-1 1 0,3 0 0 0,0 0 6 16,1-5 2-16,0 0-9 0,1-3 0 0,-1 1 4 15,5-6-4-15,-3-2 2 0,2-2-1 0,2-1 5 16,3-1-2-16,-1-2 2 0,-1-3-3 16,4-1 0-16,3-1 5 0,0-2 1 0,1-3-4 15,1-1 1-15,1-2-3 0,7-4 5 0,-2-1-1 16,-6-2-9-16,3-1 3 0,-2-2 2 0,-3 3-4 0,-3-4 1 16,7-2 0-16,-9 2-5 0,1-1-5 0,-3 0-5 15,-2-2-5-15,1 0 2 0,-5 2 9 16,1-2-1-16,-5 7-7 0,1-3-3 0,-3 3 4 15,0 1 1-15,-3 0 3 0,-1 0 1 0,0 3-2 0,-4 0 0 16,1 4 0-16,-2 0 0 0,-4 2 2 0,-2 4-2 16,1 2-1-16,0 5 8 0,0 3-6 15,3-1 8-15,-1 2-1 0,4-2 4 0,2 4-6 16,3-2 7-16,1 0-2 0,2 1 2 0,2-4 1 16,2 2-7-16,2-3-21 0,1-2-26 0,8 1-51 15,0 0-48-15,3-4-45 0,0 1-162 0,2-5-395 16,-1-3 175-16</inkml:trace>
  <inkml:trace contextRef="#ctx0" brushRef="#br0" timeOffset="7587.72">7073 9263 2243 0,'-6'4'127'0,"3"0"-96"0,3-4-86 0,0 0-83 16,-3 7-1-16,3-7 29 0,0 0-5 0,17 3-29 15,-6-2-140-15,-5 0-306 0,7-3 135 0</inkml:trace>
  <inkml:trace contextRef="#ctx0" brushRef="#br0" timeOffset="43216.78">24606 9697 90 0,'0'0'104'0,"0"0"4"0,0 0-2 16,0 0 4-16,0 0-6 0,0 0 11 0,0 0 1 15,6-2 3-15,-6 2-3 0,0 0 3 0,0 0-7 16,0 0-7-16,0 0-1 0,0 0-8 0,0 0-3 16,0 0-9-16,0 0-10 0,-4-13-4 0,4 13-8 15,0 0-4-15,0 0-6 0,-7-8-7 0,7 8-7 16,-8-3-5-16,8 3-6 0,-14 0-4 0,6-2 0 15,-6 4-7-15,2 1 1 0,-8 1-3 0,1 2-2 16,-1 1 0-16,-7 3-2 0,3-1-6 0,1 4 1 0,5-3-2 16,1 3 0-16,1-1-1 0,-1-2-1 15,3 1-2-15,1 1 1 0,2 0-6 0,3-2 5 16,3 0 0-16,2 0-2 0,-1 1-4 0,3-1 4 16,-3 0-1-16,4 0 3 0,4-1-4 0,0 2 5 0,1-2 4 15,0 1-5-15,3-1 2 0,1-2 0 0,1 0-1 16,0-1 1-16,0-1 0 0,2 0 3 15,-2 0-3-15,0-3 1 0,2 3 1 0,-3-2 1 16,-3-3-2-16,2 2 3 0,-8-2-3 0,11 2 2 16,-5-2 0-16,-6 0-2 0,11 1 6 0,-11-1-4 15,0 0 2-15,8 2-2 0,-8-2-2 0,0 0 2 16,0 0-4-16,0 0 0 0,0 0-3 0,6 0 6 16,-6 0-3-16,0 0-2 0,0 0 1 0,0 0-2 15,0 0-1-15,0 0 0 0,-15 12 2 0,5-8-4 0,-1 2 2 16,1 5 0-16,-5-4-3 0,2 5 2 0,0 1-4 15,0-3 3-15,1 1 1 0,1 1 0 16,4-2-6-16,0-2 4 0,0 2 4 0,2-1-3 16,2 0-3-16,-1-1 3 0,3 2 3 0,1-2 1 0,0 2 11 15,0-1 1-15,2-1 3 0,2-2-4 0,4 2 2 16,3-1 0-16,-2-2-1 0,9 2-10 16,-1-4-7-16,6 0-27 0,5-2-33 0,1-1-43 0,6-4-31 15,-3-2-34-15,0 2-136 0,0-5-338 16,2 2 150-16</inkml:trace>
  <inkml:trace contextRef="#ctx0" brushRef="#br0" timeOffset="44200.73">25110 9894 137 0,'0'0'202'0,"-10"-8"-20"0,3 5-14 0,-5 1-15 15,1-1-10-15,-2 3-16 0,-5 0-9 0,0 2-16 16,-1-1-10-16,0 3-12 0,0 2-7 16,-2 0-6-16,2 4-6 0,2 0-7 0,-4 6-3 0,3-2-6 15,5 0-9-15,0 2-2 0,-1 0-5 0,3-2-2 16,3 1-7-16,0-1-1 0,3 1-2 0,3-2 3 16,0-2-5-16,2 1 1 0,0 0-1 15,3-3-3-15,1 2-1 0,1-3 2 0,4 1-1 0,-1-3-2 16,1 1-1-16,3-4 4 0,1 0 1 15,-2 0-6-15,3-5 3 0,5 1 0 0,-2-4-1 0,1-1-1 16,-1-2-3-16,2-2 3 0,-4 1-1 0,1-4 1 16,-1 1 0-16,-2-3 1 0,-3 0 0 15,2-8 0-15,-4 4-7 0,0 2 3 0,0-9 2 0,-3 1-3 16,2-1 2-16,-3-1 1 0,-2-1 0 0,-1-1 2 16,0 0 5-16,-1-1 2 0,0 2 2 15,0-1 2-15,-1 6 15 0,0 4 15 0,-1 4 12 0,0 3 10 16,2 1 5-16,0 0-3 0,-2 4-7 0,2 7 3 15,-2-11-15-15,2 11-7 0,0-10-8 0,0 10-5 16,-4-6-11-16,4 6-4 0,0 0-4 0,0 0-6 16,0 0-7-16,0 0 4 0,0 0-2 0,-2 30 0 15,1-11-5-15,1 5 1 0,-3 2-1 0,3 3-1 16,-2-2-2-16,2 0 2 0,0 1-1 0,0-3 0 16,2 0 1-16,0 1 1 0,1 0-3 0,2-7 6 15,-1-1-3-15,1 0 0 0,1-1-1 16,1-3 0-16,-1-1-1 0,6 1 2 0,-7-7 4 0,5 2-2 15,-1-2 0-15,0-1 2 0,1-3 4 0,3 1-7 16,-4-2 1-16,4-4-1 0,-2 1-3 0,2-2 0 16,-3-1 1-16,3-4-2 0,-3 1 2 0,5-3-3 15,-2-4 0-15,3 0 1 0,-6 0-1 0,0-1-2 16,0 1 2-16,-2-1-4 0,1 0-1 0,-5 4 1 16,-1-1 0-16,2 1 1 0,-1 2 3 0,-1 1 0 15,1 2 3-15,-4 6-3 0,3-10 3 0,-3 10-2 16,2-6-4-16,-2 6-2 0,0 0-1 0,1-6-5 15,-1 6 2-15,0 0-3 0,0 0 2 0,0 0 2 16,0 0 3-16,-4 22-2 0,2-12 0 0,0 0 2 16,-1 0 1-16,1 3 0 0,1-1-3 0,2-1 4 15,-1 2 2-15,5-2-4 0,-3 0 2 0,4 0 3 16,1-4 0-16,3 2 2 0,-1-3 2 0,1-1 1 16,8-1-1-16,0-1-1 0,2-3 4 0,-1-3 3 15,3 2-4-15,-2-5 0 0,1-1 3 0,-2 0-2 16,2-3 3-16,-5 1-2 0,0-1 1 0,0-1-3 15,-3 1 3-15,-3 2-2 0,-2-3 2 0,1 1-1 16,-3 0 2-16,1-2 0 0,-5 1-3 0,3 1-1 16,-3-2 3-16,0 4 0 0,-3-1 2 0,3 4-2 15,-2 5-1-15,0-11 1 0,0 11 2 0,2-7-2 16,-2 7-3-16,0 0-4 0,2-9-6 0,-2 9 0 16,0 0-5-16,0 0 0 0,0 0 3 0,0 0-3 15,0 0 5-15,0 0 0 0,0 23-1 0,0-12 2 16,0 0-1-16,-2 1 0 0,0-1 1 0,2 7 2 15,-1-1 0-15,0 1 2 0,1 0-1 0,-1-2 2 16,2 4-3-16,-1-4 3 0,-3 0 1 0,3 0-11 16,-3 0 5-16,3-4 0 0,-2-1-7 0,2 1-5 15,-2-2-8-15,-1 3-16 0,1-3-25 0,0-2-25 16,-2 3-30-16,-1-5-38 0,1-1-53 0,0 3-167 0,-4-4-409 16,2-2 181-16</inkml:trace>
  <inkml:trace contextRef="#ctx0" brushRef="#br0" timeOffset="44374.99">25374 9726 1772 0,'-7'-9'21'16,"4"2"8"-16,-1 4-20 0,4 3-7 0,-5-10-11 15,5 10 5-15,-4-7-4 0,4 7 2 0,-4-4-6 0,4 4-2 16,0 0-9-16,0 0-20 0,0 0-22 0,0 0-31 15,19 2-21-15,-7 1-123 0,-1 1-259 16,8 1 115-16</inkml:trace>
  <inkml:trace contextRef="#ctx0" brushRef="#br0" timeOffset="45035.36">25872 9771 37 0,'0'0'176'0,"0"0"-13"15,9 2-6-15,-9-2-16 0,0 0-16 0,0 0-13 0,0 0-10 16,5 2-15-16,-5-2 9 0,-2 10 9 0,2-10-6 16,-5 15 5-16,1-6-8 0,-1 8-5 15,1-4 1-15,-4 2-22 0,2-1-9 0,-1 3-5 16,3 1-7-16,0-2-5 0,1 0-4 0,2-4-5 0,1 3-1 16,0-3-5-16,1 0-2 0,0-3-3 0,3 0-2 15,-2-3 7-15,3 2-9 0,1 0-2 16,-1-3 0-16,2-1 0 0,-1 0 1 0,5-2 0 15,1-2-2-15,1-2 2 0,1 2-4 0,1-3 0 0,-4-4-2 16,6 2 3-16,1-4-2 0,-5 1-3 0,-2-4 0 16,-1 4-7-16,2-5-3 0,-7 3 0 0,4-4-10 15,-2-1-2-15,-3 3 2 0,-2-1-2 0,1-3-1 16,-3 5 7-16,-2-1-2 0,1 0 4 0,0 2-3 16,0 0 2-16,1-1-1 0,-2 1 6 0,2 2 10 15,0 8 7-15,-4-13 3 0,4 8 0 0,0 5-4 16,-2-9-1-16,2 9-1 0,-2-8-3 0,2 8-6 15,0 0-1-15,0 0-4 0,6-8 1 16,-6 8-4-16,7-2-1 0,-7 2 1 0,0 0-3 0,22 8-1 16,-13-3 2-16,2 2-2 0,3 2 2 0,1 3 0 15,-3-1 0-15,-1 1-1 0,0 3 2 0,-2-4 0 16,0 3-3-16,0 2 2 0,1-2 1 0,-2 2 2 16,-1-3-4-16,-3-2 1 0,0 0 0 0,2-3 2 15,-4 2 2-15,-2-4-2 0,2-2 2 0,-2-4 5 16,4 8-1-16,-4-8 7 0,0 0 17 0,1 8 14 15,-1-8 17-15,0 0 15 0,4 3 17 0,-4-3 14 16,0 0-4-16,0 0-13 0,0 0-14 0,0 0-14 16,0 0-11-16,0-25-9 0,2 13-10 0,2-3-6 15,3 1-3-15,2-3-6 0,0 0-9 0,0 3-2 16,3 0-5-16,-4 3 0 0,1 3-2 0,-4 0 0 16,6 1-2-16,-4 0-5 0,-3 4 1 0,3 0-5 15,-7 3 2-15,12-3 1 0,-12 3 1 16,13 3 0-16,-7 2 1 0,6 1-1 0,-6 1 0 0,1 2-3 15,-1 0 7-15,2 2 1 0,1 1 0 0,-5-1-1 16,5 4-5-16,-5-3-13 0,2 5-21 0,-4-1-24 16,0 1-40-16,-2-1-59 0,0-5-60 0,-4 5-215 15,-2 0-481-15,0-7 213 0</inkml:trace>
  <inkml:trace contextRef="#ctx0" brushRef="#br0" timeOffset="45202.94">26677 10073 35 0,'8'1'187'0,"-8"-1"-18"0,0 0-15 16,0 0-17-16,0 0-11 0,0 11-15 0,0-11-34 16,-13 18-54-16,0-10-53 0,-5 6-136 0,-7 1-178 15,3 1 79-15</inkml:trace>
  <inkml:trace contextRef="#ctx0" brushRef="#br0" timeOffset="45733.78">24361 10631 93 0,'0'0'267'0,"2"-7"-16"0,-2 7-23 0,0 0-24 15,0 0-28-15,0-9-22 0,0 9-20 0,0 0-17 16,0 0-13-16,0 0-11 0,0 0-10 16,0 0-12-16,0 36-5 0,1-12-4 0,-2 2-9 0,1 1-3 15,-4 1-6-15,3-3-4 0,-2 3-2 0,2-4-5 16,-2 3-2-16,3-2-4 0,-1 0 1 0,-1-6-3 16,2 0-2-16,0 1-4 0,-2-1-16 15,-1-1-31-15,1-1-35 0,-1 0-44 0,1-6-32 0,0 0-30 16,-1-1-167-16,1-4-363 0,-2-1 162 0</inkml:trace>
  <inkml:trace contextRef="#ctx0" brushRef="#br0" timeOffset="46117.5">24325 10696 107 0,'0'0'211'0,"1"-10"-21"0,-1 10-25 0,0-8-19 16,0 8-19-16,0 0-15 0,0 0-12 0,0 0-12 15,0 0-9-15,0 0-7 0,12 19-6 0,-6-8-7 16,1 3-6-16,0-1-4 0,1-1-8 0,1 4-4 16,1-1 2-16,-3-6-4 0,5 4-4 0,1-2 0 15,-2-3-2-15,1-1 1 0,-1 0-7 0,2-4-1 16,1 1 0-16,3-3 1 0,2-1-1 0,0-2 4 16,-2-4-6-16,3 1-3 0,-7-2 1 0,2-3 3 15,1 2 2-15,0-1 8 0,-7-2 5 0,3 0-2 16,-1-3 0-16,-2-2-3 0,1 2-6 0,-1 0-1 15,1 0 0-15,-6 1 7 0,5 5 2 0,-5 0 6 16,0 2-1-16,-2 1 1 0,2 0-9 0,-4 5-7 16,5-6-5-16,-5 6-7 0,4-4-5 0,-4 4-3 15,0 0 1-15,0 0-1 0,8 17-5 0,-7-4 1 16,4 3 11-16,-3 8-10 0,1 3 2 0,-3-2 4 16,3 2-5-16,0-3 1 0,-3 4 3 0,0-2 3 15,0 1-2-15,-2-2 0 0,4 1-14 0,-2-1-37 16,-2-6-42-16,4 1-52 0,0-4-51 0,0 3-182 15,-1-7-401-15,1-2 179 0</inkml:trace>
  <inkml:trace contextRef="#ctx0" brushRef="#br0" timeOffset="46883.17">25108 10742 193 0,'-4'-3'240'15,"-3"1"-15"-15,-3 1-20 0,-2 2-17 0,-1 2-18 16,-3 4-17-16,-6 7-15 0,-1 0-15 0,0 5-7 16,-1 1-16-16,4 1-9 0,2-1-9 0,3 1-14 15,4-6-6-15,3 2-3 0,1-1-9 0,4 1-3 16,1-2-5-16,2-3-3 0,3 1-6 0,-1-3 0 16,5 0-4-16,-3-1-2 0,5-1 2 0,0-3-1 15,1 0-6-15,0-3 2 0,3 0-2 0,-2-4 0 16,1 0-1-16,6-3-2 0,-7 0-2 0,5-4 0 15,-2-1-1-15,0 0 0 0,-1-1-3 0,-2-2 4 16,-3 2-8-16,2-4 2 0,-4 2-4 0,2-5 5 16,-2 4-5-16,-1-3 3 0,-1 2-2 0,-4-1-1 15,3 0-2-15,-3 5 4 0,1 6 16 0,1-5 8 16,-2 3-6-16,0 7 0 0,0-11-5 0,0 11-4 16,1-6-7-16,-1 6 0 0,0 0-9 15,0 0-4-15,0 0-4 0,0 0 3 0,0 0 1 0,-7 20 1 16,5-6-2-16,-2 1 4 0,4 2-4 0,0-1-2 15,0-1 1-15,2 2-1 0,2-1 4 0,-2 0 0 16,3-1-2-16,2-1 1 0,0-4 1 0,-1 2 3 16,3-3 1-16,0-1 0 0,1-1 2 0,2-1-1 15,0-2 0-15,1-1 5 0,4 0-3 0,2-5 2 16,-2 1-2-16,2-2 3 0,6-4-1 0,-7 0-2 16,5 1 2-16,-10-3 0 0,6-4-3 0,-3 2 4 15,1-1-3-15,-2 1-5 0,-3-5 1 0,3 1-1 16,-6-2-4-16,-1-1 4 0,2 1-4 0,-6 0-1 15,3 1 3-15,-6 4-2 0,0-4-1 0,-2 0 2 16,1 6 0-16,-5-1-2 0,0-1 0 0,-3 5 0 16,-2-1 5-16,1 2-1 0,-1 0 0 0,-3 2 1 15,3 1-6-15,3 0 2 0,1 1-3 0,6 2 0 16,-12-4-2-16,6 2-1 0,6 2-3 0,0 0 0 0,0 0 2 16,-10 0 4-16,10 0-1 0,0 0 8 15,0 0-6-15,0 0 4 0,0 0-3 0,24 8 1 16,-14-5 2-16,2-1-2 0,2-2 3 0,-1 1-4 15,5-1 3-15,-6 2 1 0,0-4-3 0,2 4 1 16,-2-1 4-16,0 0-2 0,-1 1-9 0,-2-1 5 16,3 1-2-16,-5 1-1 0,-1 0 2 0,-2 1-2 15,4 1 0-15,-1 0 1 0,1 2 2 0,-3 2 2 0,1 0 0 16,-1 1 2-16,0 1 3 0,3 0 2 16,-7 1-1-16,1 0-2 0,2 0 0 0,-2 0 2 15,-2 1-2-15,2 1 6 0,-2 0-4 0,0-3-24 0,0 2-7 16,0 0-8-16,-2-1-39 0,2 1-53 15,2-2-44-15,-2-1-48 0,2 3-163 0,-2-5-415 16,4 1 184-16</inkml:trace>
  <inkml:trace contextRef="#ctx0" brushRef="#br0" timeOffset="47502.02">26027 10708 42 0,'-8'-12'270'0,"8"8"-13"0,0 4-16 0,-9-6-18 16,9 6-21-16,-10-1-19 0,2 1-22 0,-1 4-17 15,-3 1-18-15,-1 2-15 0,-3 9-8 0,1-4-12 16,-1 9-9-16,0 0-10 0,0-1-9 16,3-2-5-16,4-3-8 0,0 3-4 0,4-2-4 0,1 0-6 15,-1 0-3-15,3-2-6 0,0-3-1 0,4 0-1 16,-1 0-3-16,1 0-2 0,2-1 0 0,3-3-3 15,-1 3 2-15,6-3 0 0,-1-2 1 16,0 0-2-16,5 0-6 0,2-2-9 0,-3-3-13 16,4 1-9-16,0-3-21 0,2-1-20 0,-1-2-17 0,0 0-8 15,1-2-11-15,3-3 1 0,-4 3-3 0,-2-5 12 16,7-1-5-16,-12 2 5 0,2-1 11 16,-2 2 18-16,-5-1 7 0,0 1 18 0,-2 1 18 0,1 0 32 15,-3 1 23-15,0 2 15 0,-3 0 4 0,-1 6 10 16,5-10 8-16,-5 10 1 0,2-7 0 0,-2 7-5 15,0 0-4-15,0-9-2 0,0 9-7 0,0 0-14 16,0 0-5-16,0 0-9 0,0 0-2 16,0 0-3-16,0 0-5 0,-16 16-2 0,9-6-3 0,1 0-1 15,-4 4-2-15,1 0-1 0,5 2-3 0,-2-5 1 16,3 2-6-16,-1-3 0 0,1 0 0 0,0 1-1 16,3 0 0-16,0-1 1 0,3-3-1 15,0 0-1-15,-1 0 4 0,2-2-2 0,-2 1 3 0,5-2-1 16,2 0 4-16,1-1-1 0,7-2-1 0,-5-2 2 15,5 0-5-15,-1-2 3 0,0-3 0 0,4-1-3 16,-3 0 6-16,-2-1 1 0,0 0-4 0,-3 1 1 16,-4-2-3-16,3-4 3 0,1 0-1 0,-8 3-3 15,3-6 1-15,-3 1-3 0,-1-1 0 0,-3 1 2 16,-1-3 0-16,-3 5-6 0,0 2-1 0,1 0 4 16,-1 1-4-16,-2 3-3 0,-2-2 0 0,-1 2-4 15,-1 4-2-15,0-3-2 0,-1 4-11 0,0 0-14 16,-3 5-22-16,3 0-14 0,0 1-37 15,-1 1-39-15,4 2-44 0,3 0-30 0,-4 2-156 0,4-1-408 16,5-8 182-16</inkml:trace>
  <inkml:trace contextRef="#ctx0" brushRef="#br0" timeOffset="48116.71">26477 10828 158 0,'0'0'236'0,"0"0"-5"0,7-2-14 0,-7 2-14 16,0 0-22-16,0 0-19 0,8 0-22 0,-8 0-19 15,0 0-18-15,0 0-10 0,3 7-10 0,-3-7-8 16,0 13-9-16,2-4-6 0,-2 1-7 0,0 0-5 16,0 2-4-16,-2-2-7 0,1 0-2 0,1 0-4 15,-2-3-3-15,2-7-1 0,2 13 0 0,-2-7-8 16,0-6 7-16,0 7 7 0,0-7 19 0,0 0 7 16,-2 10 11-16,2-10 13 0,0 0 16 0,2 7 15 15,-2-7 25-15,0 0 2 0,0 0 3 0,0 0 5 16,0 0 0-16,0 0 4 0,0 0-26 0,0 0-2 15,0 0-18-15,0 0-18 0,12-26-26 0,-7 14 10 16,3-3-24-16,1 0-23 0,3-2-10 0,-1 2-20 16,3-1 5-16,1 4-3 0,-1 2-5 0,-1-1-9 15,0 0 3-15,-1 4-6 0,-1 3-6 0,-2-1-11 16,0 2-11-16,-4 0 1 0,-5 3 6 0,13 2 1 16,-13-2 3-16,16 7 5 0,-8-1 1 0,-1 1 0 15,1 0 7-15,0 2 8 0,-1 0-6 0,1 0 1 16,0 0 3-16,1 0-2 0,-3 0 4 0,1 0 6 15,-1-1 0-15,4-2 5 0,-3 0-2 0,-1 1 7 0,4-1 2 16,-2-2-4-16,-3 0-1 0,3-2 7 16,4 1 1-16,-12-3-3 0,13 0 4 0,-2-1 2 15,-1-2 3-15,1-1 2 0,-2-1-5 0,2 2 1 16,-2-5-4-16,-2-1 6 0,2 0-2 0,0-1 3 0,-2 1-2 16,1-6 3-16,-3 4-3 0,2-1-3 0,-1-2-6 15,-3 1 10-15,1 3-8 0,-2 1 20 16,-2 9 8-16,7-16 3 0,-5 10-1 0,-2-1-8 15,0 7-1-15,0-10 2 0,0 10-5 0,0 0-16 16,0-11-10-16,0 11 9 0,0 0-10 0,0 0-3 16,0 0 5-16,0 0-3 0,0 0-1 0,-7 28 3 0,5-16-1 15,-2-2-1-15,2 6 3 0,-1 0-5 16,3-4 5-16,0-1-10 0,-4 1 9 0,6-2-2 16,0 2-19-16,-1-2-7 0,3-1-12 0,0-1-15 15,0-2-12-15,4 1-21 0,1-2-27 0,2-2-45 0,3-3-72 16,3-1-67-16,-3 1-226 0,1-4-573 0,2 1 255 15</inkml:trace>
  <inkml:trace contextRef="#ctx0" brushRef="#br0" timeOffset="48281.23">27097 10539 3422 0,'-9'-9'187'0,"-3"1"-89"0,4 2-53 0,-1 0-15 16,3 3-11-16,0-3 16 0,6 6 11 0,-7-4-1 15,7 4-7-15,-6-5-5 0,6 5-7 0,-4-5-13 0,4 5-20 16,0 0-40-16,-6-6-46 0,6 6-49 0,0 0-73 16,0 0-55-16,0 0-275 0,0 0-588 0,0 0 261 15</inkml:trace>
  <inkml:trace contextRef="#ctx0" brushRef="#br0" timeOffset="49950.25">23725 11881 1 0,'0'0'214'0,"0"0"-13"15,-2-8-18-15,2 8-19 0,0 0-22 0,0 0-14 16,0 0-20-16,0 0-13 0,0 0-12 0,0 0 0 16,0 0-19-16,0 0-4 0,-14 28-7 0,7-8-2 15,-3 4-8-15,-3 3-5 0,3-1-3 0,-3 2-2 16,-1-1-9-16,2-1 1 0,0-1 2 0,7-7-11 15,-3-4 1-15,2 1-4 0,2-3 2 0,1 0-5 16,1-5 5-16,-1 1-2 0,2-2 1 0,1-6-1 16,-3 9 19-16,3-9 18 0,0 0 18 0,-1 9 15 15,1-9 11-15,-4 4 10 0,4-4 6 0,0 0-3 16,0 0-7-16,0 0-22 0,0 0-12 0,3-33-7 16,-1 16-9-16,4-7 16 0,0-1-5 0,0-1-3 15,5 1-16-15,-2-4-8 0,0 1-7 0,3-5-6 16,-3 1-3-16,7-13-2 0,-1 13-5 0,-1 3-2 15,3-1 0-15,-3 1 4 0,1 5-1 0,-6 7-2 16,1 4-2-16,-6 3 0 0,4 4-4 0,-5 0-5 16,1 0-2-16,-4 6-4 0,4-8-3 0,-4 8-5 15,5-5-7-15,-5 5 6 0,0 0-4 0,0 0 11 0,18 14-7 16,-11-3 3-16,3 5-1 0,1 6 0 16,0 2 0-16,0 0 3 0,-1 5-1 0,1-5 2 15,0 3 1-15,-1-3 4 0,0 3-4 0,1-1 3 16,-2-4 1-16,0 3-4 0,-1-7 6 0,1 0-6 0,-2 0 4 15,1 0 2-15,0-1-3 0,0 0 4 0,0-2 1 16,-3-5-2-16,0 2 4 0,1-2 0 16,-2-1 3-16,1 1-6 0,-1-1-22 0,0-2-19 15,0 2-17-15,-2-4-34 0,-2-5-29 0,3 8-33 16,-3-8-26-16,4 7-25 0,-4-7-14 0,0 0-117 16,0 0-364-16,0 0 162 0</inkml:trace>
  <inkml:trace contextRef="#ctx0" brushRef="#br0" timeOffset="50617.87">23715 12018 199 0,'0'0'176'0,"0"0"-19"0,-9-2-16 0,9 2-18 0,0 0-8 16,0 0-15-16,0 0-8 0,0 0-10 16,0 0-6-16,31 0-5 0,-11 0-10 0,10 0-6 15,2-2-5-15,5 2-5 0,-2-3-3 0,1-1-6 16,1 0-2-16,-1-1-3 0,-5 1-6 0,-3 1 1 0,-8 0-2 15,-2 1-2-15,-2 1-3 0,-6-2-5 16,1 1 7-16,-4 0 2 0,-7 2-3 0,13 0-3 16,-13 0-1-16,8 0-6 0,-8 0 0 0,0 0-6 0,9 0-4 15,-9 0 2-15,5 7-1 0,-2-2-2 0,0 2 3 16,1 3-2-16,-2 1-1 0,2 1 2 0,-3 5-2 16,2 0 1-16,-2-2 3 0,1 4-4 0,1-5 3 15,-2-2-6-15,1-1 1 0,-1 0 3 16,0-2 3-16,0-2-3 0,1-1 2 0,-2-6 3 15,1 10-1-15,0-4 2 0,-1-6 36 0,2 7 22 0,-2-7 22 16,0 0 20-16,0 0 12 0,0 0 12 16,0 0 6-16,0 0-9 0,0 0-20 0,0 0-15 0,0 0-10 15,0 0-15-15,-2-28-11 0,2 18-10 16,0-2-5-16,3-5-17 0,-1 0-11 0,2-4-11 0,8-5 2 16,-5 1-3-16,5 1-4 0,-1-2-1 15,-2 10-7-15,4 0 2 0,-4 2-3 0,0 5 0 16,-1-1 0-16,4 3-7 0,-4 1-1 0,1 3-2 0,2 2 0 15,-3 1 0-15,1 5 2 0,3 0 1 0,-2 3 1 16,1 6 2-16,0-2 4 0,-1 4-1 0,-1-1-2 16,1-1 5-16,-2 1-2 0,-3 0 1 0,-1-4 0 15,1-1 3-15,-1-3-2 0,1 0 5 0,-3-2-2 16,2 1 3-16,-4-6 1 0,4 7 3 16,-4-7 4-16,4 4-1 0,-4-4 2 0,0 0 3 0,1 8 3 15,-1-8 14-15,0 0 6 0,0 0-3 0,0 0-13 16,0 0-1-16,0 0-7 0,10-25-4 0,-2 16-2 15,-3-7-7-15,1 1-5 0,3-2 0 0,2-1-3 16,0 0 1-16,-2 3 1 0,2 0 3 0,-3 4-7 16,0 3-4-16,2 1 2 0,-5 2-5 0,0 0-1 15,-5 5 6-15,9-3-4 0,-9 3 4 0,12 4 1 16,-7 1 3-16,1 4 1 0,-1 1 5 0,1 2-2 16,2 3 2-16,-6-4-1 0,2 5 2 0,1 1 4 15,0 1 3-15,-2 0-6 0,0-1-7 0,2 0-33 16,-1 0-45-16,-2-5-57 0,1 0-59 0,0 0-170 15,2-3-408-15,-5-9 181 0</inkml:trace>
  <inkml:trace contextRef="#ctx0" brushRef="#br0" timeOffset="51066.49">24826 11733 116 0,'0'-6'254'0,"0"6"-24"0,-4-10-28 15,4 10-23-15,-3-6-24 0,3 6-19 0,0 0-18 16,0 0-13-16,0 0-11 0,4 26-8 0,-3-1-7 16,1 3-6-16,0 5-3 0,-2-2-5 15,0 1-9-15,0 0-10 0,0-3 0 0,2 0-8 0,-2-5 1 16,1-3-4-16,-1-3-3 0,-1 0-5 0,-1-6-1 16,2-2-2-16,0 1-1 0,-2-3 19 0,2-8 14 15,0 12 18-15,0-12 19 0,0 7 7 0,0-7 8 16,0 0 4-16,-2 7 11 0,2-7 2 0,0 0-11 15,0 0-15-15,0 0-15 0,0 0-14 0,0 0-12 16,0 0-11-16,0 0-15 0,6-33-14 0,-1 23-9 16,2-3-5-16,4-2-2 0,0 3-3 0,2 3 3 15,0-2-6-15,-1 4-4 0,0 1 1 0,3-1 0 16,-1 4-2-16,-1 0-2 0,1 3-2 0,-5 0-1 16,3 2 2-16,0 1-1 0,0 2 3 0,-3 1 0 15,-3 1 1-15,3-1 0 0,-5 3-6 0,1 1 2 16,-5-3 0-16,2 2 4 0,-4 1 0 0,-2-1 3 15,0 1 1-15,-3 0 1 0,-5 3 2 0,-3-3 2 16,-3 0-2-16,0-1 2 0,-2-3 3 0,-6 2-5 16,6-3-5-16,-2-2-16 0,3-2-13 0,0 1-19 15,1-2-31-15,5-2-39 0,1 1-63 0,1-5-51 16,2 0-221-16,5-3-496 0,-1-1 220 0</inkml:trace>
  <inkml:trace contextRef="#ctx0" brushRef="#br0" timeOffset="51884.89">25083 11933 25 0,'0'0'271'0,"-4"-7"-13"16,4 7-24-16,0 0-21 0,0 0-18 0,0 0-24 15,0 0-17-15,0 0-19 0,0 0-13 0,2-12-18 16,-2 12-12-16,0 0-11 0,0 0-8 0,0 0-13 16,0 0 1-16,19 16-14 0,-12-9-4 0,-1 0-9 15,1 3-2-15,-2 1-2 0,1-1-4 0,3 5-1 16,-4-4-3-16,4 2-1 0,-4 0-2 0,3 0-2 15,-4-1-1-15,1-2 1 0,0-3 2 0,-3 5 1 16,0-6 6-16,0 0-1 0,-2-6 4 0,3 8 3 16,-3-8 11-16,2 7-3 0,-2-7 7 0,0 0 2 15,2 9 9-15,-2-9 2 0,0 0 6 0,0 0 6 16,0 0-5-16,0 0-3 0,0 0-8 0,0 0-6 16,0 0-8-16,0 0-8 0,0 0-9 0,0 0-13 15,0 0-1-15,-8-23-5 0,8 14-12 0,1-1-9 16,4-3-2-16,2 0-5 0,1-3 2 0,4 0 2 0,1 0-3 15,1 2 1-15,-1 0 6 0,2 0 5 0,-2 2-6 16,-1 1 3-16,2 1 0 0,-3 4-2 16,-1-1 3-16,-2 2-1 0,-3 1 0 0,2 1-5 15,-1 2-1-15,-6 1 2 0,0 0 4 0,16 3-5 16,-13 2 5-16,1 1 5 0,0 3 3 0,0 1 1 0,-2 1 3 16,2 0-1-16,-7 0 3 0,6 1-3 0,1 0 1 15,-2-1 2-15,1 2-4 0,-2-1-1 16,0-3 1-16,5 1 4 0,-2-1-4 0,-1-3 2 15,0 0 1-15,1 1-2 0,-1-2 3 0,3 0 1 0,0-1-1 16,-1-2 3-16,-5-2 5 0,14 2-1 0,-4-2-2 16,-10 0 3-16,19-3 16 0,-12 1 1 15,1-3 8-15,-1 0-2 0,3-2-2 0,-2 0-2 16,-3-1-2-16,1 0-2 0,-3-3-1 0,1 0 0 16,-4 1-4-16,3-3-6 0,-5 2-12 0,2-1-1 0,-2 0-10 15,-2 3-14-15,0-1-7 0,0 2-14 16,-1 1-11-16,1 1-32 0,4 6-35 0,-11-5-42 0,11 5-30 15,-14 4-37-15,6 1-203 0,-2 4-468 16,5 1 208-16</inkml:trace>
  <inkml:trace contextRef="#ctx0" brushRef="#br0" timeOffset="52266.17">25571 12149 40 0,'5'-6'218'0,"5"2"-3"0,0-4 0 0,-1 1-8 15,1-3-12-15,2 0-12 0,-2-3-13 0,4 1-11 16,-2-3-13-16,2 0-11 0,-1-2-11 0,2-4-8 16,0 0-13-16,-1-1-4 0,-3 5-5 15,0-7-10-15,2 1-2 0,-4 6-1 0,-2 2-5 0,-3 3 5 16,1 1 13-16,0 1-4 0,-3 1 5 0,0 5-4 16,0-3 5-16,-2 7-18 0,2-8-7 0,-2 8-12 15,0 0-15-15,0 0-12 0,0 0-15 0,0 0-8 16,0 0-10-16,0 0-4 0,-24 11-14 0,17-2-4 15,0 3-14-15,-2 1-6 0,4-1-6 0,1 1 2 16,4 0 9-16,-4-2 1 0,6 6 2 0,0-4 4 16,0-1 1-16,1 0 4 0,1 1 2 0,1-2 1 15,-1 0 3-15,3-1 5 0,-3 0-1 0,3-1-1 16,-5 1 3-16,3 0 0 0,0-3 3 0,-3 2 5 16,0 0-5-16,1-2 4 0,-4 0 3 0,1-7 1 15,-2 13-1-15,-2-4 2 0,-1-1 3 0,-4 2-8 16,0-2-12-16,-4 5-17 0,-3-2-41 0,3-2-45 15,-1-1-60-15,3-1-63 0,-1-1-139 0,1-1-415 16,0 0 184-16</inkml:trace>
  <inkml:trace contextRef="#ctx0" brushRef="#br0" timeOffset="52766.68">26526 11608 121 0,'0'0'276'0,"0"-11"-6"0,0 11-13 0,-2-8-16 15,2 8-18-15,0 0-26 0,0 0-18 0,-2-8-21 16,2 8-21-16,0 0-15 0,0 0-15 0,0 0-13 15,0 0-13-15,0 0-2 0,-14 17-17 0,3-1-6 16,-2 9 0-16,-4 4-10 0,4 2-3 0,2 3-7 16,-3 0-5-16,8 0-4 0,0 1-5 0,1-2-1 15,-2-1-1-15,4 2-1 0,1-3-2 0,2 0-3 16,0-1-2-16,0-3-1 0,0 0 1 0,2-1 4 16,-1-7-1-16,-1-1-3 0,-1 0-4 0,3 2 2 15,-1-4-4-15,1 1 5 0,-4-2 0 0,2-2-13 16,0-2 2-16,0-2-10 0,0 0-12 0,0-3-14 15,0-6-26-15,-1 13-34 0,0-7-45 0,1-6-62 16,0 0-225-16,-9 8-462 0,9-8 204 0</inkml:trace>
  <inkml:trace contextRef="#ctx0" brushRef="#br0" timeOffset="52934.42">26203 12095 82 0,'-6'-6'279'0,"6"6"-32"0,0 0-27 15,2-12-21-15,-2 12-21 0,11-8-16 0,-1 1-20 16,0 3-16-16,8-2-11 0,8-1-13 0,4-1-3 16,5 1-15-16,-1-1-8 0,18-1-26 0,-16 1-37 15,0 2-49-15,0-1-52 0,0 2-44 0,-4-1-188 16,-3 1-347-16,-9 2 154 0</inkml:trace>
  <inkml:trace contextRef="#ctx0" brushRef="#br0" timeOffset="53166.88">26720 11709 107 0,'-2'-8'251'0,"-1"2"4"15,3 6-4-15,-3-10-14 0,3 10-21 0,-2-7-24 16,2 7-26-16,0 0-22 0,0 0-21 0,0 0-17 16,-2-7-16-16,2 7-10 0,0 0-9 0,0 0-7 15,4 40-8-15,-4-12-2 0,3 2-3 0,2 2-4 16,-3 0-4-16,0 2-6 0,0-4 2 0,1 0-5 15,-1 1 0-15,-2-2-7 0,4-2 2 0,-2 2-6 16,0-3-27-16,1-1-17 0,-3-6-50 0,0 1-64 16,2-4-51-16,-2-3-54 0,-2 3-122 0,2-5-392 15,0-2 173-15</inkml:trace>
  <inkml:trace contextRef="#ctx0" brushRef="#br0" timeOffset="53440.43">26841 12156 82 0,'9'-6'182'16,"4"2"-8"-16,-3-1-16 0,3-3-9 0,0 1-10 16,3-1-7-16,-1-2-6 0,1 2-6 0,0-2-4 15,0-1-5-15,-3 0-12 0,3 0-7 0,-3-1-8 16,1 0-10-16,-5-2-5 0,2 2-7 0,1-1-5 16,-8 2-6-16,2 1 13 0,-2-1 9 0,-3 2 8 15,3-1 11-15,-1 2 0 0,-3 0-11 0,0 8-2 16,-3-12-3-16,3 12-8 0,-4-10-9 0,4 10-10 15,-11-4-4-15,11 4-4 0,-16 2-11 0,5 3-1 16,2 2-5-16,-1 0-4 0,2 3-4 0,-1-1-4 16,5 0 1-16,-1 2-1 0,0 1-7 0,3-2-23 15,0 1-12-15,6-1-24 0,1 0-34 0,2 0-47 16,4-1-51-16,7-2-48 0,0 0-166 0,11-2-431 16,2-3 191-16</inkml:trace>
  <inkml:trace contextRef="#ctx0" brushRef="#br0" timeOffset="54018.84">27312 11939 154 0,'0'0'206'0,"0"0"-26"0,0 0-23 0,0 0-17 16,0 0-13-16,0 0-12 0,0 0 0 0,-6 29-24 15,4-19-6-15,2 0-11 0,-3 0-5 0,3 0-8 16,-1-1-3-16,1-2-10 0,0-7 4 0,0 13-9 0,0-13-6 15,-2 9 1-15,2-9 29 0,2 7 22 16,-2-7 21-16,0 0 18 0,0 0 16 0,0 0 16 16,-4 9 7-16,4-9 12 0,0 0 12 0,0 0 4 15,0 0-13-15,0 0-4 0,0 0-13 0,0 0-19 16,0 0-23-16,0 0-13 0,0 0-14 0,0 0-12 0,-4-29-6 16,4 20-35-16,2-1 13 0,0 0-15 0,0-2-4 15,4-4-4-15,0 1-19 0,1 1-2 16,0 4-11-16,-1-1-4 0,3 3 0 0,-2-2-6 15,-1 5-5-15,1-1-13 0,-1 3-10 0,0 0 5 0,-6 3 1 16,13 0 2-16,-13 0-1 0,19 7 3 0,-11-1-5 16,1 1 4-16,1 2 1 0,-2 1 9 0,3 3-4 15,-1 1 12-15,-1 0-5 0,-5-4 1 16,4-1 4-16,-3-1 4 0,0-1-7 0,0 1 5 16,-3-4 3-16,0 1 1 0,-2-5 1 0,8 6 12 0,-8-6 11 15,3 5-15-15,-3-5-4 0,0 0 9 16,0 0 5-16,0 0 2 0,2 6 3 0,-2-6 4 0,0 0-11 15,0 0 3-15,0 0-15 0,14-22-2 0,-10 13-3 16,3-7 1-16,2 0-22 0,4-1-1 0,3-3 1 16,0 0 4-16,-3-2-2 0,1 9 2 0,-1 0-2 15,-1 1 6-15,-4 3-2 0,-3 4-2 0,4 0-4 16,-5 1-5-16,4 3 1 0,-8 1 1 0,8-2 0 16,-8 2 2-16,9 7-2 0,-3-2 5 0,-2 0 4 15,2 5 2-15,-1 1 6 0,-1 0-3 0,0 5 3 16,-2-3 4-16,1 2 1 0,-1 2-1 0,0-2-3 15,1-1-9-15,-3-4-40 0,2 6-28 0,0-3-40 16,-1-5-79-16,2 3-70 0,-3-4-233 0,3-1-551 16,-3-6 244-16</inkml:trace>
  <inkml:trace contextRef="#ctx0" brushRef="#br0" timeOffset="54223.06">27901 11886 5 0,'2'-8'292'0,"-2"8"-16"0,0 0-18 0,0-9-24 16,0 9-24-16,0 0-25 0,0 0-23 0,0 0-18 16,0 0-13-16,0 0-10 0,0 0-9 0,0 25-11 15,0-12-7-15,-4 3-13 0,4 0-6 0,-3 2-8 16,1 0-6-16,-2-1-4 0,-1 2-15 0,4-3-21 16,-2 2-32-16,-2-3-34 0,5-2-55 0,-2-3-63 15,2 1-67-15,-1-4-134 0,0 0-393 0,1-7 173 16</inkml:trace>
  <inkml:trace contextRef="#ctx0" brushRef="#br0" timeOffset="54373.21">27916 11493 9 0,'0'0'58'0,"0"0"-40"0,0 0-33 0,16 28-15 0,-11-8 8 16</inkml:trace>
  <inkml:trace contextRef="#ctx0" brushRef="#br0" timeOffset="54655.68">28137 12085 279 0,'0'0'298'0,"0"0"-12"0,0-20-12 0,0 20-18 16,0-15-24-16,0 5-23 0,0 10-6 0,0-18-10 16,0 9-15-16,3-1-18 0,-1 1-11 0,0-2-19 15,2 3-18-15,0-2-11 0,-3 6-8 0,-1 4-15 16,6-12-7-16,1 8-9 0,-3 0-14 0,1 2 2 16,-5 2-13-16,9-3-6 0,-9 3-8 0,13 3-1 15,-13-3-2-15,13 7-3 0,-6 1 2 0,0-1-4 16,4 0 1-16,-3 3-2 0,-2-1-5 0,6 3-5 15,-6 0-39-15,-1-4-21 0,1 5-40 0,-3-4-59 16,2 2-63-16,-1-1-63 0,-2-3-194 16,2 1-514-16,2-4 227 0</inkml:trace>
  <inkml:trace contextRef="#ctx0" brushRef="#br0" timeOffset="55234.07">28680 11894 170 0,'-4'-5'314'0,"-1"0"0"0,0 0-4 0,-2 1-21 16,7 4-17-16,-19 0-28 0,6 2-26 0,-4 2-26 15,-3 1-19-15,-4 7-6 0,0 1-21 0,1 2-21 16,1-1-10-16,7 0-15 0,1-3-9 0,4-1-14 16,-1 1-13-16,7-2 2 0,-2 3-9 0,2-3-5 15,3-2-18-15,1 0-5 0,0-7-5 0,5 10-4 16,0-7 2-16,0 0 0 0,2 0-4 0,-7-3-1 15,16-2-1-15,-4-2-1 0,-2 1-5 0,0-2 5 16,2-2 2-16,-3 0 0 0,1 0-4 0,1-3-1 16,-5 3 6-16,3-3 6 0,-2-1-1 0,-1 3 0 15,-1-2-3-15,2 1 5 0,-4 0 1 0,0 4-3 16,0-3 3-16,-3 8 10 0,4-9 2 0,-4 9-1 16,4-7-11-16,-4 7-8 0,1-6-12 0,-1 6 6 15,0 0-16-15,0 0 0 0,0 0 0 0,0 0 1 16,0 34-2-16,-5-10 7 0,-2 7 10 0,0 3-9 15,1 11-3-15,0 6-6 0,-4 4-4 0,5-1 9 16,-1 2 6-16,-2-2-5 0,-1 1 8 0,4-4-2 16,-2 1 2-16,4-3 0 0,-3-2 9 0,1-13-19 15,-2 12 3-15,3-15-2 0,0-3 5 0,-1-1-2 0,1-3 5 16,0-4 3-16,-1-2-6 0,1-6 0 16,1-2 2-16,-4 0-1 0,3-1 9 0,-1-3 3 15,-4-3-3-15,-4 0-2 0,-3-2 3 0,-4-4 4 16,2-1-11-16,-2-2 1 0,-5-5 2 0,-2-4-8 15,5-2-7-15,-1-3-10 0,1-4-7 0,3-5-7 16,2 1 8-16,5-5-6 0,3-2 4 0,1-10-9 16,9 11 2-16,5 2 4 0,4-3-9 0,6-8 13 15,0 10-6-15,2 4 0 0,3 1 0 0,1-2 5 16,2 6 0-16,1-2-9 0,0 3 1 0,-1 4-14 0,5 1-12 16,-4 2-14-16,2 2-21 0,-3 3-36 0,-3 2-47 15,3 1-62-15,2-4-59 0,-10 2-185 16,1 1-520-16,-1 2 230 0</inkml:trace>
  <inkml:trace contextRef="#ctx0" brushRef="#br0" timeOffset="55502.97">27885 11745 3359 0,'-11'-13'-16'0,"0"-1"14"0,1 3 0 0,2-1-1 0,1 7 0 16,1-4 12-16,1 4 19 0,-2 1 2 0,7 4 0 15,-4-8-8-15,4 8-2 0,-3-6-4 0,3 6-19 16,-4-5-17-16,4 5-28 0,0 0-30 0,-5-6-54 15,5 6-55-15,0 0-43 0,0 0-235 0,0 0-504 16,0 0 223-16</inkml:trace>
  <inkml:trace contextRef="#ctx0" brushRef="#br0" timeOffset="57949.96">23735 12737 209 0,'0'-8'221'0,"0"8"-8"0,0 0-11 0,0 0-17 16,0 0-17-16,0 0-16 0,3-6-15 0,-3 6-20 15,0 0-12-15,0 0-11 0,0 0-17 0,0 0-12 0,0 0-10 16,0 0-8-16,0 0 0 0,0 0-11 16,9 18-3-16,-8-8-3 0,-1 6-4 0,3 3-2 15,-2 6-4-15,1 1-1 0,-1 1 0 16,0 0-2-16,2 0-4 0,-3 2-2 0,2-3 1 0,-4-1-1 15,5 0-1-15,0-5-1 0,-1-3-3 0,0 2 16 0,-1-3-16 16,0 0 1-16,2 1 1 0,-3-5 0 16,2-1 3-16,-2 1-4 0,2 0 1 0,-2-4-3 15,1 3-2-15,-1-5-30 0,0-6-22 0,1 11-27 16,1-6-21-16,-2-5-26 0,1 7-23 0,-1-7-5 16,0 0-28-16,0 0-93 0,0 0-294 0,0 0 131 0</inkml:trace>
  <inkml:trace contextRef="#ctx0" brushRef="#br0" timeOffset="58533.62">23719 12808 160 0,'9'-5'146'0,"2"0"-16"0,5 3-14 0,4-2-15 16,8 3-11-16,2 1-8 0,0 3-9 0,2-1-7 15,-1 3-7-15,1 5-9 0,-3-1-4 0,-2 3-4 0,-5 2-1 16,-2 2-10-16,-1 2 0 0,-7-4 0 0,-2 1-4 15,2 7 26-15,-5 5-17 0,-3-8 5 16,-2 5-1-16,-4-3-8 0,-2 3 5 0,-2 1 6 16,-2-2-6-16,-4 0 0 0,3-6-1 0,-7 6-5 15,4-7 0-15,-6 5-7 0,0-3-2 0,1-3 0 0,0-2 0 16,-4 0-3-16,2 0-1 0,3-4 1 0,-2 1-3 16,2-4-1-16,2-1 0 0,3-1 0 0,1 1-1 15,1-3-1-15,3 0-4 0,6-2 2 16,-10 4-5-16,10-4-1 0,-7 2-1 0,7-2-2 15,0 0 0-15,-7 2-7 0,7-2 3 0,0 0 1 0,0 0-1 16,0 0 1-16,0 0-1 0,28-8 4 0,-14 6 4 16,4-1-2-16,3-3 7 0,8-1-12 0,0 1 4 15,2-2 3-15,1 0-4 0,1-1 3 16,1-1-1-16,0 0 1 0,1 0-2 0,1-3 0 16,-1 0 1-16,-1 0-1 0,2-2 0 0,-4 2 4 0,-1-3-5 15,-2 3-1-15,-1 1 4 0,-10 1 4 0,4-2-5 16,-7 1 2-16,-1 2 3 0,-4 3 16 0,-1 0 14 15,-1-2-4-15,0 0-1 0,-3 1-2 0,-3-2-2 16,2 5 9-16,-4-3-1 0,0 8-4 16,-1-13-3-16,1 13-7 0,-8-11-2 0,3 7 2 0,-1 0-6 15,-2 2 1-15,-2-1-8 0,-1 3 3 16,0 1-2-16,-3 4-2 0,-4 3 2 0,0 3-2 0,0 2-3 16,-2 9 0-16,-1-1-2 0,3-1 3 0,2 1-4 15,6-6 1-15,-2 2-5 0,4-2 3 16,2 1 0-16,3 1 0 0,2-1 0 0,1-1-6 0,3 0-17 15,2 1-8-15,0-6-17 0,4 3-30 0,4-1-27 16,1-4-42-16,2-2-34 0,1-1-21 0,1-3-120 16,1 0-344-16,0-5 152 0</inkml:trace>
  <inkml:trace contextRef="#ctx0" brushRef="#br0" timeOffset="58819.11">24822 12801 154 0,'-4'-6'241'16,"1"1"-9"-16,3 5-7 0,-6-9-24 0,6 9-18 15,-6-6-23-15,6 6-18 0,0 0-19 0,0 0-12 0,-13 7-11 16,6 5-7-16,1 1-11 0,-5 10-9 0,2 2-10 16,2 2-4-16,-4 5-7 0,4-3-1 0,2 3-10 15,-2 1-3-15,-2 2-4 0,4 11-1 16,1-13 5-16,2 2-7 0,0 0-9 0,-2 0 2 15,0-2-3-15,1 2-2 0,-1-4-5 0,2 3 3 0,0-5-3 16,1-1 1-16,-3-4-3 0,4-6 2 0,0 3-1 16,-3-6-15-16,2 2-15 0,0-5-24 0,1-1-22 15,-2 1-30-15,2-12-32 0,-2 10-33 16,2-5-24-16,0-5-162 0,0 0-373 0,0 0 164 16</inkml:trace>
  <inkml:trace contextRef="#ctx0" brushRef="#br0" timeOffset="67866.88">24635 13204 87 0,'0'0'183'15,"-4"-6"-3"-15,4 6-15 0,0 0-12 0,0 0-7 16,0 0-11-16,0 0-14 0,0 0 3 0,15-4-12 16,-7 2-13-16,3 0-11 0,2-2-9 0,3 0-9 15,3 2-4-15,2-2-9 0,6-1-5 0,-6 0-6 16,9 2-4-16,-2-2-6 0,0 1-1 0,-6 0-2 16,-1 3-5-16,2-3-2 0,-2 2-2 0,1-2-4 15,-2 2 0-15,-3-3-3 0,-3 3-1 0,-2 0-6 16,0-1 3-16,0 3-3 0,-1-3-1 0,-6 3 1 15,-5 0-3-15,11-1 4 0,-11 1-2 0,9-1-4 16,-9 1 0-16,0 0 8 0,10-2-8 0,-10 2-2 16,0 0 0-16,0 0 3 0,0 0-2 0,8-1-2 15,-8 1 1-15,0 0 0 0,0 0 0 0,0 0 1 16,0 0-1-16,0 0-2 0,0 0 4 0,0 0-1 16,0 0-4-16,0 0 1 0,0 0 0 0,0 0-2 15,0 0 2-15,7-3-4 0,-7 3 2 0,0 0 5 16,0 0-9-16,0 0 0 0,0 0-3 0,0 0 1 15,0 0-2-15,0 0-1 0,0 0 0 0,0 0 1 16,0 0 0-16,0 0 2 0,-12 22 1 0,6-15 1 16,-3 6 4-16,0 0-3 0,-5 0 11 0,3 3-10 15,-2 0-13-15,1 0 3 0,1-1-3 0,-3 6 2 16,3-6 0-16,2-1 0 0,4-4 3 0,2 3 2 16,0-1-2-16,0-1 3 0,2-2 2 0,5 1-1 15,-1-3 2-15,2 1-3 0,5-2 5 0,1-2 2 16,3 1-2-16,0-4 2 0,8-1 3 0,-1-2-3 15,7-2 0-15,-1-2 3 0,-8 0 4 0,9-2-5 16,-10 0 3-16,-2-1 3 0,-2 1 1 0,-1-1 9 16,-6 0 7-16,0-1 7 0,1-1 4 0,-2-1-6 15,-1-4-2-15,-5 5-1 0,3-4-4 0,-6-1-2 16,-1-1 1-16,-3-2-6 0,2 4-5 0,-7-2 0 16,3 3-4-16,-5 1-6 0,3 0-5 0,-3 4-14 15,1 4-16-15,-4-1-19 0,1 4-24 0,-3 2-27 16,6 4-32-16,-5-1-19 0,2 4-30 0,0 6-99 15,0-1-309-15,7 3 137 0</inkml:trace>
  <inkml:trace contextRef="#ctx0" brushRef="#br0" timeOffset="68783.48">25190 13430 140 0,'8'-4'152'0,"1"0"-11"0,3-1-17 0,-1-1-17 15,1-2 0-15,-3 1 0 0,0-2-13 0,6 1-2 16,-2-4-3-16,0-1-6 0,0 2 0 0,0-2-6 16,-1-2-7-16,0 3-3 0,0-2 4 0,-1 1-1 15,-2-1-9-15,1-1-3 0,0-2-6 0,-3 1-4 16,-1 1 5-16,-2 3 11 0,0 0 2 0,-2 5-8 16,0-3-5-16,-2 3-7 0,0 7-2 0,0-17-2 15,0 17-8-15,-8-13-5 0,4 9 0 0,2-2-5 16,-4 2-2-16,6 4-7 0,-5-6-3 0,5 6-2 15,-4-5-1-15,4 5-6 0,0 0-3 0,0 0-3 16,0 0-6-16,0 0 0 0,0 0 2 0,0 0 3 16,0 0-3-16,0 0 6 0,29 2-5 0,-11 1 1 15,0-1 5-15,-1-4-3 0,-1 2 2 0,3 0 0 16,-6 0 0-16,0 0-4 0,-1 0-1 0,1 0 4 16,-1 2-1-16,-4-2 1 0,1 2-5 15,-3 0-1-15,-6-2 5 0,12 4-8 0,-7 0 2 0,2-1 0 16,-1 6 4-16,-2-2 0 0,1 3-1 0,-2 1-2 15,-1 2 8-15,0 1-4 0,0 2 1 0,-2-3-1 16,0-1 3-16,1 0-2 0,2 0 0 0,0-2-1 16,1-1 0-16,-1 1 1 0,4 0 3 0,0-3 1 15,3 1 3-15,-1-2 1 0,1 0-1 0,3-2-1 16,5-2 5-16,-1-3-3 0,2 1-1 0,-1-4 1 16,0 2-1-16,2-5-1 0,-3 0 4 0,-2 0-1 15,2-2 1-15,-1-2 0 0,-3 0-2 0,1-2 4 16,-3-1-2-16,-2 2-3 0,3-2-1 0,-4-2 1 15,-3 4 3-15,-1-1-2 0,4 0 0 0,-4 0-1 16,-4 1 1-16,2 2 1 0,-2 1 5 0,2 0-4 16,-2 9 0-16,-2-14-2 0,2 14-6 0,0-7 3 15,0 7-3-15,0 0-4 0,0 0 1 0,-4-6-2 16,4 6-2-16,0 0 5 0,-19 13-2 0,6 1-2 16,-1 1-2-16,-3 3 2 0,3-2 1 0,3 1-1 15,1-2 2-15,2-2-5 0,3 0 1 0,1-2 5 16,0 1-1-16,3-1 1 0,2 0 5 0,1-1-3 15,2-3 1-15,-1 1-1 0,5-2 3 0,-3-1 2 16,6 0 1-16,2-2-3 0,-3-3 6 0,5 0-2 16,-2-1 1-16,3-3-1 0,3 0-1 0,-4-4-1 15,3 0 0-15,-4-1-2 0,4-3 2 0,-3 1 5 16,1-1 0-16,-3-1-4 0,1-1-2 0,-3-1 3 16,-2-1 2-16,0 1-2 0,0-2-3 0,2-7-7 15,-7 7 5-15,4 2-2 0,-4 2 2 0,-2 3 0 16,3 0 5-16,-3 3-8 0,0 0 7 0,-2 2 0 15,0 5-5-15,3-10-4 0,-3 10-5 0,0 0 0 16,0 0 0-16,0 0 2 0,0 0-1 0,0 0 3 16,0 0-2-16,-14 24-2 0,10-13 3 0,-1 6 2 15,0 1-1-15,1 0 0 0,4 0 0 0,-2 1 1 16,0 6 0-16,2-5 0 0,0-2 0 0,0 1 0 16,0-2-4-16,2-1 6 0,-2 1 2 0,0 1-1 15,0-7-3-15,2 6 0 0,-2-6 3 0,0 2 0 16,0-4 1-16,0 1 2 0,-2-2-3 0,2 1 0 15,-2-1 2-15,-1-2 2 0,3-6 0 0,-4 13-7 16,2-7-12-16,-6 1-25 0,6-2-26 0,-4 0-42 16,6-5-27-16,-9 5-31 0,9-5-128 0,-8 4-319 15,8-4 141-15</inkml:trace>
  <inkml:trace contextRef="#ctx0" brushRef="#br0" timeOffset="69086.37">26528 12868 137 0,'0'-6'278'0,"0"6"-19"15,5-9-8-15,-5 9-31 0,3-8-23 0,-3 8-28 16,2-5-23-16,-2 5-18 0,0 0-21 0,0 0-11 16,0 0-10-16,0 0-13 0,4 18-2 0,-6-1-3 15,0 2-6-15,0 5-4 0,-1 1-3 0,-2 3 1 16,3-4-8-16,0 3-4 0,-1-8 4 0,1 2-8 15,0-4-3-15,0 2-7 0,2-2 1 0,-2 0-4 16,2 0-1-16,0-5-3 0,0-2-2 0,2 1-2 16,0-1 1-16,0-1-6 0,1-2 5 0,3 2-3 15,0-2-8-15,4-1-9 0,-1 0-14 0,3 1-19 16,-1-3-22-16,2-1-42 0,-1-1-47 0,3-4-59 16,3 2-203-16,-7-3-438 0,3-1 193 0</inkml:trace>
  <inkml:trace contextRef="#ctx0" brushRef="#br0" timeOffset="69249.55">26385 13037 68 0,'0'0'154'0,"0"0"-18"16,-12-3-9-16,12 3-9 0,0 0-12 0,0 0-11 15,34-15-10-15,-5 4-8 0,6 1-6 0,3 0-5 16,12-3-15-16,2-2-26 0,-16 7-39 0,-2-1-48 15,-3-1-123-15,-12 5-198 0,3-1 88 0</inkml:trace>
  <inkml:trace contextRef="#ctx0" brushRef="#br0" timeOffset="75050.14">3969 15838 73 0,'0'0'84'0,"0"0"4"15,0 0 4-15,0 0-9 0,0 0 5 0,0 0-8 16,0 0-1-16,0 0-6 0,0 0 5 0,0 0-2 16,0 0-10-16,0 0-4 0,0 0 0 0,0 0-6 15,0 0-9-15,0 0 2 0,0 0-4 16,0 0-3-16,0 0-14 0,0 0 8 0,-27-8 8 16,27 8-7-16,-9-1-2 0,9 1-2 0,-11-3-8 15,11 3-1-15,-11-1 9 0,11 1 5 0,-7-1-2 16,7 1-6-16,0 0 2 0,-12-2-4 0,12 2 0 15,0 0-4-15,-9 0-3 0,9 0 0 0,0 0 3 16,0 0-4-16,0 0-3 0,0 0 0 0,-9 0-4 0,9 0-1 16,0 0-4-16,0 0-2 0,0 0 0 15,0 0-4-15,0 0 4 0,0 0-9 0,0 0 0 16,0 0 6-16,0 0 0 0,0 0-5 0,0 0 1 16,0 0 0-16,32 2 3 0,-19-2-3 0,5-2 4 15,-5 2 2-15,7 0-5 0,-1 0 0 0,2-3 3 16,-1 1 5-16,1 0-4 0,4-2-3 0,-3 2 4 15,-2 0-6-15,1-1 4 0,-1 3 2 0,-2-2-4 16,-1 2 0-16,-1-3-11 0,-3 3-3 0,0-2-14 16,-3 0-18-16,2 2-33 0,-1-2-23 0,0 2-30 15,-4 0-32-15,-7 0-83 0,12 0-266 0,-12 0 118 16</inkml:trace>
  <inkml:trace contextRef="#ctx0" brushRef="#br0" timeOffset="75497.45">4156 15808 50 0,'0'0'127'0,"0"0"-14"0,0 0-9 15,0 0-17-15,-3 4-10 0,3-4-8 0,0 0 9 0,0 0-22 16,-1 10-7-16,1-10-1 0,1 12 5 15,0-3-12-15,1 2 33 0,-1 1-7 0,3 3 0 16,-2 3-9-16,1-1-4 0,1 4-6 0,-4-4-10 16,2 4 5-16,2 4 17 0,1 4-2 0,-2-4-4 15,-1 2-8-15,2-8-4 0,-5 0-5 0,6 6-4 16,-6-6 1-16,3-2-6 0,-2 0-2 16,3 2 2-16,-3-1 17 0,0-3-5 0,-1-3-4 0,-1 0-7 15,0 0 5-15,-1-2-4 0,1-1-2 0,-1 0 1 16,2-2 9-16,-5-1 6 0,4-1 5 0,-3 1 5 15,5-6 8-15,-10 6-7 0,2-5-7 0,0 0 3 16,-4 1 3-16,0-4 0 0,-6 0-4 0,3-1-7 16,-4 0-1-16,2-3 0 0,-1 2 9 0,0 0-1 15,5-1 1-15,-3-4-3 0,4 4 9 0,2 0-6 16,-3-1-4-16,4 2-2 0,0 0-9 0,1-1 1 16,1 1-6-16,-1 1-7 0,8 3 0 15,-9-6-13-15,6 3-11 0,3 3-19 0,-9-3-21 16,9 3-23-16,0 0-29 0,-5-5-29 0,5 5-40 15,0 0-43-15,0 0-43 0,0 0-157 0,0 0-436 0,0 0 193 16</inkml:trace>
  <inkml:trace contextRef="#ctx0" brushRef="#br0" timeOffset="76284.48">4456 16153 96 0,'-5'-8'222'0,"5"8"-13"0,-9-7-17 16,4 4-20-16,5 3-20 0,-9-8-4 0,4 5-8 16,5 3-7-16,-13-6-15 0,4 1-18 0,1 4-6 15,8 1-12-15,-15-1 4 0,15 1-2 16,-14 1-4-16,5 0-4 0,3 2-5 0,-3 2-4 15,1 0-9-15,-3 4-12 0,1 0-2 0,3 5-8 16,-3 0-4-16,-1 3-4 0,6-1-7 0,0 1-3 16,2-1-2-16,3 0-3 0,0 0-2 0,2 1 31 0,2-1-4 15,0-7-15-15,2 2-3 0,0-3 1 16,4 0-7-16,1-2-6 0,-2 0-9 0,2-3-5 16,1-1 3-16,-1 0 1 0,2-2-4 0,0-2 0 15,-1-3 3-15,0 2 1 0,0-2-3 0,-1-3 1 16,2-1 4-16,-2-1-1 0,-3 0-2 0,0 1 4 15,-1-2 1-15,2-4-4 0,-4 7 4 0,1-2-3 16,-1-3 1-16,-1 2-1 0,-3-2 0 0,-1 4 2 16,2-1 6-16,-2 10-2 0,0-14 6 0,0 14 6 15,3-11-8-15,-3 11 10 0,0 0-11 0,0-12 9 16,0 12-3-16,0 0-8 0,0 0 2 0,0 0-5 16,0-13-3-16,0 13-4 0,0 0-2 0,0 0 1 15,0 0 1-15,0 0-3 0,0 0 2 0,0 0-2 16,15 30 1-16,-12-19 6 0,1 0-4 0,0 2 5 15,-1-1-7-15,4 2 9 0,-4-1-6 0,4 2 1 16,-3-5-13-16,0 3-23 0,1-3-34 0,0 0-32 16,1-1-34-16,-1-4-59 0,0 0-183 15,-5-5-411-15,14 6 183 0</inkml:trace>
  <inkml:trace contextRef="#ctx0" brushRef="#br0" timeOffset="76566.98">4773 16018 61 0,'0'0'239'0,"0"0"-3"0,-24 3-15 0,16 0-16 16,-4 2-25-16,2 1-12 0,0 3-19 0,1 3-15 16,-4 1-10-16,4 1-14 0,0 5-9 0,-1-3-14 15,4 0-9-15,1 1-4 0,1-1-9 16,1 0-8-16,2-4-3 0,1 0-6 0,1 3-5 0,0-3-7 15,1 1-1-15,3-4-3 0,-1 1-3 0,0-5 1 16,2 1-5-16,2 2-3 0,-1-3 4 16,4-2-3-16,-1 1-12 0,2-3-26 0,6-2-27 0,-18 1-38 15,34-7-48-15,-16 1-49 0,6-5-48 16,-5 4-115-16,-2-3-367 0,0-1 162 0</inkml:trace>
  <inkml:trace contextRef="#ctx0" brushRef="#br0" timeOffset="76817.05">5000 15863 254 0,'0'0'290'0,"0"0"-9"0,0 0-10 16,0 0-21-16,-6-10-25 0,6 10-25 0,0 0-22 16,0 0-21-16,0 0-24 0,0 0-15 0,0 0-16 15,0 0-9-15,0 0-13 0,0 0-5 0,-1 42 2 16,5-19-5-16,-2 6-1 0,1-5-12 15,-1 3-1-15,2 2-4 0,-3 1-5 0,-1 1-3 16,0-1-5-16,1-1-6 0,1 4-1 0,-5-2 1 0,3-2-3 16,0 1-7-16,-1-2-16 0,-5-1-26 15,4-2-21-15,0-8-25 0,1 2-36 0,-1-3-42 16,0-5-62-16,2-2-66 0,-3 4-160 0,3-13-465 16,-2 13 205-16</inkml:trace>
  <inkml:trace contextRef="#ctx0" brushRef="#br0" timeOffset="77142.69">5192 15938 141 0,'0'0'223'0,"1"-9"-12"0,-1 9-8 16,0 0-20-16,0 0-13 0,0 0-15 0,0 0-16 15,-23 30-14-15,11-14-10 0,0-1-13 0,-5 4-6 16,1 2-11-16,4-6-10 0,-6 6-5 15,6-7-5-15,-4 0-9 0,5-1-3 0,1-4-6 16,1-3-2-16,1 1-3 0,8-7-6 0,-10 9 4 16,10-9 14-16,-9 6 13 0,9-6 6 0,0 0-6 0,-10 6-2 15,10-6-5-15,0 0-5 0,0 0-6 16,0 0-6-16,0 0-4 0,-12 4-8 0,12-4-17 16,0 0 6-16,0 0-5 0,0 0-5 0,0 0-3 15,0 0-3-15,0 0 2 0,0 0-1 0,0 0-2 16,15 18 1-16,-7-13-5 0,3 4-16 0,0-1-10 15,4 1-16-15,-1 0-25 0,0 0-34 0,3 1-50 16,-2 0-51-16,3 0-224 0,-1 1-460 0,2-2 204 16</inkml:trace>
  <inkml:trace contextRef="#ctx0" brushRef="#br0" timeOffset="77616.81">5451 15927 8 0,'-5'-9'295'16,"5"9"-3"-16,0 0-10 0,-4-9-11 15,4 9-21-15,0 0-22 0,0 0-25 0,0 0-21 16,0 0-27-16,0 0-15 0,0 0-22 0,-1-11-19 15,1 11-12-15,0 0-14 0,0 0-8 0,0 0-6 16,0 0 0-16,8 43-8 0,-2-16-5 0,-2 0-5 16,0 6 0-16,4 0-4 0,-6-2-3 15,1 2-4-15,3-3-1 0,-5-2-3 0,2 1-5 0,0 0 0 16,-2 0-3-16,-2-5-2 0,2 2-2 0,1 1-3 16,-2-9-14-16,0 0-20 0,0-1-7 0,0 0-19 15,0-5-32-15,0 0-65 0,-1-1-52 0,-1 0-264 16,-2 0-501-16,0-2 221 0</inkml:trace>
  <inkml:trace contextRef="#ctx0" brushRef="#br0" timeOffset="78200.12">5680 15986 57 0,'0'0'207'0,"0"0"-11"15,0 0-12-15,0 0-15 0,0 0-18 0,0 0-9 16,0 0-12-16,0 0-21 0,-22 51-3 0,9-30-11 16,-2 1-10-16,-1 3-6 0,3-9-11 0,0-2-5 15,-1 2-7-15,4-4-2 0,-4 1-11 0,4-3-5 16,2-3 3-16,-2-1-8 0,2 0 1 0,0 1-1 16,1-3-3-16,7-4 12 0,-12 5 4 0,12-5 5 15,-7 5 5-15,7-5-1 0,0 0-2 0,-9 5-11 16,9-5 0-16,0 0-8 0,0 0-7 0,-8 4-4 15,8-4-8-15,0 0-1 0,0 0-7 0,0 0 3 16,0 0-2-16,0 0-5 0,15 12 3 16,-15-12-1-16,16 6-5 0,-6-3 5 0,-4 0-6 15,5 2 6-15,0-2 0 0,2 1-2 0,-2 0 3 0,5 0-1 16,0-2 3-16,-3 0-5 0,0 0 1 0,6 0 0 16,-2-3 0-16,0 2-10 0,1-1-14 15,-4 0-16-15,-14 0-12 0,36-2-15 0,-18-2-14 16,-5 3-8-16,1-2-7 0,-14 3-8 0,24-6 7 15,-12 2-6-15,-1-1 4 0,2 0 7 0,-2 1-3 16,-1-2 14-16,0-1 5 0,-10 7 10 0,14-11 12 16,-9 6 22-16,-5 5 0 0,11-15 12 0,-11 15 6 15,8-14 17-15,-5 7 17 0,-3 7 14 0,0 0 12 16,3-17 14-16,-3 17 19 0,0 0 4 0,2-12 17 16,-2 12 5-16,0 0 3 0,0 0 2 0,0 0-1 15,0 0-8-15,0 0-4 0,0 0-8 16,0 0-7-16,0 0-12 0,-2-16-7 0,2 16-10 0,0 0-9 15,0 0-10-15,0 0 0 0,0 0-6 16,0 0-5-16,0 0-3 0,0 0 0 0,-6 36-5 0,6-36-1 16,1 22 2-16,1-7-13 0,-1-2 1 0,0-2-13 15,2 2-11-15,1-3-16 0,-2 0-18 0,2 1-32 16,-4-11-42-16,10 17-53 0,-6-14-66 0,0 2-178 16,-4-5-454-16,0 0 201 0</inkml:trace>
  <inkml:trace contextRef="#ctx0" brushRef="#br0" timeOffset="78363.12">5912 15903 2573 0,'-12'-9'55'0,"1"0"-34"0,2 3-12 16,9 6-7-16,-12-7 3 0,12 7-6 0,-13-6-4 15,13 6 0-15,0 0-9 0,-9-8-31 0,9 8-33 16,0 0-43-16,0 0-57 0,0 0-192 0,0 0-400 15,0 0 176-15</inkml:trace>
  <inkml:trace contextRef="#ctx0" brushRef="#br0" timeOffset="78820.87">6204 15970 169 0,'-4'-7'300'0,"4"7"-5"16,0 0-17-16,0 0-19 0,-7-9-1 0,7 9-18 15,0 0-18-15,0 0-22 0,0 0-20 0,0 0-22 16,0 0-18-16,-3-7-23 0,3 7-14 0,0 0-12 16,0 0-12-16,0 0-8 0,0 0-11 0,0 0-8 15,0 0-1-15,4 40-15 0,0-23 8 0,-3 3-7 16,2 6-2-16,-1 0-2 0,1 0-17 0,-2-1 15 15,0 1-2-15,-1-6-7 0,2 0 0 0,-1-1-3 16,-1 0-5-16,0 1-5 0,1-5 1 0,0 0-21 16,1-2-5-16,-2-1-16 0,0 2-15 15,0-5-16-15,1 2-22 0,0-1-35 0,-1-10-38 0,4 16-45 16,-3-9-56-16,1 3-189 0,-2-10-485 0,0 0 215 16</inkml:trace>
  <inkml:trace contextRef="#ctx0" brushRef="#br0" timeOffset="79303.02">6439 15943 95 0,'0'0'273'0,"0"0"-19"15,2-9-18-15,-2 9-26 0,0 0-25 0,4-3-18 16,-4 3-26-16,0 0-13 0,0 0-13 0,0 0-10 15,0 0-13-15,6 30-8 0,-1-15-11 0,-4 2-5 16,2 2-6-16,1-1-8 0,-2 2-3 16,1-1-7-16,1 6-6 0,-2-11 3 0,-2 4-6 0,2-5-2 15,-2 0-4-15,1-3-1 0,-1 3-2 0,-1-5 10 16,1 3 7-16,-2-4 5 0,2-7 0 0,0 0 8 16,-1 15-1-16,1-15 2 0,0 0-15 0,-1 10 16 15,1-10-1-15,0 0 2 0,0 0 0 0,0 0 6 16,0 0 4-16,-3 9-13 0,3-9 2 0,0 0-5 15,0 0-19-15,0 0-8 0,0 0-16 0,0 0-7 16,12-34-2-16,-6 23 3 0,3-2-3 16,0 5-6-16,4-4 1 0,-1 0-4 0,2 2-1 15,-3 2-4-15,-1 3-5 0,1 1-9 0,-11 4 8 16,30 0 1-16,-14 1 0 0,-4 2 4 0,-1-1 0 16,-2 3-1-16,2-3 6 0,-1 2-1 0,-10-4 2 15,14 6 4-15,-9-2-1 0,-5-4-1 0,9 8 6 16,-9-8 2-16,2 9 6 0,-2-9-2 0,0 0 3 15,-14 24 0-15,7-15-2 0,-7 3 2 0,-3-1 2 16,2-2-8-16,-1 1-1 0,0 0-11 0,0-1-12 16,1-2-16-16,2-2-23 0,-2 0-16 0,5-2-29 15,2 0-34-15,8-3-45 0,-11 1-56 0,11-1-200 16,0 0-475-16,-13-7 210 0</inkml:trace>
  <inkml:trace contextRef="#ctx0" brushRef="#br0" timeOffset="79832.88">6751 16034 20 0,'0'0'192'0,"0"0"-5"15,0 0-5-15,12-1-7 0,-12 1-9 0,0 0-18 16,0 0-13-16,9 10-25 0,-9-10 1 0,5 5-11 16,-5-5-16-16,0 0-4 0,8 9-9 0,-8-9-4 0,8 7-9 15,-8-7-5-15,11 3 0 0,-11-3-7 16,11 3 1-16,-11-3-6 0,14 0 1 0,-14 0-6 15,16-1 3-15,-16 1-5 0,16-3 10 0,-8-1 0 16,-8 4-2-16,15-6-2 0,-15 6-2 0,9-6-3 16,-5 0 20-16,-4 6-9 0,8-7 7 0,-8 7 5 15,5-10 7-15,-5 10 2 0,6-6 5 0,-6 6 2 16,0 0 2-16,0 0 4 0,5-9-3 0,-5 9-4 16,0 0-8-16,0 0-12 0,0 0-12 15,0 0-11-15,0 0-5 0,0 0-7 0,0 0-2 0,0 0 6 16,10 26-3-16,-7-7 0 0,0 10-5 0,0 6 1 15,-1-1 0-15,3 14 1 0,-3 2-5 0,2-1-1 16,-4 0 4-16,1 0-2 0,1-14-8 0,-1 13 3 16,0-15 1-16,-2 4-5 0,2-4 4 0,-2-3-2 15,-3 2 5-15,0-1 1 0,-1-4 0 0,0-3-4 16,0-6 0-16,-5 7-9 0,2-7 19 0,-3 0-6 16,0-5 6-16,-1 0 0 0,-3 3-1 0,1-7-1 15,2-4-3-15,-1-2 5 0,-4-1-2 16,3-1-4-16,0-4-3 0,-3-7 1 0,1-1-12 15,-1-9 1-15,3-2 2 0,0-3-6 0,1-2-8 16,4-4-14-16,3 1-4 0,5-4 3 0,-2-1 4 16,6 2-2-16,2-3 5 0,3 6-3 0,3-1 5 15,-1 0-11-15,3 3-14 0,4-3-14 0,1 5-19 16,1 0-24-16,4-2-27 0,2 4-34 0,11-7-47 16,-8 8-47-16,0 2-188 0,-2-1-482 0,3 3 214 15</inkml:trace>
  <inkml:trace contextRef="#ctx0" brushRef="#br0" timeOffset="90333.71">8503 16118 61 0,'-2'-7'184'0,"2"7"-11"0,-3-11 4 0,-1 1-18 15,2 6-1-15,2 4-5 0,-3-10 1 0,3 10-8 16,-6-10-10-16,5 6-6 0,1 4-3 0,-3-9 1 16,3 9-6-16,0 0-8 0,-1-8-14 0,1 8-5 15,0 0-16-15,0 0-6 0,0 0-10 0,-3-6-4 16,3 6-8-16,0 0-8 0,0 0-9 0,0 0-13 16,0 0-3-16,0 0-6 0,0 0-1 15,0 0-3-15,4 34 2 0,-4-13 1 0,1 7-7 16,2 3 1-16,-2 2-1 0,2 2 1 0,-2 0-2 0,-1-1 4 15,1-2-5-15,2-1 1 0,-2-1 0 0,0-1-3 16,-2-1 3-16,2-5-2 0,3 2 4 0,-4-5 2 16,-1-3-5-16,1 1 0 0,0-3-2 15,-1-3 0-15,2-1 0 0,-1 1-10 0,0-3-20 16,0 0-17-16,0-1-18 0,1-1-22 0,-1-7-30 16,0 0-55-16,-1 14-23 0,1-14-163 0,-5 7-386 15,5-7 171-15</inkml:trace>
  <inkml:trace contextRef="#ctx0" brushRef="#br0" timeOffset="90750.2">8483 16029 53 0,'4'-14'142'0,"-4"14"-16"16,1-9-15-16,-1 9-20 0,4-8-3 0,-4 8-12 15,0 0-11-15,10-5-5 0,-10 5-5 0,0 0-9 16,23 5-4-16,-13 1-4 0,2 2 4 16,2 2-13-16,-3 2-4 0,1-1 2 0,-2 3 0 15,-2-1-8-15,-1 5 6 0,0-3-5 0,-2 5-2 16,-3-4 5-16,0 3-5 0,-1 0 0 0,-2-1-4 16,-2 0 3-16,-2-2-3 0,0-2 2 0,-1-2-1 15,1-1-6-15,-2-3 4 0,2 2-3 0,2-4 4 16,-1-1 5-16,2 0-2 0,2-5 3 0,-9 6-7 15,9-6-1-15,-5 3-1 0,5-3 14 0,0 0 3 16,-9 0 0-16,9 0 2 0,0 0-1 0,0 0-14 16,0 0-6-16,0 0 7 0,-8 2-15 0,8-2-4 15,0 0-1-15,0 0-8 0,0 0 12 0,0 0-5 16,14 15 0-16,-6-9 1 0,2 1-6 0,1 2 1 16,3 0 2-16,1 3 5 0,-2 0 2 15,1-1-2-15,1 0 9 0,0 5-9 0,1-6 9 16,-1 0-8-16,-1 3 4 0,0 0 3 0,2-3-27 0,-4 3-37 15,1-4-35-15,-3 0-151 0,0-1-265 0,0-3 117 16</inkml:trace>
  <inkml:trace contextRef="#ctx0" brushRef="#br0" timeOffset="91099.84">8924 16383 84 0,'0'0'154'16,"0"0"-12"-16,0 0-4 0,-13 22-23 0,9-15-3 15,3 3-22-15,0 2-19 0,1-1 2 0,-2 1-4 16,2-2-8-16,2 0-5 0,-1-1-9 0,0-1-13 16,1-1 4-16,-2-7 0 0,5 11-6 0,0-7 4 15,0 0-10-15,0-2 4 0,1 1 6 0,-6-3 21 16,14 1-1-16,-14-1 9 0,17-5-5 0,-4 2 4 15,-3-4-1-15,-1-2-4 0,6 0-8 0,-3-4 11 16,-7 4 2-16,3-1 3 0,-3-2 2 0,-2 3 6 16,0-2 1-16,0 1 0 0,-3-1-8 0,-3 0-5 15,0-2-7-15,0 2-4 0,-2 1-10 0,-2-2-7 16,1 6-4-16,-2-4-13 0,0 4-5 0,-2 0-10 16,1 2-18-16,1 3-23 0,8 1-25 0,-17 5-29 15,17-5-30-15,-13 12-65 0,7 0-198 0,-1-2-418 16,5 0 185-16</inkml:trace>
  <inkml:trace contextRef="#ctx0" brushRef="#br0" timeOffset="91766.93">9264 16135 59 0,'0'0'253'16,"-4"-13"-5"-16,4 13-12 0,-1-9-16 0,1 9-25 15,0 0-20-15,-3-10-20 0,3 10-20 0,0 0-18 16,0 0-18-16,0 0-18 0,0 0-10 0,0 0-5 16,0 0-7-16,0 0-5 0,5 52-4 0,-2-24-6 15,-2 1-1-15,2 2-7 0,-3-1-1 16,2-1-7-16,-1 2 1 0,2-3-9 0,-3-3 2 0,1-6-2 15,1 0-3-15,-2-2 2 0,0-4-6 0,1-2-2 16,-1 0 2-16,2-3-2 0,-3-2 4 0,1-6 2 16,0 11 0-16,0-11-1 0,0 8-1 0,0-8-1 15,0 0 6-15,0 0 8 0,-1 10 5 0,1-10 13 16,0 0 4-16,0 0-5 0,0 0-13 0,0 0-9 16,0 0-2-16,0 0-6 0,6-31-8 15,0 14-13-15,2 3-3 0,4-10-4 0,-1 8 0 16,3-4-5-16,3-1-1 0,-2 8-4 0,1 1 1 0,0 4-2 15,-1-1-1-15,1 3-2 0,-2 3 2 0,-3 3-1 16,2 0 4-16,0 0-3 0,-1 3 2 0,-1 0 5 16,-1 4 0-16,-3 2 6 0,0-2-4 0,0 3-1 15,-4-1 2-15,-1 1 1 0,0 1 0 0,-3 0 0 16,-2 0 3-16,1-1 2 0,-7 0-1 0,0 2 5 16,-3 0 2-16,-1-1-3 0,1-5 4 0,-3 5-3 15,-1-3 5-15,-3-2-4 0,2 1 3 16,-2-1-2-16,4-2 0 0,0-2-8 0,3-1-14 15,1 2-15-15,0-2-19 0,11-1-14 0,-12 3-40 16,12-3-33-16,-17-2-44 0,12 2-123 0,5 0-337 16,0 0 150-16</inkml:trace>
  <inkml:trace contextRef="#ctx0" brushRef="#br0" timeOffset="92549.79">9647 16473 76 0,'9'-7'159'0,"-1"0"-12"0,-1 0-11 16,2-2-7-16,2 1-3 0,-5-1-3 0,0 2-2 15,0-1-5-15,0-1-10 0,0-1-10 16,-1 1-14-16,-1-1-4 0,-1-1-6 15,-1 0-11-15,1-1-1 0,-2 1-8 0,-1 1-5 0,0-3-5 16,0 2-2-16,-2 0 7 0,-1-2 2 0,2 6-1 16,-2-2 4-16,1 3-6 0,2 6 2 0,-6-14-3 15,6 14 0-15,-7-10-8 0,4 7-1 0,3 3-7 0,-5-6-6 16,5 6 6-16,-6-3-10 0,6 3-7 16,0 0 2-16,0 0-7 0,-17 7-2 0,13-1-5 15,-1 0 1-15,-1 2-1 0,2 4 2 0,-5 3-2 16,4 0 5-16,1 2-7 0,2-2 0 0,-1 1 1 15,0 2 4-15,3-1-6 0,2-1 2 0,-2 2-1 16,2-7-1-16,1 2 4 0,1-1-5 0,0-1 6 16,3-1-1-16,-3 0 0 0,4-3-4 15,-2 0 1-15,3-2 5 0,1 0-4 0,-1-3 5 0,3 0-3 16,-1-4 2-16,1 1-1 0,2-1-1 0,1-3-1 16,4-4-3-16,-3 1-2 0,2-1-7 0,1-3-5 15,-4 0 1-15,7-4 1 0,-8 1-4 0,1-1-7 16,-2 1 3-16,1 0 2 0,-1-2-1 0,-4 1 7 15,0 1-8-15,-6 0 8 0,1 3 7 0,1 1 3 16,-5-3-3-16,0 2 6 0,-1 2-5 0,1 10-2 16,-2-18 7-16,-2 9 1 0,0 0 7 15,4 9 3-15,-10-9 7 0,10 9 0 0,-11-8 6 16,11 8-1-16,-10-2-3 0,10 2-5 0,-9-3-1 16,9 3-3-16,0 0-1 0,0 0-3 0,-11-4-2 15,11 4-3-15,0 0-1 0,0 0 0 0,0 0-2 16,0 0 0-16,0 0 4 0,0 0-4 0,0 0 2 15,0 0 0-15,0 0 5 0,0 0-4 0,0 0-1 16,0 0 2-16,0 0 3 0,40 5-3 0,-28-2 1 16,-3-3-1-16,-9 0 1 0,18 1 1 0,-18-1-3 15,13 2-1-15,-13-2-2 0,11 3-2 0,-11-3 2 16,16 4 0-16,-10-4 0 0,2 7 0 16,1-2 1-16,-9-5 1 0,12 13 1 0,-5-7-3 0,-2 2 0 15,4 1 1-15,-3 1 0 0,-2 0 3 0,1 0 9 16,0 1-3-16,-1 0-1 0,1 1 1 0,-2-2 1 15,-2 4 0-15,-1-1-3 0,3-2 3 16,1 4-2-16,-2-3 0 0,1 0-10 0,-2 1-10 16,2-3-18-16,-2 0-24 0,0-1-23 0,-1-9-32 0,3 14-50 15,-2-6-162-15,1-2-350 0,-2-6 156 0</inkml:trace>
  <inkml:trace contextRef="#ctx0" brushRef="#br0" timeOffset="92833.63">10310 16047 247 0,'-2'-9'254'0,"2"9"-20"0,0 0-27 16,0 0-26-16,-3-11-18 0,3 11-25 0,0 0-17 15,0 0-13-15,0 0-12 0,0 0-7 0,0 0 0 16,0 0-9-16,3 56-9 0,-3-31-2 0,0-4-8 15,0 7-2-15,0-9-2 0,0 7-1 0,0 2-7 16,-1-4-6-16,2 1-3 0,-2-6-4 16,1 5-3-16,1-3 0 0,-1-3-6 0,-1 1 1 0,2-4-5 15,0-2-1-15,0 3-3 0,1-4-16 0,-1-3-23 16,0 1-22-16,-1-2-28 0,0-8-37 0,0 0-53 16,2 18-32-16,-1-15-166 0,-1-3-388 0,0 0 173 15</inkml:trace>
  <inkml:trace contextRef="#ctx0" brushRef="#br0" timeOffset="92996.83">10204 16292 96 0,'-5'-8'177'0,"5"8"-15"0,0 0-18 0,0 0-20 15,0 0-8-15,0 0-13 0,0 0-16 0,0 0 5 16,18-11-33-16,-6 8-43 0,5-3-49 15,3 1-51-15,7-1-93 0,-1-2-191 0,2-2 84 16</inkml:trace>
  <inkml:trace contextRef="#ctx0" brushRef="#br0" timeOffset="93569.62">10670 16248 199 0,'0'0'215'16,"0"0"-4"-16,-2-13-13 0,2 13-13 0,0 0-8 16,0 0-6-16,0 0-1 0,0 0-7 0,0 0-3 15,0 0-15-15,0 0-14 0,-5-9-16 0,5 9-15 16,0 0-5-16,0 0-19 0,0 0-11 0,0 0-12 0,0 0-9 16,0 0-10-16,0 0-13 0,0 0 4 0,0 0-6 15,0 0-1-15,3 32-1 0,-2-19-1 16,2 2-4-16,-3 3-1 0,5 3 2 0,-5-3-2 15,1 0-2-15,0 1 0 0,-1 1 3 0,0-1-2 16,1-2-6-16,1 1 2 0,-2-1-1 0,0-2-4 16,0-4-11-16,-2 1 3 0,4 0-6 0,-1 1-13 15,0-3-13-15,1-1-16 0,-2 0-13 0,1-1-27 16,0-3-31-16,-1-5-35 0,3 9-34 16,-3-9-161-16,0 0-385 0,0 6 171 0</inkml:trace>
  <inkml:trace contextRef="#ctx0" brushRef="#br0" timeOffset="93783.16">10654 16311 124 0,'0'0'105'0,"9"-5"-4"15,-9 5-14-15,14-1-4 0,-2 0-6 16,2 1-8-16,5 0-3 0,1 0-5 0,0-1-6 15,1 2-6-15,0-3-4 0,7-1-12 0,0 2 10 16,-6 2-15-16,-2-1-38 0,3-1-27 0,-2 1-28 16,0 0-88-16,0-1-165 0,-8 1 73 0</inkml:trace>
  <inkml:trace contextRef="#ctx0" brushRef="#br0" timeOffset="94005.43">11073 16121 101 0,'-7'-8'191'0,"7"8"-26"15,0 0-19-15,0 0-20 0,0 0-17 0,0 0-8 16,0 0-8-16,-3 34-8 0,3-18-8 0,2 2-8 16,-5 8-3-16,3-2-7 0,0 2-9 0,0-7-2 15,1 8-7-15,-1-7-1 0,0 4-5 16,0 2 1-16,2-1-10 0,-1-6-9 0,-1 0-43 15,1-3-58-15,0 3-63 0,1-4-91 0,-4-4-257 16,4-1 114-16</inkml:trace>
  <inkml:trace contextRef="#ctx0" brushRef="#br0" timeOffset="94300.9">11185 16438 39 0,'4'6'72'0,"-1"-1"-4"0,4 0-5 0,-7-5 22 15,14 6 4-15,-4-4 31 0,3-1 6 0,-2-2 2 16,2 0-6-16,0-3-7 0,0-1-10 0,-1-2 4 16,0 0-5-16,3-2 0 0,-3-1-12 0,-2 0 10 15,0 3-3-15,-3-2 1 0,-2-1 8 16,-2 0-6-16,-1 1-10 0,-2-1-9 0,0 1-9 15,-4-2-7-15,0 3-5 0,-1-3-14 0,-4 4-3 16,-1-2-7-16,0 2-14 0,-1 2-8 0,-3 1-13 16,3 0-14-16,-3 2-11 0,1 1-24 0,13 1-17 15,-24 3-32-15,13-1-51 0,6 3-54 0,-2 2-138 0,7-7-364 16,-8 11 162-16</inkml:trace>
  <inkml:trace contextRef="#ctx0" brushRef="#br0" timeOffset="94950.28">11649 16245 219 0,'0'0'267'0,"-1"-14"-10"0,1 14-12 16,0 0-23-16,0 0-19 0,0 0-24 0,0 0-17 15,0 0-16-15,0 0-18 0,0 0-20 0,0 0-8 16,0 0-11-16,0 0-8 0,0 0-12 0,0 0-7 16,0 0-3-16,-2 39-8 0,2-26-9 0,0-2-5 15,-2 1-3-15,4 1-3 0,2-3-4 0,0 1-4 16,2-1 0-16,0-1 2 0,3-1-3 0,-3-2 2 16,0 1-9-16,5-4-1 0,-2 0-2 15,5 0 1-15,-14-3-3 0,23-1 1 0,-9-1-3 16,-3-1 2-16,-1 3 3 0,3-4-5 0,-13 4-1 0,15-9 4 15,-5 2-2-15,-6 2 1 0,1-3-1 0,0-1-1 16,0 1 1-16,3-3 6 0,-7 2-9 0,2-1 0 16,-2-1-1-16,3 0 1 0,-4 11 10 0,3-19 8 15,-3 19 10-15,0-11-9 0,0 11 2 16,1-10-6-16,-1 10-5 0,0 0-5 0,0 0-5 16,4-9-6-16,-4 9-5 0,0 0 3 0,0 0-5 15,0 0 7-15,5 25-3 0,-1-9 3 0,-3 10-5 16,-4 2 5-16,6 4 1 0,-6 1 4 0,3 0 1 15,-2-1-3-15,-2 1 2 0,1-3-2 0,0 3-2 16,2-5 0-16,-6 0-1 0,4 0 0 0,2-4 3 16,-4-5 1-16,5 0 3 0,-4-1-6 0,2 0 7 15,2-6-11-15,-3 4-1 0,3-5-27 0,0-1-32 16,0-10-29-16,-2 14-24 0,2-14-34 0,2 10-48 16,-2-10-41-16,0 0-171 0,0 0-445 0,0 0 197 15</inkml:trace>
  <inkml:trace contextRef="#ctx0" brushRef="#br0" timeOffset="95489.8">12134 16229 110 0,'0'0'258'0,"-9"-10"-5"0,9 10-20 0,0 0-21 16,-14-3-21-16,14 3-22 0,-11 4-17 0,11-4-19 16,-16 10-11-16,7 1-15 0,-2 4-12 0,-1 2-4 15,3 0-16-15,3 2-10 0,-6 6-6 0,6-6-5 16,-1 4-7-16,3-2-4 0,1-3-6 0,4-2-4 16,-1 0-4-16,2-4-4 0,2 0-3 0,3-2 1 15,-1 2-3-15,2-4-4 0,2-1 0 0,1 0-3 16,1-2 0-16,3-3 19 0,2 1 5 0,1-4 4 15,4-1-7-15,-2-4-5 0,7-1-2 0,0-4-1 16,-3 1-7-16,2-2 1 0,-2-2-11 0,-5 4 5 16,2-6 0-16,2-1-3 0,-2 0-10 0,-2-5 11 15,2 5-2-15,-8 2 1 0,5-5-1 0,1-2 0 16,-9 8 0-16,1-2 0 0,-1 1 1 0,-3-1 2 16,-3 0 5-16,0 3 9 0,-3 2-7 0,1 0 3 15,-2 11 5-15,2-22 15 0,-2 22 3 0,-2-13 6 16,2 13-7-16,-3-14 4 0,3 14-2 0,-10-7-8 15,10 7-6-15,-12 0-4 0,12 0-1 0,-18 7-3 16,6 5 2-16,-1 1-2 0,1 3-1 16,-3 9-8-16,2-1 1 0,-1 0 1 0,3 3 0 15,3-1-5-15,0 0-2 0,4-8-17 0,2 1 10 16,1 1 10-16,-1-2-11 0,5-1 2 0,1-4 0 16,-2-1 2-16,5-2-22 0,2-2-13 0,2 0-17 15,1-3-24-15,6-2-23 0,2-3-34 0,7-5-58 16,0-2-40-16,-3-3-68 0,-1 5-176 0,2-5-506 15,0-2 223-15</inkml:trace>
  <inkml:trace contextRef="#ctx0" brushRef="#br0" timeOffset="117299.67">11611 9264 96 0,'0'0'191'0,"-7"-8"-17"0,4 2-1 0,3 6 4 15,-4-9-6-15,4 9-8 0,-5-6-13 0,5 6-9 16,0 0-16-16,-3-8-9 0,3 8-16 0,0 0-11 16,0 0-10-16,0 0-10 0,0 0-11 0,0 0-5 0,0 0-10 15,0 0-7-15,-3-7-5 0,3 7-5 16,0 0-6-16,0 0 2 0,0 0-5 0,0 0-4 15,8 21-1-15,-2-10 2 0,0 5-3 0,1 2 0 16,1 5-4-16,2 0 1 0,0 2-3 0,-2-1 3 0,-2-5-1 16,7 7-2-16,-3 1 1 0,5-3 0 15,-8 0-1-15,2 1-1 0,-2-9-4 0,6 7 3 0,-3-6-1 16,-2 0 2-16,1-1-2 0,0-3 1 16,-3 2-3-16,1-4 2 0,-1-1 0 0,0 0 1 0,-2 0-1 15,1-4-1-15,-1 0-2 0,-2-1 5 0,-2-5-1 16,5 9 2-16,-2-6 0 0,-3-3 1 0,7 6 3 15,-7-6 19-15,0 0 17 0,0 0 16 0,2 5 10 16,-2-5 5-16,0 0 3 0,0 0-8 0,0 0-9 16,9-17-5-16,-5 5-7 0,2-2 18 0,-1-6-5 15,4-4-7-15,-2 2-10 0,1-3-2 0,0-4-3 16,-1 0-5-16,1 0-7 0,-1 3 5 16,0-1-12-16,-1 3 1 0,1-2-5 0,-2 7 0 0,1 3-1 15,-1 1-3-15,-2 0-4 0,-1 3 6 0,2 3-9 16,0 0-3-16,-3 4 0 0,-1 5-8 0,3-10-8 15,-2 5-4-15,-1 5-10 0,0 0-12 0,4-7-11 16,-4 7-13-16,0 0-8 0,0 0-1 0,6-4-19 16,-6 4-25-16,0 0-21 0,0 0-23 0,21 7-22 15,-12-1-23-15,2 1-17 0,-3 0-149 0,2 1-399 16,0 1 177-16</inkml:trace>
  <inkml:trace contextRef="#ctx0" brushRef="#br0" timeOffset="117799.81">12370 9426 129 0,'0'0'206'0,"-3"-11"-12"0,3 11-12 15,-7-8-1-15,3 4-16 0,4 4-15 0,-11-8-14 16,5 6-12-16,-5-1-13 0,1 1-14 0,-1 2-9 15,-5 2-10-15,3-1-2 0,1 1-18 0,-6 4-4 16,0 2-10-16,1-1-4 0,1 5-1 0,-5 5-7 16,2 3-2-16,2-1-5 0,0 2-6 0,5-4 3 15,3 0-4-15,0 1-6 0,5-2-2 0,-3 1 1 16,3-1 0-16,3-1-5 0,1-1 2 0,2-4 4 16,1 2-5-16,4-2-1 0,0-1 0 0,0-1 0 15,1 0 2-15,4-3-3 0,-3 0 2 0,1-2-1 16,2-2 2-16,-1 0 0 0,0 1 0 0,3-5 1 15,-3 2-2-15,0-3 0 0,1-2 1 0,-2 1-2 16,0-2 0-16,-1-2 1 0,0 1-2 0,-1-2 9 16,4-3-8-16,-6 3 1 0,-1-2 1 0,1-3-6 15,2 1 3-15,-6 1 1 0,1-3 0 0,1 1-5 16,-2 2 0-16,0 2 1 0,0 2 4 0,-2 2-6 16,2 1 4-16,-2 6-3 0,0-10-1 0,0 10-5 15,0 0 2-15,2-8-3 0,-2 8-7 0,0 0 7 16,0 0-5-16,0 0-1 0,0 0 1 0,0 0 3 15,0 0-1-15,1 27 2 0,0-16 1 0,2 1-1 16,-1 3 4-16,1-3 1 0,-3 4-2 0,3-4 1 16,-2 4-1-16,2-1-2 0,-3-2-31 0,2-2-33 15,2 1-39-15,-2 1-31 0,3-3-39 0,-1 1-139 16,0-3-344-16,2-3 152 0</inkml:trace>
  <inkml:trace contextRef="#ctx0" brushRef="#br0" timeOffset="118083.33">12584 9369 112 0,'0'0'158'0,"-19"5"-17"0,10 0-11 0,-3 3-12 15,1 1-9-15,-1 4-13 0,-3 7-3 16,2-3 4-16,1-2-7 0,4 3-10 0,-5 4-6 15,3-5-11-15,3 0-8 0,3-1-3 0,-2 1-6 16,2 0 1-16,3-2-4 0,1-1-6 0,1-2-3 16,1-1-4-16,2-1-2 0,2 1-4 0,-1-1 1 0,3-2 11 15,2 0-13-15,1-2 0 0,3-1-3 0,3-1-18 16,2-2-24-16,0-2-35 0,8 0-30 16,-4-2-27-16,-2-2-20 0,5-1-112 0,1-2-266 15,-9 1 118-15</inkml:trace>
  <inkml:trace contextRef="#ctx0" brushRef="#br0" timeOffset="118517.89">12866 9471 105 0,'-4'-13'176'0,"4"13"3"0,-2-8 0 0,2 8-5 16,-4-7-10-16,4 7-17 0,0 0-19 0,-4-7-16 0,4 7-15 16,0 0-7-16,0 0-11 0,0 0-12 0,-17 18-2 15,12-7-9-15,-2 3-5 0,2 3-6 0,1-3-7 16,0 2-2-16,-1-1-3 0,3-2-5 15,0-2-3-15,2 1 0 0,0-1-7 0,2-2 0 16,0 3 0-16,1-2-1 0,1-1 0 0,3-1-3 0,2-1 3 16,-2 1-7-16,-1-4 4 0,-1 0-1 0,3-1-1 15,2-1 1-15,-1 1-2 0,1-2 6 0,0-1-6 16,-1 0 0-16,4-3-3 0,-3-1 2 16,3 2 3-16,-3-3 0 0,0-2 2 0,-1 1-4 0,0-2 6 15,0 1-2-15,0-3-1 0,0-3 1 16,2 0 1-16,-4 1 7 0,-2-2 2 0,1 0 3 0,0-1-8 15,-3 2 1-15,0 1-2 0,1 1 16 16,-2 1 10-16,0 4 3 0,-1 0 1 0,-1 6-4 16,2-10-3-16,-2 10-14 0,2-7-2 0,-2 7-9 0,0 0 0 15,2-6-11-15,-2 6 1 0,0 0-2 0,0 0 0 16,0 0-1-16,-2 30-1 0,2-20 1 0,0 3-2 16,0 3-3-16,-2 0 2 0,4 0 2 15,-2 0-4-15,0 0 4 0,0 0-1 0,0 2 0 16,2-3-17-16,0 1-18 0,0-1-24 0,3-5-43 0,-1 1-36 15,6 0-30-15,-1-3-39 0,3-1-21 0,-2-2-120 16,3-1-374-16,-1-1 166 0</inkml:trace>
  <inkml:trace contextRef="#ctx0" brushRef="#br0" timeOffset="119083.26">13234 9564 126 0,'0'0'141'0,"0"0"-12"0,0 0-11 0,0 0-7 16,0 0-1-16,0 0-12 0,0 0-3 0,5 33-11 16,-5-23-13-16,2 0-9 0,0-1-2 0,-2 0-6 15,2-3-6-15,-2-6-2 0,2 11-3 0,-2-5-1 16,0-6 21-16,1 7 17 0,-1-7 21 0,0 0 21 16,0 9 14-16,0-9 14 0,0 0 6 0,0 0-6 15,0 0-3-15,0 0-7 0,0 0-7 0,0 0-12 16,0 0-10-16,0 0-13 0,0 0-6 0,-5-24-8 15,5 24-9-15,-2-18-9 0,2 8-9 0,0-1-7 16,0-4 0-16,2-3-16 0,2 1-3 0,-1 1-5 16,-1-1-4-16,7 7 3 0,-6-1-12 0,1 0 5 15,0 2-7-15,-1 4-8 0,1 0-14 0,0 0-6 16,-4 5-6-16,5-5 2 0,-5 5 1 0,0 0-3 16,18 6 4-16,-11 0 2 0,2 2 0 0,0 2 2 15,4 2 3-15,-3 2 2 0,-2-2 2 0,1 0-1 16,-2 2 3-16,4 2-6 0,-6-6 2 0,1 0 1 15,1-2 1-15,-3 1 5 0,1-4-1 0,-4 0-1 16,3-1 5-16,0 1 2 0,-4-5 4 0,2 6 1 16,-2-6 4-16,3 6 8 0,-3-6 10 0,0 0 19 15,0 0 0-15,0 0 11 0,0 0 8 0,0 0 9 16,0 0-2-16,0 0-13 0,0 0-15 0,0 0 7 16,6-16-30-16,-4 5-10 0,0 0-15 0,6-6-2 15,-2 2-2-15,3-2-14 0,0 3 1 0,1-1 1 16,-2 5 2-16,-3 0-4 0,1 2 3 0,-1 3-3 15,0 0-4-15,1 1-1 0,-6 4 4 0,13-1 0 16,-13 1-1-16,19 5 2 0,-13 0 3 0,6 2-3 16,-3 0 1-16,-1 3 4 0,-1-2 1 0,3 6 5 15,-2-4-4-15,-1-1-18 0,0 3-3 0,2 1-17 16,-4 1-22-16,1 2-23 0,-2-6-47 16,1 1-73-16,-3 2-73 0,0-3-187 0,-2 1-515 0,0-11 229 15</inkml:trace>
  <inkml:trace contextRef="#ctx0" brushRef="#br0" timeOffset="119720.79">14196 9142 49 0,'2'-13'212'0,"-2"13"-17"16,0 0-25-16,-2-10-18 0,2 10-17 0,0 0-18 16,0 0-16-16,0 0-16 0,0 0-8 0,0 0-6 15,11 31-1-15,-7-3-9 0,3 4 15 0,-2 3-9 16,-1 10-7-16,0-9-7 0,1 9-5 0,1-9-3 15,0-1-2-15,-6 0-9 0,1-2-1 0,4-1-5 0,-1-1-2 16,-2-4 1-16,-2-1-7 0,1-7 1 16,-1 0 2-16,2 0-4 0,2-1 0 0,-4-2-2 15,3-1 2-15,-3-2-3 0,0-4 0 0,0 2 1 16,0-4-4-16,1 0-10 0,-1-7-14 0,0 10-28 16,0-10-19-16,1 8-36 0,-1-8-26 0,0 0-49 15,0 0-123-15,0 0-315 0,0 0 140 0</inkml:trace>
  <inkml:trace contextRef="#ctx0" brushRef="#br0" timeOffset="120534.19">14115 9501 46 0,'0'0'216'0,"0"0"-20"0,-5-7-19 16,5 7-24-16,0 0-12 0,0 0-20 15,0 0-7-15,0 0-9 0,14-7-14 0,-1 4-12 0,4-2-1 16,4 0-6-16,6-2-9 0,0 0-10 0,3-2-1 15,1 3-10-15,0-2-1 0,-6 2-3 0,-2 1-5 16,-4-2-3-16,0 3-8 0,-8 2 5 16,3-1-9-16,-3 2 1 0,-5-1-1 0,1 2-6 0,-7 0-3 15,14-2 3-15,-14 2-1 0,9-2 0 0,-9 2-5 16,0 0-1-16,10 0-3 0,-10 0 2 0,0 0 2 16,8-2-5-16,-8 2-1 0,0 0 1 15,0 0 1-15,10 2-1 0,-10-2-4 0,0 0 0 0,0 0 4 16,7 0 0-16,-7 0 3 0,0 0-5 0,0 0-1 15,0 0 1-15,0 0 0 0,6 4-1 0,-6-4 4 16,0 0 1-16,0 0-4 0,0 0-2 16,0 0 5-16,0 0-1 0,0 0 3 0,0 0-2 15,4 5-2-15,-4-5 6 0,0 0-1 0,0 0 4 0,0 0-1 16,0 0 0-16,0 0 0 0,0 0 2 0,0 0-4 16,0 0 4-16,0 0 0 0,0 0-1 0,0 0 7 15,0 0-2-15,0 0-1 0,0 0-1 16,0 0-1-16,0 0-2 0,0 0-1 0,0 0-3 0,0 0 3 15,0 0-4-15,0 0-6 0,0 0 1 0,0 0-5 16,0 0 1-16,0 0 2 0,0 0-2 0,9 6-1 16,-5-4-1-16,-2 4 2 0,5-3-1 0,0 7-2 15,2-2 3-15,1 1 16 0,3 6-1 0,1-2-2 16,-1 2 2-16,2-1-5 0,3 4 4 0,-5-4-6 16,0 2 2-16,1-3-2 0,-3 1-1 0,-2-2 3 15,0-1 2-15,1 2-4 0,-4-4 3 0,1-2-1 16,-3-1 0-16,-1 1 0 0,-1-2 2 0,1 1 1 15,-3-6-1-15,1 10 7 0,-1-10-5 0,0 0 2 16,-6 10 2-16,6-10 4 0,-7 4 2 0,0-2 7 16,7-2 11-16,0 0 15 0,-13 0-3 0,13 0-2 15,-14-4-1-15,14 4-6 0,-9-8-3 0,5 2-7 16,3 1-6-16,1 5-3 0,-4-12-3 0,6 3-2 16,0-1-5-16,-1 0-2 0,7-1-3 0,2-4 0 15,-1 3 4-15,4-2-6 0,1 1 0 0,6-4-1 16,-3 2-1-16,-3 3-1 0,2-2 0 0,0 2 1 15,-1 0 1-15,-2 0-3 0,1 1 1 0,-3 4-2 16,1-1 5-16,-3 0-2 0,0 1 1 0,-2 0-1 16,0 1 1-16,-3 2 3 0,2-2-1 0,-6 6-2 15,5-6-1-15,-5 6 1 0,7-4 0 0,-7 4-2 16,0 0-1-16,0 0 4 0,7-3-10 0,-7 3-1 0,0 0-4 16,0 0-3-16,0 0-3 0,0 0 3 0,0 0 2 15,5 15 0-15,-2-5 3 0,-3 3-1 16,2 4 4-16,-2-1 0 0,3 2-1 0,-3 2 3 15,4-1 3-15,-3 2-17 0,-1-4-3 0,1 2-20 0,-1-1-19 16,0-1-40-16,0-1-35 0,2-1-47 16,-2-3-206-16,0 0-418 0,0-3 185 0</inkml:trace>
  <inkml:trace contextRef="#ctx0" brushRef="#br0" timeOffset="121018.88">15094 9529 197 0,'-2'10'185'0,"2"-10"-11"16,0 12-16-16,0-5-10 0,-2 3-7 0,2 0-14 15,1 0-13-15,-1 1-14 0,1 1-8 0,1-1-11 0,3-1-8 16,-1-1-5-16,1 0-7 0,1 0-4 0,3 0-6 15,-2-3 0-15,1-1-8 0,2 0 1 16,1-1-4-16,3-2 12 0,-5-1 4 0,1-1-1 16,-2 0 0-16,5-1 5 0,-2-3 4 0,2-1 7 15,-2 0 8-15,-3 0 1 0,-1-4 2 0,0 1 1 0,-3-1-4 16,1-3-6-16,-4 0-8 0,2-4-6 0,-3-2-8 16,-1 0-6-16,-3-1-5 0,0 2-6 0,-1 1-8 15,-3 0-2-15,-2 1-3 0,2 1-3 16,2 3-6-16,-4 1-5 0,1 4-8 0,-2 0-15 0,4 2-23 15,-5 0-24-15,1 2-24 0,3 2-27 0,-3 4-32 16,1 2-38-16,4-3-41 0,-4 5-179 0,5 0-437 16,1-1 194-16</inkml:trace>
  <inkml:trace contextRef="#ctx0" brushRef="#br0" timeOffset="121968.54">15548 9448 28 0,'0'0'246'0,"7"-3"-4"0,-7 3-4 16,0 0-6-16,0 0-11 0,0 0-16 0,0 0-24 0,0 0-20 16,0 0-7-16,0 0-11 0,-23 15-7 0,13-6-11 15,-2 3-15-15,0-1-10 0,-1 4-8 0,1-2-9 16,3 2-10-16,2-1-7 0,0-2-7 0,0 1-9 16,3-2-7-16,1 1-4 0,2-2-3 0,-3-1-1 15,4-2-4-15,2 3-1 0,1-3-8 0,1-1 3 16,0 0-5-16,2-3 3 0,1 2-6 0,-1-3-4 15,4 1 0-15,2-3 0 0,1 0 1 0,2-4-1 16,0 0-3-16,-1 0 3 0,-1-2 3 0,-1-1-2 16,0-4-1-16,0 0 1 0,1-2-1 15,-4-2-3-15,-2-2 4 0,2-6-8 0,1-1 11 0,-2-1-6 16,-3-2 0-16,0 0-5 0,0-2-1 0,-3-1 8 16,0-3 8-16,-2 4-4 0,1-3 8 0,-1 3 9 15,0 1 10-15,-1 1 3 0,-1 2 16 0,0 8-5 16,-3 2 1-16,4 5 16 0,0 0 6 0,-2 1 7 15,2 3-15-15,1 6-14 0,-1-9-8 0,1 9-14 16,-3-8-11-16,3 8-17 0,0 0-11 0,0 0-3 16,0 0 0-16,0 0-4 0,-4 45 6 0,0-14 0 15,2 3 3-15,-2 1-3 0,3 0-2 0,-2 10 3 16,2-11-1-16,1-1 3 0,0-2-5 0,4-4 1 16,0-1-10-16,2-7 6 0,-2-1-1 0,1-1-1 15,1-1-14-15,3-2-2 0,-1-2 0 0,0-3-6 16,2-1 2-16,0-1-2 0,2 0-1 0,4-2 1 15,-3-3 6-15,9 1 5 0,-2-4 2 0,7-3 3 16,2-5-4-16,1 1 9 0,1-4-3 0,-3 1 11 16,-4-3-6-16,1 0 5 0,-2-4 3 0,-1 3-3 15,-5 1 0-15,1-3-1 0,-4 3-3 0,-3-1 0 16,1 2 5-16,-7 1 3 0,1 1 2 0,-2-1-1 16,0 2-2-16,-2-2 14 0,0 5 2 0,-2 0 0 15,0 7 6-15,-2-13 3 0,-1 7-1 0,-1 0-8 16,4 6 4-16,-8-7-5 0,8 7-4 0,-15 0-5 15,5 3-4-15,-1 0-5 0,-3 6 1 0,1 2-5 16,-1 2-4-16,3 2 7 0,1 0-2 0,0-1-5 16,2 0-2-16,4-1 7 0,3-1 2 0,-2-1-2 15,4 2-3-15,1-1-1 0,1-1 8 0,3-1 0 16,1-1-2-16,5-2 2 0,3 2-6 16,-2-4 6-16,0-2 0 0,7 0-2 0,-2-1-1 0,4-1 9 15,-2-4-9-15,1 1 2 0,-2-1 5 0,8-3-6 16,-8-1-1-16,5-2 4 0,-7 0 0 0,1 1 3 15,-2-2 0-15,1 0-1 0,-4 0-2 0,-1-2 1 16,0-1-8-16,-3 0 2 0,0-2-3 0,-2 0-5 16,-3 3-1-16,-1 1 2 0,-1 0 3 0,0 0 1 15,-1 2 3-15,-1 1-1 0,0 8 4 0,1-11 17 16,-1 11-6-16,0-9-11 0,0 9-4 0,0 0-6 16,0-8-9-16,0 8 2 0,0 0 1 0,0 0 1 15,0 0 2-15,-10 25 0 0,7-13 3 0,-2 5 4 16,2 1-3-16,-3 7 2 0,3-1 5 0,-3 0-1 0,1 1 1 15,0 0-2-15,3-6 3 0,-1 7 1 0,2-7-3 16,-2-1 7-16,2-1-5 0,1 0-1 16,-1-1 4-16,1-4 2 0,0 1 3 0,-2-3 0 15,2 1 2-15,-1 0 1 0,1-3-8 0,-1-1 3 16,0 1-4-16,1-8-2 0,-3 10-6 0,3-10-8 16,-5 7-18-16,2-1-24 0,-3-3-42 0,6-3-64 15,-10 5-71-15,1-3-250 0,-4-1-529 0,0-1 233 16</inkml:trace>
  <inkml:trace contextRef="#ctx0" brushRef="#br0" timeOffset="123233.79">26412 8843 140 0,'0'0'143'0,"-9"-2"6"0,9 2-12 0,-7-2 3 16,7 2-26-16,-9-2-5 0,9 2-11 0,0 0-6 0,-14-1-9 15,14 1-7-15,0 0-6 0,-9 0-7 0,9 0-10 16,0 0-3-16,0 0-6 0,0 0 2 16,0 0-8-16,0 0-8 0,0 0-2 0,0 0 9 15,0 0 5-15,0 0 11 0,39 0-3 0,-1-4-1 0,0 1-4 16,17-2 17-16,0-4-2 0,3 4-8 0,-6-2-7 16,-14 3-4-16,-2 0-3 0,1 0-4 15,-6 3-6-15,-3 1-30 0,-7 0-38 0,-1 0-50 0,-4-2-51 16,-4 2-53-16,-4 2-118 0,-1-2-338 0,-7 0 149 15</inkml:trace>
  <inkml:trace contextRef="#ctx0" brushRef="#br0" timeOffset="123519.86">26612 8833 131 0,'0'0'249'0,"0"0"-24"0,0 0-22 15,-7 3-17-15,7-3-26 0,0 0-22 0,0 0-17 16,0 0-15-16,-2 7-11 0,2-7-12 16,0 12-7-16,4 0-8 0,-4-1-6 0,0 7-9 0,0 1-4 15,4 2-7-15,-4 4-4 0,0 1-3 0,0 0-4 16,0-1 6-16,0 2 5 0,-2 1-3 16,0-1-4-16,2-1-2 0,-2 0 0 0,-2-2-6 15,1-5-3-15,1 7-1 0,0-7-4 0,-1-1 4 0,1 1-3 16,2-1-1-16,-2-1-10 0,2 0-28 0,-3-5-43 15,3 1-59-15,0-3-49 0,0 1-191 0,0-3-390 16,3-2 173-16</inkml:trace>
  <inkml:trace contextRef="#ctx0" brushRef="#br0" timeOffset="124218.57">26769 9059 237 0,'2'-5'230'0,"-2"5"-26"0,0 0-22 0,0 0-23 0,6-3-17 16,-6 3-13-16,0 0-11 0,19 12-15 0,-9-6-8 15,0 2-10-15,1 5-7 0,5-2-6 0,-3 2-10 16,-2-1-6-16,1 1-9 0,-3-1 1 16,0 2-6-16,0-5-6 0,-2 0 1 0,-1 1-4 15,-2 0-1-15,-1-3-4 0,-1 1-1 0,0-1 11 0,-2 0-13 16,0-7 0-16,-4 13-2 0,1-7-1 15,-3-1-4-15,-3 0 11 0,3-2-11 0,-4 0-4 16,4 1 1-16,6-4-1 0,-13 0 2 0,13 0 1 0,-10 2-6 16,10-2 5-16,0 0 10 0,-13-2-4 0,13 2-10 15,-2-7 2-15,2 7-6 0,0 0-5 0,11-22-7 16,-3 15 0-16,2-6 2 0,3-3-7 0,8 0-1 16,1 0 0-16,2 0 8 0,1 0-6 0,0 0-1 15,0 0-1-15,0 3 0 0,-2 0 4 0,-4 3 4 16,1 0-3-16,-4 0 4 0,2-1-5 0,-5 3 6 15,-2-1 0-15,-3 4 2 0,0 0-3 0,-1 2 5 16,-3-3 3-16,2 3 4 0,-6 3 6 0,8-5 8 16,-8 5 6-16,7-2 3 0,-7 2-3 0,0 0-3 15,6-4-3-15,-6 4-8 0,0 0 1 0,0 0 0 16,0 0-6-16,-19 17 4 0,5-4-7 0,-4 5 6 16,-2 0 1-16,-3 4-4 0,4-2-2 0,0 3 0 15,3-2 0-15,5-5-1 0,2 0-6 0,3-2 2 16,3-1-2-16,3-2-2 0,-1 1 1 0,1-2 0 15,4 0 2-15,0-1 2 0,2-1-2 0,3-1-2 16,5-3 2-16,1 1-6 0,2-4 1 0,4-2 3 16,0-2 0-16,0-3-1 0,-2 0 2 0,0-3-4 15,-1 2 5-15,-1-3 0 0,2 2-1 0,-6-4 0 16,3-1 1-16,-3-1 0 0,-2 1 6 0,-1-2-1 16,1-1-4-16,-3 0 2 0,0 1 1 0,-4 1-1 15,1 1 0-15,-2 1 13 0,-2 2 14 0,1 1 3 16,0 4 0-16,-2 5-5 0,2-11-6 0,-2 11-9 15,2-7-6-15,-2 7-8 0,0 0 4 0,0 0-6 16,0 0-1-16,0 0 1 0,0 0-2 0,-2 31 2 16,0-16 2-16,-2 2-1 0,3 1 2 0,0-2-2 15,-1 1-13-15,-1 1-10 0,1-1-12 0,2 1-6 16,2-1-6-16,3 2-22 0,-1-4-32 0,0-4-33 16,3 4-29-16,0-3-15 0,2 1-16 0,-1-3-9 15,-1-2-8-15,3-2-112 0,-2 0-347 0,-3-2 154 16</inkml:trace>
  <inkml:trace contextRef="#ctx0" brushRef="#br0" timeOffset="125233.57">27496 9235 143 0,'1'-10'154'0,"1"-2"13"15,-2 3 16-15,2 4 8 0,-2 5 0 0,2-12-15 16,-2 12-14-16,0-6-20 0,0 6-16 0,0 0-20 16,4-8-13-16,-4 8-10 0,0 0-10 0,0 0-6 15,0 0-3-15,0 0 4 0,5 24-13 0,-5-15-2 16,0 0-6-16,2 2-5 0,-4-2-3 0,2 0-9 0,0-2 3 15,2 0-5-15,-2-7-3 0,0 10-2 16,0-10 0-16,0 9-1 0,0-9 5 0,2 5 14 16,-2-5 18-16,0 0 12 0,0 0 15 0,0 0 3 15,3 6 9-15,-3-6 6 0,0 0-2 0,0 0-4 16,0 0-20-16,0 0-6 0,0 0-16 0,11-17-5 16,-6 7-12-16,6-9-11 0,1 3-15 0,-2-7-11 15,8 1-20-15,0-4-6 0,-2 2-5 0,1 3 1 16,-3 4 2-16,-2 3 6 0,-1 2 3 0,-6 2-2 15,4 4 7-15,-5 0-7 0,0 1 1 0,3 3-7 16,-7 2 0-16,5-3 1 0,-5 3-5 0,0 0 3 0,9 6 5 16,-7 0 3-16,2 4 4 0,0 2-1 0,-2 0 5 15,1 3 0-15,2-2 3 0,-3 4 0 16,3-1 2-16,-1 0 1 0,1-5 0 0,-1 2 0 16,0-4 5-16,2 0-1 0,0-3 0 0,1 3-2 0,1-2 4 15,4-3 2-15,-1-2-1 0,2-2-1 0,6-1 4 16,-1 0-1-16,1-3 1 0,0 1 1 0,-4-2-1 15,3 1-3-15,-7-2 3 0,5-5 0 16,-2 1-1-16,0-2 1 0,-6 4 0 0,5-8 2 16,-3 2-1-16,-1 3-6 0,-1-5 3 0,-1 0 1 0,-4 2 3 15,-1 2-9-15,3-3 7 0,-3 4-2 0,-4 2-2 16,4 1 8-16,-2 8 2 0,-3-12 7 0,3 12-1 16,0-10-6-16,0 10-4 0,-4-5-7 0,4 5-2 15,0 0 0-15,0 0 2 0,0 0-5 0,-16 22 0 16,13-12-1-16,-1 3 1 0,2 5 1 15,0-1 0-15,0 2-2 0,0 6 4 0,2-1-2 16,2-5 6-16,4 5-2 0,-3-3-3 0,1-2 4 16,1-2 1-16,-3 2 0 0,2 0 0 0,-1-2-1 0,-1-1-2 15,-2-6-7-15,0 2-4 0,0-5-6 0,0 2 2 16,0-9-1-16,-2 10 5 0,2-10 1 0,-2 8 2 16,2-8 1-16,-5 3 2 0,5-3-6 0,0 0-3 15,0 0 0-15,0 0-3 0,0 0 0 0,-7-18 2 16,7 18 4-16,16-22-4 0,-7 9 4 0,2 0 0 15,2 1 1-15,7-5-1 0,-5 1 0 0,-1 2 2 16,7-4 3-16,-1 2 1 0,-2-3-3 16,-2 8 7-16,-1-3 1 0,1 3 5 0,-2-1 8 0,-1 1 8 15,-4 4 18-15,-4 1 12 0,4-3 10 0,-4 5 5 16,1-2-1-16,-2 0 2 0,-4 6 8 0,7-7 9 16,-7 7-6-16,4-7-4 0,-4 7 13 0,0 0-13 15,3-6-8-15,-3 6-18 0,0 0-13 0,0 0-3 16,0 0-6-16,0 0-3 0,0 0-2 0,0 0-6 15,-9 20-2-15,6-11-13 0,0-2 10 0,0 2 3 16,2-3-1-16,1-6-3 0,0 18-4 0,3-9 6 16,-1 1 3-16,1-3-12 0,3 0-2 0,1 0-9 15,3-1 1-15,3-2-1 0,-1 0 3 0,1-1-2 16,2-3 3-16,5 0-1 0,-4 0 1 0,-4-2-1 16,-1-3 23-16,2-1-18 0,-1 1 2 0,-4-1-4 15,3-2 3-15,-4 1 4 0,1-2 5 0,1 2-7 16,-5-2 3-16,1-1-3 0,-1 1 7 0,0 3-5 15,0-3 1-15,-3 1 9 0,-1 8-3 0,2-9-5 16,-2 9 11-16,2-9-21 0,-2 9 4 0,3-5-4 16,-3 5 1-16,0 0-6 0,0 0-9 0,0 0-4 15,0 0 10-15,0 0-3 0,0 0 6 0,-7 35-4 16,2-18 5-16,-3-2 2 0,2 2-2 0,-2-1 6 16,3 1-21-16,0-2-16 0,1-2-27 0,0 3-19 15,4-6-15-15,-3 3-11 0,1 0-28 16,1-3-62-16,1-3-59 0,-3 1-277 0,3-8-580 0,-5 10 256 15</inkml:trace>
  <inkml:trace contextRef="#ctx0" brushRef="#br0" timeOffset="125395.33">28298 8884 90 0,'0'0'135'0,"-4"-6"-50"16,4 6-35-16,0 0-35 0,0 0-52 0,0 0-20 16,0 0-61-16,0 0 27 0</inkml:trace>
  <inkml:trace contextRef="#ctx0" brushRef="#br0" timeOffset="125650.37">28745 8858 272 0,'0'0'315'0,"6"-8"21"0,-6 8-1 16,2-7-7-16,-2 7-19 0,0 0-31 0,2-8-33 16,-2 8-36-16,0 0-17 0,0 0-34 0,0 0-32 15,0 0-2-15,0 0-15 0,4 26-7 0,-6-8-11 0,-2 9 2 16,-4 4-13-16,0 1-14 0,2-1 6 16,-2 1-22-16,-1 0 5 0,0 3-11 0,4-5 3 15,-1 4-4-15,-2-5-9 0,2-2 4 0,2-4-9 16,0 2-22-16,2-6-40 0,-1-2-27 0,3-4-24 15,-3-1-13-15,2-1-15 0,1-1-21 0,-2-1-41 0,0-2-39 16,2-7-33-16,-3 9-10 0,3-9-208 16,0 0-502-16,0 0 223 0</inkml:trace>
  <inkml:trace contextRef="#ctx0" brushRef="#br0" timeOffset="125969.7">28667 9105 5 0,'0'0'196'0,"3"-9"-22"15,-3 9-20-15,0 0-20 0,2-6-15 0,-2 6-16 16,0 0-7-16,0 0 8 0,0 0-14 0,0 0-4 16,14 11 23-16,-6-2-6 0,-2 3-9 0,1 1-9 0,-1-2-9 15,2 1-8-15,-3-2 0 0,1 5-8 16,6-4-5-16,-3 1-10 0,0-3 2 0,4 1-6 16,2 0-3-16,0-4-2 0,2-1 8 0,2-1 4 15,-1-3 2-15,0-2 4 0,0-2-7 0,-1-2-1 16,0 2-3-16,-2 0 10 0,-3-1 11 0,2-1 15 0,-2 0 7 15,-2 0 7-15,0-4-8 0,-4-2 6 16,1 1-8-16,-1-4-9 0,-2 2-9 0,1 0-6 16,-4-2-8-16,-2-3-12 0,-5 5-12 0,2-3-13 15,0 3-12-15,-4-2-13 0,-2 3-15 0,0 2-19 0,0 3-23 16,-4 0-21-16,1 4-26 0,-8 2-41 16,9 1-40-16,-7 3-28 0,-1 3-202 0,-5 5-461 0,6-2 205 15</inkml:trace>
  <inkml:trace contextRef="#ctx0" brushRef="#br0" timeOffset="126715.86">28939 9306 5 0,'0'0'242'0,"12"-2"-8"0,-2-2 5 0,-2 1 2 16,-1 0-3-16,2-1-12 0,-1-3-7 16,0 2-5-16,-2 0-11 0,2-4-17 0,-1 3-4 0,1-3-10 15,-2-1-5-15,2-4-10 0,-1 2-30 16,0-2-12-16,1-2-8 0,-3 0-5 0,0 0-15 15,-4 0-7-15,3-1-7 0,-1 0-10 0,-1 2 7 16,2 3-13-16,-4-1-6 0,-1 3-1 0,-2 0 1 16,1 4 6-16,2 6-7 0,-3-14 4 0,2 8-9 0,1 6 3 15,-4-9-14-15,4 9-9 0,-4-7 3 0,4 7-10 16,0 0-2-16,-3-6-9 0,3 6-9 16,0 0-8-16,0 0 0 0,0 0-32 0,0 0-21 15,0-10-2-15,0 10 10 0,0 0 2 0,0 0 14 0,17 3 1 16,-4-3 2-16,1 0 5 0,4 0 6 0,0 0-1 15,0 0 4-15,-4 0 0 0,-1 1 2 0,-3-1 2 16,1 1 0-16,-3 1 0 0,0-2 2 0,-1 2-2 16,0 0-1-16,-1 1 3 0,-1 1 3 0,0 1 6 15,1 2 0-15,1 1 11 0,-4 2 11 0,-1-1 0 16,1 3 0-16,-2 0-6 0,-2 1 8 0,2 0 5 16,-4 2-2-16,1 2 2 0,-1 2-5 0,2-2 4 15,-1-1-3-15,0 0-7 0,4-5 6 0,-2-2-8 16,0 3-4-16,2-6 0 0,-1 2 3 0,-1-8-4 15,5 10 5-15,1-5 1 0,-1 0-2 0,4-3 1 16,3 0 4-16,0-2-5 0,2-2 0 0,3 0 3 16,2-4 7-16,0 0-12 0,-1-1 2 0,1-3 10 15,-2 2-1-15,7-8-13 0,-9 4 2 0,1-2 7 16,4-5-8-16,-1 2 3 0,2-1-2 0,-8 2 0 16,0 0 3-16,2-4-1 0,2-1-10 15,-9 6 8-15,-1-3 2 0,-1 4-2 0,-1 3-1 0,0-1 12 16,-4 3 3-16,2 2 8 0,-2 1 10 0,-1 6 5 15,2-11-9-15,0 6-28 0,-2 5 25 16,0 0-1-16,0 0-5 0,0 0 6 0,0 0-27 0,-15-1 4 16,2 7-5-16,3 2-10 0,-5 1-2 0,0 5 2 15,5-2-9-15,-3 3-4 0,2 1-5 0,-1-1-18 16,6 1-1-16,1-1 4 0,2-4-1 0,1 4-12 16,2-1 1-16,1-2 3 0,4 4 4 0,2-1 11 15,1 0 1-15,4-3 7 0,0 1 0 0,0 0 0 16,4-5 6-16,-1 4-2 0,-6-4 4 0,1 0 1 15,0-2 3-15,-2 0 2 0,-2-1 2 0,1-1-3 16,-3-1 1-16,-4-3 7 0,5 8 9 0,-5-8-1 16,2 4 7-16,-2-4 5 0,0 0-4 0,-10 10 7 15,-1-5-8-15,-1-1-1 0,-6 1 8 0,-2 1-25 16,-1-4-13-16,0 4-35 0,-8-4-25 0,3 2-43 16,5-1-62-16,2-1-66 0,1 0-259 0,0-2-553 15,0 2 244-15</inkml:trace>
  <inkml:trace contextRef="#ctx0" brushRef="#br0" timeOffset="128399.85">16394 15867 166 0,'0'0'261'15,"-8"2"-14"-15,8-2-14 0,0 0-23 0,0 0-20 16,0 0-20-16,0 0-18 0,0 0-17 0,0 0-17 0,0 0-14 16,0 0-12-16,0 0-4 0,0 0-10 0,0 0-7 15,0 0-5-15,21 1-3 0,-3-4-4 0,3-1-2 16,8-1-5-16,3-1-6 0,4-2 0 16,-1 0-8-16,0-1-1 0,0 0-7 0,-3 3-5 15,0-4-15-15,-3 6-14 0,-10 0-26 0,3-2-21 16,-2 2-34-16,-7 1-32 0,-1 1-39 0,0-1-18 15,0 0-26-15,-1 2-139 0,-11 1-365 0,12-1 162 16</inkml:trace>
  <inkml:trace contextRef="#ctx0" brushRef="#br0" timeOffset="128817.4">16730 15799 83 0,'0'0'195'16,"-7"1"-15"-16,7-1-22 0,0 0-20 0,0 0-14 15,0 0-17-15,-5 11-16 0,4-3-7 0,1-8-6 16,0 26-7-16,0-9-5 0,0 10 0 0,-2-1 19 16,1-2-9-16,0 4-4 0,0-5-4 15,-1 7 3-15,0-3-12 0,2 1 0 0,1-3-4 16,-2 1 1-16,1-1-5 0,-3-7-5 0,3-1 0 16,-1-2-9-16,5-1 2 0,-7-4-6 0,6 0-2 0,-2 0-3 15,-2-2-2-15,2-2-3 0,-1-6-1 16,1 12 0-16,-1-12-3 0,-1 8 4 0,1-8-3 15,0 0-3-15,0 0 6 0,0 8-4 0,0-8-4 16,0 0 3-16,-9 6-4 0,4-5-1 0,-4 0-4 16,-4 1 2-16,2 0-3 0,-2-2-1 0,-4 2 2 15,3-1-6-15,-1-1 3 0,-2 0-3 16,0 0 3-16,-1 1-1 0,6-1-3 0,1 2 4 0,-3-2-5 16,2 1 4-16,1-1 3 0,2-1 15 0,9 1 8 15,-15-1-5-15,15 1 0 0,-11 0-8 0,11 0 0 16,0 0-3-16,-8 1-4 0,8-1-1 0,0 0 0 15,0 0 8-15,0 0 0 0,0 0 4 0,0 0 6 16,32 4-3-16,-10-5 0 0,6-1-2 0,3 0-2 16,1-3-3-16,4-1-12 0,-2-1-12 0,2-2-13 15,16-1-18-15,-2-3-22 0,-13 6-25 0,0-2-34 16,13-5-39-16,-14 5-32 0,2 1-38 0,1-3-142 16,-5 3-400-16,3-3 177 0</inkml:trace>
  <inkml:trace contextRef="#ctx0" brushRef="#br0" timeOffset="129254.05">17582 15803 101 0,'0'0'290'16,"0"0"-16"-16,-1-11-24 0,1 11-25 0,-7-8-4 16,7 8-14-16,0 0-13 0,-15-4-14 0,15 4-16 15,-19 1-1-15,2 6-12 0,1 3-4 0,-8 5-12 16,-1 4-2-16,-2 2-4 0,0 2-7 0,-1 3-16 15,3 1 1-15,-2 11-23 0,5-13-4 0,6 1-14 16,0 6 0-16,5-6-11 0,2 0 8 0,2-3-14 16,5-3-13-16,4-2 1 0,1-1-2 0,3 0-8 15,3-2 0-15,1-6-4 0,5 0-14 0,2-1-18 16,1-5-21-16,12-3-19 0,-1-3-30 0,6-1-34 16,0-8-31-16,2 1-35 0,10-10-38 0,-14 7-28 15,17-5-37-15,-17 0-154 0,-1 0-470 16,1 0 208-16</inkml:trace>
  <inkml:trace contextRef="#ctx0" brushRef="#br0" timeOffset="129347.08">17896 16008 20 0,'0'0'132'0,"0"0"-3"16,9-6-6-16,-9 6-5 0,0 0-4 15,0 0-4-15,0 0-1 0,0 0-13 0,0 0-7 0,0 0-6 16,0 0-7-16,0 0-11 0,0 0-5 16,0 0-39-16,0 0-63 0,0 0-67 0,-30 18-90 15,30-18-217-15,-17 1 96 0</inkml:trace>
  <inkml:trace contextRef="#ctx0" brushRef="#br0" timeOffset="135377.76">26791 10010 105 0,'0'0'103'0,"-4"4"-2"0,4-4-9 0,0 0-12 16,0 0-6-16,0 0 1 0,0 0-11 0,0 0-8 0,-6 5-10 15,6-5-4-15,0 0-6 0,0 0 4 16,0 0-3-16,0 0 10 0,0 0-1 0,0 0 2 15,0 0 8-15,0 0 6 0,0 0-5 0,0 0-8 16,0 0 7-16,0 0-7 0,0 0 5 0,0 0-12 0,0 0 0 16,0 0-3-16,0 0-4 0,0 0 5 0,0 0 3 15,0 0 3-15,0 0-9 0,0 0 2 0,0 0-2 16,0 0 5-16,0 0 4 0,0 0 2 16,0 0 8-16,0 0 6 0,0 0-5 0,0 0 3 15,0 0 0-15,0 0-5 0,0 0 2 0,0 0-3 16,0 0 2-16,0 0 6 0,0 0-6 0,0 0 12 0,0 0-8 15,0 0 6-15,0 0 4 0,0 0 3 0,0 0 5 16,0 0-2-16,0 0 0 0,0 0-2 0,0 0-4 16,0 0-6-16,0 0-8 0,0 0-3 0,0 0-7 15,0 0-4-15,0 0-8 0,0 0 6 0,0 0-15 16,0 0-3-16,0 0-8 0,0 0-8 0,0 0-6 16,0 0-6-16,0 0-6 0,0 0-1 0,0 0-1 15,0 0 2-15,0 0 5 0,0 0 4 0,0 0-7 16,0 0 5-16,0 0 0 0,31-4 1 0,-22 7 0 15,1-3 8-15,-3 0-9 0,-7 0 2 0,18 0 1 16,-11 1-4-16,-7-1 3 0,14-1 2 16,-14 1 0-16,9 0-6 0,-9 0 2 0,8 1 11 0,-8-1-7 15,12 0-5-15,-12 0 2 0,0 0 3 0,9-1-5 16,-9 1 3-16,11 1 3 0,-11-1-1 0,9 1 1 16,-9-1-4-16,0 0 10 0,0 0-5 0,9 2 1 15,-9-2-6-15,0 0 1 0,0 0-16 0,0 0-15 16,0 0-22-16,0 0-29 0,7 1-31 0,-7-1-39 15,0 0-55-15,2 6-63 0,-2-6-173 0,0 0-481 16,0 0 214-16</inkml:trace>
  <inkml:trace contextRef="#ctx0" brushRef="#br0" timeOffset="154041.81">23663 12498 18 0,'-10'-4'75'0,"-1"0"10"16,0-1-10-16,1 1-8 0,-1 0-4 0,-1-1-5 15,1 2-13-15,0-1 29 0,-1 2-11 0,5 1 7 16,-1-2-1-16,8 3-9 0,-15-1 4 0,7 1-13 16,8 0 2-16,-13 0-5 0,13 0-8 0,-10 0-12 15,10 0 0-15,-6 2-2 0,6-2 18 0,0 0-7 0,-3 8 0 16,3-8-3-16,0 0-10 0,0 0-2 16,13 14-5-16,-3-10 2 0,3 1 0 0,7 2-8 15,8-1 7-15,6 1-4 0,5-4-11 0,20 2 10 16,4-2 4-16,30-3 3 0,3 1 2 0,1-1 13 0,-1-2-4 15,3 1 1-15,5 1 1 0,1-1-3 16,9 0 3-16,2-2 0 0,4-1-1 0,6 6 1 16,1-4 0-16,10 2 2 0,-1-2 3 0,11-2 1 15,3 0 0-15,-3 3-10 0,1-3 0 0,-2-1-5 16,0 3-2-16,-2-2-1 0,-2 1 7 0,-4 0-2 0,-8-1-4 16,-1 2 2-16,-11-3 0 0,-3 0-5 0,-4 0 3 15,-8 2-4-15,-7-2 3 0,-29 1-1 16,-6 2 0-16,2-1-1 0,-5 3-1 0,-6-1 0 15,-16-2-2-15,-3 1-1 0,-5 2-1 0,-8-2 0 16,-11 1 0-16,5 0-4 0,-5 1 2 0,-1 0-3 0,-8 0-7 16,0 0-22-16,16-1-42 0,-16 1-76 0,0 0-93 15,0 0-117-15,0 0-377 0,0 0 167 0</inkml:trace>
  <inkml:trace contextRef="#ctx0" brushRef="#br0" timeOffset="156149.74">7236 8722 38 0,'-9'-3'87'0,"-3"2"-6"16,1-1-7-16,-1 0-4 0,-6-1-9 0,5 1 9 16,-1 2 0-16,-5-2-10 0,3 2 1 0,-5 0-7 15,1 2-10-15,-2 0 8 0,-5 2-7 0,-1 2-3 16,-3-1 0-16,1 2-8 0,2 2 2 0,-2 1-10 15,-2 2 2-15,0 0-4 0,3 2-6 0,-3 2-1 16,1 0 10-16,-2 1-13 0,4-2-3 0,-3 4 2 16,2-1-5-16,1 1 2 0,3 3-3 0,2 1 0 15,-2-4 3-15,3 1-7 0,1 1 0 0,2 0 4 16,2-2-5-16,2 2-5 0,0-1 10 0,2 3-3 16,-1-3 0-16,5 4 3 0,-4-3-4 0,2 4 3 15,3 2 12-15,-2-2-11 0,1 2 2 0,2 1-5 16,0-1 0-16,3 1-5 0,-1-2 4 0,3 3 3 15,2 0-4-15,0-1 2 0,1-1 5 0,3 4-10 16,1-3 1-16,3 0 3 0,2 4 5 0,0-3 7 16,1 0-7-16,1-2 2 0,3 0-1 0,3 0-5 15,1-3 10-15,2 3 3 0,-3-4 5 0,6 2-3 16,1-4 1-16,2 1 0 0,3-1 3 0,2-3-1 16,16 2 7-16,-11-6 7 0,16 2-8 0,2-2-1 15,-2-3-3-15,2-2 0 0,1-1-1 0,-3-4-5 16,-2-3-3-16,-9 1-2 0,9-5-2 0,-10 1 9 15,11-2-7-15,-1-2-5 0,-12-1-3 0,13-7 3 0,-1 2-3 16,1-3-1-16,5-2 5 0,-3-2-1 16,-3 1 0-16,-1 0-2 0,0-1-1 0,-1 2-1 15,0-2 0-15,-14 3-1 0,11-6-1 0,-10 6 1 16,10-6-1-16,-13 2 3 0,-1 3-2 0,1-4-1 16,-1 1 3-16,-2-2 1 0,-2 0 1 0,-1 1-6 0,-1-3 7 15,-2-1-3-15,0 2 5 0,-2-2-3 16,-4 1 13-16,0-2 2 0,-5 1 13 0,0 1 13 15,-2-1 3-15,-3-2-5 0,-2 1 1 0,-1-1-6 16,-3 0 7-16,-3-1 4 0,-3 0 5 0,-2 1-4 0,-4-4-6 16,0 2-5-16,-1 0-5 0,-5-1 2 0,-5 0-7 15,0 2-3-15,-13-10-4 0,-3 2-6 16,-1 3-2-16,-2 3-5 0,-2 1-2 0,-5 2 0 16,-1 4-5-16,-5 0 2 0,3 1-10 0,-5 3-2 15,-6 2 1-15,3 2-5 0,-2 5-2 0,0 3-1 0,2 3-3 16,-4 5 0-16,3 4-19 0,-4 6 1 0,-22 6 0 15,23 2 1-15,-25 10-13 0,7 4-4 16,24-6-17-16,2 2-14 0,-22 15-25 0,25-12-35 16,2 0-27-16,0 3-164 0,0 5-356 0,7-2 158 15</inkml:trace>
  <inkml:trace contextRef="#ctx0" brushRef="#br0" timeOffset="157389.68">29356 11807 5 0,'0'0'82'0,"0"0"-1"0,-5 5-1 16,5-5-8-16,0 0 5 0,-5 6 1 0,5-6-7 16,-4 4 19-16,4-4-12 0,-5 4-6 0,5-4-8 15,0 0 0-15,0 0-12 0,-8 4-2 0,8-4-12 16,0 0 6-16,0 0 11 0,-6 3-30 0,6-3-2 16,0 0-3-16,-5 6-3 0,5-6 4 0,-4 4-4 15,4-4-1-15,-7 6 2 0,5-1 4 0,-4-1-9 16,0 0-1-16,0 1-12 0,-3 1-17 0,0 0-29 15,-1 1-32-15,-2-1-27 0,-2 0-81 0,-1 0-200 16,1-2 88-16</inkml:trace>
  <inkml:trace contextRef="#ctx0" brushRef="#br0" timeOffset="157600.01">29098 11954 50 0,'0'0'128'0,"0"0"3"0,0 0 2 0,0 0-5 16,0 0-1-16,0 0-2 0,0 0-6 0,0 0-1 15,0 0-4-15,0 0 1 0,0 0-1 0,0 0 3 16,0 0-8-16,30 1-1 0,-12-1-3 0,2 0-12 16,9-4-8-16,0 4-7 0,2-1-10 0,0 0-6 15,1-1-6-15,-2 2-3 0,2 0-8 0,-4 0-5 0,2 0-3 16,-9-1-4-16,0 1-12 0,1 3-17 16,-3-3-23-16,-3 1-33 0,4 0-42 0,-2-2-37 15,1 2-37-15,-5 1-34 0,0-1-107 0,2 0-334 16,-2-1 148-16</inkml:trace>
  <inkml:trace contextRef="#ctx0" brushRef="#br0" timeOffset="158273.43">30207 11903 36 0,'0'0'225'0,"-9"-13"-16"0,0 9-19 15,-1 2-17-15,-2 0-6 0,-2 1-15 0,-5 1-15 16,0-2-10-16,-3 5-16 0,-6 1-11 0,9 1-10 0,-3 1-10 16,-3 2-6-16,6 2-8 0,-1 0-10 15,-3 4-5-15,4-4-3 0,4 2-9 0,0 0-1 16,3 0-4-16,3 0-5 0,-2 2-1 0,4-4-8 16,5 2 3-16,-1-2-3 0,3 0-4 0,-1-1 0 15,5 2-1-15,0-2 2 0,6 0-3 0,-3-2 0 16,9 0-5-16,2-2 2 0,1-4-1 0,0-1-3 15,3-3-4-15,-1-1 10 0,5-4-4 0,1 0 1 16,0-3 6-16,-3-1 5 0,-1-3 6 0,-6 2-14 16,3-5 5-16,-3-2 5 0,-2-1 4 0,0-2 6 15,-3-2 0-15,-3-2 2 0,0-1 2 0,-2-2 2 0,-2-1-3 16,-1 2 3-16,-4-4-2 0,2 3 6 16,-5 2 17-16,2 3 12 0,-1 6-4 0,0-1-1 15,1 4 12-15,-1 5 14 0,0 0-4 0,-1 5-3 0,3 6-17 16,-1-11-11-16,1 11-6 0,0-8-9 15,0 8-7-15,0 0-1 0,-2-9-18 0,2 9-5 0,0 0-7 16,0 0 2-16,0 0-1 0,-6 39 0 16,3-13 13-16,1 5-9 0,0 0-12 0,0 1 11 0,2 1-8 15,3-6 0-15,0 0-2 0,2-2 1 16,1 1-3-16,0-6 2 0,6 1-14 0,-3-6 7 16,4 1-1-16,-1-2-14 0,2-1 1 0,2-4 2 15,0 1 3-15,0-5 4 0,-5 2 3 0,6-2-2 0,-4-4-2 16,1 0 7-16,1-2 1 0,-2-2 1 15,-3 1 2-15,0-1 11 0,0 0-6 0,-1-4 3 0,0-1-1 16,2 0-4-16,-5 0 3 0,0-2 4 16,1 1-3-16,-3-1-7 0,1-1 9 0,-2 3 0 15,-1 1 2-15,0 0 6 0,-2 7-5 0,3-8-3 0,-3 8 1 16,1-6-9-16,-1 6 0 0,0 0-9 16,0 0-1-16,0 0 2 0,0 0 0 0,0 0-2 15,0 0 3-15,0 0 1 0,2 28-1 0,-4-18-4 16,4 1-17-16,-1-1-9 0,-2 2 1 0,2 0-11 15,-1-2-35-15,1 4-14 0,0-2-30 0,-1-1-49 0,2 0-47 16,0-2-44-16,0-2-170 0,-2-7-474 0,6 9 210 16</inkml:trace>
  <inkml:trace contextRef="#ctx0" brushRef="#br0" timeOffset="158425.21">30456 11655 113 0,'-2'-8'174'0,"2"8"-33"16,0 0-51-16,0 0-34 0,0 0-11 0,0 0-23 15,0 0-29-15,0 0-20 0,16 15-32 0,-4 1-33 16,-2 1-98-16,9 4 43 0</inkml:trace>
  <inkml:trace contextRef="#ctx0" brushRef="#br0" timeOffset="158683.76">30730 11921 45 0,'2'7'151'0,"1"0"-4"0,-3-7-15 16,1 10-10-16,2-5-11 0,-3-5-12 0,4 9-11 0,-3-3-7 16,-1-6 21-16,6 8-4 0,1-3-10 0,-5-1 9 15,5 1 7-15,-2-1 5 0,2-3 0 0,2 1-5 16,2-2 1-16,0 0-12 0,2 0 2 16,0-3 1-16,1-1 2 0,-3-1-5 0,2 1-3 15,-2-2-9-15,-3-1 4 0,0 0-3 0,1-1-6 16,-4-1-5-16,-3 0-6 0,0-2-8 0,-2 1-9 0,-3-3-4 15,-1 1-12-15,-6-2-3 0,1 4-7 0,-2-1-7 16,-5 3-9-16,1 0-16 0,-4 3-19 16,-2 2-15-16,3 6-11 0,1-3-24 0,0 5-31 15,-1 5-31-15,5-2-41 0,2-1-38 0,4 2-164 16,2 1-415-16,4 0 184 0</inkml:trace>
  <inkml:trace contextRef="#ctx0" brushRef="#br0" timeOffset="159333.41">31274 11889 199 0,'0'0'248'0,"-1"-12"4"15,1 12-12-15,-6-12-4 0,-1 7-4 0,2 0-21 16,-4 0-19-16,0 3-17 0,-2 0-18 16,-1 2-10-16,-2 0-6 0,-1 5-17 0,-4 0-16 15,0 2-11-15,-1 2-7 0,-1 5-10 0,3-3-8 16,2 1-10-16,2 1-8 0,1 2-1 0,3-3-11 15,4 0-8-15,1 0-6 0,2 0-3 0,3-2-10 0,2 2-4 16,4-2-17-16,0 0 3 0,2-2-4 16,2 0-5-16,5-1 0 0,1 0 2 0,-2-4 4 15,4-1-3-15,1 0 9 0,0-2-7 0,-1-4 5 16,1-1-6-16,-2 0 9 0,1-4 0 0,-3 0 9 16,-1-2 1-16,-2-1 1 0,-1-3 0 0,-2-1-2 15,-1-1-1-15,-1-5-2 0,2-6 5 0,-4 2-6 16,-3 1 0-16,2-2 4 0,-2-2-1 0,-3 0-2 15,-2-1 3-15,3 1 6 0,0 0 13 0,-5 1 4 16,4 8 5-16,-3 2 11 0,1 1 13 0,2 5 6 16,-3 1 6-16,3 2 4 0,1 9-22 0,-2-12-6 15,2 12-14-15,0 0 0 0,-2-14-11 0,2 14-14 16,-1-3 0-16,1 3 0 0,0 0-2 0,0 0-3 16,-1 38-3-16,1-11 3 0,-3 1-4 0,2 0 4 15,1 3 2-15,1 0-7 0,-1-4 2 0,1 2-4 16,2-4-3-16,0 0 8 0,0-1-1 0,2-5 0 15,0-3-1-15,1 0-4 0,1 0-6 0,1 0-2 16,0-6 5-16,4 2-1 0,4-1 7 0,-1-3-6 16,2-1 0-16,1 0 0 0,-1-4-3 0,3-1 6 15,8-2 1-15,-8-1-7 0,11-5 8 0,-3-1 11 16,0 0-1-16,-1-2-9 0,-3-1 3 0,1-3-7 16,-8 3-2-16,0-4 0 0,2-3-3 0,-6 2 0 0,0 2 5 15,-2-4-7-15,-4 6 6 0,-1 1 7 16,-3-2 18-16,-1 4 4 0,-2-1-3 0,0 9-1 15,-6-14-10-15,-2 9-4 0,-1 2 9 0,-2 2-7 16,-5 1 1-16,4 3-5 0,-6 2-2 0,1 7-3 0,0-2 4 16,3 2-6-16,2 2-13 0,0-1-24 0,4 3-24 15,1-2-17-15,2 1-25 0,5 1-16 16,2-5-27-16,3 4-40 0,8-2-25 0,3-1-60 16,9 0-217-16,-1-1-530 0,8-3 235 0</inkml:trace>
  <inkml:trace contextRef="#ctx0" brushRef="#br0" timeOffset="159500.1">31567 12117 174 0,'-12'1'259'0,"2"0"-6"0,0 1-21 16,10-2-20-16,-9 1-24 0,9-1-21 0,-9 2-22 15,9-2-24-15,0 0-22 0,0 0-37 16,30 2-57-16,3-6-78 0,19-6-57 0,6-1-156 15,7 4-309-15,27-5 136 0</inkml:trace>
  <inkml:trace contextRef="#ctx0" brushRef="#br0" timeOffset="159626.47">32593 11944 6 0,'9'-1'278'0,"-4"-2"-23"16,-5 3-7-16,13-1-11 0,-13 1-6 0,9 0-16 0,-9 0-24 15,0 0-17-15,9-4-20 0,-9 4-15 16,6-5-35-16,-6 5-46 0,0 0-57 0,0 0-68 15,9-15-71-15,-4 11-67 0,-5 4-109 0,0 0-340 0,0 0 151 16</inkml:trace>
  <inkml:trace contextRef="#ctx0" brushRef="#br0" timeOffset="165580.91">30969 12243 78 0,'0'0'86'0,"0"0"-1"0,0 0-11 15,0 0-2-15,0 0-7 0,0 0-10 0,0 0-8 16,0 0-4-16,0 0-5 0,0 0-9 0,0 0-17 16,0 0-26-16,0 0-43 0,0 0-46 0,0 0-110 15,0 0 49-15</inkml:trace>
  <inkml:trace contextRef="#ctx0" brushRef="#br0" timeOffset="171317.25">14970 9263 64 0,'0'0'61'15,"0"0"-3"-15,0 0-2 0,0 0 3 0,0 0-8 16,0 0 8-16,0 0-2 0,0 0-12 0,0 0 0 0,0 0-4 16,0 0 9-16,0 0-18 0,0 0-4 0,0 0 6 15,0 0-12-15,0 0-21 0,0 0-7 0,0 0-18 16,0 0-17-16,0 0-19 0,0 0-46 16,0 0-114-16,0 0 51 0</inkml:trace>
  <inkml:trace contextRef="#ctx0" brushRef="#br0" timeOffset="171498.02">14910 9236 64 0,'0'0'152'0,"0"0"11"16,0 0-14-16,-4-5-9 0,4 5-3 0,0 0-8 16,0 0-9-16,0 0-12 0,0 0-15 15,0 0-5-15,0 0-15 0,0 0-6 0,0 0-9 16,0 0-6-16,0 0-7 0,0 0-29 0,0 0-35 0,0 0-59 15,0 0-28-15,0 0-137 0,0 0-261 0,-5-5 116 16</inkml:trace>
  <inkml:trace contextRef="#ctx0" brushRef="#br0" timeOffset="-189596.82">29985 3734 108 0,'0'0'211'0,"0"0"-4"0,0-10-3 0,0 10-3 16,0 0-9-16,-3-8-5 0,3 8-16 0,0 0-5 16,0 0-10-16,0 0-11 0,0 0-7 0,-4-6-11 15,4 6-14-15,0 0-3 0,0 0-16 16,0 0-10-16,0 0-7 0,0 0-9 0,0 0-7 15,0 0-9-15,0 0-10 0,0 0-2 0,0 0-10 16,0 0-6-16,0 0-7 0,0 0-6 0,0 0 1 0,0 0-6 16,0 0-2-16,0 0 4 0,0 0-3 0,0 0 1 15,0 27-3-15,-1-17-1 0,1 2 1 0,-1-1 0 16,2 2 0-16,-2 2 0 0,0 1 1 16,2-1-2-16,-1 1 3 0,0-4 1 0,0 0-6 15,1 1 4-15,-1 3-2 0,1 0 8 0,-2-3-5 16,2-3-6-16,-1 2-16 0,0-1-11 0,2-1-12 15,-2 0-8-15,0 2-23 0,0 0-29 0,2-1-37 0,-4-1-50 16,2 2-39-16,-4-3-154 0,4-9-411 16,-5 16 182-16</inkml:trace>
  <inkml:trace contextRef="#ctx0" brushRef="#br0" timeOffset="-189162.06">30120 4060 173 0,'0'0'264'0,"0"0"0"16,0 0-13-16,0 0-19 0,0 0-24 0,0 0-20 16,0 0-14-16,8-21-17 0,-4 9-13 0,2-4-14 15,0 0-14-15,3 0-10 0,5-6-10 0,-1 1-18 16,3 0-7-16,-4 8-8 0,0-1-10 0,1 1-6 15,-4 7-7-15,0 1-7 0,-1-2-18 0,-8 7-7 16,12-4-4-16,-12 4-1 0,14 0-1 0,-14 0 3 16,19 10 1-16,-11-3-3 0,5 7-1 0,-6 0 2 15,4 1 0-15,-4 2-6 0,2-1 0 0,-2 1-2 16,-4 2-13-16,3-3-14 0,-1 1-11 0,-2 1-25 16,1-1-36-16,0-5-53 0,0 0-63 0,-3 5-165 15,4-8-415-15,-1 0 183 0</inkml:trace>
  <inkml:trace contextRef="#ctx0" brushRef="#br0" timeOffset="-188913.13">30734 3725 2106 0,'0'-11'61'16,"-3"-6"-2"-16,2 5-16 0,-2 2 5 0,2 3 14 15,1 7 12-15,-3-11-9 0,3 11-7 0,-1-8-12 16,1 8-10-16,0 0-4 0,0-10-11 15,0 10-7-15,0 0-6 0,0 0-5 0,0 0-2 16,0 0 1-16,0 0-1 0,3 27 1 0,-3-9-2 16,0 0 5-16,1 7-5 0,0 0 5 0,0-6 2 15,-1 6-3-15,0 0 3 0,2 1 4 0,-1 0-2 16,2 1 4-16,-2-7-11 0,0-1-19 0,0 1-18 16,2-2-29-16,-3 1-43 0,3-4-73 0,-3 2-221 15,1-4-433-15,0-2 191 0</inkml:trace>
  <inkml:trace contextRef="#ctx0" brushRef="#br0" timeOffset="-188460.93">31323 3643 183 0,'-5'-9'221'0,"-3"2"-12"16,-2 1-21-16,0 2-10 0,-2 4-20 0,-6 0-4 15,-3 4-16-15,-4 5-13 0,-4 5-10 0,-2 1-16 0,4 1-8 16,-1 2-13-16,6 2-8 0,2 0-5 0,3 0-9 16,8-3-2-16,-1-2-11 0,6 1 2 0,1 0-8 15,4 0-2-15,0-4-3 0,2-2-5 16,2 1-4-16,2-3-2 0,1 1-3 0,2-3 1 16,-1 0-6-16,4-3 1 0,0-3 2 0,5 0-12 15,-2-3 3-15,3-3 0 0,-2 2 1 0,0-4-1 16,-1-2 0-16,0 2-2 0,0-3-1 0,-2-3 7 15,-1 3 6-15,-3-3 2 0,2 0 0 0,-6-3 2 16,4-1-2-16,-1 1 2 0,0 1 2 0,-4 4 19 16,0 2 7-16,-1 3 6 0,-4 7-3 0,7-13 1 15,-5 8-10-15,-2 5-3 0,0 0-7 0,4-11-10 16,-4 11-5-16,0 0-10 0,8-6-3 0,-8 6 1 16,0 0-5-16,0 0 2 0,1 25-2 0,0-11 6 15,-2 5-2-15,0 0 0 0,-3 7 3 0,2-5-1 16,-1 3 0-16,-1 2-1 0,0-1 3 0,2-6-1 15,2 0-11-15,-2-2 2 0,2 2-16 0,0-2-20 16,-1-1-24-16,2 0-31 0,-1-3-47 0,0-13-62 16,2 20-244-16,-6-10-482 0,4-10 214 0</inkml:trace>
  <inkml:trace contextRef="#ctx0" brushRef="#br0" timeOffset="-188046.9">31463 3685 67 0,'0'0'208'0,"0"0"-30"0,0 0-15 15,0 0-15-15,0 0-17 0,0 0-7 16,-1 42-23-16,1-30-5 0,1 0-15 0,-2-1-2 16,5 5-11-16,-2-5-14 0,2 5 5 0,1-7-5 15,2 2-4-15,0-2-6 0,1 0 14 0,1 0-7 16,-1-1 12-16,1-3-3 0,0-1-3 0,1-2-4 15,1-1-3-15,-11-1-3 0,22-3 5 0,-10 0 13 16,-2 0 7-16,-1-3-4 0,2 1-7 0,-2-5-3 16,0 1-9-16,4-7-3 0,-4 1-6 15,0 1-4-15,1 0-7 0,-2-3-1 0,2 0 28 0,-4 1-5 16,2 2 5-16,-2 5 3 0,-2-1 7 0,-1 4-3 16,-1 0 4-16,1 1-12 0,-3 5-4 0,4-8-15 15,-4 8-8-15,0 0-4 0,4-5-12 0,-4 5 0 16,0 0-1-16,0 0 0 0,0 0 3 0,-4 35 1 15,0-17 3-15,-1 7 1 0,2-1 4 16,-2 0-2-16,0 3-1 0,-1-1-4 0,1-1 2 16,-1-1 3-16,1 0-6 0,1-7 0 0,2 3-1 15,-1-4-3-15,2 3-8 0,-3-7-29 0,7 4-27 16,-6-1-31-16,3-4-46 0,0-11-62 0,3 16-83 16,-6-7-207-16,3-9-522 0,0 0 231 0</inkml:trace>
  <inkml:trace contextRef="#ctx0" brushRef="#br0" timeOffset="-187558.49">31989 3763 2382 0,'5'-4'107'0,"-1"1"-93"0,-4 3 3 0,7-6-23 16,-3 3 3-16,-4 3-1 0,0 0-6 0,0 0-4 15,0 0 7-15,0 0 0 0,0 0 0 0,21 12 1 16,-15-2 14-16,-1-1 3 0,5 5 4 0,-1 0-5 15,0-3-1-15,1 6-2 0,-1-1 2 16,-1-1 2-16,3 1-4 0,-2 1 2 0,0-5 1 16,-1 5-7-16,-3-6 4 0,0 1 4 0,0-1 2 15,-3 2-3-15,-1-2 5 0,-1 0-4 0,-5 0 3 16,-2 3-8-16,-1-5-3 0,-7 3-16 0,-1-3-15 0,-2 0-6 16,-4-3-2-16,4-1 8 0,0-1 4 15,1-4-2-15,4 1 5 0,0-4 5 0,3-1-3 16,2 1 15-16,-1-3-4 0,0 1 5 0,7-1 1 15,-2-5-2-15,5-2-2 0,2 2-2 0,7-8-6 16,1 3 7-16,6-8-1 0,2 5 5 0,4-3-1 16,-2 0 0-16,4 1 0 0,-1-2-2 0,1 3 1 15,0 1 4-15,-5 2 2 0,2 0 1 0,-5 5 7 16,-5 0 5-16,-1 0 10 0,2 0 7 0,-8 2 2 16,1 0 11-16,0 1 24 0,-4-1-6 0,-2 0-1 15,4 0 7-15,-4 10 20 0,-4-15-9 0,2 5-3 16,2 10-4-16,-7-11-10 0,2 6-2 0,5 5-9 15,-17-7-10-15,8 6-2 0,9 1-5 0,-25 6-4 16,8 1-2-16,-1 0-3 0,4 7-5 0,-2-2 1 16,2 2-7-16,0 2-2 0,3-4-30 0,5-2-14 15,1 8-20-15,0-1-29 0,6 2-35 0,-1-2-41 16,8-1-73-16,1-3-237 0,-3-1-507 0,8-1 225 16</inkml:trace>
  <inkml:trace contextRef="#ctx0" brushRef="#br0" timeOffset="-187046.92">31654 4299 66 0,'119'-11'102'0,"-3"0"-17"0,4 0-11 0,0-2 3 15,2 2-26-15,-1-1-62 0,0 5-63 16,-12-5-81-16,-11 3 36 0</inkml:trace>
  <inkml:trace contextRef="#ctx0" brushRef="#br0" timeOffset="-183001.1">29357 4836 107 0,'0'0'173'16,"0"0"-9"-16,0 0-6 0,0 0-9 0,0 0-10 16,0 0-7-16,0 0-6 0,0 0-10 0,0 0-9 0,0 0-3 15,0 0-2-15,0 0 27 0,0 0-7 16,0 0-1-16,0 0-1 0,0 0-2 0,0 0-8 15,0 0-2-15,0 0-4 0,0 0 2 0,0 0-2 16,0 0-11-16,0 0-10 0,3-13-8 0,-3 13-8 16,0-9-10-16,0 9-5 0,-3-7 0 0,3 7-10 15,-2-9 0-15,2 9-2 0,-3-10-7 0,3 10-5 16,-1-11-7-16,1 11 4 0,-1-7-5 0,1 7-2 16,0 0-5-16,0 0-6 0,0-9-3 0,0 9-9 15,0 0-8-15,0 0 6 0,0 0-3 0,0 0-3 16,0 0 3-16,1 32-3 0,-1-12 8 0,-3 10 2 15,3 0-3-15,0 1-3 0,0 0 3 0,0 0 6 16,-2-2-1-16,2 0-2 0,-3-3 3 0,3-2-4 16,1-5-1-16,1 1 2 0,-2-5-1 0,1 2 4 15,-1-1 0-15,1 0 3 0,1-1 4 0,-1-5-6 16,0 2 1-16,0-3 1 0,-1 0 4 0,-1-3-1 16,4 1-5-16,-3-7-12 0,-2 12-6 0,4-6-13 15,-2-6-10-15,0 8-13 0,0-8-8 0,0 0-17 16,0 0-18-16,0 0-22 0,0 0-31 0,0 0-41 15,0 0-44-15,0 0-154 0,0 0-419 0,0 0 185 16</inkml:trace>
  <inkml:trace contextRef="#ctx0" brushRef="#br0" timeOffset="-182546.68">29380 4843 18 0,'0'0'196'0,"-1"-9"-25"15,1 9-10-15,-1-9-20 0,1 9-14 0,0 0-15 16,0 0-15-16,1-10-11 0,-1 10-10 0,6-5-8 16,-6 5-9-16,16 0-6 0,-6 0-9 0,3 3-1 15,1-1-8-15,1 6-2 0,4-1-8 0,-5 1 3 16,2 1-5-16,-3 5 2 0,-1-2-11 16,-2 0 4-16,-1 4-2 0,2-2 0 0,-5 1-1 15,-3 1-2-15,-2 2 1 0,0-5 0 0,-3 3 2 0,-1 0 2 16,0-4 0-16,0 0-2 0,-3 0-1 0,3-4 0 15,-1 4 3-15,1-7-8 0,-1 2 4 16,3-1-1-16,1-6-3 0,-5 8 0 0,5-8-4 16,-3 7-1-16,3-7-2 0,0 0 2 0,4 10 3 15,-4-10-6-15,4 3 1 0,-4-3 0 0,12 4-1 16,-1-1 2-16,-1-1-3 0,4 2-7 0,-2-1 12 16,0 2-3-16,4 1-6 0,-4 0 3 0,2 0-5 0,-4 1 2 15,1 0 3-15,3 3-4 0,-5-2 2 0,-2-1 0 16,0 1 2-16,0-3 0 0,-3 2-4 0,-4-7 4 15,3 12 4-15,-1-2 4 0,-2-10 1 16,-8 19 7-16,-1-12-4 0,-5 4 2 0,-1-2 1 16,-3 1-2-16,-1-2-3 0,-2-1 2 0,2 1-3 15,-8-4-7-15,9-1-15 0,0 1-16 0,6-4-22 0,-1 0-50 16,0-2-55-16,0 0-129 0,1-1-309 0,1-1 136 16</inkml:trace>
  <inkml:trace contextRef="#ctx0" brushRef="#br0" timeOffset="-176546.72">30106 5078 160 0,'-6'-8'189'0,"6"8"-8"16,-7-5-13-16,2 1-19 0,-1 0-16 0,6 4 2 16,-12-4 6-16,5 1 14 0,-2 0-17 0,0 2-13 15,-4 0-9-15,3 2-15 0,-4 0 3 0,4 0 0 16,-3 1-12-16,-1 3-6 0,-3 1-13 15,-1 0-5-15,-1 2-8 0,1 3-4 0,-4 4-8 0,6-2-5 16,-1 0-2-16,2-2-9 0,-1 2-2 0,4 2-5 16,-1-2 0-16,1 0-5 0,5-3-2 0,-1 2-5 15,4-2 3-15,2 1-2 0,2 1-1 0,2-2-5 16,1 1 3-16,2-2-1 0,2 1-3 16,1-4 5-16,4 0-3 0,0 1 1 0,-1-3 0 15,4 0-2-15,3-3 2 0,0 2-2 0,-5-4 1 16,7-2 1-16,-3 0-2 0,2-3-1 0,-6 3-2 0,1-3 2 15,-4 1-2-15,6-3 2 0,-4 2-1 16,2-5-2-16,0 2 3 0,-6 2-7 0,3-6 7 0,-4 1-1 16,-1 3-2-16,-1-2 3 0,-1 2 1 15,-1-1 8-15,0 1 14 0,1 2 3 0,-3 1-4 16,-1 6-2-16,3-9-4 0,-3 9 0 0,3-8 2 16,-3 8-5-16,4-4-3 0,-4 4-1 0,0 0-10 15,0 0 0-15,0 0-2 0,0 0 1 0,0 0-11 16,1-7 0-16,-1 7 0 0,0 0-2 0,0 0-3 15,0 0 8-15,0 0 0 0,-5 21 1 0,3-12-1 16,1 0-2-16,0 1 1 0,1-2 1 0,1 0-1 16,2 2-1-16,-2-3-2 0,0 2 5 0,2-2 5 15,1 0-2-15,0 1 0 0,4-1 0 0,0 0-9 16,0 0 7-16,1-2 4 0,-2-2 4 0,4 1-3 16,-1-3-2-16,3 2 3 0,-3-3-2 0,5 0 0 15,1-4-6-15,1 1 9 0,-4 1-10 0,-1-1-3 16,0 0-4-16,-1 0-3 0,1-4 5 0,-3 2-2 15,2-2 1-15,-1-2-14 0,-3 1 0 0,1-3-1 16,-1 0 2-16,0-3 3 0,1 0 3 0,-2-2 0 16,-3 1 0-16,-1 0-3 0,0-1 2 0,-2 1 1 15,-2 3 1-15,0 2 2 0,-2-1 2 0,-1 2 4 16,0-1 2-16,-3 3 1 0,-1-2 3 0,1 3-5 16,-3 2 1-16,2-2 1 0,0 4 0 0,-2 1-3 15,3-2 0-15,8 3 2 0,-14 0-3 16,14 0 3-16,-12-1-4 0,12 1 0 0,-9 1 2 0,9-1 1 15,0 0-3-15,-5 6 3 0,5-6 0 0,0 0 1 16,0 0 1-16,0 0 2 0,21 10-9 0,-15-8 0 16,6-1 0-16,-3-1 0 0,5 0-1 0,-1 0 3 15,4-3 3-15,0 3-1 0,-3-2 1 0,3-2 1 16,-3 2 2-16,-1 0-1 0,0 0-1 0,-1 2-4 16,1-1 8-16,-6 0-4 0,4 1 0 0,-11 0 3 15,18 0-8-15,-13 1 2 0,2-1 1 0,-7 0 1 16,9 5 2-16,-2-1 0 0,3 2 4 0,-7-2-2 15,0 5 1-15,3-2-4 0,-3 3 8 0,1-1 2 16,-1 2 4-16,-2 1-2 0,0 0 2 0,-1 0 0 16,3 1-3-16,-1-1 5 0,-2 0 0 0,0 0-4 15,0 0-10-15,2-1-24 0,-2-11-29 0,2 20-40 16,2-11-52-16,-1-4-48 0,5 4-164 0,-5-3-391 16,-3-6 173-16</inkml:trace>
  <inkml:trace contextRef="#ctx0" brushRef="#br0" timeOffset="-175562.9">30896 5069 111 0,'-3'-6'245'0,"3"6"-7"0,-9-10-23 0,3 7-7 16,-2-1-17-16,1 1-8 0,-2 2-20 0,-4 2-11 15,0 1-7-15,-3 1-9 0,-1 4-12 0,0 4-11 16,-6 5-12-16,-1 1-10 0,2-1-5 0,1 3-9 15,5-4-9-15,1 0-2 0,3-1-11 0,1 1-2 16,0-2-7-16,5-1-5 0,4-1-4 0,1 1-6 16,1-12-1-16,1 18-3 0,1-9-1 0,2-2-2 15,5-3 1-15,0 3-8 0,1-2 3 0,2-3-3 16,2 0-6-16,-1-4-1 0,5-2-2 0,1 0-1 16,-3-2-2-16,5-2 3 0,-5 1-1 0,2-3 2 0,-5-2-4 15,1 1-2-15,-4-4-6 0,2 1 3 16,-5-3-2-16,0 0-2 0,-2-2-4 0,1-5 0 15,-4-2-1-15,-4-1 0 0,4 0 1 0,-6-4-1 16,3 2 2-16,-3 1-2 0,1-2 3 0,-2 2 9 16,1-2-2-16,-1 5 14 0,1 8 1 0,1-1 10 15,0 7-2-15,0 1 9 0,2 3-1 0,0-1-2 16,1 8-4-16,-3-9-7 0,3 9-11 0,-1-9 1 16,1 9-6-16,0 0-6 0,0 0-1 0,0 0-3 15,0 0 0-15,0 0 7 0,-1 47-2 0,-1-17-2 16,1-1 4-16,-2 5 2 0,5-4 2 0,-5 2-3 15,3-4 2-15,-2-2-3 0,3-3 2 0,1 3 0 16,2-1 4-16,-1-7-4 0,0 2-3 0,0-9 8 16,4 0-5-16,-1 4 4 0,2-5-6 0,-2 0 3 15,3-3 4-15,1 1-5 0,4-1 0 0,4 0-8 16,0-5 2-16,0 1-3 0,4-6-2 0,3 2 4 16,2-1-3-16,-4-4 4 0,3 1-6 0,1-3 3 15,-8 1-5-15,5-5-3 0,-7 3-4 0,-3-3 2 16,2-1 0-16,0 1 5 0,-2-2-2 0,-1 0 2 15,-3 1 4-15,-1-3 5 0,-2 2-3 0,-3-2 0 16,3 2 2-16,-5 3 6 0,0 3 9 0,-2-1 6 16,0 9-2-16,-2-14-3 0,0 7-3 0,-2 1-3 15,4 6 3-15,-5-9 0 0,5 9 3 0,-8-5 0 16,8 5-14-16,-15-2 11 0,4 6-2 0,-6 4 2 16,1 2-3-16,-6 4 2 0,-2 2-5 0,4 1 0 15,3-4 0-15,3 3-1 0,0-2-1 0,4 1 1 16,-2-1 1-16,5 0-2 0,1-2 0 0,4 0-3 15,-1 2 3-15,2-3-3 0,4 2 2 0,-1-7 4 16,2 5-2-16,4-4 4 0,2 2-5 0,4 2 9 16,3-4-8-16,-1-2 4 0,3-1-3 0,2 0 5 15,-1-2-2-15,2 0-5 0,0-4 7 0,-2 1-5 16,1-1 0-16,-1-1 3 0,-2-2-4 0,0 2 4 16,-1-3-1-16,0 0 2 0,-1-1-2 0,-5 0 0 15,-1-2-6-15,4 0 6 0,-7-2-12 0,1 0 2 16,-2 1-3-16,2-4-6 0,-1 0 11 15,-3 2-3-15,0-1 1 0,-2 2 5 0,1 0-6 0,-2 2 9 16,1-2-5-16,-1 3 2 0,-1 0 1 0,0 8 0 16,-4-13 1-16,0 7-7 0,4 6 16 0,-4-11-3 15,0 7 1-15,4 4-1 0,-12-5-3 0,5 3-2 16,7 2-1-16,-16 2 2 0,3-1-2 16,1 5-2-16,0-1 2 0,0 3 3 0,-3 2-7 15,-2 1 7-15,1 0 3 0,5-1-8 0,2 0 14 0,2 1-8 16,-3 2-10-16,3-3 11 0,2-1 0 15,4 2 6-15,-2-4-8 0,4 1 4 0,1 2-4 16,2-1 2-16,-1 0-3 0,4-1 4 0,6-2-13 16,1 3-18-16,6-4-23 0,-1 0-25 0,10-1-21 15,-9-3-29-15,2 5-28 0,-2-8-40 0,2 2-26 16,-3-1-19-16,-2 1-173 0,-5-3-440 0,0 2 195 16</inkml:trace>
  <inkml:trace contextRef="#ctx0" brushRef="#br0" timeOffset="-175197">31582 5079 54 0,'3'-9'187'0,"-3"9"-12"0,1-7 0 0,-1 7-6 16,0 0-19-16,0 0-13 0,1-10-16 0,-1 10-17 15,0 0-14-15,0 0-7 0,0 0 0 0,0 0-6 16,0 0 1-16,3 24 7 0,-1-15 2 0,0 1-5 16,-1 0-3-16,-1 3-6 0,1-1-7 0,2-2-9 15,-2 2-4-15,0-2-7 0,-1-10 2 0,2 14-11 16,-1-9 2-16,-1-5-8 0,3 11 3 0,-3-11 2 15,0 0 21-15,0 0 18 0,0 12 17 0,0-12 15 16,0 0 12-16,0 0 5 0,0 0 1 0,0 0-9 16,0 0-15-16,0 0-16 0,0 0-7 0,0 0-12 15,0 0-13-15,7-30-12 0,-1 18-1 0,4-4-22 16,0 1-9-16,6-4-5 0,-1 4-9 0,5-5 0 16,0 2-4-16,-4 6 2 0,-2 1-4 0,-5 5 1 15,0-2-5-15,1 3 0 0,-4 2-1 0,1 2 4 16,-7 1-4-16,14 4 4 0,-7 2-3 0,-2-1 5 15,2 3 4-15,-2 2-2 0,0 0 9 0,0 3-2 16,-1 1 3-16,-3-2 2 0,3 5-6 0,0-3-1 16,-1-2-30-16,-1 0-35 0,2 5-18 0,1-5-32 15,-1-3-53-15,1 3-69 0,-1-3-254 0,-2-1-534 16,-2-8 237-16</inkml:trace>
  <inkml:trace contextRef="#ctx0" brushRef="#br0" timeOffset="-172189.33">29209 5782 77 0,'0'0'243'0,"0"-10"-14"0,0 10-17 0,0 0-21 15,0-11-23-15,0 11-23 0,0 0-14 0,0 0-18 16,1-6-15-16,-1 6-7 0,0 0-10 0,0 0-7 16,0 24-9-16,-1-8-4 0,0 2-3 0,-2 9-6 15,3-1-7-15,-4-1 2 0,2 1-4 0,0 0-13 16,1 0 2-16,-3-2-5 0,3 2-3 0,0-6-3 15,1-2 1-15,1-2-3 0,-1 0 0 0,1-1-2 16,2 2 3-16,-3-6-9 0,1-1 4 0,0 4-2 16,1-4-5-16,-1 0-14 0,0 1-21 0,-1-11-53 15,2 15-24-15,-1-7-35 0,-1-8-33 0,3 9-157 16,-3-9-357-16,0 0 157 0</inkml:trace>
  <inkml:trace contextRef="#ctx0" brushRef="#br0" timeOffset="-171777.8">29210 5831 129 0,'3'-8'169'0,"-1"0"-11"0,2-1-19 0,0 4-18 16,1-1-6-16,0 0-19 0,2 3-9 0,4-1-4 16,-1 1-14-16,4 3-5 0,-1-1-5 0,6 1-6 15,-3 2-6-15,3 3-1 0,-2-1-7 0,-1 3-3 16,-3-2-7-16,2 3 4 0,-3-1-8 15,-2 4-3-15,-1-1-1 0,-3 2 5 0,1 2-2 0,-5 1-3 16,-2 3-2-16,-2-1 2 0,-5 1 0 0,1-3-3 16,-3 0-4-16,1 0 5 0,1 0-7 0,-5-1-1 15,1-1 2-15,3-4-7 0,0 1-4 0,3-3-8 16,-1 2-6-16,6-9 10 0,-5 11-10 0,5-11 6 16,-2 10-14-16,2-10 4 0,7 11 1 0,-7-11 4 15,12 10 2-15,-4-5 10 0,3 1-13 0,0-1 5 16,0 2 2-16,1-4-2 0,-1 4-2 15,5 2 5-15,-5-5-4 0,0 4 4 0,-2 0-2 0,-1-1 4 16,-1 1-7-16,0-1 2 0,0 2 6 0,-3-4 0 16,-4-5-2-16,6 14 4 0,-6-14-1 0,-1 14 5 15,1-14 10-15,-8 17-6 0,3-9-2 0,-4 0 1 16,-5 3-4-16,4-4 4 0,-8 3-16 0,0-3-14 16,0 3-16-16,3-6-29 0,0-1-19 0,2 1-28 15,-1-3-119-15,0 2-253 0,14-3 113 0</inkml:trace>
  <inkml:trace contextRef="#ctx0" brushRef="#br0" timeOffset="-171128.89">29530 6020 120 0,'0'0'174'0,"18"-5"-16"0,-7 5-5 0,1 0-30 16,-12 0-7-16,23 3-11 0,-7 0-7 0,-2 3-11 15,0 1-7-15,-1-2-10 0,3 5-6 16,-1-2-6-16,0 3-6 0,-6-1-5 0,0-1-2 16,-1 1-11-16,0 1 3 0,-1-1-2 0,-4 0-3 15,-1 0 1-15,-1-2-1 0,-1-8-1 0,-1 15 0 0,1-15-9 16,-4 14-6-16,-1-8-3 0,5-6-4 0,-10 8-4 16,10-8 1-16,-8 3-6 0,8-3-9 0,0 0-8 15,0 0-2-15,0 0-1 0,0 0-18 16,0 0 4-16,0 0 4 0,-4-26-4 0,4 26-1 15,22-24 4-15,-5 10 2 0,6-1-3 0,2-1 4 16,2-2 4-16,-1 2-1 0,3-3-1 0,2 3 10 0,-4-1 4 16,-2 2 1-16,-7 3 12 0,-2 1-2 0,-1 2 9 15,-5 2 18-15,2 1 10 0,-6 1 14 0,2 1 8 16,-5-1 6-16,3 2 11 0,-6 3 5 16,6-5 0-16,-6 5 4 0,5-4 4 0,-5 4-3 15,0 0-4-15,0 0-14 0,0 0-6 0,0 0-5 16,0 0-9-16,0 0 0 0,-24 20-5 0,8-6 1 0,2 0-11 15,0-1-2-15,1 3-6 0,1-1 0 16,3-3 0-16,0 4-7 0,2-1-3 0,2-5 2 16,3 2-5-16,1-1 2 0,1-11 1 0,1 20 0 15,3-12 0-15,-3-1 2 0,5-2-8 0,-2-1-3 16,0 1 2-16,2-2-1 0,1-1-1 0,-7-2-1 16,19 2-1-16,-9-5 2 0,2-2-2 0,-12 5 2 0,16-7-5 15,-7 1 5-15,1-1-1 0,-2 0 8 0,-1 1 0 16,0-3-1-16,-1 2-1 0,-2-3 1 15,0 0 0-15,0 1 1 0,-3-1-6 0,2 0 4 16,-2 1-4-16,1 2 3 0,-2 7 4 0,1-10 0 16,-1 10 0-16,1-9-6 0,-1 9-3 0,0 0-7 15,4-6-5-15,-4 6 5 0,0 0-3 0,0 0 1 16,0 0 0-16,0 0 2 0,-5 26 2 0,2-13 0 16,2-1 2-16,0-1-2 0,2 7-23 0,-1-7-10 15,1 1-8-15,1 1-27 0,0-2-20 0,3 0-49 16,-1-2-42-16,2-1-41 0,1-1-154 0,-1-2-405 15,4-1 180-15</inkml:trace>
  <inkml:trace contextRef="#ctx0" brushRef="#br0" timeOffset="-170892.9">30332 5871 30 0,'-2'-19'245'0,"-1"1"3"0,1 5-4 16,2 1 5-16,-2 5 4 0,0-3-21 0,2 10-26 15,-4-10-19-15,4 10-26 0,-2-8-23 0,2 8-22 16,0 0-10-16,0 0-13 0,0 0-9 0,1 28 1 16,-5-11-12-16,4 10-4 0,-4 0-8 0,2 2-7 15,2-2-1-15,-3 1 0 0,0 1-11 16,2-4-2-16,0 2-3 0,1-8-1 0,0 1-4 0,0 0-18 16,1-2-17-16,0-2-31 0,2-1-25 0,-2-4-24 15,2 0-38-15,-2-2-56 0,-1-9-31 0,5 12-44 16,-5-12-132-16,3 8-416 0,-3-8 184 0</inkml:trace>
  <inkml:trace contextRef="#ctx0" brushRef="#br0" timeOffset="-170729.01">30198 6000 5 0,'12'-12'161'0,"-3"8"-18"16,2 1-16-16,6-2-12 0,3-1-21 0,-1 1-36 15,8-3-23-15,4 1-44 0,-2 2-39 0,1-3-66 16,-10 3-123-16,-2-2 55 0</inkml:trace>
  <inkml:trace contextRef="#ctx0" brushRef="#br0" timeOffset="-170528.59">30473 5766 118 0,'0'0'253'0,"-4"-10"-6"0,4 10-18 0,-5-6-23 16,5 6-26-16,0 0-18 0,-3-6-27 0,3 6-17 15,0 0-13-15,0 0-14 0,0 0-12 16,0 0-5-16,-1 30-6 0,2-15-10 0,-2 4-4 16,1 1-4-16,-1-1-6 0,3 8-2 0,-4-2 3 15,3 0-6-15,0 1-7 0,1-7-1 0,0 5 0 0,-3-7-5 16,0 4-2-16,1-5 1 0,0 3-1 0,0-3-29 16,-2 1-35-16,0-1-45 0,2-16-49 0,0 22-47 15,0-13-177-15,-1-1-388 0,1-8 173 16</inkml:trace>
  <inkml:trace contextRef="#ctx0" brushRef="#br0" timeOffset="-170330.89">30330 5972 185 0,'0'0'214'0,"0"0"-21"0,0 0-20 16,0 0-18-16,10-5-14 0,-2 3-9 0,4 0-17 15,10-4-16-15,4 3-4 0,7-4-9 0,1 1-13 16,0 1-5-16,1 1-45 0,-5 0-38 0,-2 0-41 0,-7 1-55 16,-4-1-151-16,-6 1-283 0,0 2 124 15</inkml:trace>
  <inkml:trace contextRef="#ctx0" brushRef="#br0" timeOffset="-167080.66">30847 5912 30 0,'-7'-1'165'0,"-1"-1"-8"0,-1 0 2 0,-2 2-14 16,0 0-10-16,0 2-17 0,-3 0-9 16,0 4-8-16,-3 1-10 0,3 1-10 0,0 2-14 15,1 1-6-15,2 0-4 0,2-1-7 0,-1 4-1 16,1 0-8-16,1-3-5 0,3 1-2 0,1 0-7 0,1-2 3 15,2 2-14-15,1-1 5 0,3 1 1 16,-2-1-3-16,8 4 1 0,-3-7-7 0,1 1 2 16,-1 1 3-16,3-3-2 0,1 1-3 0,2-4-1 15,-1-1 0-15,2-1 1 0,1-2-4 0,3 0 10 16,-1-3-7-16,-3-1-4 0,-1-1 11 0,-3-1-3 16,1 2 7-16,-1-2 8 0,0-2 5 0,2 3 3 0,-3-4 5 15,0-1 2-15,-2 0 2 0,0 1 3 16,-1-3-4-16,-1 3-2 0,-1-3-7 0,-1 4 6 15,1 0 1-15,0 2 6 0,-1 0-9 0,-2 6 0 16,3-11-8-16,-3 11 1 0,3-7-11 0,-3 7-4 16,0 0-4-16,0-8-4 0,0 8-7 0,0 0-1 15,0 0-6-15,0 0 2 0,0 0-3 0,0 0 1 16,0 0-1-16,-5 31 5 0,4-23-2 0,1 1-1 16,-1 0-2-16,0 1 1 0,2 0-3 0,0-3 4 15,-1-7-3-15,3 12 2 0,0-6 2 0,0-1 0 16,2 3-1-16,-1-3 5 0,1 0-8 0,-1-2 8 15,2-1-4-15,-6-2 0 0,14 1 8 0,-14-1-3 16,15-3-1-16,-7 0 0 0,1 0 0 0,-1-2 2 16,0-3-1-16,2 3 9 0,-2-5-6 0,-2 2 4 15,0-1-1-15,1-1 3 0,-2-3-2 0,-1 3 4 16,1-6-1-16,-3 5-1 0,1-2 31 0,0 2 1 16,-1 2 9-16,2 2 3 0,-3 1-6 0,2-1-1 15,-3 7-9-15,1-7-5 0,-1 7-4 0,0 0-5 16,1-9-10-16,-1 9-10 0,0 0-1 0,0 0-6 15,0 0-3-15,0 0 0 0,0 0 1 0,0 0 1 16,7 18-2-16,-5-8 1 0,-2-1 0 0,3 1 0 16,-2 1-1-16,3-4 0 0,-2 4-2 0,3-3 2 15,-2-2-6-15,2 2 14 0,2-1-4 0,-1 0 1 16,4-4 0-16,-1 4 0 0,3-6 2 0,0 2-1 16,2-4-2-16,0 1 1 0,3-3-5 0,2-1 3 15,-6 1-1-15,4-3-1 0,-5 1 6 0,0-1-3 16,1 1-1-16,-2-2-1 0,-2-1 4 0,1-2 3 15,-2 2-3-15,-3-1 3 0,3 1-2 0,-4 0 0 16,-2 1-3-16,3-2 1 0,-3 2-3 0,0 0 1 16,1 2 2-16,-3 5-2 0,2-10-5 0,-2 10-6 15,4-6 0-15,-4 6 0 0,0 0-4 0,0 0-3 16,0 0 5-16,0 0-4 0,0 0 5 0,0 0 1 16,4 21 3-16,0-14 1 0,-4-7-2 0,0 14 2 15,-3-8 2-15,3-6 0 0,0 11-1 0,0-11 7 16,0 8-4-16,0-8 3 0,0 9 0 0,0-9 2 15,0 0 0-15,0 0-2 0,3 5 8 0,-3-5-5 16,0 0 1-16,0 0 4 0,0 0 1 0,0 0 0 16,0 0-2-16,0 0-8 0,0 0 5 0,23-13-3 15,-13 8-1-15,2-1-5 0,-2 1-2 0,1 0 2 16,-2 2-3-16,2 1 0 0,-4 0-4 0,-7 2 3 16,13-1-1-16,-7 4-3 0,1-1 2 0,0 1 1 15,1 2 3-15,-3 0 1 0,2 2 4 0,-2 0-4 16,1 0-1-16,-2 0 6 0,0 2-9 0,-2-1-4 15,2 2 2-15,-3-4-9 0,2 2-8 0,-2-2-3 16,1 4-16-16,-2-10-21 0,0 0-48 0,-2 16-50 16,2-16-51-16,-6 10-217 0,-2-6-470 0,8-4 208 15</inkml:trace>
  <inkml:trace contextRef="#ctx0" brushRef="#br0" timeOffset="-166900.02">31093 5725 3097 0,'-12'-14'129'16,"3"5"-49"-16,0 0-48 0,2 2-21 15,0 3-1-15,3 0 3 0,4 4-9 0,-6-8-3 0,2 5-4 16,4 3 0-16,0 0-4 0,-6-3-7 0,6 3-28 16,0 0-9-16,0 0-11 0,0 0-14 0,0 0-48 15,0 0-52-15,0 0-61 0,14 25-194 0,-6-15-466 16,-2-1 206-16</inkml:trace>
  <inkml:trace contextRef="#ctx0" brushRef="#br0" timeOffset="-164078.08">29908 6744 42 0,'0'0'174'16,"0"0"-8"-16,0 0-7 0,0 0-9 0,0 0-11 16,1-9-12-16,-1 9-12 0,0 0-5 0,0 0-13 15,0 0-6-15,0 0-4 0,0 0-4 0,0 0-9 16,0 0-3-16,0 0-3 0,0 0-5 0,0 0-4 15,0 0-5-15,0 0-4 0,0 0-3 0,0 0-10 16,0 0-3-16,0 0-3 0,-18-2-2 0,18 2-7 16,0 0-2-16,-20 5-5 0,10-1 2 0,1-2-2 15,-1 1 0-15,-8 2 1 0,6 0-3 0,-3 2 0 16,-2 0-3-16,2 1 1 0,1 2 4 0,-3-2 3 16,2 2-5-16,3-2 5 0,-2 4-5 0,3-1-4 15,-2 1 1-15,4-5-5 0,0 1 1 0,3 0-3 16,1 2-2-16,1-4 2 0,0 4 0 0,1-4-3 15,2 4 3-15,1-1-3 0,3 1 2 0,1-2 1 16,2 0-2-16,3 2 4 0,4 0-1 0,4-1 0 16,2 1 1-16,0-2-2 0,7 1 1 0,-1 0 0 15,0 0 0-15,-4-5-3 0,0 3 2 0,-1 0 0 16,0 1-1-16,-2-2-1 0,-6 1-4 0,-2-2 2 16,0 2 0-16,-1 1 4 0,-3-1-20 0,-1 2 3 15,-2 1 4-15,-3-1 6 0,-3 2-5 0,0-2 7 16,-4 2 0-16,-4 0-2 0,-3 2 8 0,-2-2-5 15,-7 4 1-15,-2-5-1 0,-1 5 2 0,-1-4-2 16,3-1 4-16,5-3-4 0,-1-3-11 0,1 1-4 16,6 1-21-16,2-6-22 0,0 3-20 0,3-5-61 15,8 2-41-15,-13-1-138 0,8-5-344 0,5 6 152 16</inkml:trace>
  <inkml:trace contextRef="#ctx0" brushRef="#br0" timeOffset="-163342.92">30203 6829 112 0,'0'-12'242'16,"-1"2"-1"-16,1 0 8 0,1 4-5 0,-1 6-4 16,0-14-14-16,0 14-22 0,-1-9-23 0,1 9-17 15,0 0-21-15,0-11-20 0,0 11-20 0,0 0-13 16,0 0-13-16,0 0-9 0,0 0-4 0,0 0-12 15,14 28-4-15,-7-11 6 0,0 8-12 0,-1 2-3 16,0-2-4-16,0 3-5 0,0 0-4 0,3 0-3 16,-5-8 1-16,1 3-1 0,-1-4-2 0,0-3-3 15,-1-1 0-15,-1-3-5 0,1-1-1 0,0 0 1 16,0-1 0-16,-2-2-2 0,2-4 0 0,-3-4-4 16,2 10 1-16,-2-10 2 0,2 7-2 0,-2-7 4 15,0 0 0-15,1 6 2 0,-1-6-2 0,0 0-1 16,0 0-3-16,0 0-3 0,0 0-7 0,0 0 0 15,8-20-16-15,-4 10 3 0,-2-3 1 0,8-1-4 16,-2 1-2-16,0 3 10 0,-2-1-7 0,4 1 2 16,-2 1-3-16,0 2 1 0,2 0-2 0,-5 2-3 15,0 0-2-15,3 3 4 0,-3-1 0 0,-5 3-1 16,14 1-1-16,-14-1 4 0,11 4 9 0,-4 0-7 16,0 0 1-16,-2-1 7 0,4 3-3 0,-2-3 3 15,4 3 1-15,-3 2 2 0,1-5 1 0,-1 3 3 16,2 0 0-16,0-1 2 0,-1-3-12 0,4 1 0 15,-4 0-1-15,3-2 5 0,0-1 1 0,0-1-2 16,0-3 3-16,-1 1 2 0,0 0 2 0,0-3-1 16,-2 0 1-16,-1 0 8 0,1-1 1 0,-1 0 0 15,-2-1 0-15,1 0-1 0,-4-2-3 0,4 0 3 16,-4-1 1-16,1 2 16 0,-1 1 0 0,-2 1-6 16,-1 7 2-16,2-12 1 0,-2 5-5 0,0 7 1 15,2-9-5-15,-2 9-6 0,0 0-5 0,3-4-2 16,-3 4-1-16,0 0-1 0,0 0 3 0,0 0-3 15,0 0 2-15,-4 27-1 0,4-17 2 0,0-1-3 16,0 2 0-16,2-1 1 0,0-3-1 0,0 3-2 16,3-1 1-16,-1-1 10 0,1 0-5 0,3 0 4 15,-2-5-7-15,2 1 6 0,3-2 2 0,1-2-1 16,1-2 1-16,-4-2-2 0,2 1 2 0,1-1 4 16,-3-2 0-16,0-1 2 0,1 2 1 0,-3-2-3 15,1 0 0-15,-3 0 0 0,2-2-5 0,-2-2 6 16,-4-1-8-16,0 1-15 0,1 0-6 0,-5 0-5 15,2 2-4-15,-3 0-10 0,4 9-17 0,-5-13-14 16,5 13-19-16,-12-10-33 0,12 10-33 0,-10-5-35 16,10 5-13-16,-10-3-175 0,10 3-406 0,0 0 179 15</inkml:trace>
  <inkml:trace contextRef="#ctx0" brushRef="#br0" timeOffset="-163080.65">31132 6811 185 0,'4'-7'257'16,"-4"7"-1"-16,0 0 2 0,0 0-24 0,0 0-19 16,-9-11-5-16,9 11-14 0,0 0-21 0,-19 3-16 15,10 0-17-15,-2 3-7 0,0 0-17 0,1 0-6 16,0 1-14-16,1 1-8 0,0 2-13 0,0 2-7 16,0-1-7-16,3 3-3 0,1-4-8 0,2 2-8 15,0 1-4-15,2-3-5 0,2 1 0 0,1 0-3 16,0-1-3-16,4 3-2 0,-1-5-10 0,2 0-7 15,3-2-16-15,2 0-16 0,2-2-15 16,4 1-18-16,0 0-22 0,0-5-30 0,2-1-27 0,-7 0-29 16,7-5-18-16,-6 2-18 0,-2 0-8 0,1-3-11 15,-3 2-120-15,-2-3-366 0,-4 0 162 0</inkml:trace>
  <inkml:trace contextRef="#ctx0" brushRef="#br0" timeOffset="-162863.22">31242 6767 11 0,'-1'-11'225'0,"1"2"1"0,-1 1-1 15,1 8 5-15,-1-12 4 0,1 12-13 0,-3-11-17 16,3 11-21-16,1-8-18 0,-1 8-23 0,0 0-14 16,0 0-19-16,0 0-10 0,0 0-6 0,0 0-5 15,0 0-1-15,0 0-7 0,-2 27-1 0,6-11-5 16,-3 0 2-16,-1 2-12 0,1 2-3 0,-1-2 5 16,4 7-6-16,-3-6-6 0,-1 1-7 0,0-1-2 15,3 0-1-15,-3-1-20 0,1 0-24 16,-1-5-37-16,1 3-37 0,-2-3-25 0,1-1-49 15,0-2-55-15,0 0-66 0,0-10-167 0,-5 18-472 16,2-14 209-16</inkml:trace>
  <inkml:trace contextRef="#ctx0" brushRef="#br0" timeOffset="-162579.25">31415 6783 40 0,'0'0'210'15,"0"0"-25"-15,0 0-2 0,0 0-23 0,-18-9-13 16,9 11-17-16,-4 3-13 0,1 0-5 0,-4 1-15 16,-2 3-9-16,4-1-12 0,-4-2-5 0,4 4-7 15,3-4-7-15,0 3-7 0,1-3-3 0,1-2-3 0,3 2-5 16,6-6-2-16,-8 5-6 0,8-5-4 16,0 0-7-16,-9 6 1 0,9-6-7 0,0 0 0 15,-4 7-2-15,4-7-5 0,0 0-3 0,0 0 5 16,0 0-5-16,11 18 2 0,-6-13-3 0,1 1 1 15,4 1 0-15,-2-1-1 0,1 2 2 0,8-1 1 16,-3 1 0-16,2-2 2 0,1 0-11 0,-1 3-2 0,0-4-30 16,4 0-44-16,-3-5-45 0,1 4-50 15,0-1-117-15,-6-3-315 0,6-3 141 0</inkml:trace>
  <inkml:trace contextRef="#ctx0" brushRef="#br0" timeOffset="-162363.15">31589 6719 232 0,'-3'-8'289'0,"3"8"-2"0,-1-12-9 0,1 12-22 15,0-10-24-15,0 10-28 0,-4-7-20 0,4 7-29 0,0 0-20 16,0 0-14-16,0 0-14 0,0 0-8 16,0 0-10-16,-1 31 2 0,2-13-13 0,-2 1-11 15,1 4-1-15,-3 3-9 0,2-2-10 0,-2 0-18 16,3-4-24-16,-1 0-39 0,0-4-21 0,-1 3-30 15,2 0-52-15,0-4-53 0,0 1-38 0,-1-3-169 0,-1-1-430 16,0 0 191-16</inkml:trace>
  <inkml:trace contextRef="#ctx0" brushRef="#br0" timeOffset="-161647.08">31716 6970 66 0,'15'-13'162'0,"0"1"5"0,-2 1 1 0,3-1-10 16,-3 0-6-16,1-2-6 0,-2 3-5 15,-1-1-5-15,-2 6 1 0,-3-4 1 0,0 3-3 16,-1-1-6-16,1-2-7 0,-1 6 28 0,-2-2-1 16,-1-1-4-16,-2 7-14 0,1-10-7 0,-1 10-4 0,-2-10-8 15,2 10-21-15,-8-6-20 0,8 6-2 16,-10-1-7-16,0 1-7 0,-2 5-6 0,1 1-12 16,-2-1-9-16,-1 6 1 0,1-1 1 0,1 3-6 15,4-4-1-15,1 1-4 0,1 0-2 0,2 0-4 16,-1 1 2-16,5 0-7 0,1 0 2 0,4-3-1 0,-1 1 2 15,4 1 8-15,1-3-13 0,2 0-2 16,2-3-7-16,5 2 9 0,1-4-1 0,2-1-2 16,0-1 3-16,-3-3-9 0,4 3-5 0,-3-4-6 15,-1 1-3-15,-1-2 9 0,-6 0-1 0,1 0 0 0,0 0-1 16,-4 0 1-16,11-5-1 0,-10 1 3 0,0-1-1 16,0 1 4-16,-3-1-2 0,1-1 1 15,-3-2 2-15,0 3 0 0,0 0 1 0,-1 1 1 16,1 3 4-16,-4 6 6 0,3-9-6 0,-3 9 0 15,2-8-9-15,-2 8 0 0,0 0 5 0,4-3-9 0,-4 3 3 16,0 0 2-16,0 0 2 0,0 0-4 16,1 20 3-16,-1-20-2 0,3 10 0 0,-1-2 4 0,1-2 0 15,3 1 2-15,-1-1 5 0,1-2-2 16,0 0-3-16,0-1-1 0,2-1 7 0,3 0-2 16,0-2 4-16,-5 0 5 0,6-2 6 0,-5 0 1 0,2-1-1 15,0 1 9-15,0-2-6 0,-2 0 6 0,0 0 20 16,-3-1 0-16,2 1-4 0,-1-2-7 0,1-1-5 15,-2 0 5-15,-2 2-2 0,3-1-2 16,-1-1 5-16,0 2 7 0,-2-3-14 0,-2 8-2 16,4-5-6-16,-4 5-7 0,0 0-5 0,4-6-11 0,-4 6-2 15,0 0 9-15,0 0-1 0,6 14 3 0,-2 3-6 16,0 2 1-16,0 8 3 0,1 3-19 0,3 1 16 16,-3 4 7-16,1 13-10 0,1 2 5 0,0-4 4 15,-2-11-3-15,-1-2 0 0,-1 3 1 0,2-3 3 16,-1 1-4-16,-3-5-3 0,2-1-1 0,-3-4 9 15,2-5-4-15,-2-3 1 0,-2 1-3 0,-1-7 1 16,2-1 20-16,-3 0-18 0,-1-2 8 0,-3 1 3 16,-2-5-4-16,-2 2-5 0,1-5 10 0,-2 0-9 15,-4 0 1-15,4-5-26 0,-3-2-1 0,0 0 17 16,-1-5-12-16,3-1-18 0,1-4-25 0,-2-3-25 16,6 2-20-16,0 2-21 0,2-3-32 0,-1 2-38 15,1 0-57-15,2-2-66 0,-1 2-205 0,3-1-558 16,-3 3 246-16</inkml:trace>
  <inkml:trace contextRef="#ctx0" brushRef="#br0" timeOffset="-157930.8">32100 4467 204 0,'0'0'238'0,"-3"-7"-15"0,3 7-19 0,0 0-12 16,0 0-21-16,0 0-18 0,0 0-16 0,0 0-17 16,0 0-14-16,0 0-18 0,0 0-11 0,0 0-8 15,0 0-4-15,0 0-10 0,0 0-7 0,0 0-4 16,5 26-5-16,0-14 3 0,-3 5-8 0,0 0 2 15,1 1-7-15,-1 1-2 0,1-3 2 0,0 1-10 16,-2 1 1-16,0-4 9 0,2 3-8 0,-2-4-2 16,3 1-6-16,-3 3-9 0,-1-6-25 0,0-2-20 15,1 3-41-15,1-3-46 0,-2-9-32 0,3 12-44 16,-1-7-117-16,-2-5-346 0,0 0 154 0</inkml:trace>
  <inkml:trace contextRef="#ctx0" brushRef="#br0" timeOffset="-157295.96">32119 4482 106 0,'5'-5'141'0,"-5"5"-12"0,9-8-13 0,0 5-9 16,-1 0-11-16,2-1-15 0,3 2-4 0,-1 0-8 15,1 3-9-15,6 0-3 0,-5 1-7 0,-2 2-2 0,0-2-12 16,0 3 4-16,-2-2-9 0,0 3-1 15,0 0-8-15,-5-2 8 0,1 5-9 16,1-1 3-16,-5 3 3 0,1-1-7 0,-3 0 4 0,0-10-1 16,-4 22-1-16,0-11-5 0,0-1 0 0,0-1 0 15,0 1-4-15,2 0-5 0,2-10-14 0,-10 14 5 16,7-7 2-16,3-7-14 0,2 11 13 0,-2-11 0 16,2 11-2-16,4-6 3 0,-1 1-3 0,4 0-4 15,-1 2 6-15,4-4-2 0,-1 3-2 0,-1 0 2 16,2-2 1-16,-2 1 1 0,3 0-3 0,-4 0 2 15,-2 0 4-15,-1-1-3 0,-1 0-5 0,1-1 3 16,-1 1 3-16,-5-5 1 0,3 7-13 0,-3-7-2 16,0 7 1-16,0-7-3 0,-8 9 0 0,2-6-5 15,-1-2 0-15,7-1 3 0,-10 3 15 0,4-2-9 16,6-1 5-16,-9 3 5 0,9-3-5 0,0 0 3 16,-9 4 3-16,9-4 9 0,0 0-2 0,0 0-4 15,0 0 1-15,0 0 3 0,0 0 4 0,0 0-6 16,0 0 8-16,25-14-9 0,-14 10-2 0,3-3 6 15,2 1 7-15,-1-1 4 0,2 1-5 0,0-2 9 16,-2 0-2-16,-1-1 13 0,-2 3-9 0,-1-2 6 16,-1 2 1-16,3-5 0 0,-3 3 6 0,-2-1-1 15,0 1-3-15,0 1 2 0,-1-4 1 16,-3 4 20-16,0-3-5 0,0 5-6 0,-3-1 1 16,-1 6 16-16,2-12-3 0,-2 12 3 0,0-11-3 15,0 11-15-15,-1-7 2 0,1 7-7 0,0 0-6 16,-8-5-4-16,8 5-5 0,0 0-3 0,-16 2-3 15,7 3-5-15,1 0-2 0,-1 3-2 0,3-1-1 16,0 4-1-16,-1-1-1 0,3-1 1 0,2 6-3 16,-1-5 0-16,1 2 1 0,2-2-6 0,0-10 0 15,5 21-15-15,0-12-9 0,0-3 8 0,3 2-23 16,-1-4-30-16,5 0-32 0,1 1-34 0,4-5-37 16,-17 0-19-16,0 0-126 0,0 0-342 0,0 0 151 15</inkml:trace>
  <inkml:trace contextRef="#ctx0" brushRef="#br0" timeOffset="-157078.97">32798 4501 177 0,'0'0'248'0,"0"0"-12"0,0 0-16 16,0 0-26-16,0 0-22 0,0 0-21 16,1-53-19-16,-1 53-18 0,0 0-16 0,0 0-7 15,0 0-13-15,0 0-6 0,0 0 6 0,0 0-7 0,0 0-6 16,0 0-9-16,1 103-3 0,-1-103 0 0,0 45-2 15,0-45-5-15,1 38-5 0,-1-38-7 0,2 39 2 16,-2-39 0-16,4 37-8 0,-4-37-9 16,6 30-26-16,-6-30-37 0,0 0-55 0,0 0-67 15,5 34-223-15,-5-34-422 0,0 0 186 0</inkml:trace>
  <inkml:trace contextRef="#ctx0" brushRef="#br0" timeOffset="-156864.15">32937 4549 2548 0,'0'0'63'0,"14"-36"-1"0,-14 36-10 16,0 0-19-16,0 0-7 0,0 0-2 0,10-30-1 15,-10 30-5-15,0 0-7 0,0 0-14 0,0 0 9 16,0 0 7-16,0 0 8 0,0 0-2 16,0 0 2-16,0 0-2 0,0 0 1 0,0 0-1 0,0 0 0 15,-6 102-5-15,6-102 4 0,-5 53-5 0,5-53-34 16,-4 39-11-16,3-12-41 0,1-27-66 0,-4 38-76 15,4-38-216-15,-13 41-464 0,13-41 205 0</inkml:trace>
  <inkml:trace contextRef="#ctx0" brushRef="#br0" timeOffset="-156529.98">32557 4981 192 0,'0'0'290'0,"0"0"-15"0,-1-10-15 16,1 10-23-16,0 0-30 0,0 0-18 0,0 0-24 15,0 0-22-15,0 0-19 0,0 0-10 0,0 0-15 16,0 0-4-16,0 0-5 0,-2 36-5 16,3-19-11-16,-1 1-1 0,1 0-12 0,-1 3-5 15,0-2 0-15,1-1-6 0,1-2-1 0,-1 3-8 16,0-3-31-16,1 1-7 0,-2-4-37 0,0-13-31 16,0 22-50-16,0-11-70 0,0-11-256 0,0 17-476 15,0-17 212-15</inkml:trace>
  <inkml:trace contextRef="#ctx0" brushRef="#br0" timeOffset="-156175.12">32790 5106 78 0,'0'0'251'0,"0"0"-6"0,0 0-8 15,0 0-21-15,0 0-15 0,-41-10-21 0,28 20-15 16,3-3-32-16,-1 0-2 0,3 1-21 0,-1 1-3 15,4-1-11-15,0 2-12 0,2-2-7 0,3-8-5 16,-4 12-9-16,4-12-3 0,2 11-15 16,-2-11-6-16,4 11-5 0,-4-11-7 0,0 0-10 15,0 0-3-15,0 0-1 0,0 0 0 0,0 0 1 16,0 0 2-16,0 0-4 0,0 0-2 0,0 0 1 16,0 0 0-16,68-1-1 0,-68 1 1 0,0 0-4 0,0 0-2 15,0 0 1-15,24-27-3 0,-24 27 2 0,0 0 6 16,0 0 9-16,0 0 4 0,15-23-4 15,-15 23 0-15,0 0-8 0,0 0-5 0,0 0-2 16,0 0-5-16,0 0-1 0,0 0 0 0,0 0-2 16,0 0 5-16,0 0 0 0,0 0 0 0,0 0 1 15,0 0-1-15,0 0 0 0,0 0-10 0,24 53-13 16,-24-53-29-16,0 0-40 0,0 0-51 0,15 25-51 16,-15-25-217-16,0 0-444 0,0 0 197 0</inkml:trace>
  <inkml:trace contextRef="#ctx0" brushRef="#br0" timeOffset="-155796.78">32983 5046 233 0,'0'0'273'16,"0"0"-25"-16,0 0-24 0,0 0-23 0,0 0-23 15,0 0-25-15,0 0-15 0,0 0-18 0,0 0-9 16,0 0-8-16,0 0-7 0,0 0-4 15,0 0-7-15,0 0-9 0,0 0-5 0,0 0-6 16,0 0-7-16,0 0-8 0,0 0-5 0,6 86-2 16,-6-86-3-16,0 0-6 0,0 0-1 0,0 0-2 15,4 29-3-15,-4-29 0 0,0 0-3 0,0 0-2 16,0 0 0-16,0 0-3 0,0 0 0 0,0 0-4 16,0 0 1-16,0 0-3 0,0 0-3 0,0 0 1 15,0 0-5-15,28 16-6 0,-28-16-5 16,0 0 2-16,0 0-5 0,0 0 1 0,50-2 2 0,-50 2-4 15,0 0 3-15,0 0-2 0,27 8 1 0,-27-8-2 16,0 0 3-16,0 0 0 0,0 0 0 0,14 22 5 16,-14-22-2-16,0 0 0 0,0 0-2 0,0 0-8 15,0 0-12-15,0 0-18 0,-40 41-22 0,40-41-29 16,0 0-38-16,-33 11-48 0,33-11-56 0,0 0-130 16,-34 6-394-16,34-6 174 0</inkml:trace>
  <inkml:trace contextRef="#ctx0" brushRef="#br0" timeOffset="-155533.31">33108 5150 28 0,'0'0'193'0,"0"0"-17"0,0 0-18 0,0 0-12 16,0 0-18-16,0 0-15 0,0 0-3 0,0 0-12 15,0 0-10-15,0 0-9 0,0 0-10 0,0 0-3 16,0 0-3-16,0 0-5 0,0 0-8 0,0 0 9 15,59 16 10-15,-59-16 5 0,0 0 4 0,0 0 6 16,0 0 8-16,0 0 2 0,0 0 11 0,0 0 7 16,0 0-8-16,0 0-10 0,0 0-15 0,0 0-2 15,37-10-10-15,-37 10-13 0,0 0-25 0,0 0-15 16,0 0-17-16,0 0-22 0,0 0-33 0,0 0-19 16,0 0-37-16,-22-55-34 0,22 55-27 0,0 0-31 15,0 0-145-15,0 0-380 0,0 0 170 0</inkml:trace>
  <inkml:trace contextRef="#ctx0" brushRef="#br0" timeOffset="-155176">33190 5059 21 0,'0'0'110'0,"0"0"12"0,0 0-1 0,59 30-3 0,-59-30-11 16,0 0-8-16,23 19 13 0,-23-19-10 16,0 0-13-16,19 15-9 0,-19-15-4 0,0 0-8 15,0 0-10-15,20 18 0 0,-20-18-9 0,0 0-1 16,0 0-2-16,0 0 10 0,0 0 7 0,0 0 0 15,0 0 8-15,0 0 1 0,0 0-11 0,0 0-3 16,0 0-10-16,0 0-3 0,0 0-4 0,0 0-8 16,0 0-10-16,0 0-8 0,0 0-9 0,0 0-8 15,0 0-7-15,0 0 3 0,0 0-6 0,0 0 4 16,0 0-1-16,0 0 5 0,0 0-2 0,31-46 1 16,-31 46-1-16,0 0 4 0,0 0 0 0,0 0-4 15,12-25-1-15,-12 25 10 0,0 0 1 16,0 0 3-16,0 0-4 0,0 0-2 0,0 0-1 15,0 0-2-15,0 0-1 0,0 0-3 0,0 0-1 0,0 0 5 16,0 0-4-16,0 0 3 0,0 0-1 0,0 0 0 16,0 0 15-16,0 0 3 0,0 0-4 0,0 0 1 15,0 0 0-15,0 0-1 0,0 0-1 16,0 0-15-16,35 47-31 0,-35-47-49 0,0 0-48 16,0 0-175-16,0 0-333 0,0 0 147 0</inkml:trace>
  <inkml:trace contextRef="#ctx0" brushRef="#br0" timeOffset="-154995.84">33290 4950 2368 0,'0'0'57'0,"0"0"-48"0,0 0-25 15,0 0-4-15,-25-39 6 0,25 39 6 0,0 0-10 16,0 0-30-16,0 0-21 0,0 0-47 15,0 0-37-15,0 0-39 0,0 0-105 0,0 0-322 16,0 0 143-16</inkml:trace>
  <inkml:trace contextRef="#ctx0" brushRef="#br0" timeOffset="-154780.91">33431 4956 168 0,'0'0'236'0,"0"0"-17"15,0 0-22-15,0 0-24 0,0 0-18 0,0 0-21 16,0 0-17-16,0 0-7 0,0 0-15 0,0 0-7 16,0 0-6-16,0 0-9 0,21 36-8 15,-21-36-9-15,0 0-21 0,5 36-20 0,-5-36-17 16,0 0-23-16,8 38-15 0,-8-38-30 0,0 0-32 16,2 36-9-16,-2-36-18 0,0 0-13 0,0 0-92 15,1 39-252-15,-1-39 113 0</inkml:trace>
  <inkml:trace contextRef="#ctx0" brushRef="#br0" timeOffset="-154513.39">33493 5098 44 0,'0'0'137'0,"0"0"-13"16,0 0-8-16,0 0-22 0,0 0 4 16,0 0-13-16,0 0-1 0,0 0-11 0,0 0-11 15,0 0-14-15,55-6 0 0,-55 6 20 0,0 0-5 16,0 0-3-16,0 0-2 0,0 0-14 0,0 0 2 16,31 36-6-16,-31-36-4 0,0 0 1 0,0 0-3 15,0 0-18-15,15 27-23 0,-15-27-49 0,0 0-31 16,0 0-34-16,0 0-87 0,0 0-224 0,0 0 99 15</inkml:trace>
  <inkml:trace contextRef="#ctx0" brushRef="#br0" timeOffset="-154010.89">33686 5114 213 0,'0'0'234'0,"0"0"-15"15,0 0-19-15,0 0-23 0,0 0-14 16,0 0-15-16,0 0-15 0,0 0-9 0,0 0-11 0,0 0-13 16,0 0-10-16,0 0-6 0,0 0-15 0,0 0-12 15,0 0-11-15,0 0-8 0,0 0-2 0,0 0-6 16,0 0-4-16,0 0-4 0,0 0-5 16,0 0-10-16,0 0-3 0,0 0-6 0,0 0-12 15,0 0-9-15,0 0-19 0,0 0-22 0,0 0-13 16,0 0-8-16,0 0-13 0,0 0-8 0,0 0-7 15,0 0 14-15,0 0-11 0,10 45 20 0,-10-45-2 16,0 0 15-16,0 0 4 0,0 0 11 0,0 0 14 16,54-13 8-16,-54 13 24 0,0 0 12 0,0 0 25 15,0 0 16-15,0 0 2 0,36-17 12 0,-36 17 3 16,0 0-5-16,0 0-7 0,0 0-10 0,0 0-3 16,0 0 4-16,0 0-8 0,0 0-7 0,0 0 2 15,0 0-8-15,0 0-12 0,0 0-39 0,0 0-35 16,0 0-49-16,0 0-85 0,0 0-223 15,0 0 99-15</inkml:trace>
  <inkml:trace contextRef="#ctx0" brushRef="#br0" timeOffset="-153178.99">29267 4668 32 0,'0'0'157'0,"0"0"-17"0,0 0-11 0,0 0-10 16,-9 28 1-16,-3-3-8 0,-5 4-5 0,-4 12-15 15,-1 6 0-15,0 0-10 0,-2 5-9 0,2-4-4 16,3 1-6-16,-3-2-10 0,7 6-6 0,0-4-3 16,2 6-5-16,1-4 2 0,6 2-8 0,1 4 6 15,2-3-8-15,-2 1-2 0,6 0-1 0,-2-4-6 16,5 5-4-16,-1-5 1 0,3 1 1 0,2-4-4 15,6 1 0-15,0 2-5 0,2-2 5 0,2 1-8 16,1-2 7-16,-1-1-3 0,0 4-2 0,1-4 1 16,-3 4 0-16,-2-4-4 0,-4 5 0 0,-1-3 1 15,0-4-2-15,-1 2-2 0,-2-1 4 0,-1-1-5 16,-1-11 1-16,0 14 0 0,-3-14-1 0,0 12 4 16,-2 1 4-16,0-13-8 0,1 1 4 0,-4 1-4 15,3-3 2-15,-1 3 1 0,0 0-4 0,2 0 1 16,0 7-2-16,0-8 2 0,1-3 5 0,0 1-3 15,4 1 9-15,3 0-2 0,0-2-4 0,0-3 1 16,4 1-1-16,1 1 1 0,4-5-1 0,1-2 2 16,3-2 0-16,3-4-7 0,3-2-11 0,0-2-21 15,8-7-12-15,-1-2-28 0,6-4-23 0,12-7-28 16,-2-4-22-16,4-3-139 0,-1-1-305 0,5-5 136 16</inkml:trace>
  <inkml:trace contextRef="#ctx0" brushRef="#br0" timeOffset="-152328.99">31909 5031 33 0,'2'-8'93'0,"-2"8"-3"0,0 0-13 16,0 0-13-16,6-4 6 0,-6 4-22 0,0 0-3 15,15-1 6-15,-15 1-15 0,17 0-4 0,-6 1-1 16,1 3 2-16,-2 0-11 0,4 2-10 16,2 2 7-16,0 1-8 0,0 0 2 0,1 4-2 15,6 3 3-15,3 1-2 0,-5 1 2 0,4 0-4 16,-1 4-3-16,4-3 0 0,-1 5 8 0,-4-3-10 15,2 3 1-15,-1 0 0 0,-1 3-4 0,-6-2 6 16,3 1-2-16,-5 3 0 0,-1-3 2 0,0 3-1 0,-1 0 4 16,-3 0-6-16,-2 1 6 0,2 4 3 15,-2-2-8-15,-2 0-6 0,1 0 6 0,-1 1-5 16,-1-1 0-16,-1 1 2 0,2 1 5 0,0 0-4 16,4 13 4-16,-6-13-8 0,-1-2 9 0,3 4-7 15,1 9 10-15,-2-10-13 0,5 12 7 0,0-2 14 16,-4-10-12-16,7 11 1 0,-6-12-3 0,6 9 0 15,-1-8 1-15,-1-2-9 0,2-1 4 0,1 0-5 16,-2 0-2-16,1-3-1 0,-1 1-1 0,1-2 10 16,1 0-4-16,0-1 1 0,1-1 2 0,-2-2-2 15,1 1 5-15,0 0-18 0,0 0 15 0,-14-25-7 16,26 46-5-16,-13-22 6 0,-13-24 2 16,11 36 3-16,0-13 1 0,-11-23-3 0,10 40 2 0,-10-40-4 15,7 38 2-15,-7-38 4 0,4 37 0 16,-4-37 1-16,1 43 3 0,-1-43-10 0,-1 39 9 15,1-39 1-15,-8 39 3 0,8-39-16 0,-7 38 9 0,0-13 6 16,7-25-10-16,-12 34-3 0,12-34-11 16,-15 30-15-16,15-30-7 0,-17 24-15 0,17-24-11 0,-17 20-17 15,17-20-54-15,-26 16-145 0,10-10 64 0</inkml:trace>
  <inkml:trace contextRef="#ctx0" brushRef="#br0" timeOffset="-114087.27">16437 16560 126 0,'-14'0'109'0,"7"1"-1"16,7-1-18-16,-12-1-8 0,12 1-1 0,-10-2 0 15,10 2-10-15,-11-1 0 0,11 1 9 0,0 0-2 16,-10-1-2-16,10 1-6 0,0 0-4 0,-10-2-11 16,10 2-1-16,0 0-2 0,0 0 2 0,-9 2 3 15,9-2-9-15,0 0-2 0,0 0 1 0,0 0-6 16,-8 1-1-16,8-1 0 0,0 0-2 0,0 0-8 15,0 0 3-15,0 0 0 0,0 0-6 0,0 0 3 16,0 0 4-16,-10 1-3 0,10-1-2 0,0 0 2 16,0 0-3-16,0 0 6 0,0 0 2 0,0 0-2 15,0 0-3-15,0 0 2 0,0 0-3 16,0 0 3-16,0 0-3 0,0 0 4 0,0 0-2 0,0 0-3 16,-8 3-3-16,8-3 0 0,0 0-2 0,0 0-6 15,0 0 4-15,0 0-3 0,0 0 0 0,0 0-3 16,0 0-5-16,0 0 4 0,0 0-6 0,0 0-2 15,0 0 1-15,0 0-2 0,0 0-4 0,0 0 6 16,0 0-7-16,0 0-1 0,0 0 3 0,0 0 0 16,0 0-2-16,0 0 6 0,0 0-8 15,0 0 2-15,0 0 7 0,0 0-8 0,25 5 2 16,-25-5 1-16,10 1-5 0,-1-1 3 0,0 3 2 0,2-3 0 16,2 0 22-16,-2 0-2 0,2 3-3 0,5-3 4 15,0 2-6-15,-1-1-1 0,3 0-4 0,-1 2 1 16,3-3 3-16,-2 3 0 0,3-3-7 15,4 2 2-15,1-1 11 0,1 0 5 0,-6 1-10 16,5-1 1-16,4 1-2 0,-4 0 2 0,1-2 0 16,-1 1-4-16,3-2-3 0,-2 0-1 0,1 0 0 15,-1-1 14-15,2-1-3 0,-1 2-1 0,1-5 5 16,1 3-11-16,-1 1-1 0,1 0-1 0,-2-3 1 16,1 2-3-16,-3 0 2 0,4-2 0 0,-1 2-3 15,-2 0-4-15,-7 0 4 0,6-2-1 0,0 2-3 16,-6 1 3-16,1-2-3 0,-3 4 2 0,1-4-3 15,0 1 12-15,0 2 0 0,1 0-3 0,1 1 2 16,-4-3-2-16,3 2-4 0,-2 0 7 0,-1 1-12 16,0-1 5-16,0 1-2 0,-2 0 0 0,2 0-4 15,1 0 2-15,-1 0-4 0,-4 0 3 0,3 1 1 16,1 0-3-16,-8-1 4 0,2 3 0 0,0-3-1 16,0 2 0-16,0-2-1 0,-2 0 2 0,-1-1 11 15,2 2 3-15,-6 0 1 0,-6-1-1 0,17 2-4 16,-11-2-2-16,-6 0 1 0,9 1 0 0,-9-1-2 15,9 1 0-15,-9-1 3 0,0 0-6 0,10 1 6 16,-10-1 1-16,0 0-1 0,7 2 0 0,-7-2-5 16,0 0 2-16,0 0-1 0,0 0 14 15,5 3-12-15,-5-3 3 0,0 0 3 0,0 0 5 0,0 0 0 16,0 0-2-16,0 0 2 0,0 0 8 0,0 0 2 16,0 0-8-16,0 0 9 0,0 0 5 0,0 0-7 15,0 0-5-15,0 0 3 0,0 0-12 0,0 0 4 16,0 0-11-16,0 0 8 0,8 1-10 0,-8-1-2 15,0 0 2-15,0 0-8 0,0 0-12 0,0 0-22 16,0 0-26-16,0 0-32 0,0 0-32 0,0 0-52 16,0 0-70-16,0 0-102 0,0 0-219 15,0 0-611-15,0 0 271 0</inkml:trace>
  <inkml:trace contextRef="#ctx0" brushRef="#br0" timeOffset="-55346.72">4176 16984 24 0,'0'0'107'0,"0"0"-5"15,0 0-6-15,0 0 2 0,0 0 0 16,0 0 4-16,0 0 0 0,0 0-2 0,0 0-5 0,0 0-11 16,0 0-5-16,-14-15-2 0,14 15-11 0,0 0-1 15,0 0-8-15,0 0-14 0,-1-12 3 0,1 12-6 16,0 0-7-16,0 0 1 0,4-16-9 0,-4 16 1 16,0 0-5-16,5-13-6 0,-5 13 1 0,6-9-2 15,-6 9-4-15,8-10 2 0,-8 10-1 0,9-5-3 16,-9 5-6-16,6-3-1 0,-6 3-9 15,0 0 7-15,14-4-2 0,-14 4 6 0,0 0-10 16,16 2 5-16,-16-2-3 0,13 7 8 0,-5-2-4 16,0 2-2-16,-2 0-2 0,2-1 1 0,-2 2 5 15,-1 1-3-15,-1 1-1 0,0 1 8 0,-3 0-3 16,2 2 0-16,-3-1 1 0,-1 4 9 0,-1 1-1 16,-1 0 6-16,-1 1-4 0,-3-1 7 0,-1 0-9 15,-2 1-4-15,1-4 1 0,-1 3 2 0,0-2-1 16,2-5 1-16,-1 3 1 0,0-3-1 0,-3 2-2 15,5-2 14-15,-3-3-15 0,0 0 0 0,2 1 4 16,2-2-5-16,-2 1 6 0,-1-3-3 0,9-4-4 16,-11 5 2-16,11-5 3 0,-9 6 1 0,9-6-3 15,-12 4 0-15,12-4 7 0,-7 3-3 0,7-3-2 16,0 0 1-16,0 0 0 0,-10 4-10 0,10-4 7 16,0 0-1-16,0 0-2 0,0 0-1 0,0 0 2 15,0 0-1-15,0 0-1 0,-11 2 4 0,11-2-10 16,0 0 3-16,0 0 1 0,0 0-7 15,0 0 0-15,0 0 5 0,0 0-7 0,0 0 8 16,0 0-8-16,0 0 6 0,0 0 5 0,0 0-3 16,0 0-5-16,31 1-1 0,-31-1-3 0,0 0 4 15,15 0-3-15,-15 0 5 0,13 2 0 0,-13-2-2 16,15 1 0-16,-15-1 3 0,17 2-4 0,-8 1 4 0,0-1-4 16,1 0 2-16,-10-2 4 0,22 6-1 15,-11-3-4-15,-4 1-27 0,5 0 1 0,0-2 0 16,-1 2 9-16,1 1 2 0,-4 1 2 0,3-1 6 15,-1-1-2-15,-1 0-2 0,1 1-15 0,-3-1-41 16,3-1-37-16,-1 3-43 0,1 1-91 0,-10-7-261 16,9 9 115-16</inkml:trace>
  <inkml:trace contextRef="#ctx0" brushRef="#br0" timeOffset="-54128.91">4584 17030 16 0,'0'0'177'0,"-14"4"-16"0,14-4-11 16,-12 7-15-16,6 1-13 0,-2 3-22 0,-1-1-3 15,3 0-10-15,-2 7-10 0,2 1-8 0,-1-3-7 16,2 3-11-16,1-3 0 0,2-3-9 0,1 2-4 15,1-4-4-15,1 2-7 0,1 0 7 0,0 4-7 16,2-6-3-16,1 0-1 0,1 0-5 0,0 0 0 16,1-2 3-16,-1 0-5 0,1-1-4 15,0-1 5-15,2-1-2 0,-9-5-6 0,17 8 9 16,-11-7-6-16,-6-1 4 0,17 4-2 0,-17-4 2 16,16-2-1-16,-5 0 8 0,-2-1 0 0,1-4-4 15,0 0 5-15,3-5-5 0,-3-1-2 0,3-1-1 16,-1 0 3-16,-3-4-4 0,1 3-1 0,0 0 0 15,-5-2-6-15,-1 0-6 0,-1 1 5 0,0-1-10 16,1 0 0-16,-3 2 2 0,0-2-2 0,-2 1-7 16,1 16 7-16,-5-21 2 0,0 9-3 0,5 12 4 15,-9-17-3-15,3 8-3 0,6 9 2 0,-13-11 3 16,13 11 7-16,-14-5 3 0,14 5 2 0,-19-5 4 16,19 5-5-16,-17-4 2 0,17 4-1 0,-12-5-8 15,12 5 1-15,0 0 2 0,0 0-5 0,-14 0-4 16,14 0-1-16,0 0 1 0,0 0-2 0,0 0-1 15,0 0 1-15,0 0 4 0,0 0-1 0,0 0-2 16,0 0-7-16,0 0 6 0,0 0-6 16,34 19 6-16,-18-19 6 0,-1 0-3 0,-15 0-3 15,35-2 2-15,-16 1 4 0,2 0 2 0,-1-2-4 16,-2 0 0-16,2 0-1 0,-5 2 4 0,2-3 0 16,2 3-3-16,-7-1 3 0,-12 2-6 0,26-2 1 15,-26 2-4-15,15-2-2 0,-15 2 5 0,15 2 2 16,-15-2-2-16,0 0-2 0,14 5 1 0,-14-5 5 15,0 0 3-15,7 11-4 0,-7-11 2 0,2 13 2 16,-2-13-4-16,0 19 3 0,0-19-1 0,-2 27-3 16,-1-16-2-16,1 1 6 0,2-12-1 0,-4 22-9 15,4-9 8-15,0-13-1 0,-1 20-3 0,1-8 0 16,0-12 1-16,2 21 0 0,2-11 1 16,-4-10-5-16,6 15 5 0,-2-7 2 0,-4-8 1 15,10 13 1-15,-10-13-1 0,13 10-2 0,-7-6 1 16,-6-4 3-16,17 1 2 0,-8-1 2 0,-9 0-5 0,18-3 4 15,-8 1 0-15,3-2-1 0,-3-4-2 16,2 1 5-16,-1-1 3 0,3-1-5 0,-2-3-3 0,1 0 3 16,-4-1-1-16,2-1 3 0,-1 0-2 15,-2 0-1-15,1-1-4 0,-5 0-1 0,-2 1-3 16,1 4 3-16,-3 10-13 0,0-30 8 0,0 23 3 16,0 7-4-16,-7-22-1 0,3 12 2 0,4 10 3 15,-8-17-3-15,4 9 0 0,4 8 9 0,-9-10-1 16,9 10 0-16,-8-9 6 0,8 9 5 0,-9-8-10 15,9 8 1-15,-9-6 2 0,9 6 0 0,0 0-3 16,0 0-6-16,-9-9 4 0,9 9-1 0,0 0-10 16,0 0-2-16,0 0 6 0,0 0-3 0,0 0 5 15,0 0-3-15,0 0 4 0,0 0 1 0,0 0 1 16,35-8-8-16,-35 8 3 0,18 3 4 16,-18-3-6-16,23 7 8 0,-12-3-6 0,-1 0 1 15,-10-4-6-15,21 11 9 0,-10-4 0 0,-3 0-3 16,2 3 7-16,-2-4-7 0,-2 6 2 0,2-2 3 15,-3 0-2-15,3 2 2 0,-4-1-2 0,-1 2-2 16,1 1 5-16,0 2-1 0,-2-5 1 0,-1 1-4 16,3-2 2-16,-2 1-3 0,2 0 1 0,-2 0-1 15,1-3-1-15,0 0 2 0,0-1-1 0,-3-7-2 16,9 13 2-16,-2-7 4 0,-2-2 1 0,3 0 0 16,-8-4 4-16,15 4-1 0,-4-4-1 0,-11 0 4 15,23-6 10-15,-7-2 6 0,0 2-3 0,0-5 1 16,0 0-8-16,-3-2 10 0,4-1-3 0,-3 1 1 15,-1-2-3-15,-2-1-3 0,2-7 12 0,0 0 0 16,-6 6 1-16,-3 0 0 0,1-2-4 0,-1 3-2 16,-4-3 1-16,0 19 11 0,-2-27 11 0,-2 10 4 15,-1 8-8-15,-4-5-1 0,1 8-3 0,-5-5-4 16,2 8-6-16,-7-4 0 0,-3 2-5 16,1 1-9-16,-8 0-6 0,0 7-10 0,0 0-9 15,6 3-12-15,3 2-19 0,-8 1-29 0,8-2-39 16,1 2-38-16,1 2-49 0,6-5-159 0,-6 4-384 15,7-4 170-15</inkml:trace>
  <inkml:trace contextRef="#ctx0" brushRef="#br0" timeOffset="-52796.5">2136 16954 59 0,'-6'-6'130'0,"6"6"-21"0,0 0 1 15,0 0-15-15,0 0-8 0,-4-9-5 0,4 9-7 16,0 0-6-16,0 0-4 0,0 0-3 0,0 0-12 16,0 0-3-16,0 0-12 0,0 0-4 0,0 0 0 15,0 0-11-15,0 0 8 0,0 0-12 0,0 0-1 16,0 0 0-16,0 0 1 0,0 0-7 0,0 0 1 16,0 0-7-16,0 0 3 0,0 0-13 0,0 0 7 15,1 34 9-15,2-14-8 0,-2-2 1 0,3 10 1 16,2 3 0-16,-2 1 0 0,-1 1 3 0,1 2-8 15,-2 1 4-15,2 0 2 0,0-1-4 0,-1-4 1 16,-1 0-3-16,1 2-1 0,4-6 1 0,-3 1 4 16,-1 3 2-16,-1-6-5 0,1-6 6 0,1-1-9 15,-2 0 6-15,0 1 5 0,0-2-9 0,2-1-15 16,-4 0-38-16,1-3-16 0,2-2-42 0,-2 0-62 16,0-1-191-16,-1-10 85 0</inkml:trace>
  <inkml:trace contextRef="#ctx0" brushRef="#br0" timeOffset="-52528.4">2221 16971 6 0,'9'8'30'0,"-3"2"-7"0,3 4 3 15,-5 2 7-15,0 3-8 0,-2 0 1 0,2 5-4 16,-5 3 8-16,-2-1-12 0,-1 0 4 0,1 1-10 16,-5-3 11-16,-1 3-10 0,0-2-2 0,1-1-4 15,-3 0-17-15,2-5-44 0,-1-2-57 0,-4 7 27 16</inkml:trace>
  <inkml:trace contextRef="#ctx0" brushRef="#br0" timeOffset="-50314.11">2490 17211 73 0,'0'0'131'16,"0"0"-10"-16,-10-3-10 0,10 3-8 0,0 0-17 15,0 0-13-15,0 0-9 0,-15 9 5 0,15-9-12 16,-11 17-11-16,8-7 3 0,-1 5-8 0,0 1 0 16,0-4-12-16,-1 7 3 0,5-1-9 15,0-1-3-15,3-1-11 0,-2-1 10 0,0 1-9 16,2-6 1-16,-1 4 2 0,3-4-8 0,-1 0 14 16,1-1-15-16,2 1 14 0,-3-4-13 0,5 2 1 15,-4-3-4-15,-5-5 8 0,10 7-8 0,-10-7 2 16,6 6 4-16,-6-6 3 0,7 4-5 0,-7-4 8 15,0 0-2-15,0 0 0 0,0 0 4 0,16-2-4 16,-16 2 3-16,0 0 1 0,0 0 3 0,7-17-2 16,-9 7 0-16,2 10-1 0,0-15 4 0,0 15-9 15,-5-19-2-15,4 8 11 0,0 3-12 0,1 8-5 16,-4-19 0-16,1 10 7 0,3 9-1 0,-2-11-2 16,2 11 3-16,-4-11 4 0,4 11-9 0,0 0 4 15,-4-8-6-15,4 8-13 0,0 0 11 0,0 0-5 16,0 0 0-16,-4-9-9 0,4 9 11 0,0 0-8 15,0 0-3-15,0 0 12 0,0 0-8 16,0 0 4-16,0 0 2 0,16 24-3 0,-13-17-1 16,1 1 0-16,1 2 13 0,1-6-17 0,-6-4 11 15,12 14-3-15,-4-7-3 0,0-2 5 0,-1 2 2 16,5-2-6-16,-3-2 8 0,1 2 3 0,0-1-6 16,-10-4 2-16,17 2 6 0,-6-2-2 0,-11 0 2 15,16-2-5-15,-16 2 8 0,17-6-4 0,-8 2 0 16,-1-2 2-16,-1 0 8 0,0-4-9 0,0 2 4 15,-4-2 2-15,0-1-4 0,-2 0-9 0,1-1 7 16,-2-4 3-16,0 0-10 0,-3-1 1 0,2 7 4 16,-2-2 0-16,-3-4-4 0,1 7-1 0,0-1-3 15,5 10-2-15,-9-14-7 0,3 7 10 0,6 7 0 16,-12-5-5-16,5 0 3 0,7 5 2 0,-11-4 1 16,11 4-2-16,-9-3-1 0,9 3-1 0,0 0 0 15,0 0-2-15,-10-4-6 0,10 4 4 0,0 0 0 16,0 0-1-16,0 0 2 0,0 0 3 15,0 0-4-15,33 11-7 0,-20-11 7 0,5-1 5 16,1-2-3-16,0-1 0 0,0 0-2 0,1-1 2 16,0 0 0-16,-6 1 1 0,-3 2-8 0,1 0 7 15,-2-1 1-15,-10 3-2 0,14-2 2 0,-14 2-3 16,10-2 1-16,-10 2-5 0,0 0 8 0,16 1-2 16,-16-1-1-16,8 6 4 0,-4 1 1 0,-4-7 4 15,8 14 7-15,-4-3-11 0,0 0 6 0,-2 0 0 16,2 2 10-16,-1-1-5 0,-1-1-3 0,2 4 4 15,0-3-4-15,0 3-1 0,-2-1-1 0,1-5 5 16,1 3-4-16,2 0 4 0,-4-2-6 16,2-1-2-16,0 0-4 0,1 2-22 0,-2-4-25 15,2 0-45-15,-5-7-24 0,9 10-90 0,-9-10-225 16,8 9 100-16</inkml:trace>
  <inkml:trace contextRef="#ctx0" brushRef="#br0" timeOffset="-50030.15">2991 16866 163 0,'0'0'165'0,"0"0"-21"0,0 0-18 0,0 0-9 15,0 0-1-15,0 0-12 0,0 0-13 0,14 33-7 16,-7-9 16-16,2 0-14 0,-2 2-8 15,1 0-5-15,-2-3-13 0,3 0-1 0,-2 4-10 16,3-4-3-16,-4-3-2 0,-2-2-6 0,3 5-2 0,-2-4-2 16,-1 0-2-16,1-2-5 0,-2-1 1 15,1 2-5-15,-1-4-2 0,1-2-4 0,-2 1 5 16,1 1-5-16,-1-5-7 0,0 3-13 0,0-3-31 16,-2-9-26-16,5 13-32 0,-5-13-44 0,2 8-20 15,-2-8-100-15,0 0-275 0,0 0 122 0</inkml:trace>
  <inkml:trace contextRef="#ctx0" brushRef="#br0" timeOffset="-49730.18">2986 17201 61 0,'0'0'70'0,"0"0"4"0,16-14-12 16,-16 14 3-16,17-8-14 0,-6 2 2 0,5 1-10 15,-4 0 4-15,0 2-8 0,-12 3-8 0,20-9-2 16,-9 7-4-16,-11 2 1 0,18-6-10 16,-18 6 4-16,17-2-7 0,-17 2 3 0,15 0-7 0,-15 0-1 15,15 2 5-15,-15-2-9 0,11 6 6 16,-11-6 0-16,14 8-3 0,-5 0 18 0,-2-2-4 16,2 4-2-16,-2 2-4 0,-2-2 0 0,2 4 2 15,-3-2-2-15,1 3 2 0,2 0-8 0,-2 1 9 16,-1-4-2-16,1-1-7 0,-3 0-19 0,2 1-19 15,-1-3-8-15,-1-1-36 0,-2-8-69 0,5 15-154 16,-5-15 69-16</inkml:trace>
  <inkml:trace contextRef="#ctx0" brushRef="#br0" timeOffset="-49195.3">3441 17017 160 0,'0'0'203'0,"0"0"-15"0,0 0-12 0,0 0-14 16,0 0-10-16,0 0-9 0,0 0-13 0,-28 16-13 15,23-11-5-15,-1 4-9 0,1 2-9 0,1 1-9 16,-3 5-7-16,2-1-8 0,0 1-13 16,-1-2-3-16,4 1-11 0,1 0 2 0,1-6-10 15,0 3-1-15,0-2-6 0,3-1-4 0,0-1 0 16,-3-9-2-16,7 13 0 0,-3-8-4 0,-4-5-4 0,9 7-1 15,-9-7-1-15,9 4-2 0,-9-4-3 16,8 3 0-16,-8-3 2 0,0 0-13 0,0 0 12 16,0 0-4-16,17-8-2 0,-17 8 1 0,8-9-2 15,-8 9 0-15,2-13 4 0,-2 13-1 0,3-13-4 16,-3 13 5-16,-1-14 0 0,1 14-6 0,-2-11 1 16,2 11 3-16,0 0-1 0,-2-14 0 0,2 14 2 15,0 0-3-15,0 0-3 0,0 0-1 0,0 0-5 16,0-12-3-16,0 12 0 0,0 0 2 0,0 0 0 15,0 0 2-15,0 0 0 0,0 0-1 0,0 0 3 16,0 0 6-16,14 26-3 0,-12-20 1 0,2 5 0 16,-4-11-5-16,8 16-8 0,-2-8-11 0,1 1-25 15,-2-4-40-15,-1 1-37 0,-4-6-49 0,11 11-146 16,-6-5-347-16,-5-6 154 0</inkml:trace>
  <inkml:trace contextRef="#ctx0" brushRef="#br0" timeOffset="-48963.17">3554 16729 110 0,'-3'-12'200'0,"3"12"-28"0,0 0-21 0,0 0-15 15,0 0-10-15,0 0-9 0,18 53-6 0,-9-20-10 16,-1 1-13-16,6 10-7 0,-5-9-5 0,0-2-5 15,-1 1-9-15,1 9-8 0,-1-9-2 0,1 0-4 16,1 11-2-16,-3-9-33 0,-1-3-39 0,3 0-42 16,-4-1-53-16,1-3-146 0,-4 3-289 0,-2-5 128 15</inkml:trace>
  <inkml:trace contextRef="#ctx0" brushRef="#br0" timeOffset="-48212.23">4074 16740 59 0,'0'0'167'16,"-7"-6"-20"-16,7 6-11 0,0 0-15 0,0 0-17 15,0 0-13-15,0 0-10 0,-12 13-8 0,8 1-8 16,-4 11 0-16,2 7-12 0,-3 16-5 0,4-1-1 16,2 4-11-16,1 4-1 0,7 0-2 0,4 5-1 15,1-4-6-15,5 1-1 0,1-4-8 0,7-1 1 16,2-2 1-16,3-4 0 0,-1 0-6 0,4-2 0 15,1-6-25-15,-8-11-17 0,4-1-49 0,0-6-32 16,4-3-109-16,0-2-238 0,3-3 105 0</inkml:trace>
  <inkml:trace contextRef="#ctx0" brushRef="#br0" timeOffset="-47696.46">5848 16726 46 0,'0'0'122'0,"0"0"-14"0,0 0-10 0,0 0-12 16,0 0-8-16,0 0-7 0,56 15-9 0,-34-2 1 15,-1 5 16-15,1 5 1 0,-3 1-6 0,-1 5-6 16,-1 0-2-16,-6 6-7 0,2 15-6 15,-5 0-4-15,-8 4-6 0,-5 2 7 0,-4 1-19 16,-3 2-7-16,-7 22-36 0,2-31-44 0,-6-2-51 16,-2 8-100-16,-15 16-222 0,13-23 98 0</inkml:trace>
  <inkml:trace contextRef="#ctx0" brushRef="#br0" timeOffset="-3521.14">22214 14698 160 0,'0'0'155'0,"-6"-6"-4"0,6 6-19 0,-3-6-12 0,3 6-8 15,-7-7 6-15,7 7 3 0,-4-6-8 0,4 6-1 16,-4-5-10-16,4 5 0 0,-6-5 1 16,6 5-7-16,0 0-8 0,0 0-4 0,-2-7-4 0,2 7-10 15,0 0-5-15,0 0-3 0,0 0-9 0,0 0-9 16,0 0-4-16,0 0-11 0,-6-4 1 0,6 4-9 15,0 0-2-15,0 0-4 0,0 0-7 0,0 0-10 16,0 0-16-16,0 0 0 0,0 0 5 0,0 0 3 16,8 21 0-16,-5-8 6 0,2 5 10 15,1 8-3-15,1-1 1 0,-1 3 0 0,-1 0-3 0,3-2 2 16,-2 3 0-16,-1-5 23 0,3 4 0 0,1-2-2 16,-3-1-5-16,-1-8-2 0,-1 1 0 0,1-1-6 15,0-1 3-15,3 1-2 0,-4-5 0 0,0-1 0 16,0-2-6-16,1 3 3 0,0-3 6 15,-3-4-7-15,3 4-6 0,-1-4 4 0,-4-5 0 16,3 8-4-16,-3-8 5 0,2 7-2 0,-2-7 0 0,3 6 1 16,-3-6 4-16,0 0 0 0,2 6 1 0,-2-6 0 15,0 0 10-15,0 0 12 0,0 0 8 0,0 0-4 16,0 0-5-16,0 0-5 0,7-25-2 0,-3 9-4 16,1-2 0-16,1-7-4 0,1 3-2 15,-2-6 0-15,1 3-3 0,3 0-2 0,-3-4 1 16,2 5 0-16,-1-2-2 0,-1 2-1 0,-2 6 1 15,2-1-1-15,-2 1 1 0,0 1-5 0,1-2 3 0,-1 2-4 16,0 2 0-16,1 3-1 0,-4 2 4 0,1 0-7 16,0-2 7-16,-1 5-5 0,-1 7 2 15,3-11 3-15,-3 11-4 0,1-8-1 0,0 2-2 16,-1 6 2-16,1-8-3 0,-1 8 0 0,0 0-9 16,3-5-8-16,-3 5-16 0,0 0-17 0,0 0-27 15,0 0-42-15,0 0-38 0,0 0-52 0,7-7-28 16,-7 7-123-16,0 0-391 0,0 0 173 0</inkml:trace>
  <inkml:trace contextRef="#ctx0" brushRef="#br0" timeOffset="-3180.23">22729 14689 10 0,'11'7'130'0,"-11"-7"-5"0,0 0 5 0,3 15-5 16,-1-5 1-16,-2 6-12 0,-2 2-1 0,2 0-11 16,-3 10-7-16,1-5-13 0,-1 3-7 0,0-1-4 15,2-1-4-15,-1-5-5 0,0 0-6 0,0-1-6 16,0 0-6-16,1-6-8 0,-2 0 1 0,2-1-5 16,1-2-3-16,-1-1-6 0,1-8 1 0,0 12-6 15,1-5-1-15,-1-7 2 0,0 9-4 16,0-9-2-16,0 0 0 0,0 0 2 0,-1 7-2 0,1-7-2 15,0 0-1-15,0 0 1 0,0 0 0 0,2 6 2 16,-2-6 1-16,0 0-3 0,11 0 3 0,-11 0-2 16,16-3-1-16,-4 2 1 0,0-3-5 0,7 0 5 15,-4 0-7-15,5-1-24 0,-1 0-33 0,0 0-39 16,1 2-41-16,0 1-35 0,0-3-96 0,0 1-284 16,7-4 126-16</inkml:trace>
  <inkml:trace contextRef="#ctx0" brushRef="#br0" timeOffset="-2780.22">23297 14737 164 0,'-5'-7'211'0,"5"7"-9"0,0 0-19 15,-8-3-16-15,8 3-19 0,-9 0-14 0,9 0-16 16,-13 8-10-16,2 0-8 0,1-1-15 0,-1 6-5 0,0 0-9 15,1 2-7-15,0-2-10 0,2 3-5 16,3-5-5-16,-1 3 0 0,2-1-5 0,0-2-5 16,3 2-7-16,2-4 1 0,0 3-3 0,3-2-5 15,-1-1 1-15,2 3-6 0,1-3-1 0,1-1-2 16,0 1 2-16,3 0-3 0,1-3-1 0,-2 1-3 16,1 0-2-16,-1-2 0 0,0 2-1 0,1-1 0 15,-2-1-3-15,-2-1-2 0,0-1 5 0,1 1-4 16,-2 0 1-16,-1 1 3 0,-4-5 0 0,7 6-2 15,-7-6 2-15,4 7 0 0,-4-7 3 0,2 8 11 16,-2-8 1-16,-7 7 0 0,1-1 0 0,-1-2-1 16,-3 2 4-16,-1 1-4 0,-1-2-3 0,-1 1 0 15,0-1-1-15,0 0 0 0,1 0-1 0,-1-1-4 16,3 2-3-16,0-2-10 0,1 0-23 0,0-3-31 16,2 0-41-16,7-1-56 0,-10 0-65 0,10 0-115 15,-9-4-362-15,9 4 160 0</inkml:trace>
  <inkml:trace contextRef="#ctx0" brushRef="#br0" timeOffset="-2578.96">23573 14759 63 0,'0'0'145'0,"0"0"-17"16,10-2-15-16,-10 2-11 0,12-2 6 0,-12 2-26 15,23-2-9-15,-6 1-6 0,-3-1-11 16,4 0 2-16,1-1-5 0,0 3-9 0,-6-1-5 0,1 1 4 16,-4-3-33-16,-10 3-35 0,15-2-36 15,-15 2-29-15,13-2-78 0,-13 2-182 0,0 0 80 16</inkml:trace>
  <inkml:trace contextRef="#ctx0" brushRef="#br0" timeOffset="-2178.96">23674 14827 65 0,'0'12'160'15,"-1"3"-8"-15,0 1-5 0,2 2-22 0,-1 1-11 16,-1 0 7-16,-1 0-4 0,4 0-9 0,-4 1-12 16,2-1-9-16,0-3-11 0,0 1-6 0,0-2-8 15,-1 0 0-15,1 2-8 0,0-6-6 0,-2 2-5 16,0-3 1-16,1 1-10 0,1-11 3 0,0 17-4 15,-2-8 0-15,0-2-4 0,0-1-1 0,2-6-4 16,-7 10 10-16,2-5-12 0,0-1-1 0,-3 1-4 16,3-1 2-16,-1 0 1 0,-1-1-5 0,7-3-1 15,-14 0 0-15,7 0 10 0,7 0-11 0,-11 0 12 16,11 0 15-16,0 0 9 0,-15 0 1 16,15 0 1-16,0 0-4 0,-9-2-4 0,9 2-5 0,0 0-4 15,0 0-9-15,0 0 0 0,0 0-5 0,-8 2-4 16,8-2-6-16,0 0-4 0,0 0-1 0,0 0 1 15,0 0-2-15,0 0 0 0,0 0-1 0,0 0 4 16,25 6 0-16,-19-5-2 0,4 1 2 0,1-2-4 16,-1 0 3-16,3 0 2 0,-1 0 0 0,3-3-3 15,2 2 2-15,-1-2-19 0,2 1-34 16,0-2-36-16,-2-3-52 0,1 1-68 0,-2 0-177 0,-5-3-410 16,3 1 182-16</inkml:trace>
  <inkml:trace contextRef="#ctx0" brushRef="#br0" timeOffset="-1980.19">23653 14827 16 0,'0'0'176'0,"0"0"-29"0,0 0-10 0,20-16-14 16,-7 10-11-16,6 0-13 0,8-4-7 0,0 4-23 15,0-5-30-15,-1 3-42 0,1 2-34 16,-7 0-35-16,0 2-78 0,-1 0-162 0,-6 1 72 16</inkml:trace>
  <inkml:trace contextRef="#ctx0" brushRef="#br0" timeOffset="-1554.39">22078 15485 112 0,'0'0'143'0,"0"0"-32"0,0 0-6 16,0 0-3-16,0 0-23 0,0 0-20 15,0 0 1-15,0 0-5 0,0 0-8 0,0 0-2 16,0 0-31-16,0 0-42 0,0 0-43 0,32 10-69 16,-18-9-149-16,0-1 66 0</inkml:trace>
  <inkml:trace contextRef="#ctx0" brushRef="#br0" timeOffset="-1341.97">23612 15366 53 0,'0'0'87'0,"7"2"-9"0,-7-2-15 0,0 0-26 16,11 4-40-16,-11-4-50 0,0 0-57 0,0 0 26 15</inkml:trace>
  <inkml:trace contextRef="#ctx0" brushRef="#br0" timeOffset="-329.34">21159 15972 170 0,'0'0'185'0,"0"0"-9"0,0-10 2 0,0 10-20 15,0 0-20-15,0 0-17 0,0 0-15 0,0 0-14 16,0 0-8-16,0 0-6 0,10 28-2 0,0-3-5 16,1 4-3-16,2 2-7 0,-2-3-6 0,3 16-6 15,0-14-2-15,-2 2-29 0,0-1-5 0,0-1 2 16,0-3-3-16,0-3-7 0,-3 0 1 15,-1-7 1-15,2-3 7 0,-4 0-10 0,0-5 2 16,-4 0 3-16,2-4 0 0,-1 1 6 0,-3-6 25 16,5 6 19-16,-5-6 13 0,2 6 23 0,-2-6 12 0,0 0-4 15,0 0-12-15,0 0-10 0,0 0-10 0,13-20 2 16,-8 4-11-16,3 1-9 0,2-9-4 16,-1-2-8-16,0 1-3 0,2-4-5 0,-2 2-2 15,0-6-6-15,3 3 1 0,-2-4-1 0,-1 0-8 16,4 2 0-16,-4 2-9 0,-3 2 4 0,3 3-2 15,-4 7-1-15,-1 0-1 0,0 7-2 0,-2 0-2 16,1 4-11-16,-2 1-15 0,2 0-19 0,-3 6-27 16,1-8-32-16,-1 8-35 0,0 0-36 0,0 0-28 15,0 0-20-15,0 0-173 0,0 0-425 0,-9 32 189 16</inkml:trace>
  <inkml:trace contextRef="#ctx0" brushRef="#br0" timeOffset="652.79">21693 16285 165 0,'12'-8'166'0,"-8"4"-13"0,-4 4-12 0,7-6-10 16,-1 1-3-16,0 0-3 0,-1-3 3 0,-1-1-10 15,2 0-3-15,-1-2-14 0,0-1-16 0,4-1-4 16,-1-5-7-16,-4 4 1 0,0 3 0 0,-3-1 1 15,0 3-8-15,1 0 2 0,-2 9 0 0,-2-14-5 0,2 14-3 16,-2-13-4-16,-1 8-6 0,-3-2-5 0,-1 4-10 16,-3 2 0-16,0-1-12 0,-3 2 1 15,-1 3-4-15,-3 1-2 0,0 5-1 0,0 0-5 16,3 1 0-16,0 2-7 0,5-1 1 0,-1 2 0 16,-2-1-5-16,5-1-2 0,1 1-2 0,1 3 2 15,3-1-3-15,0 0 0 0,2-1 1 0,2-1 2 16,4 3-3-16,-1-4 1 0,2 4-1 0,1-1 1 15,1-4-1-15,1-1 3 0,1-1-1 0,3-1 4 16,-1 0-2-16,3-3 2 0,-2 2-1 0,2-2 3 16,-1-3-4-16,2 0 1 0,-1-1 1 0,-2 0 1 15,4-4 3-15,-1-1-2 0,-1 1 2 0,0-3 0 16,0-2 4-16,0 1-7 0,0-3 3 0,-4 0 0 16,-1 1 4-16,-4 2 5 0,0-2 4 0,4-3-3 15,-4 4-3-15,0-1 4 0,-3 0-4 0,-1-6-1 16,0 5 0-16,1 0-3 0,-3 1-3 0,-1 10 2 15,-1-20-4-15,1 20 3 0,-1-18-2 0,-2 8-2 16,3-1 3-16,0 11-3 0,-4-12-3 0,4 12 0 16,-1-12-1-16,1 12 1 0,-4-8-6 15,4 8 1-15,0 0-5 0,0 0 1 0,-3-9-5 0,3 9-8 16,0 0-3-16,0 0 2 0,0 0-2 0,0 0 5 16,0 0 4-16,22 0-1 0,-22 0 0 0,16 7 8 15,-16-7-6-15,15 7 2 0,-5-2-3 16,-5-1 1-16,3 3 4 0,3-1 0 0,-4 3-1 0,-2-1 3 15,1 4 4-15,-1-2-1 0,2 5 3 16,-3-5 3-16,-2 0 0 0,3 1 1 0,-1 1-2 16,0-2 2-16,0-1-2 0,0 1 0 0,1-4-2 15,-2 3 4-15,0-4-4 0,2 0 5 0,-5-5-6 16,5 7 7-16,-1-2 1 0,-4-5-4 0,9 2 5 16,-9-2-1-16,8 3 5 0,-8-3-4 0,11-1 2 15,-11 1 0-15,9-4 0 0,-2 0 1 0,-1-1-1 16,-1 0 0-16,0 0-1 0,-1-2 1 0,4 1 0 15,-3-2-1-15,-1 0-3 0,-2 3-1 0,1-2 0 16,-3 7-1-16,5-10-1 0,-5 10-5 0,4-6 0 16,-4 6-5-16,0 0-8 0,6-4 8 0,-6 4 0 15,0 0 0-15,0 0 0 0,12 7-2 0,-12-7 2 16,6 10 6-16,1-6-2 0,0 4 2 0,-1-4-2 16,3 2 6-16,-1-1-3 0,2 0 1 0,1-1 3 15,0-1 1-15,0-1 0 0,-2-1-2 0,2-1 4 16,-1-2 8-16,-2 1 1 0,2-3 2 0,0 0-1 15,-1-1 5-15,0-2 0 0,-4 3 0 0,3 1 3 16,-2-6-2-16,-2 3 0 0,1 2 2 0,-1-3 3 16,-4 7 5-16,6-12-1 0,-6 12-1 0,7-10-2 15,-7 10 1-15,3-7-7 0,-3 7-7 16,0 0 1-16,0 0-1 0,6-7-6 0,-6 7-3 0,0 0-2 16,0 0 3-16,0 0 1 0,0 0 0 15,2 26 0-15,-3-13 3 0,1 5-2 0,-3 1 0 16,1 4-1-16,0 3-1 0,0-2 0 0,-1 2-1 0,0-2 0 15,1 2-15-15,1-7-22 0,-1 0-26 0,2 6-24 16,0-6-43-16,0-1-62 0,2 0-75 0,-2-2-175 16,3-4-472-16,-1-1 209 0</inkml:trace>
  <inkml:trace contextRef="#ctx0" brushRef="#br0" timeOffset="1088.77">22781 15754 109 0,'0'0'216'15,"-4"-9"-18"-15,4 9-21 0,0 0-20 0,0 0-22 16,0 0-13-16,0 0-18 0,0 0-5 0,0 0 6 15,-1 47-6-15,2-18-10 0,-1 3-7 0,0 1 3 16,1 1-11-16,-1-1-7 0,0-2-6 0,2 5-6 16,-1-2-5-16,1 0-3 0,0-3 4 0,-1 0-13 15,2-1 0-15,-3-1-6 0,2 0-7 0,1-1-29 16,-3-9-21-16,2-1-46 0,1-2-54 0,-2-5-46 16,2 2-150-16,-2-5-346 0,1 3 154 0</inkml:trace>
  <inkml:trace contextRef="#ctx0" brushRef="#br0" timeOffset="1736.97">23151 16009 15 0,'-10'-5'213'16,"10"5"-8"-16,-16-2-8 0,16 2-12 0,-22 2-12 15,10 3-7-15,1 4-18 0,1-3-12 0,-4 10-13 16,1-2-12-16,3 3-4 0,-1 1-14 0,0 6-9 15,3-8-10-15,3-1-15 0,1 0 0 0,3 2-8 16,2-7-1-16,2 1-6 0,-1-1-4 0,5-1-2 16,-1-1-3-16,-1 0-3 0,3-3-4 0,1 1 2 15,0-2-4-15,2-2-3 0,-11-2-1 0,13 4-2 16,-4-4-1-16,-9 0 2 0,0 0-3 0,22-4 1 16,-16 0 9-16,-6 4 0 0,14-8-4 0,-9 1-3 15,-5 7 1-15,9-14-2 0,-5 6-3 0,0-4-2 16,-1 2 0-16,0 1-2 0,-1-3-1 15,-1 0-2-15,-1-1-1 0,0 13 3 0,2-15 0 0,0 8 4 16,-2 7-3-16,0 0-2 0,0-13-7 0,0 13-3 16,0 0-3-16,0 0-1 0,0 0-6 0,0 0 4 15,0 0-2-15,0 0 3 0,0 0 0 0,15 24-1 16,-10-15 0-16,2 1 1 0,-2-1 0 0,1 1 1 16,2 0 3-16,1 1-1 0,0-2 1 0,0-3 1 15,1 2 3-15,0-4-3 0,2 1 1 0,-2-1 0 16,0-3-1-16,-10-1 6 0,17 1 0 15,-6-1 7-15,-11 0-6 0,19-5 3 0,-11 2-2 16,1-3 5-16,0 1 2 0,-1 0-3 0,-1-3-3 16,-2 0 0-16,-1-2-1 0,0 1 4 0,-1-3-2 0,-2 0 4 15,-1 0-10-15,0 12 1 0,-4-24-3 0,0 12 0 16,2 1 5-16,-4 2-7 0,3 0 3 16,-4 1-1-16,7 8 0 0,-6-13-1 0,6 13-7 15,-3-7 2-15,3 7-6 0,0 0-7 0,-1-12-1 16,1 12-2-16,0 0 3 0,10-8 0 0,-10 8 0 15,19-5 3-15,-9 5-3 0,-10 0 3 0,20-1-2 16,-10 2 1-16,1 4-1 0,0-2 3 0,-2 3 1 16,1 0 3-16,-1 2 1 0,-1 1 7 0,3 3 7 15,-5-2-3-15,2 1-1 0,-3 1 3 0,3 1 0 16,-2-2 0-16,-2 1-1 0,0-2-1 0,0 1 0 16,1-1-14-16,-2 0-13 0,0-2-18 0,2 1-26 15,-5-9-41-15,9 10-33 0,-9-10-36 0,16 8-23 16,-4-10-161-16,-12 2-391 0,35-8 173 15</inkml:trace>
  <inkml:trace contextRef="#ctx0" brushRef="#br0" timeOffset="2388.25">23862 15990 143 0,'0'0'153'0,"-5"-10"1"16,5 10-5-16,-13-7 6 0,3 7 0 16,10 0-2-16,-26 3-3 0,14 2 4 0,-6 3-6 15,-1 0-4-15,1 1-7 0,0 3-10 0,4-1-17 16,0 4-10-16,1-1-10 0,4 0-12 0,1-3-8 15,2 1-6-15,1-2-6 0,4 2-8 0,-1-4-3 0,2-8-4 16,3 19 0-16,-1-12-10 0,-2-7-2 0,13 9-6 16,-3-7-8-16,-10-2 3 0,18 4 2 15,-18-4-6-15,22-3 2 0,-22 3-3 0,19-2 2 16,-19 2 0-16,13-8-3 0,-13 8-2 0,13-10 0 16,-13 10 12-16,6-8 9 0,-6 8-5 0,8-9 6 15,-8 9-9-15,0 0 4 0,5-11-9 0,-5 11 4 16,0 0-1-16,4-13-3 0,-4 13-7 0,0 0-2 15,0 0-8-15,0 0 2 0,0 0-7 0,0 0 4 16,0 0 5-16,7 36-1 0,-7-8-1 0,2 0 1 16,-2 4-2-16,2 1 9 0,5 14-13 0,-5 1 4 15,2 0 0-15,4-1 0 0,-3 0 3 0,-3-12-6 16,7 11 8-16,-7-11-6 0,-2 0 2 0,2 1 2 16,-1-3-3-16,-2 3 4 0,0-4 8 0,0 0-9 15,-5-3-2-15,1-4 5 0,-1-6 0 0,-2-2-3 16,1-2 7-16,0-6-4 0,-3 1 0 0,1-3-2 15,1-2 4-15,-1-3-2 0,9-2 0 0,-20 0 2 16,20 0-6-16,-20-11 2 0,12 2-5 16,0-5 3-16,4-3-4 0,2-2-1 0,2-8 1 15,9-1-3-15,-2-2-1 0,9-2 0 0,4-10 4 16,-2 11-3-16,9-12-1 0,-3 1 1 0,9 3 2 0,1-4-2 16,-2 2 2-16,-1 4-3 0,-2-3 0 0,-6 11 3 15,10-8-3-15,0 0 2 0,-11 11 3 0,5-14-1 16,-7 12-4-16,-1 2 0 0,-2-2 4 15,-2 0 3-15,-2 3-5 0,-1 0 6 0,-2 2 3 16,-6 7 1-16,-1 4 9 0,0 1 13 0,-3 11 11 16,1-18 2-16,-1 18-6 0,0-13 13 0,0 13-3 15,0 0-2-15,0 0-12 0,-10-10 0 0,10 10-2 16,0 0-6-16,-29 23 5 0,14-11-10 0,0 11 2 16,0-1-12-16,6 2 7 0,1-7 5 0,1 1-17 15,3-7-19-15,3 5-32 0,-1-4-14 0,5-1-18 16,1-2-11-16,3-1-16 0,4-1-16 0,1 0-19 15,6-5-21-15,5-4-40 0,5 0-34 0,2-5-41 16,-1 0-163-16,-5-1-472 0,-3 1 209 0</inkml:trace>
  <inkml:trace contextRef="#ctx0" brushRef="#br0" timeOffset="3786.76">24939 15872 56 0,'-3'-6'167'0,"3"6"-11"0,0 0-20 0,-13-1-10 16,13 1-19-16,-12 1-2 0,12-1-7 16,-15 4-7-16,9-1 6 0,-2 1-9 0,-2 4-8 15,-2-2-5-15,2 1-7 0,-3 1-10 0,4 1-7 16,0-2-6-16,2 2-5 0,-1-3-4 0,5 4-2 15,-3-3-6-15,3 1-5 0,1 1-1 0,2-9 0 16,2 16-4-16,0-6 0 0,3-2-1 0,1 2-9 0,2-3 3 16,3 6 10-16,2-3-8 0,5 1 1 15,-10-3-4-15,7 1 0 0,-5-1-3 0,1 0-1 16,3 2-3-16,-5-4 7 0,1 1-3 0,-4 0-5 16,1 0 4-16,-2-2-8 0,-1 0 9 0,-2 0 10 15,-2-5-1-15,4 14 9 0,-4-8-8 0,0-6 7 16,-8 16-8-16,3-10-1 0,-3 1 2 0,-4 2-3 15,-2 1-3-15,-3 0-2 0,3 0-3 0,-5-2-5 16,2 0-6-16,-1 0-14 0,2-4-23 0,5 0-25 16,0-1-48-16,4 0-40 0,1 0-142 0,6-3-322 15,-14 0 143-15</inkml:trace>
  <inkml:trace contextRef="#ctx0" brushRef="#br0" timeOffset="4823.66">25230 15983 71 0,'2'-4'206'0,"-2"4"1"0,0 0-19 0,0 0-18 0,-13-8-13 15,4 7-13-15,9 1-1 0,-28 10-11 0,9-3-13 16,0 1 1-16,0 2-9 0,1 0-4 0,-4 5-9 16,6-1-8-16,3-1-3 0,-3 2-6 0,6 3-7 15,1-1-12-15,2 0-6 0,5-3-4 0,-2 2-7 16,6 1-3-16,2 0-6 0,1-3-2 15,4 0-1-15,2 2-2 0,0-4-10 0,5-2-9 16,-2-2-14-16,6 0-17 0,1-5-7 0,10 0-38 16,-11-3-16-16,7-3-17 0,4-2-16 0,-4-5-8 15,2 3-3-15,0-4 9 0,-3 1 9 0,0-5 26 16,-6 3-7-16,-4-1 14 0,7-2-2 0,-3-1 16 0,-4 2 4 16,2-7 12-16,-7 4 0 0,0 4 7 15,0-4 7-15,-3 4 19 0,2-1 14 0,-6 3 9 16,1-1 22-16,-3 5 23 0,-2 7 6 0,2-16 7 15,-2 16-8-15,-4-14 7 0,4 14-6 0,-9-7-5 16,9 7 7-16,-18-3-8 0,18 3 7 0,-22 5-2 16,3 3 6-16,5-1-4 0,-2 4-7 0,3 0-6 15,-1 1-4-15,2 4-6 0,0 0-4 0,4 1-3 16,2-1-5-16,-1 0-1 0,2-1-6 0,3 0 1 16,3-3-6-16,1-2 1 0,2 0-5 0,0 2 1 15,2-6-4-15,1 0-3 0,3-2-4 0,-2-1-8 16,2-2 5-16,-10-1 2 0,26-2-7 0,-12-2 5 15,0-1-4-15,-3 2 7 0,0-2 1 0,0-2 2 16,0 3-1-16,-3-3 9 0,0 1-3 0,-2-1 0 16,-6 7 10-16,9-9 0 0,-9 9-6 0,8-11 4 15,-8 11 1-15,2-9 11 0,-2 9-4 16,0-11 4-16,0 11-5 0,0 0 3 0,-2-14-1 16,2 14-7-16,0 0 0 0,0 0-3 0,0 0-9 15,-4-10-3-15,4 10-4 0,0 0 5 0,0 0-8 0,0 0 0 16,0 0 5-16,-6 31 1 0,6-19-6 0,-2 0 0 15,2-3-6-15,2 1 12 0,0-2-4 16,-1 1-1-16,3-1-2 0,1 0 5 0,0 1-5 16,-1-5-1-16,0 2 1 0,1-2 6 0,2 0-3 15,-1-2 3-15,3-1 2 0,-9-1-3 0,16-1 1 16,-5-1 0-16,0-5-1 0,1 1 4 0,-2-1-4 16,0 0 4-16,4-6 3 0,-2 1 3 0,0 1-5 15,-3-2 2-15,0-4 3 0,0-6-7 0,0 5-1 16,-4 0 4-16,3-6-3 0,-2-1 0 0,2 8 8 15,-5-8-14-15,-1 6 6 0,2-8-2 0,-2 3 1 16,-2 5 9-16,-2-1 3 0,2 4 6 0,-4 0 14 16,3 5 7-16,0-1 9 0,1 12-9 0,0-13-3 15,0 13-14-15,-3-10 0 0,3 10-4 0,0 0-11 16,-2-10-7-16,2 10-2 0,0 0-2 0,0 0 3 16,-6 30-2-16,5-11 1 0,-2 6-2 0,1 3-2 15,2-1-2-15,0-1 2 0,0 1 2 0,2-8-8 16,-1 0 5-16,2 2-2 0,5 6 1 0,-3-11 11 15,3 1-10-15,-1 1 2 0,-1-7-1 0,6 3 0 16,-3-6 0-16,-1 1 2 0,4-5 4 0,-1 0-6 16,4-2 10-16,2 1-8 0,3-5 6 0,-4 1-5 15,4-2 4-15,-2-4 0 0,6-8-5 0,-5 4 5 16,-6-1-2-16,5-2-1 0,0-7 9 16,-6 6-8-16,-2-2 4 0,0 1-9 0,-2-1 2 15,-1 0 1-15,-5 6 0 0,0-2 0 0,1 3 0 0,-3 0-3 16,0 10 6-16,0 0-2 0,-7-17-8 15,7 17 1-15,-9-5 1 0,9 5 1 0,-22 8-2 16,11-2-4-16,-7 2-8 0,4 4-6 0,5-5-8 16,0 3-22-16,2 0-17 0,3 0-11 0,0 5-4 0,4-2-17 15,2-2-28-15,-2-11-34 0,11 17-7 16,0-7-47-16,3-7-14 0,1 0-169 0,4 0-432 16,-1-5 191-16</inkml:trace>
  <inkml:trace contextRef="#ctx0" brushRef="#br0" timeOffset="5386.14">26383 15937 67 0,'0'0'206'0,"-10"-13"8"0,10 13-4 0,0 0-13 0,-9-8-13 16,9 8-16-16,0 0-18 0,0 0-15 0,0 0-14 16,-18 12-11-16,18-12-9 0,-7 13-9 0,3-6-8 15,2 2-12-15,2-9-6 0,-2 18-8 0,2-18-4 16,2 14-8-16,2-6 0 0,-4-8-5 0,12 12 0 15,-5-6-7-15,-1-1 7 0,-6-5 6 0,15 6-3 16,-3-6-5-16,-12 0 4 0,23-2-2 0,-12-1-3 16,0-3-7-16,-1 2 3 0,0-3-3 15,-1 2-2-15,-1-4-2 0,-2 4-6 0,-6 5 0 0,5-14-5 16,-3 5-4-16,-2 9-6 0,-5-21-13 16,3 12 1-16,-4-2-6 0,-4-2 3 0,3 0 4 15,-6 2-4-15,4 2 1 0,4 1 2 0,-3 0-2 16,8 8 2-16,-7-9 2 0,0 3-1 0,7 6-3 0,0 0 3 15,-5-10 0-15,5 10-2 0,4-9 2 0,6 5 2 16,1-4-2-16,5-3 1 0,2 2 0 0,9-3 1 16,0-2 4-16,0 3-5 0,-2-2 1 15,-6-2 3-15,0 4-1 0,-4-1 0 0,1 0-2 16,-3 2 7-16,1-1 3 0,-7 1 6 0,1 1-2 16,-3-3 5-16,-1 2 0 0,-1-3 3 15,-1 2 6-15,-1-2 14 0,-2 2 1 0,-4-2-3 0,3 3-4 16,0-1 3-16,2 11 11 0,-7-13 10 0,7 13-7 15,-2-12-7-15,2 12-8 0,-4-7-7 0,4 7-10 16,0 0-3-16,0 0-1 0,0 0 7 0,0 0-4 16,2 45 4-16,0-16 3 0,0 5 0 0,0-2 4 15,-1 14 2-15,1-11 3 0,0 15 2 0,-4-4 6 16,4 0-9-16,-4-14-2 0,4 4-4 0,0 9 7 16,-2-10-5-16,2 1-2 0,-2-4 4 0,3-2-12 15,0-4-7-15,-1-1-39 0,-2-7-32 0,0-5-32 16,2-1-28-16,-4-2-30 0,2-10-40 0,-2 15-54 15,-1-11-56-15,3-4-167 0,0 0-506 0,-16 0 225 16</inkml:trace>
  <inkml:trace contextRef="#ctx0" brushRef="#br0" timeOffset="5515.88">26681 15899 121 0,'0'0'129'0,"12"-5"-18"0,-6 1-5 0,7 0-13 15,-3 2-3-15,3-1-21 0,1 1-19 0,-1-1-40 16,-2 3-55-16,-11 0-78 0,18 0-133 0,-18 0 60 16</inkml:trace>
  <inkml:trace contextRef="#ctx0" brushRef="#br0" timeOffset="6020.56">22965 17108 139 0,'-8'1'201'16,"8"-1"-26"-16,-13 0-15 0,13 0-21 0,-10-1-11 16,10 1-17-16,0 0-12 0,0 0-7 0,0 0-8 15,0 0 1-15,0 0-13 0,49-12-5 0,-20 4 22 0,3 1-8 16,3 0-5-16,2-4-18 0,-2 5-8 15,0-4-33-15,-4 1-23 0,-3 2-33 0,-8 3-35 16,-1-1-29-16,-1 2-33 0,-6 0-126 0,-3 0-282 16,-2 1 125-16</inkml:trace>
  <inkml:trace contextRef="#ctx0" brushRef="#br0" timeOffset="6702.62">23311 17002 8 0,'0'0'46'16,"0"0"7"-16,-14 1 6 0,14-1 8 0,-9 3 4 15,9-3 4-15,-9 2-4 0,9-2 5 0,-7 4-14 16,7-4-5-16,-4 10 21 0,-1-2 8 0,2 5 5 15,1 5 0-15,0 7-16 0,2 2 1 16,2-1 11-16,-1 3-12 0,-2 0-5 0,5 2 2 16,-3-3-9-16,1-1 0 0,3 1-11 0,-1-1-6 0,-1-10-5 15,-1 2-1-15,2-3-4 0,-1 0 3 0,-1-5-7 16,0 2-4-16,0-2 2 0,1-3-6 16,-3-8-1-16,2 12-4 0,-2-12-3 0,3 10 3 0,-3-10 2 15,0 0-1-15,2 9-7 0,-2-9 4 16,0 0-2-16,0 0 6 0,-12 5-8 0,12-5-5 15,-16-2 0-15,16 2-6 0,-23-4 1 0,10 1 1 16,-1 0 2-16,2 0-6 0,-1-2 2 0,1 2 1 16,12 3-1-16,-16-2 2 0,16 2 1 0,-12-2-7 15,12 2-3-15,0 0-4 0,-13-2 8 0,13 2-6 16,0 0 1-16,0 0 2 0,0 0 7 0,0 0-7 16,0 0 4-16,0 0-2 0,20 23 6 0,-9-21-13 15,2 2-6-15,0-2 3 0,6 1-9 0,0-3-4 16,0 0-4-16,0-1 5 0,3-3-5 0,-3-1 6 15,2 1 15-15,-1 1-16 0,-7-3 9 0,0 1 4 16,1-5 5-16,0 2 0 0,-3 1 11 0,-2 1-1 16,-1-1 5-16,0 0 3 0,-2 2 4 0,-6 5-4 15,9-10 8-15,-9 10-5 0,8-6-6 0,-8 6-6 16,5-5-1-16,-5 5 3 0,0 0-8 0,0 0-4 16,0 0 14-16,0 0 3 0,19 10-2 0,-19-10 3 15,8 14 2-15,-6-7 2 0,2 1 8 0,1 1 5 16,-4 1 0-16,2-2-5 0,-3-8-2 0,2 13-3 15,-2-13 5-15,3 7 19 0,-3-7 6 16,0 0 15-16,0 0 12 0,3 10 7 0,-3-10 8 16,0 0-8-16,0 0-8 0,0 0-8 0,0 0-4 15,0 0-4-15,0 0-7 0,0 0-21 0,0 0 8 16,0-33-26-16,2 23 10 0,3-5-16 0,2-2 15 16,3 1-6-16,-3 0-9 0,4-1-4 0,1 3-1 15,0-1-1-15,1 3 0 0,-6 6-3 0,1-3-4 16,0 4-1-16,-3 1-2 0,-5 4 2 0,15-4 0 15,-15 4 1-15,13 1 2 0,-3 4 1 0,-1 1-4 16,-2 0 5-16,-1 1-8 0,0 2 9 0,1 1 2 16,-1 0 0-16,-1 0 1 0,0 6 0 0,0-3-12 15,-5-2-25-15,5 2-26 0,-1-2-43 0,-4-11-55 16,6 19-68-16,-5-9-187 0,-1-10-449 0,5 12 199 16</inkml:trace>
  <inkml:trace contextRef="#ctx0" brushRef="#br0" timeOffset="6924.78">23842 17053 208 0,'0'0'264'0,"-5"-12"-23"0,5 12-27 0,0 0-27 16,-8-8-21-16,8 8-21 0,0 0 5 0,0 0-12 15,0 0-15-15,1 36-8 0,2-16-14 0,-1 6-16 16,1 3-1-16,2 0-8 0,-1-3-8 0,-2 2-6 15,5 1-7-15,-1-5-6 0,0-1-8 0,2 2 5 16,0-6-5-16,2 3-21 0,-5-7-22 0,2-1-37 16,-4-3-48-16,5 2-56 0,-3-4-52 0,-4 1-175 15,-1-10-399-15,4 11 177 0</inkml:trace>
  <inkml:trace contextRef="#ctx0" brushRef="#br0" timeOffset="7063.62">23792 17302 48 0,'0'0'162'15,"0"0"-20"-15,22-13-27 0,-8 12-48 0,2 2-52 16,2-1-60-16,-1 4-39 0,1-3-91 0,1 2 40 16</inkml:trace>
  <inkml:trace contextRef="#ctx0" brushRef="#br0" timeOffset="7621.02">24086 17372 106 0,'10'2'150'0,"-10"-2"4"0,0 0-11 0,0 0-9 15,17-4 2-15,-17 4 1 0,10-5-4 0,-1 1-10 16,-9 4-5-16,15-6-13 0,-7 0-9 0,2 1-10 16,-2-1-12-16,0-2-3 0,-2 0-4 0,1 1-5 15,2-6-12-15,-2 3-2 0,-1-1 1 0,2 0-11 16,-6-1-4-16,1-1-3 0,1 3 0 15,-3 1-5-15,-1 9-1 0,1-15 2 0,-1 15-9 16,-7-13-4-16,7 13 3 0,-12-8 0 0,4 7-6 16,8 1-2-16,-21 1 4 0,9 4-1 0,-4 6-4 15,2 0 7-15,-2 2 1 0,5 2-5 0,-1-1-4 16,1 1-5-16,6-1 3 0,-1-2 0 0,5 0-5 16,1-2 5-16,0-10-3 0,5 19 0 0,1-9 2 15,4-3-7-15,0 0 8 0,8 0-1 0,-2-5 1 16,6 0 0-16,0-2 1 0,-3-4-4 0,10-1 9 15,-8 1 5-15,6-4-1 0,-8 2 2 16,-1-2-2-16,0 0 16 0,0-3 0 0,-2 1-1 0,2 0 3 16,-1 0-2-16,-5-2 0 0,1-1-4 0,0 3 0 15,-5 2 11-15,0 1 5 0,-2 0-2 0,-1 1 4 16,-5 6 1-16,5-8 5 0,-5 8-4 0,0 0 0 16,0 0-8-16,0-12-4 0,0 12-4 0,0 0-6 15,0 0-2-15,0 0-4 0,0 0-2 0,-22 18 2 16,18-7-4-16,1-2-6 0,0 3-1 15,2 4 0-15,-1-3-2 0,1 1 2 0,0 6 0 16,2-1-5-16,0 0 0 0,1 0 0 0,2 7 5 16,-4-1-2-16,1-8-3 0,1 7 6 0,-2-5-3 15,0 0-3-15,2 1-4 0,-5 0 7 0,1 6 1 16,2-8-4-16,-2-2-2 0,1-3-1 0,-2 3-4 16,1-3-12-16,1-4-15 0,-2 2-17 0,-1-1-25 15,0 0-26-15,2 0-34 0,2-10-35 0,-8 11-51 16,8-11-49-16,-10 10-135 0,10-10-436 0,-11 4 193 15</inkml:trace>
  <inkml:trace contextRef="#ctx0" brushRef="#br0" timeOffset="8220.98">24631 17161 126 0,'11'6'161'16,"3"4"-20"-16,-7 0 11 0,1-2-9 0,1 6-11 16,2 0-20-16,-4 1-7 0,-1-1-12 0,1-2-5 15,-5-2-15-15,1 0-2 0,-1 0-6 0,1-2 4 16,-3-8 3-16,1 15 1 0,-1-15 0 0,0 11 8 16,0-11-5-16,0 0 0 0,0 0-3 0,0 0-7 15,0 0-8-15,0 0-5 0,0 0-6 0,0 0 1 16,0 0-9-16,0 0-6 0,0 0-6 0,0 0-5 15,0 0-11-15,0 0 1 0,9-39-7 16,1 25 0-16,6 0 1 0,-1 0-2 0,7-4 1 16,-1-2 4-16,-1 1-6 0,2 2 1 0,-7 4-2 15,-2 0-1-15,-3 4 0 0,0 1 4 0,-4 2-3 16,3 0 11-16,-5 1-1 0,-4 5 9 0,8-6 3 16,-8 6 3-16,0 0-1 0,0 0-4 0,0 0-4 15,0 0 6-15,0 0 0 0,-17 22-2 0,7-8 4 16,-2 1-3-16,1 2-3 0,-3 3-2 0,4-6-2 15,2 3-5-15,2-3 2 0,-1-3-6 0,5-1 0 16,0-1-1-16,2-9-1 0,0 17 4 0,0-17-4 16,3 10 1-16,3-5-2 0,-6-5-3 0,13 4 0 15,-13-4 2-15,19 0-4 0,-7-4 4 0,6 0 1 16,-4-2-2-16,-3 0 0 0,2-1 4 0,-3 2-1 16,0-5-6-16,0 0 4 0,-2 1 3 0,0 1-2 15,1-7-1-15,-5 5 1 0,1 2 0 0,-1-1-1 16,-4 9 4-16,5-12 6 0,-1 6-2 0,-4 6-1 15,0 0 2-15,5-10-4 0,-5 10-7 0,0 0-3 16,0 0 4-16,0 0-8 0,0 0-2 0,0 0 2 16,0 0 4-16,0 0-3 0,16 20 2 15,-14-12-1-15,2 5 7 0,-2-1-4 0,1-3-7 16,3 3-17-16,-1 1-12 0,-2-4-29 0,-1-1-30 16,-2-8-44-16,10 15-46 0,-6-12-38 0,-4-3-148 15,0 0-403-15,19 4 178 0</inkml:trace>
  <inkml:trace contextRef="#ctx0" brushRef="#br0" timeOffset="8459.78">25237 16899 166 0,'0'0'256'0,"0"0"-20"15,-2-9-27-15,2 9-23 0,0 0-23 0,0 0-5 16,0 0-1-16,0 0-4 0,0 0-7 0,7 40 0 0,-5-21-15 15,0 7-10-15,3-2-8 0,-1 1-14 0,0 0-10 16,-1 0-5-16,0 0-7 0,3 0-8 0,-4-5-7 16,2-3-3-16,-2 2-8 0,3-1-7 15,-2-3-2-15,1-2-2 0,0-2-18 0,-2 0-26 16,2-2-25-16,-4-9-26 0,1 12-23 0,-1-12-28 16,0 0-37-16,3 14-23 0,-3-14-52 0,0 0-162 15,0 0-412-15,0 0 182 0</inkml:trace>
  <inkml:trace contextRef="#ctx0" brushRef="#br0" timeOffset="8721.61">25138 17141 56 0,'-11'-7'141'0,"11"7"10"15,-7-4-16-15,7 4-10 0,0 0-1 0,0 0-15 16,0 0-3-16,0 0-6 0,14-15-10 0,0 12-8 16,5-4-6-16,0-1 8 0,7 1-7 0,-1-6-1 15,3 6 4-15,0-5-14 0,-1 6-7 16,-9 1-1-16,4-1-6 0,-4 0 9 0,1 0-6 0,-1 1-8 15,0 2-1-15,-7 1-8 0,2-2-3 0,-13 4-2 16,22 0 2-16,-22 0 12 0,21 2 6 16,-14 0 1-16,2 3 8 0,-2 1 2 0,1 2-5 15,-1-1-5-15,-1 5 9 0,0-2-4 0,2 6-3 16,-3-2-10-16,-1 4-3 0,0-2-2 0,-3 0-16 16,2 0-22-16,1-2-28 0,-2-1-23 0,-2 0-40 15,0 1-53-15,2-4-65 0,-2 1-197 0,0-11-438 16,0 0 194-16</inkml:trace>
  <inkml:trace contextRef="#ctx0" brushRef="#br0" timeOffset="8874.17">25446 16911 39 0,'0'0'96'0,"0"0"-60"15,0 0-65-15,0 0-31 0,0 0 14 0</inkml:trace>
  <inkml:trace contextRef="#ctx0" brushRef="#br0" timeOffset="9374.61">25755 16984 28 0,'-8'14'232'0,"2"-5"-11"0,1 3-20 16,-2 3-12-16,4-4-19 0,-3 5-20 0,2-1-11 16,3-3-17-16,1-1-10 0,0 1-7 0,1-3-19 15,-1-9-5-15,2 18-10 0,0-9-5 0,-2-9 15 16,7 10-6-16,0-5-5 0,-7-5 3 0,13 5-3 16,-13-5 4-16,18 0-1 0,-7-1-8 0,0-3-5 15,-11 4-4-15,20-8-4 0,-11 2-8 0,1-1-6 16,-3-1-1-16,-1 1-2 0,2-1-7 0,0-3-1 15,-3 1-4-15,1 1-1 0,-2-3 2 0,-2 1-7 16,3 1 1-16,-3 0-7 0,0 1 1 16,3-1 2-16,-5 10 0 0,7-10 0 0,-7 10-5 0,4-11 1 15,-4 11-8-15,5-5-7 0,-5 5 3 0,0 0 1 16,11-3 0-16,-11 3 4 0,0 0-4 0,14 8 1 16,-14-8 0-16,9 8 3 0,-3-2-3 15,-6-6-2-15,10 8 7 0,-6-4-3 0,-4-4 3 0,6 8-4 16,-6-8 6-16,0 0-7 0,9 8 8 15,-9-8 6-15,8 2 7 0,-8-2-1 0,0 0 0 16,17-4-6-16,-17 4 3 0,16-7-1 0,-7-1-1 16,2 2 1-16,-2-1 10 0,0 1-3 0,-9 6-4 15,17-9-1-15,-17 9-4 0,12-4-9 0,-12 4-1 16,0 0 0-16,13 0 2 0,-13 0-3 0,0 0 6 16,14 10-3-16,-14-10 3 0,7 14 1 0,-5-9-10 15,0 6-23-15,-2-11-41 0,2 15-30 0,-2-15-39 16,1 16-61-16,-1-16-64 0,4 11-190 0,-4-11-485 15,0 0 215-15</inkml:trace>
  <inkml:trace contextRef="#ctx0" brushRef="#br0" timeOffset="9492.21">26403 16963 177 0,'0'0'202'0,"0"0"-9"16,0 0-7-16,2-9-15 0,-2 9-19 0,0 0-14 15,0 0-14-15,0 0-23 0,0 0-26 0,0 0-51 16,0 0-53-16,-30-13-73 0,30 13-134 15,-21-6-254-15,21 6 112 0</inkml:trace>
  <inkml:trace contextRef="#ctx0" brushRef="#br0" timeOffset="79719.69">21976 12613 67 0,'0'0'172'0,"0"-9"-17"0,0 9 9 0,0 0-6 16,-3-10-3-16,3 10-2 0,0 0-15 0,-5-12-12 16,5 12-10-16,-5-6 4 0,5 6-4 0,-6-7-11 15,6 7-9-15,-11-4-8 0,3 3-13 0,-3 1 3 16,11 0-1-16,-23 8-3 0,6-2-10 15,-2 3 1-15,0 2-9 0,3 0-5 0,-2-2-6 0,4 1-6 16,3-3-5-16,0 1-6 0,2-1-5 0,3 0-3 16,-3 1-3-16,5-2-12 0,0 2-2 0,1 1-1 15,3 1 0-15,2-1 0 0,0 1 0 16,2-1 1-16,1-1-2 0,3 2 3 0,2 0 0 16,-1-2-4-16,6 2 0 0,1-1 0 0,2-1 1 0,-3 1 2 15,3-3-1-15,-7-1 0 0,2 1-1 0,0-1 1 16,1 3-3-16,-4-3-2 0,-1-1 1 15,-1 0-1-15,-2 1 3 0,-1 0-2 0,-1 0 2 16,-4-5 0-16,3 10 0 0,-3-1 0 0,0-9 0 0,-5 15-1 16,-2-6 4-16,-2 3 0 0,0-4 1 0,-2 4 2 15,-3 0-4-15,0-1 0 0,0-1 1 0,-2 1-1 16,1-1-9-16,3-4-10 0,0 6-17 0,2-4-26 16,-1-2-32-16,2 2-37 0,-1-3-36 0,5-1-40 15,0 2-132-15,1-3-364 0,4-3 162 0</inkml:trace>
  <inkml:trace contextRef="#ctx0" brushRef="#br0" timeOffset="80089.89">22165 12685 130 0,'0'-6'256'15,"0"6"0"-15,-1-10-12 0,1 10-5 0,0 0-27 16,-8-10-20-16,8 10-18 0,-8-2-20 0,8 2-20 15,-11 1-11-15,1 3-16 0,-1 0-8 0,1 2-8 16,2-1-11-16,-3 3-11 0,3-2-9 0,1 3-7 16,-1-2-4-16,2 1-11 0,2 0-11 0,1 0-4 15,3 1-6-15,1 0-1 0,2-2-4 0,1 2-2 16,0-1-6-16,5 1 0 0,0-2-6 16,1 0-3-16,0 0-1 0,5 1-2 0,2-1 2 15,-3 0 1-15,3 0-3 0,-5-2-4 0,-1 1 2 0,0-3 0 16,-1 0 10-16,-3-1-8 0,0 2-1 0,-7-4 1 15,11 3 1-15,-8 0 1 0,-3-3 0 16,7 3 1-16,-7-3-2 0,4 5 2 0,-4-5 4 0,0 0 0 16,-9 12 2-16,0-8-3 0,-3 2 3 0,1 0-7 15,-3 2 2-15,-3 1 2 0,-1-2-5 0,5-2-15 16,2-1-15-16,-3 1-19 0,2 0-33 0,1-2-33 16,3 0-35-16,2 0-39 0,-1-2-144 0,7-1-369 15,0 0 163-15</inkml:trace>
  <inkml:trace contextRef="#ctx0" brushRef="#br0" timeOffset="80307.52">22366 12641 14 0,'2'-5'193'0,"-2"5"-12"15,0 0-18-15,0 0-18 0,0 0-15 0,9-6-13 16,-3 4-13-16,6-3-9 0,2 1-8 0,7-1-10 15,5-4-8-15,2 1-6 0,-1 1-7 0,-5 2-2 16,7-1-9-16,-11 2-16 0,-2 1-21 0,-5-1-33 16,1 1-31-16,0 2-32 0,-5-1-25 0,1 2-17 15,-8 0-73-15,11-3-221 0,-11 3 98 0</inkml:trace>
  <inkml:trace contextRef="#ctx0" brushRef="#br0" timeOffset="80653.75">22598 12582 10 0,'-10'5'57'0,"6"-2"-2"0,4-3 0 0,0 0 2 15,-9 4 0-15,9-4-6 0,-4 4 3 0,4-4-8 16,-4 6 29-16,4-6-2 0,-2 10 8 0,1-2-5 16,1 1-6-16,0 3-10 0,-2 4-1 0,4 1-10 15,-2 0 9-15,0 1-6 0,1 0-1 0,-1-1-1 16,0 3 0-16,1 4 15 0,-1-5-5 0,1-1-7 16,1 1-4-16,-2-2-5 0,1 1-2 0,-1-1-5 15,1-4 12-15,2-2-18 0,-2 0-3 0,-1-1-5 16,0-3-5-16,0 0 2 0,0-7 1 0,0 12 0 15,0-12-1-15,0 8 16 0,0-8 22 0,0 0 16 16,-2 8-3-16,2-8-5 0,0 0-9 0,-12 2-3 16,12-2-10-16,-14-2 0 0,14 2-4 0,-13-6-1 15,6 3-5-15,0 0-6 0,7 3-1 0,-11-4-2 16,7 1-3-16,4 3-2 0,-7-3-3 0,7 3-4 16,0 0-5-16,-8-3-2 0,8 3-6 0,0 0-3 15,0 0-1-15,0 0 2 0,0 0 2 0,0 0 0 16,0 0-2-16,0 0 1 0,0 0 2 0,0 0-2 15,25 8 4-15,-15-7-10 0,2-1-7 0,-2 2-27 16,5-2-42-16,-2 0-42 0,6-2-55 0,-1-1-179 16,0 0-388-16,1 2 172 0</inkml:trace>
  <inkml:trace contextRef="#ctx0" brushRef="#br0" timeOffset="80841.66">22518 12688 2668 0,'-12'-5'-6'15,"1"1"-10"-15,4 2-6 0,1-2-30 0,6 4-12 16,-8-4 14-16,8 4 16 0,0 0 3 0,0 0 6 16,17-16-29-16,-1 9-36 0,4-2-35 0,8-1-44 15,1 0-153-15,1-3-348 0,0 1 153 0</inkml:trace>
  <inkml:trace contextRef="#ctx0" brushRef="#br0" timeOffset="81178.48">21880 13526 16 0,'-3'-7'121'0,"3"7"-19"0,0 0-7 0,0 0-14 15,0 0-40-15,0 0-35 0,0 0-83 16,0 0-84-16,25 7 37 0</inkml:trace>
  <inkml:trace contextRef="#ctx0" brushRef="#br0" timeOffset="82104.84">21714 13430 64 0,'-3'-7'200'15,"3"7"-4"-15,0 0 0 0,-1-8-13 0,1 8-16 16,0 0-15-16,-3-6-13 0,3 6-15 0,0 0-14 16,0 0-14-16,0 0-13 0,0 0-8 0,0 0-13 15,0 0-6-15,0 0-13 0,0 0-5 0,0 0-5 16,0 0-3-16,0 0-5 0,7 24 2 0,-6-12-5 15,0 5-1-15,-1 1-2 0,3 1-3 0,0 0-3 16,-2 0 1-16,1 1 0 0,1-2 0 0,-2-2-6 16,0 1 1-16,1 0-2 0,-1-1 3 15,1 0-4-15,0-4 2 0,0 4-4 0,0-3 6 16,0 2-4-16,-1-2-11 0,-1-3-20 0,0 1-19 0,0-3-12 16,2 0-24-16,-1-2-25 0,-1-6-22 0,1 11-20 15,-1-11-11-15,2 9-102 0,-2-9-279 0,0 0 123 16</inkml:trace>
  <inkml:trace contextRef="#ctx0" brushRef="#br0" timeOffset="82620.36">21744 13466 169 0,'-3'-10'181'15,"3"10"-11"-15,-3-7 0 0,3 7-13 0,0 0-8 16,-3-8-14-16,3 8-11 0,0 0-16 15,0 0-10-15,0 0-8 0,-1-8-8 0,1 8-9 16,0 0-11-16,0 0-7 0,0 0-2 0,0 0-13 0,0 0-3 16,0 0-11-16,0 0 3 0,0 0-5 0,0 0-7 15,0 0-3-15,0 0 0 0,0 0-4 16,18 11 0-16,-13-6 2 0,3 1-4 0,0 3 0 16,1 0-2-16,-1-1 2 0,0 1-1 0,1 0-4 15,-1 0 7-15,3 2-4 0,-2-2 5 0,-1-1-5 16,2 0 0-16,0-2 1 0,1 2 2 0,0-2-4 0,-1-1 1 15,1-1 0-15,1-1 1 0,0-2 1 0,2-1 0 16,-4-1 0-16,2-2 1 0,0 1-2 16,-1-1-3-16,-2-3 4 0,1 1 4 0,-1-2-1 15,-2 0-3-15,0-1 7 0,0-1-7 0,-2 0 16 16,-2 1-1-16,0-3-3 0,-1-1 0 0,1-1-3 0,-2 1 0 16,0-2-3-16,-2-1 3 0,0 4 0 0,-2 1 14 15,2 2-1-15,1 8-3 0,0-13-1 16,-1 7 5-16,1 6-13 0,-3-8-1 0,3 8-6 15,0 0-3-15,0-9-2 0,0 9-3 0,0 0-5 16,0 0-2-16,0 0 4 0,0 0-6 0,0 0 2 16,0 0 0-16,0 0 0 0,6 31-3 0,-4-18 4 0,0 4-2 15,1 0 3-15,-1 1-2 0,1-1 2 0,1 2-1 16,-3-1 0-16,0-2 0 0,2 1 4 16,-2 2-2-16,0-2 4 0,2 2-3 0,-3-1-5 15,1-2-16-15,-2 0-12 0,1 0-23 0,1-3-25 16,-1 2-46-16,2-3-32 0,-2-1-30 0,2-2-143 0,-2-9-359 15,3 14 160-15</inkml:trace>
  <inkml:trace contextRef="#ctx0" brushRef="#br0" timeOffset="82977.25">22317 13414 149 0,'0'0'209'16,"-15"0"-12"-16,15 0-15 0,-16 3-22 0,5 2-17 16,2 0-18-16,-1 2-12 0,0 0-14 0,0 2-9 15,3 2-6-15,-3-1-13 0,5 0-3 0,1 0-12 16,0 0-7-16,3 0-3 0,1 1-4 0,1 0-3 0,1-1-4 16,4 0-1-16,1 0-6 0,-1-1-3 15,1 1-2-15,1-2-3 0,2 0-4 0,0-1-2 16,0 1 0-16,3-2 0 0,-3 1 0 0,2 1-4 15,-2-2-2-15,-1-2 1 0,0 2-8 0,-5-2 2 16,3 1 5-16,-3-2-4 0,-4-3 5 0,7 6-8 0,-7-6 5 16,1 7-2-16,-1-7-2 0,0 0 4 15,-13 15-3-15,3-7 3 0,-2-2-6 0,-7 3 1 16,3-1 0-16,-2 2-18 0,4-4-6 0,0 0-22 16,-3 0-9-16,3-2-41 0,5 0-14 0,1-2-23 15,1 1-33-15,7-3-103 0,-16 4-288 0,16-4 128 16</inkml:trace>
  <inkml:trace contextRef="#ctx0" brushRef="#br0" timeOffset="83236.8">22450 13428 192 0,'-7'-5'194'0,"7"5"-23"0,0 0-12 16,-5-5-22-16,5 5-19 0,0 0-12 0,0 0-4 15,0 0-10-15,16-5-9 0,-5 3-11 0,6-2-6 16,2 0-8-16,-1-1-16 0,1 2-18 0,-1-1-23 16,0 0-32-16,1-1-28 0,-6 4-24 0,-2-3-16 15,1 2-8-15,-3-2-17 0,-1 1-62 0,-2 2-201 16,-6 1 89-16</inkml:trace>
  <inkml:trace contextRef="#ctx0" brushRef="#br0" timeOffset="83592.62">22616 13384 62 0,'0'0'106'16,"-1"12"-7"-16,-2-1-7 0,3 0 10 0,-1 1-8 15,1 5-2-15,-1 2-15 0,1-2-5 0,0 1-4 16,-2 0-8-16,2 0-5 0,2 0-6 0,-4 0-5 15,2-5-10-15,0 3 1 0,2 1 3 0,-2-2-10 16,0 1-5-16,-2-4-3 0,2-1 9 0,0-2-8 16,0-1-8-16,0-8 16 0,-1 13-8 0,1-7 7 15,0-6-14-15,-2 11 8 0,2-11-4 0,-4 8 12 16,4-8 7-16,-4 4 1 0,4-4 2 0,-9 2-3 16,9-2 5-16,0 0-6 0,-14-3 3 0,14 3 7 15,-9-4 12-15,9 4-5 0,-8-2-3 0,8 2-4 16,0 0-16-16,-6-4 6 0,6 4-7 0,0 0-6 15,0 0-4-15,0 0-2 0,0 0-3 0,0 0-6 16,0 0-2-16,0 0 0 0,0 0-1 0,0 0 0 16,0 0-1-16,0 0 3 0,0 0-2 0,25-3 4 15,-25 3-2-15,18 0 4 0,-6-1-5 16,-1-1-5-16,3 0-17 0,3-4-29 0,1-2-31 0,9-1-31 16,-9 1-28-16,6-3-18 0,-6 0-133 0,-3 1-310 15,-1 1 138-15</inkml:trace>
  <inkml:trace contextRef="#ctx0" brushRef="#br0" timeOffset="83752.67">22714 13396 53 0,'-7'-4'237'0,"2"1"-9"16,5 3-15-16,-9-5-15 0,5 2-15 0,4 3-20 16,0 0-21-16,-8-6-15 0,8 6-19 15,0 0-9-15,0 0-15 0,10-13-6 0,6 5-25 16,3-3-21-16,6-1-28 0,1 0-44 0,1 1-40 15,0 1-40-15,-2 0-29 0,1 1-121 0,-8 3-291 0,-2 2 130 16</inkml:trace>
  <inkml:trace contextRef="#ctx0" brushRef="#br0" timeOffset="85786.16">21799 13946 132 0,'-4'-5'186'0,"1"0"5"0,3 5-11 0,-8-12-14 16,4 6-9-16,2 0-4 0,2 6-10 0,-7-8-2 16,7 8 0-16,-4-9-14 0,4 9-9 0,0 0-10 15,-3-6-10-15,3 6-14 0,0 0-8 0,0 0-14 16,0 0-5-16,-3-6-14 0,3 6-7 0,0 0-9 16,0 0 0-16,0 0-4 0,0 0 0 0,4 26-4 15,-3-8-1-15,0 2-3 0,1 5 0 0,-1 2-2 16,0 0-2-16,-1-2-2 0,0-5 2 0,2 4-3 15,-2-5 1-15,0 0-4 0,0-3 1 0,1 1-1 16,-1-7 3-16,-1 0-5 0,1-2 3 0,0-1-1 16,0-7 1-16,0 13 0 0,0-13 0 0,0 7 2 15,0-7 1-15,0 0 0 0,1 8 6 0,-1-8 11 16,0 0 3-16,0 0-1 0,0 0 6 0,0 7-3 16,0-7 0-16,0 0-4 0,0 0-4 0,0 0-6 15,0 0-1-15,0 0-3 0,13-2 0 0,-13 2-4 16,20-9-4-16,-8 6-7 0,5-4-8 0,0 0-17 15,1 3-13-15,2-4-25 0,0 4-24 0,1-3-32 16,7-1-30-16,2 0-17 0,-1 1-31 16,-2 0-160-16,-5 2-390 0,-4 2 173 0</inkml:trace>
  <inkml:trace contextRef="#ctx0" brushRef="#br0" timeOffset="86136.79">22298 13876 8 0,'-10'-7'219'0,"10"7"-10"16,-14-4-4-16,6 2-4 0,-2 5-10 0,10-3-18 15,-25 3-13-15,8 1-12 0,5 2-20 0,-6 3-13 16,4 1-13-16,4-3-8 0,-4 3-12 0,6 1-9 16,0-3-11-16,2 4-7 0,2-1-8 15,0-2-4-15,4 2-2 0,3-1-4 0,1 1-10 16,5 2-5-16,0-4-4 0,4 2-5 0,2-2 4 15,0 0-4-15,3-2 1 0,-1 0-3 0,2 1-5 0,0 0 2 16,-5-2-3-16,0-1 4 0,-2-1-4 0,-1 2-2 16,0-1 0-16,-2 1-3 0,-2-3 3 15,-1 0 0-15,1 1-3 0,-7-4 6 0,6 4-1 0,-6-4-1 16,0 9 11-16,0-9 0 0,-13 16-2 16,-1-6-1-16,-4 2-1 0,-3 2 0 0,-2-2-3 15,2-3-1-15,2 0-2 0,0-1 1 0,1 0 0 0,1 0-11 16,6-3-13-16,-1-1-18 0,5 0-29 0,-2-2-49 15,9-2-46-15,-12 3-61 0,12-3-126 0,0 0-375 16,0 0 166-16</inkml:trace>
  <inkml:trace contextRef="#ctx0" brushRef="#br0" timeOffset="86355.54">22514 13904 5 0,'4'-4'224'16,"-4"4"-9"-16,0 0-18 0,6-7-22 0,-6 7-18 16,5-3-16-16,-5 3-17 0,8-7-11 0,1 3-9 15,1-4-14-15,0 2-5 0,3-2-12 0,4 1-8 16,-2-2-11-16,1 2-13 0,0-1-24 0,0 1-30 16,-4 4-32-16,-2 0-26 0,-10 3-36 0,22-9-11 15,-13 5-6-15,-3 2-14 0,-6 2-73 0,11-5-228 16,-11 5 100-16</inkml:trace>
  <inkml:trace contextRef="#ctx0" brushRef="#br0" timeOffset="86702.93">22729 13793 8 0,'0'0'31'0,"0"0"8"0,0 0 12 16,0 0 5-16,0 0 9 0,-38-3 5 0,38 3 12 15,0 0 14-15,0 0 2 0,-14 2 1 0,14-2 5 16,0 0-22-16,0 0-5 0,0 0-9 0,0 0-14 16,-7 6-4-16,7-6-5 0,-2 13 12 0,2-3-5 15,0 2 14-15,2 5-3 0,-1 1-7 0,-1-1-5 16,1-1-5-16,1 4-13 0,-1-4 2 0,0 4-3 15,2-4-1-15,2 2 1 0,-3-1-1 0,0 1-9 16,1-3-1-16,-1 1-3 0,-1-4 2 0,0-2-4 16,2 0 3-16,-3 0-2 0,1-2-4 0,-1-8 1 15,1 11 0-15,-1-11 0 0,-2 12-2 0,2-12 2 16,-4 9 2-16,4-9-2 0,-6 8 1 0,-1-6-9 16,7-2 7-16,-11 1 2 0,11-1-2 0,-13 0-2 15,13 0-3-15,-14-2 4 0,7-1 12 0,7 3-8 16,-7-5-3-16,7 5 2 0,-7-5 2 0,7 5-7 15,-5-5-1-15,5 5-3 0,0 0-2 0,0 0-1 16,0 0-2-16,0 0 1 0,0 0-5 0,0 0 7 16,21-5-3-16,-13 5 1 0,3-3 2 0,0 2 1 15,2 0 3-15,5-3-2 0,0-1-13 0,0-1-27 16,1 0-27-16,-1-2-42 0,8-2-36 0,0-2-42 16,0-1-106-16,-3-2-310 0,-1 2 137 15</inkml:trace>
  <inkml:trace contextRef="#ctx0" brushRef="#br0" timeOffset="86869.9">22783 13773 179 0,'-6'-7'185'0,"6"7"-18"0,0 0-17 0,0 0-23 16,0 0-3-16,21-13-12 0,-4 5-11 0,3 0-28 15,7-2-30-15,2 0-49 0,2 0-36 0,1 0-48 16,-2 0-98-16,-8 3-203 0,6-1 91 0</inkml:trace>
  <inkml:trace contextRef="#ctx0" brushRef="#br0" timeOffset="88440.51">21885 15383 93 0,'23'-7'106'0,"-12"3"-10"15,10-3-16-15,5-4 1 0,7 2-13 0,0-2-11 16,18-5-39-16,-1-3-32 0,0 3-84 0,-16 2-106 0,17-8 47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3:21.702"/>
    </inkml:context>
    <inkml:brush xml:id="br0">
      <inkml:brushProperty name="width" value="0.05292" units="cm"/>
      <inkml:brushProperty name="height" value="0.05292" units="cm"/>
      <inkml:brushProperty name="color" value="#FF0000"/>
    </inkml:brush>
  </inkml:definitions>
  <inkml:trace contextRef="#ctx0" brushRef="#br0">15527 11128 39 0,'0'-12'62'0,"0"12"-8"0,3-7 1 15,-3 7-6-15,2-9-18 0,-2 9 8 0,1-6-10 16,-1 6-27-16,0 0-14 0,0 0-13 0,0 0-30 16,0 0-57-16,0 0 26 0</inkml:trace>
  <inkml:trace contextRef="#ctx0" brushRef="#br0" timeOffset="7380.17">21307 15888 61 0,'8'-4'68'15,"-8"4"-5"-15,0 0-11 0,0 0-4 0,0 0-3 16,0 0 2-16,0 0-6 0,19 5 1 0,-19-5-3 16,0 0 10-16,7 6 2 0,-7-6 8 15,0 0 11-15,5 5 2 0,-5-5-5 0,0 0 7 0,0 0-4 16,0 0 4-16,0 0 2 0,5 9-1 0,-5-9 11 15,0 0-10-15,0 0 0 0,0 0-3 0,0 0-1 16,1 4-9-16,-1-4-2 0,0 0-7 16,0 0-3-16,0 0-7 0,0 0-3 0,0 0-5 15,14-10 1-15,-5 2-3 0,4-4-5 0,7-6-8 16,2-3-10-16,4-4-25 0,8-11-46 0,7-3-38 16,2-3-50-16,1-2-150 0,15-24-324 0,-8-5 144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4:20.247"/>
    </inkml:context>
    <inkml:brush xml:id="br0">
      <inkml:brushProperty name="width" value="0.05292" units="cm"/>
      <inkml:brushProperty name="height" value="0.05292" units="cm"/>
      <inkml:brushProperty name="color" value="#FF0000"/>
    </inkml:brush>
  </inkml:definitions>
  <inkml:trace contextRef="#ctx0" brushRef="#br0">10992 13794 47 0,'-8'-5'45'0,"0"1"-5"15,5-1 16-15,-5 0-11 0,2 2-3 0,-1-3-5 16,0 3 7-16,0 1-6 0,7 2-1 0,-10-5-4 15,6 2-3-15,4 3-4 0,-8-6-3 0,8 6-2 16,-6-3-3-16,6 3-1 0,0 0 0 0,0 0-7 16,-8-3 0-16,8 3-2 0,0 0-2 0,0 0-2 15,0 0 0-15,0 0 0 0,0 0 3 16,0 0-4-16,0 0 0 0,0 0 5 0,0 0-9 0,0 0 3 16,24 8-1-16,-16-6 2 0,3 1 1 0,-2-1-4 15,3 0 4-15,2 1-5 0,-1-1 1 0,1-1 1 16,4 4-2-16,2-2 2 0,-2-2 1 0,3 3 0 15,5 0 4-15,5-3 0 0,-4 3-4 0,2-1 3 16,1-2-3-16,2-2 2 0,1 2-3 0,-1 0 4 16,1 0-1-16,0-1 3 0,-1-1-3 0,2 3-4 15,1-2 2-15,0 1 0 0,-2-1-1 0,5 1 1 16,1-1 2-16,-2 0-1 0,1 0 0 0,1 2 2 16,1-2-5-16,-4-2 0 0,16 0 2 0,-1 0-2 15,-12 4 1-15,-1-1 2 0,12-1-3 0,-12 3 1 16,0-5 1-16,1 4 0 0,-2-1 2 0,2 1-3 15,0-2 2-15,0 0-6 0,13 1 5 0,-15 0 1 16,1 1-1-16,14-2 6 0,-14 1-7 0,14 1 1 16,-16-2 1-16,2-2 3 0,3 4-4 0,8-7-4 15,-13 5 2-15,3 0 0 0,1 0 1 0,-3-1 0 16,1 2 2-16,1-2-5 0,-1 2 9 0,-2 2 2 16,0-1-6-16,0-2-5 0,0 4 7 0,-4-4-6 15,4 3 2-15,-5 2-4 0,0-2-1 0,-1 2 8 16,3-2-4-16,-1 3 3 0,-3-1-3 0,2 1 3 15,1-3 0-15,-3 4-5 0,-2 1 2 16,3-4-4-16,-1 4-2 0,0 0 8 0,-1 0-3 0,2 0 6 16,-1 0-5-16,2-2 5 0,0 1-2 0,-1-2-6 15,1 2 2-15,4-1 0 0,-1 1-2 0,-1-1 3 16,1-1-4-16,1 0 2 0,-1 0 2 0,0 2 0 16,4-3 0-16,1-1 2 0,-2 2-1 0,2 0-1 15,0 1-2-15,0 0 3 0,14-1-4 0,-2 4 3 16,-13-3 12-16,2-2-17 0,-2 4 0 0,11-1 10 15,-10 0-7-15,1 0-2 0,10 2 4 0,-12-3 9 16,13 2-13-16,-10-2 2 0,-3 1 8 16,14 1-6-16,-14 0-2 0,16-2-5 0,-7 0 8 0,7-1 4 15,-16-1-5-15,14-3 4 0,0 2-5 0,1-2 6 16,-14 0-8-16,12-2 3 0,1 0-5 0,2 0 10 16,-5-1 0-16,-9 1-8 0,11-3 3 0,-14 1 2 15,4 2 6-15,-2-3-10 0,13 1 6 0,-15-1-6 16,-4 1-3-16,6 0 4 0,-2 2 9 0,0-1-11 15,-2-1 4-15,3 2 4 0,-4-3-1 0,2 1 4 16,-3 2-7-16,3-2-3 0,-4 1 3 0,0 0 3 16,-2 2 3-16,-4-1-4 0,-3 1 6 0,-3-1-1 15,2 1-5-15,-3 0 0 0,0-1 1 0,-4 1-1 16,-2-1 2-16,0 1-1 0,1 0-2 0,-2-2-1 16,-2 2 6-16,-1 0-5 0,-9 0-3 0,13 2 4 15,-13-2-10-15,10 0-2 0,-10 0-14 0,8 0-5 16,-8 0-12-16,6 2-7 0,-6-2-17 0,0 0-57 15,7 4-129-15,-7-4 58 0</inkml:trace>
  <inkml:trace contextRef="#ctx0" brushRef="#br0" timeOffset="724.57">18180 13859 33 0,'-8'-4'72'0,"8"4"2"16,0 0-9-16,0 0-6 0,-9-6-3 0,9 6-10 15,0 0-1-15,0 0-8 0,0 0 2 0,0 0-1 16,0 0 6-16,0 0-34 0,0 0 12 0,0 0-1 16,0 0-2-16,0 0-1 0,0 0 2 0,30 0-4 15,-17 0 7-15,4 1-4 0,3-1 4 0,9 0 0 16,3-1-9-16,-1-1 3 0,2 0 4 0,4 1 6 15,-1-2-6-15,1 1 0 0,15-1-4 0,-16 1 1 16,16-1-2-16,-13 2 1 0,11 1 0 0,-11-2-6 16,15 0 11-16,2-2-12 0,-2 3-1 0,-1-3 1 15,2 0 8-15,-2-1-7 0,-1 2 8 0,3-2-21 16,-1 0 0-16,2 3 11 0,2-1-3 0,-1-3-4 16,-1 1-4-16,3 1 9 0,-1-2-12 0,2 3 5 15,-4 0 10-15,5-2-9 0,-1 1 5 0,1-1-10 16,-4 1 11-16,0 2-1 0,1-2-6 0,-1 2 3 15,0-1 2-15,3-1 5 0,-6 0-9 0,0 1 2 16,-1 0 2-16,2 3 0 0,-3-2 3 0,1 1-2 16,-14-2 1-16,12 3 10 0,0-3-18 0,-12 3 1 15,-1 0 10-15,1-2-5 0,1 1 3 16,-3 0-1-16,2-1 1 0,-1 4-3 0,2-5 1 16,-1 2-2-16,-2-1 5 0,1 2-3 0,2-3 6 0,-3 2 7 15,-2-1-16-15,-2-2 9 0,0 3-1 0,1-2-4 16,-5 1-2-16,-2-1 0 0,-6 0 0 0,-2 1-1 15,0 1 1-15,0 0-2 0,-6-1 2 0,-3 1 4 16,-10 1-6-16,16-1 2 0,-16 1-3 16,12-2 2-16,-12 2-4 0,0 0 2 0,13 0-3 0,-13 0 5 15,0 0-1-15,0 0 2 0,0 0-7 0,0 0 8 16,11-1-15-16,-11 1-5 0,0 0 0 16,0 0-8-16,0 0-21 0,0 0-19 0,0 0-12 0,0 0-21 15,0 0-92-15,0 0-201 0,-23 21 89 0</inkml:trace>
  <inkml:trace contextRef="#ctx0" brushRef="#br0" timeOffset="1490.31">22997 13843 18 0,'-15'0'57'0,"15"0"-4"0,0 0-5 0,0 0-8 0,0 0-6 16,0 0 2-16,0 0-3 0,0 0-1 0,0 0 0 16,0 0 7-16,0 0 10 0,0 0-11 0,0 0-1 15,33 4 6-15,-19-4-14 0,5 0 7 0,11 0-3 16,1-2 9-16,6 2-7 0,-1 2-3 16,4-8 2-16,12 4-4 0,-1-1 4 0,2 0-6 0,0 1-1 15,1 1 0-15,-3-2-4 0,5 1-6 0,7-2 0 16,-2 1 0-16,1-1-4 0,3 1-1 0,24-4-1 15,-25 5 9-15,0-2-1 0,1 0-5 0,25 0-6 16,-29 3 2-16,3-6-6 0,26 0-13 0,-29 5 22 16,2-2-9-16,0 1 17 0,3 1-10 15,23-1-2-15,-26 1-2 0,1 1-4 0,-1 0 4 0,1 2-4 16,-1-3 2-16,2 1 1 0,-2 0 2 0,-1 2 0 16,6-1 2-16,-8-1-5 0,4 3 6 0,0-2-4 15,-3 2-1-15,2-2 2 0,-4 3-1 0,3-2-1 16,-5 1-1-16,-1 0 1 0,-3 0-8 0,1-1 6 15,-1 1-5-15,-14-1 9 0,14 0-4 16,-2 2-7-16,-12-2 8 0,15 2 4 0,-1-2-3 0,-12-1 2 16,8-1-5-16,-8 0-4 0,10 1 19 0,-1 3-4 15,-12-1-9-15,2-4-13 0,11 4 8 0,-15-2-5 16,2-2 15-16,16 2-4 0,-18 0 13 0,-1-1-18 16,5 0 8-16,-4-2-9 0,16 6 4 0,-16-3-7 15,-3-1 11-15,7-3-2 0,-4 2 0 0,1 2 8 16,-2 0-5-16,-3 0-5 0,1-1 2 0,-3 2-5 15,-1-1 0-15,0 2 3 0,-9-2 0 0,3 2 7 16,-1 0-3-16,-2-4 0 0,11 5-8 0,-10-3 6 16,1 1 0-16,-4 0 3 0,2 1-6 0,-3 1 4 15,-2-1 5-15,-1-4 3 0,-1 2-9 0,-4 2 0 16,-9-2-8-16,14 1 4 0,-14-1 1 0,12 1-2 16,-12-1-18-16,0 0-7 0,0 0-3 0,0 0-12 15,0 0-9-15,17 0-20 0,-17 0-22 0,0 0-11 16,0 0-97-16,0 0-215 0,0 0 95 15</inkml:trace>
  <inkml:trace contextRef="#ctx0" brushRef="#br0" timeOffset="1888.16">28312 13775 27 0,'0'0'90'0,"0"0"-13"16,13 2 3-16,-13-2-11 0,14 4 4 16,-5 0 5-16,3-4-15 0,0 1 2 0,7-2 7 0,1 2-9 15,1-2 7-15,5-3-8 0,1 7-1 0,4-6-1 16,-1 3 2-16,-1-2-3 0,2-1-3 0,-1 2 0 15,4 1-6-15,0-2 0 0,2 2-2 0,5 0 3 16,-5 0-4-16,1 0-2 0,1 0-7 16,-2-1-2-16,2 2 1 0,-6-1-4 0,1 2-2 0,-1-2-7 15,-5 4-6-15,0-6 4 0,-5 4-5 0,-3-2-5 16,-6 0 4-16,1 1-6 0,-14-1 1 0,16 0-1 16,-16 0 1-16,14-1-5 0,-14 1 3 15,9 1-15-15,-9-1-8 0,0 0-15 0,0 0-9 16,11 1-13-16,-11-1-16 0,0 0-9 0,0 0-8 0,0 0-11 15,0 0-17-15,0 0-15 0,-38 8-69 0,19-10-213 16,-2 4 94-16</inkml:trace>
  <inkml:trace contextRef="#ctx0" brushRef="#br0" timeOffset="3338.13">8758 14947 8 0,'-9'-3'60'16,"9"3"-5"-16,0 0-3 0,0 0-8 0,0 0-2 15,0 0-8-15,0 0-4 0,0 0 0 0,0 0-5 0,0 0-8 16,0 0-1-16,0 0 3 0,0 0-2 15,0 0-2-15,0 0-1 0,23 9-6 0,-12-8 5 16,2 3-5-16,2-1 5 0,4-2-2 0,-1 3-5 16,4-1 3-16,0 0 3 0,0-2-6 0,6 1-2 15,-1 2 4-15,1 0 1 0,1-2-6 0,-2 1-3 16,4 0 0-16,-1-1 9 0,2-1-4 0,1 0 0 16,3-1 4-16,5 0-3 0,13 0 8 0,-1-2-11 15,5 0 4-15,-3-1-1 0,0 0 3 0,0 2-3 16,-2 1-14-16,-1-4 13 0,-13 4-2 0,15-1 9 15,-4 1-4-15,1 1-6 0,1-1 1 0,-1 2 6 16,2-2 2-16,0 1 0 0,0 2-5 0,-1 0 2 16,3 1-6-16,1 0 2 0,1-2 4 0,-1 1 2 15,3-2-5-15,-2 0-7 0,2 2 4 0,1-1 6 16,-1 1-6-16,1-2 5 0,-1-1 2 0,2 3-7 16,-2-1 3-16,1 1 1 0,0-1 2 0,-6 2-12 15,3-2 5-15,-2 1 5 0,-3 1 9 0,-2 3 3 16,1-3-13-16,2 2 5 0,-1-3 0 0,-11 0-5 15,12 1 11-15,-1-1-11 0,3 0 11 0,0-2-5 16,-1 2 3-16,0-3-12 0,2 0 5 0,-2 0 0 16,1-3-2-16,-2 2 4 0,-12-2-4 0,12 1 7 15,-14 1-9-15,-1-4 7 0,0 3-4 0,2 0 5 16,-4-1-5-16,-1-1 5 0,0 0-6 0,1 1-4 16,-5-1 18-16,-3 3-12 0,-6 0 4 15,4-3-10-15,-5 3 0 0,-7-2 14 0,-4 2 5 16,1-1-12-16,-11 2 1 0,14 0-3 0,-14 0 10 0,0 0 4 15,16-1-1-15,-16 1 10 0,0 0-3 0,0 0-1 16,11-1 3-16,-11 1 0 0,0 0-2 0,0 0-3 16,0 0-10-16,0 0 2 0,0 0-5 0,11-3-5 15,-11 3-9-15,0 0-1 0,0 0-4 16,0 0-20-16,0 0-6 0,0 0-27 0,7 9-23 16,-7-9-25-16,4 7-71 0,-4-7-195 0,4 10 87 15</inkml:trace>
  <inkml:trace contextRef="#ctx0" brushRef="#br0" timeOffset="3952.82">14463 14941 52 0,'0'0'54'0,"0"0"-3"0,0 0 0 16,0 0-5-16,-12 2-11 0,12-2-4 0,0 0-3 16,0 0-4-16,0 0-1 0,0 0 2 0,0 0 0 15,0 0-5-15,23 7 4 0,-12-6 1 0,3 2 2 16,3 1-8-16,4-3 3 0,4 2-5 0,4-2-1 16,1 0 2-16,0 1-1 0,4 1 11 0,2-6-1 15,2 3-14-15,3 0 3 0,13 0 3 0,-15-2 10 16,14 0-6-16,-1 1 14 0,0-1-20 0,3 0 3 15,-1 2 4-15,0-2-2 0,-2 1-4 0,2 1-1 16,1 0 2-16,-4 0-5 0,1 0 0 16,-1-1-7-16,0-2 6 0,-12 3 6 0,-1-1-2 0,0 2 7 15,-3-1-7-15,-2 0-6 0,0 1-2 0,-3-2 5 16,-7 1 0-16,-3 0-1 0,-2-1-3 0,-6 2-8 16,0-1 6-16,-1-1-2 0,-5 2 5 0,-6-1 10 15,10 1 2-15,-10-1 9 0,0 0 13 0,13 0-11 16,-13 0 9-16,6 0 0 0,-6 0 3 0,0 0 1 15,0 0-5-15,0 0-1 0,0 0-1 0,0 0-6 16,0 0-1-16,0 0-5 0,0 0-4 0,13 0 0 16,-13 0-5-16,0 0-13 0,0 0-6 0,0 0-10 15,0 0-14-15,0 0-27 0,0 0-34 0,0 0-18 16,0 0-8-16,0 0-13 0,0 0-97 0,-4 10-237 16,4-10 106-16</inkml:trace>
  <inkml:trace contextRef="#ctx0" brushRef="#br0" timeOffset="5027.32">19219 14911 11 0,'0'0'45'0,"12"2"-3"15,-4 0 0-15,3-1-2 0,0-1 2 0,1 0-10 16,1 1 9-16,4 0-1 0,1-1-1 0,3 0-8 16,-1 0 7-16,7-1-6 0,0-3 4 0,1 4 1 15,4 0-2-15,4-1 4 0,1 0-9 0,1-1-1 16,1 1-3-16,12-2-5 0,-13 3-6 0,14-4 0 15,-2 2 5-15,-9 2-4 0,9-1 11 0,-11 1-5 16,1 0-17-16,15 0 0 0,-1 0-4 0,-2 0 23 16,-1 0-23-16,2 0 10 0,-1 0-7 0,2 1 13 15,-1-1-5-15,-1 0 0 0,3 3 0 0,1-2 1 16,0 1-3-16,-1 1 3 0,0-2-3 0,4 2-1 16,-7-3 9-16,6 1 5 0,-2 3-9 0,-4-4-1 15,6 1-1-15,-2 2 1 0,0-2 3 0,0 4-7 16,1-3-1-16,-1 0 2 0,2 1 3 0,-2 0 0 15,1-2 2-15,-2 1 9 0,3-1-15 0,-5 1 7 16,2 3-7-16,-2-2-3 0,2 0 2 0,-2-2-1 16,5 2-5-16,-1-2 7 0,-2 0 0 0,4-3-1 15,1 1 6-15,1-1 0 0,-1 1-19 0,2-2 13 16,-2 2-3-16,0 1 4 0,-1 0-2 0,-3-3-2 16,2 1 2-16,-1 1 3 0,1 0 3 0,-6-1-1 15,0 1-8-15,2 1 3 0,0-3-3 0,-4 3 2 16,3-2-4-16,1 2 0 0,-14 0 6 0,-2-3-1 15,16 2 3-15,-16 1 2 0,1 0 9 0,1-2-11 16,-1 2 1-16,-1-2 5 0,-1 1-8 0,1 0-2 16,1-2 8-16,-4 1-5 0,2 0-5 0,-2 2 6 15,1-1 2-15,-3 0-2 0,-2-2-4 0,-2 3 4 16,-2-1-7-16,-7-2 4 0,2 2-5 0,-3 1 11 16,-1-1-7-16,0-1 0 0,-4 2-1 0,-1 0-3 15,-2 0 2-15,3 0-2 0,-6 0-3 0,1 0-1 16,-9 0 2-16,11 0-10 0,-11 0-12 0,11 0-13 15,-11 0-8-15,7 4 1 0,-7-4-20 0,8 3-15 16,-2 0 2-16,-6-3-26 0,11 5-95 0,-5-2-212 16,-1 1 94-16</inkml:trace>
  <inkml:trace contextRef="#ctx0" brushRef="#br0" timeOffset="5463.79">24985 14853 70 0,'9'-2'93'0,"-9"2"11"0,9-1-14 16,-9 1-8-16,0 0-11 0,0 0 10 0,11 0-19 15,-11 0-12-15,0 0-1 0,10 3 1 0,-10-3-4 16,11 4 4-16,-4-3 0 0,1 2-13 15,1-2 5-15,5 1 8 0,4 0 2 0,1 0 5 0,2 0-11 16,9-2 3-16,3 3-9 0,-1-3 0 0,5 2 0 16,2 0 11-16,17-3-6 0,2-2 4 0,5 3-5 15,-2-3-7-15,35 2 3 0,-5-2-3 0,-27 1 2 16,26 0-6-16,-27-1-2 0,5 2 3 0,24 0-8 16,-29-2 2-16,2 0-4 0,-2 3-3 0,2-1 1 15,-2 1 0-15,2-1-3 0,-2 1-6 0,-3 0 3 16,-1 0-3-16,-5 0 0 0,-1-1-5 0,-14 0 2 15,-1 2-3-15,0 0 7 0,-2-2-11 0,-2 2 8 16,0-2-2-16,-3 2-2 0,-5-2-2 0,-3 2 5 16,-6-1-4-16,-4 1-5 0,0-1-1 0,-6 0 5 15,2-1-11-15,-9 1 0 0,9 1-6 0,-9-1-12 16,9 0-23-16,-9 0-15 0,0 0-40 0,0 0-22 16,0 0-14-16,0 0-135 0,-31-3-294 0,15 1 130 15</inkml:trace>
  <inkml:trace contextRef="#ctx0" brushRef="#br0" timeOffset="6777.62">5854 16177 39 0,'-13'-8'37'0,"13"8"1"0,-11-9 2 0,11 9-4 16,-12-8-6-16,12 8 0 0,-15-7 1 0,15 7-8 16,0 0-1-16,-21-2-3 0,21 2-6 0,-20 2 4 15,20-2-4-15,-24 3 1 0,11-1-5 0,-1 0 3 16,-1 3-7-16,-2-2 3 0,0 3-1 0,0-1 1 16,1 0 4-16,1-2-4 0,3-1-1 0,-2 0-1 15,1 3 0-15,2-4 10 0,-2 3-1 0,5-2 5 16,8-2 6-16,-12 2-4 0,12-2-6 0,-10 2-3 15,10-2 2-15,0 0 2 0,-9 4-11 0,9-4 11 16,0 0-12-16,0 0 1 0,0 0 1 16,0 0 0-16,0 0-1 0,42 6 0 0,-15-6 0 0,3-4 1 15,9 2-1-15,13-3 11 0,4-3-9 16,4-1 4-16,5 4-4 0,27-6 10 0,-28 4 2 0,28-10-4 16,-28 10-5-16,28-5 4 0,-29 2 6 0,1 3-9 15,32 0 2-15,-6-3-6 0,-26 5 6 0,30-3 0 16,-4 2-3-16,-23 3-2 0,22 1 4 15,-26 1-11-15,3 0 8 0,1 0 1 0,29-1 3 16,-36 1 6-16,1-4-6 0,3 8-2 0,0-3 0 16,2 0 5-16,-2-2-10 0,1-2 5 0,-4 4 9 15,-3-6-9-15,-3 5 8 0,-3-3-10 0,-1 2 14 16,-17-2-10-16,3 0 11 0,-3-1-1 0,0 1 2 16,-6-1-6-16,-1-1 3 0,-7 3-3 0,1 2-2 15,-5-1 0-15,-16 2-5 0,26-1 1 0,-14-1-6 16,-12 2-3-16,17 0 9 0,-17 0-14 0,0 0 4 15,21 3-25-15,-21-3-5 0,0 0-21 0,15 10-29 16,-15-10-42-16,7 22-73 0,-4-10-208 0,-4 5 93 16</inkml:trace>
  <inkml:trace contextRef="#ctx0" brushRef="#br0" timeOffset="6923.83">8965 15905 1155 0,'10'-12'-17'0,"0"-2"2"16,-6 4-5-16,1 0-66 0,-1 4-76 0,-4 6 19 15,5-5-154-15,-5 5 68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5:28.671"/>
    </inkml:context>
    <inkml:brush xml:id="br0">
      <inkml:brushProperty name="width" value="0.05292" units="cm"/>
      <inkml:brushProperty name="height" value="0.05292" units="cm"/>
      <inkml:brushProperty name="color" value="#FF0000"/>
    </inkml:brush>
  </inkml:definitions>
  <inkml:trace contextRef="#ctx0" brushRef="#br0">22576 4505 16 0,'-10'-2'23'0,"10"2"-9"0,0 0 6 16,-9-1-5-16,9 1 1 0,0 0-8 0,0 0 5 15,0 0-6-15,0 0-2 0,-9-1-2 0,9 1 2 16,0 0-1-16,0 0 0 0,0 0 2 0,0 0 1 16,0 0 4-16,22 9 5 0,-10-8 0 0,3-1 6 15,2 3-1-15,3-3 0 0,8 1 7 0,3 1 4 16,1-2-9-16,0 0 6 0,5-2 3 0,2 4-5 16,15-4 4-16,-16 1 0 0,19 0-7 0,-17 1 6 15,22 4-8-15,0-3-4 0,0 0 21 0,-1 0-20 16,0 2 0-16,-2 1-1 0,3-3 1 0,0 3-9 15,2 0 8-15,-1-1-5 0,2 1 3 0,1-1-1 16,0 0 4-16,24 5-10 0,-26-6 5 0,0-2-1 16,0 4-2-16,0-3 1 0,1 1 5 0,-1-2-9 15,-4 0 6-15,32 4 3 0,-29-6 0 0,-3 2 2 16,1-2-7-16,2 0-2 0,-2 1 4 0,2-1 3 16,-3 2-4-16,1-1-2 0,2-3-4 0,-2 1 5 15,-1-1 10-15,-4 1-1 0,3 3-10 0,-3 0 6 16,-2-4-5-16,-3 0 2 0,3 2 11 0,-14 0-6 15,-1 0-13-15,14 2 1 0,-14-1 5 0,-1 0-3 16,1-1 2-16,-3 1-6 0,2 1-2 0,-4 0 6 0,-2 0-8 16,-1-2-5-16,-2 1 7 0,-7 0-1 15,0 1 8-15,-3 1-1 0,-4-1-12 0,-1 0 3 16,-1 1 1-16,-4-1 1 0,-1-1-2 0,-8 1 5 16,13 1-3-16,-13-1-7 0,8 0 10 0,-8 0-6 15,7 2 8-15,-7-2-4 0,0 0 6 0,0 0 3 16,11 0-2-16,-11 0 2 0,0 0 7 0,0 0-6 15,0 0-3-15,0 0-5 0,0 0 4 0,0 0-2 16,9 0 1-16,-9 0-5 0,0 0-6 0,0 0-12 16,0 0-25-16,0 0-33 0,0 0-12 0,0 0-11 15,4 3-88-15,-4-3-197 0,0 0 88 0</inkml:trace>
  <inkml:trace contextRef="#ctx0" brushRef="#br0" timeOffset="909.7">23601 5864 33 0,'0'0'81'0,"0"0"-16"16,0 0-5-16,0 0-3 0,0 0-6 15,0 0 4-15,0 0-14 0,0 0 10 0,23-4-12 16,-7 4 3-16,4 0 2 0,2 1 9 0,11-2-12 16,0 1-3-16,3 0-4 0,4 0-4 0,12-1 7 0,2 1-2 15,2 1-5-15,1-1 2 0,1 0 3 0,-3 1-3 16,4-1-1-16,0-1-3 0,3 2-1 16,-3-1 3-16,8 2-2 0,23-4-6 0,-26 4 5 15,31-2 2-15,-3 3-10 0,-29-5 3 0,29 2-4 16,-26 2 0-16,23-5-5 0,-23 3 5 0,23 0-6 0,1 0 3 15,-24 1-3-15,28 2 7 0,-7-2-6 16,-19-1-4-16,27-2 9 0,-1 5 5 0,-29-4-10 16,27 0 11-16,-30 1-8 0,33 1-2 0,-32-2 2 0,31 1-5 15,-31 0 5-15,27 0 1 0,-27 0 2 0,0 0 1 16,-1 1-2-16,1 1-3 0,0 1 4 0,-4-2-7 16,-3-1 1-16,-2 2 0 0,-1-1-2 0,-3 0 0 15,-10-1 3-15,-1 1-5 0,12 1 1 16,-12-2 1-16,12 2-3 0,-13 0 2 0,14-2-3 0,-14 0 3 15,14 0 0-15,-15 0 2 0,-1 0-3 16,1 0 4-16,-5 1-3 0,2-1-1 0,-3-1-1 0,2 2 0 16,-6-1-3-16,-7 2 9 0,0-3-8 0,-7-1-3 15,1 2 5-15,-1 0-2 0,-1-2-3 0,0 1 8 16,-2 0-8-16,-2 1-1 0,3-3-4 0,1 1 7 16,-1 1-5-16,1 1 0 0,2-2 1 0,4-1 2 15,-2 2-3-15,5 0 2 0,7 2-5 0,-8-2 6 16,1 0-3-16,5 0 3 0,-4-1 0 0,0 4-2 15,0-2 1-15,-3 0 0 0,0-2-3 0,-1 1 0 16,0 1-1-16,-7 0 4 0,3-2-2 16,-3 1-1-16,1 1 1 0,-4 1 3 0,1-2-8 0,-9 1-8 15,13 1-3-15,-13-1-12 0,9 0-11 0,-9 0-14 16,0 0-18-16,9-1-19 0,-9 1-16 0,0 0-19 16,0 0-115-16,0 0-260 0,0 0 115 0</inkml:trace>
  <inkml:trace contextRef="#ctx0" brushRef="#br0" timeOffset="2532.42">4496 6750 14 0,'0'0'41'0,"0"0"-9"16,-12 1 2-16,12-1 7 0,0 0-9 0,-9-1-7 15,9 1 1-15,0 0-5 0,0 0-7 0,0 0 9 16,-8-2-9-16,8 2-1 0,0 0-3 0,0 0-1 16,0 0 1-16,0 0 3 0,0 0-7 15,0 0-2-15,0 0 2 0,0 0 1 0,0 0-2 0,0 0-3 16,17 16 4-16,-12-10-3 0,2-3-1 0,2 0 7 15,2 3-6-15,2 0 5 0,3-1-5 0,1 1 12 16,5-1 11-16,-1 0-5 0,6 3-1 0,3-1 12 16,0-6 2-16,2 2-4 0,3 0-3 0,0 1-3 15,1-1 4-15,1-1 0 0,2 2 2 0,-3 0-9 16,3-1 2-16,-1 6-2 0,0-4 2 0,-1 0-4 16,0-1 4-16,1 1 3 0,12 3-7 0,-12-6 1 15,12 1 4-15,1-3 5 0,3 3 1 0,-3-6-5 16,3 3 10-16,1-4 2 0,-1 1-6 15,8-1 6-15,0-4 0 0,5 3-5 0,-3 1 1 0,0-3-6 16,-2 3 3-16,0-3-8 0,-2 1-4 0,-3 1 7 16,-3 1-7-16,-2 0 1 0,-12 2-5 0,-3 2 9 15,0-2-18-15,0 4-5 0,0 1 7 0,2-2 9 16,-2 1-7-16,15-1-7 0,-12 2 9 16,-2-1-2-16,14 3-1 0,-13-4 3 0,13 3-6 0,-12-1 2 15,12-3 4-15,-13 0-5 0,0 3 1 0,12 1-6 16,-15-4 2-16,4 2 3 0,-3 0-2 0,0 2 1 15,0-1-3-15,-1-4 13 0,1 1-13 0,-3 0-2 16,3 0 6-16,-2 1 2 0,-2-2 3 0,-1 1 0 16,-1 0-2-16,-1-3 2 0,-3 3 1 0,-8 0-1 15,3-1 6-15,-2-1-5 0,0 1 4 0,0 1 1 16,2-3 1-16,-2 3-5 0,2-3 1 0,-2 2-2 16,-2-2 1-16,1 3 1 0,-6-2-3 0,1 0 5 15,-2 1-9-15,-1 0 0 0,-3 1 3 0,-8 0 1 16,12-1-6-16,-12 1 3 0,11 0 2 15,-11 0-5-15,6-1 7 0,-6 1-1 0,0 0 0 0,9-2 3 16,-9 2-4-16,0 0 2 0,0 0-1 0,0 0 1 16,0 0-4-16,0 0-2 0,0 0-1 0,0 0-1 15,0 0-1-15,0 0-8 0,0 0-19 0,0 0-27 16,0 0-30-16,0 0-21 0,0 0-33 0,16 6-29 16,-16-6-89-16,0 0-274 0,0 0 122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5:22.625"/>
    </inkml:context>
    <inkml:brush xml:id="br0">
      <inkml:brushProperty name="width" value="0.05292" units="cm"/>
      <inkml:brushProperty name="height" value="0.05292" units="cm"/>
      <inkml:brushProperty name="color" value="#FF0000"/>
    </inkml:brush>
  </inkml:definitions>
  <inkml:trace contextRef="#ctx0" brushRef="#br0">11912 5169 16 0,'0'0'52'0,"-10"-6"9"16,5 2 4-16,5 4-23 0,-10-6-3 0,10 6 3 16,-5-8-12-16,-1 6 14 0,6 2-17 0,-8-4 2 15,8 4-3-15,-4-5 4 0,4 5-4 0,0 0-18 16,0 0 12-16,-8-5 0 0,8 5-7 0,0 0 4 16,0 0-3-16,0 0-7 0,0 0 1 0,0 0-2 15,0 0-1-15,0 0-2 0,0 0 1 0,0 0 5 16,26-2-8-16,-15 2 5 0,5 1 0 15,1-2-4-15,5 2 1 0,6-2 7 0,4-2-1 0,3-1-6 16,0 2-2-16,3-1 5 0,0 1-15 0,0-2 6 16,2 3 4-16,-2-1 2 0,14-1 1 0,-14 1-9 15,3 1 3-15,12 0 4 0,-1-2 0 0,-16 3 13 16,2-1-16-16,16-1 6 0,-13 2-5 0,11-1 4 16,1 1-4-16,0 3-3 0,-2-6 2 0,3 2 5 15,-2 1 2-15,-3-2-4 0,-8 2-2 0,10 0 3 16,-10-1-2-16,8 1-3 0,-8 0 1 0,9 1 5 15,0-1-4-15,-10 2 1 0,12-1 4 0,-12-1-2 16,12 0-3-16,0 1 4 0,-13-1 0 0,14 0-6 16,-3 0 7-16,1 2-5 0,-13-1 16 0,2 1-21 15,1-2 4-15,9 1 7 0,-9 0-4 0,-3 0 4 16,15 1-4-16,-19-2 1 0,7 2 5 16,-1-1-13-16,11 1 2 0,-15-2 2 0,2 2 2 0,-1 1 4 15,3-1-4-15,-2 1-1 0,-3-1-1 0,2 1-1 16,0-2-4-16,-4 0 11 0,3 1-1 15,-1-2-4-15,-3 0 8 0,0 1-8 0,-2 0 6 16,-2-1-6-16,1 2 6 0,-8-1-5 0,-2-2 0 0,1 1 18 16,1 1-23-16,-8-1 8 0,1 0-14 0,0 2 9 15,0-2 1-15,-2 0 5 0,0 0 3 0,-2 2 8 16,-1-2-17-16,-9 0 4 0,12 0-14 0,-12 0 11 16,9 0 6-16,-9 0 0 0,10 0-4 0,-10 0 2 15,0 0-3-15,8 0-2 0,-8 0 5 0,0 0-6 16,0 0-15-16,9 1-22 0,-9-1-10 0,0 0-78 15,2 6-137-15,-2-6 61 0</inkml:trace>
  <inkml:trace contextRef="#ctx0" brushRef="#br0" timeOffset="1113.32">16751 5028 11 0,'0'0'14'0,"-2"6"3"0,2-6 2 15,0 0-12-15,0 0 7 0,0 0-6 0,0 0 9 16,0 0 6-16,0 0 13 0,10 11-3 0,-5-9 0 0,4 1-2 16,1-2 4-16,3 1 1 0,7 0 4 0,3-1 5 15,8-1-8-15,4 0 6 0,-1-1-13 0,2-1 1 16,2 2 4-16,3-3-4 0,-2 1-7 16,14 0 7-16,-3 1-6 0,-9-1-8 0,-3 0 7 15,2 2-3-15,11 0 1 0,-13-1-7 0,13-1 5 16,1-2-4-16,-12 3-12 0,19-1 9 0,-1 0-1 0,-2-2 2 15,2 2 11-15,0-2-7 0,5-1-13 16,-6 1 14-16,4 0 0 0,-1 0-2 0,-2 1 1 16,4 0-10-16,-6 0 5 0,-2-1 0 0,2 2 17 15,-2 0-5-15,2-1-4 0,0 0-14 0,-4 0 2 16,2 2 2-16,2-1 0 0,-1 0-2 0,-1 1 4 0,1-3-6 16,-3 4 0-16,2-3 2 0,-3 3-5 0,-11-2 2 15,-1 0 5-15,0 0-1 0,12-2 1 0,-1 2 0 16,-13-3 2-16,1 5-3 0,0-3 3 15,1 2-2-15,2-1 0 0,-3 1-4 0,-2-1 2 16,-3 2-5-16,2-3-2 0,-4 3 10 0,-2-1-7 0,0 0 4 16,-1 1-4-16,0 1-2 0,-1-2-1 0,0 1 7 15,-7-2-11-15,8 2 7 0,1-2 1 0,0 2 2 16,-1-1-2-16,1-2 4 0,2 3-1 16,0-3 5-16,2 2-10 0,0-1 6 0,-3-1 0 15,2 2 0-15,-3-2 0 0,2 2 0 0,-1-1-1 0,-2 0 11 16,3 1-9-16,-3 0-2 0,3-1-2 15,-2 2 8-15,1 0-7 0,-1 0 1 0,-1-1-8 0,0-1 2 16,0 0 0-16,-7 2 3 0,1 0-5 16,-1-1 3-16,6 0 0 0,-8 1 1 0,2 0 1 15,-1 0-4-15,2 0 0 0,0 1 0 0,-1-1 1 0,0 1 1 16,-1 1-3-16,-1-4 5 0,-1 4-4 0,-4-2 0 16,-1 0-1-16,0 2 0 0,1-1-8 0,-4-1 7 15,4 3 7-15,-6-2-8 0,0-1-2 16,-8 0 4-16,19 2-7 0,-13-1 4 0,2 1 6 15,-2 0 1-15,-6-2-7 0,13 2 4 0,-8-1-4 0,-5-1 3 16,10 2-7-16,-10-2 11 0,12 2-3 0,-7-1-4 16,-5-1-2-16,9 2 3 0,-9-2 0 0,0 0 1 15,8 2-4-15,-8-2 8 0,0 0-3 0,8 2-3 16,-8-2 3-16,0 0-4 0,0 0 6 16,8 0-3-16,-8 0-5 0,0 0-6 0,0 0-13 0,5 4-16 15,-5-4-21-15,0 0-22 0,0 0-10 0,0 0-14 16,6 3-94-16,-6-3-216 0,0 0 97 0</inkml:trace>
  <inkml:trace contextRef="#ctx0" brushRef="#br0" timeOffset="14423.3">27143 5270 25 0,'0'0'60'0,"10"-2"-8"0,-3 0 5 0,-7 2-9 15,11-2-6-15,-5 1-6 0,-6 1-6 0,10-3 10 16,-10 3-2-16,9-3-5 0,-9 3 4 0,8 0-1 15,-8 0 1-15,0 0-10 0,8-4 8 16,-8 4-8-16,0 0-1 0,0 0-11 0,2-4 8 0,-2 4-1 16,0 0-8-16,0 0 3 0,0 0 7 15,-8-14-15-15,8 14-1 0,-8-6 3 0,3 4-6 0,5 2 5 16,-11-7-3-16,4 5 3 0,-4-3 1 0,2 1-5 16,3 1 2-16,-4-1-3 0,3 4 7 0,-1-3-4 15,8 3-4-15,-16-6-1 0,7 4 12 0,3 0 4 16,6 2 2-16,-12-6-8 0,7 5 3 0,5 1 1 15,-9-3-2-15,9 3-1 0,-8-5 13 0,8 5-6 16,-10-4-2-16,10 4 1 0,-6-4-1 0,6 4-2 16,-5-3 4-16,5 3-8 0,0 0 0 0,0 0-6 15,-8-3 6-15,8 3 2 0,0 0-10 0,0 0-5 16,0 0 5-16,0 0 3 0,0 0-4 0,0 0-6 16,0 0 4-16,0 0-5 0,0 0 7 15,0 0-2-15,0 0 2 0,27-3-5 0,-14 3 10 0,5 2-13 16,2-1 7-16,2-1-2 0,8 1 4 0,1-1-5 15,3 0 8-15,1 2-8 0,3-4 3 0,16 4-3 16,-1-2 5-16,-1 0-3 0,1-2-1 0,-1 4 0 16,0-4 0-16,-1 4 6 0,1-2-1 0,0 0-5 15,-14 0-4-15,16 0 5 0,-1 0 0 0,-1-2 1 16,4 2 3-16,0 2-11 0,-2-4 7 0,7 2 6 16,3 3-5-16,0-1-6 0,2-2-3 0,-3 0 2 15,-1 2 0-15,-2 0 3 0,3 0 2 0,-2 0 3 0,0-2-1 16,1 0-2-16,-2 3 5 0,-1-2-7 15,0 0 2-15,-1 0 2 0,0 1-2 0,-2-1 4 16,-2-2-2-16,0 2-6 0,-16 1 6 0,13-5-6 16,-13 4 6-16,1-1-3 0,-1-1 6 0,-1 1-7 15,-1 0 2-15,-2-2 8 0,1 0-6 0,-4 1-7 0,-5-2 4 16,4 3 3-16,-9-2-2 0,-2 0 0 16,-2 1 2-16,0 0-6 0,-3-1 6 0,-1 2 4 15,-1 0 0-15,0-2 1 0,0 2 4 0,-3-1-7 16,0 1 5-16,-9 0 1 0,12-2-3 0,-12 2 4 15,11 0-7-15,-11 0 4 0,7-1-1 0,-7 1-3 16,0 0-2-16,0 0 2 0,11-1-10 0,-11 1-8 16,0 0-20-16,0 0-30 0,0 0-22 0,0 0-23 15,0 0-91-15,-39 4-213 0,21-4 95 0</inkml:trace>
  <inkml:trace contextRef="#ctx0" brushRef="#br0" timeOffset="16058.73">4699 6068 21 0,'0'0'35'15,"0"0"-3"-15,-10-2-2 0,10 2-1 0,0 0-3 16,-11 2-4-16,11-2-1 0,0 0-1 0,-15 2 0 16,9-2-9-16,6 0 0 0,-15 4 7 0,5-1-9 15,3-1 2-15,-1-2-4 0,-2 3 2 0,1-2 2 16,9-1-3-16,-13 3-2 0,6-2 3 0,7-1-3 16,-11 5 1-16,6-4 7 0,5-1-9 0,-9 2 0 15,9-2-4-15,-6 2 3 0,6-2-1 0,0 0 0 0,0 0 4 16,0 0-4-16,0 0 13 0,0 0-3 15,0 0 1-15,0 0 6 0,23 9 1 0,-9-7 3 16,5 0 2-16,4-3-2 0,4-2-3 0,3 1 2 16,-2 2-2-16,4-2 0 0,3-1-4 0,0 0 13 15,4 0-11-15,-2 2 8 0,13-2-2 0,4-4-1 0,1 2-3 16,2 1-5-16,-2-1 11 0,3 1-15 16,2 1 1-16,-3 2 8 0,2 1-12 0,0-5 6 15,-3 4 2-15,0-2-7 0,3 5-2 0,-3-4 5 16,-1 4-6-16,-1-4 7 0,1 4-9 0,-4-2 1 15,3 1-3-15,-2-1 6 0,2-4 2 0,-3 3 0 16,0-2 2-16,-13 1-7 0,13-5-2 0,-14 4 6 0,1 0 2 16,-4 0 0-16,-2-1-3 0,-1 1 7 15,-1-1-4-15,-8 2 1 0,0 0-1 0,-4-2 4 16,-6 4-14-16,1-1 10 0,-3-1 3 0,1 1 4 16,-5-1 4-16,-6 2 2 0,14-1 0 0,-14 1 5 15,9-1 4-15,-9 1 2 0,8-1 2 0,-8 1 3 16,0 0 0-16,0 0-1 0,9 0-7 0,-9 0 1 15,0 0-8-15,0 0 2 0,0 0-8 0,0 0 4 16,0 0-6-16,0 0-6 0,9-3-10 0,-9 3-13 0,0 0-15 16,0 0-15-16,0 0-23 0,10 5-17 0,-10-5-10 15,9 3-11-15,-7 0-25 0,2 2-78 0,-4-5-222 16,9 6 99-16</inkml:trace>
  <inkml:trace contextRef="#ctx0" brushRef="#br0" timeOffset="17064.16">9251 6118 16 0,'0'0'84'0,"-5"-12"-3"0,1 6-14 16,1 2-3-16,3 4-3 0,-2-7-4 0,2 7-4 0,-4-7-2 15,4 7-3-15,0 0-11 0,-1-9 1 16,1 9-7-16,0 0 2 0,0 0-3 0,0 0-14 15,0 0 2-15,0 0-5 0,7-6-2 0,-7 6 0 16,17-1 7-16,-5 1-6 0,4 1 0 0,5 0 3 16,8 1-4-16,0 0 7 0,6-1-8 0,2-1 4 15,14 0 1-15,1-1 0 0,-2 4 1 0,3-3 1 16,-2 0-5-16,-13 0-2 0,16 2-1 0,-4-4-3 0,-9 2 0 16,10-1-2-16,-10 1 6 0,9-1-2 15,1-2 3-15,-13 3-8 0,2 0 3 0,13 2 1 0,-13-4 1 16,11 2-1-16,-11 0 3 0,11-4-11 0,-14 2 5 15,4 1-1-15,-3 1 6 0,-1-2-5 16,-2 1 2-16,-1 1-4 0,-1-4 9 0,-2 3-8 16,-3 0 5-16,-6-2 4 0,-2 2-9 0,0 0 5 15,-7 1 6-15,0 0 0 0,1-2-5 0,-6 1 5 16,2 1 0-16,-2-1-3 0,-8 1 2 0,11 0 6 0,-11 0 11 16,9 1 7-16,-9-1 8 0,0 0 9 15,0 0 5-15,8-2-1 0,-8 2 6 0,0 0-3 16,0 0 0-16,0 0-6 0,0 0-4 0,9-2-5 0,-9 2-9 15,0 0-3-15,0 0-4 0,0 0-4 0,2-6-3 16,-2 6-7-16,0 0-10 0,0 0-16 0,0 0-17 16,6-4-22-16,-6 4-20 0,0 0-26 0,0 0-16 15,0 0-5-15,0 0-9 0,0 0-17 0,13 9-82 16,-13-9-242-16,2 4 108 0</inkml:trace>
  <inkml:trace contextRef="#ctx0" brushRef="#br0" timeOffset="17942.28">15528 6009 26 0,'0'0'62'0,"0"0"-9"0,0 0-5 0,0 0-15 15,0 0 4-15,0 0-2 0,0 0 0 0,0 0-3 16,0 0 9-16,0 0 1 0,0 0-11 0,0 0 10 16,28 9 0-16,-9-6 4 0,2-2-2 0,7 1 4 15,4-1-7-15,4 2-1 0,1-4-3 0,3 1 2 16,14 1-13-16,0-1 11 0,-14 0-4 0,13-3-1 15,4 2-8-15,-1-2 1 0,4 1-2 0,3-2 5 16,-1 4-6-16,5-1 2 0,-5-2 0 0,5 5 2 16,-6-5-6-16,-3 2-3 0,-3 2-4 0,1-2 0 15,-4 2 0-15,-12-2-13 0,-2 0 15 0,13-1 2 16,-15 2-4-16,-4 0-7 0,-1 0 2 0,-2-3 7 16,-7 5-1-16,-6-4 1 0,4 2-9 0,-9-1 9 15,0 2 2-15,0-1-2 0,-5 0 5 0,-6 0 7 16,12-1 6-16,-12 1 3 0,0 0 3 0,11 1 4 15,-11-1-11-15,0 0 6 0,0 0 2 0,8 0-3 16,-8 0-1-16,0 0-10 0,0 0 6 0,0 0-11 0,0 0-4 16,0 0 0-16,0 0-14 0,0 0-15 15,0 0-28-15,0 0-24 0,0 0-31 0,0 0-14 16,0 0-23-16,9 0-100 0,-9 0-251 0,0 0 112 16</inkml:trace>
  <inkml:trace contextRef="#ctx0" brushRef="#br0" timeOffset="18761.64">18169 6095 39 0,'0'0'60'0,"-8"-2"-12"0,8 2 7 15,0 0-2-15,-10-1-2 0,10 1-4 0,0 0-2 16,0 0-7-16,0 0-2 0,-11 1-10 0,11-1 7 15,0 0 0-15,0 0-5 0,0 0 7 0,0 0 2 16,0 0-9-16,0 0 0 0,0 0 5 0,0 0-1 16,31 6 5-16,-12-6-2 0,2 0 0 0,10 0-4 15,2 0 0-15,5 0-2 0,0-2 10 0,13 1-1 16,-11-2-1-16,14 3 0 0,0-2-5 0,0 0 1 16,1 0-5-16,-1 1 1 0,-1-2-7 0,0 2 3 15,-2-3-2-15,-11 5-11 0,11-3 7 0,-15 0 4 16,1 1-1-16,-3 1-9 0,-3-1-4 0,1 0 3 15,-4-1-6-15,-8 2 4 0,-3 0-5 0,2-2 7 16,-6 1-5-16,0 0 0 0,-2-1 2 0,2 2 6 16,-4 0-8-16,-1 0 2 0,-8 0 2 0,11 0 5 15,-11 0-4-15,9-1 10 0,-9 1 4 0,0 0 9 16,0 0-3-16,10 0 1 0,-10 0-5 0,0 0 0 16,0 0-7-16,8 0 2 0,-8 0-3 0,0 0-6 15,0 0 2-15,0 0-4 0,0 0-12 0,0 0-17 16,0 0-13-16,0 0-20 0,0 0-23 0,0 0-13 15,0 0-7-15,9 1-9 0,-9-1-13 0,5 6-103 0,0-3-236 16,-5-3 104-16</inkml:trace>
  <inkml:trace contextRef="#ctx0" brushRef="#br0" timeOffset="19508.91">21259 6059 56 0,'-9'0'53'16,"9"0"-6"-16,0 0-11 0,0 0 2 0,-10 0 2 15,10 0-7-15,0 0 1 0,0 0 4 0,0 0-9 0,0 0 9 16,18 13 5-16,-6-11-2 0,6 3 1 0,12 2-4 16,3-4-2-16,6 3 0 0,15-2 4 15,2 1 9-15,2-3-3 0,1 0-9 0,-1-2-3 16,4-2 1-16,-1 1 3 0,-1 1-2 0,31-1 10 0,-29 2-4 15,2-4-4-15,27 3-6 0,-26 0 4 0,26-3-7 16,-26 3-2-16,27 0-4 0,-25-4 0 0,23 2 2 16,3-2-8-16,-30 6 3 0,29-6 0 0,-1 2-1 15,-26-1 3-15,26-1-4 0,-1 4-4 0,-28 0 3 16,2-3-1-16,3 2 0 0,-3-3-3 0,-1 4-4 16,-4-3 8-16,0 0-14 0,-2 2 7 0,-2 1 3 15,-5 0-1-15,-9-3-8 0,-3 3 3 0,-3 0 0 16,1-1 4-16,-3-2-3 0,-4 2 1 0,0 1 2 15,-8-1-5-15,-2 0 0 0,-2-1 3 0,-3 1-1 16,0 1 0-16,0-1-1 0,-1-1 7 0,-4 1 4 16,2 0-4-16,-3 2 0 0,-8-1 3 0,13-2-6 15,-13 2-2-15,10-1-1 0,-10 1 3 0,0 0 3 16,9-1-2-16,-9 1-9 0,0 0 2 0,0 0 1 16,0 0-2-16,8-1 6 0,-8 1-3 0,0 0-8 15,0 0-8-15,0 0-20 0,0 0-7 0,0 0-10 16,0 0-2-16,6 5-7 0,-6-5-15 0,0 0-7 0,0 10-20 15,0-10-22-15,3 8-92 0,-3-8-227 16,1 8 101-16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6:03.621"/>
    </inkml:context>
    <inkml:brush xml:id="br0">
      <inkml:brushProperty name="width" value="0.05292" units="cm"/>
      <inkml:brushProperty name="height" value="0.05292" units="cm"/>
      <inkml:brushProperty name="color" value="#FF0000"/>
    </inkml:brush>
  </inkml:definitions>
  <inkml:trace contextRef="#ctx0" brushRef="#br0">23526 4166 18 0,'0'0'30'0,"0"0"-1"0,0 0-2 0,0 0-5 16,0 0-5-16,0 0 8 0,-4-6 1 0,4 6-8 16,0 0 1-16,0 0 0 0,0 0 2 0,0 0 0 0,-6-7-8 15,6 7-1-15,0 0 0 0,-7-3 4 0,7 3 4 16,0 0 6-16,-7-3-2 0,7 3-8 16,0 0 11-16,-7-4-8 0,7 4-5 0,0 0-3 15,-9-3-1-15,9 3 8 0,0 0 4 0,0 0 2 16,-8-3-3-16,8 3-7 0,0 0 6 0,0 0 0 15,0 0-5-15,0 0-3 0,0 0 4 0,0 0 0 16,-11-1-1-16,11 1 4 0,0 0-6 0,0 0 2 16,0 0-1-16,0 0-1 0,0 0 4 0,0 0-8 15,0 0 2-15,0 0-1 0,0 0-2 0,0 0-1 16,0 0 6-16,0 0 2 0,0 0-4 0,0 0-2 16,0 0-3-16,0 0-2 0,0 0-1 0,0 0-6 0,0 0-1 15,0 0 0-15,0 0-4 0,0 0 10 0,0 0-1 16,37 1 2-16,-23 2 3 0,4-3 8 15,1 1-9-15,11-2 8 0,-11 2-6 0,9-1 10 16,3-3-2-16,-3 1 1 0,-1 3 6 0,1-1-13 16,0 0 6-16,-6-1-10 0,6 1 11 0,-6-2-4 0,-2 2-1 15,2-1 3-15,-4 1 0 0,1-2-10 0,0 2-1 16,-1 0 3-16,-5-2 1 0,2 2-2 0,-4-1 8 16,3 1 5-16,-5-1-12 0,0 1-1 15,0-2-1-15,-9 2-2 0,13 0 0 0,-13 0 2 16,9 0-2-16,-9 0-3 0,11-1 14 0,-11 1-1 15,0 0 11-15,9 1-16 0,-9-1 6 0,0 0-1 16,0 0-9-16,0 0 5 0,11-1 7 0,-11 1-7 16,0 0 4-16,0 0 2 0,0 0 2 0,0 0-1 15,0 0-8-15,0 0 8 0,0 0-5 0,0 0 3 16,0 0-8-16,0 0-7 0,0 0 12 0,0 0 6 16,0 0-8-16,0 0 2 0,0 0-5 0,0 0-21 15,7-3-6-15,-7 3-27 0,0 0-23 0,0 0-10 16,0 0-4-16,0 0 3 0,0 0-8 0,3 10-71 15,-3-10-174-15,2 5 77 0</inkml:trace>
  <inkml:trace contextRef="#ctx0" brushRef="#br0" timeOffset="786.54">26744 4081 72 0,'0'0'85'0,"0"0"-10"15,0 0-3-15,0 0-2 0,0 0-3 0,0 0-25 16,0 0-4-16,0 0 2 0,0 0-9 0,0 0-3 16,0 0-2-16,25-3-3 0,-13 3 6 0,-2 3 0 15,11-3-8-15,-2 1-6 0,4-1 5 0,-2 1-1 16,10-1-3-16,-4 2-5 0,5-2 1 15,-8 2 2-15,5-1-11 0,4-1 6 0,-3 0-3 0,3 0-5 16,6 1 3-16,-1-1 6 0,-4-1-12 0,4 1 1 16,0 1 5-16,14-1-4 0,-14 0 4 0,14 2-4 15,-15-2-8-15,15 0-1 0,-13 1 3 0,12 0-11 16,-12 1 5-16,14-4-6 0,2 4 10 0,-4-1-6 16,-12-1 4-16,13-1-2 0,-1 1 4 0,-12 0-5 15,-2 3-2-15,2-5 4 0,-1 4-1 0,0-2-7 16,2 0 9-16,-3 0-7 0,0 0 0 0,-2 0-1 15,0 0-5-15,-2 0 1 0,2 0-1 0,-5 0-4 16,0 0-12-16,-2 0 0 0,2 2 4 0,0-2 0 16,-3 0-31-16,-5 0-72 0,-3-2 32 0</inkml:trace>
  <inkml:trace contextRef="#ctx0" brushRef="#br0" timeOffset="2156.63">5795 5099 29 0,'39'-3'44'0,"1"-1"-5"0,13 0-2 0,2 0-3 16,1-1-2-16,0 0-5 0,0 0 5 0,1 1-3 15,-3 2 0-15,2-4-10 0,-4 5 1 0,3 0 6 16,-2-1-10-16,3 4 4 0,1-1-3 16,5 0-3-16,-1 1 2 0,3 2-9 0,26 0 12 15,-27-1-7-15,4 0-1 0,-2 1 9 0,26-2-4 0,-30 2-6 16,5-3 0-16,25 1-1 0,-31 1 5 0,3-3-10 16,3 3 9-16,25 0-10 0,-30 0 4 0,1-2 4 15,0 2-1-15,0 1 5 0,-1-2-11 0,-2 3 1 16,-4 1 5-16,-3-4 9 0,2 4-8 15,-3-2 0-15,-13-1-6 0,13 4 3 0,-14-4-3 16,3 2 2-16,11-3 6 0,-15 2-7 0,1-3 7 16,-4 2-3-16,0-1 2 0,-2 0-1 0,-2-2 10 15,-1 1-9-15,-8-1 0 0,0 0 0 0,-6 0 9 0,-1 2-4 16,0-2 3-16,-2 0-10 0,-11 0 4 16,13 2-1-16,-8-4 10 0,-5 2 2 0,13 0 6 15,-13 0 7-15,0 0 10 0,9-2-2 0,-9 2-4 16,0 0-5-16,0 0-5 0,0 0-10 0,0 0 1 15,9 0-30-15,-9 0-11 0,0 0-28 0,0 0-19 16,0 0-3-16,6 5-10 0,-6-5-26 0,0 0-55 16,8 13-173-16,-8-13 76 0</inkml:trace>
  <inkml:trace contextRef="#ctx0" brushRef="#br0" timeOffset="3666.17">12125 5110 22 0,'0'0'74'0,"0"0"-11"0,8-10 0 0,1 8 1 16,3-1-9-16,4-1-4 0,4 1 4 15,10 0-12-15,-1 0-6 0,4 0-2 0,-1 3-6 16,4-1 2-16,3 1 1 0,13-1-5 0,-14 1 7 15,17 0-4-15,-1 0-16 0,2 1 15 0,1 0-12 16,2 1 13-16,0 1 3 0,6-2-8 0,-1 0 5 16,27-1 1-16,-27 2 2 0,2-1-3 0,2 1-17 15,24-1 15-15,-31-1-11 0,6 0 6 0,22 1-4 16,-32 2 6-16,1 1-10 0,5-1 0 0,-7 0 4 0,2 0-3 16,-2-2 4-16,-1-1-4 0,-2 1-6 0,-1 3 3 15,0-5-4-15,0 4-3 0,-14-3 4 16,16 0 2-16,-1 0-7 0,-16-2-1 0,14 1 4 15,-12 1-3-15,11-1 0 0,-14 1-1 0,5-2 0 16,-5 1 0-16,-4 1-8 0,1 1 10 0,-1-1 3 0,-1-1-3 16,-2 4-2-16,-8-5-2 0,-2 2-5 15,-2 2 3-15,0-2 0 0,1 0 3 0,-5 0-2 0,6 0 7 16,-1 0-7-16,-5 1 1 0,-2-1 0 16,7 0-7-16,-8 1 6 0,3 1 2 0,-4-4-4 15,-1 4 1-15,-3-1 2 0,-5-1-9 0,12-1 8 0,-12 1 2 16,8-3-5-16,-8 3 7 0,0 0 4 15,0 0 7-15,10 1-7 0,-10-1 4 0,0 0-2 16,0 0 2-16,0 0 1 0,11 3-11 0,-11-3 11 16,0 0-4-16,0 0 10 0,0 0-14 0,0 0 1 15,0 0 2-15,0 0-2 0,0 0 4 0,0 0-2 0,0 0-1 16,0 0 0-16,7 0-2 0,-7 0 1 16,0 0-3-16,0 0 5 0,0 0 2 0,0 0 1 15,0 0 0-15,0 0 9 0,0 0-7 0,0 0-7 16,0 0 8-16,0 0-6 0,0 0-1 0,0 0 0 15,0 0-3-15,0 0 2 0,0 0-4 0,0 0 6 0,0 0-1 16,0 0-5-16,0 0 1 0,0 0 2 0,0 0-3 16,0 0-5-16,0 0 5 0,0 0-4 15,0 0-1-15,0 0-2 0,0 0 8 0,0 0-1 0,0 0 3 16,0 0-10-16,0 0 6 0,0 0 0 16,0 0-2-16,0 0 0 0,0 0 2 0,0 0-3 0,0 0-8 15,0 0 15-15,0 0 0 0,0 0-7 0,0 0 3 16,0 0 5-16,0 0-4 0,0 0-1 15,0 0 3-15,0 0-2 0,0 0-3 0,0 0 6 16,0 0-1-16,0 0-2 0,0 0-6 0,0 0 7 16,0 0-1-16,0 0-1 0,0 0 0 0,0 0 3 0,0 0-1 15,0 0-6-15,0 0 3 0,0 0 1 0,0 0 2 16,0 0-6-16,0 0 7 0,0 0-6 0,0 0-1 16,0 0 5-16,0 0-4 0,0 0 1 15,0 0-1-15,0 0 3 0,0 0-2 0,0 0-3 16,0 0 5-16,0 0-5 0,0 0 2 0,0 0 3 0,0 0 1 15,0 0-4-15,0 0 2 0,0 0 2 0,0 0-3 16,0 0 1-16,0 0-2 0,0 0 4 0,0 0 0 16,0 0-3-16,0 0 2 0,0 0-1 15,0 0-1-15,0 0-1 0,0 0-1 0,0 0 5 16,0 0-1-16,0 0-2 0,0 0-3 0,0 0 3 0,0 0-2 16,0 0 4-16,0 0-7 0,0 0-3 0,0 0 2 15,0 0 9-15,0 0-3 0,0 0-3 0,0 0 3 16,0 0-1-16,0 0 3 0,0 0 4 15,0 0-5-15,0 0-1 0,0 0 0 0,0 0 2 16,0 0-1-16,0 0 1 0,0 0-1 0,0 0-4 0,0 0-2 16,0 0 2-16,0 0 5 0,0 0-3 0,0 0-3 15,0 0 8-15,0 0-3 0,0 0-1 0,0 0 2 16,0 0 1-16,0 0 1 0,0 0-1 0,0 0-3 16,0 0 0-16,0 0 2 0,0 0 0 15,0 0 0-15,0 0-2 0,0 0 1 0,0 0-4 0,0 0 1 16,0 0 2-16,0 0 0 0,0 0-2 0,0 0 4 15,0 0-6-15,0 0 3 0,0 0 5 0,0 0-5 16,0 0 1-16,0 0 0 0,0 0-3 0,0 0 2 16,0 0 5-16,0 0-2 0,0 0-2 15,0 0 0-15,0 0 6 0,0 0-6 0,0 0 0 0,0 0 5 16,0 0-3-16,0 0 1 0,0 0-2 0,0 0-1 16,0 0 0-16,0 0-1 0,0 0 0 0,0 0-2 15,0 0-1-15,0 0-5 0,0 0 0 0,0 0-4 16,0 0-6-16,0 0-5 0,0 0-7 15,0 0-6-15,0 0-10 0,0 0-5 0,0 0-10 0,0 0-6 16,0 0-9-16,0 0-1 0,0 0-13 0,0 0-15 16,0 0 0-16,0 0-66 0,0 0-185 0,0 0 81 15</inkml:trace>
  <inkml:trace contextRef="#ctx0" brushRef="#br0" timeOffset="5120.89">23439 4998 14 0,'0'0'64'0,"-13"-2"0"0,6 1-4 15,7 1-19-15,-13-2 4 0,6 0-4 0,7 2-4 16,-10-2-1-16,10 2 1 0,-7-2-1 0,7 2-13 15,0 0 6-15,-8-2-8 0,8 2-6 0,0 0-3 16,0 0 3-16,0 0 0 0,0 0-9 0,0 0 10 16,0 0-8-16,0 0 4 0,0 0 2 0,25 10 4 15,-13-6-7-15,7-1 3 0,0 2 8 0,13 0-2 16,0 1 2-16,4-3 4 0,2 0-2 0,15-2-1 0,-1 3-2 16,3 0 4-16,1-3-4 0,3 2 2 15,6 1 0-15,-3-3 5 0,3 2-13 0,0-1-2 16,-1 1 7-16,0-2-9 0,-4 1 1 0,0 0 1 15,1 0-7-15,3 4-1 0,1-4-1 0,30 0 10 16,-27-2-11-16,27 2 8 0,-3-1 0 0,-2-1-6 0,-28-1-2 16,1-1 0-16,5 1 0 0,20-1 0 15,-30 1 3-15,5-2-7 0,-4 0 4 0,3 1-4 16,-6 0 2-16,4-1-1 0,-6-2-3 0,-2 2 1 16,-2-2-9-16,-10 4 12 0,-2 1 2 0,0-2 0 0,-2 2 4 15,1 0-4-15,-8 0-2 0,-3-1-1 0,-5 1-2 16,-1 0-1-16,0-2 4 0,-8 2-4 15,1-3 0-15,-1 2 9 0,-1-1-10 0,-1 2 7 16,-2-1 0-16,-8 1 0 0,11-1 5 0,-11 1-2 16,9 0-3-16,-9 0 8 0,0 0 4 0,8-2-6 15,-8 2 0-15,0 0-3 0,0 0-8 0,0 0 12 0,0 0-14 16,12 0 9-16,-12 0-2 0,0 0-5 0,0 0 10 16,0 0-12-16,0 0 1 0,0 0-21 15,0 0-10-15,0 0-2 0,0 0-18 0,0 0-5 16,0 0-26-16,0 0-5 0,0 0-51 0,-2 10-153 15,2-10 68-15</inkml:trace>
  <inkml:trace contextRef="#ctx0" brushRef="#br0" timeOffset="5693.6">27779 5086 22 0,'0'0'82'0,"0"0"1"0,0 0-16 0,28-5-7 0,-18 3 0 15,2 1-4-15,1 1-12 0,8-1 6 16,-1 3-7-16,0-3-8 0,11 1-5 0,-1-1 1 15,1 2-6-15,3-2 13 0,2 2-13 0,0-1 6 16,15-3-5-16,1 1-8 0,1 2 4 0,1 0 2 16,-1 1-7-16,1-2 4 0,-2 0-8 0,1 1 2 15,1-2-6-15,-2 2 9 0,2 0-6 0,-14 0-8 0,10-1 7 16,-9 1-1-16,-3 0 6 0,1 1-4 16,-1-2-10-16,2 1 5 0,-5-2-1 0,1 2-1 15,-4 2 1-15,0-2 8 0,-1 0-13 0,-2 0 12 16,-7 0 2-16,-1-2 1 0,0 1-8 0,0 1 0 15,-9-1 14-15,4 2-4 0,-5-2-1 0,1 0-2 16,-1 0-3-16,-3 1-2 0,-8 0 2 0,10-2 1 16,-10 2 4-16,12-1-12 0,-12 1-11 0,0 0 1 15,9-1-25-15,-9 1-19 0,0 0-16 0,0 0-25 16,0 0-82-16,0 0-185 0,-21-9 82 0</inkml:trace>
  <inkml:trace contextRef="#ctx0" brushRef="#br0" timeOffset="7329.39">4254 6124 47 0,'-10'-3'55'15,"10"3"6"-15,-7-3-6 0,7 3-3 0,-8-4-1 16,8 4-8-16,-8-1-5 0,8 1-1 0,0 0-12 15,-13 1 3-15,13-1 3 0,0 0-3 0,-11 1-11 16,11-1-3-16,-8 1 3 0,8-1-5 0,0 0-2 16,0 0-2-16,-13 0-5 0,13 0 6 0,0 0-3 15,0 0 2-15,0 0-5 0,0 0 0 0,0 0-2 16,0 0 3-16,0 0 9 0,0 0-11 0,0 0 7 16,23 5 2-16,-12-3 0 0,9-2 3 0,7-2 0 15,2 0 6-15,2-1 8 0,3 0-14 0,2-2 6 16,2-1 2-16,1 3-4 0,-1 0-1 0,2-2 3 15,-2 1-9-15,0 2 5 0,1-1-1 0,-1 1-2 16,0 1-3-16,-1 4 7 0,3-5-7 0,14 2 4 16,-15 2-3-16,12-1-8 0,2 1 8 0,-2-1-4 0,-13 2 6 15,17-1 7-15,0-1-10 0,0 0-6 16,0 2 10-16,0-2-3 0,-3 2 0 0,1 2 0 16,-2 1-1-16,-12-2-7 0,10 2 8 0,-8-3-7 15,9 2 8-15,-9 0-4 0,9-1-1 0,-10 0 2 16,14 4 7-16,0-1-6 0,-1-1-4 0,2 1 12 15,-1 1-2-15,2 0-6 0,-1-1-2 0,4 2 0 16,0-6 5-16,1 2-4 0,0-2 2 0,4 1-7 16,-3-2 6-16,2 3 2 0,2 2-7 0,-1-7 0 15,0 3 3-15,0 1-1 0,-2-2 1 0,-2-4-5 0,0 5 5 16,-2-1-3-16,-6 1 0 0,1 1 0 16,-2-3-4-16,-13 2 2 0,2-2 1 0,12 1 1 15,-15 2-4-15,4-4-4 0,-2 3 11 0,-2-2-6 16,1 1 1-16,3-2 1 0,-3 2 2 0,14-1-7 15,-14-1 7-15,-3 0-6 0,0 0 6 0,1 0-5 16,1-1 10-16,-3-1 3 0,1 2-3 0,-2-2 8 16,-1 1-2-16,-1 0-6 0,-1 1 6 0,2-2-5 15,-4 1-1-15,0-2 2 0,-7 3 0 0,6-2-2 16,-7 4 5-16,2-4-2 0,-1 2 2 0,-1-1-4 16,-1 1 2-16,-2-1 1 0,-2 1-2 0,-5 0-2 0,2-2 0 15,-3 1 1-15,-9 1 0 0,12 0-3 16,-12 0 1-16,11 0-1 0,-11 0 0 0,7 1 1 15,-7-1-4-15,0 0 0 0,9 0 2 0,-9 0-8 16,0 0 6-16,0 0-3 0,0 0-1 0,0 0-2 0,0 0-1 16,9-1-8-16,-9 1-6 0,0 0-12 0,0 0-8 15,7 3-7-15,-7-3-15 0,7 2-18 16,-7-2-14-16,9 2-17 0,-9-2-23 0,9 3-80 16,-9-3-225-16,7 3 99 0</inkml:trace>
  <inkml:trace contextRef="#ctx0" brushRef="#br0" timeOffset="8423.01">11642 5969 57 0,'0'0'55'0,"0"0"-1"16,0 0-9-16,0 0-3 0,0 0-5 0,0 0 2 15,0 0-7-15,23 5 1 0,-13-1 1 16,1-1 5-16,3-1-11 0,-3 1-1 0,8-3 3 0,3 3 1 15,5 0 1-15,4 1-1 0,-2-3-4 0,5 2 1 16,1-1 3-16,2-1-9 0,-1 1 5 0,2-1-2 16,-1 2-9-16,1-1 6 0,1 0 6 0,12 2-2 15,-14-2-10-15,1-1 3 0,-2 3-4 0,2-3-4 16,-1 1 10-16,1-2-2 0,14 1-4 0,-14 2 0 16,2-2-6-16,10-2 5 0,-10 2 1 15,12 3-5-15,-1-6 5 0,-12 2-8 0,14 0 7 0,1-2 2 16,-16 4-11-16,14-2 4 0,-12 2-4 15,-3-4 3-15,16 4 3 0,-14-2 1 0,-1 0-3 0,0-2-10 16,2 2 16-16,-1 2-15 0,14-2 6 0,-17 0-3 16,1 1 1-16,0-2-3 0,-1 1 6 0,2 0-1 15,3 0-4-15,8 1 5 0,-9-1-7 0,14-3 3 16,-2 5 3-16,0-4-1 0,-1 0 5 0,-12-1-7 16,15-1 8-16,-19 0-8 0,17 1 4 0,-16 2 5 15,0-2-6-15,2 2 13 0,-2-3-8 0,-2 3 2 16,0-4-9-16,-1 4 6 0,-1 0-4 0,-1-1-3 15,2 2-5-15,-3-2 8 0,-1 1 0 0,2 0-3 16,3-1 1-16,-2 0 5 0,-3 0-7 0,4 1 1 16,-3 1 0-16,-1-2 0 0,-2-1 1 0,0 3 2 15,-5-1-7-15,-1 1 13 0,-3-1-13 0,4 1 5 16,-4 0 2-16,3 0-5 0,-3-2-1 0,-5 2 2 16,0 2 0-16,1-2-5 0,-1 0 3 0,-1 1 2 15,1-1-5-15,-3 0 0 0,-1 1-1 0,-9-1 3 16,13 0 4-16,-7 0-6 0,-6 0 13 0,13 0-8 15,-13 0-4-15,8 1 1 0,-8-1-1 0,0 0-13 16,8 0-13-16,-8 0-11 0,0 0-13 0,0 0-17 16,0 0-11-16,10 2-6 0,-10-2-16 0,0 0-59 15,5 3-175-15,-5-3 77 0</inkml:trace>
  <inkml:trace contextRef="#ctx0" brushRef="#br0" timeOffset="9748.93">17637 6102 44 0,'0'0'82'0,"0"0"-3"0,-11-3-13 16,11 3-1-16,0 0-8 0,-9-2-6 0,9 2 14 16,-8-2-19-16,8 2-3 0,-10-3-8 0,10 3-1 15,-9-3-10-15,9 3 3 0,-9 0-12 0,9 0 6 16,-8-3 0-16,8 3-2 0,-11-3-3 0,11 3-1 15,-11-1 1-15,11 1-7 0,-11-2 6 0,11 2-5 16,-12-1 4-16,12 1 6 0,-11-2-6 0,3-1 3 16,8 3 3-16,-18-1 2 0,9-2-5 0,-2 3 13 15,11 0-9-15,-18-2-2 0,8 1 9 0,-1 1-2 16,1 0 2-16,-1-3-9 0,-1 2 7 0,2 1-6 16,0 0 0-16,1-3 5 0,9 3-5 0,-13 0-4 15,13 0 2-15,-11 0-4 0,11 0 2 0,-9 1-4 16,9-1-1-16,0 0-5 0,0 0 3 0,0 0-7 15,0 0 3-15,0 0 0 0,0 0 2 0,0 0-2 16,35 11 4-16,-4-6 7 0,8-2 0 0,14 3 5 16,7-1 5-16,7-3-4 0,32 0 7 0,-3 2-3 15,2-3 1-15,0 1 1 0,-1-4-5 0,1 2 8 16,1 2-10-16,1 1 5 0,-1-3 5 0,2 0-1 0,4 6-1 16,-2-4 1-16,3-1-4 0,2 3 0 0,-6-4 1 15,-2 1 0-15,4 3-1 0,-1-4-3 16,-4 1 8-16,3 0-7 0,-2 2 1 0,-1-7 0 15,-5 1-4-15,-2 0-2 0,2-1-1 0,-4 3-2 16,-23-3 1-16,24-3-2 0,-28 4 1 0,3-1-2 16,-5-2 1-16,-1 0-2 0,-5 2-2 0,-17-1 0 15,-2 4 3-15,0-4-2 0,-6 1 0 0,0 0-2 16,-10-1-4-16,2 3 8 0,-4-2 3 0,-7 2 4 0,2 0-2 16,-1 0 1-16,-5 0 2 0,-7 2 8 0,12-3-10 15,-5 2 3-15,-7 1 3 0,10-1-1 0,-10 1 1 16,7-4-5-16,-7 4 3 0,4-4-5 15,-4 4-2-15,0 0 1 0,0 0-7 0,0 0 3 0,0 0-1 16,0 0-2-16,0 0-3 0,10-1-1 0,-10 1 0 16,0 0 2-16,0 0-1 0,0 0-2 0,0 0-2 15,0 0 3-15,0 0-1 0,0 0 3 0,0 0 3 16,0 0 1-16,0 0 0 0,0 0 3 0,0 0-3 16,0 0 1-16,0 0 0 0,0 0-4 0,0 0 0 15,0 0-1-15,0 0-1 0,0 0 0 0,0 0-1 16,0 0 0-16,0 0 1 0,0 0-5 0,0 0 2 15,0 0-1-15,0 0-1 0,0 0 0 0,0 0-1 16,0 0 0-16,0 0-1 0,0 0 0 0,0 0 1 16,0 0 0-16,0 0-4 0,0 0 4 0,0 0-1 15,0 0 0-15,0 0-4 0,0 0 3 0,0 0 2 0,0 0-2 16,0 0-1-16,0 0 2 0,0 0 1 16,0 0-2-16,0 0-2 0,0 0 2 0,0 0-2 15,0 0 2-15,0 0-4 0,0 0 4 0,0 0-3 16,0 0 2-16,0 0-3 0,0 0 2 0,0 0-2 15,0 0 1-15,0 0-1 0,0 0 4 0,0 0-5 16,0 0-2-16,0 0-3 0,0 0 2 0,0 0-3 16,0 0 3-16,0 0-2 0,0 0-1 0,0 0-4 15,0 0 1-15,0 0-4 0,0 0-2 0,0 0-3 0,0 0-1 16,0 0 1-16,0 0-2 0,0 0-9 0,0 0-3 16,0 0-2-16,0 0-17 0,0 0-6 15,0 0-12-15,0 0-7 0,0 0-18 0,-20 14-12 0,15-12-21 16,-4 0-27-16,-3 4-25 0,-3 0-99 0,2 0-306 15,3-1 136-15</inkml:trace>
  <inkml:trace contextRef="#ctx0" brushRef="#br0" timeOffset="10347.93">20420 6089 81 0,'0'0'130'0,"0"0"-7"0,0 0-17 0,0 0-5 0,0 0-6 15,0 0-9-15,31-7-2 0,-22 4-4 0,4 1-9 16,-2 0-4-16,3 1-5 0,4 0-5 16,1-2-7-16,1 1-7 0,0 4-3 0,2-4-6 0,-2 2 1 15,10 0 0-15,-2 0-4 0,3 0 0 0,-3 2 1 16,1-2-3-16,2 2 4 0,1 0-7 15,1-1 2-15,1 1-1 0,5-4 5 0,-4 1-7 16,4 4 1-16,12-3 1 0,0 1-1 0,-11 0-4 0,-2 0-2 16,0 1-1-16,-1-2-3 0,2 1-1 0,-2-1-5 15,-4 0 5-15,2 2-5 0,-2-4-10 0,0 4 9 16,-1-2 5-16,-3 0-4 0,-8-2-2 0,0 1 1 16,-1-1-1-16,-1 1 4 0,-1 1-6 0,-4-1-3 15,-1 0 4-15,-1-1-2 0,0 2 2 0,-3-2-2 16,2 1 3-16,-3-1-2 0,0 2 1 0,-8 0 0 15,14 0 4-15,-9-3-1 0,-5 3 7 0,9-1 1 16,-9 1-1-16,6-3-2 0,-6 3-2 0,0 0-2 16,0 0 3-16,10 0-3 0,-10 0-3 0,0 0 4 15,0 0-6-15,7-3 2 0,-7 3-10 0,0 0-8 16,0 0-11-16,0 0-17 0,0 0-18 0,0 0-9 16,0 0-14-16,0 0-17 0,0 0-19 0,0 0-24 15,0 0-122-15,-26 6-281 0,17-4 124 0</inkml:trace>
  <inkml:trace contextRef="#ctx0" brushRef="#br0" timeOffset="21174.47">9471 13173 47 0,'0'0'79'0,"-9"-2"-3"16,9 2-11-16,0 0-8 0,0 0-1 0,0 0-6 0,0 0-4 15,0 0-12-15,0 0-5 0,0 0-16 16,0 0 0-16,0 0-10 0,0 0-7 0,-7-5-20 16,7 5-15-16,0 0-3 0,0 0 3 0,0 0-31 15,0 0-77-15,0 0 34 0</inkml:trace>
  <inkml:trace contextRef="#ctx0" brushRef="#br0" timeOffset="32881.85">24221 14141 52 0,'0'0'72'0,"0"0"9"0,0 0-19 0,0 0 3 16,0 0-4-16,0 0-6 0,0 0-11 0,0 0 4 15,0 0-11-15,0 0-2 0,0 0-5 0,0 0-4 16,-1-8-20-16,1 8-13 0,0 0-19 15,0 0-19-15,0 0-55 0,0 0-107 0,0 0 47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7:14.566"/>
    </inkml:context>
    <inkml:brush xml:id="br0">
      <inkml:brushProperty name="width" value="0.05292" units="cm"/>
      <inkml:brushProperty name="height" value="0.05292" units="cm"/>
      <inkml:brushProperty name="color" value="#FF0000"/>
    </inkml:brush>
  </inkml:definitions>
  <inkml:trace contextRef="#ctx0" brushRef="#br0">11841 5224 11 0,'-10'-3'95'0,"10"3"11"0,-7-3-6 16,7 3-13-16,0 0 3 0,-7-3-11 0,7 3-4 16,0 0-16-16,0 0 0 0,-10-4-12 0,10 4 0 15,0 0-10-15,0 0-4 0,0 0-6 0,0 0 5 16,0 0-12-16,0 0-6 0,0 0 0 0,0 0-2 16,0 0 2-16,0 0 0 0,0 0-9 0,23 7 4 15,-12-4 3-15,-2 0-4 0,3-2 1 0,2 3 4 16,5 0-7-16,0 0-6 0,2-3 0 0,2 3-1 15,4 0 9-15,2-1-3 0,3 0 3 0,3-1-8 16,4 1 2-16,12-3 3 0,2 2-1 0,-2 0 6 16,2-3-7-16,4 0 4 0,-1-1-2 0,3-2 12 15,2 0-8-15,4 0-6 0,27 0 8 0,-32 1 2 16,5 2-3-16,1-3 0 0,-1 0-6 0,24-1 1 0,-26 2 2 16,0 3 3-16,0-5-8 0,27 2 8 0,-27-1 2 15,4 3 0-15,21 1-3 0,-21-3 5 16,-4 0-9-16,3 3 10 0,24 0-4 0,-30 0-3 15,0 0-4-15,4 0 5 0,-5 0-2 0,2 0 1 16,3 0-7-16,-4 0 18 0,6-1-16 0,-2-1 8 0,26 0-7 16,-31 2 8-16,4-1 1 0,-1 0-7 0,-2-1 7 15,2 0-2-15,-1 0 7 0,2 2-3 0,1-2-6 16,-1-2 7-16,0 3-1 0,-4-1 0 0,2 0-4 16,1-1-6-16,-4-2 2 0,-1 3 5 0,0 0 0 15,-2-3-2-15,1 1-8 0,-2 0 4 0,1 0-6 16,-1-1 5-16,-16 3-5 0,16-4 5 0,-1 1-5 15,-16 1 6-15,3 2-10 0,-2-3 7 0,2 3-4 16,-4-2 6-16,-3 3-5 0,2-1-9 16,-5 0-11-16,-3 1-10 0,-9 2-9 0,-4-1-8 0,-1 1-27 15,-2 0-6-15,-2 3-13 0,-2-1 2 0,0-1-22 16,-2 2-68-16,-5-4-196 0,4 8 87 0</inkml:trace>
  <inkml:trace contextRef="#ctx0" brushRef="#br0" timeOffset="667.05">18106 5285 51 0,'-15'1'51'0,"2"-2"1"0,0-1-3 0,0 1 2 16,2 0 4-16,-1-2-5 0,3 1 13 0,2 1-3 15,7 1-1-15,-11-2-9 0,11 2 9 0,0 0-17 16,-12 1 3-16,12-1-8 0,0 0-4 0,-8-3-8 16,8 3 2-16,0 0-11 0,0 0-1 0,0 0 4 15,0 0 1-15,0 0 5 0,25 5 13 0,-6-5 5 16,7 1 4-16,8 4 3 0,3-4-8 0,14-2-3 15,1 2 3-15,6-1-2 0,0 0 8 0,2-2-9 16,4-1 1-16,3 3-3 0,27-1-4 0,-2-2 3 16,-1 0-1-16,1-2-6 0,-1 7 3 0,0-4-2 15,2-1-4-15,0 0 0 0,8 0 0 0,0 2-3 16,1 2 4-16,2-5-7 0,1 1 2 0,-3-1-1 16,-5 7 6-16,0-9-5 0,-1 5-8 0,0 1 1 0,0-4-2 15,-5 1-4-15,1 1 7 0,-2-3-5 16,-26 2-1-16,27-1 1 0,-32 1-2 0,2 0-1 15,0-1 0-15,2 2-2 0,-4-5 1 0,0 4-1 16,-2-3-5-16,-2 0 3 0,-5 1 4 0,1 0-9 16,-15 1 6-16,0-3-5 0,-2 4 4 0,-1-1-2 0,-3-2-1 15,-2 3 3-15,-8-1-4 0,2 2 1 0,-4-1-1 16,-5 0 0-16,-1 1 0 0,0 0-5 16,-1 0-3-16,-3 1 5 0,0-1-19 0,-8 2-29 0,14-2-21 15,-8 2-26-15,-6 0-20 0,12-2-30 0,-12 2-110 16,0 0-278-16,10-1 124 0</inkml:trace>
  <inkml:trace contextRef="#ctx0" brushRef="#br0" timeOffset="1418.38">24628 5283 45 0,'0'0'62'15,"0"0"-1"-15,-9 0 13 0,9 0-1 0,0 0-14 16,0 0 16-16,0 0-21 0,0 0 1 0,-11 0-5 16,11 0-8-16,0 0-3 0,0 0-5 0,0 0-8 15,0 0 4-15,0 0 2 0,0 0-10 0,0 0 2 16,0 0-9-16,0 0 10 0,0 0-7 0,0 0 8 15,0 0 8-15,27 8 1 0,-11-4 8 0,12-3 7 16,4 2-2-16,9-3 5 0,16 1 1 0,4-1-4 16,29-1-2-16,-24 0 1 0,31-2-2 0,-1 3 1 15,1-3-6-15,1-2 4 0,8-1-2 0,-3 2-2 16,15-2-4-16,-7 1-5 0,-1 5-4 0,-5-3-5 16,2-1 0-16,2-1-2 0,-1 1 0 0,0-1-3 15,0 2-8-15,-5-1 2 0,-6 0-2 0,0-3-1 16,-32 7 3-16,25-3-3 0,-29 2 7 0,-4-4-11 15,2 3-1-15,-3 0 15 0,0-1 0 0,-6 0-5 16,-14 1-2-16,2 1 0 0,-3-2 1 0,-3 3 1 16,-5 0-2-16,-6-1-2 0,-2-1-2 0,2 2 3 15,-3 0-2-15,-5-2 6 0,-2 1-6 0,1 1-1 16,-4-1-3-16,-8 1 3 0,14 0-4 0,-14 0-2 16,9 0-12-16,-9 0-10 0,0 0-23 0,11-2-21 15,-11 2-25-15,0 0-20 0,0 0-19 0,0 0-24 16,0 0-116-16,0 0-288 0,0 0 128 0</inkml:trace>
  <inkml:trace contextRef="#ctx0" brushRef="#br0" timeOffset="3013.83">5376 6116 10 0,'-9'-1'56'0,"0"0"-4"0,9 1-6 0,-16 0-8 0,8 1-1 15,-1 0-1-15,-1 1-8 0,2-1-2 0,-2 3-3 16,2-2-4-16,2 2-10 0,-6 0 2 0,3 1-5 16,0 1 4-16,-1 0-5 0,0 0 3 0,0 1-7 15,-4 3-1-15,-1-1-2 0,0 0-1 16,-1 2-5-16,-1 1-1 0,0-1 1 0,-6 2-1 15,0 0-5-15,7-1 0 0,-2-2 6 0,0 0-1 16,1-1 1-16,0 0 3 0,1-2 2 0,5-2 1 16,0 0-3-16,4-2 3 0,-3 1 1 0,5-2-1 0,5-2 1 15,-8 5 0-15,8-5-5 0,-7 4 4 0,7-4 1 16,0 0 1-16,-1 6 3 0,1-6 6 0,0 0 2 16,0 0 2-16,13 11 2 0,-2-8 1 15,0 0 7-15,1-1-5 0,9 0 4 0,7-1 10 16,4 2 3-16,-1-2 0 0,4 1 0 0,4 0 5 0,17-2 4 15,0 2-8-15,2-1-1 0,3-2-2 0,0 1 4 16,5-1-8-16,-4 0 11 0,5-1-13 0,25 2 9 16,-26 0-4-16,24 0 2 0,-28-2-9 0,3 2 6 15,26-2-13-15,-31 2 4 0,2-3 1 0,-2 1 1 16,2 1 3-16,3-2-2 0,26 2-6 0,-32-1 6 16,2-1-3-16,2 2-3 0,3 0 5 15,2 1-1-15,24 1-4 0,-27 2-2 0,2-1 0 0,-2 0 5 16,27 4-5-16,-31-3-5 0,30 4 3 15,0-2 0-15,-25-1 1 0,24 5 1 0,2-3-4 0,0 3 4 16,-26-6-7-16,29 4 4 0,-5-2-5 0,-26-1 8 16,31 5-8-16,-4-5 6 0,-27 0 4 0,30 3-3 15,-4-4-1-15,-26 1 0 0,25-3-1 0,-24 6 4 16,27-3 8-16,-30-3-15 0,4 4 5 0,25 0-1 16,-24-3 1-16,28 3-3 0,-30-4-2 0,34 1 1 15,-5 2 9-15,1-4-3 0,-5 2-5 0,-23-2 5 16,31 0 4-16,-3-2 7 0,1-2-5 0,-1 2 1 15,-4-2 0-15,0 0-4 0,-30 0 0 0,29-2-4 16,-33 4-5-16,4-1 5 0,-4 0-6 0,4 1 2 16,-3 0 0-16,-2 2 9 0,1-3-13 0,1 1-1 15,-4 1 0-15,2-1-1 0,-2-2 3 0,-2 1 0 16,-1 3 1-16,0-4 0 0,-12 3-3 0,0-1 1 16,1 2-1-16,-1-1 2 0,-3 1-3 0,-1-2 0 15,-1 4 1-15,-3-4-1 0,-4 4-6 0,1-2 7 16,-8 1-3-16,-2-1-1 0,-2 0 2 0,-5 2-4 15,3-2-1-15,-4 0-2 0,2 1 1 0,-3-1 5 16,0 2-2-16,-1-2 0 0,-8 0-1 0,12 1 0 16,-12-1-2-16,13 0 4 0,-13 0-4 0,5 1-3 15,-5-1-8-15,0 0-22 0,0 0-24 0,9 2-27 16,-9-2-16-16,0 0-7 0,0 0-25 0,0 10-16 16,0-10-128-16,0 10-298 0,0-10 131 0</inkml:trace>
  <inkml:trace contextRef="#ctx0" brushRef="#br0" timeOffset="3441.23">12538 6050 31 0,'2'-5'171'0,"-2"5"-5"0,0 0-9 0,0 0-9 16,0 0-10-16,0 0-9 0,0 0-12 0,2-7-10 16,-2 7-9-16,0 0-9 0,0 0-8 0,0 0-10 15,0 0-6-15,0 0-5 0,0 0-9 0,0 0-5 16,0 0-4-16,0 0-4 0,0 0-1 0,0 0-4 15,0 0-5-15,0 0 0 0,0 0-5 0,0 0 2 16,0 0-2-16,0 0-4 0,0 0 0 0,0 0-1 16,0 0 0-16,0 0 2 0,0 0-3 0,0 0-1 15,0 0 0-15,0 0 4 0,0 0-1 0,0 0-7 16,0 0-1-16,0 0 0 0,0 0 1 0,0 0 6 16,0 0-11-16,0 0 0 0,0 0-3 0,0 0 2 15,0 0-3-15,0 0-4 0,0 0 4 0,7-4-2 16,-7 4-20-16,16-5-15 0,-5 1-17 0,16-6-61 15,2-2-32-15,5-3-29 0,-1-3-119 0,13-11-314 0,-2 0 139 16</inkml:trace>
  <inkml:trace contextRef="#ctx0" brushRef="#br0" timeOffset="7276.44">17670 8244 38 0,'0'0'99'0,"0"0"0"0,0 0-8 16,-11 0-5-16,11 0-6 0,0 0-6 0,0 0-10 0,0 0-6 15,0 0-7-15,0 0-8 0,0 0 1 16,0 0-8-16,0 0-3 0,0 0 2 0,0 0 1 16,0 0-1-16,33 5 1 0,-19-4-2 0,8 0 10 15,7-1-1-15,3 0-13 0,4 3 8 0,3-3-5 0,12 0 7 16,2 1-5-16,1-2-14 0,-1 1 7 0,1 1-5 16,-2-1 0-16,2-1-1 0,1 2-7 15,1-2 7-15,2 3-4 0,-3-3-5 0,5 3-2 16,1-1-3-16,2 4 4 0,1-4 2 0,2 2 6 0,25 0-10 15,-32-1 2-15,-2-1-4 0,1 3-2 0,-1-3 4 16,-3 2-6-16,-6-3 2 0,-8 3 3 0,11-1-5 16,-13-2-3-16,-1 1 2 0,1 2 2 0,-4-3 0 15,-1 1-4-15,-2 0 6 0,-3 0-8 0,-5-1 3 16,-2 2 0-16,-2 2 2 0,0-4-1 0,-6 0-3 16,1 0 3-16,-3 0 1 0,0 0-5 0,-3 0 2 15,-8 0 0-15,13 0 10 0,-13 0-9 0,9-2 1 16,-9 2 3-16,9 2-2 0,-9-2-2 0,0 0 5 15,0 0-1-15,9-3 0 0,-9 3 2 0,0 0-4 16,0 0-1-16,0 0-1 0,0 0 0 0,0 0-4 16,0 0 2-16,0 0-4 0,9 1 7 0,-9-1-3 15,0 0-5-15,0 0 6 0,0 0-5 0,0 0-5 16,0 0-9-16,0 0-6 0,0 0-13 0,0 0-15 16,6 4-15-16,-6-4-17 0,0 0-17 0,0 0-8 0,2 6-99 15,-2-6-226-15,0 0 100 0</inkml:trace>
  <inkml:trace contextRef="#ctx0" brushRef="#br0" timeOffset="8124.39">24584 8152 19 0,'13'-3'81'0,"-2"2"-10"0,0 0 0 0,3 1-1 16,5-2-16-16,3 0-4 0,6 1 1 0,5 0 1 15,0 1-6-15,4-2 1 0,16 2-1 0,2 0-7 16,4 0-1-16,-2 0-8 0,5 2-2 0,1-1-3 0,2-1-4 15,27 6 6-15,-27-5-2 0,25 2-7 16,0 0 4-16,-23 1-9 0,26-2 2 0,0 0-5 16,-31 3-10-16,5-5 2 0,0 2-7 0,30 1 2 15,-10-2 5-15,-22-1-7 0,3 0-1 0,24 0-8 0,-4-1 10 16,-21-1-3-16,21 2 1 0,-27-1-5 0,2-1-4 16,-3 2 1-16,1-1 3 0,-4-2-4 15,0 3 3-15,-3 4 0 0,-16-4-2 0,16 2 4 0,-19-1-5 16,1 2 0-16,0-3-4 0,1 4 5 0,-3-3-6 15,-3 2 9-15,2-2 0 0,-3 1 10 0,-1 0-10 16,-2-1 0-16,-7 1 2 0,0-1 0 0,-4 0 2 16,2 2 4-16,-7-3 1 0,3 1-3 0,-3 0-2 15,-5 1-4-15,2-1-10 0,-8-1-22 0,13 1-1 16,-13-1-43-16,6 2-94 0,-6-2 42 0</inkml:trace>
  <inkml:trace contextRef="#ctx0" brushRef="#br0" timeOffset="9414.03">8691 9322 46 0,'13'0'46'0,"0"2"-1"0,0 0-2 0,6-2 0 0,2 2-2 15,1 2-10-15,10-1 6 0,-5-2-2 0,6 3-3 16,2 1 11-16,2-3-11 0,2 1-1 0,12-3-5 16,1 4 0-16,4 2-1 0,0-5-5 15,0 3 5-15,3 0-5 0,1-2 1 0,3-1-3 0,2-1 8 16,0-1-1-16,2 1-7 0,23-4-5 0,-31-2 6 16,0 5-11-16,4 1 10 0,2-1 2 0,-1-1-7 15,0-1-4-15,0 3 3 0,1 0-4 0,2 1-1 16,-3-2-8-16,0 1 7 0,-3 3 8 0,1-2 0 15,-3 1 5-15,-4 3-13 0,-3 1-5 0,3 0 9 16,-3-1-10-16,2 3 6 0,-2-3-6 0,1 3 8 16,-2-1-6-16,3 0 4 0,-2 0-2 0,0 2 1 15,-12-5-6-15,0 1 0 0,-2-1 1 0,3 0 7 16,-4 0-5-16,1 0 5 0,-2-1 2 0,2 0-6 16,-2-2 4-16,-4-1-3 0,4 0 0 0,-3 0 2 15,2-2-2-15,-3 0 4 0,-3-1 2 0,-1 0 3 16,-6 1-5-16,-2-1 4 0,2 2 7 0,-7-1 6 15,2 0-15-15,-3-1 9 0,-1 0-2 0,-3 1 2 16,1 1-16-16,-1-2 16 0,-4 2-6 0,-6 1 3 16,13-3 4-16,-13 3 9 0,9 0-5 0,-9 0-4 0,6-1 5 15,-6 1-8-15,0 0-1 0,6-2 0 0,-6 2 5 16,0 0-17-16,0 0 1 0,0 0-18 16,0 0-7-16,0 0-9 0,0 0-10 0,13 0-15 15,-13 0-8-15,0 0-13 0,5 7-21 0,-5-7-80 16,3 6-190-16,-3-6 84 0</inkml:trace>
  <inkml:trace contextRef="#ctx0" brushRef="#br0" timeOffset="10309.56">15853 9204 36 0,'13'0'69'0,"1"-1"-4"0,2 1-2 16,5 0 0-16,2-2 4 0,-3 0-2 0,10 0-15 15,0 1-8-15,4-2 5 0,1 2 7 0,4 0-11 16,11-5 1-16,4 4-1 0,1 0-13 0,-1-1-3 16,0 0 9-16,-1 1-8 0,0 0-16 0,-3 0 8 15,1 0 3-15,-14 0-5 0,4 1 1 0,10 0-10 0,0-1 2 16,1 2 7-16,-15-1-8 0,13 1-1 15,-13 0-4-15,15 0 6 0,-1 0-7 0,0 1 2 16,-13 1-2-16,2-2 10 0,11 1-11 0,-12 4 1 16,-1-5-3-16,0 2 0 0,-1 0 3 0,0 0-1 0,0 1-6 15,-2 0-3-15,-2-1 16 0,5 1-6 0,-6 1-4 16,1-4 6-16,-1 2-6 0,1 2-5 16,-2 0 10-16,-2-1-5 0,1-2 6 0,-2 1 4 0,1 1-10 15,-2-2-5-15,3 2 2 0,-1-2 4 0,2 2-4 16,-2-3-1-16,1 0 5 0,0 1 6 15,1-2-4-15,-4 2 1 0,3 0-8 0,-2-2 6 0,2 1 3 16,-3-1-1-16,-6 2-9 0,0-1 9 0,1 0-5 16,-2 0 3-16,1 0-2 0,-1-1 9 0,0-1-3 15,-3 0 4-15,1 0 5 0,-5 2-3 0,4-2-9 16,0 2 14-16,-3-1-3 0,-2-1-4 0,2 0-4 16,-3 1 8-16,1-1-7 0,-1 1 6 0,-3 1-1 15,-8 0-8-15,12 0-4 0,-12 0-10 0,12-1-10 16,-12 1-13-16,9 1-17 0,-9-1-21 0,8 3-18 15,-8-3-78-15,0 0-178 0,0 0 78 0</inkml:trace>
  <inkml:trace contextRef="#ctx0" brushRef="#br0" timeOffset="11123.09">21309 9263 46 0,'0'0'83'0,"0"0"-10"16,0 0 1-16,0 0-10 0,0 0 3 0,0 0 7 0,0 0-15 16,0 0 7-16,28 4-11 0,-17-4 4 0,8-2-8 15,4 4 7-15,8-4 0 0,2 2-8 0,2-1-16 16,4 1 16-16,16-4-17 0,-5 2 6 0,3 0-9 16,0 0 4-16,3-3-7 0,2 3 1 0,0-1-7 15,3 1 1-15,3 1 7 0,-4-1-5 0,8 2-7 16,-2-2-3-16,25 0-1 0,-29 3 0 0,1 2 1 15,4-3-1-15,22 2-5 0,-30-1 0 0,6 1 3 16,-2 0 1-16,2 3-7 0,-1-4 5 0,28 5-9 16,-31-3 9-16,0-3-8 0,-1 4 6 0,2-2-6 15,-3-1 7-15,-5 0-7 0,-4 1-1 0,-9-4 0 16,10 4 3-16,-11-2-1 0,-4 2-5 0,0-4 5 16,1 4-2-16,-8-4 0 0,3 0 6 0,-3 4-3 15,-1-2-7-15,-1 0 5 0,-5 0 4 0,-5-2-4 16,-3 2 0-16,2-1 0 0,-3 0-2 0,-1-1 3 15,-1 2-2-15,-1 0 3 0,-2-1-5 0,-8 1 2 16,13-1 2-16,-13 1-6 0,9-2 4 0,-9 2 7 16,9 0-7-16,-9 0 3 0,0 0-16 0,7 0-9 15,-7 0-9-15,0 0-22 0,0 0-12 0,0 0-20 0,0 0-19 16,0 0-92-16,11 2-212 0,-11-2 94 0</inkml:trace>
  <inkml:trace contextRef="#ctx0" brushRef="#br0" timeOffset="11637.59">26014 9322 47 0,'0'0'95'0,"0"0"-9"0,0 0-8 16,13-7-7-16,0 5-3 0,6 2-4 0,10-2-12 15,1 1 0-15,3 1 2 0,3 4-12 0,16-2 0 16,-2 0 0-16,3 1-13 0,5-1 1 0,1-1-7 16,1 3 10-16,5 0-12 0,1-1-3 0,-1-3-2 15,27 5 3-15,-26-3-7 0,-1 2 8 0,0-5-14 16,0 1 3-16,-2 0 6 0,-3 1-4 0,-4-2-11 15,-3 1 5-15,-13 1-12 0,11-2 7 0,-12 2 0 16,-1-1-3-16,-3 0-1 0,1 1 3 0,0-1-7 16,-3 0 6-16,-4 0-7 0,-1 0 4 0,-6 0-3 0,-3-1 5 15,-2 0 2-15,-3 1-3 0,-3-2-10 16,-2 1-6-16,-9 1-10 0,12 1-19 0,-12-1-27 16,9-2-60-16,-9 2-148 0,0 0 66 0</inkml:trace>
  <inkml:trace contextRef="#ctx0" brushRef="#br0" timeOffset="13155.46">4838 10553 21 0,'0'0'70'0,"0"0"-9"0,0 0 3 0,0 0-9 16,0 0-3-16,-10-16-7 0,10 16-6 0,0 0-1 15,0 0-5-15,-2-9-2 0,2 9 0 0,0 0 0 16,0 0 3-16,-1-9-6 0,1 9-3 0,-4-5 3 16,4 5-5-16,0 0-6 0,-3-10-2 0,3 10 1 15,-4-7 1-15,4 7 8 0,-4-6-7 0,4 6-8 16,-4-6 6-16,4 6 8 0,-4-7-9 0,4 7-5 15,-5-6 1-15,5 6-11 0,-5-7 12 0,5 7 11 16,-6-4-11-16,6 4-5 0,-5-6 10 0,5 6-10 16,0 0 6-16,-6-8-4 0,6 8 1 0,0 0-7 15,0 0 3-15,-3-5-3 0,3 5-3 0,0 0 2 16,0 0-3-16,0 0-3 0,0 0 8 0,0 0-10 16,0 0 3-16,0 0 4 0,19-3 1 0,-13 3-2 15,6 0-8-15,2 0 9 0,4 0-7 0,11-4 11 16,0-1-6-16,6 2-2 0,6-3 14 0,9-1 10 15,6-3-6-15,1-2-5 0,5 4 5 0,2-3 12 16,26-4-16-16,-30 6 2 0,6-1 2 0,-1 0 4 16,27-2-8-16,-28 5 15 0,29-6-18 0,-28 6 1 15,26-1 2-15,-25 3 4 0,1 0 0 0,-2-2-8 0,0 1-1 16,-1 0-2-16,-3 0-8 0,1 1 12 16,-6 0-3-16,3 0 3 0,-4-1 6 0,0 1-9 15,-3 0 1-15,-15 3 6 0,-1-2-9 0,0 1 1 16,-3-1 1-16,-2 1-3 0,-2 0 5 0,-1 2-2 15,-7-1 0-15,-5 2-7 0,-2-2 4 0,-1 2 6 16,0 0 3-16,-4 0-4 0,-9 0-5 0,14 0 10 16,-9 2 3-16,-5-2 6 0,8 0 0 0,-8 0 4 15,0 0 5-15,0 0 0 0,9 2 4 0,-9-2-2 0,0 0 1 16,0 0 1-16,0 0-2 0,0 0-8 0,10 0-3 16,-10 0-2-16,0 0 0 0,0 0-4 15,0 0-9-15,0 0 6 0,0 0 2 0,0 0-1 0,0 0-1 16,0 0-1-16,0 0-3 0,0 0 1 0,10-2-7 15,-10 2 6-15,0 0-16 0,0 0 16 16,0 0-5-16,0 0-2 0,0 0 2 0,0 0-8 16,0 0 4-16,6-2-8 0,-6 2-7 0,0 0-6 15,0 0-2-15,0 0-12 0,0 0-2 0,0 0-7 0,0 0-13 16,0 0 8-16,0 0-11 0,0 0-9 0,0 0-11 16,0 0-9-16,0 0 6 0,0 0 7 15,3 8-11-15,-3-8-88 0,3 7-191 0,-3-7 85 16</inkml:trace>
  <inkml:trace contextRef="#ctx0" brushRef="#br0" timeOffset="20689.43">16391 11581 36 0,'0'0'61'0,"0"0"-9"0,0 0-3 16,0 0 1-16,-3-6-1 0,3 6-8 16,0 0-2-16,0 0 3 0,0 0-9 0,0 0-4 15,0 0-4-15,0 0-2 0,0 0-1 0,0 0-7 0,0 0 2 16,0 0-9-16,8-10-5 0,-8 10 8 0,0 0-2 16,15 2-1-16,-15-2 5 0,17 0-2 0,-6-2-1 15,2 2 4-15,2 0-6 0,4 0-4 16,1 0-4-16,8-3 7 0,0 1-1 0,1 0 7 0,1-1-2 15,2 1-4-15,1 0 6 0,2 1-6 0,0-1 10 16,4 0-9-16,2 1 9 0,10-1-11 0,-12 0 5 16,1 1-1-16,10-2-1 0,-12 1-3 0,1 0 5 15,13 1-1-15,-2 0 8 0,2 0-10 0,-13 2 2 16,13-1-6-16,-1 2 0 0,-11 0 2 0,12 0 2 16,-2 2-5-16,2-2-5 0,3 1 13 0,-5-1 3 15,5 0-16-15,0 2 4 0,-1-5 6 0,2 3-1 16,3 1-1-16,1 1 0 0,-1-4 5 0,1 2-10 15,2-1 6-15,-2-1-2 0,4 0 0 0,0 0 0 16,-1-3 5-16,26 5-12 0,-26-4 10 0,3-2 4 16,29 2-6-16,-31-3 7 0,28 0-6 0,0 0-2 15,-30 0-1-15,3-5 4 0,30 3-6 0,-28 3 7 16,27-4 3-16,-29 4-4 0,25-3-10 0,-26 5 11 16,1-3-2-16,24 1-2 0,-27 1 3 0,-1-3 2 15,0 2 0-15,1 1-1 0,-1 1-3 0,0 0-4 0,2-1 13 16,-2 1-4-16,1 0 3 0,-1-1-3 15,-2 3 0-15,0 2-3 0,-3-1-1 0,-4-1 4 16,2 0 6-16,-16 0-9 0,16-1 3 0,-17 2 0 0,1-1-3 16,1 2 4-16,-2-2 0 0,-4 2 2 0,3-2-3 15,-5 0 1-15,0 0-2 0,0 0 3 0,-3 0 3 16,-6 0-16-16,-3 0 10 0,-4 2-4 16,-3-1 6-16,-2-1-8 0,-2 0 4 0,-8 0 0 0,13 0-2 15,-13 0 5-15,8 2-8 0,-8-2 7 0,9 0-7 16,-9 0-11-16,0 0-15 0,7 1-24 0,-7-1-23 15,0 0-27-15,0 0-111 0,0 0-223 0,0 0 99 16</inkml:trace>
  <inkml:trace contextRef="#ctx0" brushRef="#br0" timeOffset="20835.34">21459 11381 92 0,'0'0'79'16,"8"7"-36"-16,-8-7-45 0,1 12-34 0,-1-5-38 16,0-7 17-16</inkml:trace>
  <inkml:trace contextRef="#ctx0" brushRef="#br0" timeOffset="29827.51">19613 13480 25 0,'1'-9'52'0,"-1"9"-8"0,0 0 3 0,0 0-8 16,-3-8-9-16,3 8 6 0,0 0-10 0,-3-6 0 16,3 6 8-16,0 0-6 0,0 0-4 0,0 0-7 0,0 0 2 15,0 0 1-15,-3-7-6 0,3 7-7 16,0 0 3-16,0 0-2 0,0 0 2 0,0 0-2 16,0 0-3-16,0 0 6 0,0 0-2 0,0 0-9 15,15-3 8-15,-15 3-6 0,18 0 7 0,-7 0 3 0,0 0-3 16,3 0 1-16,3-2-3 0,1 2 4 15,1 0-15-15,0 0 10 0,3-1-4 0,-2 1 2 16,1 0 6-16,0-1-8 0,2 1 2 0,5-2 2 16,-7 2-8-16,-1 2 4 0,2-4 1 0,7 2 7 0,-3-1-3 15,-4-2 1-15,6 3 7 0,1 2-7 0,2-2-3 16,2-2 11-16,3-1-1 0,1 1-2 0,2 0-5 16,0 2 8-16,12 0-3 0,-11-2-1 15,-2 2-2-15,14-1-7 0,-13 1 5 0,0-1 0 0,15 1-3 16,-14 0 0-16,12 0-4 0,-12 0-2 0,11 1 7 15,-12 0 1-15,1-1-9 0,11 0 15 0,0 0-7 16,-12 0 1-16,13 0-1 0,-12-1-3 0,13 2 5 16,-2-2-5-16,-1 2 5 0,-9-2-3 0,9-1 4 15,1 2 0-15,-1 0-5 0,-11-2 9 0,14 0-7 16,-1-1-3-16,-1 2-4 0,-1-2 1 0,-9 0 0 16,-1 1 3-16,11-3 3 0,1 2 4 0,2 1-5 15,-14 1 2-15,-1-1-5 0,0 0 1 0,13-2 0 16,-14 3 4-16,-1 1-4 0,1-2 13 0,1 0-19 15,-2 2 6-15,1 0 0 0,0-3 1 0,-1 3-8 16,-3 0 3-16,-2 0 4 0,-1 0-5 0,-1 0 5 16,-4 0-4-16,-4-1 5 0,-2-1 4 0,-2 2 5 15,-4 3-2-15,-1-3-2 0,0 0-4 0,-4 0 3 16,-2 0-1-16,1 0 10 0,-8 0 0 0,10 0 9 16,-10 0 5-16,0 0 8 0,10 0 2 0,-10 0-9 15,0 0-1-15,8 2 1 0,-8-2 0 0,0 0-4 16,0 0-13-16,0 0-9 0,0 0-15 0,0 0-13 15,0 0-24-15,10-2-18 0,-10 2-6 0,0 0-12 16,0 0-15-16,0 0-77 0,0 0-188 0,0 0 84 16</inkml:trace>
  <inkml:trace contextRef="#ctx0" brushRef="#br0" timeOffset="30338.92">25125 13482 73 0,'0'0'70'0,"11"0"-7"16,-11 0-8-16,20 0 1 0,-9 1 3 0,3-1-10 16,-1 0-12-16,8-1 5 0,-3 1-3 0,4-1-1 15,0 1 0-15,8 0-6 0,1-1 1 0,0 0 1 16,5 1 1-16,1-3-6 0,2 3 2 0,14-1 1 15,-1 1-7-15,2 0 7 0,1 0-9 0,1 0 8 16,0 0 3-16,3-2 0 0,2 4-3 0,-1-2-4 16,-3 0-4-16,3 0 1 0,-4-2-6 0,0 2 7 15,-2-1-4-15,-2 1 0 0,-14 0-10 0,0-1 8 16,0 1-5-16,-1 0 0 0,-2 0 1 0,-1 1-4 16,-5-1 5-16,-2 0 0 0,1 1-6 0,-9-1-1 15,-5 2 4-15,-1-2-4 0,-4 0 2 0,1 0-5 16,-2 0-8-16,-8 0-5 0,9 0-4 0,-9 0-7 15,10 0-6-15,-10 0-2 0,0 0-19 0,0 0-1 16,0 0-13-16,0 0 0 0,0 0-22 0,0 0-7 16,0 0-66-16,-41 5-166 0,21-4 73 0</inkml:trace>
  <inkml:trace contextRef="#ctx0" brushRef="#br0" timeOffset="31773.24">9170 14472 19 0,'-7'1'50'0,"7"-1"7"0,0 0-9 0,-10 2-7 16,10-2-6-16,0 0-2 0,0 0-9 0,0 0-1 16,0 0 1-16,0 0-10 0,0 0-2 0,0 0 15 0,0 0-8 15,0 0 1-15,0 0 2 0,28 6-4 16,-13-6-9-16,3 0 6 0,2 1 5 0,0 1-4 16,8-1 1-16,1 2 0 0,1-3 4 0,0 0-6 15,5 1 0-15,2 0 7 0,1-1-6 0,17-2 0 16,0 0 6-16,0 2 0 0,2-2-4 0,3-1-2 0,-1-1 3 15,0 0 1-15,2 2-9 0,1 0 8 16,3-1-2-16,26 0-2 0,-27-1-1 0,29-1-4 16,-31 3 6-16,5 0-1 0,24-1-4 0,-26 0-2 15,0-1 3-15,26-2 5 0,-25 2 0 0,26 0-1 16,-25 3-10-16,26-5 5 0,-33 5 5 0,31-1 1 0,-27 1-5 16,1 0-3-16,0 2 6 0,0-2-9 0,26 1 7 15,-27 0 6-15,29-1-1 0,-30 2-2 0,29-4-7 16,-28 3 16-16,29 0-10 0,-28 0-2 15,25-3-4-15,-25 2 13 0,-4-1-13 0,4 2 13 16,27-3 1-16,-29-1 6 0,2 0-9 0,0 2-1 0,-1-2 3 16,1-2-10-16,-1 4 8 0,1-2 5 15,0 1-7-15,-6-1 3 0,-1-1-4 0,-6 1-3 0,2 0 2 16,-2-1 0-16,-15 1 3 0,3 1-6 16,-3-1 11-16,14 0-4 0,-14 0 1 0,-1 0 4 15,-3 2-2-15,-1-2-4 0,1 2 3 0,-1 0 2 0,-1 0-2 16,-3 1-1-16,-6-1-2 0,0 0-2 0,-1-1 3 15,-3 0 2-15,1 2 3 0,-7 1 1 16,1 0 5-16,-2-1-6 0,-3 0 3 0,2 0-4 16,-10 1 0-16,11-2 1 0,-11 2-4 0,8-1 1 15,-8 1-2-15,0 0-1 0,0 0-4 0,11 0-2 0,-11 0-13 16,0 0-19-16,0 0-14 0,0 0-31 0,0 0-27 16,0 0-31-16,0 0-30 0,-17 19-136 0,7-13-311 15,-1 2 139-15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17:59.099"/>
    </inkml:context>
    <inkml:brush xml:id="br0">
      <inkml:brushProperty name="width" value="0.05292" units="cm"/>
      <inkml:brushProperty name="height" value="0.05292" units="cm"/>
      <inkml:brushProperty name="color" value="#FF0000"/>
    </inkml:brush>
  </inkml:definitions>
  <inkml:trace contextRef="#ctx0" brushRef="#br0">5598 5134 5 0,'-14'-3'50'0,"8"1"-8"0,6 2 2 16,-10-2-4-16,10 2-3 0,0 0-5 0,-12-2-4 16,12 2 8-16,0 0-13 0,0 0-3 0,-3-5 3 15,3 5-6-15,0 0-4 0,0 0-1 0,0 0-4 16,0 0 4-16,28-6-3 0,-14 5 4 0,5-2-4 16,8 0 1-16,2-1 7 0,3 1-11 0,4-2 0 15,2-1 0-15,15 1-9 0,-14 2 6 0,14-3 3 16,0 1 3-16,1 1-5 0,-2-2 1 0,5 1 4 15,0 1-4-15,-3 1 2 0,-1 1 0 0,-3-1-5 16,3 2-2-16,-1 0 11 0,0 2-7 0,2-1-3 16,1 3 2-16,1-3 7 0,-2 3-9 0,2-1 2 15,-1 1-3-15,1-1 8 0,2 0-5 0,-1 0-2 16,0 0-2-16,-1 1 6 0,3-2-1 0,-6 1-8 16,3-2 9-16,-2 3-1 0,5-3 2 0,-4 2-2 15,2-2 3-15,-2 1-8 0,4-2 2 0,-3 2 4 16,2-1-5-16,0 0 4 0,-1 2 2 0,2 0-4 15,-4 0-7-15,-3-2 9 0,1 2-6 0,-14 1 1 16,12 1 5-16,-10-3-1 0,-4 2-6 0,3 0 5 16,12 1-3-16,-12-2 14 0,0 2-10 0,0-2-6 15,10 1 2-15,3 2 6 0,-15 0 0 0,13-1-5 16,-14-1 0-16,2 2-4 0,1-3 6 0,10 2-8 16,-9-1 8-16,-3-1 1 0,2 0 2 0,11 0-8 15,-15 1 4-15,1 0 4 0,-2-1-2 0,-1 0 8 16,2 1-7-16,-4 0-1 0,-2 0-10 15,-8-1 6-15,6 2 8 0,-1-1-9 0,-5-1 2 0,6 3 6 16,-9-2-4-16,3-2-6 0,-3 2 3 0,-1 0-4 16,0 1 3-16,-2-1-3 0,0-1 14 0,-5-1 0 15,2-1-21-15,-3 2 15 0,-2-2-9 0,-8 0 8 16,15 1-2-16,-10 0 4 0,-5-1-6 16,12 2 6-16,-6-1-4 0,-6-1 14 0,14 2-29 0,-6 0-9 15,-3-1-36-15,-5-1-45 0,10 4-113 0,-5-1 50 16</inkml:trace>
  <inkml:trace contextRef="#ctx0" brushRef="#br0" timeOffset="1030.08">12498 5281 39 0,'-5'-5'55'16,"5"5"-1"-16,0 0-14 0,0 0 1 0,0 0-6 16,0 0-5-16,14-7 6 0,-1 6-4 0,0-1 0 0,6 2-10 15,9 0 6-15,4-2 3 0,4-1-8 0,4 2 2 16,17-2 6-16,1 0 6 0,3 0-2 15,0-2 1-15,4 0-6 0,-2 2 8 0,4-2-3 16,0 3-1-16,25-5 11 0,-29 6-10 0,-2-1 7 16,30 2-3-16,-30-1 0 0,6 1-4 0,-2 0-14 15,-2 0 3-15,3 1-5 0,1 1-3 0,-8-1 8 0,4 2-13 16,-2-1 6-16,-1 0-4 0,-1 0 2 16,-4 0-7-16,1 0 8 0,-2 2-5 0,1-2 1 15,1 4-1-15,-1-6 0 0,0 2 3 0,-1-1-3 0,-15 0-10 16,14 2 13-16,-16-2-13 0,14-2 4 0,-20 2-4 15,0-1 12-15,-2 0-16 0,-1 0 9 16,-9 2-5-16,1-1 4 0,-2-1-8 0,3 0 9 16,-3 0-4-16,-2 0 3 0,2 0 1 0,-5-1-4 0,5-1 4 15,0 2 9-15,0 0-5 0,-7-1-6 0,8-2-7 16,-5 2 10-16,0-1-9 0,-2 2 5 0,3-1 0 16,-3-2-3-16,-2 2 3 0,3 1 8 0,-5-2-11 15,4 1 2-15,-4 0-4 0,-8 1 9 0,13-3-2 16,-8 3-4-16,-5 0 3 0,10-1-1 0,-10 1-4 15,0 0 3-15,9 0 0 0,-9 0 1 0,0 0 0 16,0 0 1-16,0 0 0 0,10-2 2 0,-10 2 0 16,0 0-1-16,0 0 2 0,0 0 8 0,0 0-4 15,0 0 8-15,0 0 2 0,0 0 0 0,0 0-2 16,0 0 2-16,0 0 0 0,0 0-1 0,0 0 4 16,0 0-8-16,0 0 7 0,0 0-4 0,0 0-1 15,0 0 0-15,0 0-9 0,0 0 0 0,0 0-5 16,0 0 3-16,0 0 1 0,0 0 0 0,0 0 1 15,9 2-4-15,-9-2-3 0,0 0 1 0,0 0-2 16,0 0 2-16,0 0-1 0,0 0-2 0,0 0 4 16,0 0-2-16,0 0 1 0,0 0-4 0,0 0-2 15,0 0 6-15,0 0-5 0,0 0 7 0,0 0-4 16,0 0-4-16,0 0-2 0,0 0 4 0,0 0-10 16,0 0 0-16,0 0-3 0,0 0-6 0,0 0 1 15,0 0-10-15,0 0 1 0,0 0-16 0,0 0-8 16,0 0-4-16,0 0-9 0,0 0-12 0,0 0-19 15,0 0-17-15,0 0-86 0,0 0-215 0,0 0 94 16</inkml:trace>
  <inkml:trace contextRef="#ctx0" brushRef="#br0" timeOffset="18611.64">17343 6201 35 0,'-4'-6'42'0,"4"6"2"0,0 0-5 15,0 0-8-15,0 0-8 0,0 0 3 0,-4-6-2 16,4 6-6-16,0 0-3 0,0 0 0 0,0 0-1 16,0 0-2-16,0 0 0 0,0 0-5 0,26 2 3 15,-15-4-3-15,3 2 1 0,3-1-4 0,3-1 2 16,2 2 1-16,5-3-1 0,3 2 3 0,-4 0-3 16,5-1 7-16,2 0-1 0,2-2-1 0,3 0 5 15,2 2 1-15,13-4-2 0,0-1-1 0,-2 3-2 16,5-1 7-16,0 0-6 0,1 2 2 0,-1-1 7 15,0-1-10-15,-2 5 4 0,1-5-6 0,-5 1 6 16,2 3-7-16,-12-1 5 0,16 2-3 0,-1-2-1 16,0 6 1-16,1-4 7 0,2 0-7 0,-1 5 0 15,0-5 0-15,1 5-5 0,-2-4 10 0,-3 3-11 16,2 3 4-16,-2-2-1 0,0 1 6 0,-14 0-8 16,14 1 1-16,-15-1 2 0,16 2 5 0,-16-1-5 15,18-1 2-15,-5-2 7 0,0 2-2 0,-12-3-1 16,16 2 5-16,-3-2-5 0,-2 2 1 0,2-4 3 15,3 3 9-15,-4-3-7 0,2 0 0 0,-1 2 4 16,1-2-8-16,0 2-4 0,0-3 2 0,2 0 0 16,-2-2 3-16,2 5-5 0,0-3 0 0,3 2 0 15,-1 0 4-15,2 0-6 0,1 0 3 0,4-1-7 16,0 4 0-16,-1-3 2 0,2 0 3 0,0 1-4 16,-1-1 6-16,0-2-6 0,-2 2-5 0,0-2 4 0,-1 0 3 15,-1-2-5-15,0 1-1 0,-1 2-2 16,-2 1 4-16,-3-2-7 0,-4 2 9 0,-12-1-1 15,1-1-1-15,-2 1-3 0,-3 1 0 0,0-2-2 16,-3 1-5-16,-2 2 2 0,-8-3 7 0,-2 0-8 16,-1 2 6-16,-4-1-5 0,-1-1 1 0,-1 0 12 0,0 0-11 15,-3 0 3-15,-1 0-3 0,1 2-2 16,-9-2-12-16,9 1-9 0,-9-1-20 0,8 1-21 16,-8-1-7-16,0 0-29 0,6 4-78 0,-6-4-194 15,0 0 86-15</inkml:trace>
  <inkml:trace contextRef="#ctx0" brushRef="#br0" timeOffset="19206.02">23870 6250 8 0,'0'0'98'0,"-5"-4"-7"16,5 4-1-16,0 0-10 0,-7-5-14 15,7 5-2-15,0 0-5 0,0 0-7 0,0 0-7 16,16-5-2-16,-1 3-5 0,5 2-7 0,17 0 1 0,15-2-4 15,5 4 3-15,7-4-3 0,32 2-3 0,-3 2-2 16,1-4 5-16,0 4 3 0,5-2-5 0,0-2-2 16,-1 2-5-16,3 2-1 0,-6 0-2 15,-3 0 2-15,-30-2-3 0,3 0-5 0,2 2-2 0,24-2 1 16,-30 2 0-16,-1 1-4 0,-2-5 0 0,3 4 4 16,-5-2-6-16,-2 0 4 0,0 1-1 0,-16 1 1 15,-2-2-3-15,0 0 0 0,-4 2 2 0,-3-2-8 16,-9 0 1-16,1 0 4 0,-4 0-4 0,-3 1-3 15,-1 1 3-15,0-1 3 0,1-1-3 0,-5 1-4 16,3 1 9-16,-3-2-4 0,-3 0 2 0,-6 0-6 16,14 2-12-16,-14-2-19 0,9 1-8 0,-9-1-13 15,6 3-2-15,-6-3-17 0,0 0-80 0,0 0-168 16,0 0 75-16</inkml:trace>
  <inkml:trace contextRef="#ctx0" brushRef="#br0" timeOffset="20186.36">5435 7097 51 0,'0'0'53'15,"-5"-4"0"-15,5 4-11 0,0 0-3 16,0 0 0-16,0 0-3 0,0 0-11 0,25-7 3 16,-4 5-4-16,8-3-3 0,4 1 0 0,20-1 0 15,2-1-7-15,7-1-1 0,30-4 9 0,4 3-4 16,0 1-5-16,1 1 2 0,-1-1-3 0,-3 4 5 0,-3-1-5 16,-26 4 3-16,29 1-5 0,-4 2 2 15,-26 0-3-15,30-2 4 0,-26 2-8 0,24-4 2 0,-26-1-5 16,0 5 5-16,1 0 1 0,-2-3 7 15,-4 0-9-15,7 2-1 0,-13-1 1 0,6-2 3 16,-7 2-7-16,-3-4 1 0,-13 0 3 0,-2 2-1 0,-3-2-1 16,-3-1 2-16,-7 3-2 0,-3 0 9 0,0 0 5 15,-7 1 4-15,-1-2 7 0,-11 2 11 0,13-3 10 16,-8 6 9-16,-5-3 14 0,9-3 3 16,-9 3-2-16,0 0-1 0,9-3-3 0,-9 3-11 15,0 0-7-15,2-7-7 0,-2 7-3 0,0 0-4 0,2-7-6 16,-2 7-1-16,0 0-10 0,0 0 0 15,0 0-14-15,0 0-20 0,0 0-16 0,0 0-34 16,0 0-6-16,0 0-6 0,0 0-9 0,7-4-17 16,-7 4-16-16,0 0-74 0,11 14-206 0,-11-14 91 15</inkml:trace>
  <inkml:trace contextRef="#ctx0" brushRef="#br0" timeOffset="27552.08">8767 15207 38 0,'0'0'35'0,"-13"-4"-2"0,13 4-4 0,-9-3-4 0,9 3-2 16,-7-1-1-16,7 1-1 0,0 0-1 0,0 0-7 15,0 0 3-15,0 0-4 0,0 0 3 0,0 0-2 16,12-16 5-16,-2 12-2 0,2-3-3 0,1 1 10 15,4-2 5-15,3 0-3 0,6-1-2 16,1-1 2-16,0 0-6 0,2-3-4 0,1 4 0 16,1-2 5-16,0 3-2 0,0 1-2 0,5-2-3 0,0 4-2 15,1-1 1-15,-3 0 2 0,2 0-6 0,2 0 2 16,1 2-4-16,0-2 3 0,10-1-3 0,-11 2 4 16,15 0-17-16,-15-2 19 0,14-1-7 15,-2 0 5-15,-11 2-1 0,13 0-11 0,-15-1 5 16,12 1 6-16,-10-1 5 0,10-5-8 0,-10 7 12 15,1-1 1-15,10-3-6 0,2 3-2 0,-13 3 6 0,-1-2-3 16,13-1-6-16,-13 3-1 0,1 0-1 0,0 1-1 16,11 0 0-16,-11 0 3 0,-4 1-5 15,2-1 2-15,-1 1 0 0,2-1-4 0,-2 2 5 0,1 0-8 16,-2-1-3-16,1 1 6 0,3 0 1 16,1-2 5-16,-2 2-6 0,-1-1 3 0,5-1 2 0,-6-2-1 15,1 3 1-15,0-1 7 0,-1 1-12 0,0 0-1 16,-8 2 0-16,3 0 6 0,-3 1-6 15,-1 1-2-15,-6-3 1 0,1 2 4 0,0 0-8 16,-2-1-1-16,1 2 9 0,-1 0-3 0,1 0-3 16,-1 1 14-16,-1-2-6 0,0 1-10 0,1 0 11 15,-2-1-2-15,0 0-3 0,-1 0 5 0,1 0-10 0,1 0 13 16,-6 2-3-16,0-2-12 0,0-1 9 0,0-1-6 16,2 2 9-16,-2 0-13 0,2-1 11 0,2 3-1 15,-3-1 0-15,-4-2-3 0,0 2 5 16,1-1-6-16,0 2 0 0,-3-3 7 0,0 2-11 15,-1 1 5-15,-2-2 2 0,-5-2 7 0,12 5-13 16,-4-2 1-16,-8-3 3 0,8 4 2 0,-3-2-3 16,-1 3 0-16,-4-5 5 0,6 4-2 0,-6-4-5 15,8 6 3-15,-8-6 1 0,5 5 1 0,-5-5 0 0,4 2-1 16,-4-2 1-16,0 0-2 0,5 4-3 16,-5-4 3-16,0 0 3 0,8 2-3 0,-8-2-1 15,0 0-5-15,0 0 0 0,7 1 5 0,-7-1 12 0,0 0-8 16,0 0 1-16,9 2 1 0,-9-2-4 15,0 0 26-15,0 0-30 0,0 0-1 0,0 0 2 0,0 0 3 16,0 0 5-16,0 0-5 0,5 3-1 0,-5-3 0 16,0 0-1-16,0 0 10 0,0 0-13 15,0 0 11-15,11 0-8 0,-11 0 7 0,0 0-1 16,0 0-5-16,0 0 4 0,9 1 3 0,-9-1-1 0,0 0 1 16,0 0-14-16,0 0 9 0,0 0-6 15,0 0 11-15,9-2-12 0,-9 2 5 0,0 0 0 0,0 0 1 16,0 0-5-16,0 0 2 0,0 0-6 15,0 0-10-15,0 0 2 0,0 0-5 0,0 0-12 16,0 0-8-16,0 0-9 0,0 0-23 0,0 0-61 0,0 0-145 16,0 0 64-16</inkml:trace>
  <inkml:trace contextRef="#ctx0" brushRef="#br0" timeOffset="30384.68">21939 15184 8 0,'-8'-1'10'0,"8"1"8"0,-15 0 5 16,3 0 1-16,5-1-9 0,7 1 5 0,-18 0-6 16,11-1 2-16,7 1-1 0,-11 1-2 0,11-1-3 15,-12 1 4-15,12-1-3 0,-9 0-2 16,9 0-2-16,0 0 2 0,-9 1-3 0,9-1 0 0,0 0-2 16,-10 1 2-16,10-1-2 0,0 0-2 0,0 0 1 15,-9 1 5-15,9-1-5 0,0 0 9 0,0 0-3 16,0 0-6-16,0 0 7 0,0 0-4 15,0 0-1-15,0 0-5 0,0 0 3 0,0 0 5 16,0 0-1-16,0 0-4 0,0 0-1 0,0 0 0 16,0 0 4-16,0 0-2 0,0 0-5 0,0 0 6 0,0 0-4 15,0 0 2-15,0 0-7 0,0 0 9 0,31 3-7 16,-22-3-3-16,-3 1 3 0,-6-1 4 16,19 1 0-16,-6 2 0 0,0-3 2 0,5 1-4 0,-3 1 5 15,4-1 7-15,-1 0-10 0,9 0-2 16,3 1 9-16,-2-4-4 0,0 2-4 0,1 0-1 0,2 2-2 15,1-2 1-15,1 1 7 0,-1-1-1 0,2-1-4 16,1 1 0-16,3 0 0 0,-3-3 1 0,2 3 6 16,0-1-8-16,0 1-4 0,1-1 2 15,-1-1 2-15,3 2 0 0,-3 0 8 0,3 0 0 0,-2 2-5 16,2-2 11-16,-3 1-12 0,2 1 2 16,0 0 1-16,0-1 2 0,1 0-4 0,-2 2-1 0,2-1 11 15,0 1-1-15,13 2-8 0,-14-4 0 0,13 0-4 16,-1 2 6-16,-14 0 4 0,1-1-6 15,1 2 1-15,13-2-4 0,-13 0 1 0,-1 3 7 16,0-4-2-16,16 5 3 0,-15-1-5 0,-2-3 1 16,14 3 1-16,-12-1 3 0,1 0 6 0,0 1-16 0,12-1 1 15,-1 1 7-15,-12 0 2 0,14 2-8 0,-16-5-2 16,15 3 5-16,-2-1 3 0,-10 0-7 0,10-3 15 16,2 3-2-16,-14-2-8 0,3-2 6 0,14-3 6 15,-4 3-3-15,0 0 7 0,0-3-8 16,-11-1-9-16,10 4 8 0,1-3 7 0,0-1-6 15,-1 1 10-15,-12-1-6 0,15-1-1 0,-15 0 0 0,2 0 5 16,-2 2-2-16,2 0-3 0,-2 0 5 0,3 1-12 16,-5-1 2-16,-2 0-8 0,-1 2 4 15,1-1 10-15,-4 3-4 0,-2-2-14 0,-5 2 2 16,-2-1 6-16,-1 0 2 0,0 5 6 0,-3-2-9 16,-3 1-7-16,-1 0-14 0,1-1-11 0,-1-2-5 0,-3 5-5 15,3-2-9-15,-2 2-7 0,-1 0-19 0,-3-1-65 16,1 0-145-16,-3 1 65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09:51:18.255"/>
    </inkml:context>
    <inkml:brush xml:id="br0">
      <inkml:brushProperty name="width" value="0.05292" units="cm"/>
      <inkml:brushProperty name="height" value="0.05292" units="cm"/>
      <inkml:brushProperty name="color" value="#FF0000"/>
    </inkml:brush>
  </inkml:definitions>
  <inkml:trace contextRef="#ctx0" brushRef="#br0">19392 6486 24 0,'0'0'33'0,"0"0"-1"0,0 0 0 16,-4-7-1-16,4 7-5 0,0 0-5 0,-6-6 0 15,6 6-5-15,-4-6 9 0,4 6 4 0,-6-6-7 16,6 6-2-16,-3-5 4 0,3 5 2 0,-6-6-2 16,6 6-4-16,-5-8-2 0,5 8 7 0,-6-7 4 15,6 7 1-15,-4-6-11 0,4 6 2 0,-9-6 2 16,5 4-6-16,4 2-3 0,-6-5-9 0,6 5 7 16,-9-6 1-16,9 6-11 0,-8-4 7 0,8 4-5 15,-7-4 3-15,7 4 10 0,-7-3 7 0,7 3 1 16,-9-4-14-16,9 4 1 0,-7-3-4 0,7 3-1 15,0 0-5-15,-9-3 2 0,9 3-5 0,0 0 5 16,-12-3-2-16,12 3-3 0,0 0 5 0,-7-1-2 16,7 1 3-16,0 0-5 0,0 0 6 0,0 0-6 15,0 0 1-15,0 0-8 0,0 0 7 0,0 0 5 16,0 0-9-16,-9-1 0 0,9 1-1 0,0 0 0 16,0 0 1-16,0 0-6 0,0 0 8 0,0 0-3 15,0 0 7-15,0 0-2 0,0 0-1 0,0 0 3 16,25 9-3-16,-17-7 7 0,2-1-5 0,3 0 10 15,0-1-3-15,4-1 3 0,2 1 1 16,2 0-4-16,7-1 4 0,3-2-1 0,0 2 0 0,-1-3 4 16,1 3 5-16,4-2-7 0,-2 0 1 0,0 0-7 15,3 1 0-15,1 0 1 0,0-1-2 0,-1-1-4 16,2 1 5-16,0 0-4 0,1 0 4 0,12 0-3 16,-15 0 2-16,2 1 1 0,-2 0-1 0,-2 2-5 15,-1 0 1-15,1 0-1 0,-2 2 3 0,0 0 1 16,0 0 0-16,-3 0-4 0,2-1 3 0,1 2-8 15,0-1 13-15,2 0-5 0,2-2 9 0,-1 0-7 16,4 0 10-16,12-3-6 0,-14 3 1 0,14 1-3 16,0-3 7-16,-12 0-14 0,1 4 9 0,10-4-1 15,2 1-1-15,-15 0 2 0,1 2-1 0,14-2 5 16,-1 1 0-16,-11 0-12 0,12 1 5 0,-12 0-1 16,12-1 0-16,-12 2-1 0,11-1-2 0,-11-1 5 15,12 3 0-15,-1-3-4 0,0 1 1 0,-11 2 5 16,11 0-5-16,-12-1-1 0,12 0-3 0,1-2-1 15,-2 4 5-15,2-3-2 0,2-1-7 0,-2 0 11 16,2-1 0-16,-3 1 0 0,0-1 5 0,2 1-13 16,-1-2 2-16,-2 2 2 0,-12 0-4 0,13-3 3 15,-12 3-1-15,-1-2 0 0,12-1 1 0,-12 2-2 0,-1-1 0 16,3 1 1-16,-2 1-2 0,2 0 1 16,-2 0 3-16,1 1-6 0,13-1 9 0,-15 2-5 15,0 0 3-15,1 0-7 0,1 1 4 0,-2 2-6 16,3-3 12-16,12 1-18 0,-14 0 14 0,13 2-2 15,-14-3-3-15,3 2 3 0,11 1 2 0,-11-1-1 16,-2-2 7-16,-1 2-12 0,14-1-2 0,-11 0 8 16,-2 0 0-16,2-3-1 0,16 3 0 0,-4 0-3 15,-12-3-6-15,11 0 7 0,-1 1 1 0,-10 0 4 16,13-1-3-16,-13 0-4 0,0-1 2 0,12 1 0 16,-16 0-2-16,1-1 9 0,-1 1-1 0,-4 0-3 0,-3 0 0 15,0 1-7-15,-7-2 7 0,0 2-8 0,-4-1-3 16,1 1-12-16,0 2-15 0,-5-1-21 15,3-1-11-15,-3 2-10 0,-1-1-26 0,1 2-57 16,-8-2-173-16,6 1 77 0</inkml:trace>
  <inkml:trace contextRef="#ctx0" brushRef="#br0" timeOffset="1638.47">24307 6471 91 0,'-7'-3'96'0,"7"3"-13"0,0 0-7 16,0 0-17-16,0 0-11 0,0 0 8 0,0 0-8 15,0 0-5-15,0 0-4 0,0 0 7 0,0 0-8 16,0 0 2-16,30-7-22 0,-12 5 14 0,-2 0 8 15,14-1-4-15,-1 1-2 0,3-1-9 0,4 0 21 16,0-2-4-16,3 4-11 0,-2-2 2 0,14 1 1 16,-12-1-11-16,13 0 0 0,-1-1 8 0,3 4-15 15,-14-2 1-15,13 0 2 0,3 2 2 0,-3-3-2 16,2 0-2-16,1 2-3 0,2-3 6 0,5 2 1 16,0 0-3-16,-4-2-8 0,4 1-3 0,-1 3 10 15,3-4-6-15,-2 2 6 0,-2 0 0 0,-1 0-21 16,-1 0 15-16,0-1 0 0,-3 3-4 0,-5-4 1 15,3 2 5-15,-16 1 2 0,14-1-3 0,0 1-5 16,-16-1-3-16,4 0 8 0,-2 0-7 0,3 2 2 16,-3-1-3-16,0 1 2 0,3-1 6 0,-3 1-6 15,2-3 3-15,-2 3-5 0,3-2 0 0,10 2-5 16,-14-2 4-16,-2-1 0 0,3 2-1 0,-4-1 6 16,0 0-4-16,1 0-4 0,-1 2 9 0,-3-2-9 15,1 1 2-15,1 1 4 0,-3-1-5 0,-3 1 6 0,4-1-1 16,0 1-6-16,-3-1 5 0,1 2-7 15,4-2 6-15,-3 1-3 0,3-1 4 0,-1 1-5 16,1-1-2-16,4 1-1 0,-1-1 9 0,-2 1-9 16,-1-2 7-16,1 2-7 0,-5 0 5 0,0 0 0 0,0-1-1 15,0 2-5-15,-2-2 3 0,1 1 5 0,-7 3-3 16,7-5-1-16,-8 4-3 0,9 0 1 16,-9-1 4-16,3-1-5 0,0 0 9 0,5 0-12 15,-10 0 11-15,11 1-4 0,-1-2 0 0,-6 1 1 0,6 0 11 16,0 0-18-16,0-1 2 0,0 0 3 0,-3 1-3 15,4-3-1-15,-2 2 6 0,0-1-2 0,2-1-4 16,-8 3 5-16,0-1-4 0,7-1 3 16,-5 1 2-16,-1 0 3 0,6-1-6 0,-7 2 1 0,6-3 5 15,-4 3 0-15,4-1-7 0,-5 0 2 0,6 0 3 16,-2 0-10-16,3 1 2 0,-2 0 2 0,-8 0 1 16,3 0 1-16,-3 0 0 0,0 0 0 15,1 0-2-15,8-3 4 0,-6 3 0 0,-2-1-2 0,-1 2-3 16,0-1 7-16,3 3-4 0,-4-3 5 0,4 0 0 15,-1 0-4-15,0 1 4 0,-1-1 0 0,1 0-5 16,-1 0 2-16,1 0-4 0,-1-1 1 0,1 2-1 16,-1-2 6-16,3 1-5 0,-2 0 0 15,5 0 3-15,-4-4 3 0,5 1-2 0,-8 3 0 0,1-1 0 16,0 1 5-16,-2-2-7 0,-1 0 0 0,0 1 3 16,1 1-3-16,-5-2-3 0,5 2-1 0,-7-2 2 15,4 2 0-15,-2-2 0 0,1-1 2 0,-2 3 0 16,2-3 0-16,-1 2 2 0,-3 1-3 0,0-1 1 15,2-1-1-15,-1 2-2 0,3 0 5 0,-4-3-3 16,8 3-2-16,-6 0 0 0,2 0-2 0,-3-2 10 16,2 4-5-16,1-4 2 0,0 2-7 0,-1-1 3 15,0 1 2-15,1 0 2 0,-3 0-3 0,2 0 1 16,0 0-7-16,-2 0-2 0,2 0 12 0,-1 0-4 16,-1-1 2-16,2 1-3 0,0 1 3 0,-4-2 1 15,2 1 1-15,-1 1-7 0,2-1 2 0,-3-1 4 16,1 1 1-16,-2-1-3 0,-8 1-4 0,19 0 8 15,-9 0-7-15,-1 0 3 0,0-2-6 0,-1 4 10 16,-8-2-10-16,15 0 7 0,-9 0 3 0,-6 0 0 16,12 1-8-16,-12-1 4 0,0 0 0 0,11-1-1 15,-11 1-2-15,0 0 1 0,0 0 0 0,11 0-4 0,-11 0 6 16,0 0 1-16,0 0-3 0,0 0 0 16,0 0 5-16,0 0-4 0,7 1 3 0,-7-1 5 15,0 0-4-15,0 0 2 0,0 0-4 0,0 0 3 0,0 0 1 16,0 0 3-16,0 0-1 0,0 0 3 0,0 0-4 15,0 0 8-15,0 0 0 0,0 0 3 0,0 0 0 16,0 0 2-16,0 0 15 0,0 0-2 0,0 0-2 16,0 0-1-16,0 0-2 0,0 0-2 15,0 0 0-15,0 0-5 0,0 0-3 0,0 0 5 0,0 0-4 16,0 0-2-16,0 0-1 0,0 0-1 0,0 0-3 16,0 0-2-16,0 0-2 0,0 0 1 0,0 0 0 15,0 0 2-15,0 0-2 0,0 0-3 16,0 0 1-16,0 0-2 0,0 0-1 0,0 0 1 0,0 0-2 15,0 0-1-15,0 0 3 0,0 0-1 0,0 0-1 16,0 0-1-16,0 0 1 0,0 0-1 0,0 0-2 16,0 0-2-16,0 0 2 0,0 0 3 0,0 0 0 15,0 0-1-15,0 0-1 0,0 0 3 0,0 0-1 16,0 0-2-16,0 0 2 0,0 0 0 0,0 0-3 16,0 0-1-16,0 0-3 0,0 0-3 0,0 0-5 15,0 0-1-15,0 0-7 0,0 0 1 0,0 0-10 16,0 0-6-16,0 0-4 0,0 0-2 15,0 0-13-15,0 0 1 0,0 0-17 0,0 0-2 0,0 0-20 16,0 0-7-16,0 0-22 0,0 0-116 0,0 0-258 16,0 0 115-16</inkml:trace>
  <inkml:trace contextRef="#ctx0" brushRef="#br0" timeOffset="17804.39">26099 8443 23 0,'0'0'32'16,"-9"-3"-14"-16,9 3 1 0,0 0-4 0,-11 1-1 15,11-1-6-15,-11-3 1 0,11 3 4 0,0 0-4 16,-11 0-2-16,11 0 1 0,0 0 6 0,-7 0-6 16,7 0-1-16,0 0-3 0,0 0 3 0,-12 0 0 15,12 0 0-15,0 0-2 0,0 0 0 0,-10 0-1 16,10 0 3-16,0 0-4 0,0 0 1 0,0 0-2 15,0 0 2-15,0 0-3 0,0 0-1 0,0 0 0 16,0 0 3-16,0 0-3 0,0 0 4 0,0 0-2 16,0 0-2-16,0 0 2 0,0 0 13 0,0 0 3 15,31 11 2-15,-17-9-5 0,1 1 13 0,4 0 1 16,2 1-4-16,8-4 1 0,1 6 2 0,4-5-7 16,4-1 2-16,-2 1 0 0,18-3 10 0,-5-1-5 15,5 2-2-15,-2-3 6 0,3 2-4 0,2 0-3 0,-1 1-3 16,1-1 2-16,1-1-3 0,-4 3-3 15,2-4 12-15,0 4-13 0,2 0-3 0,1 0-3 16,2-3-2-16,-1 6 8 0,-1-5-5 0,1 2-3 16,1 3-3-16,-2 2 1 0,-4-6 1 0,1 5 0 0,-2-4 1 15,-2 3-14-15,-12-2 9 0,10 2-6 0,1 1 5 16,-10 2 1-16,13-4-4 0,-1 0 0 16,-2 1 3-16,0 2-2 0,3-1 3 0,-3-1-7 15,-1 0 8-15,-9 0-5 0,14-2 3 0,-16 5 3 0,11-3-12 16,-10 1 6-16,11 1 8 0,-11-2-11 0,-3-2 4 15,0 1-2-15,1-1-6 0,2 1 9 16,-7-2-2-16,3-2-2 0,1 4 2 0,-1-2-1 0,-2-2-2 16,3 2-3-16,-2 0 6 0,0-3-11 0,1 3 5 15,1-1 12-15,0 0-9 0,0-1-1 0,2 2 9 16,-2-2-12-16,0-1-1 0,-1 3 3 0,1-1 4 16,-2-2 1-16,1 1-5 0,0 1-3 0,-4 1 7 15,1 0 1-15,-1 0-9 0,3 0 4 0,-2 0-3 16,0-2 3-16,-1 2 1 0,-3 0-4 0,3 2 4 15,-1-2-2-15,-4 1 6 0,1 1-4 0,0-2 9 16,-6 3-9-16,-2-2 7 0,1-1-18 0,-3 2 12 16,0-1-8-16,0 0 11 0,-3 0-15 0,-2-1 6 15,-2 3-7-15,2-2-9 0,-3 2-12 0,0-1-2 16,0-1-14-16,-3 1-55 0,-1 0-116 0,-6-2 51 16</inkml:trace>
  <inkml:trace contextRef="#ctx0" brushRef="#br0" timeOffset="20380.25">4773 9514 20 0,'0'0'25'16,"0"0"-6"-16,0 0-3 0,0 0-3 0,0 0-2 16,0 0 1-16,0 0-3 0,0 0 6 0,0 0 6 15,25 1-3-15,-16 2-3 0,2-2-4 0,-1 2 0 16,1 0 2-16,0 0-3 0,4 1 4 0,3 1 1 16,-2-1-5-16,3 0 4 0,2 1 3 0,7-1 0 15,2 0 0-15,-1 1 5 0,3-3 2 0,2 0-3 0,3 0-1 16,0 0 3-16,2-2-1 0,-1 0 4 15,13-2-8-15,-12 1-2 0,-1-2-1 0,14-1-2 16,-14 1 2-16,1 1 4 0,-1 0 1 0,12-5 0 16,1 2 1-16,2 2-7 0,-15-3 6 0,13-1 0 15,2 1-6-15,-13 3-3 0,10-5-2 0,3 3 5 16,-16 2 3-16,2 1-8 0,1-3 1 0,-2 3 1 16,1 1-2-16,-2 0-2 0,1 0 6 0,-3-1-5 15,2 2-6-15,-1 0 3 0,-2 0 6 0,3 2-4 16,0-1 2-16,-1 0 2 0,1-1 1 0,14 1 5 15,-13-1-7-15,1-1 4 0,2 2 1 0,10 0-6 16,0-1 2-16,-13 3-2 0,15-3 6 0,-15 0-8 16,14 1 4-16,-13 1 6 0,13-5 1 0,-14 4-8 15,2-2-2-15,1 1 0 0,-1 1 8 0,-2-2-7 16,3 1 1-16,-3-2-1 0,17 1 7 0,-15-1-2 16,12 0-7-16,1-2 0 0,-2 2 1 0,-13-2 6 15,14-2-8-15,-2 1 4 0,3 2-4 0,-2 1 3 16,-13 0 0-16,0 1-4 0,3-1-1 0,-1 0 2 15,0 1-1-15,12 1-1 0,-15-1 3 0,3 0-4 16,11-2 1-16,2 2 5 0,-13 0 3 0,-2 0-10 16,3-1-1-16,9-2 5 0,-13 4 2 0,4-2-3 15,-5 2-2-15,1 0 1 0,-1 2 4 0,1-1 2 0,1-1-7 16,-3 1 7-16,2 1-8 0,-4 0-3 0,-1-2 10 16,2 2-9-16,-3-1 7 0,0 3-9 15,-2-3 2-15,1 2-1 0,-9 0 1 0,7 1 8 16,-1-1 3-16,-6 0-12 0,7 0-1 0,0 2-3 15,0-2 3-15,0 1-1 0,-1 0 8 0,2 0-5 0,-1-1 2 16,0 0 8-16,-6-2-9 0,6 1-5 16,2-2 9-16,-3 1-5 0,1 1 3 0,-7-4-6 15,7 1 5-15,1-1-2 0,-2 1-2 0,-1-3 2 16,3 0 5-16,-1 1-2 0,1-1 5 0,-2 0-7 16,-6 0 8-16,8 2-2 0,-4-2-3 0,-4 1-2 0,0 0 21 15,0 3-18-15,1-4 0 0,-1 1-3 16,0 0 0-16,-5 1 1 0,3 2 2 0,-2-2 2 15,-4 4-3-15,-2-4-1 0,1 2 1 0,-12 0 1 16,19-1-5-16,-19 1 2 0,13 0 2 0,-13 0 2 16,0 0 11-16,14-2 2 0,-14 2 10 0,0 0 3 0,10 0 6 15,-10 0 0-15,0 0 0 0,0 0 4 0,0 0-4 16,0 0 2-16,0 0-5 0,0 0 0 16,0 0-5-16,0 0-1 0,13-2-4 0,-13 2-4 15,0 0-1-15,0 0 4 0,0 0-9 0,0 0 0 16,0 0 1-16,0 0-7 0,0 0 2 0,0 0 2 0,0 0-7 15,0 0-1-15,0 0 0 0,0 0-5 16,0 0 4-16,0 0 1 0,0 0-4 0,0 0 1 0,0 0-1 16,0 0-3-16,0 0 0 0,0 0 2 15,0 0-2-15,0 0 4 0,10-1 0 0,-10 1-6 0,0 0-1 16,0 0 3-16,0 0 1 0,0 0 1 0,0 0 0 16,0 0-2-16,0 0 10 0,0 0-11 0,0 0 3 15,0 0 2-15,0 0-3 0,0 0-3 0,0 0 5 16,0 0-6-16,0 0 3 0,0 0-3 15,0 0 1-15,0 0-3 0,0 0 1 0,0 0-2 0,0 0 0 16,0 0 7-16,0 0-4 0,0 0-3 0,0 0-1 16,0 0-3-16,0 0 2 0,0 0-2 0,0 0 1 15,0 0-2-15,0 0 3 0,0 0-2 0,0 0-2 16,0 0 2-16,0 0 5 0,0 0-1 16,0 0 5-16,0 0-5 0,0 0 9 0,0 0-5 0,0 0-3 15,0 0 0-15,0 0 4 0,0 0 1 0,0 0 5 16,0 0 2-16,0 0-7 0,0 0 2 0,0 0-4 15,0 0 4-15,0 0-1 0,0 0 1 0,0 0 3 16,0 0-1-16,0 0-3 0,0 0 0 0,0 0-3 16,0 0 0-16,0 0 1 0,0 0 0 0,0 0 15 15,0 0-13-15,0 0-1 0,0 0-5 0,0 0 3 16,0 0 3-16,0 0 0 0,0 0 1 0,0 0 4 16,0 0-5-16,0 0 0 0,0 0-3 0,0 0 7 15,0 0-5-15,0 0-2 0,0 0 4 0,0 0-1 16,0 0 0-16,0 0 1 0,0 0-3 0,0 0 3 15,0 0 0-15,0 0 3 0,0 0-1 16,0 0 3-16,0 0-3 0,0 0-3 0,0 0 1 0,0 0-3 16,0 0 7-16,0 0 2 0,0 0-9 0,0 0 2 15,0 0 11-15,0 0-11 0,0 0 2 16,0 0 2-16,0 0-8 0,0 0 4 0,0 0 4 0,0 0-3 16,0 0 0-16,0 0 3 0,0 0 2 0,0 0-7 15,0 0 3-15,0 0-5 0,0 0 2 0,0 0 2 16,0 0-3-16,0 0 3 0,0 0-4 0,0 0 6 15,0 0-3-15,0 0 1 0,0 0-2 16,0 0 0-16,0 0-1 0,0 0 2 0,0 0 10 0,0 0-10 16,0 0 1-16,0 0 0 0,0 0-4 0,0 0 4 15,0 0-2-15,0 0 0 0,0 0 1 0,0 0 2 16,0 0-4-16,0 0 0 0,0 0 1 0,0 0 3 16,0 0-3-16,0 0 1 0,0 0-3 0,0 0 2 15,0 0 1-15,0 0-3 0,0 0 8 0,0 0-1 16,0 0 5-16,0 0-8 0,0 0-5 0,0 0 5 15,0 0 4-15,0 0 0 0,0 0-4 0,0 0-2 16,0 0-3-16,0 0 3 0,0 0-4 0,0 0 4 16,0 0-3-16,0 0 8 0,0 0-6 0,0 0 2 15,0 0 1-15,0 0-1 0,0 0 4 0,0 0-7 16,0 0 3-16,0 0-4 0,0 0-1 0,0 0-2 16,0 0-4-16,0 0-3 0,0 0-10 0,0 0-3 15,0 0-16-15,0 0-1 0,0 0 1 0,0 0-3 16,0 0-6-16,0 0 5 0,0 0-5 0,0 0-5 15,-25 18-12-15,25-18-2 0,-8 9-18 0,3-4-8 16,0 2-81-16,-3 1-191 0,2-1 84 0</inkml:trace>
  <inkml:trace contextRef="#ctx0" brushRef="#br0" timeOffset="24792.23">24332 11546 33 0,'-7'0'45'0,"-1"0"2"0,-2 4-9 15,2-1-2-15,-1-1 0 0,9-2-5 0,-15 4-5 0,9-1 0 16,-1-3 0-16,7 0-4 0,-13 6-3 16,8-3 8-16,5-3-8 0,-7 2-1 0,7-2 0 15,-6 4 4-15,6-4 1 0,0 0 2 0,0 0 1 16,0 0-10-16,-10 1-3 0,10-1 7 0,0 0-8 0,0 0 0 15,0 0 2-15,0 0 0 0,0 0-8 0,18 8 13 16,-10-7-7-16,4-1 3 0,0 2 5 16,2-1-9-16,4-2 12 0,2 1 2 0,1 0-12 15,7-2 6-15,3 2 9 0,-3 0 3 0,4-1-10 16,5-1-2-16,2 0 6 0,0-1 1 0,13-3-7 0,-13 5-2 16,0-2-3-16,12 1 7 0,-12 2-7 15,-1-3 5-15,1 1-7 0,-1 0 1 0,-1 4-2 0,-2-2 1 16,-2 0-3-16,0 2 1 0,1-2-1 0,-3 1-1 15,-2 2-12-15,2-3 11 0,-2 1-11 0,2 2 13 16,1 0-5-16,-3-3 3 0,0 3-5 0,5-2 1 16,3 2 0-16,-4-1 3 0,1-1-2 0,2-1-10 15,0-1 6-15,3-1 14 0,1 1-2 0,13-3-5 16,-1-1-1-16,-12 1 3 0,-1 0 0 0,1 0 5 16,0 0-6-16,-1-1 5 0,-5 0 2 0,4 2-12 15,-1-3 8-15,1 1 5 0,-1 0-1 0,3-1 3 16,-2 2-1-16,2 2 7 0,-3-1-5 0,1 1-4 15,-2 4-4-15,-3-4 4 0,-1 2-3 0,2 0-4 16,-1 0 8-16,-1 0-7 0,1 2 2 0,-1 0 0 16,2-2-2-16,0 1 5 0,1 1 0 0,-1-1 0 15,0 3 1-15,-1-3-4 0,1 2-3 0,2 0 3 16,3-3 6-16,-4 0 0 0,5 1-1 0,-2-1-1 16,16 0 3-16,-1-1 3 0,-15-2-6 0,0 4 1 15,1-2 7-15,1 1-1 0,0-3-2 0,0 1-1 16,11-1 3-16,-14 2-5 0,1 1-1 0,2-2 0 15,-4 0 0-15,0 1-1 0,-2-1-2 0,3 2-1 16,-5 0-5-16,5-2 6 0,-4 2-8 0,-1 0 3 16,-1 0 0-16,1-1 1 0,-3 2-3 0,4-1 6 15,1-1-8-15,-1-1 5 0,-1 2-6 0,-1 0 0 16,-2 0 0-16,1 0 0 0,-1 0 4 0,-1 2-5 16,0-4 7-16,-7 1-10 0,5 2 4 0,2-3-1 0,2 3 3 15,-9-1-7-15,9-4 7 0,-10 1-4 0,9 2 2 16,-7 0-1-16,0-1 1 0,-1-2-4 0,-1 4 2 15,0-3 1-15,0 0-1 0,0 1 6 0,-7 0-6 16,6 1-3-16,-5 0 4 0,4 1 3 0,-4-1-8 16,3 2 2-16,-3-3-1 0,4 0 3 0,-4 0-1 15,0 0 4-15,0 0-4 0,-1 0-4 0,-1-1 4 16,2 3-5-16,-1 0 3 0,0-3 0 0,0 3-2 16,6-1 4-16,-1 0 2 0,-2-2 1 0,1 2-3 15,2 1 3-15,-7-1-8 0,2 0 2 0,0 1 4 16,0-1-2-16,1 1 2 0,1 0 0 0,0 0 8 15,2 1-10-15,-1-1 0 0,2 1 0 0,-1 0 0 16,-2-1-5-16,2 0 6 0,-1 0-4 0,3 0 5 16,-3 2-5-16,1-3 4 0,2 2-2 0,-3 2 4 15,2-2-8-15,-1-1 6 0,2 1-1 0,0-2-3 16,-4 2 3-16,2-1-2 0,-4 2 5 0,3 0-2 16,-3-2-6-16,0 0 3 0,3 1-3 0,-2 1 4 15,-2 0 1-15,1-3-1 0,2 2 1 0,-3-1-4 16,-1 0 3-16,-1 0 2 0,2 2-7 0,-2-4 7 15,1 4-9-15,-1-1 5 0,2-1-3 0,1 1 7 16,-2-1-5-16,7 2-3 0,-2-1 0 0,2-2 7 0,1 2-3 16,-1 0-1-16,2-1-2 0,-3 0 1 15,1 0 0-15,-5 1-2 0,2-1 0 0,-4 1 4 0,2-2 3 16,-1 1-4-16,-1 0 0 0,0-1 5 0,2 1-1 16,-2-1 1-16,-2 2-5 0,1-1 0 15,-2-1-1-15,3 2 2 0,-3-2-3 0,-9 1 6 16,13-1 2-16,-7 3-7 0,-6-2 3 0,0 0 0 0,14 0 2 15,-14 0 1-15,6 0 1 0,-6 0-5 0,0 0 10 16,9-2-13-16,-9 2 12 0,0 0 0 16,0 0-4-16,0 0-2 0,0 0 2 0,0 0 2 15,9 1-7-15,-9-1 6 0,0 0 1 0,0 0 2 0,0 0-3 16,0 0-2-16,0 0 0 0,0 0-2 0,0 0 6 16,0 0-3-16,0 0 0 0,0 0 3 0,0 0-2 15,0 0-5-15,0 0 2 0,0 0 1 0,0 0 0 16,0 0 0-16,0 0-3 0,0 0 3 0,0 0 2 15,0 0-7-15,0 0 0 0,0 0 3 0,0 0 0 16,0 0-5-16,0 0 6 0,0 0-3 0,0 0 8 16,0 0-8-16,0 0 6 0,0 0-2 0,0 0 0 0,0 0 1 15,0 0 2-15,0 0-7 0,0 0 4 16,0 0-5-16,0 0 4 0,0 0 1 0,0 0-6 16,0 0 3-16,0 0 1 0,0 0-1 0,0 0-5 15,0 0 0-15,0 0-1 0,0 0-1 0,0 0 5 16,0 0-6-16,0 0 0 0,0 0-6 0,0 0 8 15,0 0-6-15,0 0 5 0,0 0 0 0,0 0-9 16,0 0 11-16,0 0-1 0,0 0 2 0,0 0-1 16,0 0 2-16,0 0 1 0,0 0-7 0,0 0 15 0,0 0-5 15,0 0-7-15,0 0 8 0,0 0 0 16,0 0-1-16,0 0 4 0,0 0 2 0,0 0-6 0,0 0-4 16,0 0 3-16,0 0-5 0,0 0 6 0,0 0 4 15,0 0 5-15,0 0-10 0,0 0 4 0,0 0 7 16,0 0-7-16,0 0-2 0,0 0-1 0,0 0 6 15,0 0-6-15,0 0 2 0,0 0 0 0,0 0-3 16,0 0 8-16,0 0-5 0,0 0 3 0,0 0-7 16,0 0 1-16,0 0-1 0,0 0 5 0,0 0 5 15,0 0 5-15,0 0-11 0,0 0-3 0,0 0 6 16,0 0 0-16,0 0-1 0,0 0-1 0,0 0-9 16,0 0 7-16,0 0 3 0,0 0-7 0,0 0 3 15,0 0 1-15,0 0 0 0,0 0 7 0,0 0-6 16,0 0 1-16,0 0-4 0,0 0 1 0,0 0-5 15,0 0 0-15,0 0-12 0,0 0 1 0,0 0 0 16,0 0-6-16,0 0-8 0,0 0-7 0,0 0-1 16,0 0-10-16,0 0-19 0,0 0-5 0,0 0 8 15,0 0-17-15,0 0-15 0,0 0-76 0,-24 7-188 16,15-3 84-16</inkml:trace>
  <inkml:trace contextRef="#ctx0" brushRef="#br0" timeOffset="26793.73">4751 12362 1 0,'10'4'34'0,"2"-1"6"16,1 1 3-16,7 0-10 0,0 0-3 0,0-2 2 15,9 2-6-15,-2-1-3 0,1 1 2 0,0-2-2 16,0 3-4-16,3-1 1 0,1-2 5 0,-1 1-7 16,2-1 6-16,0-1-5 0,-1 0 4 0,0 2-3 15,0-1 1-15,0 1-6 0,1 1 7 0,-2-3-1 16,1 2-4-16,-3-1-1 0,2 2-2 0,1 0 7 16,-2-1-8-16,2 0 2 0,0-3 10 0,-1 3-5 0,0-1-3 15,-1 1 1-15,5 1-7 0,-6-2 3 0,4 1 4 16,3 2-6-16,-4-1 5 0,1-1-3 15,2 1 0-15,-2-2 3 0,3 2 1 0,0 0-2 16,1-1 8-16,-2 0-15 0,1 0-1 0,0 0 1 16,1 1 0-16,-2 0 2 0,2 1 6 0,-3-1-5 0,3-1-1 15,-2-1 3-15,2 3-7 0,4-3 0 16,-2 1 2-16,0 1 1 0,14 2 2 0,-13-3-5 16,10 1 8-16,-11-1-5 0,12-1 5 0,-12 0-3 15,15 3 2-15,-15-1-1 0,12-1-4 0,-1 0 0 16,-10 0 2-16,-2 0-4 0,2 1 7 0,-1-1-15 0,15 1 9 15,-14-1-2-15,11-1 2 0,-12-1 0 0,14 2 0 16,3-2 0-16,-2 0-2 0,-2-1 9 16,1 0-7-16,0 1-4 0,-2 2 10 0,3-2-3 15,0-1 0-15,-2 3-2 0,-12-2 1 0,15 1-3 0,-2 0-2 16,0-2-6-16,0 1 6 0,0-1 0 0,-2 0 2 16,4 0 0-16,1-1 3 0,4-1-4 0,-4 2-3 15,1-2 3-15,1 2 2 0,1-2-3 16,-1-1 3-16,-1 3 5 0,2-3-3 0,-3 2-3 15,-3-1-2-15,2-1 1 0,-2 2 3 0,1 1-1 0,0-2 2 16,-2 0-6-16,-14 1 2 0,16 1 2 0,-2-2-5 16,-12 2 3-16,11 2 2 0,-11-2-7 0,-2 0 9 15,15 2-4-15,-14-1 3 0,1-1-7 16,-2 0 7-16,13 3-7 0,-14-1 4 0,-1-2 1 0,1 1 2 16,0 1-1-16,-1 1 7 0,2-2-12 0,-2 0 2 15,1 1 1-15,0-1-1 0,-3 0-1 0,-1 1 7 16,0-2-3-16,1 0 6 0,-3 0-4 0,-3 0 10 15,2 0-4-15,-9 0-2 0,2 0 0 0,-2 0 2 16,-3 0 5-16,1-2-3 0,-2 2 4 0,-2 0-6 16,-2-1-2-16,-1 1 7 0,0-1-3 0,-2 1-1 15,-10 0-6-15,14 0 5 0,-14 0-2 0,10 0 0 16,-10 0 5-16,9 0 12 0,-9 0 6 0,0 0 7 16,9 1 3-16,-9-1 6 0,0 0 0 0,0 0 0 15,0 0 0-15,0 0-5 0,9-3-1 0,-9 3-3 16,0 0-6-16,0 0-5 0,0 0-4 0,0 0-3 15,0 0-3-15,0 0-4 0,0 0-7 0,0 0-7 16,0 0-11-16,0 0-18 0,0 0-16 0,0 0-17 16,0 0-16-16,0 0-34 0,0 0-25 0,0 0-15 15,0 0-13-15,0 0-23 0,0 0-105 0,-18 14-311 16,8-10 139-16</inkml:trace>
  <inkml:trace contextRef="#ctx0" brushRef="#br0" timeOffset="31908.33">12770 13519 18 0,'0'0'23'16,"0"0"-1"-16,0 0 8 0,0 0-5 0,29 2-6 15,-16-2 1-15,6-2-1 0,2-1-2 16,6 1 1-16,3 0-6 0,-1 1 2 0,0-2 4 15,2-1-6-15,1 1-1 0,-1 1 1 0,1-2 1 0,1 2-5 16,-1 1 2-16,1 0-2 0,-1 0 1 0,1 0 2 16,-1 1 0-16,4 0 3 0,-2 1-5 15,2-1 2-15,4 1-4 0,10-1 4 0,-12 1 4 16,12-1 0-16,1 0-8 0,-10 1 4 0,10 1-4 16,0 1 4-16,-11-1-1 0,13 0-5 0,-15-2 6 0,14 2-6 15,2 2 1-15,-14-3 3 0,16-1-1 0,-2-1-8 16,1 0 4-16,4 2 1 0,0-1-4 15,3 0 0-15,2-1 6 0,-2-2-3 0,28 0 1 16,-30 2-2-16,3-1 0 0,0 2 3 0,1-1-6 16,-1-2-3-16,-1 3 14 0,1 0-8 0,5-1 0 0,-5 2 2 15,-1 2-4-15,4-2 2 0,-1 0-1 0,26 1-2 16,-30 2 3-16,-2-1-1 0,1 0-2 0,1 0-2 16,3 1 2-16,-4 0 3 0,3-2-2 0,-1 1 1 15,29 1 1-15,-31-1 0 0,3 0-3 16,2 0 6-16,0 0-5 0,2-1-3 0,23 0 4 15,-27 1-1-15,-2-3 5 0,2 0-8 0,-2 2 5 0,5-1-3 16,-1 1 7-16,1-2-4 0,-1 2-3 0,-1-1-2 16,3-1 4-16,-2 2-2 0,-1-2 5 15,0 4 1-15,-3-4 0 0,-1 2-3 0,0-4-2 16,-2 4 5-16,2-2-7 0,0-3 6 0,-3 4-2 16,-2-2 1-16,-1 2-1 0,0 1 1 0,-1-2 1 0,0 0-1 15,-2 3 2-15,1-3-3 0,-2 3 2 0,1 0-4 16,-12-2 1-16,-1 2 0 0,-2-3 1 0,-2 3 0 15,1-2-3-15,-2 1-3 0,0-1 4 0,-2 2-5 16,-1-2 3-16,-8 2-2 0,0 0-4 0,-4 1-4 16,0-2-7-16,-6 1-23 0,0 1-16 0,-1 1-39 15,-3-2-103-15,-8-3 47 0</inkml:trace>
  <inkml:trace contextRef="#ctx0" brushRef="#br0" timeOffset="46942.71">17854 16455 1 0,'0'0'7'0,"0"0"-1"16,22 22 2-16,-11-18-1 0,-4 1 1 0,3-2 0 15,1 1-5-15,2-2 1 0,-1 2 1 0,1 2-1 16,2-4 2-16,0 2-3 0,2 0 5 0,2-3-10 0,0 4 7 16,2-2-1-16,0 0 0 0,6 0 3 0,1 1 1 15,2-1-2-15,-1-2 2 0,4 0 2 16,-3 1-1-16,3 0 0 0,0-2 5 0,2 1-9 16,-1-1 3-16,3 0 1 0,3 0 2 0,-2 0-5 15,1-3 6-15,14 2-4 0,-13 0-2 0,11-3 5 16,0 3 0-16,2-3-3 0,-1 3 1 0,2 1-1 15,-17 0-4-15,15-3 1 0,-14 6 1 0,1-1 3 16,13 1-9-16,-14-2 9 0,14-1-5 0,-15 3-3 16,1-1 12-16,13-1-13 0,-13 3 12 0,16 0-12 15,-14 0 24-15,11-3-22 0,-13 3-4 16,13-1 8-16,-1 1-8 0,3-2 5 0,-1 1-6 0,-14 0 5 16,13 0 0-16,2-3-1 0,-3 1 5 0,5-1-4 15,-4 3-3-15,-12-3 6 0,15 0 3 0,-2 3-6 16,-1-3-4-16,-12 0 4 0,13 1-4 0,-13 0 2 15,0-2 4-15,12-2-4 0,-11 3-4 0,11-1 7 16,-14-2 0-16,0 2-3 0,2 0 3 0,-2-1-2 16,0 0 7-16,-1 2-6 0,-3-1 4 15,1 1-7-15,0-3 4 0,-4 3-2 0,1 1-2 16,-4-2 3-16,-6 1 5 0,0 0-7 0,-5 0-3 16,2 0 3-16,-6 1 13 0,-12-1-15 0,16 0 8 15,-16 0 1-15,12 2 11 0,-12-2-5 0,0 0 26 0,12-2-12 16,-12 2-1-16,0 0 0 0,0 0-6 0,12 2 7 15,-12-2-11-15,0 0 12 0,0 0-6 0,0 0 1 16,0 0-8-16,0 0-1 0,0 0-2 0,0 0-3 16,0 0-1-16,0 0-1 0,0 0-6 15,13-2-1-15,-13 2-5 0,0 0-3 0,0 0-9 16,9 5-7-16,-9-5-13 0,9 4-10 0,-9-4-9 16,10 8-45-16,-5-3-109 0,-5-5 49 0</inkml:trace>
  <inkml:trace contextRef="#ctx0" brushRef="#br0" timeOffset="50390.81">11597 17628 3 0,'0'0'53'16,"-8"-6"0"-16,8 6-2 0,-8-6-6 0,8 6 3 15,0 0 0-15,-9-7-6 0,9 7 3 0,0 0-3 16,0 0 0-16,-12-4 2 0,12 4-7 0,0 0-3 15,0 0-5-15,0 0-3 0,0 0-3 0,0 0-13 16,-6-5 19-16,6 5-13 0,0 0-10 0,0 0-2 16,0 0 6-16,0 0 11 0,0 0-14 0,0 0 5 15,0 0 8-15,0 0-4 0,33 11-4 0,-20-6 3 16,4-2-11-16,1 0 16 0,2 0 25 0,9 1-23 16,-2 0-7-16,0-1 9 0,1 2-10 0,-1-3 10 15,2 3 6-15,2 0-8 0,2-3-1 0,3 1 1 16,15 5 0-16,-14-4-1 0,15 3 6 15,-12-4 3-15,10 0-8 0,-12 0 8 0,16 1-5 16,1 1 4-16,-3-4-2 0,5 0-1 0,1 0-6 0,-4-2 4 16,2 2-8-16,4-3 0 0,1 2 1 15,2 0 6-15,0-5-16 0,2 3 14 0,1-6-8 16,-1 4 5-16,0 1-2 0,0-1 2 0,23-1 1 0,-30-2 1 16,3 3 5-16,0 1 4 0,-1-5-11 15,1 3 0-15,2 2 2 0,-3-3 4 0,-2 7-6 16,-4 3-1-16,4-7 0 0,-5 2-2 0,-2 2-1 15,-11-1 1-15,-1 2-3 0,13-4 2 0,-13 5-2 16,-1 1 2-16,3-1-4 0,-3-3-1 0,-1 4-4 0,-2-1 4 16,-1 0 5-16,1 0-3 0,-1 0-2 15,1 0 0-15,-4-1 3 0,-1-1 6 0,-1 2-1 16,-3 0 3-16,-4-2-5 0,5 1 1 0,-8 0-2 16,3 1 3-16,-2 0 3 0,-2-2-6 0,0 5 7 15,0-5-5-15,-6 1-6 0,5 2 2 0,-6-2 0 16,-1 1-4-16,1 1-2 0,-2 0 2 0,-1-3 3 15,2 0 9-15,-1 1-1 0,-2-1-2 0,-1 0-1 16,-6-1 0-16,14 0 0 0,-5 2 4 0,-9-2-11 16,12 1 4-16,-4-2-4 0,-8 1-1 0,9 0 1 15,-9 0 1-15,11 0-6 0,-11 0 0 16,13-2 0-16,-13 2 0 0,12 0-2 0,-12 0-3 16,10 2-4-16,-5 0 6 0,-5-2-3 0,9 2-3 0,-9-2 1 15,5 3 0-15,-5-3-1 0,10 3 0 0,-10-3-2 16,9 5-21-16,-9-5-15 0,8 4-3 15,-8-4-8-15,8 7-21 0,-8-7-2 0,10 8-22 16,-10-8-14-16,9 7-22 0,-4-3-26 0,-5-4-101 0,6 7-283 16,-6-7 124-16</inkml:trace>
  <inkml:trace contextRef="#ctx0" brushRef="#br0" timeOffset="51014.75">16083 17213 84 0,'0'0'90'0,"0"0"2"0,0 0-21 15,0 0-13-15,0 0 1 0,10-5-6 0,-10 5-6 16,0 0 4-16,0 0 11 0,0 0-20 0,0 0 6 15,0 0 8-15,0 0-3 0,0 0 1 0,13 21-13 16,-11-16 3-16,-2-5 1 0,0 0-6 0,4 17 0 16,-4-17-7-16,0 0-11 0,0 0 5 0,0 0-5 0,0 16 7 15,0-16-5-15,0 0-2 0,0 0 22 16,0 8-11-16,0-8 17 0,0 0-4 0,0 0-3 16,0 0-2-16,0 0-1 0,0 0-8 0,0 0 1 15,0 0-8-15,23-24 1 0,-11 15-6 0,2-4-7 16,6-3 4-16,6 1-9 0,3-3-4 0,17-5-12 15,2 1-14-15,5 0-6 0,6-2-17 0,29-20-25 16,-2 11-35-16,-2-3-36 0,2 0-81 0,1-6-240 16,0 0 106-16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23:05.430"/>
    </inkml:context>
    <inkml:brush xml:id="br0">
      <inkml:brushProperty name="width" value="0.05292" units="cm"/>
      <inkml:brushProperty name="height" value="0.05292" units="cm"/>
      <inkml:brushProperty name="color" value="#FF0000"/>
    </inkml:brush>
  </inkml:definitions>
  <inkml:trace contextRef="#ctx0" brushRef="#br0">8621 12681 25 0,'-9'5'31'0,"3"-3"-13"0,6-2 6 0,-12 5-5 15,7-3-1-15,-2 1 7 0,7-3 0 0,-12 7-8 16,5-5 6-16,2 2-3 0,5-4-2 0,-9 3 3 16,9-3-7-16,-7 4-3 0,7-4 4 0,0 0-6 15,-5 5 3-15,5-5 0 0,0 0 6 0,0 0 5 16,0 0-8-16,0 0 2 0,12 8-5 0,-12-8 1 16,11 3 3-16,-1-1 5 0,2-2-4 0,1 1 3 15,5-2 0-15,0-1-3 0,4 1-1 0,6-1 4 16,0 1-2-16,0-3 1 0,2 1 0 0,-2 1 3 15,-1-1-7-15,2 0 3 0,0 1 1 0,2-2-3 16,2 2 4-16,3-2 6 0,2-1-4 0,16 0 3 16,-1-1 0-16,-2 1-3 0,2-1 3 0,-2 2-8 15,0 0 6-15,6 0-8 0,0-1 3 0,-2 1-1 16,2 1-1-16,0 1 0 0,2-2 2 0,-6 1-6 16,5 0-5-16,-3-2 5 0,2 3-5 0,2-3 8 15,0 4-6-15,-2-2 2 0,0 1-3 0,0-1-2 16,1 1 4-16,-1 2 2 0,0-1-5 0,0-1 9 15,0 2-10-15,-2-1 8 0,-3-1-2 16,0 4 1-16,-12-2-3 0,11 1 1 0,-12-1-6 0,14 2 5 16,-2 0-7-16,-13-1 3 0,-1 2 1 0,4-1 9 15,-1 1-11-15,-1-2 12 0,-2 1-2 0,2-1 1 16,-4 1 1-16,-1 0 3 0,-4 2-12 0,0-3 7 16,-10 2 0-16,2-1 0 0,-3 0 11 0,-1 0-12 0,-5-2-5 15,-2 1 1-15,0-1-2 0,-3 0-3 16,-8 0 0-16,13 0 4 0,-13 0 8 0,7 2-2 15,-7-2 2-15,0 0 1 0,11 0 1 0,-11 0-5 16,0 0 1-16,0 0-2 0,9 2 1 0,-9-2-18 0,0 0-11 16,0 0-31-16,0 0-34 0,0 0-20 15,3 5-7-15,-3-5-19 0,0 0-73 0,0 12-215 16,0-12 95-16</inkml:trace>
  <inkml:trace contextRef="#ctx0" brushRef="#br0" timeOffset="570.26">13398 12815 90 0,'-9'-2'81'0,"9"2"-19"15,0 0 4-15,0 0-9 0,0 0 0 0,0 0-14 16,0 0 10-16,0 0-16 0,0 0 10 0,45 4-4 16,-18-4-15-16,2 0-8 0,3-2 11 0,3 0 0 15,3 0 1-15,14-1 1 0,-14 0 2 0,17-1-5 16,-1 1 9-16,2-4 4 0,2 2 5 0,-2-2-10 16,4-1 5-16,-1 2 1 0,0-3-1 0,-3 2-9 15,-2 2 6-15,-3 0-2 0,-10 2-4 0,10-3 2 16,-12 3-4-16,-1 1-8 0,0-1 8 0,-1 0 10 15,1 1-13-15,-5-2-3 0,-1 3-4 0,-1-2-6 16,0 1 5-16,-3 0-7 0,-11 1 7 0,-3 0-9 16,-1-1 1-16,-4 1 0 0,0-1 4 0,-9 2 1 15,12 0 6-15,-12 0 5 0,8 0 4 0,-8 0 2 16,0 0-1-16,11-2-3 0,-11 2-3 0,0 0-4 16,0 0-1-16,0 0 6 0,0 0-15 0,0 0-10 15,0 0-15-15,0 0-24 0,0 0-14 0,0 0-26 0,0 0-11 16,0 0-19-16,0 0-7 0,0 0-14 15,0 0-111-15,-15 15-255 0,15-15 113 0</inkml:trace>
  <inkml:trace contextRef="#ctx0" brushRef="#br0" timeOffset="1139.72">16328 12758 95 0,'0'0'99'0,"-13"-3"-15"16,13 3 4-16,-11 0-5 0,11 0-14 0,-10 0-5 0,10 0-3 16,0 0-18-16,-8-1 5 0,8 1-6 0,0 0-8 15,0 0-2-15,0 0 0 0,0 0-7 0,0 0-1 16,0 0-8-16,0 0 13 0,27 4 2 0,-9-4 0 16,10 1-2-16,4-1 1 0,1-1-4 0,3 1-4 15,3-3 8-15,13 3 6 0,1-1 2 0,2 0 4 16,7-2-4-16,2 1 10 0,29-5-15 0,-31 2 8 15,4 1-9-15,-1 2 2 0,1-2-5 0,25 1 0 16,-30 2-3-16,1-2 5 0,-1 2-10 0,-2 0 0 16,1 2-7-16,3-1 3 0,-1 1-4 0,2-2-2 15,0 5 2-15,1-3 4 0,-6 0-9 0,6 1 2 16,-5-1 0-16,-2-1-3 0,-5 2 6 0,2-1 1 16,-15 1-1-16,-2-2 0 0,3 2 2 0,-3 0 2 15,-3 1-2-15,-2-3 2 0,1 0-6 0,-8 0 3 16,-3 1 6-16,-6-1-6 0,-3 1 5 0,-4-1-5 15,-1 2 2-15,-3-2 4 0,-6 0-7 0,13 0 4 16,-13 0 3-16,8 0-1 0,-8 0 3 0,0 0-5 16,10-2-5-16,-10 2-1 0,0 0-8 0,0 0-15 15,0 0-18-15,7 3-19 0,-7-3-26 0,0 0-45 16,0 0-8-16,0 0-26 0,0 0-113 0,-27 9-288 16,23-8 128-16</inkml:trace>
  <inkml:trace contextRef="#ctx0" brushRef="#br0" timeOffset="1681.66">20562 12826 25 0,'-12'-1'106'0,"1"-2"-3"0,2 2-2 0,2 0-6 15,7 1-3-15,-11-2-6 0,11 2-5 0,-7 0-6 16,7 0-16-16,0 0-13 0,0 0 2 0,0 0-3 16,0 0 1-16,0 0 1 0,37-9-2 0,-6 7-2 15,3 0-10-15,17-3-2 0,3 1 2 0,-2 2 1 16,3-2 2-16,0-1 1 0,1 2 12 0,-3 0-9 16,2 0-3-16,0 0-1 0,-2-2 3 0,1 0-3 15,-3 4 1-15,-12-3 6 0,13 1-4 0,-15 1 1 16,1-2 2-16,-1 1-2 0,-2 0-5 0,-5 1-2 0,-3 1-1 15,-7 0-3-15,-3 1-1 0,-4-2-3 16,-1 1 2-16,-6-1-1 0,-6 2 11 0,12-1 5 16,-12 1-3-16,11-1-2 0,-11 1 5 0,0 0-6 15,4-3-4-15,-4 3-6 0,0 0 1 0,0 0-4 16,0 0-2-16,0 0-3 0,0 0-9 0,0 0-20 16,0 0-22-16,0 0-21 0,0 0-31 0,0 0-4 15,0 0-13-15,0 0-16 0,-28 1-16 0,23 5-11 16,0 1-19-16,-3-2-89 0,5 1-273 0,3-6 121 0</inkml:trace>
  <inkml:trace contextRef="#ctx0" brushRef="#br0" timeOffset="2236.55">24426 12817 104 0,'0'0'120'0,"-5"-3"-18"0,5 3 8 0,-6-3-9 16,6 3-5-16,0 0-9 0,-7-4-7 0,7 4-11 0,0 0-4 15,0 0-9-15,0 0-11 0,0 0-2 0,0 0-6 16,0 0-4-16,0 0 1 0,24-4-6 0,-5 2-1 16,11 2 1-16,3-1-12 0,5-1 3 0,13 2 2 15,4-2-2-15,0 1-16 0,3 0 18 0,1-3 1 16,6 3-3-16,2-2 4 0,28-1 1 0,-3 1 2 15,1 0 6-15,1 0 0 0,-31 2 0 0,27-4 0 16,-27 5 1-16,2-1-4 0,2-2 0 0,23 2-2 16,-32-1 0-16,1 4 7 0,4-5-9 0,-10 0-1 15,-1 5-1-15,0-2-2 0,-16 0 2 0,-1 0-1 16,-3-2-3-16,-11 2 1 0,1 2-1 0,-9-2-4 16,-2 0-2-16,-1 0-1 0,-2 0-1 0,-8 0 1 0,11 0-3 15,-11 0 2-15,8 0 2 0,-8 0-3 16,0 0 0-16,9 0-2 0,-9 0-7 0,0 0-1 15,0 0-9-15,0 0-5 0,0 0-14 0,0 0-11 16,0 0-15-16,0 0-10 0,0 0-21 0,0 0-18 16,-17 13-17-16,11-9-23 0,-3 0-99 0,2-2-261 15,7-2 116-15</inkml:trace>
  <inkml:trace contextRef="#ctx0" brushRef="#br0" timeOffset="3805.17">27788 12749 16 0,'0'0'69'16,"0"0"0"-16,-4-5-7 0,4 5-2 0,0 0-7 15,-9-1-1-15,9 1-1 0,-6-4-9 0,6 4 1 16,0 0-5-16,-10-3-5 0,10 3 1 0,-7-2 0 16,7 2-9-16,-9-1-1 0,9 1 3 0,0 0-8 15,-14-1 4-15,14 1-6 0,-10 0 11 0,10 0-8 16,-13 0 0-16,13 0 4 0,-15 0 4 0,5 1-13 16,-2-1-7-16,4 0 6 0,-3 1 2 0,-1 1 13 15,1-1-4-15,2 1-2 0,0-1-1 0,9-1-7 16,-12 0-7-16,12 0 4 0,-10 1-2 0,10-1 3 15,0 0-5-15,-10 2-5 0,10-2 0 0,0 0 7 16,0 0 17-16,25 5-4 0,-3-3 8 0,12-1 1 16,6 2-1-16,14 1-9 0,3-6 7 0,2 4-12 15,3-4 10-15,1 2-10 0,0 0 11 0,0-1 0 0,-2-1-4 16,1 0-2-16,-2 0 10 0,-2-3-2 16,-1 4 3-16,-5 1-7 0,-1-3 12 0,-11 0-5 0,-3 2 6 15,-1-3 0-15,-3 2-8 0,-5 1-1 16,-1-2 0-16,-7 2 3 0,1 0-2 0,-8 0-2 0,0-1 1 15,-1 2 1-15,-2-2-4 0,-2 1 7 0,-8 1 5 16,10 0 1-16,-10 0-2 0,9-1 1 0,-9 1-1 16,0 0 0-16,12 0-6 0,-12 0 1 15,0 0-5-15,0 0-5 0,0 0 3 0,0 0-6 0,0 0-4 16,0 0 2-16,0 0-3 0,6-3-1 0,-6 3 0 16,0 0-2-16,0 0-6 0,0 0 2 0,0 0 0 15,0 0-4-15,0 0 1 0,0 0 1 16,0 0-4-16,0 0 4 0,0 0-2 0,0 0 0 0,0 0-1 15,0 0-9-15,0 0 7 0,0 0 3 0,0 0-1 16,0 0 1-16,0 0-3 0,0 0 1 0,0 0-2 16,0 0-2-16,9-1 4 0,-9 1 0 0,0 0-6 15,0 0 6-15,0 0-2 0,0 0 2 16,0 0 1-16,0 0-2 0,0 0 0 0,0 0 1 0,0 0 1 16,0 0 2-16,0 0-1 0,0 0 1 0,0 0-2 15,0 0 1-15,0 0 4 0,0 0-3 0,0 0-2 16,0 0-3-16,0 0-1 0,0 0 4 0,0 0 3 15,0 0-6-15,0 0 0 0,0 0 2 0,0 0 1 16,0 0-3-16,0 0 0 0,0 0 2 0,0 0-4 16,0 0 1-16,0 0 3 0,0 0-2 0,0 0-4 15,0 0 5-15,0 0 0 0,0 0 0 0,0 0-4 16,0 0 2-16,0 0 0 0,0 0 3 0,0 0-1 16,0 0-2-16,0 0 2 0,0 0 1 0,0 0 0 15,0 0-4-15,0 0 0 0,0 0 5 0,0 0-3 16,0 0 1-16,0 0-2 0,0 0 2 0,0 0 0 15,0 0-2-15,0 0 1 0,0 0-1 0,0 0 1 16,0 0 4-16,0 0-4 0,0 0 6 0,0 0-3 16,0 0-1-16,0 0-1 0,0 0-1 0,0 0 3 15,0 0-2-15,0 0 0 0,0-8 2 0,0 8-1 0,0 0-2 16,0 0 0-16,0 0 4 0,0 0-5 16,0 0 3-16,0 0-1 0,0 0 1 0,0 0-1 0,0 0-4 15,0 0 2-15,0 0 2 0,0 0-5 16,0 0 6-16,0 0-3 0,0 0-1 0,0 0 1 0,0 0-1 15,0 0-1-15,0 0 4 0,0 0-3 0,0 0 0 16,0 0 0-16,0 0 1 0,0 0 3 0,0 0-4 16,0 0 2-16,0 0 2 0,0 0-1 0,0 0-1 15,0 0-2-15,0 0 4 0,0 0-4 16,0 0 6-16,0 0-6 0,0 0 1 0,0 0 1 0,0 0 1 16,0 0-1-16,0 0 0 0,0 0 1 0,0 0 0 15,0 0-3-15,0 0 0 0,0 0 1 16,0 0 3-16,0 0-3 0,0 0 0 0,0 0-1 15,0 0 2-15,0 0 0 0,0 0-2 0,0 0 4 0,0 0-5 16,0 0 4-16,0 0 3 0,0 0-6 0,0 0 2 16,0 0 0-16,0 0-1 0,0 0-2 0,0 0 3 15,0 0 1-15,0 0-3 0,0 0 1 0,0 0 4 16,0 0-3-16,0 0-1 0,0 0 0 0,0 0 3 16,0 0-2-16,0 0 0 0,0 0-1 0,0 0 5 15,0 0-7-15,0 0 5 0,0 0-1 0,0 0 0 16,0 0-2-16,0 0 2 0,0 0-1 0,0 0 1 15,0 0-1-15,0 0 3 0,0 0-1 0,0 0 0 16,0 0 3-16,0 0-3 0,0 0-2 0,0 0-2 16,0 0-10-16,0 0-2 0,0 0-9 0,0 0-2 15,0 0-5-15,0-9-3 0,0 9-5 0,0 0 0 16,0 0-13-16,0 0-11 0,0 0-4 0,0 0-14 16,0 0-9-16,0 0-17 0,0 0-3 0,0 0-7 15,0 0-8-15,0 0-3 0,0 0-4 0,-17-2 7 16,17 2-97-16,-21 4-237 0,5-1 106 0</inkml:trace>
  <inkml:trace contextRef="#ctx0" brushRef="#br0" timeOffset="6878.84">26272 14767 8 0,'0'0'73'0,"16"0"0"0,-5 0-7 15,8-1 3-15,-2 2-7 0,6-2-9 0,4-3 9 16,2 4-8-16,1 1-10 0,3-2-7 0,1 1 2 16,1 1-6-16,-1-1 3 0,2 0-12 0,5-2 6 15,-3 2 2-15,-2 0-6 0,4 0-6 0,-4 0 3 16,0 0-4-16,0-2-1 0,-2 1-6 0,4-2 2 15,-7 3 2-15,0 0 7 0,1 0-7 0,-1-1 8 16,-2 1-3-16,-1 1 6 0,1-1-8 0,0 2 6 16,-2-4 8-16,-9 0-21 0,4 2 7 0,-3-1 6 15,0-1-5-15,0 2 0 0,-6 0-3 0,3 0 6 16,-3 0-1-16,-1 0 5 0,-2 0-6 0,0-1-1 16,-1 0 2-16,-9 1-1 0,11 0-2 0,-11 0-2 15,11 0-1-15,-11 0-4 0,0 0 8 0,10-1 0 16,-10 1 4-16,0 0-18 0,0 0 4 0,0 0 4 15,0 0-5-15,8-2 0 0,-8 2 0 0,0 0 3 16,0 0-15-16,0 0 8 0,0 0-11 0,0 0-4 16,0 0-19-16,0 0-13 0,0 0-19 0,0 0-11 15,0 0-11-15,0 0-22 0,-29 3-8 0,18-2-67 16,-3 0-195-16,1-1 86 0</inkml:trace>
  <inkml:trace contextRef="#ctx0" brushRef="#br0" timeOffset="9661.62">7918 15896 26 0,'0'0'31'15,"0"0"-4"-15,0 0-5 0,18-1-1 0,-18 1 1 16,14-4 4-16,-5 3 3 0,2-1-7 0,1-1 5 16,2 1-4-16,-1 0-6 0,3 0 10 0,1-1-7 15,1 2 0-15,1-1 11 0,1 0-9 0,2 0 3 16,8-1-2-16,-2 0-4 0,-3 1-4 0,6 1 2 16,0-1 3-16,-1 0-2 0,4 0 7 0,1 1-3 15,1 1-1-15,2 1-7 0,-2-2 6 0,3 1 3 16,13 0-6-16,-14 0 0 0,2 1-3 0,0 3 3 15,13-4 1-15,-14 3 20 0,14-1-18 0,-2 1-4 16,3 0 5-16,-2-2 1 0,5 0 1 0,-4-1 4 16,1 0 2-16,1 0-10 0,2-1 7 0,1 1-1 15,1-1-9-15,-3 2 8 0,2 0-8 0,0-1 1 16,0 0 4-16,-2 0-3 0,-1 1-6 0,-1 0 0 16,2 1 4-16,-2-2-10 0,2 0 8 0,1-2 0 15,-3 4 6-15,2-4-8 0,2 5 4 0,-2-4 0 16,4 1 0-16,-3 0 3 0,1 1 1 0,-2-1-4 15,2 0 4-15,-2 0-2 0,-2 0 1 0,2-1 0 16,-2-1 2-16,4 2 1 0,0-1-1 0,-2-1 2 16,2 2-2-16,-2-1-4 0,5-1 6 15,-2 1-5-15,-3 1-1 0,-1-3 0 0,3 2 3 16,-2 0-6-16,-4 0 4 0,1 0-2 0,3 0-2 0,-16-3 6 16,17 4-7-16,-2-1 0 0,-3-1-2 0,0 2 0 15,-13-1 2-15,14-2 4 0,0 1-5 16,-2 1-3-16,-11-2-1 0,14 3-1 0,-16-3 0 15,0-1 4-15,2 4-1 0,-4-2 7 0,3 0-10 16,-3 1 4-16,0-2 0 0,0 2-2 0,-2-2 2 16,4 3-2-16,-2-3 7 0,2 1-12 0,1-2 7 15,-5 2 1-15,5-4 0 0,-3 5-1 0,0-1-1 0,3-2 1 16,-1 0-3-16,-2 2-2 0,-1-4-1 0,3 3 4 16,-1 0-5-16,-5-1 3 0,3-2 2 0,1 2 2 15,-2-1-2-15,-1 2-4 0,-1-1 6 0,1 0-3 16,-1 1 0-16,2-1-1 0,-3 1 3 15,0 1-1-15,1 1 0 0,1-1-3 0,-1-2 5 16,5 3-3-16,-4-2 1 0,3 2-3 0,0-2 2 0,-1 3-3 16,-1 0 1-16,0 0 4 0,-3-2-5 15,3 2 0-15,-5-3 0 0,-2 3-2 0,2-2-2 16,-10 2 4-16,3-3-1 0,-4 2-2 0,-4 0 2 16,3-1 1-16,1 1-1 0,-2-1 2 0,2 1 2 15,-5 0 0-15,-3 0 4 0,-3 1-1 0,-7 0 0 16,12-1-7-16,-12 1 6 0,12-1 2 0,-12 1 0 15,7-2 2-15,-7 2 11 0,0 0-4 0,0 0 1 16,0 0 2-16,9 2 5 0,-9-2 0 0,0 0 3 16,0 0-2-16,0 0 2 0,0 0-1 0,0 0-3 15,0 0 4-15,0 0-5 0,0 0-3 0,0 0 5 16,0 0-5-16,0 0-1 0,0 0 1 0,0 0-1 16,0 0 0-16,8 0 2 0,-8 0 0 0,0 0-5 15,0 0 2-15,0 0-2 0,0 0-3 0,0 0 2 16,0 0-5-16,0 0-2 0,0 0 1 0,0 0-4 15,0 0-1-15,0 0 2 0,0 0-2 0,0 0-4 16,0 0 1-16,0 0 1 0,0 0-4 0,0 0-1 16,0 0 4-16,0 0-4 0,0 0 3 0,0 0-3 15,0 0 1-15,0 0-2 0,0 0 2 0,0 0-1 16,0 0 0-16,0 0 4 0,0 0-3 0,0 0 0 16,0 0 2-16,0 0-1 0,0 0-1 0,0 0 0 15,0 0 1-15,0 0 0 0,0 0 1 0,0 0-2 16,0 0-1-16,0 0-1 0,0 0 2 0,0 0-2 15,0 0 1-15,0 0-3 0,0 0 1 0,0 0 0 16,0 0 5-16,0 0-3 0,0 0 0 0,0 0 0 16,0 0 0-16,0 0-3 0,0 0 0 0,0 0 0 15,0 0 1-15,0 0 1 0,0 0 0 0,0 0-2 16,0 0 1-16,0 0 0 0,0 0-2 16,0 0-1-16,0 0 6 0,0 0-3 0,0 0-1 0,0 0-3 15,0 0 4-15,0 0 4 0,0 0-3 0,0 0-1 16,0 0 0-16,0 0 0 0,0 0 0 0,0 0-1 15,0 0 3-15,0 0-1 0,0 0-1 0,0 0 2 16,0 0 1-16,0 0-1 0,0 0-3 16,0 0 2-16,0 0 2 0,0 0-2 0,0 0 2 0,0 0-2 15,0 0 1-15,0 0-3 0,0 0 7 0,0 0-3 16,0 0-4-16,0 0 4 0,0 0-1 0,0 0 0 16,0 0 3-16,0 0 2 0,0 0 2 0,0 0-2 15,0 0 2-15,0 0 1 0,0 0 2 0,0 0 0 16,0 0 1-16,0 0-1 0,0 0-3 15,0 0 9-15,0 0 2 0,0 0-1 0,0 0 1 16,0 0 5-16,0 0 1 0,0 0-3 0,0 0 3 16,0 0-2-16,0 0 2 0,0 0-3 0,0 0 0 0,0 0-3 15,0 0-3-15,0 0 5 0,0 0-4 0,0 0-7 16,0 0 1-16,0 0 0 0,0 0 1 16,0 0-3-16,0 0-3 0,0 0 1 0,0 0 5 15,0 0-4-15,0 0-8 0,0 0 3 0,0 0 0 16,0 0 0-16,0 0-1 0,0 0-2 0,0 0 6 15,0 0-3-15,0 0-1 0,0 0-4 0,0 0 1 16,0 0 1-16,0 0 2 0,0 0-3 0,0 0 2 0,0 0-4 16,0 0 5-16,0 0 0 0,0 0 1 15,0 0-3-15,0 0 4 0,0 0-2 0,0 0-2 16,0 0-2-16,0 0-8 0,0 0 10 0,0 0 3 16,0 0 1-16,0 0 0 0,0 0-2 0,0 0-1 15,0 0-2-15,0 0 3 0,0 0 4 0,0 0-7 16,0 0 4-16,0 0-1 0,0 0 4 0,0 0-6 15,0 0-5-15,0 0 6 0,0 0-2 0,0 0 5 16,0 0-5-16,0 0 0 0,0 0 2 0,0 0-2 16,0 0-13-16,0 0 20 0,0 0-8 0,0 0 0 15,0 0-1-15,0 0 17 0,0 0-14 0,0 0-1 16,0 0 2-16,0 0-4 0,0 0 4 0,0 0-3 16,0 0 2-16,0 0 0 0,0 0 0 0,0 0 0 15,0 0-4-15,0 0 4 0,0 0-3 0,0 0 3 16,0 0-3-16,0 0 2 0,0 0 0 0,0 0 2 15,0 0-2-15,0 0 2 0,0 0 0 0,0 0-2 16,0 0 3-16,0 0-2 0,0 0-1 0,0 0 5 16,0 0-3-16,0 0-5 0,0 0-2 0,0 0 7 15,0 0-4-15,0 0 3 0,0 0 0 0,0 0 1 16,0 0 1-16,0 0-2 0,0 0-1 0,0 0-1 16,0 0 2-16,0 0 4 0,0 0-2 0,0 0 0 15,0 0-1-15,0 0-1 0,0 0 2 0,0 0-12 16,0 0 12-16,0 0 1 0,0 0-15 0,0 0 11 15,0 0 3-15,0 0 1 0,0 0-6 0,0 0-1 16,0 0-11-16,0 0 19 0,0 0-2 0,0 0 3 16,0 0-2-16,0 0-1 0,0 0-10 0,0 0-9 15,0 0-12-15,0 0-14 0,0 0-21 0,0 0-17 16,0 0-19-16,0 0-23 0,0 0-22 0,0 0-31 16,0 0-30-16,0 0-7 0,0 0-12 0,0 0-158 15,0 0-416-15,0 0 185 0</inkml:trace>
  <inkml:trace contextRef="#ctx0" brushRef="#br0" timeOffset="17196.4">25079 15980 21 0,'0'0'55'15,"0"0"-2"-15,0 0 1 0,0 0-26 0,0 0 7 16,25-5 0-16,-25 5-6 0,12-3 3 0,-6 3-11 16,3-1-1-16,-9 1-1 0,17 0-3 0,-4-1-1 15,-1 1-4-15,9 0 1 0,-2 1-3 0,10-1 2 16,-3-1 8-16,3 1-13 0,1 0 1 0,-1 0-3 15,4-2 2-15,-2 1-1 0,1 2 6 0,0-2-2 16,4 1-7-16,-2 1 2 0,1-1-6 16,-1 2 13-16,4-2-6 0,0 0 0 0,3 0-2 0,10 2-4 15,1-1 5-15,0 1 7 0,-14-1-7 0,14 0-3 16,-12 1 0-16,14-1-4 0,-1 0 3 0,4-1 11 16,-3 2 0-16,5-6-2 0,1 4 4 0,-3-3-1 15,3 4-2-15,-1-1-1 0,1 2 5 0,-1-2-2 16,2 2-6-16,-6 1 1 0,5 0-5 0,-1-1 13 15,6 2-8-15,-7-2 13 0,1 3 10 0,0-2-18 16,-1-1 5-16,5 2-9 0,2-2 2 0,-2 2-2 16,4-4 1-16,-4 3-1 0,31-1 3 0,-33 0 5 15,2 0-11-15,0-4 10 0,3 2-7 0,-2 0 6 16,27 0-6-16,-34 0-3 0,9 0-1 0,21-1 13 16,-21 0-3-16,-2 1 6 0,25-2-1 0,-26 2 3 15,2-3-5-15,26 3 4 0,-27-2 4 0,-4-2-5 16,3 6 4-16,0-4-11 0,-1 2 0 0,-1 0-1 15,0-3 9-15,-2 2-3 0,-1-2-5 0,-7 3 0 16,-13-2 0-16,1-1 2 0,-1-1-7 0,-1 1 12 16,-1 2 0-16,-4-3 2 0,-1 4-4 0,-1-1 5 15,-2 0-2-15,-6-1-2 0,-2 2-3 0,-2-2-4 16,-4 2-4-16,4-2 3 0,0 2 1 0,-8 0 2 16,2 2-8-16,-6-4-5 0,-6 2-8 0,13 0-9 15,-13 0-4-15,8 2-4 0,-8-2-7 0,0 0-12 16,0 0-8-16,0 0-9 0,0 0-27 0,0 0 1 15,-30 4-93-15,12-2-193 0,-10-3 85 0</inkml:trace>
  <inkml:trace contextRef="#ctx0" brushRef="#br0" timeOffset="18691.58">7360 16771 11 0,'20'-4'51'0,"-3"3"-3"0,11 0 5 16,1-3-18-16,-1 1 0 0,-6 3-1 0,6 0-6 16,-1 0 0-16,4 0-5 0,-2 2-1 0,3 1-1 0,-1 1 1 15,-1-1-1-15,1 1 3 0,3 1 3 16,0-1-1-16,1 1-3 0,4-2-5 0,0 2 9 15,1-2-5-15,11 3-8 0,-11 0-3 0,14-2 9 16,-5 1 0-16,5 0-3 0,-2-3 8 0,1 5-2 16,3-7 9-16,0 3-14 0,2-2 11 0,-1-1-7 15,1 2 6-15,3-1-11 0,2 1 2 0,-2-1-4 16,0 2-1-16,-2-1 14 0,3-3-12 0,2 4 4 16,-1-3-2-16,27 3 0 0,-29-3-1 0,1 0 3 15,30 3-3-15,-29 1 4 0,27 0-4 0,-27-2-1 16,-1 1-3-16,5-2-1 0,23 4-3 0,-27-5 4 15,0-1 0-15,27 5 3 0,-23-6 1 0,22 2-6 16,-24 2 4-16,0-1-1 0,29-1 1 16,-29 3 4-16,27 0-14 0,-29 0 6 0,29-3-3 0,-30-4 5 15,3 3 3-15,2-4-8 0,30-1 2 0,-32 3 1 16,27-2 6-16,-25 0-7 0,27-3 1 0,-32 1-2 16,3 0 3-16,27-4 11 0,-29 5-13 0,-2 3-4 15,6-3 2-15,-2 2 7 0,0-2-2 0,2 0-1 16,-4 0-3-16,0 5 4 0,1-5-3 0,-6 3 5 15,0 3 2-15,0-1-7 0,-1 2 8 0,-5-4-2 16,4 3 1-16,-5 0-2 0,-1 2-3 0,-10-4-2 16,12 2 2-16,-14 2 8 0,14-1-12 0,-14 0 1 15,2-5 8-15,-2 4-11 0,-1 0 6 16,0 0 6-16,2 2-7 0,-2-2 5 0,-5 0-6 0,3 1 4 16,-2-1 0-16,-4 1 3 0,0-1 1 0,-9-1-1 15,9 1-1-15,-10-1 3 0,0-1-1 0,0 2-1 16,-4-1 4-16,3 2-3 0,-9-2 8 15,3 1 1-15,-3-2 7 0,-9 2 5 0,8-1-2 16,-8 1 3-16,0 0 4 0,14-1 4 0,-14 1 0 16,7 1-4-16,-7-1 2 0,0 0-5 0,0 0-3 15,0 0-2-15,8 1-3 0,-8-1-4 0,0 0 0 16,0 0-6-16,0 0-2 0,0 0-9 0,0 0-12 0,0 0-21 16,0 0-9-16,0 0-15 0,0 0-11 15,0 0-14-15,0 0-20 0,0 0-36 0,0 0 15 16,0 0-24-16,-17 22-20 0,12-15-6 0,2 3-125 15,1 3-308-15,0-2 136 0</inkml:trace>
  <inkml:trace contextRef="#ctx0" brushRef="#br0" timeOffset="21823.75">14986 16829 13 0,'0'0'53'0,"16"-2"-11"0,-16 2 4 0,0 0-7 0,14 0 1 16,-14 0-6-16,0 0 1 0,13-1 0 15,-13 1 4-15,16 0 1 0,-7-2-3 0,-9 2 0 16,23 0 1-16,-13-2-1 0,4 1-3 0,0 0 2 16,5 1-1-16,1-2 17 0,-1 2-14 15,10-3-13-15,-8 1 11 0,7 0-9 0,0 0 8 0,1 2-3 16,2-2-4-16,-2 1 3 0,3 0-6 0,3 1-6 16,1 0-1-16,1 0 1 0,0 0 2 0,2-2 8 15,0 2-9-15,2-2-8 0,10 3 10 0,-12-4-20 16,1 3 17-16,-3 0 3 0,17-2 0 0,-17 0-2 15,14 0 0-15,-1 2-1 0,-9-2 0 0,-3 6 1 16,0-5-2-16,19 2 5 0,-6-3 4 0,-1 2-4 16,-12 2 2-16,14-2-4 0,1 3 3 0,-15-3 5 15,14 3-7-15,3 3-5 0,-18-6 4 0,2 5-4 16,17-2 2-16,-18 0-6 0,1-1 1 0,0 0 1 16,14 2-2-16,-14 0-4 0,11 0 2 15,0 1 5-15,-12 0-3 0,1 0-1 0,12 0 2 0,1-1-1 16,-13 1 1-16,12 2-4 0,-12-4 5 0,12 3-8 15,-11-4 2-15,-2 1-3 0,2 0-2 0,16-1 3 16,-1 2 0-16,-4-3 3 0,1 3 4 0,0 0-2 16,-1-2-5-16,1 2-1 0,1-3 3 0,0 2-5 15,-3 1 1-15,4-1 4 0,-3-1-1 0,3-1 3 16,-16 4-5-16,13 1 2 0,-10-4-2 0,14 2 1 16,-6 1-3-16,2 0 0 0,2-3-8 0,-14-1 9 15,18 1-1-15,-4 1 2 0,0-2-4 0,4 0-4 16,0-1 7-16,-2 2-2 0,1-1-3 0,-2 1 6 15,0-1-7-15,1-2 9 0,-3 2-2 0,2-4-8 16,4 2 6-16,-4-1 5 0,-3 0-5 0,6 4 6 16,-3-2-10-16,0-1 0 0,1 0 1 0,-1-2 8 15,3 5-2-15,-2-4-6 0,0-3 2 0,0 5-5 16,-1 2 4-16,-1-4 0 0,0-2 1 0,-2 4 3 16,3-2-6-16,-1-1 3 0,0 2 5 0,-1 0-4 15,3 1-2-15,0-1 6 0,-1 1-4 16,-2 0 6-16,2-2 4 0,1 1-4 0,-2-2 4 15,-3 2-6-15,4 0 5 0,-14 0-3 0,13-1 0 0,3 2 0 16,-16-3-1-16,11 0 0 0,-1 1 0 0,4-1 5 16,-16 1-6-16,2-2 0 0,10 1-6 0,1-1 8 15,-12 0-3-15,11 3 3 0,1 1-2 0,-10-2 2 16,-3 1-5-16,17 0 4 0,-16 2 1 0,13-5-4 16,-13 6 2-16,12-10-3 0,-1 11 0 0,-18-4-1 15,4 1 1-15,17 0 0 0,-2-3-4 0,-13 3 5 16,13-3-6-16,-11 4 5 0,11-5-1 0,-1 3 3 15,-12 1-3-15,12-5 5 0,-10 5-6 0,-2-1 2 16,-1-1 2-16,2 1 1 0,13 2-3 0,-15-1 0 16,1 2 0-16,2-2 4 0,-6-2 0 15,6 4-2-15,-3-2-6 0,-1 0 8 0,3 1-2 16,-1-1 0-16,0 2-2 0,14-2 5 0,-16 0 1 0,-1 0-4 16,1 3 2-16,2-4-5 0,-3 1 6 0,3 2-2 15,0-2 0-15,-2 0-3 0,1-1 2 0,-3 4 7 16,1-3-6-16,-2-2 10 0,0 1-13 15,1 1 5-15,-1-1 0 0,0-1 2 0,-2 0 0 16,3 2 3-16,-2-1-4 0,-2 1 2 0,2 0-6 16,-2 0 3-16,2 0 0 0,-2 0-1 0,2 0-1 0,-2 0-5 15,1 0 5-15,2 0-2 0,-4 3 0 0,2-3-1 16,1-2-2-16,-3 2-2 0,1 0 2 0,-2 2 1 16,-5 0-1-16,-1-1 0 0,-1 0-2 15,0-1 1-15,7 2 0 0,-10-2-5 0,-2 1 6 16,-3 0-2-16,1-1 7 0,-2 3 2 0,0-3-4 15,-5 0 6-15,-1 1 5 0,2 0 8 0,-8-1 0 0,14 1 1 16,-8 2-6-16,-6-3 4 0,8 3-2 16,0-3-3-16,-8 0 9 0,10 1-11 0,-10-1-5 15,8 1 1-15,-8-1 1 0,0 0 3 0,6 2-5 16,-6-2 2-16,0 0 2 0,0 0-2 0,0 0 9 16,0 0-1-16,10 2 2 0,-10-2-3 0,0 0 4 15,0 0-2-15,0 0 1 0,0 0 0 0,0 0 1 16,0 0-3-16,0 0-1 0,0 0-4 0,0 0 1 15,0 0 0-15,0 0-4 0,0 0 5 0,0 0-7 16,0 0 5-16,0 0-11 0,0 0 13 0,0 0-4 16,0 0-3-16,0 0 1 0,0 0 6 0,0 0-12 15,0 0 3-15,0 0 0 0,0 0-3 0,0 0-4 16,0 0 9-16,0 0-2 0,0 0-5 0,0 0-1 0,7 2-1 16,-7-2 4-16,0 0-4 0,0 0 4 0,0 0 3 15,0 0-2-15,0 0 0 0,0 0 1 16,0 0 3-16,0 0-5 0,0 0 3 0,0 0-4 15,0 0 3-15,0 0-2 0,0 0 0 0,0 0 0 16,0 0 3-16,0 0-7 0,0 0-1 0,0 0 4 16,0 0 0-16,0 0-4 0,0 0 8 0,0 0-4 0,0 0 0 15,0 0 0-15,0 0-1 0,0 0 2 16,0 0-5-16,0 0 4 0,0 0 0 0,0 0 2 16,0 0 1-16,0 0 2 0,0 0-7 0,0 0 9 15,0 0-5-15,0 0 3 0,0 0-7 0,0 0 4 16,0 0-5-16,0 0-3 0,0 0 5 0,0 0-2 15,0 0-1-15,0 0-5 0,0 0 3 0,0 0 0 16,0 0 1-16,0 0 0 0,0 0 0 0,0 0-5 16,0 0 0-16,0 0 2 0,0 0 1 0,0 0-1 15,0 0 10-15,0 0-11 0,0 0 5 0,0 0-4 16,0 0 0-16,0 0 7 0,0 0-5 0,0 0-3 16,0 0-2-16,0 0 5 0,0 0-2 0,0 0 6 15,0 0-4-15,0 0 1 0,0 0-5 0,0 0 6 16,0 0-7-16,0 0 5 0,0 0 7 0,0 0-7 15,0 0-3-15,0 0 1 0,0 0-1 0,0 0 0 16,0 0 1-16,0 0-1 0,0 0 5 0,0 0 3 16,0 0-1-16,0 0-9 0,0 0 16 0,0 0-11 15,0 0 4-15,0 0-2 0,0 0-6 0,0 0 9 16,0 0-8-16,0 0 7 0,0 0-2 0,0 0-1 16,0 0-1-16,0 0 3 0,0 0-3 0,0 0 3 15,0 0-7-15,0 0 10 0,0 0-6 0,0 0 0 16,0 0 2-16,0 0 1 0,0 0-6 0,0 0 4 15,0 0-1-15,0 0 5 0,0 0-2 0,0 0-4 16,0 0 10-16,0 0-9 0,0 0-1 0,0 0 5 16,0 0-1-16,0 0-6 0,0 0 5 0,0 0-1 15,0 0-2-15,0 0-3 0,0 0 10 0,0 0 7 16,0 0-17-16,0 0 5 0,0 0-4 0,0 0 5 16,0 0-1-16,0 0 2 0,0 0-3 0,0 0-2 15,0 0 2-15,0 0 2 0,0 0-3 0,0 0 5 16,0 0-7-16,0 0 5 0,0 0-7 0,0 0 2 15,0 0 3-15,0 0-2 0,0 0 3 0,0 0-3 16,0 0-1-16,0 0 1 0,0 0 2 0,0 0-1 16,0 0 1-16,0 0-5 0,0 0 0 0,0 0 8 15,0 0-4-15,0 0-3 0,0 0 4 0,0 0 3 16,0 0-5-16,0 0 2 0,0 0-5 0,0 0 6 16,0 0-2-16,0 0 0 0,0 0-2 0,0 0 1 15,0 0 0-15,0 0 4 0,0 0-5 0,0 0 1 16,0 0 2-16,0 0 3 0,0 0 2 0,0 0-4 15,0 0-1-15,0 0-1 0,0 0 1 0,0 0-5 16,0 0 2-16,0 0 0 0,0 0 1 0,0 0 7 16,0 0-9-16,0 0 1 0,0 0 7 0,0 0-6 15,0 0-2-15,0 0 4 0,0 0-2 0,0 0-4 16,0 0 0-16,0 0 3 0,0 0 3 0,0 0-4 16,0 0-2-16,0 0 1 0,0 0 3 0,0 0 0 15,0 0-4-15,0 0-1 0,0 0 0 0,0 0 3 16,0 0-1-16,0 0 1 0,0 0 2 0,0 0 2 15,0 0 4-15,0 0-6 0,0 0 5 0,0 0-5 16,0 0 3-16,0 0-4 0,0 0 1 16,0 0-5-16,0 0 2 0,0 0 0 0,0 0-1 0,0 0 8 15,0 0-11-15,0 0 7 0,0 0 2 0,0 0 2 16,0 0-7-16,0 0 2 0,-9-26-2 0,9 26-1 16,0 0 3-16,0 0 15 0,0 0-15 0,0 0 0 15,0 0-2-15,0 0 4 0,0 0 1 16,0 0-5-16,0 0 8 0,0 0-4 0,0 0-2 15,0 0 1-15,0 0 5 0,0 0-4 0,0 0-1 0,0 0-4 16,0 0 9-16,0 0 0 0,0 0-2 0,0 0-1 16,0 0-1-16,0 0 4 0,0 0-3 0,0 0 7 15,0 0-7-15,0 0-4 0,0 0 3 0,0 0 7 16,0 0 3-16,0 0-12 0,0 0-3 0,0 0 6 16,0 0-3-16,0 0 6 0,0 0-10 0,0 0 6 15,0 0-2-15,0 0-2 0,0 0 1 0,0 0 4 16,0 0-1-16,0 0 3 0,0 0-5 0,0 0 3 15,0 0-3-15,0 0-1 0,0 0 1 0,0 0 4 16,0 0-4-16,0 0 3 0,0 0 0 16,0 0-2-16,0 0-1 0,0 0 5 0,0 0-7 0,0 0 8 15,0 0-4-15,0 0 9 0,0 0-4 16,0 0 0-16,0 0-2 0,0 0-7 0,0 0 4 0,0 0 3 16,0 0-1-16,0 0 2 0,0 0-4 0,0 0 2 15,0 0-1-15,0 0 2 0,0 0-6 16,0 0 2-16,0 0 3 0,0 0-3 0,2-12 2 15,-2 12-1-15,0 0-1 0,0 0-2 0,0 0 2 16,0 0-2-16,0 0 5 0,0 0 1 0,0 0-1 16,0 0-1-16,0 0 0 0,0 0 5 0,0 0-3 15,0 0-3-15,0 0-3 0,0 0 6 0,0 0 1 0,0 0-2 16,0 0 2-16,0 0-2 0,0 0-3 0,0 0 2 16,0 0-2-16,0 0 5 0,0 0 5 15,0 0-9-15,0 0 1 0,0 0 10 0,0 0-13 16,0 0 2-16,0 0 4 0,0 0-1 0,0 0 1 15,0 0-3-15,0 0 2 0,0 0 0 0,0 0-2 16,0 0 1-16,0 0-3 0,0 0 15 0,0 0-16 0,0 0 3 16,0 0 1-16,0 0 2 0,0 0-1 15,0 0-4-15,0 0-6 0,0 0-8 0,0 0-2 16,-10-9-1-16,10 9 1 0,0 0 0 0,0 0-2 16,-6-9-5-16,6 9-11 0,-4-6-6 0,4 6-2 15,0 0-5-15,-5-5-4 0,5 5-19 0,-5-7-26 16,5 7-27-16,-9-7-5 0,9 7-12 0,-8-5-38 15,8 5-39-15,-13-10-202 0,2 4-454 0,11 6 201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23:36.593"/>
    </inkml:context>
    <inkml:brush xml:id="br0">
      <inkml:brushProperty name="width" value="0.05292" units="cm"/>
      <inkml:brushProperty name="height" value="0.05292" units="cm"/>
      <inkml:brushProperty name="color" value="#FF0000"/>
    </inkml:brush>
  </inkml:definitions>
  <inkml:trace contextRef="#ctx0" brushRef="#br0">13109 4074 31 0,'-6'-5'64'0,"2"2"5"0,0-3-9 0,4 6-3 0,-9-8-12 15,5 5 8-15,4 3-9 0,-5-8-1 16,5 8-6-16,-7-6-8 0,7 6-2 0,-4-3-11 15,4 3 2-15,0 0 0 0,-5-5-7 0,5 5-3 16,0 0 5-16,0 0-3 0,0 0-2 0,0 0-2 16,-4-6-4-16,4 6 4 0,0 0-5 0,0 0 0 15,0 0-3-15,0 0-1 0,0 0 1 0,0 0 3 16,0 0 4-16,15 14-5 0,-7-10 2 0,2 0-1 16,1 2 9-16,1-2-3 0,1 0-5 0,3-1-6 15,2 3 8-15,4-2-2 0,6 0-1 0,1 0-2 16,2 1-5-16,-1-1 4 0,3 1 2 0,-1-2-1 15,3 0 8-15,-1 0-8 0,4 0 5 0,1-1-3 16,-1 1 0-16,0-2 5 0,14 0-2 0,-14 2 6 16,2-3-9-16,14 3 0 0,2-3 3 0,0 2-1 15,1-1-3-15,-2-2-12 0,6 1 17 0,-5-2-1 16,3 4-1-16,-3-4-2 0,2 2 3 0,-1 0-10 16,1 0 8-16,-3 2 6 0,4 2-6 0,-2-2 4 15,1 2-1-15,0 0-4 0,-1-3 3 0,0 5 0 16,-1-1 1-16,-1-3-5 0,-1 3 4 0,1-2-5 15,1 4 1-15,-2-4 2 0,1 2-7 0,1-2 5 16,-2 1-3-16,1-2 7 0,0 2-5 0,2 1-2 16,-3-2 8-16,1 1-7 0,-17-1 3 0,17 0-2 15,-5-2 8-15,2 5-4 0,-1-7-2 0,-11 3 2 16,-2-2 2-16,16 0 3 0,-3 0 13 0,-13 2-7 16,2-2-14-16,0 3 3 0,12-2-3 0,-13-1-2 15,15-1 1-15,-1 0 0 0,0-2 4 0,-3 2-16 16,-13 0 19-16,0-2 1 0,0 3 4 0,-3-2-12 15,-1 0 7-15,-2 2-10 0,-3 1 6 0,-7-2-2 16,0 1 2-16,2-1-2 0,-4 1 2 0,-1 1-2 16,2-2-2-16,-5 2 17 0,-2-1-16 0,-1 0 0 15,-2 1 6-15,0 0-7 0,-2-1 6 0,0 2-5 16,-8-2 1-16,12 0 5 0,-12 0-19 0,11 2-5 16,-11-2-15-16,8 3-19 0,-5 1-20 15,-3-4-41-15,0 9-122 0,0-9 54 0</inkml:trace>
  <inkml:trace contextRef="#ctx0" brushRef="#br0" timeOffset="794.26">20736 4169 33 0,'0'0'47'0,"0"0"-5"0,0 0 2 0,0 0-9 0,0 0-2 15,0 0-4-15,0 0-5 0,19-2 1 16,-7 5-5-16,6 0-1 0,3-1-4 0,10 1-1 16,2-2 3-16,3 1-6 0,16-1 2 0,0-1 1 15,3 0-3-15,2-3 3 0,2 5-5 0,1-6 6 0,-1 1-1 16,2 2 0-16,0 0-4 0,3 0 2 0,3 0-4 15,22-2 8-15,-26 2-5 0,26 0-1 0,-24-1-5 16,26-1 9-16,-27 2-4 0,3-1 6 0,23 0-7 16,-25 2-4-16,2-2 17 0,24-1-13 0,-27 1-3 15,1-1 6-15,-1-1-4 0,3 0 0 16,-2 0-1-16,2 0 3 0,25-1 3 0,-31 2-5 0,5-1 12 16,-3 1-17-16,1-1 0 0,0-4 7 0,-2 6-7 15,-4-3 0-15,-3 2 2 0,-1 0-2 0,-14 1 1 16,11-4 0-16,-16 3-1 0,3 0-4 15,1-1 3-15,0 2 17 0,-2-1-19 0,1 0 6 16,0 0 3-16,-2 2-8 0,4-3 2 0,-6 2-8 16,1 0 6-16,-3 2-1 0,-2-1 6 0,0 1-7 0,-2 0-7 15,0 1 9-15,-7-1-4 0,7 1 7 0,-7 0 1 16,7-1 4-16,0 2-12 0,-7-2 1 0,8 1-2 16,0 2 7-16,-1-3-2 0,-5 3 4 0,3-2 1 15,1 2-11-15,-6-1 1 0,-1-2 5 16,1 1 1-16,-3 1 2 0,0-2-2 0,-4 2-11 15,-2 0-10-15,1-2-12 0,0 1-21 0,-2 1-73 16,-6-1-134-16,3 2 60 0</inkml:trace>
  <inkml:trace contextRef="#ctx0" brushRef="#br0" timeOffset="1445.27">26023 4217 30 0,'0'0'85'0,"0"0"-5"0,0 0-10 0,23-4-14 16,-2 2-6-16,7 0-2 0,1 2-3 0,7-1-5 0,0 0 0 16,16 0 1-16,6-2-1 0,0 2-8 0,3 1-6 15,29-1-9-15,-25 2 4 0,27-1-2 0,-2 0 9 16,-25 1-16-16,25-4 4 0,-23 5-10 16,23-4 0-16,-27 2 6 0,0-2-1 0,0 4-4 15,-1-1 5-15,3-1-6 0,-4-1 4 0,-2 1-1 16,-5 2 2-16,0-3 1 0,-3 1 1 0,-14 0-10 0,3 0 7 15,-5 0 8-15,1 0-5 0,-2-1-6 0,0 2 0 16,2-2 6-16,-4-1 1 0,0 2-6 0,-1 0 6 16,-2-2-2-16,0 4 8 0,-9-4-6 0,4 2-4 15,-5-1 7-15,-1-1-1 0,-1 1-6 16,-3 1 3-16,-2 0-1 0,1 1 0 0,-3-2-1 0,-1 2-10 16,-9-1 9-16,13-1 2 0,-13 1-7 15,8 0 10-15,-8 0-7 0,0 0-7 0,11 0 3 16,-11 0-5-16,0 0 13 0,0 0-2 0,0 0-10 15,0 0 3-15,0 0 2 0,0 0-15 0,0 0 3 16,0 0-9-16,0 0-22 0,0 0-12 0,-27-7-8 0,27 7-15 16,-13 3-11-16,13-3-69 0,-11 1-165 0,11-1 73 15</inkml:trace>
  <inkml:trace contextRef="#ctx0" brushRef="#br0" timeOffset="1954.6">29366 4106 93 0,'0'0'114'0,"0"0"-15"16,0 0-8-16,0 0-7 0,0 0-6 0,0 0-1 15,0 0-12-15,0 0 2 0,0 0-10 0,0 0-10 16,0 0 1-16,0 0-14 0,0-11 4 0,12 11-13 0,4-2 8 16,5 2-10-16,0-2 2 0,7 0-8 0,2 1-1 15,-2 1 7-15,-1-1-12 0,2-1 3 16,0 2-4-16,0-2 14 0,-1 1-10 0,0 0-3 16,0-1-10-16,2 1 7 0,-1-1-1 0,-1 1-8 15,-1 0 12-15,1 1-7 0,-9-1 4 0,0-2 4 16,-2 2 3-16,1 1-9 0,-5-1-3 0,-2 1-4 15,1 1 5-15,-6-1-9 0,3 0 7 0,-9 0-5 16,10 0-3-16,-10 0-3 0,0 0-13 0,11-1 0 16,-11 1-29-16,0 0-11 0,8-2-23 0,-8 2-91 15,0 0-189-15,0 0 83 0</inkml:trace>
  <inkml:trace contextRef="#ctx0" brushRef="#br0" timeOffset="3964.93">7643 5183 9 0,'0'0'27'0,"0"0"1"0,0 0-8 15,0 0 0-15,-7-1-1 0,7 1-5 0,0 0-2 0,0 0 2 16,0 0-4-16,0 0 2 0,0 0 0 0,0 0-1 15,0 0 0-15,0 0-5 0,26 9 3 0,-15-7 0 16,3 0-6-16,2-2 10 0,6 1-5 16,6 2 9-16,5-5 0 0,1 1-3 0,1 1 3 15,1-3 3-15,4 3-6 0,-3 0 8 0,0-1-16 16,0 2 8-16,0-1 2 0,3 0-6 0,-3 2-5 0,2-2 5 16,1-2 0-16,12 2 2 0,-12 0-7 0,15 3 0 15,-3-3 0-15,1 3 6 0,-3 0-8 16,-1-3-4-16,5 2 6 0,-3-1 11 0,-1 3-13 15,-10 0-3-15,-1-1-2 0,16-1 10 0,-2 0-6 16,1-1-2-16,-1 2 4 0,1 0-3 0,3-2 9 16,-2 3-5-16,1-3-5 0,-3 1 7 0,4 1-5 0,-1-3 1 15,1 5 2-15,-1-2-1 0,-4-2-1 0,3 4 3 16,-1-3 4-16,0 1-22 0,-2-1 14 16,2-1 7-16,-2 2-7 0,-1-2 4 0,4-1-1 0,0-3 6 15,0 2-6-15,-2 0 3 0,-1-1 1 16,3-1-12-16,-3 0 9 0,1 3-9 0,0-5 0 0,0 4 16 15,-14-3-4-15,14 1-6 0,-3 3 9 0,-12 0 1 16,12-1-6-16,-11 1-5 0,1 1 4 16,10-1 2-16,-11 2-2 0,1 0 3 0,14 1-7 15,-17-1 2-15,0 2 6 0,-1-1 8 0,1 0-16 16,-2 3 6-16,-1-3-8 0,-1-1 9 0,-1 1-8 16,0 1 2-16,1-3 0 0,-1 1 7 0,1 2 0 0,-1-3-3 15,1 2 1-15,-3-2 3 0,2 0 1 0,-2 0-1 16,3-2-3-16,-3 2 5 0,2-1 1 15,1-1 2-15,3 0 6 0,-3-1-4 0,0 2 12 16,1-2-15-16,-1 1 0 0,-1-2-8 0,-1-1 1 16,1 4 3-16,1-2-4 0,-2 3 1 0,3-1 3 0,-3-3-7 15,1 2 3-15,-1-1 8 0,0 2-8 0,3-2-3 16,0 2 5-16,-3 0 4 0,4 0-2 0,-1 0-8 16,-3-2 0-16,1-1 7 0,3 2-6 15,-6 2 1-15,3-1 1 0,-1-1-2 0,-2 1 3 16,1-1 4-16,-1-1 0 0,3 2-1 0,-5-1 8 15,2-1-10-15,2 1 13 0,-12 0-11 0,4 1 5 0,0-1-1 16,-1 0-3-16,-2 0 5 0,3-1-3 16,-5 1 6-16,2 0-4 0,1 2-4 0,-4-2 0 0,2 1 7 15,-4 0 0-15,-1-2-1 0,-1 1-1 16,-1 1-3-16,-1 0 0 0,1 0 6 0,0-1 0 16,-5 0-1-16,-7 1 0 0,15 0-2 0,-9-2 1 0,-6 2 0 15,10 0 2-15,-10 0-1 0,0 0 4 16,11 0-4-16,-11 0-2 0,0 0 6 0,0 0-10 15,10 0 8-15,-10 0-16 0,0 0 12 0,0 0-1 16,0 0-4-16,0 0 5 0,8 0 2 0,-8 0 5 16,0 0-8-16,0 0 3 0,0 0 0 0,0 0 0 0,0 0 2 15,0 0-6-15,0 0 8 0,0 0-3 0,0 0 5 16,0 0-5-16,0 0 9 0,0 0-8 16,0 0 8-16,0 0-2 0,0 0-1 0,0 0 2 15,0 0 2-15,0 0-9 0,0 0 0 0,0 0-1 16,0 0-2-16,0 0-3 0,0 0-4 0,0 0 1 0,0 0 2 15,0 0-7-15,0 0 5 0,0 0-6 0,0 0 2 16,0 0-2-16,0 0-1 0,0 0 3 0,0 0-2 16,0 0-1-16,0 0 1 0,0 0 0 0,0 0-2 15,0 0 4-15,0 0-4 0,0 0-1 16,0 0 1-16,0 0-5 0,0 0 6 0,0 0-3 0,0 0 0 16,0 0 1-16,0 0 6 0,0 0-7 0,0 0-4 15,0 0 5-15,0 0-2 0,0 0-3 16,0 0 0-16,0 0 3 0,0 0 2 0,0 0-2 15,0 0 1-15,0 0-3 0,0 0 0 0,0 0 1 16,0 0-5-16,0 0-5 0,0 0-10 0,0 0-13 0,0 0-20 16,0 0-9-16,0 0-34 0,0 0-20 0,0 0-7 15,0 0-20-15,0 0-6 0,0 0-119 0,0 0-290 16,-18 19 129-16</inkml:trace>
  <inkml:trace contextRef="#ctx0" brushRef="#br0" timeOffset="4818.76">18026 5357 29 0,'0'0'86'16,"0"0"-8"-16,-4-6-10 0,4 6-9 0,0 0-4 15,0 0-11-15,0 0 3 0,17-5-11 0,-8 5-1 16,4-1-4-16,6 1 0 0,3-2-4 0,5 1 3 16,4 0-7-16,2 0 3 0,0 1-8 0,0 1 12 15,3-1-20-15,0-3 5 0,-1 6-7 0,1-4 8 16,0 2-3-16,3 0-3 0,-2 2-5 0,1-3 3 16,-1 1 3-16,1 0 4 0,12 0-5 0,-12 1-8 15,2-1 6-15,13 1 3 0,-3 2-6 0,3 2 4 16,-1-3 0-16,1-2 1 0,3 2-5 0,4-3-1 15,3 0 5-15,-3 2 2 0,6-4-5 0,-2 4 8 16,0-4-6-16,1 1 8 0,-2 1 6 0,-2-2-4 16,1 4-3-16,1-1-3 0,0-1 9 0,-2 0-8 15,-2 0 5-15,0 2-1 0,1-2-3 0,-4 2 7 16,3-3-9-16,-4 2 0 0,-3-1-2 0,1 2-11 16,-1-1 12-16,3-1-1 0,3 0 3 0,0-3-1 15,5 2 6-15,-2-2-6 0,1 2-4 0,2-1 4 16,-4 2 0-16,0 0-2 0,-4 0 3 0,3 2-7 15,-5-4 1-15,1 5 0 0,-2-4 2 0,0 1-8 16,0 1-19-16,1-1-13 0,2 2-23 0,-3 2-27 16,2-7-20-16,-2 8-80 0,-13-4-194 0,17-2 86 15</inkml:trace>
  <inkml:trace contextRef="#ctx0" brushRef="#br0" timeOffset="5632.01">24455 5121 17 0,'0'0'73'0,"0"0"-7"0,0 0-5 15,0 0-9-15,0 0-9 0,0 0 1 0,20-3-3 16,-8 3-5-16,6 0-2 0,4 1-1 0,7-1-4 16,4 0 2-16,4-1-3 0,15 2-1 0,1-2 2 15,3 0 4-15,2 1-4 0,2-3-2 0,0 3-4 16,1 0-3-16,-2 1 6 0,0-3 0 0,0 3-9 15,-2-4 2-15,5 5-2 0,-2-5 11 0,0 3-5 16,0-1 1-16,5 1 5 0,25-2 2 0,-25 1-10 16,0 0 7-16,29-4-1 0,-33 3-7 0,29 0 0 15,-27-1 1-15,2 1-3 0,1-3-1 0,28 1-2 16,-31-1 3-16,4 2-5 0,23-4-6 0,-27 6-1 16,-3-4 0-16,3-1-3 0,-2 4 9 0,-5-1-11 15,-2 1 3-15,0-3-2 0,-4 4 1 0,-11-1 0 16,0-1 2-16,12 2 4 0,-13-1-7 0,-2 1 15 15,16-1-15-15,-12 0-1 0,1 1-1 0,11-2 1 16,-11 1-2-16,10 2 1 0,-11 0 0 0,-1-2 1 16,0 2 2-16,-2-2-4 0,-1 2 4 0,2-1-7 15,-2 1 8-15,-3-1-1 0,3 1-5 0,-4 0-2 0,2 0 7 16,1 1 1-16,-1 0-7 0,-2-1 6 0,-1 0 1 16,-1 2-3-16,-4-2-1 0,5 2 1 15,-10-1-1-15,8 2-4 0,1-3 5 0,-2 0-2 16,0 1 5-16,-5-2-9 0,4 1-5 0,0 1 4 15,0 0-1-15,-5-2 3 0,-2 2-8 0,2-1-2 0,6-1 15 16,-6 1-7-16,-2 0 5 0,2-1-7 16,-2-1 11-16,-1 2-6 0,-2-1 5 0,2 0-4 15,-6-1 5-15,5 2 0 0,-5 0-9 0,-1-3 9 16,-1 3-2-16,-4 0-3 0,1-1-4 0,-8 1-4 16,14-2-12-16,-7 4-14 0,-7-2-8 0,6-3-11 0,-6 3-16 15,0 0-21-15,11-3-63 0,-11 3-167 0,0 0 74 16</inkml:trace>
  <inkml:trace contextRef="#ctx0" brushRef="#br0" timeOffset="7081.28">6669 6116 56 0,'0'0'59'16,"0"0"-8"-16,-7-6-6 0,7 6-6 0,0 0-1 15,-4-5-11-15,4 5 5 0,0 0-8 0,0 0-5 16,0 0-1-16,0 0-1 0,0 0-7 0,0 0 10 15,0 0-11-15,0 0 2 0,0 0-3 0,19 0 1 16,-19 0-1-16,18 5 2 0,-7-2-6 0,5 2 4 16,3-2 6-16,1 4-2 0,7-1-5 0,3-2-3 15,3-1 4-15,5 5-1 0,-1-3 2 0,18-2-7 16,-2 6 7-16,-2-7 4 0,5 4-5 0,0-2 2 16,2-3 0-16,-3 3 3 0,6 0 0 0,-1-2-3 15,0 2 2-15,3 0-9 0,-1 1 6 0,1-2-1 16,1-1-5-16,-3 1 3 0,1-1 4 0,0 1 5 15,1 1-8-15,-3-4 5 0,0 0-3 0,1 3 0 16,1-3 5-16,-1-3-5 0,-1 1 10 0,3 0-11 16,-2 1 5-16,3-2-1 0,-1-1 0 0,2 1 1 15,-4 0 3-15,2-2-5 0,-7 2 3 0,7 2-1 16,-5-2-4-16,3 1 0 0,0 1 2 0,0 0 1 0,2-1 1 16,-2 1 1-16,1-2-4 0,-2 2-11 0,3 2 5 15,-1-4 1-15,-2 0 4 0,0 3-5 16,-1-3 5-16,-2 1-3 0,2 0 4 0,0 3-4 15,-1 0 0-15,0-2 8 0,0 0-3 0,-2 2-2 16,0 0 1-16,0-1-4 0,-3 1 6 0,-1-2-5 16,2 5-3-16,-5-2 4 0,-9-1 1 0,11 1-2 15,-12-1 0-15,12 2 1 0,-13-2 0 0,13 2 1 16,2 1 3-16,-18 0-10 0,20-4 11 0,-2 4-3 16,-3-2 2-16,2-4-2 0,-12 4-1 0,12-4 1 0,3 2 2 15,0-4 4-15,0 2-2 0,-3 0 2 0,3-4-2 16,-4 2-3-16,2 1 3 0,-1-1-1 15,-13-1-1-15,13 2 0 0,0-4-1 0,-2 4 4 16,-9 1-1-16,12-3-4 0,-13 2 4 0,0 1-2 16,12-2-1-16,-2 1 0 0,-10 2-3 0,-1-1 2 0,-2 2-2 15,0 0 0-15,-3-1-1 0,-3-1 6 0,-2 1-4 16,-1 2-3-16,-6-1 5 0,-4-1-6 0,2 2 0 16,-2-1-1-16,0 0 1 0,-8 2 0 0,-1-2 1 15,1 0-4-15,-10 0 6 0,12-2-4 0,-12 2 4 16,11 2 1-16,-11-2 5 0,5 1-4 0,-5-1 7 15,0 0-7-15,0 0-8 0,0 0 4 0,13-3 1 16,-13 3-8-16,0 0-2 0,0 0-17 16,0 0-24-16,0 0-25 0,0 0-28 0,7-1-13 15,-7 1-9-15,0 0-90 0,6 6-224 0,-6-6 100 0</inkml:trace>
  <inkml:trace contextRef="#ctx0" brushRef="#br0" timeOffset="7854.81">12699 6173 2 0,'0'0'107'0,"0"0"-9"0,0 0-10 0,0 0-6 16,0 0-10-16,0 0-1 0,0 0-9 0,27-7 1 15,-11 2-6-15,4 1-6 0,7 1-4 0,2-4 2 0,5 2-3 16,2 0-2-16,1-3-4 0,3 3 7 0,-2-1-8 16,12-1 2-16,-13 1-2 0,1 0-4 15,-2 2-6-15,3 0 0 0,-5-1 0 0,2 2-7 16,-5-1 4-16,0 0 7 0,-4 2-10 0,0-3-1 0,-7 3-1 15,-2-1-1-15,-5 3-7 0,-1-3 4 0,-5 2-9 16,1-1 6-16,2 1-6 0,-10 1 6 0,11 0-5 16,-11 0 0-16,0 0-4 0,11 0-5 0,-11 0-15 15,0 0-21-15,10-1-21 0,-10 1-19 0,0 0-10 16,6-2-5-16,-6 2-21 0,0 0-65 0,0 0-191 16,15 1 85-16</inkml:trace>
  <inkml:trace contextRef="#ctx0" brushRef="#br0" timeOffset="8230.92">14106 5782 155 0,'4'-5'157'0,"-4"5"-8"0,0 0-12 0,0 0-8 0,0 0-13 16,0 0-12-16,0 0-13 0,0 0-9 0,0 0-9 16,0 0-6-16,0 0-12 0,0 0-5 0,0 0-7 15,0 0 7-15,0 0-18 0,6 12 1 0,-6-12-5 16,3 6 4-16,-3-6-6 0,3 7-4 0,-3-7-3 16,2 4 1-16,-2-4-7 0,0 0 3 0,5 8-2 15,-5-8-3-15,0 0 1 0,0 0 5 0,1 5-8 16,-1-5 5-16,0 0 1 0,0 0 4 0,0 0 9 15,0 0 8-15,0 0 4 0,0 0 2 0,0 0 2 16,0 0-6-16,0 0-1 0,9 0-6 0,-9 0-7 16,9-5 2-16,1 0-3 0,7-3-3 0,1-2-4 15,12-4-10-15,5-3-14 0,10-5-29 0,7-2-27 16,6-4-42-16,26-8-31 0,-28 10-175 0,27-12-337 16,2-2 149-16</inkml:trace>
  <inkml:trace contextRef="#ctx0" brushRef="#br0" timeOffset="25777.82">8124 9211 10 0,'-4'-5'36'0,"4"5"0"0,-9-7-6 16,5 2 2-16,4 5-1 0,-8-8-1 0,5 5 1 15,3 3 0-15,-8-6-15 0,8 6 9 0,-9-4-2 16,9 4 8-16,-6-6 6 0,6 6-3 0,-5-4 3 16,5 4-7-16,0 0 6 0,-4-5-12 0,4 5-4 15,0 0-10-15,0 0 2 0,0 0 1 0,0 0-6 16,0 0 10-16,0 0-9 0,0 0 1 0,26 0 0 15,-14 3-4-15,7-1 19 0,3-1-1 0,7-4-8 16,3 3 16-16,7-3-3 0,-1-1-3 0,0 0 6 16,13-1-12-16,1-1-3 0,-13 3 4 0,0-2-6 15,-1 0 13-15,13 1-5 0,-14 0-10 0,14-4 6 16,-13 5 6-16,14-1-2 0,-15 0-2 0,0-2-2 16,15 3 8-16,-16 0-7 0,4 3 0 0,12-5-5 15,-1 2 2-15,-11 1 2 0,13-1-3 0,1 1-8 16,-3 2 13-16,0 2-3 0,-11-2-4 0,13 4 1 15,-1-3 4-15,-1 6-4 0,0-3 1 0,-1-1-6 16,-11 0 3-16,11 0 1 0,-11-1-1 0,0 2 4 16,12 1-12-16,-11-3 4 0,11 3-1 0,0-3 2 0,-12-1-13 15,12 2 3-15,-13-2 11 0,14 1-3 0,-12-2 3 16,12 3-2-16,-2-4 10 0,-10 2-9 0,11-1 3 16,0-3 1-16,-13 3 3 0,2 0-5 0,-3 0-7 15,0-2 6-15,-1 2 2 0,-1 2 1 0,3-2 0 16,-1 0 2-16,-3 2-7 0,3-1-4 0,2-1 13 15,2 2-14-15,9 0-7 0,-11 2 6 0,-2 1 3 16,2-4 5-16,0-1-8 0,11 4 9 0,-12-5-9 16,1 2-8-16,12 0 5 0,-14-1 0 0,0 2 6 15,0-1-1-15,0-1-3 0,-1 2 0 0,0-4 1 16,0 1 1-16,-2 2 0 0,2 2-1 0,-2-2-4 16,-2 0 7-16,5 1-3 0,0 0 2 0,0-4 0 15,2 5-5-15,-1-3 6 0,2 0-7 0,-2 2 7 16,14 0-1-16,-12 2-6 0,-1-2 9 0,14-1-5 15,-3 1 4-15,-12 2-2 0,0-1-2 0,-1-1-2 16,3-1 0-16,-4 0 3 0,0-1-12 0,3 2 11 16,-4 0-1-16,3-4 4 0,2 2-2 0,-2 2-3 15,-3-1-2-15,2 0 5 0,-1-3-2 0,-2 5 0 16,-2-1-1-16,3 0 3 0,-3 1-3 0,3-1 0 0,-3 1 0 16,3 1 0-16,-2-2 0 0,-2 1 0 0,3 1-2 15,-5-2 4-15,5 1-4 0,-3 0-1 16,-1 1 5-16,3-1-3 0,-4 1 6 0,1-1-3 15,1 0-7-15,0 0 13 0,1-1-8 0,-1 3 0 0,3-2-3 16,0 0 6-16,-1-3 2 0,-1 3-4 0,3-3 0 16,-5 3-5-16,3 0 2 0,-1-2-1 0,-1 0 6 15,3-3-1-15,0 3 0 0,0-2-1 16,-1-1 0-16,1 4-3 0,0-4 6 0,1 2-6 0,1-1 5 16,-2-2-3-16,0 2-3 0,0-3 2 0,0 3 1 15,-1 0 9-15,1-3-9 0,-1 4 4 0,1-3-12 16,4 2 9-16,-3-1-1 0,0 0-1 15,-1-3-1-15,2 3 4 0,0-1 7 0,-1 4-12 0,3-3 7 16,-3 2-3-16,1 0-4 0,0-3 6 0,-1 2-8 16,1 0 2-16,2 1 0 0,0-4 6 0,0 4-3 15,1-2 10-15,10 1-12 0,-13 2-1 0,0-4 0 16,2 3 2-16,1 0 8 0,-1 0-4 0,16-4-8 16,-17 4 4-16,2 1 4 0,14-4-4 0,-3 2 0 15,-11 1 3-15,11-1 1 0,-9 2-6 0,13-3 2 16,-3 2 2-16,0 0 0 0,-11-2 0 0,13 2-3 15,-14 0 7-15,-1-2-4 0,16 1 2 0,-16 1-4 16,13-3 2-16,4 0-6 0,-17 2 4 0,15 2-2 16,-14 1 12-16,14-1-9 0,-3-1 3 0,1 0 1 15,-3-3-5-15,5 5 9 0,-15-2-4 0,16 1-2 16,-15-1-5-16,12-1 3 0,-11 2 10 0,11-1-9 16,-12 1 0-16,1-1 0 0,13 0-2 0,1 2 8 15,-2-5-13-15,-14 0 6 0,16 2 1 0,-3 1 0 16,0-2 3-16,0 2-4 0,-1-3 5 0,-10-1 1 15,-2 3-2-15,2-1 0 0,-1 1-4 0,2-3 3 16,-2 3 2-16,-1 0-2 0,0-2-2 0,-2 3 5 16,1 0-3-16,-1-1-3 0,-3 0 4 0,2 1-2 0,0-1 6 15,-3-3 0-15,2 4-8 0,0-2 12 0,-5 2-5 16,-2 0-3-16,3 0 2 0,-9 0-7 0,0 0 7 16,-1 2 5-16,1-2-4 0,-2 0 3 0,-2 1-3 15,-5-1 3-15,1 1-3 0,-3-1 0 0,2 0-1 16,-3-1 3-16,-9 1-2 0,13 0 0 15,-13 0-7-15,10 1-9 0,-10-1 17 0,0 0-9 16,10 2 6-16,-10-2-1 0,0 0 4 0,0 0 4 16,9-2-3-16,-9 2-1 0,0 0 10 0,0 0 4 0,0 0-2 15,8 3 1-15,-8-3 0 0,0 0 4 0,0 0-1 16,0 0 0-16,0 0-2 0,0 0 1 0,0 0 0 16,0 0 2-16,0 0-3 0,0 0 6 0,0 0 0 15,5 3 4-15,-5-3-6 0,0 0 7 0,0 0-5 16,0 0 2-16,0 0-2 0,0 0 0 0,0 0-5 15,0 0 0-15,0 0-3 0,0 0 2 0,0 0-7 16,0 0 0-16,0 0-6 0,0 0 3 0,0 0-1 16,0 0-4-16,0 0 0 0,0 0 0 0,0 0-4 15,0 0 4-15,0 0-4 0,0 0-2 0,0 0 3 16,0 0-6-16,0 0-5 0,0 0-4 0,0 0-11 16,0 0-5-16,0 0-16 0,0 0-16 0,0 0-3 0,0 0-12 15,0 0-6-15,0 0-23 0,0 0-20 16,0 0-35-16,0 0-34 0,0 0-108 0,-26-10-324 15,17 6 144-15</inkml:trace>
  <inkml:trace contextRef="#ctx0" brushRef="#br0" timeOffset="61882.87">26312 12233 56 0,'-10'2'56'0,"10"-2"4"15,-7 2-1-15,7-2-9 0,-9 0 0 0,9 0-2 16,0 0 0-16,-14 0 0 0,14 0-8 0,0 0-1 16,-10 0-11-16,10 0 6 0,0 0 2 0,0 0-1 15,-12-2 4-15,12 2-2 0,0 0 3 0,-11 0-1 16,11 0-17-16,0 0 5 0,0 0 3 0,-7 1-4 15,7-1 4-15,0 0-9 0,0 0-6 0,0 0-1 16,0 0 4-16,0 0-6 0,-11 0 0 0,11 0-2 16,0 0 3-16,0 0-5 0,0 0-5 0,0 0 9 15,0 0 1-15,0 0-5 0,0 0-2 0,0 0-5 16,0 0 5-16,0 0-10 0,0 0 4 0,0 0 1 16,0 0 2-16,0 0-9 0,0 0 8 0,0 0-7 15,0 0 8-15,0 0 8 0,0 0 0 0,16 11-3 16,-16-11 6-16,11 4-6 0,0-1 5 0,0-1-5 15,-2-1 8-15,3 1-3 0,-1 0-3 0,-1 0 2 16,2 0 1-16,1-1-2 0,1 4-4 0,-1-4 5 16,0 2-6-16,4-3 6 0,1 3 8 0,0-3-11 15,2 0 9-15,-2 0 0 0,4 3-1 0,5-2 6 0,-4 2-9 16,-1-3-2-16,5 0-11 0,-5 2 8 0,8-2-1 16,-1 3 0-16,-4-2 5 0,4-1-2 15,-9 0 1-15,7 1-4 0,2 1-5 0,-8-4 5 16,3 1-3-16,0 0 11 0,6 2 0 0,-3 2-7 0,-5-6 2 15,1 2-4-15,7 1-1 0,-1 0 0 0,0-7 2 16,2 9-2-16,-3-2 1 0,0 1 0 0,1-1 1 16,-2 1-6-16,0-1-1 0,2-2 3 0,-1 0 1 15,-2 2-2-15,2 0 3 0,-1 0-6 0,-1-2 0 16,3 2 0-16,0 0 10 0,-1 1-9 0,-2 2 2 16,3-3 0-16,-8 1 3 0,6-2-4 0,-5 1 3 15,1 0-7-15,-2-2 7 0,8 1 0 0,-8 1 2 16,9 0 6-16,-2-1-13 0,-6 1 4 0,4-1 1 15,2 2-6-15,-9 0 6 0,2-2-1 0,2 1 3 16,-2 1-3-16,0-1-6 0,1 1 7 0,-4 1-5 16,4 0 5-16,-5-2-1 0,3 0 1 0,-2 0 1 15,-3 3-2-15,4-4-1 0,-6 1 6 0,0 0-11 16,1 0 4-16,-2 0 2 0,1-2 1 0,-3 2-5 16,0 2 3-16,0-2-3 0,0 1 8 0,-3 0-2 15,-7-1-5-15,15 1 1 0,-9 1 4 0,-6-2-2 16,13 1 4-16,-13-1-9 0,8 0-3 0,-8 0 14 15,7 2-16-15,-7-2 10 0,8 2-5 0,-8-2 0 16,0 0 1-16,6 2-1 0,-6-2-3 0,0 0 14 0,8 3-11 16,-8-3-4-16,0 0 9 0,0 0-1 15,5 4-1-15,-5-4-1 0,0 0-1 0,0 0 3 16,0 0-6-16,0 0 2 0,7 3 6 0,-7-3-1 16,0 0-4-16,0 0 3 0,0 0 2 0,6 3 0 0,-6-3-3 15,0 0-2-15,0 0 5 0,0 0-4 16,0 0-2-16,0 0 6 0,0 0-1 0,1 5-5 15,-1-5 6-15,0 0-2 0,0 0 0 0,0 0 1 16,0 0 3-16,0 0-2 0,0 0 0 0,0 0-7 0,0 0 5 16,6 4-2-16,-6-4 5 0,0 0 1 0,0 0-5 15,0 0 5-15,0 0-5 0,0 0 3 0,0 0-1 16,0 0 5-16,0 0-11 0,0 0 2 0,0 0 3 16,0 0 1-16,0 0-3 0,0 0 8 0,0 0-2 15,0 0-2-15,0 0-4 0,0 0 7 0,0 0-2 16,0 0-5-16,0 0 6 0,0 0-4 0,0 0 1 15,0 0-3-15,0 0 4 0,0 0-3 0,0 0 6 16,0 0-4-16,0 0-4 0,0 0 14 0,0 0-8 16,0 0-6-16,0 0 4 0,0 0-4 0,0 0 1 15,0 0 2-15,0 0 0 0,0 0 1 0,0 0-7 16,0 0 1-16,0 0 3 0,0 0 1 0,0 0 1 16,0 0-1-16,0 0 0 0,0 0 2 0,0 0-3 15,0 0-1-15,0 0 2 0,0 0-1 0,0 0 3 16,0 0-4-16,0 0 3 0,0 0-2 0,0 0 1 15,0 0-2-15,0 0-7 0,0 0 12 0,0 0-5 16,0 0 0-16,0 0 0 0,0 0 3 0,0 0-7 16,0 0 2-16,0 0 4 0,0 0 0 0,0 0 3 15,0 0-3-15,0 0-2 0,0 0 2 0,0 0 1 0,0 0-7 16,0 0 8-16,0 0-5 0,0 0 0 0,0 0 5 16,0 0-4-16,0 0-1 0,0 0-2 0,0 0 7 15,0 0-2-15,0 0 1 0,0 0-5 16,0 0 2-16,0 0 4 0,0 0-4 0,0 0 1 0,0 0-1 15,0 0 3-15,0 0-4 0,0 0 0 0,0 0 3 16,0 0-3-16,0 0 3 0,0 0 1 0,0 0 0 16,0 0-1-16,0 0 3 0,0 0-6 0,0 0 3 15,0 0-2-15,0 0-2 0,0 0 5 0,0 0-1 16,0 0-4-16,0 0 5 0,0 0-3 0,0 0 3 16,0 0 0-16,0 0-3 0,0 0 1 0,0 0-2 15,0 0 2-15,0 0 0 0,0 0-1 0,0 0 0 16,0 0-2-16,0 0 4 0,0 0-5 0,0 0 2 15,0 0 2-15,0 0-2 0,0 0 0 0,0 0 1 16,0 0 1-16,0 0 1 0,0 0 1 0,0 0-3 16,0 0-1-16,0 0 2 0,0 0-3 0,0 0 1 15,0 0 3-15,0 0 1 0,0 0-2 0,0 0 1 16,0 0-2-16,0 0-3 0,0 0 4 0,0 0 1 16,0 0-3-16,0 0 5 0,6 4-2 0,-6-4-4 15,0 0 1-15,0 0 0 0,0 0 6 0,0 0-4 0,0 0 0 16,0 0 3-16,6 3-7 0,-6-3 7 15,0 0-6-15,0 0 3 0,0 0 2 0,0 0-5 16,0 0 2-16,0 0-2 0,0 0 2 0,0 0-1 16,8 0 2-16,-8 0-3 0,0 0 1 0,0 0-5 15,0 0-4-15,0 0-3 0,0 0-5 0,0 0-8 16,0 0-10-16,0 0-5 0,0 0-3 0,0 0-6 16,0 0-12-16,6 3-5 0,-6-3-14 0,0 0-10 15,0 0-15-15,0 0-32 0,0 0-92 0,5 4-249 0,-5-4 110 16</inkml:trace>
  <inkml:trace contextRef="#ctx0" brushRef="#br0" timeOffset="65757.19">15561 13125 29 0,'0'0'63'0,"-6"-3"-6"0,6 3-2 0,0 0-6 16,-7-4-2-16,7 4-14 0,0 0 5 0,0 0-13 16,0 0-2-16,0 0 2 0,0 0-6 0,0 0 8 15,0 0-11-15,0 0-2 0,0 0 3 0,0 0-4 16,34 2-2-16,-22-1 5 0,1 0-4 0,5 0-5 16,2 2 2-16,0-2-1 0,-1 2-1 0,2-1 4 15,-1 0-4-15,1 0 2 0,5-1 2 0,-4 2-10 16,7 0 4-16,-1-1 3 0,1 0-1 0,0 0 1 15,3 0-4-15,2 1 3 0,1-2 0 0,0 0 8 16,3 1-3-16,13 1-1 0,-14-2-1 0,3 0-1 16,12 2-2-16,-12-3 2 0,11 0 2 0,0 2 0 15,-13-2 5-15,1 0-13 0,14 1 11 0,-14 1 0 16,13-1 0-16,-14-2 3 0,13 3 1 0,-1-3 3 16,-10 1-1-16,10 3-16 0,-11-3 12 0,0 0-3 15,12 1-4-15,0 1-9 0,-13-2 12 0,21 2-5 16,-18-2 0-16,10 1 2 0,3-1 1 0,-18 0 0 15,19 1-4-15,-4-1-8 0,-13 0 20 0,-1 3-5 16,15-1-1-16,-2 0-12 0,1 0 16 0,-12-1-8 16,2 1 7-16,10-1-17 0,0 1 15 0,-11-1-4 15,11 1 5-15,0 2-4 0,-13-1 2 0,12 1 6 16,-11-3-8-16,1 1-1 0,0 2 2 0,11 0-5 16,-14-2 11-16,1 2-8 0,3-2 7 0,9 1-6 15,-12 0-3-15,14 0 13 0,1-1-4 0,-16 0-5 16,18 4 4-16,-1-5-10 0,-3 1 11 0,-10-1-6 15,11-1-4-15,1 0 8 0,0 0-9 0,0 0 3 16,-15 0-2-16,13 0 3 0,-11 2 2 0,-1 0-2 16,14-2-1-16,-3 1 5 0,-12 3-1 0,17-2 1 15,0-3 3-15,-4 4-8 0,-1-3-2 0,-12 0-1 16,13 0 9-16,1 2-4 0,-14-2-3 0,14 1-1 16,-12-1 4-16,12 0 0 0,-1-3-7 0,-1 3 1 15,-13 0 2-15,3-3-5 0,10 0 4 0,1 1-4 16,-14-1 8-16,17 2-8 0,-16-1 8 0,14-1-1 15,-2 1-2-15,-10 0 1 0,11-2 0 0,1 2-4 16,-1-2 8-16,-1 0-3 0,-10 3-5 0,11-6-3 16,-10 3 12-16,-1 3-6 0,-2-3 2 0,0 1 4 15,3 0-10-15,9-4 3 0,-13 5 2 0,0 0-4 16,-4-3 3-16,2 3 1 0,1-2-1 0,-1 1 3 16,0 1 2-16,2-4-5 0,-4 4 7 0,0-2-8 15,-1 1 8-15,0 0-12 0,-1-1 8 0,0 2 0 16,-1-1-2-16,-2 0-5 0,-7-1-3 0,8 1 7 15,-8 0-4-15,2 1 2 0,3-1 0 0,-5 0-2 16,-1 0-3-16,1 3 4 0,-3-3 1 0,2 1-3 0,-3 0-3 16,-3 1 7-16,-1 0-3 0,1 0 4 15,-3-1-5-15,2 1 3 0,-1 1 8 0,-6 0-11 16,3-2 8-16,-9 2-1 0,14-2-1 0,-14 2 2 16,10 0 2-16,-10 0-4 0,9-2 5 0,-9 2 4 15,0 0-5-15,0 0 6 0,12 0 0 0,-12 0 2 16,0 0-1-16,0 0 3 0,6 0 5 0,-6 0 2 15,0 0 1-15,0 0 0 0,0 0 1 0,0 0-2 16,0 0-5-16,0 0 5 0,0 0-6 0,0 0-2 16,0 0-6-16,0 0 3 0,0 0-3 0,0 0-4 15,0 0 2-15,0 0-3 0,0 0-1 0,9-2-1 0,-9 2-13 16,0 0-11-16,0 0-20 0,0 0-10 0,0 0-30 16,0 0-19-16,0 0-4 0,0 0-18 0,0 0-13 15,0 0-18-15,-12 21-126 0,12-21-299 16,-3 13 133-16</inkml:trace>
  <inkml:trace contextRef="#ctx0" brushRef="#br0" timeOffset="66847.75">24026 13362 19 0,'-12'-3'48'15,"1"3"-9"-15,0-1 8 0,0-2-3 0,0 3-2 16,-1-2 0-16,0 2-5 0,2-2 5 0,0 0-3 16,1 1-6-16,-1 1 2 0,1-1-7 0,9 1 3 15,-17-3 11-15,11 2 0 0,6 1 7 0,-12 0-10 0,12 0-4 16,-7-2 3-16,7 2 1 0,0 0-3 16,-10 0-12-16,10 0-5 0,0 0 7 0,0 0-15 15,0 0-5-15,0 0 8 0,0 0-3 0,0 0 5 16,0 0-10-16,0 0 9 0,0 0 1 0,25 7 0 15,-12-5-6-15,0 1 2 0,3-1 3 0,5 1 0 16,-1-1 2-16,3 1-7 0,-2 0-11 0,7-1 8 16,0 2 2-16,-1 0 5 0,2-1-4 0,-1 0 6 15,2 1-2-15,-4-1 0 0,1-1-3 0,4 2 3 16,2-4 7-16,0-1-1 0,7 2 11 0,14-4-5 0,3 1 0 16,-4-2 1-16,4 2-9 0,-1-1 11 15,0 1-6-15,1 0 5 0,-4 0-7 0,-1-2-7 16,-1 4 4-16,0 0-3 0,1-2 9 0,-1 1-13 15,1 0 0-15,0 0 3 0,-11 0-2 0,9 1 6 0,2 0 6 16,1-2-7-16,-3 1 11 0,-10 1-11 16,14 0-2-16,-16-2 0 0,16 2-5 0,-16 2 8 0,3-2-5 15,-3-2-4-15,16 4 0 0,-20-1 6 16,2-1-3-16,-1 3-3 0,1-4 1 0,-2 3 7 0,-1-1-7 16,1 0 7-16,-1 1-3 0,-5-1 0 0,-1-2-1 15,-7 2 2-15,9-1 2 0,-8 1-4 16,-3-1 4-16,2 0-7 0,-5 0 7 0,-1 0-5 0,-3 0 10 15,0 0-4-15,-3 0-4 0,0 0 5 0,-8 0 1 16,13 0 5-16,-13 0 10 0,10 0 5 16,-10 0 4-16,0 0 0 0,11-2 1 0,-11 2 2 15,0 0 2-15,0 0-2 0,0 0 2 0,8 1 2 0,-8-1 0 16,0 0-4-16,0 0-6 0,0 0-1 16,0 0-5-16,0 0 4 0,0 0 8 0,0 0-6 0,0 0 1 15,0 0-3-15,0 0-5 0,0 0-2 0,0 0 3 16,0 0-4-16,0 0-8 0,0-10-2 0,0 10-2 15,0 0 3-15,0 0-8 0,0 0-3 0,0 0-2 16,0 0-6-16,0 0-12 0,0 0-7 0,0 0-13 16,0 0-25-16,0 0-21 0,0 0-19 0,0 0-8 15,0 0-13-15,0 0-30 0,0 0-12 0,-26 17-19 16,17-12-12-16,2 3-164 0,-2-1-382 0,5-2 169 16</inkml:trace>
  <inkml:trace contextRef="#ctx0" brushRef="#br0" timeOffset="67498.34">27857 13347 18 0,'0'0'97'0,"-13"-4"-7"0,9 1 7 0,4 3-2 16,-9-4-8-16,9 4-6 0,-9-3-5 0,9 3 0 15,0 0-14-15,-6-2-5 0,6 2-5 0,0 0-4 0,0 0-3 16,0 0-5-16,0 0 5 0,0 0-10 16,0 0 4-16,37 2-5 0,-17-1-7 0,8 1 3 15,5 1 0-15,-3-2-2 0,7-1-4 0,-2 0 0 16,3 0-7-16,2-1 3 0,12 1-1 0,-3-3 2 0,3 1-2 15,3 1 3-15,0-1 1 0,8 0 8 0,3-2-3 16,-2 2-3-16,29-3 6 0,-29 0-2 0,29 1 1 16,-29 0 2-16,30 2-8 0,-30-3 4 0,1 5-1 15,25-7-5-15,-28 7 2 0,3-1-2 0,-2-1-3 16,1 2 9-16,-3 0-6 0,-1 0 3 0,1 0 1 16,-2-1-4-16,-5-1 5 0,-1 0-1 15,-16 2 4-15,1-1 16 0,0 2 0 0,1 1-7 16,-3-5 3-16,-6 2 0 0,-1-1 0 0,-7 4-5 0,-3-4-3 15,0 0 0-15,-7 4-2 0,-2-4 0 0,-1 4-7 16,-3-2-1-16,-6 0-4 0,0 0 3 0,14-2-4 16,-14 2 1-16,0 0-4 0,10-1 1 0,-10 1-3 15,0 0-4-15,0 0-8 0,0 0-16 0,0 0-29 16,0 0-24-16,0 0-23 0,0 0-26 0,0 0-8 16,-29-1-19-16,12 1-25 0,-3 0-12 0,-6 0-109 15,-4-2-311-15,2 1 138 0</inkml:trace>
  <inkml:trace contextRef="#ctx0" brushRef="#br0" timeOffset="69138.08">6916 14390 12 0,'-10'-5'34'0,"5"2"-1"0,5 3 2 15,0 0 3-15,-11-5 0 0,11 5-7 0,0 0 3 16,-5-4-5-16,5 4-1 0,0 0-4 0,0 0-6 16,0 0-1-16,-6-3-3 0,6 3-5 0,0 0 1 15,0 0 1-15,0 0-2 0,0 0 4 0,0 0 7 16,22-8-4-16,-8 3 4 0,4 2-5 0,3-2 3 15,6-1 2-15,0 0 0 0,1 1-1 0,3 0-1 16,-2-1-6-16,6 1 4 0,-5 0-2 0,5-1 1 16,2 0 5-16,0-2-1 0,0 3-6 0,16-2-2 15,-4-3-1-15,-9 7 9 0,11-5-3 0,2 3-2 16,-2 0-4-16,-13 2 10 0,13 6-19 0,-11-4 16 16,11 2 3-16,-14 0-7 0,1 1-6 0,15 2 6 15,-15 1 5-15,0-1-9 0,13 0 3 0,-12 3-1 16,0-2-2-16,11 3 0 0,0 0 3 0,0 0 0 15,-11 0 5-15,14-2-9 0,-3 3 4 0,2-4 2 16,-1 2-10-16,2-2 7 0,-2-2 3 0,0 0-1 16,1 1 3-16,-1-4-2 0,1 0-4 0,-1 0 2 15,-13 0 8-15,16 0-2 0,-2-1-2 0,-2-2 2 16,2 0 1-16,1 3 0 0,0-3 5 0,1-1-2 16,0 5-8-16,1-1 9 0,2 0-10 0,-2-1 4 15,3 1-3-15,-2 0 3 0,0 3-6 0,0-2 8 16,1 0-2-16,-1-1 2 0,1 2-15 0,5-2 19 15,-1 0-8-15,2 2 8 0,-2 2 0 0,3-3 0 16,-1 1-8-16,3 1-2 0,-3-2 3 0,-1 0-2 16,-2 1-5-16,2-3 3 0,-1 1 1 0,-1-2 4 15,4-1-3-15,-2 0-3 0,2 0 3 0,1-1 4 16,0-2-3-16,-2 2 5 0,1-1-1 0,2-1-1 16,1 1-1-16,0 1-5 0,-5-1 4 0,-2 2-1 15,-2-1-3-15,8 2-1 0,-11-2 0 0,7 1 1 16,-2-1-2-16,-3 1-1 0,3 0 0 0,-4-1 8 15,1 1-9-15,-1 0-3 0,-3 0 1 0,4 2 0 16,-5-2 0-16,-13 1 5 0,13-1-3 0,-12-1 3 16,12 1-3-16,-11-1 0 0,11 1 2 0,-16 2 0 15,1-1 1-15,2 0-4 0,0 1-1 0,-2 0 5 16,1-2 0-16,-2 3-1 0,1 0 3 0,-2-1-3 16,-1 1-1-16,-2 0-3 0,-1 0 2 0,-12 1 4 15,9-2-7-15,-6 2 2 0,-3-1 0 0,-2 0 5 16,-3 1-4-16,-3 1 4 0,2-2 8 0,-3 0-2 15,-2 1 3-15,-8-1-7 0,15-1 6 0,-15 1 2 16,12 0 0-16,-12 0 5 0,7 1 8 0,-7-1-4 16,7 1-1-16,-7-1 0 0,0 0 1 0,0 0-3 15,0 0-1-15,0 0-9 0,11-1-1 0,-11 1-5 16,0 0-1-16,0 0-1 0,0 0-7 0,0 0-18 16,0 0-14-16,0 0-25 0,0 0-21 0,0 0-24 15,0 0-23-15,0 0-21 0,0 0-25 0,-22 17-156 16,15-9-351-16,-5 2 155 0</inkml:trace>
  <inkml:trace contextRef="#ctx0" brushRef="#br0" timeOffset="69484.28">13681 13946 36 0,'0'0'155'0,"6"-6"-17"0,-2 2-17 0,-4 4-12 16,8-2-12-16,-8 2-1 0,7-2-15 0,-7 2-5 16,0 0-7-16,0 0-1 0,16 2-2 0,-16-2-4 15,7 5-5-15,-7-5-7 0,4 4-5 0,-4-4-3 16,6 4-5-16,-6-4-4 0,5 3-1 0,-5-3 4 15,0 0-2-15,4 5 6 0,-4-5 12 0,0 0 12 16,0 0 5-16,0 0 7 0,0 0-3 0,0 0-5 16,0 0-8-16,16-9-6 0,-5 0-6 0,5-5-11 15,7-4-20-15,1-4-28 0,15-9-17 0,1 2-8 0,3-1-44 16,2-1-21-16,1 3-27 0,2-2-39 0,6 3-108 16,-3-9-297-16,26-16 132 0</inkml:trace>
  <inkml:trace contextRef="#ctx0" brushRef="#br0" timeOffset="77323.39">22564 15213 13 0,'-16'2'15'16,"10"-2"0"-16,6 0-3 0,-10 0 3 0,10 0-2 15,0 0-8-15,-12 0 13 0,12 0-10 0,0 0-1 16,-9 0-2-16,9 0 1 0,0 0-3 0,0 0 2 15,0 0-3-15,0 0-1 0,0 0 4 0,0 0-5 16,0 0 1-16,0 0 7 0,0 0-5 0,23 9 0 16,-15-8 2-16,2 0 4 0,3 3-1 0,0-4 3 15,-2 1 1-15,7 1-2 0,1-4 0 0,-2 4 4 16,3-1 3-16,2 0-3 0,0 1 2 0,0-2-1 16,4 0 3-16,2 0-1 0,2 4-2 0,0-4 2 15,-9 3-4-15,2-4-1 0,4 1 4 16,1 0-5-16,-8 1 0 0,1 0 7 0,2-2 0 0,-3 2 1 15,2-1 1-15,0 2 1 0,5-4 2 0,2 2-8 16,-1 2 10-16,4-5-12 0,1 2 8 0,2-1-5 16,-1 2 19-16,-2 0-21 0,2 0 3 0,-2 0-6 15,1 0 1-15,-1 0-1 0,-3 2 6 0,3-1-6 16,4 2-1-16,-6 0-5 0,6-3-1 16,-1 0 11-16,-1 0-4 0,2 2 5 0,0 0-1 0,2-3 0 15,-1 2 7-15,0-1-5 0,3 2-22 0,-3-1 19 16,2 0-4-16,0 0 7 0,-1 1 6 0,2-2 0 15,-2 1-4-15,0-1-4 0,2-3-2 0,1 3 4 16,0-1-5-16,9 0-3 0,-13 0 11 16,2 2 2-16,15-4-3 0,-16 3-1 0,2 0 2 0,10 0-3 15,-12-1-8-15,3-2 0 0,12 5 6 16,-14-2 0-16,10 1 2 0,2-1-4 0,-13 0-6 0,2 0-1 16,12 1 6-16,-16-1 1 0,4 2-9 0,-1-1 7 15,0 1-5-15,12 0 6 0,-16-4-5 16,5 4 5-16,11-2-4 0,-11 1-1 0,0 0 7 0,11-2-10 15,-13-2-1-15,3 5 2 0,-2-2 1 0,11 1 5 16,1 2-5-16,-13-5-2 0,3 5 1 0,-3 0-6 16,14-1 10-16,-1-1 1 0,-17 2-7 0,0-2-3 15,5 0 4-15,0-1-5 0,2 2 15 0,-4-2-20 16,15 1 21-16,-13 0-11 0,-1-1 0 0,0 2-3 16,2-4 3-16,-2 4 1 0,4-1-1 0,-5 0-3 15,15 1-2-15,-14-2 10 0,0 3-9 0,3-4 0 16,-3 6-1-16,0-5 5 0,0 4 7 0,-2-4-8 15,1 1 5-15,1 2-2 0,-5-3 7 0,1 0-12 16,-3 2 2-16,1 1 3 0,1-2 6 0,5 0-6 16,-4-1 0-16,3 3 1 0,1-2-1 0,-5-1-7 15,3 0 7-15,-2 0-4 0,4 0 1 0,1 0 1 16,-1 0 1-16,1 0-2 0,1 0-1 0,-3 0-4 16,1-1-2-16,-2 1 4 0,5-3 3 0,-5 3 0 15,2 3 6-15,0-6-5 0,0 3 0 0,-4 0 3 16,3-4 1-16,-4 3-2 0,3 2 1 0,2-1 8 15,-3-3-14-15,1 0-1 0,3 0 4 0,-3-2 0 16,1 1 2-16,-2 4-2 0,-2 0-2 0,1-1 2 16,1 1-2-16,-2 0-1 0,2 0 2 0,-5 0 2 15,2-1-5-15,0 2 1 0,-1-1 4 0,-2 1-2 16,1-1 4-16,-2-1-2 0,-2 1-2 0,3 1-1 16,-8-2-2-16,1 1 0 0,7 0 2 0,-9 0 2 15,0 0-3-15,-2 3 3 0,0-3-3 0,-1-2 0 16,-4 2 0-16,1 0 2 0,-2 2-6 0,-1-4 11 15,1 2-9-15,-4 0 3 0,-8 0-23 0,13 2-10 16,-6-2-20-16,-7 0-11 0,9 0-5 0,-9 0-24 16,0 0-12-16,0 0-14 0,0 0-87 0,0 0-220 15,-30 2 98-15</inkml:trace>
  <inkml:trace contextRef="#ctx0" brushRef="#br0" timeOffset="79058.89">9435 16261 25 0,'32'-2'25'0,"0"0"5"0,4 1-1 0,-2-1 2 0,-1-1-10 16,4 3 5-16,-2-3-10 0,0 3 8 15,-1-1-2-15,2-1-1 0,-3 2-5 0,-1 0 0 16,0-1 0-16,0 2-1 0,0 1-1 0,2-1-2 16,1 2 4-16,1-1-3 0,1-1-1 0,1 3 10 15,-2 0-12-15,-3 1-3 0,3-2 1 0,0 3 2 16,-2 1 0-16,2 0 6 0,0-2-13 0,-3 3 3 16,3-2 0-16,1 4 5 0,-1-2 3 0,1 0-3 0,0-2 5 15,-3 3-13-15,3-1 12 0,-1-1-7 16,0 1 7-16,1-1-4 0,2 2 2 0,10 1 3 15,-11-4-8-15,2 1 7 0,11 0-7 0,-1 1 5 16,1 0 7-16,-1-2-14 0,2 1 2 0,-13-3 9 16,14-1-5-16,2 1-3 0,-2-1 1 0,-2-2 3 15,1 3 2-15,-2-1-9 0,-12-3 8 0,16 2-16 16,-3-1 13-16,3 2 4 0,-2-2 5 0,2-1-7 16,-2 0 5-16,2 0 1 0,0 0-8 0,1-3 7 15,2 1-6-15,-1 2-3 0,-1-2-1 16,0 1 4-16,1-2 6 0,-2-3-7 0,0 1-6 15,-1 1-7-15,2-2 9 0,-3 1-1 0,0-1 4 0,4-2 7 16,-5 4-3-16,3-1-4 0,2 1 0 0,-3 2-12 16,-3-2 18-16,-9 0-12 0,8 4 1 0,-9-1 3 15,12 1-13-15,-14 0 13 0,3 0 0 0,8 3 4 16,3-5-3-16,-12 4 1 0,1-2-2 0,-3 0-7 16,16 2 13-16,-3-2 0 0,-11 0-3 15,13 1-4-15,-3-1 1 0,2 0 8 0,-13 1-13 16,12 1 11-16,-14-5-5 0,14 6 6 0,-12-1-10 15,12 0 4-15,-12-1-1 0,12 0 2 0,-13 1-2 16,14-2-1-16,-14 2 2 0,14-1 5 0,2 2-4 16,-3-1 4-16,-1 1-2 0,4-2-1 0,-5 2-3 0,3-2 4 15,0 2-1-15,-14-1-4 0,16-4-3 16,-5 2 6-16,-10 3-2 0,12-6-2 0,1 3 1 16,-14 0 3-16,0-3-3 0,13 2 6 0,0-2-3 15,-12 2 4-15,-1 0-7 0,3-1 2 0,-4 1 5 16,0-3-2-16,2 6 1 0,-1-5-4 0,-2 3 8 15,1-4 8-15,-2 3-7 0,0-2-2 0,-1 2 3 16,-1-3 2-16,-2 3 3 0,0-1-8 0,-3-1 3 16,-6 3 4-16,-2-3-4 0,-3 3 3 0,1-2-7 15,-5 0 4-15,-2 2 4 0,-5-1 0 0,-6 1 4 16,15-2-1-16,-10 2 5 0,-5 0 5 0,0 0 4 16,12-2-1-16,-12 2 1 0,0 0-1 0,0 0-5 15,8-1-5-15,-8 1 1 0,0 0-7 0,0 0-3 16,0 0-5-16,0 0-11 0,0 0-7 0,0 0-11 15,0 0-23-15,0 0-20 0,0 0-26 0,0 0-19 16,0 0-27-16,0 0-26 0,0 0-137 0,0 0-315 16,0 0 139-16</inkml:trace>
  <inkml:trace contextRef="#ctx0" brushRef="#br0" timeOffset="80636.95">18834 16283 16 0,'8'1'68'0,"4"0"-6"0,0 3-4 0,6-3-2 0,3 1-2 16,-2 0 1-16,1 1-8 0,8-1 4 0,-7 1-3 15,-1-1-6-15,3-1 1 0,4 0-7 0,1 1 3 16,-1-1 0-16,0-1-6 0,-6 0 3 0,1 0-3 16,0 2 4-16,9-1 5 0,-2-1-10 0,4 1 7 15,5-3-7-15,-1 0 3 0,-2 2-4 0,4 0 4 16,-1 0-8-16,-1 0-2 0,0 0 3 0,3 2-8 15,-5-2-3-15,1 2 7 0,1 1-7 0,-1 2 3 16,1-4-10-16,2 4 5 0,-1-3-3 16,0 2 3-16,-1-2-3 0,3 1 4 0,-4-1 2 0,1 1-8 15,1 1 10-15,-2-3-7 0,3 1 4 16,-1-1 3-16,13 2 3 0,-16-1 2 0,0 1-2 16,1 0 2-16,-2-1-5 0,1 1 0 0,1-1 1 0,2 2-3 15,-5-4-3-15,3 4 1 0,0-2 1 16,-2-1-4-16,2 2-1 0,-3-2-1 0,2 1 0 15,-2 1 3-15,-2-2-6 0,2 3 4 0,-3-3-1 16,1 2-2-16,0-1 2 0,1 0 1 0,-3 1-1 16,1-1-4-16,-2 0 6 0,-1 0-1 0,-4-2-1 15,5 2-1-15,0 0 3 0,-7 0 2 0,9 0-6 16,-3 0 2-16,-7-1-2 0,3 1 2 0,5-2-3 16,0 1 3-16,-7 0 0 0,7 2 4 0,0-1-7 15,-1 1 1-15,-5-2 0 0,1 0 3 0,-3 1-10 16,2 0 6-16,0-1 3 0,-2-1-5 0,3 2-1 15,-3-1 5-15,1 0-3 0,1 1 1 0,-3-2-2 16,0 1-3-16,3 2 3 0,-1-2 1 0,-1-1-4 16,1 0 1-16,-2 1 1 0,1 0-2 0,-1-1 0 15,1 1-1-15,0 1 4 0,1-1-4 0,1-1 0 16,-3 0 0-16,3 0 2 0,0 1-3 0,7 0 4 16,-7 0-4-16,-1-1 3 0,8-1-4 0,-1 0 3 15,0 2-1-15,0-1 0 0,1-1 3 0,2 2 0 16,-2-2 2-16,2 1-4 0,1 0 0 0,0-1 8 15,-1-2-5-15,3 3 0 0,-1-2-6 0,1 2 3 16,-2-2 1-16,3 2 0 0,0-3-1 0,-3 3-2 16,2-1 2-16,3 1 0 0,-2-3-1 0,1 0 1 15,-2 3 0-15,2 2 3 0,0-5-2 0,3 1 0 16,-3 2-2-16,2-2 2 0,1 1 1 0,11 0 0 16,-13 0-1-16,1-1-3 0,3 1 5 0,-4 0-6 15,1-1 2-15,-1 0-2 0,4 1-3 0,-4-1 2 16,16 1 3-16,-16-1 1 0,1-1-1 0,2 0-1 15,13 2 0-15,-15-2 0 0,1 2 5 0,-1 0-8 16,1-3 6-16,1 1-4 0,0 1 1 0,-1-1 1 16,12-3-1-16,-12 5-1 0,0-1 6 0,-1 0-7 15,16-2 4-15,-17 1-4 0,1 2 1 0,-1-2-1 16,0 0 1-16,-1 0 1 0,1 2 0 0,-2-1 2 16,-1-3-3-16,4 5 1 0,-3-3 1 0,-2 0-1 15,-1 1-2-15,3-1 7 0,-2 2-6 16,-5-2 2-16,0 0-4 0,2 2 2 0,-9-1 0 15,9 1 2-15,-10-2-4 0,3 2-2 0,4-1 5 0,-5 2-1 16,-2-1 0-16,1 1 3 0,0-1-6 0,0 2 4 16,-3-2-2-16,-2 1 4 0,-2 0-3 0,-1-1 5 15,3 1-4-15,-3 1 0 0,1-2 0 0,-3 1 1 16,-3 0 0-16,0-2 1 0,-8 2-3 16,16 0-1-16,-10 1 2 0,-6-1-2 0,0 0 3 15,14-1 2-15,-14 1-2 0,9 0 10 0,-9 0-2 0,12 0-3 16,-12 0 2-16,10 0 1 0,-10 0 1 0,11-1-4 15,-11 1 1-15,9 1-4 0,-9-1 0 0,8 0-1 16,-8 0 1-16,0 0-1 0,9 0 0 0,-9 0-1 16,0 0 1-16,10 0 1 0,-10 0 2 0,0 0-3 15,10 0-4-15,-10 0 2 0,0 0-1 16,0 0-5-16,0 0-16 0,8 0-10 0,-8 0-18 16,0 0-19-16,0 0-11 0,0 0-11 0,0 0-11 15,0 0-25-15,0 0-17 0,0 0-15 0,0 0-104 16,0 0-283-16,0 0 124 0</inkml:trace>
  <inkml:trace contextRef="#ctx0" brushRef="#br0" timeOffset="81231.7">27126 16397 85 0,'0'0'110'16,"0"0"-16"-16,0 0-15 0,0 0-6 0,0 0-8 16,9-4-6-16,-9 4-5 0,14 0-3 0,-14 0-1 15,17 2-3-15,-6 0-5 0,5-1-2 0,5 0-7 0,-2 0 8 16,4-1-10-16,8 2 0 0,-1 1-2 0,4-3 9 16,3 0 2-16,13 0 9 0,2 0-2 15,3 0-2-15,-1 0-6 0,1 0 14 0,1 0-14 16,0 0-1-16,-2 0 3 0,4 0-1 0,0 2-8 15,-1-2 3-15,4 1-6 0,-1-4 13 0,1 6-11 16,0-4-2-16,3 1-1 0,3-2-2 0,-2 2-7 16,0 0 6-16,25-2 1 0,-29 1-7 0,4 1 6 0,-2 0-6 15,2-2-2-15,1-1-1 0,-3 3 1 16,1 0-26-16,1 1 1 0,-4 0-4 0,-1-1 2 16,-3 3 6-16,-5-2-10 0,-12 1 8 0,-5-2 6 15,4 0 1-15,-6-2-3 0,-1 2 0 0,-4-1-2 16,0 4 3-16,-9-5 3 0,-2 4 3 0,-3-4-4 15,-4 2 5-15,-1-1-9 0,-9 1 10 0,12 0-4 16,-12 0 1-16,7 0 4 0,-7 0-7 0,0 0-7 0,9 0-8 16,-9 0-26-16,0 0-7 0,0 0-29 15,0 0-11-15,0 0-24 0,-46 0-19 0,26-2-6 16,-8 2-70-16,-5-1-223 0,1-1 98 0</inkml:trace>
  <inkml:trace contextRef="#ctx0" brushRef="#br0" timeOffset="83295.2">6704 17217 19 0,'17'9'30'0,"-6"-8"3"0,1 0-9 0,0 0 3 16,7 1 9-16,3 0-6 0,6 2 2 0,3-1 5 15,1-1-10-15,2 1 1 0,2-1 20 0,3-1-22 16,-2 2-6-16,3-2 6 0,12 3-1 0,-12-1 2 15,12 1-5-15,-12-2 4 0,-2 0-3 0,15 2-1 16,-3 0-4-16,4 1 10 0,-3-2 2 0,-2 2-12 16,3 0 1-16,-1 1 3 0,-13-3 1 0,16 4-6 15,-1 3-4-15,0-4 12 0,-2 3-2 0,0-2-8 16,-1 3-1-16,2-3 5 0,-1 6 0 0,0-5 1 16,1 2-6-16,2-1 10 0,-1 2-12 0,4-1 4 15,-4 1-12-15,1 0 17 0,1-1 7 16,1 0-16-16,2-1 2 0,-1 4 5 0,-3 1-5 15,-2-5 8-15,3 0-4 0,1-2-5 0,-1-1 2 0,-1 5 4 16,6-5-6-16,-1-2 4 0,2 3 1 0,2-6-6 16,0 6-2-16,0-2 5 0,4-5-5 0,-5 2 8 15,-4 0-11-15,1-1 3 0,0-2 3 16,-3 3-1-16,0-4-4 0,3 2 5 0,-3 1-5 16,-1 0 12-16,4-2-11 0,-3-2 1 0,-1-1 0 15,4 1 8-15,-4 0-7 0,1-1 2 0,0 4-1 16,0-1 2-16,-1 1-5 0,0-2 5 0,-5-4-2 15,5 3 10-15,0 3-8 0,-6-1 3 16,-11 1-8-16,17-3 5 0,-1 1-6 0,-14 1 2 0,13 1-1 16,-2 0 0-16,-13 0 0 0,16 1 1 0,-14-2-1 15,11 0-2-15,-1-2 3 0,-11 2 1 0,0 1-2 16,12-3 4-16,-12 4 1 0,1-1 0 0,11-3 1 16,-13 1-6-16,2 2-4 0,15-1 6 0,-4-1-1 15,-13 2-3-15,13 2 3 0,-1-7-3 0,3 2-1 16,-14 2 3-16,14 0-2 0,-2-2 1 0,-12 6-4 15,1-6 2-15,11 0 3 0,2 2 2 0,-16 1-3 16,16-4 2-16,-3 2 0 0,-14-1-2 0,16 1-1 16,2 2 5-16,-16-2-3 0,19 1 5 0,-5 1-1 15,-1-2 0-15,0 2-7 0,1-2 6 16,-12 2 3-16,12 0-5 0,-3-3 1 0,-13 3-3 16,18-2 3-16,-14 2-2 0,-1-1 0 0,14 1 4 15,-14 0-4-15,12 0 1 0,1-1-6 0,2-2 7 16,-3 3-4-16,3-1-1 0,-16-1 5 0,15 2-5 15,1-2 3-15,-2 3 7 0,-1-2-12 0,3 1-1 16,-2 1 4-16,-14-3-3 0,16 2 2 0,-3-1 2 16,-1-2 1-16,-12 1-1 0,2 0-3 0,-1-1 4 15,1 2 0-15,12-4-1 0,-1 2 1 0,-12 1 7 16,1 1-9-16,12-5 5 0,-14 5-5 0,2-2-2 16,-2 3 1-16,16-4-3 0,-4-1-1 0,-12 3 4 15,0-1 0-15,3 1 2 0,-3 1-9 0,14-4 5 16,-15 2-4-16,0 3 6 0,1-1 2 0,-3-3-4 15,4 0 0-15,1 2 3 0,-2-4-2 0,14 6 4 16,-14-3-3-16,0 1-2 0,3-1 4 0,-5 0-6 16,1 2 5-16,2-2 2 0,0-1-4 0,13 0 1 15,-14 2-3-15,1-2 5 0,-2 1 1 0,1-2-7 16,2 3 0-16,-1 0 6 0,0-1-6 0,-2 1 4 16,0 1-7-16,4-2 4 0,-3-1 3 0,0 4 0 15,0-2-2-15,0 0-2 0,0 0 3 16,0 1 1-16,-2-2-2 0,3 3 1 0,-2-1 0 0,2 0 0 15,0 2-1-15,-1-2-4 0,0 2 4 16,2-2 7-16,0 1-3 0,-1-4-1 0,1 3 3 16,-3-2-3-16,1 3 4 0,2-3-4 0,-3 2 2 15,-1-1-2-15,2 0-2 0,-1 1 4 0,-4 0-1 16,5-5 4-16,-2 5-4 0,0-1 0 0,0 1-1 16,-1-4 0-16,5 4-1 0,-5-3 3 0,-1 1-4 15,1 1 4-15,-1 0-4 0,1-2 1 0,-2 3 3 16,-1-1-4-16,-1 0-1 0,1 0 3 0,-2 0-1 15,2 1-2-15,-3-2 2 0,-1-1-2 0,-2 2 2 16,4 1-7-16,0-1 4 0,-7 1 3 0,-2-1-3 16,-1-1 5-16,8 1-2 0,-7 2-1 0,-3-2-2 15,4 1 3-15,-1-1-4 0,-1 0 3 0,1 0 2 16,-1 2 0-16,1-1 3 0,1-1-1 0,-3 1 2 16,0-1-3-16,3 1-8 0,-2 0 10 0,1-1 3 15,-1 0-11-15,2 2 11 0,-3-2-2 16,3 2-1-16,-1-1-1 0,-1-1 0 0,0 2 1 15,2-1 0-15,-2 0 0 0,1 0-2 0,-1-1-4 16,-1 2 8-16,2-2-5 0,-2 0 1 0,-2 0-1 16,-2 0-2-16,2 3 2 0,-5-2 0 0,0-1-3 15,1 2 3-15,-13 0-4 0,21-1 3 0,-10 1-2 0,-11 0-3 16,14-1 0-16,-14 1 5 0,13 0-5 0,-13 0-8 16,11-2 8-16,-11 2 2 0,0 0 3 0,11 0-2 15,-11 0-2-15,0 0-7 0,0 0-16 16,0 0-21-16,0 0-14 0,0 0-14 0,0 0-21 15,0 0-28-15,16 10-29 0,-16-10-46 0,0 0-193 16,-2 15-418-16,2-15 186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3T05:25:22.541"/>
    </inkml:context>
    <inkml:brush xml:id="br0">
      <inkml:brushProperty name="width" value="0.05292" units="cm"/>
      <inkml:brushProperty name="height" value="0.05292" units="cm"/>
      <inkml:brushProperty name="color" value="#FF0000"/>
    </inkml:brush>
  </inkml:definitions>
  <inkml:trace contextRef="#ctx0" brushRef="#br0">6489 6141 6 0,'0'0'39'0,"8"-6"-3"16,-4 3-5-16,-4 3 0 0,10-9 0 0,-2 5-2 15,-1-1-5-15,2 1-2 0,-1-1-3 16,1 0-2-16,-2 2 3 0,3-2-6 0,-2 2-2 0,0-1 1 15,1 1 1-15,-3 1-4 0,7-3-3 0,0 0 3 16,0 3 2-16,1-2-7 0,-3 3 3 0,8-5 1 16,-1 2-3-16,-1 0 2 0,3 0-4 0,-4 1 3 15,3-1 0-15,3 3 0 0,-3-2 1 16,8-2 1-16,-1 1-3 0,4-2 2 0,1 1 4 16,4 0-3-16,0-1 3 0,-1 2 3 0,3-3-6 0,-1 1-1 15,-1 2 9-15,-1-1-8 0,1 0-1 0,2 0 2 16,-3 2-3-16,3-2 1 0,-4 3-5 15,-2-1 4-15,2 2 1 0,3-2-7 0,-1 3 10 16,1-2-7-16,-1 0 4 0,4 1-2 0,-1-1 3 0,0 1-4 16,0 0-2-16,1 2 0 0,-2 2 2 15,1-2-1-15,0 1-5 0,-1-2 5 0,1 2 5 0,-1 1-3 16,-1-1-1-16,0-2-3 0,-2 4 1 0,4-2 1 16,-1 0-1-16,-1-5 1 0,3 4 2 15,-1-1-5-15,1 2 4 0,0-1-7 0,-1 0 5 16,3 1 1-16,10 1-2 0,-14-1 4 0,3 0-5 0,-2 1 4 15,-1 1 6-15,0-1-13 0,3 1 4 0,-2 0-2 16,-3-3 5-16,2 3-3 0,-3 0-2 16,1 1-1-16,-1-1 1 0,0 3-3 0,-4-3 8 15,2 2-5-15,-1 1 0 0,-2 1 4 0,3-5-1 16,-1 5-4-16,2-4 8 0,-1 2-3 0,4-2-5 0,-2 1 2 16,1-2 7-16,1 0-7 0,-3 1-4 0,3 0 6 15,-2 1-1-15,1-1-4 0,-5 1 4 16,2-1-1-16,-1 2 2 0,-2-2-3 0,2-2 1 15,0 3 0-15,-3 2-3 0,-1-4 7 0,0 1-1 16,1-1-2-16,0 3 6 0,1-1-8 0,-2-2-4 0,4-1 7 16,-2 0 1-16,0 1-4 0,1-1 4 0,-1 0 3 15,-2-1-7-15,1 3-4 0,-1-3 5 0,-6 0 1 16,2-1-3-16,3 7 0 0,1-3 7 0,2-3-6 16,-2 3 4-16,-1-2-4 0,2-1 2 0,-5 2-5 15,4-2 5-15,4 2 2 0,-2 0-6 16,2 2 3-16,-2-3 0 0,0 2 1 0,-1-2 0 0,2 1-1 15,-2 0 5-15,-2 1-11 0,-5-2 10 0,9 1-7 16,-2 1 7-16,-1 1-1 0,-1 1-5 0,-5-1 0 16,6 2 7-16,1-2-7 0,1 1 5 0,-7-1-4 15,7 1 1-15,0-1 0 0,4 0-3 16,-4 0 4-16,-2 0 3 0,1 0 2 0,2 0-7 0,0 0 5 16,0-2-3-16,-2 1-1 0,1-3 5 0,-1 2-11 15,-1 0 7-15,-5 0-7 0,-2 0 10 16,-1 0-6-16,3-1 5 0,-4 0-4 0,0 1 3 15,-4-1-4-15,0 0 5 0,-1-1-4 0,0 3 10 16,-2-1-14-16,0-2 0 0,-2 2-9 0,3 1-24 0,-4-1-9 16,2 3-6-16,-2-1-11 0,-1 3-55 0,-3-2-127 15,1 0 55-15</inkml:trace>
  <inkml:trace contextRef="#ctx0" brushRef="#br0" timeOffset="1026.83">11604 6250 19 0,'0'0'42'0,"0"0"3"0,0 0-2 15,0 0-9-15,0 0 5 0,38 4-6 0,-20-3-3 16,3 1 4-16,7 0 3 0,4-2-1 0,3 1 5 16,-3 0-4-16,8-2 3 0,11 0-1 0,0-1-11 15,1 0 11-15,0 0-15 0,0-1 3 0,-1 1-1 16,-13 1 0-16,15-3-4 0,-3 1 0 0,2 1-5 16,-13 0 2-16,13-3-2 0,0 2 1 0,-1 0 2 15,-1 1-2-15,2 2-1 0,-1 0-3 0,3-2-6 16,-4 0 9-16,1 0-10 0,1 3 4 0,2-4-4 15,-5 2 3-15,3 1-3 0,-12-1-2 0,12 0 2 16,-14 1 2-16,14 0-1 0,-16 1 5 0,2 0-8 16,1 0-3-16,-3 1 2 0,4 0 3 0,-3 1-4 15,-1-3 0-15,1 2 0 0,-3 1-3 0,1-1 8 16,1 0-5-16,0-2 0 0,2 0 2 0,-1-2-1 16,1 2-1-16,0-1 1 0,13-2 5 0,-15 1-8 15,0-2 8-15,0 0-5 0,0 3 2 0,3-1-4 16,-4 0 7-16,1-1-13 0,-3 2 9 0,1-3-3 15,-2 4 7-15,2-1 0 0,-1-1-5 0,-1 0-4 16,-2 2 7-16,5-1-5 0,-5 0 0 0,1 2 4 16,1-2-2-16,-1 2-3 0,1-1-1 0,-1 0 2 15,-2 1 1-15,3 3-3 0,-3-4-1 0,2 0 4 16,-2 1 2-16,-1 3-5 0,2-1 4 0,-3 1-2 16,2 0 2-16,-8 0-2 0,8 0 4 0,1-1-5 0,0-2-3 15,0 1 1-15,1 1 10 0,1-3-2 16,-1 0 0-16,2 0-1 0,0 0 0 0,-2 2 3 15,0-4-1-15,-1 0-5 0,2 1 10 0,1 1-7 16,-2 0 8-16,0 0-4 0,1-3 3 0,-1 3-4 16,3-1-2-16,-2 1-1 0,1-2 4 0,0 4 4 0,2-4 6 15,-3 1-10-15,2 0 4 0,1 1-2 16,-2-1 4-16,-1 1-5 0,0-1 3 0,-1 2-6 16,-1-1-2-16,-2 1 2 0,2 3 1 0,-1-2-1 15,0 0-4-15,2-2 3 0,1 1 7 0,0 1-7 16,-1-2 0-16,3 0-3 0,0 0-1 0,0 0-3 15,-2 0 3-15,0-2-6 0,-4 4 4 0,0-2-2 16,-6 2 2-16,-3-2-1 0,0 0-9 0,2 2-7 16,-3-2-3-16,1 2-3 0,-3-1-8 0,2 1-19 0,-4-2-12 15,0 3-11-15,-2-1-8 0,1 0-12 0,-2-1-13 16,-1 3-57-16,0-2-175 0,1 1 78 0</inkml:trace>
  <inkml:trace contextRef="#ctx0" brushRef="#br0" timeOffset="1663.7">17677 5891 5 0,'0'0'85'16,"0"0"-9"-16,0 0 2 0,0 0-17 0,0 0-6 16,0 0-6-16,0 0-3 0,0 0-5 0,0 0 2 0,0 0-5 15,0 0-9-15,0 0 4 0,0 0-8 16,0 0-2-16,0 0-1 0,11 4 6 0,-11-4-2 15,0 0-3-15,0 0-11 0,0 0 9 0,0 0 9 16,0 0-3-16,0 0-9 0,0 0 21 0,0 0-4 16,0 0-4-16,0 0-3 0,0 0-4 0,14-2 8 15,-14 2-12-15,14-4 2 0,0 0-3 0,7-3-7 16,9-3-18-16,9-2-18 0,14-6-13 0,8-2-15 16,25-9-30-16,-1-1-78 0,-27 7-172 0,31-10 76 0</inkml:trace>
  <inkml:trace contextRef="#ctx0" brushRef="#br0" timeOffset="12030.18">22601 7247 1 0,'0'0'72'0,"-2"-9"-4"0,2 9-2 0,0 0-14 16,0 0-3-16,0 0 1 0,0 0-2 0,2-11-9 15,-2 11-4-15,0 0-4 0,10-4-7 0,-10 4 0 16,11-1-4-16,-3 0-1 0,1-2 5 0,4 3-1 15,0-1-6-15,7 1-1 0,-1 0 5 0,9-3-9 16,2 2 3-16,4 1 2 0,1-1 3 0,3-1 5 16,-1 1-11-16,3-2 1 0,13 0 2 0,-3 2-13 15,1-2 6-15,2 0 6 0,3-1-2 0,-1-1 3 16,3 2-6-16,0 0-3 0,2-1 5 0,-2-2 10 16,2 0-11-16,1 2 0 0,2-1 3 0,1 0-4 0,1 3-2 15,-2-2-3-15,-1 0-2 0,3 1-5 16,-3 1 6-16,-1 1-8 0,-1 0 10 0,-1 1-11 15,1 0 5-15,-2-2 8 0,-1 1-1 0,5 1-7 16,1 1 4-16,2-1 0 0,1 0-3 0,26 3 8 16,-27-2 2-16,1 3-4 0,1 1-9 0,-3 0 5 0,-1-2 2 15,-4 1-3-15,-2-1 0 0,4 4-10 16,-5-5 8-16,-2 2 9 0,-2-4-10 0,1 1 5 16,-14 2 0-16,0-2-8 0,12-1 4 0,-15 0 0 0,2 0 2 15,-2 0-6-15,2 0 6 0,-6 0-3 0,2-1 5 16,-3 2-13-16,-4-2 10 0,1 1-2 15,0-3 1-15,-6 6-1 0,-1-6 2 0,6 3-4 16,-5 3 4-16,-1-3-5 0,-3 0-2 0,-1 0 14 0,-1 0-2 16,-5-3-6-16,2 6 5 0,-1-6 3 0,-1 6-12 15,-5-3-15-15,-6 0-8 0,14 0-13 0,-14 0-23 16,9 2-10-16,-2 0-15 0,-7-2-52 16,7 5-152-16,-7-5 68 0</inkml:trace>
  <inkml:trace contextRef="#ctx0" brushRef="#br0" timeOffset="12564.78">27208 7208 59 0,'0'0'118'0,"0"0"0"15,-2-6-9-15,2 6-12 0,0 0-7 0,0 0-11 0,6-10-18 16,-6 10 7-16,6-5-14 0,-6 5-2 0,9-3-11 16,-3 2-5-16,6-1 4 0,-1 1 1 0,10-1-7 15,-2 2-7-15,13-1 3 0,1 2-4 16,2-2-7-16,3 1 5 0,11 0 0 0,3 1-3 0,-12-1-4 15,12 0-7-15,-1 1 7 0,1 1-17 0,-1-1 10 16,0 0 0-16,2 2 3 0,1-2 9 16,2-1-7-16,5 0-2 0,-2 0-3 0,1-1 6 15,5 2 3-15,0-2-6 0,-2 1-6 0,2-3 2 0,-3 2 8 16,-1-1-7-16,3-4-10 0,1 3 3 0,-2 2-7 16,2-2 6-16,-1 0-1 0,1 3 1 15,-3-1 6-15,2-1-10 0,-1 2 3 0,-4-1-9 16,-3 0 6-16,-5 1 5 0,-13 2-1 0,1-2-1 0,-5 0-15 15,1 4 14-15,-3-2-3 0,-3 0 3 0,-1-1-1 16,-6 0 0-16,6 1-2 0,-2-1 6 0,-6-1-3 16,2 3 2-16,-4-1-2 0,-2-1-1 0,-1 1-2 15,-2-1 7-15,0 2-25 0,1-3 28 0,-3 1-7 16,-1 2 6-16,-1-3-3 0,1 2 8 0,-1-2-21 16,-9 0-5-16,13 1-15 0,-13-1-10 0,9 0-14 15,-9 0-11-15,0 0-14 0,0 0-28 0,0 0-75 16,0 0-198-16,0 0 88 0</inkml:trace>
  <inkml:trace contextRef="#ctx0" brushRef="#br0" timeOffset="13803.84">4710 8263 9 0,'0'0'36'0,"-14"-4"-5"16,7 3-3-16,7 1-3 0,-20-1 3 0,10 1-3 0,0-1-2 15,1 2-6-15,9-1 6 0,-17 0-4 0,10 1 2 16,7-1-3-16,-16 1-3 0,16-1 4 0,-9 2 0 16,9-2-8-16,-6 2 2 0,6-2-4 15,0 0 8-15,0 0-2 0,0 0 7 0,0 0-9 0,0 0 3 16,0 0 2-16,23 4 1 0,-8-3 15 0,4-1-10 16,10 2 5-16,0-1 3 0,2 0 1 0,4-2 7 15,17-5-14-15,4 0 10 0,3 3-11 0,6-2 6 16,1 0 0-16,30-6-6 0,-30 8 3 0,26-1-2 15,-26 0-4-15,-1 0 3 0,27-3 4 16,-29 7-4-16,30-3 0 0,-31 3-2 0,28 0 4 0,-27 0-3 16,0 0-2-16,0 0-2 0,2 0-2 0,1-3 3 15,-4 2-1-15,-1-2 2 0,-3-5 0 0,1 5 3 16,-4 1-3-16,0-3 8 0,-4 1 2 0,1-1-2 16,-13 2-4-16,-1-2-1 0,-1 1-4 0,-4 1 1 15,-1 2-2-15,-3-1-1 0,-8 1 0 0,1-1-2 16,-3 1 0-16,-6 1-2 0,-1-2-3 0,-5 2 0 15,0-1 9-15,-7 1 6 0,12-2 16 0,-12 2 6 16,0 0 8-16,13 2-1 0,-13-2-2 0,0 0 0 16,6-3-10-16,-6 3-1 0,0 0-5 0,0 0-4 15,0 0-7-15,0 0-4 0,0 0-11 0,0 0-20 16,0 0-14-16,0 0-29 0,0 0-20 0,0 0-24 16,0 0-17-16,0 0-12 0,-19 11-14 0,19-2-22 15,-1 2-81-15,1-11-259 0,2 24 115 0</inkml:trace>
  <inkml:trace contextRef="#ctx0" brushRef="#br0" timeOffset="15555.99">8465 8341 56 0,'0'0'62'0,"0"0"-8"0,0 0 1 16,0 0-7-16,0 0 0 0,0 0-11 0,0 0 0 15,18-8 7-15,-11 6-5 0,5 0 4 0,8 1-6 0,1-2 1 16,7 0 2-16,4-4-1 0,1 3 4 16,5-1-7-16,1 2-7 0,-2-3 11 0,3 0-8 0,-1 2 3 15,10-2-10-15,-12 2 6 0,0 0-7 0,0-1 3 16,-1 4-2-16,-2-2-5 0,2 2 4 0,1 1 1 15,0-4-28-15,-2 4 20 0,0-1-4 0,0 2-2 16,2-1 0-16,0 2-2 0,0-2 6 16,0 2 1-16,0-2-6 0,2 2 5 0,0-2-3 0,0 2 8 15,10-1-3-15,-9 2 0 0,11-3 4 0,-13 1-9 16,14-2 2-16,-12 0 6 0,10-4 0 0,1 3-1 16,4-2 4-16,-5 3-9 0,4 0 8 0,-3-5 0 15,0 3-5-15,3-1 1 0,1 2-2 16,0-4 6-16,-3 3-3 0,6-1 5 0,-2-1-7 0,0 1 0 15,-2 1 0-15,3-2-7 0,0 2 5 0,3-3 3 16,-1 2-3-16,2 0 3 0,-2 0-7 0,2 3-7 16,-2-2 7-16,2-1 1 0,1 0 3 0,-4 3-3 15,4-1 0-15,-6 0 1 0,4 1-3 0,1-1-1 16,-5-1-5-16,7 3 4 0,-3 0 0 0,1-1-2 16,-1 2 5-16,-1-2-2 0,3 1-3 0,1-3 2 15,1 2 3-15,-1-1-9 0,0 0-1 0,-1 0 5 16,-2-1-4-16,4-2 4 0,-3 2-2 0,2-1 4 15,0 0-9-15,-3 1 7 0,1-1-4 0,0-2-1 16,-1 4 0-16,-2-2 2 0,0 2-1 0,-1-1-2 16,-3 0 2-16,2 1-1 0,-7-1-3 0,3 1-1 0,-16 2 5 15,16-3 2-15,-14 2-6 0,14 0 8 16,-12-1-3-16,10 1-6 0,-12 0 4 0,1 2-2 16,0 0 0-16,10-1-1 0,-9 3-2 0,-3-4 3 15,3 3-3-15,-2 0 4 0,4-2 3 0,-5 1-5 16,1 1 10-16,0 1-8 0,0-3 5 0,1 1-1 15,-3 0-5-15,2 2 2 0,0-2-4 0,0-1 1 16,0 2 6-16,-1-1-8 0,2 0 7 0,1 0 0 16,-1 1-4-16,-2-2 3 0,0-2-2 0,1 2 0 15,-1 0 0-15,1 2 8 0,0-1-10 0,-2 0 4 0,4 0 2 16,-1-1 0-16,-2 0-4 0,0 0-2 0,2 1 2 16,-3-1 0-16,1 3-2 0,-1-1-2 15,0-1 0-15,1-1 4 0,0 1 2 0,0 1-5 0,-2-2 2 16,3 3 3-16,0-3-3 0,-1 0 1 0,-2 1 3 15,1 2 1-15,-3 0-4 0,4-2 2 0,-1-1-5 16,2 1 4-16,-2-1 0 0,2 0 0 0,-3 0-2 16,1 2 5-16,-4-2-4 0,4-1 4 0,-2 2-2 15,-2-1 0-15,-3 2 1 0,3-2-3 0,-4 0 4 16,1 3 0-16,0-3-1 0,-2-2-1 0,1 4-1 16,-2-2 3-16,2 1-3 0,-8-1-1 0,-1 2 8 15,1-4-8-15,1 2 0 0,-5 2 9 0,3-2-1 16,-2 0-3-16,-2 0 5 0,-4-2 1 0,3 2 3 15,-8 0-6-15,4 0 0 0,-10 0 4 0,14-1-7 16,-14 1-1-16,9 0-1 0,-9 0-3 0,0 0-2 16,11 1 3-16,-11-1 0 0,0 0 4 0,11 0-3 15,-11 0 1-15,0 0 4 0,10 0-5 0,-10 0 6 16,0 0-6-16,11 0-4 0,-11 0 0 0,7 2 3 16,-7-2 6-16,10 1-7 0,-10-1 2 0,12 1 1 15,-6 0-3-15,3 0 1 0,-1-1 1 0,2 2-2 16,2 2 0-16,0-3 0 0,1-1 1 0,5 0 0 15,1 3-3-15,-1-1-2 0,1-1 3 0,2-1 4 16,1 2-3-16,6-2 6 0,-2 0-3 0,3 1-3 16,-1 1-1-16,0 0 4 0,2 0-5 0,2-2 5 0,-1 2 2 15,2 1-4-15,-2-1-3 0,1-1 3 16,2 1 0-16,0 0-4 0,-1 3 8 0,0-4-2 16,-1 3-1-16,-1-2-1 0,0 0 3 0,0-2 1 15,1 1-4-15,0 1 4 0,-1-2-4 0,0 0 5 0,1 1 3 16,-2 0-4-16,5 0 3 0,-7-2 1 15,1 1 2-15,-1 0 1 0,2 0-3 0,-1 0 1 16,-7 1-2-16,6-1 2 0,-6 2 0 0,-2-2 2 16,3 0-4-16,-1 0 5 0,-2 0-7 0,1 0-1 0,-3 0 1 15,-4 1-5-15,-3-1 5 0,5 1-1 0,-6-2 0 16,3 1-1-16,-3 1 3 0,1-1-1 0,3 0 6 16,-3 1-1-16,0-1-1 0,-3 2 0 15,-1-2-4-15,4 0 0 0,-2 0 1 0,-9 0 2 0,14 2-3 16,-7-2 2-16,-7 0-2 0,14 0-1 0,-14 0 0 15,12 1-1-15,-12-1-1 0,11 0 3 0,-11 0-2 16,7 0 9-16,-7 0 1 0,0 0 11 0,7 3-1 16,-7-3 6-16,0 0 0 0,0 0 7 0,8 0-4 15,-8 0 8-15,0 0-6 0,0 0-2 0,0 0-5 16,0 0 4-16,0 0-13 0,0 0 3 0,0 0-2 16,8 1-2-16,-8-1-2 0,0 0-3 0,0 0 0 15,0 0 0-15,0 0-4 0,0 0 2 0,0 0 2 16,0 0 4-16,0 0 2 0,0 0 9 0,0 0-5 15,0 0-3-15,0 0 3 0,0 0-1 0,0 0-3 16,0 0-1-16,0 0-3 0,0 0 3 16,0 0-5-16,0 0-1 0,0 0 8 0,0 0-10 0,0 0-4 15,0 0-4-15,0 0-9 0,0 0-6 0,0 0-10 16,0 0-5-16,0 0-14 0,0 0-23 0,0 0-20 16,0 0-34-16,0 0-38 0,0 0-32 0,0 0-36 15,0 0-168-15,0 0-426 0,0 0 189 0</inkml:trace>
  <inkml:trace contextRef="#ctx0" brushRef="#br0" timeOffset="16748.49">19399 8271 39 0,'-16'0'45'0,"16"0"-1"0,-13-1-6 15,4 1 1-15,-1 0-7 0,10 0 0 0,-20-2-13 16,8 2 5-16,0 2-2 0,1-2-11 15,-3 1 6-15,0-1 6 0,0 2-9 0,1-1-2 0,-5 0 0 16,1 1-2-16,-2-1 0 0,0 2-3 0,2-1 4 16,-2 1-1-16,1-2 4 0,-2 0-12 0,1 1 10 15,-1 1 3-15,0-1 0 0,-2 0-2 0,3 1-1 16,-3-2 8-16,2 1 9 0,1-1-2 0,1-1-1 16,0 0 8-16,5 0 5 0,3 0 3 0,0 0-2 15,-2 0-6-15,12 0 3 0,-13 2-3 0,13-2-7 16,-11 0 0-16,11 0-11 0,0 0-8 0,-10-3-3 15,10 3 9-15,0 0 5 0,0 0-9 0,0 0 1 16,0 0 2-16,0 0-1 0,25 4 2 0,-4-2 6 16,-2-1 2-16,12 0 1 0,3 1-1 0,3-2 2 15,14 1 5-15,-11 0-3 0,11-1 1 0,3-1-12 16,-1 2 13-16,1-1-5 0,4 4-6 0,-1-1-1 16,2-3 7-16,0 5 0 0,-1-3 3 0,4 2-10 15,0-2 7-15,1-2-6 0,0 6-3 0,-1-2 3 16,-2-3-2-16,0 6-9 0,6-4 4 0,-2 0 4 15,25 1 2-15,-28 0 0 0,5-2-9 16,0-2 0-16,31 0 13 0,-6 0 6 0,-2 0-1 0,-25 2-8 16,30-8 9-16,-32 4-3 0,3-1 2 0,32 4-4 15,-8-3-1-15,-29 1-5 0,0 1 10 0,2 0-10 16,0 0-7-16,-3 1 3 0,-5 0 0 0,-1-1 1 0,-3 1 2 16,-11 2-3-16,0-3-1 0,-2 0-6 0,-1 3 5 15,-2-1 1-15,3-2-2 0,-4 2-1 16,2 1 3-16,-3-6 1 0,-2 6-4 0,-2-2-6 15,-9-1 4-15,1 0-1 0,-1 3 4 0,-5-2-6 0,-4 0 0 16,0-1 3-16,-2 0-6 0,-8 0 4 0,13 0-4 16,-7 1 8-16,-6-1 6 0,0 0 6 15,13-1 6-15,-13 1 3 0,0 0 8 0,7-1 6 0,-7 1 3 16,0 0-1-16,0 0 8 0,0 0-2 0,0 0 3 16,0 0-2-16,0 0-2 0,0 0-8 15,0 0-1-15,10 2-10 0,-10-2 2 0,0 0-4 16,0 0-6-16,0 0-3 0,0 0-8 0,0 0-12 0,0 0-10 15,0 0-18-15,0 0-18 0,0 0-16 0,0 0-16 16,0 0-28-16,0 0-18 0,0 0-10 0,0 0-2 16,0 0-12-16,5 5-9 0,-5-5-136 0,1 9-317 15,-1-9 140-15</inkml:trace>
  <inkml:trace contextRef="#ctx0" brushRef="#br0" timeOffset="17716.93">24475 8182 13 0,'0'0'77'0,"0"0"-1"0,0 0-5 16,-11-1-1-16,11 1-6 0,0 0 2 0,0 0-14 15,0 0-2-15,0 0 10 0,0 0-20 0,0 0-7 0,0 0 5 16,-9 0-9-16,9 0 0 0,0 0 2 0,0 0-4 16,0 0-3-16,0 0 2 0,0 0 11 15,28 7 1-15,-14-4 2 0,3-2 3 0,3 2-1 16,8-1-1-16,3 1 0 0,1-4 6 0,3 2-6 15,0 2-4-15,4-3 4 0,13 0 0 0,-1 0-9 0,3 2-1 16,2-4 2-16,-4 2-3 0,1 0 3 16,5-2-5-16,0 1 5 0,0 0 1 0,3-1-11 15,3 2 2-15,0 0-6 0,29-1 6 0,-3 1 1 0,0 1-1 16,-23 1 1-16,33-1 2 0,-9 0-10 0,-1-3 2 16,2 2-2-16,0-3 2 0,-24 3-3 0,25 0-1 15,-3 0-4-15,-25 0 2 0,25 0-3 0,-23 0-2 16,-2-3 1-16,27 2 0 0,-27 0 0 0,25 0 2 15,-25-1 2-15,23 1 3 0,-24-3 0 0,2 4-1 16,-2-1-4-16,1 0-4 0,-2-2 3 0,-2 2-3 16,-6 1-4-16,-1-3 4 0,-15 2 4 0,11-4-4 15,-11 5-2-15,-4-1 2 0,-3-5 0 0,1 6-3 16,-6-1 1-16,-6 0-1 0,-2 1-1 0,-5-1-3 16,-1 0 3-16,0-1-2 0,-3 1 0 0,-1-1 2 15,2 1 0-15,-4 1-2 0,-7 0 2 0,11-3-2 16,-11 3 4-16,10-1 3 0,-10 1-4 0,0 0 6 15,11-1-2-15,-11 1-3 0,0 0-1 0,6-1 4 16,-6 1-1-16,0 0-2 0,0 0 7 0,0 0-4 16,0 0-1-16,0 0-2 0,0 0 1 0,0 0-2 15,0 0 3-15,0 0-2 0,0 0 1 0,0 0-2 16,0 0-4-16,9 0-4 0,-9 0-2 0,0 0-2 16,0 0-3-16,0 0-15 0,0 0 5 0,0 0-8 15,0 0-10-15,0 0-11 0,0 0-1 0,0 0-18 0,0 0-6 16,0 0-14-16,0 0-14 0,0 0-9 15,0 0-16-15,0 0-16 0,0 0-93 0,0 0-256 16,0 0 113-16</inkml:trace>
  <inkml:trace contextRef="#ctx0" brushRef="#br0" timeOffset="19484.27">6032 9175 21 0,'0'0'20'0,"0"0"-1"0,0 0-3 16,0 0 7-16,0 0-4 0,0 0 3 0,0 0 2 16,0 0 2-16,26 8-2 0,-19-7-2 15,3 1 5-15,3 1 0 0,0-2 1 0,4-1-4 16,2 1 7-16,1-2-5 0,2 1 2 0,7-4 9 15,0 2-1-15,2-1-3 0,1 0-6 0,0-2 5 0,2 0-8 16,0 0 1-16,4 0 3 0,-2 1-4 0,1-1 5 16,14-1-4-16,-13 2 1 0,16-2-8 15,-17 2 8-15,4 3-4 0,-1-1 6 0,-1 0-13 16,12 0 7-16,-12 2-9 0,-1 0 4 0,3 0 3 0,-1-2-3 16,-3 4-2-16,1 2-2 0,0-2 8 0,-1 1-6 15,0 1 2-15,1 0-12 0,-1 2 7 16,1-4 0-16,-1 1 5 0,-1 5-7 0,2-2-3 15,13 2-2-15,-14-2 0 0,0 1 4 0,3 0-4 0,9 4 10 16,-14-4-7-16,4 2-3 0,-2-3 19 0,2 0-12 16,11 4-3-16,-13-5 1 0,0 0 1 0,-1 0 1 15,0 0-3-15,1-2 5 0,-3 1 0 0,2-1 4 16,1-1-9-16,0-1 7 0,3 0-4 0,11-1 8 16,3-1-3-16,-16 0 14 0,17-1-15 0,-5-1-2 15,1 0 1-15,-10 5-4 0,11-6 6 0,1 4-6 16,-1-2 0-16,-14 1 1 0,16-1 2 0,-4 0-4 15,-11 0-6-15,1 0 11 0,12-1-5 0,-13 3 4 16,15-5-5-16,-4 0 0 0,1 5-2 0,-13-3-1 16,2 3-3-16,-1-1 9 0,11 1-6 0,-12 0 2 15,14-2 5-15,-13 1-1 0,-1 1-8 0,12 0 0 16,-9 1 12-16,10-1-12 0,-11 0-8 0,-4 0 11 16,3 2-4-16,1-1 7 0,-1-2-5 0,11 3-4 15,-9 0 7-15,-2-2-3 0,13 0-1 0,-2 0 5 16,-13 0 2-16,4 0-9 0,-2-3-1 0,14 0 4 15,-3 1-7-15,-11 2 7 0,0-2 1 0,0-1-2 16,14-1 0-16,-15 4 2 0,-2-4-5 0,0 4 6 16,2-4-6-16,-1 3 7 0,-1-1 0 0,3 0-8 15,1-1 4-15,0 3 2 0,-3-2-4 0,2 1 8 16,2-1-6-16,-3 2 0 0,14 0 3 0,-1-4-5 0,0-1-1 16,-13 3 5-16,1 1 1 0,1-3-3 0,0 2 5 15,11-3-3-15,-15 4 1 0,2-2-2 16,-3-2 5-16,-2 5-5 0,-1-2-2 0,1 0 0 0,-6 1 3 15,1 0-5-15,2-1 2 0,-10 1 6 0,9 1-4 16,-8-2 6-16,3 2-7 0,3-3 1 16,-8 2-7-16,2 1 4 0,-2-1 2 0,1-1-2 15,-7 1 7-15,-2 0-1 0,1-1-3 0,-4 2 6 0,-8 0-9 16,14 0 2-16,-14 0 8 0,10 0 2 0,-10 0-1 16,6-1-1-16,-6 1 1 0,0 0 0 0,0 0-7 15,11 0 1-15,-11 0-1 0,0 0-3 16,0 0-4-16,0 0-7 0,6 3-15 0,-6-3-15 0,0 0-16 15,0 0-25-15,0 0 10 0,4 5-11 0,-4-5-8 16,6 6-23-16,-3-1-14 0,-1 2-113 0,1 0-257 16,-3-7 114-16</inkml:trace>
  <inkml:trace contextRef="#ctx0" brushRef="#br0" timeOffset="21144.37">12998 9315 18 0,'0'0'57'0,"0"0"-4"0,0 0-4 15,27 3 0-15,-27-3 2 0,16 0-4 0,-5 0-11 16,0 0 9-16,1 0-3 0,1 0 12 0,6 1-8 0,0-3-11 16,0-1-3-16,5 2 6 0,-4-1-6 0,7-4-3 15,0 6 4-15,-4 1-9 0,-1-3 2 0,5 2-1 16,0 2 9-16,-4-3-11 0,2 2-7 0,4 0-13 16,-8 1 16-16,7-1-1 0,-6 0-5 0,7 2 1 15,-1-2 2-15,-6 0-5 0,4 0 0 0,-5 0-5 16,6-1-2-16,-6 3 8 0,0-2-9 0,0 0-3 15,0 2 6-15,0-1-3 0,0 1 5 0,1 1-2 16,-2-1 11-16,1-2-13 0,1 2 5 0,5 1-11 16,2 0 18-16,1-3-1 0,-1 2-5 0,3-3 5 15,1 0 4-15,-1 3-3 0,4-2-5 0,-3-1-1 16,2 1 2-16,-1 3-1 0,0-2 1 0,1 1-1 16,2-2-6-16,-1 1 7 0,0-1-7 0,2 1 4 15,0 1-2-15,3-3-1 0,10 0-1 0,3 0 3 16,-13 1 3-16,10-1-1 0,-10-1 5 0,10-2-10 15,-1 3 9-15,-10-2-5 0,10-2 0 0,-10 3-2 16,13-3-3-16,-1 2 10 0,-1-1-3 0,2 2 0 16,-2-2 9-16,1 1-10 0,-13 0 1 0,13-3-6 15,-1 3 4-15,-11 1-8 0,12-2 11 0,-1 0-9 16,-10 0 7-16,10 1-9 0,0-1-1 0,-13-1 3 0,14 1-3 16,-14 3 2-16,16-3-10 0,-2 0 11 0,0-1 2 15,-1 7 0-15,0-7 0 0,-1 1-3 16,-13 1 0-16,3 1 1 0,12 1-2 0,-12 0-2 15,10-1 5-15,-10-1-1 0,0 1 1 0,11-2 2 0,-14 3-7 16,2-1 1-16,1-1 7 0,11 0-4 16,-12 0-3-16,12 0-1 0,-12 2 6 0,15-1-2 15,-16 0 9-15,15 0-11 0,-15 1 3 0,14-4-6 16,-15 3 7-16,16-1-3 0,-14 2-1 0,12 0-1 0,-12 0-11 16,12-1 11-16,-11 1 5 0,-1-2-5 15,2 1-2-15,-3-2 7 0,2 1-1 0,10-3-4 0,-10 4 0 16,-3 1 0-16,15-3 6 0,-12 1-1 0,12 2-6 15,-12-3 5-15,11-1-4 0,0 0 0 0,1 1 3 16,-13 0 0-16,0-1 1 0,14 0-11 0,-2 2 9 16,-13-3-2-16,2 2 6 0,-1 0-1 0,0 0-1 15,-1 0-6-15,0-1 3 0,1 2 1 0,-1 0-4 16,2 0-2-16,-1 1 7 0,11-2 5 0,-10-3-6 16,-3 4-4-16,1 1 4 0,1-3-3 0,-1 1-3 15,1 1 3-15,0-1 3 0,0 3-1 0,-2-1 1 16,2-2-5-16,-3-1 4 0,1 1 4 0,-3 0-7 15,-1 3-3-15,2 2 6 0,-2-4-2 0,0 1 3 16,-1 1-4-16,3-4 2 0,-2 0 2 0,-1 4-5 16,2 0 5-16,0-2-4 0,-1 1 8 0,0 2-9 0,-1-2 6 15,0-2 0-15,1 3 0 0,2 0-2 16,0-2-3-16,-3 3-1 0,0-1 4 0,2 0-4 16,-1-1 0-16,1 0 3 0,-2 2-3 0,2-2 3 15,-2 2-1-15,0 0 0 0,1-1-1 0,0 0 4 16,-1-1-13-16,1 1 13 0,2 0-2 0,-2-2 0 15,0 1 2-15,2 3 4 0,2-2-2 0,-1 0 0 16,-2-1 1-16,4 0 4 0,-3 1-6 0,-2 1 2 16,3-1 5-16,-3 1-3 0,2 1-1 0,-1-3 1 0,3 1 2 15,-2-1 1-15,0 1 1 0,0 0-8 0,2 2 9 16,-1-2-4-16,-3 1 1 0,4 0-1 16,-4 1-1-16,2 0-1 0,-2 1-5 0,0-3 2 0,2 0 0 15,-5 0 1-15,4 3 0 0,-1-3 5 0,0 2 3 16,-1-1-2-16,-1 0-5 0,0-1 4 0,-3 0-6 15,0 0 3-15,-7 0 0 0,7 0 5 0,-7 0 5 16,7 0-4-16,-1 3-4 0,-5-6 7 0,6 3 0 16,-7 0-3-16,0 0 0 0,7 3-3 0,-8-3 7 15,1 0-8-15,-1 0 1 0,2 1-1 0,-3 1-2 16,3-2 2-16,-3 1 0 0,-2-1 0 0,1 1-1 16,-2 0-1-16,2 0 2 0,-4 1-5 0,0-4 5 15,-2 2-6-15,2 2 0 0,-1-1 5 0,-2 0-4 16,1 1 0-16,-2-1 3 0,1 0-3 0,-4-1 7 15,-7 0-6-15,14 0 0 0,-7 0 2 0,-7 0-3 16,13 1 0-16,-8 2 7 0,-5-3-10 0,11 2 8 16,-5-1 4-16,-6-1-5 0,0 0-1 0,9 0 4 15,-9 0 3-15,0 0 3 0,0 0 6 0,0 0 4 16,10-1 5-16,-10 1-1 0,0 0-2 0,0 0 4 16,0 0 0-16,0 0-1 0,8 2 6 0,-8-2-7 15,0 0-4-15,0 0 1 0,0 0-4 0,0 0-1 16,0 0-7-16,0 0 1 0,0 0-2 0,0 0 1 15,0 0-5-15,0 0 2 0,0 0-8 0,0 0 0 0,0 0-14 16,0 0-7-16,0 0-17 0,0 0-14 0,0 0-26 16,0 0-19-16,0 0-15 0,0 0-25 15,0 0 4-15,0 0-2 0,0 0-15 0,11-5-10 16,-11 5-108-16,9-5-285 0,3-1 126 0</inkml:trace>
  <inkml:trace contextRef="#ctx0" brushRef="#br0" timeOffset="21545.59">22325 8952 158 0,'0'0'182'0,"0"0"-13"0,0 0-14 0,0 0-13 0,0 0-7 15,0 0-9-15,0 0-8 0,0 0-11 0,0 0-3 16,0 0-5-16,7-2-15 0,-7 2-4 0,0 0-2 16,0 0-15-16,0 0-4 0,0 0-8 0,0 0-5 15,0 0-3-15,0 0 1 0,0 0-7 0,0 0-5 16,0 0 0-16,0 0-1 0,0 0-1 0,0 0-2 16,0 0 5-16,0 0-5 0,0 0 3 0,0 0-3 15,0 0-2-15,0 0-1 0,0 0-1 0,0 0-4 16,0 0-2-16,0 0-2 0,0 0 1 0,0 0-3 15,0 0 0-15,0 0-11 0,0 0 7 0,0 0 1 16,0 0-2-16,0 0 0 0,0 0-5 0,0 0 4 16,0 0-1-16,0 0-2 0,0 0 2 0,0 0-3 15,0 0 4-15,0 0-2 0,0 0 2 0,9 0-2 0,1-4-9 16,10-3-22-16,13-7-33 0,18-10-38 0,33-10-42 16,-6-4-31-16,-20 10-189 0,30-16-386 15,-1-4 171-15</inkml:trace>
  <inkml:trace contextRef="#ctx0" brushRef="#br0" timeOffset="33403.07">13243 12050 21 0,'0'0'71'0,"0"0"-14"0,0 0 3 0,0 0-12 15,0 0 2-15,0 0-14 0,0 0 6 0,0 0-3 16,0 0-10-16,0 0-3 0,0 0 0 0,0 0-8 16,0 0-1-16,0 0-6 0,0 0 3 0,0 0-1 15,0 0-2-15,0 0 2 0,0 0-11 0,0 0 9 16,0 0-8-16,0 0 1 0,5 2 2 0,-5-2 3 15,4 5-7-15,-4-5-3 0,4 5 3 0,-4-5-1 16,8 7 5-16,-4-5-5 0,-4-2-6 0,7 7 10 16,-3-2-2-16,0 0 1 0,1 0 2 0,0 0-4 15,-1 0 6-15,1-1 0 0,-1 0-4 0,0 0 4 16,-4-4-7-16,9 9 5 0,-4-4 1 0,-2-2 10 0,1 2-5 16,0 1 0-16,-1-3 2 0,1 2-6 15,0 0 3-15,2 1 1 0,-2-3 1 0,-4-3-1 16,9 7 11-16,-5-4-5 0,-4-3-3 0,6 7-3 15,-1-5-1-15,-5-2-1 0,5 6 13 0,-5-6-4 16,7 6-4-16,-7-6 4 0,4 4-4 0,-4-4 2 0,6 3 2 16,-6-3-7-16,0 0-4 0,5 4 0 15,-5-4 2-15,0 0 4 0,0 0-2 0,10 4 9 16,-10-4-10-16,0 0-5 0,0 0 16 0,0 0-7 16,10-4 10-16,-10 4-1 0,11-9-5 0,1-2 4 0,6-1-7 15,4-7 6-15,5-1-5 0,13-11 10 16,2-2-12-16,2-3 5 0,10-3-6 0,16-15-2 15,-18 16 6-15,21-12-5 0,-23 14-4 0,-4 2-4 16,2-1 2-16,-1 2 3 0,-4 1 2 0,-3 5-1 0,-10 8-4 16,-1-1-4-16,0 4 3 0,-2 0 0 0,-10 6-2 15,0 0-5-15,-6 5 4 0,0-1-4 0,-6-1 1 16,4 4-3-16,-5 0 11 0,-4 3-7 0,10-4-1 16,-10 4 3-16,6-6-1 0,-6 6 1 0,7-1 4 15,-7 1-5-15,0 0-3 0,6-3 2 0,-6 3-3 16,0 0 4-16,0 0 2 0,0 0-3 0,0 0 2 15,0 0-4-15,6-5 11 0,-6 5-8 0,0 0-2 16,0 0-7-16,0 0 3 0,0 0-7 0,0 0-4 16,0 0-7-16,0 0-19 0,0 0-5 0,0 0-19 15,0 0 5-15,0 0-7 0,0 0-6 0,-27 19-11 16,19-11-7-16,-1 1-72 0,-2 4-175 0,-1 0 78 16</inkml:trace>
  <inkml:trace contextRef="#ctx0" brushRef="#br0" timeOffset="34540.03">11989 13404 39 0,'0'0'67'0,"-4"-6"-10"0,4 6-2 0,0 0 3 16,0 0-12-16,0 0-3 0,0 0-12 0,-4-4 0 15,4 4-6-15,0 0 4 0,0 0-10 0,0 0 5 16,0 0-8-16,0 0-10 0,0 0 10 0,0 0 2 16,11 15 0-16,-4-11-6 0,-4 1 0 0,3-1 5 15,-2 2 0-15,1 0 2 0,3 1-6 0,-2-1 5 16,0 2-8-16,0-1 8 0,1-1 1 0,-2 1-9 16,2-3 7-16,-3 0-1 0,1 2-7 0,-1-3 8 15,-1 2 2-15,1-1-2 0,-4-4-3 0,9 10-1 16,-7-7 3-16,3 0 2 0,-5-3-5 0,4 6-7 15,-4-6 9-15,5 4-6 0,-5-4 4 0,0 0-2 16,8 6-5-16,-8-6-5 0,0 0 8 0,5 1 14 16,-5-1-8-16,0 0 3 0,0 0-3 0,16-7 15 15,-10 2-9-15,4-3-11 0,-2 1-6 0,6-7 10 16,0 1 5-16,5-5-9 0,0-3 10 0,1 1-7 16,2-5 8-16,1 0-7 0,11-12 2 0,1 1-1 15,2-2-9-15,7-4 10 0,-3-1-5 0,21-14 0 16,-16 15 3-16,0 0-1 0,25-10-8 0,-25 17 8 15,2-1 7-15,1 1-10 0,-2 2 1 0,-2 5 3 16,-2 0-8-16,-13 10 6 0,-1-1-7 0,-1 3 0 16,-1 3-5-16,-8 3 5 0,-1 0 2 0,-3 3-2 15,-6 1 1-15,3 1-3 0,-6 3 4 0,-2-2 0 16,1 2-2-16,-5 2-5 0,9-4 2 0,-9 4 2 16,9-3-4-16,-9 3 5 0,0 0 2 0,5-4 9 15,-5 4-15-15,0 0 7 0,0 0 0 0,0 0-2 16,6-5-3-16,-6 5 3 0,0 0 5 0,0 0-9 15,0 0 5-15,0 0 6 0,0 0-10 0,0 0 6 16,0 0-3-16,0 0 3 0,0 0-7 0,0 0 4 16,0 0 0-16,0 0-19 0,0 0-14 0,0 0-11 15,0 0 2-15,0 0-7 0,0 0-2 0,0 0-19 16,2 17-15-16,-2-17-3 0,0 14-7 0,-4-4-19 16,2 2-62-16,0-1-182 0,-3 5 81 0</inkml:trace>
  <inkml:trace contextRef="#ctx0" brushRef="#br0" timeOffset="35680.78">14489 14080 36 0,'0'0'111'0,"0"0"-11"16,0 0-1-16,-6-5-9 0,6 5-6 0,0 0-8 15,0 0-5-15,0 0-11 0,0 0-2 0,0 0-7 0,0 0-5 16,0 0-7-16,0 0-9 0,0 0 1 16,0 0-5-16,0 0-4 0,0 0 5 0,0 0-3 15,0 0 7-15,0 0 11 0,10 19 3 0,-10-19-5 16,6 13-1-16,-2-5-6 0,-1-1-1 0,1 1-6 15,2 2 7-15,-2 0 5 0,2 0-8 0,-1 2-6 16,1-1-4-16,-1 0-1 0,1-1 1 0,3 2-6 16,-4-3-1-16,1 2 3 0,1 3-3 0,-1-2 1 15,2-2-4-15,-4 0 1 0,2 0 0 0,-1 0-2 16,0 0-4-16,2-2 1 0,-5-1 0 0,3 0 1 0,-1-2 1 16,0-1-2-16,1 0 1 0,-1 2-2 15,-4-6-1-15,8 8 1 0,-6-5-2 0,-2-3-1 16,4 5 3-16,-4-5 7 0,0 0-11 0,4 4 1 15,-4-4 2-15,0 0 1 0,4 4 3 0,-4-4-5 0,0 0 2 16,0 0 1-16,0 0 2 0,11-2 6 16,-11 2 1-16,16-9-10 0,-7 3 7 0,1-3-10 15,5-2 3-15,8-6-1 0,-1-1-1 0,-2-1 4 16,6 0-1-16,2-3-3 0,8-11 0 0,-8 9 2 16,10-11 4-16,2 4-3 0,-1-2 0 0,1 0 0 0,1 2 1 15,-2 1 0-15,-5 10 4 0,7-8-3 0,-10 8 2 16,-1 4-4-16,-2 0 3 0,0 2-5 15,-2 1-2-15,-8 3 5 0,2 4-5 0,-1-1 4 16,-1 2-7-16,-1-1 0 0,-3-1 8 0,0 3-4 16,-4-1 2-16,0 0-1 0,2 3 1 0,-2-2 3 0,-1-2-5 15,2 4-6-15,-4-2 7 0,2 3-1 16,1-2-4-16,-4 1 2 0,-6 2 3 0,12-3-2 0,-12 3-1 16,10 0 4-16,-10 0-6 0,10-2 3 15,-10 2 4-15,8-3-5 0,-8 3-8 0,0 0 4 16,0 0 1-16,10-1 0 0,-10 1 0 0,0 0 2 0,0 0-2 15,9 0 2-15,-9 0-5 0,0 0 8 0,0 0 2 16,0 0-5-16,0 0 2 0,0 0 1 16,0 0-2-16,0 0 0 0,0 0 0 0,0 0-3 15,0 0 1-15,0 0 3 0,0 0 1 0,0 0-11 16,0 0-3-16,0 0-3 0,0 0-10 0,5 5-22 0,-5-5-18 16,0 8-16-16,0-8-12 0,0 0-16 0,-5 16-25 15,3-11-109-15,-5 6-262 0,1-3 116 16</inkml:trace>
  <inkml:trace contextRef="#ctx0" brushRef="#br0" timeOffset="37389.15">13367 15502 43 0,'0'0'57'0,"0"0"-4"0,0 0-7 15,0 0-3-15,0 0 2 0,0 0-18 0,0 0 5 16,0 0 2-16,0 0 9 0,0 0-19 0,0 0 2 16,0 0-4-16,0 0-2 0,0 0 5 0,0 0-4 15,0 0 2-15,0 0 4 0,0 0 7 16,0 0 7-16,0 0 14 0,11 18-17 0,-11-18 1 0,0 13-4 16,2-8-2-16,-2 4-7 0,5-3-9 0,-5-6 0 15,2 13-1-15,0-7 7 0,-2-6-11 16,3 11-1-16,-1-5 6 0,0-2-2 0,-2-4 5 15,6 10-6-15,-5-5-2 0,3 0 5 0,-2 2 7 16,0-2-2-16,4 2 1 0,-6-7-6 0,4 11-4 0,-4-6 7 16,4 1-5-16,-2-1 0 0,-2-5-2 0,3 9-2 15,-3-9 1-15,2 8 4 0,-2-8 1 0,2 7-12 16,-2-7-2-16,4 5 13 0,-4-5-6 16,6 7-4-16,-6-7 6 0,2 7-5 0,-2-7 2 15,4 4-1-15,-4-4 2 0,7 6 4 0,-7-6-5 16,2 5 2-16,-2-5 0 0,0 0 8 0,4 5-34 0,-4-5 23 15,4 5 9-15,-4-5-8 0,3 4 2 16,-3-4 3-16,0 0-3 0,7 6-1 0,-7-6 4 0,0 0-10 16,5 3 0-16,-5-3-3 0,0 0 4 15,0 0 5-15,6 4-5 0,-6-4 4 0,0 0-6 16,0 0 10-16,0 0-6 0,4 3 2 0,-4-3 4 0,0 0-6 16,0 0 5-16,0 0 0 0,0 0-4 0,0 0 8 15,0 0-1-15,7 4 0 0,-7-4-1 16,0 0 5-16,0 0-2 0,0 0-3 0,0 0 0 15,0 0 0-15,0 0 0 0,0 0-3 0,0 0 0 16,0 0 0-16,0 0-2 0,0 0 2 0,0 0-2 0,0 0 2 16,0 0-1-16,0 0 0 0,0 0-4 0,0 0 3 15,14-4-4-15,-14 4 3 0,0 0-4 0,0 0 1 16,0 0-1-16,0 0 0 0,0 0 2 16,0 0-3-16,0 0-1 0,0 0 4 0,0 0-6 15,0 0 5-15,0 0-7 0,0 0 0 0,0 0 4 16,0 0-3-16,0 0 5 0,0 0-8 0,0 0-1 0,0 0 9 15,0 0-4-15,0 0-4 0,0 0 2 16,0 0 4-16,0 0 0 0,0 0 1 0,0 0 0 0,4-4 0 16,-4 4 4-16,0 0-10 0,0 0 5 15,9-6-9-15,-3 3 8 0,0-1 2 0,0 1-1 16,3-3 2-16,2-3 1 0,5 0-5 0,7-8 5 0,1 1-3 16,3-1 4-16,6-5-7 0,15-8 7 0,0-5 2 15,3 2-3-15,1-4-4 0,22-15 7 16,-23 13-8-16,19-12 4 0,-18 15 0 0,21-15 2 0,-21 17 0 15,-2 1-4-15,1 2-1 0,-1 3 3 16,-7 4 0-16,-10 9-4 0,-1-1 1 0,-2 5-1 16,-2-1-7-16,1 3 2 0,-8 2 1 0,-1-2-4 0,-3 5 3 15,-1-1 2-15,-4 1 0 0,-2 0 0 16,2 1 0-16,-5 1-5 0,0-1 7 0,-1 1-4 0,-6 2 2 16,11-4-5-16,-11 4 8 0,7-3 0 15,-7 3 5-15,5-2-4 0,-5 2 7 0,0 0-1 16,0 0 3-16,8-3-2 0,-8 3-2 0,0 0 0 15,0 0-3-15,0 0-1 0,0 0 2 0,0 0-2 0,0 0-8 16,0 0-8-16,0 0-11 0,0 0-19 0,0 0-7 16,0 0-7-16,0 0-20 0,-9 24-24 0,9-24-25 15,-3 11-18-15,2-4-92 0,1-7-256 16,-4 12 113-16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09:54:55.451"/>
    </inkml:context>
    <inkml:brush xml:id="br0">
      <inkml:brushProperty name="width" value="0.05292" units="cm"/>
      <inkml:brushProperty name="height" value="0.05292" units="cm"/>
      <inkml:brushProperty name="color" value="#FF0000"/>
    </inkml:brush>
  </inkml:definitions>
  <inkml:trace contextRef="#ctx0" brushRef="#br0">15390 11468 5 0,'7'-10'17'0,"-7"10"0"16,9-6-7-16,-2 4 2 0,6-1-6 0,-4 1 3 15,4 0-2-15,0 2 0 0,-1-2-2 0,2 1 3 16,-1 0 0-16,2 2-4 0,-2 2-4 0,2-1 3 15,-2 0 5-15,3 2-2 0,-4 0-3 0,-1 1-6 16,1 3 8-16,-1 3 3 0,0 4-5 0,-1-2-3 16,-2 4 4-16,-3 0-6 0,2 2 3 0,0 5 0 15,-3 0-2-15,0 1-1 0,-2 1 2 0,0 1 6 16,2 1-7-16,-3 1 2 0,-1-1 0 0,0-2-4 16,1 1 2-16,-1-1-1 0,2 1 4 0,-1-1-4 15,-1 1 4-15,1-1-5 0,3-1 6 0,-4 2 1 16,4-2-3-16,-2 1-1 0,1 1 1 0,-1-1-2 15,1 1 1-15,-2 1 2 0,2 3 0 0,-2-4 2 16,0 3-5-16,-1 1 5 0,2-1 4 0,-1 0-4 16,0 1 1-16,0 0-12 0,2-2 3 0,2 2 4 15,-1-1-3-15,1-2 6 0,3 0-3 0,-1 0 8 0,3-1-8 16,1-1 8-16,-1-1 0 0,4 2-4 16,0-3-2-16,3 2 9 0,-2-1-5 0,2 2 2 15,-6-2 5-15,7 1-5 0,-4 0 1 0,0 2 2 16,0-1 3-16,-1 4-4 0,0-1 1 0,-3 1-7 0,8 13 4 15,-6-10 5-15,3 12 3 0,-1-1 0 16,-1 3-10-16,-2 1 1 0,-1-1-2 0,2 1 0 16,-3-2 4-16,2 1-1 0,5-3-2 0,-1 1-3 15,2 0 1-15,-2 0-1 0,2 1-2 0,-6-1 5 16,3 0-3-16,-4-11 2 0,3 12-5 0,0-3 5 0,-2 2-10 16,-1-2 8-16,-3-7-3 0,-2-2-4 0,0 10 2 15,-1-9-1-15,5 7 3 0,-5-8 3 16,0-3-3-16,-1 1-3 0,1 2 6 0,3-2 1 15,2 13-2-15,-6-11-6 0,1 1 1 0,-1 1 0 16,-3 11-4-16,1-12 1 0,2 9 2 0,-3-10-5 16,-2-3 3-16,0 4-5 0,-2-1 5 0,0 0 1 15,-1 0 4-15,-4 9-3 0,-1 2 1 0,1-14-10 16,-4 13 7-16,3-12 8 0,-4 1-3 0,-1 9-4 16,3-9-4-16,-2-5 9 0,2 2 0 0,0 4-2 15,-1-5 3-15,-1 0-3 0,4-1 5 0,-7 1-3 16,-2-4 0-16,-1 2 5 0,1-4 1 0,-1 2 4 15,-3-1 3-15,3 0 1 0,-6 1 4 0,2-2 7 16,-3 1-8-16,-13 5 16 0,11-8-5 0,-11 6-3 16,8-5-5-16,-11 6-1 0,11-10 0 0,-1 2-3 15,1-2-6-15,-1 1 2 0,2-5-2 0,2 1 0 16,4-3-4-16,7-3-7 0,2-3-5 0,4-1-16 16,0 0-22-16,3-2-53 0,1-1-103 0,8-3 46 15</inkml:trace>
  <inkml:trace contextRef="#ctx0" brushRef="#br0" timeOffset="334.94">16814 13886 17 0,'2'5'58'0,"-2"-5"-6"16,4 9-7-16,-4-9 5 0,6 5 10 0,0-2-10 15,-6-3 9-15,0 0-13 0,20-10-6 0,-6-2-2 16,8-8 3-16,15-15-3 0,0-4-14 0,5-4-6 0,21-22-7 16,4-4-21-16,3-2-28 0,5-10-63 0,4-3-107 15,6-12 48-15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09:59:56.403"/>
    </inkml:context>
    <inkml:brush xml:id="br0">
      <inkml:brushProperty name="width" value="0.05292" units="cm"/>
      <inkml:brushProperty name="height" value="0.05292" units="cm"/>
      <inkml:brushProperty name="color" value="#FF0000"/>
    </inkml:brush>
  </inkml:definitions>
  <inkml:trace contextRef="#ctx0" brushRef="#br0">18560 3066 37 0,'0'0'58'0,"0"0"-7"15,0 0 0-15,1-11 2 0,-1 11-2 0,0 0-3 16,0 0 4-16,0 0-5 0,1-8 3 0,-1 8 1 16,0 0-5-16,0 0-6 0,0 0 0 0,0 0 2 15,0 0-5-15,0 0-2 0,-5-5 4 0,5 5-2 16,0 0 2-16,0 0-9 0,0 0 2 0,0 0-8 0,0 0 4 15,-4-9-10-15,4 9 7 0,0 0-11 16,0 0 6-16,-3-8 4 0,3 8-5 0,-4-5-8 16,4 5-2-16,0 0 6 0,-8-7-6 0,8 7 5 15,-5-3 0-15,5 3-19 0,-5-7 18 0,5 7-6 16,-8-7 2-16,8 7-1 0,-10-5 4 0,3 5 2 16,7 0-11-16,-16-2-8 0,7 2 11 0,-1 0-6 15,10 0 4-15,-14 0-5 0,14 0 1 0,-15 2-3 16,4 3 4-16,-2-1-4 0,-5 4 0 0,2 1 5 15,-3 1-7-15,-4 2 7 0,5 0-5 0,-5 3 3 16,6-3-5-16,0 1-3 0,2-1 4 0,1 2 6 16,1 1-9-16,2-2 10 0,1 1 20 0,1 3-4 15,0 2-5-15,0-3 1 0,1 7 0 0,3-7-1 16,1 3-1-16,0-3-4 0,2 1-1 0,1 0 0 16,1-2 5-16,1 0-10 0,1-1 0 0,3 1-2 15,2-5 5-15,-1 3-1 0,2-4 2 0,1 2-3 16,4 0 0-16,1-3-2 0,3-1 7 0,3 1-10 15,0-4-1-15,7 3 5 0,2-5-2 0,-1-1 0 16,2-1-20-16,2-1-19 0,0-3-17 0,-2-1-33 16,1 2-12-16,-2-2-91 0,0 0-206 0,-10-1 92 15</inkml:trace>
  <inkml:trace contextRef="#ctx0" brushRef="#br0" timeOffset="1013.62">18834 3191 45 0,'0'0'132'0,"0"0"-15"16,-5-10-6-16,5 10-14 0,0 0-11 0,0 0 15 16,0 0-28-16,0 0-16 0,0 0-4 0,-14 14-8 15,9-7-2-15,0 5-8 0,0-2 8 0,1 3-14 16,-4 2-3-16,5-1 4 0,-3 2-2 0,4-4-12 15,-1 1 2-15,1-3 7 0,-1 3-12 16,6-4 2-16,-2 3-6 0,3-2-3 0,0-1 5 16,1-1-2-16,1-1 0 0,2 3 3 0,2-3-3 0,2-2 5 15,0 1-5-15,1-3-6 0,6 1 5 0,-5-3-6 16,6-1 2-16,-4-1-1 0,3 0 9 0,-3-3-9 16,2-1 1-16,-4-1 1 0,1-3 0 0,-5 1-3 15,4-4 1-15,-6 3 2 0,2-5-1 16,-5 0-2-16,3-1-4 0,-4-3 0 0,-3 1-4 15,-1-1-2-15,-4 1 2 0,0-2 1 0,-3 4 0 16,-2-2-3-16,-3 3 6 0,-2 0-3 0,0 0 3 0,-2 3-4 16,-1 1 2-16,-1 1-4 0,-1 2 3 15,4 0 1-15,3 4 3 0,-1-1-7 0,4 2 4 16,2 0 2-16,0 0-2 0,7 2-5 0,-9-5-7 16,9 5-13-16,0 0 3 0,-5-2-3 0,5 2 1 15,0 0 4-15,0 0-3 0,0 0 2 0,24 8 7 16,-11-7 2-16,6 1 10 0,1-2-5 0,1 0-3 15,0 0 6-15,-1 0 0 0,1 0-1 0,-2-1 4 16,0 0 5-16,-1 0 10 0,-5 2-13 0,-1 0-4 16,0-1 0-16,-2 1 5 0,-1 1-3 0,-2-1 2 15,3 2 5-15,1 1-2 0,-2 0-4 0,-1 5 11 16,2-2-9-16,-2 1 4 0,1 2 6 0,-3 0-2 16,2 1 3-16,-1 4-3 0,-1-4-2 0,0 4 2 15,-3-4 6-15,0-1 0 0,2 2-10 0,0 0 7 16,-2-2-4-16,-2 0 1 0,2-1 1 0,0-4 0 15,-3-5-3-15,2 10-3 0,1-6 7 0,-3-4 2 16,2 7 16-16,-2-7-1 0,0 0 16 0,3 7 7 16,-3-7-9-16,0 0 0 0,0 0-3 0,0 0 0 15,0 0-7-15,0 0 2 0,-9-30-9 0,8 20-1 16,-2-2-2-16,2 0-4 0,-1-6 2 0,2 3-4 16,0-3-3-16,2 1-4 0,-1 0 4 0,0-1 0 15,2 1-8-15,1 0 2 0,1 0 0 0,1 2-1 16,-1 1-3-16,2 3 0 0,-4 4-2 0,4-1-3 15,-2 3-2-15,4 0 1 0,0 1-16 0,2 1 17 16,-11 3-2-16,23 3 3 0,-10 3-4 0,4 0 4 16,-1 5-1-16,-2-3 5 0,-1 3-9 0,3 1 9 15,-6-1-1-15,4 1 4 0,-3-1-2 0,-4-2 9 16,2-1-14-16,-2 1 7 0,0-1-2 0,-1-1 0 16,-2 0-3-16,2-2 3 0,-2-1-1 0,-4-4 7 15,5 7 3-15,-5-7-4 0,4 6 1 0,-4-6 6 16,0 0-5-16,0 0 0 0,0 0-1 15,0 0-4-15,0 0 2 0,0 0-9 0,0 0 0 16,0 0 5-16,-8-31-5 0,7 20 4 0,1 0-5 16,-1-1 0-16,2 1 0 0,0-5-3 0,5 0 3 15,-1 2-5-15,1 0 4 0,2 2-2 0,-2 4 3 16,2-1-2-16,-2 0 0 0,3 2 0 0,0 3-4 0,-3-1 2 16,2 3 0-16,4 2 0 0,-3 3 2 0,0-1 0 15,3 4-1-15,-4 1 1 0,0 2-4 0,1 0 9 16,-1 1-6-16,0 2 4 0,0 1 2 15,-2 1-1-15,-1-1 6 0,-1 2-1 0,-1-3-2 16,-1 2 5-16,-2 3-1 0,2-2-6 0,-4-2-27 16,4 2-18-16,-4 0-27 0,2-2-12 0,2-2-12 15,-1 0-86-15,0-1-197 0,3 0 88 0</inkml:trace>
  <inkml:trace contextRef="#ctx0" brushRef="#br0" timeOffset="1274.45">19962 2873 89 0,'-3'-8'168'0,"3"8"-9"0,-1-10-38 0,1 10-14 16,-3-9-19-16,3 9-9 0,0 0 0 0,0 0-17 16,0 0-9-16,0 0 3 0,4 30-8 0,-3-2-3 15,1 1-2-15,-2 4 0 0,-2 2 2 0,2-2-9 16,0 1 0-16,2 2-1 0,-4-3-3 0,0-1-6 15,1 1-1-15,-1-2-5 0,1-2 4 0,0 0-6 16,-1 0-3-16,-2-5 7 0,3 2-7 0,1-7-9 16,-1 1-8-16,0-1-17 0,1-2-16 0,-2 1-12 15,0-3-26-15,1-1-25 0,1-2-13 0,-2-2-91 16,1 1-218-16,-3-2 96 0</inkml:trace>
  <inkml:trace contextRef="#ctx0" brushRef="#br0" timeOffset="1524.75">20060 3027 29 0,'9'-2'81'15,"-1"1"-8"-15,1 4 8 0,-9-3-23 0,20 9-1 0,-11-3-8 16,-1 3 4-16,-1 2-8 0,-2 0 1 0,-3 1-2 15,-1 4-7-15,-2-3-1 0,-3 3 12 0,-4-1-10 16,-5 6-9-16,2-5 6 0,-2 0-18 16,-1-2 4-16,-5 4-12 0,0-1 6 0,3-5-25 15,2-1-5-15,0 0-35 0,5-3-28 0,0 1-47 16,1-1-136-16,1-3 61 0</inkml:trace>
  <inkml:trace contextRef="#ctx0" brushRef="#br0" timeOffset="2192.57">20286 3065 7 0,'0'0'138'0,"0"0"-19"16,-2-10-16-16,2 10-9 0,0 0-12 0,0 0-11 15,0 0-7-15,0 0 4 0,-2 29-16 0,2-16 4 16,3 3-12-16,1 3-3 0,-2-4 0 0,1 3-8 15,1-2-5-15,1 0 5 0,0-4-10 0,1-1 3 16,-1 0-8-16,3-1 3 0,0-2-4 0,2-1 0 16,-4-1-9-16,3 1-4 0,-2-5 7 0,0 0-2 15,0 0 2-15,2-2 3 0,-9 0 3 0,20-8 0 16,-11 3-3-16,4-5-2 0,1-1 1 0,-2-2-4 16,-1-1 9-16,-2-2-3 0,-1 0 5 15,-1-4 4-15,1 3-1 0,-4-1 6 0,-2 1 6 16,1-1-7-16,-2 8 3 0,0-3 3 0,1 4 8 0,-2 1-4 15,1 2 8-15,-1 6 1 0,0 0-5 0,0-14-7 16,0 14-7-16,0 0-9 0,-1-8 1 16,1 8-4-16,0 0-4 0,0 0-4 0,0 0 1 15,-3 25-1-15,3-13 1 0,-1 5 2 0,1 1-7 16,0 0 5-16,1 0 0 0,4-1-6 0,-1 0 0 16,1 0-2-16,2-2 6 0,0 1-14 0,0-6-6 15,0 0 7-15,5 3-9 0,-3-4-11 0,1-1-3 16,3-2-4-16,2-2-4 0,0 1-8 0,-3-3 1 15,1-1-11-15,0-1-1 0,-1-3-2 0,1-1-13 16,0 0 6-16,1-5 3 0,-1-3 0 0,-3 0 5 16,1-2 1-16,-2-3 8 0,-1 1 3 0,-2-2 14 15,-2 0 12-15,3-10 3 0,-3 0 9 0,-2 2 13 16,-1-1-12-16,-1 2 17 0,-1 2 13 0,0 3-17 16,1 1 21-16,-5 1 5 0,-1 2 17 0,3 0 6 15,-4 4-3-15,4 0 1 0,-1 5 12 0,1-1-5 16,-1 2-6-16,4 6-9 0,-4-8-8 0,4 8 2 15,-2-7-14-15,2 7-1 0,0 0-3 0,0 0-2 16,-9 15-5-16,9-15-3 0,-3 31 4 0,1-12-2 16,1 9 0-16,1 3-2 0,-2-2 3 0,1 1-3 15,0 1 0-15,-1-3-6 0,1 1 3 0,0-3-5 16,2-1 4-16,-1 1 3 0,0-2-10 0,0-4-2 16,1-2-11-16,1 1-29 0,-1-2-12 0,0-1-31 15,1 1-35-15,-2-2-18 0,1-2-111 0,-2-3-267 16,-1 1 118-16</inkml:trace>
  <inkml:trace contextRef="#ctx0" brushRef="#br0" timeOffset="2354.86">20696 3021 24 0,'23'-1'9'0,"-5"2"-15"16,2 2-6-16,0 1 3 0</inkml:trace>
  <inkml:trace contextRef="#ctx0" brushRef="#br0" timeOffset="2659.99">21007 3283 154 0,'0'0'180'0,"0"0"-19"0,0 0-15 0,14-23 5 16,-14 23-16-16,6-13-18 0,0 2-8 0,0 0-15 16,4-2-7-16,2-1-4 0,-2 1-16 0,1-1-6 15,1 2-6-15,0-1-11 0,-2 0-18 0,-1 4 8 16,-3 0-13-16,0 1-7 0,-6 8-8 0,9-16-4 16,-9 16-3-16,2-13-3 0,-2 13 4 0,0 0 5 15,-8-18-7-15,8 18-1 0,-6-11 1 16,6 11-6-16,0 0 4 0,-15-3-7 0,15 3 4 0,0 0-1 15,-21 16 1-15,10-8 2 0,1 6 4 0,1-1 3 16,0 1-13-16,3 0 10 0,-2 1-3 16,3 1-3-16,4-4-3 0,2-1 7 0,2 5-5 0,2 0 2 15,0-4-19-15,5 1-20 0,2-2-29 16,4-1-18-16,2 0-15 0,8 0-110 0,3-3-234 16,-2-3 104-16</inkml:trace>
  <inkml:trace contextRef="#ctx0" brushRef="#br0" timeOffset="3074.29">21574 3061 76 0,'-6'-9'155'0,"2"3"5"0,4 6-14 0,-15-9-8 16,5 6-14-16,-3 2-19 0,-5 1 1 0,-1 6-10 16,0 2-13-16,-11 6-8 0,2 3-7 0,3 1-7 15,3 2-10-15,0-1-6 0,8-3 0 0,0-1-9 16,4 0-1-16,2 2-7 0,2-3-1 0,5-1-5 15,2-2-3-15,1 1-4 0,6-1-2 0,1-3 1 16,5 2 0-16,3-4-4 0,-1 0 0 16,6-4 0-16,0-2-10 0,6-3 3 0,-1-4-8 15,-8 0 0-15,0 0 3 0,-2-4-9 0,-2 1 3 0,4-9-4 16,-7 4 5-16,-2 0 1 0,1-9 2 0,-2 0-6 16,-2-4 6-16,-2 4-2 0,-4-7-1 0,2 6 4 15,-5-6-4-15,0 2 0 0,-2 0-1 0,0-2-1 16,-1 5 5-16,1-1 0 0,0 8 23 15,0 2 4-15,-3 0 6 0,3 5 8 0,0 0 4 16,0 2 5-16,2 0 0 0,-1 5-6 0,3 5-5 16,-4-10-7-16,4 10-6 0,-6-4-2 0,6 4-2 15,0 0-3-15,-6 27 1 0,2-9 1 0,0 9-3 16,-1 2 1-16,2 5-1 0,-2 0-7 0,1 14 4 0,3-15-2 16,2-1 0-16,1 0-14 0,4-1-15 0,-1-1-32 15,0 0-25-15,3-2-36 0,1-2-42 16,-2-1-140-16,-3-6-321 0,3-1 142 0</inkml:trace>
  <inkml:trace contextRef="#ctx0" brushRef="#br0" timeOffset="3658.78">22150 3021 73 0,'0'0'95'16,"-9"-7"-6"-16,3 4 5 0,6 3-12 0,-12-6 4 15,12 6-3-15,-9-5 4 0,9 5-2 0,-7-5 5 16,7 5-9-16,-4-4-4 0,4 4-10 0,0 0-8 15,-3-6-9-15,3 6-7 0,0 0-7 0,0 0-1 16,24-13 3-16,6 6-13 0,3-3 2 0,6 1 21 16,20-3-3-16,1 1-7 0,-4 2-13 0,-1 1-15 15,-18 6-16-15,-1-2-25 0,-5 2-23 0,-11 2-40 16,-1 2-36-16,-8 0-80 0,-5 2-226 0,-5 1 101 16</inkml:trace>
  <inkml:trace contextRef="#ctx0" brushRef="#br0" timeOffset="3916.63">22281 2952 16 0,'0'0'139'0,"0"0"-19"0,0 0-7 0,0 0-20 15,0 0-8-15,0 0-12 0,0 0-7 0,0 0 7 16,0 0-6-16,0 0-9 0,18 29 3 0,-14-12-4 15,4 8 2-15,-2 1-10 0,-2 2 4 0,0 0-11 0,-1 1 4 16,0-1-4-16,2 1-3 0,-2-3-2 16,-1 3-1-16,1-2-5 0,1-2-2 0,-2 2-2 15,1-8-8-15,-1 2-4 0,1 3-16 0,-1 1-46 16,0-6-23-16,-1 0-21 0,0-1-27 0,-1 0-85 16,2 0-221-16,-4-7 98 0</inkml:trace>
  <inkml:trace contextRef="#ctx0" brushRef="#br0" timeOffset="4255.76">22653 3287 53 0,'0'-10'163'0,"0"10"-19"0,0 0-12 0,-1-10-19 15,1 10-14-15,0 0-1 0,0 0-19 0,0 0-6 16,0 0-6-16,0 0-7 0,0 0 0 0,2 34-7 15,2-22-3-15,1-1-8 0,0 3-2 0,-1-3-7 16,4 5-1-16,2-4-6 0,-2-4 4 0,2 2-2 16,4-2-3-16,0-1-5 0,-1-2 2 0,0 0 0 15,2-4 4-15,2 1 0 0,-3-2 8 0,4-2-3 16,-4 2 2-16,2-5 8 0,1 0-7 0,-7-2-2 16,4-2 2-16,-6-1-6 0,1-5 7 0,-1 0-9 15,-3-3 0-15,1 0-6 0,-5-1 2 0,-3 0-6 16,-5-7 1-16,2 8-2 0,1 2 0 0,-6 1-2 15,4 4-2-15,-3 3-2 0,1-1-2 0,3 5-8 16,-4-1-18-16,-2 4-15 0,11 1-21 0,-23 3-34 16,11 2-33-16,-2 6-21 0,0 0-133 0,1 2-298 15,1 0 132-15</inkml:trace>
  <inkml:trace contextRef="#ctx0" brushRef="#br0" timeOffset="4849.74">23089 3223 79 0,'4'-8'176'15,"-4"8"-20"-15,0 0-16 0,6-4-11 0,-6 4-16 0,0 0-14 16,0 0-2-16,0 0-14 0,8 17-10 16,-7-9-10-16,3 2-3 0,0 0-5 0,-2 1-7 15,2 0-4-15,0 0-1 0,0 1-6 0,-2-2-1 16,2 2-1-16,-1-5-7 0,-2 1-5 0,2 0 0 15,-1-3-3-15,-2-5 0 0,1 10 3 0,-1-10-3 16,3 5 2-16,-3-5 12 0,0 0 11 0,0 0 6 16,0 0-3-16,0 0-6 0,0 0-6 0,0 0-2 15,0 0-3-15,0 0-4 0,-9-32-3 0,9 21-2 16,-1-2-6-16,-2-5-2 0,5-1-2 0,0 2 0 16,-1-8 1-16,6 8-4 0,-4 0-6 0,1-2 1 0,3 3-1 15,1 5 1-15,2-2-2 0,0-1-5 16,0 3 0-16,4 5 0 0,-4 1-1 0,4 1 0 15,3 4-2-15,-3 3-1 0,3 1-1 0,2 4 2 16,-2 0 6-16,-2 5-4 0,-1-1-2 0,0 2 2 16,-3 1 4-16,1-1-3 0,1 1 2 0,-6-2 3 15,-1-2-5-15,0-1 4 0,-1 1-2 0,0-3 1 16,-1-1 1-16,-3 0 3 0,2-3 1 0,-3-4 1 16,2 9 2-16,-2-9 1 0,2 7 3 0,-2-7 0 15,0 0-3-15,0 0 1 0,0 0-4 0,0 0 3 16,0 0-7-16,0 0 0 0,-2-34 1 0,2 24-1 15,3-6-2-15,0-1-3 0,-2 1 4 0,5-3-13 16,2 2-1-16,-1 0 1 0,3-1 3 0,-2 4-2 16,3 0-2-16,-5 4 1 0,-1 1 7 0,3 6-5 15,-2-2-5-15,2 5 5 0,-8 0-3 0,20 7 3 16,-12 1 0-16,2 1 4 0,0 2-3 0,1 6 4 16,-4-2-3-16,-2 2 6 0,4 0-1 0,-5-1 1 15,0 2 1-15,-1 0 1 0,-1 0 0 0,-1 1 1 16,1-2-3-16,-1 0-33 0,-2 1-21 15,1-2-47-15,-2 0-43 0,4-2-21 0,-4-2-95 16,2-2-282-16,2 0 125 0</inkml:trace>
  <inkml:trace contextRef="#ctx0" brushRef="#br0" timeOffset="5164.92">23815 3214 105 0,'0'0'137'0,"0"0"-17"0,0 0-5 0,0 0-9 16,-10 19-8-16,7-9-5 0,-1 3-6 0,2 0-15 16,-1 2-3-16,4-3-12 0,1 0-3 0,1 4-5 15,3-4-1-15,3 1-7 0,2-3 0 0,2-1-2 0,3 0-5 16,1-4 2-16,2-3-2 0,2-1-5 16,0-2 5-16,6-5-12 0,0-3 2 0,-8 3-4 0,0-2 1 15,-1-3-4-15,-4-1 5 0,0 0-1 16,-5-2 3-16,-1-1-3 0,-5-2 3 0,-1 0 1 15,-2 1-3-15,-4-1-4 0,-1 0 5 0,-3 1-6 16,-3 0 2-16,0 3 0 0,-2 0-1 0,-3 2-5 16,4 3 2-16,-2 2-4 0,-2 1-1 0,2 5-4 0,-4-2-9 15,3 4-13-15,2 0-38 0,-1 4-24 16,4 2-33-16,1 2-20 0,1 0-126 0,5 1-277 16,-1 1 123-16</inkml:trace>
  <inkml:trace contextRef="#ctx0" brushRef="#br0" timeOffset="5616.57">24445 3073 170 0,'-14'-1'163'0,"1"3"-19"0,-4 1-10 0,-1 4-16 15,2-2-7-15,0 7-10 0,1-3-10 0,2 2-17 16,2 3 1-16,1 0-12 0,3-1-1 0,3-1-17 15,2-1 1-15,2 2-7 0,1-1-3 16,3-1-2-16,1-1-4 0,3 0-9 0,2-2-2 0,0 0 0 16,-1-1-7-16,5-2 1 0,-3-2-3 0,-1-2-3 15,0-1-1-15,1-1 3 0,-1-2-4 0,0-1 5 16,-1-2-2-16,-2-4 0 0,-2 2-2 0,3-2-3 16,-3-1 1-16,-1 0 0 0,0-1 9 0,-3-2-2 15,2 4 4-15,-1-1 12 0,1 2 3 0,0 1 2 16,-3 2 4-16,0 6-15 0,1-9 0 15,-1 9-4-15,0 0 0 0,0 0-6 0,0 0-3 16,0 0 4-16,5 30-1 0,-7-5-2 0,2 5 1 0,-3 2 11 16,3 3-10-16,-1 10 0 0,-2-9-3 0,-1 0 1 15,4-1 2-15,-1-1-3 0,-2 0 1 0,1-2-1 16,-1 0 1-16,-1-2-1 0,-2-3 1 0,-2 1 0 16,2-4-2-16,-1-4 4 0,0-2 1 0,-4-1-1 15,-2 6 2-15,0-7-3 0,-3-3 4 16,-4 3-6-16,-2 0 2 0,-5-6 3 0,-1-3-3 0,0 0-12 15,-3-4-18-15,1-2-10 0,-2-3-28 16,2-2-25-16,3-3-35 0,6-1-36 0,-2-3-144 16,1-4-322-16,7 1 142 0</inkml:trace>
  <inkml:trace contextRef="#ctx0" brushRef="#br0" timeOffset="6602.42">24543 3173 145 0,'0'0'138'0,"4"-8"-15"0,-4 8-14 0,9-3-11 15,-9 3-5-15,14 6 0 0,-4 0-8 0,5 3-8 16,-2 3 0-16,3 2-8 0,2 5-8 0,-4-4-7 16,-1 6-3-16,-1 2-1 0,0-5-3 0,-2 4-7 15,-2-6 0-15,-2 2-1 0,-3-1-8 0,-1-6-5 16,-1 3 4-16,-2-2-3 0,0-2 3 0,-2 0-4 16,2-3 5-16,-3-2 4 0,4-5-3 0,-7 6-2 15,1-3-4-15,6-3-4 0,0 0-6 0,-15-10 5 16,10 4-8-16,0-4 2 0,1-1-7 0,4-2 1 15,-2-5-3-15,2 7 3 0,4-7-6 0,-1 1-1 16,6-1-5-16,1 2 3 0,2 2-1 0,4-7-2 16,-1 10 2-16,5-5-4 0,-1 3-2 15,-2 3-1-15,2 1 5 0,4-4 0 0,-4 5-5 0,-1 0 5 16,-3 1-6-16,-1 3 4 0,-2-1 0 0,-2 1-1 16,0 1 2-16,-3 0 5 0,-1 1-4 0,-6 2 6 15,8-5-1-15,-8 5-4 0,7-1 9 0,-7 1 4 16,0 0 4-16,0 0-1 0,10-2 6 0,-10 2-9 15,0 0 3-15,0 0-2 0,0 0-4 16,0 0 0-16,0 0-2 0,0 0 0 0,0 0 2 0,0 0-2 16,-22 22 0-16,15-11-3 0,1 2-1 0,-2-1 3 15,3 1 5-15,1 0-9 0,-1-1 1 0,3-1-7 16,-1 0 3-16,2 1-1 0,1-2 3 0,1 1-4 16,-1-3 4-16,4 1-2 0,2 1 0 0,-2-4 5 15,1-1 0-15,4 1 5 0,0-3-12 0,2 1 9 16,-4-3-2-16,5 0 5 0,-4-1 1 0,1-4-2 15,-1 1 3-15,2-2-5 0,-1-2 2 0,-2 1 0 16,0-2 0-16,-2-2 1 0,1 1 2 0,-1-1 0 16,0 0 4-16,-3-1 1 0,2 0-8 0,-4 1 9 15,0 3-9-15,3 1 9 0,-2-1 0 0,-1 7-1 16,1-9-7-16,-1 9 0 0,2-6-8 16,-2 6 6-16,0 0-3 0,0 0-1 0,0 0-4 15,0 0 10-15,2 24-8 0,-3-13 3 0,2 2-3 16,3-3-2-16,-2 2 2 0,1 0 2 0,6 2-2 0,-5-3-1 15,3-2 3-15,-3 0-1 0,3 1 1 0,3-4-1 16,0 0 1-16,3-1 2 0,5-3-2 0,-4-1 2 16,0-1-4-16,-1-3 5 0,5 0-2 0,-2-4-3 15,0 0 3-15,-1-1 3 0,-1-3-5 16,-1 1-1-16,-3-2-1 0,0-1 4 0,-1-1-2 16,-1-1-1-16,-2 4 2 0,1-7-1 0,0 1 0 0,-1 1-2 15,1-1 2-15,-2 0-4 0,-1 2 6 16,-4 2 2-16,4 4 14 0,-3 3 2 0,2 0 0 0,-3 6 1 15,1-11 0-15,-1 11-7 0,2-6-6 0,-2 6 1 16,0 0-5-16,0 0 2 0,0 0-5 16,-3 26 1-16,-1-7 4 0,2 1 0 0,-5 6 0 15,3 6-2-15,-3-2 2 0,-2 1-3 0,-1 0 4 16,3-3 0-16,-1 4-1 0,-2-4 0 0,3 2-1 0,1-5 0 16,2 0 2-16,2-5-1 0,0-2 0 0,-1 2-2 15,3-3 1-15,-2 0-11 0,2-1-20 16,2-4-12-16,-1-2-28 0,1 1-17 0,0-1-25 15,-2-10-33-15,2 13-31 0,-2-13-23 0,0 12-99 16,0-12-318-16,0 0 140 0</inkml:trace>
  <inkml:trace contextRef="#ctx0" brushRef="#br0" timeOffset="6833.86">25424 3107 30 0,'11'-4'119'0,"2"2"-9"0,1 0-11 0,-1 2-6 16,5 3-6-16,-7 0 3 0,5 6-17 0,-5-2-6 15,0 6-2-15,-3-2-3 0,0 3-2 0,-5 3-13 16,-3 2 4-16,-3-2-8 0,-1 2 1 0,-6-1-9 16,0-1 3-16,-4-1-5 0,1 0-7 0,-5 1-2 15,4-2 2-15,-3-3-13 0,2-1-27 0,2-1-30 16,2-3-34-16,2 0-37 0,2 0-66 0,-3-3-196 15,10-4 87-15</inkml:trace>
  <inkml:trace contextRef="#ctx0" brushRef="#br0" timeOffset="7554.56">25705 2893 121 0,'1'-8'188'0,"-1"1"-17"0,0 7-15 0,0-10-21 15,0 10-17-15,0 0-14 0,0 0-9 16,0 0-15-16,5 27 0 0,-3-3 1 0,-2 9-1 16,2 15-6-16,-1-2-6 0,3 2-3 0,-6-12-7 15,0-4-7-15,1 3 0 0,1-3-6 0,0 1-4 16,0-6-6-16,0-3-4 0,-2-7 1 0,4-1-2 0,-2-3-3 16,0-4-7-16,0-2 2 0,0 0 1 0,0-7-3 15,0 12 6-15,0-12 14 0,0 5 3 16,0-5-5-16,0 0-1 0,0 0-9 0,0 0-1 15,0 0-4-15,7-29-3 0,-2 14-5 0,4-2 1 16,-2-1-2-16,5-8-5 0,2 1-6 0,0 2-6 16,2-2-6-16,3 5 4 0,-4 6 0 0,-3 2-1 15,0 3-6-15,-3 2 5 0,-3 0 2 0,3 4-1 16,3 0-4-16,-3 4 2 0,-9-1 2 0,16 8 0 16,-7-3 1-16,0 3-1 0,4-1 1 0,-4 1-2 15,2 6 2-15,-5-6 1 0,2 1 1 0,3 0 1 16,-5-1 1-16,4 0 3 0,-1-1-3 0,-3 0 2 15,1-1-1-15,1 0 5 0,2-2-3 0,-3-1 1 16,3-3-1-16,2 1-1 0,-3-2 0 0,2-1 0 0,1-2 0 16,1 0-6-16,-1-2-1 0,-1-2 3 15,2-3-5-15,-4 3 2 0,2-1-4 0,-4-1 5 16,5-5-2-16,-4-1-1 0,-3 6 3 0,1 0-4 16,-4 0 6-16,4 1 2 0,-2 4-4 0,-4 0 0 15,0 5-2-15,7-7-1 0,-7 7-1 0,0 0-1 16,0 0 2-16,2-4 2 0,-2 4 1 0,0 0-1 15,8 14 1-15,-8-7-2 0,5-1 0 0,0 3 3 16,2-4-2-16,-1 4 5 0,3-2 3 0,1-1 2 16,0 0-3-16,3-1 5 0,1 0 2 0,4-5 0 15,0 0 2-15,1 0 0 0,0 0 2 0,-3-3-1 16,0 0 2-16,2-2-1 0,-5-1 3 0,-1 3 4 16,-3-4 3-16,-1 0-4 0,2 2 7 0,-1 1 3 15,-5-2 3-15,0 0-6 0,1 3-3 0,-5 3 2 16,9-8-4-16,-6 6-2 0,-3 2 2 0,0 0-14 15,8-6-1-15,-8 6 1 0,0 0 3 0,7 13-2 16,-7-4 0-16,2 7-2 0,-2 4 4 0,-2 5-2 16,2 2 5-16,0 3-3 0,-2 0-3 0,-1 3 4 15,-1-3-2-15,-4 1 0 0,4 2 2 16,2-5-19-16,-2 4-24 0,1-2-24 0,1-3-31 0,-6-1-47 16,5-1-24-16,1-6-37 0,-5 0-136 0,0-2-359 15,1-2 159-15</inkml:trace>
  <inkml:trace contextRef="#ctx0" brushRef="#br0" timeOffset="8684.75">18507 4147 30 0,'-6'-2'56'0,"6"2"3"0,0 0-5 0,-9-4-1 16,9 4-7-16,0 0-4 0,0 0-3 0,0 0-7 15,0 0-8-15,0 0 0 0,0 0 1 0,0 0-8 0,0 0 2 16,22-7 4-16,-7 7 2 0,0 0 2 0,7 0 0 15,6-1 0-15,3 2-4 0,2-1 0 16,4 0 0-16,14-1 9 0,2-1-2 0,6 2 0 16,-1 0-7-16,6-2 5 0,1 2-3 0,26 0 10 15,-23 0 0-15,24 0-12 0,-3 2 6 0,-22-4-11 16,31 2 5-16,-2-5 2 0,-3 2-1 0,4 1-3 16,-1-2 0-16,-4-1-4 0,8 1-1 0,-7-2 5 15,4 1-5-15,0-3-4 0,3 4-1 0,-1 2 5 16,-1-3 7-16,0-2-3 0,2 1-4 0,-4 0 5 15,2 2 4-15,3 3 2 0,3-1-5 0,1-3 3 16,4 1 0-16,-5 3-9 0,-4-4-3 0,10 4 2 16,-2-3 5-16,1 2-11 0,2-1 6 0,3 3-1 15,-2 2-4-15,2-4-1 0,-3 0-1 0,7 0 7 16,-6 4 3-16,1-4-9 0,2 4 6 0,0-1-5 16,0-7-1-16,-5 6 1 0,1 2-3 0,-6-1 5 15,1-6-2-15,-1 3 1 0,-2-2-4 0,-1 4 0 16,-7-1 1-16,-30 1-3 0,35-3 5 0,-10 1-4 0,-28 2 7 15,2-2-3-15,2 4-1 0,25-4-2 16,-26 2 5-16,26-1-1 0,-25 1 1 0,24 1-1 16,-24-6-2-16,1 5 4 0,23 0-8 0,-32-1 4 15,2 1-1-15,6-1-2 0,-4-2-3 0,0 4 5 16,-1-2 0-16,-4-2 0 0,2 2-7 0,-3-2-1 16,-2 1 3-16,-14 1 3 0,-1-2-2 0,13-2 1 15,-15 5-5-15,0-2 6 0,-1 0-4 0,-3 0 3 16,-1 2-9-16,2-3 1 0,1 1 5 0,1 2 0 15,0-2-3-15,0 2 1 0,-2 0-4 0,6 2 7 16,-4-4-6-16,2 0 3 0,-1 0-2 0,-4 0-2 16,1 2 4-16,-3-2-1 0,1 4-1 0,-3-4 3 15,-9 2-7-15,2-2 3 0,-1 2 3 0,-4-1-3 0,2 2-2 16,-6-1-7-16,1 0-7 0,-4 0-15 16,-1-1-15-16,1 0-26 0,-10 1-33 0,13 1-38 15,-13-1-100-15,0 0-265 0,0 0 119 0</inkml:trace>
  <inkml:trace contextRef="#ctx0" brushRef="#br0" timeOffset="23300.12">11321 5439 10 0,'0'0'20'0,"0"0"2"15,0 0-10-15,0 0 3 0,0 0 1 16,0 0-4-16,-2 12-2 0,2-12 2 0,0 0-3 16,11 10 0-16,-5-7 2 0,-1 1-10 0,1 0 3 15,0-1-3-15,5 2 4 0,0-2-1 0,2 3 3 16,0-3-1-16,4 1-6 0,0 2 3 0,4-2 1 15,-1-1 0-15,-1 1-2 0,4-3-1 0,7 1-2 0,-2 1 7 16,2-1-4-16,0 1-2 0,7-2 0 16,1-1-2-16,-2 0 8 0,2 0-8 0,3 0 4 15,-1 0 2-15,-1 0-3 0,10 3-3 0,-11 0 5 16,1-1-7-16,-2 2 5 0,1-1 1 0,2-1 2 0,-2 3-5 16,2-2 4-16,-2 4 1 0,0-1-2 0,3-1-2 15,-2 1 0-15,0-2 0 0,15 4 4 16,-16-3-4-16,16 2 10 0,-6-3-5 0,-8 0-4 15,12 4 1-15,-2-4 5 0,3 3-5 0,-1-1 8 16,3-1-4-16,1 0-5 0,0 0 4 0,-1-1 0 16,1-1-3-16,2 4 2 0,-4-4 3 0,-2 1-5 15,4 2 7-15,-3-3-3 0,1-1 4 0,-2 2-7 16,3 0-1-16,-2-1-3 0,1 1 4 0,2-2 0 16,-2 1 5-16,5-2-3 0,-4 0-4 0,2 1 3 15,-1-1-1-15,2-2 0 0,-2 1 4 0,1 1-9 16,2-3 6-16,-2 1 3 0,4-3-9 0,-5 3 0 0,2-2 0 15,-2 3-2-15,-1-3 3 0,-6 2-2 16,-8-1-8-16,10 2 2 0,-13 0 1 0,1 0 0 16,-4 0 2-16,1-2 2 0,-4 2-4 0,2-1 2 15,-4 1 2-15,2 1 2 0,-3 1-7 0,-1-2 3 16,-1 3-2-16,-5-3 3 0,6 0 1 0,-1 2-4 16,-8-1-4-16,5 0-10 0,4 1-15 0,-7-1-41 0,-1 1 18 15</inkml:trace>
  <inkml:trace contextRef="#ctx0" brushRef="#br0" timeOffset="23917.78">15823 5379 14 0,'0'0'34'16,"0"0"-3"-16,0 0-1 0,0 0-6 0,21 0-2 15,-21 0-1-15,20 5-3 0,-7-3 1 0,4 0 4 16,1-1-12-16,0-1-2 0,2 2-1 0,2-1 7 16,-2 0-3-16,8-1-5 0,3 0 8 0,-3 0 1 15,0-1-10-15,2 4-5 0,0-3 8 0,2-3 0 16,3 3-6-16,-2-3 4 0,3 3-3 0,-2 2 2 16,3-1-1-16,2-4 2 0,-4 3 0 0,3 0-6 15,2 0-8-15,-4-1 11 0,1-1-3 0,2-1-1 16,12-4 2-16,-14 4-1 0,0 3 0 0,2-1-3 15,11-1 3-15,-15 2 1 0,3 0 1 0,-3-4 7 16,0 5-9-16,2-1 1 0,-2 0-2 0,0 0 5 16,0 2-4-16,0-4-2 0,0 4 5 0,-1-1-2 15,-2-1-2-15,1 0 1 0,-1 3 1 0,-3-2 3 16,1 2-1-16,-9-1 2 0,0 2-7 0,-1-3 2 16,-3 1 6-16,2 1-9 0,-5-3-1 0,-2 3 5 15,-2-2-2-15,1 1 1 0,-4 1-1 0,0-2 0 16,0 1 1-16,-7-2 2 0,11 4-6 15,-11-4 2-15,9 2-2 0,-9-2 1 0,7 1 6 0,-7-1-6 16,6 2 2-16,-6-2 2 0,0 0 0 0,0 0 4 16,0 0-5-16,0 0-4 0,0 0 5 0,9 1-3 15,-9-1 4-15,0 0-5 0,0 0-2 0,0 0-1 16,0 0-1-16,0 0-11 0,6 4-18 0,-6-4-30 16,0 0-70-16,0 0 31 0</inkml:trace>
  <inkml:trace contextRef="#ctx0" brushRef="#br0" timeOffset="25223.19">19370 5310 7 0,'0'0'23'15,"0"0"-3"-15,-8-3 0 0,8 3-6 0,0 0 0 16,0 0 1-16,0 0-2 0,0 0-1 0,0 0-1 16,0 0-2-16,0 0-3 0,0 0 0 0,0 0 1 15,0 0-7-15,0 0 3 0,0 0-4 16,0 0 3-16,0 0 3 0,0 0-4 0,0 0 2 0,18 12 4 16,-9-8-5-16,1 0-1 0,2 1 2 0,6 0-1 15,0 1-1-15,2 1 3 0,0-2-6 0,10 1 12 16,-2 0-5-16,3-1-1 0,-2-1-11 0,4 2 11 15,-1-2 0-15,1-1-2 0,3-1 1 0,0 3 3 16,0-1 1-16,1-2 0 0,1 1-4 0,12-1 2 16,-12 0-5-16,2-1 4 0,0-1 3 0,-2 0-3 15,14 3 1-15,-14-2-1 0,1 0-2 0,11-2 1 16,-9 4 4-16,9-1-5 0,-12-1 5 0,14-1-4 16,-13 3 6-16,13-2-7 0,-13 0 1 0,13-1-1 15,-2 3 4-15,-13 0 0 0,1-2 0 0,-1 1 0 16,-2-2-1-16,3 3 3 0,-2-3-7 0,-2 1 4 15,1 2-5-15,-2-2 6 0,3 1-2 0,-3-1 1 16,4 0-3-16,-2 0 1 0,0-1 0 0,0 2 1 16,-1-1-2-16,1 0 3 0,-2 1 6 0,2-2-11 15,-5 0 3-15,1 0 0 0,1 2-6 0,-3-1 4 16,0-1 1-16,0 1 2 0,0 1 0 0,1 0-1 16,-4-2-3-16,3 0 2 0,0 0-3 0,0 2 4 15,1-1 0-15,-2-2-4 0,2 1 1 0,1 0-1 16,-1 0 4-16,-1-3-5 0,3 0 7 0,0 2-4 15,-1-2-1-15,0 1-3 0,1 1 6 0,-2 0-1 16,-1-2 1-16,-2 2-1 0,0 0 1 0,-5 1-2 16,-1-1-1-16,2 1 8 0,4-1-8 0,-5 1-1 15,0 0 3-15,-1 0-5 0,-3 0 5 0,0-1-5 16,0 2 3-16,-4 0 2 0,-2-2-5 0,-2 1-1 16,1 1 7-16,1-1-3 0,-4-1 2 0,0 2-2 15,-8-1 6-15,15 1-3 0,-9-1-6 0,-6 0 0 16,13 0 3-16,-7 1-3 0,-6-1 3 0,9 0-2 15,-9 0-18-15,10 1-5 0,-10-1-44 0,0 0-74 16,0 0 32-16</inkml:trace>
  <inkml:trace contextRef="#ctx0" brushRef="#br0" timeOffset="26330.44">23508 5376 59 0,'21'0'59'0,"8"0"-3"0,2 0-11 16,3 0 3-16,3 0 6 0,16 0-7 0,-2 1-6 15,0-5-3-15,2 3-12 0,4 3 2 0,-4 0 2 16,7-2-1-16,-2-3-7 0,0 3 4 0,3-1-2 16,-4 2 0-16,1-2-5 0,2-1 4 0,-1 1-18 15,3-1 16-15,0 0-10 0,0 3 10 0,3-3-11 16,-2 2-1-16,2 2-2 0,-2-2 4 15,2 1-6-15,-2 1-7 0,1-1 4 0,-2-1 7 0,2 0-1 16,-5 0-5-16,0 2 6 0,1-1-6 0,1 0-3 16,-2-5 2-16,1 4-1 0,-4-3 0 0,0 6-7 15,-1-3 5-15,-2-3-14 0,-1 2 28 0,0-2-11 16,-16 1-2-16,4 2-2 0,-2-2 3 0,-2-2-8 16,0 2 2-16,2 2 4 0,-6-3 4 0,1 4-2 15,-4-2 0-15,1 1-2 0,-1-2 0 0,-2 1-1 16,-4 1 7-16,-2-1-5 0,7 3 2 0,-6-2 0 15,5 0-2-15,-7 0-1 0,0 2 4 0,1-4-6 16,-4 2 5-16,2 0-3 0,1 0 5 0,-2 0-6 16,0 0 6-16,2 2-3 0,-2-4-6 0,1 1-1 15,2 4 7-15,-2-3 1 0,0 0 3 0,0-2-4 16,1 1-1-16,-2 4 1 0,2-3-5 0,-1-2 12 16,0 2-6-16,-1 2-1 0,-2-4 4 0,2 1-5 15,3-1 0-15,-6 3 4 0,7-4 2 0,-2 1-12 16,9-1 5-16,-8 3 10 0,6-2-7 0,2 0 0 15,-2-1-4-15,3 1 5 0,-1 1-6 0,-8 0 3 16,7 2 3-16,-1-4 3 0,-5 3-1 0,1-2-3 0,-3 2 4 16,3 0-7-16,-3-2-5 0,2 2 8 0,1-2-7 15,-3 2 3-15,-2-1-2 0,0 0 2 16,-1-1 2-16,-3 1 3 0,-1 1-3 0,-1 0-5 16,-1 0 8-16,-11 0-4 0,16 0 3 0,-7-3 0 0,2 3 2 15,1 0 3-15,0 0-7 0,3 0 3 0,2-2 1 16,2 2-2-16,-4-2-2 0,1 1 1 0,-3 0-2 15,1 0 2-15,-3 1 4 0,2-2-9 16,-2 2 3-16,-2 0 12 0,0-2-17 0,-2 0 4 0,-7 2 2 16,13 0 4-16,-6-2 1 0,-7 2-19 0,14 2 18 15,-14-2-3-15,9 0 4 0,-3 1-5 0,-6-1-8 16,9 0 11-16,-9 0 5 0,0 0-6 0,0 0 2 16,10 1-4-16,-10-1-1 0,0 0 3 0,0 0 0 15,0 0-9-15,0 0-13 0,0 0-13 0,0 0-20 16,0 0-25-16,0 0-42 0,0 0-128 0,0 0 58 15</inkml:trace>
  <inkml:trace contextRef="#ctx0" brushRef="#br0" timeOffset="27685.12">6819 6384 8 0,'0'0'20'0,"0"0"0"16,0 0-5-16,0 0 1 0,0 0-4 0,0 0 2 16,0 0-10-16,0 0 6 0,0 0 0 0,0 0-3 15,26 5 0-15,-13-3 5 0,0-2-8 0,9 1 7 16,6 2-1-16,1-3-2 0,5 0 7 0,0 2 5 15,2-3 0-15,1 2 4 0,3 1 1 0,11-6-4 16,-13 6 1-16,12 1-1 0,-13-1-4 0,17 1 3 16,-2 0-1-16,-12 1 9 0,13 0-23 0,1 1 14 15,0-2 3-15,0 5-3 0,4-5-5 0,2 0 8 16,4-3-7-16,0 2 1 0,1-4 16 0,29 2-11 16,-30-3 1-16,26-1-6 0,-26 2 5 0,27-8-2 15,-27 6-4-15,27-2 3 0,-27 2 3 0,-1-2-2 16,3 0 0-16,-1-1-4 0,1 0 4 0,-3 2-5 15,-2-1 4-15,2-1-7 0,2 1 9 0,-1-2-13 16,-2 4 4-16,2-1-9 0,-2 1 10 0,-1 1-3 16,0-1 0-16,-2 1-3 0,-1-1 6 0,-3 2-10 15,-3-2 7-15,-12 3 0 0,-3-1-4 0,0 2-2 16,-1 0 0-16,-1 0 3 0,-4 2 1 0,0-1-15 16,-2-1 11-16,-2 4-6 0,-4-3 5 0,-6-1-3 15,-3 2 12-15,-2-1-8 0,1 1-1 0,-1-1-2 16,-1-1 4-16,1 0 12 0,-12 0-2 0,16 2 2 15,-8-4 2-15,-8 2 4 0,10 2 9 0,-10-2 4 16,9-2 9-16,-9 2-5 0,0 0 4 0,10 0 0 16,-10 0 1-16,0 0-9 0,0 0 0 0,0 0-4 15,8 2 0-15,-8-2-11 0,0 0-1 0,0 0-4 16,0 0-3-16,0 0-7 0,6 2-10 0,-6-2-27 16,0 0-27-16,0 0-18 0,0 0-19 0,0 0-21 15,7 7-84-15,-7-7-216 0,0 0 97 0</inkml:trace>
  <inkml:trace contextRef="#ctx0" brushRef="#br0" timeOffset="28700.71">12397 6319 11 0,'0'0'87'0,"0"0"-22"0,0 0-6 15,0 0-4-15,0 0 0 0,0 0-6 0,0 0 5 0,34 2 0 16,-15-1-3-16,10-2-3 0,-1 0 2 0,5 1-7 15,1-1-6-15,5 1 2 0,11-1 3 16,1 1-11-16,3-4 3 0,-4 4 1 0,5-1-5 16,-3-1-8-16,-1 1-2 0,0 1 0 0,4-4-6 15,-4 4 5-15,-1 0-5 0,6-1 4 0,-2-2 2 0,5 3-10 16,-2-1 13-16,2 0-9 0,5-3-1 0,3 1 1 16,25-1 0-16,-29 4-4 0,28-1-3 0,-30-1 15 15,2-1-15-15,2 1 1 0,3-2 4 16,-2 0-5-16,0 1 4 0,-1-2-7 0,0-1 8 0,25 0-2 15,-32 3 5-15,5-1-8 0,-3-2 9 0,-1 0-5 16,-2 3 3-16,-4-1 3 0,-15 0-2 16,0 3-5-16,-1-4 5 0,-1 3-4 0,-1 1-3 0,-3-2-1 15,1 2 2-15,-5 1-3 0,-1-1 3 16,-7-1-3-16,-2 2-6 0,-5 0 0 0,1 2 3 0,-1-4-3 16,-3 2 8-16,1 0-5 0,-3 0 0 15,-8 0-1-15,13 0 0 0,-13 0-1 0,10-1 8 16,-10 1-5-16,0 0 10 0,9-1 4 0,-9 1 4 0,0 0-2 15,0 0 8-15,0 0 0 0,9 1 3 0,-9-1 3 16,0 0 0-16,0 0 0 0,0 0 1 0,0 0 0 16,0 0-1-16,0 0-6 0,0 0-1 0,0 0-1 15,0 0-3-15,9 0-3 0,-9 0-3 16,0 0 0-16,0 0 0 0,0 0-3 0,0 0-2 0,0 0 0 16,0 0-1-16,0 0-5 0,0 0 1 0,0 0-6 15,0 0 6-15,0 0-1 0,0 0-1 0,0 0-2 16,0 0 0-16,0 0-6 0,0 0 9 0,0 0-3 15,0 0-4-15,0 0 5 0,0 0-4 0,0 0 0 16,0 0 0-16,0 0-1 0,0 0 0 0,0 0 3 16,0 0-4-16,0 0 1 0,0 0-2 0,0 0-3 15,0 0 3-15,0 0-8 0,0 0 0 0,0 0-3 16,0 0-7-16,0 0-7 0,0 0-10 0,0 0-10 16,0 0-11-16,0 0-6 0,0 0-20 0,0 0-8 15,0 0 1-15,5 4-10 0,-5-4-12 0,0 0-8 16,-1 9-80-16,1-9-217 0,0 0 97 0</inkml:trace>
  <inkml:trace contextRef="#ctx0" brushRef="#br0" timeOffset="29605.49">19338 6409 46 0,'36'0'58'0,"-17"0"-5"0,8 0-8 0,5-1 3 15,3-1 0-15,4 4-12 0,16-4 12 0,1 2-11 16,0-1 0-16,4 1-5 0,4-3 3 0,0 3-3 16,-1-2-3-16,1 2 0 0,-2 0 1 0,2 0 1 15,-1 2-7-15,-1-2-7 0,2 0 5 0,1 0-2 16,1 0 0-16,26 0-7 0,-28 0 1 0,-2 0-6 15,3 0 7-15,-1-2-5 0,4 1 1 0,-4 1 1 16,1-2-2-16,27 0-4 0,-33 2-3 0,0-3 3 16,2 2 5-16,0 1 0 0,-6-2-9 0,0 2 5 15,2 2-9-15,-19-2 7 0,1 0-1 0,-2 0-3 16,-2 0 3-16,-2-2 3 0,-2 4-17 0,-2-2 12 16,-1 1 5-16,-7 0-5 0,-1-1-3 0,-1 2 9 15,0-1-1-15,-6 0-4 0,-2-2-2 0,-1 1 13 16,-1 1-8-16,-1-1 5 0,-8 0 9 0,9 2 5 0,-9-2-1 15,0 0 13-15,12 0 0 0,-12 0 5 16,0 0 0-16,0 0-1 0,9-2 1 0,-9 2 6 16,0 0-8-16,0 0 7 0,0 0-6 0,0 0-9 0,0 0 10 15,0 0-5-15,8 2 1 0,-8-2 1 0,0 0-6 16,0 0-5-16,0 0 0 0,0 0-5 0,0 0-4 16,0 0-4-16,0 0 3 0,0 0-6 0,0 0-3 15,0 0-6-15,0 0-7 0,0 0-15 0,0 0-9 16,0 0-23-16,0 0-11 0,0 0-18 0,0 0-5 15,0 0-9-15,0 0-12 0,0 0-12 16,5 3-82-16,-5-3-217 0,0 0 95 0</inkml:trace>
  <inkml:trace contextRef="#ctx0" brushRef="#br0" timeOffset="30373.77">25028 6479 11 0,'29'3'58'0,"-15"1"-6"0,6-4-4 0,10 1-4 0,3 0 4 16,5 1-9-16,14-2 11 0,1 0-12 0,5 0-1 15,2 0-6-15,2 2-1 0,3-4-2 0,29 2-1 16,-6 0-8-16,-23 0-2 0,29-2-3 0,-4 3 2 16,-27-1-9-16,0 1 6 0,32-1 1 0,-30 2 1 15,2-4-4-15,24 4-3 0,-26-2 0 0,2 0-2 16,-2-2-6-16,2 4 6 0,-2-4-5 0,-4 4 3 15,1-5-7-15,-1 3 1 0,-5 0 2 0,1-1-4 16,-5 0 0-16,-12 1 6 0,12-1-10 0,-16 1 1 16,1 0 5-16,-5-4 2 0,4 3-3 0,-5-1-2 15,-1 2 6-15,-1-3 3 0,-7 3-2 0,-1-1 5 16,-2 1-4-16,0-1 1 0,-6 0 0 0,1-1 3 16,-1 2 6-16,-1-2 0 0,-1 1-7 0,-5 1 10 15,6-1-3-15,-12 1 5 0,13-1-11 0,-13 1 3 16,11-2 6-16,-11 2-8 0,7 0 6 0,-7 0-6 15,0 0-7-15,0 0-1 0,0 0-7 16,9-3-3-16,-9 3-7 0,0 0-11 0,0 0-18 0,0 0-24 16,0 0-41-16,0 0-119 0,0 0 54 0</inkml:trace>
  <inkml:trace contextRef="#ctx0" brushRef="#br0" timeOffset="31846.73">5963 7383 21 0,'28'4'38'0,"1"-1"-4"0,2 0 2 0,3 0 1 16,1 1-1-16,3-4-5 0,15 0 1 0,-2 0-2 15,-10 0 6-15,9-3-4 0,3 1 2 0,2-1 2 16,0 0-2-16,1-3-1 0,2 1 16 0,-2-2-10 16,5 3-2-16,-1-2 4 0,6-1-6 0,-4 1-8 15,2 1 2-15,-1 1-5 0,-1-2-6 0,-1 2 3 16,0 2 5-16,1-2-2 0,-1 2-6 0,-3 0-2 15,5 3-2-15,-4-2-5 0,3 3-1 0,2-1 6 16,-1 4-2-16,1-4-2 0,-2 2-4 0,5 1 0 16,-10-1 1-16,2 4 4 0,1-4-10 0,0 3-1 15,-2-2 13-15,1 3-6 0,-1-2 0 0,1-2-6 16,-1 1 7-16,-1 0-2 0,-2-2 5 0,0 0-11 16,0-2 1-16,1 1 1 0,-6-1 1 0,1-3 0 15,-11 2-4-15,15-4 5 0,-18 2 1 0,4-1 0 0,10-3 3 16,0-1-7-16,0 3 8 0,-14 0-1 15,13-2 5-15,-11 2 2 0,12-1-6 0,-12 0-3 16,12-1 2-16,-11-1-4 0,-3 2-1 0,0 1 8 16,0-1-3-16,-1-1-9 0,-3 1 6 0,0 1 2 15,-2 1-9-15,-3-2 10 0,-6 2-6 0,-1 2-6 16,0-1 2-16,-1 2 2 0,1 0 0 0,-2-2 0 16,0 2-5-16,3 1 5 0,-4-1 9 0,1 1-10 15,-2-2 5-15,-5 2-5 0,2 0 7 0,4 0-7 16,-5 2-1-16,0-2 2 0,-3-2-1 0,-3 4 7 0,1-2-1 15,-8 0-4-15,12 0-1 0,-12 0 3 0,9 0-1 16,-9 0-4-16,0 0 12 0,11 0-6 16,-11 0 3-16,0 0 0 0,8 0 3 0,-8 0-4 15,0 0 0-15,0 0 0 0,0 0-4 0,0 0 2 0,0 0-1 16,8 1 9-16,-8-1-9 0,0 0-7 0,0 0 4 16,0 0 4-16,0 0-2 0,11-1-6 15,-11 1-1-15,0 0-11 0,8 2-1 0,-8-2-15 16,0 0-4-16,0 0-12 0,6 4-4 0,-6-4-17 15,0 0-13-15,2 6-5 0,-2-6-55 0,0 0-153 0,0 0 67 16</inkml:trace>
  <inkml:trace contextRef="#ctx0" brushRef="#br0" timeOffset="111931.99">29058 5295 16 0,'0'0'102'0,"0"0"5"0,-4-10-2 16,4 10-7-16,-1-10 4 0,1 10-7 0,1-9 7 15,-1 9-10-15,0-10 12 0,0 10 5 0,0 0-4 0,0-11-8 16,0 11-6-16,-1-8-12 0,1 8-3 16,0 0-12-16,0 0-3 0,0 0-5 0,0-10-6 15,0 10-8-15,0 0-6 0,0 0-7 0,0 0-7 16,0 0 1-16,0 0-3 0,0 0-6 0,0 0 0 0,0 0 0 16,0 0-2-16,2 27-1 0,1-15 2 0,-3 8-3 15,-3 5-2-15,6 1-3 0,-2 0 7 16,1 3-4-16,-2 0 1 0,-2 0 1 0,2 1-4 15,0 0 0-15,0 1 0 0,0 1 0 0,-4-3 1 16,2 0-2-16,1 0-2 0,-2-1 3 0,1-3 1 16,0-6-1-16,1 0 6 0,1 0-9 0,-1-2-1 0,1-2-14 15,0 1-16-15,-3-2-14 0,2-3-7 16,0 0-12-16,-2-1-7 0,2 1-10 0,0-4-18 16,-1-1-14-16,2-6-9 0,-2 9-3 0,2-9-98 0,-7 3-236 15,7-3 105-15</inkml:trace>
  <inkml:trace contextRef="#ctx0" brushRef="#br0" timeOffset="112201.65">29163 5156 28 0,'14'-6'62'0,"4"1"2"0,0 3-10 0,-2 0-7 16,-2 3-1-16,3 2-5 0,-2 3-6 0,-3 0 6 16,2 5-14-16,-1 1 6 0,-7 0-7 15,2 4-4-15,-3 1 6 0,-1 3 0 0,-6 4-4 16,-1 0 3-16,-2 1 16 0,-3-2-16 0,-2-8-5 16,-4 7-4-16,3-7-4 0,-3 1 4 0,0 0-5 15,-2-2-10-15,2-2-16 0,-4 0-14 0,1 0-23 0,1-1-68 16,-1-1-126-16,0-4 56 0</inkml:trace>
  <inkml:trace contextRef="#ctx0" brushRef="#br0" timeOffset="112865.65">29531 5089 11 0,'4'-10'160'0,"-3"1"9"0,3 3-3 0,-1-1-14 15,0 3-21-15,-3 4-16 0,2-8-17 0,-2 8-9 16,0 0-11-16,0 0-12 0,0 0 3 0,12 18-12 0,-9 0-3 16,2 4 0-16,-2 3-8 0,1 6-4 15,-2-1-4-15,3 1-1 0,-2-1-4 0,-1-1 1 16,2 2-4-16,-1-4-5 0,-1 1-7 0,1-4 4 16,-2-6-5-16,3-1-2 0,-3-5 3 0,-1-1-3 15,2-1-3-15,-1-1-4 0,-1-3 4 0,2 0 2 0,-2-6 0 16,3 8 2-16,-3-8 0 0,0 0-2 0,1 7-2 15,-1-7 6-15,0 0-3 0,0 0-1 16,0 0-4-16,0 0-4 0,12-18 3 0,-5 7 0 16,3-4-3-16,6-5-7 0,-1 0 4 0,-1 7 2 15,7-4-5-15,-6 7-2 0,3-4 2 0,-3 6-4 0,2-1 2 16,0 5 0-16,-5 1 7 0,0 0-10 0,-2 2-1 16,3 2 0-16,-2 2 3 0,1 0-5 15,-1 1 6-15,1 4-3 0,-1-3 1 0,2 8 1 16,-3-7 3-16,0 3 2 0,-1 1 0 0,2-1-2 15,0 2-1-15,-1-2 1 0,-1-2-3 0,1 2-1 0,0-5-1 16,0 2 3-16,1-1-4 0,-1-4-1 16,1 2 0-16,-1-3 1 0,-10 0-4 0,19-4 6 15,-9 1-1-15,1-2 2 0,-4 0-3 0,5-2 1 16,-5-2 0-16,2-1 4 0,0 5 1 0,-1-4-5 16,-3 2 3-16,-1-1 1 0,0 5-3 0,-4 3 2 0,7-4-3 15,-7 4-4-15,0 0 1 0,0 0-5 0,0 0 8 16,0 0-3-16,0 0 2 0,11 12 2 15,-10-7-2-15,1 2 2 0,1 1 2 0,2 0 3 16,-2-1-2-16,2 0 5 0,-1-1-6 0,2-1 6 16,0 0-1-16,2-2 4 0,2 0-1 0,2-4 1 0,1-2-5 15,-1-1 2-15,5-2 0 0,-2-2 3 0,-1 0 0 16,2-4-1-16,-5 2 0 0,0-4-1 0,-3 4 0 16,-3-1 5-16,-1-2-5 0,-1 1-2 15,-3-2 5-15,0 1-3 0,-4 1-5 0,1 1 2 16,-3 0 2-16,0 2-5 0,-1 1-7 0,0 1-7 15,-2 3-16-15,0 1-23 0,0 0-19 0,-3 5-22 16,2-1-22-16,-1 5-13 0,2 2-112 0,-5 2-263 16,6-1 117-16</inkml:trace>
  <inkml:trace contextRef="#ctx0" brushRef="#br0" timeOffset="113280.95">30743 5401 80 0,'12'-3'192'15,"-12"3"-8"-15,0 0-17 0,0 0-13 0,7-5-12 0,-7 5-14 16,0 0-21-16,5-4-8 0,-1-1-14 0,-4 5-2 16,7-7-13-16,2 2-5 0,-1-1-8 15,4 0-9-15,0-1 1 0,2-3-7 0,0 1-6 16,0 0 2-16,-2 1-12 0,-3 1 1 0,0-1-3 15,-1-1-3-15,0 1 0 0,-1-1-7 0,-3 1 1 0,1-3 3 16,-4 4-7-16,2 0 2 0,-3 7-8 0,0-10 3 16,0 10 4-16,0 0-3 0,-4-13-12 0,4 13 5 15,-7-9-3-15,2 7 5 0,5 2-7 16,-15-3 3-16,5 2-5 0,-1 4-8 0,-1-1 10 16,0 2-1-16,0 0-2 0,0-1 4 0,-1 8-6 15,0-5 5-15,4 5 6 0,0-3-7 0,-3 3-1 16,4 3 4-16,0 0-2 0,2-3-1 0,2 0 3 0,2 2-1 15,0-3 1-15,4 2-1 0,0 0 4 16,1-4-2-16,4 1 3 0,1 1-1 0,5 0 2 16,3-1-4-16,2 0 0 0,3-2-11 0,7 2-18 15,-6-4-20-15,6 1-26 0,-3-2-32 0,5-2-30 0,-9-2-18 16,0 2-85-16,-4-1-258 0,0-2 115 0</inkml:trace>
  <inkml:trace contextRef="#ctx0" brushRef="#br0" timeOffset="114293.82">31207 5177 39 0,'-2'-14'149'0,"2"14"-8"0,0-10-11 0,0 10-8 16,0-9-19-16,0 9-3 0,0 0-14 0,0-8-7 15,0 8-15-15,0 0-2 0,0 0-8 0,0 0-6 0,0 0-9 16,0 0-4-16,0 0-1 0,0 0-11 15,0 0 4-15,0 0-8 0,0 0 7 0,0 0-11 16,0 0-9-16,0 0 8 0,0 0 1 0,0 0 2 16,0 0-6-16,0 0-5 0,0 0 13 0,0 0-11 15,0 0-1-15,0 0-4 0,0 0-2 0,0 0 0 0,0 0 8 16,0 0-1-16,-4-8-2 0,4 8 0 0,0 0-1 16,0 0-1-16,0 0-1 0,0 0 4 0,0 0-3 15,0 0 4-15,0 0-7 0,0 0 0 16,0 0 2-16,0 0 0 0,0 0 2 0,0 0 1 15,0 0 1-15,0 0 3 0,0 0-2 0,0 0 7 0,0 0 11 16,0 0 6-16,0 0 4 0,0 0-5 16,0 0 2-16,0 0-4 0,0 0 0 0,0 0-5 0,0 0-5 15,-1-10 6-15,1 10-8 0,0 0-1 16,0 0 0-16,-2-9-3 0,2 9 5 0,0 0-9 16,-2-7 3-16,2 7-3 0,0 0-1 0,-4-7-2 15,4 7 3-15,0 0 0 0,0 0-2 0,0 0-2 0,-3-6-2 16,3 6 6-16,0 0-9 0,0 0-3 0,0 0 4 15,0 0-3-15,0 0-3 0,0 0 5 16,0 0-2-16,0 0 1 0,0 0-6 0,0 0 5 16,0 0 0-16,0 0-1 0,0 0 1 0,0 0-1 15,0 0 4-15,0 0-5 0,0 0-1 0,-13 13 3 0,13-13 6 16,-4 5-3-16,4-5-1 0,0 0 5 0,0 0-2 16,-3 7-6-16,3-7 3 0,0 0-3 0,0 0-1 15,0 0-3-15,0 0 5 0,0 0-13 16,0 0 3-16,0 0-1 0,0 0 6 0,-2 6 1 15,2-6-4-15,0 0 7 0,0 0-5 0,0 0 1 16,0 0 0-16,0 0 3 0,0 0-4 0,0 0 7 16,0 0 2-16,0 0-3 0,0 0 1 0,0 0 1 15,0 0 1-15,0 0 1 0,0 0 0 0,0 0-6 16,0 0 7-16,0 0-2 0,0 0 3 0,0 0-1 16,0 0 3-16,0 0-6 0,0 0 2 0,0 0-2 15,0 0 0-15,0 0 2 0,0 0-5 0,0 0 4 16,0 0-6-16,0 0 13 0,0 0-8 0,0 0-3 15,0 0 6-15,0 0-6 0,0 0 6 0,0 0-3 16,0 0 6-16,0 0-3 0,0 0-3 0,0 0 2 16,0 0-3-16,0 0 1 0,0 0 1 0,0 0 0 15,0 0-10-15,8-19 9 0,-8 19 2 0,0 0-4 16,1-10 3-16,-1 10-2 0,0 0 2 0,0-9 0 16,0 9-6-16,0 0 8 0,0-10-1 0,0 10-4 15,0 0 6-15,1-9-3 0,-1 9 2 0,0 0-3 16,1-13 2-16,-1 13-3 0,-1-9 0 0,1 9 2 15,-2-10 2-15,2 2 2 0,0 8 2 0,0-12-5 16,0 12 5-16,-2-12-3 0,2 12 7 0,0-12-5 16,0 12 5-16,-1-10 3 0,1 10-6 0,-1-8 7 15,1 8-2-15,0 0 0 0,0-12-2 0,0 12 4 16,0 0-6-16,0 0 3 0,0 0-1 0,0-7-4 16,0 7-3-16,0 0-4 0,0 0-1 0,0 0-4 15,0 0 3-15,0 0-6 0,0 0 7 0,0 0-2 16,2 35-2-16,0-16 1 0,-2 6 3 0,-2-1-1 15,2 4 1-15,0-3-1 0,2-2 0 0,-4 4 5 16,1-3 0-16,0 2 3 0,1-7-9 0,0 6 6 16,1-6 1-16,-1 0 2 0,0 7 6 0,0-6-12 15,1-3-5-15,-1 2-3 0,-1 0-32 0,0-2-17 16,-1 0-28-16,0-1-29 0,1 0-16 0,-2-1-30 16,-1 1-98-16,0-5-278 0,-1 0 123 0</inkml:trace>
  <inkml:trace contextRef="#ctx0" brushRef="#br0" timeOffset="114873.43">31261 5483 90 0,'0'0'102'0,"18"-23"-7"0,-7 14 7 0,-2 2-13 16,4-3-1-16,0 0-4 0,4-3-7 0,-4 2-5 0,1 0 2 15,-1-1-12-15,-2-2 0 0,1-2-1 16,-2 3-10-16,-1 0-11 0,0-3 2 0,-2 0-1 16,0 0-6-16,-2 0-4 0,-2 5 3 0,-3-1 0 15,1-1-4-15,-5 5-3 0,1-3 12 0,1 2-11 16,-1 3-3-16,3 6 1 0,-8-10-8 0,6 5-6 0,2 5-12 16,-10-4 10-16,10 4 2 0,-14 2-6 15,1 6 7-15,3-1-8 0,-6 4 4 0,4-1-6 16,-1 4 0-16,4 0-5 0,0 1 8 0,4-1-5 15,4 2 6-15,3 0-9 0,3 0 7 0,4-3-32 16,5 1-23-16,10-1-23 0,5 1-18 0,2-3-40 16,5-1-82-16,-1-4-230 0,3-3 101 0</inkml:trace>
  <inkml:trace contextRef="#ctx0" brushRef="#br0" timeOffset="115079.1">31930 5153 3 0,'-5'-7'149'0,"-4"-1"-17"16,0 1-5-16,-3 3-17 0,1 1-11 16,-2 2-7-16,-5 1-3 0,0 4-3 0,-2 3-8 15,2 0-7-15,-4 7-6 0,4-3 3 0,3 3-18 16,0 1 6-16,3 0 0 0,2 0-10 0,2 3-9 0,4-1 5 16,3 0-7-16,2 1 2 0,5-1-5 15,-3-4-18-15,10 2-25 0,0-2-29 0,5-1-43 16,7 0-20-16,0-1-121 0,2-6-240 0,-4-2 106 15</inkml:trace>
  <inkml:trace contextRef="#ctx0" brushRef="#br0" timeOffset="115312.78">32102 4983 90 0,'-1'-13'188'0,"0"3"7"16,0 1-8-16,-1 3-6 0,2 6-25 0,-1-10-21 15,1 10-20-15,0 0-11 0,0 0-17 16,0 0-3-16,0 0-13 0,-6 35 5 0,4-10-13 16,0 3-3-16,0 0-1 0,2 3-7 0,0 0-2 15,2-2-6-15,-4 2-3 0,1 0-2 0,2 2-8 0,1-1 4 16,-1-3-5-16,0-3-6 0,1 0-19 0,0-6-26 16,-3-2-36-16,3-1-49 0,-2-4-45 15,0 0-21-15,0-2-111 0,-1 0-306 0,1-11 135 16</inkml:trace>
  <inkml:trace contextRef="#ctx0" brushRef="#br0" timeOffset="116083.04">32069 5229 69 0,'8'4'164'0,"-8"-4"-17"0,20 9-15 16,-8-1-5-16,2 2-11 0,-1 1-7 0,1 3-9 15,0-4-9-15,-3 4-6 0,-3-5-9 0,4 4-6 0,-1 1-2 16,-5-6-10-16,1 2-3 0,-2-3-9 16,2 1-8-16,-7-8 7 0,5 10 1 0,-5-10 5 15,6 7 14-15,-4-6 12 0,-2-1 5 0,0 0 4 16,0 0-13-16,0 0-2 0,0 0-8 0,0 0-6 16,0 0-4-16,0 0-5 0,0 0-9 0,-9-26 0 15,9 16-6-15,1-3-6 0,2 0-2 0,2 0-3 16,3-2-8-16,2 0 3 0,-1-2-4 0,1 3-3 15,3 0-4-15,-4 0-2 0,1 0-3 0,4 5 5 16,-5 1-3-16,2 0 1 0,-6 4-3 0,1-2-4 16,-1 5-1-16,-5 1 0 0,6-4-4 0,-6 4 2 15,0 0-2-15,0 0-1 0,0 0 6 0,20 11 0 16,-18-5-1-16,-2-6 0 0,5 14 1 0,2-5 3 16,-5 0-3-16,5-2 4 0,-1 2-2 0,-1 0 4 15,0-1-3-15,2 1 5 0,-1-4-3 0,-6-5-1 16,13 8 2-16,-4-3-5 0,-3 0 2 0,4-2 4 15,-10-3-6-15,13 5 4 0,-13-5-3 0,9 2 2 16,-9-2-11-16,0 0-4 0,13-9 6 0,-13 9-1 16,2-10 0-16,-2 4-3 0,0 6 2 0,-2-18-1 15,1 8-1-15,-3-2-2 0,0-1 7 0,3 2 2 16,-2-3-3-16,1 2 3 0,2 0-1 0,-2 0 1 16,4 2 2-16,-4 1-23 0,4 2-3 0,-2 7 1 15,2-12 5-15,-1 7-1 0,6 2 5 0,-7 3 0 16,13-4 2-16,-6 2-3 0,6 5 2 0,-1 1-1 15,-1 3 5-15,6 0 0 0,-3 4 2 0,1-1-1 16,-3 3 3-16,0-2 5 0,-12-11-3 0,0 0 0 16,32 36 1-16,-32-36 2 0,13 18 3 0,-13-18 2 15,0 0-1-15,14 25-4 0,-14-25 4 0,0 0-1 16,0 0 5-16,0 0 3 0,0 0-3 0,9 23 3 16,-14-23-1-16,5 0 2 0,0 0-3 0,0 0 6 15,0 0-7-15,0 0 1 0,-15-20 5 0,15 20-10 16,-2-16 5-16,2 6 3 0,2-2-6 0,-2 12 0 15,0 0-6-15,23-47 6 0,-23 47-4 0,24-31 3 16,-4 13 0-16,2 1-8 0,-22 17 3 0,42-22 2 16,-23 17-2-16,-19 5 0 0,38-9-2 0,-38 9 6 15,0 0-10-15,45 1 3 0,-45-1-1 0,0 0 7 16,35 18-1-16,-35-18-7 0,23 24 5 0,-23-24 6 16,14 30-2-16,-14-30-2 0,9 35 0 0,-9-35 4 15,0 38-23-15,0-38-20 0,0 0-29 0,-12 53-27 16,12-53-36-16,-17 35-29 0,5-13-94 0,12-22-277 15,-28 25 123-15</inkml:trace>
  <inkml:trace contextRef="#ctx0" brushRef="#br0" timeOffset="116821.21">30456 5111 142 0,'4'-5'154'16,"-1"-5"-12"-16,-1 3 0 0,-2 7-9 0,5-7-12 16,-2 3-3-16,-3 4-13 0,0 0-16 0,0-11-7 15,0 11-12-15,0 0-9 0,0 0-10 0,0 0 3 0,0 0-14 16,0 0 4-16,4 22-9 0,-6-6 1 0,2 2-3 15,-2 1 0-15,-1 8 2 0,0 0-4 16,0-2-6-16,2 3-1 0,-2-3 0 0,3 1 1 16,-1-2-3-16,-2 0-1 0,3-6-4 0,-1 0-1 15,2 0-1-15,-3-2 2 0,2-5-4 0,0 5-1 0,0-4 2 16,1 0-2-16,-1-2-10 0,0 0-5 16,0 0-28-16,-1-3-31 0,3 2-25 0,0-3-16 15,-2-6-10-15,0 11-10 0,0-11-12 0,0 0-91 16,-6 6-245-16,6-6 110 0</inkml:trace>
  <inkml:trace contextRef="#ctx0" brushRef="#br0" timeOffset="117122.31">30465 5304 81 0,'0'0'71'15,"0"0"-2"-15,0 0 2 0,17 1-4 0,-17-1-7 16,13 6-8-16,-13-6-1 0,17 10-2 0,-6-3-7 0,-2-3 7 15,2 2-10-15,-2-1-1 0,0 2 0 16,0 0-2-16,-1 0-2 0,1-2-7 0,-3-4 5 16,2 2-10-16,-3 1 3 0,-5-4 4 0,10 2 9 15,-10-2 2-15,9 2 12 0,-9-2 7 0,10 0-6 16,-10 0 6-16,8-7-2 0,-8 7 6 0,5-9-13 16,-2 4-6-16,-3 5 3 0,2-12-3 0,-3 2-2 15,2 1-7-15,-1 9-3 0,-2-15-3 0,0 8-1 16,2 7-9-16,-4-9 1 0,4 9-3 0,-5-7 2 15,5 7-15-15,-2-8-13 0,2 8-5 0,0 0-25 16,0 0-14-16,0 0-30 0,-26 16-29 0,18-6-33 16,-2 5-85-16,0-2-249 0,0 1 110 0</inkml:trace>
  <inkml:trace contextRef="#ctx0" brushRef="#br0" timeOffset="117512.74">29522 5932 40 0,'-10'2'128'0,"6"0"-24"0,4-2 1 15,0 0-1-15,0 0 18 0,45 6-1 0,11-10-12 16,35-3 1-16,20-6-5 0,13-3-11 0,8-4-11 16,8 2-8-16,13-1-5 0,6-1 6 0,3 6-26 0,2-1-8 15,-2-6-2-15,0 2-15 0,-2-3 0 16,-1 8-1-16,-1-4-15 0,-21 7-1 0,-8 3 1 16,-9 3-5-16,-8-3-7 0,-14 5 10 0,-36-3-5 15,-2 4 28-15,-7-1-3 0,-16-2-5 0,-7 4-3 0,-9-1 3 16,-6 2 11-16,-3-1 13 0,2 0 7 15,-8 1-3-15,2-1-2 0,-8 1-8 0,10-2 3 16,-10 2-14-16,0 0-24 0,0 0-19 0,0 0-29 16,0 0-37-16,0 0-18 0,0 0-37 0,0 0-29 15,-24-12-107-15,24 12-292 0,0 0 129 0</inkml:trace>
  <inkml:trace contextRef="#ctx0" brushRef="#br0" timeOffset="119452.83">31810 5734 21 0,'97'-14'74'15,"-1"0"-4"-15,0 3-5 0,-4-6-3 0,1 6-19 16,-2-1 7-16,-26 4-20 0,26-3 31 0,-31 6-14 15,1-1-5-15,-4 0-1 0,-3 1-8 0,-17 2-2 16,-1-1 2-16,-5-1-2 0,-31 5 6 16,48-6-7-16,-48 6-4 0,31-4 1 0,-31 4 2 15,0 0-3-15,0 0-1 0,34-7-1 0,-34 7 1 0,0 0-3 16,0 0-4-16,0 0-1 0,0 0-2 0,0 0-5 16,0 0 4-16,0 0-8 0,0 0 1 0,0 0-5 15,0 0-15-15,0 0-18 0,0 0-14 0,0 0-32 16,0 0-78-16,0 0-168 0,0 0 75 15</inkml:trace>
  <inkml:trace contextRef="#ctx0" brushRef="#br0" timeOffset="120115.82">32920 5314 115 0,'31'-27'132'0,"-8"9"-11"0,-4 0-8 16,4 0-7-16,-1 0-3 0,-4-1-7 16,2 0-11-16,-2-1-2 0,-18 20-29 0,24-32-3 0,-11 16-4 15,-13 16 0-15,19-28-1 0,-19 28-1 16,18-31 9-16,-18 31-4 0,0 0 4 0,14-27-8 16,-14 27 1-16,0 0-5 0,0 0-3 0,0 0-7 15,5-28-5-15,-5 28-3 0,0 0-3 0,0 0-4 16,0 0-7-16,0 0 3 0,0 0-5 0,0 0 5 15,0 0-3-15,0 0 3 0,0 0-10 0,0 0 1 16,0 0-2-16,0 0-4 0,0 0 6 0,0 0-3 16,0 0 0-16,0 0-4 0,0 0 2 0,0 0-4 15,-37 77 2-15,37-77 5 0,0 0-4 0,0 0 5 16,0 0-4-16,25 48 2 0,-25-48-3 0,10 21-5 16,-10-21 6-16,0 0-4 0,11 32 11 0,-11-32-7 15,0 0 4-15,7 32-7 0,-7-32 1 0,0 0-7 16,0 0-7-16,-2 36 1 0,2-36 11 0,0 0-18 15,0 0-10-15,-10 33-15 0,10-33-9 0,0 0-20 16,0 0-23-16,-21 22-29 0,21-22-78 0,0 0-223 16,-29 8 98-16</inkml:trace>
  <inkml:trace contextRef="#ctx0" brushRef="#br0" timeOffset="130541.17">28767 5502 16 0,'0'0'55'0,"-10"-5"-7"0,4 3-1 16,-4-1-10-16,3 2-1 0,7 1-3 0,-17-2-6 16,7 2-8-16,-3 2 5 0,3-1-9 0,-2 2 1 15,1 1-2-15,-2-1-1 0,0 3 0 0,0 0-4 16,2-1-2-16,-3 4 4 0,0 1-2 0,3-2-2 16,-2 3 1-16,0 1 0 0,-1 1-2 0,2 1 0 15,-1 1-3-15,2-1 5 0,0 2 0 16,0 0-5-16,4 0 5 0,0 2-3 0,2 1-3 0,0 0 5 15,0 2 0-15,5-1-3 0,2 5 0 0,1-2-1 16,1 4 6-16,-2-3-5 0,2 2 1 0,3 0-1 16,-3 0-1-16,3 1 5 0,-5 2-6 0,2 0-1 15,-1-1 2-15,-3 1 8 0,2 0-5 0,-4 0 2 16,2-1 2-16,-3 1 2 0,-1-2-3 0,2-1 4 16,-2 1-10-16,-1 0 2 0,1 0 3 0,-1-1 0 15,-1 1 4-15,-1-2-5 0,2 1-2 0,-4 1 2 16,3-3 0-16,1 1-4 0,1-5 1 0,1-1-1 15,2 0 7-15,-2-2 5 0,-2 1-3 0,4-2 2 16,-3 2-11-16,3-7 2 0,1 5 2 0,-1-5-2 16,1 1-3-16,-2-1 1 0,0 1-5 0,2-1 1 15,0-2 6-15,0 0-4 0,0-9 0 0,2 14 3 16,0-8 0-16,-2-6-1 0,5 12 1 0,-3-6 0 16,-2-6-2-16,9 8-2 0,-2 0 3 0,0-7-3 15,2 4 2-15,5-2 11 0,2 1-6 0,5-3 3 16,6 1-5-16,3-2 6 0,-1 2 0 0,-2-6 3 15,5 4-2-15,0-1-6 0,-2 0-2 0,1-1 6 16,1 2-2-16,0-2-2 0,-1-1 2 0,-1 1-1 16,0 2 3-16,-1-2-1 0,-2 2-6 0,-6 0 3 15,-1 0-5-15,3 0 1 0,-5 0 5 0,0 0-9 16,-7 0-2-16,2 0 5 0,-4 2 1 0,1 0-2 16,-10-2 2-16,13 3-7 0,-13-3 7 0,10 4-1 15,-10-4 10-15,0 0-11 0,9 4 5 0,-9-4-5 16,0 0 2-16,4 8-1 0,-4-8 0 0,0 0 7 15,0 0-7-15,-15 22 10 0,7-13-3 0,-1 0 12 16,0 0-15-16,1 2 9 0,-5-4 6 0,5 3-11 16,-5 2-7-16,1-4 15 0,0 2-11 0,1-3 0 15,-1 4-6-15,1-4 5 0,1 1-7 0,0 1-10 16,2-1-32-16,-1-1-8 0,2 0-28 0,-1 0-81 16,3 3-173-16,0-5 77 0</inkml:trace>
  <inkml:trace contextRef="#ctx0" brushRef="#br0" timeOffset="130783.12">29115 6696 81 0,'-12'-15'174'0,"-1"1"-3"0,-1 1-7 16,1 0-2-16,1-1-8 0,0 1-5 0,2 1-13 15,0 3-9-15,3 2-12 0,-1-2-8 0,3 2-17 16,-3 1-5-16,5 1-12 0,3 5-5 0,-8-8-10 16,6 3-12-16,2 5-18 0,-6-5-27 0,6 5-30 15,0 0-34-15,-3-7-29 0,3 7-18 0,0 0-6 16,0 0-15-16,0 0-111 0,0 0-261 0,19 2 115 16</inkml:trace>
  <inkml:trace contextRef="#ctx0" brushRef="#br0" timeOffset="132770.4">29770 6691 47 0,'0'0'47'0,"0"0"5"0,0 0-5 0,0 0 1 16,0 0-8-16,0 0 11 0,0 0-6 0,0 0-5 16,0 0 3-16,0 0 3 0,0 0-9 0,0 0-3 15,0 0-3-15,0 0-3 0,0 0 0 16,0 0-9-16,0 0 9 0,0 0-2 0,0 0 4 0,9-19-3 16,-9 19-2-16,0 0 0 0,0 0-2 0,0 0-3 15,0 0-4-15,-5-11 3 0,5 11-9 0,-5-5 4 16,5 5-6-16,-7-4 0 0,7 4 0 0,-7-5 6 15,7 5-6-15,-11-4-4 0,5 3-5 16,6 1 12-16,-14-3-8 0,2 3 6 0,0 2-5 0,2-2-1 16,-3 1-9-16,-1 2 9 0,-3-1-1 0,0 5-9 15,5-4 3-15,-5 3 2 0,0 1-1 0,1 1-4 16,2-1 11-16,-2 3-5 0,4 1 5 0,-4 3 1 16,3-2-8-16,0 4 14 0,2-3-11 0,3 3 1 15,1 0 2-15,1 5-3 0,2-4 7 0,0 2 0 16,4-2-4-16,0 3-2 0,2-1 3 0,0-3 6 15,3 1-6-15,0-1 2 0,2-4-4 0,1 2-2 16,1-2-1-16,-4-2 5 0,4-1 2 0,0 0-5 16,2 1 3-16,0-3-2 0,3 1-20 0,1 1-18 15,2-1-13-15,2-4-17 0,-3 0-87 0,1-1-166 16,-4-2 74-16</inkml:trace>
  <inkml:trace contextRef="#ctx0" brushRef="#br0" timeOffset="133796.84">29807 6843 53 0,'0'0'90'15,"0"0"-10"-15,-3-8-7 0,3 8-9 16,0 0 3-16,0 0-10 0,0 0-9 0,0 0 10 16,0 0-7-16,0 0-7 0,0 0 0 0,0 0-13 0,0 0-1 15,0 0 2-15,0 0-2 0,0 0-9 0,0 0 6 16,0 0-3-16,0 0 0 0,0 0-2 0,0 0-1 16,0 0-2-16,-1-7-2 0,1 7 2 0,0 0 1 15,0 0-7-15,0 0 8 0,0 0-11 0,0 0 4 16,0 0 2-16,0 0-3 0,0 0-6 0,0 0 5 15,0 0-3-15,0 0 4 0,0 0-4 0,0 0-5 16,0 0 5-16,0 0-1 0,0 0-6 16,0 0 10-16,0 0 0 0,0 0-14 0,0 0 8 0,0 0-1 15,0 0-6-15,0 0 1 0,0 0 0 0,0 0 9 16,0 0-1-16,0 0-16 0,0 0 13 0,0 0 3 16,0 0-4-16,0 0 0 0,0 0-6 0,0 0 4 15,0 0 2-15,0 0-1 0,0 0 1 0,0 0 2 16,0 0 1-16,0 0-7 0,0 0-2 0,0 0 8 15,0 0-8-15,0 0 0 0,0 0 4 0,0 0 3 16,0 0-8-16,0 0 9 0,0 0-2 0,0 0-1 16,0 0-16-16,0 0 13 0,0 0 1 0,0 0 8 15,0 0-10-15,0 0 3 0,0 0-11 0,0 0 16 16,0 0-3-16,0 0-2 0,0 0 0 0,0 0-4 16,0 0 1-16,0 0-2 0,0 0 2 0,0 0 2 15,0 0 1-15,0 0 0 0,0 0-2 0,0 0 1 16,0 0-2-16,0 0 3 0,0 0-1 0,0 0-4 15,0 0 5-15,0 0-6 0,0 0 3 0,0 0-3 16,0 0 0-16,0 0 4 0,0 0 3 0,0 0-6 16,0 0-5-16,0 0 10 0,0 0 1 0,0 0 4 15,0 0-2-15,0 0-9 0,0 0 8 0,0 0-8 16,0 0 6-16,0 0 2 0,0 0-6 0,0 0 4 16,0 0 2-16,0 0-3 0,0 0-13 0,0 0 14 15,0 0-3-15,0 0-4 0,0 0 4 0,0 0 3 0,0 0-5 16,0 0 4-16,0 0-3 0,0 0-1 15,0 0 2-15,0 0 2 0,0 0 8 0,0 0-6 16,0 0-4-16,0 0 6 0,0 0-4 0,0 0 1 16,8 19 1-16,-8-19-6 0,0 0 4 0,0 0 5 0,0 0-9 15,0 0 6-15,0 0-6 0,0 0 0 16,0 0 3-16,0 0 0 0,0 0-1 0,0 0 5 0,0 0-7 16,0 0 9-16,0 0-3 0,0 0 2 15,0 0-1-15,0 0-2 0,0 0 0 0,0 0-12 0,0 0 9 16,0 0 1-16,0 0 5 0,0 0-1 0,0 0 4 15,0 0 5-15,0 0 4 0,0 0-3 16,0 0 2-16,0 0-5 0,0 0 6 0,0 0-4 0,0 0 5 16,0 0-7-16,0 0 3 0,0 0-4 0,0 0 2 15,0 0-3-15,0 0-1 0,0 0-13 0,0 0 11 16,0 0-4-16,0 0 4 0,0 0-3 0,0 0 5 16,0 0-5-16,0 0 0 0,0 0 4 0,0 0-6 15,0 0-2-15,0 0 5 0,0 0-1 0,0 0-3 16,0 0 6-16,0 0-5 0,0 0 5 0,0 0-5 15,0 0 2-15,0 0-6 0,0 0 4 16,0 0 0-16,0 0 5 0,0 0-6 0,0 0 0 0,0 0 1 16,0 0 1-16,0 0 1 0,0 0 8 0,0 0-18 15,0 0-2-15,0 0-14 0,0 0-1 0,0 0-8 16,0 0-15-16,0 0-18 0,0 0-21 0,0 0-13 16,0 0-11-16,0 0-77 0,0 0-204 0,0 0 91 15</inkml:trace>
  <inkml:trace contextRef="#ctx0" brushRef="#br0" timeOffset="-196477.72">16745 3550 7 0,'13'-3'28'16,"1"1"0"-16,5-4-7 0,13 1-3 0,18-2 5 15,2-5-5-15,6 2-1 0,7 0-4 0,21-7 13 16,-23 5-6-16,0 2-5 0,2-1 1 0,-2-1 1 15,-6 2-6-15,1 2-2 0,-6-2-3 16,-1 2 2-16,-15 2 3 0,0 2-8 0,-3-1 5 16,-2 1-3-16,-2-1 2 0,-2 1-1 0,-8 3-6 0,-2-1 5 15,-2 1-4-15,-3 1 8 0,-2 0-8 0,0-2 5 16,-4 2-4-16,-6 0 1 0,12 0 14 0,-12 0-22 16,0 0 8-16,11-2-4 0,-11 2 1 0,0 0-2 15,8 2 5-15,-8-2-1 0,0 0-2 0,0 0 1 16,0 0 6-16,0 0-7 0,0 0-2 0,9 0 2 15,-9 0-1-15,0 0 2 0,0 0-2 16,0 0-1-16,0 0 4 0,0 0 2 0,0 0-6 16,0 0 4-16,0 0-4 0,3 5-1 0,-3-5-3 0,0 0-14 15,0 0-6-15,2 6-31 0,-2-6-60 0,3 8 26 16</inkml:trace>
  <inkml:trace contextRef="#ctx0" brushRef="#br0" timeOffset="-196039.86">17642 3159 26 0,'-6'-4'35'0,"6"4"-8"16,0 0-6-16,0 0-3 0,0 0-3 0,0 0 0 16,0 0-3-16,0 0 4 0,0 0-7 0,0 0-1 15,0 0 1-15,0 0-4 0,0 0 1 0,16 13-1 16,-16-13 9-16,12 5 1 0,-7-3 5 0,5 1 5 15,0-2 1-15,8 2-3 0,4 0-1 0,-1 0 10 16,7 1-3-16,1-1-1 0,-1 0-4 16,0-3 3-16,0 4-11 0,-1 0 1 0,-10 0-3 15,3 0 7-15,-2 1-13 0,-3 1 0 0,-1-1 2 16,-3 1-4-16,0 1-2 0,-1 2 5 0,-2 1 1 0,-2 0-2 16,0 7-2-16,-5 1 0 0,-4 8 3 0,-6 4 2 15,-6-1-5-15,-9 12 2 0,-6 0 9 0,0 0-51 16,-7 3-27-16,-2-1-42 0,0 1-109 15,1-1 49-15</inkml:trace>
  <inkml:trace contextRef="#ctx0" brushRef="#br0" timeOffset="-195512.82">17977 3907 36 0,'139'-16'20'16,"0"0"-24"-16,1-2-5 0,-1 8-10 0,-9-6 5 16</inkml:trace>
  <inkml:trace contextRef="#ctx0" brushRef="#br0" timeOffset="-170477.73">13385 13998 8 0,'0'0'79'0,"0"0"0"0,0 0-9 15,-5-6-2-15,5 6-9 0,0 0 5 16,0 0-9-16,0 0-5 0,0 0-8 0,0 0 3 0,0 0-3 16,0 0-9-16,0 0-11 0,0 0 0 0,0 0-3 15,0 0 3-15,0 0-2 0,0 0-3 0,0 0 3 16,0 0-10-16,0 0 9 0,0 0-2 0,0 0-4 16,0 0-1-16,0 0-5 0,0 0 13 15,0 0-1-15,0 0-1 0,0 0-3 0,0 0 2 0,0 0-4 16,0 0-5-16,-9-2 7 0,9 2-13 0,0 0 4 15,-15 4 6-15,15-4-4 0,-18 1 1 16,9 0-3-16,-1 1 2 0,-1-1 1 0,0 2 3 16,-1 0 6-16,2 0-4 0,-1 0-6 0,1-3 7 15,3 4 2-15,7-4 17 0,-13 3-16 0,13-3 4 0,-11 0-2 16,11 0-2-16,0 0-5 0,-9 0 3 0,9 0-11 16,0 0 6-16,0 0-5 0,0 0-1 0,0 0-2 15,0 0 1-15,0 0 0 0,0 0 2 0,23-7-1 16,-6 0 4-16,12-2-6 0,1-2-6 15,3-1 6-15,1 0 10 0,3 1-2 0,0 1-7 0,-1 1-4 16,-2-3-7-16,-1 3-6 0,-1 2-15 0,-5 1-10 16,-6 1-5-16,6-1-10 0,-8 2-21 0,0 0-6 15,-2-1-20-15,-3 2-64 0,-1 3-175 0,-3-3 77 16</inkml:trace>
  <inkml:trace contextRef="#ctx0" brushRef="#br0" timeOffset="-169998.1">13472 13898 83 0,'0'0'89'0,"0"0"-10"15,0 0 5-15,0 0-14 0,-5 7-5 0,3 5 4 16,0 3-5-16,4 2-4 0,-4 7 6 0,4 4-1 15,1 2-2-15,-1 0-9 0,0 0-2 16,3 0-7-16,-1-1-6 0,-1 0-5 0,3-3 0 0,-1 1 1 16,3-2-3-16,-3-6-4 0,-2 0-5 0,5-1-5 15,-3 0 0-15,1 0-1 0,0-3 6 0,-2-3-15 16,0 1 4-16,1-3-1 0,-3 0 0 16,2-1 2-16,-2-2-3 0,0 0-5 0,-2-7 1 0,1 9 4 15,-1-3-1-15,0-6-3 0,0 9 7 16,0-9-9-16,-9 7 4 0,5-4-7 0,-3 0 2 0,-5-1-12 15,1 0 3-15,-3 0 4 0,1-1-3 0,0 0 2 16,-5 1-6-16,7-2 6 0,-3 0 3 0,5 0 2 16,-5 2 1-16,1-2 7 0,4 0 6 15,0 0 5-15,9 0 3 0,-13 3-3 0,13-3 2 16,-7-2-1-16,7 2-5 0,0 0-2 0,-8 3-1 0,8-3-2 16,0 0-5-16,0 0-2 0,0 0 2 0,0 0 6 15,0 0-12-15,0 0-1 0,40-9-2 0,-21 4 7 16,8-3-4-16,5-1-2 0,1-1-3 0,0 0-16 15,3 1-6-15,-3-1-22 0,-1 0-25 16,1 0-15-16,-2 1-8 0,-1 2-9 0,-3-3-4 0,0 2 4 16,-1-2-56-16,-8 3-175 0,1 0 78 0</inkml:trace>
  <inkml:trace contextRef="#ctx0" brushRef="#br0" timeOffset="-169466.08">13917 14291 237 0,'2'-9'-20'0,"-2"9"10"0,-2-12 17 0,2 12 4 0,-4-8-3 15,4 8 6-15,-3-11 12 0,3 11 11 16,-2-6 7-16,2 6 4 0,-5-8-3 0,5 8-5 0,0 0-5 15,0 0-3-15,0 0-9 0,0-10-1 0,0 10-3 16,0 0 10-16,0 0 4 0,0 0 13 0,0 0-9 16,16 18 7-16,-13-13-7 0,1 2 3 15,0 0 5-15,-2-2-3 0,1 2 0 0,-1-1-7 16,-2-6-3-16,1 8 5 0,-1-8 6 0,2 6 17 0,-2-6 10 16,0 0 12-16,0 0 1 0,0 0-8 0,-8 8-10 15,8-8-8-15,-10-2 0 0,10 2-3 0,-12-4-11 16,5 0-3-16,0 0-3 0,1 0-3 0,-1-3-6 15,1-2-4-15,1 1 0 0,0-1-8 16,1 0 2-16,0-1-7 0,3-3 0 0,2-3-8 16,1 0-5-16,4 2 3 0,2-2-6 0,3 4 4 0,0-2-6 15,3 4 0-15,1 3-1 0,1 2 1 0,2 2 4 16,0 4 6-16,2 2-14 0,-2 2 5 0,0 3 0 16,-1 1 1-16,0 2-1 0,7 3 3 15,-11-1-3-15,1 0 6 0,-2 0-2 0,-1 3 5 16,-5-1-7-16,2 0-1 0,-6-2 4 0,0-1 1 15,-2 1 1-15,-2-1-1 0,1-1 1 0,-2 2 4 0,-3-8-5 16,4 4 0-16,-1-2 7 0,3-7-2 16,-6 5-5-16,6-5-9 0,0 0-2 0,-8 0 10 15,8 0-19-15,0 0-3 0,-7-18-1 0,7 8-9 16,4-8 3-16,0-1 1 0,1-9 1 0,3 3-7 16,5-3 3-16,-3-3 4 0,5 7-5 0,-2-1 7 15,-1 8 7-15,-2 2-5 0,3 2 6 0,-2 1 0 0,1 5-1 16,-1 2-1-16,0 2 6 0,2 0-3 15,-1 3 0-15,2 4 7 0,-3 2-1 0,5 2 4 16,-3 3 7-16,-1 0-8 0,1 4 0 0,-3-2 4 16,-1 4-6-16,-1 0 1 0,0 0 10 0,-3-2-5 15,-1 3-3-15,-1-1-26 0,0 0-27 0,1-1-29 16,-4 1-111-16,0 0-215 0,0-5 95 0</inkml:trace>
  <inkml:trace contextRef="#ctx0" brushRef="#br0" timeOffset="-168417.94">14662 14018 41 0,'0'0'177'16,"-20"-3"-11"-16,9 5-16 0,1 3-8 0,-5 4-11 15,0 3-16-15,-1 1-13 0,-2 8-7 0,4-6-4 16,4 2-12-16,1 0-17 0,1-2-8 0,6-2-7 15,2-1 4-15,2 1-8 0,4-2-4 0,-2 1-5 16,4-3 0-16,2-1-5 0,4-2-2 0,-2 0-3 16,2-2 0-16,-1-3-4 0,1-1-1 0,4-2-2 15,-7-1-3-15,3 1 1 0,-1-3 2 0,3-4-10 16,-7 1-1-16,0-1 1 0,2 1 3 0,-6 0 6 16,-1-1 0-16,-2 0-3 0,-1-2-8 0,-2 2-3 15,1-1 1-15,0 10 1 0,-4-14 6 0,2 9 6 16,2 5-5-16,-2-10-5 0,2 10-1 0,-3-6-5 15,3 6 1-15,0 0-1 0,0 0-1 16,0 0 1-16,-9 18 2 0,9-7-3 0,0 1 0 0,2 0 1 16,3 3-2-16,-1-3-1 0,3 3 5 0,-1-4-4 15,5 3 2-15,-3-4-1 0,5-2-1 0,3 2 1 16,0-6 7-16,2 0-8 0,3-2 2 0,6-4 1 16,0-3-1-16,3-1-2 0,-5-4-4 0,2 1 7 15,-2-1-12-15,0-4 6 0,-1-2-3 16,-1 0 9-16,-1-1 0 0,-8 5 0 0,2-2 7 0,-4 0-7 15,-3 1 1-15,-3 3-2 0,0-2 4 0,-3-1-1 16,0 4 2-16,-3 0 4 0,0 9 6 0,-1-19-1 16,1 19-9-16,-7-10 11 0,7 10-3 0,-6-6 1 15,6 6-1-15,-14 0 0 0,14 0 2 16,-21 7-8-16,10 1 2 0,3 0-2 0,-1 1-4 0,-1 1-3 16,1 1 4-16,4 2-1 0,2-4-2 0,1 3-2 15,2-3 0-15,1 1 3 0,0-4 1 0,3 2-4 16,4 1-1-16,-3-4-4 0,-5-5-9 0,16 5-1 15,-5-2 0-15,-11-3-3 0,23-1-1 16,-13-1 5-16,3-1 1 0,-2-4-3 0,-3 3 2 16,2-1 6-16,-1 0 1 0,-4 0 2 0,-5 5 7 15,9-7 2-15,-5 1 14 0,-4 6 11 0,0 0 0 16,10-9-4-16,-10 9 4 0,0 0-9 0,5-5-4 0,-5 5-8 16,0 0 2-16,0 0-6 0,0 0 4 0,11 20 4 15,-9-4 4-15,4 3 5 0,1 4-5 0,-1 6 4 16,2 1-5-16,-3 5 0 0,1-2 3 15,1 2-3-15,-1 0 2 0,3 14-4 0,-5-1 0 16,5 3 4-16,-7-1 3 0,4 0 3 0,-4-1-6 0,1-1-3 16,-3 1 0-16,1 2 1 0,-2-1-2 0,-3-2-2 15,-4-2 1-15,-2 0-4 0,2-12 0 16,-2 12-1-16,1-13 2 0,-3 0-2 0,1-4-2 16,-3-1-3-16,3-4 3 0,0-8-5 0,-1-4-2 15,4-1 0-15,-1-6 0 0,-1-1-5 0,2-3-6 16,-2-2-3-16,-3-2-3 0,5-6-2 0,1-5 4 0,-2-4-3 15,4-5 5-15,2-3 1 0,2-3-6 0,6-3 2 16,-1-3 2-16,7 2 1 0,2-17-8 16,11 3 5-16,-2 0 2 0,4 2 1 0,-2 0 1 15,5 1 6-15,3-2-3 0,0-1-1 0,1 5 1 16,-2 2 0-16,2-1 5 0,-3 5-4 0,0-1 4 0,-7 9-3 16,9-9-1-16,-10 10 7 0,1-2-8 0,-5-1 2 15,1-2 2-15,-1 2-2 0,-4-2 3 0,0 1 6 16,-5 0-2-16,-3 5-3 0,1-1 1 15,-6 8 4-15,-1-1-2 0,-1 4 0 0,-2 3 5 16,1 2 12-16,-1 3 1 0,-3-1-7 0,-1 5-2 16,0 1 1-16,-3 3 1 0,-3 3 5 0,-4 4 8 0,-2 5 6 15,-2 5 1-15,-1 6-1 0,0 0-3 0,5 1-2 16,3 2-2-16,4 0-2 0,2-2-2 16,8-5-1-16,3-2-2 0,6 1-11 0,6-5-21 15,9 4-28-15,4-4-35 0,8-7-39 0,5-3-34 16,10 0-164-16,-11-6-344 0,17-4 152 0</inkml:trace>
  <inkml:trace contextRef="#ctx0" brushRef="#br0" timeOffset="-167658.75">16537 14521 106 0,'-3'-8'183'0,"0"-1"-9"0,2-2-18 0,1-1-10 16,1-4-12-16,2-2-13 0,2-7-14 0,3 1-3 16,1-2-12-16,0-2-2 0,1 1-14 0,3-4-3 15,-1 4-8-15,0-2-5 0,-1 0-5 0,0 3-4 16,-4 1-8-16,0 5 0 0,-3 2-8 0,-2 1 2 16,1 5-5-16,-2 1 8 0,-1 1 2 0,1 3 1 15,-1 7-1-15,-1-11 1 0,1 11-15 0,-1-7 1 16,1 7-7-16,0 0-2 0,0 0-1 0,0 0-7 15,-21 18-1-15,11-1-1 0,-4 5-2 0,2 5 0 16,2 1-3-16,1-1-2 0,3-1 2 0,2-1-1 16,2-5-4-16,2-3 3 0,1-1 2 0,1-4-5 15,4 4 0-15,-1-6-1 0,2 0 1 0,0 1 3 16,3-5-3-16,1-1 2 0,2-1 2 0,4-1 2 16,-1-4-7-16,3 1 4 0,0-5-3 0,-2-2-3 15,0 0 0-15,1-3-3 0,-2 0 3 0,-1-3-4 16,-3 1 1-16,2-1 0 0,-3 0 1 0,-4-3 3 15,1 2-3-15,-2 0 1 0,1-3 1 0,-3 5-3 16,-2 2-2-16,-1 3 7 0,2 1-8 0,-3 6 1 16,4-10-4-16,-4 10 0 0,1-5 0 0,-1 5 7 15,0 0-5-15,0 0 1 0,6 17 3 0,-3-7-2 16,0 1 7-16,-2 1 1 0,1 0-2 0,0 0 3 16,0 0-1-16,1-2 2 0,-4 1-5 0,2-1 5 15,0-3-5-15,-1-7-2 0,1 9 7 0,-1-9-1 16,2 8 2-16,-2-8 4 0,0 0-2 0,5 5-4 15,-5-5 5-15,0 0 0 0,0 0 2 0,19-19-4 16,-13 10 0-16,7-3 2 0,-1-1-2 0,2 1-2 16,-2 1-5-16,5 0-3 0,-4 1 4 0,3 2-3 15,-4 4 4-15,-1 1 0 0,3 2-6 0,-2 2 3 16,3 2-1-16,-2 0 5 0,-1 3-6 0,0 1 4 16,1 4 1-16,0 1 1 0,-3 2-3 0,-2 0-9 15,3 0-18-15,-4 1-13 0,-2 0-25 0,-1 0-24 16,-2 1-26-16,-2 0-25 0,-1 0-21 0,-2 0-99 15,-2-6-285-15,-1-2 127 0</inkml:trace>
  <inkml:trace contextRef="#ctx0" brushRef="#br0" timeOffset="-167474.31">16611 13944 115 0,'0'0'104'16,"0"0"-24"-16,0 0-7 0,0 0-21 0,0 0-30 15,24 11-21-15,-6-6-29 0,2 3-43 0,7 3-74 16,4-5 32-16</inkml:trace>
  <inkml:trace contextRef="#ctx0" brushRef="#br0" timeOffset="-167232.55">17401 13816 2 0,'-2'-11'167'0,"1"1"-7"0,-2 1-18 0,-1-1-2 15,2 2 9-15,-1 2 4 0,3 6-10 0,-3-11-14 0,3 11-17 16,-2-7-16-16,2 7-8 0,0 0-10 0,0 0-2 16,0 0-2-16,12 25-2 0,-4-2 3 15,-1 6-5-15,0 0-9 0,-1 4-3 0,2 14-6 16,-5-15-1-16,3 2-6 0,-1 1-3 0,0-2-6 0,-3 1-2 15,3-1-3-15,-2 0-2 0,1-2-7 0,0-2 4 16,0 1-2-16,-2-2-16 0,-1-3-9 0,4 0-29 16,-3-6-34-16,-1-1-39 0,-1 1-27 0,0-4-30 15,-1-3-167-15,-4 0-353 0,1-5 157 0</inkml:trace>
  <inkml:trace contextRef="#ctx0" brushRef="#br0" timeOffset="-167067.41">17233 14027 57 0,'3'-9'125'0,"3"0"-12"0,7-2-12 16,5-1-18-16,6 1-1 0,3 1-2 0,1 0-14 16,3 3-42-16,3 3-35 0,-2 4-37 0,0 4-64 0,-3 2-122 15,-2 3 54-15</inkml:trace>
  <inkml:trace contextRef="#ctx0" brushRef="#br0" timeOffset="-166773.22">17620 14351 104 0,'-3'3'156'0,"0"3"-2"0,3-6 0 0,0 0-7 16,-3 9-12-16,3-9-15 0,0 0-10 0,0 0-8 15,0 0-9-15,37-19-10 0,-14 5-3 0,3-4-8 16,0 2-9-16,1-6-6 0,-2 1-7 0,-2 1-7 15,2-1-1-15,-4-5-8 0,-1 3-9 0,0 1-5 16,-6-2-2-16,-5 8-6 0,-3 0 2 0,-2 4-5 16,-4 1-3-16,-2 2-2 0,0 3 3 0,2 6-7 15,-13-9-3-15,7 6 5 0,-6 2-2 0,-6 4 6 16,6 0-6-16,-1 2 1 0,-3 3 7 0,0 5 0 16,2-2 0-16,-3 4-2 0,4 1-3 0,3 0 4 15,5 1 1-15,0-2-3 0,5-2-2 0,1-2-7 16,2 1-12-16,1 1-26 0,5-3-26 0,1-2-27 15,4 2-27-15,4-4-16 0,2-1-111 0,-2-1-269 16,5-1 119-16</inkml:trace>
  <inkml:trace contextRef="#ctx0" brushRef="#br0" timeOffset="-166455.83">18152 14183 114 0,'0'0'153'16,"4"6"7"-16,-4-6-5 0,0 9-14 0,0-9-6 15,0 7-9-15,0-7-15 0,1 7 6 0,-1-7 0 16,0 0-9-16,-1 11-7 0,1-11-7 0,0 0-3 16,0 7 7-16,0-7 4 0,0 0 6 0,0 0-8 15,0 0-8-15,0 0-7 0,0 0-7 0,0 0-10 16,0 0-8-16,0 0-6 0,-13-23-6 0,13 14-8 16,3-3-4-16,-1 1-4 0,7-7-8 0,0 0-6 15,4-6-7-15,3 0-6 0,2-1-5 0,3 3-3 16,2 0-3-16,-3 5-2 0,3 2 2 0,-5 4-5 15,-1 3 5-15,1 0-1 0,-5 7 0 0,-1 1-1 16,-2 3 2-16,-1 4 0 0,1 0 0 0,-2 4 2 16,-3 1 3-16,-2 4-2 0,-2 3 0 0,-1-1 1 15,-1 6-1-15,-2-5 3 0,1 1-7 0,-3-2-35 16,2 0-51-16,3 0-61 0,-1-2-74 0,2-3-133 16,0-5-390-16,5-1 173 0</inkml:trace>
  <inkml:trace contextRef="#ctx0" brushRef="#br0" timeOffset="-165851.9">18621 14270 92 0,'0'0'155'0,"1"-17"-20"16,3 5-11-16,1-5-11 0,4-6-3 0,6-3-6 0,1 1-3 15,3-2-15-15,1-2-6 0,7-10-6 16,-6 9-7-16,0 1-10 0,9-10-1 0,-13 8-7 16,2 0-3-16,-3-1-6 0,-2 5 1 0,-3 2-1 15,-5 6-3-15,-1 2 6 0,-4 5 10 0,1 2-2 16,-5 2-9-16,3 8 2 0,-11-8-11 0,0 8-3 0,-8 4-6 15,1 6-1-15,-10 7 0 0,0 2 0 16,2 5-7-16,2 1-1 0,0 1-2 0,5-2-6 16,6 2 3-16,4-4-1 0,6-2-4 0,5-2-3 15,0 0 4-15,5-3-2 0,4 1 1 0,5-3 0 0,7 3-2 16,2-3-13-16,3 1-3 0,2-4 3 16,3 1 1-16,-3-2 2 0,2-1-2 0,-2 0-2 15,-3-1 4-15,-8 2-3 0,0 0 5 0,-5-3-2 16,-3 0 2-16,-3 0-1 0,-4 0 3 0,-3 1 4 15,-1 2-3-15,-5-1 1 0,-4 1-1 0,-6 2 3 16,-3-1-4-16,-8 3-6 0,-3-1-13 0,0 1-8 16,1-4-23-16,-1 0-3 0,3-2-24 0,8-2-13 0,5-3-14 15,1 0-31-15,2-2-94 0,5 0-251 16,5 0 111-16</inkml:trace>
  <inkml:trace contextRef="#ctx0" brushRef="#br0" timeOffset="-165668.72">19176 13921 158 0,'0'0'153'0,"3"-6"-17"0,-3 6-15 15,0 0-16-15,7-3 2 0,-7 3-21 0,0 0 10 16,5 13-9-16,-1-4-1 0,-3 1-4 0,0 8-13 16,-1-1-10-16,0 2-2 0,-1 0-4 0,1 0-22 0,-1-1-26 15,1 0-34-15,0 0-26 0,0 0-21 16,1-3-25-16,0 1-104 0,-1-5-223 0,2 1 99 15</inkml:trace>
  <inkml:trace contextRef="#ctx0" brushRef="#br0" timeOffset="-165235.62">19617 13566 42 0,'-6'-2'150'15,"-4"-4"-9"-15,1 2-4 0,-1 2-8 0,1 0 4 16,-2-1-15-16,3 3-2 0,8 0-24 0,-10 0-7 16,10 0-15-16,-9 7 1 0,5 5-4 0,1 4-8 15,3 3 1-15,0 9-3 0,-1 5-10 0,2 13 0 16,1 1 0-16,-1-1-5 0,2 0-3 0,-2 0-2 16,1 1-2-16,1-1 1 0,1-10 0 15,1 10-6-15,-3-13-1 0,1 1 1 0,0 1-7 16,-3-1 3-16,0-2-6 0,-3 0 3 0,0 1-4 0,1-2-3 15,-3-1 0-15,-2 0-3 0,2-3 0 0,3-2-4 16,0-6-17-16,0-3-19 0,-2 2-21 16,4-7-24-16,-1-1-13 0,-2-2-34 0,3-8-25 15,-2 10-133-15,2-10-298 0,0 0 132 0</inkml:trace>
  <inkml:trace contextRef="#ctx0" brushRef="#br0" timeOffset="-164946.28">19406 14072 82 0,'27'-8'89'0,"4"2"-13"16,3 1-3-16,2-2-3 0,1-2-10 0,2 0 2 0,-2 1-12 16,0-1 4-16,-3 2-10 0,-5-1-7 0,-1-1-2 15,-9 4-4-15,-2 2-9 0,-4 0 22 0,-3 0 13 16,-2 1 8-16,-2-2 3 0,1 3 5 15,-7 1 4-15,10-4-5 0,-10 4-5 0,0 0-13 16,10 0-4-16,-10 0-7 0,0 0-3 0,6 4-9 16,-6-4 1-16,-2 15-7 0,0-6 2 0,1 5-1 0,0 2 3 15,-2 1-11-15,1 1-8 0,0 0 7 0,1 0-13 16,0-1-17-16,2-2-19 0,2-1-22 16,-2-1-24-16,2-3-36 0,-1 2-124 0,-1-2-256 15,3-2 113-15</inkml:trace>
  <inkml:trace contextRef="#ctx0" brushRef="#br0" timeOffset="-163873.06">20184 14025 140 0,'8'1'160'15,"-8"-1"-5"-15,0 0-10 0,0 0-12 0,0 0-13 16,7-8-9-16,-4 1-18 0,-1 0-3 0,2-1-7 15,1-3-10-15,3 1-7 0,-3-5-3 0,3-2-9 16,0 4-5-16,-3-3-5 0,1 4-4 0,-2 0-1 16,-3-2-13-16,-1 4 7 0,0 10-9 0,-4-16 2 15,4 16-4-15,-12-11-1 0,5 8-2 0,-3 0 0 16,-2 1-1-16,0 7-2 0,-5 0-4 0,2 1-7 16,-2 2 10-16,3 3-6 0,0 0 2 0,2 2-6 15,3 1-1-15,2 0 1 0,-1 2-2 0,2 3 0 16,3-1-2-16,1-2 2 0,3 2 6 0,1 1-1 15,2 0 4-15,2-3 0 0,1 1 1 0,1-3-4 16,2 0-1-16,-1-4 7 0,6-1-1 0,2-2 3 16,3-3 2-16,1-1 1 0,7-3 2 0,-6-1 1 15,-1-1-6-15,7-4-2 0,-1-1 6 0,0 0-1 16,-1-5-6-16,-2 2 1 0,2-3-4 0,-2 0 3 16,0-2-5-16,0-2 5 0,-2 1-5 0,-1-4-1 15,-2-1 3-15,-3 1-2 0,0-5-3 0,-1 4 0 16,-5-2-8-16,-2 4-1 0,-2-7-8 0,-2 6-6 15,-3-1 9-15,-2 3 1 0,-1 0-2 0,-2 2 6 16,-3 5-4-16,-4-3-3 0,1 6-2 0,-1-1 3 16,-3 2 2-16,1 4 2 0,-3-4 1 0,-1 3-5 15,5 2 4-15,-1 2 3 0,3 0-3 0,10 0-2 16,-13 0-3-16,13 0 4 0,-8 4-3 0,4-1 8 16,4-3-6-16,0 0 6 0,3 11 1 0,-3-11 2 15,15 8-2-15,-2-6 0 0,6 0 2 0,2 1-1 16,0-1-2-16,0-1 2 0,0 0 1 0,0 0 1 15,-2 1-2-15,-1 0-1 0,-6 1-3 0,0 1-2 16,-2 1 4-16,0 0-1 0,0 1-2 0,-4 2 11 16,0 3-5-16,0 1 7 0,-4 0 5 0,2 3 4 15,-3 2-2-15,-1 1 0 0,3-1-1 0,-7 0-2 16,4 1 3-16,0-1-10 0,-1 1 4 0,1-2-3 16,2 0 1-16,1-5 4 0,-1 1-6 0,5 4 0 15,-3-6-6-15,1-3 8 0,1 2-2 0,2-2 0 16,1-4 0-16,1 1 1 0,3-1 1 0,-2-1-4 15,2-2 4-15,5-3-5 0,-2-1 3 0,-3 1-1 16,6-5-1-16,-2-2 4 0,0 0-4 0,-1-3 3 16,6-3-6-16,-5-4 4 0,2 1-3 0,-1-3 7 15,-4 0-9-15,-3-2 5 0,2 2-4 0,-5-1-2 16,-2 5 3-16,0 0 2 0,-3-1-1 0,-1 3 1 16,0 1-3-16,-4 2 0 0,1-4-1 0,0 7-3 15,-2 0 6-15,1 3 6 0,2 7 2 0,-3-12-2 16,3 12-4-16,-3-6 0 0,3 6-7 0,0 0 3 15,0 0-3-15,0 0-4 0,0 0 4 0,-11 19 0 16,9-6 2-16,2-2 0 0,-2 6-1 0,2 0 1 16,3 1 1-16,0 0-2 0,-1-2 1 0,1 2 1 15,2-1-2-15,0-3 2 0,1 1 0 0,2 1 1 16,-3-2-3-16,3 1-1 0,-2-5 1 0,-1 2 1 16,0-1 0-16,2 0 2 0,-3 0-7 0,-1-1 5 15,0 0-2-15,1 0 3 0,-2-1 0 0,-2-2-1 16,-1 3 0-16,1-3 1 0,0-7 1 0,-5 15 0 15,2-9 0-15,0 2-6 0,-3 0-11 0,0-1-27 16,0-1-30-16,-3 1-41 0,-1 0-42 0,-1-2-38 16,-1 2-128-16,1-5-346 0,1 0 153 0</inkml:trace>
  <inkml:trace contextRef="#ctx0" brushRef="#br0" timeOffset="-163713.84">21519 13987 1458 0,'38'-5'75'0,"-8"2"-54"0,-8 1-18 15,-4 2 8-15,-4 2-5 0,-3 0 13 0,0-1 11 16,-4 2 6-16,0 2 11 0,-3 0 14 0,-2 2-2 16,-2 2-5-16,-2 2-3 0,-6 4-8 0,-6 6 1 15,-2 0-21-15,-3-2-35 0,-4 1-37 0,0 1-42 16,-2-1-60-16,-9-3-139 0,2 1-314 0,-1-5 139 16</inkml:trace>
  <inkml:trace contextRef="#ctx0" brushRef="#br0" timeOffset="-162423.02">13859 15766 42 0,'-5'-6'157'0,"1"0"-2"0,4 6-17 16,-5-7-8-16,5 7-21 0,-5-6-11 0,5 6-15 15,0 0-4-15,0 0-4 0,-6 28 3 0,6-3-6 16,0 3-4-16,-2 6 2 0,1 1-8 0,-1 14-3 16,0 0-2-16,0 0-1 0,-2 2-9 15,1-2-5-15,3-15-2 0,-2 1-3 0,2 1-8 16,0-3-27-16,0-1-1 0,0 0 4 0,0-3 3 0,0 0 0 16,-2-2-13-16,2 0-22 0,2-7-20 0,-2-2-25 15,-5 0-25-15,5 0-13 0,-2-4-25 0,2 2-84 16,-2-4-238-16,-1-3 105 0</inkml:trace>
  <inkml:trace contextRef="#ctx0" brushRef="#br0" timeOffset="-162164.15">13775 15824 14 0,'10'-20'97'0,"-4"13"4"0,5-6-17 16,6 2 0-16,0 4-4 0,4 0-10 0,-1 4-6 16,0 3-7-16,0 3-5 0,0 5 1 0,-6 5-3 15,4 1-6-15,-9 3-5 0,2 6 3 0,-5 4-11 16,-6 2-3-16,-2 1-25 0,-4 1 16 0,-3 2 6 16,-5-2 0-16,1-1-6 0,-6 1-2 0,2-2-1 15,-2-4-3-15,0-1-6 0,1-2-22 0,-1-3-27 16,6-5-20-16,4-1-30 0,-2-3-63 0,2-3-165 15,2-3 73-15</inkml:trace>
  <inkml:trace contextRef="#ctx0" brushRef="#br0" timeOffset="-161519.39">14342 15536 65 0,'0'0'120'0,"0"0"6"0,2 28-7 16,-4-3-13-16,2 4-1 0,-2 6-16 16,4 11 2-16,-2 0-6 0,2-10-6 0,0 10-9 0,3-1-5 15,-1-9-5-15,0-5-10 0,0 0-2 0,-1 1-3 16,4-3-1-16,-2-1-4 0,1-1-9 0,-2-8-9 16,-1-2 2-16,-1-1 0 0,0-3-9 15,-2-2 2-15,5-2 1 0,-5-9-2 0,2 15-2 16,-2-11 6-16,0-4-6 0,0 0 2 0,0 0-1 15,0 0-3-15,0 0-3 0,0 0-11 0,0 0 4 16,0 0-3-16,5-40 3 0,4 14-8 0,-3 0 4 16,4-2-5-16,0 3-2 0,3 1 4 0,2 1-2 15,2 2-2-15,-3 6 1 0,-1 3 3 0,2 0-2 16,-5 6-5-16,4 1-1 0,-5 3 12 0,4-1-9 16,1 2 8-16,-3 2-4 0,1 2 0 0,1 0 9 15,-2 3-7-15,5-1-2 0,-4 0 3 0,1 0 1 16,4 2 8-16,-6-2-6 0,1-1-3 0,1 1 1 15,6-2 7-15,-6-1-8 0,0 0 6 0,-2 0-3 16,5-5 7-16,-3 0-7 0,4 0 1 0,-4-2 2 16,1-4 6-16,1 1-9 0,-2-2 2 0,-2 1 0 15,-3 1 1-15,0-1 2 0,-2 0-4 0,0 0 0 16,-1 3-1-16,-1-1 4 0,-2 2-3 0,-2 5 9 16,4-9-3-16,-4 9-1 0,0 0-3 0,3-6 4 15,-3 6-3-15,0 0-2 0,0 0-3 0,0 0 2 16,0 27 2-16,2-16-4 0,-1 1 0 0,1-1 3 15,2-1-2-15,2-1 3 0,-1 3-6 16,2-3 6-16,-1-1 3 0,5-1 3 0,-2-3-7 16,0-1 9-16,-9-3-12 0,30-7 6 0,-12 0 3 15,0-1-7-15,6-6-2 0,-7 1 4 0,-2 3 3 0,-1-4-4 16,-3-1 1-16,-6 4 2 0,-4 1 4 0,1-3-6 16,-4 3-5-16,2 10 3 0,-11-21-5 0,1 14 1 15,-5-1-12-15,-3 3 1 0,-1-1-11 0,-9 5-2 16,8 2-8-16,-7 3-18 0,0 4-21 15,1 1-13-15,1 3-17 0,6-3-21 0,2 3-66 16,-1 0-206-16,5-2 91 0</inkml:trace>
  <inkml:trace contextRef="#ctx0" brushRef="#br0" timeOffset="-161276.15">15206 15489 115 0,'0'0'174'0,"0"-12"-14"0,0 12-16 0,0 0-18 16,0 0-17-16,1-11-9 0,-1 11-7 0,0 0-2 15,16 22-3-15,-6-5-2 0,-1 14 2 0,-6 2-12 16,3 0-8-16,0 0-6 0,4 15-2 0,-4-16-9 16,-1 0-2-16,-1-4-11 0,0 1 2 15,-2-2-4-15,2 1-4 0,1-3-2 0,-1 2-4 0,-2-9-21 16,0 1-17-16,0-1-34 0,1-3-28 0,1 1-30 15,-4-4-42-15,5-1-116 0,-8-3-282 0,3-8 125 16</inkml:trace>
  <inkml:trace contextRef="#ctx0" brushRef="#br0" timeOffset="-160967.66">15372 15709 78 0,'0'0'104'0,"26"3"-9"0,-15 2-2 0,6 1-4 0,-3 1-11 16,4 0-10-16,-3 1-1 0,3-2-8 15,-4 2 1-15,-1-3-7 0,0 0-4 0,1-2-3 16,-1 0 0-16,-1 1-3 0,0-2-2 0,-2-2-6 16,-2 0 8-16,-8 0-4 0,13-2-6 0,-7-2 5 15,0-1 0-15,-2 1 6 0,0-4-7 0,-3-2 5 16,-1-1 5-16,-2 0 2 0,-5 0-4 0,1 0-8 15,-7-1 0-15,-2 1-1 0,-3 3-12 0,-8-1-1 16,-2 4-2-16,-2 5 2 0,-2 2-4 0,-2 3-6 16,4 2-11-16,-4 1-12 0,5 5-9 0,0 1-22 15,3 3-8-15,10-5-30 0,4 3-31 0,6 0-34 16,3 4-80-16,-1-3-243 0,7-6 108 0</inkml:trace>
  <inkml:trace contextRef="#ctx0" brushRef="#br0" timeOffset="-160254.02">16170 15699 33 0,'0'0'119'0,"0"0"-15"15,0 0-3-15,0 0-2 0,0 0-6 16,0 0-5-16,2 24-7 0,1-9-8 0,1 0-6 15,-3 2 1-15,0-6-11 0,-1 2 1 0,0-4-12 16,0-1-5-16,0-8-4 0,0 13 7 0,0-8 15 16,0-5 6-16,0 0 9 0,-1 9 8 0,1-9-4 15,0 0-10-15,-6 3-4 0,6-3-7 0,0 0-4 16,-15-12-6-16,8 4-6 0,2-2-5 0,-3-3-7 16,2 1 0-16,3-1-1 0,-2-4-5 0,1-2-1 15,2 2-4-15,0-2 0 0,4-9-5 0,0 11 2 16,3-4-8-16,2-2 2 0,2 4 4 0,1 5-4 15,1-3-5-15,4 4 2 0,0 4-6 0,0 3 3 16,3 2 3-16,0 4-6 0,0 4-1 0,1 2 0 16,-1 6 0-16,5 3-2 0,-5 4 1 0,-2 0-1 15,1 2 2-15,-5-4 2 0,-3 1-1 0,2-3-1 16,-2 1 5-16,-1-2-2 0,-3 2 1 0,0-7-2 16,-3 0 1-16,-3-1 2 0,0 0 0 0,1-8 2 15,-7 8-1-15,2-5 1 0,5-3-3 0,-13 3 0 16,5-4 4-16,8 1-5 0,-17-10 1 0,12 3 1 15,-4-2-3-15,6-3-1 0,0-3-1 16,0 0-4-16,3-6-9 0,4-5-3 0,1 1 1 16,5 1-1-16,2 1-4 0,0-1 7 0,0 9 0 0,-2-1 2 15,5 5 2-15,-2 0-4 0,2 1 0 16,0 3 2-16,4 4 7 0,-2 1-7 0,0 4 3 0,-5 1 1 16,6 3 3-16,-3-1 1 0,0 7 1 0,0-1 1 15,0 2 1-15,-5 1-5 0,0 1-1 16,3 3 2-16,-4-4 0 0,0 1 4 0,-2 0 2 15,-1 2 5-15,-2-2-22 0,-1 0-23 0,0-2-21 16,-2-1-40-16,2-1-29 0,-1 1-27 0,-2-3-92 16,0-9-269-16,-3 14 120 0</inkml:trace>
  <inkml:trace contextRef="#ctx0" brushRef="#br0" timeOffset="-159447.75">16760 15491 153 0,'0'0'148'0,"-4"-8"-28"16,4 8-18-16,0 0-8 0,0 0-11 0,0 0 9 16,0 0-2-16,0 0-2 0,14 22-11 0,-7-11-7 15,-3 0-3-15,1-1-9 0,5 5 0 0,-2-5-5 16,-2 1-5-16,3-1-9 0,5-1 2 0,-4-2-5 16,2-1-2-16,3-4-6 0,-3 0-1 0,8-3 4 15,-1-2-4-15,2-4-2 0,-2-2 0 0,-1-1-5 16,4-7-4-16,-6 4 2 0,-1 0-4 0,-3-1 0 15,1 0-1-15,-4-1-6 0,-2 1 7 0,1-2 0 16,-3 1-6-16,-2 4 2 0,-3-6 1 0,0 1-4 16,0 16-2-16,1-23 2 0,-1 23 13 0,0-13-1 15,0 13 1-15,0 0-9 0,-3-14-1 16,3 14-9-16,0 0 3 0,0 0-2 0,0 0 4 0,0 0-2 16,0 0-1-16,0 0 1 0,2 47-1 15,-2-33 1-15,0 4 0 0,2 0-5 0,2-1 13 16,0-2-9-16,4 0 1 0,0 0 0 0,-2 1 2 0,3-4-2 15,-3-2 2-15,4-3 1 0,0-2-1 16,7 2 2-16,-4-7-3 0,5 0 4 0,-2-3-1 16,3-2-2-16,7-3 0 0,-8-2 5 0,0 0-5 0,5-6 0 15,-9 1-1-15,1-3 3 0,-3 0-2 16,3-5 1-16,-6 5 2 0,-1-6-5 0,-2 5 2 16,-2-6-1-16,-1 0 2 0,-2-1-5 0,-2 0 7 15,-2 6-7-15,-2-6 1 0,0 2 3 0,-6-1-4 16,3 8 1-16,2-2 3 0,-1 3-3 0,2 5 0 0,-2 1-1 15,5 2 4-15,2 8-5 0,-7-12-2 16,7 12-3-16,-2-8 0 0,2 8-7 0,0 0 4 16,0 0-1-16,0 0 3 0,0 0 3 0,11 55 0 15,-3-32 4-15,-2 7 2 0,2-1-4 0,0-1 0 16,0 1 2-16,2-1-4 0,-3-2 4 0,6-3-4 16,-5-6 5-16,1 1-1 0,1-2 2 0,1-5-1 15,1 1 6-15,3-1-6 0,-3-5-1 0,2-4 1 16,2 2 2-16,3-4-2 0,-1-1 0 0,3-6 0 15,0 2 3-15,6-7-7 0,-10 2 3 0,6-4-1 16,-8 2 2-16,7-7-3 0,-8 5-1 0,1-8-4 16,-5 5-3-16,-2-1 0 0,-3-7-2 0,1 2 5 15,-6 4-4-15,-2-5 3 0,-2-2 4 0,-1 2-1 16,-2 6-3-16,-2 1 3 0,0 0 0 0,1 2 3 16,-1 1-1-16,3 4 15 0,2 3-9 0,0 1 6 15,4 6-5-15,-5-9-6 0,5 9 0 0,0 0 0 16,0 0-1-16,0 0 11 0,0 0 5 15,8 42 0-15,-2-15 4 0,1 3 2 0,3-4-2 0,-3 3-4 16,1 2 4-16,1-2-1 0,-3 2 3 0,-3-4-4 16,3 1 3-16,1-3-6 0,-1 4-2 0,0-2-4 15,2-3 3-15,-3-5-6 0,-3-2-22 0,-1-1-24 16,0-3-34-16,0-2-44 0,2 0-27 0,-3-11-199 16,0 0-374-16,0 18 165 0</inkml:trace>
  <inkml:trace contextRef="#ctx0" brushRef="#br0" timeOffset="-159202.6">17688 15289 16 0,'17'-19'113'0,"-6"12"-12"0,7 0 10 0,1-2-17 15,0 2-3-15,8 0-13 0,-5 0-1 0,-1 3-6 16,0-1-4-16,0 1-8 0,-6 3-11 0,4 0-3 15,-5 1-2-15,-14 0-8 0,24 4 0 0,-12 0 2 16,-3 2 2-16,0 2-6 0,-1 0 12 0,-5 1-14 16,6 7 8-16,-4-2 1 0,-1 4-6 0,-1-1-6 15,-2-2 3-15,0 4-2 0,2-3-3 0,0-1-14 16,-1-3-25-16,1 0-28 0,2-3-25 0,-3 0-23 16,2-1-128-16,-4-8-235 0,0 0 105 0</inkml:trace>
  <inkml:trace contextRef="#ctx0" brushRef="#br0" timeOffset="-159030.83">17850 15001 38 0,'0'0'93'0,"0"0"-31"0,0 0-37 0,0 0-62 15,0 0-39-15,0 0 18 0</inkml:trace>
  <inkml:trace contextRef="#ctx0" brushRef="#br0" timeOffset="-158616.72">18243 14905 16 0,'-1'-6'174'0,"-2"1"-15"0,3 5-12 0,-1-8-16 15,1 8-21-15,0 0-8 0,0 0-7 0,0 0-14 16,0 0 0-16,5 26-2 0,0-1-7 0,-3 7 1 16,2 2-3-16,-1 13-2 0,-1 2-3 0,1-3-8 15,-1 6-5-15,2-8-6 0,0-8-2 16,-1-1-10-16,2 0 3 0,1-3-6 0,-1 0 0 15,3 0-2-15,0-3-6 0,2-2 3 0,-4 4-5 16,2-4-17-16,-4-1-30 0,2-1-21 0,-2-1-42 16,-2-5-20-16,0-4-41 0,-1 2-107 0,-1-6-277 15,0 0 123-15</inkml:trace>
  <inkml:trace contextRef="#ctx0" brushRef="#br0" timeOffset="-158372.78">18349 15165 51 0,'11'-6'117'0,"2"3"-14"0,4 0-11 0,-5 3 0 16,0 3-21-16,3 3-3 0,-2-1-9 0,-5 4-6 15,0 0 5-15,-1 4-5 0,-2 2-11 0,-1 2-5 16,-3 0 2-16,-2 3-10 0,-3-2 3 0,-1 1-9 15,-4 1 2-15,-2 1-5 0,0-5-1 16,0-5-13-16,1 4-21 0,1-6-9 0,0 2-24 16,2-5-20-16,0 1-88 0,0-3-169 0,7-4 75 0</inkml:trace>
  <inkml:trace contextRef="#ctx0" brushRef="#br0" timeOffset="-158152.72">18550 14916 45 0,'0'-14'161'0,"0"14"-20"0,0 0-18 15,0-12-6-15,0 12-17 0,0 0-5 0,0 0 5 0,13 28 5 16,-5-9-10-16,2 10-9 0,3 2-3 0,-3 4-7 16,2 9-7-16,-3-11-8 0,0 1-6 15,-3-2-8-15,3-2-2 0,-1 0-4 0,-2-2-8 16,2-1-9-16,1-2-31 0,-7-9-32 0,2 3-34 15,0-1-35-15,1-3-139 0,-5-2-265 0,1-1 118 16</inkml:trace>
  <inkml:trace contextRef="#ctx0" brushRef="#br0" timeOffset="-157955.72">18767 15108 78 0,'7'-4'133'16,"-7"4"0"-16,0 0 1 0,14 19-12 0,-6-5-8 16,0 3-14-16,-3 0-6 0,1 2-17 0,1 6 1 15,-2 0-13-15,-1-7-2 0,2 9-32 0,-4-8-32 16,2 1-36-16,-1-3-34 0,-2 0-40 0,-2-5-56 16,0-1-182-16,1-11 81 0</inkml:trace>
  <inkml:trace contextRef="#ctx0" brushRef="#br0" timeOffset="-157795.83">18707 14850 61 0,'0'0'42'0,"0"0"-30"0,3 38-32 16,2-24-21-16,5 2 10 0</inkml:trace>
  <inkml:trace contextRef="#ctx0" brushRef="#br0" timeOffset="-156753.91">19070 15145 56 0,'0'0'150'0,"5"0"2"16,-5 0-1-16,0 0-9 0,0 0-2 0,0 0-8 15,10-8-14-15,-6 1-14 0,0 0-8 0,1-1-8 16,0 0-10-16,-1-4-10 0,-2 2-2 0,2-2-3 16,0 2-7-16,-4-2-7 0,0-1-7 0,-1 4-6 15,-2-4-1-15,-2 2-4 0,0 1-4 0,2 5-3 16,-2-5-6-16,1 5-1 0,-1-1 1 0,-1 3-6 16,6 3-2-16,-12-4 3 0,6 3-6 15,6 1-1-15,-10 5-1 0,2-1 3 0,2 5-8 16,-2 1 4-16,3 0-4 0,0 4 7 0,0-4-8 0,2 7 0 15,1-4-2-15,0 1 4 0,2-1 1 0,2-2-2 16,-1 1 3-16,1 0-2 0,3-2 2 0,0-1-5 16,2-2 3-16,1 4 1 0,3-3-1 0,-2-2-2 15,4 0 4-15,5-2 2 0,-3-1-13 0,4-1 14 16,0-1 2-16,1-2 1 0,0-1-4 0,-1-2 0 16,2-1-1-16,0-3-1 0,1 3 2 0,-4-2 2 15,1-2-2-15,5-1 0 0,-9 2 1 0,2 1 1 16,-1-1-7-16,0-2 6 0,-2 1 4 0,-5 0-6 15,2-1 3-15,-4-1-4 0,0 2 5 16,-3-5-2-16,-2 0-9 0,-2 3 8 0,0-7-5 16,-2 2-4-16,-2-1 0 0,-1 0 1 0,-2 3 6 15,-2-3-5-15,-1 1 1 0,2 3-2 0,2 2 1 16,-3 1 1-16,3-1 1 0,0 4-2 0,1-1-3 16,5 8 1-16,-12-9 0 0,5 6 2 0,7 3-4 15,-11-6 2-15,11 6 0 0,-13-1-2 0,7 1-2 0,6 0 6 16,-12 4-4-16,7-1-5 0,5-3 5 0,-9 5 0 15,9-5 6-15,-5 7-6 0,5-7 2 16,-3 7-1-16,3-7 4 0,-1 7-2 0,1-7 4 16,0 0-1-16,8 8-1 0,-8-8 4 0,0 0-8 15,16 4 7-15,-16-4-3 0,21-4 2 0,-10 1 2 16,0 1-1-16,1-2 1 0,0 0-5 0,-2 2 5 16,-10 2 2-16,15-3-6 0,-15 3-4 0,11-3 3 15,-11 3-2-15,14 2 2 0,-14-2 1 0,11 5 1 16,-11-5-1-16,10 7 5 0,-2 1-4 0,-2 0 2 15,-2 4 0-15,0 0 3 0,1 2-3 0,-1 4 1 16,-3-1 0-16,2-2-1 0,-2 2-1 0,-1-1-3 16,3 0 4-16,-1-1-5 0,1-2 5 0,-1-1-6 15,1 0 3-15,-1-1-4 0,2-1 4 0,1 1 0 16,-1 0 5-16,3-2-2 0,-1 0-1 16,-1-3 2-16,3 2 0 0,1-2 0 0,-3-3 0 0,2-2 3 15,3 1-3-15,1-2 3 0,1-3 5 0,1 0-6 16,1-4 1-16,3 0-3 0,-3-4-1 0,3 1 5 15,4-8 3-15,-4 0-10 0,1-1 3 0,-4-2 4 16,0-1-5-16,0-3 4 0,-3 1 2 0,-3-1-6 16,2-3 1-16,-4 3 1 0,2-5 0 0,-2 5-1 15,-5 5 1-15,1 3-2 0,-3 0 2 0,1 3 1 16,-2 4 0-16,1 0 9 0,0 10-2 0,0-16-1 16,0 16-1-16,0 0-5 0,-2-11-4 0,2 11 2 15,0 0-2-15,0 0-1 0,0 0 3 0,-14 18-1 16,8-8-4-16,1 5 1 0,2-2-2 15,1 3-5-15,0-1 1 0,2 2-2 0,3-3-2 0,1 2-4 16,0 1 1-16,3-3-7 0,1 2 8 0,-3-6-4 16,4 4-11-16,-1-4 7 0,-3 3 0 15,3-4 9-15,-2 1-5 0,0-2 3 0,3 2-4 16,-2-3 10-16,-1 3-1 0,0-2-5 0,-2-2 4 16,1 0-1-16,0 2-1 0,-2-2-4 0,0 5 8 15,-2-2 7-15,-2 1-3 0,-1 0 2 0,0 0-3 16,-5 0-2-16,0 0-1 0,-1 1 2 0,-4 1 3 15,2-3-8-15,-1 0-13 0,0 0-14 0,0 0-23 16,2-2-28-16,1 0-22 0,1-2-24 0,-1-1-100 16,8-4-256-16,0 0 114 0</inkml:trace>
  <inkml:trace contextRef="#ctx0" brushRef="#br0" timeOffset="-156585.62">20158 14886 43 0,'0'0'191'0,"0"0"-6"0,5-7-16 16,-5 7-14-16,0 0-20 0,0 0-11 0,0 0-17 15,0 0-36-15,0 0-21 0,0 0-34 0,10-3-29 16,-10 3-44-16,0 0-47 0,0 0-75 0,0 0-194 16,0 0 87-16</inkml:trace>
  <inkml:trace contextRef="#ctx0" brushRef="#br0" timeOffset="-155872.58">14593 16629 60 0,'0'0'108'0,"-12"-1"-12"16,12 1-6-16,0 0-15 0,0 0-10 0,0 0 4 15,31-6 1-15,-3-4 3 0,10 4 0 0,16-10-2 16,34-7 5-16,-2-4-12 0,7 0-10 0,8-5 0 16,4 3 2-16,6-6 3 0,8 2-3 0,5-1-5 15,6-3-6-15,3-1-8 0,-1 2 5 0,12-1-3 16,-1 1 1-16,3 4 6 0,2-2-5 0,2 0-1 15,1-1 6-15,2 2 0 0,8 2-1 0,0-2-4 16,3-1 3-16,-1 0 4 0,7 2-2 0,5-2 1 16,-5 1 0-16,2 1-3 0,3-2 3 15,-3 1-2-15,1 1-3 0,-7 5-3 0,-8 1 3 0,-3 5 7 16,-11 4-6-16,-3 1-4 0,-8 2 10 16,-12-2-5-16,-11 5 9 0,-8-2-6 0,-8 4 4 0,-32 4 3 15,2 2 5-15,-2-3-9 0,-5 2-1 0,-5 0-5 16,-16 4-6-16,-3-1 0 0,-2 2-4 0,-4-1 0 15,-8 0-6-15,0 1-2 0,-6 2-20 16,1 0-24-16,-2 0-34 0,0 0-41 0,-12-3-52 0,17 5-76 16,-17-5-217-16,9 2-474 0,-9-2 210 15</inkml:trace>
  <inkml:trace contextRef="#ctx0" brushRef="#br0" timeOffset="-154256.6">10678 14790 77 0,'-21'-4'91'0,"-6"4"-8"0,-1 4 14 0,-3-1-19 15,-2 5 4-15,0 3-2 0,2 3-2 16,-3 5-10-16,0 0-8 0,-4 12-6 0,-2 0 1 0,15-6 1 15,-12 9 1-15,12-6-10 0,4-1-1 0,2 3-4 16,6-1-8-16,-1-5 3 0,13-4-9 0,1-2-6 16,5 0 4-16,6-3-5 0,2-2-4 15,6-2 4-15,8-1-1 0,2-3-2 0,3-1-5 0,3-6 5 16,2 0-3-16,-1 0-3 0,-2-4 2 0,2-2-1 16,-3 0-1-16,-6 0-8 0,-8 2 9 0,-1 0-8 15,-7 1 6-15,0 2 1 0,-4-2-7 0,-7 3 7 16,8-1-9-16,-8 1-3 0,0 0 5 0,0 0-6 15,-23 8 0-15,6 2 6 0,-10 2-3 0,-1 0-9 16,2 5 4-16,-5 0-6 0,-1 2 12 16,3 1-5-16,-2 2 3 0,3 3-2 0,-9 3-2 0,11 0 2 15,2-1 4-15,-8 10 13 0,10-6-6 0,4 0 5 16,4 1-5-16,1-2 2 0,8 0 1 0,3-1-4 16,0-3 0-16,6 2 1 0,5-5 0 15,2 1 3-15,1-10 21 0,4 0 1 0,2-3-4 0,8 3-4 16,4-6 8-16,2-2-10 0,1-2-7 15,-1-4-22-15,2 0-18 0,1-6-36 0,-1 1-24 0,0-2-26 16,-2 0-26-16,-4-6-8 0,0 3-80 0,-10-1-240 16,-3-3 106-16</inkml:trace>
  <inkml:trace contextRef="#ctx0" brushRef="#br0" timeOffset="-154061.84">10663 15433 20 0,'-5'-11'109'0,"0"1"10"0,5 10 4 0,-7-16-3 15,7 16-10-15,-7-11-18 0,7 11-6 0,0 0-10 16,0 0-5-16,0 0 2 0,0 0 0 0,11-8-5 16,-11 8-6-16,0 0 0 0,27 16-2 0,-13-5-9 15,2 0-3-15,-4 4-6 0,1-1-2 0,1 3-8 16,-1-3-17-16,1 0-22 0,0-1-16 0,0-3-21 16,0 0-13-16,-5-2-21 0,4-2-22 0,-4-1-9 15,2 2-80-15,-2-2-205 0,-2-3 90 0</inkml:trace>
  <inkml:trace contextRef="#ctx0" brushRef="#br0" timeOffset="-153886.79">10905 15320 25 0,'-8'-7'118'0,"-3"-1"-14"16,11 8-8-16,-21-5 1 0,21 5 8 0,-27 9 1 16,11 3-3-16,-2 6-3 0,-1 5-6 0,1 2-2 15,0 6-7-15,0 2-8 0,-3 11-10 0,6-10-7 16,2-1-9-16,3 2 2 0,0-2-11 0,3-2-28 15,2 0-26-15,3-2-27 0,3-3-39 16,0-7-32-16,3-2-99 0,-3-2-225 0,3-4 99 0</inkml:trace>
  <inkml:trace contextRef="#ctx0" brushRef="#br0" timeOffset="-153719.89">11189 15309 1582 0,'8'-25'10'15,"-5"7"19"-15,1 4 29 0,-2 3-17 0,0 1-18 16,-2 3-3-16,1 1-2 0,-1 6 6 0,1-10-9 16,-1 10-5-16,0-8 0 0,0 8-1 0,0 0-20 15,0 0-26-15,4-7-23 0,-4 7-26 0,0 0-31 0,0 0-140 16,0 0-277-16,18 11 122 0</inkml:trace>
  <inkml:trace contextRef="#ctx0" brushRef="#br0" timeOffset="-153282.56">11324 15125 116 0,'-21'6'135'16,"-7"3"-6"-16,4 4-2 0,1 3-9 0,-3 1-2 15,5 4-8-15,-2 0-11 0,3 4-4 0,3 3-7 16,3 3-7-16,0-2-6 0,6 2-7 0,1-1-8 16,5-3-1-16,3-1-10 0,2-5-1 0,3-3-4 15,2-1-7-15,5-2-1 0,1-1 1 0,1-6-6 16,3 1 0-16,1-5-2 0,2-3-7 0,0-2 3 16,1-2-1-16,6-4-3 0,-4-4 6 0,-6 1-7 15,4-5-8-15,-8 2 0 0,-1-3-2 0,5-4-3 16,-9 1 1-16,-2-6 0 0,-2 7 2 15,-1-1-1-15,-2 0 3 0,-2 0-2 0,-4 0-2 0,-1 3-1 16,-1-1-3-16,-1 2 1 0,2 4 8 0,-2-1 1 16,2 5 3-16,0 0 2 0,1 1 0 0,1 3-3 15,3 3-8-15,-6-7 3 0,6 7-5 0,0 0 5 16,0 0 0-16,-1 20 0 0,5-9-1 0,1 7-1 16,-3 1 3-16,9 7-5 0,-4 0 1 0,0-1 9 15,0-2-7-15,0-3-15 0,1-1-12 0,-2-1-21 16,3-2-36-16,1 2-42 0,-2-2-37 0,-2 0-142 15,0-4-321-15,-1-2 142 0</inkml:trace>
  <inkml:trace contextRef="#ctx0" brushRef="#br0" timeOffset="-152763.75">11558 15298 43 0,'0'0'145'0,"0"0"-6"0,0 0-10 0,0 0-8 16,0 0-3-16,25 24-7 0,-21-17-9 0,1 3-8 16,0 0-10-16,-3-3-12 0,-2-7 8 0,3 11-15 15,-3-11 3-15,4 8 9 0,-4-8-1 0,0 0-3 16,0 0-6-16,0 0-6 0,0 0-9 0,-14 8-2 16,14-8-6-16,0 0-4 0,-16-3-4 0,16 3-3 15,-8-10-5-15,0-1-3 0,4 2 0 0,-1 0-7 16,4-2 0-16,-1-1-1 0,2-1-4 0,1-2-3 15,4 1-3-15,0-3 3 0,6 3-2 0,-4 4-4 16,1 1 2-16,4 2-5 0,-1 0 2 0,0 3-2 16,1 0 2-16,-12 4-1 0,30-1-4 0,-18 3 7 15,6 5-5-15,-7-2 0 0,3 3-1 0,0 1 4 16,-2-2-2-16,0 5-4 0,-1-4 3 0,-6 2 0 16,-5-10 0-16,6 16-2 0,-4-5 4 0,-2-11 1 15,-2 17 5-15,2-17-7 0,-5 13 3 0,5-13 2 16,-6 11-2-16,6-11 3 0,-11 5-4 0,11-5-3 15,0 0 6-15,0 0-6 0,-16-1 3 16,16 1-1-16,0 0 2 0,-13-23-1 0,13 12-4 16,0-5 1-16,4-1-3 0,-3-1-1 0,5 1 1 0,0 1-1 15,4-1 2-15,-1 3 1 0,0 2-1 0,0 3-1 16,2 1-2-16,-2 2 1 0,0 1 2 0,3 1-1 16,-2 4 2-16,-10 0-1 0,23 2-3 0,-14 2 2 15,2 1 0-15,0 3 3 0,-4 2 0 0,0-1-1 16,3 5-1-16,-2-1 5 0,-4 3-3 15,1 0-19-15,-4 3-39 0,2-1-36 0,-1-3-37 16,-2 1-32-16,0 0-124 0,-5-4-311 0,5-12 138 0</inkml:trace>
  <inkml:trace contextRef="#ctx0" brushRef="#br0" timeOffset="-152530.6">11985 14866 22 0,'-7'-19'192'0,"3"7"-4"0,0 1-13 0,4 11-15 16,-6-13-20-16,6 13-14 0,-2-7-16 0,2 7-10 15,0 0-4-15,15 22-6 0,-9-3-2 0,5 11-4 16,0 0-5-16,-2 5-14 0,6 8-1 0,-1 0-9 16,-5-10-4-16,4-2-5 0,-3 4-3 0,-1-4-7 15,-1 1 1-15,2-2-7 0,-1-1-15 0,-4-1-24 16,4-4-37-16,-5-5-32 0,1-3-38 0,-1 2-39 15,0 0-127-15,-6-5-305 0,2-13 135 0</inkml:trace>
  <inkml:trace contextRef="#ctx0" brushRef="#br0" timeOffset="-152315.72">12098 14988 56 0,'13'-3'146'0,"-1"2"-7"16,-12 1-14-16,23 6-5 0,-11-2-3 0,-3 5-7 16,5 1-13-16,-1 3-5 0,-2 4-8 0,-3-1 1 15,-2 1-18-15,-4-2-5 0,-1 5-5 16,-1-2-9-16,-3 0-15 0,-4 7-24 0,2-7-22 0,-3-1-46 16,-1 0-35-16,0-4-30 0,2 0-70 15,-2-6-208-15,-2-1 93 0</inkml:trace>
  <inkml:trace contextRef="#ctx0" brushRef="#br0" timeOffset="-151943.93">12144 14867 152 0,'-2'-9'151'0,"2"9"-27"0,0 0-11 15,0 0 1-15,0 0 14 0,0 0-7 0,25 22-8 16,-16-4-9-16,3 5-7 0,-1 4-8 0,-2 4-10 15,4-3-6-15,-4-1-10 0,0-1-6 0,1-1-6 16,0-7-2-16,-1 0-4 0,0-5-6 0,2 1-9 16,-2-4 2-16,1-2-3 0,-3-1-2 0,3-3 2 15,-1 1-3-15,3-5-5 0,-12 0 2 0,23-3-6 16,-11-3 0-16,-2-1-10 0,4-5-3 0,-1-1-7 16,-1-2-8-16,2-7 0 0,-5 4 2 15,-1-1 1-15,0-4-1 0,-3 4-4 0,-5 1 2 0,0 0 0 16,0 1 1-16,-3 5 2 0,1 2 2 0,-2 1 5 15,4 9 3-15,-9-11 0 0,9 11 1 0,-12-3-5 16,12 3 7-16,-15 9 6 0,4 0 4 0,2 6-5 16,0 0 0-16,-1 3 3 0,4 1 2 0,0-2-7 15,3 1 0-15,3-3 0 0,0 2 4 16,4-2 3-16,1-2-13 0,-1-3-21 0,3 0-18 0,3 0-36 16,0-2-32-16,1-1-52 0,-1-1-120 0,1-2-300 15,-11-4 134-15</inkml:trace>
  <inkml:trace contextRef="#ctx0" brushRef="#br0" timeOffset="-151784.72">12641 14898 15 0,'0'0'184'16,"-5"-12"-12"-16,5 12-19 0,0 0-16 0,0 0-7 15,0 0-25-15,0 0-22 0,0 0-29 0,0 0-18 16,0 0-51-16,0 0-36 0,0 0-31 0,27 22-72 0,-22-12-167 15,-1 1 75-15</inkml:trace>
  <inkml:trace contextRef="#ctx0" brushRef="#br0" timeOffset="-151658.75">12805 15108 31 0,'0'0'115'15,"0"0"-7"-15,5 9-13 0,-5-9-13 0,0 0 1 16,0 0-38-16,8 2-38 0,-8-2-56 0,0 0-38 15,0 0-93-15,0 0 42 0</inkml:trace>
  <inkml:trace contextRef="#ctx0" brushRef="#br0" timeOffset="-151506.15">12946 14867 8 0,'0'0'175'0,"0"0"-21"0,0-12-18 15,0 12-15-15,0 0-34 0,0 0-31 0,0 0-30 16,0 0-39-16,0 0-39 0,0 0-65 0,0 0-126 16,0 0 56-16</inkml:trace>
  <inkml:trace contextRef="#ctx0" brushRef="#br0" timeOffset="-151169.46">10801 16369 29 0,'41'-15'140'0,"-12"-2"-5"0,28-12-11 0,31-13-6 16,4-8-8-16,6 0-9 0,5 1-5 0,5-5-6 15,1-3-5-15,11 2-12 0,-1 0 2 0,0 0-10 16,-1 4-6-16,-2 8 3 0,-6-3-14 0,-13 6-11 16,-4 9-8-16,0 4-16 0,-37 9-9 0,3 3-19 15,1 0-16-15,-6 0-15 0,-2 5-33 0,-14 1-38 16,-6 4-85-16,-3-2-217 0,-11 5 97 0</inkml:trace>
  <inkml:trace contextRef="#ctx0" brushRef="#br0" timeOffset="-126450.27">20624 15032 73 0,'0'0'89'0,"0"0"-9"0,0 0-21 0,0 0 12 0,0 0 7 16,16-7-9-16,-4 5-6 0,-1 0-10 0,1-1 1 15,6 0-3-15,-2 1-2 0,3-3 4 0,2 0-6 16,7-3-4-16,3 2 8 0,2-3-12 0,0 1 8 16,3-1-6-16,-2 1-11 0,5 1-2 15,0-1-1-15,-3 2 3 0,0-1-5 0,-2 1-5 16,-3 3 0-16,-9 2-4 0,-3 0-2 0,0 1-13 0,-1 0 9 16,-6 1-4-16,-1 0 4 0,0-1-3 0,-4 3 3 15,1-2-4-15,-3 2-2 0,-5-3-5 0,12 4 7 16,-6-1-4-16,-4 2 3 0,1 1-8 0,-3-6 10 15,-4 14-1-15,3-5 3 0,-6 4 0 16,2-3 0-16,-2 0-5 0,-2 4 8 0,-2 0 3 0,1-1-1 16,0 1 2-16,-2-2-2 0,0 1-10 0,0-1-3 15,-1 1 10-15,1 2 0 0,1 0-4 0,-1 1-11 16,1-3-18-16,0 1-26 0,2 0-37 0,-1-1-42 16,2 1-81-16,-1-5-225 0,3 1 100 15</inkml:trace>
  <inkml:trace contextRef="#ctx0" brushRef="#br0" timeOffset="-126236.25">21274 14862 137 0,'-22'-18'176'16,"-2"1"-5"-16,-5 6-5 0,-2-3 0 0,0 3-7 0,0 1-5 15,-3 1-10-15,1 1-11 0,2 1-13 0,1 0-7 16,0 4-4-16,4-3-10 0,4 2-8 0,4-2-13 15,6 5-2-15,-2-2-13 0,7 1-5 16,1-1-12-16,6 3-26 0,-12-2-29 0,12 2-40 16,-7-3-27-16,7 3-37 0,0 0-31 0,0 0-44 15,19-15-96-15,-3 8-306 0,0-5 135 0</inkml:trace>
  <inkml:trace contextRef="#ctx0" brushRef="#br0" timeOffset="-125169.72">21953 14633 80 0,'-2'-15'142'0,"2"15"-4"0,-1-9 6 0,1 9-4 16,0-9-6-16,0 9-13 0,-1-9-15 0,1 9-8 15,0 0-14-15,0 0-8 0,0 0-13 0,0 0-8 16,0 0 0-16,0 0-1 0,0 0 1 0,9 26 3 15,-8-9-3-15,0 3 5 0,1 5-5 16,-1 1 0-16,0 0-5 0,2 1-20 0,-2 1 2 0,0 0-1 16,1-3-4-16,-1 0-3 0,-1 1 3 0,0-1-7 15,-1 0 0-15,-1-7 1 0,2 7-6 0,-1-6 0 16,0 0-2-16,1-2-1 0,-1 2 1 16,-2-3-4-16,6-4-10 0,-3 0-22 0,0-1-26 15,0 0-15-15,0 0-24 0,0-1-8 0,0 0-36 0,0-3-12 16,0-7-121-16,-3 13-288 0,-1-11 128 0</inkml:trace>
  <inkml:trace contextRef="#ctx0" brushRef="#br0" timeOffset="-124797.85">21843 14944 33 0,'9'-12'116'0,"0"3"4"0,0 2-9 0,6-2-2 15,-1 0-14-15,4 2-7 0,-5 5-17 16,5-2 0-16,-6 2-4 0,4 2-2 0,2 2-9 16,-2-1-6-16,-3 6-2 0,2-1-9 0,-4 2 2 15,0 3-7-15,4-2-2 0,-7 0 0 0,1-1-6 0,1 1-3 16,-2-1-9-16,0 0 1 0,1 2 3 0,-1-3 2 16,3 0-5-16,-1 1 11 0,1-2-20 15,0-1 13-15,-1-1 2 0,1-1-5 0,2-1 11 16,0-5-7-16,1 2 6 0,4-5-15 0,-3 0 13 15,2-4-4-15,-3 0-3 0,-1-2 6 0,-3 0-4 16,-1-1 6-16,0-1-5 0,-5 1 4 0,-1 1-3 16,-4-3 2-16,-1 0-4 0,-6 0-2 0,-1-1-1 15,-4 3-4-15,-2 2 2 0,-2 2-10 0,-2 2 3 16,-1 1-2-16,-1 3 3 0,0 2-8 0,0 1-4 16,-1 4-5-16,3 2-16 0,0 1-9 0,1 0-14 15,2 2-8-15,7 0-25 0,-3 2-21 0,6 1-21 16,3 0-114-16,2-1-255 0,1 1 113 0</inkml:trace>
  <inkml:trace contextRef="#ctx0" brushRef="#br0" timeOffset="-123368.02">22952 14659 128 0,'-13'0'168'0,"-2"0"-6"0,-3 3-9 0,-1 3-7 16,0 2-11-16,-8 1-10 0,1 4-12 0,2 1-10 16,3 1-7-16,1 5-15 0,5-8-5 0,3 5-8 15,1 0-7-15,3 1-5 0,1-2-4 0,1 2-4 16,8-1-10-16,-2 0 0 0,5-2-7 0,0-4 0 16,4 4-4-16,4-4-3 0,0-2 2 0,3-2-4 15,2-3-3-15,1-2 0 0,4-6 4 0,4-1-8 16,-9-2 1-16,9-7-3 0,-2-2-2 0,1-1 0 15,-3-5-4-15,-3 2 6 0,-3-3-3 0,-2-3 2 16,-1-1-3-16,-5-1-2 0,0-5-1 0,-2 2 5 16,-1-2-2-16,-2 3 1 0,-4-2-2 0,-2 0-1 15,1 3-1-15,-3-1-2 0,1 2 0 0,-2-2 1 16,-1 6 2-16,0 1 9 0,-1 6 2 0,4 1 3 16,-2 5 0-16,1 2 0 0,1 1-4 15,1 2 0-15,2 6-5 0,-5-9-4 0,5 9-1 0,0 0-3 16,0 0 2-16,0 0-1 0,-11 32-1 15,9-8-2-15,-7 6 4 0,5 1-4 0,4 4 1 0,-1 9-1 16,1-12-2-16,2 3 3 0,5-2-2 0,4-2 2 16,-1-1 0-16,4-2 1 0,3-4-4 0,1-2 0 15,1-4 3-15,-2-5-1 0,-2 1 3 0,4-5-1 16,2-3 2-16,-1 1-2 0,2-7 2 0,7 0-4 16,-1-6 1-16,-1-3 0 0,0-2 1 15,-3-4-1-15,2-3-1 0,-1 1-2 0,-3-4 2 0,-4-2 1 16,-1 0-3-16,-4 0-4 0,-5 5-2 0,-4 2 2 15,-1-2-2-15,-3-2 0 0,0 3 3 0,-4 1-5 16,3 4 0-16,-7 1 2 0,3 2 3 0,-3 3-3 16,0-2 0-16,-2 4-3 0,1 0 1 0,9 4 1 15,0 0 0-15,-25 9-1 0,17 0-1 0,-2 2-4 16,1 4 3-16,3-1 5 0,2 5-2 0,1 0 2 16,2 1 4-16,2 0 0 0,4-3-4 0,1 1 0 15,1-2 4-15,3 0 2 0,2-3-2 0,4 0-2 16,1-5 0-16,1-1 4 0,2 0 1 0,0-5-3 15,9-4 5-15,2-1 0 0,-2-4-1 0,-2-2 1 16,2 0 0-16,1-5 0 0,-2-4 0 16,-3-2 1-16,-2 0-2 0,4-2 9 0,-6-2-5 15,-5 0-5-15,2 4 1 0,-5-9-2 0,0 2 3 0,-4 2-10 16,0 0 16-16,-3-3-8 0,-1 0 2 0,-5 0-1 16,5 1 1-16,-2 2-1 0,-2 6 4 15,0 2 4-15,-2 1 5 0,1 7 4 0,0-1 5 16,0 10 1-16,-1-13-10 0,1 13-1 0,0 0-4 0,0 0-2 15,0 0-1-15,0 0 1 0,0 0-2 16,-9 27 3-16,4 0-1 0,2 0-3 0,-2 1 2 0,1 3-4 16,3-1 1-16,1-3 0 0,3 3-2 0,-1-1 2 15,3-4-1-15,1 0 1 0,2-2-4 0,1-6 1 16,6 3 4-16,-2-3 0 0,3-6-2 16,-1-1 2-16,5-2 1 0,2-4-1 0,-1-1-1 15,0-3 1-15,9-3-2 0,-5-3 3 0,2-2-2 0,-10 0 2 16,6-7 3-16,-8 2-4 0,2 2-3 0,2-7 3 15,-8 1-1-15,1 3-3 0,-3-4 3 16,-4 2-6-16,-4-1 2 0,-1 0 1 0,-1 5-1 16,-2 1 6-16,1 0-6 0,-3 1-2 0,1 0-3 15,-3 4-1-15,0 0 3 0,-2 2-1 0,-1 1 0 16,-3 5-3-16,-1 2 2 0,2 2-2 0,-3 3 0 0,3 3 1 16,0 3-3-16,0-2 5 0,7 3-1 0,0 2 4 15,4-2-6-15,-1 0 4 0,4 2-4 0,3-2 0 16,0-1-12-16,1-1-3 0,10-3-25 0,-4 0-15 15,5-2-18-15,3-4-22 0,1-2-24 16,7-3-12-16,1-2-15 0,2-3-10 0,-3-1-1 16,2-7 3-16,2-1-90 0,-2 0-272 0,0-2 121 15,-1-2 1051-15,2-2-728 0,-3-1 17 0,-5 1 18 0,1 1 13 16,-3-1 13-16,-3 2 17 0,-7 3 35 0,-3 1 21 16,-3 3 21-16,-3-1 6 0,1 2-1 15,-3 10-3-15,-5-16 7 0,5 16 10 0,-7-11-6 16,7 11-2-16,-13-5-6 0,2 3-6 0,11 2-6 15,-18 2 0-15,5 1 1 0,3 4-4 0,-1 0-3 16,-3 5-4-16,3 1-5 0,5 0-3 0,-4 2-9 16,6 0 0-16,1-2-6 0,3-1-1 0,3-2-5 15,1 5 2-15,6 0-5 0,-1-3-5 0,1-3 1 16,4 0 0-16,4-2-3 0,4-2-9 0,8-3-9 16,0-3-6-16,-1-2-12 0,2-4-14 0,0-1-11 15,-1-5-4-15,1 2-16 0,-2-5-5 0,-2 0 3 16,-1-1-3-16,-2-2 3 0,0 1-3 0,-5-3 6 15,0-2-3-15,-3 2 17 0,-2-5 5 0,-3 1 6 16,-3 0 8-16,-3-3 14 0,-2-1-3 0,1 0 3 16,-2 2 17-16,1-1 1 0,-6-1 7 0,3 3 23 15,-2 5 7-15,1 6 7 0,-2 2 5 0,0 1 12 16,1 6 7-16,2 6 6 0,-4-14-16 0,4 14-14 0,0 0 0 16,0 0 6-16,0 0 11 0,-3 24 2 15,5-5 2-15,-5 12-5 0,2 1-8 0,-3 0-5 16,1 2-6-16,0-2-2 0,1 0-6 0,0-3-2 15,2 4 7-15,2-3-16 0,0-3-10 0,0-1-24 16,-1 0-33-16,2-2-19 0,-1-4-33 0,-2-5-35 16,3 1-34-16,-2-1-39 0,1-5-192 0,-2-10-423 15,0 0 188-15</inkml:trace>
  <inkml:trace contextRef="#ctx0" brushRef="#br0" timeOffset="-123202.21">24924 14258 45 0,'10'-11'149'0,"-10"11"-14"15,16-3-15-15,-4 0-12 0,6-1-9 0,3 3-10 16,7-1-33-16,1-1-27 0,2-1-52 0,-4 3-50 16,-7 2-50-16,-2 3-133 0,-5-1 60 0</inkml:trace>
  <inkml:trace contextRef="#ctx0" brushRef="#br0" timeOffset="-122541.02">21914 15850 59 0,'-5'-9'180'0,"2"0"-7"0,0 4-11 16,3 5-23-16,-4-5-13 0,4 5-15 0,0 0-2 15,0 0 19-15,-8 23-14 0,7-6-10 0,-2 2-5 16,1 8-8-16,1 0-12 0,-1 0-3 0,2 0-8 16,2-10-4-16,0 4-10 0,2-4-5 0,3 1-4 15,0-3-6-15,0-4-1 0,0-1 0 0,1-1-7 16,1-3-3-16,2-2-2 0,0-2 0 0,-2-4-3 15,3 0 2-15,-1-5-2 0,-1-1-2 0,5-4-2 16,-3 1-4-16,2-4 1 0,-8 4 3 0,2 0-7 16,-2-3 4-16,-2 1-3 0,0 3-5 0,-3-3-2 15,-1 2-1-15,0 2 1 0,-1-2-6 0,1 11 2 16,-3-14-4-16,3 14-2 0,-1-10-14 0,1 10 5 16,0 0-4-16,0 0 3 0,0 0-2 0,0 0 5 15,0 0-2-15,11 28 4 0,-7-18-1 0,1 2 2 16,3 0 3-16,0-1 0 0,3 1-1 0,-2-3 0 15,0 0 3-15,1-3-2 0,-1-3 6 0,5 0-2 16,-3-2 5-16,0-1 10 0,3-4-1 0,2-2 6 16,-1-2 6-16,-1-4-1 0,2 0 1 0,4-7 1 15,-5 5 7-15,-3 0-5 0,0 0 2 0,-4 0-4 16,-2 0-1-16,-3 0-4 0,-2 4-1 0,-1-1-6 16,-1-1-17-16,0 0-23 0,-3 3-16 0,0-2-5 15,4 11-25-15,-8-12-28 0,6 5-19 0,2 7-37 16,-7-9-29-16,7 9-135 0,0 0-346 0,0 0 153 15</inkml:trace>
  <inkml:trace contextRef="#ctx0" brushRef="#br0" timeOffset="-121736.13">22567 15877 160 0,'0'0'165'0,"8"-11"-8"15,-3 3-7-15,-1 0-11 0,0-4-11 0,2 0-12 16,-3 1-13-16,1-2 1 0,-3 1-14 0,2 1-8 15,-3-2-1-15,0 1 1 0,0 12-11 0,-2-23-2 16,0 13 2-16,0 1-2 0,-1 3-5 0,0 2-1 16,3 4-12-16,-9-7-5 0,9 7-4 15,-14 6-4-15,6 1-7 0,-4 5 8 0,1 2-10 16,1 3-1-16,1-2-6 0,3 5 1 0,-2 2-5 16,5-4-1-16,2 0 5 0,2-1-8 0,2-1-2 0,2 2-1 15,2-4 0-15,-1 3 2 0,4-6 0 0,0 1-11 16,2-7-16-16,5 4-17 0,-1-4-27 15,3-3-19-15,2-2-22 0,8-4-26 0,1-3-11 16,-1-3 4-16,0-2-9 0,3-3 15 0,1-2 5 16,11-11 6-16,-13 9 11 0,-1-3 13 0,0-1 18 15,-3-1 11-15,-3-1 16 0,-5 1 15 0,-1 1 12 16,-5 3 21-16,-6 0 4 0,-2 5 30 0,-3 4 15 16,-2 0 1-16,0 11 1 0,-12-13 5 0,6 9 10 15,-6 2 8-15,12 2 0 0,-29 6 4 0,12 2 0 16,1 0 0-16,-1 3 0 0,3 3-3 0,1 2-4 15,1-1-2-15,1 1-11 0,2-1-2 0,3 2-8 16,2-3-2-16,3-2-5 0,1 1-7 0,2 0 1 16,2-4-7-16,1 2-1 0,3-1-4 0,0-3 4 15,2-2-8-15,1-2 7 0,1-3-10 0,0 1 3 16,-12-1-7-16,26-7 3 0,-9 1 0 0,-4 1 1 16,-4 0-1-16,1-2-6 0,-1 0 6 0,-4 2-10 15,-5 5 5-15,6-13-4 0,-4 6 1 0,-2 7-1 16,0 0-3-16,-5-17 3 0,5 17-7 0,-6-9 3 15,6 9-1-15,0 0-5 0,-5-9 1 0,5 9-1 16,0 0-1-16,0 0 0 0,0 0 3 0,0 0 0 16,-8 27-4-16,8-27-2 0,2 15 1 15,-2-15 1-15,2 18 1 0,4-9 1 0,-1-2-2 0,0 0 1 16,4 0 8-16,-2-4-5 0,6 0-1 0,1 0 3 16,3-7-3-16,3-1 6 0,-1-1-3 0,8-4 4 15,-1-3-4-15,-4-1 2 0,2-1 0 0,-1 1-1 16,-3-2 4-16,-2-3-5 0,-2-1 1 0,-1-2-2 15,-5 6 2-15,2-9 1 0,-1 2-2 16,-3-1-2-16,0 0 9 0,-5-1-6 0,1 6-1 0,-3-7 0 16,-2 7 2-16,0 1-1 0,-2 0 14 15,2 6 4-15,0 1 11 0,1 11-2 0,-3-20 4 16,3 20-6-16,-1-8-6 0,1 8-2 0,0 0-7 0,0 0 4 16,0 0 5-16,0 0 7 0,14 30 0 0,-8-4-1 15,-2 0-5-15,1 2-1 0,-1 1 2 0,0 1-2 16,3 1-2-16,-1-2-3 0,-2 0 1 15,-2-2-3-15,3 0-2 0,-2 0 0 0,-2-7-27 16,7 3-14-16,-6-4-27 0,1-2-28 0,-1 0-32 16,0-6-51-16,-1-2-35 0,0 1-46 0,-1-10-125 15,0 10-402-15,0-10 179 0</inkml:trace>
  <inkml:trace contextRef="#ctx0" brushRef="#br0" timeOffset="-121466.06">23678 15404 132 0,'-8'-6'210'0,"8"6"-6"16,0 0-5-16,0 0-10 0,-28 17-16 0,18-10-5 15,-1 6-13-15,-1 0-12 0,1 2-16 0,-2-2-11 16,4 0-15-16,-1 1-8 0,1 0-9 0,2-2-7 16,1-1-7-16,1-3-8 0,1-1-3 0,4-7-11 15,-5 12-4-15,5-12-5 0,-4 8-3 0,4-8-3 16,0 0-5-16,-3 8-3 0,3-8-3 0,0 0-4 15,0 0 0-15,12 7-4 0,-12-7-1 0,11 8 0 16,-3 1-2-16,0-4 1 0,6 4-2 0,-3-1 0 16,2 0 0-16,6 2-3 0,-2-3-1 0,-2 2-22 15,-1-2-27-15,4 2-37 0,1-3-43 0,-1-2-65 16,1 0-201-16,-1 0-420 0,3-4 186 16</inkml:trace>
  <inkml:trace contextRef="#ctx0" brushRef="#br0" timeOffset="-120766.96">24159 15661 76 0,'0'0'178'0,"19"-10"-14"15,-11 0-6-15,2 1-11 0,2-3-9 0,1-3-11 0,4 1-11 16,1-7-7-16,0 2-5 0,-1-2-5 0,0 0-6 16,-2 6-8-16,-6 1-1 0,-1 0-5 15,0 2-8-15,-5 2-4 0,-1-1-1 0,-2-1-13 16,0 12-1-16,-3-22-8 0,-1 15-4 0,-2-2-5 15,6 9-5-15,-14-11-1 0,4 9-1 0,-2-1-5 16,2 6-1-16,-4-1-3 0,0 7-2 0,0 2 2 16,0 2 1-16,-4 8-3 0,5 2 3 0,2 0 1 15,2 3 1-15,4-2-3 0,5-5 0 0,2 0 2 16,2 0-4-16,5-1-1 0,-1-2 1 0,2-2-2 16,5 2 4-16,-2-2-3 0,6-5-1 0,-2 0 1 15,3-4-10-15,2-1-16 0,0-4-21 0,7 0-16 16,-2-4-25-16,-5-1-24 0,-1-2-30 0,-3-2-13 15,-1-1-15-15,0-4-3 0,2-5-9 0,-7 5 9 16,6-6-96-16,-5-2-272 0,1-1 120 0</inkml:trace>
  <inkml:trace contextRef="#ctx0" brushRef="#br0" timeOffset="-120596.31">24599 15426 674 0,'2'-27'-43'15,"0"-2"17"-15,-4 4 12 0,-1-2 19 0,-2 4 21 16,-4-2-11-16,4 5 18 0,-1 4 20 0,0 1 23 16,4 3 20-16,-4 3 11 0,3 0 4 0,3 9-2 15,-6-12-8-15,6 12-11 0,-3-10-12 0,3 10-8 16,0 0 13-16,0 0 4 0,0 0 9 0,10 31 1 15,0-4-7-15,-4 5-4 0,-1 4-7 0,4-2-9 16,5 11 0-16,-7 4-13 0,2-4-3 0,-1-9-15 16,2 10-33-16,-3-12-32 0,-1-3-26 0,2 3-37 15,-6-8-32-15,3-1-45 0,-1-6-24 0,-1-1-116 16,-2-6-330-16,3-2 146 0</inkml:trace>
  <inkml:trace contextRef="#ctx0" brushRef="#br0" timeOffset="-120296.58">24803 15629 158 0,'1'-7'197'0,"5"-3"-19"0,1 1-7 0,-1-2-8 0,4-4-12 16,4-1-1-16,3-5-15 0,1 1-10 0,2-1-8 16,-2 2-7-16,1-3-12 0,-3-1-10 15,1 3-6-15,-9 4-10 0,0-2-3 0,1 2-7 16,-5-1-6-16,-3 0-4 0,-1 6-7 0,0 0-3 15,-3 0-5-15,1 2 4 0,-6-1-3 0,5 4-2 16,-3 2-8-16,0 1-4 0,6 3-1 0,0 0-3 16,-24 9-1-16,13 5-1 0,-3 1-4 0,4 2 2 15,-3 5-2-15,4 1-3 0,3-4 1 0,1 0 0 16,3 5-5-16,2-7 3 0,3 4-3 0,0-2-3 16,4-2-11-16,1-2-10 0,0-1-23 0,3-1-24 15,3-2-23-15,-1-4-37 0,2 0-38 0,3-6-36 16,1-1-138-16,-2 0-363 0,4-7 160 0</inkml:trace>
  <inkml:trace contextRef="#ctx0" brushRef="#br0" timeOffset="-120073.73">25274 15252 70 0,'-11'-2'198'0,"11"2"2"0,-21 0-10 0,7 4-7 15,3-1-7-15,-1 6-8 0,1 1-10 0,-2 5-9 16,2 1-11-16,3 1-7 0,-2 7-14 15,1-7-11-15,6 1-4 0,-2 1-12 0,5 1-9 0,1-2-7 16,3-1-7-16,1-1-4 0,4-1-6 0,-4-5-3 16,7 3-7-16,2-6-8 0,-3 0-22 0,7-1-12 15,-4-4-16-15,4-5-28 0,-1 2-24 0,2-2-21 16,-2-3-31-16,4-3-25 0,-3 0-27 0,4-7-20 16,-8 5-126-16,-1-5-338 0,-1 1 150 15</inkml:trace>
  <inkml:trace contextRef="#ctx0" brushRef="#br0" timeOffset="-119873.73">25435 14993 157 0,'-4'-8'221'15,"1"0"-2"-15,-4 1-6 0,7 7-24 0,-5-8-23 16,5 8-17-16,0 0-6 0,0 0 2 0,0 0 7 16,10 36-7-16,-6-11-10 0,1 6-9 0,-1 1-9 15,-2 3-12-15,0-4-7 0,3 5-5 16,-1-3-8-16,-1-1-8 0,0 1-13 0,3-1-3 0,-4 0-11 15,1-5-24-15,-1 3-28 0,4-2-18 16,-4-4-37-16,-2 2-28 0,0-9-52 0,0-1-57 16,1-3-214-16,-2-3-440 0,-1 2 196 0</inkml:trace>
  <inkml:trace contextRef="#ctx0" brushRef="#br0" timeOffset="-119473.09">25556 15245 26 0,'11'-2'225'0,"-11"2"-3"0,22 1-11 0,-11 2-11 15,2 3-10-15,-3-1-2 0,1 4-13 0,1 1-7 16,-4 0-13-16,1 1-17 0,1 0-9 0,-4 1-16 16,1-2-9-16,-3 2-6 0,1-2-9 0,-3-1-12 15,-2-3-4-15,0 2-6 0,0-8-6 0,0 14-9 16,-5-8-3-16,1-1-1 0,0-1-9 0,4-4-2 15,-11 0-5-15,11 0 2 0,0 0-9 0,-16-9-6 16,16 9 0-16,-6-17-9 0,6 5-6 0,2-5 3 16,2-2-3-16,3 3-4 0,4-3-4 0,2-4 1 15,3 0-4-15,0 3 2 0,-2 5 2 16,-1 0-3-16,0 1 2 0,1 3-3 0,-1-2 3 0,-4 5 0 16,4-3 3-16,-4 5-1 0,1-1-1 0,1 3 1 15,-3 0-4-15,2 3 1 0,-3-2-1 0,-7 3 7 16,13 3 2-16,-7 1 1 0,2-1 0 0,-2 3 4 15,-1 1-2-15,1 2 3 0,-3 3-3 0,4-3 1 16,-5 2 3-16,0 1-2 0,1-2-6 0,-1 7-29 16,2-8-9-16,0-2-30 0,-4 3-20 0,0-10-41 15,1 12-58-15,1-2-60 0,-2-10-141 0,0 0-417 16,0 0 184-16</inkml:trace>
  <inkml:trace contextRef="#ctx0" brushRef="#br0" timeOffset="-119313.18">25868 14833 77 0,'0'0'120'16,"0"0"-34"-16,0 0-41 0,0 0-35 0,13 42-34 15,-1-27-29-15,3-2-56 0,2 1 25 0</inkml:trace>
  <inkml:trace contextRef="#ctx0" brushRef="#br0" timeOffset="-119104.1">26279 14944 51 0,'0'0'223'0,"-31"17"-5"0,22-9-9 16,2 0-4-16,-5 3-9 0,2 4-6 0,-1-2-9 15,6-2-15-15,-2 5-9 0,0-1-15 0,7-1-11 16,-2 0-15-16,2-1-12 0,2-1-7 0,0 0-11 15,3-1-2-15,2-2-12 0,2 1-5 0,0-4-6 16,5-2-15-16,5 0-15 0,0-1-21 0,3-2-24 16,-2-1-24-16,1-2-32 0,1 0-32 0,-7 1-35 15,-2-3-49-15,-3 3-197 0,-10 1-415 0,0 0 184 16</inkml:trace>
  <inkml:trace contextRef="#ctx0" brushRef="#br0" timeOffset="-117548.06">23393 16462 31 0,'-20'4'152'16,"-2"3"0"-16,-2 4-14 0,-1 3 7 0,2 3-9 15,0 2-6-15,7 4-6 0,-3 1-5 0,3 4-6 16,5-2-7-16,0 3-10 0,8 1-10 0,0-2-10 16,2 2-6-16,3-3-10 0,1-8-3 15,3 5-3-15,2-5-9 0,0-2-4 0,6-2 1 16,-3-1-16-16,7-3-1 0,-2-3-13 0,3-5-15 15,2 0-17-15,0-6-6 0,10-4-16 0,-1-5-9 16,1-2-3-16,2-4 7 0,10-10-18 0,-2-1 3 16,-2-2-5-16,2 1 13 0,-15 3 4 0,-1 0 5 15,-1-1-12-15,-2-1 22 0,-6 1 0 0,2-3 1 16,-5 2 8-16,-4 3 13 0,0 2 0 0,-8 7 17 16,0 6-3-16,-1 1 17 0,0 1 1 0,0 9-2 15,-3-10-3-15,3 10 2 0,0 0 1 0,0 0 4 16,0 0 14-16,-23 29 3 0,14-6-1 0,1 4 6 15,0-2-1-15,3-1-1 0,1 4-9 0,6-2 0 16,-1-5-5-16,2 4 3 0,0-6 2 0,5 5-9 16,-2-7 5-16,2-1-3 0,2-1-2 0,0-2-3 15,-1-3-1-15,1-3-5 0,1-1 3 0,0-2 1 16,0-3-2-16,0 0 7 0,2-3-12 0,3-3-3 16,-1-4 1-16,0-3 0 0,-5 0 0 0,0-2-2 15,3 0 4-15,-4-2-6 0,0-1 2 0,0-1-5 16,-3 0 4-16,2-6-2 0,-4 5 0 0,1 1-5 15,-2 0 2-15,2 1 2 0,-3 0 0 0,1 6-3 16,-2 2 1-16,-1 2-1 0,0 7-3 0,1-11-2 16,-1 11 1-16,0 0-1 0,2-6 0 15,-2 6 10-15,0 0 3 0,0 0 2 0,2 28 5 0,1-16 1 16,-3 5-9-16,2 1 7 0,1-5-1 0,3 4 5 16,1-2-4-16,0 2 3 0,0-3-3 0,0-2-2 15,3 1 4-15,0-4-2 0,1-2-1 0,4 2-1 16,2-6-5-16,1 0 6 0,1-2 1 15,0-2-5-15,0-4-5 0,3 0 8 0,1-7-4 16,-2 2 3-16,0-3 2 0,1-3-7 0,-8 0 2 16,1-3-2-16,-1 2-4 0,-3 1-5 0,-5-2-8 15,2-2-7-15,-3-5-1 0,-1 7 1 0,-4-6 0 16,-3 5 4-16,-3-5 0 0,-3 8-2 0,1-1 5 0,-2-1-2 16,-3 5 8-16,-1 2-7 0,-1 0 6 15,1 4 6-15,-3-1 0 0,4 5 3 0,-5-1-3 16,6 1 3-16,0 2 6 0,3 0-2 0,1-1-1 15,8 2-4-15,-10 0-2 0,10 0 3 0,-5 5 1 16,5-5 2-16,0 0 0 0,4 13-2 0,-4-13-1 16,13 10 1-16,-4-6 3 0,3-1-8 0,3 0 8 15,2 0-7-15,0-4 6 0,2-2-5 0,0 1 1 16,-1-1 5-16,1 2-7 0,-6 1 2 16,1 0-1-16,-3-2-2 0,-1 4-4 0,0-2 4 0,-2 3 4 15,-1 1 4-15,1 1 0 0,1 3 14 0,-4 2 0 16,0 1-4-16,0 1 1 0,-1 5 0 0,-1-1 3 15,2-1-5-15,-1-3-3 0,1 2 3 0,-1-2-3 16,2 1 0-16,-2-1 2 0,2-2-4 0,-2 1 2 16,3 0 1-16,-1-3-3 0,2 1 1 0,0-3-1 15,1-2-3-15,2-1 3 0,1 0-2 16,1-4 1-16,5-3 1 0,0 1-3 0,-2-3-1 16,1-3 0-16,0-1-2 0,-2-2-2 0,-1-3-9 15,-3 1-5-15,4-8-3 0,-9 5-2 0,2-1 0 0,-4 0-5 16,-2-6-2-16,1 5 4 0,-6 1 6 0,-1 0-4 15,0 3 6-15,2-2 5 0,-3 5-5 16,0 1 7-16,2 1 13 0,3 10 8 0,-7-12-3 16,7 12-8-16,-4-12 3 0,4 12-3 0,0 0 0 15,0 0-2-15,0 0 0 0,0 0-5 0,0 0 4 16,0 0 0-16,0 0-3 0,19 0 1 0,-19 0 1 16,0 0 1-16,23 14-3 0,-14-8 3 0,1 0-1 15,0-1 0-15,0 2-2 0,1 0 4 0,0 0-6 16,-3 1 2-16,-1 1-3 0,-1 1 1 0,1-1 3 0,1 2 0 15,-2 0 4-15,1 0-9 0,0 3 4 16,0-5-1-16,0 1 3 0,-1-1-2 0,1-1 5 16,1 0-3-16,2-2-1 0,0 1 3 0,1-5-2 15,0 0 0-15,1-2-2 0,0 0 4 0,1-2 0 16,0-4-2-16,5-1 6 0,1-3-8 0,-6-1 0 16,5-1 4-16,-4-1-3 0,2-1 4 0,3-4-6 15,-7 4 8-15,-1-1-9 0,-3 2 5 0,-3-3-2 16,0 6 1-16,-2-1-2 0,-4 1-3 0,1 10 4 15,-4-19-5-15,-2 12 5 0,6 7-1 0,-10-13-3 16,7 9 1-16,3 4 2 0,-10-5-4 0,10 5 1 16,-14-1 6-16,14 1-7 0,-11 3 5 0,2 1-4 15,4 3 3-15,0 3-3 0,-1-2 0 0,4 3 3 16,-3-2-1-16,4 2-3 0,0 1-19 0,1-2-12 16,1 2-15-16,1 2-22 0,2-5-20 0,-2 0-35 15,3 0-20-15,-1-1-17 0,2-1-14 0,-1-1-107 16,-5-6-307-16,10 10 136 0</inkml:trace>
  <inkml:trace contextRef="#ctx0" brushRef="#br0" timeOffset="-117314.53">25207 16353 104 0,'0'0'132'16,"7"-14"6"-16,-2 4 9 0,-2 1-6 0,-1-2-11 16,2 0-9-16,1-4-1 0,4 0-2 15,-4 0-4-15,5-1-5 0,1-6-14 0,3 5-3 16,-6 2-4-16,1-1-6 0,3 3-9 0,1 0 5 15,-5 6-9-15,3-1-4 0,0 4-9 0,-1-1-3 16,0-1-8-16,-10 6-6 0,20-4-4 0,-20 4-2 16,20 2 1-16,-20-2-3 0,17 9 0 0,-9-3-3 15,-3 3-7-15,1-3 7 0,-4 3-6 0,3 1-3 16,-4 1-26-16,1-3-19 0,-2-8-28 0,0 0-33 16,0 26-26-16,0-26-32 0,2 15-29 0,-2-8-141 15,0-7-340-15,0 0 151 0</inkml:trace>
  <inkml:trace contextRef="#ctx0" brushRef="#br0" timeOffset="-117067.11">25697 15775 174 0,'0'0'237'0,"-2"-12"-21"0,2 12-24 16,0 0-15-16,0 0-4 0,0 0-8 0,0 0-12 15,0 0-5-15,0 0-6 0,12 39-12 0,-6-19-8 16,-1 3-12-16,-3-3-6 0,5 6-8 0,0-6-14 0,-3 4-5 16,-1-5-7-16,3-1-8 0,-2 0-2 15,0-3-10-15,1 2-5 0,0-5-1 0,0 5-18 16,-1-5-6-16,0 2-34 0,-4-3-33 0,2-1-45 16,-2-10-37-16,2 17-33 0,-2-17-44 0,-2 11-166 15,2-11-401-15,0 0 179 0</inkml:trace>
  <inkml:trace contextRef="#ctx0" brushRef="#br0" timeOffset="-116903.54">25661 15968 129 0,'0'0'141'0,"7"-18"-4"15,2 13-21-15,2-3-7 0,6 0-13 0,2 1-11 16,8-4-45-16,2-2-46 0,-2 1-27 15,1-1-45-15,-2 2-45 0,-6 3-133 0,3-3 59 16</inkml:trace>
  <inkml:trace contextRef="#ctx0" brushRef="#br0" timeOffset="-116769.89">26102 15800 152 0,'0'0'163'0,"0"0"-3"0,0 0-1 15,0 0-2-15,0 0-4 0,0 0-13 0,0 0-19 0,0 0-13 16,0 0-13-16,0 0-11 0,0 0-29 0,0 0-41 15,0 0-55-15,0 0-66 0,0 0-129 16,0 0-255-16,0 0 113 0</inkml:trace>
  <inkml:trace contextRef="#ctx0" brushRef="#br0" timeOffset="-15351.63">28483 9842 26 0,'-3'-11'122'16,"3"11"-7"-16,-1-9 11 0,1 9-21 0,-5-12-3 16,5 12-10-16,-4-7-2 0,4 7-13 0,-2-6-1 15,2 6-5-15,0 0-8 0,0 0-16 16,-3-8-3-16,3 8-8 0,0 0 2 0,0 0-9 0,0 0 2 15,0 0-2-15,0 0-11 0,-7 17 7 0,3-8-7 16,2 7-1-16,-3 0 2 0,5 5-4 0,-2 5 0 16,0 3 3-16,1 1-1 0,1 4-6 0,-2 11 3 15,2 1 2-15,0 2-3 0,0 1 17 0,0 0-13 16,0 2 1-16,-2 0 1 0,2 0 9 0,2-1-16 16,-2-2 5-16,0 3-10 0,2-2 10 0,-4 3-3 15,2 2-1-15,0-6 0 0,-2 1-5 0,2-1 4 16,2 0 3-16,-4-3-8 0,-1 1-3 0,5-10 1 15,-4 0 0-15,-1 0 1 0,2-2 0 0,-2-1-15 16,2-1 8-16,-2-1-10 0,1-5-5 0,2 1-19 16,0-8-1-16,-2 0-27 0,0-2-4 0,-1-2-9 15,1 1-16-15,-3-5-19 0,3-2-105 0,-1 0-233 16,0-5 104-16</inkml:trace>
  <inkml:trace contextRef="#ctx0" brushRef="#br0" timeOffset="-14166.11">28588 9894 38 0,'0'0'112'15,"0"0"-15"-15,-5-4 0 0,5 4-13 0,0 0-9 16,16-8-8-16,2 4-1 0,12-3-13 0,7-1-4 16,24-4-1-16,29-7 11 0,7 1-8 0,6 0-4 15,5-3 0-15,1 1-7 0,3 1-10 0,4 0-12 16,5-2 15-16,3 1 2 0,2-2-13 0,0 1-1 15,-2 1 14-15,1 3-23 0,-4-1 7 0,-7 3-5 16,0-2-3-16,-6 4-7 0,-2 2 9 0,-5 2-11 16,-8-1-1-16,-2 1-5 0,-29 6 4 0,29-5-12 0,-27 3 11 15,0 0 1-15,-2 1-8 0,2 0-9 16,-5 2 6-16,-1 0-4 0,-4-1-3 0,-4 1 9 0,-13 2 2 16,-1-2-3-16,-3-1-7 0,-1 3 5 15,-2-2-2-15,-2 3 11 0,-6-1-12 0,-3 0 8 0,-1 0 0 16,-6 0 1-16,4-1 6 0,-3 2-5 15,1 0-4-15,0-1-2 0,-3 2 26 0,4 0-22 0,-2 1 2 16,0 0 1-16,-1 0 4 0,-1 0-8 0,1 1 1 16,-2-1 2-16,-1 4 8 0,0-2-5 0,-2 0-10 15,1 3 13-15,-3-4-7 0,3 4 9 0,-2 0-9 16,-1 1 11-16,0 2-2 0,1-1 11 0,-2 2 0 16,2-2-3-16,-4 2 0 0,2 4 4 0,-1 1 4 15,-1 0 0-15,1 1 7 0,-1 0 0 0,2 0 1 16,-2 2-1-16,0 5 1 0,-1 3 0 0,1-3-2 15,1 0-5-15,2 4-3 0,-1 3 4 0,2-3-1 16,-3 4 1-16,1-1-2 0,1 0 0 0,2 0-1 16,-2 1 5-16,4 13-7 0,-4-12 4 0,0 11-4 15,3-10 3-15,-5 0 3 0,0-1-20 0,0 2 8 16,4 10 9-16,-2-10-2 0,3 10-4 0,-3-13 1 16,-1 2-15-16,0 1 13 0,0 12 12 0,0-16-9 15,3 4-6-15,-4-4 0 0,-1 3 2 0,1 1 0 16,-1-3-2-16,-2 2-4 0,0-4-2 0,-2 0 6 15,-2-2-1-15,-4 1 1 0,3-3-2 0,-1-1-7 16,-2-2-2-16,2-6 5 0,-7 6 0 0,4-7-2 16,0-1 4-16,-1 1-3 0,1-3 1 0,-5 0 2 15,-1 0-3-15,2-2 2 0,-3 2-3 0,2-4 0 16,-4 2 3-16,-1-2-8 0,1 0 4 0,-2-2 1 16,-7 3-2-16,0 1 4 0,3-3-4 0,-7 1 0 15,-2-3 0-15,-5 0 2 0,-1 2-4 0,-13-1 3 16,14-2 3-16,-15 0-2 0,3-3-5 0,13 2 4 0,-2-1 2 15,-14 3-4-15,4 3 6 0,-4-3-2 16,2-4 4-16,-4-1 1 0,0 3 7 0,-2-2-9 16,-6 4 8-16,0-2 0 0,-27 4 3 0,24-4-3 15,-23 4 5-15,24-4-2 0,-29 3-4 0,29-1 4 16,-28 1 1-16,1-5 3 0,27 5 1 0,-27 5-5 16,-7-6 0-16,9 2 4 0,-4-3 0 0,5 4 0 15,24-2-8-15,-26 3 7 0,0-6 0 0,34-1 2 16,-6 1 6-16,2 0-2 0,-2-1-3 0,2 0-1 15,5-4-4-15,1 6 2 0,3-6-2 0,3 0 0 0,12 3 4 16,-2-3-2-16,2 3-3 0,-11 0-4 0,8-2-3 16,3 1 1-16,-3-1 1 0,3-2-3 15,-1-2 1-15,4 2-4 0,-3-4 3 0,4 2 1 16,1-1-3-16,1-3 0 0,2 2-6 0,-1 1 2 16,5-5-5-16,-2 3 2 0,6 3 0 0,0-6 1 0,1 4 3 15,3-1-8-15,0 0 7 0,6 4 7 0,0-4-6 16,1 1 2-16,4 0 2 0,6 5 1 15,-10-6-2-15,10 6-2 0,-8-6 1 0,8 6-1 16,0 0-1-16,-7-8 0 0,7 8-3 0,0 0 0 16,-3-11 0-16,3 11 3 0,0 0-3 0,0 0-3 0,0 0 3 15,0 0 0-15,0 0 3 0,-2-10-1 0,2 10-3 16,0 0 2-16,0 0 0 0,0 0 1 0,0 0-5 16,0 0-8-16,0 0-9 0,0 0-11 0,0 0-13 15,0 0-30-15,0 0-27 0,0 0-30 16,0 0-27-16,0 0-21 0,0 0-130 0,0 0-333 15,0 0 147-15</inkml:trace>
  <inkml:trace contextRef="#ctx0" brushRef="#br0" timeOffset="-13614.47">28515 10919 3 0,'0'0'55'0,"0"0"-3"0,0 0-2 15,0 0-4-15,0 0-8 0,0 0 2 16,0 0-1-16,0 0-4 0,0 0-1 0,0 0-5 0,0 0-3 16,0 0-3-16,0 0-4 0,0 0 1 0,0 0 0 15,0 0-9-15,0 0 9 0,0 0 5 0,0 0-1 16,0 0 9-16,0 0 0 0,3 29-2 0,-3-23 0 16,0-6 2-16,-2 15 5 0,4-3-1 0,-4-2 1 15,1 4 11-15,0 2 1 0,-1 0-5 0,0 0-1 16,2-4-11-16,-3 6 1 0,1 0-4 0,-3-1 4 15,2-2-5-15,1 4-2 0,-2-3 1 0,0 1 2 16,4-1-3-16,0 2-3 0,0 0-3 0,-2-1 9 16,1 2-6-16,2-1 4 0,-2-2-6 0,2 0-6 15,-1-2-4-15,2 2 2 0,0 2 5 0,1-7-1 16,-2 4-4-16,1-2-3 0,-1-4 2 0,1 2-3 16,0 0 2-16,0 1 1 0,2-1-2 0,-1-3 2 15,-2 3 3-15,3-1-6 0,-2 1-4 0,1-5 5 16,1 2-4-16,-2 0 1 0,6-2 2 0,-2 1-1 15,5-3-3-15,-2-1 5 0,2 2-5 0,2-2 2 16,5-1-3-16,-4 0-4 0,4-4-22 0,0 2-20 16,1-1-18-16,9-4-37 0,-10 3-50 0,1-1-91 15,1-3-256-15,8-2 113 0</inkml:trace>
  <inkml:trace contextRef="#ctx0" brushRef="#br0" timeOffset="-8888.75">29350 8574 8 0,'0'0'43'15,"0"0"0"-15,0 0-11 0,-3-7 5 0,3 7-9 16,0 0 8-16,0 0-6 0,0 0-1 0,0 0-3 16,0 0 2-16,0 0 2 0,0 0-10 0,0 0-4 15,0 0-1-15,0 0 3 0,0 0 10 0,0 0-13 16,0 0-2-16,0 0 1 0,0 0 4 0,0 0-22 16,0 0 23-16,0 0-11 0,0 0 10 0,0 0-3 0,0 0-2 15,0 0 4-15,-3-7-5 0,3 7 2 16,0 0 0-16,0 0 5 0,0 0-3 0,0 0 5 15,0 0-4-15,0 0 5 0,0 0 9 0,0 0-7 16,0 0 0-16,0 0 2 0,0 0-4 0,0 0 7 16,0 0-2-16,0 0-2 0,0 0 1 0,0 0 5 0,0 0-6 15,0 0 1-15,0 0-3 0,-1-9 2 16,1 9-9-16,0 0 9 0,0 0-5 0,0 0-1 0,0 0 3 16,0 0 0-16,0 0-6 0,0 0 1 15,0 0 7-15,0 0-3 0,0 0-5 0,-1-8 0 0,1 8 13 16,0 0-16-16,0 0-8 0,0 0 1 15,0 0 0-15,0 0 11 0,0 0-18 0,0 0 15 0,0 0 0 16,0 0 1-16,0 0-10 0,0 0-2 0,0 0-1 16,0 0-3-16,0 0 6 0,0 0 2 0,0 0 3 15,0 0-3-15,0 0 5 0,0 0-8 0,0 0 6 16,0 0-5-16,0-10 3 0,0 10-2 0,0 0-2 16,0 0 6-16,0 0-6 0,0 0 5 0,0 0-7 15,0 0 1-15,0 0 2 0,0 0-1 0,0 0-2 16,1-8 1-16,-1 8-1 0,0 0 1 0,0 0 1 15,0 0-2-15,0 0 3 0,0 0-4 16,0 0 5-16,1-8-1 0,-1 8-4 0,0 0 0 0,0 0-1 16,0 0 0-16,0 0-2 0,0-8 2 0,0 8 1 15,0 0 4-15,0 0-5 0,0 0 3 0,0 0-1 16,0 0-1-16,0-10 1 0,0 10 2 0,0 0-4 16,0 0 4-16,0 0-6 0,0 0 3 0,0 0 0 15,0 0 0-15,-3-9-7 0,3 9 12 0,0 0-6 16,0 0-3-16,-3-8 0 0,3 8 6 0,0 0-3 15,0 0 5-15,-1-8-8 0,1 8 8 0,0 0-4 16,0 0 0-16,-2-9-3 0,2 9 3 0,0 0 2 16,-3-7 1-16,3 7 0 0,0 0-3 0,0 0-1 15,-2-9 0-15,2 9-2 0,0 0 0 0,-2-9 2 16,2 9-2-16,0 0 2 0,0 0-4 0,-1-8 5 16,1 8-3-16,0 0 3 0,0 0-10 0,-2-10 11 0,2 10 0 15,0 0-1-15,-1-7 7 0,1 7-5 16,0 0 3-16,0 0-6 0,0 0 2 0,-1-9-2 15,1 9-2-15,0 0 6 0,0 0-4 0,0 0-3 16,0 0 2-16,-2-9 8 0,2 9-9 0,0 0 2 0,0 0 1 16,-2-7 2-16,2 7-2 0,0 0-9 15,0 0 11-15,0 0 3 0,0 0-5 0,0 0 3 16,0 0 4-16,0-9-1 0,0 9 7 0,0 0-7 0,0 0 0 16,0 0 5-16,-4-6-1 0,4 6-8 0,0 0 5 15,0 0-2-15,0 0 5 0,-3-8-10 0,3 8 4 16,0 0-3-16,0 0 0 0,0 0 1 0,0 0 2 15,-2-8 0-15,2 8-3 0,0 0 1 16,0 0 3-16,0 0-5 0,0 0 3 0,0 0-5 0,0 0 0 16,-4-6-3-16,4 6 14 0,0 0-14 0,0 0 1 15,0 0-1-15,0 0 2 0,0 0-9 0,0 0 8 16,0 0-4-16,0 0 0 0,0 0-1 0,0 0 5 16,0 0-3-16,0 0 1 0,6 25 3 0,-4-20 3 15,0 2-4-15,1 0 4 0,-1 2-7 0,0-1 6 16,0-3-3-16,2 4 0 0,-1 1 1 0,2 1 4 15,-1-3-5-15,-1 2 9 0,3 0-8 0,-1-1 3 16,-1 0 2-16,1 2-5 0,1 0 1 0,-2-2 2 16,1 2 3-16,-1-1-8 0,0-1 1 0,0 2 1 15,-1-1 2-15,2 0 1 0,-2 0 1 0,1 1-3 16,-2-1-2-16,2-1 1 0,-3 3 6 0,2-4 0 16,0 3-4-16,-1-4 1 0,2 3 4 0,0 0-1 0,-3 0 6 15,3-1-3-15,-2-4-3 0,1 5-4 16,-2-4 10-16,2 2-6 0,-2-2-3 0,-1-6 5 15,3 11-1-15,-2-7-2 0,-1-4 2 0,3 6 1 16,-3-6-7-16,0 0 6 0,2 8-5 0,-2-8 7 16,0 0-4-16,0 0 8 0,1 6 6 0,-1-6 2 15,0 0-1-15,0 0 12 0,0 0 1 0,0 0-2 16,0 0 1-16,0 0 2 0,5 5-6 0,-5-5 2 16,0 0-2-16,0 0-2 0,0 0 2 0,0 0-4 0,0 0 9 15,0 0-5-15,0 0-4 0,0 0 4 0,0 0-5 16,0 0-6-16,0 0 1 0,0 0 0 15,0 0 0-15,0 0 0 0,0 0-3 0,0 0-3 16,0 0 2-16,0 0-4 0,0 0 0 0,0 0-2 16,0 0 0-16,0 0 2 0,0 0-5 0,0 0-1 0,0 0 1 15,0 0 0-15,0 0-1 0,0 0-1 0,0 0 1 16,0 0-1-16,0 0-1 0,0 0 4 0,0 0-1 16,0 0-3-16,0 0-1 0,0 0-1 0,0 0 1 15,0 0 3-15,0 0 1 0,0 0-3 0,0 0-12 16,0 0-15-16,0 0-18 0,0 0-17 15,0 0-23-15,0 0-27 0,0 0-13 0,0 0-34 16,0 0-26-16,0 0-97 0,-12-16-304 0,12 16 136 0</inkml:trace>
  <inkml:trace contextRef="#ctx0" brushRef="#br0" timeOffset="-7414.57">28933 10378 44 0,'0'-9'111'0,"0"9"-21"0,0 0-6 0,0 0-16 15,0 0-12-15,0 0-22 0,0 0-15 0,0 0-24 16,0 0-18-16,0 0-57 0,0 0-87 0,0 0 39 15</inkml:trace>
  <inkml:trace contextRef="#ctx0" brushRef="#br0" timeOffset="-7211.59">29343 10540 70 0,'0'0'132'0,"0"0"-21"0,0 0-13 0,0 0-19 15,0 0-8-15,0 0-23 0,0 0-16 0,12 1-23 16,-12-1-35-16,5 5-26 0,-5-5-44 0,6 8-103 0,-1-3 46 16</inkml:trace>
  <inkml:trace contextRef="#ctx0" brushRef="#br0" timeOffset="-7000.81">29536 10804 31 0,'-5'3'122'15,"5"-3"-20"-15,0 0-1 0,0 0-18 0,0 0-13 0,0 0-12 16,0 0-30-16,0 0-35 0,0 0-46 0,0 0-37 16,22 3-96-16,-22-3 42 0</inkml:trace>
  <inkml:trace contextRef="#ctx0" brushRef="#br0" timeOffset="-6805.83">30263 10777 90 0,'0'0'143'16,"8"-5"-11"-16,-8 5-9 0,6-3-15 0,-6 3-26 16,6-4-20-16,-6 4-23 0,0 0-44 0,7-4-26 15,-7 4-34-15,0 0-48 0,8-3-123 0,-8 3 54 16</inkml:trace>
  <inkml:trace contextRef="#ctx0" brushRef="#br0" timeOffset="-6453.81">30695 10394 27 0,'7'-3'63'0,"-7"3"-19"0,9-4-44 16,-9 4-23-16,11-1-24 0,-3 0 11 0</inkml:trace>
  <inkml:trace contextRef="#ctx0" brushRef="#br0" timeOffset="-6273.67">31196 10339 11 0,'0'0'20'0,"-1"-13"-26"0,1 13-5 0,0 0 2 16</inkml:trace>
  <inkml:trace contextRef="#ctx0" brushRef="#br0" timeOffset="-5467.15">29560 10074 24 0,'18'-5'9'16,"9"0"-15"-16,1-1-6 0,-9 2 3 0</inkml:trace>
  <inkml:trace contextRef="#ctx0" brushRef="#br0" timeOffset="-5016.96">31223 9936 46 0,'0'0'44'0,"14"3"-22"0,-5-2-22 0,0 4-19 16,-3-3-20-16,5 3 8 0</inkml:trace>
  <inkml:trace contextRef="#ctx0" brushRef="#br0" timeOffset="11676.17">28858 11254 64 0,'0'0'65'0,"0"0"-10"0,0 0-3 0,0 0-12 15,0 0-6-15,0 0 5 0,0 0-9 0,0 0 2 16,10-3-7-16,-4 1 0 0,4-1-5 15,1 0 2-15,5-4-4 0,3 0 0 0,2-2 3 0,7-1-8 16,-3-3 2-16,4 2 1 0,0-2-2 0,0 2-3 16,-2-2-5-16,4-1-2 0,1 0-1 0,-3 0-1 15,1-1 6-15,-1 1-4 0,-2-1-2 16,-2-1 5-16,0 2-4 0,-4 0-7 0,-5 0 1 0,-2 1-2 16,-1-1 2-16,0 0 3 0,-1-2-2 0,-3 0-2 15,-1 1-2-15,1-2 5 0,-4-1-4 0,0-2 0 16,-1-6 1-16,-2 3 2 0,0-3 2 15,-1 0 1-15,-2 1 1 0,1 0-1 0,-2 0-2 16,2 1-3-16,-1 4 8 0,0-4-5 0,0 0 2 0,-1 5-3 16,4 1 2-16,-2-3 4 0,1 2-1 0,0-1-2 15,3 3-1-15,1-8-3 0,4 0 2 0,-4 8-1 16,5-7 5-16,-2 6-7 0,7-5 9 0,-1 2-8 16,2 1 5-16,-1 0-2 0,4 1 4 0,3 1-9 15,-2 1 4-15,3-1-3 0,2 3 7 0,1 0 3 16,-1 3-9-16,2-3 3 0,0 4-3 0,-1 3 7 15,-5 0-1-15,-2 0-5 0,-1 4-3 0,1 0-4 16,-6 0 10-16,1 3-5 0,-3 0 7 0,0 1-6 16,0 2 1-16,-3 0 4 0,-2 0-3 0,2 2-2 15,1 0-3-15,-4 2 3 0,1 4-3 0,-1-3 9 16,-1 3-8-16,0 3 9 0,0-1-5 0,-2 6 3 16,0 0-6-16,-1 0 2 0,-1 2 3 0,0-1-4 15,-1 1 6-15,-1 4-3 0,0 0 4 0,-2-5-4 16,3 1-3-16,0-1 10 0,-1 0-8 0,2 1 3 15,0 4-9-15,0-5 9 0,-1-1 2 0,1 1-1 16,0 1 1-16,3 5-2 0,-3-7-9 0,6 7 10 16,-2-8 5-16,-1 4-9 0,3 2 1 0,-1-4 7 15,3 5-1-15,-1-5-1 0,1 0-4 0,-1-1-1 16,4 5 2-16,3 1-1 0,-4-9 3 0,4 7-1 16,-1-5 7-16,1-2-9 0,1 6-6 0,3-3 9 15,0-1-3-15,-3-1-2 0,5 1 2 0,-3-5 6 0,-1 0-8 16,3 0 6-16,4 2-6 0,-6-4-2 15,3 0 5-15,0-2 2 0,-3 0-4 0,5-4 0 16,-6-1 3-16,5 0-1 0,-1-3 1 0,1 0-3 16,-1-1 3-16,0-2-3 0,-3-2 0 0,4 0 0 0,-2-4 0 15,-1 0 4-15,-1-5 2 0,4-1-4 16,1-3-8-16,-1-2 7 0,-1-3-5 0,-1 1 2 16,0-2-9-16,-4-1 1 0,1-1-1 0,-4-5 2 15,-1 4 8-15,1-5-9 0,-3 1-1 0,-1-1 5 16,0 1-2-16,-2-2 5 0,-2 1 0 0,0-4 3 0,0 4-7 15,-3-3 0-15,0 2 5 0,-1-1-3 16,2 3 18-16,-4-1-10 0,2 0 8 0,0 2-4 16,2 0-1-16,-1 2 0 0,1 3-2 0,1 6-4 15,1 1 7-15,-2-2-4 0,3 4-4 0,0-1 8 0,2 0-6 16,2 3 0-16,0-1-6 0,1 3 6 0,1-1-1 16,1 1 2-16,2 2-5 0,1 0 6 15,1 3-3-15,3 0 0 0,0 2 1 0,-1 4-4 0,2-1 3 16,-3 2 0-16,1 3-8 0,0-3 6 15,-5 5-1-15,-1 6-2 0,5-1 0 0,-7 2 2 0,3 1-4 16,-4 1 4-16,-3 5 2 0,2 5 3 0,-3-5-2 16,-2 5 1-16,-2 0-3 0,4 2 5 0,-4 0-7 15,1 1 4-15,-1-1 1 0,0-2 0 16,0 5 6-16,1-3-6 0,-1-1-2 0,4 1 1 0,0-1 0 16,-2 2-1-16,3-3-2 0,-2-1 4 0,1 4 2 15,0-2-4-15,0-2 3 0,0-4-3 0,0 0 8 16,1-1-3-16,-1 0-5 0,3 0 2 15,0 0-4-15,0-1 6 0,-2-2-2 0,3 0 1 16,1-1-2-16,2-1 0 0,1-1 2 0,-6-5 1 16,9 3-8-16,-5-3 5 0,5 0 3 0,-2-5 1 0,2 1-5 15,-2-1-3-15,4-4 3 0,-1-1 1 0,1-3-6 16,1 0 0-16,5-8-6 0,-7 2 8 0,5-6-1 16,-2-2-10-16,-3-1 2 0,0-4-1 0,0 1 3 15,-2-4 0-15,0 1 0 0,-4-2 1 0,-1-2 2 16,-2 2-4-16,-3-1 4 0,1 0 1 0,-3-1 4 15,1 2 4-15,-3-1 3 0,0 0-4 0,2 1-1 16,-2 2 5-16,3 1 5 0,-3 7-1 0,1 0-4 16,0 2 6-16,0-2 3 0,1 3-6 0,1 0-4 15,-1 5-6-15,-1 2 17 0,2 0-11 0,1 1 0 16,0 3-1-16,1 2-11 0,1 0 9 0,1 0 1 16,2-1 0-16,1 5-2 0,-2 3-4 0,2-1-1 0,1 2 2 15,0 1 5-15,0 5 2 0,-2 3-5 16,-1 3-4-16,0 0 5 0,-2 2 4 0,1 7-7 15,-2 0 0-15,-2 1 0 0,-3-3 8 0,1 3-1 16,-1 1-6-16,-2-2 0 0,1 1 3 0,0-3 0 0,0 2 0 16,1 0 0-16,2-7-2 0,0 0 1 15,1 6 1-15,1-1 4 0,0-5-2 0,4-1 1 16,0-3-7-16,1 3-6 0,7 3-9 0,2-2-13 16,-3-6-13-16,2 0-24 0,4 5-74 0,5-6 32 0</inkml:trace>
  <inkml:trace contextRef="#ctx0" brushRef="#br0" timeOffset="12667.04">28679 10631 5 0,'-8'0'11'0,"8"0"6"0,-10 1 0 15,10-1 0-15,0 0 0 0,-9 1-1 16,9-1-1-16,0 0-5 0,0 0 1 0,0 0 0 16,0 0-1-16,44-4 4 0,-15 2 2 0,2 1 0 0,8-2 0 15,15-2-3-15,3 2-1 0,7-2-6 0,1 2 5 16,36-4 1-16,-8 1-1 0,3 2-4 16,0 1 0-16,1-2 3 0,7 1-1 0,2 2-6 15,10-3 5-15,3 5-9 0,4-4 0 0,-1-1 1 16,6 2-1-16,-1-4 3 0,11-3-10 0,1 1 0 0,3 2 1 15,-3-3-5-15,3-3 0 0,-6 0 2 0,-1-2-4 16,-6-1 5-16,-5 1 1 0,-8 0-3 16,-13 3-1-16,-10-2 10 0,-29 3-7 0,-2 1 3 15,1-1 5-15,-7 4 1 0,-6-3 4 0,-14 4-8 0,0 1-6 16,-3-1 3-16,-2 1-10 0,-3-1-11 0,-7 3-29 16,-1-2 12-16</inkml:trace>
  <inkml:trace contextRef="#ctx0" brushRef="#br0" timeOffset="13147.84">28935 10295 51 0,'53'-7'55'0,"8"1"-8"15,36-8-6-15,4 4-7 0,2 2-1 16,3-2-4-16,11 3-5 0,7-8 6 0,12 8-11 15,6 3 2-15,3-6-15 0,9 4 14 0,0 1-5 16,5-1-5-16,1 1 7 0,-1-1-11 0,-9 1-1 16,4-3-3-16,-8 6-6 0,-7-2-11 0,-3 0-6 15,-10 2 0-15,-11-2-5 0,-11 1-37 0,-12-2-69 16,-32 2 30-16</inkml:trace>
  <inkml:trace contextRef="#ctx0" brushRef="#br0" timeOffset="13538.46">29461 9910 11 0,'144'-13'48'0,"6"-1"-3"0,1 5-14 15,3-1 0-15,-7 2-15 0,3 1-9 0,4-3-9 0,-2 2-4 16,-3 2-12-16,-2-2-10 0,-7-1-29 0,-6 4 13 16</inkml:trace>
  <inkml:trace contextRef="#ctx0" brushRef="#br0" timeOffset="13992.62">28762 10917 28 0,'38'-4'85'0,"22"-2"-2"16,36-4-11-16,3 1-5 0,9 0-10 16,-2-1-4-16,5 1 0 0,3-4-10 0,9 5-14 15,3-2 6-15,8 2-5 0,7 3-1 0,0-4-12 16,6 3 0-16,-2-1 3 0,8 1-16 0,2-1-3 15,0 1-12-15,1-4-3 0,-2 3-17 0,-3 0-4 16,-9-2-9-16,2 9-7 0,-12-3-39 0,-14-1-97 16,-19 4 44-16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10:51.835"/>
    </inkml:context>
    <inkml:brush xml:id="br0">
      <inkml:brushProperty name="width" value="0.05292" units="cm"/>
      <inkml:brushProperty name="height" value="0.05292" units="cm"/>
      <inkml:brushProperty name="color" value="#FF0000"/>
    </inkml:brush>
  </inkml:definitions>
  <inkml:trace contextRef="#ctx0" brushRef="#br0">20369 4153 18 0,'0'0'21'16,"0"0"0"-16,-7-3-1 0,7 3-4 0,0 0 3 15,0 0-5-15,0 0 3 0,0 0-9 0,0 0-1 16,0 0 3-16,0 0-10 0,0 0 2 0,0 0 0 16,0 0 5-16,0 0-4 0,0 0 1 0,0 0-2 15,0 0 4-15,0 0-3 0,0 0-3 0,24 10 5 16,-18-6 3-16,6-2-3 0,-1 2 2 0,6-1-3 15,1-1 5-15,2 2-2 0,0 0-2 0,8-2 3 16,0 2 6-16,2-4-10 0,2 2 7 0,2 0-3 16,-1 0-3-16,4-2 2 0,0 0 2 0,1 0 1 15,1-2 7-15,-1 2-10 0,13-4-4 0,1 0 9 16,1 1 2-16,-2-2-8 0,0 2-3 0,-13 1 5 16,15-3-7-16,-2 3 4 0,-12-1 1 0,14-2 0 15,-12 3-2-15,9-1 3 0,-10 1-3 0,12 0 0 16,-13 1-3-16,0 1-1 0,-1-1 3 0,0 0-3 15,2 1 5-15,-3 1-5 0,1-1-3 0,1 0 3 16,1 2 4-16,-2-2-3 0,14 0 1 0,-14 2 4 16,12 0-5-16,1-1 4 0,-12 2-2 0,13-2 1 15,-13-1 0-15,12 2 4 0,0-1 3 0,-13-1-3 16,2 0-8-16,12 0 5 0,0-1-2 0,-13 1-1 16,11 0 0-16,1 0 4 0,0 0-2 0,-14-3-2 15,15-1 2-15,-13 2 4 0,9-2 2 0,-8 1-3 16,-2 1-7-16,2 1 2 0,-1-2 6 0,11 0-7 15,-11 0 1-15,12 3 7 0,-13-2-2 0,14 1-3 16,-14 1 5-16,1 1-3 0,11-2-7 0,-13 1 4 16,4 0-6-16,-1 0 10 0,11-1-2 0,-1-1 3 15,-11 2-8-15,1 0 3 0,12-1 1 0,-2-3-2 16,-12 3 2-16,15-3-7 0,-2 3 8 0,-1-2-5 16,1-1-1-16,-13 3 1 0,2 0-3 0,11-2 6 15,-14 2-6-15,2 0 9 0,13 1-6 0,-13-2 5 16,10 2-5-16,-11-2 3 0,3 1 4 0,10 1-8 15,-10-2 2-15,10 0 6 0,1-2-11 16,-14 2 3-16,14-2-2 0,0 1 4 0,-12 1 1 16,12 0-2-16,-12-2 3 0,-2 2-9 0,14-2 11 0,-14 2-6 15,0-1 4-15,1 3-2 0,12-4-5 0,-12 0 3 16,12 2 8-16,-15 0-12 0,5-2 6 16,-3 2 2-16,2 1-4 0,1-1 4 0,-3 1-1 0,-2-1-3 15,3 1 2-15,0 1-5 0,-3-1 4 0,-2 1 3 16,4-1-1-16,-2 1-6 0,-5 0 0 15,5-2 8-15,-5 2-3 0,1 0-2 0,2 0 0 0,-2 2 9 16,-1-2-12-16,3 0 5 0,-3 0-1 0,1 0 0 16,4 1 0-16,1-1-3 0,1 0 3 15,1-1-4-15,10 2 7 0,-8-4-4 0,-3 5 6 16,2-2-2-16,0-2-6 0,-1 2 3 0,14-2 3 16,-16 1-5-16,1 1 4 0,0 0 3 0,2-2-4 15,10 2 4-15,-12-1-7 0,0-2-1 0,14 3 5 16,-14-1-2-16,3-1 3 0,-3 2-6 0,2 2 1 0,-4-4 8 15,3 4 2-15,-3-5-8 0,-3 3-3 16,3 1 3-16,-2-1-3 0,1 2 3 0,-1-1 1 16,2-1 1-16,-2 2-2 0,0-2-3 0,0 1 3 15,1 2 2-15,1-2-1 0,0 1-4 0,-3 0 5 16,2 1 0-16,-1-3 0 0,-5 4 0 0,2-3 1 16,1 0-9-16,1 1 5 0,-3 0 2 0,3-1 3 0,1-2 1 15,-1 2-5-15,-1-1 1 0,5-1 3 16,-3-1-7-16,0 0-5 0,-1 2 0 0,2-2 7 15,-2 0-1-15,-1 0 6 0,1 2-3 0,2-2 0 16,-2 1-1-16,0-1 3 0,-1 0-2 0,0 1 6 16,0-1-5-16,1 1-1 0,-2 1 6 0,1-1-8 15,0-1 6-15,1 2-2 0,-2 0 0 0,1 0 0 16,1-1-3-16,-1-1-2 0,1 2 4 0,-1-2 2 16,0 2-3-16,-1-1 5 0,3 1-5 0,-1-1-1 15,1 1 5-15,-1 1-8 0,0-1 0 0,0 0 4 16,2 2 0-16,-2-1-5 0,1-1 3 0,-2 3 1 15,0-3 1-15,0 2-8 0,0-1 2 0,-2 0 1 16,0 1 5-16,-9-1 1 0,2-1-1 0,-2 2-10 16,0-4 7-16,1 4 4 0,-2-2 1 0,-3-3-2 15,-3 3 4-15,3 0-1 0,-5-3-1 0,0 2 10 16,-2-1-11-16,-1 2-11 0,-1-1 1 0,-1-1-10 16,2 0-6-16,-9 2-15 0,13-3-12 0,-7 0-47 15,6-2-106-15,-7 2 47 0</inkml:trace>
  <inkml:trace contextRef="#ctx0" brushRef="#br0" timeOffset="1835.02">5775 5045 15 0,'0'0'37'0,"0"0"-5"15,-6-5-6-15,6 5-6 0,0 0 1 0,0 0-3 16,0 0 4-16,0 0-6 0,0 0-2 0,0 0-3 15,0 0-6-15,0 0 7 0,0 0-5 0,0 0 3 16,0 0 1-16,0 0-2 0,28 7-2 0,-18-4 3 16,3-2-6-16,4 3 1 0,1 0 1 0,4 0 0 15,7-1-2-15,-1 1 1 0,3-1 0 0,2-1 3 16,5 1 2-16,-1 0-4 0,0-3-2 0,3 1 5 16,10-1-4-16,1 0 5 0,1 0-2 0,-2-1 0 15,2-1 4-15,0 2-7 0,3 0-1 0,3 0-4 16,-1-1 10-16,1 0 0 0,1 2-4 15,-1-1 4-15,1 1 2 0,-1 3-2 0,0-4 3 0,-3-1-6 16,2 2 1-16,-1-1-3 0,-1-1-2 0,1 1 1 16,0-1-1-16,4-3 3 0,-1 1 1 0,0 1 1 15,-3-1-3-15,2-1-6 0,0-1 8 0,-1 1-2 16,-2-1-2-16,-2 2 1 0,1 0 0 0,-2-1-3 16,-13 0-4-16,14-2 6 0,-3 3-3 0,-14 2 3 15,4-2-1-15,-2 0 1 0,2 3-3 0,-1-2-1 16,1 2 6-16,-2 0-1 0,-2 0-13 0,2 0 9 15,-1 2 3-15,-1-2 4 0,-1 3-8 16,-1-2 2-16,1 2 1 0,-1 0-1 0,-1-3 3 0,2 2-3 16,2 1 0-16,-3-1 5 0,4 1-4 15,-3-1-5-15,1 1 8 0,0-1-2 0,0 0 4 0,-2-2-8 16,3 0 3-16,-1-2 1 0,0 2 0 0,2-2-1 16,-1 1 7-16,2-3 4 0,12 1-18 0,-14 1 19 15,1-1-1-15,-1 1-8 0,14-2 5 0,-14 1-2 16,2 0-9-16,0-1 7 0,11 1 2 15,-14 0-10-15,1 1 12 0,-3-2-6 0,1 1 1 16,-3 3 0-16,0-3-8 0,1 2 1 0,-1-2 12 16,-3 3-8-16,2 0-7 0,1 0 4 0,0-3-1 0,-3 2 0 15,-1-1 3-15,1 1 2 0,-8 1 0 0,-1-1-2 16,1 1 2-16,-2 0-6 0,-1 1 9 16,0-1-5-16,-4 1-1 0,0-1 1 0,-2 0 4 0,-1 0 5 15,1 0-8-15,-3 0 5 0,-1 0-1 16,-8 0 0-16,12 0-5 0,-12 0 2 0,10 0-2 15,-10 0 5-15,11 2 3 0,-11-2-1 0,12 0-3 0,-12 0 4 16,12 1 7-16,-12-1-8 0,9 0-10 0,-9 0 10 16,9 0-5-16,-9 0 6 0,0 0-9 0,9 1 0 15,-9-1-3-15,0 0 10 0,0 0-8 0,8 2 3 16,-8-2 3-16,0 0 2 0,0 0-7 16,0 0 10-16,0 0-15 0,0 0 14 0,0 0 0 15,0 0-5-15,0 0 2 0,7 1 0 0,-7-1-1 0,0 0-6 16,0 0 9-16,0 0 0 0,0 0-3 15,0 0 13-15,0 0-18 0,0 0 17 0,0 0-17 0,0 0-3 16,0 0 5-16,0 0 4 0,0 0 4 16,0 0-7-16,0 0-8 0,0 0 0 0,0 0 10 15,0 0-2-15,0 0-7 0,0 0 5 0,0 0 2 16,0 0-3-16,0 0 2 0,0 0-2 0,0 0-2 0,0 0 8 16,0 0-11-16,0 0 9 0,0 0-11 0,0 0 1 15,0 0 1-15,0 0 0 0,0 0 0 0,0 0 0 16,0 0 2-16,0 0 0 0,0 0 7 15,0 0-13-15,0 0 5 0,0 0-3 0,0 0-4 16,0 0-7-16,0 0-4 0,0 0 3 0,0 0-11 16,0 0-3-16,5 6-6 0,-5-6 0 0,0 0-6 0,4 5-8 15,-4-5-54-15,4 7-116 0,-4-7 52 16</inkml:trace>
  <inkml:trace contextRef="#ctx0" brushRef="#br0" timeOffset="3276.89">19042 5070 20 0,'29'0'26'0,"3"2"-13"0,0-2 9 16,-3 1 6-16,2-1-5 0,0 1 2 0,2-1-3 16,0 5 1-16,4-2-1 0,0-4 7 0,3 2-4 15,11 1 6-15,-14-1-6 0,14 2 1 0,-1-2-11 16,-9-1 16-16,9 3-8 0,2-2 4 0,-1 2 0 15,3 1-6-15,-15-2 1 0,16-2 1 0,-2 0 1 16,-1 1-1-16,-2 1-6 0,1-2-11 0,-12-2 18 16,14 0-3-16,1 1-2 0,-16 3 5 0,14-4-11 15,0 0 8-15,-14 3-11 0,13-2 17 16,-11 1 3-16,-1-2-21 0,1 1 6 0,11 2-9 0,-13-2-1 16,2 1 6-16,0-2-6 0,-1 2 12 0,0-1-6 15,-1 1-1-15,13 0-6 0,-12 0 6 0,-1 0-4 16,1-1 2-16,1-1-4 0,12 5 5 0,-13-4 1 15,0-2-2-15,1 3-1 0,0-2-7 0,-2 2-2 16,0 0 10-16,3-2-4 0,-5 3 3 0,-2-1 9 16,2 0-13-16,-1 0-3 0,-2 1 0 15,3 1 1-15,-4-1 15 0,0-1-8 0,2 0-2 0,1 2-9 16,-1-4 4-16,1 2-5 0,2 0-1 0,1-3 0 16,0 3 9-16,0-3-5 0,-4 2 9 0,-1 2-15 15,-5-2 12-15,6 1-2 0,-1-1-4 16,5-1-7-16,0 0-1 0,15-3 11 0,-1 2-2 15,-1 1-5-15,-11 0 1 0,11 1 3 0,-18 0 0 0,3 1 1 16,-1 1 8-16,2-2-13 0,-3 2 8 0,-1-2-12 16,-6 3 4-16,4-2 5 0,-2 1 14 0,-2 2-14 15,0-3-3-15,-5 1-11 0,-4-2 13 0,3 2-4 16,-3-1 5-16,2 0-4 0,-7 0-1 0,2-1-3 16,-4 2 5-16,2-1-4 0,-5-1-2 0,3 2-5 15,-11-1-9-15,12 0-14 0,-12 0-15 0,10 0-8 16,-10 0-12-16,11 0-43 0,-11 0-124 0,9 0 54 15</inkml:trace>
  <inkml:trace contextRef="#ctx0" brushRef="#br0" timeOffset="4162.29">25305 5149 14 0,'0'0'76'0,"0"0"-10"0,0 0-13 15,0 0-1-15,0 0-9 0,0 0-1 0,0 0-9 16,0 0-4-16,0 0 3 0,29-3 1 0,-14 3 0 16,5-2 12-16,8 2-16 0,3-2-4 0,3 3 1 15,4-1 1-15,0 0-7 0,14-4 2 0,0 2 3 16,3 1-6-16,1-1 5 0,3 0 2 0,0 2-3 16,1-1-6-16,5-1 7 0,-2 2-4 0,2-1-1 15,27 0-4-15,-27-1 0 0,31-2 1 0,-2 4 0 16,-31-1-6-16,29 0 0 0,-28 1-1 0,1-1-1 15,-2 2-3-15,2-2 2 0,-2 3-1 0,0-2-7 16,-4 1 4-16,-1-1 0 0,-1 2 5 0,-2-2-8 16,-5 0 1-16,4 1-3 0,-5 0 3 0,-8-1 2 15,10 0-6-15,-10 0 6 0,-3-1 2 0,14 0-7 16,-12-1 8-16,12 2-5 0,-1-1 4 0,-12 1 7 16,-1-2-13-16,0-1 2 0,-1 2 0 0,-3 0 7 15,0-2-6-15,-3 2 8 0,3-1-6 0,-5 1 0 16,0 0 6-16,0-1-6 0,-6 1 10 0,4-1-15 15,2-2 8-15,-2 3-5 0,1-3 2 0,-1 2-3 16,2 1 3-16,2-2-4 0,-4 3 6 0,4-2-6 16,-1 0 0-16,3 2-6 0,1-3 8 0,-2 2-4 15,1 1 7-15,-1 1-5 0,0-2 5 0,-2 1-5 16,2 0 2-16,-2-2-8 0,-1 1 13 0,0 1-8 16,2-1 2-16,1 2 1 0,-1-1-5 0,1 1 3 15,1-1 3-15,2 0-9 0,-1 0 12 0,3 2-4 16,0-1-3-16,-2 0-1 0,2-1 1 0,-5-1-7 15,0 0 1-15,0 1 4 0,-3 1 8 0,0-1-9 16,-8 1-3-16,7-1 7 0,-6 2 7 0,6-4-12 16,-6 2 11-16,-3 0-8 0,1-1 1 0,1 0 2 15,-2-1 2-15,0 1-10 0,-6 2 17 0,1-2-4 16,-3 0-2-16,2 1-5 0,-3-3 6 0,-2 3-4 16,-8 0 6-16,15-1 3 0,-7 1-12 0,-8 0 3 15,10 0-2-15,-10 0-7 0,10-2-6 0,-10 2-20 16,8-2-3-16,-8 2-14 0,0 0-11 0,0 0-19 15,0 0-66-15,0 0-157 0,0 0 70 0</inkml:trace>
  <inkml:trace contextRef="#ctx0" brushRef="#br0" timeOffset="5550.26">5690 6042 36 0,'9'-5'41'15,"-3"4"-3"-15,-6 1-5 0,16-2-3 0,-4-1-1 16,-2-1-5-16,8 1 1 0,1 1-2 0,3 0 7 15,8 0-5-15,6-2 1 0,1 1 0 0,3 1 4 16,12-1-2-16,4 0 0 0,-2 1-1 0,6-2-1 16,-1 0 3-16,1 0 0 0,0 3-6 0,1-1 5 15,3-3-6-15,2 1 4 0,-1-1-5 0,25-2 5 16,-27 3-4-16,1 0-5 0,27-5 6 0,-29 3 0 16,2 1 3-16,1-1-5 0,26-1-7 0,-32 1 15 15,6 0-16-15,27-2 11 0,-28 3-11 0,0 1 7 16,2 2-8-16,25 0 3 0,-28-2-3 0,2-1-1 15,24 4 9-15,-29 2-12 0,2-2-4 0,-2 1 3 16,2 1-5-16,1-1 1 0,-2 1 2 0,2 2 1 16,-2-3-5-16,2 1 2 0,-3 0-4 0,0 2 14 15,0-1-16-15,-2 2 5 0,-5-1 1 0,-1 1 9 16,-13-2-7-16,15 1-5 0,-17 0 3 0,4-1 5 16,-3 1-9-16,13 1 1 0,3-2 1 0,-3 0 1 15,-11 0 5-15,12-2-3 0,2-2-1 0,-1 1 0 16,4 0-3-16,-4-1 0 0,2 0-4 0,0 0 0 15,-4-1 6-15,0 3 7 0,-11 0-9 0,-2-1 5 16,14 1-9-16,-15 0 17 0,1 0-17 0,-1 2 9 16,3-2-1-16,-3 2 4 0,1-1-7 0,-1 0-2 15,-3 3-2-15,1-4 6 0,0 2-6 0,-3 2 5 16,-1-2-4-16,1 1 2 0,0 1 2 0,0-1-2 16,-4-1 7-16,4 0-5 0,-2 1-2 0,0-1-6 15,-3 1 8-15,1-1 2 0,-1 0-4 0,-5 0-3 16,5-2 6-16,-8 0 0 0,1 1-5 0,-2 0 2 15,1 2 11-15,-4-2-5 0,2 1 1 0,0-2-1 16,-4 0-1-16,0 0 6 0,1 2 0 0,2-4 3 0,-3 4-2 16,-3-2-6-16,-2 0 1 0,-8 0-3 15,14 0 6-15,-14 0-5 0,10-2 0 0,-10 2 11 16,7 2 0-16,-7-2 4 0,0 0 17 0,0 0-5 16,10-2-3-16,-10 2 3 0,0 0-4 0,0 0-1 15,0 0-5-15,10 0-5 0,-10 0 3 0,0 0-6 16,0 0-8-16,0 0 2 0,0 0-22 0,0 0-14 15,0 0-17-15,0 0-23 0,0 0-25 0,0 0-20 16,9 0-98-16,-9 0-230 0,0 0 102 0</inkml:trace>
  <inkml:trace contextRef="#ctx0" brushRef="#br0" timeOffset="5960.67">11426 5674 1317 0,'4'-5'6'0,"1"-4"13"0,-1 2-21 0,1 4 3 16,-5 3-12-16,5-9-15 0,-5 9-12 0,5-5 3 15,-5 5 6-15,5-5 9 0,-5 5-3 0,0 0 0 16,0 0 4-16,0 0 5 0,7-4-5 15,-7 4 2-15,0 0 3 0,0 0-6 0,0 0 4 0,0 0 4 16,0 0 0-16,0 0 12 0,0 0-12 0,9 10 13 16,-9-10-9-16,3 6 6 0,-3-6-3 0,2 7 13 15,-2-7-9-15,0 0 5 0,1 9 2 16,-1-9 9-16,0 0-14 0,0 0 4 0,3 8-5 16,-3-8 4-16,0 0 3 0,0 0 1 0,0 0-2 0,2 3 0 15,-2-3 5-15,0 0-11 0,0 0 8 0,0 0-5 16,0 0-1-16,0 0 8 0,0 0-2 0,0 0 3 15,0 0 7-15,0 0 6 0,0 0 2 16,0 0-3-16,0 0 8 0,22-7-12 0,-5-3-3 16,6-2 3-16,6-1-17 0,16-11-33 0,11-2-24 0,2 0-22 15,24-11-107-15,-5-5-200 0,5-2 89 0</inkml:trace>
  <inkml:trace contextRef="#ctx0" brushRef="#br0" timeOffset="13130.18">5255 7703 50 0,'0'0'47'0,"0"0"-8"0,0 0 0 16,0 0-2-16,-10 2-7 0,10-2-5 0,0 0-8 15,0 0 3-15,0 0-5 0,0 0 3 0,-4 4-3 16,4-4-2-16,0 0-1 0,0 0-1 0,0 0 3 16,0 0-8-16,11 13 1 0,-7-10 3 0,1 1-2 15,1-1-5-15,0 3 2 0,1-3-3 0,1 3 5 16,1 0-4-16,1 0 3 0,3 0-6 0,-2 2-1 15,5-2 1-15,-1 2 1 0,3 0 1 0,-1-1 1 16,2-3-3-16,-1 4 0 0,9 1 1 0,-1-4 2 16,-5 2 2-16,7-4-6 0,2 1 2 0,1 0 0 15,2 0 0-15,2-2-1 0,-1 0 0 0,2-2 4 16,0 3-3-16,2-3-1 0,-1 3-2 0,2-2 4 0,0-2 2 16,15 1-4-16,-2-2 0 0,-2 2 4 0,3-2-5 15,-14 3 6-15,1-3-6 0,12 1 2 16,-2-3-1-16,-11 1 4 0,0 2-8 0,1 0 3 15,13-1 2-15,-3 1 0 0,-13 0 0 0,14 1 0 16,-13 1 0-16,14-2-3 0,-15 3 1 0,1 0 0 0,2-2 1 16,-1 1 3-16,0-1-3 0,-1 4-2 0,3-3 4 15,-5 2 0-15,0-2-4 0,1 1 7 0,-3 1-7 16,2 0 1-16,0-2 0 0,-2 2 6 16,1-1-5-16,-2 0 3 0,2 1-4 0,-3 0 11 15,2 2-10-15,2-1 3 0,-3 0-4 0,1-1 1 0,1-3 3 16,0 2-3-16,2 0 0 0,0 0 6 15,2-2-1-15,1 1 2 0,-2 2-1 0,3-1-2 16,9-1 1-16,-13-1 3 0,1 2-6 0,-1-2 1 16,-1 1-3-16,1 1 9 0,2-1-3 0,-1-1 1 0,12 1 6 15,-9 0-1-15,-3-2-5 0,16 0 0 0,-15 1 4 16,1-1-3-16,12 2-2 0,-13-1 1 0,-2 0-5 16,2 1 2-16,1 0-2 0,-2 0 2 0,1 2 2 15,0 0 2-15,0-2-7 0,0 2 2 0,0-1 5 16,12-2 0-16,-14 1-3 0,2 0 7 0,0 2-3 15,-4-3 3-15,3-1-6 0,-3 2 8 0,2-2-7 16,-1 1 1-16,0 1-2 0,-2-1 3 0,1 1-5 16,-3-1 1-16,0 0-3 0,-1 2 6 0,-2-1-1 15,-1 0 2-15,-5-1-5 0,-4 2-1 0,4-2 0 16,-2 0 3-16,0 0-4 0,-1 0-7 0,-1 2-1 16,-3-2-2-16,0 1-18 0,-3-1-13 0,0 1-17 15,-1-1-62-15,-4 3-127 0,-1-3 57 0</inkml:trace>
  <inkml:trace contextRef="#ctx0" brushRef="#br0" timeOffset="13910.3">11240 7946 10 0,'0'0'51'0,"0"0"3"15,34-4-9-15,-22 3 6 0,5 3-5 0,3-2-6 0,0 2 4 16,11-4-6-16,2 1-4 0,3 1 6 16,2 0-18-16,2-1 0 0,15-3 1 0,2 3 2 15,2-3-5-15,1 1-3 0,3 1 1 0,2-1 4 16,0-2-4-16,0 3 9 0,27-4-6 0,-29 3 1 15,-7-2-6-15,1 4 4 0,1-2-7 0,-3 1 4 0,0-2 1 16,-3 4-8-16,-3-3-9 0,3 3 19 16,-13-3-7-16,13 2-1 0,-13-1-3 0,12 1 1 15,-13-2 2-15,3 2-9 0,10-1 3 0,-13-1-1 16,2 3 3-16,-5 0-1 0,1-3 1 0,-2 1 0 0,-1 0-6 16,-1 2 1-16,1 0-2 0,-3 0 1 0,-1 0 6 15,2-2-9-15,-2 2 4 0,-1 0-3 16,3 0 7-16,0 0-7 0,1 0 2 0,-1 2 4 15,-2-2-3-15,1 0-5 0,3 0 7 0,-3 0 2 0,-1 0-6 16,4 2 2-16,-3-4-5 0,3 2-1 0,1 0 10 16,-3 0-4-16,1 2-1 0,-1-2-8 15,0-2 23-15,-1 2-19 0,1 0 5 0,-4 0-5 16,3 0 8-16,-8 0-8 0,3 2-2 0,-3-4 7 0,0 2-14 16,8 0 12-16,-3 0 2 0,2 0-6 0,0 2-1 15,1 0 3-15,1 0-2 0,-2-1-3 0,-1-1 2 16,1 3-10-16,-10-1-16 0,4 1-15 15,-4-1-22-15,-2 1-69 0,-3 0-146 0,-3 0 64 0</inkml:trace>
  <inkml:trace contextRef="#ctx0" brushRef="#br0" timeOffset="15060.84">19053 7886 29 0,'0'0'64'0,"0"0"-3"0,0 0-7 0,-4-7-5 0,4 7-2 16,0 0-9-16,0 0-6 0,0 0 4 0,0 0-4 15,0 0-6-15,0 0-4 0,0 0-5 0,0 0 2 16,14-2 0-16,-14 2-15 0,13 2 7 0,-2-1 5 16,1 1-7-16,1 0 5 0,-3 0 5 0,2 2-15 15,-1-1 11-15,0-1-6 0,0 0 3 0,3 1-6 16,-1 2 2-16,4-2-2 0,0 1 4 0,4 1-2 15,-2-3-1-15,1 3 7 0,8-2-11 0,0 1 7 16,2 0 1-16,-1-2 0 0,3 0 2 0,1 0-2 16,2 0 3-16,-1 1 1 0,6-1-4 0,10-1-1 15,2 1 2-15,2 1-4 0,1-2-1 0,-1-1 2 16,2 0-5-16,0 1 1 0,4-1 2 0,-1 1-1 16,1 2-1-16,4-5 5 0,-3 4 0 0,0-2-9 15,3 1 6-15,2 1-4 0,-3-2 0 0,4 1 1 16,24 2 0-16,-30-2-5 0,3 2 4 0,-1-1 1 15,3-1 5-15,24 3-7 0,-24-2 4 0,0-1 2 16,25 0-2-16,-27 3-4 0,28 0 2 0,-27-2-3 16,26 2 1-16,-30 0-2 0,2-2-1 0,3 2 4 15,-2-1 10-15,30-1-14 0,-33 2 6 0,4-1-2 16,2-1 0-16,23 2-8 0,-26 0 7 0,0-1-2 16,28 3 3-16,-30-2 8 0,3-1-7 0,25 1-3 15,-28-1 0-15,5 0-2 0,22-1 1 0,-28 2 8 16,5-3-4-16,25 5-6 0,-27 0 13 0,27-5-16 15,-3 4 7-15,-28-4-6 0,6 0 3 0,1-1-7 16,25-1 1-16,-27 2 13 0,26-2-12 0,-30 0-10 16,2 1 14-16,1-2 6 0,26 2-6 0,-30 0 5 15,3 0-7-15,-3 0 6 0,3 2 2 0,1-2-7 0,-1 2-3 16,0-2 7-16,1 0 1 0,-1 2-5 16,-2 0 1-16,0 0 1 0,-2 0 2 0,1 2 4 15,3-1-2-15,-3-2-3 0,0 3 6 0,0-1-5 0,-6-2 6 16,1 1-11-16,0 1 5 0,1 0 6 15,-6-2 0-15,-12 0-8 0,18 0 8 0,-7 0 0 16,-11 0-6-16,1 1-4 0,-2 0 10 0,1-1-4 16,-2 0-10-16,3 0 7 0,-3-1 4 0,0 1 0 15,-4 1 2-15,-1-4-1 0,-2 2 4 0,-2-1 4 0,-7 1-8 16,2 0-8-16,-1 0 11 0,-4 0 9 0,0 0-3 16,-4 0 14-16,-1 0 4 0,0-1-2 0,-5 1 1 15,-7 0 10-15,16 0-15 0,-11 0-11 0,-5 0 2 16,10 1 2-16,-10-1 0 0,8 0-7 0,-8 0 5 15,0 0-17-15,11 1 3 0,-11-1-23 0,0 0-26 16,8 3-24-16,-8-3-26 0,0 0-102 0,0 0-213 16,-13 12 96-16</inkml:trace>
  <inkml:trace contextRef="#ctx0" brushRef="#br0" timeOffset="38661.37">10183 11676 7 0,'0'0'1'15,"0"0"-1"-15,0 0-2 0,-8 9-1 0</inkml:trace>
  <inkml:trace contextRef="#ctx0" brushRef="#br0" timeOffset="41670.18">10185 11494 21 0,'0'0'32'0,"0"0"-1"16,0 0-3-16,0 0-4 0,0 0 2 0,-14 19-3 16,14-19-8-16,-2 6-2 0,2-6 4 0,0 0-3 15,-3 7-2-15,3-7-4 0,0 0 1 0,-4 6-1 16,4-6-2-16,0 0 2 0,0 0 1 0,0 0-5 15,0 0-4-15,0 0 13 0,0 0-11 0,0 0 1 16,-4 5-1-16,4-5 2 0,0 0-2 0,0 0-1 16,0 0-1-16,0 0 4 0,0 0-3 0,0 0-1 15,0 0 3-15,0 0 2 0,0 0 1 0,0 0-4 16,0 0 1-16,0 0 4 0,0 0-5 0,0 0 2 16,0 0-5-16,0 0 4 0,0 0-1 0,0 0-4 15,-5 6 2-15,5-6 8 0,0 0-13 0,0 0 0 16,-7 3-5-16,7-3-2 0,-4 4-1 0,4-4-4 15,0 0-5-15,-7 5-6 0,7-5-17 0,-5 5-49 16,5-5 21-16</inkml:trace>
  <inkml:trace contextRef="#ctx0" brushRef="#br0" timeOffset="45858.85">10639 12266 14 0,'0'0'22'0,"0"0"3"0,0 0-4 16,0 0-1-16,0 0 2 0,0 0-6 0,0 0 5 15,0 0-7-15,0 0 2 0,0 0-5 0,0 0 3 16,0 0-1-16,0 0-2 0,0 0-1 0,0 0-2 16,0 0-2-16,0 0 3 0,0 0-3 0,0 0-8 15,0 0 6-15,0 0 1 0,0 0-7 0,0 0 5 16,0 0 0-16,0 0-3 0,0 0 0 0,0 0 2 15,0 0 1-15,0 0-1 0,0 0 3 0,0 0-3 16,0 0 6-16,0 0-8 0,0 0 1 0,0 0 3 16,0 0-3-16,0 0 1 0,0 0-4 0,0 0 4 15,0 0 3-15,0 0-3 0,0 0 0 0,0 0-2 16,0 0 6-16,0 0 5 0,0 0-7 0,0 0 0 16,0 0 4-16,0 0 4 0,0 0-8 0,0 0-2 15,0 0 3-15,0 0 1 0,0 0-7 0,0 0 5 16,0 0 1-16,0 0 3 0,0 0-9 0,0 0 5 15,0 0-4-15,0 0 5 0,0 0 2 0,0 0-2 16,0 0-6-16,0 0 5 0,0 0-5 0,0 0 2 0,0 0-4 16,0 0 1-16,0 0 7 0,0 0-1 15,0 0-4-15,0 0-2 0,0 0 3 0,0 0 1 16,0 0-1-16,0 0-4 0,0 0 4 0,0 0-4 16,0 0 5-16,0 0-5 0,0 0 1 0,0 0-2 15,0 0 7-15,0 0-4 0,0 0 1 0,0 0-8 16,0 0 6-16,0 0-7 0,0 0 4 0,0 0-3 15,0 0 3-15,0 0 1 0,0 0-2 0,0 0 1 16,0 0-2-16,0 0-1 0,0 0-1 0,0 0-6 16,0 0 3-16,0 0 1 0,0 0 4 0,0 0-3 0,0 0 0 15,0 0 2-15,0 0 1 0,0 0-3 16,0 0-3-16,0 0-4 0,0 0-4 0,-4 9-15 16,4-9-37-16,-5 3 18 0</inkml:trace>
  <inkml:trace contextRef="#ctx0" brushRef="#br0" timeOffset="52242.08">20121 12576 15 0,'8'-5'42'16,"-8"5"-7"-16,8-5-5 0,-8 5-12 0,0 0-16 16,7-1-11-16,-7 1-14 0,0 0-24 0,0 0 11 0</inkml:trace>
  <inkml:trace contextRef="#ctx0" brushRef="#br0" timeOffset="52769.25">22845 12530 5 0,'0'0'43'0,"0"0"-10"0,0 0-5 15,0 0-11-15,0 0-6 0,0 0-11 0,0 0-24 16,7 3-24-16,-7-3 12 0</inkml:trace>
  <inkml:trace contextRef="#ctx0" brushRef="#br0" timeOffset="55760.87">12484 13111 17 0,'-1'-7'48'0,"1"7"-19"0,0 0-14 15,0 0-16-15,0 0-7 0,0 0-9 0,0 0-19 0,0 0 9 16</inkml:trace>
  <inkml:trace contextRef="#ctx0" brushRef="#br0" timeOffset="61343.68">20355 12659 72 0,'0'0'80'0,"0"0"-10"0,0 0 0 15,0 0-13-15,-4-7-7 0,4 7-5 0,0 0-6 16,0 0-16-16,0 0 6 0,0 0-26 0,0 0-5 16,0 0-6-16,0 0-9 0,0 0-8 0,0 0-5 15,15-2-10-15,-15 2-30 0,15 2-75 0,-5 0 34 16</inkml:trace>
  <inkml:trace contextRef="#ctx0" brushRef="#br0" timeOffset="61646.3">22653 12546 20 0,'0'0'81'0,"0"0"-15"15,0 0-3-15,3-6-9 0,-3 6-15 0,0 0-22 16,0 0-31-16,0 0-41 0,0 0-59 0,0 0 27 15</inkml:trace>
  <inkml:trace contextRef="#ctx0" brushRef="#br0" timeOffset="-182015.7">27457 3905 19 0,'0'0'21'0,"0"0"-19"0,8 3-9 0,-3 0-9 16,-5-3 4-16</inkml:trace>
  <inkml:trace contextRef="#ctx0" brushRef="#br0" timeOffset="-181089.27">28512 4076 5 0,'0'0'26'0,"0"0"-6"0,0 0 5 0,0 0-3 16,0 0-8-16,0 0 7 0,0 0-14 0,0 0 6 15,6 3-3-15,-6-3 9 0,0 0-9 0,0 0 1 16,0 0-1-16,0 0-2 0,0 0 0 0,0 0-1 16,0 0 2-16,0 0 2 0,0 0-1 15,0 0 2-15,0 0-4 0,0 0 0 0,0 0 2 16,0 0-1-16,0 0 2 0,0 0 2 0,0 0-4 0,0 0-5 16,0 0 1-16,0 0 3 0,0 0 7 0,0 0-8 15,0 0 1-15,0 0-7 0,0 0-1 0,0 0 0 16,0 0 5-16,0 0-2 0,0 0 6 15,0 0-9-15,0 0 2 0,0 0 3 0,0 0-4 16,0 0 3-16,0 0-5 0,0 0-5 0,0 0 7 16,0 0 1-16,0 0 2 0,0 0-5 0,0 0 5 0,0 0-1 15,0 0 0-15,0 0 3 0,0 0-5 0,0 0 1 16,0 0-1-16,0 0 1 0,0 0-3 0,0 0 7 16,0 0 2-16,0 0 4 0,0 0-3 0,0 0 1 15,0 0-4-15,0 0 5 0,0 0-2 16,0 0 5-16,0 0-3 0,0 0-9 0,0 0 7 15,0 0 1-15,0 0-5 0,0 0 4 0,0 0-6 0,0 0-2 16,0 0 3-16,0 0 1 0,0 0 2 16,0 0-2-16,0 0-9 0,0 0 8 0,0 0-1 15,0 0 2-15,0 0-4 0,0 0 9 0,0 0-6 16,0 0 5-16,0 0-6 0,0 0 3 0,0 0 13 16,0 0-14-16,0 0-3 0,0 0 2 0,0 0 3 15,0 0 1-15,0 0-1 0,0 0 5 0,0 0-6 16,0 0-1-16,0 0 2 0,0 0 1 0,0 0 0 15,0 0-5-15,0 0-4 0,0 0-2 0,0 0 22 0,0 0-17 16,0 0 1-16,0 0-6 0,0 0 10 16,0 0-2-16,0 0 5 0,0 0-5 0,0 0-10 15,0 0 10-15,0 0 0 0,0 0-7 0,0 0 8 16,0 0 5-16,0 0-2 0,0 0-7 0,0 0 4 0,0 0-3 16,0 0 0-16,0 0-5 0,0 0 9 0,0 0 1 15,0 0-10-15,0 0-1 0,0 0 1 16,0 0 7-16,0 0-8 0,0 0 5 0,0 0-2 15,0 0-4-15,0 0 6 0,0 0 6 0,0 0 15 16,0 0-29-16,0 0 8 0,0 0 7 0,0 0-9 16,0 0 12-16,0 0-4 0,0 0-11 0,0 0 1 0,0 0 10 15,0 0-8-15,0 0 2 0,0 0 2 16,0 0-4-16,0 0-8 0,0 0 6 0,0 0 1 16,0 0-9-16,0 0 7 0,0 0 6 0,0 0-4 15,0 0 3-15,0 0-15 0,-9-19-10 0,9 19 1 16,0 0-10-16,0 0-18 0,0 0-21 0,0 0-41 15,0 0-121-15,0 0 54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12:11.249"/>
    </inkml:context>
    <inkml:brush xml:id="br0">
      <inkml:brushProperty name="width" value="0.05292" units="cm"/>
      <inkml:brushProperty name="height" value="0.05292" units="cm"/>
      <inkml:brushProperty name="color" value="#FF0000"/>
    </inkml:brush>
  </inkml:definitions>
  <inkml:trace contextRef="#ctx0" brushRef="#br0">13807 4079 17 0,'0'0'18'0,"0"0"-1"0,0 0-4 16,0 0-5-16,0 0 3 0,0 0-4 15,0 0 3-15,0 0-3 0,0 0 1 0,20-6-3 0,-11 4 3 16,3 2-6-16,5-2 0 0,4-1 2 15,2-1 5-15,8 1-3 0,-2-3-6 0,3 0 0 16,1 1 5-16,3 1-2 0,4-4 5 0,10 1-5 0,1-1 0 16,3-1 3-16,3 1 2 0,-1 1-4 15,4-2-2-15,-1 0-2 0,3 1 11 0,0 0-8 16,-2 0 6-16,3 0-6 0,-2-1 4 0,-3 2-2 16,1 1-4-16,-6 0 5 0,-1-1-4 0,2 1-1 15,-3 1 3-15,5-1 8 0,-6 2-10 0,-10 4 5 16,12-4-1-16,-12 1-2 0,15-1 9 0,-5 2-2 15,2 1 5-15,-14-1 1 0,17 0-3 0,-4 2-3 16,-1-1 7-16,-12 1-7 0,14 0-2 0,-14 1 5 16,0 2-7-16,15-4-3 0,-14 3-2 0,1-1 11 15,15 2-6-15,-4-1-2 0,-13 2 7 0,16-4 0 16,-3 3 1-16,3-2-10 0,-16-2 5 0,13 2 1 16,0-2-5-16,-12 0 9 0,11 0-10 0,-10-2 5 15,0 2-3-15,12-2-4 0,-2 1 2 0,3 1 8 16,-1-1-4-16,-1 2 0 0,3 0 4 0,1 0-5 15,4-3 8-15,-3 5 1 0,-2-2-13 0,2 0-2 16,0 2 0-16,-2-1 3 0,-1 0 2 0,-14 1-3 16,12 1 1-16,-12-2-2 0,14 3 1 0,-12-2-4 15,9 1 4-15,2 0-3 0,-12-2 0 0,12-1 0 16,-13 4 1-16,14 0 3 0,-13-3 2 0,-1 0-3 16,1 2 0-16,0 0 0 0,11 2-5 0,-16-1 4 15,4-1-3-15,-2 1 6 0,1 0-6 0,-2 1-1 16,1 0 3-16,-1 0 5 0,1-2-4 0,4 2 8 15,-4-1-12-15,14 2 0 0,-17-2 6 0,4-1 0 16,1-2 1-16,15 2-8 0,-2-3 6 0,1 0-2 16,2 1 9-16,0-4-3 0,-3 2-4 0,2-2 4 15,-2 3-3-15,-12 0 1 0,11-3 0 0,-13 3-4 16,15-2 5-16,-19 1-7 0,-1 1 2 0,1-1 3 16,-2-1 0-16,1 4-2 0,-4-1 4 0,1 0-6 15,-2-1-2-15,-8 0-5 0,0 0 3 0,-2 0-11 16,1 2 3-16,-6-2-14 0,5 3-12 15,-5-3-7-15,-2 2-45 0,1 3-100 0,-2-1 45 16</inkml:trace>
  <inkml:trace contextRef="#ctx0" brushRef="#br0" timeOffset="1145.07">21968 4119 50 0,'0'0'60'0,"0"0"0"0,0 0-6 15,0 0-13-15,0 0-7 0,0 0 2 0,0 0-8 16,9-5-2-16,-9 5-3 0,0 0 1 0,8-3-6 15,-8 3-6-15,14-1 8 0,-2 0-2 0,4-1 3 16,4-1-7-16,10-1 7 0,2-1-1 0,1 1 2 16,3-2 0-16,1 2 3 0,4-1-2 0,9-1 6 15,2 0 3-15,-14 2-9 0,12 0-15 0,-12 1 4 16,1 1-4-16,14-3 6 0,-14 1-2 0,0 1-3 16,1 1 5-16,14-1 3 0,-2-1 0 0,0 2-2 15,1-2-8-15,-2 1 2 0,5 3 1 0,-1-1-1 16,3-2 1-16,0 3 8 0,4-1 11 0,-3 0-18 15,1-1-6-15,0-1 3 0,-4 2-3 0,3-1 2 16,2 1 9-16,-1 0-16 0,2 0 1 0,-5-1 8 16,2 2 5-16,0-1-11 0,1-1 1 0,-5 0 3 15,0 1-7-15,1 2 7 0,-3-5 3 0,4 2-16 16,-2-1-8-16,-16 0 16 0,16 0-2 0,-1-2-2 16,-3 1 8-16,3-3-7 0,-2 4-7 0,-2-4 14 15,5 4-15-15,-3-1 3 0,-1-2 4 0,1 4-1 16,-1-5 0-16,-1 6 1 0,-11-4-1 0,12 2 0 15,-14 1 8-15,3-1-7 0,0 0 0 0,-1 0-1 16,12 0 3-16,-11 1-2 0,-4 1-3 0,4 1 14 16,-4-2-18-16,3 1 5 0,-1 1-2 0,0-2 3 15,-2 1 6-15,-1 2-4 0,2-2 1 0,-4 2 5 16,3-1-4-16,-3 0-6 0,4-1 7 0,-1 1-9 16,0 0 8-16,-1-2-1 0,1 0 1 0,-4 4-4 15,3-4 1-15,0 2 18 0,1 0-14 0,-1-2-7 16,-1 2-3-16,2-1 5 0,-4-2 2 0,5 4-2 15,-5-1 8-15,4 2-6 0,-4-2 6 0,0-2-6 16,1 2-6-16,-2-1 12 0,3 1-5 0,-5 0 3 16,5 0-3-16,0 1 0 0,-1 1 4 0,1-2 1 15,1-2 3-15,1 2-5 0,1 0-8 0,-1 3 14 16,0-3-12-16,-1 2 3 0,-1-2 9 0,2 3-12 16,2-1-2-16,-4 0 7 0,4 0-9 0,-2 1 11 15,0-2 1-15,5 2-3 0,-3 0-2 0,0 0 6 16,0 0-6-16,0-1 12 0,-2 1-11 0,2 1 4 15,-2-2-6-15,2 2 6 0,1-1-5 0,-3 0-2 16,1-1 6-16,-3-1-3 0,2 3-6 0,3-2 8 16,-3 1-2-16,2 1 2 0,-2-1-3 0,-1-1 0 15,4-1 1-15,-7 2 0 0,4 1 6 0,-3 0-6 16,2-1-7-16,-3 0 4 0,1 1 1 0,2-3 2 16,-4 4-8-16,4-2 0 0,-3 0 0 0,-1 0-3 15,1 1 6-15,1-1-10 0,-5 1-8 0,3-2 14 16,-4 0-1-16,-4 1-11 0,4-2 5 0,-5 2-6 15,-2-2-9-15,3 4 0 0,-2-2 1 0,0-1-10 16,-1 1-5-16,2-1-16 0,-3-1-57 0,1 1-127 16,-7-3 56-16</inkml:trace>
  <inkml:trace contextRef="#ctx0" brushRef="#br0" timeOffset="2824.17">5543 5160 32 0,'0'0'29'16,"0"0"-6"-16,-2-10 3 0,2 10-7 0,-3-6 6 16,3 6-6-16,0 0 3 0,0 0-4 0,-2-8-4 15,2 8 3-15,0 0-5 0,0 0-3 0,0 0 4 16,-4-8 4-16,4 8 0 0,0 0 0 0,0 0-5 15,0 0 0-15,0 0-5 0,0 0 2 0,-1-7-4 16,1 7-4-16,0 0 4 0,0 0-11 0,0 0 6 16,0 0 8-16,0 0-2 0,0 0-4 0,0 0 5 15,0 0-7-15,0 0 8 0,0 0-8 0,18 4 1 16,-18-4-6-16,15 2-1 0,-4-2 10 16,1 0-5-16,7-2 9 0,1 1-3 0,1-2 0 0,8 0 4 15,2-2 2-15,5-1 9 0,1 1-1 0,1-1-5 16,1-1-2-16,10-1 3 0,1 1 3 0,-10 2-9 15,11-3 10-15,-10 3-13 0,9-1 6 0,-11 2 0 16,1 1-2-16,0 1-7 0,-2 1 4 0,3 1-6 16,-3-2 11-16,2 2-4 0,11-1-5 0,0 5 2 15,-17-3 1-15,4 0 3 0,13 4-6 0,-12-5 3 16,15 2-1-16,-4 1-5 0,2 0 7 0,2-3-4 16,-2 3-1-16,1-2 4 0,-1-2 1 0,-2-1-6 15,2 4 4-15,-1-2-5 0,-12 0 7 0,13 1-2 16,2 0 9-16,-2-2-8 0,-1 0-2 0,3-1 5 15,-1 1-7-15,3 1 7 0,-1-3-1 0,1-2 8 16,4 0-12-16,0-2 2 0,0 0 8 0,-2-1-8 16,2 1-2-16,1-2-2 0,-1 0 0 0,0 0 5 15,3-1 6-15,-4-1-8 0,2 2 6 0,-4 4-13 16,2-1 3-16,-3 0 8 0,-1 0-5 0,-1 2 15 16,-14 2-15-16,11 1-5 0,-15 2 6 0,-2 1-4 15,-2 1 2-15,1 1-12 0,-2 0 6 0,-2 2 3 16,1 1 3-16,-5-1 0 0,-3 0-7 0,-2 2 8 15,-2-5-1-15,4 3 3 0,-2-1-5 0,-1 0-6 16,-7-2 3-16,-2 0-4 0,2 0 7 0,1-1 4 16,-3 1-7-16,0-3 4 0,-5 2 1 0,-5-2-6 15,13 2 9-15,-13-2-4 0,9 3 2 0,-9-3-9 16,0 0-8-16,8 1-6 0,-8-1-17 0,0 0-18 16,0 0-76-16,5 3-142 0,-5-3 63 0</inkml:trace>
  <inkml:trace contextRef="#ctx0" brushRef="#br0" timeOffset="5128.29">10357 13634 33 0,'0'0'40'0,"-6"-5"-1"0,6 5-4 0,0 0-5 16,0 0 1-16,0 0-9 0,0 0 3 0,0 0-3 15,0 0-2-15,0 0 1 0,0 0-1 0,0 0 8 16,0 0-5-16,0 0 3 0,-2-7-1 0,2 7 4 16,0 0-9-16,0 0 0 0,0 0-1 0,0 0-1 15,0 0-4-15,0 0-3 0,0 0 1 16,0 0-2-16,0 0-2 0,0 0 4 0,0 0 0 0,-18 12 1 15,15-9-7-15,3-3 0 0,-5 7 0 0,5-7-1 16,-5 6 1-16,5-6-3 0,0 0 2 0,-5 4-2 16,5-4-3-16,0 0 3 0,0 0-1 0,-4 6 11 15,4-6-6-15,0 0 3 0,0 0 0 0,0 0 1 16,0 0 1-16,0 0 10 0,-6 3 0 0,6-3 2 16,0 0 1-16,0 0-3 0,0 0-2 0,0 0 8 15,0 0-4-15,0 0 2 0,0 0 1 0,0 0-5 16,0 0-1-16,-13-6 7 0,13 6-6 15,0 0 6-15,0 0 0 0,0 0 0 0,0 0-9 16,-6-4 3-16,6 4 0 0,0 0-9 0,0 0 0 0,0 0-2 16,0 0-5-16,0 0 3 0,0 0-6 0,0 0 5 15,0 15 2-15,0-4 0 0,1 0-2 0,-1 7 4 16,-3 8-3-16,3 2 9 0,0 1-2 0,0 1 8 16,0 2-1-16,-1 1 2 0,2 0 6 0,-1 2 0 15,0-2-12-15,0 2 0 0,0 1-7 0,-1-1 2 16,1 0 1-16,1-1-4 0,-1-4 7 0,3 1-3 15,-2-3 5-15,3 0-9 0,-1-3-6 0,-2 1 13 16,1-9-4-16,1 0 0 0,1 1-1 0,-2-3 4 16,-2-3 1-16,3 0-2 0,-3-3-1 0,2 1-2 15,-2-3-3-15,2 0 4 0,-1-1-3 0,-1-6 0 16,1 11-1-16,-1-11-3 0,0 8 1 0,0-8-3 16,0 0 2-16,0 10 1 0,0-10-1 0,0 0 0 15,-4 6-3-15,4-6-5 0,0 0-15 0,0 0-14 16,-7 4-22-16,7-4-10 0,0 0-31 0,0 0-19 15,-12-13-11-15,12 13-11 0,-4-14-82 0,1 5-232 16,1 0 104-16</inkml:trace>
  <inkml:trace contextRef="#ctx0" brushRef="#br0" timeOffset="6469.28">10220 13698 68 0,'0'0'106'0,"0"0"-13"0,-2-11-14 0,2 11 0 16,0 0 1-16,0 0-3 0,-2-8-5 0,2 8-4 15,0 0-3-15,0 0-6 0,0 0 5 0,0 0-20 16,-2-7-4-16,2 7 0 0,0 0 4 0,0 0-24 16,0 0 14-16,0 0-2 0,0 0-7 0,0 0 5 15,0 0 1-15,0 0-4 0,0 0-6 0,0 0 2 16,0 0-8-16,0 0-2 0,0 0-5 0,0 0-9 15,0 0-7-15,0 0-7 0,0 0-9 0,0 0-15 16,0 0 10-16,0 0-7 0,0 0-1 0,0 0-4 16,0 0 15-16,0 0-1 0,0 0 4 0,0-10 2 15,0 10 2-15,0 0 6 0,0 0 4 0,0 0 1 16,0 0-6-16,0 0 4 0,0 0-1 0,0 0 9 16,0 0 0-16,0 0 4 0,0 0 2 0,0 0-1 15,0 0 3-15,0 0 6 0,0 0-7 0,0 0 9 16,0 0-8-16,0 0-1 0,0 0-2 0,0 0-3 15,0 0 2-15,6-4 2 0,-6 4-2 0,0 0 6 16,0 0 0-16,0 0-11 0,0 0 5 0,0 0 2 16,0 0-3-16,0 0 1 0,0 0-1 0,0 0-1 15,0 0 7-15,0 0-8 0,0 0-1 0,0 0 0 16,0 0 6-16,0 0 7 0,0 0-10 0,0 0-3 16,0 0 3-16,0 0 2 0,0 0 2 0,0 0-6 15,0 0 5-15,0 0-1 0,0 0-4 0,4-7-4 16,-4 7 5-16,0 0 5 0,0 0-10 0,0 0 5 15,0 0 3-15,0 0-9 0,0 0 5 0,0 0 9 16,0 0-6-16,0 0-8 0,0 0 7 0,0 0-2 16,0 0-7-16,0 0 9 0,0 0 9 0,0 0-16 15,0 0 19-15,0 0-19 0,0 0-4 0,0 0 8 16,0 0 4-16,0 0 1 0,0 0-5 0,0 0 7 16,0 0-15-16,0 0 13 0,0 0-3 0,0 0 4 15,0 0-3-15,0 0-2 0,0 0 2 0,0 0-3 16,0 0 9-16,0 0-9 0,0 0 5 0,0 0-4 15,0 0-7-15,0 0 11 0,0 0-6 0,0 0 16 16,0 0-15-16,0 0 5 0,0 0-12 0,0 0 1 16,0 0 5-16,0 0 0 0,0 0 3 15,0 0-11-15,0 0 11 0,0 0 0 0,0 0-6 0,0 0 9 16,0 0 3-16,0 0-7 0,0 0 0 0,0 0 8 16,0 0-9-16,0 0 0 0,0 0 1 0,0 0-1 15,0 0 4-15,0 0-2 0,0 0 1 0,0 0 3 16,0 0-14-16,0 0 14 0,0 0-6 15,0 0 17-15,0 0-19 0,0 0 2 0,0 0-1 16,0 0 3-16,0 0-3 0,0 0 4 0,0 0 3 0,0 0-3 16,0 0-1-16,0 0 3 0,0 0-17 0,0 0 21 15,0 0-6-15,0 0-4 0,0 0 3 0,0 0 4 16,0 0-2-16,0 0 9 0,0 0 3 0,0 0-4 16,0 0-3-16,0 0 7 0,0 0-4 0,0 0 2 15,0 0 1-15,0 0 1 0,0 0-2 0,0 0 0 16,0 0-10-16,0 0 10 0,0 0-11 0,0 0 8 15,0 0-3-15,0 0-1 0,0 0 3 0,0 0-8 16,-6 25 8-16,6-25-6 0,0 0 4 0,0 0-3 16,0 10-3-16,0-10 3 0,0 0 1 0,0 0-6 15,3 8 3-15,-3-8 0 0,4 4 0 0,-4-4 2 16,0 0 4-16,6 3-7 0,-6-3-1 0,7 2-1 16,-7-2-7-16,6 2 8 0,-6-2 1 0,0 0 0 15,0 0-7-15,8 2 4 0,-8-2 10 0,0 0-3 16,0 0-9-16,0 0 12 0,0 0-4 15,0 0 4-15,0 0 9 0,0 0 0 0,0 0 11 0,0 0-4 16,0 0 4-16,0 0-2 0,0 0-5 0,0 0 5 16,0 0-3-16,0 0-4 0,0 0 0 0,0 0 9 15,0 0-15-15,-6 13 3 0,1-7 0 0,-1 2-1 16,1 3 2-16,-4 7 6 0,-5 5 3 0,0 4-1 16,-3-4 1-16,2 7 3 0,-2-2-5 15,3 1-3-15,-1 0 1 0,2-2-3 0,0-2 8 0,-1-1-4 16,4 1 1-16,2-9-4 0,1 0-2 0,0-2-3 15,0 1-4-15,0 1 8 0,2-7 0 0,0-1-5 16,1-1-1-16,2-1-2 0,2-6 0 0,-3 10-2 16,-1-8 3-16,4-2-1 0,0 0-4 0,-4 7 1 15,4-7 6-15,0 0-3 0,0 0-5 0,0 0-11 16,0 0-9-16,0 0-8 0,0 0-21 0,0 0-40 16,0 0-16-16,0 0-7 0,0 0-7 0,0 0-3 15,6-25-4-15,-6 25-103 0,5-9-243 0,-5 9 107 16</inkml:trace>
  <inkml:trace contextRef="#ctx0" brushRef="#br0" timeOffset="7037.68">10316 13687 25 0,'0'0'74'0,"0"0"1"0,0 0-10 0,0 0 0 15,-3-8-11-15,3 8 6 0,0 0 0 0,0 0 3 16,0-10 1-16,0 10-5 0,0 0 6 16,0 0-15-16,0 0 12 0,-3-7-2 0,3 7-5 15,0 0 2-15,0 0 1 0,0 0 2 0,0 0-9 16,0 0 2-16,0 0-5 0,0 0-7 0,0 0-5 16,0 0-3-16,0 0-5 0,0 0-4 0,0 0-1 0,0 0-10 15,0 0 7-15,9-3 4 0,-9 3-6 16,18 3-1-16,-6 0-5 0,6 0 7 0,-2 1 1 15,2 3 2-15,0-2-3 0,4 3 5 0,-2 1-8 16,3 4 7-16,3 0 13 0,-1 3-2 0,-2-2-1 16,0 2-1-16,-1-2-2 0,1 4-1 0,-6-5-5 0,5 5 4 15,-2-1-3-15,2-1-12 0,-10-6 1 0,5 1 6 16,-4-1-1-16,-3-1 0 0,7-1 7 16,-7-2-7-16,-5 1 4 0,5-3-2 0,-5-1 0 15,0 1-7-15,-1-1 1 0,-4-3-1 0,5 8-2 16,-5-8 1-16,7 2 1 0,-7-2-1 0,0 0-1 15,5 6 0-15,-5-6-1 0,0 0-5 0,0 0-12 16,0 0-11-16,0 0-14 0,0 0-29 0,0 0-31 16,0 0-25-16,0 0-16 0,0 0-29 0,0 0-124 15,-15-24-307-15,15 24 137 0</inkml:trace>
  <inkml:trace contextRef="#ctx0" brushRef="#br0" timeOffset="17159.96">8176 15193 87 0,'0'0'93'0,"0"0"-16"0,0 0 1 15,0 0-3-15,0 0-10 0,0 0-6 0,0 0-1 16,0 0 4-16,0 0-1 0,22-13-4 0,-17 6-2 16,4-1-6-16,-3 0 4 0,3-1-2 0,-1-1 5 15,5 0-2-15,-2-5-4 0,1 1 5 0,-1 0-8 0,1-2 0 16,-3 1-5-16,3 1-13 0,0 0 16 16,-1 0-14-16,-3-1 2 0,-1 3-7 0,-4 2 2 15,1-1-4-15,0 1-6 0,-2 0 2 0,-2 10-7 16,0-12 3-16,0 12 2 0,0 0-7 0,-6-16-4 15,6 16-4-15,-11-5-2 0,6 6 7 16,-6-2 0-16,11 1-17 0,-20 6 6 0,8-1 6 0,-3 5-3 16,1 1 4-16,-3-1-17 0,5 3 3 0,-8 7 9 15,6 1-1-15,-1-1 0 0,3-3-5 0,-1 3 4 16,2 2-5-16,5-4-1 0,2 0 6 0,-2-2-2 16,2 3 5-16,4-3 2 0,-1 2 4 0,3-1 0 15,-1-3 2-15,7 1-1 0,-3 2 0 0,-1-5-1 16,6 1 5-16,-3-2-7 0,3-2 4 0,1 4-6 15,6-5 12-15,-2-2-8 0,2-1 0 0,1-1 4 16,2 1-11-16,1-4-29 0,-1-1-30 0,1-2-17 16,-1 0-31-16,-2 0-15 0,1 0-95 0,-7-1-236 15,2-1 104-15</inkml:trace>
  <inkml:trace contextRef="#ctx0" brushRef="#br0" timeOffset="18095.16">8549 15130 79 0,'0'0'130'0,"5"17"-16"16,-2-7 5-16,1 0-21 0,0 2 5 0,-3 0-11 16,2 0-6-16,-1 0-3 0,-1-1-2 0,2-2 3 15,-2 1-11-15,2-2-7 0,-3-2 4 0,1 4 1 16,-1-10-1-16,-1 10 5 0,1-10 2 0,0 0 5 15,1 11 2-15,-1-11 3 0,0 6-2 0,0-6-17 16,0 0 3-16,0 0-9 0,0 0-7 16,0 0-8-16,0 0-2 0,-9-23-8 0,9 12-1 15,0 2-7-15,1-7-4 0,2 1-3 0,2-3-3 0,0 3-1 16,2-3-1-16,-2 0-5 0,2 2-4 0,0 5 2 16,-2-2-1-16,5 1-2 0,-3 1-3 0,-2 4 2 15,1-1-2-15,0 3-4 0,-2 1 0 0,-4 4-4 16,14-4 0-16,-6 2-1 0,-8 2 0 15,15 7 0-15,-7-1-2 0,1 3 1 0,-2-1 0 16,0 1 1-16,-1 1 1 0,7 6-1 0,-5-3-2 0,-2-1 1 16,3 0-1-16,-1 3 7 0,-2-4 0 0,3 3-1 15,-4-4 2-15,3 0-1 0,-2-2 0 0,2-1-2 16,0-1 4-16,2 1-1 0,-3-3 0 0,4 0-3 16,0-3 1-16,-2 2 3 0,3-3-1 0,0-3 1 15,1 0 6-15,1-1-6 0,0-5 5 0,3 0-4 16,-3 0-1-16,1-1 0 0,-2-3-1 0,0 0-2 15,0 0-2-15,-2-2 2 0,-1 1 7 0,-2-2-4 16,-2 1-3-16,-2 3 4 0,0-6-5 16,-3 7-1-16,-1-1 1 0,-1 3 1 0,1-1-7 15,-2 2 7-15,-2 1-3 0,1 0-3 0,3 7 5 16,-6-9-5-16,2 4 4 0,4 5 0 0,-10-4-2 16,5 2-1-16,5 2 0 0,0 0-2 0,-17 7 2 15,8-1-1-15,1 1 0 0,1 5 0 0,0-3 1 0,0 4 3 16,2-3-2-16,3 4-1 0,-2 1 2 15,2-1 0-15,-1 4 1 0,5-7-1 0,-2 7 3 16,3-4-1-16,3-3-1 0,-3-2 3 0,1 3-4 16,1-1 3-16,0-2 4 0,2-1-1 0,1-1 3 15,2-1-4-15,1-2-1 0,0 1 3 0,2-3 0 0,5-2-4 16,0-2 6-16,-5 0-1 0,6-5-5 0,0-1 7 16,-1 1-5-16,0 0 4 0,4-6 0 15,-5 4-1-15,2-1-1 0,-7 0-1 0,1-4-1 16,-4 6 3-16,-2-2 0 0,-1-3-1 0,-2 5 4 15,-2-5-10-15,0 2-4 0,-4-3-2 0,0-1-2 16,-2 4 2-16,-1 0 0 0,2-2 1 0,-2 6 5 0,-4-5-1 16,4 4-1-16,-1-1-2 0,-1 1 4 0,3 3-2 15,4 5 1-15,-5-10 3 0,0 4-5 0,5 6 0 16,-2-4 1-16,2 4 0 0,0 0-4 16,11-8 7-16,-11 8-1 0,14-2-1 0,-3 1-1 15,0 2 1-15,-1 1 0 0,3 0 6 0,0 1-5 16,0 1 5-16,-1-1-13 0,1 4 5 0,0-1 1 15,-4 1 4-15,5 3-1 0,-3-1-5 0,-3 0 1 0,0 1-1 16,-2 2 2-16,2-2-1 0,-2 3 3 16,-3 0 0-16,-1-2 3 0,1 2-1 0,1-1 1 15,-3-1-2-15,2 0 0 0,2 0-2 0,-3 0 2 16,-1 0 2-16,3-2 0 0,-2 0 0 0,0-2-19 16,-1 1-24-16,-1-8-36 0,4 14-25 0,0-9-17 0,0-1-14 15,2 1-21-15,-2-2-100 0,-4-3-278 16,0 0 123-16</inkml:trace>
  <inkml:trace contextRef="#ctx0" brushRef="#br0" timeOffset="18519.43">9709 14988 40 0,'-6'-4'188'0,"6"4"-11"0,-11-5-12 0,3 5-9 16,-2 0-17-16,0 1-13 0,-2 4-12 0,2 2-3 15,-3 3-17-15,3-1-7 0,1-1-11 0,0 5-4 16,0-2-5-16,4-3-11 0,1 1-4 0,2 1-5 16,-1 0-4-16,3-1-5 0,0 1-6 0,1-1-6 15,2-4-1-15,0 1 0 0,-3-6-3 0,5 9-1 16,1-7-2-16,-6-2 1 0,9 4 0 0,-4-4-4 16,-5 0 1-16,0 0-6 0,18-6 4 0,-10 3-4 15,-1-3 0-15,1-1-1 0,0 0-5 0,-3-1 4 16,1-1-2-16,-2 3-2 0,1-3-2 0,0 2 4 15,0 1-6-15,-2 0 6 0,-3 6-6 0,4-7-2 16,-4 7-1-16,5-3 1 0,-5 3-2 0,0 0-5 16,11 9 7-16,-3-4-1 0,-4 3-2 0,1 2 1 15,-1 0 5-15,0 7-3 0,0 1 6 0,-3-1 5 16,1 4 2-16,2-5-4 0,-3 3 0 0,2-4-6 16,-3 3 7-16,0-1 5 0,0 0-6 0,-1 1 7 15,-1-2-7-15,-3-2 2 0,2 5 0 0,-1-3 0 16,0-1-3-16,0 2-2 0,-1-2-7 0,-4-1-18 15,4-4-24-15,0 0-21 0,-2 2-29 0,3-5-34 16,-1-2-28-16,3 1-21 0,-5 0-95 0,2-3-292 16,5-3 129-16</inkml:trace>
  <inkml:trace contextRef="#ctx0" brushRef="#br0" timeOffset="18896.74">9820 15035 117 0,'0'0'130'0,"0"0"11"16,0 0-4-16,0 0-10 0,0 0-8 0,9 27-12 15,-4-19-8-15,0 4-4 0,1-5-11 16,2 3-15-16,-2-1-4 0,2-1-2 0,1-2-7 0,2-1-4 16,1-1-4-16,-1-1-6 0,1-3-3 0,1 0 1 15,-1-3-4-15,-1 0-7 0,0 0 0 0,-1-5-2 16,2 2 4-16,-2 0-7 0,-2-2-1 0,-2-3-4 15,2 1 1-15,1 0-2 0,-5 1-12 16,-1-1 14-16,3-1 2 0,-6 11-2 0,6-11 11 16,-5 4-8-16,-1 7 1 0,7-6-2 0,-7 6-8 0,3-7-1 15,-3 7-6-15,0 0 12 0,0 0 8 0,11 11 7 16,-6-4 1-16,-4 4-4 0,2 2 6 16,2 3-2-16,-1 1-5 0,-2 1 4 0,-1 1-8 15,2 5-1-15,-2-4-6 0,3-2 1 0,-1 1-4 16,-1 0 0-16,1-1 0 0,-1 1-10 0,0-1-14 15,3 0-8-15,-3 1-29 0,-1-1-21 0,1-2-33 0,2-2-20 16,-2-1-31-16,1-2-25 0,-1 0-131 16,0-2-332-16,2-2 147 0</inkml:trace>
  <inkml:trace contextRef="#ctx0" brushRef="#br0" timeOffset="19144">10462 14725 47 0,'-3'-13'178'0,"3"13"-18"0,-2-4-18 16,2 4 11-16,0 0-1 0,0 0 1 0,3 35-6 16,3-12-10-16,-3 3-12 0,1 3-7 0,-2-1-11 15,0 3-9-15,0-2-13 0,1 0-7 0,-1-1-8 16,3 0-7-16,-2-1-8 0,-2-1-1 0,0 0-10 15,-2-8-37-15,2 2-29 0,-1-1-33 0,-1-2-34 16,4-1-57-16,-5 1-17 0,2-6-120 0,0 0-308 16,0-11 137-16</inkml:trace>
  <inkml:trace contextRef="#ctx0" brushRef="#br0" timeOffset="19450.97">10563 15184 135 0,'4'-8'155'0,"-4"8"7"16,7-7 1-16,-5 3 4 0,2-2-17 0,-4 6-10 15,8-11-9-15,-2 4-13 0,3-2-10 0,0 0-6 16,4-3-6-16,0 2-8 0,-1-3-2 0,0 1-9 16,2-1-5-16,-3 0 1 0,5-3-5 0,-6 3-6 15,-1 0-2-15,-1-2-10 0,-2 5 2 0,-2-3-8 16,0 1-3-16,-3-1-7 0,0 2 4 0,-1 0 19 16,-2 3-2-16,-1-4-7 0,0 4-6 0,1 2-6 15,-3 0-3-15,0 2-9 0,5 4 2 0,-13-3-4 16,3 6-6-16,-2 1 0 0,3 4-3 0,-3 3-1 15,-1 4-1-15,1-1 2 0,-2 8-1 0,7-9-3 16,-1 4 0-16,4-2 0 0,-1 2-5 0,4-1 2 16,1-4 2-16,-2 4-5 0,5-3 0 0,2-1-6 15,1-2-13-15,1 0-16 0,1-1-26 0,0-1-12 16,4-1-33-16,-2-1-32 0,3-3-34 0,0 0-31 16,-2-2-163-16,1-1-392 0,-12 0 174 0</inkml:trace>
  <inkml:trace contextRef="#ctx0" brushRef="#br0" timeOffset="19759.71">10852 14934 40 0,'0'0'160'0,"0"0"-6"0,0 0-3 0,0 0 0 0,0 0 16 16,12 19-11-16,-8-9-6 0,-2 4-15 0,3 1-9 15,-1 2-16-15,-1 1-10 0,4 0-9 0,-2-3-6 16,1 2-10-16,-3-5-7 0,5 4-5 0,-4-5-4 15,6-1-8-15,-5-2-4 0,-1-1-5 0,-1-1-1 16,1 0-5-16,-4-6-1 0,6 6 3 0,-6-6 2 16,6 3 4-16,-6-3-7 0,0 0-1 15,0 0-9-15,14-12-2 0,-8 2 0 0,-1 0-4 16,1-2-3-16,4-2 9 0,-2-2-12 0,6-6 1 0,-4 0-6 16,-1 4 2-16,5-4-2 0,-5 4 2 0,0 2-7 15,0 1 4-15,-3 0-2 0,-1 5-2 0,2 0-6 16,-2 2-11-16,0 1-18 0,-2 1-25 15,-3 6-40-15,0 0-45 0,7-11-29 0,-7 11-37 16,0 0-132-16,0 0-365 0,0 0 161 0</inkml:trace>
  <inkml:trace contextRef="#ctx0" brushRef="#br0" timeOffset="20073.96">11141 15008 181 0,'0'0'228'15,"14"-11"-15"-15,-11 5-4 0,-1 0-16 0,4 0-12 16,-4-3-19-16,3 0-8 0,1-1-11 0,-3 0-17 16,1-2-13-16,0 1-8 0,0-2-13 0,-1 4-6 15,1-2-6-15,-3 1-8 0,1 1-3 0,-2 2-4 0,0 7-7 16,-4-12-6-16,4 12-3 0,-6-10-6 16,6 10-6-16,-5-6-3 0,5 6-5 0,-12-1-5 15,12 1-4-15,-17 10-3 0,8-2-3 0,2 3 0 16,-5 3 1-16,3 2-2 0,3-2-8 0,3 4 2 15,-3-1-5-15,5-1 7 0,1 0-1 0,2 0-4 16,-1-3 2-16,5 0-2 0,-1-2-1 0,4 2 1 16,2-4 0-16,-1 0-6 0,1-4-16 0,1 0-16 15,1-2-21-15,2-1-18 0,-3-2-18 0,7-3-21 16,-7-1-26-16,7-4-21 0,-4 1-17 0,2-5-15 16,-4 2-126-16,-1-4-342 0,-3-2 151 0</inkml:trace>
  <inkml:trace contextRef="#ctx0" brushRef="#br0" timeOffset="20499.97">11454 14608 158 0,'2'-8'182'0,"-2"8"9"0,0-13-7 0,0 13-18 15,0 0-14-15,1-11-22 0,-1 11-7 0,0 0 5 16,0 0 1-16,0 0-2 0,5 37-6 0,-3-16-6 16,0 4-8-16,-2 2-7 0,-2 4-1 0,4-4-4 15,0-2-8-15,0 1 0 0,1 1-13 0,2-8-9 16,-3 6-6-16,0-8-4 0,2-1-7 0,1 1 0 15,-1-6-9-15,0-1-1 0,2 1-2 0,-1-2 0 16,3-3-4-16,-1 0-2 0,3-2-2 0,-1 2-5 16,1-6 0-16,4 0 1 0,-5-6-7 0,4 2 5 15,3-3-7-15,0-4-1 0,-1 0-2 0,-2-3 1 16,1-1 2-16,1-7 3 0,-5 5-12 0,3-8-3 16,-2 0-3-16,-4 1-3 0,1-1-1 0,-6 9 0 15,0-1-2-15,-4 4 3 0,2 3-2 0,-1-3-1 16,1 13 2-16,-3-18 4 0,3 18-10 0,-3-9 1 15,3 9-6-15,-7-5 9 0,7 5-1 0,0 0 2 16,0 0-1-16,-14 24-2 0,10-9 2 0,-2 1 3 16,3 1-3-16,0 2 2 0,1-1 6 0,0 2-6 15,2 0 1-15,-1-2 1 0,-1 1-4 0,1-1 7 16,0 1 4-16,-1-2-2 0,2 0-2 0,2-6 1 16,-2 3 0-16,-3-2 1 0,2 4 0 0,-3-4 1 15,0 3-1-15,-1-3-1 0,-3-1-7 0,2 0-19 16,-3 0-25-16,-5 1-28 0,1-1-50 0,3-3-47 15,-1-3-60-15,-2 2-180 0,5-2-448 0,-2-3 199 16</inkml:trace>
  <inkml:trace contextRef="#ctx0" brushRef="#br0" timeOffset="21279.88">12125 14793 191 0,'0'0'213'16,"0"0"-15"-16,0 0-15 0,0 0-10 0,0 0-6 16,-19 12-15-16,15-3-13 0,0 0-8 0,2 3-14 15,-1-2-12-15,2 2-11 0,2-2-5 0,0 0-9 16,1-1-6-16,0 3-4 0,2-5-8 0,1 4-4 15,-1-6-7-15,0 3-1 0,2-3-1 0,2-2-6 16,-4 0-8-16,3 0 0 0,-7-3-1 16,12 1-1-16,-12-1-6 0,11-4-1 0,-5 1-2 15,-6 3 6-15,5-10-12 0,-3 3 1 0,-2-4-3 0,0 0-1 16,-2-1-6-16,-5-2-1 0,-2-10-2 0,3 9 0 16,-6-2-1-16,1 2 1 0,-2 0-6 0,2 1 1 15,-1 3 3-15,1-2-1 0,4 5 0 0,-2 1 0 16,5 2-3-16,-3 0 1 0,7 5-3 15,-7-6 0-15,7 6-2 0,0 0 3 0,0 0 1 16,0 0-1-16,0 0 2 0,0 0-1 0,0 0-2 0,21 11 3 16,-8-6-1-16,5-3 1 0,2 0-2 0,6-2 3 15,2 0-1-15,1-6 2 0,1 1-5 0,-4-3-2 16,-5 2-3-16,-2-1-1 0,7-6 0 0,-8 3 9 16,-5 0-7-16,1-1-1 0,-4-3 3 15,-1 0 1-15,-4 2 0 0,0-1 0 0,-3 1 0 16,-2 0 4-16,0 1-1 0,-2-2 1 0,-3 3 5 0,2 1 1 15,3 9 7-15,-6-18 7 0,4 12 7 0,2 6 2 16,-3-10-2-16,3 10-3 0,-4-8-11 0,4 8-5 16,0 0 4-16,0 0-1 0,0 0-2 15,-4 35 5-15,4-8 4 0,2 2 2 0,-2 4 4 0,0-2-2 16,3 4 5-16,0-2 2 0,-2 2 2 16,3 1 1-16,0-3 1 0,1 2-12 0,-2-3 4 15,1-3-1-15,0 2-8 0,-1-2 1 0,6-4-3 0,-5-6 6 16,3-1-7-16,-2 0-4 0,-1 2 0 0,0-5-4 15,1 0-12-15,-3 1-18 0,0-4-32 0,0-2-29 16,-2 2-37-16,0-2-38 0,0-10-57 0,-4 14-58 16,-3-7-145-16,7-7-453 0,-9 7 202 15</inkml:trace>
  <inkml:trace contextRef="#ctx0" brushRef="#br0" timeOffset="21455.53">12326 14918 10 0,'0'0'187'16,"5"-13"-4"-16,0 9-12 0,4-4-11 0,2 1-10 15,3 0-23-15,5-2-13 0,7 0-10 0,2-3-15 0,8 4-24 16,-6-3-38-16,3 3-29 0,1 1-43 16,0-1-35-16,0 2-30 0,-2 0-82 0,1 2-208 15,-2-1 92-15</inkml:trace>
  <inkml:trace contextRef="#ctx0" brushRef="#br0" timeOffset="21875.91">13126 14569 121 0,'0'0'197'0,"-6"-11"-2"0,6 11-5 16,-11-10-12-16,5 7-5 0,6 3-11 0,-19-2-20 15,19 2-8-15,-23 7-11 0,10 2-8 0,-3 5-7 16,-2 6-6-16,2 2-10 0,-2 0-5 0,3 6-11 15,2-2-3-15,-1 0-8 0,5-2-5 0,5-4-9 16,1-4-1-16,1 1-8 0,-1 1-4 0,6-1-2 16,-1-6 0-16,1 0-2 0,3 0-3 0,-2-4-5 15,5 0 0-15,3-4 1 0,1-2-3 0,1-2-5 16,1-2 2-16,-2-3-3 0,6-1 0 0,-1-5 2 16,-3 4-8-16,2-5 1 0,-2-1-1 15,-1-1-2-15,-3-1-1 0,-1-2-5 0,2-4 8 0,-3 5-4 16,-2-2 0-16,2-7-2 0,-4 1-2 0,-1 7 1 15,2 1 0-15,-1 1-1 0,-3 4 2 0,0 1-3 16,0 3 9-16,-2 8 10 0,3-13-7 0,-3 13-5 16,0 0-6-16,0 0-2 0,0 0 7 0,0 0 17 15,0 0 10-15,0 0-2 0,0 44 5 0,0-24-5 16,-5 7-2-16,3-1 3 0,0 2-4 0,-2-3-2 16,4 0-1-16,2-6-11 0,0 0 8 0,0 2-9 15,2-2-3-15,2-2-14 0,0-1-13 0,3-2-21 16,-2-3-24-16,4-4-30 0,-2 1-39 0,2-1-42 15,1-5-54-15,-1 0-240 0,2-2-501 0,-13 0 221 16</inkml:trace>
  <inkml:trace contextRef="#ctx0" brushRef="#br0" timeOffset="23816.8">7032 16108 169 0,'0'0'160'0,"0"0"-5"16,17-20 0-16,-11 11-10 0,3 0 1 0,1-5-9 15,2-1-20-15,2 0-9 0,-4-2-10 0,6-3-6 16,-1-1-6-16,-6 3-7 0,6-4-3 0,-5 5-9 16,1-6-4-16,-2 5-7 0,1-8-3 15,-2 8-5-15,-2 0-8 0,3 2 9 0,-5 0-1 0,-2 6 6 16,0-2-5-16,-2 3 8 0,0 1 3 15,0 8 0-15,-2-11-4 0,2 11-5 0,-1-9-8 0,1 9-6 16,0 0-6-16,-10-2-3 0,10 2-2 0,-16 10-3 16,7-4-6-16,-2 7 0 0,1-1-3 15,-2-1-3-15,2-1 1 0,1 3-4 0,4-1-2 0,1-1 0 16,3 0-4-16,0-1-3 0,2 1-5 16,3 0 1-16,1 2-1 0,4-5-1 0,3 6-1 15,1-2-1-15,1 0 2 0,0-2 0 0,4 2-4 16,-4 0 7-16,2 0-3 0,-3-1 1 0,-1 2-3 0,-2-4 1 15,-1 1-1-15,-1-2 1 0,-3 1-1 16,2 0 2-16,-5-1 2 0,1 2 1 0,-2 0 1 16,-1 1 2-16,-4 0-3 0,-1-2 0 0,-4 5-21 15,1 0-14-15,1-6-21 0,-3 2-17 0,1-2-24 16,-2 1-30-16,1-2-42 0,3 0-170 0,-2-2-371 16,0 0 165-16</inkml:trace>
  <inkml:trace contextRef="#ctx0" brushRef="#br0" timeOffset="24012.3">7384 15905 147 0,'0'-8'226'0,"0"8"-14"16,0 0-20-16,2-8-21 0,-2 8-20 0,0 0-16 16,0 0-7-16,0 0-9 0,0 0-10 0,11 16-6 15,-7-1-6-15,-1-4-11 0,2 6-6 0,-2 1-9 16,-1 0-9-16,2 7-3 0,-2-5-31 0,0 5-26 15,-2-7-32-15,1 2-46 0,1-5-52 0,-2 0-46 16,-3 2-121-16,1-4-321 0,0-4 142 0</inkml:trace>
  <inkml:trace contextRef="#ctx0" brushRef="#br0" timeOffset="24167">7334 15732 4 0,'13'15'-1'0,"1"-1"-1"0</inkml:trace>
  <inkml:trace contextRef="#ctx0" brushRef="#br0" timeOffset="24407.65">7646 15951 76 0,'4'3'123'0,"1"-1"4"0,-5-2-3 15,0 0-9-15,0 0-5 0,0 0-11 0,0 0 5 0,0 0 0 16,0 0 6-16,0 0-3 0,0 0 6 0,0 0-1 16,-22-13-8-16,19 8-2 0,3 5-11 15,-3-13-12-15,3 3-7 0,1 0-5 0,3-1-8 16,1 0-5-16,3 0-11 0,-1 0-4 0,3 3-3 16,-1 2-3-16,3 0-5 0,-1 3-1 0,1 1-6 15,1 2-3-15,-2 4-4 0,6 3 2 0,-7 0 5 16,3 6-3-16,-2 1 0 0,-1 1-2 0,1 9-1 15,-2-5-1-15,-4 5-3 0,0 0-1 0,-3-3-23 16,0 2-23-16,-1-3-26 0,0-2-45 0,2-1-42 16,1-1-54-16,-3-5-111 0,3 0-339 0,0-2 150 15</inkml:trace>
  <inkml:trace contextRef="#ctx0" brushRef="#br0" timeOffset="24776.75">8071 15854 50 0,'-9'0'226'16,"-2"0"-9"-16,1 4-12 0,-1 0-17 0,-1 3-19 15,0 0-10-15,2 5-11 0,1-4-13 0,1 2-13 16,1 2-12-16,1-2-11 0,4 1-10 0,-3-1-10 16,4-2-6-16,1-8-9 0,1 13-4 15,4-8-4-15,-3 0-11 0,4 0-5 0,-1-1-3 0,1-3-5 16,-6-1-6-16,15 0 3 0,-8 2-3 0,-7-2-5 15,13-6-4-15,-6 3 0 0,-3-1 0 0,-4 4-6 16,10-8 4-16,-6 7-2 0,-4 1-4 0,5-5 2 16,-5 5-9-16,0 0 0 0,7-4-3 15,-7 4 0-15,0 0 0 0,0 0 1 0,13 9-3 16,-10-4 3-16,4 5 1 0,-2-1 3 0,1 2 2 16,-1 4-3-16,2 2 4 0,-2-1 2 0,-1 2 0 0,0 0 0 15,-1 1 3-15,0-2-2 0,-2 1-2 0,-2-1 5 16,0 6-7-16,-6-3 4 0,1-2-1 15,1 0-2-15,-4 0-2 0,0-2-43 0,-1 1-21 16,-1-4-24-16,0 0-37 0,2-4-30 0,1-4-41 16,-1 4-159-16,-2-4-380 0,4-2 169 0</inkml:trace>
  <inkml:trace contextRef="#ctx0" brushRef="#br0" timeOffset="25008.19">8181 15637 197 0,'0'0'194'0,"1"-12"-15"15,-1 12-20-15,0 0-20 0,0 0-8 0,0 0-10 16,0 0 2-16,12 23-7 0,-5-5-8 0,1 8-13 16,0 2-7-16,-2 0-7 0,0 3-10 0,-3-2-4 15,4 1-8-15,-3-5-18 0,1 2-23 0,-1-2-29 16,-2-6-25-16,2-3-25 0,2 2-24 0,1-3-25 15,-1-1-4-15,-3-3-15 0,-1 1-3 0,2-6-87 16,-4-6-236-16,9 12 105 0</inkml:trace>
  <inkml:trace contextRef="#ctx0" brushRef="#br0" timeOffset="25236.17">8313 16044 677 0,'12'1'-53'0,"-12"-1"27"0,0 0 9 15,0 0 21-15,28-11 12 0,-22 7 10 0,-6 4 7 16,17-15 15-16,-11 8-1 0,0-2 13 0,3 0 6 16,3-4 3-16,-1 1 10 0,2-2 1 15,-7 3 1-15,5-4 2 0,0 3-7 0,-3-3 2 16,0 6 0-16,-3-3-3 0,0 1 4 0,0-1-2 15,-3 2-3-15,2 0-1 0,-4 0 4 0,0 3 1 16,0 7 11-16,-2-14-6 0,-1 10-2 0,3 4-7 0,-4-7-7 16,4 7-8-16,0 0-8 0,-11 1-5 15,11-1 1-15,-12 15 1 0,5 1-1 0,-4 0-1 0,5 2-5 16,0-1-9-16,3 2 3 0,0 2-2 16,2-5-2-16,2 2-3 0,2 0-12 0,3-1-15 15,1-2-32-15,2-2-37 0,4-1-42 0,3-3-55 16,5-4-75-16,-2-3-157 0,14-2-430 0,0-2 191 15</inkml:trace>
  <inkml:trace contextRef="#ctx0" brushRef="#br0" timeOffset="25890.03">9335 15980 253 0,'3'-12'246'0,"-3"0"-14"16,1 0-18-16,3-4-19 0,1 1-13 0,-1-1-18 15,1 0-12-15,0 1-14 0,2 0-14 0,0-2-11 16,2 0-9-16,-2 2-10 0,-1-3-6 0,0 0-11 16,3 2-8-16,-6-3-7 0,3 3-3 0,-3-2-7 15,-1 1-4-15,0 0-6 0,0 5-4 0,-2 2-2 16,0 1 4-16,2 0 1 0,-2 9-1 0,-2-10-4 16,2 10-5-16,0-8-10 0,0 8-5 0,0 0-3 15,0 0-4-15,0 0-1 0,0 0-2 0,0 0 1 16,0 32 3-16,2-7-4 0,-1-1-3 0,1 1 3 15,2-7-2-15,-3 1 0 0,3-1-2 0,1-3 2 16,0 2-3-16,1-7 5 0,0 0 1 0,2 1-7 16,-1-4 6-16,1-2-1 0,2 1 1 15,2-3 0-15,-1-2 3 0,3-1-1 0,-1-4 1 16,1 0-4-16,1-3 2 0,1-2 2 0,-6 1-4 16,3-3 2-16,-1 0-2 0,-3 0 5 0,-2-2-11 0,1-1 4 15,-2-1-1-15,-4-1 0 0,1 4 0 0,-2-1 1 16,-1 1 0-16,-1 0-3 0,1-1 1 15,-3 5-2-15,1 3 2 0,2 5-1 0,-1-12-3 16,1 12-3-16,-3-7-4 0,3 7 0 0,0 0 2 0,0 0 1 16,-7 22 5-16,5-6-2 0,-2 0 4 15,2 2-3-15,-1 1 3 0,2-1-3 0,0 0 5 16,2 1-1-16,-2-1 1 0,2-1 1 0,-1 0 2 0,0-1 1 16,1-4 0-16,0 0 0 0,1-1 0 0,-1 0-1 15,-1 0 2-15,0-1-1 0,-1 0 2 16,1 0-1-16,-3 3 1 0,1-4-15 0,-1-1-25 15,-1-1-24-15,2 0-29 0,-6 0-33 0,0-1-45 16,2-1-50-16,-2 0-215 0,-3-1-463 0,1-2 206 16</inkml:trace>
  <inkml:trace contextRef="#ctx0" brushRef="#br0" timeOffset="26040.84">9317 15613 9 0,'7'-11'82'0,"-7"11"-57"0,10 3-45 15,-10-3-20-15,0 0 9 0</inkml:trace>
  <inkml:trace contextRef="#ctx0" brushRef="#br0" timeOffset="26317.44">9786 15883 39 0,'0'0'233'0,"0"0"-8"0,12 0-8 16,-12 0-14-16,18-7-20 0,-7 4-12 0,1 0-16 16,4-5-13-16,1-2-13 0,1-1-9 0,-3 0-12 0,1 0-6 15,-2-1-8-15,-2 2-8 0,-1-1-5 0,-2 1-7 16,-6 0-9-16,1 1-6 0,-1-1-6 0,-2-2-8 15,-5 2-1-15,0 0-6 0,-1 1-7 16,-3 1-3-16,0 2-5 0,-1 0-4 0,-1 3 1 16,-1-1-4-16,2 5-1 0,-2 2-7 0,1 0-10 15,-2 2-22-15,0 2-13 0,-1 3-28 0,0 0-26 16,3 2-37-16,2-2-31 0,1 0-49 0,0-1-144 0,2-1-382 16,0 1 169-16</inkml:trace>
  <inkml:trace contextRef="#ctx0" brushRef="#br0" timeOffset="26551.92">10139 15489 218 0,'3'-10'279'0,"-3"10"-18"0,1-9-20 0,-1 9-25 15,0 0-23-15,0 0-17 0,0 0 1 0,0 0-13 16,0 0 3-16,14 32-19 0,-11-16 2 0,0 11-13 15,0 0-14-15,0-1-11 0,-1 1-10 0,-2-3-9 16,2 0-11-16,-2-4-7 0,3-1-8 0,-1 0-27 16,-2 0-37-16,0 0-46 0,0-2-37 0,0-1-51 15,2 1-60-15,1-5-46 0,-2 0-187 0,-1-3-459 16,4-2 203-16</inkml:trace>
  <inkml:trace contextRef="#ctx0" brushRef="#br0" timeOffset="27697.98">10457 15637 100 0,'-7'-5'235'0,"7"5"-4"15,0 0-15-15,-16 3-11 0,9 3-7 0,-3 4-20 16,2 0-18-16,-2 5-16 0,2-5-15 0,0 5-9 16,2-5-14-16,3 1-11 0,1-2-8 0,2 3-7 15,0-3-8-15,1-2-4 0,2 0-9 16,-2-1-6-16,1 1-2 0,2-3-3 0,1-1-6 15,-5-3-2-15,13 4-3 0,-6-5-2 0,-7 1-3 16,12-3-4-16,-4-2 0 0,-2 4-6 0,1-7-4 16,-1 2 0-16,-2-3 0 0,2 0-2 0,-2 1-3 0,0-1-2 15,-1-1-1-15,-1 0 1 0,1 2-1 0,-2 0 0 16,-1 8-1-16,1-11-3 0,-1 4-1 0,0 7-2 16,2-7-5-16,-2 7-1 0,0 0 0 0,0 0-2 15,0 0 2-15,0 0 0 0,12 14-3 16,-7-5 6-16,-1 0-5 0,1 0 4 0,2 1-1 15,-2 0 0-15,2 0 1 0,1-1 2 0,0-2 1 16,3 2 0-16,1-4-1 0,5 1 5 0,0-2-1 0,1-4 0 16,2 0-2-16,-1-2 2 0,1-4-3 0,-1 0 3 15,-2-2 0-15,0-1-3 0,-2-3 4 0,-1 3 2 16,-3-3 1-16,0-2-3 0,-4-3 0 16,0 4-4-16,-1-2 1 0,0-3 0 0,-3 0-2 15,-2-1 2-15,2-1 4 0,-2-3-6 0,-2-3 1 16,0 0 0-16,-1 7 2 0,0 0-3 0,-2 0 6 15,1-1-6-15,2 2-2 0,-3 3 7 0,4 7 5 16,0 8 6-16,-2-17-6 0,2 17-4 0,0 0-3 16,0 0-1-16,0 0 3 0,0 0 8 0,0 0 3 15,14 29 2-15,-14-3 0 0,1 0 2 0,0 3-1 16,1-4 0-16,-2 3-1 0,-2-1 0 0,2 1-5 16,2-4 4-16,0-5-5 0,2-2-1 0,-1-2-7 15,0-4 6-15,4 0 2 0,-4 0 4 0,4-2-4 16,-1-1 0-16,2-2 3 0,3-2-5 0,2-3 1 15,0-1 4-15,4-5-6 0,1 1 6 0,-2-3-5 16,1-1-3-16,-1-3 3 0,-2-2-7 0,-1-2-7 16,3 0-1-16,-2-5-15 0,-4 4 0 0,0-1 1 15,-2 1-4-15,-2 0 4 0,-2 6 1 0,-1-4 2 16,0 5-4-16,0-1 6 0,-3 10-2 0,-5-12-2 16,5 12 1-16,-4-7 0 0,4 7-1 0,0 0 3 15,-15 5 3-15,15-5-1 0,-13 13 0 0,7-2 1 16,-2 2 2-16,1 2 7 0,4-4-7 0,-1 2 3 15,4-2 4-15,-4 2-2 0,4-2 0 0,1 0 0 16,4-3-14-16,0 3-14 0,-1-5-23 0,1 2-22 16,3-4-23-16,1 0-18 0,1-1-17 0,3-3-18 15,5-1-6-15,2-1-9 0,2-4-4 0,6-1 2 16,0-3 11-16,-1-1 12 0,3 0 9 0,-5-1 19 16,-6 2 7-16,-1 1 13 0,-1-2 26 0,-4 3 20 15,-3-1 10-15,0 1 31 0,-1-2 16 0,-4 0 22 16,1 1 17-16,-3-2 14 0,0 5 21 0,-3-1 12 15,1 0 7-15,-1 7 5 0,-4-12 9 0,3 5 5 16,-4 1 0-16,5 6 6 0,-8-6-8 0,8 6-6 16,-14 0-10-16,14 0-7 0,-17 6-8 0,8 1-9 15,-3-1-7-15,4 3-8 0,-1 1-2 16,-1 2-6-16,2-2-5 0,5 3-2 0,-3-2-8 0,3-1-2 16,2 1-3-16,2 0-3 0,1-4-4 0,0 0-1 15,3-1 1-15,1 2-5 0,-1-4-4 0,1-1 1 16,4 0 1-16,1-3-8 0,1-1 2 0,-3-3-4 15,0 0-4-15,3-3-10 0,-2 0 4 16,-1 0 0-16,-1-2-2 0,0-3-1 0,0-3-3 16,-3 0 1-16,0 0-5 0,-1-3 1 0,1 0 1 15,-5-1-4-15,3 1 1 0,-3-8 0 0,1 9 3 0,0-2-1 16,-1-1 4-16,-1 3 3 0,0 1 7 16,0 3 6-16,-1 4 12 0,2-2 19 0,0 5-4 15,0 6-7-15,-5-9-9 0,5 9 1 0,0 0-6 16,0 0 12-16,0 0 10 0,0 0 9 0,3 41 3 15,-3-21 5-15,-3 6-2 0,2 2 2 0,0-2-3 16,-3 2-4-16,4-3 2 0,-3 0-8 0,3-4-6 16,0 3-3-16,-2 2 0 0,4-8-4 0,-2-2-18 0,3 2-20 15,-1-2-33-15,1-4-27 0,-2-1-28 0,4-2-36 16,-5-2-40-16,3 0-58 0,-3-7-47 16,0 10-173-16,0-10-489 0,0 0 216 0</inkml:trace>
  <inkml:trace contextRef="#ctx0" brushRef="#br0" timeOffset="27917.87">10748 15570 56 0,'0'0'210'0,"-11"0"-13"0,11 0-19 15,0 0-14-15,0 0-15 0,0 0-8 0,0 0-14 16,0 0-12-16,40-11-9 0,-13 4-10 0,1-2-15 16,2 1-32-16,2-1-44 0,2 1-84 0,-5-2-64 15,-3 0-99-15,3 1-263 0,-10 1 117 0</inkml:trace>
  <inkml:trace contextRef="#ctx0" brushRef="#br0" timeOffset="31410.1">11950 15383 47 0,'-17'4'156'0,"0"-1"-11"0,-2 1-14 15,0 4-5-15,2 2-11 0,0 0-7 0,1 2-7 16,1 1-9-16,1 1-4 0,1 0-10 0,3 1-10 16,3 2 0-16,1-2-10 0,-1 0-3 0,5-3-5 15,2 5-4-15,0-4-10 0,3-2 2 0,5 1 0 16,1 1-4-16,-2-5-5 0,2 1 1 0,2-1-8 16,1-3 3-16,-1 1-5 0,4-6 0 0,-1 2 5 15,-1-4-6-15,-1 0-7 0,1-2 5 0,1-2-2 16,1-1 0-16,-6 1-2 0,1-4-2 0,-1 1-2 15,-3-2 0-15,3-3-3 0,0-1 9 0,-4 0 1 16,1-1 8-16,-3 0-2 0,0 4-1 0,-2 0 1 16,0-3-2-16,-1 2-2 0,0 2 0 0,-1 1-2 15,1 3 8-15,0 7 1 0,0-14-3 0,0 14-2 16,0-8-5-16,0 8-2 0,0 0-7 0,0 0 5 16,0 0-6-16,0 0 1 0,0 0 2 0,0 0 1 15,9 30-6-15,-7-19 5 0,-1 0-5 0,7 5 7 16,-5 0-9-16,3 0 5 0,0 0 27 0,-2-3-7 15,4-2-3-15,-2 3-5 0,2-3-22 0,1 0-22 16,-3-2-13-16,1 0-29 0,1-3-36 0,0 1-16 16,1-1-30-16,-1-3-24 0,1-1-123 0,1-1-320 15,-10-1 141-15</inkml:trace>
  <inkml:trace contextRef="#ctx0" brushRef="#br0" timeOffset="31646.22">12228 15287 135 0,'0'0'224'16,"-2"-10"-23"-16,2 10-24 0,0 0-16 0,0 0-9 15,0 0 2-15,0 0-5 0,0 0-11 0,9 25 9 16,-5-9-6-16,1 3-12 0,4 5-12 0,-5 1-6 16,-2 0-15-16,1 1-4 0,1-8-11 0,-4 10-3 15,2-4-11-15,-2-5-4 0,4 8-7 16,-4-3-8-16,0-5-4 0,0-2-7 0,0 2-23 15,0 0-25-15,0-4-29 0,0 0-21 0,0-2-32 0,-2-2-40 16,0 0-51-16,0-2-43 0,-1-3-118 0,1 0-372 16,2-6 166-16</inkml:trace>
  <inkml:trace contextRef="#ctx0" brushRef="#br0" timeOffset="32463.59">12144 15531 36 0,'12'-4'139'0,"1"1"-10"16,6-3-3-16,0 4-14 0,2-1 2 15,-1 2-23-15,-2 1-5 0,4 1-13 0,-1 1 7 16,-4 1-16-16,2 1-8 0,-4 1 6 0,-3 2 7 16,-1 0-4-16,3 4 5 0,-5-3-4 0,-1-1-8 15,-3 5 2-15,4-5-2 0,-5 3-2 0,1 1 1 16,-5-5 1-16,4 3-10 0,-4-1-7 0,2-3-1 15,1 1-3-15,1 1-2 0,-4-7 5 0,2 9-8 16,1-5-1-16,-3-4 2 0,7 5-8 0,-7-5 4 16,7 4-4-16,-7-4 1 0,8 0-6 0,-8 0 1 15,12-2 0-15,-5 0-2 0,-1-2-3 0,3-2-2 16,-5 1-1-16,4-3 3 0,-4 1-4 0,0 0-1 16,-3-1 0-16,0 0-5 0,-1 8 0 0,-4-17-3 15,0 6 2-15,-1 2-2 0,-4-1 2 0,4 2-3 16,-3-1 3-16,3 0 0 0,-5 0-4 0,2 2 2 15,6 1 1-15,-5 1 2 0,3 0-3 0,4 5 1 16,-7-6-4-16,7 6-1 0,-3-4-5 0,3 4 2 16,0 0-1-16,0 0 1 0,0 0 2 0,14-4 1 15,-14 4 3-15,18 5-5 0,-8 1 1 0,3 0-3 16,0 1 1-16,-2 0 2 0,0 1-2 0,-1-1 3 16,3 5 1-16,-2-3-2 0,1 0-1 0,-3 0 1 15,-1-5 8-15,-1 4-8 0,2-2 1 0,-6-1-2 16,3-2 3-16,-2 1-1 0,-4-4 7 0,7 4 16 15,-7-4 4-15,0 0 7 0,7 5 5 0,-7-5 0 16,0 0-4-16,0 0 0 0,0 0-1 0,0 0-1 16,0 0-1-16,0 0-4 0,-4-21-3 0,4 21-5 15,-3-12 1-15,6 2-4 0,-3-1-1 16,2 0-1-16,0-1-3 0,0 1-2 0,5-1-3 0,-5 3-3 16,5-1 4-16,-1 1-3 0,4 4-3 0,-3-1 0 15,3 0-1-15,-2 3-2 0,3 3 2 0,-2 0-2 16,0 5-1-16,2-1 0 0,-4 0 2 15,3 4-1-15,0-1 0 0,-4 2-2 0,1 0 4 0,3 0-1 16,-6 0-1-16,1-2 1 0,-1 1-2 16,0-2 4-16,-2 0-4 0,0-1 4 0,-2-5 2 15,5 9 3-15,-5-9-2 0,5 5 5 0,-5-5-3 0,0 0 1 16,0 0-1-16,0 0-2 0,0 0 3 0,0 0-2 16,0 0 1-16,0 0-1 0,0 0 0 0,0 0-4 15,0-29 2-15,0 18-4 0,3 1 3 16,1-2-5-16,2 3 3 0,-1-2-1 0,1 2 0 15,4 0-3-15,-4 1 1 0,1 2-2 0,-1 2 0 16,1 1-1-16,-7 3 1 0,14-1 0 0,-14 1 3 16,18 6 0-16,-11-3-6 0,1 5 4 0,-1 0-1 0,3-1 2 15,-4 5 3-15,1-2-2 0,-1 4 1 0,-1-3-14 16,2 1-21-16,-3-2-27 0,-1 1-26 16,1 1-27-16,0-3-33 0,-1-1-33 0,3 0-21 15,-2-2-139-15,2-4-370 0,7 1 164 0</inkml:trace>
  <inkml:trace contextRef="#ctx0" brushRef="#br0" timeOffset="33015.68">13312 15375 205 0,'0'0'264'0,"0"0"-13"16,-15-2-16-16,15 2-11 0,-12 7-3 0,8-1-12 15,0 1-11-15,0 2-7 0,1 0-24 0,3 2-15 16,-2 0-11-16,4-1-15 0,-2 0-7 0,3 3-14 15,-1-3-5-15,4 0-13 0,-2-1-4 0,4 1-9 16,-1-3-8-16,1-1-5 0,-1 1-7 0,2-2 0 16,0 0-5-16,-4-2-5 0,3-3 1 0,-8 0-6 15,16 0-2-15,-16 0-7 0,11-3-4 0,-11 3-12 16,7-11-14-16,-4 4-4 0,-3 7-5 16,2-19-15-16,-7 7-4 0,2-1-3 0,-3 3 1 0,-3-6-3 15,1 3 4-15,-2-1 3 0,1-1 2 0,-2 1 2 16,2 3-2-16,2 1 10 0,1 2 0 15,1 4-3-15,5 4-4 0,-9-9 3 0,9 9 0 0,0 0-1 16,0 0 6-16,0 0 1 0,0 0 0 0,0 0 2 16,0 0 3-16,25-10 1 0,-11 8 0 0,5 0 0 15,0-3 1-15,1 0 3 0,11-2-1 0,-3-4 3 16,0 3-2-16,1-2-1 0,-4-2 5 0,-5 4-3 16,-4-5 2-16,0 2-1 0,-3 0 0 0,-3-1 2 15,1-5 2-15,-5 3-4 0,-2 2 4 0,-3-5-2 16,-1 2 0-16,-1 2 1 0,-3-2 3 0,2 4 5 15,0 1 9-15,0 0 1 0,1 4 6 0,-3-1 3 16,4 7-4-16,-2-9-6 0,2 9-4 0,0 0-2 16,0 0 4-16,0 0 4 0,0 0 8 15,-6 36 2-15,5-9 7 0,1 3-1 0,3 1 2 16,-3 1-6-16,0 0 4 0,0 0-13 0,4 2 26 16,0 0-3-16,1-1-9 0,-1-2-14 0,1 2 8 0,-1-3-4 15,1-2-1-15,0 0-4 0,-1-2 0 0,2 1-6 16,1-4-14-16,-5-4-14 0,3 0-44 0,0-4-37 15,-3-1-48-15,0-3-47 0,2-1-46 0,-3-5-55 16,0 2-219-16,-1-7-546 0,0 0 242 16</inkml:trace>
  <inkml:trace contextRef="#ctx0" brushRef="#br0" timeOffset="33183.17">13549 15490 203 0,'2'-4'227'0,"7"-1"-7"0,9-3-12 16,-3 1-13-16,10-8-16 0,0 3-18 0,6 1-17 16,-1 1-15-16,-1-3-10 0,-2 1-22 0,-2 2-29 15,-4 6-47-15,-4-3-39 0,-6 2-60 0,0 1-60 16,-6 2-152-16,-5 2-314 0,0 0 139 0</inkml:trace>
  <inkml:trace contextRef="#ctx0" brushRef="#br0" timeOffset="34057.83">7031 16488 78 0,'-8'-2'179'0,"-3"5"-6"0,-3 2-9 0,-3 0-4 15,2 5-19-15,-1 1-5 0,-1 3-13 0,3-1-10 16,-4 5-8-16,6-2-13 0,1-3-8 15,2 4-2-15,1 0-14 0,3-2-4 0,0-4-6 16,5 0-4-16,2 1-5 0,2 0-6 0,3 2 0 16,-1-4-5-16,8 3-5 0,1-1-2 0,3-2-3 15,-1 0-3-15,3 1 1 0,5 0-4 0,-6-2-8 0,4 4-1 16,-5-4-1-16,-2 0 0 0,1 0-5 16,-4 1 0-16,-4-1 1 0,1 0-2 0,-2 0 3 15,-2-2-1-15,-2 0 2 0,-2 2-4 0,-2 1 10 16,-2-1-3-16,-3 2 4 0,-3-2 3 0,-5 4-3 15,-6 3-2-15,-5-2 1 0,2 1 2 0,-1-2-6 16,-4-1 8-16,2-1-5 0,4-2 0 0,-6-2-2 16,7-2-3-16,-2 0-21 0,2-2-16 0,3 0-25 15,3-4-39-15,3 2-31 0,11-1-36 0,-22-2-40 16,17 1-116-16,5 1-340 0,-7-10 150 0</inkml:trace>
  <inkml:trace contextRef="#ctx0" brushRef="#br0" timeOffset="34403.56">7229 16952 41 0,'0'0'240'0,"5"-7"-12"16,-5 7-22-16,4-6-18 0,-4 6-17 0,3-12-19 15,1 4-11-15,-4 8-15 0,7-16-9 0,-2 3-14 16,-1 2-6-16,3 0-13 0,-4-5-7 0,3 4-7 15,-4 1-2-15,1 0-12 0,3-1-4 0,-2 2-1 16,-3 0 5-16,-1 10 5 0,3-13 0 16,-3 13-4-16,0-10-4 0,0 10 5 0,0-6 0 15,0 6-3-15,0 0-8 0,0 0-3 0,0 0-6 16,-4-12-4-16,4 12-7 0,0 0-5 0,0 0-1 16,0 0-5-16,0 0 3 0,0 0-6 0,-10 28 3 15,10-17-2-15,-2 0 3 0,2 1-5 0,3 5 4 0,1 2-8 16,-3-6 4-16,4 1 0 0,-1-1-3 15,2-2 1-15,-1 1-3 0,4-5-15 0,-1 2-21 16,-2-3-39-16,3 1-37 0,0-2-48 0,-1-1-54 16,-2-1-222-16,-6-3-464 0,11 4 205 0</inkml:trace>
  <inkml:trace contextRef="#ctx0" brushRef="#br0" timeOffset="34581.98">7220 16606 207 0,'-5'-5'258'0,"3"1"-26"15,-4-1-23-15,6 5-24 0,-5-5-35 0,5 5-43 16,0 0-36-16,0 0-23 0,0 0-54 0,0 0-61 16,0 0-70-16,17 24-73 0,-7-14-227 0,-1 3 101 15</inkml:trace>
  <inkml:trace contextRef="#ctx0" brushRef="#br0" timeOffset="36148.97">7569 16928 35 0,'0'0'230'0,"0"0"-15"0,0 0-17 15,0 0-14-15,0 0-19 0,0 0-16 16,0 0-19-16,0 0-10 0,0-7-18 0,0 7-8 15,0 0-27-15,0 0-33 0,0 0-36 0,0 0-30 16,0 0-28-16,0 0-46 0,0 0-37 0,0 0-87 16,0 0-250-16,0 0 111 0</inkml:trace>
  <inkml:trace contextRef="#ctx0" brushRef="#br0" timeOffset="57709.09">7430 6204 56 0,'12'-2'70'0,"-1"-1"-3"0,-1 1-13 0,1 1 2 16,-2 0-8-16,2-1 2 0,-2 1-7 0,-9 1 0 15,11-1-3-15,-11 1 1 0,10-2-3 0,-10 2 6 16,9-1-9-16,-9 1 7 0,8-1-6 0,-8 1-5 15,0 0 1-15,0 0-1 0,6-2 1 0,-6 2-6 16,0 0-4-16,0 0-2 0,0 0 2 0,0 0-6 16,0 0-3-16,0 0 9 0,0 0-3 0,0 0 4 15,0 0-9-15,0 0-2 0,0 0-7 0,0 0 0 16,0 0-21-16,0 0-9 0,0 0-14 0,0 0-8 16,0 0-14-16,0 0-19 0,0 0-60 0,0 0-152 15,0 0 67-15</inkml:trace>
  <inkml:trace contextRef="#ctx0" brushRef="#br0" timeOffset="58147.83">6902 6191 2 0,'0'0'89'0,"-12"0"-10"16,12 0-7-16,0 0-11 0,0 0-12 0,0 0-7 15,0 0-5-15,0 0 0 0,0 0-8 0,0 0 2 16,0 0 1-16,0 0-2 0,21 11-6 0,-2-8 1 16,9-2-4-16,3 0 2 0,6 1-1 0,1-4-6 15,16 0-2-15,1-2 8 0,2-4-8 0,1 4 6 16,4 0-1-16,1-4-1 0,-3 3 1 0,-1-6-1 15,-3 4 3-15,2 3 2 0,-6 0-14 0,2-4 4 16,-16 3-3-16,1 3 7 0,-1-1-8 0,-1-1 5 16,-3 1-4-16,-2 0 1 0,-2-1-4 0,-10 3 0 15,-1-2 5-15,3 2-6 0,-4 1-4 0,-4-1 1 16,-4 2 1-16,-2-2 4 0,0 2-4 0,-8-1 4 16,11-3-5-16,-11 3 13 0,8-2 0 0,-8 2 9 15,0 0-1-15,0 0 0 0,10-2-2 0,-10 2 9 16,0 0-15-16,0 0 0 0,0 0-4 0,0 0 1 15,6-3-12-15,-6 3-17 0,0 0-14 0,0 0-6 16,15 5-19-16,-10-3-15 0,-5-2-21 0,11 4-73 16,-6-4-178-16,-5 0 78 0</inkml:trace>
  <inkml:trace contextRef="#ctx0" brushRef="#br0" timeOffset="59645.96">11976 6128 10 0,'0'0'40'0,"9"-3"3"0,-9 3 0 0,12-2 0 15,-5 0-4-15,3-1-4 0,1 1 2 0,1 1-1 16,-1 1-5-16,3-2-3 0,2-1 5 0,2 1 2 15,1-4-7-15,0 4 3 0,1 1-9 0,2-2 3 16,-1 0 0-16,7-1 2 0,0 4-2 0,-1-3-3 16,2 0 9-16,1 2-8 0,1-1 0 0,3 0 2 15,1 1 0-15,-1-2 0 0,4 1-7 0,3 0 7 16,8-2-3-16,2 2 4 0,0 2-8 0,-12-1-4 16,11-2 1-16,4 2 1 0,0-2-9 0,0 4 7 15,1-3-2-15,2 1 4 0,-1-3-7 0,0 3-1 16,0-2-6-16,7 2 10 0,-2-1-5 0,2 3 1 15,0-3 3-15,2 1-2 0,-2-3-2 0,1 1 5 16,0 5-4-16,0-4 1 0,-1 2-7 0,2 3 12 16,-2-3-9-16,-2 1-1 0,-2 0-2 0,-1 1-9 15,0-1 16-15,-3 2 0 0,-1 2-7 0,-1-1 0 16,-1-3 5-16,-12 3 3 0,14 0-2 0,-2 0-5 16,-1-1-5-16,-10 2 1 0,10-2-2 0,1-1-1 15,-14 1 5-15,1 1 1 0,-1-2 2 0,0 4-1 16,0-2-2-16,1 1 4 0,-1-3-6 0,-1 2 7 0,-4-1-6 15,2 2 9-15,-4-2-3 0,-1 1-3 0,1-4 1 16,-2 4-3-16,-8-2-1 0,8 1-4 16,-8 0 6-16,7-2 6 0,-7 2-7 0,-1-2-2 15,1 2 0-15,0-1 1 0,0 1 0 0,-1-2 0 0,0-2-1 16,2 2 2-16,-4-1-1 0,1 0 5 0,-1 1 1 16,-5-1-5-16,3-1-2 0,-3 1 4 15,-1 0-5-15,-1-1 19 0,-1 1-22 0,-10 0 5 16,12 0-4-16,-5-1 5 0,-7 1 1 0,0 0-2 0,12-2-14 15,-12 2 17-15,0 0-18 0,8-1-13 0,-8 1-21 16,0 0-20-16,0 0-16 0,0 0-80 0,0 0-179 16,10 3 79-16</inkml:trace>
  <inkml:trace contextRef="#ctx0" brushRef="#br0" timeOffset="60584.99">19365 6093 27 0,'0'0'52'0,"14"2"2"0,-3-2-4 0,2 2-2 0,5 0-1 15,1-2-3-15,4 0 6 0,5 0-7 0,4-2 5 16,4 1-7-16,0 0 1 0,3-1-8 0,17-2 6 16,0 0-3-16,0 1 7 0,0-1-7 0,2 3-9 15,2-3 5-15,-3 1-9 0,-2 0 8 0,4-1-5 16,-4 1-11-16,4-1 7 0,-1 2-9 0,4-1 0 15,-2 3 1-15,1-1-2 0,0 1 6 0,0 0-11 16,1 1 2-16,1-1 2 0,-1 3-3 16,-2 0-3-16,1-3-8 0,-6 0 5 0,3 4 1 0,-3-2 6 15,-2-2-2-15,2 4-6 0,-5-1 11 0,-10-1-11 16,10 0-1-16,-10 1 3 0,12-2-17 0,-13 0 18 16,0 2-4-16,0-2 2 0,0 1-4 0,-2-1 1 15,0 0 5-15,-2-2-2 0,1 1 0 0,-3 0-5 16,-1-1 6-16,-2 1 0 0,2-2 1 0,-1 1 1 15,0 1-7-15,-3-2 3 0,-8 2 0 0,-2 0-2 16,3-1 2-16,-1 1 3 0,-3 0-2 0,-6-1 2 16,2 1-3-16,0-1 5 0,-3 1-12 0,0-2 6 15,-3 1-2-15,-7 1 2 0,12 0 6 0,-12 0-10 16,11 3-2-16,-11-3-5 0,10 1-7 0,-10-1-20 16,10 0-8-16,-10 0-20 0,8 2-20 0,-8-2-61 0,6 2-157 15,-6-2 69-15</inkml:trace>
  <inkml:trace contextRef="#ctx0" brushRef="#br0" timeOffset="63426.3">23463 6146 43 0,'0'0'132'0,"0"0"-3"0,0 0-8 0,-6-4-3 0,6 4-9 15,0 0-4-15,0 0 2 0,0 0-14 0,0 0-1 16,-4-4-2-16,4 4-5 0,0 0-4 0,0 0-4 16,0 0-6-16,0 0-7 0,0 0-2 0,0 0-8 15,0 0-1-15,0 0-5 0,0 0-5 0,0 0-7 16,0 0-1-16,0 0-7 0,0 0 5 15,0 0-11-15,0 0 1 0,21-4-4 0,-10 3 0 0,3 0-4 16,7 0-2-16,5-1 5 0,4 1-6 0,3-2 1 16,1 1-2-16,2 2 1 0,17-2-4 0,-2-3 0 15,3 7 4-15,2-4-3 0,1 4-3 0,3-2 2 16,-1 0 0-16,0 1 0 0,5 1-4 0,-2-2-2 16,0 0 1-16,3 0 0 0,-5 2 4 0,5-1-1 15,-1-2 3-15,1-1-4 0,0 4-4 0,27-2 7 16,-29 5-2-16,29-5 0 0,-34 1-4 0,4-1-1 15,5-1 3-15,22 1-3 0,-26 0-3 0,-2-3 0 16,-3 6 3-16,6-8 2 0,0 3-11 0,2 2 9 16,25 0 0-16,-26 0-2 0,0-2-1 0,27-1-2 15,-31 0 0-15,4-1 4 0,-1 3 0 0,-1-1 3 0,-2 0-3 16,1 3-3-16,-1-2 3 0,-5 1 4 0,2 1-4 16,-4-1-1-16,3 5 1 0,-9-6-1 15,4 3 2-15,-14 0-1 0,1-2-3 0,-3 1 0 16,-2-2 7-16,-3 2-3 0,0 1-1 0,-10 0-1 0,-1-2 4 15,2 0-1-15,-3 0-3 0,-4 0-1 16,-2 1 3-16,-1-1 0 0,-1-1-2 0,-5 2 5 16,-6-1-2-16,12 0 9 0,-12 0 3 0,6 2 2 15,-6-2 6-15,0 0 4 0,0 0 9 0,0 0 0 0,11-3 10 16,-11 3 3-16,0 0 5 0,0 0 0 0,8 0 1 16,-8 0 7-16,0 0-5 0,0 0-6 0,0 0-2 15,0 0-8-15,0 0-2 0,0 0-1 16,0 0 1-16,2-9-8 0,-2 9 2 0,0 0-4 0,0 0-4 15,5-7 1-15,-5 7-2 0,0 0-4 0,2-7 4 16,-2 7-8-16,0 0-4 0,2-8 0 16,-2 8 0-16,0 0 1 0,2-5-1 0,-2 5-3 15,0 0 1-15,0 0-6 0,2-8 2 0,-2 8 1 0,0 0-4 16,0 0 3-16,0 0 10 0,0 0-12 0,2-8-2 16,-2 8 1-16,0 0 1 0,0 0-5 0,0 0 5 15,0 0-2-15,0 0 1 0,0 0-4 0,0 0 0 16,0 0 2-16,0 0-1 0,0 0-1 0,0 0 7 15,0 0-5-15,0 0 3 0,0 0-4 0,0 0 5 16,0 0-7-16,0 0 4 0,0 0-2 0,0 0 4 16,0 0-4-16,0 0 2 0,0 0-2 0,0 0 3 15,0 0-2-15,0 0 2 0,0 0 1 0,0 0-1 16,0 0-3-16,0 0 5 0,0 0-5 0,0 0-2 16,0 0 1-16,0 0 2 0,0 0 3 0,0 0-2 15,0 0-2-15,0 0 1 0,0 0 3 0,0 0-3 16,0 0 0-16,0 0 3 0,0 0-3 0,0 0-2 15,0 0 1-15,0 0-2 0,0 0 0 0,0 0 3 16,0 0 2-16,0 0-3 0,0 0-2 0,0 0 3 16,0 0 0-16,0 0-3 0,0 0 0 0,0 0 4 0,0 0-2 15,0 0 7-15,0 0-9 0,0 0 3 0,0 0-1 16,0 0 3-16,0 0-4 0,0 0 2 16,0 0-1-16,0 0 2 0,0 0-3 0,0 0 0 15,0 0 4-15,0 0-6 0,0 0 6 0,0 0-2 16,0 0-1-16,0 0 1 0,0 0 3 0,0 0-5 15,0 0 2-15,0 0 3 0,0 0-5 0,0 0 1 16,0 0 2-16,0 0-3 0,0 0 0 0,0 0 11 0,0 0-12 16,0 0 2-16,0 0 0 0,0 0-1 0,0 0 1 15,0 0 6-15,0 0-5 0,0 0 0 0,0 0-1 16,0 0 1-16,0 0 0 0,0 0 0 0,0 0 1 16,0 0 0-16,0 0 0 0,0 0-2 0,0 0 0 15,0 0 3-15,0 0-2 0,0 0 2 0,0 0-6 16,0 0 7-16,0 0-4 0,0 0 4 0,0 0-3 15,0 0 1-15,0 0-2 0,0 0-1 0,0 0 1 16,0 0 11-16,0 0-11 0,0 0-1 0,0 0 1 16,0 0 2-16,0 0 0 0,0 0-1 0,0 0-1 15,0 0 5-15,0 0-4 0,0 0 3 0,0 0-2 16,0 0 0-16,0 0-2 0,0 0 6 0,0 0-5 16,0 0 3-16,0 0 2 0,0 0-2 0,0 0-1 15,0 0-1-15,0 0 2 0,0 0 0 0,0 0-1 16,0 0-1-16,0 0 1 0,0 0 1 0,0 0-1 15,0 0 1-15,0 0 0 0,0 0-1 0,0 0-1 16,0 0-2-16,0 0 1 0,0 0-2 0,0 0 2 16,0 0 2-16,0 0-3 0,0 0 3 0,0 0-3 15,0 0 4-15,0 0-4 0,0 0 3 0,0 0-3 16,0 0 1-16,0 0-1 0,0 0 3 0,0 0-2 0,0 0-3 16,0 0 1-16,0 0 2 0,0 0 6 0,0 0-8 15,0 0 1-15,0 0 0 0,0 0 0 16,0 0 2-16,0 0-3 0,0 0 3 0,0 0-2 15,0 0 1-15,0 0 5 0,0 0-4 0,0 0-2 0,0 0-1 16,0 0 2-16,0 0-1 0,0 0-2 0,0 0 1 16,0 0 3-16,0 0-4 0,0 0-1 15,0 0 2-15,0 0 3 0,0 0 0 0,0 0-4 16,0 0 1-16,0 0 2 0,0 0 1 0,0 0-1 0,0 0 1 16,0 0-4-16,0 0 3 0,0 0 2 0,0 0-3 15,0 0 0-15,0 0 2 0,0 0 1 0,0 0-2 16,0 0 1-16,0 0 2 0,0 0-3 15,0 0-1-15,0 0 1 0,0 0 1 0,0 0 2 0,0 0-4 16,0 0 0-16,0 0 2 0,0 0-1 0,0 0 2 16,0 0 1-16,0 0-3 0,0 0-1 0,0 0 3 15,0 0-3-15,0 0 1 0,0 0-3 0,0 0 3 16,0 0-2-16,0 0-1 0,0 0-1 0,0 0 2 16,0 0 0-16,0 0 1 0,0 0 10 0,0 0-12 15,0 0 1-15,0 0 4 0,0 0-5 0,0 0 1 16,0 0 2-16,0 0 2 0,0 0-4 0,0 0 2 15,0 0 0-15,0 0-2 0,0 0 1 0,0 0 3 16,0 0-4-16,0 0 2 0,0 0-1 0,0 0 2 16,0 0 1-16,0 0 0 0,0 0-5 0,0 0 3 15,0 0 3-15,0 0 1 0,0 0-2 0,0 0-1 16,0 0-2-16,0 0 0 0,0 0-3 0,0 0 2 16,0 0 2-16,0 0-1 0,0 0 6 0,0 0-4 15,0 0-4-15,0 0 9 0,0 0-8 0,0 0 1 16,0 0 7-16,0 0-4 0,0 0-7 0,0 0 9 15,0 0-7-15,0 0 0 0,0 0 2 0,0 0-1 0,0 0 0 16,0 0 3-16,0 0-1 0,0 0-3 16,0 0 3-16,0 0-2 0,0 0 4 0,0 0-4 15,0 0 3-15,0 0-1 0,0 0-1 0,0 0 3 0,0 0-3 16,0 0 1-16,0 0-4 0,0 0 3 0,0 0 1 16,0 0-3-16,0 0 1 0,0 0 0 15,0 0-1-15,0 0 2 0,0 0 2 0,0 0-1 16,0 0-3-16,0 0 4 0,0 0-1 0,0 0 1 0,0 0-1 15,0 0 1-15,0 0-1 0,0 0 2 0,0 0-3 16,0 0-3-16,0 0 8 0,0 0-3 0,0 0-3 16,0 0-1-16,0 0 1 0,0 0 4 15,0 0-5-15,0 0 0 0,0 0 3 0,0 0 0 0,0 0 3 16,0 0-6-16,0 0 2 0,0 0 0 0,0 0-2 16,0 0 3-16,0 0 1 0,0 0-1 0,0 0 3 15,0 0-4-15,0 0 2 0,0 0-1 0,0 0 1 16,0 0-1-16,0 0 3 0,0 0 0 0,0 0-1 15,0 0-2-15,0 0 1 0,0 0 1 0,0 0-3 16,0 0 3-16,0 0-2 0,0 0 7 0,0 0-7 16,0 0 1-16,0 0 0 0,0 0 0 0,0 0-3 15,0 0 0-15,0 0 8 0,0 0-8 0,0 0 0 16,0 0 5-16,0 0-2 0,0 0 2 0,0 0-5 16,0 0 3-16,0 0-2 0,0 0 1 0,0 0-2 15,0 0-1-15,0 0 2 0,0 0-1 0,0 0 5 16,0 0 0-16,0 0-3 0,0 0 2 0,0 0-5 15,0 0 4-15,0 0-1 0,0 0-1 0,0 0-2 16,0 0 3-16,0 0 1 0,0 0-2 0,0 0 2 16,0 0-3-16,0 0 4 0,0 0 0 0,0 0-1 0,5-5 0 15,-5 5-1-15,0 0-2 0,0 0-1 16,0 0 4-16,0 0-2 0,0 0 4 0,0 0-2 16,0 0-1-16,0 0-3 0,0 0 5 0,0 0-3 15,0 0 2-15,0 0 0 0,0 0-3 0,0 0 12 0,0 0-13 16,0 0 4-16,0 0 2 0,0 0-4 0,0 0 1 15,0 0-3-15,0 0 4 0,0 0-3 16,0 0 4-16,0 0-2 0,0 0 2 0,0 0-4 0,0 0 1 16,0 0 1-16,0 0 2 0,0 0-4 0,0 0 2 15,0 0 0-15,0 0 1 0,0 0 0 0,0 0 0 16,0 0-2-16,0 0-1 0,0 0 2 16,0 0 0-16,0 0 2 0,0 0-1 0,0 0 1 0,0 0-3 15,0 0-5-15,0 0 8 0,0 0-2 0,0 0 2 16,0 0-1-16,0 0 2 0,0 0-2 0,0 0-1 15,0 0 1-15,0 0-3 0,0 0 5 0,0 0-3 16,0 0 0-16,0 0 8 0,0 0-5 0,0 0-5 16,0 0 0-16,0 0 5 0,0 0-3 0,0 0 4 15,0 0-3-15,0 0 1 0,0 0-2 0,0 0 1 16,0 0 2-16,0 0 2 0,0 0 0 0,0 0 1 16,0 0-2-16,0 0 0 0,0 0-1 0,0 0-1 15,0 0 4-15,0 0-3 0,0 0-3 0,0 0 4 16,0 0-3-16,0 0 1 0,0 0 2 0,0 0 2 15,0 0-4-15,0 0 1 0,0 0-2 0,0 0 1 16,0 0-2-16,0 0-2 0,0 0 3 0,0 0 1 16,0 0-1-16,0 0 2 0,0 0-2 0,0 0 4 15,0 0-7-15,0 0 7 0,0 0-4 0,0 0 0 16,0 0-1-16,0 0 1 0,0 0-2 0,0 0 10 16,0 0-10-16,0 0 2 0,0 0-3 0,0 0-1 15,0 0 0-15,0 0 1 0,0 0 5 0,0 0-4 16,0 0-1-16,0 0-1 0,0 0-3 0,0 0-6 15,0 0-7-15,0 0-4 0,0 0-5 0,0 0-1 0,0 0-8 16,0 0-11-16,0 0-4 0,0 0-22 0,0 0-15 16,0 0-30-16,0 0-23 0,0 0-15 15,0 0-19-15,0 0-21 0,0 0-15 0,0 0-133 16,0 0-373-16,0 0 165 0</inkml:trace>
  <inkml:trace contextRef="#ctx0" brushRef="#br0" timeOffset="65278.6">14591 7001 34 0,'0'0'53'0,"0"0"-8"0,0 0-3 0,0 0-3 16,0 0 1-16,0 0-5 0,0 0-8 0,0 0 1 15,0 0 3-15,0 0-6 0,0 0 5 0,0 0-6 16,27 5 1-16,-20-5-1 0,3 3 0 0,1-2 4 16,1-1 3-16,6 2-5 0,-2-1 20 0,4-1-15 15,0 1-4-15,2-1 4 0,6 0-9 0,3-1 1 16,1 0 7-16,2 1-6 0,-2-1-3 16,3-1-1-16,-2-1 2 0,4 3 3 0,1 0-14 0,0-1 8 15,0-1 0-15,14 2-2 0,-14-1-4 0,3 2 5 16,10-3-4-16,-10 0-14 0,10 0 9 0,3 1 12 15,-14 0-18-15,16-3 19 0,-3-1-12 0,-1 4-2 16,1-1 1-16,0 2-2 0,-2-1 3 0,-1 0-2 16,1-1-5-16,1 0 11 0,-14 2-3 0,1 0-3 15,-1 0-1-15,15 1 3 0,-16-2-3 0,14 1 5 16,-14 0-8-16,-1 0-8 0,1 1 0 0,0 0 11 16,-2 1-1-16,1-1 0 0,0 2 2 0,-1-3-5 15,0 4-2-15,1-3 4 0,0 1 0 0,-3 2-3 16,0-1 0-16,2 0 4 0,2 1-4 0,-2 0 1 15,3-3 3-15,-4 0-4 0,2 1-2 0,0 2-9 16,0-3 16-16,1 2-8 0,0 0 1 0,1-1-2 16,2 2 2-16,-2-3 5 0,2 1-2 0,-1-1 3 15,12 1-3-15,-14-1-6 0,2 1 3 0,-3-1 1 16,1-1 4-16,1 0-4 0,0 0 0 0,-2 0 10 0,4 1-14 16,-2 1 1-16,-1-2-4 0,2 2 3 0,-2-2 2 15,1 1 5-15,-1 5-10 0,0-4 7 16,-1-1 5-16,2 2-7 0,-2 1 12 0,1-2-10 15,-3 0 6-15,4-1-2 0,0 1-6 0,-1 3 3 0,1-3-3 16,1-1 1-16,-2 3-4 0,-1-2 10 0,-2 0-9 16,2-2 7-16,-2 1 3 0,-2 0-6 0,0-1-2 15,-4 2 1-15,0-2-2 0,-7 2 6 0,7 2-3 16,-9-3 1-16,-2 1 2 0,1-2-2 0,-2 0-2 16,-2 1 14-16,-2 1-17 0,2-2 5 0,-4 0-5 15,0 0 4-15,0 1 11 0,-2-1-13 0,-8 0-1 16,14-1 8-16,-14 1-6 0,9 1-1 15,-9-1 5-15,9 0-3 0,-9 0-1 0,0 0-6 0,8-3-23 16,-8 3-8-16,0 0-26 0,0 0-17 0,0 0-27 16,0 0-69-16,0 0-190 0,0 0 84 0</inkml:trace>
  <inkml:trace contextRef="#ctx0" brushRef="#br0" timeOffset="66950.8">21421 7115 60 0,'0'0'90'0,"0"0"-7"0,0 0-6 16,0 0-9-16,0 0-5 0,0 0-1 0,0 0-14 16,0 0 1-16,0 0 0 0,21-6-10 0,-21 6 0 15,11-1-9-15,-3-1-4 0,-1 2 5 0,7 0-1 16,-2-1-4-16,7-1-3 0,2 1-5 16,0 1 5-16,9-2 0 0,-1 2 7 0,0-1-29 0,5-1 27 15,-2 2-9-15,2 0 3 0,1 2 5 0,2-4-2 16,1 2-14-16,2-1 15 0,11 1-5 15,-13 0 0-15,2 0 7 0,13 1-10 0,-3 1-3 16,-9-2 0-16,-2 1 2 0,12 1-1 0,-12 2-1 0,1-1-15 16,1-2 8-16,-2 2 2 0,0-2 0 0,0 2 1 15,1 1-6-15,0-2 4 0,-3 0 0 0,14 2-4 16,-13-2-2-16,1 2 7 0,-1-3-6 0,-1 1 2 16,2 1 6-16,-1-1-7 0,0-3 2 0,3 2 2 15,-3-3 0-15,1 2-4 0,13 1 1 0,-12 0 4 16,-2-1-6-16,12 0 8 0,2 0-4 0,-16-2-6 15,2 3 12-15,2-2 3 0,-2 0-10 0,2-1 5 16,-2 2-2-16,2 0-2 0,-5 0-1 0,5 0 2 16,-1-3 0-16,12 4-8 0,-14 1 5 0,-1-2 2 15,2 0-1-15,0 3 4 0,2-2-7 0,12-1 4 16,-15 4-7-16,0-4 2 0,2 0-2 0,13 0 6 16,-16 1-1-16,-2 1-2 0,2-1-1 0,0-1-1 15,-3 1 0-15,2-2-1 0,0 1 9 0,-1 1-11 16,-2-3 1-16,4 0 1 0,-2 1-6 0,-5 0 5 15,1-1-1-15,0 2 5 0,2 0-10 0,1-1 10 16,-4-1-4-16,1 0 9 0,1 0-7 0,2 2 4 16,-5-2-8-16,4 0 10 0,-1 1-10 0,-3 1 4 15,1 0 1-15,2-2-2 0,0 1 0 0,-3 0 4 16,5-1-8-16,-1 2 6 0,1 0-1 0,-3 2-3 16,-1-2 4-16,2 0-2 0,1-2-1 0,1 5-5 15,-4-6 3-15,3 3 7 0,-1 0-7 0,0 0 0 16,-1 0 2-16,4 0-7 0,-5 0 4 0,0 2 2 15,3-2 10-15,-1 0-12 0,3 1-11 0,-3-1 11 0,3 3 0 16,0-3-1-16,0 0-7 0,3 0 7 0,-3 0 1 16,4 0 3-16,-4 0 0 0,2 0 4 0,0 0-1 15,-2 0-3-15,-1 1 0 0,1-2 0 0,-1 1 0 16,1 0 1-16,0 0-9 0,2-2 8 0,-4 2-1 16,2-2-4-16,-1 0 3 0,3 2-5 0,0-3 4 15,-3 0-4-15,-1 1-2 0,1-1 2 0,-1 2-3 16,4 0 6-16,-4 1-3 0,1-1 4 0,-1 0-4 15,1-1 5-15,-3 0-2 0,3 2-3 0,-4-3 3 16,1 2 7-16,-1 1-7 0,-2-2 1 0,-5 1 0 16,-2-1 7-16,3 1-7 0,-3-2 11 0,0 2-5 15,-1-4 2-15,0 4-3 0,0 1 2 0,0-3-4 16,-1 2 2-16,-4-2-1 0,4 3 0 0,0-1 5 16,-4 0 6-16,0-1-8 0,-1 1 8 0,0 0 1 15,1-1-3-15,-1 1-7 0,3-1 1 0,-3-1-2 16,1 2 9-16,-1 1-3 0,1-1-2 0,-3-2 2 15,2 2 2-15,-1-1-9 0,-2 2 6 0,1-1-2 16,-1 1-2-16,-3-2 3 0,2 1-3 0,-9 1-1 16,13-2 2-16,-13 2 3 0,9-1 1 0,-9 1 1 15,7-4 0-15,-7 4-2 0,8 0 7 0,-8 0-1 16,10-2-2-16,-10 2 2 0,9-3 4 0,-9 3-2 16,0 0-1-16,10-1 3 0,-10 1-4 0,0 0 2 15,8-2 6-15,-8 2-6 0,0 0-3 0,0 0 0 0,0 0 1 16,0 0-2-16,9-1-3 0,-9 1-2 15,0 0 6-15,0 0-9 0,0 0 3 0,0 0 0 16,0 0 1-16,0 0-10 0,0 0 8 0,0 0-1 16,0 0 2-16,0 0-6 0,0 0 0 0,0 0 3 0,0 0 1 15,0 0-3-15,0 0 3 0,0 0 0 0,0 0-1 16,0 0-3-16,0 0 2 0,0 0-1 0,0 0 0 16,0 0-1-16,0 0 2 0,0 0-3 0,0 0-2 15,0 0 5-15,0 0 2 0,0 0 4 0,0 0-10 16,0 0 1-16,0 0 1 0,0 0-2 0,0 0 0 15,0 0 2-15,0 0-3 0,0 0-1 0,0 0 3 16,0 0 3-16,0 0-9 0,0 0-6 0,0 0-3 16,0 0-1-16,0 0 0 0,0 0-9 0,0 0-5 15,0 0-12-15,0 0-12 0,0 0-7 0,0 0-13 16,0 0-3-16,0 0-11 0,0 0-4 0,0 0-23 16,0 0-107-16,0 0-239 0,-27 7 106 15</inkml:trace>
  <inkml:trace contextRef="#ctx0" brushRef="#br0" timeOffset="68965.53">11609 7908 16 0,'0'0'28'16,"-7"1"-8"-16,7-1-2 0,0 0 2 0,-10 2-2 15,10-2-2-15,0 0 3 0,-7 1-11 0,7-1 1 16,0 0 4-16,0 0 4 0,0 0-8 0,0 0-4 16,-6 3-2-16,6-3 10 0,0 0-6 0,0 0 1 0,0 0-2 15,0 0 2-15,0 0-9 0,0 0 8 16,0 0-3-16,0 0-1 0,0 0 5 0,0 0 0 15,0 0 3-15,0 0-4 0,0 0 5 0,0 0-2 16,0 0 6-16,0 0 7 0,20 4 2 0,-20-4-2 16,10 0 1-16,0 2 6 0,2-2 0 0,-5 0-5 0,4 1-2 15,1-1 5-15,1 2-4 0,5 1 2 16,1-3-1-16,0 0 9 0,3 0 3 0,5 1-11 16,1 2 13-16,0-2-5 0,3 0 0 0,0 2-2 0,1-3 1 15,2 1 0-15,4 0-2 0,1-2-3 16,14 2 4-16,-3-2-4 0,-10 1 8 0,11 0-9 0,-10-1 1 15,-3 1-4-15,13-4-2 0,-13 4-2 0,2-3 1 16,16 1 0-16,-2 2-3 0,-16-2 2 0,18-1-4 16,-3 2 6-16,-1-1-5 0,2-2 3 0,-3 3-3 15,1 0-4-15,-2 1-4 0,-10-1 1 0,12 0 3 16,1-1 6-16,-14 2-6 0,12-1-1 0,-1 1-1 16,-10 1-3-16,12-4 2 0,0 3 0 0,-1 2 5 15,1-1-5-15,0 2-1 0,1-2 2 0,-14 0 0 16,10 2-7-16,3-1-1 0,-14 0 8 0,0 2-2 15,3-2-3-15,10 2-1 0,-12-3 1 0,1 3-1 16,-2-1 3-16,3 0-1 0,-3 0-4 0,0-1 4 16,2 2-4-16,12 0 1 0,-14-1 5 0,12 3 4 15,-12-3-6-15,2-3 0 0,12 4-5 0,2-1 4 16,-2 3 0-16,-1-4-13 0,1 2 13 0,0 0-2 16,2-2 8-16,-1 1-12 0,1 2-1 0,-4-2 3 15,2-2-1-15,2 1 4 0,-3 2-3 0,-1 0-2 16,-12-4 5-16,14 1 0 0,-13-1 0 0,13 4-1 15,-12-3-5-15,12 1 3 0,-15 0-1 0,4 1 2 16,9 1 0-16,-10 0-4 0,12-1 8 0,-14-2-6 16,1 2 2-16,-1 1-2 0,-1 0 1 0,0-2 1 15,3 2-4-15,-3-2-3 0,13 4 7 0,-11-3 1 16,0-3-5-16,0 3 6 0,0-2-8 0,-1 1 7 16,-1-1-1-16,0-1-4 0,-4 0 1 0,1 2 2 15,-1-4-2-15,-3 2 4 0,1 0-5 0,-9 0 7 16,1-1-3-16,-5 1 0 0,1-2-1 0,-3 2-3 15,-3 0 0-15,0 0 0 0,0-1 0 0,-2 1 3 16,1-2-2-16,-5 4 7 0,1-2-5 0,-8 0-1 0,12-2 5 16,-12 2 3-16,11 0-6 0,-11 0 5 0,10 0-2 15,-10 0 1-15,0 0-2 0,8-1 0 0,-8 1 0 16,0 0-3-16,0 0-9 0,0 0-12 0,0 0-17 16,10 0-19-16,-10 0-13 0,0 0-19 0,0 0-36 15,0 0-125-15,0 0-266 0,0 0 117 0</inkml:trace>
  <inkml:trace contextRef="#ctx0" brushRef="#br0" timeOffset="70705.78">18151 8142 11 0,'0'0'74'0,"0"0"9"0,0 0-4 0,0 0-3 0,0 0 6 16,0 0 11-16,33 10-9 0,-11-7-15 0,6 0 8 15,4-1 6-15,2 1-5 0,19-2 3 16,0 3-3-16,9-4 0 0,0 0 0 0,30 2-1 15,-2-2-8-15,3 0-9 0,2-2-1 0,-3-2-9 0,2 4-1 16,-2 0-8-16,3-1 2 0,-2-1-5 0,3 2-6 16,-5-2-1-16,2 1 3 0,-2 1-14 0,-25 1 3 15,29 0-1-15,-30-1-4 0,28 1 0 16,-31-1-5-16,2 0 2 0,-1-1-3 0,-2 2-1 0,4-1-2 16,0 0 4-16,-4 2-14 0,-6-2 12 0,-1 1-4 15,-5 2-2-15,-14-2 1 0,-3-1 1 0,-3 3-1 16,1-3-6-16,-10 0 7 0,-1 2-3 15,-1-1-5-15,-6-1 2 0,-2 0 0 0,0 0 0 0,-2 0 0 16,-8 0 10-16,10 0 6 0,-10 0 8 0,10 2 6 16,-10-2 3-16,8-2 3 0,-8 2 0 0,0 0-1 15,9 0-3-15,-9 0-2 0,0 0-2 0,0 0 0 16,0 0-5-16,9 0-2 0,-9 0 0 0,0 0-7 16,0 0 2-16,0 0-3 0,0 0 2 0,0 0-5 15,11 0 2-15,-11 0 0 0,0 0-1 0,0 0 2 16,0 0 0-16,0 0-1 0,0 0 2 0,0 0 3 15,0 0 1-15,0 0-5 0,0 0 2 0,9 0-2 16,-9 0 0-16,0 0 0 0,0 0 1 0,0 0-6 16,0 0 3-16,0 0 1 0,0 0-2 0,0 0-5 15,0 0 2-15,0 0 1 0,0 0-1 0,0 0 4 16,0 0-7-16,0 0 3 0,0 0-3 0,0 0 1 0,0 0 1 16,0 0-2-16,0 0-1 0,0 0 0 0,0 0 1 15,0 0 2-15,0 0-2 0,0 0-1 0,0 0-1 16,0 0 1-16,0 0-3 0,0 0 2 15,0 0 1-15,0 0 0 0,0 0-6 0,0 0 4 0,0 0-2 16,0 0 1-16,0 0 1 0,0 0-1 0,0 0-2 16,0 0 2-16,0 0-2 0,0 0 1 15,0 0 1-15,0 0 0 0,0 0-3 0,0 0 3 0,0 0 1 16,0 0-2-16,0 0 0 0,0 0 2 0,0 0-2 16,0 0 1-16,0 0-2 0,0 0 4 0,0 0 0 15,0 0-3-15,0 0-1 0,0 0 5 0,0 0-2 16,0 0 0-16,0 0-2 0,0 0 1 15,0 0-1-15,0 0-5 0,0 0 3 0,0 0 1 0,0 0 2 16,0 0-1-16,0 0 4 0,0 0-6 0,0 0 0 16,0 0-1-16,0 0-1 0,0 0 3 0,0 0-2 15,0 0 2-15,0 0 1 0,0 0-1 16,0 0 0-16,0 0 1 0,0 0-1 0,0 0 1 0,0 0-3 16,0 0 3-16,0 0 2 0,0 0-1 0,0 0-3 15,0 0 4-15,0 0-1 0,0 0-3 0,0 0 4 16,0 0 2-16,0 0-3 0,0 0 0 0,0 0-1 15,0 0 4-15,0 0 1 0,0 0 1 0,0 0 3 16,0 0 0-16,0 0 0 0,0 0 2 0,0 0-4 16,0 0 3-16,0 0-2 0,0 0-1 0,0 0-1 15,0 0-3-15,0 0 0 0,0 0 5 0,0 0-5 16,0 0 0-16,0 0-1 0,0 0 1 0,0 0 1 16,0 0 1-16,0 0-1 0,0 0 5 0,0 0 6 15,0 0-7-15,0 0-3 0,0 0 2 0,0 0-3 16,0 0 0-16,0 0-1 0,0 0 2 0,0 0-1 0,0 0 1 15,0 0-6-15,0 0 5 0,0 0-1 16,0 0-3-16,0 0 2 0,0 0 3 0,0 0-3 16,0 0-1-16,0 0 0 0,0 0 2 0,0 0 2 15,0 0-4-15,0 0-3 0,0 0 4 0,0 0-2 0,0 0 1 16,0 0 2-16,0 0-4 0,0 0 3 0,0 0-2 16,0 0 3-16,0 0-2 0,0 0-2 15,0 0 1-15,0 0-2 0,0 0 4 0,0 0 1 16,0 0-4-16,0 0 1 0,0 0 5 0,0 0 0 0,0 0 1 15,0 0-5-15,0 0 3 0,0 0-4 0,0 0 0 16,0 0 5-16,0 0-3 0,0 0-1 0,0 0 1 16,0 0 1-16,6-4-2 0,-6 4-1 15,0 0 0-15,0 0 0 0,0 0 2 0,0 0-1 0,0 0 1 16,0 0 1-16,0 0 1 0,0 0-3 0,0 0 6 16,0 0-3-16,0 0 2 0,0 0-4 0,0 0 4 15,0 0-2-15,0 0 6 0,0 0-3 0,0 0 1 16,0 0 2-16,0 0-2 0,0 0 0 0,0 0 2 15,0 0-7-15,0 0 3 0,0 0 2 0,0 0-4 16,0 0 3-16,0 0-2 0,0 0 2 0,0 0-4 16,0 0-3-16,0 0 3 0,0 0 3 0,0 0-6 15,0 0 0-15,0 0 2 0,0 0 4 0,0 0-6 16,0 0 1-16,0 0 0 0,0 0 2 0,0 0 7 16,0 0-12-16,0 0 3 0,0 0-1 0,0 0-2 15,0 0 0-15,0 0-2 0,0 0 2 0,0 0 2 16,0 0 8-16,0 0-9 0,0 0 0 0,0 0-3 15,0 0-5-15,0 0 4 0,0 0-7 0,0 0 3 16,0 0-1-16,0 0-2 0,0 0-2 0,0 0 0 16,0 0-3-16,0 0-5 0,0 0-3 0,0 0-1 15,0 0-12-15,0 0-8 0,0 0-16 0,0 0-6 0,0 0-13 16,0 0-11-16,0 0-21 0,0 0-22 16,0 0-15-16,0 0-42 0,0 0-173 0,0 0-396 15,0 0 175-15</inkml:trace>
  <inkml:trace contextRef="#ctx0" brushRef="#br0" timeOffset="72632.02">23638 8132 20 0,'0'0'26'0,"0"0"-3"15,0 0-2-15,0 0-4 0,0 0 6 0,0 0-4 16,0 0-3-16,0 0-2 0,0 0 1 16,0 0 1-16,0 0-7 0,0 0 5 0,0 0 0 15,0 0-2-15,0 0 7 0,0 0-5 0,0 0 5 0,0 0 2 16,0 0-3-16,0 0-5 0,0 0 2 15,0 0 3-15,0 0 10 0,0 0-10 0,0 0 6 16,0 0 0-16,0 0-2 0,0 0 0 0,0 0-3 16,0 0 3-16,0 0-6 0,0 0 11 0,0 0 0 0,0 0 5 15,0 0-1-15,0 0 1 0,0 0-3 0,0 0 1 16,0 0-7-16,8 3 2 0,-8-3 4 16,0 0-8-16,5 1-5 0,-5-1-8 0,0 0 17 0,9 2-5 15,-9-2 1-15,7 1 8 0,-7-1-8 0,11 2 9 16,-11-2-15-16,14 1 13 0,-5-1-2 0,3 0 3 15,-1-1-5-15,3 1 2 0,-4 0-12 0,4 0 9 16,-1 0 5-16,0-2-6 0,5 4-4 0,1-4 7 16,-2 2 3-16,3-1-7 0,2 1 1 0,-3 0 12 15,4 0-17-15,5 0 2 0,-7 0-2 0,7-3-4 16,-1 3 3-16,1 0 3 0,1 0-5 0,-2-2-8 16,-5 2 4-16,6 0 2 0,1-1 3 0,-1 0-2 15,2 2-3-15,-1-1-1 0,0-1 0 0,1-1 1 16,-2 1-1-16,4-2-1 0,-1 3-5 0,1 0 7 15,1-2-7-15,4 4 3 0,-5-3-1 0,1 0 1 16,1 0-3-16,4-1 2 0,-3 2-2 0,1-1-3 16,3-1 6-16,-3 3-6 0,4-3 1 0,0 1 3 15,-1 1-11-15,-3-1 5 0,1 2 4 0,-2-2 2 16,1-2-4-16,-1 2 1 0,0 1 4 0,0-1 0 0,1-1-2 16,-5 2 0-16,3-2-1 0,2 2 1 15,-2 0 5-15,1-2-9 0,-3 0 3 0,3 1 4 16,-2 0-11-16,-1-1 4 0,1 2 1 0,0-2 3 15,-1 2-3-15,2-2 0 0,1 0-3 0,-1 1 5 0,0 1-1 16,1-3 5-16,2 2-9 0,1-2 6 0,-2 1-3 16,-2 1 5-16,3-2-7 0,0 2 1 0,1-1 7 15,0 2-9-15,-4-3-2 0,6 0 6 0,-3 2 2 16,0-3-8-16,-1 2 6 0,0 1 2 0,2-2 0 16,1 0 5-16,1 1-9 0,0-3 4 0,10 2-5 15,-12 1 3-15,14-2-6 0,-14 1 6 0,0 3 2 16,1-3-3-16,-4 0 0 0,3-1 4 15,-2 2 3-15,0 1 1 0,-2-1-5 0,2-3 6 0,-2 4 3 16,0-2-3-16,-1 1-5 0,1-1 4 0,-1 3 1 16,1-3 2-16,-1 2 1 0,1-1 2 0,-1-3 6 15,-5 3-2-15,1 1-3 0,0-1 1 0,-8 1-1 16,-2-1-1-16,2 1 2 0,0 1-3 0,-8 0-2 16,5-2 1-16,-7 0 1 0,1 1-3 0,1 1-2 15,-4-1 0-15,-3 1 1 0,-6 0-3 0,16-1 4 16,-16 1-5-16,9-1-19 0,-9 1-13 0,11 0-29 15,-11 0-18-15,0 0-49 0,7-4-36 0,-7 4-118 16,0 0-299-16,0 0 133 0</inkml:trace>
  <inkml:trace contextRef="#ctx0" brushRef="#br0" timeOffset="74007.97">6217 9072 5 0,'-5'2'54'0,"5"-2"-4"0,-13 2-7 0,13-2-1 0,-10 2-3 15,10-2-10-15,-10 4-1 0,2 0 5 0,2 0-13 16,-3-1 3-16,0 3-7 0,-1 0 1 0,-1-1 1 16,2-3-8-16,-2 3 6 0,3 1-4 0,-1 0 4 15,3 0-12-15,-2-2 5 0,-1 2 2 0,4-2 5 16,-1 1-3-16,-1-1-7 0,2 1 5 0,5-5-7 16,-9 4-1-16,9-4-2 0,-6 6 5 0,6-6-1 15,-2 8 3-15,2-8-2 0,0 0 5 0,0 0 7 16,7 9 5-16,-7-9 0 0,10 4-5 0,3-1 19 15,-3 0-9-15,8 0 8 0,0-2 8 0,2-1-9 16,8 0 5-16,1-1 2 0,0 1 0 0,-2 0 11 16,4-3-16-16,-1 2 5 0,5-4 3 0,-1 3-2 15,2-4 2-15,16-3 2 0,-15 5-1 0,3-1-7 16,14 0 7-16,2-2-8 0,-1 2 2 0,0-3-3 16,0 4-1-16,1-2-2 0,4 1 2 0,-2 0-3 15,-2-1-3-15,4 2 0 0,0 1 0 0,-1-4-3 16,-3 3 2-16,0 0-1 0,-1-1-4 0,-1 3 4 15,0-2-5-15,1 3 0 0,-1 0-2 0,-1 0-4 16,1-3-4-16,-3 4-4 0,-14 0 7 0,1 0-3 16,2 2-4-16,10-3-1 0,-12 2 3 0,1 2-1 15,0-2-2-15,-1 0-2 0,1 3 5 0,13-1-6 16,-12-1 2-16,11 0-1 0,-13-1-2 0,14 3 1 16,-13-3 7-16,2-1-6 0,11 2-4 0,0 1 2 0,-14 1-3 15,14-4 1-15,-12 2 4 0,0-2-1 0,-1 1-5 16,-2 0 3-16,0 0 0 0,1 2-13 0,13-3 13 15,-16 2 1-15,2 0-3 0,1-4 3 0,1 4 3 16,0-4-5-16,0-1-1 0,13 3 2 0,0-2-2 16,-15-1-1-16,17 1 6 0,-4-5-6 0,-11 4 2 15,13-4 0-15,-13 2 4 0,1 4-6 0,10-5 4 16,-15 3-5-16,0 1 3 0,-2 0-1 0,-1-1-1 16,-2 3-3-16,-7 0 1 0,-4 0 2 0,1 0-7 15,-3-3-9-15,-3 2-10 0,-2 1-2 0,0-2-6 16,-3 2-8-16,-1 2-11 0,-2-1-22 0,-6-1-7 15,13 0-20-15,-13 0-14 0,8 1-17 0,-8-1-114 16,0 0-269-16,0 0 119 0</inkml:trace>
  <inkml:trace contextRef="#ctx0" brushRef="#br0" timeOffset="77887">10678 9018 16 0,'-10'-1'23'0,"10"1"-3"0,0 0-8 15,0 0-2-15,-10-1 3 0,10 1 4 0,0 0-8 16,0 0 2-16,-12 1 1 0,12-1 1 0,0 0-1 15,0 0 2-15,-11 0 0 0,11 0 2 0,0 0-1 16,-8 1 2-16,8-1 3 0,0 0-6 0,0 0 5 16,-9 0 2-16,9 0 4 0,0 0 0 0,0 0 0 15,-12 1-7-15,12-1 3 0,0 0 6 0,-9-1-8 16,9 1 2-16,0 0 3 0,0 0 4 0,-12 1-2 16,12-1 2-16,-9 0 7 0,9 0-3 0,0 0 0 15,-11 0-2-15,11 0 7 0,0 0-12 0,-9 2 0 16,9-2 1-16,0 0-3 0,-10 1 5 0,10-1-9 15,0 0 1-15,-11-1-3 0,11 1 17 0,0 0-28 16,0 0 9-16,0 0-14 0,-9 1 9 0,9-1-10 16,0 0 4-16,0 0 4 0,-5 4-10 0,5-4 8 15,0 0-1-15,0 0-5 0,0 0 5 0,0 0-4 16,0 0-4-16,0 0 6 0,0 0-4 0,0 0-3 0,0 0 6 16,0 0 3-16,0 0 0 0,0 0 13 15,13 10-1-15,-13-10 0 0,9 4 3 0,-3-3 6 16,2 0-7-16,-2 2 12 0,6-2 2 0,-1 0 3 15,2-1 6-15,5 3-2 0,0-3 0 0,4 1 0 0,6 2 2 16,0-5-3-16,3 1 0 0,-1 0 3 16,4 1-5-16,1-3 0 0,3 1-2 0,1 2-4 0,-2-2-1 15,-1 1-2-15,1 2-10 0,0-1 9 0,0 4-4 16,0-5-2-16,-1 2-6 0,1-1 8 0,1 2 4 16,1-2-7-16,0 0-2 0,-2 1-1 0,0-2-2 15,3 1 0-15,-2 2-4 0,-2-2 2 0,0 1-4 16,0 1 3-16,2-2-1 0,0 0 1 15,-1 0 2-15,-1 3-8 0,1-3 3 0,-3 1-4 0,0-2 3 16,-2 2 2-16,0-1-3 0,0 0 1 0,-2-1-1 16,1 2-2-16,1 0 5 0,-3 1-5 0,5 0 3 15,-1-4-3-15,-2 4 3 0,-1-1-2 0,0 0 0 16,-1 2-1-16,2 0 0 0,0-5-4 0,-1 4 9 16,1-2-1-16,-2 0-5 0,3 3 4 0,-3-3 0 15,2 0-4-15,1 0 3 0,1 2-1 0,-1-2 3 16,1 1-2-16,-3-2-2 0,1 2-3 0,-1-1 1 15,3 4-1-15,-2-4 2 0,-1 2 1 0,1-4-1 16,-2 2-1-16,0-2 1 0,3 2-3 0,-3 0 4 16,3 0-2-16,-3 0-3 0,0 2 0 0,-2-4 3 15,-7 1-1-15,2 1-1 0,1-2-1 0,-3 2 3 16,2 1-1-16,-3-1-2 0,1-1 3 0,0 1 0 16,1-2 1-16,-2 4-3 0,2-2 4 0,-4 0-1 15,2 0-5-15,-1 0 2 0,1 0-1 0,-5-2 1 16,2 4 0-16,4-4-1 0,-1 2 0 0,-2 3 0 15,3-3 1-15,-4-1-1 0,-4 2 2 0,3-2-2 0,-1 1 0 16,-1 1 0-16,8-1 3 0,-4-1 1 16,1 2-4-16,-1-2 0 0,-4 2 1 0,4 0-1 0,1 0-1 15,-5 1 5-15,3-1-4 0,-5 1-1 0,3-2 3 16,-3-1 0-16,-2 0-3 0,3 2 2 0,-4-1-2 16,-8 0-10-16,13 1 12 0,-7-1 2 0,-6 0-1 15,13 0-6-15,-13 0 3 0,9 2 1 0,-9-2 2 16,9 2-1-16,-9-2 0 0,5 2 1 0,-5-2 1 15,0 0 4-15,0 0 4 0,0 0-4 0,8 0 1 16,-8 0 2-16,0 0 0 0,0 0-6 0,0 0 5 16,0 0 1-16,0 0-5 0,0 0 6 0,0 0-2 15,0 0-2-15,0 0 1 0,0 0-1 0,0 0 0 16,0 0 4-16,9 0-6 0,-9 0 2 0,0 0-2 16,0 0 3-16,0 0-6 0,0 0 3 0,0 0 1 15,0 0-2-15,0 0-1 0,0 0-5 0,0 0 9 16,0 0-3-16,0 0-1 0,0 0 1 0,0 0-4 15,0 0 2-15,0 0 0 0,0 0 1 0,0 0-3 16,0 0 0-16,0 0 0 0,0 0 2 0,0 0-5 16,0 0 7-16,0 0-2 0,0 0 0 0,0 0 1 15,0 0 3-15,0 0-3 0,0 0 4 0,0 0-3 16,0 0 6-16,0 0 2 0,0 0 3 0,0 0 5 16,0 0 1-16,0 0 1 0,0 0-3 0,0 0 5 0,0 0 5 15,0 0-9-15,0 0 5 0,0 0-5 16,0 0 2-16,0 0-4 0,0 0 5 0,0 0-7 15,0 0 5-15,0 0-5 0,0 0 0 0,0 0-1 0,0 0-2 16,0 0 2-16,0 0 1 0,0 0-4 0,0 0 3 16,0 0-2-16,0 0 1 0,0 0-5 15,0 0 5-15,0 0-4 0,0 0 1 0,0 0 1 16,0 0-4-16,0 0-2 0,0 0 3 0,0 0-4 0,0 0 3 16,0 0-2-16,0 0 0 0,0 0-2 0,0 0 0 15,0 0-2-15,0 0 2 0,0 0-2 0,0 0 1 16,0 0 0-16,0 0-1 0,0 0-1 15,0 0 5-15,0 0-6 0,0 0 5 0,0 0-8 0,0 0 4 16,0 0-3-16,0 0 8 0,0 0-3 0,0 0-2 16,0 0-4-16,0 0 6 0,0 0-3 0,0 0 0 15,0 0 0-15,0 0-2 0,0 0 1 0,0 0 0 16,0 0-1-16,0 0 2 0,0 0 0 0,0 0-1 16,0 0 2-16,0 0 2 0,0 0-3 0,0 0-3 15,0 0 3-15,0 0 0 0,0 0-3 0,0 0 3 16,0 0 0-16,0 0 2 0,0 0-2 0,0 0-2 15,0 0 2-15,0 0-2 0,0 0 1 0,0 0-1 16,0 0-3-16,0 0 11 0,0 0-6 0,0 0-1 16,0 0-5-16,0 0 6 0,0 0-1 0,0 0 1 15,0 0-2-15,0 0 2 0,0 0 0 0,0 0-3 0,8 3 4 16,-8-3-4-16,0 0 0 0,0 0 6 16,0 0-4-16,0 0 4 0,0 0-3 0,0 0-1 15,0 0 0-15,0 0 1 0,0 0-3 0,0 0 5 16,0 0-4-16,0 0 4 0,0 0-1 0,0 0 1 15,0 0-4-15,0 0 3 0,0 0-2 0,0 0 1 0,0 0-1 16,0 0 0-16,0 0 0 0,0 0 3 16,0 0-4-16,0 0-1 0,0 0 1 0,0 0 1 15,0 0-2-15,0 0 6 0,0 0-5 0,0 0 3 0,0 0-1 16,0 0 0-16,0 0-4 0,0 0 5 0,0 0 5 16,0 0-4-16,0 0-3 0,0 0 8 0,0 0-9 15,0 0-1-15,0 0 1 0,0 0 2 0,0 0-3 16,0 0 0-16,0 0 3 0,0 0 0 0,0 0-2 15,0 0 4-15,0 0-1 0,0 0 0 0,0 0-1 16,0 0 2-16,0 0-4 0,0 0 9 0,0 0-7 16,0 0 0-16,0 0 1 0,0 0 3 0,0 0-6 15,0 0 4-15,0 0-1 0,0 0-2 0,0 0 7 16,0 0-1-16,0 0-4 0,0 0 2 0,0 0-1 16,0 0 0-16,0 0 2 0,0 0-1 15,0 0 1-15,0 0 1 0,0 0-3 0,0 0-2 0,0 0 1 16,0 0 2-16,0 0-4 0,0 0 3 0,0 0-2 15,0 0 3-15,0 0-5 0,0 0 2 0,0 0-2 16,0 0 1-16,0 0 1 0,0 0 8 0,0 0-10 16,0 0 3-16,0 0-1 0,0 0-1 0,0 0 0 15,0 0-1-15,0 0 4 0,0 0-1 0,0 0-1 16,0 0 2-16,0 0 0 0,0 0 1 0,0 0-5 16,0 0 6-16,0 0 0 0,0 0-1 0,0 0 0 0,0 0 2 15,0 0 1-15,0 0-3 0,0 0 0 16,0 0 1-16,0 0 2 0,0 0-3 0,0 0 1 15,0 0-1-15,0 0 0 0,0 0 1 0,0 0 0 16,0 0 0-16,0 0 1 0,0 0-2 0,0 0 1 16,0 0-2-16,0 0 3 0,0 0 1 0,0 0-1 15,0 0 0-15,0 0 0 0,0 0 0 0,0 0 0 16,0 0-1-16,0 0-4 0,0 0 7 0,0 0-4 16,0 0 0-16,0 0 0 0,0 0-6 0,0 0 8 0,0 0-2 15,0 0-3-15,0 0-3 0,0 0 5 0,0 0-1 16,0 0-1-16,0 0 2 0,0 0-4 0,0 0 5 15,0 0-3-15,0 0 3 0,0 0-6 16,0 0 3-16,0 0 5 0,0 0-5 0,0 0-2 0,0 0 2 16,0 0-3-16,0 0 5 0,0 0-4 0,0 0 5 15,0 0-2-15,0 0-3 0,0 0 3 0,0 0-1 16,0 0-1-16,6-6 2 0,-6 6-2 0,0 0 2 16,0 0-3-16,0 0 4 0,0 0 0 0,0 0-5 15,0 0 4-15,0 0-3 0,0 0 9 0,0 0-5 16,0 0-1-16,0 0-1 0,0 0 1 0,0 0-3 15,0 0 0-15,0 0 2 0,0 0 0 0,0 0 0 16,0 0 0-16,0 0-2 0,0 0 4 0,0 0-2 16,0 0 0-16,0 0 3 0,0 0-3 0,0 0 1 15,0 0-2-15,0 0 2 0,0 0 1 0,0 0 1 16,0 0-1-16,0 0-2 0,0 0-2 0,0 0 4 16,0 0-3-16,0 0-4 0,0 0 7 0,0 0-2 15,0 0-1-15,0 0-1 0,0 0 10 0,0 0-9 16,0 0-2-16,0 0 1 0,0 0 1 0,0 0 0 15,0 0 2-15,0 0-1 0,0 0-1 0,0 0 3 16,0 0-3-16,0 0 1 0,0 0 4 0,0 0-2 16,0 0-1-16,0 0 3 0,0 0-1 0,0 0 2 15,0 0-4-15,0 0 6 0,0 0-5 0,0 0 3 0,0 0 0 16,0 0-2-16,0 0 2 0,0 0 2 0,0 0-1 16,0 0-1-16,0 0 1 0,0 0-1 0,0 0 6 15,6-4-11-15,-6 4 1 0,0 0 1 16,0 0 1-16,0 0-2 0,0 0 3 0,0 0 0 0,0 0 1 15,0 0 1-15,0 0 0 0,0 0 1 0,0 0-3 16,0 0 8-16,0 0-3 0,0 0 1 16,0 0-5-16,0 0 5 0,0 0 3 0,0 0-6 15,0 0 1-15,0 0 3 0,0 0 1 0,0 0 1 0,0 0-1 16,0 0 5-16,0 0-5 0,0 0 1 0,0 0 1 16,3-6-1-16,-3 6 6 0,0 0 4 0,0 0-6 15,0 0-3-15,0 0 4 0,0 0-4 0,0 0 1 16,0 0 0-16,0 0 0 0,0 0-4 0,0 0 14 15,0 0-18-15,0 0 15 0,0 0-2 0,0 0-9 16,0 0-6-16,0 0 4 0,0 0-1 0,0 0-2 16,0 0-5-16,0 0 16 0,0 0-15 0,0 0-2 15,0 0 4-15,0 0 6 0,0 0-13 0,0 0 5 16,0 0-7-16,0 0 2 0,0 0 2 0,0 0 2 16,0 0 2-16,0 0-2 0,0 0-3 0,0 0-3 15,0 0 5-15,0 0 1 0,0 0-2 0,0 0 12 16,0 0-11-16,0 0 1 0,0 0-5 0,0 0 2 15,0 0 7-15,0 0-9 0,0 0 3 0,0 0-1 16,0 0 4-16,0 0-4 0,0 0 5 0,0 0-1 16,0 0-6-16,0 0 7 0,0 0-1 0,0 0-4 15,0 0-2-15,0 0 6 0,0 0-5 0,0 0 8 16,0 0-7-16,0 0-1 0,0 0 3 0,0 0 2 16,0 0-1-16,0 0-3 0,0 0 2 0,0 0-1 0,0 0 1 15,0 0 3-15,0 0-1 0,0 0-4 0,0 0 0 16,0 0 4-16,0 0-4 0,0 0 4 0,0 0-3 15,0 0-1-15,0 0 5 0,0 0-3 16,0 0 2-16,0 0 3 0,0 0-4 0,0 0-1 0,0 0 0 16,0 0-3-16,0 0 4 0,0 0 0 0,0 0-2 15,0 0 3-15,0 0-4 0,0 0 4 0,0 0-4 16,0 0 5-16,0 0-5 0,0 0-2 0,0 0 4 16,0 0-2-16,0 0 2 0,6-5 0 0,-6 5-2 15,0 0 0-15,0 0-2 0,0 0 5 0,0 0-1 16,0 0-5-16,0 0 4 0,0 0-1 0,0 0 1 15,0 0 3-15,0 0-9 0,0 0 6 0,0 0-2 16,0 0 2-16,0 0 2 0,0 0 1 0,0 0-4 16,0 0-2-16,0 0-1 0,0 0 5 0,0 0-6 15,0 0 3-15,0 0 3 0,0 0 0 0,0 0-1 16,0 0-1-16,0 0 1 0,0 0-7 0,0 0 10 16,0 0-1-16,0 0-1 0,0 0 10 0,0 0-12 15,0 0-3-15,0 0 2 0,0 0 2 0,0 0-3 16,0 0-2-16,0 0 7 0,0 0 4 0,0 0-6 15,0 0-3-15,0 0 3 0,0 0-7 0,16 4-1 16,-16-4 1-16,0 0 1 0,0 0-6 0,0 0-7 16,0 0 5-16,0 0-4 0,0 0 0 0,0 0-1 15,0 0 0-15,0 0-5 0,9 2 1 0,-9-2 5 16,0 0 7-16,0 0-15 0,0 0 2 0,0 0-3 0,0 0 3 16,0 0-7-16,0 0-4 0,0 0-5 0,7 0-4 15,-7 0-5-15,0 0-6 0,0 0-3 0,0 0-8 16,0 0-6-16,0 0-13 0,0 0-13 0,0 0-10 15,0 0-14-15,0 0-21 0,0 0-35 16,0 0-38-16,0 0-158 0,0-11-407 0,4 4 180 0</inkml:trace>
  <inkml:trace contextRef="#ctx0" brushRef="#br0" timeOffset="81985.45">19514 12662 16 0,'0'0'41'0,"0"0"-11"0,0 0 1 15,0 0-4-15,0 0-7 0,0 0-7 0,0 0-9 16,0 0-9-16,0 0-25 0,0 0-32 0,0 0 15 15</inkml:trace>
  <inkml:trace contextRef="#ctx0" brushRef="#br0" timeOffset="84110.17">14863 12115 6 0,'0'0'37'0,"0"0"-2"0,0 0-9 0,0 0 2 16,0 0-8-16,0 0 2 0,0 0 3 0,0 0-11 15,0 0-2-15,0 0-1 0,0 0-1 0,0 0 0 16,0 0 3-16,-18 9-6 0,18-9 1 0,-9 6-2 16,6-4 2-16,-2 3-5 0,5-5 1 0,-6 7 3 15,2-3-1-15,4-4-1 0,-9 8 0 0,7-2 3 16,-1 0 3-16,-1-1 0 0,-1 1-4 0,1-1 5 0,1 2-2 16,1 0 0-16,2-7-1 0,-4 11-5 0,1-7 0 15,3-4 5-15,-1 12-6 0,1-12-2 16,-1 11 4-16,1-6-4 0,0-5 5 0,1 13-1 15,-1-13-5-15,3 10 4 0,-2-5 1 0,1 1-5 0,-2-6 3 16,2 10 1-16,0-4 0 0,-2-6 0 0,2 8-2 16,-1-2-5-16,-1-6 9 0,2 11-6 15,-2-11 2-15,0 7 2 0,0-7-3 0,0 12 14 0,0-12 8 16,-2 10-10-16,-1-3-4 0,1-1 9 16,2-6-3-16,-4 8-1 0,1-3-9 0,1 1 11 0,-2-1-4 15,4-5 7-15,-8 12-10 0,2-8 5 0,6-4-1 16,-4 10 0-16,0-6-5 0,2 2-3 15,2-6 0-15,-6 8 7 0,4-3 0 0,2-5-1 16,-4 9-3-16,4-9-2 0,-5 6-4 0,5-6 6 0,0 7-5 16,0-7 1-16,0 0 2 0,0 10-7 0,0-10 8 15,0 0-11-15,0 9 7 0,0-9-1 0,5 5-2 16,-5-5 0-16,0 0 0 0,4 7-13 0,-4-7 11 16,0 0-4-16,5 3 2 0,-5-3 3 0,4 4-3 15,-4-4-6-15,5 4-10 0,-5-4-7 0,8 3-17 16,-8-3-13-16,10 3-43 0,-10-3-108 0,6 3 48 15</inkml:trace>
  <inkml:trace contextRef="#ctx0" brushRef="#br0" timeOffset="86049.85">14824 12289 30 0,'-2'6'33'16,"2"-6"-4"-16,-2 16-11 0,2-6-3 0,-1 1-1 16,0-2-7-16,3 0-4 0,-2-1 4 0,2 2-4 15,0-3-5-15,1 0-11 0,-2 0-11 0,3-1-26 16,-2 2 11-16</inkml:trace>
  <inkml:trace contextRef="#ctx0" brushRef="#br0" timeOffset="86199.24">14834 12522 10 0,'0'0'23'0,"0"0"-5"0,0 0-1 0,0 0 0 16,0 0-1-16,0 0-5 0,11 6-3 0,-11-6-18 16,9 0-9-16,-9 0-20 0,12-1 10 0</inkml:trace>
  <inkml:trace contextRef="#ctx0" brushRef="#br0" timeOffset="87083.19">17504 11614 30 0,'0'0'106'0,"0"0"-10"0,0 0 0 16,0 0-11-16,0 0-4 0,0 0-5 0,0 0-13 0,0 0-4 16,0 0-6-16,0 0-2 0,0 0-5 0,0 0-15 15,0 0 3-15,0 0-10 0,0 0 2 0,0 0-13 16,0 0-6-16,0 0-19 0,0 0-5 0,0 0-22 16,0 0-20-16,0 0-20 0,0 0-50 0,0 0-139 15,0 0 61-15</inkml:trace>
  <inkml:trace contextRef="#ctx0" brushRef="#br0" timeOffset="88031">17195 11081 35 0,'0'0'31'16,"0"0"-10"-16,0 0 2 0,0 0-12 0,0 0-6 16,0 0-13-16,0 0-12 0,0 0-22 0,0 0 11 15</inkml:trace>
  <inkml:trace contextRef="#ctx0" brushRef="#br0" timeOffset="88454.36">17195 11103 41 0,'0'0'37'0,"0"0"-3"0,0 0-8 16,0 0 4-16,0 0-1 0,0 0-7 0,0 0 6 15,0 0-10-15,0 0 3 0,0 0 0 0,0 0-4 16,0 0-2-16,0 0-4 0,0 0-1 0,0 0-4 16,0 0 2-16,0 0 0 0,0 0-3 0,0 0 3 15,0 0-3-15,0 0 0 0,0 0 4 0,0 0-6 16,0 0-1-16,0 0-1 0,0 0 0 0,0 0-4 0,0 0 3 16,0 0 5-16,0 0-1 0,0 0-1 0,0 0-3 15,0 0 4-15,0 0-5 0,0 0 1 16,0 0 1-16,0 0 5 0,0 0-9 0,0 0-9 15,0 0 12-15,0 0 2 0,0 0 1 0,0 0-3 0,0 0-3 16,0 0 3-16,0 0-3 0,0 0 4 0,0 0-5 16,0 0 5-16,0 0 0 0,0 0-2 0,0 0 1 15,0 0-2-15,0 0-2 0,0 0-6 0,0 0-2 16,0 0-6-16,0 0-2 0,0 0-1 16,0 0-8-16,0 0-1 0,0 0-16 0,0 0-51 0,0 0 23 15</inkml:trace>
  <inkml:trace contextRef="#ctx0" brushRef="#br0" timeOffset="92786.65">8214 11933 81 0,'0'0'116'15,"0"0"-11"-15,0 0-21 0,0 0 3 0,0 0-12 0,0 0-7 16,0 0-11-16,0 0-7 0,0 0-3 15,0 0-7-15,0 0-3 0,0 0-1 0,0 0-18 16,0 0-2-16,0 0-18 0,0 0-10 0,0 0-8 16,0 0-19-16,0 0-17 0,0 0-13 0,0 0-52 15,0 0-129-15,0 0 58 0</inkml:trace>
  <inkml:trace contextRef="#ctx0" brushRef="#br0" timeOffset="107358.49">24862 15066 20 0,'0'0'41'15,"0"0"4"-15,0 0-7 0,8 1 0 0,-8-1 1 16,0 0 2-16,0 0-3 0,0 0-2 0,0 0 2 15,0 0-3-15,0 0-3 0,0 0 4 0,0 0-4 16,0 0-4-16,0 0-1 0,0 0-3 0,0 0 2 16,0 0-9-16,0 0-4 0,0 0 9 0,0 0-5 15,0 0-5-15,0 0 2 0,0 0 3 0,0 0 5 16,0 0 1-16,0 0-9 0,0 0 1 0,2 8-1 16,-2-8 5-16,0 0-5 0,0 0-6 0,0 0 1 15,0 0-1-15,0 0 3 0,0 0-2 0,0 0-5 16,5 4 6-16,-5-4 6 0,0 0-12 0,0 0 7 15,0 0-5-15,0 0-5 0,0 0-1 0,0 0 3 16,0 0 0-16,0 0 0 0,0 0 6 0,0 0-3 16,0 0-3-16,0 0 0 0,0 0 0 0,0 0-1 15,0 0 5-15,0 0 3 0,0 0-9 0,0 0-5 16,0 0 7-16,0 0-4 0,6 3 0 0,-6-3 0 16,0 0 6-16,0 0-4 0,0 0-16 0,0 0 12 15,8 1-11-15,-8-1-5 0,0 0-13 0,0 0-18 16,8 1-26-16,-8-1-56 0,0 0-143 0,0 0 63 15</inkml:trace>
  <inkml:trace contextRef="#ctx0" brushRef="#br0" timeOffset="109906.51">25879 10929 28 0,'0'0'48'0,"0"0"-1"0,0 0-4 16,0 0-6-16,0 0 2 0,0 0-4 0,0 0 2 15,0 0-5-15,0 0 2 0,0 0 2 0,0 0-1 16,0 0 0-16,0 0-3 0,0 0-7 0,0 0 0 15,0 0 1-15,0 0 4 0,0 0-10 0,0 0 3 16,0 0-13-16,0 0 8 0,0 0-8 0,0 0 5 16,0 0-3-16,0 0-4 0,0 0 6 0,0 0-6 15,0 0 6-15,0 0-5 0,0 0 10 0,0 0-13 16,0 0 0-16,0 0-3 0,0 0 3 0,0 0 3 16,0 0-5-16,0 0-10 0,0 0 3 0,0 0 8 15,0 0-6-15,0 0 4 0,0 0-4 0,0 0 0 16,0 0 2-16,0 0 0 0,0 0 3 0,0 0-8 15,0 0 4-15,0 0-7 0,0 0 11 0,0 0-8 16,0 0 9-16,0 0-9 0,0 0 4 0,0 0-3 16,0 0 2-16,0 0-3 0,0 0 4 0,0 0-5 15,0 0 1-15,0 0-1 0,0 0-7 0,0 0 17 16,0 0-4-16,0 0 1 0,0 0 0 0,0 0 2 0,0 0-5 16,0 0-8-16,0 0 14 0,0 0-4 0,0 0-2 15,0 0 4-15,0 0-6 0,0 0 8 0,0 0-4 16,0 0 0-16,0 0 4 0,0 0-7 15,0 0 1-15,0 0-8 0,0 0 6 0,0 0 6 0,0 0 1 16,0 0-7-16,0 0 2 0,0 0 1 0,0 0 2 16,0 0-1-16,0 0 2 0,0 0-1 15,0 0-2-15,0 0 6 0,0 0-6 0,0 0 3 16,0 0-1-16,0 0-1 0,0 0-1 0,0 0-4 0,0 0 0 16,0 0 6-16,0 0-16 0,0 0 13 0,0 0-1 15,0 0-9-15,0 0 10 0,0 0 3 16,0 0 2-16,0 0-5 0,0 0-6 0,0 0 7 0,0 0-11 15,0 0 6-15,0 0 2 0,0 0-1 0,0 0-8 16,0 0 3-16,0 0 6 0,0 0-1 0,0 0-3 16,0 0 3-16,0 0-1 0,0 0 4 0,0 0 1 15,0 0-7-15,0 0 6 0,0 0-3 0,0 0 2 16,0 0-6-16,0 0 6 0,0 0 3 0,0 0-14 16,0 0 5-16,0 0 3 0,0 0-3 0,0 0-1 15,0 0 4-15,0 0-4 0,0 0 5 0,0 0-9 16,0 0 7-16,0 0 1 0,0 0-2 0,0 0-2 15,0 0 2-15,0 0-3 0,0 0-12 0,0 0 15 16,0 0-6-16,0 0-4 0,0 0-9 0,0 0 2 16,0 0-10-16,0 0-39 0,0 0-79 0,0 0 35 15</inkml:trace>
  <inkml:trace contextRef="#ctx0" brushRef="#br0" timeOffset="110950.75">24822 15023 16 0,'8'-2'23'0,"-8"2"-12"16,0 0-8-16,0 0-13 0,5-5-9 0,-5 5 5 0</inkml:trace>
  <inkml:trace contextRef="#ctx0" brushRef="#br0" timeOffset="113226.11">25561 14885 9 0,'6'-6'66'0,"-6"6"2"0,0 0-9 0,0 0-9 15,0 0 0-15,0 0-12 0,0 0 4 0,9 0-10 16,-9 0-2-16,0 0 1 0,0 0-7 0,0 0 0 15,0 0-4-15,0 0 5 0,0 0-8 0,10 0-8 16,-10 0 4-16,0 0-3 0,0 0 3 0,0 0-1 16,0 0-2-16,0 0-7 0,0 0 3 0,0 0-1 15,0 0-3-15,0 0-3 0,0 0-5 0,10 1-4 16,-10-1 0-16,0 0-2 0,0 0-4 16,0 0-2-16,0 0-4 0,0 0-5 0,0 0 1 0,0 0-6 15,0 0-2-15,0 0-3 0,0 0-1 0,0 0-26 16,0 0-68-16,0 0 30 0</inkml:trace>
  <inkml:trace contextRef="#ctx0" brushRef="#br0" timeOffset="114360.69">25650 14927 5 0,'0'0'56'16,"0"0"-4"-16,0 0-5 0,0 0-5 0,0 0-2 16,0 0-5-16,0 0-6 0,0 0-1 0,0 0-8 0,0 0-1 15,0 0-11-15,0 0-12 0,0 0-9 0,0 0-12 16,0 0-32-16,0 0-61 0,0 0 27 15</inkml:trace>
  <inkml:trace contextRef="#ctx0" brushRef="#br0" timeOffset="148869.23">6487 14056 5 0,'0'0'9'0,"0"0"-9"15,-14 2-3-15,14-2-3 0,-9 3 3 0</inkml:trace>
  <inkml:trace contextRef="#ctx0" brushRef="#br0" timeOffset="152636.94">6880 12617 20 0,'0'0'18'0,"0"0"-3"15,0 0-3-15,0 0-4 0,0 0-5 0,0 0-7 16,0 0-8-16,0 0-13 0,0 0 5 0</inkml:trace>
  <inkml:trace contextRef="#ctx0" brushRef="#br0" timeOffset="160087.04">5285 12575 5 0,'0'0'12'0,"0"0"2"0,0 0 2 0,0 0-2 0,0 0-1 16,0 0 2-16,0 0-3 0,0 0 2 0,0 0-3 15,0 0-1-15,0 0 3 0,0 0-7 0,0 0 2 16,0 0 0-16,0 0-3 0,0 0 3 0,0 0-5 16,0 0 4-16,0 0 4 0,0 0-7 0,0 0 2 15,0 0-10-15,0 0 10 0,0 0 5 0,0 0 2 16,0 0-6-16,0 0 3 0,0 0 0 0,0 0-4 15,0 0 7-15,0 0-2 0,0 0 3 0,0 0 0 16,0 0-4-16,0 0-3 0,0 0 2 0,0 0 3 16,0 0-3-16,0 0-6 0,0 0 5 0,0 0-5 15,0 0 6-15,0 0-7 0,0 0 0 0,0 0 1 16,0 0 0-16,-15-6-6 0,15 6-2 0,0 0-11 16,0 0 0-16,0 0-10 0,-6-5-5 0,6 5-21 15,0 0-56-15,0 0 25 0</inkml:trace>
  <inkml:trace contextRef="#ctx0" brushRef="#br0" timeOffset="189629.87">12707 12163 43 0,'6'4'83'16,"-6"-4"-10"-16,7 1-11 0,-7-1-5 0,9 0-1 15,-9 0-9-15,0 0-9 0,12-1 0 0,-12 1 0 16,8-2-10-16,-8 2 0 0,9-3 0 0,-9 3-6 0,0 0 2 16,0 0 0-16,0 0-7 0,0 0 0 0,9 0-6 15,-9 0 5-15,0 0-2 0,0 0-4 16,0 0-2-16,0 0-5 0,0 0-4 0,0 0-18 15,5-4-13-15,-5 4-18 0,0 0-65 0,0 0-122 16,0 0 54-16</inkml:trace>
  <inkml:trace contextRef="#ctx0" brushRef="#br0" timeOffset="191841.94">12111 12053 8 0,'0'0'59'0,"0"0"-13"0,0 0-5 0,0 0 1 15,0 0-4-15,0 0-4 0,4-4-1 0,-4 4-7 16,0 0-3-16,0 0-1 0,0 0-4 0,0 0-3 16,10-3 5-16,-10 3-6 0,0 0 1 0,0 0 1 15,7-5-3-15,-7 5-5 0,0 0-6 0,0 0 12 16,6-2-6-16,-6 2-5 0,0 0 2 0,0 0-7 16,0 0-9-16,0 0-12 0,0 0-24 0,0 0-27 15,0 0-79-15,0 0 35 0</inkml:trace>
  <inkml:trace contextRef="#ctx0" brushRef="#br0" timeOffset="192702.77">12152 11437 25 0,'0'0'35'0,"0"0"2"0,0 0-2 15,8-2-7-15,-8 2-3 0,0 0-5 0,0 0 0 16,0 0-10-16,0 0-9 0,11 4-6 0,-11-4-5 16,0 0-12-16,5 2-12 0,-5-2-35 0,0 0 16 15</inkml:trace>
  <inkml:trace contextRef="#ctx0" brushRef="#br0" timeOffset="194859.99">12515 10765 3 0,'0'0'28'0,"0"0"-10"0,0 0 2 16,0 0-3-16,0 0-5 0,0 0-2 16,0 0 2-16,0 0 3 0,0 0-2 0,0 0-1 0,0 0 0 15,0 0-2-15,0 0 0 0,0 0 1 0,0 0-7 16,0 0 2-16,10-2-2 0,-10 2 9 0,0 0-4 16,0 0-1-16,0 0-2 0,0 0 3 0,0 0-4 15,0 0-2-15,0 0 4 0,0 0-3 0,0 0-6 16,0 0 4-16,0 0 1 0,0 0 0 0,0 0 1 15,0 0 0-15,0 0-4 0,0 0 6 0,0 0-4 16,0 0-2-16,0 0-2 0,0 0 0 0,0 0 4 16,0 0 0-16,0 0-1 0,0 0 1 0,0 0-1 15,0 0-1-15,0 0-3 0,0 0 4 0,0 0-2 16,0 0-1-16,0 0 6 0,0 0-9 0,8-1 7 16,-8 1 3-16,0 0-10 0,0 0 6 0,0 0-1 15,0 0 1-15,0 0-5 0,0 0 4 0,0 0-3 16,0 0 2-16,9 2-1 0,-9-2 0 0,0 0 3 15,0 0-4-15,0 0 4 0,0 0-1 0,0 0 0 16,0 0-2-16,0 0 4 0,5 4 3 0,-5-4-4 16,0 0-4-16,0 0 6 0,0 0-3 0,0 0 3 15,0 0-3-15,0 0-1 0,0 0 4 0,0 0-2 16,0 0-1-16,0 0 0 0,9 1 1 0,-9-1-4 16,0 0 3-16,0 0-1 0,0 0 2 0,0 0-1 15,0 0 2-15,0 0 0 0,0 0 0 0,0 0-1 16,0 0-3-16,0 0 1 0,0 0 1 0,0 0-4 15,0 0 7-15,0 0-4 0,0 0-1 0,0 0 2 16,0 0-3-16,0 0 5 0,0 0 3 0,0 0-6 16,0 0-4-16,2 6 7 0,-2-6-3 0,0 0 1 0,0 0 3 15,0 0-5-15,0 0 4 0,0 0 0 0,0 0 2 16,0 0-5-16,0 0-4 0,0 0 7 16,0 0-1-16,0 0-1 0,0 0 1 0,0 0 1 15,0 0-3-15,0 0 4 0,0 0-4 0,0 0 2 16,0 0 5-16,0 0-8 0,0 0 9 0,0 0-6 15,0 0-2-15,0 0 4 0,0 0-6 0,0 0 1 0,0 0 4 16,0 0-2-16,0 0 0 0,0 0 3 16,0 0 0-16,0 0-3 0,0 0 1 0,0 0-1 0,0 0-1 15,0 0 1-15,0 0 4 0,0 0-5 0,0 0 4 16,0 0 1-16,0 0 2 0,0 0 0 0,0 0-1 16,0 0-5-16,0 0 1 0,0 0-1 0,0 0-1 15,0 0 2-15,0 0 2 0,0 0 0 0,0 0 3 16,0 0-1-16,0 0-8 0,0 0 9 0,0 0-3 15,0 0 2-15,0 0 1 0,0 0-2 0,0 0-2 16,0 0-1-16,0 0 1 0,0 0-3 0,0 0 5 16,0 0-8-16,0 0 9 0,0 0-4 0,0 0 5 15,0 0-6-15,0 0 0 0,0 0 7 0,0 0-4 16,0 0 0-16,0 0-4 0,0 0 4 0,0 0 1 16,0 0-2-16,0 0 0 0,0 0 0 0,0 0 0 15,0 0 1-15,0 0-1 0,0 0 2 0,0 0-4 16,0 0 3-16,0 0-1 0,0 0-2 0,0 0 1 15,0 0 2-15,0 0 4 0,0 0-9 0,0 0 7 16,0 0-4-16,0 0-6 0,0 0 6 0,0 0 3 16,0 0-2-16,0 0 2 0,0 0-2 0,0 0-4 15,0 0 4-15,0 0-4 0,0 0 0 0,0 0 3 16,0 0 0-16,0 0-2 0,0 0 1 0,0 0 1 16,0 0-15-16,0 0 18 0,0 0-1 0,0 0 1 15,0 0-4-15,0 0-2 0,0 0 4 0,0 0 0 16,0 0-1-16,0 0-4 0,0 0-3 0,0 0 6 15,0 0 0-15,0 0 2 0,0 0-1 0,0 0 2 16,0 0-9-16,0 0 6 0,0 0-3 0,0 0 3 16,0 0 3-16,0 0-6 0,0 0 1 0,0 0 3 15,0 0 0-15,0 0 0 0,0 0-5 0,0 0 2 16,0 0 2-16,0 0-2 0,0 0 1 0,0 0 6 16,0 0-10-16,0 0 2 0,0 0 3 0,0 0-3 15,0 0 8-15,0 0-1 0,0 0-5 0,0 0 3 0,0 0-5 16,0 0 3-16,0 0 2 0,0 0 0 15,0 0 0-15,0 0-3 0,0 0 3 0,0 0 0 16,0 0-2-16,0 0-1 0,0 0-1 0,0 0 2 16,0 0 0-16,0 0-6 0,0 0 4 0,0 0 0 0,0 0 3 15,0-17-5-15,0 17 6 0,0 0 0 0,0 0 0 16,0 0-8-16,0 0 3 0,0 0 3 16,0 0-3-16,0 0-2 0,0 0 8 0,0 0-3 0,0 0-8 15,0 0-7-15,0 0 7 0,0 0-3 0,0 0-12 16,0 0-11-16,0 0-23 0,0 0-62 0,0 0 28 15</inkml:trace>
  <inkml:trace contextRef="#ctx0" brushRef="#br0" timeOffset="195895.99">8231 12451 3 0,'0'0'16'15,"0"0"-5"-15,0 0 5 0,0 0-6 0,0 0 4 16,0 0-7-16,0 0 1 0,0 0 0 0,-6 4-3 15,6-4 1-15,0 0 0 0,0 0 1 0,0 0-4 16,0 0 3-16,0 0 0 0,-4 7-6 0,4-7 4 16,0 0-4-16,0 0 1 0,0 7-1 0,0-7 1 15,0 0 3-15,0 0 1 0,0 0-4 0,0 0 4 16,0 0-1-16,0 0 0 0,0 0 0 0,0 0-2 16,0 0 0-16,0 0-2 0,0 0 5 0,0 0-1 15,0 0-5-15,0 0 2 0,0 0 2 0,0 0 0 16,0 0 2-16,0 0 1 0,0 0-4 0,0 0-2 15,0 0 0-15,0 0 5 0,0 0-2 0,0 0-3 16,0 0-1-16,0 0-6 0,0 0-27 0,0 0-35 16,0 0 16-16</inkml:trace>
  <inkml:trace contextRef="#ctx0" brushRef="#br0" timeOffset="-194657.36">15983 12379 51 0,'0'0'56'0,"0"0"-10"0,0 0-2 16,0 0-11-16,0 0 0 0,4-8-1 0,-4 8-4 15,0 0 0-15,9-2-19 0,-9 2 16 0,0 0-11 16,9-4 0-16,-9 4 3 0,8-3-5 0,-8 3-5 16,7-2-4-16,-7 2 3 0,0 0 1 0,0 0 1 15,12 0-3-15,-12 0 1 0,0 0-6 0,0 0 2 16,0 0 3-16,6-2-6 0,-6 2-11 0,0 0 6 16,0 0-9-16,0 0-4 0,0 0-6 0,0 0-12 0,0 0-26 15,0 0-68-15,0 0 30 0</inkml:trace>
  <inkml:trace contextRef="#ctx0" brushRef="#br0" timeOffset="-172256.34">26513 14179 2 0,'0'0'35'0,"0"0"0"0,0 0-4 16,0 0-2-16,0 0-14 0,2 14-40 15,-2-14-27-15,-2 11 13 0</inkml:trace>
  <inkml:trace contextRef="#ctx0" brushRef="#br0" timeOffset="-170538.68">27275 10535 17 0,'0'0'35'0,"0"0"2"0,0 0-7 16,0 0 0-16,0 0-7 0,0 0 0 0,0 0-7 16,0 0-3-16,0 0 6 0,0 0-8 0,0 0 0 15,0 0-2-15,0 23-5 0,0-23 0 0,0 9-1 16,0-9 5-16,-1 8-1 0,1-8-6 0,0 10 0 15,0-10-2-15,0 0 4 0,0 10 0 0,0-10-4 16,0 8-1-16,0-8 5 0,0 0-2 0,1 7 1 16,-1-7-2-16,0 0 3 0,0 0-7 0,0 8 1 15,0-8 1-15,0 0 5 0,0 0-9 0,0 0 12 16,0 0 0-16,0 0-1 0,0 0-1 0,0 0 3 16,0 0 1-16,2 8 1 0,-2-8-3 0,0 0-2 15,0 0 7-15,0 0-10 0,0 0 7 0,0 0 2 16,0 0-4-16,0 0 1 0,0 0-3 0,0 0-5 15,0 0-1-15,0 0 11 0,0 0-5 0,0 0-1 0,0 0 3 16,0 0 2-16,0 0-8 0,0 0 0 16,0 0 3-16,0 0-1 0,0 0-1 0,0 0 4 15,0 0-4-15,0 0 0 0,0 0 3 0,0 0-1 16,0 0 3-16,0 0-3 0,0 0 3 0,0 0-5 0,0 0 3 16,0 0-1-16,0 0-1 0,0 0-2 0,0 0-1 15,0 0 4-15,0 0-5 0,0 0 4 16,0 0-4-16,0 0 10 0,0 0-11 0,0 0 2 15,0 0 3-15,0 0-2 0,0 0 2 0,0 0 2 0,0 0-4 16,0 0 4-16,0 0 1 0,0 0-3 0,0 0-2 16,0 0 3-16,0 0 0 0,0 0 1 0,0 0 0 15,0 0-4-15,0 0-3 0,0 0 12 16,0 0-5-16,0 0 1 0,0 0 3 0,0 0-7 0,0 0 6 16,0 0-3-16,0 0-5 0,0 0 5 0,0 0-2 15,0 0 1-15,0 0 1 0,0 0-1 16,0 0-1-16,0 0-1 0,0 0 3 0,0 0 2 0,0 0 4 15,0 0-1-15,0 0 3 0,0 0-3 0,0 0 1 16,0 0-1-16,0 0-2 0,0 0-3 0,0 0-5 16,0 0 18-16,0 0-7 0,0 0-5 0,0 0 4 15,0 0-5-15,0 0-2 0,0 0 9 0,0 0-3 16,0 0-12-16,0 0 16 0,0 0-3 0,0 0-7 16,0 0 1-16,0 0 2 0,0 0 1 0,0 0-3 15,0 0-3-15,0 0 2 0,0 0-2 0,0 0 3 16,0 0 0-16,0 0 1 0,0 0-2 0,0 0-1 15,0 0 6-15,0 0 0 0,0 0-8 0,0 0-10 16,0 0 11-16,0 0 0 0,0 0 2 0,0 0 3 16,0 0-4-16,0 0 2 0,0 0 9 0,0 0-11 15,6 1 2-15,-6-1-2 0,0 0 2 0,0 0-1 16,0 0 3-16,0 0-2 0,0 0-5 0,0 0 2 16,0 0 1-16,0 0-3 0,0 0 5 0,0 0 1 15,0 0 0-15,0 0-6 0,0 0 4 0,0 0 3 16,0 0-4-16,0 0-3 0,0 0 7 0,0 0-6 15,0 0 4-15,0 0-6 0,0 0 0 0,0 0-2 16,0 0 3-16,0 0-2 0,0 0 6 0,0 0-2 16,0 0-2-16,0 0-2 0,0 0 4 0,0 0-2 15,0 0 2-15,0 0 10 0,0 0-7 0,0 0 6 0,0 0-5 16,0 0-1-16,0 0-2 0,0 0-1 16,0 0-5-16,0 0 9 0,0 0-7 0,0 0 7 0,0 0-5 15,0 0-1-15,0 0 0 0,0 0 2 16,0 0 2-16,0 0 1 0,0 0-7 0,0 0 6 0,0 0-6 15,0 0 7-15,0 0-1 0,0 0-2 0,0 0-4 16,0 0 0-16,0 0 4 0,0 0-4 0,0 0 3 16,0 0 0-16,0 0 1 0,0 0 2 0,0 0 3 15,0 0-2-15,0 0-5 0,0 0-6 16,0 0-13-16,0 0-4 0,0 0-6 0,0 0 3 0,0 0-4 16,3 10-9-16,-3-10-11 0,-3 8-46 0,3-8-106 15,-4 11 47-15</inkml:trace>
  <inkml:trace contextRef="#ctx0" brushRef="#br0" timeOffset="-167183.85">26666 14286 25 0,'0'0'24'16,"0"0"2"-16,0 0-5 0,0 0 1 0,0 0-1 16,0 0-2-16,0 0-3 0,0 0 1 0,0 0-1 0,0 0-5 15,0 0-1-15,0 0-3 0,0 0 0 16,0 0 1-16,0 0 0 0,0 0 1 0,0 0-1 0,0 0-1 15,0 0-1-15,0 0-4 0,0 0 0 16,0 0 1-16,0 0 0 0,0 0 1 0,0 0 0 16,0 0-4-16,0 0 1 0,0 0-1 0,0 0 1 0,0 0 0 15,0 0-4-15,0 0 6 0,0 0 1 0,0 0-4 16,0 0 2-16,0 0-5 0,0 0 6 0,0 0-2 16,0 0 1-16,0 0-1 0,0 0-1 0,0 0 0 15,0 0 10-15,0 0-9 0,0 0 5 0,0 0 1 16,0 0-1-16,0 0 0 0,0 0 2 0,0 0 0 15,0 0-5-15,0 0 3 0,0 0-2 0,0 0 0 16,0 0 4-16,0 0-4 0,0 0-2 0,0 0-2 16,0 0 0-16,0 0 0 0,0 0 1 0,0 0-1 15,0 0 0-15,0 0 0 0,0 0-3 0,0 0 2 16,0 0 0-16,0 0 4 0,0 0-2 0,0 0-3 16,0 6 1-16,0-6 6 0,0 0-6 0,0 0 1 15,0 0 6-15,0 0-1 0,0 0 3 0,0 0-6 16,0 0-2-16,0 0-2 0,0 0 5 15,0 0-2-15,0 0-5 0,0 0-2 0,0 0 5 0,0 0-3 16,0 0 4-16,0 0-6 0,0 0 0 0,0 0 9 16,0 0-4-16,0 0 2 0,4 7 2 0,-4-7-3 15,0 0 3-15,0 0-2 0,0 0-3 0,0 0 3 16,0 0-3-16,2 5 3 0,-2-5-4 16,0 0 4-16,0 0-3 0,0 0 6 0,0 0-4 0,0 0-2 15,2 7 2-15,-2-7-4 0,0 0 11 0,0 0-8 16,0 0 7-16,0 0-6 0,0 0-5 0,0 0 10 15,0 0-4-15,0 0 2 0,0 0-4 0,0 0-2 16,0 0 7-16,0 0-4 0,0 0-1 0,0 0 2 16,0 0-4-16,0 0 6 0,0 0 2 0,5 6-8 15,-5-6 0-15,0 0 5 0,0 0 1 0,0 0-5 16,0 0 5-16,0 0-3 0,0 0-1 0,0 0 6 16,0 0-5-16,0 0 1 0,0 0-1 0,0 0-2 15,0 0 2-15,0 0 2 0,0 0 1 0,0 0 0 16,0 0 8-16,0 0-8 0,0 0-1 0,0 0-2 15,0 0 0-15,0 0 1 0,0 0 2 0,0 0 0 16,0 0 3-16,0 0-3 0,0 0-1 0,0 0 5 16,0 0-5-16,0 0 6 0,0 0-4 0,0 0-1 15,0 0 2-15,0 0 1 0,0 0 1 0,0 0 2 16,0 0-1-16,0 0-5 0,0 0 0 0,0 0-1 16,0 0 7-16,0 0-3 0,0 0 4 0,0 0-6 15,0 0 3-15,0 0 0 0,0 0 1 0,0 0-2 16,0 0-1-16,0 0-2 0,0 0 1 0,0 0 4 15,0 0 0-15,0 0 1 0,0 0-4 0,0 0-2 16,0 0 1-16,0 0 2 0,0 0-5 0,0 0 1 16,0 0-1-16,0 0 5 0,0 0-4 0,0 0 5 15,0 0-7-15,0 0 1 0,0 0-2 0,0 0 2 16,0 0-3-16,0 0 5 0,0 0-6 0,0 0 2 16,0 0-1-16,0 0 7 0,0 0-7 0,0 0 5 15,0 0-7-15,0 0 8 0,0 0-6 0,0 0 3 16,0 0 0-16,0 0 2 0,0 0-2 0,14-9-3 15,-14 9 3-15,0 0-1 0,0 0 8 0,0 0-7 16,0 0-1-16,0 0-2 0,0 0-1 0,0 0-10 16,0 0-4-16,0 0-2 0,0 0-7 0,0 0-2 15,0 0-3-15,0 0-2 0,0 0 2 0,0 0-5 16,0 0-6-16,0 0-25 0,-2 12-72 0,2-12 33 16</inkml:trace>
  <inkml:trace contextRef="#ctx0" brushRef="#br0" timeOffset="-166366.78">26052 14991 3 0,'0'0'19'0,"0"0"-2"15,0 0-7-15,0 0 5 0,3 6-11 16,-3-6-3-16,0 0-2 0,0 0 4 0,0 0-1 15,0 0 1-15,0 10-9 0,0-10-6 0,0 0-13 16,0 0 6-16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16:41.079"/>
    </inkml:context>
    <inkml:brush xml:id="br0">
      <inkml:brushProperty name="width" value="0.05292" units="cm"/>
      <inkml:brushProperty name="height" value="0.05292" units="cm"/>
      <inkml:brushProperty name="color" value="#FF0000"/>
    </inkml:brush>
  </inkml:definitions>
  <inkml:trace contextRef="#ctx0" brushRef="#br0">3740 5006 40 0,'0'0'39'0,"0"0"4"16,-6-2-13-16,6 2-4 0,0 0-5 15,0 0-8-15,0 0 2 0,0 0-5 0,-10 0-1 16,10 0-2-16,0 0-1 0,0 0-1 0,0 0-2 0,0 0 3 15,0 0-4-15,-11 3 2 0,11-3-1 0,-6 4 2 16,6-4-4-16,0 0 3 0,-8 3 1 0,8-3-4 16,-6 4 1-16,6-4-4 0,-7 3 10 0,7-3 2 15,0 0 6-15,-11 4 1 0,11-4 2 0,-5 3-5 16,5-3 12-16,0 0-12 0,-8 1-2 16,8-1 1-16,0 0 3 0,0 0-9 0,0 0-3 15,-9 2 3-15,9-2 1 0,0 0-5 0,0 0 3 16,0 0-3-16,0 0-3 0,0 0 1 0,0 0 1 0,0 0-4 15,0 0 0-15,0 0 4 0,0 0-3 16,0 0 2-16,0 0 2 0,0 0 0 0,0 0-5 16,22 3 5-16,-13-3-1 0,-1 2-1 0,1-2 3 15,3 1-4-15,-1-1-1 0,0 1 4 0,1 1-3 16,-2 0 3-16,3-1 2 0,-1 1-10 0,0 0 15 16,1-1-8-16,-1 1-4 0,5 1 6 0,-3-1-1 15,4-1-1-15,1 2 1 0,2-3 8 0,5-2 3 16,4 1-2-16,0 0 4 0,0-4-4 0,3 1 10 15,-1-1-13-15,0 0-1 0,3 0 5 0,-2-1-1 16,1 2 0-16,1 0-4 0,-3-2 1 0,0 1-4 16,1 1 4-16,-2 1-2 0,1 2 0 0,2-2-3 15,-1 1 8-15,-2 1-2 0,0-2-6 0,-1 3 0 16,1-2 1-16,0 2-1 0,-3 1 5 0,0-2-5 16,1 1-1-16,3-2 0 0,-4-1-5 0,2 2-1 15,-2-1 5-15,0 0-2 0,1 0 3 16,1 1 1-16,0 0-2 0,0-1 3 0,-1 0 1 0,1-1-4 15,0 3 1-15,0 0-1 0,-1 0-4 0,0 0 13 16,-1 0 1-16,2-2-3 0,-1 2-7 0,1 0 0 16,-3 0 1-16,2-3-6 0,3 2 6 0,-1 1-4 15,2-3 3-15,0 2-3 0,-2-4 4 0,-1 3-2 16,1-2 5-16,2 0-4 0,-2 1 4 0,0 0 0 16,-3-1 2-16,6 0 3 0,-2-2 0 0,5 3-2 15,-1-1 4-15,1 0-1 0,-2-1 2 16,0-1 1-16,2 4-5 0,-2-2 3 0,1 0-5 15,-2 0-1-15,0 2-1 0,-1 1 0 0,-2 1 2 16,0 0 12-16,0 1-23 0,-1 1 6 0,-2 2-1 0,-2 0 4 16,1 2-3-16,1 0-8 0,-6-2 5 15,-1 0 2-15,5 1 3 0,-4-2-8 0,-3 1 4 16,2 2 4-16,-1-4-4 0,-1 0-1 0,2 0 4 16,-1-1 0-16,8-1 8 0,-8 0 6 0,0-1-5 15,0-2 5-15,0 3-7 0,1-1 19 0,-4-1-8 0,2-1-5 16,-2 0 2-16,-5 2 8 0,6-2 0 15,-5 3-1-15,-3-3-6 0,3 1-2 0,-4 0 0 16,-9 2-3-16,22-3 0 0,-15 3-6 0,-7 0 1 16,21-1 0-16,-12 0 4 0,-9 1-2 0,15-3-4 15,-15 3-2-15,16-2-3 0,-16 2-6 0,11-2-5 16,-11 2-14-16,14 2-16 0,-14-2-16 0,12 2-19 16,-12-2-19-16,14 2-13 0,-9 0-75 0,-5-2-194 15,7 6 87-15</inkml:trace>
  <inkml:trace contextRef="#ctx0" brushRef="#br0" timeOffset="1053.78">9959 4959 3 0,'0'0'33'0,"0"0"-4"0,0 0-9 0,0 0 0 16,0 0 1-16,18 14-1 0,-12-12 1 0,2 2-6 16,2 2 6-16,2-2 0 0,5 0-3 0,0 1-13 15,2-1 12-15,9-1-1 0,-8 1-6 16,8-2 9-16,1 1 4 0,-1-3-6 0,2 1-1 16,2 1 1-16,0-1-5 0,-2 0 2 0,2-1 2 0,3 0-1 15,-3-1-5-15,3 1 2 0,-4-1-9 0,3-1 3 16,-2 2 7-16,3 0-2 0,-2 2-7 0,2-4 9 15,-2-1-4-15,3 2 5 0,3 0 1 16,-2-2 4-16,16 1 0 0,-17 1-7 0,1-1-6 16,13-1 0-16,-11 2 4 0,-2 1-4 0,0-3 0 0,0 3-2 15,3-3 4-15,11 3 0 0,-12-3 3 0,-1 1-4 16,2 0-4-16,12-1 3 0,-14 0-5 16,-2 0 9-16,2 1-6 0,1-1 10 0,0 2-14 15,-3 0 3-15,2-2 4 0,-3 3-2 0,3 0-1 16,-2 0 0-16,0 0-2 0,2 0 2 0,-2 2 1 15,1-2 0-15,0 0 1 0,-1 1 3 0,-3 0-12 16,3-1 11-16,-2 1 3 0,5-1-8 0,-2 0 3 0,-2 2 5 16,2-1-2-16,-3-1-3 0,2 0-4 15,1 0 6-15,0-3 1 0,1 3-6 0,-2 0 5 16,3 0-1-16,-1-1 1 0,2 1 8 0,-2-2-6 16,1 2 13-16,-1-2-11 0,16 2-7 0,-16 0 5 0,0-2-5 15,14 1 3-15,-16 1-1 0,4-2 3 0,10 0-4 16,-13 0-5-16,4 2 4 0,-2-1-3 15,12-2 7-15,-13 1-8 0,3 1 9 0,10-3-8 16,-12 1 7-16,-1-2 2 0,14 1 0 0,-15 2 2 16,15-2-3-16,-14 0 0 0,-2 1 0 0,2 0 0 15,-2 0 1-15,3-2 4 0,-1 1 5 0,-2 0-7 0,1 1-5 16,-1 0 5-16,-4 0-8 0,2 1 3 16,-3 0 2-16,-4 0-7 0,0 0 13 0,-7 2-4 0,1-3-12 15,-10 6 3-15,10-3-5 0,-6-2 8 16,-1 2 6-16,-2 0-9 0,-2 2 1 0,1-2-8 15,-2 0-13-15,0 0-28 0,0 0-28 0,-9 0-12 0,13 3-86 16,-9-2-184-16,-4-1 82 0</inkml:trace>
  <inkml:trace contextRef="#ctx0" brushRef="#br0" timeOffset="1949.75">14324 5053 18 0,'0'0'42'0,"0"0"-4"0,-11-2 10 0,11 2-10 15,-12 2-3-15,12-2-5 0,-13 2-1 0,8 0-2 16,5-2-1-16,-13 3-3 0,6-2 3 0,7-1-9 16,-11 3-1-16,11-3-5 0,-6 2 4 0,6-2-5 15,0 0-3-15,-8 3 7 0,8-3-2 0,0 0-3 0,0 0 0 16,0 0-5-16,-9 1 7 0,9-1-4 15,0 0-1-15,0 0-6 0,0 0 5 0,0 0 2 16,0 0 4-16,0 0 0 0,0 0 0 0,0 0 1 16,0 0 8-16,21 3 0 0,-21-3 18 0,17 0-8 15,-3 0 1-15,5-1-1 0,2 1-5 0,7-2 9 16,0 1 1-16,4-2-1 0,4 1-2 0,1-1-5 16,16-1 6-16,-2 0-2 0,3 1 0 0,0 0 10 15,-2 1-18-15,2-2 6 0,-3 3-4 0,1-3-7 16,1 2 0-16,-3-3 5 0,2 0-15 0,-12 2 6 15,15-1 15-15,-4 1-19 0,-1-1 3 0,-12 1-7 16,-4 1 6-16,1-1-13 0,-3 3 11 0,2-3-2 0,-3 0-7 16,-2 0-1-16,1 2 0 0,-11 0 3 15,1-3 5-15,-2 4-5 0,-4-2-1 0,0 0-3 0,-3 1 13 16,-1 0 6-16,-1 1-4 0,-9 0 0 16,13-2 3-16,-13 2 2 0,9-1 4 0,-9 1 7 15,0 0-3-15,12-1 3 0,-12 1 2 0,0 0 0 0,8-1-4 16,-8 1-1-16,0 0-5 0,0 0 4 15,6 2-12-15,-6-2 3 0,0 0-4 0,0 0-4 16,0 0-12-16,0 0-33 0,0 0-33 0,0 0-40 16,0 0-31-16,0 0-95 0,0 0-253 0,0 0 112 15</inkml:trace>
  <inkml:trace contextRef="#ctx0" brushRef="#br0" timeOffset="2159.04">16146 4831 156 0,'5'-3'142'15,"-5"3"-25"-15,0 0-23 0,0 0-29 0,0 0-29 16,0 0-41-16,0 0-55 0,0 0-32 0,0 0-97 15,0 0 43-15</inkml:trace>
  <inkml:trace contextRef="#ctx0" brushRef="#br0" timeOffset="9277.49">27692 5999 19 0,'0'0'68'0,"0"0"-7"0,0 0-5 15,0 0-4-15,-13-7-2 0,13 7-2 0,0 0-6 16,-7-4 6-16,7 4-12 0,0 0 4 0,0 0-14 16,0 0 4-16,0 0-3 0,-7-2-7 0,7 2 0 15,0 0-1-15,0 0-5 0,0 0 7 0,0 0-9 16,0 0 3-16,0 0-5 0,0 0-4 0,0 0 3 16,0 0-5-16,0 0 4 0,0 0-4 0,0 0 0 15,0 0 4-15,0 0-2 0,0 0-3 0,0 0-6 16,0 0 10-16,0 0-6 0,0 0 3 0,0 0-5 15,0 0 2-15,0 0 0 0,0 0-2 0,0 0 5 16,0 0 2-16,0 0-15 0,0 0 10 0,0 0 6 16,0 0-6-16,0 0 3 0,0 0 1 0,0 0-3 15,0 0 5-15,-9-2-3 0,9 2 0 0,0 0 0 16,-9-2 1-16,9 2-6 0,0 0 6 0,-14-1-2 16,14 1 0-16,-10-3-3 0,10 3 3 0,-10 0-3 0,10 0 0 15,-13 0 0-15,13 0-4 0,-7-1 8 16,7 1-1-16,0 0-1 0,0 0-2 0,-11-1 4 15,11 1-6-15,0 0 5 0,0 0-8 0,0 0 13 16,0 0-11-16,0 0 7 0,0 0-10 0,0 0 6 16,0 0 3-16,0 0-4 0,0 0 1 0,0 0-3 15,0 0 3-15,0 0-1 0,0 0 3 0,24 8-3 16,-12-6 1-16,1-2 4 0,1 2 0 0,4-1-7 16,-2-1 2-16,3 2-5 0,2-1 11 0,-3 0 1 0,2-1-7 15,7-1 3-15,0 2-2 0,2-2 2 16,2 2 4-16,-3-1-8 0,3-1-5 0,1 1-17 15,-1 0 17-15,3 0 4 0,-1-3-2 0,0 0-6 0,1 3-2 16,-2-2 4-16,1 2 0 0,-1-1-1 0,3 1 1 16,-4 0 5-16,1-1-6 0,0 2 1 0,0-2-3 15,0 0 1-15,-3 1 10 0,3-3-6 0,-2 4 3 16,-2-2-2-16,2 1-1 0,-3-1 1 0,0 1 1 16,-6 0 3-16,3 0-5 0,2 0 3 0,-5 0 0 15,-2 1-7-15,4-1 16 0,-2 0-5 16,2 1 2-16,0 1-4 0,-4-4 3 0,2 2 3 0,8 0 2 15,-9-2 2-15,-2-1-1 0,1 3-4 0,-1 0 0 16,0 0 5-16,-4-1-3 0,0 1-7 0,-1 0 4 16,1-1 1-16,-1-1 3 0,-1 2-6 0,1-1 5 15,1-1-7-15,-2 2 10 0,0-2-7 0,0 2 1 16,-2-1-4-16,-1 0 12 0,-9 1-8 16,17-2 2-16,-9 2-5 0,2 0 7 0,-3-1-6 0,-7 1 2 15,12 0 0-15,-12 0-2 0,13-1 4 0,-7-1-2 16,-6 2 5-16,13 2-5 0,-13-2-4 0,11-2 4 15,-11 2-3-15,9 0 4 0,-9 0-7 0,0 0 5 16,9 0 7-16,-9 0-2 0,0 0-6 0,0 0-3 16,8 0 3-16,-8 0 4 0,0 0 3 0,0 0 1 15,0 0 3-15,0 0 1 0,0 0 2 0,0 0-6 16,0 0 1-16,11 0 0 0,-11 0 10 0,0 0-9 16,0 0 2-16,0 0 6 0,0 0-13 0,0 0-2 15,0 0 2-15,0 0-8 0,0 0-18 0,0 0-17 16,0 0-32-16,0 0-64 0,0 0-145 0,0 0 64 15</inkml:trace>
  <inkml:trace contextRef="#ctx0" brushRef="#br0" timeOffset="10486">4420 7115 47 0,'0'0'65'0,"-5"-6"-6"0,5 6-6 0,0 0-4 16,0 0 0-16,0 0-11 0,0 0 0 0,0 0-3 15,-1-9 0-15,1 9-5 0,0 0-9 0,0 0 4 16,0 0-6-16,0 0 3 0,11-4-3 0,-11 4-4 15,10-4-6-15,1 0 3 0,1 2 0 0,5-5-5 16,2 3 9-16,2 0-10 0,8 1 10 0,3-1-1 16,2-3 8-16,6 1-11 0,14-3 3 0,-2 2-3 15,10-1 3-15,-4 0-5 0,5 2 4 0,0-2-3 16,-1 2 0-16,1 0 4 0,-4 1-3 16,3 3-7-16,-7-1 8 0,3 2-4 0,-6-2 0 0,-2 1-7 15,-11 2 6-15,14-3-4 0,-2-1 0 0,-11 4 3 16,13-3 4-16,0-3-8 0,-3 4 5 0,-12-2 1 15,0-1 0-15,1 2-3 0,-1-2 8 0,0 0-6 16,-3 0-4-16,-3 0 11 0,-3 2-3 0,0 1-1 16,-8-1-3-16,-2 2 2 0,0-1 4 0,-6 1-3 15,-1-2-1-15,-2 3 1 0,-2-2-2 0,-8 2-2 16,11-3 3-16,-11 3-4 0,10-1 6 0,-10 1-2 16,0 0 0-16,9 0 3 0,-9 0 4 0,0 0-3 15,0 0-1-15,0 0 3 0,9 0 2 0,-9 0-1 16,0 0-1-16,0 0-6 0,0 0 2 0,0 0-2 15,0 0-7-15,0 0 1 0,0 0 2 0,0 0-2 16,0 0 8-16,0 0-5 0,9-1 6 0,-9 1-11 16,0 0-1-16,0 0-9 0,0 0-10 0,0 0-13 15,0 0-8-15,0 0-9 0,0 0-1 0,0 0-10 16,8 2-13-16,-8-2-16 0,0 0-72 0,4 8-173 16,-4-8 77-16</inkml:trace>
  <inkml:trace contextRef="#ctx0" brushRef="#br0" timeOffset="14092.41">23076 8141 39 0,'0'0'43'0,"0"0"-2"0,-9-3-3 16,9 3-4-16,0 0-4 0,0 0-3 0,-8 0-4 15,8 0 0-15,0 0-1 0,0 0-6 0,0 0 0 16,0 0-7-16,0 0 3 0,0 0 2 0,0 0 0 15,0 0 3-15,16 16-6 0,-10-15 6 0,6 4-4 0,-1-4 2 16,2 6-4-16,4-4 5 0,0 2 6 16,0-2 1-16,5 1-9 0,6 0 15 0,4-1 7 15,4-2-11-15,0 0 12 0,15 0-5 0,1 1 12 0,-14 0-4 16,17-3-10-16,-1 2 4 0,-2-1-4 0,5-1-10 16,-4 1 6-16,-3 3 5 0,-10-2-6 15,11-1-1-15,1-1-3 0,-12 2 2 0,12 0-9 16,-1 1 0-16,1-2 6 0,-13 2-5 0,11-1 2 0,-10 3-7 15,15-4 5-15,-2 0-2 0,-2 4-2 0,3-4-1 16,4 1 3-16,-1 1 1 0,1-4-6 0,-2 2 4 16,3-2-1-16,-1 2 0 0,0 1 7 15,-2-2-8-15,-1 1 1 0,1 1-6 0,-2 0-1 0,-3-2-11 16,-12 1 15-16,-1 0 4 0,16-1-9 0,-16 0 8 16,16 2-2-16,-5 0-7 0,-9-1 2 0,-1 1 3 15,1-2-4-15,14 1-4 0,-3-1 6 0,-1 1 6 16,-10 0-10-16,10 0 0 0,-10 0 0 0,10 1 7 15,-10-2-7-15,-2 1 0 0,1 0 1 0,1 2-2 16,0-2-7-16,10 2 11 0,-12-1-7 0,0-1 3 16,-1 0 5-16,3 0 1 0,9 0 0 0,-10-1-8 15,-2 1 7-15,-1 2-6 0,2-1-7 0,1 1 5 16,-1-2 2-16,-2 0-1 0,-2 0-3 0,1 2-5 16,-3-1 3-16,1 0 0 0,-3 1-3 0,-1-2 8 15,-2 1 1-15,2-1-2 0,-8 0-4 0,0 0 4 16,6 2 1-16,-6-2 1 0,0 1 1 0,-2 0-2 15,2-1-5-15,-1 2 7 0,-2-2-4 0,9 0 2 16,-4-2 1-16,-1 2 2 0,-2 0 3 0,0 0-4 0,1 0-3 16,-4 0 5-16,4-1 5 0,2 0-13 15,-6-1 8-15,3 1-5 0,-2 1 3 0,0-2 11 0,-1 0-5 16,-5 0-6-16,1 0 4 0,1 0-3 16,-1 1 0-16,1-2 3 0,-1 3-1 0,-2-2-2 0,2 0-4 15,0 2 6-15,0-3-6 0,-2 2 0 0,0 1 5 16,-1-1-9-16,1-1 9 0,0 0 4 15,0 2 0-15,-4-1-3 0,-7 1 3 0,15-1-1 16,-7 1-8-16,-8 0 5 0,11-2-8 0,-11 2 12 0,11 0-9 16,-11 0 2-16,9-2 9 0,-9 2-1 0,0 0-4 15,7-2 11-15,-7 2-4 0,0 0 4 0,0 0 1 16,0 0 6-16,0 0-1 0,9-1 8 0,-9 1 0 16,0 0 0-16,0 0-3 0,0 0 3 0,0 0-3 15,0 0 1-15,0 0 0 0,0 0-4 0,0 0-5 16,0 0 3-16,0 0 2 0,0 0-8 0,0 0-1 15,0 0-2-15,0 0 0 0,0 0-1 0,6-1 2 16,-6 1-2-16,0 0-2 0,0 0 3 0,0 0-5 16,0 0-2-16,0 0-1 0,0 0 5 0,0 0-1 15,0 0-2-15,0 0 2 0,0 0-4 0,0 0 1 16,0 0 6-16,0 0 3 0,0 0 7 0,0 0 0 16,0 0 0-16,0 0 1 0,0 0 1 0,0 0 3 15,0 0 0-15,0 0-5 0,0 0 1 0,0 0-1 16,0 0-2-16,0 0 3 0,0 0-5 0,0 0 0 15,0 0-3-15,0 0 2 0,0 0-2 0,0 0-1 16,0 0 4-16,0 0-1 0,0 0 0 0,0 0-5 16,0 0 7-16,0 0-5 0,0 0 4 0,0 0-5 15,0 0 0-15,0 0 1 0,0 0-5 0,0 0 4 0,0 0-1 16,0 0-2-16,0 0-3 0,0 0 2 0,0 0-2 16,0 0-3-16,0 0 0 0,0 0 2 0,0 0-3 15,0 0 4-15,0 0-4 0,0 0 1 16,0 0 1-16,0 0-3 0,0 0 2 0,0 0 2 0,0 0-5 15,0 0-3-15,0 0-4 0,0 0-4 0,0 0-9 16,0 0-15-16,0 0-6 0,0 0-13 16,0 0-13-16,0 0-18 0,0 0-7 0,0 0-19 15,0 0-18-15,0 0-22 0,-32-1-129 0,19 1-305 0,-7 0 134 16</inkml:trace>
  <inkml:trace contextRef="#ctx0" brushRef="#br0" timeOffset="16198.01">12205 8187 46 0,'0'0'52'0,"0"0"-2"0,0 0-5 0,0 0-5 16,0 0-8-16,0 0 1 0,0 0-8 0,0 0 1 16,0 0-5-16,0 0 2 0,0 0 0 0,0 0-2 0,0 0 6 15,0 0-2-15,0 0-3 0,27-2-1 16,-27 2 5-16,18 0-4 0,-7-2 0 0,0 2 1 15,1 0 6-15,2 0 1 0,4 0-3 0,-3 0-1 16,5 0 1-16,1 0-3 0,-1 0-6 0,3 0 5 0,-1 0-2 16,7 0-3-16,-2 2 2 0,0 1 1 15,-5-1-6-15,-1-2-3 0,6 2 1 0,-5-1-2 16,4 1 0-16,2-1 3 0,-6 0-5 0,8 2 3 16,-3-2-8-16,0 1 5 0,2 0-4 0,0-2 6 15,-3 1 2-15,4-2 2 0,1 1-6 0,-2 0 9 16,1 1-15-16,-1-1 8 0,0 0 3 0,0 1-1 15,-1-1-8-15,-6 2 3 0,7-4-1 0,-7 4 3 16,-1-1-2-16,1 1 3 0,5-1-1 0,-5-1-1 16,5 2-12-16,-4 1 1 0,4-2 6 0,-4 0 6 0,-4 1-5 15,9 0 0-15,3-1-3 0,-2 0 8 0,3 1-2 16,-1-1-1-16,0 1 1 0,-1-1 3 0,1 0-5 16,1 1 2-16,3-1-3 0,-1-1 2 0,0 2 3 15,2-1 3-15,-2 1-12 0,2-1 11 0,0 1-2 16,-1 1 0-16,-1-1-7 0,2 2 8 15,-2-2-5-15,2-1-2 0,0 1-1 0,0 3 1 0,-3-4 1 16,1 0 6-16,3 1-5 0,0-2 3 0,-1 0 0 16,0 0 7-16,0 0-7 0,0-2 2 0,-2 1-3 15,1 0 3-15,-1-1 2 0,0 0-6 0,1 2 4 16,0-3-1-16,0 1-3 0,1-1 4 16,0 1-2-16,-4 1 4 0,4 0-7 0,0-2 6 0,-2 1-4 15,1-1-1-15,1-1-3 0,2 2 2 0,-3 1 5 16,0-2-8-16,3 3 3 0,-2-1 3 0,1-1-6 15,0 1 4-15,-2 0-4 0,-3 1-2 0,0-2 1 16,1 4 3-16,-3-4-7 0,2 2 8 0,-1 0 0 16,2 0 0-16,1 3-6 0,-1-2 2 0,-1-1 0 15,1 2 1-15,-1-1 3 0,4-1 0 0,-6 0-1 16,1 2-3-16,-2-1-2 0,0 2 3 0,0-3-1 16,2 0 1-16,-3 1 1 0,1-1-1 0,-2 2 2 15,2-1-2-15,2 2-3 0,-3-1 0 0,2 0 2 16,-2-2-1-16,1 1 0 0,0 0-1 0,2 0 5 15,0-1-2-15,-2 1 1 0,3 0-3 0,-1-1-1 16,-1 3 3-16,2-3-3 0,0 0-3 0,0 2 8 16,0-2-1-16,0 1 1 0,-1-2-2 0,0 2 1 0,2-1 3 15,0 1-12-15,-2-2 8 0,1 1-2 16,1 0 1-16,0 0 3 0,-2-2-3 0,0 3 3 16,1 0-2-16,-1 0-7 0,-1-1 7 0,-1-1 4 15,2 3-3-15,-2-2-5 0,-1 0 2 0,0 0-5 0,1 2 1 16,0 0 2-16,-2-2 10 0,0 0-13 15,-6 1 5-15,6 0-3 0,-6-1-2 0,0 2 6 16,1-1-7-16,-1-1 11 0,1 2 2 0,-1-1-6 16,-1 0-5-16,0-1 8 0,-2 0-4 0,1 1 1 15,-3 0-1-15,-2-1 4 0,-2 1-6 0,2-1 1 0,-3 0 5 16,1 2-5-16,-1-4 14 0,0 2-13 0,-4 0-2 16,-7 0 4-16,17 2 2 0,-11-2-2 0,-6 0 3 15,13-2 0-15,-13 2-1 0,9 0-2 16,-9 0 4-16,0 0-3 0,8 2-4 0,-8-2 3 0,0 0 3 15,0 0-3-15,10 0 0 0,-10 0-7 0,0 0 2 16,0 0 1-16,0 0-1 0,0 0 2 0,0 0 3 16,0 0-4-16,10-2 6 0,-10 2-3 0,0 0 1 15,0 0-1-15,0 0 3 0,0 0 4 0,0 0-15 16,0 0 13-16,0 0 0 0,0 0 2 0,0 0-6 16,0 0 3-16,0 0 5 0,0 0-4 0,0 0-1 15,0 0 5-15,0 0-9 0,0 0 1 16,0 0 0-16,0 0-2 0,0 0 7 0,7-2-13 0,-7 2-4 15,0 0-23-15,0 0-17 0,0 0-19 0,0 0-11 16,0 0-19-16,0 0-9 0,0 0-11 0,0 0-15 16,0 0-79-16,0 0-230 0,0 0 101 0</inkml:trace>
  <inkml:trace contextRef="#ctx0" brushRef="#br0" timeOffset="23246.73">16048 10749 19 0,'0'0'27'15,"0"0"-4"-15,0 0 2 0,0 0-3 0,0 0-4 16,0 0-3-16,0 0-4 0,0 0-3 0,0 0-10 16,0 0-8-16,0 0-16 0,0 0-29 0,0 0 13 0</inkml:trace>
  <inkml:trace contextRef="#ctx0" brushRef="#br0" timeOffset="26344.74">18194 10209 48 0,'0'0'51'0,"9"-4"1"0,1 0-12 0,-2 3 3 15,3-2-2-15,1 3-6 0,7 0 1 0,-1 0-9 16,1 0 2-16,3 0-4 0,5 3 1 0,3 0-1 16,0 1-1-16,2-2 8 0,1 2-17 0,3-2 7 15,1 2 1-15,4 0-5 0,-3-1 8 0,13-1-10 16,2 1 8-16,-1-1-7 0,0 0 0 0,-2 0-3 15,-10-2 2-15,11 0-5 0,1 2-4 0,-13-1 7 16,-1-1-1-16,14 1 0 0,-13 0 0 0,0-1-6 16,10-1 9-16,5 0 0 0,-1-2-3 0,0 2-2 15,0-2 2-15,1 2 2 0,-4-2-3 0,4 2-5 16,-1-1 7-16,-2 0-10 0,-1 1 5 0,-10 2 3 16,11-3-6-16,-14 3 10 0,3-1-11 0,-2 1-1 0,0-1 5 15,1 2-7-15,-1 3 10 0,-1-3-12 0,0-2 8 16,3 0-1-16,-4 4 6 0,1 0-6 15,-2 0-4-15,2-2-2 0,-1 3 7 0,0-3-3 0,1 1 2 16,0-2-18-16,0 1 12 0,0 0-1 16,0-2 2-16,-1 2 2 0,0-1 2 0,0 1-2 0,-2-2-4 15,1 1 3-15,-1 2 4 0,0-3 8 16,0 1-16-16,2 1 6 0,-2-1 3 0,-2 0-13 0,3 1-2 16,-1-1 16-16,-1 2-4 0,2-2 1 0,-3 1-1 15,3-1 2-15,-5 1-6 0,1-2 0 16,2 2-1-16,0-1 1 0,4-2 1 0,-1 1-2 15,1 0 6-15,-1 0-1 0,1 0 5 0,0 0-14 0,-4-2 6 16,0 2 1-16,-1 0-1 0,-1 0-9 0,-3 2 15 16,2-2-5-16,-2 0-5 0,-8 0 9 0,2 0-9 15,5 1-2-15,-8 1 3 0,9-1 0 0,-6 1 7 16,1-1-5-16,5-1 2 0,-1 0-8 0,-7 3 14 16,1-3-13-16,-1 1 2 0,1 1 3 0,-1 0-5 15,0 0 8-15,0-2 0 0,0 0-4 0,0 2-3 16,1-2 13-16,-1 1-13 0,1-1 3 0,-1 0-9 15,-1 2 13-15,-1-2 5 0,3-2-13 0,-3 2 5 16,-4 0-3-16,2 2 3 0,-3-2-4 0,-3-2 3 16,3 2 2-16,-1 0 2 0,-1 0-8 0,-3 0 4 15,-8 0 12-15,15-1-14 0,-3 1-10 0,-12 0 12 16,14 0 0-16,-8 0 1 0,3-2 1 0,-9 2-2 16,14 2 0-16,-14-2 3 0,10-2-6 0,-10 2 2 15,12 0-2-15,-12 0 6 0,7 0-4 0,-7 0 0 16,0 0 4-16,0 0-5 0,11 0 8 0,-11 0-14 15,0 0 18-15,0 0-2 0,9 0-2 0,-9 0 16 0,0 0-10 16,0 0-7-16,0 0-7 0,0 0 4 16,9 2 2-16,-9-2 9 0,0 0-10 0,0 0 1 15,0 0-3-15,0 0 4 0,0 0-10 0,0 0 11 0,0 0 1 16,0 0-1-16,0 0-11 0,0 0 17 0,0 0-10 16,0 0 10-16,0 0-1 0,0 0 2 0,0 0-2 15,0 0-1-15,0 0 2 0,0 0-5 0,0 0 7 16,0 0 0-16,0 0-3 0,0 0 12 0,0 0-14 15,0 0-1-15,0 0-3 0,0 0-1 0,0 0 0 16,0 0 9-16,0 0-2 0,0 0-13 0,0 0 15 16,0 0 3-16,0 0-12 0,0 0 15 0,7 1 4 15,-7-1-1-15,0 0-2 0,0 0 2 0,0 0 2 16,0 0-1-16,0 0-1 0,0 0-2 0,0 0-3 16,0 0-7-16,0 0 9 0,0 0-5 15,0 0-12-15,0 0 7 0,0 0 6 0,0 0 2 0,0 0-11 16,0 0 3-16,0 0-2 0,0 0-6 0,0 0-1 15,0 0 4-15,0 0-2 0,0 0 6 0,0 0-6 16,0 0-4-16,0 0 5 0,0 0 1 0,0 0-5 16,0 0 3-16,0 0-6 0,0 0 9 0,0 0-11 15,0 0 9-15,0 0 0 0,0 0-3 0,0 0 4 16,0 0-3-16,0 0 2 0,0 0 2 0,0 0-5 16,0 0 0-16,0 0 2 0,0 0-3 0,0 0 0 15,0 0-3-15,0 0 6 0,0 0-1 0,0 0 1 16,0 0-5-16,0 0 6 0,0 0-7 0,0 0 6 15,0 0 1-15,0 0-5 0,0 0 0 0,0 0-1 16,0 0 3-16,0 0 2 0,0 0-3 0,0 0 3 0,0 0 0 16,0 0 0-16,0 0-1 0,0 0 2 15,0 0 1-15,0 0-2 0,0 0-1 0,0 0-5 16,0 0 1-16,0 0 2 0,0 0 4 0,0 0-4 0,0 0 2 16,0 0-1-16,0 0-2 0,0 0-2 0,0 0 6 15,0 0-4-15,0 0 3 0,0 0-2 0,0 0-1 16,0 0 3-16,0 0-1 0,0 0 2 0,0 0-2 15,0 0 0-15,0 0-1 0,0 0 4 0,0 0-3 16,0 0-2-16,0 0 6 0,0 0-4 0,0 0-1 16,0 0 7-16,0 0-3 0,0 0-6 0,0 0 0 15,0 0 7-15,0 0-2 0,0 0-2 0,0 0-1 16,0 0 0-16,0 0 4 0,0 0-4 0,0 0 2 16,0 0-3-16,0 0 0 0,0 0 2 0,0 0 1 15,0 0-2-15,0 0 4 0,0 0-6 0,0 0 5 16,0 0-7-16,0 0 4 0,0 0-1 0,0 0 2 15,0 0-7-15,0 0 3 0,0 0 2 0,0 0-3 16,0 0 4-16,0 0 2 0,0 0-10 0,0 0 13 16,0 0 1-16,0 0 2 0,0 0-8 0,0 0 2 15,0 0-4-15,0 0 6 0,0 0-5 0,0 0 6 16,0 0-6-16,0 0 14 0,0 0-15 0,0 0 5 16,0 0-7-16,0 0 8 0,0 0-8 0,0 0 7 15,0 0 2-15,0 0 2 0,0 0-7 0,0 0-3 16,0 0 7-16,0 0 0 0,0 0-1 0,0 0-5 0,0 0 3 15,0 0-2-15,0 0 5 0,0 0-6 16,0 0 3-16,0 0-1 0,0 0 1 0,0 0-2 16,0 0 5-16,0 0 0 0,0 0-6 0,0 0 3 0,0 0 0 15,0 0-6-15,0 0 11 0,0 0-3 0,0 0-1 16,0 0 3-16,0 0-10 0,0 0 6 0,0 0-4 16,0 0 5-16,0 0-2 0,0 0 4 0,0 0-9 15,0 0 4-15,0 0 2 0,0 0 3 0,0 0-3 16,0 0-4-16,0 0 5 0,0 0-3 0,0 0 1 15,0 0 1-15,0 0 0 0,0 0 3 0,0 0-5 16,0 0 1-16,0 0 3 0,0 0-2 0,0 0 2 16,0 0-1-16,0 0-2 0,0 0-2 0,0 0 3 15,0 0 0-15,0 0-7 0,0 0 8 0,0 0 1 16,0 0 2-16,0 0-5 0,0 0 1 0,0 0 0 16,0 0-1-16,0 0 1 0,0 0-4 0,0 0 8 15,0 0-1-15,0 0 1 0,0 0-6 0,0 0 2 16,0 0 1-16,0 0-1 0,0 0-1 0,0 0 4 15,0 0-2-15,0 0 0 0,0 0 0 0,0 0 4 16,0 0-2-16,0 0-6 0,0 0 3 0,0 0-3 16,0 0 7-16,0 0-1 0,0 0-8 0,0 0 3 15,0 0 3-15,0 0-3 0,0 0-3 0,0 0 3 16,0 0 5-16,0 0-4 0,0 0-1 0,0 0-1 16,0 0 6-16,0 0-5 0,0 0 6 0,0 0-5 15,0 0 5-15,0 0-5 0,0 0-3 0,0 0 4 16,0 0 5-16,0 0-2 0,0 0-3 0,0 0 0 15,0 0-1-15,0 0-1 0,0 0 2 0,0 0-5 16,0 0 2-16,0 0 6 0,0 0-4 0,0 0-4 16,0 0 5-16,0 0 1 0,0 0 0 0,0 0-3 15,0 0 2-15,0 0-4 0,0 0 5 0,0 0 9 16,0 0-11-16,0 0 0 0,0 0-1 0,0 0 2 16,0 0-4-16,0 0 2 0,0 0 3 0,0 0 1 0,0 0-2 15,0 0 3-15,0 0-5 0,0 0 0 16,0 0 3-16,0 0-1 0,0 0 6 0,0 0-3 15,0 0-1-15,0 0-2 0,0 0-1 0,0 0-5 0,0 0 8 16,0 0-3-16,0 0 2 0,0 0-4 0,0 0 5 16,0 0 2-16,0 0-5 0,0 0 5 0,0 0-4 15,0 0-1-15,0 0 2 0,0 0-2 0,0 0-2 16,0 0 5-16,0 0-2 0,0 0 0 0,0 0 4 16,0 0-1-16,0 0-4 0,0 0 2 0,0 0-3 15,0 0 1-15,0 0-2 0,0 0 0 0,0 0 3 16,0 0 0-16,0 0 3 0,0 0-2 0,0 0-2 15,0 0-2-15,0 0 4 0,0 0-3 0,0 0 0 16,0 0-8-16,0 0 1 0,0 0-17 0,0 0-5 16,0 0-4-16,0 0-11 0,0 0-19 0,0 0-13 15,12 0-22-15,-12 0-20 0,0 0-107 0,0 0-245 16,0 0 109-16</inkml:trace>
  <inkml:trace contextRef="#ctx0" brushRef="#br0" timeOffset="38164.32">10723 15573 10 0,'0'0'13'0,"0"0"1"16,0 0 1-16,0 0 0 0,0 0-9 0,0 0 5 16,0 0-8-16,0 0 4 0,0 0-6 0,0 0 10 15,0 0-2-15,0 0-5 0,0 0 1 0,2 20 0 16,-2-20-5-16,0 0 8 0,0 0-5 0,0 0-4 16,0 9 5-16,0-9-1 0,0 0-2 0,0 0 4 15,0 0-2-15,0 0 5 0,0 0-11 0,0 0 4 16,2 7 0-16,-2-7-2 0,0 0 4 0,0 0 1 15,0 0-4-15,0 0 0 0,0 0-5 0,0 0 5 16,0 0 0-16,0 0 7 0,0 0-7 0,0 0 5 16,0 0 0-16,0 0 0 0,0 0-5 0,0 0 6 15,0 0-3-15,0 0 2 0,0 0-2 16,0 0-6-16,0 0 4 0,0 0-2 0,0 7 1 16,0-7 5-16,0 0-6 0,0 0 0 0,0 0 2 0,-6 7-2 15,6-7-1-15,0 0 5 0,-3 6 2 0,3-6-6 16,0 0 1-16,0 0-13 0,0 0-4 15,0 0-13-15,-4 5-32 0,4-5 15 0</inkml:trace>
  <inkml:trace contextRef="#ctx0" brushRef="#br0" timeOffset="40588.44">22830 14595 29 0,'0'0'38'0,"0"0"-8"0,0 0 2 0,2-8-6 16,-2 8 1-16,0 0-6 0,0 0-5 0,0 0 3 0,0 0-6 15,0 0-3-15,0 0 4 0,0 0-6 0,0 0 5 16,0 0-7-16,0 0 1 0,0 0-1 15,0 0-1-15,0 0-2 0,5-5 0 0,-5 5 6 16,0 0-7-16,0 0-1 0,0 0 0 0,0 0 1 0,0 0 0 16,0 0-2-16,0 0 3 0,0 0-2 0,0 0-2 15,0 0 1-15,0 0 0 0,0 0 3 0,0 0-1 16,0 0-4-16,0 0 2 0,0 0 1 0,0 0 0 16,0 0 2-16,0 0-6 0,0 0 4 0,0 0 5 15,0 0 5-15,0 0 7 0,0 0 0 0,0 0-3 16,0 0 1-16,0 0 7 0,0 0-1 0,0 0 1 15,0 0-4-15,0 0 2 0,0 0-9 0,0 0 0 16,0 0-3-16,0 0 4 0,0 0-1 0,0 0-1 16,0 0-8-16,0 0 3 0,0 0 5 0,0 0-10 15,0 0 9-15,0 0-9 0,0 0 7 0,0 0-8 16,0 0 2-16,0 0 0 0,0 0-3 0,0 0 9 16,0 0-3-16,0 0 0 0,0 0-3 0,0 0 6 15,0 0-8-15,0 0-2 0,0 0 4 0,0 0 3 16,0 0-1-16,0 0-15 0,0 0 12 0,0 0 0 15,0 0-5-15,0 0-2 0,0 0 9 0,0 0-1 16,0 0 0-16,0 0 1 0,0 0-6 0,0 0 1 16,0 0-1-16,0 0 5 0,0 0 4 0,0 0-1 15,0 0-8-15,0 0 4 0,0 0-4 0,0 0 1 16,0 0 4-16,0 0-2 0,0 0-1 0,0 0 2 16,0 0-6-16,0 0 5 0,0 0 1 0,0 0-4 15,0 0 5-15,0 0-5 0,0 0 3 0,0 0-4 0,0 0-4 16,0 0 6-16,0 0 3 0,0 0-3 15,0 0 8-15,0 0-6 0,0 0 3 0,0 0-3 16,0 0 2-16,0 0-3 0,0 0 2 0,0 0 6 16,0 0-7-16,0 0-1 0,0 0-2 0,0 0 4 0,1 18-1 15,-1-18 5-15,0 0 0 0,0 0-10 16,0 0 2-16,0 0-3 0,0 0 4 0,0 0 6 16,0 8-3-16,0-8-4 0,0 0 1 0,0 0 0 15,0 0 4-15,0 0-7 0,0 0 2 0,0 0 5 16,0 0-6-16,0 0-8 0,0 0 14 0,0 0-2 0,0 0 4 15,0 0-7-15,0 0 3 0,2 7 2 16,-2-7-2-16,0 0 2 0,0 0 1 0,0 0 1 16,0 0-3-16,0 0 2 0,0 0 0 0,0 0-4 15,0 0 5-15,-3 9-9 0,3-9 7 0,0 0-4 0,0 0 3 16,-6 4-2-16,6-4-1 0,0 0 3 0,0 0 3 16,0 0-3-16,0 0-2 0,0 0-1 0,0 0 1 15,0 0 2-15,-1 8 3 0,1-8-8 16,0 0 1-16,0 0 0 0,0 0 3 0,0 0-5 0,0 0 7 15,0 0 1-15,0 0-1 0,-2 8 1 0,2-8-6 16,0 0 2-16,0 0 2 0,0 0-1 16,0 0-5-16,0 0 10 0,0 0-2 0,0 0-3 0,0 9-2 15,0-9-5-15,0 0 11 0,0 0-2 0,0 0 0 16,0 0 1-16,0 0-5 0,0 0 2 0,0 0-1 16,0 0-4-16,0 0 6 0,0 0-5 0,0 0 6 15,0 0-1-15,0 0-1 0,0 0-3 16,0 0-4-16,0 0 14 0,0 0-9 0,0 0 3 0,0 0 5 15,0 0-3-15,0 0 0 0,0 0-2 0,0 0 1 16,0 0-4-16,0 0 1 0,0 0 3 0,0 0-1 16,0 0 5-16,0 0-3 0,0 0-2 0,0 0 5 15,0 0-5-15,0 0 4 0,0 0-6 0,0 0 3 16,0 0 1-16,0 0 0 0,0 0-9 0,0 0 11 16,0 0-2-16,0 0 3 0,0 0 0 0,0 0-2 15,0 0-3-15,0 0 1 0,0 0 3 16,0 0 2-16,0 0-3 0,0 0-2 0,0 0 4 0,0 0-4 15,0 0-1-15,0 0-4 0,0 0 9 0,0 0-2 16,0 0-9-16,0 0 7 0,0 0-5 0,0 0 1 16,0 0 2-16,0 0 8 0,0 0-15 0,0 0 4 15,0 0 3-15,0 0-1 0,0 0-3 0,0 0 9 16,0 0-8-16,0 0-1 0,0 0 5 0,0 0 1 16,0 0-2-16,0 0 4 0,0 0-5 0,0 0 4 15,0 0-14-15,0 0 14 0,0 0-4 0,0 0 6 16,0 0 1-16,0 0-1 0,0 0-9 0,0 0 4 15,0 0 0-15,0 0 1 0,0 0 5 0,0 0-1 16,0 0 3-16,0 0-7 0,0 0 8 0,0 0-13 16,0 0 4-16,0 0 8 0,0 0-13 0,0 0 6 15,0 0-3-15,0 0 0 0,0 0 1 0,0 0 3 16,0 0-2-16,0 0 12 0,0 0-2 0,0 0-10 0,0 0 4 16,0 0-3-16,0 0 4 0,0 0-2 0,0 0-3 15,0 0 3-15,0 0 0 0,0 0 0 16,0 0 0-16,0 0 0 0,0 0-6 0,0 0 9 15,0 0-4-15,0 0 4 0,0 0-6 0,0 0 2 0,0 0-4 16,0 0 7-16,0 0-7 0,0 0 7 0,0 0-2 16,0 0-6-16,0 0-4 0,0 0 8 15,0 0 2-15,0 0-4 0,0 0-3 0,0 0 3 16,0 0-1-16,0 0 7 0,0 0-6 0,0 0-4 16,0 0 1-16,0 0 10 0,0 0-5 0,0 0-4 0,0 0 6 15,0 0-6-15,0 0 3 0,0 0 0 16,0 0 0-16,0 0 2 0,0 0-1 0,0 0-6 15,0 0 12-15,0 0-2 0,0 0-9 0,0 0-2 0,0 0 4 16,0 0-1-16,0 0 6 0,0 0 0 0,0 0 2 16,0 0-5-16,0 0 3 0,0 0-8 0,0 0 9 15,0 0-4-15,0 0-2 0,0 0 10 0,0 0-4 16,0 0-2-16,0 0-1 0,0 0-5 16,0 0 7-16,0 0-3 0,0 0 0 0,0 0 8 0,0 0-10 15,0 0 10-15,0 0-6 0,0 0-2 0,0 0 1 16,0 0-3-16,0 0-5 0,0 0 8 0,0 0 1 15,0 0-1-15,0 0 0 0,0 0-3 16,0 0-6-16,0 0-8 0,0 0-11 0,0 0-12 0,0 0 0 16,0 0-6-16,0 0-2 0,0 0-7 0,0 0-2 15,0 0-34-15,-22-9-96 0,22 9 42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17:28.912"/>
    </inkml:context>
    <inkml:brush xml:id="br0">
      <inkml:brushProperty name="width" value="0.05292" units="cm"/>
      <inkml:brushProperty name="height" value="0.05292" units="cm"/>
      <inkml:brushProperty name="color" value="#FF0000"/>
    </inkml:brush>
  </inkml:definitions>
  <inkml:trace contextRef="#ctx0" brushRef="#br0">10018 4963 14 0,'0'0'8'0,"0"0"1"16,0 0-7-16,0 0 3 0,0 0 3 0,0 0-3 15,0 0 2-15,0 0 0 0,0 0 4 0,0 0-7 16,0 0-4-16,0 0 6 0,0 0-4 0,0 0 1 16,0 0-4-16,0 0 4 0,0 0-2 0,0 0-4 15,0 0 4-15,0 0 0 0,0 0-2 0,0 0 1 16,0 0 3-16,0 0-4 0,0 0 1 0,0 0-2 16,0 0 0-16,0 0 4 0,0 0-4 0,0 0 1 15,0 0 2-15,0 0 3 0,0 0-5 0,0 0 3 16,0 0-1-16,0 0-2 0,0 0 4 0,0 0-4 15,0 0-4-15,0 0 8 0,0 0-6 16,0 0 6-16,0 0-3 0,0 0 0 0,0 0-2 0,0 0 5 16,0 0-3-16,0 0-7 0,0 0 10 0,0 0-3 15,0 0-5-15,0 0 4 0,0 0 4 0,0 0-4 16,0 0 2-16,0 0 2 0,0 0-1 0,0 0-3 16,0 0 5-16,0 0-4 0,0 0 1 15,0 0 1-15,0 0-2 0,0 0-3 0,0 0 2 0,0 0 2 16,0 0-3-16,0 0 2 0,0 0 3 0,0 0-3 15,0 0-4-15,0 0 5 0,0 0-3 16,0 0 1-16,0 0-1 0,0 0 2 0,0 0 2 16,0 0-3-16,0 0 3 0,0 0 0 0,11 7-19 15,-11-7-16-15,7 4 8 0</inkml:trace>
  <inkml:trace contextRef="#ctx0" brushRef="#br0" timeOffset="4523.08">18569 5082 39 0,'0'0'48'0,"-7"-4"-2"0,7 4-9 0,0 0-2 0,0 0-4 16,0 0-7-16,0 0 0 0,0 0-7 0,0 0-1 15,0 0 2-15,0 0 0 0,0 0-5 16,0 0-2-16,23 1 7 0,-5-1 3 0,2 0-3 16,11-1 4-16,4-3 1 0,4 2 7 0,15-4-7 15,1 0 7-15,4-1-1 0,-4 1 0 0,2 1 5 16,1-1-7-16,-2 1-11 0,-1-1-3 0,-1 2 8 15,-1 0 2-15,-2-1-14 0,3 3 5 0,-3 1 1 0,2 1-2 16,0-2-5-16,-3 5-1 0,4-2-1 16,-2 2 9-16,3 1-10 0,-2 1 5 0,0-1-3 15,0 0 5-15,-1-1-6 0,0 0 2 0,2 2-5 16,5-2 3-16,-3-1-1 0,3 1-2 0,5-3 6 16,-3 3-6-16,-1-3 17 0,2 3-15 0,3-3-2 15,-1 1 5-15,-2-1-1 0,2-2-4 0,-4 0 15 16,3 0-10-16,-2 1-7 0,2-1-2 0,1-1 4 15,25-1 5-15,-30-1 3 0,3 0-2 0,1 2 7 16,1-1-17-16,0 1 4 0,0-1-7 0,-1 1 10 16,-3-1 1-16,1 1-8 0,3 1 4 0,-7-3 11 15,3 3-17-15,2-1 5 0,-2 0-3 0,-3 2 4 16,2-1-1-16,-4 1-4 0,-1 0 0 0,1-1 7 16,-2 4-12-16,-1-1 5 0,-13-1 4 0,16 1-3 15,-4 1-1-15,-12-1 1 0,-2 0 0 0,1 1 0 16,0 2-4-16,1-1 10 0,-1 0-5 0,0-1 3 15,-2 1 6-15,-1-1-13 0,2 1 5 0,-3 0 5 16,-1 0-1-16,4-1-4 0,-3 0 11 0,-2 1-5 16,-1 0-10-16,1 0 4 0,0-3 2 0,2 3-6 15,-2-2 3-15,-3 1 2 0,2-1 4 0,-2-1-4 16,2 2-12-16,-2 0 9 0,-1-4 8 0,3 2-3 16,-10-1-2-16,7 2-4 0,-7-2 10 0,7 1-1 15,-6 0-9-15,-1 0 6 0,-1-2-4 0,0 2 17 16,0-2-7-16,-3 1-9 0,1 1 2 0,-4 0-17 15,-1 0 13-15,1-1 4 0,-1-1 18 0,1 2-22 16,-1-3 7-16,0 3-6 0,-2 0-8 0,-1 0 12 16,2-3-5-16,-1 2 3 0,1-2-2 0,-2 2-2 15,-2-1 4-15,-2 0-7 0,-6 2 5 0,17-1-5 16,-7 0 2-16,-2 1 5 0,-1-2 8 0,-7 2-11 16,13-1 1-16,-13 1 7 0,10 0-1 0,-10 0-8 15,0 0 4-15,11-2-6 0,-11 2 11 0,0 0-1 16,0 0 7-16,8-1-6 0,-8 1-2 0,0 0-1 15,0 0 7-15,0 0 1 0,0 0 7 0,0 0-4 16,0 0 13-16,0 0-15 0,0 0-2 0,10 1 8 16,-10-1-7-16,0 0-8 0,0 0 12 0,0 0-7 15,0 0-1-15,0 0 6 0,0 0-6 0,0 0 8 16,0 0-2-16,0 0 1 0,0 0 1 0,0 0-6 16,0 0 4-16,0 0-1 0,0 0-4 0,0 0 5 15,0 0 3-15,0 0-7 0,0 0 1 0,0 0 2 16,0 0-2-16,0 0 2 0,0 0-1 0,0 0 0 15,0 0 2-15,0 0 2 0,0 0 2 0,0 0-2 16,0 0 0-16,0 0-2 0,0 0 7 0,0 0-1 16,0 0 0-16,0 0-6 0,0 0 5 0,0 0-4 15,0 0 1-15,0 0-2 0,0 0-8 0,0 0 3 16,0 0 5-16,0 0-1 0,0 0-4 0,0 0-3 16,0 0 4-16,0 0-2 0,0 0-4 0,0 0 3 15,0 0 0-15,0 0-2 0,0 0-4 0,0 0 1 16,0 0 1-16,0 0-2 0,0 0-1 0,0 0 0 15,0 0 4-15,0 0-7 0,0 0 5 0,0 0-1 16,0 0 3-16,0 0-4 0,0 0-1 16,0 0 2-16,0 0-1 0,0 0-3 0,0 0 2 0,0 0 2 15,0 0-2-15,0 0 3 0,0 0-5 0,0 0 5 16,0 0 3-16,0 0-3 0,0 0-2 0,0 0 5 16,0 0-7-16,0 0-6 0,0 0 9 0,0 0-3 15,0 0-1-15,0 0 4 0,0 0 1 0,0 0-2 16,0 0 1-16,0 0 3 0,0 0 2 0,0 0-15 15,0 0 5-15,0 0-5 0,0 0 13 0,0 0 6 16,0 0-10-16,0 0 3 0,0 0-3 0,0 0-2 16,0 0 9-16,0 0-2 0,0 0-7 0,0 0 1 15,0 0 5-15,0 0-4 0,0 0-2 0,0 0 0 16,0 0 4-16,0 0-6 0,0 0 4 0,0 0-2 16,0 0 0-16,0 0 1 0,0 0 3 0,0 0 1 15,0 0-3-15,0 0 2 0,0 0 1 0,0 0 1 16,0 0 3-16,0 0-2 0,0 0-1 0,0 0 4 15,0 0 1-15,0 0-6 0,0 0 3 0,0 0-3 16,0 0-1-16,0 0 2 0,0 0-3 0,0 0 0 16,0 0 0-16,0 0-1 0,0 0 1 0,0 0 2 15,0 0-2-15,0 0-1 0,0 0 0 0,0 0 2 16,0 0-4-16,0 0 5 0,0 0-4 0,0 0-2 16,0 0 4-16,0 0 0 0,0 0-1 0,0 0-1 15,0 0 4-15,0 0 2 0,0 0-9 0,0 0 5 16,0 0-1-16,0 0 2 0,0 0-1 0,0 0-1 15,0 0 1-15,0 0 0 0,0 0 2 0,0 0-8 16,0 0 3-16,0 0 0 0,0 0 0 0,0 0-1 16,0 0 2-16,0 0-1 0,0 0-3 0,0 0 10 15,0 0-8-15,0 0 3 0,0 0 0 0,0 0-5 16,0 0 5-16,0 0 3 0,0 0-6 0,0 0 1 16,0 0-1-16,0 0 2 0,0 0-1 0,0 0 1 15,0 0 4-15,0 0-7 0,0 0 5 0,0 0-3 16,0 0 1-16,0 0-3 0,0 0 6 0,0 0-8 15,0 0 6-15,0 0-3 0,0 0 3 0,0 0 1 16,0 0 0-16,0 0-2 0,0 0 1 0,0 0-3 16,0 0 5-16,0 0-2 0,0 0-1 0,0 0 0 15,0 0 1-15,0 0 2 0,0 0 0 0,0 0-7 16,0 0 0-16,0 0 2 0,0 0 0 0,0 0-2 16,0 0 2-16,0 0 3 0,0 0-2 0,0 0 0 15,0 0 3-15,0 0 2 0,0 0-1 0,0 0 1 16,-21 9-6-16,21-9 6 0,0 0-5 0,0 0 7 15,-6 2-10-15,6-2 6 0,0 0-3 0,0 0-2 16,0 0 4-16,0 0-1 0,0 0 6 0,0 0-9 16,-9 1 6-16,9-1-2 0,0 0 2 0,0 0-1 15,0 0-3-15,0 0 2 0,0 0 9 0,0 0-8 16,0 0-1-16,0 0 1 0,0 0 2 0,0 0-2 16,0 0-3-16,0 0 4 0,0 0-5 0,0 0 4 15,0 0 0-15,0 0-5 0,0 0 6 0,0 0-4 16,0 0 5-16,0 0-5 0,0 0-3 0,0 0 6 15,0 0-1-15,-7 4-3 0,7-4 1 0,0 0 1 16,0 0-2-16,0 0 1 0,0 0-1 0,0 0 0 16,0 0 1-16,0 0 2 0,0 0 1 0,0 0-1 15,0 0 0-15,0 0 1 0,0 0-2 0,0 0 2 16,0 0-3-16,0 0-1 0,0 0 4 0,0 0 2 16,0 0-1-16,0 0-5 0,0 0 7 0,0 0-4 15,0 0-1-15,0 0 2 0,0 0-5 0,0 0 9 16,0 0 0-16,0 0-1 0,0 0 1 0,0 0-5 15,0 0 6-15,0 0-4 0,0 0 2 0,0 0-5 16,0 0 2-16,0 0-1 0,0 0 1 0,0 0-2 16,0 0-14-16,0 0-8 0,0 0-9 0,0 0-40 15,0 0-21-15,0 0-9 0,0 0-6 0,0 0-13 16,-11 3-17-16,3 0-81 0,-3 3-237 0,-3-3 105 16</inkml:trace>
  <inkml:trace contextRef="#ctx0" brushRef="#br0" timeOffset="10129.03">5716 7779 28 0,'0'0'33'0,"0"0"-1"0,0 0-5 0,0 0 2 15,0 0-7-15,0 0-7 0,0 0 3 0,0 0-3 16,0 0 7-16,0 0-4 0,0 0 1 0,21-1 0 0,-11 2-4 16,2 0-7-16,8-1 8 0,-1 0-5 0,1 1 8 15,10 0-3-15,-4 0-1 0,4-1 1 16,-2 0-8-16,3 3-1 0,1-3 2 0,-2 2-3 16,5 0-5-16,-3 0 5 0,2-1 0 0,3 1-2 0,0 0 4 15,0-2-1-15,0 0-1 0,2 3 0 16,-1 0 0-16,2-3 2 0,10 3 4 0,-11-3-2 15,15 0 1-15,0 2 10 0,0-4-5 0,3 1 4 16,-2 1-4-16,5 0-5 0,0-2 1 0,3 1-2 16,-3 1 3-16,0 1-2 0,-2-2-1 0,0 2-2 0,-2-1 4 15,3 2 4-15,-3-2-10 0,3 1 3 0,2-1-2 16,1 4 6-16,-2-2-5 0,1 0 0 16,-1 2-6-16,3-1 5 0,-2 1-3 0,1 2 3 15,-2-2 0-15,-3 3-5 0,-1-2 4 0,2 2 3 16,-3-3-1-16,6 5-7 0,-5-5 10 0,8-1 3 15,1 0 2-15,2-2-8 0,26 1 12 0,-4 0-11 0,-23-2 5 16,24-3-8-16,-24 4 5 0,27-3-5 0,-27 1 1 16,28-2 10-16,-4 0-6 0,2 1-1 15,-25 0 1-15,31-4-3 0,-4 2 3 0,-27 2 1 0,29-3-1 16,-4 0 1-16,-25 2 3 0,31-4 9 16,-1 4-3-16,-2-1-2 0,-2 1 0 0,2-3 3 0,-2 3-5 15,-3-1-5-15,-24 3 10 0,25 1-1 16,-2-3-1-16,2 3 4 0,-26 2-7 0,30-2 3 15,-3 0-4-15,-26 0-4 0,29 1 5 0,-32 0-8 16,29-1 2-16,-29 2 4 0,25 0-4 0,-26 1 2 0,1-1-1 16,3-1-1-16,24-1 0 0,-27 1-2 0,1-1 2 15,-1 1 1-15,-2-1-2 0,-2 0-4 0,-1 1-2 16,-3-1 0-16,-3 2 5 0,-14-4-7 0,1 1 7 16,-1 2-6-16,-5-1 7 0,3 0 2 0,-2-1-8 15,-3-1 5-15,-3 2 0 0,-8 0 0 0,-1-1 4 16,-6 1-1-16,6-2 5 0,-1 1 6 0,-9 1 3 15,3 0 5-15,-3-2 4 0,-3 0-1 0,-6 2 3 16,14 0 8-16,-14 0-2 0,9-1 8 0,-9 1-1 16,0 0-3-16,0 0 1 0,8-1-2 0,-8 1 1 15,0 0-2-15,0 0 1 0,0 0-2 0,10 1-3 16,-10-1 2-16,0 0-2 0,0 0 0 0,0 0 1 16,0 0-1-16,0 0-3 0,0 0-2 0,0 0 3 15,0 0-3-15,0 0-1 0,0 0-4 0,0 0-6 16,0 0-1-16,0 0-2 0,0 0-4 0,0 0 1 15,0 0-5-15,0 0 0 0,0 0-5 0,0 0-1 16,0 0-13-16,0 0-14 0,9-2-25 0,-9 2-25 16,0 0-20-16,0 0-46 0,8 1-39 0,-8-1-45 15,7 2-146-15,-7-2-394 0,18-6 175 0</inkml:trace>
  <inkml:trace contextRef="#ctx0" brushRef="#br0" timeOffset="23069.32">22759 12966 3 0,'0'0'12'0,"-8"2"-5"0,8-2-1 0,-8 1-1 0,8-1-1 16,0 0 4-16,-12 2-3 0,12-2 1 0,-9 1 6 15,9-1 4-15,0 0-5 0,-11-1 2 0,11 1-4 16,0 0 9-16,0 0 4 0,-11-2 0 0,11 2-7 15,0 0 4-15,0 0 0 0,-10-1-5 0,10 1 9 16,0 0 2-16,-6-4-1 0,6 4 3 0,0 0 2 16,0 0-12-16,0 0 2 0,0 0-2 0,0 0-5 15,0 0-9-15,0 0-1 0,0 0 4 0,0 0-6 16,19-9 4-16,-8 9 3 0,1 0-9 0,5 0 3 16,4-1 7-16,9-1 0 0,2 2-5 0,5-2 2 15,4-1 0-15,10-1 3 0,1 1 0 0,0-1 1 16,-2 1-7-16,0 0 0 0,-10 3-4 0,-1-2 7 0,14 0 2 15,-14-1-9-15,13 1 7 0,0 2-2 16,-14-2-2-16,16 1 4 0,0 0 0 0,-3-2-8 16,2 1 7-16,-2 2-1 0,-12 0 3 0,12-3 0 15,0 3-4-15,-11-1 3 0,10-2 1 0,-13 3-3 0,1 0-1 16,-1-1-5-16,-1 1 7 0,0 0-13 16,-3 1 12-16,-2-1-6 0,2-2 2 0,-4 2 1 15,-2 0 0-15,-5 0-2 0,6-2 4 0,-10 4 3 16,2-1-3-16,-2 0-2 0,-4 1 0 0,4-2-2 0,-5 0 4 15,0 1-5-15,0 0 3 0,-2 1 1 0,0-2 1 16,2 0-3-16,-4 0 2 0,0 0 0 0,-1 0 0 16,-8 0-4-16,13 0 4 0,-13 0-4 0,10 3 0 15,-10-3-3-15,6 0 6 0,-6 0-1 0,0 0 7 16,8 0-5-16,-8 0 0 0,0 0-5 0,0 0 3 16,0 0 2-16,10 0 2 0,-10 0-1 0,0 0-2 15,0 0 3-15,0 0-7 0,0 0 3 16,0 0-2-16,0 0 10 0,0 0-12 0,0 0 0 0,0 0 7 15,0 0-8-15,0 0 10 0,0 0-1 0,0 0-4 16,0 0-2-16,0 0 0 0,0 0 2 0,0 0 3 16,10 0 1-16,-10 0 0 0,0 0-2 0,0 0 1 15,0 0 4-15,0 0-11 0,0 0 5 0,0 0-4 16,0 0 7-16,0 0-1 0,0 0-3 0,0 0 3 16,0 0 4-16,0 0 2 0,0 0 3 0,0 0 7 15,0 0-1-15,0 0 5 0,0 0-1 0,0 0 5 16,0 0-13-16,0 0 10 0,0 0-5 0,0 0-1 15,0 0-2-15,0 0 1 0,0 0-13 0,0 0 11 16,0 0-4-16,0 0-7 0,0 0 9 0,0 0-3 16,0 0-1-16,0 0-2 0,0 0-5 0,0 0 0 15,0 0 4-15,0 0-4 0,0 0-2 0,0 0 2 16,0 0 3-16,0 0 3 0,0 0-1 0,0 0-6 16,0 0-6-16,0 0-1 0,0 0-16 0,0 0-11 15,0 0-1-15,0 0-4 0,0 0-11 0,0 0-9 16,0 0-48-16,-18 14-117 0,18-14 52 0</inkml:trace>
  <inkml:trace contextRef="#ctx0" brushRef="#br0" timeOffset="25454.18">11521 13960 5 0,'5'2'4'0,"1"1"0"0,6 0 3 0,-2 2 6 16,4-1-7-16,-3 0 1 0,9 1 2 0,-2 0-3 16,2 2 2-16,3-4-2 0,4 3-2 0,6 0 4 15,-1-2 4-15,1-1-7 0,2 1 3 16,2-2 0-16,1-1-2 0,14 0 10 0,-2-1-9 16,3 0 10-16,2-2 1 0,3-2 3 0,1 0-1 0,1-1 3 15,-1 0-2-15,1 1 4 0,5-1-6 16,0 0-9-16,-4-2 3 0,4 5 6 0,-2-4-6 15,0 3-2-15,4 0 2 0,-2-1 3 0,0 1-4 16,3-1 4-16,-3 1-6 0,0-1 8 0,0 3-12 16,25-3 11-16,-27 2 2 0,27-3 1 0,-27 3-1 0,29 0 4 15,-27 0-5-15,27-1-2 0,-27 3-6 0,25 0 8 16,-25 0-7-16,27 0 15 0,-27 0-15 0,27-4 1 16,-2 5 1-16,-25 2 1 0,27 0-3 0,-2 3-1 15,-27-3 0-15,25 0 6 0,-23 0-6 0,0 0-2 16,26 5-5-16,-27-2 11 0,32 2-3 15,-5-1 7-15,-2-2-6 0,1 0 4 0,-25-4-8 0,33 2 4 16,-6 0 4-16,-27-2-1 0,25-1-7 0,6 0 3 16,-30-1-2-16,31-2 4 0,-2 3-1 15,1-3 1-15,-7 0 4 0,-22 1-2 0,23-2 2 16,-24 0-6-16,0-1 1 0,27 0-10 0,-26 1 16 16,23-2-3-16,-27-1-10 0,2 2 2 0,0 1 2 15,-1-1-4-15,1 1 9 0,-3-2-4 0,-2-1 3 0,0 5-4 16,-5-5 7-16,-4 4-5 0,0-1-4 15,-12 1-1-15,13 2 0 0,-14-2 6 0,-1 0-1 16,0 1 0-16,-1 0-5 0,-3 1 6 0,-1-1 2 16,-2 1 0-16,-9 0 0 0,-1 1-13 0,-5 0 6 15,-2-1-1-15,-3 1-3 0,-10 0 16 0,15-2-2 0,-8 1 21 16,-7 1 0-16,10 0 5 0,-10 0 5 16,0 0-5-16,11-2-3 0,-11 2-8 0,0 0 0 15,0 0-6-15,0 0-5 0,0 0-15 0,0 0-21 16,0 0-27-16,0 0-42 0,0 0-18 0,0 0-22 15,0 0-101-15,0 0-242 0,-26 11 107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20:19.391"/>
    </inkml:context>
    <inkml:brush xml:id="br0">
      <inkml:brushProperty name="width" value="0.05292" units="cm"/>
      <inkml:brushProperty name="height" value="0.05292" units="cm"/>
      <inkml:brushProperty name="color" value="#FF0000"/>
    </inkml:brush>
  </inkml:definitions>
  <inkml:trace contextRef="#ctx0" brushRef="#br0">22366 3865 30 0,'0'0'38'0,"0"0"-3"0,0 0-1 0,0 0 0 16,0 0-8-16,0 0 13 0,0 0-5 0,0 0-2 16,0 0-8-16,0 0 7 0,0 0-13 0,0 0 8 15,0 0 1-15,-13-8-1 0,13 8-4 0,0 0-4 16,0 0 1-16,0 0-6 0,0 0-6 0,0 0 8 15,0 0-10-15,0 0 4 0,0 0 3 0,0 0-6 16,0 0 0-16,0 0 2 0,0 0-3 0,0 0 2 16,0 0-5-16,30 7 6 0,-17-6-1 0,1 1-6 15,3-2-1-15,3 2 0 0,1 0 5 0,7-2-7 16,0 0 4-16,0 1 0 0,-1-2 3 0,2 0-7 16,2 0 0-16,1-1 1 0,-1 1 9 0,2 0-6 15,0 0 2-15,3 0-2 0,5 0 13 0,9-2-3 16,2 1 0-16,-14 0-8 0,16 0 6 0,-3 2-9 15,0-6 4-15,-11 4-2 0,11 0 3 0,-11 2-3 16,10-2 5-16,-10 1-11 0,-1 2 7 0,14-2 4 16,-16-1 4-16,3 0-2 0,11 0-1 0,-14 2 3 15,3 0-7-15,-2-1 1 0,13-2 1 0,-13 4 1 16,0-1-1-16,-1 0-2 0,1 2 4 0,2-4-1 16,-1 1 10-16,1 0-19 0,0 1 14 0,-2-2-4 15,3-2 0-15,10 2-6 0,-11 2 19 0,-3 0-9 16,1-4-11-16,-1 4 5 0,3 0-5 0,-3-2-2 15,13 1 7-15,-12-1-5 0,0 0-4 0,-3-3 8 16,2 5-5-16,4-3-2 0,-3 2 6 16,-1-4-9-16,0 4-3 0,3-3 11 0,-2 2-2 0,1 1 3 15,-1-2-7-15,1 0 6 0,0 0 0 0,-1 0 0 16,-2 3-11-16,-3-1 18 0,4 0-10 0,-1 1 1 16,0 0-1-16,0-1-2 0,-3-1 6 0,1 0-4 15,2 1 8-15,1-1-10 0,-1 2-4 16,1 0 5-16,1-2-3 0,-2 2-4 0,3 0 11 15,14-1-1-15,-17 1-4 0,1 5-1 0,-1-4 0 0,1 0 8 16,-1 2-7-16,-2-3 6 0,-1 3-5 0,-1-1 0 16,-3-2-2-16,0 0 3 0,0 0-4 0,-8 0 1 15,0 1 5-15,2-1-8 0,-2-1 8 0,0 1 3 16,0 0-5-16,0 0 0 0,-3 0 2 0,-2 0-3 16,2-3 1-16,1 3 0 0,-5 0-1 0,-1-1 4 15,-1 2-3-15,1 0-5 0,-2-1 4 0,1 0-3 16,1 0-3-16,-1-1 4 0,-1 1 1 0,0-1-7 15,-11 1-20-15,18 2-23 0,-11 0-12 0,-1-1-18 16,2 3-43-16,-2 0-134 0,1 1 60 16</inkml:trace>
  <inkml:trace contextRef="#ctx0" brushRef="#br0" timeOffset="504.29">27449 3913 106 0,'0'0'116'0,"0"0"-15"0,0 0-12 0,0 0-6 16,0 0-5-16,0 0-8 0,23-4-8 0,-2 2-4 0,7 1-6 15,2 0-14-15,4-3 1 0,-1 3-2 0,3-1-4 16,2 2-4-16,0 0 4 0,3 0-10 0,10-3-3 15,3 0-6-15,2-1 3 0,0 4-3 0,-2 0 0 16,-2-4 3-16,4 5 0 0,-4-2-4 16,-1 2-3-16,4-1-6 0,-4-2 6 0,-2 1 2 0,-10 2-2 15,-2-2-3-15,0 2 3 0,1-2-7 0,0 0 1 16,-6-1-6-16,0 2 16 0,-3-2-14 0,0-1 0 16,-8 3 12-16,6-1-10 0,-7 1-2 0,-7 0-2 15,1 0 6-15,-2-1-2 0,-3 1-5 16,3-1 6-16,-5 0 5 0,-7 1-3 0,15-3-7 0,-10 3 2 15,-5 0-16-15,13-1-15 0,-13 1-18 0,8-2-16 16,-8 2-14-16,0 0-15 0,11 2-65 0,-11-2-172 16,8 4 78-16</inkml:trace>
  <inkml:trace contextRef="#ctx0" brushRef="#br0" timeOffset="770.91">29607 3906 143 0,'12'-3'150'0,"-12"3"-18"0,0 0-9 0,9-3-16 0,-9 3-11 15,10-2-10-15,-1 2-5 0,3-3-11 16,-2 1-8-16,3 1-3 0,-3 1-7 0,3-1-11 15,-2-1-2-15,4 2-1 0,-4 3-6 0,0 0-14 0,1-3-19 16,1 3-4-16,-2-3-15 0,2 0-33 0,-2 2-1 16,0-2-35-16,1 1-8 0,-1 0-72 15,-4 0-182-15,2-1 81 0</inkml:trace>
  <inkml:trace contextRef="#ctx0" brushRef="#br0" timeOffset="2413.53">4015 5085 3 0,'0'0'30'0,"-6"-2"4"0,6 2-10 0,0 0-3 16,-11-1 5-16,11 1-3 0,0 0 2 0,-7-1-1 16,7 1 2-16,0 0-9 0,0 0 5 0,0 0-4 15,0 0-8-15,0 0-3 0,-8-4 2 0,8 4-4 16,0 0 2-16,0 0 4 0,0 0-7 0,0 0 6 15,0 0-6-15,0 0-1 0,0 0 2 0,30 1 1 16,-19-2 2-16,-1 1-5 0,3 0 8 0,5-2-11 16,0 1 9-16,2 0-1 0,2 0-3 0,5-1 2 15,1 1 10-15,1-2-11 0,2 1 8 0,-1-1-7 16,5-1 2-16,0 0 9 0,0 1-10 0,1-4 3 16,5 4-3-16,8-4 3 0,-10 1 3 0,11-2-2 15,-11 3 1-15,13-4 0 0,-15 4-3 0,1 0 2 16,0 2 2-16,2 0 3 0,11-3-8 0,-12 4 2 15,-2-2-10-15,1 2 8 0,0 1-3 0,-1 0 4 16,1-1-2-16,0 1-4 0,3-1 6 0,-2 0-5 16,11 0-8-16,-10-1 11 0,-2 3 2 0,1 0-6 15,1-1-1-15,10 1 0 0,1 0 3 0,-14 0 8 16,16-3-12-16,-15 3 2 0,16 0 0 0,-3 0 0 16,0 2-1-16,1-4 2 0,-13 2-2 0,12 0-5 15,-13 2 4-15,15-2-3 0,-15 1 0 0,14 3-1 16,-15-2 3-16,13 1-1 0,-13-1 0 0,3 2 0 15,-2-3 8-15,1 1-2 0,0 1 3 0,0-1-8 16,0 3-4-16,-2-1 7 0,16-1-2 0,-16 0 7 16,13 1-9-16,-12-2 3 0,14 0-3 15,-13 1 3-15,14-3-5 0,-3 0 5 0,3-2 1 0,-2 0 1 16,-14-1-1-16,15-1 2 0,-13-1 2 0,13-3-3 16,-15 1-9-16,0 2 1 0,-1-2 0 0,0-2 9 15,1 3-13-15,-4 0 8 0,0 0-2 0,-1-1 2 16,-1-1 2-16,-3 2 0 0,-1 2 6 15,-7-1-4-15,1 2-1 0,-2-1 1 0,-4 1-6 16,-2 0 1-16,1 2-2 0,-1-2 2 0,-2 0 3 16,1 2-2-16,-2-2 0 0,3 3-6 0,-3-2 1 0,0 2-18 15,0 0-11-15,-2 2-18 0,0 0-7 0,2 0-59 16,0 2-127-16,-5-1 56 0</inkml:trace>
  <inkml:trace contextRef="#ctx0" brushRef="#br0" timeOffset="3361.39">11476 5086 8 0,'0'0'60'16,"0"0"-22"-16,0 0 1 0,-9-1 1 0,9 1-3 16,0 0-9-16,0 0-2 0,0 0-5 0,0 0 5 15,0 0-9-15,0 0-4 0,0 0 6 0,30 8 0 16,-18-3 5-16,10-1-8 0,-4-1 0 0,3 0 17 16,10 2-9-16,-1-1-8 0,1-3 14 0,5 0-6 15,0-1-7-15,4 0 8 0,10-2 2 0,-10 0-6 16,17 1-1-16,-1-2 3 0,-2 2-7 0,4-2 3 15,-4 1-5-15,1-1-1 0,-3 2-3 0,3 0 6 16,-4 0-4-16,3 0 2 0,-4 1-2 0,5-2 4 16,1 1-2-16,-1-1-4 0,5 1-1 0,5-2 8 15,0 0-4-15,25 2-2 0,-25-1 3 0,2 0-10 16,-2-2 3-16,25-3 5 0,-33 3-5 0,6 3-1 16,-1-4-3-16,1 1 3 0,2 1 3 0,-4 0-1 15,2 1 12-15,-2-1-17 0,-1-1 4 16,-2 1-12-16,-1 1 22 0,-1 0-11 0,-2-1-1 0,0-1-1 15,-2 1-2-15,2 0 7 0,0-3-6 0,1 5 8 16,1-1-10-16,-2 0 8 0,-1 1-4 0,-2-1-3 16,3 1-1-16,-2 0-2 0,-12 0 4 0,12 2 7 15,-1-1-6-15,-12 0 4 0,1 0-5 0,10 0 23 16,-10 0-26-16,0 1-2 0,12 0 9 16,-14-2-2-16,3 1-3 0,13 0-4 0,-15 0 2 0,13-1 17 15,-12 0-5-15,9-1-8 0,-12 2 8 0,4-2-13 16,10 1-5-16,-15-2 11 0,5 2 3 0,-4 1-9 15,2-2-2-15,0 0-1 0,-2 0 14 0,-1 1-11 16,-1 1-6-16,0-3 4 0,0 3 4 0,-5 0-8 16,3-2 8-16,-1 1-6 0,-2 0 4 0,-1-1-1 15,1 1-3-15,-1 1 4 0,-1-1 6 0,0 2-6 16,0-1 2-16,-1 0-4 0,-4-1 3 0,-2 0 4 16,5 1-2-16,-5 0-2 0,-1-1 2 0,2 1-4 15,0 0 2-15,-1 0 1 0,-1 0 0 0,0 0-9 16,-2 0 0-16,1-1-9 0,-1 2-14 0,-5-1-10 15,0-1-16-15,-1 1-16 0,-3 1-87 0,-1 0-174 16,0 1 77-16</inkml:trace>
  <inkml:trace contextRef="#ctx0" brushRef="#br0" timeOffset="4140.78">21151 5019 82 0,'0'0'84'0,"-5"-5"-6"0,5 5-9 15,0 0-1-15,0 0-13 0,0 0-7 0,0 0-6 16,0 0 4-16,0 0-8 0,26-2-1 0,-11 2-2 15,12 0-4-15,2 2 10 0,6-2 3 0,3-2-5 16,16 1-5-16,1-1 0 0,2-2 5 0,2 1-4 16,5 0 7-16,0 0-5 0,1 0-3 0,26-1 2 15,-29 0-2-15,5 1 2 0,22 0-1 0,-25 1-6 16,27-1 4-16,-26 0-3 0,30 1-8 0,-29 1-7 16,30-3 2-16,-5 3 10 0,-25-1-5 0,34 1 0 15,-9 1 3-15,-25-1-5 0,30 2-1 0,-3-1-5 16,-29 0 2-16,28 0-3 0,-28 1-2 0,0 1 0 15,3-2 2-15,-5 1-5 0,3 1 5 0,-2-2-5 16,0-2 4-16,-4 4 1 0,1-2-7 0,-2 0-1 16,1-2 1-16,-1-1-5 0,-2 2-4 0,-1-2 6 15,-16 2-5-15,15-5 4 0,-16 2 0 0,1 0-2 16,-2 1 3-16,-1 1-4 0,-2-3 3 0,-2 3-4 16,-4-1 3-16,-1 0-4 0,-10 0 6 0,-5 2 0 15,1-1-3-15,-1 0 2 0,0 1-4 0,-1 0 5 16,-5 0-6-16,-6 1-3 0,14 0 3 0,-14 0 1 15,10 0-6-15,-10 0 1 0,8-2 0 0,-8 2-29 16,0 0-4-16,8-1-17 0,-8 1-26 0,0 0-32 16,0 0-14-16,0 0-68 0,0 0-213 0,0 0 95 15</inkml:trace>
  <inkml:trace contextRef="#ctx0" brushRef="#br0" timeOffset="4829.96">26668 4935 45 0,'0'0'94'0,"0"0"-13"15,-7-2-4-15,7 2-5 0,0 0-8 0,0 0 0 16,0 0-15-16,0 0 4 0,0 0-21 0,0 0 6 16,0 0-6-16,0 0 18 0,0 0-19 0,27 4 3 15,-11-3-13-15,6 1 17 0,10 0-4 0,1 1 8 16,3-2 2-16,16 0 2 0,2 1 1 0,-1-1 0 15,8 1 2-15,-2-2-7 0,3 0-7 0,1 0 1 16,0-1-3-16,2 3-1 0,0-1-9 0,4-2 3 16,24 1-3-16,-28 1 5 0,28 1-6 0,-28-4 2 15,31 2 5-15,-6-1-15 0,-27 1 4 0,29 0 7 16,-31 0-15-16,4 0 0 0,0-1 0 0,-3 1-6 16,-2 1 9-16,0-1-4 0,-2 0-5 0,0-1 1 15,-3 3 2-15,1 0-2 0,-2-2-3 0,-3 1 2 16,0-1-2-16,-13 2 2 0,2 0-3 0,0 0-2 15,-1-1 7-15,-3 1-3 0,-3-2-4 0,1 2 7 16,-3-1-3-16,-2 0-3 0,-1-2 0 0,-7 2 3 16,0 0-2-16,-2 1 4 0,-1-2-5 0,-4 0 5 15,-2 0-1-15,-1 1-5 0,-1-2 3 0,-1-1-1 16,-9 2-4-16,14 0 6 0,-14 0 0 0,10 0 0 16,-10 0-18-16,0 0-4 0,11 0-31 0,-11 0-20 15,0 0-21-15,7-2-21 0,-7 2-117 0,0 0-246 16,0 0 109-16</inkml:trace>
  <inkml:trace contextRef="#ctx0" brushRef="#br0" timeOffset="6350.3">3721 5999 7 0,'0'0'42'0,"0"0"-3"0,-5-6-1 16,5 6-4-16,0 0-10 0,0 0 0 0,0 0 5 15,0 0-7-15,0 0-3 0,-4-5-2 0,4 5-1 16,0 0-1-16,0 0-3 0,0 0 1 0,0 0-7 16,0 0 6-16,0 0-7 0,0 0 1 0,0 0 1 15,19 15 0-15,-12-12 2 0,4-3-3 0,1 3 12 16,7-2 5-16,-1 2 4 0,9-1 2 0,3-2 1 15,2 0 4-15,2-2-3 0,1-2 2 0,6 1-3 16,10-3 4-16,0-2 4 0,0 2 0 0,2-1-8 16,-1 1 0-16,-1 0 3 0,-1-4-3 0,1 3 1 15,-11 2-6-15,-1 0-4 0,1-1-4 0,0 3 1 16,-4-3-3-16,1 2-1 0,-4 1-2 0,-3-1 4 16,1 3-5-16,-4-1-8 0,-8 0 6 0,2 2 1 15,-5-2-6-15,-2 1 4 0,-1 1 2 0,1-1-12 16,-5 0 9-16,0 1 1 0,0-2 3 0,-9 2-7 15,10 0 16-15,-10 0-13 0,8 0 11 0,-8 0-3 16,0 0 3-16,9 2 7 0,-9-2 3 0,0 0 7 16,0 0 3-16,0 0 0 0,0 0-1 0,0 0-4 15,0 0-2-15,0 0-3 0,0 0-4 0,0 0 6 16,0 0-8-16,10 0-3 0,-10 0-4 0,0 0 2 16,0 0-2-16,0 0 7 0,0 0-31 0,0 0-8 15,0 0-20-15,0 0-22 0,0 0-20 0,0 0-4 16,0 0 0-16,10 2-10 0,-10-2-16 0,6 6-78 15,-1-1-200-15,-5-5 89 0</inkml:trace>
  <inkml:trace contextRef="#ctx0" brushRef="#br0" timeOffset="8297.79">13831 7393 46 0,'0'0'65'15,"0"0"-5"-15,0 0-9 0,0 0-9 0,0 0 2 16,0 0-10-16,0 0-3 0,0 0-2 0,0 0-7 15,0 0-3-15,0 0 2 0,0 0-1 0,0 0-3 16,0 0-3-16,0 0 3 0,0 0-6 0,0 0 1 16,0 0-5-16,0 0-6 0,0 0 0 0,0 0-9 15,0 0-7-15,0 0-3 0,0 0-6 0,0 0-2 16,0 0-5-16,0 0-9 0,5 4-27 0,-5-4-74 16,0 0 33-16</inkml:trace>
  <inkml:trace contextRef="#ctx0" brushRef="#br0" timeOffset="8820.98">15790 7370 3 0,'0'0'42'0,"0"0"-5"0,0 0-3 0,0 0 3 15,0 0-3-15,0 0-10 0,0 0-4 16,0 0 2-16,0 0-6 0,0 0-2 0,0 0-2 16,0 0-7-16,0 0-10 0,0 0-3 0,-4 4-12 15,4-4-25-15,0 0-48 0,0 0 21 0</inkml:trace>
  <inkml:trace contextRef="#ctx0" brushRef="#br0" timeOffset="10355.67">19219 6939 9 0,'-5'5'21'0,"5"-5"1"0,0 0-10 16,0 0 5-16,-4 7 0 0,4-7-5 0,-2 5 3 16,2-5-8-16,0 0 4 0,-3 8-3 0,3-8-1 15,0 0-2-15,-4 9-1 0,4-9 2 0,0 0-1 16,3 10-6-16,-3-10 9 0,0 0-2 0,4 10-4 16,-4-10 3-16,3 6-4 0,-3-6 4 0,6 7 5 15,-3-3-2-15,3-1 1 0,-6-3-1 0,8 5-4 16,-3-1 4-16,3-1 5 0,0 0 4 0,3 0 6 15,2 1-3-15,5-1-3 0,1 0 10 0,11 1 4 16,0-2-5-16,4 0 2 0,-1-1-3 0,1 0-1 16,3 1-6-16,2 0-1 0,-2-1-4 0,0-1 1 15,2 1 2-15,1-1 0 0,0 2 1 0,-2-1-7 16,14 2 3-16,-13-2 1 0,0 0-6 0,11 1 4 16,-13-2 1-16,0 1-7 0,2 1 4 0,-1 1-4 15,0-2-2-15,15-1 4 0,-16 4-7 0,1-4 0 0,2 1 3 16,13 4-1-16,-3-3-1 0,-10-2 4 15,14 0 2-15,-1 1-7 0,2 0 7 0,-2 0-5 16,-1 0-1-16,3-2-9 0,-3 2 5 0,-15 2 9 16,18-3-8-16,-15 4 7 0,11-2-8 0,3-1 13 0,-2 1-5 15,0-1 2-15,1 2-5 0,-1-3 1 16,3 2-4-16,-1-1-2 0,1 0 10 0,0 0-11 16,0-2 5-16,-2 1-5 0,-3-1 1 0,3-2 2 15,-2 3 3-15,-13-1-4 0,15-2 4 0,-2 1-4 16,2 1 9-16,2 1-6 0,-1-2 4 0,2-2-5 0,1 1 7 15,3 2-9-15,-4 0 2 0,3 0 8 0,-3-2-11 16,1 3 4-16,-5-1 1 0,1 0-5 16,-1-2-1-16,-13 3 3 0,-1-1-1 0,3 1 2 15,12 0 4-15,-1 1 4 0,-14-1-6 0,-1 0 2 0,17 3 3 16,-16-3-4-16,2 1 5 0,11 0-10 0,-13-2 2 16,1 0-8-16,-1-2 7 0,-2 2 2 0,0 1-1 15,-4-1-3-15,2 1 0 0,-2-3 0 0,-1 2 4 16,-4-1-6-16,2 4 7 0,-7-5 4 0,6 4-1 15,-8-1-8-15,1-1 6 0,-1 1-5 0,2-1-2 16,-2 1 0-16,1 1 2 0,-2-2 2 0,-2 0 3 16,0 1-5-16,-2 0-2 0,-2-1 3 0,-1-1 3 15,0 2 1-15,0-1-7 0,-3 1 10 0,-1 0-1 16,-8 0-15-16,13-1 14 0,-13 1 4 0,10-3 3 16,-4 2 1-16,-6 1 0 0,13-2-10 0,-13 2 3 15,9-1 6-15,-9 1 1 0,8-1-8 0,-8 1 9 16,10-2-4-16,-10 2 1 0,0 0-2 0,9-3-15 15,-9 3 5-15,0 0 2 0,8-1 5 0,-8 1 2 16,0 0-3-16,0 0-3 0,0 0 0 0,0 0 7 16,10-2-1-16,-10 2 7 0,0 0 3 0,0 0-2 0,0 0-7 15,0 0 4-15,0 0-7 0,0 0 4 16,0 0 5-16,0 0-11 0,0 0 2 0,0 0 3 16,0 0 3-16,0 0 0 0,0 0-11 0,0 0 2 15,0 0-2-15,0 0 5 0,0 0-7 0,0 0 3 16,0 0-1-16,0 0 8 0,0 0-10 0,0 0 4 15,0 0 0-15,0 0-3 0,0 0 9 0,0 0-9 16,0 0 7-16,0 0-9 0,0 0 5 0,0 0-8 16,7-1 13-16,-7 1-3 0,0 0 9 0,0 0-5 0,0 0-4 15,0 0 5-15,0 0-6 0,0 0 2 0,0 0 1 16,0 0 2-16,0 0-2 0,0 0 1 16,0 0-5-16,0 0 2 0,0 0-10 0,0 0 12 15,0 0 0-15,0 0 2 0,0 0-7 0,0 0-4 0,0 0 7 16,0 0-5-16,0 0 3 0,0 0 0 0,0 0-6 15,0 0 6-15,0 0-2 0,0 0 2 0,0 0 4 16,0 0-10-16,0 0-5 0,0 0 15 0,0 0-4 16,0 0-2-16,0 0-2 0,0 0 5 0,0 0-10 15,0 0 12-15,0 0-7 0,0 0-2 0,0 0 4 16,0 0-4-16,0 0 6 0,0 0-6 0,0 0 6 16,0 0-5-16,0 0-2 0,0 0 2 0,0 0-4 15,0 0-7-15,0 0-7 0,0 0-8 0,0 0-19 16,0 0-1-16,0 0-8 0,0 0-12 0,0 0-7 15,0 0-9-15,0 0-69 0,0 0-165 0,0 0 73 16</inkml:trace>
  <inkml:trace contextRef="#ctx0" brushRef="#br0" timeOffset="23465.68">4897 8207 14 0,'-11'-1'19'0,"11"1"3"0,0 0-4 15,0 0-1-15,0 0 0 0,0 0-1 0,-11 1 4 16,11-1-6-16,0 0-3 0,0 0 2 0,0 0 3 16,0 0-5-16,0 0 0 0,0 0-2 0,0 0 1 15,0 0-1-15,0 0 1 0,0 0-6 0,0 0-2 16,0 0 2-16,0 0-1 0,0 0 0 0,0 0-2 16,0 0 10-16,0 0-6 0,0 0-2 0,0 0 5 15,0 0-4-15,28 7 9 0,-15-7-5 0,0 1-2 16,5-2 2-16,1 1-2 0,1-1 2 0,8 0 2 15,0-1 4-15,1 2-4 0,1-3-2 0,1 1 7 16,1 0-2-16,1 0-1 0,3 0-5 0,0-2 4 16,-2 0-1-16,1 3-4 0,-1-2 2 0,3-1 1 15,-2 3-1-15,2-2-2 0,-3 1 2 0,6-1 1 16,-4 2 1-16,1-2-1 0,0 1 1 0,15-2 3 16,-15 1-8-16,2 2 3 0,13 0 4 0,-14 0-1 15,1-2 1-15,14 2 0 0,-13-2 4 0,0 3-4 16,-1-2-3-16,14 0 10 0,-14 1-8 0,1 0-3 15,0-2 1-15,-1 3-1 0,11-1 9 0,-9 1-4 16,9-2-2-16,6 2 4 0,-2-3-6 0,3 2 6 16,-3-2-2-16,2 2 9 0,4-2-8 0,-1 1 4 15,-2 0-9-15,4-2 2 0,-4 3 0 0,2 0 1 16,-3 2-3-16,0 0 2 0,1 2-3 0,0 0 8 16,1-3-10-16,-2 3 3 0,4-3-6 0,0 2 4 15,-5-2-3-15,2 0 7 0,1 0-4 0,-1-2 0 16,1 1 3-16,-2 1-8 0,0-3 2 0,-6 3 3 15,-13 0 6-15,14-1-8 0,-12 0 1 0,-5 0 3 16,6-2-9-16,-3 2 2 0,0 0 1 0,0-1-2 16,0 0 4-16,-4 0-5 0,-1 4 5 0,-1-4 1 15,-4 1 3-15,-7 0-3 0,2-2-4 0,-3 3 5 16,-1-1-6-16,0 0 2 0,-4 0-2 0,-1 1 1 0,0-2-5 16,-3 1 5-16,1 1-2 0,1-3-7 15,-12 3-8-15,16 0-16 0,-8 2-16 0,0-1-12 16,-1 2-9-16,3 0-80 0,-2 2-158 0,-8-5 70 15</inkml:trace>
  <inkml:trace contextRef="#ctx0" brushRef="#br0" timeOffset="24498.08">13335 8068 2 0,'-10'-4'68'0,"0"1"-4"15,1-2 1-15,-2-1 6 0,-1 1-15 0,4 1 0 16,-1 0-6-16,-1 2 2 0,2-4-6 0,1 4-4 16,7 2-3-16,-9-4-2 0,9 4-4 0,-9-3-2 15,9 3-3-15,-7-2-8 0,7 2-4 0,0 0-1 16,0 0-3-16,0 0-5 0,0 0 5 0,0 0-5 15,0 0 2-15,0 0-2 0,0 0 1 0,0 0-1 16,21 10 4-16,-10-5-4 0,5 0 1 0,3-1-2 16,8 2 3-16,5 0-5 0,-1-4 0 0,7 2 0 15,14-1-1-15,2-1 6 0,3 0-5 0,-1 1 3 16,5 0 0-16,-2-2 1 0,5 1-2 0,-1-1-1 16,2 1-5-16,0-1 6 0,25 2-1 0,-30-1-3 15,31 0 2-15,-29-3 5 0,5 2-4 0,22 1-1 16,-25-2 4-16,0 1 1 0,1-1-1 0,0 1-6 15,1-1 9-15,0 4-9 0,-2-4 2 0,1 0 0 16,0 1 1-16,-2-1 2 0,29 1-9 0,-32 1 4 16,0-2-6-16,1 1 8 0,-3 2 2 0,6-3-11 15,-7 1 14-15,1-1-8 0,-5 1 4 0,-13-3 2 16,11 0-4-16,-14 2 3 0,-2 0-3 0,-3-1-1 16,-1 1-5-16,-2-1 7 0,2-1 6 0,-11 1-10 15,0 1 10-15,0-1-2 0,-1 1 3 0,-1 0 7 16,-4 0-10-16,-1 0 5 0,-2-2-7 0,2 0 5 15,-3 1-1-15,1 0 3 0,-3-1-17 0,-8 2 19 0,15 0 4 16,-8 0-1-16,-7 0 6 0,9 0-11 16,-9 0-4-16,8-1 3 0,-8 1-1 0,0 0 2 15,0 0-8-15,0 0 1 0,10-1-4 0,-10 1 4 0,0 0-6 16,0 0 1-16,0 0 1 0,11 0 2 0,-11 0 1 16,0 0-3-16,0 0-1 0,0 0 5 0,9 0-10 15,-9 0 6-15,0 0-6 0,0 0 5 16,0 0-2-16,0 0 5 0,10 0-6 0,-10 0 3 15,0 0-1-15,0 0 2 0,9 2 1 0,-9-2-2 0,0 0 1 16,0 0 0-16,0 0-1 0,0 0-6 0,0 0 12 16,9 0-7-16,-9 0 2 0,0 0 5 0,0 0-5 15,0 0 4-15,0 0-3 0,0 0 0 16,0 0-3-16,0 0-1 0,0 0 0 0,0 0 0 0,0 0 9 16,0 0-6-16,0 0-1 0,0 0-7 0,0 0 3 15,0 0 0-15,0 0 1 0,0 0 4 0,0 0-1 16,0 0-3-16,0 0-16 0,0 0-7 0,0 0-8 15,0 0-7-15,0 0-14 0,0 0-8 0,0 0-16 16,0 0-16-16,0 0-75 0,0 0-181 0,0 0 81 16</inkml:trace>
  <inkml:trace contextRef="#ctx0" brushRef="#br0" timeOffset="57649.48">15335 9810 5 0,'-7'-4'41'0,"7"4"2"15,0 0-4-15,-4-6-4 0,4 6-5 0,0 0-2 16,-8-6 3-16,8 6-9 0,0 0-2 0,0 0-7 16,0 0 9-16,0 0-11 0,0 0 0 0,-2-4-6 0,2 4 7 15,0 0-5-15,0 0-2 0,0 0 0 0,0 0 0 16,0 0-4-16,0 0 0 0,0 0 6 0,0 0 2 15,0 0-6-15,0 0 6 0,0 0-9 16,0 0-1-16,0 0 5 0,0 0-2 0,0 0-1 0,0 0-6 16,0 0 3-16,0 0 5 0,0 0 3 15,0 0-3-15,0 0-7 0,0 0 3 0,0 0-2 0,0 0 2 16,0 0 0-16,0 0 7 0,0 0-4 0,0 0-4 16,0 0 5-16,0 0 0 0,0 20-3 0,0-20 4 15,6 8 1-15,-6-8 1 0,4 8 10 0,-2-2-4 16,-2-6 1-16,4 10-4 0,-1-5 6 0,-3-5-10 15,4 12 9-15,-2-6-4 0,-1 0 0 0,2 0-2 16,0-1-5-16,-1 1 5 0,-2-6-6 0,5 11 5 16,-3-6 5-16,0 2-2 0,-2-7 2 0,4 8-1 15,-3-1 0-15,-1-7-7 0,4 7 0 16,-4-7 6-16,4 8-3 0,-2-4-1 0,-2-4-9 16,0 0 17-16,3 8-9 0,-3-8 7 0,0 0-7 0,0 0 2 15,4 6-5-15,-4-6 3 0,0 0 6 0,0 0-6 16,0 0-1-16,0 0-4 0,2 5 2 0,-2-5 2 15,0 0-1-15,0 0 2 0,0 0-2 0,0 0 4 16,0 0 0-16,0 0 0 0,0 0 7 0,0 0 5 16,0 0-1-16,0 0 3 0,0 0-9 0,0 0 12 15,0 0 2-15,0 0 3 0,0 0-1 0,0 0 4 16,0 0-11-16,0 0-4 0,0 0 11 0,0 0-9 16,0 0-1-16,0 0 1 0,0 0 0 0,0 0 0 15,0 0 1-15,0 0-5 0,5 5 5 0,-5-5-3 16,0 0-4-16,0 0 2 0,0 0 3 0,0 0 5 15,0 0-3-15,0 0-9 0,0 0 1 0,0 0-4 16,0 0 2-16,0 0-5 0,0 0 7 0,0 0-4 16,0 0 4-16,0 0-7 0,0 0 3 0,0 0-5 15,0 0-3-15,0 0 5 0,0 0-1 0,0 0-4 16,0 0-7-16,0 0 9 0,0 0 0 0,0 0 3 16,0 0-2-16,0 0-3 0,0 0-1 0,0 0-3 0,0 0 4 15,0 0-2-15,0 0-1 0,0 0 2 16,0 0 4-16,0 0-1 0,0 0 1 0,0 0-5 15,0 0 2-15,0 0-7 0,0 0 5 0,0 0 2 0,0 0 0 16,0 0-3-16,0 0 3 0,0 0 0 0,0 0-1 16,0 0 3-16,0 0-2 0,0 0 11 0,0 0-7 15,22-17-3-15,0 4 6 0,6-3-3 0,15-10 0 16,6 2-3-16,5-4 3 0,-1 1-8 0,2-1 16 16,2 0-3-16,0 2-12 0,-1 0 3 0,26-10 5 15,-28 15 4-15,-3 0 0 0,-1-2-6 0,-4 4-2 16,-9 4-2-16,-5 1 7 0,-3 0-5 0,0 2 11 15,-4 2-19-15,-9 3 4 0,-3 0 7 0,-1 3 2 16,-2 0-7-16,-4 1 11 0,1 0 1 0,-2-1 7 16,-5 4 3-16,8-3 11 0,-8 3 5 0,7-3-1 15,-7 3 3-15,0 0 0 0,6-2 0 0,-6 2-7 16,0 0-2-16,0 0-2 0,0 0-1 0,4-4-1 16,-4 4-5-16,0 0-3 0,0 0-2 0,0 0 2 15,0 0-5-15,0 0-3 0,0 0 1 0,0 0-3 16,0 0-3-16,7-3 5 0,-7 3-6 0,0 0 2 15,0 0-1-15,0 0-6 0,0 0 8 0,0 0-10 16,0 0-15-16,0 0-20 0,0 0-25 0,0 0-13 16,0 0-10-16,0 0-28 0,0 0-23 0,5 12-11 15,-5-12-85-15,-1 13-252 0,1-13 112 0</inkml:trace>
  <inkml:trace contextRef="#ctx0" brushRef="#br0" timeOffset="193227.51">6387 16417 3 0,'0'0'78'0,"-15"-2"-13"0,6 0 0 0,0 2-9 0,9 0 0 16,-14-2-4-16,6-1 9 0,8 3-23 15,-15-1 1-15,8 1 8 0,7 0-13 0,-11 0-6 16,11 0 7-16,-13-2-12 0,13 2 0 0,-12 0 0 16,12 0-1-16,-12 0 5 0,12 0-2 0,-9 2 3 15,9-2 3-15,0 0-1 0,-9 0-1 0,9 0-11 16,0 0 8-16,0 0-6 0,0 0 0 0,-10-2-8 16,10 2 7-16,0 0-13 0,0 0 6 0,0 0-3 15,0 0-2-15,0 0 4 0,0 0-8 0,0 0 3 16,25 4-1-16,-15-4-1 0,1 0 3 0,0 2 5 15,2 0-10-15,4-2 4 0,2 2 9 0,0-1 1 16,9 2-5-16,-1-5-2 0,4 2 1 0,1 2 0 16,-3-2 4-16,4 3-4 0,0-3 2 0,3 2-3 15,1-2 1-15,1 0-1 0,2-2-1 0,0 2 1 16,-1 2 2-16,15-2-2 0,-2 2 0 0,-11-1 0 16,9 1-2-16,1-2-2 0,-12 1 0 0,0 0-5 15,15-3-4-15,-16 0 4 0,3 5 5 0,10-4 1 16,0 2 1-16,3-2-5 0,-17 3 11 0,3-2-3 15,11 0-2-15,-13 0 9 0,3 4-4 0,-1-1 1 16,10 0-6-16,-14-4 1 0,2 6 5 0,-1-2-5 16,1 1 5-16,0-3-5 0,1 3 5 15,-1-1-3-15,1-1 3 0,0 3 8 0,1-3-6 0,-1 1 1 16,-2-1 0-16,4 1-2 0,-2-3-2 0,-2 3 2 16,0-3-1-16,1 1 0 0,0 2-3 0,-1-1-2 15,2 1 5-15,-3-3-2 0,3 1 2 0,0-1-6 16,-4 0 7-16,16 1-2 0,-15-1 5 0,1-1-5 15,0 4 4-15,2-5 2 0,-2 4-4 0,1-1 5 16,16 0-1-16,-20 0 1 0,6 2 0 0,-2-3 1 16,2 3-7-16,10 0 1 0,-11-3-1 0,0 3 2 15,13 2 2-15,-15-2-7 0,1 1-1 0,2-3 2 16,0 4-3-16,11-1 0 0,0-2 0 0,-14 1 2 16,3 0-8-16,0-2 5 0,10-3-3 0,-10-1-3 15,11 4 5-15,-13-2-3 0,2-2 3 0,10-3-6 16,1 2 2-16,-15-1 0 0,5 0 3 0,10-3-7 15,-12 2 3-15,0-1 0 0,0 3 1 0,-1-2 0 16,-3 2 3-16,1-2 3 0,-4 5 1 16,-1-3-7-16,-1 1 4 0,-9 2 1 0,-1 1 0 0,1-1-1 15,-9 3 0-15,0-2-4 0,2 1 3 0,-4 3-3 16,0-4-1-16,-3 2-4 0,-7-2 2 16,13 2-6-16,-13-2-2 0,7 1-5 0,-7-1-10 0,9 2-4 15,-9-2-15-15,0 0-8 0,0 0-13 0,0 0-19 16,7 5-31-16,-7-5-23 0,0 0-28 0,0 0-86 15,0 0-272-15,0 0 121 0</inkml:trace>
  <inkml:trace contextRef="#ctx0" brushRef="#br0" timeOffset="194606.84">13780 16412 36 0,'0'0'62'0,"0"-9"-6"0,0 9 3 0,0 0-2 15,0 0-3-15,-5-4-7 0,5 4-2 0,0 0-4 16,0 0-2-16,-4-7-6 0,4 7-7 0,0 0-4 16,0 0-3-16,0 0 3 0,-9-6 3 0,9 6-7 15,0 0 8-15,0 0-3 0,-6-3 1 0,6 3 4 16,0 0-3-16,-12-3-5 0,5 2-1 0,7 1 2 15,-10 0-5-15,10 0-5 0,0 0 8 0,-23-2-2 16,23 2-1-16,-13 0-5 0,13 0-2 0,-14 0 2 16,14 0 1-16,-13 3-4 0,13-3 6 0,-17 3-7 15,17-3 14-15,-15 1-15 0,7 1-4 0,8-2 4 16,-13 2 13-16,13-2-12 0,-13 5-5 16,13-5 0-16,-13 4 5 0,13-4-2 0,-9 2 5 0,9-2-9 15,0 0 1-15,-12 4-6 0,12-4 12 0,0 0-5 16,-7 2 8-16,7-2-1 0,0 0 6 0,0 0 0 15,2 8 9-15,-2-8-3 0,0 0 5 16,13 8 0-16,-3-7-7 0,-1 2 4 0,5 2 10 16,4-1-1-16,0 0 6 0,2-1-4 0,10 1 5 15,3 2-5-15,-1-5 3 0,5 2 1 0,1-1 0 0,14 1-5 16,0-5 1-16,-13 3-3 0,14-1-1 0,3 1 1 16,-2-2 2-16,5-3-6 0,-5 3 3 0,6 1-3 15,-4-1 4-15,5-4-3 0,1 2-1 16,2 2-7-16,1-2 1 0,25 0-6 0,-29-1 0 15,4 3-1-15,0-3 4 0,25 2-4 0,-28 2 0 16,2-2-2-16,0 3-2 0,26-3 0 0,-28 3 4 0,4-1 1 16,26 1-2-16,-30 0-3 0,3 1 4 0,1-1 2 15,-1 4 5-15,1-5-5 0,26 3 1 0,-30-1 2 16,3 1 3-16,-4-2-3 0,0 4 3 16,-2-5-3-16,1 2-3 0,0 0 1 0,-2 2 2 15,-6-6-2-15,-1 4 2 0,-12 0-4 0,0 0-1 16,-1-1-1-16,0 3 3 0,-5-3 0 0,-4-1-3 15,1 2 0-15,-3-1 2 0,1 0-1 0,-7 0 2 0,-1 1-4 16,-5-2-4-16,3 0 5 0,-8 2-4 16,-2-2 2-16,-1 1-5 0,-7-1 9 0,11 0-3 15,-11 0 0-15,7-3 6 0,-7 3-1 0,0 0-1 16,9 2 2-16,-9-2-2 0,0 0-4 0,0 0 1 16,0 0-1-16,0 0-5 0,0 0 0 0,0 0-5 15,0 0-6-15,0 0-11 0,0 0-12 0,0 0-18 16,0 0-22-16,0 0-32 0,-38 1-26 0,25 3-36 15,-1-2-34-15,3-1-173 0,-10 3-397 0,3-3 176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23:40.915"/>
    </inkml:context>
    <inkml:brush xml:id="br0">
      <inkml:brushProperty name="width" value="0.05292" units="cm"/>
      <inkml:brushProperty name="height" value="0.05292" units="cm"/>
      <inkml:brushProperty name="color" value="#FF0000"/>
    </inkml:brush>
  </inkml:definitions>
  <inkml:trace contextRef="#ctx0" brushRef="#br0">10938 5321 9 0,'-10'-3'65'0,"10"3"4"16,-8-3-10-16,8 3-2 0,0 0-9 15,-8-1-2-15,8 1-2 0,0 0-9 0,0 0-3 0,0 0-4 16,0 0-4-16,0 0-1 0,0 0-4 0,0 0-4 16,0 0-3-16,0 0 8 0,0 0-6 0,34-4 0 15,-7 1 0-15,6-2-8 0,6 1 11 0,15-2-1 16,1-1-3-16,4 1 0 0,-1 1 3 15,3-1 2-15,-1-1-4 0,-1 3-2 0,0-2 2 0,1 2 1 16,3-1 0-16,-5 1 1 0,3 1-5 0,-3 0-4 16,-2 2 4-16,-1-1 3 0,-3 2-3 15,-13 2-2-15,-1-1-4 0,-2 0 4 0,-2 3 3 0,-2-3-9 16,-1 2-1-16,-4-2 1 0,2 4 0 0,-9-2-3 16,-2-1 2-16,0-1 1 0,-4 2-3 0,-1-2 1 15,-4-1 3-15,3 2 0 0,-5-1-3 0,-1 0 3 16,-6-1 7-16,11 2-7 0,-11-2-7 0,9 1 3 15,-9-1 1-15,0 0-2 0,7 2 3 16,-7-2-4-16,0 0-1 0,8 2-14 0,-8-2-12 16,8 5-4-16,-8-5-9 0,7 5-12 0,-1 0-14 0,1 3-52 15,2-3-129-15,2-1 57 0</inkml:trace>
  <inkml:trace contextRef="#ctx0" brushRef="#br0" timeOffset="462.4">14003 5472 33 0,'-12'-2'93'0,"12"2"-14"0,0 0-12 16,-11 0 1-16,11 0-7 0,0 0-10 0,0 0-1 16,0 0-5-16,0 0-3 0,42-4-13 0,-13 2 5 15,3 1-2-15,7-3-10 0,16-4-3 0,0 0 0 16,1 1 4-16,2 0-5 0,1 1-4 0,-1 2-2 15,1-1 3-15,0-1 3 0,-2 3-10 0,1-2 7 16,-3 1-5-16,-4 0-6 0,-15 3 4 0,2-1 1 16,-4 4-6-16,-3-2 3 0,0 0-3 0,-1-2 7 15,-9 5-6-15,-2-2 0 0,2-1 8 0,-7 2-9 16,-2-1-3-16,-2 1 4 0,-1-1-1 0,-9-1-5 16,11 1 2-16,-6 0 0 0,-5-1-2 0,8 1 4 15,-8-1 1-15,0 0-8 0,10 1 7 0,-10-1-13 16,4 4 0-16,-4-4-1 0,0 0-18 0,8 4-7 15,-8-4-7-15,4 8-27 0,-4-8-51 0,1 6-133 16,4-3 59-16</inkml:trace>
  <inkml:trace contextRef="#ctx0" brushRef="#br0" timeOffset="1201.52">16986 5336 19 0,'0'0'55'0,"0"0"-2"0,0 0-1 0,25-2-3 16,2 2-1-16,5-2-3 0,8 2 6 0,17-1-7 16,4-2-2-16,5-2 4 0,24 0-7 0,2-1-2 15,1 3-1-15,-2 0-5 0,6-1 6 0,-2 1-5 16,4 0-2-16,-2 2-2 0,1-2-3 0,-6 4-7 16,-28-3 2-16,26 0 0 0,-28 2-2 0,2-1 3 15,-1 1-2-15,0 0-17 0,-3-1 20 0,-4 0 0 16,-1 2-9-16,-15-1 2 0,-3 0-8 0,0-1 8 15,-5 2 1-15,-1-1-10 0,-11 0-6 0,1-1 9 16,-4 1 2-16,-5 1-3 0,-2-1-1 16,0 1 3-16,-2 0-3 0,-8-1 8 0,9 0 0 0,-9 0 17 15,9 0 0-15,-9 0 2 0,0 0-6 0,10 0 6 16,-10 0-4-16,0 0 2 0,0 0-10 0,0 0 0 16,7 2-4-16,-7-2 0 0,0 0-8 0,0 0-5 15,0 0-11-15,0 0-12 0,0 0-22 0,0 0-17 16,7 1-14-16,-7-1-8 0,0 0-13 0,3 10-87 15,-4-3-193-15,1-7 86 0</inkml:trace>
  <inkml:trace contextRef="#ctx0" brushRef="#br0" timeOffset="5508.01">14899 6351 5 0,'0'0'23'0,"0"0"2"16,0 0-5-16,0 0-1 0,0 0-1 0,0 0-2 16,0 0-3-16,0 0-4 0,-7 2 0 0,7-2 4 15,0 0-2-15,0 0-4 0,0 0 3 0,0 0-3 16,0 0 4-16,0 0-5 0,22 8 5 0,-16-6-5 15,2 1 3-15,3-1 3 0,-1 0 0 0,5 2 3 16,0 1 6-16,1-4-3 0,2 3-1 0,4-2 0 16,5 1 3-16,1-1-3 0,1 0 6 0,2 0 0 15,1 0 1-15,1 0-10 0,3-4 8 0,2 4 4 16,17-2-1-16,-1 0-1 0,1 0 1 0,4-2 1 16,1 1-5-16,-3 1 4 0,3-1-6 0,-1 1 5 15,1 0-9-15,-1 1 0 0,0-1-1 0,-1-3 2 16,1 5 1-16,-1 0-5 0,3-2-3 0,0 3 0 15,2-1 5-15,-2 1 0 0,1-2-1 0,0 3-1 16,-2-2-7-16,2 0 12 0,-1-1-11 0,-3 2-1 16,0-3 1-16,1 0-3 0,0 3 1 0,-1-3-1 15,-1 3 3-15,1 0-2 0,-1-1 4 0,2 1-5 16,-4 0 4-16,-3 0 0 0,1 1 5 0,-2 0-10 16,-14 0-1-16,0-2-1 0,0 0 2 0,0 1-7 15,1-1 5-15,-2 3-2 0,1-3 7 0,-2 0-9 16,-1-1 6-16,0 0-3 0,-1 0 1 0,1 2-2 15,-3-2 5-15,1 0 7 0,-2 1-13 0,2-1 9 16,-1-1 8-16,0 0-15 0,-1 0-1 0,0 0-4 16,0 0 10-16,1 0-9 0,-5 0 1 0,-5 0 4 15,1-1-2-15,-1-1 4 0,-1 2 10 0,-2-1-16 16,0 1 1-16,-4 0 3 0,-1 0-3 0,-1-1 4 0,-1 1 1 16,-1-1 0-16,-10 1-8 0,15 0 5 15,-8 0 4-15,-7 0-9 0,11 0 4 0,-11 0 6 16,13 0 2-16,-13 0-5 0,9-2 3 0,-9 2-3 15,10 0-1-15,-10 0 5 0,0 0 2 0,11 0-11 16,-11 0 2-16,0 0-4 0,0 0-8 0,0 0-8 0,8 2-11 16,-8-2-5-16,0 0 0 0,0 0-6 15,0 0-12-15,0 0-20 0,0 0-37 0,-16 14-123 16,11-11 54-16</inkml:trace>
  <inkml:trace contextRef="#ctx0" brushRef="#br0" timeOffset="6934.09">20837 6356 16 0,'0'0'43'0,"0"0"-5"16,0 0-6-16,0 0 3 0,0 0-6 0,0 0 0 15,31 4-1-15,-13-1-5 0,5-3 4 0,3 1 2 0,4-1-10 16,4 2 6-16,3-1-1 0,18 2-2 0,-2-3 15 16,-1 3-13-16,6-2 8 0,2-1-11 15,1 3-3-15,3 0 0 0,1-1 4 0,0-1-3 16,3 1-7-16,-3 2 5 0,-1-2 5 0,1-1-2 0,25 6-4 15,-28-7-2-15,2 3 2 0,3-5-1 16,22 4 0-16,-25 1-2 0,27-2-5 0,-30 1-1 0,4-1-1 16,-1 2 5-16,2-1-3 0,-3 0-3 0,3 0 9 15,0 1-3-15,-3-1-4 0,-2 0 1 16,-5 0-6-16,1 0-1 0,-4 0 4 0,-13-1 1 16,11 1 0-16,-15-1-3 0,0-1-3 0,-2-3 1 0,-2 3-8 15,2 3 5-15,-7-3 6 0,1 0-1 16,-6 0-2-16,-3 0 5 0,1 0 7 0,-3 0-7 15,1 0-6-15,0 2-2 0,1-2-2 0,-2 0 3 0,-3 1 6 16,-1-1-15-16,1 0 14 0,-1 2-6 0,-1-2 3 16,4 0 0-16,-5 0 2 0,2 0 2 15,-3 0-7-15,-1 0 5 0,0 0-7 0,-9 0 0 16,10-2 15-16,-10 2-4 0,9 2-6 0,-9-2 1 16,0 0 4-16,12 0 3 0,-12 0-7 0,0 0 4 0,0 0 2 15,7 0-9-15,-7 0 5 0,0 0 1 0,0 0-7 16,0 0 9-16,0 0 6 0,0 0 3 0,0 0-2 15,8 1 4-15,-8-1 1 0,0 0 7 16,0 0-10-16,0 0 4 0,0 0-3 0,0 0 2 0,0 0 1 16,0 0 8-16,0 0-8 0,0 0 3 0,0 0-12 15,0 0 17-15,0 0-8 0,0 0 3 16,0 0-5-16,0 0 2 0,0 0-8 0,0 0 14 0,0 0-4 16,0 0 0-16,0 0-6 0,0 0 4 0,0 0-5 15,0 0 4-15,0 0-9 0,0 0-3 0,0 0 5 16,0 0 1-16,0 0-5 0,0 0 3 0,0 0-5 15,0 0-7-15,0 0 9 0,0 0-3 0,0 0-3 16,0 0 3-16,0 0 0 0,0 0 0 0,0 0-3 16,0 0 3-16,0 0-5 0,0 0-2 0,0 0 5 15,0 0-3-15,0 0-3 0,0 0 0 0,0 0-7 16,0 0-6-16,0 0 0 0,0 0-12 0,0 0-6 16,0 0-10-16,0 0-4 0,0 0-4 0,0 0-12 15,0 0-11-15,0 0-14 0,0 0-22 0,0 0-59 16,0 0-182-16,0 0 81 0</inkml:trace>
  <inkml:trace contextRef="#ctx0" brushRef="#br0" timeOffset="11204.83">4926 7278 33 0,'-6'-4'38'15,"6"4"0"-15,-7-3-12 0,7 3-2 0,0 0 2 16,-10-3 0-16,10 3-7 0,0 0 0 16,-9-1-2-16,9 1 1 0,0 0-8 0,0 0 0 15,-8-2-2-15,8 2 2 0,0 0 0 0,0 0-2 0,0 0-2 16,0 0-6-16,0 0 2 0,0 0-2 0,0 0-5 15,0 0 4-15,0 0 2 0,0 0-1 16,0 0 1-16,0 0 1 0,0 0-1 0,0 0-1 0,0 0 3 16,11 18 6-16,-5-14-6 0,1-2 10 0,0 2-3 15,1-2 10-15,5 2-2 0,1-1 8 16,4-2-2-16,2 2 7 0,3-3-9 0,-2 0 10 0,9 0-5 16,0 0-1-16,0-2 7 0,2 1-5 0,0-3 4 15,3 4 3-15,-3-3 0 0,1 0-4 0,0 1-9 16,0 0 1-16,2 0 0 0,1 1-4 15,-4-3 1-15,1 3 3 0,0-1 19 0,2 1-20 0,-1 1-5 16,-1-2-2-16,2 2-5 0,-1-2 2 0,0 4-3 16,0-1 4-16,-3 0-4 0,2 0 14 0,2 0-13 15,-1 0 3-15,2 1 0 0,-2 1 9 16,1-6 4-16,1 6-3 0,-2-3-3 0,1 1 1 0,-3 1-3 16,2-4 1-16,2 1-5 0,-3 1 13 0,1-3-6 15,0 2 1-15,-1-1-5 0,3 0 1 0,-2 0 2 16,0 0-1-16,1 2-8 0,2-3 3 0,-5 0-2 15,5 2 5-15,-3-1-7 0,4 1 4 0,-2 1-3 16,2-3-5-16,-1 2 2 0,0 1 0 0,0-2-7 16,0 1 3-16,4 0 1 0,-2-1-2 0,-1 2 4 15,-1 0-10-15,0 0 7 0,-1-2-3 0,-2 0 3 16,1-1 0-16,-2 3 0 0,0 0 0 0,1 0-2 16,-4 3-2-16,1-2-2 0,-2 0 2 0,1 1-1 15,-2-2 2-15,0 0-1 0,0 1 6 0,-6 0-6 16,-3 0 4-16,0-1-5 0,-2 0 6 0,-3 3-2 15,0-3 0-15,-2 1-5 0,1-1 6 0,0 0-6 16,-3 3 1-16,-1 0 2 0,-1-3-2 0,-8 0-1 16,13 0 2-16,-13 0 2 0,9 3-1 0,-9-3 0 15,6 0 0-15,-6 0 4 0,0 0-1 0,0 0 4 16,0 0 4-16,10 0-1 0,-10 0 2 0,0 0-7 16,0 0 3-16,0 0-5 0,0 0 0 0,0 0-1 15,0 0-14-15,0 0-20 0,0 0-17 0,0 0-22 16,0 0-12-16,0 0-2 0,7 4-5 0,-7-4-11 15,1 6-98-15,-1-6-214 0,0 0 95 0</inkml:trace>
  <inkml:trace contextRef="#ctx0" brushRef="#br0" timeOffset="12536.94">9677 7306 8 0,'0'0'12'0,"0"0"7"0,0 0-5 16,0 0 0-16,0 0 1 0,0 0-10 0,-6-4 6 16,6 4-2-16,0 0-3 0,0 0-1 0,-6-3 0 15,6 3 5-15,0 0-1 0,0 0-6 0,0 0 1 16,-8-4-2-16,8 4 1 0,0 0 3 0,0 0-3 15,0 0-2-15,-10-2 5 0,10 2-4 0,0 0-6 16,0 0 6-16,0 0 3 0,0 0-5 0,0 0-1 16,-9-2 1-16,9 2 0 0,0 0 4 0,0 0 3 15,0 0-3-15,0 0 5 0,0 0 4 0,0 0-8 16,0 0 6-16,0 0 2 0,0 0 2 0,0 0 0 16,0 0-1-16,-11 2-2 0,11-2 2 0,0 0 2 15,0 0-10-15,0 0 8 0,-13 0-4 0,13 0 7 16,0 0 4-16,0 0 7 0,-12 0-3 0,12 0-5 15,0 0 0-15,-10 0-2 0,10 0 4 0,0 0-3 16,0 0 0-16,-11 0-1 0,11 0 2 0,0 0-4 16,-11 0-3-16,11 0-1 0,0 0-3 0,-11 0-5 15,11 0-1-15,0 0 9 0,-9 0 0 0,9 0-7 16,-8 2-2-16,8-2 6 0,0 0-4 0,-9 1-2 16,9-1 0-16,0 0 5 0,0 0-4 15,-11 1 0-15,11-1 1 0,0 0-1 0,0 0-4 0,0 0 6 16,0 0-12-16,-8 2 5 0,8-2-4 0,0 0 0 15,0 0 6-15,0 0-2 0,0 0-7 0,0 0 8 16,0 0-1-16,0 0 2 0,0 0-1 0,0 0 2 16,0 0-7-16,0 0 7 0,0 0-8 0,0 0 11 15,0 0-1-15,0 0 1 0,0 0-4 0,0 0 7 16,0 0-7-16,0 0 6 0,26 5 6 0,-26-5-5 16,13 2 8-16,-7-2-7 0,4 0 10 0,2 0 1 15,2 0-3-15,0 0 1 0,4 0-2 0,1-2 1 16,3 2-3-16,-2-1 1 0,-1-2 4 0,2 3-6 15,0-1-1-15,-1 1-1 0,0 0-6 0,-2 0 15 16,0 0-5-16,1 0-15 0,-2 0 3 0,0 0 12 16,0 0-8-16,-4 0 3 0,0 1-13 0,-1-2 9 15,1 1-2-15,-2 0 4 0,2 0-5 0,-1 0 8 0,1 0-8 16,-2-2 10-16,0 2 6 0,-4-1-4 0,3 1 3 16,-10 0 2-16,16 0-5 0,-10-1-4 15,-6 1 8-15,14-2-3 0,-14 2-12 0,8 0 10 16,-8 0 0-16,10 0-3 0,-10 0 3 0,0 0 2 0,0 0-9 15,10-2 3-15,-10 2 0 0,0 0-1 0,0 0-2 16,0 0 6-16,0 0-8 0,9-2 3 0,-9 2-3 16,0 0-11-16,0 0 12 0,0 0-4 15,0 0-1-15,0 0 3 0,0 0-8 0,0 0-14 0,0 0-15 16,0 0-11-16,0 0-6 0,0 0-15 0,3 7-8 16,-3-7-10-16,0 0-87 0,0 0-183 0,0 0 81 15</inkml:trace>
  <inkml:trace contextRef="#ctx0" brushRef="#br0" timeOffset="14174.62">12736 7274 25 0,'0'0'48'0,"0"0"-11"0,0 0-16 0,0 0-11 0,0 0-18 15,0 0-15-15,0 0-24 0,0 0 11 16</inkml:trace>
  <inkml:trace contextRef="#ctx0" brushRef="#br0" timeOffset="14897.79">13160 6979 1 0,'0'0'58'0,"0"0"-1"0,0 0-9 16,0 0-6-16,0 0-4 0,0 0-2 0,0 0-9 15,0 0 3-15,0 0-6 0,0 0 3 16,0 0 1-16,0 0-2 0,0 0-1 0,0 0 0 16,0 0-2-16,0 0 1 0,0 0 1 0,0 0-1 15,0 0 3-15,0 0 5 0,0 0-2 0,0 0 10 0,0 0-2 16,4 23 1-16,-4-23 4 0,0 0 1 0,0 0 0 15,0 0-4-15,0 0 3 0,0 0-3 16,8 4-1-16,-8-4-2 0,0 0-1 0,0 0-2 16,0 0-1-16,0 0 0 0,0 0 5 0,0 0-16 0,0 0-5 15,15-7-2-15,-15 7-1 0,9-7-1 0,-2 3 4 16,-7 4-5-16,9-5-3 0,-3 3 5 16,-6 2-9-16,10-6 5 0,-10 6-8 0,6-5 3 15,-1 2 3-15,-5 3-2 0,6-3 2 0,-6 3-5 0,0 0 0 16,5-4 8-16,-5 4-9 0,0 0 3 0,0 0-1 15,6-4-3-15,-6 4-2 0,0 0 7 16,0 0-3-16,0 0 7 0,0 0-9 0,0 0 3 16,0 0 0-16,0 0-3 0,0 0-2 0,0 0 7 15,0 0-8-15,0 0 0 0,0 0-3 0,0 0 7 0,0 0-9 16,0 0 9-16,0 0-1 0,8-1-3 0,-8 1-5 16,0 0-1-16,0 0-1 0,0 0 4 0,0 0 10 15,0 0 2-15,0 0-19 0,0 0 11 0,11 6 0 16,-7-3 3-16,-4-3-8 0,6 6 8 0,-6-6-2 15,0 0 0-15,10 4 4 0,-10-4-2 0,5 3-2 16,-5-3 3-16,0 0 2 0,10 1-4 0,-10-1 6 16,14-4 1-16,-3 0-6 0,6-6-5 0,6-5-17 15,9-1-13-15,13-14-13 0,9 1-15 0,0-1-31 16,31-13-32-16,-29 16-67 0,28-22-207 0,-6 2 92 16</inkml:trace>
  <inkml:trace contextRef="#ctx0" brushRef="#br0" timeOffset="25801.85">20404 8371 29 0,'0'0'35'0,"-10"-2"-6"0,10 2-3 15,-12-1 3-15,12 1-9 0,-11 0-4 0,11 0 5 16,0 0-10-16,-9 1-2 0,9-1 2 0,0 0 5 16,-7 4 1-16,7-4-9 0,0 0 1 0,-4 5-3 15,4-5-4-15,0 0 4 0,0 0 4 0,0 0 1 16,0 0-1-16,7 15 2 0,-2-11 2 0,3 2 8 15,2 1 12-15,3-1-10 0,6-1 8 0,8 2-2 16,1-2 5-16,1 0 2 0,6-5-7 0,0 2-1 16,5-4 2-16,15 0 3 0,0-1-9 0,-1 2-2 15,1-6 3-15,-2 7 4 0,2-4-3 0,-2 2 1 16,4-3-11-16,1 1 4 0,2-3-1 0,1 7-3 16,0-3-9-16,2 0 10 0,2 3-5 0,-2 0 4 15,0 0-8-15,-5 2 5 0,1-1 3 0,1-2-12 16,-4 2 12-16,0 0-3 0,3 1-8 0,1-2 10 15,5 0-10-15,-2 3 5 0,4-3-3 0,-6 3-3 16,4-2-8-16,-2-1 10 0,-2 3 0 0,-2-3-2 16,-2 4 13-16,-3 2-12 0,-3 0-1 0,2 0 7 0,-4 0-6 15,3-1-3-15,-3 4 4 0,-10-4-1 16,-1 0-4-16,16-1-4 0,-3 2-2 0,-1 1 14 16,2-2-15-16,0-2 10 0,2 0 0 0,-1 0 0 15,0-2-3-15,2 1 1 0,-2 0 6 0,3 0-12 0,-1-2 10 16,1 1-12-16,1-2 8 0,2 1-1 15,-2-4 3-15,-1 4-2 0,-3-2-3 0,2 2-1 16,-1-2 5-16,-14 0-5 0,10-1 0 0,-12 3-1 0,0 2 6 16,1-1 2-16,-2-1 6 0,0 0-11 0,-2 0-6 15,0 0 9-15,2 0-9 0,-2 0 6 16,0 0 1-16,2 0 0 0,-1 0 0 0,-1 3 2 0,-1-3-5 16,3 1 2-16,2-3 7 0,0 4-8 0,1-2-2 15,11 0 6-15,-13 0-4 0,2 0 1 0,-2 0-3 16,15 0 6-16,-16 0-6 0,2 4 3 0,-3-4 1 15,2 2-1-15,-2-4 6 0,0 4-7 0,-1-2 6 16,0 0 3-16,0 0-11 0,1 0 6 0,2 1-2 16,-2-2 4-16,3 1-11 0,-3 3 11 0,4-2-5 15,-4-1-2-15,1 0 4 0,2 2 0 0,0-2-11 16,0-2 9-16,1-1 5 0,-2 3-3 0,2 2 0 16,-2-4 1-16,3 1-1 0,-3 1-7 0,-1 0 10 15,1-4-5-15,0 1-1 0,-1 2 1 0,-1-1-1 16,2-1 2-16,-2 3-1 0,-2 0-3 0,4-3 3 15,-8 0 2-15,3 1-5 0,-3-2 8 0,-1 3-6 16,0-2-6-16,2 3 6 0,-5-3-2 0,2 3 2 0,3 0-6 16,-2-4 7-16,3 4-8 0,-3-3 0 15,2 2 2-15,1 1 5 0,-3 0 0 0,2-3-5 16,-2 2 5-16,-3 1-7 0,-4 0 6 0,-2-2-2 16,0 0 0-16,1 1 0 0,-2 1 8 0,0-2-13 0,1 2 8 15,-4 0-7-15,4 0 4 0,-2 0 5 16,0 2-1-16,2-4-2 0,-2 4 7 0,4-4-11 0,-1 2 2 15,-1 2 6-15,0-4-1 0,1 2 3 0,-2 2-2 16,-2-4-2-16,2 2 1 0,-1-1-8 0,-2 2 2 16,-2 1 3-16,1-2-14 0,1 0 16 0,-3 0-3 15,1-2 3-15,-1 2 6 0,-1 0-3 0,1 0-3 16,-2 2-11-16,1-2 14 0,-1 0 0 0,0 0-5 16,3 0-4-16,-3 0 5 0,1 0 10 0,-2 0-12 15,1 0-3-15,-1 0 7 0,-1 0-6 0,2 0 7 16,-4 1-6-16,-7-1 2 0,15-1 2 0,-6 1 0 15,1 0-1-15,-1 0 2 0,-1 0 5 0,4 0-5 16,-12 0-3-16,13 0-2 0,-5-2 2 0,-8 2 11 16,13 0-17-16,-13 0 9 0,8 0-4 0,-8 0-3 15,0 0-3-15,9 0 15 0,-9 0-12 0,0 0 9 16,9-2-22-16,-9 2 23 0,0 0-6 0,0 0 8 16,0 0 5-16,0 0-13 0,0 0 0 0,0 0 5 15,9 0-6-15,-9 0 8 0,0 0-2 0,0 0-2 16,0 0 2-16,0 0-7 0,0 0 3 0,0 0 6 15,0 0 3-15,0 0-9 0,0 0 1 0,0 0-3 16,0 0-2-16,0 0 8 0,0 0-5 0,0 0 5 16,0 0-6-16,0 0 9 0,0 0 1 0,0 0-7 15,0 0 0-15,0 0-1 0,0 0 4 0,0 0-1 16,0 0 0-16,0 0 3 0,0 0 3 0,0 0 2 16,0 0-6-16,0 0 4 0,0 0 3 0,0 0 4 15,0 0-14-15,0 0 2 0,0 0 0 0,0 0 5 16,0 0 0-16,0 0-2 0,0 0 4 0,0 0-5 0,0 0 6 15,0 0 1-15,0 0-1 0,0 0 6 0,0 0-1 16,0 0-6-16,0 0 6 0,0 0 2 0,0 0-6 16,0 0 6-16,0 0-5 0,0 0 2 0,0 0-1 15,0 0-4-15,0 0 3 0,0 0-4 0,0 0 3 16,0 0-6-16,0 0-4 0,0 0 7 0,0 0-8 16,0 0 3-16,0 0-4 0,0 0 1 15,0 0 3-15,0 0-2 0,0 0-2 0,0 0 4 0,0 0-2 16,0 0 1-16,0 0-4 0,0 0 2 0,0 0 4 15,0 0-3-15,0 0 3 0,0 0-1 0,0 0-4 16,0 0 1-16,0 0-2 0,0 0 1 0,0 0 0 16,0 0-1-16,0 0 4 0,0 0-10 0,0 0 7 15,0 0-2-15,0 0 6 0,0 0-4 0,0 0-5 16,0 0 2-16,0 0-1 0,0 0 5 0,0 0-6 16,0 0 9-16,0 0-3 0,0 0 4 0,0 0-10 15,0 0 8-15,0 0-4 0,0 0 3 0,0 0-8 16,0 0 5-16,0 0-1 0,0 0 1 0,0 0 1 15,0 0-1-15,0 0-3 0,0 0 2 0,0 0-1 16,0 0-1-16,0 0 1 0,0 0 2 0,0 0 2 16,0 0 1-16,0 0-6 0,0 0 1 0,0 0 1 15,0 0-2-15,0 0 3 0,0 0 1 0,0 0 4 16,0 0-6-16,0 0-2 0,0 0 9 0,0 0-10 16,0 0 6-16,0 0-2 0,0 0-1 0,0 0-1 0,0 0 1 15,0 0-6-15,0 0 7 0,0 0 1 16,0 0 2-16,0 0 3 0,0 0-5 0,0 0-1 15,0 0 3-15,0 0-3 0,0 0 5 0,0 0-11 16,0 0-1-16,0 0 17 0,0 0-8 0,0 0-1 0,0 0 4 16,0 0-10-16,0 0 1 0,0 0-2 15,0 0 2-15,0 0 6 0,0 0-5 0,0 0 3 16,0 0 2-16,0 0 0 0,0 0-4 0,0 0-2 0,0 0 1 16,0 0 6-16,0 0-12 0,0 0 10 0,0 0 2 15,0 0-5-15,0 0 4 0,-2-12-1 0,2 12-1 16,0 0 0-16,0 0 6 0,0 0-13 15,0 0 11-15,0 0 0 0,0 0 2 0,0 0-1 0,0 0 4 16,0 0-1-16,0 0 0 0,0 0-5 0,0 0-1 16,0 0 2-16,0 0 4 0,0 0-7 0,0 0 3 15,0 0-8-15,0 0 10 0,0 0-1 0,0 0-1 16,0 0-7-16,0 0 4 0,0 0-6 0,0 0 6 16,0 0 6-16,0 0-4 0,0 0 0 0,0 0-6 15,0 0 6-15,0 0 0 0,0 0-3 0,0 0 3 16,0 0-7-16,0 0 13 0,0 0-9 0,0 0 1 15,0 0 0-15,0 0 2 0,0 0-3 0,0 0 4 16,0 0-4-16,0 0-3 0,0 0 4 0,0 0-2 16,0 0 0-16,0 0 2 0,0 0-1 0,0 0-4 15,0 0 2-15,0 0 0 0,0 0-1 0,0 0 2 0,0 0-1 16,0 0-1-16,0 0 7 0,0 0-5 16,0 0 1-16,0 0 4 0,0 0-4 0,0 0-2 15,0 0 6-15,0 0-5 0,0 0-6 0,0 0 6 16,0 0 0-16,0 0-2 0,0 0 4 0,0 0-1 0,0 0-1 15,0 0 8-15,0 0-7 0,0 0-4 0,0 0 2 16,0 0-1-16,0 0 6 0,0 0-1 16,0 0-3-16,0 0 2 0,0 0-1 0,0 0 4 15,0 0-6-15,0 0-3 0,0 0 4 0,0 0 5 0,0 0 2 16,0 0-6-16,0 0 1 0,0 0 2 16,0 0-6-16,0 0 6 0,0 0-5 0,0 0 7 15,0 0-6-15,0 0 1 0,0 0 3 0,0 0-2 0,0 0 1 16,0 0-4-16,0 0 3 0,0 0-3 0,0 0 8 15,0 0-4-15,0 0-3 0,0 0-3 0,0 0 4 16,0 0 1-16,0 0-4 0,0 0 7 0,0 0 0 16,0 0-6-16,0 0 3 0,0 0-5 0,0 0 1 15,0 0 7-15,0 0-3 0,0 0-1 0,0 0-1 16,0 0-2-16,0 0 1 0,0 0 7 0,0 0-4 16,0 0-4-16,0 0-3 0,0 0 6 0,2-6-6 15,-2 6 9-15,0 0-3 0,0 0 1 0,0 0-4 16,0 0 0-16,0 0 0 0,0 0 0 0,0 0 2 15,0 0 5-15,0 0-8 0,0 0-1 0,0 0 3 16,0 0 4-16,0 0-4 0,0 0 2 0,0 0-2 0,0 0 3 16,0 0-3-16,0 0 1 0,0 0-3 15,0 0 3-15,0 0-5 0,0 0 5 0,0 0-3 16,0 0-1-16,0 0 3 0,0 0 1 0,0 0-5 16,0 0 2-16,0 0-3 0,0 0 6 0,0 0-3 0,0 0 3 15,0 0 0-15,0 0-5 0,0 0 6 0,0 0-2 16,0 0-6-16,0 0 11 0,0 0-9 15,0 0 3-15,0 0 4 0,0 0-6 0,0 0 1 16,0 0 4-16,0 0-5 0,0 0 7 0,0 0-4 0,0 0-1 16,0 0 5-16,0 0-2 0,0 0-2 15,0 0 2-15,0 0-2 0,0 0 1 0,0 0 5 16,0 0 0-16,0 0-5 0,0 0-3 0,0 0 8 0,0 0-8 16,0 0 10-16,0 0-8 0,0 0-3 0,0 0 6 15,0 0-7-15,0 0 3 0,0 0-5 0,0 0 3 16,0 0-1-16,0 0-1 0,0 0 3 0,0 0-4 15,0 0 0-15,0 0 1 0,0 0-2 0,0 0 6 16,0 0-15-16,0 0 2 0,0 0 0 0,0 0 0 16,0 0-4-16,0 0 2 0,0 0-1 0,0 0-5 15,0 0 1-15,0 0-1 0,0 0 6 0,0 0-12 16,0 0-4-16,0 0 1 0,0 0-17 0,0 0-1 16,0 0-7-16,0 0-8 0,0 0 0 0,0 0-9 15,0 0-7-15,0 0-69 0,0 0-165 0,0 0 73 16</inkml:trace>
  <inkml:trace contextRef="#ctx0" brushRef="#br0" timeOffset="38029.82">10830 10482 3 0,'0'0'15'0,"0"0"-11"0,0 0 10 0,0 0-7 0,0 0 5 16,0 0-5-16,0 0 1 0,0 0 3 0,0 0-7 16,0 0 6-16,0 0 0 0,0 0-3 0,0 0 3 15,0 0-6-15,0 0 5 0,0 0-2 0,0 0 3 16,0 0-9-16,0 0 1 0,0 0 3 0,0 0-2 16,0 0 2-16,0 0-1 0,0 0-3 0,0 0 4 15,0 0-3-15,0 0-2 0,0 0-1 0,0 0 5 16,0 0-1-16,0 0-3 0,0 0 5 0,0 0 0 15,0 0-2-15,0 0 0 0,0 0 0 0,0 0 1 16,0 0-2-16,0 0 0 0,0 0 3 0,0 0-1 16,0 0 2-16,0 0-6 0,0 0 2 0,0 0 3 15,0 0-2-15,0 0 0 0,0 0-3 0,0 0 1 16,0 0 2-16,0 0-4 0,0 0 2 0,0 0-2 0,0 0 0 16,0 0 1-16,0 0 4 0,0 0-1 15,0 0 1-15,0 0 2 0,0 0-7 0,0 0 2 16,0 0 0-16,0 0-4 0,0 0 5 0,0 0-3 15,17-10 1-15,-17 10 3 0,0 0 2 0,0 0-3 0,0 0 2 16,0 0-2-16,0 0-2 0,0 0 4 0,4-5-2 16,-4 5 0-16,0 0-1 0,0 0 4 15,0 0-5-15,0 0 0 0,0 0 0 0,0 0 5 16,0 0-4-16,0 0 2 0,0 0-1 0,0 0-1 0,0 0 1 16,0 0-2-16,0 0 2 0,0 0-5 15,0 0 1-15,0 0 0 0,0 0 3 0,0 0-2 16,0 0-1-16,0 0 0 0,0 0 5 0,0 0-2 15,0 0-3-15,0 0 7 0,0 0-6 0,0 0 2 0,0 0 1 16,0 0-4-16,0 0-1 0,0 0 3 0,0 0 5 16,0 0-4-16,0 0-1 0,0 0 5 0,0 0-5 15,0 0-1-15,0 0-1 0,0 0 5 16,0 0-3-16,0 0 2 0,0 0-8 0,0 0 9 0,0 0-2 16,0 0-5-16,0 0 4 0,0 0 4 0,0 0-7 15,0 0-2-15,0 0 7 0,0 0-1 0,0 0 1 16,0 0-3-16,0 0-3 0,0 0 5 0,0 0 1 15,0 0 2-15,0 0-6 0,0 0 0 0,0 0 2 16,0 0 3-16,0 0-2 0,0 0 6 0,0 0-10 16,0 0 1-16,0 0 1 0,0 0 4 0,0 0-2 15,0 0 0-15,0 0 3 0,0 0-1 0,0 0-4 16,0 0 1-16,0 0-2 0,0 0 2 0,0 0 0 16,0 0-3-16,0 0 1 0,0 0 0 0,0 0 2 15,0 0 1-15,0 0 2 0,0 0 0 0,0 0 0 16,0 0-9-16,0 0 4 0,0 0 4 0,0 0-3 15,0 0 6-15,0 0-8 0,0 0 2 0,0 0 0 16,0 0 4-16,0 0-6 0,0 0 4 0,0 0 1 16,0 0-4-16,0 0 1 0,0 0 2 0,0 0-4 15,0 0 4-15,0 0 1 0,0 0-2 0,0 0 0 16,0 0-1-16,0 0 3 0,0 0-3 0,0 0 5 16,0 0-1-16,0 0-6 0,0 0 4 0,0 0-2 15,0 0 0-15,0 0-1 0,0 0 3 0,0 0 3 16,0 0 1-16,0 0-7 0,0 0 5 0,0 0 2 15,0 0-5-15,0 0-5 0,0 0 10 0,0 0-4 16,0 0 0-16,0 0 0 0,0 0-2 0,0 0 0 16,0 0 0-16,0 0-1 0,0 0-3 0,0 0 5 15,0 0-1-15,0 0-5 0,0 0-3 0,0 0 1 16,0 0-1-16,0 0-2 0,0 0 0 0,0 0-7 0,0 0-24 16,0 0-46-16,0 0 20 0</inkml:trace>
  <inkml:trace contextRef="#ctx0" brushRef="#br0" timeOffset="39712.75">23493 10403 50 0,'0'0'50'0,"0"0"-10"0,0 0 0 16,-7-4-3-16,7 4-9 0,0 0 2 0,0 0-4 16,0 0-4-16,0 0 1 0,0 0-4 0,0 0-1 15,0 0-4-15,0 0-5 0,0 0 10 0,0 0-8 16,0 0 2-16,0 0-8 0,0 0 2 0,0 0 2 15,0 0-3-15,0 0-5 0,0 0 8 0,0 0-2 16,0 0-2-16,26 4 6 0,-17-3-2 0,2 0 3 16,1 2-5-16,2-1 5 0,4-1 0 15,1 2-8-15,3-2 5 0,6 1 5 0,-8 0-8 0,8-1 2 16,1 0 6-16,0 1 2 0,0-3-4 0,1 2 1 16,2-1 5-16,0 2-13 0,0-2 7 0,2 1 3 15,3 0-4-15,-2 0 0 0,0-1-2 0,1 2 1 16,3 0 2-16,1-2 7 0,13 3 2 0,3-3-11 15,-2 0 2-15,3-2 3 0,3 2-5 0,3 0 1 16,-4 2 2-16,3-4-3 0,0 2-2 0,0 2 2 16,-2-1-6-16,3 0 5 0,0 2 2 0,0-1-3 15,0 0 0-15,0-1 7 0,-1-1-1 0,4 1-6 16,23 2 1-16,-28-2-11 0,4 0 18 0,25 0 1 0,-25 1-4 16,28-2-7-16,0-2 0 0,-27 4 1 15,26-4-5-15,-2 5 12 0,-23-3 0 0,23-1-25 0,0 1 28 16,0-2-7-16,-28 5-4 0,31-3 6 15,-3 1-6-15,-25-1 2 0,27 2-4 0,-25-2 1 16,25 0 0-16,-29 1 3 0,27-2-4 0,-23 4-2 0,27-2 4 16,-4-1-1-16,-25 1 1 0,27 4-4 0,-28-5 0 15,1 1 16-15,2 1-12 0,24-1-6 0,-2-2 3 16,-28 1-3-16,-1 0 3 0,2-2 1 0,0 4-9 16,3-5 6-16,-4 3 3 0,2-3-5 0,-2 5 3 15,-3-4-10-15,-2-1 9 0,-1 4 2 0,0-5-4 16,-18 3 0-16,4-2 4 0,-3 0-8 0,1 1 5 15,-4-1 11-15,-1 0 0 0,-2 1-1 0,-4 2-6 16,0-3 6-16,-8 0-11 0,-2 0 7 0,1-1-2 16,-1 2 10-16,-6 0-2 0,-2-1-3 0,1 2 7 15,-2-1-1-15,-1 1-6 0,-2-2 3 0,-6 3-3 16,12-4-2-16,-12 4 3 0,10-3 4 0,-10 3-10 16,7-3 1-16,-7 3 0 0,0 0 1 0,8-2-5 15,-8 2-11-15,0 0-19 0,0 0 1 0,0 0-17 16,7 0-1-16,-7 0-6 0,0 0 1 0,0 0-14 15,0 0-8-15,-22 7-10 0,10-4-72 0,-3 1-165 16,-3-2 73-16</inkml:trace>
  <inkml:trace contextRef="#ctx0" brushRef="#br0" timeOffset="41235.65">5574 11401 8 0,'-19'3'14'0,"-2"0"-6"16,-1-1 1-16,0 2 11 0,-5-1-3 0,6 0 3 16,0-1-3-16,0-2 16 0,2 0-4 0,5 0 10 15,-3 0-6-15,5-3-7 0,0 4 5 0,3-2-3 16,9 1 4-16,-15-1 5 0,15 1-8 0,-10-3 0 15,10 3-14-15,0 0 8 0,-8 3-2 0,8-3-4 16,0 0-1-16,0 0 6 0,0 0-13 0,0 0 0 16,0 0 3-16,31 2-8 0,-19-2 2 0,8 2 3 15,-1-1 1-15,3 0-8 0,6 3 5 0,1-4 2 16,2 0 0-16,-1 3-5 0,2-3-8 0,3 0 12 16,1 2 5-16,0-1-4 0,16 1 4 0,-12-1-2 15,11 0 0-15,1 1-2 0,-1-2-4 0,3 0 3 16,1-2 6-16,3 1-7 0,2 1 6 0,1 0 3 15,-1 0 3-15,2-3-2 0,3 2-5 0,25-4-5 16,-25 2 2-16,25-4 1 0,-25 3 4 0,28 0 3 16,-4-1-5-16,-25 2 0 0,27-1-1 0,-30 2-7 15,29 4 13-15,-30-4-9 0,4 2 0 0,29 2 3 0,-32 1 0 16,6-2 8-16,25 3-7 0,-27-4 1 16,26 0-6-16,-27 2 2 0,27 1-1 0,-27 0-1 15,-2-2 1-15,30 3 8 0,-28-1 0 0,26-2-11 16,-25 0 9-16,25 3-6 0,-26-4-4 0,26 1 12 0,-24-1 1 15,28 2-11-15,-29 1 7 0,26-3-4 0,-26 3 2 16,27-2-7-16,-26 1-2 0,24 0 6 16,0-4 3-16,0 0 0 0,1 0 0 0,-27 2-2 15,26 0 3-15,-25-2-4 0,29 1-4 0,-28-1 5 0,26-2 8 16,-26 4-8-16,24-5-1 0,-24 6-4 0,25-2 8 16,-26-2 1-16,25 1 5 0,-28 0-5 15,0 1 0-15,-1-1-5 0,2 2 12 0,3-1-11 0,-2 2 11 16,1 1-8-16,-1-2-1 0,1 0 3 0,-1 1 0 15,-1-1 6-15,0 0-5 0,-2 0 4 0,0 0-5 16,-2-1 3-16,-1 2-7 0,-4-1 7 0,3 0 4 16,-7 0-4-16,2-1-6 0,0 2 3 0,-14-1 0 15,0 2-1-15,14-5 2 0,-12 3 0 0,-4-4 4 16,2 2-2-16,-1 2 0 0,1-3-4 0,-3 2 3 16,-3-2-3-16,-3 3 2 0,-2-3 1 0,-5 3-5 15,-1-3-3-15,-5 3 4 0,-3 0-1 0,-1-2 0 16,0 1-3-16,-5 1-3 0,-7 0 4 0,12-1-3 15,-12 1-2-15,9 0 1 0,-9 0-10 0,0 0-21 16,10 0-21-16,-10 0-28 0,0 0-9 0,3 7-46 16,-3-7-137-16,-12 20-289 0,6-10 129 0</inkml:trace>
  <inkml:trace contextRef="#ctx0" brushRef="#br0" timeOffset="48771.13">15146 12378 19 0,'0'0'24'0,"-10"-3"2"0,5 0-5 15,5 3-5-15,-12-3 4 0,7 0-5 0,5 3-1 16,-10-4 4-16,10 4-3 0,-10-3-7 0,10 3-2 15,0 0 2-15,-5-4-2 0,5 4-2 0,0 0 5 16,0 0-1-16,0 0 1 0,0 0-2 0,0 0-3 0,0 0 0 16,0 0 2-16,0 0-3 0,0 0 2 0,19 13 1 15,-10-10 1-15,2 1-5 0,6-2 6 16,1 0 3-16,1 1-1 0,1 1 3 0,8-2 7 16,-2 0-9-16,4-2 6 0,0 3 8 0,3-2-8 15,3-2 6-15,1 1-10 0,-1-2 7 0,4 2-1 16,10-2-2-16,-11 1-3 0,-3 1-5 0,3-1 3 0,0 0 4 15,-2 1-8-15,-1-1 3 0,1 1-2 16,0 2-3-16,-4-3 6 0,1 0-6 0,5-2 2 16,-3 0-3-16,2 2-4 0,-1 0 7 0,0 2 1 0,0-2-1 15,0 2 3-15,-1-2-6 0,2 1-4 0,-1 0 7 16,2-1-2-16,-2 1-3 0,2 0-4 0,0-1 6 16,0 2-4-16,1-1 8 0,-1 0-4 15,1 1 4-15,13-1-1 0,-15-1 5 0,13 3-6 16,3-3 2-16,-2 2 5 0,-1-2-14 0,0 0 13 0,2 2-1 15,2-1-9-15,2 0 7 0,-1 1 5 16,2-1 1-16,2-1-4 0,0 1 3 0,0-4-5 16,-1 6 1-16,-3-2 6 0,-2 0-3 0,2 1-7 0,2-1 6 15,1 0-1-15,-2 0 2 0,3-1 1 0,-3 1 0 16,1 1-3-16,2-1-7 0,0 0 9 0,-1 0-9 16,1 0-8-16,-1 2 11 0,0-3-5 0,-2 2-1 15,1 2 0-15,-1-2 2 0,-1 2 1 16,2 0-2-16,1 0 5 0,-2 1 3 0,-1-1-7 0,5 0-2 15,-1-1 1-15,-3 0 0 0,1 1 2 0,-2 0-8 16,-3-1 6-16,0-1 9 0,-1 3-7 0,-12-3-5 16,11 2 4-16,-13-3 1 0,2 1 0 0,-3 0 5 15,0-2 2-15,-2 4-11 0,-3-3-5 16,-2 1 5-16,-3 1 10 0,-7-2-8 0,-2 1-3 0,0-1-1 16,-5 0 3-16,0 1 4 0,-3 0 0 0,0-1 0 15,-3 1-8-15,-7-1 11 0,14 0 2 0,-14 0-11 16,9 0 5-16,-9 0 4 0,7 0-9 0,-7 0 6 15,0 0 0-15,12 0 4 0,-12 0 3 0,0 0-2 16,0 0-5-16,10-1 5 0,-10 1-10 0,0 0 2 16,0 0-4-16,8-1-5 0,-8 1-9 0,0 0-21 15,0 0-10-15,0 0-11 0,0 0 3 0,0 0-7 16,0 0-6-16,0 0-89 0,0 0-167 0,-12 22 75 16</inkml:trace>
  <inkml:trace contextRef="#ctx0" brushRef="#br0" timeOffset="49448.13">20516 12330 26 0,'13'3'49'0,"5"-3"7"16,4 2-2-16,10-1-10 0,6-1 9 0,19 4-1 15,6-3-9-15,29-2 5 0,-25 1-4 0,31-3-6 16,2 1-2-16,-2 0-5 0,4-1 1 0,-1-1-2 16,5 0-3-16,-6-1 0 0,-1 1 1 0,-5 0-4 15,-3 0-6-15,-2 0 14 0,-26 1-15 0,2-1 13 16,26-3-6-16,-27 1 16 0,-3 3-14 0,-3 3 1 15,0-5-1-15,-3-2-2 0,-16 6 7 0,-1-2-1 16,-1-1-7-16,-5 2 9 0,-4 0-4 0,-9 2 1 16,2-1-3-16,-10-2 0 0,2 0-4 0,-4 2-5 15,-3 0-1-15,-6 1 4 0,13-1 0 0,-13 1-6 16,6 0 0-16,-6 0 2 0,0 0-11 0,9-4 5 16,-9 4-5-16,0 0 6 0,0 0-7 0,0 0-10 0,0 0-8 15,0 0-5-15,0 0-20 0,-22 14-7 0,11-10-13 16,1 3-18-16,-3 0-28 0,0 1-69 15,2-2-188-15,1 0 84 0</inkml:trace>
  <inkml:trace contextRef="#ctx0" brushRef="#br0" timeOffset="54256.14">6043 13303 6 0,'30'1'13'0,"-2"0"-2"15,1-1 6-15,-1 0-3 0,3 2 2 0,0-2 6 16,2 1-7-16,-1-1 7 0,4-1-1 0,-1 1-1 16,4-2-6-16,0 2 0 0,0 0-4 0,16-1 5 15,-2 0-2-15,0-1 0 0,-2 2-4 0,-13-1 7 16,13 1-7-16,2-2-4 0,-2 4 5 0,-10-1-3 15,10 1 6-15,4-2-7 0,-4 1 3 0,-1-4 1 16,1 2-1-16,1 2-5 0,-2 1 5 0,1-4 1 16,0 1-1-16,0 2 0 0,3-4-3 0,-3 6 3 15,-1-4 3-15,4 2-4 0,-5-1 1 0,1 2-3 16,-9 0 2-16,12 0-2 0,-2 0-7 0,1 0 4 16,-15 0 6-16,2 0-3 0,0 4-6 0,-1-2 2 15,2 2-3-15,11-1 6 0,-15 2-4 0,2-3 9 16,0 3-4-16,13 1-2 0,-16-2-6 0,5 1 2 15,10 0 3-15,-13-3-12 0,0 0 8 0,14 4 0 16,-15-2 4-16,5-2 0 0,-3 2-1 0,2-2 2 16,-1-1 1-16,12 1-5 0,-13-2 0 0,0 1 3 15,1-3 1-15,0 4 0 0,13-1-1 0,-13-3 0 16,0 0-1-16,14 2 5 0,-15-2-3 0,14 0-1 16,-1-2 3-16,-12 2-4 0,11-1 2 0,-11-1 4 15,12 0 0-15,0 0-12 0,-12 0 8 0,-2 0 0 16,14 1 1-16,-15-1 1 0,2 1-10 0,-1 0-2 15,0 1 15-15,0 0-10 0,-1 0 0 0,5 1 1 16,-3-2-9-16,1 1 10 0,0 0-4 0,1 1-2 16,-3 2-4-16,1 0-6 0,-1 1-10 0,0 0-10 15,-1 0-10-15,1 1-30 0,0 3-79 0,-1-4 35 16</inkml:trace>
  <inkml:trace contextRef="#ctx0" brushRef="#br0" timeOffset="55577.84">13380 13355 10 0,'0'0'60'0,"0"0"-7"0,0 0-6 0,0 0-6 0,0 0-3 16,0 0-4-16,31 5 0 0,-17-3-11 0,-1-2 1 16,6 3 2-16,-1-2-5 0,2 0-2 0,2 0 0 15,3 0-3-15,5-1 0 0,1 0-5 0,3 0 3 16,5-1-5-16,12 1 5 0,-1 0-6 0,2-1 1 15,-14-1 2-15,14-1-1 0,0 3 1 0,1-2-3 16,-12 1 3-16,11 1 0 0,2-1-6 0,7 1 9 16,-3 0-9-16,2-1 5 0,-1 1-5 0,1 1 4 15,2 0-3-15,1-1 3 0,2 1 1 0,-3-1-2 16,3 2-7-16,1-2 7 0,1 1 1 0,-1-2-6 16,0 2 7-16,26-1 1 0,-28 0-6 0,28 0 0 15,-28 0 2-15,28 0 0 0,-29-1-2 0,2 1 10 16,25 0-15-16,-25 0 4 0,-1 0 5 0,26 0-6 15,-23-3 2-15,28 3-4 0,-6 1 4 0,-25-1-1 16,28-1-2-16,-27 1 3 0,26 0 0 0,-25 0-4 16,1 0 1-16,25 0 2 0,-27-1-5 0,26-2 7 15,-28 3-9-15,4-1 9 0,-1-2 0 0,25 5 0 16,-27-4-6-16,3 2 2 0,-2 2 7 0,-1-4 2 16,1 2-1-16,24-1 2 0,-31 1 0 0,2 1 7 15,5-1-5-15,-4 2-2 0,6-1 3 0,-1-1-2 16,-2 1-3-16,1-1 5 0,-2 0-9 0,2-1-1 15,-1 1 1-15,-4-3 2 0,0 0 6 0,0 1-8 16,-1-1 2-16,1-1 6 0,0 1-2 0,0 0 5 16,-1 0-5-16,0 0-9 0,0 0 1 0,-2 1 2 15,-2-2-3-15,1-1 5 0,-1 3 1 0,-1 0 2 16,-3 0 1-16,1-1-11 0,-13 0 7 0,17 0-10 16,-5 1 15-16,-11 1-9 0,12-1-6 0,-14 0 7 15,14 0 10-15,-14 1-13 0,13-2 0 0,-11 0-2 16,11 3 4-16,-12 0-1 0,13-3-2 0,-15 1-5 15,2 2 7-15,11-2 0 0,-13 0-8 0,3 0 4 16,-2 0-2-16,-1 2 3 0,3 0-1 0,-1-1 1 0,14-1 8 16,-15 0 6-16,0 0-7 0,1 2-7 0,-1 0-2 15,-1-3-1-15,0 3 6 0,0-2-2 0,-1 0-5 16,2 1 7-16,-1 1-5 0,-1 0 4 0,-1-1-2 16,1 1 4-16,-1-1-3 0,-1 1 5 0,1-2-1 15,0 2-2-15,-1-1-5 0,3-1 2 0,-5 2-3 16,2 0 4-16,0-2-5 0,3 0 5 0,1 2 1 15,0-3-2-15,-1 0 1 0,1 2 1 0,-2 1 1 16,2-3-2-16,-2 0 0 0,1 3 4 16,1-3-4-16,2-1 2 0,-3 3-1 0,0 0-1 0,2-2-2 15,0 2 4-15,-5 0-4 0,2-1 2 0,1 2-1 16,-1-2 5-16,0 4-2 0,1-2-3 0,-3 0 0 16,4 0 1-16,-1 0-1 0,2-3 1 0,-2 4 0 15,-1 1-2-15,1 0 10 0,-1-4-5 0,-1 5 2 16,3-2-7-16,-3 0 5 0,1 2-3 0,-1-1-3 15,-1 0-5-15,1-1 13 0,-1-1-5 0,0 0 2 16,0 3-5-16,-2-3 2 0,0 3 2 0,0-3-5 16,0 2 6-16,-3-1-2 0,1-2 4 0,-5 1-5 15,-2 0 7-15,-1 0 0 0,5-2 2 0,2 2-1 16,-2 0 4-16,-6 0 5 0,0 0-7 0,1-2 1 16,-1 2 3-16,-2 0-10 0,0-1 5 0,0 1-2 15,0 0-4-15,-1 0 5 0,-3-2 1 0,1 1-4 16,-1 1-1-16,-2-1-2 0,2-1 4 0,-2 2-1 15,0-1 2-15,-1 1-9 0,0-1 6 0,-1 1 1 16,0 0-1-16,-2-1-5 0,-9 1 5 0,18-3 0 16,-9 1 1-16,1 2-1 0,-10 0 7 0,14-2-2 15,-9 2 1-15,-5 0 2 0,11-2 0 0,-11 2-1 16,9-1 3-16,-9 1 0 0,7-2 4 0,-7 2 5 16,0 0-8-16,7-2 2 0,-7 2-6 0,0 0-6 15,0 0 5-15,0 0-5 0,9-2-2 0,-9 2-9 16,0 0-18-16,0 0-39 0,0 0-32 0,0 0-30 0,0 0-107 15,0 0-251-15,0 0 111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25:29.289"/>
    </inkml:context>
    <inkml:brush xml:id="br0">
      <inkml:brushProperty name="width" value="0.05292" units="cm"/>
      <inkml:brushProperty name="height" value="0.05292" units="cm"/>
      <inkml:brushProperty name="color" value="#FF0000"/>
    </inkml:brush>
  </inkml:definitions>
  <inkml:trace contextRef="#ctx0" brushRef="#br0">6373 5755 2 0,'0'0'2'0,"0"0"-1"0,0 0-3 0,0 0 2 16,0 0 3-16,0 0-1 0,0 0-2 0,0 0 0 15,0 0-2-15,0 0-1 0</inkml:trace>
  <inkml:trace contextRef="#ctx0" brushRef="#br0" timeOffset="158.22">6373 5755 2 0,'0'0'4'0,"0"0"-4"0,0 0 5 0,0 0-3 16,0 0-2-16,0 0-3 0,0 0 4 0,0 0-2 15,0 0 5-15,0 0-1 0,0 0 1 0,0 0-2 16,0 0 0-16,0 0 0 0,0 0 5 0,0 0-1 15,0 0-4-15,0 0 5 0,0 0-3 0,0 0 0 16,0 0 2-16,0 0-6 0,0 0 4 0,0 0-6 16,0 0 6-16,0 0-6 0,0 0 5 0,0 0-1 15,0 0-1-15,0 0-1 0,0 0 3 0,0 0-6 16,0 0 3-16,0 0-6 0,0 0 2 0,0 0-2 16,0 0-4-16,0 0-11 0,0 0 6 0</inkml:trace>
  <inkml:trace contextRef="#ctx0" brushRef="#br0" timeOffset="1464.34">7501 6678 3 0,'0'0'13'0,"0"0"1"0,0 0-3 15,0 0-1-15,0 0 3 0,0 0 1 0,0 0 3 16,0 0-6-16,0 0 0 0,0 0 4 0,0 0-8 16,0 0-2-16,0 0 6 0,0 0-6 15,0 0 5-15,0 0-6 0,0 0-2 0,0 0 5 16,0 0 0-16,0 0-6 0,0 0 7 0,0 0-8 0,0 0-2 15,0 0 1-15,0 0 2 0,0 0 1 0,0 0 0 16,0 0 0-16,0 0 0 0,0 0-5 0,0 0 5 16,0 0-1-16,0 0 5 0,0 0-6 0,0 0 2 15,0 0 4-15,0 0-5 0,0 0-1 0,0 0 0 16,0 0 1-16,0 0 2 0,0 0-8 0,0 0-1 16,0 0 4-16,0 0-4 0,0 0 5 0,-6 11-1 15,6-11 1-15,0 0-4 0,0 0 0 0,0 0 2 16,0 0-5-16,0 0 10 0,0 0-7 0,0 0 3 15,5 6-2-15,-5-6 1 0,0 0-5 0,0 0 5 16,0 0 0-16,0 0-4 0,0 0 1 0,0 0 3 16,0 0-3-16,0 0 2 0,0 0 3 0,0 0 0 15,0 7-2-15,0-7 2 0,0 0-3 0,0 0 2 16,0 0-2-16,0 0 2 0,0 0-2 0,3 7 2 16,-3-7 4-16,0 0-2 0,0 0 0 15,0 0 2-15,0 0 0 0,0 0-4 0,5 4 3 0,-5-4-6 16,0 0-1-16,0 0-3 0,0 0 5 0,0 0-2 15,0 0 0-15,0 0-1 0,0 0-4 0,0 0-13 16,0 0 6-16</inkml:trace>
  <inkml:trace contextRef="#ctx0" brushRef="#br0" timeOffset="6170.55">20411 7675 21 0,'-12'-1'40'0,"12"1"-11"0,-9-1-1 15,9 1-4-15,-11-1 0 0,11 1-2 0,0 0-5 16,-11 2-3-16,11-2 1 0,0 0 3 0,-8 3-11 16,8-3 3-16,0 0 2 0,0 0-3 0,-9 1-3 15,9-1 5-15,0 0-5 0,-10 0 1 0,10 0-3 16,0 0-5-16,-11 4 7 0,11-4 2 0,-7 1-7 16,7-1 0-16,-9 1 2 0,9-1 1 0,-7 3 1 15,7-3-6-15,0 0 0 0,-8 3 1 0,8-3 3 16,0 0-1-16,0 0-2 0,-9 2 2 0,9-2-3 15,0 0-2-15,0 0 5 0,0 0-2 0,0 0 0 0,0 0 3 16,0 0-7-16,0 0 5 0,0 0 5 16,0 0 2-16,0 0 15 0,22 9 4 0,-11-7 2 15,1-2-2-15,8 0 1 0,-1 0 7 0,8-2-1 16,1 0-2-16,6 0 4 0,1 0 0 0,5 0 6 0,12-1 1 16,-2-1-7-16,6-1-11 0,-2-1 7 0,-3 1 4 15,6 2-8-15,-1 0-4 0,-1-4 2 16,3 5-5-16,1 0 0 0,0-1-3 0,-4-1-4 15,3 3 3-15,-2 1 1 0,0 0-5 0,-2-3 6 0,-2 5-10 16,-1-2 0-16,-12 2 1 0,0-2 5 0,1 1-11 16,-2-1 9-16,-1 4-9 0,4-2 3 0,-5 2-12 15,0-4 9-15,-2 3 1 0,1 0 0 16,-2-2 0-16,1-1-3 0,0 1 8 0,-6-1-5 0,0 0-4 16,-6 2 5-16,-1-2 3 0,-3 1 1 0,1-1-2 15,-2 0-2-15,-4 0 5 0,0 0 1 0,0-3 1 16,-1 5 0-16,-2-5 7 0,-1 3 4 0,-1-1 0 15,-8 1 4-15,10 0-7 0,-10 0 9 0,0 0 10 16,13 0-6-16,-13 0-6 0,5-6-2 0,-5 6 0 16,0 0 3-16,0 0-8 0,0 0 1 0,9 0-8 15,-9 0 0-15,0 0-5 0,0 0-9 0,0 0-20 16,0 0-11-16,0 0-23 0,0 0-12 0,0 0-25 16,0 0-9-16,0 0-4 0,0 0-13 0,6 7-71 15,-6-7-204-15,3 5 91 0</inkml:trace>
  <inkml:trace contextRef="#ctx0" brushRef="#br0" timeOffset="7076.08">25057 7663 16 0,'0'0'36'16,"0"0"2"-16,0 0-5 0,0 0-5 0,0 0-4 16,0 0 4-16,0 0-7 0,0 0 8 0,22 1-5 15,-10-1 6-15,1 1-5 0,3 1 11 0,4-2 3 16,1 0 1-16,8 1-5 0,0-4 3 0,2 2-7 15,3 2-1-15,2-1 2 0,0-1-2 0,5 1 0 16,-3 0 9-16,13 1 0 0,-1-1-15 0,4 0 0 16,-3 3-3-16,-1-3 1 0,2-1-11 0,1 1 6 0,-2 2 6 15,4-2-4-15,-3 3-25 0,1-1 26 0,3-1-8 16,-2 2-4-16,0-4 4 0,7 2-2 16,-7 4 4-16,4-4-11 0,0 1 11 0,-1-1-5 15,3 0-4-15,-5 1 1 0,-1-2 5 0,-1 5-2 0,1-4-1 16,-2-1-2-16,2 0 7 0,-3 5-5 0,-13-5-1 15,18 0 6-15,-4 2 2 0,0 0-7 0,-1-6-2 16,1 4 0-16,0 2 8 0,-1-2-10 0,1 2 4 16,2-4 3-16,1 2 5 0,-3-2-10 0,-1 2 5 15,-11-1 0-15,11-3-3 0,-13 1 2 0,-2 0-4 16,0 1-5-16,5 0 8 0,-5-1 3 16,4 1-16-16,-2-1 11 0,1 2 3 0,-1-4-8 15,0 2-1-15,2 2 1 0,1 0-3 0,-3-1 3 0,16 1-5 16,-14 1 1-16,0 0 3 0,-1 0 3 0,1 0-7 15,0-1 0-15,-6 1-7 0,3 1 3 0,-2-2 8 16,-2 1-6-16,-1 0 4 0,-2 0-3 0,0 0 2 16,-11 0-7-16,3 0 4 0,-5 0 4 0,-5-3-1 15,3 6 2-15,-4-6 0 0,0 2-2 0,1 1 1 16,-1-2 2-16,0 4-5 0,2-4 1 0,-2 2-5 16,0 2 6-16,-1-2-7 0,-2 0-2 0,-8 0-4 15,15-2-7-15,-15 2-6 0,12 0-17 0,-12 0-1 16,7 0-17-16,-7 0-9 0,0 0-12 0,0 0-51 15,8 2-147-15,-8-2 65 0</inkml:trace>
  <inkml:trace contextRef="#ctx0" brushRef="#br0" timeOffset="9728.14">4869 8741 28 0,'-7'-2'45'0,"7"2"-2"0,-6-6-2 16,6 6-1-16,-8-4 5 0,8 4 1 0,0 0-7 0,-6-7 2 15,6 7-4-15,0 0-3 0,-4-5-3 0,4 5-7 16,0 0 5-16,-6-4-3 0,6 4 2 0,0 0-1 15,0 0-6-15,-6-4-2 0,6 4-2 16,0 0 6-16,0 0-11 0,0 0-1 0,0 0 6 16,0 0-7-16,0 0-2 0,0 0-3 0,0 0 3 0,0 0-1 15,0 0-2-15,0 0-3 0,0 0 3 0,0 0-2 16,0 0 1-16,0 0 0 0,0 0 1 0,24 5-4 16,-13-3-1-16,-1-1 10 0,5-1-6 0,2 0 5 15,11 0 6-15,3-1-4 0,2-1-1 0,2-1 1 16,2-1 12-16,2 0-21 0,15-2 15 0,-1-1-8 15,0 2 2-15,1-1 0 0,-4 2 1 0,1 0-2 16,0-2 8-16,-13 4-4 0,16-1-5 0,-14-1 4 16,11-1-3-16,0 4 7 0,2-3-13 0,0 1 11 15,-2 1-7-15,0-2 11 0,3 0-10 0,-4 4-8 16,1-2-8-16,1-1 15 0,-12 3 4 0,12-1-8 16,-14 1 9-16,2-2-10 0,13 2 1 0,-18 0 3 15,2-2-4-15,3 1 4 0,-4 1-2 0,1 0 1 16,-3 0 7-16,1 1-9 0,2 1 5 0,0-2 3 15,0 0-6-15,-1 0 2 0,0 2 4 0,2-4-1 16,3 4-1-16,-3-2-3 0,1 0-1 0,-1 0-1 16,3-2 5-16,-4 0 1 0,1 1-1 0,-1-2-4 15,3-1 2-15,-3 3 1 0,-1 0 3 0,0-1 2 16,-1 0-12-16,2 1 8 0,0-1 2 0,0-1 1 16,2 0-3-16,-3 0-3 0,3-1-2 0,-2 4-1 15,0-1 5-15,0 0-1 0,0 1-3 0,0-1 2 16,-1 0 1-16,3 1-13 0,-2 0 6 0,1 0-3 15,-2 0 17-15,1 0-20 0,-1 0 14 0,-4 2-13 16,1-2 10-16,-2 1-2 0,-1 0 1 0,2 2-1 16,-1-2-2-16,0 2-1 0,-2-3 2 0,0 3 2 15,-1-2-5-15,2 1 0 0,-2 0 3 0,0-1 2 0,-6 1-2 16,5 1 8-16,1-3-13 0,-7 1 0 16,1-1 7-16,-1 4-8 0,2-4 5 0,-3 0-6 15,3 1 4-15,-2 1-3 0,5-2 8 0,-4 0-5 16,6-2 0-16,-9 2 2 0,0 0-1 0,2-1 5 15,-2 0-8-15,0-2 1 0,-1 3 4 0,1-1-2 0,-1 0 5 16,-1-1-5-16,1 1-1 0,-2 1-5 16,2-1 5-16,-1 0 0 0,1-1 6 0,0 2-1 15,-2 0 0-15,5 0-4 0,-5 0 1 0,0 0-13 0,0 0 13 16,2 0-1-16,0 0 2 0,-6 0-5 0,2 0 6 16,0 0-3-16,2 0-2 0,2-2-1 0,0 4 4 15,-5-2-4-15,1 0 1 0,0 0 2 0,-1 3-2 16,1-3 3-16,-4 2 0 0,2 0-3 15,2-1-1-15,-4-1 3 0,4 1 0 0,-3 3-2 0,0-3 1 16,1 1 1-16,-1-1 1 0,-2 1-6 0,2 0 6 16,-2-1-2-16,1 3-5 0,-1-3 2 0,0 1 8 15,-1-2-12-15,1 2 14 0,-9-2-4 0,12 2-6 16,-5 0 4-16,-1-1 7 0,-6-1-13 0,12 1 5 16,-12-1-3-16,9 0 7 0,-9 0-7 0,11 2 5 15,-11-2-5-15,10 2 4 0,-10-2-8 0,8 2 7 16,-8-2 3-16,7 1-9 0,-7-1 6 0,7 1-1 15,-7-1 8-15,13 3-2 0,-13-3-4 0,8 1 6 16,-8-1-15-16,6 3 8 0,-6-3-2 0,0 0 5 16,10 2-3-16,-10-2 2 0,8 1-2 0,-8-1 3 15,8 4-8-15,-8-4 7 0,7 2-5 0,-7-2 9 16,7 2-8-16,-7-2 0 0,0 0 0 0,7 2 13 16,-7-2-27-16,0 0 23 0,0 0-9 0,8 3 5 15,-8-3-2-15,0 0-1 0,0 0 12 0,0 0-19 16,0 0 8-16,0 0-4 0,0 0 0 0,6 3 2 15,-6-3 4-15,0 0 0 0,0 0-3 0,0 0-3 16,0 0 9-16,0 0-1 0,0 0-5 0,0 0 1 16,0 0-8-16,0 0 6 0,0 0 3 0,0 0-7 15,0 0 7-15,0 0 1 0,0 0-1 0,0 0 6 16,0 0-10-16,0 0 1 0,0 0-2 0,0 0 2 16,0 0 1-16,0 0 0 0,0 0-5 0,0 0 8 15,0 0 4-15,0 0-4 0,0 0-9 0,0 0 2 16,0 0 1-16,0 0 10 0,0 0-14 0,0 0 2 15,0 0 3-15,0 0 5 0,0 0-7 0,0 0-2 0,0 0 13 16,0 0-7-16,0 0-1 0,0 0 6 16,0 0-8-16,0 0 1 0,0 0 1 0,0 0 9 15,0 0-17-15,4 4 12 0,-4-4 0 0,0 0 7 16,0 0-7-16,0 0 8 0,0 0-1 0,0 0 6 16,0 0 7-16,0 0 3 0,0 0-2 0,0 0-2 0,0 0 10 15,0 0-7-15,0 0 0 0,0 0-1 0,0 0-1 16,0 0-3-16,0 0 0 0,0 0 4 15,0 0-2-15,0 0-4 0,10-7 4 0,-10 7 0 16,0 0 2-16,0 0 2 0,0 0-1 0,0 0-1 0,0 0-1 16,0 0-4-16,0 0 4 0,0 0-6 0,0 0 0 15,0 0-1-15,0 0-2 0,0 0-5 0,0 0-1 16,0 0 4-16,0 0-8 0,0 0 6 0,7-3-2 16,-7 3 1-16,0 0-3 0,0 0-2 0,0 0 5 15,0 0-3-15,0 0 0 0,0 0 1 0,0 0 1 16,0 0-2-16,0 0-2 0,0 0-1 0,0 0 1 15,0 0-4-15,0 0 4 0,0 0-2 0,0 0 1 16,0 0-4-16,0 0 3 0,0 0 3 0,0 0-7 16,0 0 4-16,0 0-2 0,0 0-2 0,0 0 2 15,0 0 1-15,0 0 0 0,0 0 0 0,0 0-5 16,0 0 3-16,0 0 0 0,0 0 2 0,0 0-1 16,0 0-4-16,0 0 0 0,0 0-6 0,0 0-5 15,0 0 4-15,0 0-12 0,0 0-4 0,0 0-7 16,0 0-8-16,0 0-9 0,0 0-6 0,0 0-10 15,0 0-16-15,0 0 6 0,0 0-26 0,0 0-4 16,0 0-18-16,0 0-9 0,0 0-90 16,0 0-243-16,0 0 107 0</inkml:trace>
  <inkml:trace contextRef="#ctx0" brushRef="#br0" timeOffset="15407.77">6093 10821 42 0,'-15'0'52'0,"15"0"1"0,-13 0-3 0,6-2 2 15,7 2-6-15,-16-1-2 0,16 1-3 0,-13-1-4 16,4 1-4-16,9 0-6 0,-15 1-5 0,7-3 3 15,8 2-5-15,-18 1 3 0,11-1-4 0,7 0 1 16,-12 0 0-16,12 0 1 0,-11-1 0 0,11 1-2 16,-9 1 1-16,9-1-8 0,-8 1-3 0,8-1 11 15,0 0-5-15,0 0-13 0,-11 1 13 0,11-1-10 16,0 0 0-16,0 0 4 0,0 0 0 0,0 0-5 16,0 0 3-16,0 0 4 0,21 7-3 0,-7-4-1 15,5-2 3-15,11-1 0 0,2 2-3 0,6-2 6 0,13-2-6 16,2 1 8-16,-1 4-6 0,2-2-2 15,-2-1-4-15,-2 0 12 0,1 2-10 0,0 0 12 16,-1 0-3-16,1 1 2 0,-12-2-7 0,15 1-2 16,0-4 6-16,-1 1-6 0,3 0 6 0,1 0 2 15,3 1-4-15,-1-4-6 0,-3 1-1 0,2-2-5 0,-4 1 11 16,-2-2 4-16,-2 2-9 0,1-1 7 16,-12 1 0-16,1-2 5 0,12 4-12 0,-13-3 9 0,-1 0 0 15,-3 4 2-15,-1-3 0 0,-2 3 3 0,-5-2-6 16,-5 3-8-16,-4 0 4 0,-4 0 9 0,-3 0-8 15,2-1-3-15,-1 1-2 0,-4 1 7 0,-8-1-9 16,12 0 2-16,-6 0-5 0,-6 0 6 0,0 0-1 16,11 0 1-16,-11 0 3 0,0 0-7 0,6 2 1 15,-6-2-2-15,0 0-4 0,0 0-12 0,0 0-21 16,-14 17-17-16,9-10-26 0,0-1-37 16,-4 2-59-16,2 0-189 0,1-1 84 0</inkml:trace>
  <inkml:trace contextRef="#ctx0" brushRef="#br0" timeOffset="17442.09">12718 10899 24 0,'0'0'36'0,"0"-9"5"0,0 9 7 16,0 0-9-16,0 0-12 0,-2-9 0 0,2 9-2 16,0 0 0-16,0-9-3 0,0 9-5 0,0 0 6 15,-3-7-9-15,3 7-2 0,0 0-1 0,-2-7 3 16,2 7 1-16,0 0 0 0,0 0-3 0,-2-8 2 15,2 8 4-15,0 0-5 0,0 0-10 0,-4-10 10 16,4 10 2-16,0 0 7 0,-4-5-4 0,4 5 4 16,0 0 2-16,0 0-6 0,0 0-3 0,0 0-2 0,0 0 0 15,-4-6-9-15,4 6 13 0,0 0 0 0,0 0-3 16,0 0-8-16,0 0 3 0,0 0-4 16,0 0-1-16,0 0 5 0,0 0-9 0,0 0 6 15,0 0 0-15,0 0-3 0,0 0-2 0,0 0 8 0,0 0-8 16,0 0 13-16,23-3-9 0,-10 3 5 0,7 0-8 15,10-2-4-15,5 2 18 0,-1-2-1 0,18 1-1 16,2 1 4-16,-5-2-19 0,3 1 14 16,0 2 2-16,-3-1 5 0,3 2-7 0,-14-1 9 0,0 1-4 15,12 0-6-15,-11-2-7 0,11 3 10 0,-10-2-2 16,-1 1 4-16,1-1-6 0,12-1 9 0,0 0 2 16,4 0 7-16,5 0 4 0,4 0-5 15,26-3-3-15,-30 2 1 0,2 0-6 0,4 1 11 0,-1-2-5 16,28-1 0-16,-30 6-2 0,3-3-4 15,24 3 2-15,-28-2-8 0,27 2 5 0,-27-4-7 0,3 2 2 16,23 2 0-16,-26-2-6 0,28-2-1 0,2-2 12 16,-2-1-8-16,0 3 6 0,2-1-15 0,0-3 7 15,4 0-3-15,0 3 3 0,-3-2 2 0,2-2-5 16,5 6 1-16,1-7 2 0,3 0 0 0,1 3-5 16,0 0 7-16,-3-1-4 0,1 0 0 0,-1 0 5 15,3 6 1-15,-2-4-6 0,-2 2 6 0,3-2-3 16,-2 0 1-16,-1 0-3 0,0 1-1 0,-10-5-6 15,2 5 3-15,1-2 4 0,-5-3 2 0,-23 6 5 16,25-2-9-16,-3-1-8 0,-26-1 4 0,2 0 7 0,0 3-3 16,-2-4-1-16,-4 0 1 0,-2 2 3 15,-7-1-1-15,-10 4 8 0,-2-1-3 0,-2-2 3 16,-4 2-3-16,-5 1 0 0,-8 0-1 0,-8-1-5 16,1 2 4-16,-3 0-2 0,-9 0-4 0,13-1-13 0,-13 1-15 15,9 0-20-15,-9 0-29 0,0 0-27 16,3 5-39-16,-3-5-117 0,0 0-276 0,-26 13 122 15</inkml:trace>
  <inkml:trace contextRef="#ctx0" brushRef="#br0" timeOffset="23624.07">26081 11757 3 0,'-13'-3'58'0,"13"3"-7"0,0 0-3 15,0 0-8-15,0 0-4 0,0 0 4 0,0 0-5 16,0 0-3-16,0 0-9 0,0 0 9 0,0 0-8 16,0 0 3-16,0 0 2 0,0 0-8 0,31-1 2 15,-12 0 4-15,1-1 0 0,11 1-2 0,-1-2 4 16,1 3-2-16,3-3-4 0,1 0 0 0,1 2-2 15,2-2 4-15,16 0-6 0,-2 2 2 0,2-1-2 0,-3 2 3 16,1-2-18-16,-3 2 14 0,5-1-4 16,-2 2-3-16,-14 1-8 0,14-2 7 0,0 0-2 15,-1 2 9-15,5 2-9 0,-3-3 1 0,3 2-2 16,-1 2-12-16,4-3 11 0,2 2-1 0,1-2-5 16,3 2 6-16,-6-3-21 0,3 3 21 0,-1-2 0 15,-2-2 1-15,4 3-3 0,-3-3-1 0,-2 0-5 16,1 1 5-16,0-2-6 0,0 2 8 0,-2-1 3 15,-3 0 5-15,5 0-8 0,-3 1 5 0,3-1-15 16,-4 0 12-16,0 2-2 0,-4-4-1 0,-12 4 5 0,13-4-8 16,-12 1-3-16,16 0 4 0,-3-2 5 0,5 1-4 15,-6-1-9-15,1-1 6 0,-2 3 10 0,-13 0-14 16,14-1 6-16,-12 2 3 0,12-2-9 16,-12 2 1-16,-2-2 8 0,2 2-2 0,-6-1-7 0,1 0 1 15,-2 1-6-15,0 0 6 0,2-2-2 0,-4 2 5 16,-1 0 2-16,1 0-7 0,-9-2-6 0,-3 0 13 15,0 0-4-15,-5 1-7 0,0 1 1 0,-1 0-2 16,-2 0-1-16,0 0-8 0,-3 0-14 0,-8 0-1 16,13-1-15-16,-6-1-17 0,-7 2-7 0,12 2-42 15,-12-2-126-15,8 0 56 0</inkml:trace>
  <inkml:trace contextRef="#ctx0" brushRef="#br0" timeOffset="26033.28">4948 12849 37 0,'0'0'41'0,"-8"-6"-1"0,8 6-9 0,-5-4 0 16,5 4-9-16,0 0 6 0,-5-6-5 0,5 6 0 15,0 0-10-15,0 0 0 0,-5-3-1 0,5 3 1 16,0 0 0-16,0 0-8 0,0 0 9 0,0 0-8 15,0 0-3-15,0 0 8 0,0 0-3 0,0 0-1 16,0 0 1-16,0 0-1 0,0 0-4 16,0 0-1-16,0 0 6 0,0 0-6 0,0 0-6 0,0 0 3 15,0 0 4-15,0 0-3 0,0 0 3 0,12-10-3 16,-12 10 2-16,0 0-2 0,0 0 0 0,12 2-1 16,-12-2-3-16,0 0 1 0,17 1 5 15,-8-1-1-15,-9 0 3 0,18 2-3 0,-7-2-5 16,1 1 8-16,1 0-3 0,0 0 0 0,4-1 6 0,1 2-7 15,0-2 3-15,0 0-5 0,0 2 3 0,0-1 12 16,2 0-7-16,-2 1-1 0,2-1-1 0,2-1 7 16,-1 4-1-16,7-4-1 0,0 2 12 0,4-4-5 15,1 4 5-15,6-2-5 0,0-2 8 16,13 0-8-16,0 3-4 0,-13-4 3 0,11 2-15 0,2-1 19 16,2 0-7-16,-2 0 5 0,-2 0-3 0,5 0-1 15,-2-2-7-15,0 0 6 0,3 3 3 0,1-3-7 16,-2 2 0-16,1-1-2 0,0 0 1 0,0 1-13 15,-1-3 15-15,0 1-5 0,4 2 10 0,-3-1-1 16,3-1 1-16,-1 1-5 0,2 0 0 16,-2 0-5-16,4-2 3 0,-2 1 0 0,0 3 5 0,-1-2-7 15,-1-1 11-15,1 0-17 0,-1 3 3 0,-2 0 7 16,3-3-1-16,-3 3 0 0,2-1 5 0,-1 2-9 16,-2-2-1-16,0 4 1 0,0-2 4 0,1 0-4 15,-1 2 5-15,-1-2-8 0,1 2 2 16,0-1 5-16,-2 2 0 0,1-3-8 0,1 1 0 15,-1 0-1-15,1 1 4 0,1-4 3 0,-2 2-3 0,3-1 2 16,3 0-1-16,-2 1-5 0,0-3 6 0,2 2 7 16,1 1-10-16,-3-1-3 0,4 0 5 0,-2 1-8 15,2-2 6-15,-4 0 1 0,4 1-3 0,-2-1 6 16,3 0-6-16,-3 2 1 0,-1-2 10 16,1-1-10-16,0 3 6 0,3 0-4 0,-4-1 5 15,1-1-7-15,0 2 6 0,-1 0 5 0,-3 0-4 0,-1 1-1 16,0 0-1-16,-2-1-8 0,5 1 11 0,-2-1-7 15,2 3 4-15,-5-1 0 0,0-1-5 0,3 3 4 16,-4-4 11-16,3 2-7 0,-1 0 4 0,-2 1-12 16,1 0-1-16,-5-1 0 0,-7 0 3 15,12 2-5-15,-2-1 1 0,0 0-5 0,5-2 12 0,-16 1 0 16,15 2-1-16,-2-3-10 0,0 2 5 0,-1 0 5 16,-14 0-5-16,15 1 3 0,-3-1-4 15,1 3 2-15,-13-4-4 0,3-1 4 0,10-1-1 16,-11 3 0-16,-2 0-2 0,13 1-3 0,-13-1 5 0,1 0 1 15,12-2 0-15,0 1 2 0,-1 0-5 0,-12 1 5 16,2-2-2-16,12 3-1 0,-14-1 4 0,16-2-6 16,-2 1 8-16,-1-1-6 0,1-1 4 15,-4 0-6-15,-8 0 0 0,12 0 2 0,-12-1 2 16,12-1-7-16,-12 1 11 0,12 0-11 0,3-1 6 0,-5 0-4 16,2 2 6-16,-12-1 3 0,12 0 0 0,1 0-3 15,1-2 1-15,1 3-17 0,-1-1 16 0,-1 2 3 16,1-1-1-16,2-1 2 0,-1 2-5 0,-1-2 2 15,-1 0 2-15,1-1-2 0,2 2 1 16,3-1-4-16,1-1 4 0,-5 0-5 0,4 0 17 16,2 2-17-16,0-3 3 0,2 0-6 0,-3 1 0 0,3 0 1 15,-2-1 3-15,2-1-1 0,-5 1 1 0,1 2-1 16,-1-3 0-16,1 2 5 0,-1 0 0 0,1 2-2 16,1-1 1-16,-1-1-5 0,3 0-3 0,0-2 6 15,-2 3 1-15,1-2-8 0,-2 2 10 16,1 0-11-16,-2 0 5 0,2-2-1 0,1 2 3 15,-2-1 7-15,1 2-4 0,1 0-1 0,-2-2-1 0,2 3 6 16,-2-1-8-16,3-1 3 0,-4-2 7 0,1 2-1 16,0 1-1-16,-2 1 0 0,1-1 0 0,-2 0 0 15,3-1 0-15,-2 0-11 0,1 1 9 0,-2-3 2 16,2 2-4-16,-5 1 6 0,4 1-5 16,-2-2-1-16,1 2 6 0,-1-2-4 0,0 1-1 0,-4 0-4 15,4 0 16-15,-7-1-11 0,5-1-2 0,-1 2-3 16,-2-2 0-16,4 2-4 0,-2 2 11 0,-14-4-5 15,16 2-2-15,0-1 3 0,-3-1-1 16,1 1-5-16,-1 0 4 0,-1-2-6 0,3 0 8 0,-15 2-2 16,3 0 4-16,10-3-5 0,-13 1 1 0,2 0 7 15,0 0-8-15,11 0-2 0,-12 1-3 0,0 0-3 16,-2-1 10-16,1 2-9 0,0-2 7 0,-2 0 2 16,3 3 4-16,-4-3 2 0,1 3-10 15,-2-2 0-15,1 2 1 0,-2 0 2 0,-1-1-2 0,-1 1 2 16,0-1 1-16,-1 3 2 0,0-2-1 0,-2-1 4 15,-8 1-8-15,8 1 2 0,-6-1-3 0,-2 0-5 16,0-2 3-16,-1 1-2 0,1-1 8 0,-7 0-7 16,6 2 5-16,-6-1-6 0,2 0 6 0,-4 0 5 15,0 0-9-15,-11 1-7 0,22-2-16 16,-22 2-11-16,21-2-19 0,-14 0-15 0,-7 2-24 0,12 0-21 16,-12 0-64-16,0 0-194 0,0 0 87 0</inkml:trace>
  <inkml:trace contextRef="#ctx0" brushRef="#br0" timeOffset="26880.12">19811 12779 18 0,'0'0'71'0,"0"0"-6"0,0 0 0 16,0 0 0-16,42 0 2 0,-21 0-5 0,7 0-8 15,4 0 0-15,1 0 2 0,4 3-2 0,0-3 3 16,15 0-8-16,-12 0-2 0,14 0 1 0,2 0-5 16,-1 0 1-16,0 0 3 0,7 2-2 0,4-2 0 15,29 0 3-15,3 2-4 0,-5-6-6 0,0 4-8 16,0 0-1-16,-26 2 0 0,29-2 6 0,-1 6-2 16,-1-5 1-16,-5-1-8 0,3 4 4 0,-27-3-5 15,31 4 5-15,-30-1-6 0,27 0-2 0,-27 0-4 16,28 1 5-16,-4 0-1 0,-27-2 1 0,29 1 2 15,-27-1 2-15,26 0-3 0,-26-2-5 0,3 3 2 16,21 0 2-16,1-2-5 0,-26 2 2 0,1 0 3 16,1-1-4-16,1-4 0 0,-2 5-2 0,0-3-2 15,2 0-2-15,-6 2 2 0,-2-3-4 0,-6-2 5 16,0 0-4-16,-16-1 1 0,0 2-3 0,-3-1 0 16,-2 1-3-16,-4-1 1 0,-7 0 6 0,-3 1-1 15,-3-2-1-15,-3 2 6 0,-5 1 2 0,3-1 3 16,-2 2 0-16,-8-1-4 0,0 0 0 0,12-3-5 15,-12 3-3-15,10 0 3 0,-10 0-2 0,0 0 1 16,0 0-6-16,9-2 0 0,-9 2-3 0,0 0 5 16,0 0 2-16,0 0 5 0,0 0 8 0,0 0 4 15,0 0 0-15,8-2 1 0,-8 2-4 0,0 0-4 0,0 0 4 16,0 0-2-16,0 0-3 0,0 0-1 0,0 0-2 16,0 0-3-16,0 0-2 0,0 0 4 15,-3-11-6-15,3 11-1 0,0 0 1 0,0 0-2 16,0 0-3-16,0 0-1 0,0 0-1 0,0 0 2 15,0 0-10-15,0 0-5 0,0 0-18 0,0 0-12 0,0 0-13 16,0 0-22-16,0 0-15 0,0 0-18 16,0 0-19-16,0 0-1 0,0 0-7 0,0 0 0 15,0 0-13-15,0 0-112 0,-19 2-280 0,19-2 124 16</inkml:trace>
  <inkml:trace contextRef="#ctx0" brushRef="#br0" timeOffset="28379.77">27160 12736 47 0,'-5'-5'85'0,"5"5"-17"15,-6-5-7-15,6 5 12 0,0 0 1 16,-5-4 1-16,5 4-3 0,0 0-8 0,0 0 1 0,-5-5-3 16,5 5-8-16,0 0-1 0,0 0-10 0,0 0 1 15,0 0 4-15,0 0-6 0,0 0-8 0,0 0-6 16,14-10-5-16,-3 10 5 0,10-3 3 0,8-1-4 16,2 2-1-16,3 0-1 0,6-3-11 0,12 2 5 15,4 1-4-15,0-1 9 0,6 1-11 0,-1-2-2 16,2 0-5-16,27 2 11 0,-29 0-8 0,4-3 7 15,3 3-5-15,24-7 5 0,-32 5-3 0,5-2-12 16,1 2-3-16,24-4 8 0,-30 3-5 0,1 0 7 16,-6 0-6-16,-2 0 1 0,2 2-4 0,-17 0 6 15,0-1 4-15,13 0 0 0,-13 5-3 0,0-5 8 16,-5 1-8-16,-2-1-1 0,-3 2 1 0,-8 2 3 16,-1-2 2-16,-6 1-7 0,0 1-11 0,-3-1 13 15,-2 0 5-15,-8 1-3 0,14 0 0 0,-14 0 8 16,9 0-16-16,-9 0 8 0,0 0-3 0,9 0-4 15,-9 0 2-15,0 0-1 0,0 0-2 0,0 0 1 16,9-4 1-16,-9 4-2 0,0 0-1 0,0 0-30 16,0 0-11-16,0 0-8 0,0 0-26 0,-27 11-18 15,14-8-23-15,-4-1-82 0,-3 1-215 0,3-1 95 16</inkml:trace>
  <inkml:trace contextRef="#ctx0" brushRef="#br0" timeOffset="29758.24">4888 13816 19 0,'0'0'25'0,"0"0"5"0,0 0 2 15,13 11 1-15,-7-10 1 0,4 1 1 0,0-1-2 16,2 1-2-16,3-2 3 0,6 1 0 0,-1 1 2 16,8-1 0-16,-1-2-9 0,5 1 4 0,-1-2 2 15,3 2-4-15,3-1 2 0,2 1-9 0,11-3-1 16,-12 1 2-16,3 4 6 0,9-1-10 0,-12 1 2 16,2-1-2-16,11 1 4 0,-14 1-5 0,1 1 3 15,1-3-5-15,13 2 8 0,-15 0-3 0,4 2 0 16,-3 2 2-16,-1-3 6 0,0 1-5 0,3 1 4 15,11 0-1-15,1 0 9 0,3-1 0 0,0-1 3 16,0 2-1-16,1-5-6 0,-1 6-5 0,0-4 0 16,2 3-6-16,-4-3 7 0,5 3-13 0,4-5 6 15,-1 2-4-15,-3 0-1 0,4-1 10 0,3 0-3 16,-1-2-8-16,1 0-3 0,26-2-2 0,-33-1 9 16,2-1-12-16,3 2 0 0,0-4-2 0,-2 0 10 15,6 0 3-15,-2-1-8 0,0 2 4 0,-1 1-3 16,1-1-3-16,-1 2 1 0,-2 0-1 0,-2-1 0 15,-1 0-2-15,-1 3 3 0,1-2 0 0,-3 3-1 16,-4-1 4-16,-12 2-3 0,15 1-5 0,-3-1 4 16,1-1-5-16,-15 1 8 0,0 1-4 0,1-2 3 15,-3 2-1-15,2 0-1 0,-3 1 1 0,1-3-2 16,-1 2-1-16,-3 1-1 0,-2-1-3 0,1 0 7 16,-1 1-4-16,-9-1 1 0,0-1 2 0,0 0 2 15,0 1-3-15,-3-1 2 0,-2-1-4 0,-3 0 4 16,-1 0-1-16,-2 0-3 0,-4 0 0 0,-6 0 1 15,13-1-2-15,-13 1 6 0,0 0-4 0,12 0 10 16,-12 0-13-16,0 0 3 0,7-2-1 0,-7 2-11 16,0 0-17-16,0 0-14 0,0 0-28 0,7 3-8 15,-7-3-30-15,0 0-13 0,0 0-123 0,0 0-258 0,0 0 114 16</inkml:trace>
  <inkml:trace contextRef="#ctx0" brushRef="#br0" timeOffset="37277.71">25213 13930 28 0,'0'0'39'0,"-6"-6"3"16,6 6-2-16,0 0-3 0,-7-9-7 16,7 9 3-16,-4-6-4 0,4 6-12 0,-4-7 11 0,4 7-5 15,0 0 3-15,-6-6-6 0,6 6 4 16,0 0-2-16,-4-6 1 0,4 6-4 0,0 0 6 0,0 0-5 15,0 0-2-15,0 0 0 0,-1-8 1 0,1 8 3 16,0 0-5-16,0 0 0 0,0 0 3 16,0 0 3-16,0 0-2 0,0 0-2 0,4-10 0 15,-4 10-1-15,0 0 3 0,7-4-7 0,-7 4 0 0,7-2-1 16,-1-1 1-16,4 2-2 0,3-2-4 16,5 1-5-16,0-2 1 0,9 0 6 0,2-1-5 0,3 0 3 15,3 2 11-15,4-3-10 0,14 2 3 16,2-3 0-16,3 4-5 0,0-2 11 0,-1 3-17 0,1-5 17 15,1 5-8-15,-2-4 0 0,0 3-1 0,-5-1 4 16,0-1-3-16,1 0-4 0,-12 3 5 0,12-1-6 16,3 3 7-16,-2-3 2 0,3 0-5 0,1 0 8 15,1 2 5-15,-2 2 5 0,0-5-22 0,-1 6 8 16,2-5-1-16,-3 4 2 0,-4-1-2 0,1 2 3 16,2-2-6-16,-16 0 5 0,22-4-2 0,-1 3 4 15,-3 0-10-15,5-3 8 0,-1 4-6 0,-1-1-2 16,4-2 8-16,-1 3-6 0,0-2 0 0,0 1 18 15,1 2-33-15,-3 1 11 0,-1-2 2 0,0 0-6 16,2 0 5-16,-7-2-2 0,-2 1-3 0,0 2 3 16,-13 1-4-16,0-4 5 0,0 0-5 0,0 3 9 15,1-1-9-15,-2-3 3 0,2 3-2 0,-3-2 3 16,-1 0-1-16,1 2-1 0,-1-3-9 0,-2 3 6 16,3-2 6-16,-4 2 0 0,-1-1 1 0,-1 0-4 15,-2-2-7-15,-2 2 5 0,-6 0-7 0,2 1 2 16,-2-2-3-16,7 0 8 0,-7-1-11 0,2 3 9 15,-1 0-5-15,-4 0 5 0,1-1 3 0,-6-1-3 16,4 0-6-16,-5 0 4 0,2 2 0 0,-1 0 1 16,-3-2-11-16,1 2-3 0,-3-1-8 0,2 1-3 0,-1-1 5 15,-9 1-15-15,13-2-6 0,-13 2-8 0,10 2-6 16,-10-2-13-16,9-2-8 0,-9 2-64 0,0 0-154 16,0 0 69-16</inkml:trace>
  <inkml:trace contextRef="#ctx0" brushRef="#br0" timeOffset="39806.32">7931 14770 13 0,'0'0'32'15,"-10"0"-1"-15,10 0-1 0,0 0-7 0,-9 0-2 16,9 0 3-16,0 0-10 0,-9 2 0 0,9-2 2 16,0 0-5-16,0 0-1 0,-12 0 5 0,12 0-6 15,0 0 3-15,0 0-3 0,0 0-6 0,0 0 4 16,-6 1-4-16,6-1-2 0,0 0-1 0,0 0 6 15,0 0-6-15,0 0 4 0,0 0 6 0,0 0-2 16,0 0 2-16,0 0-6 0,0 0 3 0,0 0-7 16,20 10 4-16,-20-10-1 0,12 3 4 0,-5 0 0 15,5-3 9-15,-2 1 0 0,0-1-3 0,4 1-6 16,-1 0 5-16,1 0 1 0,3-1-5 16,2 0 15-16,-2 1-7 0,3-2 4 0,2-1 0 0,-2 2-3 15,8-2-2-15,1-1-2 0,-8 2 3 0,1-1-3 16,6 0 0-16,-1 0 1 0,-7 0-2 0,11 1-2 15,-9 0 5-15,8-2 7 0,0 3-12 0,-1-3 1 16,2 2 4-16,2 0-4 0,-1-2-2 0,5 0 9 16,0 0-6-16,-1 3 4 0,3-3-5 0,-1 1 1 15,0 1-1-15,0-1 4 0,3 1-8 0,-2 1 4 16,-1-1 3-16,2 0 8 0,-4 1-16 0,4-4 9 16,-1 5-13-16,12 0 9 0,-12-2-10 0,1 0 5 15,11 1-1-15,0 0 2 0,-13 0-1 0,2 0 9 16,14 0-4-16,-2 1-5 0,-12 2-3 15,-2-2 7-15,3 0-6 0,-3-1-5 0,2 3 0 0,11-1 8 16,-15 1-11-16,1-1 8 0,1 3 4 0,2-1 1 16,-2-2-5-16,1 1 1 0,-1-1 2 0,14 0-2 15,-15 2 2-15,3-2-1 0,-2 1 9 0,1 0-13 16,-1-3-4-16,2 3 4 0,-1-1 1 0,1 0-3 16,14 0-2-16,-17 1 11 0,2-2 0 0,15 1-8 15,-14-2-1-15,-2 1 8 0,0-1 2 0,1 2-1 16,16-4-12-16,-18 2 9 0,18 0-16 0,-17-1 25 15,14 1-6-15,-12-2-5 0,11 2 4 0,-10-3-5 16,11 0 1-16,0 2 3 0,-12 0-1 16,12 0 4-16,-3-1-9 0,-9 3 7 0,-1-2-3 0,14-1-7 15,-14-1 6-15,1 3 1 0,12 3-1 0,-1-1 0 16,1-1 5-16,-16-1-4 0,16 1 0 0,-14 1 3 16,16-1-1-16,-16-1 12 0,14 2-16 0,-3-1 4 15,-8 2-11-15,10-3 12 0,3 2 7 0,-16-1-3 16,14-1-11-16,-14 2 4 0,14-1-4 15,0 2 2-15,-1-6 2 0,-10 6-3 0,8-6 1 0,7 2-1 16,-2 2-2-16,-3 2 0 0,3-3 6 0,-2 0-2 16,0 3 3-16,-1-2-5 0,1 1 7 0,3-1-11 15,-4 2 10-15,5-3 0 0,-2 1-5 0,2 1-17 16,0-2 8-16,0-1 6 0,-2 0 4 0,5 0 3 16,1-2 5-16,-1 3-10 0,1-1-2 0,1-1 14 15,2 2-6-15,-3 0-10 0,1-4-9 0,2 1 15 16,-4 3-6-16,3-1 6 0,-5-2-10 0,2-2 5 15,3 1 2-15,-1 3 2 0,2-1 2 0,-1 1-2 16,-3-1 1-16,-1-1 2 0,0 6-3 0,1-3 4 16,-1-3-8-16,2 0 2 0,-5 6 3 0,3-3-3 15,-1 0-1-15,-4 0 6 0,5-1-4 0,-2-1-1 16,1 2 7-16,1-4-2 0,-1 4-3 0,-1-7 5 16,4 3-10-16,0 2 7 0,-4 0-2 0,4-1-3 15,-2 1 4-15,-1 0 0 0,-1-3-7 0,-1 3 7 16,0-1-3-16,-1 0 5 0,1-1-3 0,-4 1 0 15,3 0-1-15,-1-1 10 0,1 2-9 0,0 1 2 16,-3-3-4-16,2 1 2 0,-3 1-3 0,1-1 0 16,-12 2 3-16,13-2-1 0,2 1-7 0,-17-2 7 15,3 1 3-15,0 1 6 0,14 0-13 0,-3 2 8 16,-12-2-6-16,13-2 7 0,-12 1-4 0,11 0 1 16,-13 2 4-16,13-2-2 0,0 3-3 0,-11-2 0 15,12-1 11-15,-11 2-7 0,10-3-6 0,-10 4 8 16,10-4 4-16,3 3-6 0,-2-1 4 0,-12 0-9 15,11 4-2-15,3-4 6 0,-2 2 0 0,2 3 14 16,-16-3-20-16,16-3 14 0,0 5-12 0,-2-4-1 16,2 4 10-16,-3-1-6 0,2-2 2 0,-1-1-5 15,0-2 3-15,0 4-3 0,-16-1-3 0,1 1 2 16,16-1 3-16,-15 1 0 0,16 1-2 0,-3-3-6 16,-12 2 4-16,1 1 7 0,14-1 1 0,-16 1 0 15,2 0-4-15,11-1 4 0,2 3-9 0,-16-2 2 16,2 2 4-16,14-1 1 0,-15-2 0 0,13 2-6 15,-14-3 1-15,13 4 3 0,-12-2 4 0,0-1-7 16,-1 2 4-16,2-2-3 0,14-3-4 0,-13 3 6 16,-2 0 2-16,15 3 2 0,-14-2-3 0,0-1 4 15,9 0-2-15,-8 1 3 0,-1-1-8 0,0 0 6 16,0 0 0-16,-2 0-4 0,-1 0 0 0,0 3 2 16,-1-4-2-16,-3 1 3 0,1 0 0 0,-4 2 2 15,-1-3-7-15,-6 1 3 0,0-3-1 0,-4 3 0 16,-1-1-1-16,0 0 1 0,-4-1 6 0,-3 1-1 15,-3 1 8-15,-7 0 12 0,12 0 4 0,-12 0 0 16,9-2 7-16,-9 2-7 0,0 0 4 0,11 2-5 16,-11-2 2-16,0 0-3 0,0 0-6 0,0 0-3 15,0 0 0-15,8-3-4 0,-8 3-1 0,0 0-4 16,0 0-4-16,0 0-4 0,0 0-9 0,0 0-21 16,0 0-25-16,0 0-19 0,0 0-19 0,0 0-24 15,0 0-29-15,0 0-46 0,0 0-99 0,-20 25-310 16,20-25 138-16</inkml:trace>
  <inkml:trace contextRef="#ctx0" brushRef="#br0" timeOffset="51266.58">17614 16916 25 0,'0'0'22'16,"-8"-5"1"-16,8 5-4 0,-9-3-4 0,9 3-2 0,-9-2-2 16,9 2-1-16,-10-2 8 0,5-1-3 15,5 3-1-15,-13-3 8 0,13 3 1 0,-11-3-3 16,4 2-6-16,7 1 2 0,-15-2-3 0,6 0 2 16,0 1 2-16,9 1 1 0,-16-3-2 0,5 3 10 15,2-1 2-15,9 1 3 0,-14 0 0 0,7-1-6 16,7 1-2-16,-13-1 3 0,13 1 5 0,-12-2 0 15,12 2-5-15,-7-1 8 0,7 1-6 0,0 0-1 16,0 0-7-16,-12 3 2 0,12-3-3 0,0 0 2 16,0 0-7-16,0 0 12 0,0 0-16 0,0 0 7 15,0 0-8-15,0 0 8 0,0 0-12 0,0 0 1 16,0 0 4-16,34 1-8 0,-23-1 3 0,2 0 11 16,1-1-1-16,-1 1-1 0,6 0-3 0,0 0 6 15,9-6 9-15,0 5 7 0,2 0 1 0,1-3 2 16,5 3-4-16,0-3-2 0,2 1-2 0,-2-3-2 15,4 3 2-15,10-2-5 0,-11 5 4 0,14-6-1 16,-15 4-1-16,14-1-4 0,-12 0 1 0,14 2-5 16,-17 1-5-16,16-3 5 0,-16 1-7 0,17 2 4 15,-17 0-4-15,18 3 0 0,-4-3 4 0,0 3-1 16,-12 0-6-16,12 2 7 0,0-3-5 0,-10 1 0 16,11 1-1-16,2-2-3 0,-2-2 1 15,1 7-1-15,-2-6 4 0,3-1-1 0,-1 3 5 0,0 0 16 16,0-1-12-16,5-2-4 0,-3 3-4 15,-3-3 4-15,2 0-1 0,-2 0 3 0,2 0 2 0,3 3-6 16,0 0 0-16,-2-2 4 0,5-1 1 0,0 3-4 16,0-2 0-16,1 0-2 0,-5-2-1 0,2 2 2 15,2-1 0-15,0 0 0 0,-1-2 7 0,5-2-2 16,-4 2 7-16,1 0-15 0,4 2 10 0,0-2-2 16,2-3 4-16,-2 3 4 0,0 4 1 0,1-7-7 15,-3 5 10-15,-1-5-8 0,31 4-3 0,-35 0 1 16,-1 2 1-16,1-4 3 0,0 3-8 0,2 0 1 15,-3 0-1-15,4 0 0 0,-1-2-5 0,1 4 3 16,-2-5-7-16,-3 6 7 0,2-3-4 0,-2 0 2 16,4 0-1-16,-6 0-2 0,3 2 5 0,1 0 0 15,-2 0 1-15,0 1-4 0,-1-3-1 16,1 5 8-16,2 0-4 0,1-3-3 0,-2 2 1 0,0-3-5 16,-4 0 5-16,1 3-2 0,3 3 4 15,-7-4-4-15,-10 1 3 0,18-1-6 0,-7 1 4 16,5 2-2-16,4 1-2 0,1-5-1 0,-2 4-3 0,0-4 5 15,1 3-6-15,0 0 4 0,0-1 2 0,0-3-4 16,31 2 3-16,-38-2-6 0,1 3 5 0,0-5-1 16,-2 8-1-16,1-8-2 0,-14 2 3 0,16 3-3 15,0-2 1-15,0 3 2 0,-1-4-23 0,1 2 0 16,-4-3 3-16,-1 3 5 0,-12 1 0 0,-1-3 1 16,20 1 2-16,-18 2-1 0,-1-1 1 0,14 1-3 15,-12-1 11-15,-6 0 1 0,17-1-1 0,-16-1-1 16,1 2-1-16,1-2 1 0,-1 0 1 0,1-2-4 15,0 1 10-15,-1 0 1 0,0 0-6 16,-2-1 5-16,2 2 3 0,-2-1 2 0,-2-1 0 16,3-2-1-16,-1 2 1 0,-2 1-1 0,-1 0 0 15,2-4 0-15,-2 3 0 0,1-2-1 0,-5 3 1 0,2-2-6 16,1-1 7-16,-10 3-5 0,9-1 0 0,-11 2 2 16,0 0-1-16,-2-1-1 0,2-1 1 15,-7 1-6-15,3 0 5 0,-4-1-7 0,-3 1 5 16,5 0-5-16,-3-1 7 0,-1 2 0 0,-8-1-4 15,14-1 3-15,-14 1-4 0,11 1 3 0,-11-1 1 16,7-2-5-16,-7 2-1 0,0 0-16 0,0 0-18 0,0 0-19 16,9-6-11-16,-9 6-5 0,0 0-12 0,0 0-43 15,0 0-34-15,0 0 0 0,-18-14-15 16,18 14-98-16,-23-3-295 0,13-2 130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26:47.584"/>
    </inkml:context>
    <inkml:brush xml:id="br0">
      <inkml:brushProperty name="width" value="0.05292" units="cm"/>
      <inkml:brushProperty name="height" value="0.05292" units="cm"/>
      <inkml:brushProperty name="color" value="#FF0000"/>
    </inkml:brush>
  </inkml:definitions>
  <inkml:trace contextRef="#ctx0" brushRef="#br0">14979 6102 7 0,'0'0'29'15,"14"-2"-7"-15,-5 1 4 0,5 1-5 0,-1 0 3 16,7-2-1-16,0 2 0 0,11-2 0 0,-1 0-2 16,1 1 1-16,3 0-4 0,-5-1-9 0,8 0 8 15,-2 2-1-15,-1 0 1 0,1 0-12 0,-1 2 12 16,5-2-6-16,1 2 1 0,-1-1-11 0,0 3 1 16,0-1 7-16,0 0-3 0,0 1 1 0,-2 1 4 15,1 2-7-15,12 0 5 0,-12 1-10 0,3-3 5 16,9 2-5-16,-12 0 3 0,2-2 4 0,10 2-2 15,2-1 4-15,0 0 3 0,0 0-8 0,5-1 3 16,2 0-2-16,0-4-2 0,2 1 5 0,0 0-9 16,0 0 3-16,0-2-1 0,-2-4-2 0,5 2 1 15,-1 1 4-15,0 0-3 0,-2-4 0 0,0 2 1 16,0 2 2-16,0-5-8 0,-1 3 8 0,0-2 0 16,-2 1-3-16,-2 0 10 0,-3 1-5 0,0 0-9 15,-2 1 5-15,-1 0 0 0,-12-1-1 0,-1 2 3 16,2-1-1-16,-3 0 1 0,-2 2 3 0,1 0-9 15,-3 0-2-15,1 2 5 0,-5-2-1 0,-6 0 1 16,-3 0 2-16,-2 1-2 0,-2 0-3 0,-2-1 2 16,-2 1-6-16,-1 1 4 0,1-1 7 0,-3-1 2 15,-8 0-6-15,12-1 5 0,-12 1-6 0,10 0 5 16,-10 0-4-16,10 0 0 0,-10 0-5 0,8 1-2 16,-8-1-6-16,0 0-6 0,9 2-13 0,-9-2-39 15,5 4-74-15,-5-4 32 0</inkml:trace>
  <inkml:trace contextRef="#ctx0" brushRef="#br0" timeOffset="959.97">21624 6278 32 0,'27'0'52'0,"6"3"0"0,-1-1-1 0,8-2-5 15,-1 0-6-15,1 3 6 0,14-3-9 0,1 2 4 16,-1-2 4-16,2 1-9 0,1-1-3 0,3 0-6 16,0 3-5-16,2-2 1 0,-1 2-3 0,2-3 4 15,2 1-1-15,0 1 2 0,0 0-4 0,27-1-4 16,-29-1 3-16,26-1 1 0,-26 2 0 0,2-1-5 16,26 1-2-16,-2-1 3 0,-26 0-4 0,1 2-2 15,2-1 1-15,-1-1-6 0,24 2 3 0,-22-2 3 16,-2 0-2-16,1 0 2 0,27 0 1 0,-32-2-1 15,3 2-7-15,3 2 3 0,-2-4-3 0,-1 2 3 16,-4-1-1-16,1 1 3 0,-3 0 0 0,3-2-6 16,-5 0 1-16,2 1-2 0,-3-2 2 0,0 3-8 15,0-1 4-15,1 1 1 0,0-4 4 0,-2 3 1 16,4 1-5-16,0-2 3 0,1 2-1 0,-5 0 0 16,0 0-4-16,-3 0 7 0,-12 2-13 0,-1-4 7 0,2 2-6 15,-2 0 8-15,1 0 0 0,-5 0-1 16,2 0 4-16,-1 2-5 0,-1 0-4 0,1 1 8 15,0-3-7-15,1 0 5 0,-3 0-4 0,1 3 6 16,-4-5-1-16,3 4-2 0,-4-2-6 0,0 0 6 16,1 1-2-16,-3-1 4 0,-6 0-8 0,7 0 4 15,1-1-1-15,-10 2 0 0,2-1 3 0,-1-1 0 16,1 1-5-16,1-2 7 0,-2 2-5 0,-1 0-3 16,0 0 3-16,-2-1 1 0,0 1 1 0,1 0 0 15,1 0-4-15,0-3 1 0,0 3 1 0,1 0-2 16,-4-1 0-16,4 2-3 0,-2-1-4 0,2 0-3 15,-2 0-2-15,0 0 2 0,0 3-8 0,-5-3 0 16,4 0-7-16,0 1 1 0,1 1-5 0,-2-2 2 16,4 1-2-16,0-1-4 0,0 1-11 0,-2 0-5 15,3-1-11-15,-4 1-36 0,0-2-108 0,-2 0 48 16</inkml:trace>
  <inkml:trace contextRef="#ctx0" brushRef="#br0" timeOffset="6807.96">8976 7161 2 0,'0'0'20'0,"0"0"-3"0,-9-1 0 0,9 1-6 16,0 0-1-16,0 0 3 0,-10-1-5 16,10 1 2-16,0 0-3 0,-11 0 2 0,11 0-4 15,0 0 3-15,-9 2-1 0,9-2 1 0,0 0 2 0,0 0 2 16,-11 0 3-16,11 0 2 0,0 0 7 0,0 0-2 15,0 0-1-15,0 0 1 0,-7 2-1 0,7-2-2 16,0 0-1-16,0 0 0 0,0 0-2 0,0 0-1 16,0 0 4-16,0 0-4 0,0 0-1 0,0 0 3 15,0 0-5-15,0 0-7 0,0 0-1 0,0 0-3 16,0 0 3-16,0 0-1 0,0 0 4 0,0 0-9 16,0 0 7-16,0 0-5 0,0 0 2 0,0 0 2 15,0 0 0-15,0 0-2 0,0 0-2 0,0 0 2 16,29-4 0-16,-29 4-6 0,12 1 10 15,-6-2-4-15,-6 1 0 0,16 1 4 0,-8 0-3 0,5-1 0 16,0 0 3-16,1 0 3 0,0 0 1 0,4 0-4 16,1 2 1-16,0-4-5 0,3 2 4 15,-2-1 2-15,1 2 0 0,-2-2-5 0,3 1 5 0,-3 0-2 16,3 1 0-16,-2 1-1 0,2 0-1 0,-3-2-5 16,1 2 4-16,0-2 7 0,-1 0-6 0,-1 2-1 15,1-1 2-15,0 0 1 0,-2 1-5 0,0-1-4 16,1 3 8-16,-1-3-6 0,-2 0 8 0,2 0 0 15,-3 0-6-15,-1 0 2 0,0 0-4 16,2 1 1-16,0-1 1 0,1 1-1 0,-4-2-1 16,2 1-1-16,1 1 7 0,1-1-4 0,-3-1-3 0,2 0 1 15,3-1 2-15,0 2 1 0,1-2-5 0,0 1-1 16,2-2 9-16,2 2-4 0,-3 0 0 16,7-1 2-16,-5 1-6 0,-2-2 2 0,3 2-3 0,-1 2 3 15,1-1 7-15,-3-1-6 0,3-1 0 16,4 1 2-16,-5 0 1 0,0 0 3 0,-1 0-2 0,8 1-3 15,-8-1-2-15,7 0 1 0,-1-1 1 0,1 1-4 16,1-2 2-16,-3 1 3 0,1-1-2 0,-7 0-3 16,2 1 6-16,-1-1 4 0,2 1-9 0,3-3-1 15,-5 4 3-15,1-1 0 0,-2-1 0 16,1 2 1-16,-2-2 3 0,0 0-6 0,-1 2 5 0,1-2-7 16,-2 2 4-16,2-1-1 0,-5 0 3 0,5-1-5 15,-5 1 4-15,0 0 4 0,-1 1-5 0,2 0 10 16,-3 0-12-16,0-2 1 0,1 2-2 0,-1-1 7 15,2 1-7-15,-1-2 1 0,-1 1 10 16,0 1-13-16,2-2 7 0,-4 2-2 0,4 0 1 16,0-1-4-16,-1 0 13 0,0-1-9 0,-2 2-4 0,2-1 0 15,0 0 0-15,0-1 4 0,1 1 2 0,-3 0-1 16,2 1-3-16,-3-3 2 0,-2 3 0 16,0-2-1-16,-8 2-1 0,14-2 1 0,-14 2 1 15,11-2-4-15,-11 2 5 0,13-1 4 0,-8 1 1 0,-5 0-3 16,9 0 2-16,-9 0-1 0,0 0 2 0,9-2 0 15,-9 2 3-15,0 0 0 0,0 0 10 0,11 0 5 16,-11 0 1-16,0 0-2 0,0 0-4 0,0 0 4 16,8-1 5-16,-8 1-7 0,0 0 5 0,0 0 5 15,0 0 0-15,0 0 0 0,0 0 6 0,0 0-8 16,0 0 2-16,0 0-8 0,0 0-1 0,0 0-7 16,0 0-2-16,0 0-3 0,0 0 6 0,0 0-3 15,0 0 0-15,0 0-5 0,0 0 4 0,0 0-6 16,0 0-7-16,0 0-13 0,0 0 0 0,0 0-15 15,0 0-17-15,0 0-11 0,0 0-9 0,0 0-18 16,0 0-13-16,0 0-65 0,0 0-173 0,0 0 77 16</inkml:trace>
  <inkml:trace contextRef="#ctx0" brushRef="#br0" timeOffset="33991.75">24056 8303 26 0,'-11'0'32'0,"11"0"-4"0,-13-2 2 0,13 2-6 15,-11 0 0-15,11 0-5 0,-11 0 3 0,11 0 1 16,-10 0-2-16,10 0 3 0,0 0-5 0,-10 2-2 15,10-2 3-15,0 0-8 0,0 0 3 0,0 0 0 16,0 0-6-16,-10 0 8 0,10 0-11 0,0 0-7 16,0 0 4-16,0 0-1 0,0 0 4 0,0 0 2 15,0 0-1-15,0 0-8 0,0 0 7 0,0 0-1 16,0 0-6-16,23 10 8 0,-16-7-3 0,2 0 2 16,-1 0 0-16,5-2 1 0,3 1-1 0,5 1 4 15,8-2-1-15,3 1 6 0,1 2-15 0,3-3 16 16,3 1 4-16,0-4-9 0,-1 2 4 0,13-1-1 15,-10-1 0-15,10 2-2 0,1-4 2 0,1 4-1 16,1-1 1-16,1-2-1 0,1 1 1 0,0 1-5 16,3 1-3-16,0-6 0 0,1 9-1 0,-2-3 4 15,-1 0-4-15,1 0 0 0,4-3-2 0,-2 3 2 16,3-1-2-16,-2 3-3 0,2-3 7 0,1 0-4 16,-1-1-1-16,-1 2 3 0,-1-2 2 0,2 2-6 0,0 0-8 15,-5-1 10-15,0 1-3 0,0 3 0 16,-1-3 1-16,-1-2 18 0,-2 2-21 0,-3 3-2 15,3-3 6-15,-1 1-6 0,-3-1 11 0,-8 1-5 16,7-1-3-16,-9 1 1 0,11-1 3 0,-12 0-2 0,12 0-5 16,-12 0 5-16,-1-1-2 0,13 1 1 0,-14 0 4 15,3 0-6-15,-2 0 3 0,-2-2-3 16,3-1 6-16,-1 1-5 0,2-1 2 0,-2 1 3 16,14 1-5-16,-16-1-2 0,3 1 3 0,-1 0-4 0,14-1 5 15,-1-2 4-15,-13 3-5 0,13 0-4 16,-12-2-2-16,1 1-2 0,-1 2 8 0,-1-2-6 0,-1 0 3 15,2 1 1-15,-3-3-7 0,2 2 0 0,0 1 9 16,-2 1-8-16,5-1 5 0,-4 2 3 0,16-3 1 16,-1 4-10-16,1-3 9 0,1 0-4 0,-3 2 5 15,-1-1-9-15,-10-1 6 0,-1 1 0 0,-1 1-7 16,0 1 5-16,1 0 4 0,1-2-5 16,-3 0 2-16,-1 0 3 0,2 1-6 0,-2 2 3 0,1-3 6 15,1 0-8-15,14 0-5 0,-16 1 4 0,0-1 3 16,0 1 9-16,-3-1-6 0,0-1 2 0,-3 2 2 15,2 0-7-15,-2-1-2 0,0 2 8 0,-2-2 5 16,0 0-10-16,0 0-7 0,0 0 17 0,-7 1-13 16,0-1 8-16,1 0 3 0,-3 3-5 0,0-5 0 15,1 0 0-15,-4 3-2 0,-2-1 1 0,-2-1-1 16,-4 1-1-16,0 0 0 0,-8 0-7 0,12 0-17 16,-6-2-17-16,-6 2-55 0,0 0-105 0,0 0 46 15</inkml:trace>
  <inkml:trace contextRef="#ctx0" brushRef="#br0" timeOffset="35435.51">4525 9203 5 0,'-12'3'12'0,"0"0"1"0,-1 2 1 0,0-1-1 16,3-2 4-16,1 0 6 0,0 1-2 0,3-1 0 16,6-2 1-16,-11 2-4 0,6 1 1 0,5-3-5 15,0 0-5-15,-9 3 6 0,9-3-8 0,0 0 3 0,0 0-1 16,0 0-5-16,0 0 1 0,0 0 5 15,22 1-8-15,-9-2 7 0,3-2 4 0,5 0 2 16,-1 3 2-16,7-3 2 0,4 2-6 0,-2-2 7 16,2 1-1-16,1 0-2 0,1 1-2 0,4 1 1 15,0 0-2-15,2 0-3 0,13 3 0 0,-2 2 1 0,1-3-1 16,-11 2-1-16,13 0 5 0,2-3-5 0,-2 5 3 16,2-2-5-16,1 1 4 0,-3-1-4 15,0-1 0-15,-1 0 4 0,-1-3 4 0,3 0-7 16,-14 0 6-16,11-3-3 0,4-1 1 0,-4-4 9 0,1 1-1 15,-13 4 1-15,12-7-3 0,-14 6 0 0,1-4-2 16,-2 2-6-16,0 4 9 0,-4-1-6 0,-2-4 2 16,0 3 3-16,-9 2 1 0,0-1-4 15,-4 1-9-15,0 0 9 0,-4 1-5 0,0 0-2 0,-3-1 4 16,-2 4-1-16,-8-2-4 0,14 0 2 16,-14 0-10-16,11 0 8 0,-11 0 1 0,8 0-11 15,-8 0 4-15,0 0-1 0,10 0 2 0,-10 0-1 16,0 0 5-16,7 3-9 0,-7-3 0 0,5 2 5 15,-5-2 6-15,4 7-21 0,-4-7-6 0,3 10-13 0,0-3-15 16,1 2-12-16,-2 0-24 0,1 2-50 0,1 1-142 16,1-2 62-16</inkml:trace>
  <inkml:trace contextRef="#ctx0" brushRef="#br0" timeOffset="36748.3">10287 9297 34 0,'0'0'57'0,"-3"-7"-9"0,3 7 0 0,0 0-10 15,0 0 1-15,0 0-7 0,0 0-2 0,0 0-8 16,0 0 1-16,0 0-3 0,0 0-1 0,0 0-7 16,0 0 5-16,0 0-5 0,0 0 0 0,0 0 3 15,0 0-12-15,0 0 3 0,0 0 9 0,30 10-10 16,-18-7-3-16,2 0 7 0,3 1-3 0,0 0-4 16,1-1 4-16,4 3-4 0,0-3-5 15,3 3 9-15,5-3-1 0,-2 2 2 0,-1-2-3 0,0 1 4 16,1 1-3-16,-2 0 2 0,2-1 2 0,1-1-7 15,-1 2 2-15,0-3 1 0,-1 1-2 0,1-1 7 16,0 0 5-16,4 1-3 0,2-1-4 0,1-2 3 16,2 1-4-16,0-2 12 0,2 0-4 0,13 0 5 15,0-3-1-15,-1 3-8 0,-12-1 1 0,12 2-4 16,-12-2 5-16,9 1-2 0,-10 1 4 0,3 0-12 16,10 0 7-16,-11-2-3 0,11 2-4 0,5 0 8 15,-1-4-5-15,-2 3 7 0,0-2-1 0,2-1-7 16,1 1 4-16,0 3-1 0,1-4 1 0,1-1 6 15,-1 1-5-15,2-1 3 0,-2 4-9 0,-1-1 10 16,0-2-3-16,1 1-1 0,3 3-6 0,-2-2 8 16,2 1-5-16,-1 1 2 0,4 0 1 0,3 0-7 0,-3-2 3 15,2 4 3-15,-2-3-3 0,2 1-4 16,-1-1 3-16,-3 1 6 0,2-2-9 0,2 2 1 0,-4-1 10 16,6 4-3-16,-2-3-5 0,3-3-1 15,-1 1-10-15,23 1 2 0,-29 1 16 0,4-1-6 0,0-2-6 16,2 2 1-16,-2 0 0 0,-2-1 7 0,27 1 4 15,-29-1-4-15,6-2 8 0,-2 4 1 0,25-3-16 16,-26-1 4-16,1 3 0 0,0-1-3 0,1-2 9 16,-3 0-5-16,1 3 1 0,-4-2 2 0,0 2 2 15,4-1-10-15,1 0 3 0,-2-2-1 16,-3 4-5-16,4-1-3 0,-2 0 6 0,1 1 9 0,0-2-5 16,-2 0 1-16,-3 0 4 0,0 1-7 0,0-1 0 15,-2 0-7-15,-2 0 9 0,-1 3 1 0,4-5-7 16,-2 3 8-16,-3 2-9 0,-12-3 3 0,-2 0 10 15,14 1-11-15,-13 0 3 0,-1 1-2 0,-1-3 7 16,3 3-2-16,-5 2-1 0,3-4 3 0,-5 2-3 16,0 0-4-16,-1 0-4 0,-3 2 8 0,0-1-7 15,0-1 14-15,-1 1-3 0,-1 3-2 0,-8-2-1 16,3 0-1-16,-1-1-1 0,0 0-4 0,1 1 1 16,-2 0-4-16,-1-1 1 0,3-1 20 0,-2 2-36 15,-2-2 24-15,2 1-5 0,-8 0 1 0,4 1-1 16,-3-2 2-16,2 1 2 0,-2 0-1 0,1-1 0 15,2 0 0-15,-2 2 2 0,-1-2 1 0,2 0-5 16,1 0 7-16,-1 0-7 0,2 0 7 0,-3 0-6 0,4 0 3 16,-1 0 2-16,0 0-5 0,-2 0-3 15,-2 0 8-15,0 0-23 0,-3 0 9 0,1 0 7 16,0 0 4-16,-3 2 2 0,2-2-2 0,-1 0 5 16,-9 0-8-16,13-2 6 0,-13 2 3 0,9 0-4 15,-9 0 12-15,7 2 6 0,-7-2 8 0,0 0 7 16,0 0 7-16,10 0 10 0,-10 0 1 0,0 0 6 15,0 0-1-15,0 0 0 0,0 0 2 0,0 0 4 0,0 0-3 16,0 0-7-16,9 0-4 0,-9 0-6 16,0 0-6-16,0 0-4 0,0 0-6 0,0 0-4 15,0 0-8-15,0 0-7 0,0 0-21 0,0 0-18 0,0 0-29 16,0 0-26-16,0 0-33 0,0 0-34 0,0 0 13 16,0 0-8-16,2 9-12 0,-2-9-121 0,0 0-297 15,-8 17 132-15</inkml:trace>
  <inkml:trace contextRef="#ctx0" brushRef="#br0" timeOffset="38167.87">21279 9358 7 0,'0'0'35'0,"0"0"-4"15,0 0-3-15,0 0-6 0,0 0 3 0,0 0-2 16,0 0-4-16,0 0 6 0,0 0-4 0,0 0 4 16,0 0-10-16,0 0 4 0,0 0 2 0,0 0 3 15,18 11-3-15,-10-9-5 0,2-1 5 0,3 1 0 16,0 0-4-16,-1 0 3 0,6 1 3 0,3-2 0 15,-2 3-10-15,3 0 6 0,-1-4-1 0,0 1-2 16,7 3 4-16,0 0-1 0,-1-2-4 0,2 2-7 16,-1 0 3-16,2-1 1 0,-1-1-3 0,2 1 4 15,-1-2 3-15,-1 3 3 0,2-2-5 0,1 2-2 16,0-3-2-16,3 1 8 0,2-1 0 0,17 0-1 16,-2-1 9-16,2-1-5 0,3-3 6 0,2 4-6 15,2-2 8-15,2 2-4 0,-2-4 1 0,3 5-1 0,2-5-9 16,-6 3-4-16,2 0 0 0,1 3 4 15,-3-3-3-15,3 1-1 0,-3 0 0 0,2-1 2 16,3 2-8-16,25-1 10 0,-27 0 9 0,0 0-8 0,5 0 1 16,-2 0 1-16,26-1-4 0,4-2 4 0,-34 2 8 15,27-2-12-15,-24 3 4 0,29-7 2 0,-5 3-7 16,4 1 10-16,-29 0-10 0,28 1 4 16,-24-2-5-16,24 0 0 0,-4 2 9 0,-24-3-8 0,29 0-1 15,-28 5 6-15,30-8 0 0,-3 4-2 0,-25 3-3 16,27-3 3-16,-4 2 0 0,-25 1-6 0,24-1 4 15,-25-1-2-15,4 3 0 0,28-3-1 0,-31 2 0 16,25 1-1-16,-25 0 0 0,28-1-1 0,-29 0 6 16,-3 0-7-16,6 1 0 0,-2 0-4 0,2 1 1 15,-1-2 1-15,-1 2 3 0,0-2-6 0,-2 2 4 16,0-1 1-16,-4 0 4 0,6 2-5 0,-3-3-3 0,-5 3-2 16,3-3 1-16,-1 0-2 0,-4 1-2 15,-1-1 5-15,-1-1-5 0,-2-1 2 0,-15 4 0 16,15-2 2-16,-10-1-1 0,-1 1 1 0,10 1 4 15,-1-3 1-15,-11 0-3 0,1 3 3 0,-1-3 6 0,0 1-2 16,-2 2 0-16,0-4 3 0,-2 1 3 16,-2 0-4-16,1-1-6 0,-4 3 2 0,1-2 2 15,-11 3-4-15,2-3 5 0,1 2 0 0,-4-1 0 0,0 1-5 16,-5-2 10-16,1 2 2 0,-3-1 0 0,0 0-1 16,-1 1 4-16,-1 0-2 0,-9 1 3 0,14-1-2 15,-8 1-1-15,-6 0-1 0,10-3 1 0,-10 3-4 16,8 0-1-16,-8 0-8 0,0 0 9 0,0 0-3 15,9-2 2-15,-9 2-6 0,0 0 4 16,0 0-2-16,0 0-2 0,0 0 2 0,0 0 3 0,0 0 1 16,0 0-3-16,0 0 6 0,0 0-3 15,0 0-3-15,9 0 2 0,-9 0-1 0,0 0 1 0,0 0-4 16,0 0 0-16,0 0 1 0,0 0-1 0,0 0-1 16,0 0-4-16,0 0 4 0,0 0-2 0,0 0-2 15,0 0 0-15,0 0 0 0,0 0-1 0,0 0-4 16,0 0 9-16,0 0-2 0,0 0-6 0,0 0 5 15,0 0-1-15,0 0-6 0,0 0 1 0,0 0 4 16,0 0 2-16,0 0 4 0,0 0 0 0,0 0-3 16,0 0-1-16,0 0-1 0,0 0 3 0,0 0-2 15,0 0 1-15,0 0-2 0,0 0 4 0,0 0-5 16,0 0 2-16,0 0-1 0,0 0 2 0,0 0-5 16,0 0 3-16,0 0-2 0,0 0 0 0,0 0-2 15,0 0-1-15,0 0-2 0,0 0-15 0,0 0-16 16,0 0-25-16,0 0-31 0,0 0-29 0,0 0-30 15,0 0-21-15,0 0-19 0,0 0-163 0,0 0-378 16,-40 3 168-16</inkml:trace>
  <inkml:trace contextRef="#ctx0" brushRef="#br0" timeOffset="39746.54">6602 10295 2 0,'0'0'58'0,"0"0"-9"15,0 0-7-15,0 0 2 0,0 0-8 0,-4 6-8 16,4-6 2-16,0 0-4 0,0 0-2 0,14 13-6 15,-6-8 10-15,2 0-5 0,2 0-1 0,7 2-13 16,1 0 12-16,7-1 0 0,3 0 1 0,4 0-9 16,0-2 7-16,5 0-3 0,12 2 0 0,-14 0 0 15,16-1 1-15,-3 3-9 0,3-5-1 0,-14 1 6 16,12 2 0-16,2-2-6 0,-14-1 3 0,15 3 0 16,-2-3 0-16,5 0 5 0,2 0-4 0,3 0 9 15,2-5-4-15,27 0 4 0,-27 2 2 0,2-2-14 16,26-3 9-16,-29 4-3 0,-2-1 0 0,2 2 5 15,3 0-3-15,-1-3 6 0,2 5-10 0,-2-2 6 16,0 0 2-16,2 0-1 0,22 0-1 0,-26 0-5 16,4 0 11-16,-3 1-6 0,3 0 2 0,-1-1-8 15,-1 0 11-15,1 0-8 0,24-1 6 0,-27 3-4 16,2-2-12-16,0 0 13 0,-1 0-5 0,27 0-2 16,-30 1 5-16,-1-1-3 0,0 0 3 0,1 2-5 15,-1 1 0-15,-3-1-3 0,2-1 10 0,2 0-3 0,0 1 0 16,3-1-3-16,-2 1 2 0,2 0-11 15,1 0 9-15,-1-5-4 0,1 0 3 0,0-1-1 16,-1 1 1-16,1 0-8 0,2-1 12 0,-6-2-7 16,4 1 3-16,0 0 9 0,-2-4-6 0,1 5-3 0,-3-4 2 15,-2 1-7-15,1-1 1 0,-2 1 6 16,-1-2-5-16,-2 3 8 0,-3-2-6 0,2 2 0 16,-3-3 6-16,-2 1-6 0,-10 4 2 0,-1-3 0 15,14 0-1-15,2-1 3 0,-17 3-3 0,15-3 6 0,-14 4-12 16,2-3 11-16,-1 1-7 0,-1 2-1 15,14 1 1-15,-16 1-5 0,-3-1 0 0,1 0-2 16,-4 2 0-16,3-1 5 0,-6 1-2 0,-4 1-5 16,-4-3 6-16,4 3-1 0,-5 1-3 0,0-1 0 0,-4 0-3 15,-3 0 4-15,1 0 8 0,-4 0-2 0,-8 0-4 16,11-1 15-16,-11 1 5 0,12 0 18 0,-12 0 4 16,6 1 11-16,-6-1 4 0,9 2 1 0,-9-2 4 15,0 0 4-15,0 0-2 0,7 1 1 0,-7-1-7 16,0 0-1-16,0 0-3 0,0 0-7 0,0 0-7 15,0 0-3-15,0 0-5 0,0 0-2 0,0 0-1 16,8 1-3-16,-8-1-6 0,0 0-3 0,0 0-1 16,0 0-4-16,0 0-3 0,0 0 0 0,0 0-1 15,0 0-3-15,0 0-1 0,0 0-12 0,0 0-19 16,0 0-19-16,0 0-27 0,0 0-44 0,0 0-46 16,0 0-42-16,0 0-43 0,0 0-137 0,0 0-410 15,0 0 182-15</inkml:trace>
  <inkml:trace contextRef="#ctx0" brushRef="#br0" timeOffset="44103.86">21357 11279 13 0,'-7'-2'68'16,"7"2"-23"-16,0 0 10 0,-6-4-8 0,6 4-3 15,0 0-7-15,0 0-6 0,0 0 0 0,0 0 0 16,0 0-8-16,0 0-5 0,0 0-3 0,0 0 3 15,0 0 4-15,0 0-1 0,29 6-3 0,-12-4 8 16,5-1 2-16,9 2-1 0,6-4 2 0,14 2-4 16,3 0 0-16,2-1-4 0,3-1-1 0,2-2 2 15,0 3 1-15,2-1 6 0,30-2-2 0,-31 2-10 16,1-1 2-16,4-1 2 0,24 2 0 0,-27 1-4 16,0-3-5-16,-1 4 5 0,1-5 1 0,30 3-10 15,-33-1 14-15,4-2-5 0,27 0-1 0,-28 0 16 16,28 0-9-16,-29 1-5 0,4 0 8 0,23-4-8 15,-26 6 6-15,0-2 1 0,0 0-5 0,1-1-2 16,-4 0 12-16,-1 1-8 0,3 0 1 0,-1 1 2 16,-3-1 1-16,-1-1-8 0,-6-1 3 0,-12 3-1 15,-1 1 6-15,-2-1-4 0,-1-1-5 0,-2 2 4 16,-4 0-3-16,-8 0 0 0,-4 0 1 0,-5 0-9 16,-2-1 15-16,1 1-1 0,-6 2 1 0,-6-1 10 15,13-1 12-15,-13 1-4 0,10-1-5 0,-10 1 0 16,0 0 0-16,9 0-4 0,-9 0 0 0,0 0 0 0,0 0-6 15,9-2-3-15,-9 2-5 0,0 0 2 16,0 0-2-16,0 0-5 0,0 0 1 0,0 0-7 0,0 0 0 16,0 0-3-16,0 0-5 0,0 0-15 15,0 0-23-15,0 0-29 0,0 0-29 0,0 0-14 0,0 0-9 16,0 0-17-16,-7 16-131 0,7-16-289 0,-7 10 128 16</inkml:trace>
  <inkml:trace contextRef="#ctx0" brushRef="#br0" timeOffset="44929.96">25760 11275 5 0,'10'6'56'0,"-2"-5"-3"15,-1 2-10-15,4 1 5 0,0-2-4 0,8 1-3 0,-2 1-2 16,2 1-2-16,3-1 6 0,5 0-8 0,4 2-8 15,0-3 0-15,6 0 1 0,1 0 0 16,16 1 7-16,4-2-6 0,2-2 3 0,6-2-5 16,21 2 0-16,-19-2 8 0,21-1-6 0,-23 0-3 0,23-1-4 15,-21 3-2-15,25-3 8 0,-1-1-14 16,-3-2 6-16,-26 4 0 0,32-1 4 0,-3-3-4 0,0 2-2 16,-2 1 4-16,-27 1 5 0,33-5-8 15,-4 3-3-15,0-1 3 0,-2-2 4 0,-24 3-7 0,30-2 10 16,-6-2-9-16,4 2-1 0,-4 1-7 0,-23 2 15 15,23-5 0-15,-28 6-2 0,4 0-1 16,28-3 1-16,-29 2 2 0,0-2-8 0,-2 3 6 16,-1 2-5-16,0-2 6 0,-2 0 0 0,-3 1-3 0,-1 0-6 15,-4-1 0-15,-15 1 1 0,0 2 0 0,-5-2-1 16,-3 2-3-16,-7-3 0 0,-2 3 3 0,-3 0-4 16,-4-1 4-16,-2 0-2 0,-3 1 3 15,-8 0-3-15,10-1 3 0,-10 1-4 0,11-1 2 0,-11 1-5 16,0 0-4-16,0 0-24 0,8-1-13 0,-8 1-24 15,0 0-23-15,0 0-9 0,0 0-22 16,-33 1-16-16,13 1-66 0,-10-1-207 0,-4-1 92 0</inkml:trace>
  <inkml:trace contextRef="#ctx0" brushRef="#br0" timeOffset="46763.06">6611 12230 32 0,'0'0'44'15,"0"0"-3"-15,0 0-6 0,0 0-4 0,0 0-1 0,0 0-2 16,0 0-10-16,-9-3-7 0,9 3 6 15,0 0-4-15,0 0-3 0,0 0 0 0,-12 9-1 16,12-9-1-16,-8 4-2 0,8-4-2 0,-6 4-2 16,6-4 0-16,0 0 2 0,-7 2 4 0,7-2-2 0,0 0 0 15,0 0-4-15,0 0 2 0,-7 3 2 16,7-3-8-16,0 0 1 0,0 0 5 0,0 0-4 16,0 0 1-16,0 0 0 0,0 0-3 0,0 0 3 15,0 0 2-15,0 0-1 0,0 0-4 0,0 0-1 0,17 9 5 16,-12-5 3-16,1-2-13 0,-1 0 10 0,3 1 0 15,2 3-4-15,2-3 11 0,2 0-3 16,1 1 3-16,5-3 6 0,2 0-7 0,9 1 5 16,1 1 7-16,2-3 2 0,1 2-10 0,-1-4 4 0,2 2-1 15,3-1 3-15,-2 0-12 0,1 1 6 0,0 2 5 16,2-3 1-16,1 2-3 0,-2-1-2 0,0 2 6 16,-1-2-5-16,14 0 6 0,-14 1-1 0,14 3 1 15,0-4 2-15,-2-4 2 0,-10 3-5 0,12-3 6 16,2 3-5-16,-1-3-1 0,0 1 2 0,2 1-20 15,-1 0 6-15,0-3 12 0,-4 3 8 0,-9 0-9 16,10 1 2-16,-11-2-11 0,10 4 2 0,-9-3 0 16,9 1 3-16,-11 1 6 0,2 1 2 0,13-1-8 15,-3 0 1-15,0-1-3 0,0 1 5 0,-13 0-3 16,17 1 4-16,-3 0 0 0,0-1-3 0,2 0-2 16,-3 0 3-16,2-1 3 0,0-2-9 0,-14 0 1 15,16 0 6-15,-1 2-4 0,0-4 5 0,1 3-4 16,-3 0 6-16,2 1-5 0,1 0 0 0,0-1 1 15,1 0 7-15,0 0-9 0,-1 0-8 0,1-1 11 16,-1 1 0-16,3 0-4 0,-2-1 3 0,1-2-5 16,2-1 0-16,1 1 3 0,-1 0 4 0,1-1-10 15,2 2 5-15,-1 0 2 0,2-1-4 0,-2 1 2 16,3-2-3-16,-4 3-2 0,0-4 1 0,-1 4 7 16,0 0-5-16,-2 2-6 0,3-4 5 0,-2 5-2 15,-4-5 2-15,7 3-5 0,-1 0-7 0,-3 1 9 0,1-3 1 16,1 5-4-16,-2-2 3 0,0-2 2 15,-4 4-1-15,1-1-4 0,-2 0-1 0,-14 2 1 16,17-1 0-16,-15-1-2 0,12-4 7 0,1 3-7 16,0 1 1-16,0-2-1 0,-1 0 0 0,-12 1 1 0,12 0 0 15,0-1 4-15,1-1-7 0,-1 5 4 16,-2-2 6-16,-12-2-7 0,2 1 4 0,10 1-11 16,-12 0 7-16,-1-1 1 0,2 1 3 0,-4 1-1 15,4 0-3-15,-5 1 1 0,4-2 4 0,1 0-2 0,-1 1-2 16,-2-1 2-16,4 3 1 0,-3-3-12 0,1 0 11 15,-1 1-5-15,-1-1 7 0,0 1-6 16,0-1 1-16,3-1 3 0,-6 1-4 0,1 0 4 16,-1-1 3-16,1 1-7 0,-3 0 2 0,1-1 7 0,-3-1-6 15,2 1 1-15,-3 1 5 0,1 0-2 0,-7 0-1 16,-4-2 1-16,3 1 2 0,-2 2-2 0,4-2-1 16,-3 1 0-16,-2-1 6 0,-4 2-5 15,-1-2 5-15,1-2 0 0,-3 6 0 0,3-3 5 0,-3-1 3 16,-3 2 7-16,-1-1 0 0,-7 0 7 0,12-1 5 15,-12 1 5-15,8 1 7 0,-8-1 4 0,7-4-1 16,-7 4 1-16,0 0-3 0,0 0-1 0,0 0-1 16,10-1-3-16,-10 1 1 0,0 0-8 0,0 0-4 15,0 0-1-15,0 0-4 0,0 0-5 0,0 0-4 16,0 0-4-16,8-3-8 0,-8 3-12 0,0 0-25 16,0 0-18-16,0 0-30 0,0 0-34 0,0 0-30 15,0 0-23-15,0 0-32 0,0 0-185 0,0 0-407 16,-14 22 180-16</inkml:trace>
  <inkml:trace contextRef="#ctx0" brushRef="#br0" timeOffset="57985.45">4855 13230 1 0,'34'0'24'0,"1"0"7"15,0 0-5-15,4-3 1 0,-1 2 0 16,2-1-13-16,10-3 10 0,-11 7-3 0,1-4 0 0,-2 4-1 16,2-2 3-16,-1 1-9 0,0-2 1 0,-1 2-5 15,3-1 0-15,-1 2 3 0,-3 0-8 0,16-1 4 16,-16-1 2-16,14 3-2 0,1-3-1 15,-1-4 3-15,2 0 2 0,2 0-6 0,-1 0 1 0,1-1 2 16,0 1-3-16,1-2 7 0,-3-1-8 16,-1 1 6-16,-1-1-9 0,-11 1 7 0,-2 1 4 0,13 0-8 15,-14 1 2-15,-2 1-1 0,1 1 3 16,-3-1-4-16,1 2 2 0,-1 1 1 0,1 0 6 16,-4 1-5-16,2 1-4 0,0-4-2 0,3 2 7 15,-3 3-4-15,-2-2 1 0,2 0-7 0,-1 1 6 0,-2-1 5 16,1 2-5-16,-1-3 9 0,1 1-6 0,-2-1 0 15,0 0-2-15,1-1-2 0,-2 2-2 0,-8-1 1 16,2 0-2-16,-2-1-1 0,-1 1-2 0,1-1 5 16,-6 2-6-16,1-1 6 0,-3 2-3 15,-2 0 0-15,4 1 4 0,-7 0-13 0,1 0-8 16,2 2-2-16,-4 0-14 0,1 1-14 0,-1 1-8 16,2 3-37-16,-3-2-96 0,-1 2 42 0</inkml:trace>
  <inkml:trace contextRef="#ctx0" brushRef="#br0" timeOffset="59663.82">24327 12201 8 0,'-4'-3'35'0,"4"3"-6"0,-5-7-1 15,5 7-5-15,0 0 2 0,0 0-2 0,-12-4-1 16,12 4-3-16,0 0-1 0,-6-2 3 0,6 2-5 15,0 0 1-15,0 0 2 0,0 0-2 0,0 0 6 16,0 0 7-16,0 0 0 0,0 0 3 0,0 0 0 16,0 0-5-16,0 0-1 0,0 0 0 0,0 0 7 15,0 0-12-15,0 0 2 0,0 0-3 0,0 0-4 16,0 0-7-16,0 0-4 0,0 0 7 0,0 0-5 16,0 0-3-16,0 0 1 0,0 0 1 0,0 0 2 15,0 0 4-15,0 0-2 0,0 0-2 0,0 0-3 16,29 7 4-16,-19-4 2 0,4 0-5 0,-4-1 7 15,8 1-7-15,0-1 12 0,4 1-2 0,10 0 0 16,3 1 9-16,18 0-7 0,-3-2 1 0,3 2-3 16,1-2 6-16,1 1-1 0,0-1-18 0,-3 1 14 15,2-3-6-15,2 1-1 0,0 3 0 0,-1-3-2 16,0 1 5-16,3-1-6 0,-1 2 6 0,1 0-2 16,2-4 4-16,2 1-4 0,2-2-5 0,27 0 2 15,-27 0 1-15,27-1 4 0,-27 4 1 0,26-1 1 16,-27-2-8-16,27 0 2 0,2 2-3 0,-29-1 4 15,27-3 0-15,-25 4-9 0,23-2 5 0,-23 0 5 16,2 2-2-16,25 0-7 0,-31 2-4 0,4-6 6 16,-2 3 5-16,1-1-5 0,-3 1 4 0,4 0-2 0,-2 1-6 15,-4-1 4-15,1 0 3 0,-3 1-5 16,-1-1 7-16,2 0-4 0,-9 2 12 0,3-1-12 0,-12 2 4 16,10-1 0-16,-12 1-9 0,-2-2 4 15,3 4 1-15,-2-3-9 0,0 1 6 0,-1 0 0 0,-1-1-1 16,4-1 0-16,-4 2-3 0,0-1 13 15,-2-1-11-15,-2 0 4 0,3 0-2 0,-5 0-1 0,-1-3-6 16,1 3 7-16,2 0-7 0,-4 0 6 16,4-1 5-16,-5 1-7 0,-5-2 0 0,-1 2 2 0,1-2-2 15,-2 1 7-15,-2 1-15 0,3-1 15 0,0 0-9 16,-2-1-1-16,2 0 6 0,-1 0 1 0,-2 1-3 16,4 0 6-16,-4-2 0 0,-1 0-6 15,-2 1 9-15,0 1-6 0,0-2 1 0,-2 3-3 0,-1-1-2 16,1-2 7-16,-1 2-19 0,0-1 25 0,-11 2-14 15,18-3 7-15,-12 2-4 0,-1-1 4 0,-5 2-5 16,0 0 3-16,23-3 2 0,-15 1-2 0,-8 2-4 16,18-5 1-16,-11 5 0 0,5-3-2 0,1 2 9 15,-2 0-4-15,1-1-12 0,1 0 12 0,7 1 0 16,-2 0-2-16,1-1-1 0,1 2 3 0,-2-1 0 16,9 1-3-16,-5-3-2 0,6 3-2 0,-9 0 5 15,3 0-2-15,-1-3-5 0,-1 3 10 0,1 0-1 16,-2-2 0-16,-2 1 3 0,1 1-3 0,-5-4-10 15,2 3 6-15,-3 1 14 0,2 0-16 0,-1-3 2 16,-1 1 0-16,1 1-5 0,-1-1 9 0,2 2-6 16,-3 0 4-16,-1 0-10 0,-1 0 12 0,-9 0-3 15,13 0 5-15,-8-3-11 0,-5 3 11 0,10 0-8 16,-10 0 6-16,7-3-6 0,-7 3 1 0,0 0 0 16,0 0 2-16,10 0 2 0,-10 0-6 0,0 0 0 15,0 0-2-15,0 0-15 0,0 0-20 0,9-1-14 16,-9 1-10-16,0 0-3 0,0 0-7 0,0 0-16 15,0 0-16-15,-15 19-71 0,1-15-192 0,-3 2 85 16</inkml:trace>
  <inkml:trace contextRef="#ctx0" brushRef="#br0" timeOffset="74381.92">17907 16340 8 0,'-12'0'59'0,"12"0"1"0,-10 0-8 0,10 0-9 15,0 0-1-15,-12-1-10 0,12 1 1 0,0 0-5 16,-7 1 1-16,7-1-8 0,0 0 0 0,0 0-2 15,0 0-3-15,0 0-4 0,0 0 3 0,0 0 4 16,15 11-8-16,-15-11 5 0,12 6-3 0,-3-2 5 0,1-3 0 16,1 0 13-16,1 0-18 0,3 1 4 15,3-2-4-15,4 3 0 0,6-3 10 0,0 0-3 16,3 0 10-16,1 0-3 0,1 0 0 0,1 0-7 16,2-2 0-16,4 0-2 0,-1 2 10 0,12-3-7 15,-11 2 2-15,-3-3-10 0,14 0 6 0,-1 2 1 16,-9 1-2-16,10-2-7 0,0 0 6 0,3-1-3 15,-4 3 1-15,2-4-4 0,2 2-2 0,-3-2 1 16,3 2 2-16,1-2 3 0,-1 0-7 0,3 0 1 16,-2 0 0-16,4 3 0 0,3-4 0 0,0 1 2 15,-1 0 1-15,3 3 5 0,2-5 10 0,-1 1-10 16,2-1-3-16,-3 2-3 0,2 1 1 0,1-1 8 16,-3 1-4-16,-2 2-7 0,0 2 2 0,0-4-1 15,-4 4 10-15,2 0-6 0,1 0-4 0,-2-2 0 16,0 3 2-16,-1-5-6 0,2 4 5 0,-1 0-3 15,0 0 1-15,-4 0-3 0,4 0 5 0,-3 3-4 16,0-1 4-16,4 0 0 0,-4 1-1 0,6 1-1 16,-2-3 2-16,2 3-3 0,2-1-5 0,-4-1 2 15,6 2 0-15,-2-2-1 0,-2 2-6 0,2-1 4 16,-3-1-2-16,2 0 2 0,0 2-7 0,1-3 5 16,1 0 3-16,0 3 8 0,1 0-8 0,-2-3 5 15,3-1-4-15,23 2-1 0,-30-1-4 0,3 0 5 16,1-1-1-16,-3 1 4 0,-2 2 1 0,5-2 9 15,-3 1-4-15,1-2-3 0,-4 1 4 16,4-2-2-16,-1 1 10 0,-1 0-5 0,2 2 2 0,-2-2-5 16,1 1 1-16,0 1 0 0,-4 0-2 0,2 1 1 15,-3 2-5-15,1-3 5 0,1 2-5 0,-1 0-6 16,-3-3 5-16,1 0-3 0,0 1 4 0,-2 3-4 16,-13-5 5-16,16 6-6 0,-2-6 5 0,-4 3-7 15,1-3-3-15,-14 0-1 0,3 0 2 16,-2 0 2-16,-2 0 5 0,1 0 13 0,0 0-11 0,-3-1 0 15,1-1 1-15,2 2 4 0,-6 2-3 0,-3-2 2 16,-6 0-2-16,-1-2 8 0,1 1-11 0,-3 2 1 16,2 2-4-16,-4-4 4 0,-4 1-4 0,5 1-5 15,-5-1-5-15,-3 3-7 0,-10-3-5 0,17 0-20 16,-17 0-6-16,13 4-14 0,-13-4-5 0,8 2-10 16,-8-2-11-16,6 6-7 0,-6-6-20 15,0 6-25-15,0-6-84 0,0 0-237 0,-17 14 105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18:30.569"/>
    </inkml:context>
    <inkml:brush xml:id="br0">
      <inkml:brushProperty name="width" value="0.05292" units="cm"/>
      <inkml:brushProperty name="height" value="0.05292" units="cm"/>
      <inkml:brushProperty name="color" value="#FF0000"/>
    </inkml:brush>
  </inkml:definitions>
  <inkml:trace contextRef="#ctx0" brushRef="#br0">7360 15009 17 0,'0'0'98'0,"0"0"0"0,0 0 2 15,0 0-9-15,5-11-6 0,-5 11 4 0,0 0-13 16,0 0 3-16,0 0-4 0,0-8-10 0,0 8 0 16,0 0 12-16,0 0-8 0,0 0-1 0,0 0-9 15,0 0 1-15,0 0-7 0,0 0-9 0,0 0-2 16,0 0-5-16,0 0-1 0,0 0-5 0,0 0-5 15,0 0 2-15,0 0-6 0,0 0 1 0,0 0-3 16,0 0-6-16,-12-5-2 0,12 5 0 0,0 0-3 16,0 0 2-16,-16 10-5 0,9-6 0 0,1 1-4 15,-2 2 2-15,-2-1-4 0,1 2 2 0,0 1-3 16,-1-2 8-16,1 3-12 0,0-2 2 0,-1 2 3 16,2 1 2-16,0-1 0 0,2 1-2 0,-3 1 0 15,1 0 0-15,2 3 2 0,-1-5-4 0,4 1-2 16,-2 0-1-16,1 5 6 0,3-6-1 0,-2 0-4 15,2 1 1-15,2-2 2 0,-1 0 1 0,1 1-2 16,1-1 1-16,3 1 6 0,0 0-3 0,-2-2-2 16,3-3 7-16,-1 4-2 0,0-7 5 0,4 6-19 15,-3-1-21-15,1-4-19 0,2 3-27 0,-2-4-16 16,3 0-2-16,-2-1-7 0,-8-1-20 0,15-2-72 16,-15 2-207-16,9-5 92 0</inkml:trace>
  <inkml:trace contextRef="#ctx0" brushRef="#br0" timeOffset="2372.33">7395 15082 2 0,'0'0'93'0,"0"0"-25"0,0 0-1 0,0 0-2 16,0 0-8-16,0 0 8 0,0 0-11 0,0 0-4 16,0 0 8-16,-4-9-15 0,4 9-3 0,0 0 2 15,0 0-6-15,0 0-2 0,-5-4 5 0,5 4 1 16,0 0-10-16,-2-6-6 0,2 6-2 0,0 0 0 15,0 0 8-15,-4-6-1 0,4 6 1 0,0 0-6 16,0 0-3-16,0 0 6 0,0 0 1 0,-5-7-8 16,5 7 2-16,0 0-5 0,0 0 0 0,0 0 3 15,0 0-1-15,0 0-5 0,0 0-1 0,0 0 0 16,0 0 3-16,0 0-1 0,0 0-6 0,0 0-3 16,0 0 3-16,0 0-4 0,0 0-1 0,0 0 11 15,0 0-3-15,0 0-6 0,0 0 7 0,0 0 1 16,0 0-4-16,0 0 4 0,0 0 3 0,0 0-10 15,0 0-2-15,0 0 2 0,0 0-5 0,0 0 1 16,0 0 2-16,-18 9-4 0,11-2-2 0,0 0 4 16,-1 2 0-16,1-1-3 0,-1 3-3 0,-1-3 3 15,3 4 1-15,-2-2-2 0,0 4 4 0,2-2-7 16,0 2-1-16,-1 0-1 0,2-1 8 0,1 1-9 16,-1 1 10-16,1-5-8 0,2 7-4 0,2-2 10 15,0-5-3-15,0 0-9 0,1 1 8 0,3-2-2 16,-2 2 0-16,3-4 7 0,1 1-2 0,-1 0 4 15,0-1-3-15,4 1 3 0,-3-1 2 0,3-4 0 16,-1 2 2-16,4-1-3 0,-3 0 4 0,4-2 0 16,0 0 1-16,0-1-3 0,-1 0-1 0,-1-1-13 15,0 2-23-15,-11-2-19 0,23 1-11 0,-10-4-17 16,-1 2-14-16,-12 1-19 0,20-3-72 0,-10 1-198 16,-10 2 88-16</inkml:trace>
  <inkml:trace contextRef="#ctx0" brushRef="#br0" timeOffset="3062.27">7701 15109 116 0,'0'0'142'0,"-4"-6"-18"15,4 6-8-15,0 0-21 0,0 0-7 0,0 0-4 0,0 0 1 16,-17 20-7-16,12-9-21 0,0 0 12 0,0 4-17 15,2-3-4-15,1 0-2 0,-1 4-5 0,2-4-13 16,0 0 6-16,2 4-5 0,0-3-1 0,2-1-6 16,1-1 3-16,1-1-6 0,-1-1 3 15,2 1-1-15,2 0-2 0,-1 0-4 0,2-2 3 16,-2-1-2-16,2 0-7 0,0-2 2 0,1 0 9 0,1-3-15 16,0 1 8-16,-1-2-4 0,1-1-2 0,-1 0 7 15,1 0-5-15,-1-4-1 0,0 2 4 0,-1-2-8 16,-4 1 5-16,2 0 2 0,-2-1-6 15,-5 4-3-15,2-12 5 0,-2 7-16 0,0 5 7 16,-2-14-1-16,-2 4 0 0,-1 2 3 0,-3-1 5 16,2 0-11-16,-1 2 10 0,1-3-5 0,-2 4 2 0,1-3-1 15,1 2-3-15,3 1 3 0,-1 1 1 0,0 0 0 16,4 5 2-16,-6-8-5 0,6 8 1 0,-4-9-1 16,4 9-4-16,0 0-2 0,1-7 5 15,-1 7 0-15,11-7 3 0,-4 5-5 0,1-1-5 16,1 2 9-16,3 0-3 0,0 2 0 0,6 3 1 15,-7 1-6-15,6 1 9 0,-2 2-1 0,-1 3 1 0,-1-1 0 16,1 3-9-16,-2 2 13 0,-1 1 4 0,-1-1-2 16,-1 2-1-16,0-1-2 0,-2 1 0 0,0-2 0 15,-2 1-5-15,-1-1 7 0,0-4-8 16,-1-1 3-16,-1-2 1 0,1 1-4 0,-2-4 9 16,-1-5 1-16,0 11 2 0,0-11 5 0,0 7 9 15,0-7-2-15,0 0 2 0,0 0 1 0,0 0 6 0,0 0 1 16,0 0-9-16,0 0 6 0,-9-29-11 15,8 18 3-15,-1-4 0 0,4-4-2 0,0-6 0 16,1 6 1-16,0 0-3 0,-1 1-3 0,3-1-2 16,-1 1-1-16,2 0 0 0,1 2-4 0,-1 0 4 15,4 2-5-15,-5 5-3 0,1 1-4 0,1 2 2 16,1 1-7-16,1 4 9 0,0 1-4 0,0 3 4 0,2 0 5 16,-1 2-1-16,-1 4 1 0,3-3-3 0,-2 3 3 15,-1 4-2-15,4 1-2 0,-5-5 1 16,2 4-3-16,0 0 0 0,-2 3-5 0,1 1-25 15,-6-6-30-15,6 5-39 0,-2-2-49 0,-2 4-149 16,-3-8-320-16,2 4 142 0</inkml:trace>
  <inkml:trace contextRef="#ctx0" brushRef="#br0" timeOffset="4151.31">8483 15221 39 0,'0'0'206'0,"1"-9"-10"0,-1 9-8 0,0 0-9 15,-4-10-25-15,4 10-13 0,-5-7-20 0,-1 5-8 16,6 2-12-16,-12-5-11 0,3 6-14 0,9-1-6 0,-16 6-5 16,2-1-12-16,5 3-4 0,-5 3-7 0,5-2-3 15,0 0-7-15,0 7-4 0,4 1 2 0,-2-3-10 16,5 0 3-16,-1 0-6 0,5-1 2 0,-1-1-2 16,3 3 2-16,1-4-12 0,1-2 1 0,-1 2 3 15,4-3-1-15,3-4 0 0,-3 2 0 16,1-5 0-16,3 1-2 0,-3-2 2 0,3-2-1 15,-1-2-2-15,0-1-2 0,-2-1 5 0,2-2-1 16,-1-3 2-16,2-4-7 0,-3-1 3 0,-2 0-8 0,-3-3 6 16,1-6-3-16,-2 6 4 0,-1 1 0 15,-6-7-2-15,2 4 0 0,-3-4-3 0,-2-3-4 0,-1 2 5 16,0-3 0-16,-1 2 1 0,-1 2-1 16,-1-1-2-16,1 3 0 0,-1 0 0 0,1 6 2 15,4 7-2-15,1-3 0 0,-1 4 4 0,-2 1 4 16,5 1 0-16,-2 3-5 0,4 4-3 0,-3-8-3 0,3 8 0 15,0 0-1-15,0 0-1 0,0 0 0 16,0 0 0-16,14 32 1 0,-7-13 2 0,3 5-5 16,4 3 3-16,-2 1 5 0,-1-1-5 0,2 2 4 15,0-2 2-15,-1 1-1 0,-3-5 1 0,3 4 1 0,-2-2-4 16,-1-8 0-16,0-1 1 0,0-1 3 16,1-2-4-16,-2-5 1 0,2 5 0 0,-1-4 1 0,-1-2 1 15,-1 0 2-15,1-1-2 0,-1-4-2 16,0 1 5-16,-2 0-1 0,-5-3 1 0,13 0 9 15,-6 0-8-15,-7 0 0 0,12-6-1 0,-7 0 3 16,2-1-4-16,-1-2 1 0,-1-1 0 0,-1-1-2 16,-2-2 0-16,0 1 0 0,-1-1 0 0,-4 1-3 0,2-3-3 15,-1 2-1-15,-1 2 2 0,0 0 1 16,0 1-2-16,1 4-4 0,2 6 4 0,-3-9-4 16,3 9-3-16,0 0-4 0,0 0 2 0,0 0 4 15,0 0 0-15,0 0 5 0,0 0-8 0,10 24 8 16,-8-13-2-16,3 0 1 0,-1-2 2 0,4 1-3 15,1 4 3-15,-3-6 3 0,1 1-6 0,0 0 8 0,1-3-7 16,0 1-1-16,-3-2 5 0,1-2 0 16,1 0 0-16,0-2 1 0,-7-1-1 0,13-1 0 15,-13 1-1-15,17-6 3 0,-12 1 4 0,2-3-5 16,-1 1 3-16,-1-2-3 0,1-1 0 0,-2 0 1 16,0-2 1-16,-3 2 0 0,0-1-1 0,1-1-1 15,-2-1 2-15,0 3 3 0,1-2-7 0,-1 3 0 16,1 3-1-16,-1 6-1 0,1-11 3 0,-1 11-7 15,2-7-2-15,-2 7 1 0,0 0 5 0,10 0-1 16,-10 0-8-16,0 0 10 0,15 14 2 0,-8-6-2 16,-3 2-2-16,6 3 4 0,-5-3-3 0,0 2 6 15,3 1-1-15,-2-2-1 0,1 1 0 0,-1-1-2 16,3-2-9-16,-4 1-18 0,2-1-19 0,0 0-27 16,-1 1-14-16,2-3-17 0,0 0-9 0,0-3-6 15,3 2-12-15,0-5-16 0,-11-1-81 0,25-4-246 16,-13-2 109-16</inkml:trace>
  <inkml:trace contextRef="#ctx0" brushRef="#br0" timeOffset="4376.1">9328 15059 146 0,'-2'-6'148'0,"2"6"-11"16,-6-15-1-16,1 11-12 0,-1-3-11 0,-1 3 2 16,1 2-3-16,6 2-10 0,-19 0-8 0,7 4-7 15,-1-2-2-15,2 5-7 0,2 2-7 0,-4 4-5 16,3 1-5-16,2 2-4 0,2 1-7 0,-2-2-2 15,2 4-9-15,3-3-1 0,4 2-5 0,-1-1-3 16,3-2-6-16,0 0 2 0,3 1-5 0,1-3 0 16,1-3-5-16,0-1 0 0,0 0-18 0,4-4-15 15,0 2-17-15,1-5-18 0,-1 3-16 0,6-3-27 16,-5 0-8-16,6-4-15 0,-1-1-18 0,0-3-110 16,-6 0-265-16,4-2 119 0</inkml:trace>
  <inkml:trace contextRef="#ctx0" brushRef="#br0" timeOffset="4589.12">9533 14917 30 0,'-6'-18'154'0,"4"2"4"0,-4 5 4 15,1-2 5-15,1 2-10 0,0 2 1 0,1 0-2 16,-2 3-17-16,2 0-14 0,3 6-19 0,0 0-8 16,0 0-1-16,0 0 3 0,0 0 6 0,9 40-7 15,-1-13-6-15,-1 1-10 0,0 3-6 0,-5 2-8 16,5-3-10-16,-1-1-4 0,-1 2-3 0,2 1 2 15,-2-3-13-15,-1 2-5 0,2-4-16 0,-2 2-17 16,0-1-26-16,-1 0-41 0,0-9-30 0,-3-1-28 16,4 0-56-16,-3-5-36 0,0-2-113 0,-2 1-353 15,-1-2 156-15</inkml:trace>
  <inkml:trace contextRef="#ctx0" brushRef="#br0" timeOffset="4951.81">9445 15108 11 0,'9'-5'121'0,"-2"4"3"0,3-3-15 0,0 4-22 16,0 0-3-16,3 3-1 0,0 0-2 16,-2 1-2-16,2 3-10 0,-3 0-16 0,1 1 5 15,-1 2-7-15,-3 0 0 0,2 5-13 0,0-1-2 16,-2 1-3-16,-2-5-4 0,1 3 1 0,2-4 1 15,-2-1-8-15,1-1-4 0,-4-1-3 0,5 1 2 0,-3-3-1 16,5 3 3-16,-1-5-2 0,-1 0 3 0,4-2-7 16,-2-3 0-16,3-1 14 0,-2-1-11 15,1 0 9-15,-1-4 0 0,-1 0 6 0,1-3 11 16,0 1 7-16,-5 0-3 0,0-1 6 0,-1 1-3 16,-4-1-3-16,-1 0-2 0,-1-3-2 0,1 0-3 15,-3 0-5-15,-1 2-3 0,-1 3-6 0,4 0 0 16,-7 1-3-16,3 1-10 0,0 4-14 0,-1 1-16 15,-2 2-19-15,8 1-10 0,-19 1-10 0,10 5-25 16,0 3-26-16,1 1-21 0,-1 0-17 0,3 7-110 16,-3-2-274-16,4 1 121 0</inkml:trace>
  <inkml:trace contextRef="#ctx0" brushRef="#br0" timeOffset="5316.09">9865 15244 35 0,'7'-7'182'0,"-1"-2"-15"0,0 0 0 16,0-2-17-16,0 1-15 0,1-3-11 0,-1 3-9 16,-1-3-8-16,3-1-8 0,-5 0-7 0,0-3-15 15,4 2-4-15,-5-1-12 0,-2 3 13 0,0 2 10 16,4 2-2-16,-5 0-11 0,1 9-2 0,-3-12-8 16,3 12-9-16,-1-11-2 0,1 11-2 0,-1-8-10 15,1 8-4-15,0 0-4 0,-4-9-4 0,4 9-7 16,0 0-10-16,0 0-8 0,0 0-8 0,0 0 4 15,0 0 1-15,10-3 1 0,-10 3 2 0,0 0 3 16,17 4-3-16,-3-4-4 0,-8 2 4 0,1 0-4 16,-7-2 0-16,17 3 1 0,-8 0-3 0,-2 0 3 15,-3 1 0-15,4 3 2 0,-2-2-3 0,-1 2 5 16,0 3-1-16,0-2 7 0,0 2 4 0,4 4 5 16,-6-4-4-16,-1 2 9 0,2-2-13 0,1 1 2 15,0 3-6-15,2-4 1 0,-4 2 3 16,-1 1 0-16,2-3-3 0,1 3-15 0,-3-3-17 0,2 1-31 15,-1 1-39-15,-1-2-42 0,3-1-13 0,-5 3-37 16,0-12-107-16,-5 21-319 0,0-11 140 0</inkml:trace>
  <inkml:trace contextRef="#ctx0" brushRef="#br0" timeOffset="6148.12">6410 15247 123 0,'-12'-6'117'0,"1"2"-4"0,-2 2-8 0,-2 1-6 15,2 2-14-15,0 1-1 0,-5 5 0 0,4 1-20 16,-1 1-3-16,1 5-3 0,0 0-7 15,4 1-7-15,1 2 2 0,0-1-6 0,5 4-1 16,0-2-5-16,3 1-4 0,1 0-3 0,1-1-4 16,3-1-10-16,0-1 9 0,1-1 23 0,2-5-3 15,-1 0-3-15,0-1-5 0,1-1-4 0,0-3-2 0,-1 0 0 16,2-2-5-16,-3-1 2 0,3 0-8 16,-8-2 7-16,17-7-7 0,-8 1 2 0,1-1-9 0,-3-1 9 15,1-2-5-15,2-2-3 0,-2-4 1 16,-3 6 2-16,0-6-11 0,-2 4 9 0,2-5-3 15,-4 7-2-15,2 0-2 0,-1 3 2 0,-2 7-4 16,5-13 4-16,-5 8-4 0,0 5 3 0,2-9-10 16,-2 9 3-16,0 0-4 0,0 0 9 0,9 0-1 15,-9 0 5-15,5 12-5 0,-1 1 6 0,1 0-6 16,1 2 4-16,-1 2 0 0,0-1-2 0,3 2-5 16,-2 0-11-16,2-2-23 0,-2 3-23 0,1-4-22 15,-1 0-47-15,-1 1-143 0,-1 0-289 0,-1-5 129 16</inkml:trace>
  <inkml:trace contextRef="#ctx0" brushRef="#br0" timeOffset="6414.99">6559 15240 5 0,'0'0'162'0,"22"3"-3"0,-13 4-16 16,1-1-8-16,4 7-10 0,-2 3-10 0,3 6-13 16,-3 2-7-16,-2 2-7 0,0 0-7 0,-2 2-11 15,-3 1-5-15,-2-2-5 0,-1 0-5 0,-3-1-12 16,0 3 3-16,-2 1-6 0,-2-4 1 0,-3 0-10 16,-1-1-4-16,-1-1-22 0,0 0-16 15,-4-2-28-15,5-7-17 0,-3 2-24 0,1-3-23 0,-2 0-21 16,0 0-90-16,-2-2-231 0,-2-2 103 15</inkml:trace>
  <inkml:trace contextRef="#ctx0" brushRef="#br0" timeOffset="6632.19">5899 15517 41 0,'0'30'128'0,"2"3"-4"16,3-1-12-16,3-1-7 0,5 2-13 0,3-3-5 15,2-1-16-15,2-1-2 0,0-1 8 0,4-2-21 16,-1-4-8-16,3-3-26 0,-1 0-36 0,2-5-34 16,0 0-36-16,-1 1-64 0,-8-8-160 0,2 1 71 15</inkml:trace>
  <inkml:trace contextRef="#ctx0" brushRef="#br0" timeOffset="7374.33">9035 10091 53 0,'0'0'70'0,"0"0"3"15,0 0-15-15,0 0-8 0,0 0-11 0,0 0-16 16,0 0-15-16,0 0-19 0,0 0-50 0,0 0-66 16,0 0 30-16</inkml:trace>
  <inkml:trace contextRef="#ctx0" brushRef="#br0" timeOffset="43859.65">5633 9632 4 0,'0'0'1'16,"0"0"-3"-16,-3-9 0 0</inkml:trace>
  <inkml:trace contextRef="#ctx0" brushRef="#br0" timeOffset="51627.95">15712 14872 24 0,'0'0'110'16,"-10"0"0"-16,10 0-12 0,0 0-4 0,-10-2-10 15,10 2-23-15,0 0 14 0,0 0-2 0,0 0-17 16,-8-2-12-16,8 2 0 0,0 0-11 0,0 0 2 15,0 0-1-15,0 0-9 0,0 0-12 0,0 0 18 16,28-2-2-16,-12-1-8 0,-1-2 4 0,7 0-9 16,-1-1-3-16,0 0 8 0,6-1-5 0,2-3-2 15,-9 3-6-15,7-2 1 0,-9 3-6 0,1 2-11 16,-3-1-15-16,2 2-22 0,-7 3-20 0,1-1-14 16,-12 1-88-16,14 3-180 0,-14-3 80 0</inkml:trace>
  <inkml:trace contextRef="#ctx0" brushRef="#br0" timeOffset="52710.54">15900 14796 68 0,'-2'11'117'0,"0"8"10"0,1 5-1 0,1 5-15 0,-1-3-7 16,1 6-1-16,1-3-8 0,2 3-9 0,-1-1-6 16,1-2-9-16,-2-1 2 0,3-3-15 0,-2 1-4 15,2-1-6-15,-1-5 2 0,2-2-11 0,-3 0 1 16,1-2 3-16,0 0-19 0,-1-4 9 0,-2-2-9 16,1-1-2-16,-1-9-3 0,3 15-2 0,-3-15-3 15,4 9 0-15,-4-9 1 0,0 0-5 0,-3 11-1 16,3-11-23-16,0 0-7 0,0 0-14 15,0 0-2-15,0 0-2 0,-20-7 10 0,20 7 2 0,-18-7 4 16,8 3-2-16,-4 0 0 0,2 0-6 0,-1 3 9 16,-1-1-9-16,1 1 13 0,2 0 7 0,-2 2 5 15,3-2-8-15,-3 2 2 0,7 0 6 0,6-1-2 16,-14 2 6-16,14-2-5 0,0 0-6 16,-13-2 5-16,13 2 12 0,0 0-11 0,-5 4 12 15,5-4 2-15,0 0 4 0,0 0-4 0,0 0 5 0,31-1 0 16,-31 1-4-16,28-4 1 0,-17 2-3 0,10-2 2 15,-1-3 4-15,1 1-5 0,0 1-5 0,0-1 5 16,-1 2-9-16,1-3-8 0,-1 2-10 16,-3-1-5-16,-3 3 0 0,-3-3-7 0,-1 2 5 15,3 0-4-15,-3-1 5 0,-1 0 19 0,0 0-28 16,-1-2 16-16,-2 2 0 0,-6 5 4 0,9-9 1 0,-4 4 8 16,-5 5 1-16,5-10 5 0,-5 10 5 0,4-7-4 15,-4 7-7-15,0 0-1 0,0 0 13 0,8-6-18 16,-8 6 11-16,0 0 3 0,0 0-2 0,0 0 18 15,0 0 7-15,0 0 7 0,13 19 1 16,-12-11 2-16,-1-8 1 0,4 15 5 0,-4-6 7 16,2 4 4-16,-2-13-12 0,3 17-2 0,-3-10 3 0,0-7-6 15,1 15 3-15,-1-15-8 0,2 11 0 16,-2-11-1-16,0 0 0 0,1 12 13 0,-1-12 6 16,1 5 10-16,-1-5 8 0,0 0-5 0,0 0-5 15,0 0-5-15,0 0-9 0,0 0-4 0,0 0-9 16,0 0-6-16,0-37-9 0,3 27-2 0,-1-1-5 15,2-4-7-15,-1-1-10 0,4 2-1 0,-3-4-4 16,3 3-9-16,-1-1-3 0,-1 2 4 0,3 4-2 0,-3 0-1 16,2 0 5-16,-1 2 3 0,-1 3-1 15,1-1 2-15,-1 3 3 0,3 3 5 0,-8 0-10 16,14 0-2-16,-4 7 8 0,-2 0 4 0,0 2 1 16,0 1-3-16,0 4-1 0,-2-2 5 0,1 0 4 15,2 1-9-15,-2 2 2 0,-1-4 6 0,1-2 1 0,1 1-2 16,1-2 4-16,1-2 1 0,-1 2 6 15,1-3-1-15,1-1-2 0,-2-2 7 0,2 1-1 16,0-3 4-16,0-3 0 0,1 1 1 0,1-2-1 16,0-1 3-16,2-4-5 0,-2 3 9 0,0-6-10 15,0 1 5-15,-1-6-1 0,0 3-2 0,-3 0-3 16,1-1 3-16,-2-1-4 0,0-2 4 0,-3-1-11 16,2 3 0-16,-4 0 6 0,1-2-4 0,-3 1 1 15,-1 7 2-15,0 0-2 0,1 0 0 0,-2 2 6 16,1 8 1-16,-1-11-8 0,1 11 0 0,-2-9-3 15,2 9 3-15,0 0-3 0,0 0 0 0,0 0 0 16,-16 20-4-16,12-9 2 0,0 0 3 0,2 1-2 16,0 5-1-16,1-4-2 0,4 2-1 0,0 2 1 15,3-1 6-15,-1-1-3 0,3 0-2 0,0-2-5 16,1 2 10-16,0 1-2 0,-3-7-1 0,2 0-5 16,-1 2 0-16,-1-2-2 0,2 1 2 0,-3-2 3 15,-1 4-3-15,-2-2-3 0,1-1 3 0,-3 1-1 16,0 0 4-16,-3-1-2 0,-1 1-6 0,2-4-1 15,-5 1-7-15,2-2-8 0,5-5 0 0,-13 13-20 16,7-5-7-16,0-4-14 0,-4 2-24 0,3-1-11 16,2-2-12-16,-3 1-120 0,3-1-253 0,5-3 112 15</inkml:trace>
  <inkml:trace contextRef="#ctx0" brushRef="#br0" timeOffset="53129.84">16730 15095 37 0,'0'0'168'0,"5"-4"-19"0,-5 4-16 15,0 0-10-15,0 0-9 0,0 0-1 0,0 0-10 16,10 14-13-16,-6-10 1 0,1 6-1 0,-1-1-9 16,0 0-7-16,2 1-5 0,0-3-6 0,1 2-9 15,-2 1-2-15,3-2-6 0,0-1 1 0,0 0-6 16,0 0-4-16,1-5-2 0,-2 2-5 0,-7-4-3 15,22 3 6-15,-9-5-8 0,-2 0 1 0,0-1-4 16,1-1 1-16,-1-3-6 0,0-1 0 0,1-4-3 16,-3 2 0-16,-2 1-3 0,1-4 1 0,-2 0-1 15,-2-2 0-15,1 0-4 0,-2 0 1 0,-2 2-1 16,0 1 0-16,-2 1-1 0,1-1 1 0,-1 3 7 16,1-1 3-16,0 10 1 0,-1-9 1 0,1 9-8 15,0-9 0-15,0 9-7 0,0 0 3 0,0 0-5 16,0 0-1-16,0 0 2 0,0 0 1 0,0 0-1 15,0 34-4-15,0-19 4 0,2 2 2 16,-2-1-1-16,1 1 0 0,4-6-2 0,-1 7 2 0,-1-7-1 16,2-1-2-16,-1 2 1 0,2-1 4 0,2-1-15 15,-2-2-14-15,1-1-15 0,-2-2-19 0,-5-5-17 16,11 8-10-16,-3-5-23 0,2-5-30 0,-2 2-12 16,3-5-120-16,-2 1-292 0,2-3 129 0</inkml:trace>
  <inkml:trace contextRef="#ctx0" brushRef="#br0" timeOffset="53343.15">17191 14777 113 0,'0'0'148'0,"-1"-11"-18"0,1 11-15 0,0 0 8 0,0 0 1 16,0 0 7-16,5 26-10 0,-1-7 4 15,1 7-11-15,-2 3-8 0,-1 1-9 0,0 0-6 16,0 1-14-16,0-2-6 0,1 1-4 0,-3-2-9 0,2-2-2 15,2 1-6-15,-2-1-3 0,0-8-13 0,2 2-25 16,-3 5-6-16,2-6-37 0,-2 0-28 0,0-6-34 16,2 4-29-16,-2-6-20 0,3 0-113 15,-2 0-280-15,1-2 124 0</inkml:trace>
  <inkml:trace contextRef="#ctx0" brushRef="#br0" timeOffset="53742.28">17510 14944 40 0,'-3'-7'211'0,"0"1"1"0,3 6-11 0,-9-6-17 15,9 6-10-15,-12-2-15 0,12 2-9 0,-19 12-14 16,10-4-14-16,-6 6-14 0,-3 4-9 0,0 1-8 16,2 2-8-16,-2 0-11 0,6 1-5 0,3-5-8 0,3-1-7 15,1 1-5-15,2 0-3 0,3-5-6 0,0 1-5 16,2-4-3-16,0 1-4 0,1-3-4 15,-1-1 0-15,5-2-7 0,-1 3-2 16,0-5-3-16,2-2-10 0,-8 0-1 0,20-6-7 0,-10 2 2 16,-1-1 0-16,1-3 0 0,-1 1 2 0,-2-1-1 15,1-1 4-15,-2-1-7 0,-1 2 0 0,1-3 6 16,-4 1-5-16,2 2 5 0,-3 0 1 0,1 1 2 16,-2 7-1-16,1-11 0 0,0 5 1 0,-1 6 1 15,0 0-4-15,0-9-3 0,0 9-2 0,0 0 3 16,0 0 0-16,0 0-4 0,0 0 7 0,0 0-4 15,0 0 6-15,6 25-5 0,-6-15 2 0,2 2 1 16,-1-2-1-16,0 1 2 0,2-1-2 0,-1 0 4 16,1 0-7-16,1-1-12 0,-2-3-19 0,1 2-25 15,-3-8-23-15,5 10-17 0,1-4-23 0,-6-6-19 16,11 5-19-16,-8-4-119 0,-3-1-303 0,0 0 134 16</inkml:trace>
  <inkml:trace contextRef="#ctx0" brushRef="#br0" timeOffset="53987.75">17687 14750 17 0,'-1'-13'214'0,"1"13"-22"16,0 0-16-16,-2-10-21 0,2 10-15 0,0 0 5 16,0 0 7-16,0 0-3 0,12 36-13 0,-9-13-5 15,-1 6-12-15,-2-1-7 0,4-1-8 0,-4 1-14 16,0 4-4-16,2-5-13 0,-4-1-3 0,4 0-6 15,-2 0-6-15,2-5-7 0,-2 3-5 0,1-6-4 16,-1-1-2-16,-1 0-12 0,3 1-19 0,-3-6-16 16,0-1-22-16,-1 1-26 0,2-12-26 0,-1 18-20 15,1-18-30-15,-1 12-14 0,1-12-27 0,-6 7-141 16,6-7-340-16,0 0 151 0</inkml:trace>
  <inkml:trace contextRef="#ctx0" brushRef="#br0" timeOffset="54324.31">17592 15017 53 0,'0'0'99'0,"0"0"-14"0,0 0-1 15,0 0-8-15,5-12-2 0,-5 12 2 0,13-1-1 16,-13 1-11-16,17 3-4 0,-17-3-6 0,19 6 10 0,-10-1-13 16,1 3 3-16,-1 0 1 0,3-2-1 0,-2 2-3 15,-1 0-9-15,-2 2-3 0,2-3 0 0,0 3-5 16,-2-2-9-16,2-1 1 0,-2 0 13 15,2-1-15-15,-1-1-2 0,-2 0 5 0,-6-5-3 16,15 6 6-16,-7-5-4 0,3-1-4 0,1-2-3 16,-2-1 5-16,1-2 4 0,1 0-3 0,0 0 6 0,-3-1 1 15,1-3 9-15,-2 2 1 0,0 0 6 0,-3-2-3 16,2 1 1-16,-6-1-4 0,1 0-4 16,-2-1-2-16,-4 1-3 0,-1-1-5 0,0 0-5 15,0 2-4-15,-2 1 2 0,-2 0-5 0,-1 1 3 16,-1 2-8-16,0 0-9 0,-3 4-14 0,14 0-10 0,-29 1-13 15,17 2-18-15,-4 3-21 0,4-1-34 0,3 2-29 16,1-1-24-16,0 4-109 0,0-2-291 0,3 2 129 16</inkml:trace>
  <inkml:trace contextRef="#ctx0" brushRef="#br0" timeOffset="54733.99">17956 15227 17 0,'9'0'191'0,"2"-2"0"0,-1-1-12 0,-2-2-9 16,3 0-6-16,-2-2-9 0,5-1-14 0,-3 0-9 16,2-1-8-16,-4 0-10 0,5-2-11 0,-3-1-8 15,1-2-8-15,-1 1-12 0,-4-4 0 0,2 2-8 16,-4-1-11-16,-1-1-7 0,-1 1-2 0,-3 1-2 16,-3-2-8-16,2 4-7 0,-4-3 3 0,-3 6-9 0,3 1-3 15,-3-1 0-15,2 0-4 0,-1 4-1 16,-1-1-3-16,2 2 0 0,3 1-5 0,3 4-5 15,-7-7-16-15,7 7-2 0,-4-6-13 0,4 6-1 16,0 0-1-16,0 0 2 0,0 0 7 0,0 0 5 16,0 0-3-16,0 0-1 0,0 0 4 0,17 0 1 15,-17 0 0-15,19 4 2 0,-9-1-2 0,-1-2 4 16,1 2 9-16,1-1-6 0,-2 0-4 0,2 1 4 16,-4 1-1-16,0 3-2 0,1-1 6 0,1 1 0 15,-3 0 0-15,1 2 0 0,0 1 2 0,-2 0 1 16,0 0 0-16,-1 0 9 0,1 0-4 0,-1 2 1 15,-1-2-1-15,0 2 2 0,-2-1-1 0,0 1-3 16,0 1 8-16,2-2-4 0,-2 0-3 0,0 1 2 16,1-1 1-16,-2-1-25 0,0-1-28 0,0-9-26 15,0 15-25-15,0-7-35 0,1-3-24 0,-1-5-118 16,1 8-298-16,-1-8 133 0</inkml:trace>
  <inkml:trace contextRef="#ctx0" brushRef="#br0" timeOffset="55635.45">14869 15128 65 0,'-2'-6'158'0,"2"6"-18"16,-4-9-17-16,4 9-13 0,0 0-19 0,-4-6-7 0,4 6-12 15,0 0 0-15,0 0-15 0,0 0-7 16,0 0-6-16,10 27-3 0,-9-9-1 0,3-1-2 16,-2 2-7-16,1 0 2 0,0 5 3 0,-1-5-10 15,-1 0 0-15,1-1-1 0,0-1-1 0,1-5-11 16,-2-1 7-16,2 1 5 0,-1-2-3 0,-1 2 1 15,-1-5 1-15,0-7-4 0,2 8 1 0,-2-8 3 16,0 7 8-16,0-7 8 0,0 0 4 0,0 0 2 16,0 0-2-16,0 0-8 0,0 0 4 0,0 0-8 15,0 0 0-15,0 0-8 0,0 0 3 0,6-24-6 16,-1 15-1-16,-1-1-3 0,2-1-1 0,2 2-2 16,-1 1 0-16,2-2-6 0,2 4-3 0,-2 3 1 15,1-1-1-15,3 1 2 0,-4 4-1 0,4 2-3 16,-2 0-4-16,-2 2-1 0,5 2-1 0,-5 0 0 15,1 2 1-15,-2 0 4 0,1 2-1 0,-1 4 1 16,-3-5-2-16,-3 0-2 0,2 3-1 0,-4-1 3 16,0 0-5-16,-1-1 12 0,0 5-7 0,-3-4 1 15,1-2 1-15,-1-2-5 0,-2 3 5 0,2-2-15 16,-1-3-12-16,0 3-23 0,-2-3-30 0,1-2-27 16,1-1-30-16,-2 1-150 0,0-2-308 0,-1-1 137 15</inkml:trace>
  <inkml:trace contextRef="#ctx0" brushRef="#br0" timeOffset="55873.32">15249 15162 135 0,'12'9'134'0,"1"3"-12"0,-3 3-9 0,2 9-2 15,-3 1-3-15,0 1-10 0,-7 1-14 0,3 0-6 16,0 3-6-16,-3 2-13 0,-5-3-2 0,2 0-2 16,-7 0-6-16,4 0-5 0,-5-1-2 0,2-2-18 15,-2 0-7-15,-2-2-26 0,4-4-22 16,-7 2-31-16,2-7-16 0,-1 2-27 0,-7-1-82 0,2-6-201 16,3 2 89-16</inkml:trace>
  <inkml:trace contextRef="#ctx0" brushRef="#br0" timeOffset="56144.48">14432 15412 51 0,'-4'28'145'0,"1"0"-11"0,2 2-7 16,4 1-10-16,2-1-12 0,-3 0-10 0,3-3-11 15,3 1-2-15,1-2-6 0,4-4 12 0,-3 1-4 16,7-3-4-16,-3-5-15 0,0-2-7 0,1 0-11 16,4-3-25-16,2 3-26 0,-1-5-48 0,-1 0-40 15,8-1-127-15,-10-3-237 0,2-1 105 0</inkml:trace>
  <inkml:trace contextRef="#ctx0" brushRef="#br0" timeOffset="57319.75">23692 14844 16 0,'0'0'164'0,"-9"-7"-4"0,9 7-9 0,-10-2-3 16,10 2-5-16,-14 0-13 0,14 0-8 0,-18 5-11 16,5 0-6-16,-1 3-15 0,-2 2-5 0,-1 2-6 15,0 1-2-15,-1 4-7 0,1 3-4 0,-1-1-4 16,5-2-6-16,4-1-8 0,-4 6-3 0,7-6-2 16,-1 0-5-16,3 1-4 0,2 1-4 0,2-2-6 15,1-5-1-15,2 1 2 0,2-1-3 0,1 0-2 16,2-1-3-16,2-2-2 0,0 0-21 0,1-2-20 15,3 0-22-15,2-1-28 0,-2 0-31 0,2-4-26 16,2 2-31-16,-6-6-113 0,1 0-300 0,4-1 134 16</inkml:trace>
  <inkml:trace contextRef="#ctx0" brushRef="#br0" timeOffset="57544.03">23889 14804 121 0,'0'0'147'0,"20"12"-2"0,-9-4-13 0,-4 3-4 15,1 4-11-15,0 3-4 0,0 2-12 0,0 4-8 16,1 2-24-16,-4-1 5 0,-3 0-5 0,1 0-6 16,-1 0-6-16,-1 1-8 0,-1-6-8 0,-6-2-15 15,2 1-16-15,0-2-28 0,-1 2-25 0,0-3-21 16,-2 0-21-16,-3-1-41 0,1-1-78 0,-2-1-220 15,-3-3 98-15</inkml:trace>
  <inkml:trace contextRef="#ctx0" brushRef="#br0" timeOffset="57782.75">23155 15069 132 0,'-1'13'155'0,"-2"3"-8"0,0 2-4 0,4 0-10 15,1 8-8-15,0-1-13 0,0-6-10 0,3 5-13 16,-1 1-5-16,2-6-8 0,2 5-4 0,-1-5-7 16,-1-1-10-16,1-1-18 0,-1 0-36 15,3-3-26-15,-1-3-28 0,2 2-32 0,-1-5-41 16,-2 1-81-16,1 0-223 0,2-3 98 0</inkml:trace>
  <inkml:trace contextRef="#ctx0" brushRef="#br0" timeOffset="58748.39">25157 14743 73 0,'0'0'136'0,"-28"6"-11"0,7-2-8 0,-4 6-5 0,-1 2-10 16,-2 3-4-16,0 0-6 0,1 4-14 0,0 1 2 15,2-2-12-15,4 2-5 0,0-1 1 0,3 1-3 16,6-5-8-16,4 0-8 0,-2 0 3 16,6-1-3-16,2-2-5 0,0-1-11 0,6 1-3 15,0-1-4-15,4-1 0 0,3 1-2 0,4 0-1 0,1 3-3 16,9-2 8-16,-9-6-15 0,9 7 5 0,-6-5-4 16,8 0 0-16,-9 0-3 0,-4-4 1 15,-3 3 1-15,-2 0-4 0,2 0-1 0,-3-1 1 16,-3-3-5-16,0 2 3 0,-1 0 6 0,-2 0 10 0,-2-5 6 15,0 0-7-15,-8 21 4 0,-3-10-11 16,-5-1 6-16,1 0 1 0,-4 2-5 0,-6 1 1 0,5-7-7 16,-4 7 6-16,-1-4 1 0,0 4-11 0,-2-5-13 15,7-2-10-15,2 1-18 0,-2-4-32 0,6 0-19 16,3 1-35-16,0-2-25 0,2-1-96 16,9-1-264-16,0 0 117 0</inkml:trace>
  <inkml:trace contextRef="#ctx0" brushRef="#br0" timeOffset="59074.45">25125 15234 81 0,'9'-6'166'16,"1"0"-10"-16,3-1-16 0,1-3-13 0,-2 5-18 15,1-7 1-15,1 3-11 0,-1-3-7 0,1 4-6 0,2-3-3 16,-7 1-9-16,4 0-4 0,3-1-5 0,-8 2-3 15,2-6-11-15,-3 2 0 0,1 2-7 16,-6 0-7-16,1 1 2 0,0 2-5 0,-3 2 0 16,0 6-1-16,0-13-2 0,0 13-5 0,-8-8-3 15,8 8-4-15,-13-1-1 0,3 2-2 0,0 3-1 16,-2 2 5-16,1 3 0 0,0 3 1 0,0 2 1 0,0 3 5 16,3-1-4-16,2 2 4 0,0 2-9 15,1-2 1-15,2 0 0 0,1 0-2 0,6 1-4 16,-1-3 5-16,-1 0-7 0,3 2-2 0,2-5-11 15,-1-2-19-15,2-2-30 0,-2 1-30 0,5-3-39 16,0-1-34-16,-1-1-20 0,0-2-105 0,-10-3-302 16,16 2 134-16</inkml:trace>
  <inkml:trace contextRef="#ctx0" brushRef="#br0" timeOffset="59754.06">25489 15183 94 0,'0'0'159'16,"0"0"-7"-16,0 0-8 0,6 26-12 0,-6-26-12 16,2 15-1-16,-1-5-7 0,-1-10-6 0,-1 13-5 15,6-6-11-15,-5-7-1 0,0 11-2 0,0-11 4 16,0 0 4-16,0 0 10 0,0 0 8 0,0 12 2 16,0-12-8-16,0 0-13 0,0 0-3 0,0 0-10 15,0 0-6-15,0 0-7 0,0 0-7 0,-27-12-7 16,23 6 1-16,4 6-12 0,-5-12 0 0,3 2-7 15,2 4-1-15,-2-4 1 0,2 0-10 0,0-1-3 16,4-1-2-16,0 0-4 0,1 1-1 0,0 0 3 16,4 2-9-16,-3 2-2 0,3 1 0 0,0 2-8 15,0 2 4-15,0 1-4 0,2 1 1 0,1 2-3 16,1 1-1-16,-4 4 4 0,2-1-4 16,1 1 1-16,1 5 2 0,-1-2-1 0,0 2 8 0,-2-5-10 15,-3 2 2-15,-1-1-1 0,0-1 0 0,2 0 1 16,-4-1 0-16,-2 0 1 0,3-3 4 0,-5-3 3 15,4 6-3-15,-4-6 0 0,2 4 3 0,-2-4 3 16,0 0-2-16,0 0-4 0,0 0 2 0,0 0-3 16,0 0 2-16,0 0-3 0,0 0-1 0,0 0-4 15,1-21-4-15,0 14-8 0,2-5-5 0,-1 3-2 16,3-4 0-16,-1 3 1 0,5-5 1 0,-4 3-2 16,2 2 2-16,0 3 2 0,0 1 0 0,-1 0 1 15,0 0-3-15,1 4 3 0,1-1 0 0,-8 3-1 16,12 1 4-16,-5 2-1 0,-2 1 5 0,2 1-4 15,-1 0 4-15,1 1 0 0,-1 2-1 0,0 0 2 16,2-2 0-16,-1 1 4 0,-1 1 1 0,1-1 0 16,3-2 0-16,-2-2 3 0,1 2 1 0,-4-4 1 15,9-1 2-15,-4 0 4 0,2 0-1 0,-1-2-3 16,2-3-1-16,1 1-1 0,-5-2 3 0,3 0 0 16,-4 1-1-16,1-1 2 0,-3 0-1 0,-1-3-2 15,2 2-1-15,-4-1 0 0,-1 0 9 16,0-1-7-16,0 2-1 0,-2 7 1 0,0-13 0 0,2 9-3 15,-2 4 5-15,0-9-2 0,0 9-4 0,0 0-3 16,0 0 3-16,0 0-3 0,0 0 2 0,0 0-1 16,0 0 1-16,0 0-4 0,-2 26 7 15,0-17-4-15,0-1 1 0,4 3-15 0,-2-1-11 0,2 0-24 16,-2-10-33-16,0 21-30 0,2-12-36 0,-2-9-33 16,3 13-168-16,-3-13-380 0,4 9 168 0</inkml:trace>
  <inkml:trace contextRef="#ctx0" brushRef="#br0" timeOffset="59926.41">25949 14861 1 0,'-7'-7'148'0,"1"2"-17"0,6 5-18 15,-5-5-28-15,5 5-33 0,0 0-5 0,0 0-19 16,0 0-26-16,0 0-21 0,0 0-29 0,13 28-42 15,-8-17-98-15,2-1 43 0</inkml:trace>
  <inkml:trace contextRef="#ctx0" brushRef="#br0" timeOffset="60647.51">26189 14984 72 0,'0'0'161'0,"-9"14"-4"0,9-14-5 0,-11 14-6 15,7-7-13-15,-4 4-3 0,4-1-16 0,2 3 1 16,-4 1-6-16,1 4-14 0,3-4-8 0,-2 2-7 16,2-3-8-16,-2-1-8 0,4 4-8 0,0-5-2 15,4 3-4-15,0-4-10 0,0 1 4 0,3-4-13 16,-3 3-19-16,5-2-18 0,0-2-14 0,0-4-25 16,2 0-20-16,5-2-15 0,-1-2-15 0,2 0-3 15,-2-4-3-15,5-3-3 0,-3 0 0 0,0 2 9 16,-1-5 1-16,-1 2 11 0,-1-3 8 0,-3 2 8 15,0-2 3-15,-3 2 17 0,0 2 8 0,-3 1 5 16,-1-3 11-16,-2 1 18 0,0 2 8 0,-2 8 14 16,2-16 10-16,-2 16 14 0,1-10 4 0,-1 10 2 15,0 0 10-15,2-10-14 0,-2 10-6 0,0 0 11 16,0 0-2-16,0 0 13 0,0 0 2 0,0 0-8 16,0 0-5-16,0 0-3 0,-4 40-1 0,4-31 5 15,1 0-9-15,0 2-8 0,1-2-4 0,1 0-1 16,-3-9 2-16,4 16-1 0,-2-10-7 0,-2-6 3 15,5 11-1-15,1-6 0 0,-3-3-1 0,1 2-4 16,-4-4-4-16,12 2-1 0,-4-2 2 0,-8 0-4 16,0 0 1-16,14-3-3 0,-7-1 1 0,-3-1 1 15,-4 5 0-15,7-9-2 0,-5 5-1 0,-2 4-5 16,2-11 8-16,0 2-5 0,-2 9-1 0,-4-12 2 16,4 2-5-16,0 10 2 0,0-12-4 0,0 12 5 15,0-10 0-15,0 10-8 0,-2-8 0 0,2 8-2 16,0 0 2-16,0 0 0 0,4-6 0 0,-4 6 1 15,0 0 3-15,0 0-7 0,14 14 8 0,-10-9-8 16,1 3 8-16,1 0 7 0,-4 0 0 0,3 1 2 16,-1 0-1-16,0 2-6 0,2-4 5 0,-4 0 7 15,0-1-9-15,0 1 1 0,-2-7 0 0,3 7 4 16,-3-7 1-16,4 8 1 0,-4-8 12 0,2 5 3 16,-2-5 1-16,0 0-2 0,0 0-3 0,0 0 3 15,0 0-5-15,0 0-3 0,10-14-5 0,-10 14 2 16,9-14-5-16,-3 5-3 0,1 0-3 0,5-4 4 15,-2 3-1-15,-3 1-3 0,7-4-5 0,-5 7 1 16,-1-1-7-16,-3 2 2 0,2 1 1 0,0 3 0 16,-7 1-4-16,11 0 3 0,-11 0-3 0,11 3 1 15,-6 0 2-15,-3 4 4 0,2-1-1 0,0-1 3 16,1 4-3-16,-3 0 0 0,0 1 1 0,-2 0 7 16,2-3-12-16,-1 2-34 0,-1-9-38 0,-1 20-53 15,-1-13-36-15,2 1-144 0,0-8-333 0,-8 9 147 16</inkml:trace>
  <inkml:trace contextRef="#ctx0" brushRef="#br0" timeOffset="61460.21">26911 15088 115 0,'0'0'216'0,"0"0"-7"0,-5-8-12 15,5 8-10-15,-7-3-14 0,7 3-20 0,0 0-14 16,-11 0-15-16,11 0-14 0,-11 9-10 0,3-2-11 16,2 1-4-16,-1-1-10 0,1 1-7 15,1 3-9-15,-2-1-6 0,3 1-6 0,1 1-5 16,3-2-4-16,-2-1-4 0,0 0-1 0,2-2-1 0,0-7-11 16,4 13 7-16,1-8-6 0,0 0 0 0,-5-5-3 15,9 4 2-15,-3-4-2 0,5 0-3 0,-1-3-3 16,-1-1 3-16,1-3-1 0,0 1-3 15,-1-2-2-15,4-3-1 0,-4 1 3 0,3-3-2 16,-6 3-1-16,0-6-1 0,-2 5-1 0,2-4 0 16,-6-2-1-16,0 1-4 0,0-2 2 0,0-2-1 0,-2 1 2 15,-2-5-1-15,-2-1 0 0,2 0 1 0,0-1 1 16,2 2 0-16,-1 5-7 0,1-1 4 0,0 1 4 16,0 4-5-16,0 2-1 0,2 3-1 15,0 1 3-15,0 9-1 0,0-12-1 0,-1 7-6 16,1 5 1-16,0 0 0 0,0 0 2 0,0 0 0 15,12 14 10-15,-8-2 0 0,2 6 8 0,0 9 2 0,-2-3 7 16,-2 4-3-16,3-2 1 0,-3 0 5 16,0-1-9-16,-2-6-3 0,0 2 0 0,4-3-4 0,-2 0 2 15,1 0-3-15,1-2 0 0,1-1 1 16,-2-4-1-16,-1 0-2 0,4-1 2 0,0-2 1 16,-1 2-2-16,2-5-2 0,0 1-1 0,-3-3 0 15,3-1-4-15,-1 1-3 0,-6-3 2 0,0 0-1 16,19 3-2-16,-19-3 4 0,13-3-5 0,-13 3 2 15,12-7 0-15,-8 2-4 0,1 1 3 0,-5 4 1 16,6-18 1-16,-4 9-5 0,2 1 4 0,-4 8 0 16,4-16 0-16,-2 8-1 0,-2 3-4 0,4-2 3 15,-4 7 1-15,0-10 0 0,0 10-3 0,5-7-2 16,-5 7-5-16,0 0 0 0,0 0 5 0,0 0-5 0,0 0 5 16,0 0-2-16,8 14 3 0,-8-6 0 15,4-3-2-15,-3 3-1 0,-1-8 4 0,5 11-3 16,-1-4 1-16,-1-1 5 0,3-1 7 0,-2 0-4 15,-1 1-1-15,3-3-1 0,1-2 6 0,-7-1-4 16,13 0 2-16,-13 0 0 0,13-3 1 0,-13 3-3 16,12-4 2-16,-9 1-1 0,5-3 1 0,-1-1-2 15,0-2 2-15,-2 2-1 0,1-2 2 0,-2 0-3 16,-1 0 1-16,-1 0 0 0,0 1 0 0,0 3-1 16,-2 5 6-16,0-9-10 0,0 9-2 0,5-8-6 15,-5 8 3-15,0 0 0 0,0 0-4 0,0 0 1 16,0 0 4-16,0 0 1 0,0 0 0 0,0 0-1 15,1 30 4-15,-1-21 0 0,-1 2 0 0,0 0-22 16,-3-1-21-16,2 0-30 0,0 0-37 0,2-10-48 16,-2 13-36-16,2-13-192 0,-7 10-419 0,7-10 186 15</inkml:trace>
  <inkml:trace contextRef="#ctx0" brushRef="#br0" timeOffset="61667.96">27365 15005 42 0,'-6'-4'171'0,"6"4"-8"16,0 0-5-16,0 0-8 0,-8 14-9 0,5-8-25 15,1 4-6-15,0-3-10 0,0 5-5 0,2-2-13 16,0 3-7-16,-2-2-4 0,2-2-8 0,2 2-8 16,-2-2-7-16,0-1-21 0,0-8-16 0,4 11-19 15,2-6-29-15,-6-5-17 0,14 6-16 0,-7-4-28 16,4-4-14-16,3 0-11 0,-5-2-73 0,2-2-213 15,0 1 94-15</inkml:trace>
  <inkml:trace contextRef="#ctx0" brushRef="#br0" timeOffset="61868.18">27503 14858 134 0,'0'-9'180'0,"0"9"7"0,-2-13-5 0,2 7-13 15,0 6-19-15,0 0-20 0,0-9-12 0,0 9-5 16,0 0 10-16,0 0-6 0,6 28-5 0,-6-11-5 15,0 0-8-15,1 1-6 0,-2 6-7 0,-7 0-9 16,8-4-6-16,0-5-5 0,0 0-11 0,0 2-5 16,0 1-2-16,2-7-19 0,-2 1-28 0,2-3-26 15,-2 2-34-15,0-11-37 0,0 13-38 16,2-8-28-16,-2-5-20 0,2 10-125 0,-2-10-332 0,0 0 147 16</inkml:trace>
  <inkml:trace contextRef="#ctx0" brushRef="#br0" timeOffset="62099.87">27543 15030 53 0,'0'0'108'0,"2"-9"0"0,-2 9-11 0,0 0-9 16,0 0-1-16,4-3 5 0,-4 3-2 0,0 0 3 15,0 0-15-15,0 0 7 0,13 11 2 0,-11-8-6 16,-2-3-3-16,9 8-8 0,-5-4-2 0,1-1-8 16,0 0-2-16,-5-3-5 0,12 4-1 15,-12-4-3-15,9 0 5 0,-9 0-1 0,10-4-2 0,-10 4 1 16,11-3 3-16,-11 3-8 0,6-9-2 0,-6 9-3 15,3-7-8-15,-3 1-5 0,0 6-10 0,0-12-9 16,0 12-29-16,-2-9-26 0,2 9-17 16,0 0-45-16,0 0-13 0,-3-11-12 0,3 11 3 15,0 0-9-15,0 0-91 0,0 0-249 0,0 0 110 16</inkml:trace>
  <inkml:trace contextRef="#ctx0" brushRef="#br0" timeOffset="96578.92">28004 9568 21 0,'0'0'46'0,"0"0"-3"0,0 0-4 0,0 0-4 16,0 0 3-16,0 0-9 0,0 0-11 0,0 0 9 16,0 0-3-16,0 0-4 0,0 0-1 0,0 0-4 15,0 0 8-15,0 0-9 0,7-18 0 0,-7 18-6 16,0 0 6-16,0 0 3 0,0 0-7 0,0 0 0 15,0 0-5-15,3-8 1 0,-3 8-6 16,0 0 10-16,0 0-9 0,0 0 7 0,0 0-3 0,-1-10 3 16,1 10-5-16,0 0 4 0,0 0-4 0,0 0-4 15,0 0 3-15,0 0 0 0,0 0 1 0,0 0 5 16,0 0-4-16,0 0 0 0,0 0-3 0,0 0-1 16,0 0 3-16,0 0-2 0,0 0-3 0,0 0 7 15,0 0-7-15,0 0 3 0,0 0-2 0,0 0 3 16,0 0 0-16,0 0-2 0,0 0-5 0,0 0 6 15,0 0-2-15,0 0 9 0,0 0-8 0,0 0 0 16,0 0-2-16,0 0 6 0,0 0-1 0,0 0-1 16,0 0 0-16,0 0-1 0,0 0-4 0,0 0 9 15,0 0-9-15,0 0 0 0,0 0 6 0,0 0-3 16,0 0 1-16,0 0-1 0,-5-9 0 0,5 9-6 16,0 0 3-16,0 0 1 0,0 0 1 0,0 0 8 15,0 0-6-15,0 0-6 0,0 0 4 0,0 0 4 16,0 0 5-16,0 0-4 0,0 0-9 0,0 0 7 15,0 0-2-15,0 0 3 0,0 0-6 0,0 0-11 16,0 0-4-16,0 0-9 0,0 0-13 0,0 0-42 16,0 0-89-16,0 0 41 0</inkml:trace>
  <inkml:trace contextRef="#ctx0" brushRef="#br0" timeOffset="97736.35">25302 11022 13 0,'0'0'15'0,"0"0"-1"0,0 0 5 0,0 0-6 16,0 0-3-16,0 0-2 0,0 0-2 0,0 0 5 15,0 0-5-15,0 0 2 0,0 0 2 0,0 0 1 16,5-4 2-16,-5 4 0 0,0 0-6 0,0 0 4 16,0 0 2-16,0 0-3 0,0 0-1 0,0 0 1 15,0 0 2-15,0 0 5 0,0 0-5 0,0 0-1 16,0 0 2-16,0 0 6 0,0 0-7 0,0 0 1 16,0 0-3-16,0 0 4 0,0 0 1 0,0 0 6 15,0 0-7-15,0 0 6 0,0 0 3 0,0 0-2 16,0 0-10-16,0 0 7 0,0 0-15 0,0 0 15 15,0 0-7-15,0 0 0 0,0 0-2 0,4-7-5 16,-4 7 10-16,0 0-10 0,0 0-2 0,0 0 3 16,0 0-3-16,0 0 10 0,0 0-12 0,0 0 8 15,0 0-5-15,0 0 6 0,0 0-8 0,0 0-4 16,0 0 6-16,0 0 0 0,0 0-1 0,0 0 1 16,0 0-3-16,0 0 9 0,0 0-8 0,0 0-2 15,0 0 14-15,0 0-9 0,0 0 2 0,0 0 2 16,0 0-1-16,0 0-8 0,0 0 5 0,0 0 4 15,0 0-3-15,0 0-2 0,0 0 2 0,0 0 0 16,0 0-3-16,3-6 5 0,-3 6-2 0,0 0-7 16,0 0 4-16,0 0-4 0,0 0 7 0,0 0 0 0,0 0-6 15,0 0 4-15,0 0-3 0,0 0 2 16,0 0 5-16,0 0-9 0,0 0 2 0,0 0-3 16,0 0 3-16,0 0-2 0,0 0 3 0,0 0 0 15,0 0-4-15,0 0 12 0,0 0-9 0,0 0 5 16,0 0-13-16,0 0 11 0,0 0 1 0,0 0-4 15,0 0 5-15,0 0-10 0,0 0 5 0,0 0-1 16,0 0 3-16,0 0-13 0,0 0 0 0,0 0-7 16,0 0 0-16,0 0-2 0,0 0 3 0,0 0-2 0,0 0-7 15,0 0-8-15,0 0-3 0,0 0-13 0,0 0-31 16,0 0-88-16,10 12 39 0</inkml:trace>
  <inkml:trace contextRef="#ctx0" brushRef="#br0" timeOffset="176587.68">25250 8812 11 0,'-6'2'1'16,"-2"1"-3"-16,0 0-3 0,-1 2 2 0</inkml:trace>
  <inkml:trace contextRef="#ctx0" brushRef="#br0" timeOffset="180463.37">25067 8622 51 0,'0'0'55'0,"0"0"-5"0,-9-11-1 16,9 11-10-16,0 0-8 0,0 0-16 0,0 0-11 0,0 0-16 16,0 0-35-16,0 0-52 0,0 0 24 0</inkml:trace>
  <inkml:trace contextRef="#ctx0" brushRef="#br0" timeOffset="182014.12">24727 8563 21 0,'0'0'14'0,"0"0"-4"0,0 0-2 0,0 0 4 15,0 0-4-15,0 0-3 0,0 0-1 0,0 0-3 16,0 0-4-16,0 0 4 0,0 0-3 0,0 0 4 16,0 0-1-16,0 0-2 0,0 0 4 0,0 0-3 15,0 0 3-15,0 0-3 0,0 0 3 0,5 18-6 16,-5-18 4-16,0 0-5 0,0 0 5 0,0 0 2 0,0 0-5 16,0 0 0-16,0 0 2 0,0 0 3 15,0 0-5-15,0 0 4 0,0 0-8 0,0 0 6 16,0 0-3-16,0 0 6 0,0 0-3 0,0 0 0 15,0 0 0-15,0 0-3 0,0 0 0 0,0 0 0 0,0 0 3 16,0 0 0-16,0 0-2 0,0 0 1 16,0 0 4-16,0 0-4 0,0 0 4 0,0 0-3 15,0 0 1-15,0 0-1 0,0 0 0 0,0 0 2 16,0 0 2-16,0 0-4 0,0 0-3 0,0 0 0 0,0 0 1 16,0 0 3-16,0 0 1 0,0 0 0 15,0 0 3-15,0 0-3 0,0 0-2 0,0 0 2 0,0 0 2 16,0 0 1-16,0 0-2 0,0 0-2 15,0 0 0-15,0 0 6 0,0 0-4 0,0 0-1 0,0 0 1 16,0 0 3-16,0 0-2 0,0 0-6 0,0 0 4 16,0 0 2-16,0 0-2 0,0 0 1 0,0 0-4 15,0 0 3-15,0 0-3 0,0 0-2 0,0 0 6 16,0 0-7-16,0 0-4 0,0 0 1 0,0 0-2 16,0 0 0-16,0 0-8 0,7 5-17 0,-7-5 7 15</inkml:trace>
  <inkml:trace contextRef="#ctx0" brushRef="#br0" timeOffset="190502.07">23373 3673 27 0,'0'0'82'0,"0"0"0"16,0 0 2-16,0 0-13 0,0 0 0 0,0 0-5 15,0 0 4-15,0 0-6 0,0 0 6 16,0 0-1-16,0 0-1 0,0 0 0 0,0 0-12 0,0 0 1 15,0 0-10-15,0 0-4 0,0 0-2 0,0 0-12 16,21-10-1-16,-16 6 1 0,6-2-7 0,-2 0 1 16,2 1-5-16,1-3 0 0,3 1-5 0,-4-1 9 15,7 0-8-15,-4-1-1 0,3 2 2 16,-3-3-9-16,4 2 4 0,-3-2-1 0,1 0 2 16,-2 1 3-16,0-1-3 0,-4 3-4 0,4-4 4 0,-3 5-3 15,-1-2-6-15,-4 2 7 0,4-2-1 0,-2 1 3 16,-1-2-11-16,-1 2 3 0,0-3 6 0,0 0-7 15,-4 0-1-15,0-1 3 0,1 2 2 0,-1-1-5 16,0 0 2-16,-2 3-3 0,1 0 5 16,-1 7-5-16,-3-16 0 0,2 10 4 0,-2-1-4 15,3 7-1-15,-5-12 1 0,4 7-2 0,1 5 4 0,-9-9-1 16,9 9-7-16,-10-5 5 0,5 4-3 0,5 1 0 16,-14-1-2-16,14 1 5 0,-17 4-6 15,4-1 4-15,3 0 3 0,0 2 0 0,-2 3 0 0,3-2-5 16,-3 5-6-16,-2-1 7 0,2 1 5 15,2-1-4-15,-2 1 3 0,1 3-4 0,-3 0 15 16,1-1 15-16,0 1-5 0,-1 1 3 0,4 2-4 0,-4-2 3 16,5 1 4-16,-5-1 8 0,5 0-15 0,-3 2-1 15,5-4-3-15,-5 2-3 0,5 1 1 0,-1-2 10 16,2-1-4-16,-2 1 3 0,2 0-7 0,2-1 1 16,-3 0-2-16,1-2 4 0,2 0-1 15,2 2-3-15,-2-3-1 0,1 2-2 0,3 0 6 16,-1-1-6-16,1-1-2 0,2 3 3 0,2-2-1 0,0-3 2 15,4 4-4-15,1-3 0 0,0 1 3 16,2-3 5-16,4 3-2 0,3-3 7 0,0-2-3 0,1-1 0 16,-1 0 1-16,4 0-6 0,0-2 3 15,-2-1-3-15,8 2 0 0,-9-2-1 0,3-2 2 16,-3 1-5-16,1-2 2 0,-1 0-3 0,-3 0-1 16,-3 4 0-16,-1-4 0 0,-2 2 2 0,3-2 0 15,-13 2-4-15,12-3 2 0,-12 3 2 0,12-2 4 16,-12 2 7-16,9-3 0 0,-9 3 1 0,6-2-3 15,-6 2-5-15,0 0 1 0,0 0 1 0,8-8-2 16,-8 8 1-16,0 0-10 0,0 0 5 0,0 0-2 16,0 0-3-16,0 0-5 0,1-10-5 0,-1 10-12 15,0 0-9-15,0 0-17 0,0 0-19 0,0 0-25 16,0 0-30-16,0 0-35 0,0 0-30 0,-2-16-137 16,2 16-344-16,0 0 153 0</inkml:trace>
  <inkml:trace contextRef="#ctx0" brushRef="#br0" timeOffset="193221.55">23711 3151 10 0,'0'0'23'0,"0"0"-3"0,0 0 0 0,0 0-1 15,0 0-10-15,0 0 6 0,0 0-5 0,0 0 7 0,0 0-8 16,0 0 2-16,0 0 4 0,0 0-8 0,0 0 0 15,0 0 3-15,0 0-4 0,0 0 1 0,0 0 2 16,0 0-5-16,0 0 1 0,-9 4-3 16,9-4 5-16,0 0 1 0,-7 2-2 0,7-2-3 15,0 0 6-15,0 0-2 0,-8 2 2 0,8-2-3 16,0 0 2-16,-6 1 0 0,6-1-4 0,0 0 2 16,0 0 4-16,-7 4-7 0,7-4 0 0,0 0-1 0,0 0 6 15,-7 2-1-15,7-2 5 0,0 0-2 0,0 0 4 16,0 0 6-16,0 0-12 0,0 0 2 15,0 0-2-15,-7 3 9 0,7-3-4 0,0 0 4 16,0 0-5-16,0 0 0 0,0 0 9 0,0 0-4 16,0 0-6-16,0 0 10 0,-5 4-3 0,5-4 3 15,0 0-6-15,0 0 0 0,0 0 2 0,0 0 2 16,0 0-1-16,0 0-6 0,0 0-7 0,0 0 6 16,0 0-3-16,0 0 5 0,0 0-1 0,0 0-3 15,0 0 0-15,0 0-3 0,0 0-4 0,0 0 4 16,0 0-4-16,0 0 4 0,23 1-5 0,-11-1 4 15,0 1 3-15,2-2-2 0,-2 0 4 0,7-1-8 16,-5 2 0-16,4-2 9 0,-3 2-6 0,-2 0-1 16,1 0 7-16,-2 0-8 0,-2-1-3 0,-2 1 12 15,0-2-8-15,-8 2-1 0,12 0-2 0,-12 0 13 16,8 2-2-16,-8-2-4 0,0 0 14 0,0 0-5 16,10 1 11-16,-10-1 6 0,0 0 11 0,0 0 6 15,0 0-1-15,0 0-4 0,0 0 9 0,0 0-8 16,0 0 2-16,0 0-4 0,0 0-2 0,9-3 0 15,-9 3-9-15,0 0-1 0,0 0-9 0,0 0-1 16,0 0-4-16,0 0-12 0,0 0-17 0,0 0-20 16,0 0-29-16,0 0-18 0,0 0-35 0,0 0-113 15,0 0-242-15,0 0 107 0</inkml:trace>
  <inkml:trace contextRef="#ctx0" brushRef="#br0" timeOffset="194494.01">24533 3500 19 0,'0'0'114'0,"0"0"-1"0,-5-12-11 0,5 12 1 0,0 0-11 15,-4-9-11-15,2 4-7 0,2 5-5 0,0 0 1 16,-6-8 10-16,6 8-4 0,0 0-2 0,-3-7-1 16,3 7-4-16,0 0-6 0,-4-7-11 0,4 7-2 15,0 0-6-15,0 0-1 0,-3-9-9 0,3 9-5 16,0 0-5-16,0 0 2 0,0 0-7 0,-1-6-1 15,1 6-5-15,0 0 1 0,0 0-4 0,0 0 4 16,0 0-11-16,0 0 2 0,0 0-1 0,0 0-3 16,0 0 2-16,0 0-1 0,0 0 1 0,-8 25 6 15,3-14-12-15,-1 5 6 0,-6 0-2 0,2 2 1 16,-4 6 0-16,-4-2 2 0,1 2-2 0,-2 0 3 16,3 2-4-16,-1-3 4 0,-2 0 2 0,4 1-5 15,2-9 1-15,0 2-9 0,1-2 6 0,2 1 4 16,1 3-2-16,2-5-3 0,-1 0 2 0,3-3 1 15,2 1 0-15,1-3-13 0,1 0 9 0,1-1 2 16,0-8 1-16,2 13 2 0,-1-9 2 0,2 3 0 16,-3-7-5-16,10 7-3 0,-6-3 7 0,-4-4 4 15,10 1-4-15,-10-1 1 0,14-3-2 16,-6-4 0-16,1 2 1 0,0 1-4 0,-2-4 0 16,-1-2 1-16,1 3-6 0,-3-4 0 0,2-5 0 0,-4 0 0 15,0 2 0-15,-2-1 2 0,1-2 0 0,-2 1 2 16,-6-1-8-16,2 2 1 0,-3-1-1 0,1 2 0 15,-7-1-1-15,4 1 7 0,-3 2-4 0,-1 0 0 16,-1 1 2-16,-2 2-9 0,6 4 11 0,-4-3 0 16,4 5-2-16,2 1-2 0,-1-2-10 0,2 3-23 15,2-2-23-15,6 3-29 0,-11 0-13 0,11 0-22 16,0 0-71-16,-11 3-214 0,11-3 95 0</inkml:trace>
  <inkml:trace contextRef="#ctx0" brushRef="#br0" timeOffset="195241.8">24942 3310 154 0,'3'-7'176'0,"-3"7"-19"0,0 0-17 0,0 0-10 15,0 0-15-15,0 21 3 0,-4-4-9 0,-1 8 1 16,-2 3-6-16,0 2-8 0,-2 2-13 0,3-1 0 16,-2 2-10-16,4 0-10 0,-1-3-7 0,2-2-2 0,1 2-1 15,0-2-8-15,1-8-2 0,1-2-9 0,0 0 1 16,0-2-8-16,0 0 4 0,-2-5-4 16,4-1-3-16,-2-3-5 0,0 3-1 0,0-4 0 15,0-6 2-15,0 9-5 0,0-9 7 0,0 0 12 16,0 9 10-16,0-9 2 0,0 0-2 0,0 0-6 0,0 0-2 15,0 0-7-15,0 0-5 0,0 0-1 16,8-34 0-16,-3 24-5 0,4-6-4 0,0-2-1 16,0 1-2-16,3 0 0 0,-3-1-2 0,3 4-1 15,0-1-4-15,0 2 0 0,-3 5-5 0,0-1 2 16,-3 4-3-16,-2 0-2 0,4 2 0 0,-8 3-2 16,11 0 3-16,-11 0 0 0,11 4-2 0,-6 2 2 0,1 0 0 15,3 2 0-15,-1 1 2 0,4 4-1 0,0-1 0 16,-3-3 0-16,1-1 3 0,2 5 0 15,0-2-2-15,-2-3 1 0,2-2 1 0,-3 2 3 16,4-3 0-16,1 1-1 0,-5-2-1 0,2 0 0 16,1-2 1-16,-2-1 3 0,2-1-4 0,-1 0 2 15,-2 0 2-15,0-1-3 0,0 1 0 0,-4-4-3 16,3 0 3-16,-2-1-5 0,0 0 1 0,0 2 4 16,-4-5-3-16,3 2-2 0,-1 0 3 0,0 2-3 15,2-1 4-15,-2-2-6 0,-4 7 3 0,0-6-2 16,0 6-2-16,0 0-2 0,0 0 8 0,0 0-13 15,0 0 1-15,0 0 3 0,0 0-2 0,0 0 3 16,0 0-7-16,0 0 11 0,-4 36-3 0,2-27-2 16,-1 1 3-16,3-10 2 0,9 19-1 0,-5-11 2 15,1 1-1-15,-1-3 1 0,3-1 2 0,-7-5 2 16,18 8 0-16,-12-5 2 0,5-2-3 0,-11-1 2 16,19 1-2-16,-7-2 2 0,-1-3-3 0,-2 0 9 15,3 0-7-15,-6 1 1 0,-2-3 4 0,1 2-3 16,3-5-1-16,-7 3 2 0,5-4 0 0,-6-1 2 15,0-1-8-15,-2 0 2 0,1 1-2 0,-3 1 1 16,-3-5-10-16,-1 8-1 0,1-3-1 0,-2 3-7 16,2 1-12-16,-4 0-14 0,0 3-12 0,0-1-6 15,11 4-23-15,-11-3-39 0,11 3-17 0,-17-1-22 16,11 2-147-16,6-1-338 0,0 0 150 0</inkml:trace>
  <inkml:trace contextRef="#ctx0" brushRef="#br0" timeOffset="195478.54">25705 3416 102 0,'2'-10'204'0,"0"5"0"0,0-1-16 0,-2 6-19 16,2-10-15-16,-2 10-24 0,0 0-14 0,0 0-7 15,0 0-2-15,0 0-2 0,11 30-4 0,-11-11 5 16,-2 6-12-16,0 3-1 0,-2 0-11 0,3-1 2 15,-1 1-18-15,0-3-3 0,0 3-3 0,-1-2-10 16,3-7-5-16,-1 6-11 0,0-4-31 0,-1-2-32 16,2-2-41-16,0 1-46 0,0-1-42 0,0-4-34 15,0 0-126-15,-3-5-344 0,3-8 153 16</inkml:trace>
  <inkml:trace contextRef="#ctx0" brushRef="#br0" timeOffset="196023.55">25875 3807 127 0,'14'-11'169'0,"1"3"8"0,-1-4-9 0,3 2-1 16,-3-1-10-16,1 1-8 0,2-1-13 15,-4 0-12-15,0 1-8 0,1-1-9 0,-5 1 7 16,2 2-18-16,0-6-7 0,-4 5-8 0,-1-2-6 16,2 0-2-16,-6 0-8 0,0 0-5 0,0 1-4 0,-2 1-9 15,0 2-1-15,0-5-10 0,0 12 4 0,-4-13-10 16,2 6-4-16,2 7-4 0,-2-9 1 15,2 9-5-15,-6-7-5 0,6 7-5 0,0 0-4 16,-10 0 1-16,10 0 0 0,-9 13 1 0,3-3-1 16,-2 5-1-16,-1-1-3 0,1 1 1 0,3 2 3 15,-2-2-3-15,6-4 0 0,-1 5-1 0,2-3 2 16,2-2 1-16,1 1 1 0,2-1-5 0,2-3 4 0,-1 1-2 16,5-2 6-16,1 0-2 0,1-2 1 15,1-1-2-15,-1-1 2 0,5 0-1 0,2-6 3 16,0 3-6-16,1-6 1 0,-6 4 1 0,4-4 2 15,-2-1-1-15,1-3-1 0,-5 0 1 0,2 2-6 16,-2-3 6-16,-2 1-5 0,-2-1 1 0,0-4-4 16,-3 1 2-16,2-2-4 0,-4 2 1 0,1 0 0 15,-1 0 0-15,-4 5-2 0,0-2-1 0,0 2 4 16,0 9 1-16,0-13-1 0,0 7-1 0,0 6 0 16,4-7-7-16,-4 7 0 0,0 0-1 0,0 0 4 15,0 0 0-15,0 0-2 0,0 0 2 0,0 0 0 16,-8 33 2-16,7-21-1 0,-3 5 3 0,0-5-1 15,-2 3 3-15,2 2-3 0,2-2 2 0,0 1 2 16,2-4 5-16,-2 4 3 0,2-6-2 0,-3 7-2 16,-1-5 2-16,2-1 1 0,0-2-1 0,0 2-2 15,-1-1 3-15,0 1 2 0,3-11-2 0,-9 13 3 16,5-4-6-16,-2-3-6 0,-1 1-9 0,0-3-18 16,0 2-32-16,7-6-32 0,-13 6-31 0,4-3-64 15,9-3-182-15,0 0-399 0,-27-1 177 0</inkml:trace>
  <inkml:trace contextRef="#ctx0" brushRef="#br0" timeOffset="199227.91">6382 3596 102 0,'0'0'111'0,"0"0"-9"0,0 0 0 16,0 0-10-16,0 0-7 0,0 0 2 0,0 0-13 16,0 0-1-16,0 0-2 0,0 0-10 0,0 0 1 15,0 0-14-15,0 0-4 0,0 0 2 0,0 0-6 16,0 0-5-16,0 0 13 0,0 0-28 0,0 0 4 15,0 0-7-15,0 0 6 0,0 0-8 0,0 0-4 16,0 0 4-16,0 0-2 0,0 0-3 0,0 0-3 16,0 0-3-16,0 0 2 0,0 0-4 0,0 0 0 15,0 0-2-15,0 0-1 0,0 0-3 0,0 0 7 16,0 0-1-16,0 0 2 0,0 0-5 0,0 0 2 16,0 0 1-16,13 5 1 0,-13-5 2 0,11 2-4 15,-11-2 0-15,10 2 4 0,-1-2 1 0,2-2 1 16,-1 4-2-16,2-5 4 0,0 2-1 0,2-2-4 15,0 1 1-15,3-3 3 0,-4 3-7 0,4-2 7 16,-4 1-2-16,-2-1 4 0,0 0-6 0,-1 2 3 16,0-3-3-16,2 1 5 0,-4-2-1 0,-2 2 1 15,-1 1 0-15,-5 3 4 0,9-5 2 0,-5 2-2 16,-4 3-6-16,8-6 2 0,-8 6-1 0,1-7 1 16,-1 7-4-16,0 0 1 0,0 0-2 0,-7-15 0 15,7 15-5-15,-10-4 15 0,4 1-17 0,-2 2 3 16,-2-1 1-16,0 0 2 0,-1 2-8 15,1 0 7-15,-1 2-6 0,0 0 1 0,2 2 4 16,-2 0-4-16,0-1 5 0,-1 1-5 0,1 3 1 0,0-2 0 16,2 0-4-16,-2 2 4 0,2 1-3 0,-1 1 2 15,1 0 1-15,-3 2-1 0,3 2 2 0,-2 0 2 16,6-1-1-16,0 5 9 0,-2-1-7 16,2-3 7-16,0 3 2 0,2-1-2 0,2 2-1 15,0-6 4-15,1 2-4 0,0-1 2 0,2-2 0 16,0 4 0-16,0-3 5 0,3-1 0 0,0-1 1 0,1-1-3 15,3-1 0-15,-3 1 3 0,1-4-5 0,3 1-1 16,1 0 1-16,3 0-1 0,2-1-7 0,1-1-14 16,-4-3-37-16,8 0-37 0,-1 0-34 0,-1-3-39 15,3-1-89-15,-4-2-267 0,1-1 118 16</inkml:trace>
  <inkml:trace contextRef="#ctx0" brushRef="#br0" timeOffset="199671.27">6810 3351 5 0,'-15'1'138'0,"15"-1"0"0,-12 0-1 0,12 0-12 16,-8 1-3-16,8-1-6 0,0 0-13 0,-11 0-8 15,11 0-5-15,0 0-6 0,0 0-7 0,0 0-17 16,0 0-4-16,0 0-11 0,0 0 4 0,0 0-6 16,0 0 0-16,0 0 1 0,45-2 7 0,-25 0-6 15,-2 0-3-15,2 1 2 0,2-3-1 0,-4 1-3 16,3 0 3-16,-2 0-1 0,-6 0-13 0,-2 3 6 15,0-3 2-15,0 3-8 0,-5-2-1 0,3 1 6 16,-9 1-6-16,10-1 6 0,-10 1 2 0,9 0-1 16,-9 0 5-16,0 0 2 0,9-2 4 0,-9 2 9 15,0 0-4-15,0 0 3 0,0 0 1 0,0 0 2 16,0 0-5-16,0 0-5 0,0 0-5 0,9-1-7 16,-9 1-1-16,0 0-6 0,0 0-7 0,0 0-23 15,0 0-28-15,0 0-33 0,0 0-44 0,0 0-42 16,0 0-28-16,7 7-37 0,-7-7-147 0,3 6-390 15,-3-6 173-15</inkml:trace>
  <inkml:trace contextRef="#ctx0" brushRef="#br0" timeOffset="200306.15">6158 4224 103 0,'0'0'113'0,"0"0"3"16,-10 0-11-16,10 0 4 0,0 0-36 16,0 0 4-16,0 0-13 0,-11 0-1 0,11 0-9 15,0 0-4-15,0 0-1 0,0 0-3 0,0 0 4 0,28 10-3 16,-9-7 0-16,11 1 6 0,5-3-5 0,5-1-1 15,16-5-10-15,4 0 8 0,1-2-3 0,3 2-3 16,0-2-4-16,0 0 1 0,-3-3-18 0,-2 2 11 16,-1-2-5-16,-4 3 2 0,-4-1-2 0,-13 1-4 15,0 1 1-15,-3 1-6 0,-1 0-1 16,-4 1-5-16,-7 2 5 0,-1-1 1 0,-4-1-9 0,-4 2 3 16,0 0-2-16,-5 2-1 0,-8 0-5 0,12-2 9 15,-12 2-2-15,11-1 0 0,-11 1-2 0,7-1-6 16,-7 1-20-16,0 0-25 0,8-2-36 15,-8 2-38-15,0 0-144 0,0 0-284 0,0 0 126 16</inkml:trace>
  <inkml:trace contextRef="#ctx0" brushRef="#br0" timeOffset="205693.33">2208 4111 101 0,'0'0'92'0,"-8"-9"0"0,8 9-3 0,-5-9-9 15,5 9 4-15,-5-6-20 0,-1 2 1 0,6 4-9 16,-7-4-10-16,7 4-3 0,-14-1-8 0,14 1 4 16,-14 4-12-16,0-1 11 0,3 4-20 0,-6 3 5 15,2 0 3-15,-4 2-11 0,-2 4-2 0,-2 1 16 16,3 1-19-16,-2 2-2 0,1-2 1 0,1 3-2 15,3-2-8-15,-2 2 6 0,4 1 2 0,-2-1 2 16,7-3-9-16,0 0-1 0,1 0 2 16,-2 6 1-16,4-7 1 0,1 5 5 0,1-3-11 0,3-2 3 15,2 2 0-15,1-1 7 0,0-6-11 0,5 5 10 16,1-3-4-16,2 2-2 0,2-4 1 0,1-1 2 16,0-3 3-16,1 1 3 0,5-2 0 0,0-2-5 15,2 0-13-15,-2 0-4 0,2-3-11 0,0-2-15 16,0-2-11-16,-2 1 1 0,2-3-10 0,-1-1-20 15,-1-2 7-15,1-2-1 0,-2 0 5 0,1-1-41 16,4-4-116-16,-6 2 52 0</inkml:trace>
  <inkml:trace contextRef="#ctx0" brushRef="#br0" timeOffset="206850.04">2290 4433 141 0,'6'-18'-3'16,"-1"1"13"-16,2 1 5 0,-2 2 4 0,0 3-4 0,-3-1 24 16,1 4 5-16,1-1 5 0,-4 9 2 15,2-12 2-15,-2 12-11 0,0 0-4 0,1-11-2 0,-1 11-6 16,0 0-8-16,0 0 2 0,0 0-1 0,0 0-4 15,0 0-11-15,0 0 10 0,0 0-4 0,0 0-1 16,6 34-4-16,-4-21 2 0,1 4 3 0,-2-1-5 16,0 1-4-16,2-1-2 0,-2-3 8 15,3-1-2-15,0 0-6 0,1-1-3 0,1 1 8 16,-6-12-9-16,11 17 5 0,-5-10 0 0,3-2 0 16,-3-1 0-16,-6-4-1 0,12 7-1 0,-6-5 1 15,6-1-13-15,-12-1-1 0,14-2 5 0,-3-2-6 16,-2-1-3-16,0-2 4 0,0-1-6 0,0 1 8 15,0-4 0-15,-1 0 1 0,2-3 1 0,-2-2-1 16,-1 3 2-16,0-3-4 0,-2 1 4 0,-2 0 3 16,-1 4-6-16,0-5 8 0,-3 4-5 0,1 1 13 15,0 11 4-15,-3-16 13 0,3 10-1 0,0 6-7 16,-2-8 1-16,2 8 1 0,-5-6-8 0,5 6-6 16,0 0 1-16,0 0 1 0,0 0-3 0,0 0 3 15,-18 13 12-15,15-4-22 0,3-9 6 0,-2 17 1 16,-1-8-4-16,3-9 6 0,-1 18-7 15,1-9 2-15,0-9-4 0,5 19 7 0,-2-12-3 0,2-1 5 16,-5-6 1-16,9 12 1 0,-3-7-6 0,-6-5 0 16,18 6 10-16,-8-3 3 0,3-4-1 0,0 1-1 15,3-4-2-15,1 0 1 0,1-1 0 0,-1-4-1 16,2 1-8-16,-1 0 7 0,-3-3-6 16,-1 1-2-16,0-1 5 0,-1 0-8 0,-4 2 8 15,1-4-4-15,-3 2-1 0,-4 0-2 0,1-2 7 16,-1 3-2-16,-3-2-2 0,-2-1-1 0,-1 0 5 15,-1 1-7-15,-4-4 5 0,2 7 17 0,-2 0-10 16,0 1 15-16,1 0 5 0,-2 2-16 0,0 1 4 16,2 1 10-16,1 0-8 0,6 4-1 0,-9-6-5 15,6 3-5-15,3 3 3 0,0 0-6 0,-5-5 5 16,5 5-10-16,0 0 4 0,0 0 1 0,0 0-1 16,0 0-3-16,27 3-1 0,-13-3 6 0,-1-2-9 15,7 2 5-15,1-1-2 0,-4 0 1 0,2 0 1 16,-4-1-11-16,0 2 7 0,-4 3 8 0,1-3-8 15,-1 4 0-15,-2-1-3 0,-4-1-1 0,2 3 10 16,-2 2-8-16,2 0-9 0,-3 1 11 0,0 0 1 16,-2 2 10-16,1 0-19 0,-2 2 8 0,-1 1 6 15,0-1-5-15,0 3-5 0,0-1-2 0,-1-3 8 16,2 2-2-16,0-2 2 0,3-1 0 0,-3 1-6 16,2 0 4-16,1-2 2 0,0 0-4 0,1 1-1 15,2-3 7-15,2-1 6 0,0 2-2 0,2-3-10 16,4-2 2-16,-2-3 0 0,4 0 9 0,0 0-6 15,1-4 2-15,-5 1 3 0,3-3-11 0,0 0 12 16,0-1-7-16,-2-2-3 0,0-1 10 0,-3 2-6 16,-1-3-1-16,0 3 8 0,-4-2-8 0,5-4-1 15,-9 3 4-15,2 1 3 0,-3-2-8 0,-1-1 10 16,0 13-11-16,-7-22-4 0,2 11-9 0,-2-3 12 16,1 4 4-16,-1 1 15 0,1 4-12 0,1-3 4 15,5 8 2-15,-9-11 3 0,9 11-11 0,-7-10-2 16,7 10-1-16,-6-5 2 0,6 5-9 0,0 0 10 15,0 0 0-15,0 0-8 0,0 0 0 0,0 0 0 16,0 0 3-16,0 0-2 0,19-7 9 16,-19 7-5-16,0 0 0 0,27 9-2 0,-18-6 2 15,1 3-11-15,-1 0 11 0,-1 0-11 0,-2 0 12 0,2 2-4 16,-3 0 4-16,2 2-2 0,-2 0-6 0,0 1 5 16,-1-1 4-16,2 0-9 0,-2 1 8 15,0-1 0-15,-2 0-1 0,3-2 4 0,-1 2 0 0,3-2-6 16,1-3 5-16,-2 2 3 0,0-3-7 15,2 0 3-15,-8-4 0 0,15 7-2 0,-6-5 3 16,-9-2 1-16,19 1-1 0,-19-1-3 0,23-6 11 16,-11 2-5-16,-1-1 0 0,3-1-2 0,-1-5 1 15,2 3-1-15,-6-1 3 0,2-5 0 0,-3 5 1 0,0-6 3 16,-4 5-4-16,0-3 5 0,-3 1-9 16,-1 3 11-16,-3-2-5 0,2 0 2 0,-3 0 0 15,-1 1 3-15,0 1 8 0,-1 2-1 0,2 0-4 16,-1 4-5-16,5 3 0 0,-8-6-5 0,8 6-2 15,-9-1-8-15,9 1 9 0,-10 9-2 0,5-1 4 16,-2 3-2-16,2 0-3 0,0 0 1 0,1 6-21 16,3-5-30-16,1 5-17 0,1 0-30 0,1-1-21 15,0 0-107-15,3-3-240 0,-1-3 107 0</inkml:trace>
  <inkml:trace contextRef="#ctx0" brushRef="#br0" timeOffset="207081.36">3607 4231 96 0,'3'-18'157'16,"1"1"-13"-16,3-1-4 0,-3 0-3 0,1 0-14 15,2 3-5-15,-3 2 0 0,-1 3-11 16,4 1-6-16,-4-1-16 0,4 3-6 0,-2 2-13 16,0 0-4-16,-5 5-10 0,12-4-1 0,-6 4-12 15,-6 0-2-15,16 4-3 0,-6-1-4 0,-1 1-4 16,-2 3 1-16,0 2-3 0,0 1-5 0,0 0-4 0,-1 0-6 15,-1 3-27-15,0-2-25 0,2-1-20 0,-2 2-35 16,0 0-16-16,-1-2-32 0,-2 2-90 16,1-3-256-16,2 0 114 0</inkml:trace>
  <inkml:trace contextRef="#ctx0" brushRef="#br0" timeOffset="207334.96">4023 3798 139 0,'-3'-6'193'0,"3"6"-9"15,-2-14-12-15,2 14-20 0,-4-8-21 0,4 8-15 16,0 0-12-16,0 0-14 0,0 0-13 0,0 0 0 16,0 0-9-16,4 39-11 0,-1-20 2 0,-1 5-7 15,1 1-7-15,0 0-1 0,1 0-8 0,-3-6-4 16,2 7 5-16,-3-9-15 0,2 1 6 0,1-2-6 15,-4 1-3-15,3-5-15 0,1 4-29 16,-3-6-22-16,1 3-24 0,3-3-22 0,-3-1-21 0,0 0-22 16,-1-9-110-16,-1 15-266 0,1-15 118 0</inkml:trace>
  <inkml:trace contextRef="#ctx0" brushRef="#br0" timeOffset="207505.09">3901 3995 114 0,'0'0'155'0,"-4"-10"-19"16,4 10-17-16,0 0-12 0,0 0-10 0,0 0-10 15,9-12-8-15,2 8-11 0,1 1-4 0,5-2-11 0,2-1-28 16,9-3-41-16,-7 4-36 0,0-2-33 16,0 5-74-16,-3 0-171 0,0 0 75 0</inkml:trace>
  <inkml:trace contextRef="#ctx0" brushRef="#br0" timeOffset="209036.52">2002 5147 80 0,'0'0'150'0,"-6"-11"0"16,1 6-18-16,2-1 4 0,-2 0-10 0,5 6-8 15,-8-8-7-15,4 4-14 0,4 4-8 0,-10-5-9 16,4 3-10-16,6 2-10 0,-12 1-8 16,3 3-8-16,-2 0-7 0,2 5-4 0,-6 4 1 15,-2 6-1-15,0 1-4 0,2 2-7 0,-2 0 1 0,4 1 0 16,0 0-7-16,5-4 3 0,2 0-4 0,0 0 3 16,3 0 6-16,1-2-15 0,4 2 0 15,-2-3-4-15,3-1 9 0,3 1-8 0,-1-4 4 0,4-2-2 16,0-1 0-16,3 1-1 0,1-4-5 15,-1 1-4-15,4-1-4 0,-3-3-11 0,4 0-2 16,1-2-9-16,1-1-4 0,-1-4 0 0,-1 1-10 16,1-3-3-16,0-3 7 0,-1 1 3 0,-1-2 3 0,0-2 9 15,-2 1-5-15,-3-3 2 0,0 0-1 16,-2 0 15-16,-3-1-10 0,2 4-2 0,-4-1 12 16,1-3-1-16,-2 4 9 0,-1 1 15 0,0-1 18 15,-1 6 2-15,2-1 2 0,-3 6-3 0,3-10-5 16,-3 10-4-16,1-7 0 0,-1 7-12 0,0 0-1 15,0 0-1-15,0 0-2 0,0 0-2 0,0 0 0 16,0 0 2-16,9 19-2 0,-8-8 0 0,2 5 1 16,0 1-2-16,1-1 3 0,0 1 4 0,1-3-3 15,3 3 1-15,-2-3-4 0,1-4 1 0,-1-1-2 16,3 1 7-16,1-4 5 0,3 3-6 0,-2-2-2 16,0-3-1-16,0 0 2 0,1-2-2 0,-2-2 3 15,-10 0 2-15,19-1-6 0,-19 1-7 0,13-3 3 16,-13 3-11-16,14-9-4 0,-8 2 1 0,1-1-5 15,-1 0 1-15,-3-2 2 0,-1-1-6 0,-2 0-2 16,0 11 2-16,-1-23 9 0,-3 11 5 0,0-4-7 16,-1 2-2-16,-1-2 4 0,1 5-1 0,-2-1 7 15,1 0-4-15,2 1 3 0,-1 0-3 0,1 0 19 16,0 3-8-16,2 1 11 0,-2 2-25 0,4 5 6 16,-1-12-3-16,1 12 0 0,0 0 0 0,9-6 1 15,-9 6-1-15,0 0 3 0,21 1 5 0,-7 3-5 16,-3-1-1-16,6 2 12 0,0 1-6 0,1 1 6 15,-3 1-1-15,1-3 3 0,-5 2-1 0,4 1 3 16,-4 0-2-16,-1 1 7 0,-2-3-1 0,3 1-6 16,-4-1 6-16,-1-1 0 0,-6-5-7 0,10 9 3 15,-6-5 0-15,-4-4 3 0,0 0 1 0,8 5 11 16,-8-5 3-16,0 0 2 0,0 0 1 0,0 0 1 16,0 0-2-16,0 0-2 0,0 0 4 0,0 0 2 15,0 0 3-15,0 0-14 0,0 0 2 0,-12-30-2 16,12 19 1-16,1 0-7 0,1-2-2 0,2 2 0 15,1-1-2-15,2-3-2 0,5 1-1 0,-2 2-4 16,2 0 4-16,-1 4-5 0,-1 2-2 0,2 2-5 16,-2 1 14-16,2 0-11 0,0 3-4 0,-1 1 2 15,0 1 0-15,0 4 10 0,-2 1-6 0,2 0-3 16,-2 3 1-16,0-1 3 0,-3 6-3 0,0-1 2 16,2 2-1-16,-4 0-13 0,-2 0-16 0,1 1-26 15,1 1-25-15,0-1-25 0,-3-1-40 0,2-6-102 16,-3 0-268-16,0-10 119 0</inkml:trace>
  <inkml:trace contextRef="#ctx0" brushRef="#br0" timeOffset="209830.31">2959 5103 160 0,'-6'-3'152'0,"6"3"-2"0,-10-4-18 15,10 4-11-15,-13 0-12 0,13 0-8 0,-14 7-7 16,4 0-12-16,2 2-9 0,0-1-7 0,1 3-7 16,-1 4 0-16,3-5-15 0,0 4 1 0,1-4-4 15,1 2-5-15,1-2-2 0,3 1-2 0,-1-2-3 0,3-1-7 16,-1-2 3-16,2 0-2 0,4-1-4 16,-3 0-1-16,4-1-2 0,1-3 4 0,0-1-4 15,2-3-1-15,-2-1-1 0,0-1 0 0,2 0 0 16,1-4-4-16,-5-1 2 0,0 0-3 0,2-3-4 15,-1-1 5-15,-4-2 0 0,2 1-1 0,-6-4-5 16,2 1 9-16,-5-7-9 0,1 5 2 0,-3-1-2 16,-1-3 3-16,-2 0 1 0,-1-3 1 0,0 2 4 15,2 7-7-15,-4-5 1 0,2 6 8 0,3 1-6 16,-2 2 4-16,2 4 8 0,1 0 3 0,2 2-3 16,1 1-2-16,1 7-8 0,-4-7-2 0,4 7-6 15,0 0-4-15,0 0-1 0,0 0 4 0,0 0 3 16,0 0-2-16,11 32 1 0,-3-13-2 15,1 5-2-15,-3 4 2 0,2-1-3 0,2-1 12 0,-4 0-9 16,1-1 1-16,1-2-3 0,-1-5 3 0,0-2-2 16,-1 1-4-16,-1-5 5 0,4 2 0 0,-3-3 2 15,1-1-2-15,-2-1 4 0,1 0-2 0,2-4-2 16,-3 0-7-16,4 1 0 0,-4-3-5 0,0 1 6 16,3-3 0-16,-8-1-5 0,11-1 1 0,-11 1 0 15,12-7-3-15,-4 3-5 0,-2-2-5 0,2-3 0 16,-4 0 7-16,1-3-3 0,3-1 2 0,-2 2 0 15,-2 0 4-15,-2-1-1 0,-1-1 1 0,2 3-1 16,-2 1 4-16,2 0-3 0,-3 9 3 0,0-11-6 16,0 11 2-16,1-9-7 0,-1 9 3 0,0 0-1 15,0 0 7-15,0 0-4 0,0 0 6 0,0 0-3 16,18 22 2-16,-14-13 3 0,1 1-1 0,1-1 3 16,2 0 4-16,-2-1-1 0,2-1 0 0,-2 1-5 15,3-2 6-15,-4-1-3 0,-5-5 5 0,13 8-4 16,-3-6 1-16,-2-1 6 0,0 0 1 0,2-2-1 15,-10 1 3-15,14-4 0 0,-8 0 3 0,0 1-8 16,0-4 0-16,-1 0 0 0,0 0 1 0,-1-3-1 16,-1 2 1-16,0-1 2 0,-1-2-2 0,-1 1-3 15,-2-2 3-15,1 2-1 0,0 0-1 0,0 0 7 16,0 10 4-16,-3-12-1 0,2 6-1 16,1 6-3-16,0 0-5 0,0-12 0 0,0 12 0 0,0 0-2 15,0 0-3-15,0 0 6 0,0 0-4 0,0 0 0 16,0 0 1-16,14 25-5 0,-8-15-8 0,-2-1-24 15,1 2-24-15,-1 0-19 0,3-1-20 0,0 0-15 16,1 0-15-16,-1 1-6 0,2-5-73 16,2-1-225-16,-2 1 100 0</inkml:trace>
  <inkml:trace contextRef="#ctx0" brushRef="#br0" timeOffset="210059.43">3601 4882 137 0,'-4'-4'163'0,"-1"0"-8"0,5 4-14 16,-10-8-22-16,10 8-5 0,-13 0-13 0,13 0-14 15,-17 11-8-15,8-3-9 0,-1 4-9 0,0 2-3 16,4 0-7-16,-1 2-2 0,-1 0-6 0,6 0 0 0,1-1-10 16,1-4-1-16,1 1-3 0,3-2 0 15,2 2-4-15,2-4-3 0,7 1-14 0,1-3-24 16,1-1-20-16,4-1-24 0,10-2-32 0,-3-4-19 15,-7 0-17-15,6-5-73 0,-6 1-218 0,-3-1 96 16</inkml:trace>
  <inkml:trace contextRef="#ctx0" brushRef="#br0" timeOffset="210297.56">3822 4589 143 0,'-3'-4'185'0,"1"-2"-17"0,2 6-17 0,-5-9-18 16,5 9-13-16,0 0-17 0,0 0-4 0,0 0-6 16,4 26-1-16,-2-8-8 0,2 1-8 0,1 5-6 15,-2 4-6-15,3-2-2 0,-3 0-4 16,0 0-8-16,0-1-3 0,1-2-5 0,-3-3 1 16,3 4-12-16,-1-6 0 0,0 1-3 0,0-2-2 0,2 1-3 15,-3-2-16-15,1-3-36 0,-2-3-26 0,2 1-22 16,0 0-34-16,-1-3-30 0,-1 0-129 0,-1-2-292 15,0-6 130-15</inkml:trace>
  <inkml:trace contextRef="#ctx0" brushRef="#br0" timeOffset="210589.29">3744 4824 50 0,'5'-4'90'0,"3"-2"1"0,3 0-5 16,6-2-7-16,2-3-4 0,-2 3-11 0,1-3-3 16,1 2-7-16,6-2-6 0,-7 4 0 0,-2 0-9 15,-5 2-6-15,2-1-3 0,-2 2 3 0,-2 1-8 16,-9 3 6-16,14-4-9 0,-14 4-4 0,14-2-4 16,-14 2 3-16,12 0 2 0,-12 0-2 0,0 0 1 15,14 6-3-15,-14-6 4 0,10 7 2 0,-3 1-1 16,-1-3 1-16,-2 4 9 0,1-1-1 0,1 3-1 15,-1-2-1-15,1 2-1 0,0 5-5 0,-1-4-1 16,-1 1 2-16,2 2-14 0,-2-4-23 0,3 4-28 16,0-1-47-16,-3-1-114 0,-1-4-220 0,0 1 97 15</inkml:trace>
  <inkml:trace contextRef="#ctx0" brushRef="#br0" timeOffset="211373.74">4213 4695 63 0,'0'0'134'0,"0"0"-21"15,0 0-14-15,3 5-8 0,-3-5-9 0,3 9 3 16,-3-9 2-16,6 12-17 0,-2-4 2 15,-1 1-14-15,2 1 2 0,0 2-3 0,-2-2-8 16,2 1-5-16,0-3-2 0,3 3-5 0,-1-3-6 16,1 1 0-16,0-2 1 0,0 1-8 0,2-3 2 15,-3 1-7-15,1-2 5 0,-3 0 1 0,3-2-9 0,-8-2 5 16,8 4 1-16,-8-4-6 0,7 2 2 16,-7-2-1-16,0 0-4 0,0 0 2 0,13-9-2 15,-10 5 2-15,-2-4-2 0,-1 8-6 0,4-13-1 16,-3 3 7-16,-1 0-9 0,-1-2 1 0,1 12-3 15,-2-23-2-15,1 12 5 0,1 0-7 0,-2 0 0 16,0-1 2-16,0 2 1 0,2 10 1 0,-3-19-2 16,3 19 1-16,-1-13 0 0,1 13 0 0,1-10-5 15,-1 10 1-15,7-9-5 0,-7 9 6 0,7-7-4 16,-7 7 4-16,17-2-6 0,-4 3 2 0,-13-1-1 16,24 7 2-16,-7-2-3 0,-2 2 5 0,-2-1 0 15,-2 1-2-15,1 0 6 0,2 0-4 0,-4 0 1 16,-1-1-1-16,-1 0 3 0,-1 0-4 0,0-2 7 15,-2-1-5-15,-5-3 7 0,7 6-1 0,-7-6 5 16,6 3 6-16,-6-3 9 0,6 3 1 0,-6-3 14 16,0 0-6-16,0 0-8 0,0 0-3 0,0 0-1 15,0 0-3-15,0 0 6 0,6-17-17 0,-5 9 3 16,1-2-5-16,2-1 2 0,0-4-2 0,-2 4-6 16,3-2 3-16,2-1 3 0,-2 2-6 0,0 1 3 15,-1 1-2-15,1 0 3 0,0 3-6 0,-5 7 2 16,8-12-7-16,-8 12 5 0,8-3-8 0,-8 3 2 15,0 0 3-15,13 0 2 0,-13 0 0 0,13 7-3 16,-13-7 1-16,9 10 6 0,-4-1-3 0,2-1 0 16,-2 0-3-16,0 1 6 0,-2 1-1 0,3 0 1 15,-4 1-6-15,3 0-20 0,-3-1-37 0,2 0-29 16,-2 0-30-16,1-1-132 0,-1 1-275 16,-2-10 121-16</inkml:trace>
  <inkml:trace contextRef="#ctx0" brushRef="#br0" timeOffset="211552.86">4791 4595 9 0,'0'0'181'0,"0"0"-17"0,0 0-17 15,0 0-13-15,0 0-17 0,0 0-16 0,0 0-34 16,0 0-19-16,0 0-30 0,0 0-27 0,0 0-39 15,0 0-108-15,0 0-167 0,0 0 75 0</inkml:trace>
  <inkml:trace contextRef="#ctx0" brushRef="#br0" timeOffset="211794.28">4246 5088 67 0,'0'0'165'16,"0"0"-17"-16,0 0-19 0,0 0-12 0,0 0-7 16,0 0-16-16,0 0-9 0,0 0-7 0,45-10-25 15,-17 1-27-15,8-1-31 0,1-2-23 0,14-4-30 16,-15 2-21-16,14-4-72 0,-18 4-163 0,0-2 73 15</inkml:trace>
  <inkml:trace contextRef="#ctx0" brushRef="#br0" timeOffset="211937.25">4948 4734 17 0,'0'0'157'0,"0"0"-15"16,0 0-12-16,0 0-13 0,0 0-37 0,0 0-39 15,5-6-54-15,-5 6-48 0,0 0-41 0,0 0-110 16,0 0 49-16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4T10:29:53.975"/>
    </inkml:context>
    <inkml:brush xml:id="br0">
      <inkml:brushProperty name="width" value="0.05292" units="cm"/>
      <inkml:brushProperty name="height" value="0.05292" units="cm"/>
      <inkml:brushProperty name="color" value="#FF0000"/>
    </inkml:brush>
  </inkml:definitions>
  <inkml:trace contextRef="#ctx0" brushRef="#br0">27995 7016 8 0,'0'0'42'0,"0"0"-2"0,0 0-6 16,0 0 2-16,0-7-5 0,0 7-3 0,0 0-4 15,0 0-3-15,0 0-7 0,0 0-2 0,0 0-8 0,0 0 0 16,0 0-6-16,0 0-4 0,0 0-7 16,0 0 0-16,0 0-4 0,0 0-1 0,0 0 1 0,0 0 2 15,0 0 0-15,0 0-16 0,0 0-33 16,0 0 15-16</inkml:trace>
  <inkml:trace contextRef="#ctx0" brushRef="#br0" timeOffset="1025.33">27939 7049 5 0,'0'0'29'0,"-9"-2"6"0,9 2-6 16,0 0-4-16,0 0-2 0,0 0 1 0,-9-1-3 15,9 1 4-15,0 0-6 0,0 0 2 0,0 0 3 16,0 0-3-16,-9-4-1 0,9 4 5 0,0 0-5 16,0 0-2-16,0 0-3 0,0 0-1 0,0 0 3 15,0 0-8-15,0 0-1 0,0 0 9 0,-9-1-3 16,9 1 1-16,0 0-10 0,0 0 1 0,0 0 0 15,0 0-4-15,0 0 4 0,0 0-4 0,0 0 2 0,0 0-1 16,0 0 0-16,0 0-1 0,0 0-2 0,0 0 3 16,0 0 2-16,0 0-6 0,0 0-1 15,0 0 0-15,0 0 3 0,0 0 0 0,0 0 0 16,0 0-5-16,0 0 4 0,0 0 1 0,0 0-2 0,0 0 2 16,0 0 4-16,0 0 3 0,0 0-8 15,0 0 6-15,0 0 1 0,0 0 0 0,0 0 4 0,0 0-5 16,0 0 6-16,20 15 3 0,-13-14 9 15,2 5-4-15,2-5 3 0,1 3 4 0,3-1-9 0,5 0 1 16,10 1 1-16,1-3 2 0,4 3 5 0,4-1-6 16,14-2-7-16,4 0 2 0,-1 1 2 0,0 1-17 15,1 1 12-15,-1-2 4 0,4-1-9 0,-4-1 0 16,1 0 2-16,3 2 2 0,-4-2 0 16,3-2-5-16,-6 4 1 0,4-2 5 0,0 0-7 0,-4 0-6 15,1 1 0-15,-15 1-1 0,1-2 11 0,-1 1-13 16,-1-2-1-16,-3 2 6 0,1-1-2 0,0-1 2 15,-4 2-4-15,-1-1 1 0,-2 2 7 0,-1-2-8 16,-6 1 4-16,5-2-5 0,-9 2 0 0,1-1 9 16,-1 1 2-16,-3 0-2 0,-3-1-4 0,0 0 4 15,1 0 2-15,-1 1 0 0,0 0-4 0,-1-1 4 16,0 0 5-16,-5 0-12 0,-6 0 5 0,15 1 0 16,-15-1-2-16,12-1-3 0,-12 1 2 0,9 0 3 15,-9 0 0-15,0 0-7 0,12 0 3 0,-12 0-6 16,0 0-11-16,0 0-16 0,0 0-10 0,9 0-14 15,-9 0-34-15,0 0-56 0,0 0-157 0,0 0 71 16</inkml:trace>
  <inkml:trace contextRef="#ctx0" brushRef="#br0" timeOffset="2409.31">4566 8047 8 0,'0'0'94'0,"0"0"-6"0,0 0-8 15,0 0-4-15,-8-12-4 0,8 12-4 0,0 0-10 16,0 0-2-16,-4-6-6 0,4 6-6 16,0 0-1-16,0 0-14 0,0 0 4 0,0 0-8 15,0 0 2-15,-1-7-8 0,1 7 0 0,0 0 1 0,0 0-12 16,0 0 4-16,19-2-4 0,-6 1-5 0,0-3-4 15,6 4 6-15,3-1 0 0,-1 0 1 0,10-2 5 16,4 1-13-16,0 0 8 0,4-2 4 16,0 2-3-16,14-3-3 0,3 2 7 0,-1 1-4 15,1-1 1-15,0 0-6 0,1 0 6 0,0 0-1 16,-2 3 12-16,-1-1-20 0,-1-2 7 0,-2 2 0 0,1-1-9 16,-13 2 16-16,11 0-9 0,-9 0-5 15,11-1 5-15,-12-1-5 0,-2 2 7 0,-1-1 11 16,2 1-20-16,-3 0 9 0,1 0 1 0,-3-2-7 15,-2 1 0-15,-1 0-2 0,-8-1 6 0,-3 4 3 16,1-2-3-16,-1 0-10 0,-7 1 1 0,0-1 13 0,-2-1-2 16,-1 2-7-16,-1 0-4 0,0-1 7 0,-9 0-4 15,12 0-2-15,-12 0 1 0,9 2 9 16,-9-2-7-16,0 0 1 0,10 0 5 0,-10 0-2 16,0 0-2-16,0 0-6 0,0 0 9 0,9 0-13 15,-9 0 10-15,0 0 15 0,0 0-18 0,0 0 7 16,6 1-12-16,-6-1 8 0,0 0-12 0,8 3 0 0,-8-3-12 15,9 2-27-15,-3-1-18 0,1 4-23 16,0 0-56-16,1-2-159 0,0 2 70 0</inkml:trace>
  <inkml:trace contextRef="#ctx0" brushRef="#br0" timeOffset="4523.32">9192 8057 49 0,'-5'-1'44'0,"5"1"9"0,-11-4-3 16,5 2-6-16,6 2-4 0,-12-4-3 0,12 4 1 0,-8-4-4 15,8 4-11-15,-10-3 2 0,10 3-2 0,-10-1 1 16,10 1-9-16,0 0 1 0,-9-1 4 0,9 1-9 15,0 0 5-15,0 0-1 0,-8-2-6 16,8 2 1-16,0 0-9 0,0 0 9 0,0 0-6 0,0 0 3 16,0 0-6-16,0 0 6 0,-9-2-4 0,9 2 2 15,0 0-3-15,0 0-5 0,0 0 6 0,0 0-3 16,0 0 0-16,0 0 3 0,0 0 2 16,0 0-7-16,0 0 4 0,0 0-1 0,0 0 3 0,0 0 0 15,0 0 10-15,11 21-2 0,-5-18-6 0,-1 1-2 16,4-1 2-16,0 0 4 0,0 3 3 0,2-3 1 15,7 1 2-15,1-1 5 0,0 1-9 0,3-2 8 16,6 4-8-16,0-4 3 0,2 1 1 0,-2 1-1 16,2-1-3-16,1 0 9 0,0 1-5 0,-1-2-2 15,1 0-5-15,1 2-3 0,-1 0-1 0,1 1 10 16,0-1-6-16,-2-1 7 0,2 0 4 0,1-1-10 16,2 3-3-16,-2-1 8 0,6-2 11 0,-2 1-2 15,16-3-5-15,2 0 11 0,1 0-1 0,3-2 2 16,1 1-1-16,6-1-8 0,-1-2 5 0,27 3 2 15,-28-3-4-15,2 0-5 0,29 1-2 0,-29 2 0 16,27-6-4-16,-28 3 0 0,34-3 0 0,-8 1 6 16,1 1-6-16,-2 0 2 0,0-3-3 0,-24 2-5 15,29-1 0-15,-5-6 5 0,0 3-7 0,2-1 4 16,-27 4-5-16,30-5 3 0,1 0 6 0,-9 3-11 16,-23 3 6-16,25-3-1 0,-26 4-1 0,-2-2 9 15,4 1-3-15,0 0-2 0,-2 3 1 0,-5-1 4 16,1-2-7-16,-3 4 0 0,-7 1-7 0,-8 0 7 15,-3 2-3-15,-2-1 1 0,0 1-3 0,-1 1 0 16,-5-1 1-16,-1 2 3 0,-8-1-2 0,1-1 0 16,-5 2 3-16,0 0-2 0,-6-2-1 0,1 1-3 0,-2-1 5 15,-3-1 0-15,1 2-5 0,-8-2 3 0,12-2 0 16,-12 2 10-16,7 2 9 0,-7-2 9 16,0 0-3-16,9 1 6 0,-9-1 3 0,0 0 3 15,0 0 4-15,6 0 2 0,-6 0 1 0,0 0 0 0,0 0-5 16,0 0-8-16,0 0 1 0,0 0-5 0,0 0-1 15,10 3-4-15,-10-3-5 0,0 0-3 0,0 0 1 16,0 0-4-16,0 0-1 0,0 0-5 16,0 0 1-16,0 0 0 0,0 0-2 0,0 0-2 0,0 0 0 15,0 0 2-15,0 0-2 0,0 0-3 0,0 0-2 16,0 0-2-16,0 0 2 0,0 0-1 0,0 0 1 16,0 0-1-16,0 0 2 0,0 0-4 15,0 0 3-15,0 0-1 0,0 0-2 0,0 0-2 0,0 0 1 16,0 0-1-16,0 0 3 0,0 0-3 0,0 0 3 15,0 0-3-15,0 0 4 0,0 0-3 0,0 0-2 16,0 0 1-16,0 0-3 0,0 0 3 0,0 0 3 16,0 0-2-16,0 0 2 0,0 0-2 0,0 0 2 15,0 0 0-15,0 0-2 0,0 0 1 0,0 0 2 16,0 0-3-16,0 0-1 0,0 0 3 0,0 0-3 16,0 0 1-16,0 0 1 0,0 0-1 0,0 0-1 15,0 0 2-15,0 0 2 0,0 0-1 0,0 0 1 16,0 0-1-16,0 0-3 0,0 0 2 0,0 0 0 15,0 0 0-15,0 0 1 0,0 0-5 0,0 0 2 16,0 0 0-16,0 0 2 0,0 0-1 0,0 0 2 16,0 0-4-16,0 0-1 0,0 0 5 0,0 0-3 15,0 0 4-15,0 0-4 0,0 0 3 0,0 0-1 16,0 0-1-16,0 0 2 0,0 0-2 0,0 0 1 16,0 0-1-16,0 0 1 0,0 0 0 0,0 0 1 15,0 0-4-15,0 0 5 0,0 0-4 0,0 0 5 16,0 0-3-16,0 0 4 0,0 0-4 0,0 0 2 15,0 0 0-15,0 0-2 0,0 0 0 0,0 0 0 16,0 0 3-16,0 0-4 0,0 0-1 0,0 0 2 16,0 0 0-16,0 0 0 0,0 0 1 0,0 0 0 0,0 0 0 15,0 0-2-15,0 0 2 0,0 0 1 0,0 0-5 16,0 0 4-16,0 0-3 0,0 0 3 16,0 0 0-16,0 0 1 0,0 0-5 0,0 0 4 15,0 0-3-15,0 0 4 0,0 0-2 0,0 0-1 16,0 0-1-16,0 0 0 0,0 0-5 0,0 0 7 0,0 0-2 15,0 0 5-15,0 0-6 0,0 0 3 0,0 0 3 16,0 0 1-16,0 0-5 0,0 0 1 16,0 0-3-16,0 0 1 0,0 0 0 0,0 0 3 15,0 0-2-15,0 0 5 0,0 0-3 0,0 0-8 0,0 0 10 16,0 0-1-16,0 0-1 0,0 0 3 16,0 0-5-16,0 0 5 0,0 0-3 0,0 0 2 15,0 0-3-15,0 0-3 0,0 0 6 0,0 0-1 16,0 0-1-16,0 0 2 0,0 0 1 0,0 0-1 0,0 0-2 15,0 0 1-15,0 0-1 0,0 0-1 0,0 0 1 16,0 0 1-16,0 0 1 0,0 0 0 0,0 0-6 16,0 0 3-16,0 0 1 0,0 0 1 0,0 0 0 15,0 0-2-15,0 0-2 0,0 0-1 0,0 0-1 16,0 0 4-16,0 0-2 0,0 0 3 0,0 0 1 16,0 0-1-16,0 0-3 0,0 0 0 0,0 0 2 15,0 0-2-15,0 0 2 0,0 0 0 0,0 0 1 16,0 0-3-16,0 0 2 0,0 0 1 0,0 0-1 15,0 0-1-15,0 0 0 0,0 0 0 0,0 0 1 16,0 0 0-16,0 0-1 0,0 0 1 0,0 0 1 16,0 0-1-16,0 0-2 0,0 0 0 0,0 0-3 15,0 0 7-15,0 0-1 0,0 0-3 0,0 0 1 16,0 0 1-16,0 0-1 0,0 0-1 0,0 0-1 16,0 0-1-16,0 0 0 0,0 0 4 0,0 0-3 15,0 0-6-15,0 0-8 0,0 0-15 0,0 0-12 16,0 0-29-16,0 0-28 0,0 0-23 0,0 0-27 15,0 0-21-15,0 0-139 0,-16 9-337 0,16-9 150 16</inkml:trace>
  <inkml:trace contextRef="#ctx0" brushRef="#br0" timeOffset="7792.34">22441 9184 32 0,'0'0'52'0,"-9"-6"12"16,3 5-18-16,6 1 3 0,-13-6-8 0,6 3-7 15,-4 0 9-15,2 1-12 0,-1 2 0 0,-2-2-7 16,2-1 0-16,-3 3-3 0,3 0 1 0,0 0 1 16,-2 2 8-16,12-2-13 0,-15-2 4 0,7 2-5 15,8 0 1-15,-16 0-3 0,9 0 6 0,7 0-2 16,-16 0 6-16,16 0-6 0,-12 0 4 0,6 2-9 15,6-2 9-15,-13 1-6 0,13-1 5 0,-9 2-5 16,9-2 2-16,-9 0-10 0,9 0 6 0,0 0-1 16,0 0-4-16,-13 1 0 0,13-1-5 0,0 0-2 15,0 0 1-15,0 0 6 0,0 0 4 0,0 0-6 16,0 0 4-16,-3 3 0 0,3-3 2 0,0 0-3 16,0 0 8-16,0 0 5 0,21 6 7 0,-10-4 0 0,1 0 0 15,6-1-2-15,5-2 5 0,5-1-5 0,3 2 3 16,1-1 1-16,1-1-1 0,2-3 0 0,3-1-4 15,1 3 6-15,12-5 1 0,1 1-5 0,0 1-5 16,4-2 8-16,3 3-7 0,0-1-1 0,1-2 0 16,3 1-2-16,-2 1 0 0,7 0-6 0,-4 3 4 15,1-1-5-15,-4 3 0 0,-1 0-5 16,-6 0 3-16,2 3-5 0,-5-1-3 0,-11 5 2 0,12-5 0 16,1 4 1-16,-18-4-1 0,5 3-2 0,0 2-1 15,-2 1-2-15,0-6 3 0,1 3 0 0,-2-1-2 16,0 1-3-16,0-2 2 0,0 1-3 0,-2-2 5 15,-2 2 3-15,-3-5-5 0,0 4-3 0,-3 0 2 16,-8-2-2-16,-1 2 5 0,-4-2-5 0,-3 2 6 16,0-1-8-16,-3 2 4 0,-1-3-2 0,-7 0-1 15,13 0 7-15,-13 0 0 0,11 0-4 0,-11 0 4 16,0 0 5-16,6 0 1 0,-6 0 3 0,0 0 0 16,0 0-3-16,8 2 1 0,-8-2-1 0,0 0-1 15,0 0 3-15,0 0-1 0,0 0-5 0,0 0 0 0,0 0-6 16,0 0-11-16,0 0-13 0,0 0-9 15,7 2-14-15,-7-2-11 0,0 0-16 0,0 0-16 16,0 0-26-16,-7 16-38 0,6-9-94 0,-4-1-266 16,5-6 118-16</inkml:trace>
  <inkml:trace contextRef="#ctx0" brushRef="#br0" timeOffset="9024.49">26818 9141 39 0,'-6'-4'92'0,"6"4"-16"0,0 0 0 0,0 0-12 16,-8-2-7-16,8 2-4 0,0 0 2 0,0 0 2 15,0 0-13-15,0 0-7 0,0 0 0 0,0 0-7 16,0 0-1-16,0 0-2 0,0 0 2 0,0 0-8 16,0 0 1-16,0 0-6 0,23 4 7 0,-9 0-2 15,4-4 0-15,2 2 4 0,0 0 3 0,9-1-7 16,2 1 6-16,-1-1-5 0,8 2 3 0,2-2-13 0,-3-1 10 16,17 1-10-16,-16-1 6 0,16 0-6 15,-3 2 1-15,-12-2-6 0,14 3 8 0,-14-1 1 0,14-1-6 16,-14 2 2-16,12-5-2 0,-12 2 0 15,14 0 5-15,-14 0-9 0,14 0-3 0,1 0-2 0,1 0 11 16,0-1-9-16,-1 2 11 0,0-1-4 0,3-1 0 16,1 1-4-16,-2-3 5 0,3 5 3 0,1-2-5 15,-4-2 2-15,2-1 7 0,2 1-6 0,-5-1 2 16,3 3-8-16,1-3 9 0,-3 1-4 0,4 2-3 16,-8-2 5-16,4-2-6 0,-3 3 2 0,-3-1-1 15,-10-2 0-15,0 1-1 0,-1 2-7 0,1-1 8 16,-5 1-4-16,1-1 0 0,-5 0-1 0,-2 2-1 15,-1 2-4-15,-7-4 7 0,-2 2-8 0,1 0 7 16,-1 2-5-16,-6-2 1 0,-1-2-4 0,-2 2 11 16,2 0-10-16,-3 2 6 0,1 1-8 0,0-3 7 15,-10 0 2-15,14 0-6 0,-6 0 5 0,-2 2 1 16,-6-2-1-16,12 2 1 0,-12-2-3 0,9 2-4 16,-9-2 6-16,9 0-3 0,-9 0-1 0,6 2 0 15,-6-2 0-15,0 0 3 0,0 0-5 0,0 0 3 16,0 0 2-16,0 0 0 0,10-1-4 0,-10 1 3 0,0 0-1 15,0 0 3-15,0 0-7 0,0 0 4 0,8 1 1 16,-8-1 0-16,0 0-3 0,0 0 2 0,0 0-2 16,0 0 4-16,0 0-2 0,0 0 2 0,0 0-6 15,0 0 8-15,0 0 0 0,0 0-5 0,0 0-1 16,0 0 1-16,0 0 2 0,0 0-7 16,0 0 8-16,8 2 0 0,-8-2-3 0,0 0 5 15,0 0-7-15,0 0 4 0,0 0-2 0,0 0 7 0,0 0-8 16,0 0 9-16,0 0-11 0,0 0 5 0,0 0 0 15,0 0 5-15,0 0 0 0,0 0 2 0,0 0-2 16,0 0 8-16,0 0-8 0,0 0 14 0,0 0-11 16,0 0-2-16,0 0-2 0,0 0 3 0,0 0-3 15,0 0-3-15,0 0-1 0,0 0 6 0,0 0-2 16,0 0 0-16,0 0-8 0,0 0 4 0,0 0 2 0,0 0 1 16,0 0-3-16,0 0-2 0,0 0 5 15,0 0-4-15,0 0 0 0,0 0 5 0,0 0-5 16,0 0 0-16,0 0 7 0,0 0-9 0,0 0-1 0,0 0 3 15,0 0 0-15,0 0 1 0,0 0 1 0,0 0-4 16,0 0 4-16,0 0-6 0,0 0 1 16,0 0 2-16,0 0-6 0,0 0 2 0,0 0-3 15,0 0 2-15,0 0-8 0,0 0 8 0,0 0-2 0,0 0-7 16,0 0 2-16,0 0 1 0,0 0-2 0,0 0 1 16,0 0-3-16,0 0 3 0,0 0-15 0,0 0-1 15,0 0-8-15,0 0-8 0,0 0-12 0,0 0 8 16,0 0-16-16,0 0-4 0,0 0-12 0,0 0-9 15,0 0-7-15,0 0-52 0,0 0-159 0,0 0 71 16</inkml:trace>
  <inkml:trace contextRef="#ctx0" brushRef="#br0" timeOffset="11380.22">11650 10010 9 0,'0'0'28'0,"16"2"-4"0,-7 0-1 15,5 2-5-15,-1 1-1 0,6 0 1 16,1 0-6-16,2 1 2 0,1 4-3 0,6 1 1 0,0 1-1 16,-2 2-1-16,2-1 2 0,4-2-5 0,2 2-8 15,-1 1 10-15,4-1-3 0,8 2-2 16,-7-2-1-16,10 1 4 0,1 1-3 0,-13-7-1 16,1-1 3-16,14 4-4 0,-1-4-1 0,-12-2-5 0,16 2 6 15,1-4 6-15,-5 1-6 0,1-2-4 0,2-1 4 16,-1-1 1-16,1 0 3 0,0-2-6 0,1 1 5 15,-4 1-2-15,3-4 1 0,0 4 1 0,-16-2-8 16,14 0 4-16,-14 0 3 0,16 0-4 0,-18 1 5 16,16-3-4-16,-1 2 2 0,-10 2 3 0,8-3-2 15,-8 2-4-15,-3 0-1 0,2 1 2 0,-2 0-2 16,1-2 4-16,-1 2 4 0,0 2-10 0,2-1 4 16,-1 0 5-16,-4 1-9 0,1 1 1 0,-4-2 2 15,1 2 4-15,-1 0 1 0,-3-2-4 0,2 1 5 16,-2 0 2-16,-1-2-2 0,-5 1 2 0,-2-1-2 15,8 2-1-15,-2-1-2 0,2 0 6 0,-8-1-1 16,1 2 3-16,1 1-8 0,3 0 3 0,-4-3-1 16,-1 1 4-16,0-1 0 0,6 0-4 0,2 0 3 15,0 1-3-15,1-1 2 0,1 0 1 0,-2 0 1 16,2-1 2-16,-3 2-3 0,0-3-2 0,-1 3-2 16,-4 0 3-16,4 1-4 0,2-2 4 0,-7 1-1 15,-1 1-1-15,6-2-1 0,-7 1 1 0,11 0 2 16,-10 1-7-16,1-1 5 0,5-1-5 0,-5 2-5 15,1-1 7-15,-3 0-1 0,2 1 0 0,-3-2 1 16,-1 2 3-16,4-2-5 0,-2 1 2 0,0 1-3 0,0-2 0 16,-1 1 4-16,1-1 0 0,1 2-3 15,-1-1 3-15,-2 0-6 0,2 0 0 0,-3-1 5 16,5 1-10-16,-5-1 4 0,2 0-3 0,-2 2-3 16,-2-1 0-16,-1-2-4 0,-3 1-3 0,6 0 0 0,-7 0-2 15,3 0-1-15,1 1-4 0,0-1-3 16,0 0-10-16,-4 0-24 0,3 0-65 0,2-3 29 0</inkml:trace>
  <inkml:trace contextRef="#ctx0" brushRef="#br0" timeOffset="16327.18">9903 11080 33 0,'0'0'34'16,"0"0"5"-16,0 0-5 0,0 0 2 0,0 0-10 15,0 0 0-15,3-5 0 0,-3 5-4 0,0 0-3 16,0 0-4-16,0 0-1 0,0 0 0 0,0 0 2 16,0 0-5-16,0 0 2 0,0 0 8 0,0 0-8 15,0 0 14-15,0 0-7 0,0 0-2 0,0 0 0 16,0 0-1-16,0 0 0 0,0 0-5 0,0 0 4 16,-10-8 0-16,10 8-9 0,0 0 0 0,0 0 5 15,-6-5-7-15,6 5-4 0,0 0 0 0,0 0 8 16,-6-4-3-16,6 4 1 0,0 0-3 0,0 0-3 15,-4-5 5-15,4 5-1 0,0 0-2 0,0 0-1 16,0 0-4-16,0 0-7 0,0 0 17 0,0 0-4 16,0 0 1-16,0 0-1 0,29 6 6 0,-17-4-11 15,7 1 10-15,0 1-2 0,8 0-4 0,5-1 3 16,2 0-1-16,3 2 3 0,2-1 1 0,9 1-6 16,5-2 7-16,-2 5 2 0,-1-1-7 0,1-1 1 15,0 0-3-15,-1 1 4 0,2-1 4 0,0-1-3 16,0 2-8-16,0-2 8 0,-1 0-3 0,3-2-2 15,0 1 10-15,0 1-4 0,4-3-2 0,-3 0-10 16,0 0 11-16,1-1 9 0,0-1 0 0,-1 0-3 16,-1-1-6-16,-2 2 1 0,-10-1-9 0,11-1 6 15,-14 1 4-15,-1 1 2 0,2-1-3 0,-2-1 7 16,1 2 1-16,1-1-4 0,-2 0-5 0,-2-1 2 16,1 4 2-16,-4 0 0 0,-1 1 0 0,1-2 1 0,-3 0-8 15,1 2 0-15,0-1 7 0,-1 2-7 16,1-1-1-16,-1 1 2 0,-1-2 2 0,2 1-3 15,-2-1-1-15,1 0 5 0,-1 0-6 0,2-3 1 16,-3 0 2-16,5 0 4 0,-2 0 1 0,0 0-3 0,3-2-2 16,-6 1 5-16,5 1 1 0,-1-1 1 0,3-2 4 15,1 2-2-15,2 0 5 0,-2-1-5 16,2 1-7-16,-1 1 6 0,2-1-3 0,-1-2-3 16,14 3-1-16,-14-3 1 0,14 4 7 0,-14-1-14 0,12-1 11 15,-12 1-4-15,16-4 1 0,-18 4-7 0,4-2 4 16,1-2 2-16,10 2-4 0,-13 0 3 15,18-1 1-15,-1-1-3 0,-3 0-3 0,2 3 13 16,-3-3-12-16,3 2 4 0,-2-2-5 0,1 0 10 0,-3-1-3 16,2 1-3-16,-1-2 3 0,-10 3-5 0,10-3 0 15,-12 2 9-15,-1 2-11 0,0-2 2 0,14 1 2 16,-14 2-5-16,14-5 6 0,-14 4-1 16,-1-1-3-16,2 1 4 0,-1 0-3 0,-2-1-4 15,2-1 0-15,-2 2 5 0,2-2 1 0,3 2 0 0,-5-2-5 16,2 3 6-16,-1-2-4 0,1-2-5 15,-3 2 1-15,3 2 4 0,-2-3-2 0,-3 1 3 0,-1 0-4 16,0 2 2-16,0-3-4 0,-2 1 2 0,0 1 4 16,-2-1 0-16,2 2-2 0,2-2 6 0,0 2-6 15,0-2-2-15,0 1-3 0,0-1 6 0,-3 1-5 16,-7 0 1-16,6-1-3 0,-2 3 5 0,-6-2 8 16,3 0-6-16,-2 0-1 0,0 1-6 0,8-3 3 15,-2 2 1-15,1 1 2 0,-1-3-3 0,0 2 6 16,-5 1-5-16,6-3 3 0,-9 4-1 0,3-4 5 15,-3 3-8-15,0-1 2 0,0-1 3 0,-3 0-6 16,1 2-1-16,0-2 3 0,-2 2 4 0,-3 1 1 16,-1-2-3-16,0 0 4 0,-4 2-6 0,1-2 0 15,-8 2 3-15,14-1-7 0,-9-1 0 0,-5 2 3 16,8-1 1-16,-8 1 0 0,0 0 1 0,11 0 4 16,-11 0 0-16,0 0-3 0,0 0 11 0,9-2-7 15,-9 2-4-15,0 0 7 0,0 0 3 0,0 0 1 0,0 0-5 16,0 0 4-16,8 0 1 0,-8 0-5 15,0 0-3-15,0 0 1 0,0 0-1 0,0 0 0 16,0 0 1-16,0 0-7 0,0 0-3 0,0 0-14 16,0 0-5-16,0 0-13 0,0 0-9 0,6 3-15 15,-6-3-15-15,0 0-20 0,0 0-23 0,0 0-95 16,-10 18-229-16,10-18 103 0</inkml:trace>
  <inkml:trace contextRef="#ctx0" brushRef="#br0" timeOffset="18404.37">18792 11123 11 0,'0'0'43'0,"0"0"-19"0,0 0 4 15,0 0 3-15,0 0-1 0,0 0-6 0,0 0-4 16,0 0 0-16,0 0-1 0,0 0-4 0,0 0-6 16,0 0 4-16,23 0-1 0,-23 0-1 0,13 1-2 15,-4-1 7-15,1 2-4 0,2-2-2 0,2 0 6 16,1 0-6-16,6 0 6 0,-1-2 3 0,1 2-3 16,1 0 0-16,0 0-2 0,6-1 1 0,0 0-1 15,-6 0 5-15,5 1-5 0,-4 0-9 0,4-3 9 16,-7 3 1-16,3-1-1 0,0 0-7 0,-1-1 0 15,-1 2 1-15,-1 0-14 0,-1 0 12 0,0 0 1 16,2 0 3-16,-1 0-2 0,-1 0 1 0,3 0 4 16,-3 0-2-16,3 0 1 0,-2 0-3 0,1 0 5 15,-2 2 0-15,3-4-2 0,-4 4 7 0,1-2-8 16,0 0 9-16,-1 0-7 0,1 1-8 0,-1-1 6 16,4 0-4-16,6 0 9 0,0 0 3 0,0 0 6 15,0 0-12-15,1 0 4 0,1-3 2 0,-1 3 0 16,3-1-2-16,0 1 5 0,-3-2-5 0,3 0 5 15,-1 2-2-15,4-2 3 0,-1-1-10 0,2 2 1 16,0-1-3-16,-2 1 1 0,17 0-2 0,-12-1 4 16,12-1-5-16,-14 1 1 0,1-2 1 0,15 3 6 15,-2-1-3-15,-12 2 3 0,14-2-5 0,-3 1-2 16,-11-1-1-16,14 0 9 0,-15 2-8 0,13-1 1 0,2-1-8 16,-15 0 8-16,1 0-4 0,14 2-2 15,2-3 6-15,-4 0 1 0,1 2-6 0,-1 1 4 16,-12 0-6-16,13 1 2 0,-1-1 0 0,-11 2 2 0,12-2 5 15,-12 1-5-15,12 0-10 0,0 1 12 16,-13-2-5-16,1 0-4 0,13 1 3 0,-3 0 3 16,-13 1-2-16,0-2 4 0,2 0 6 0,16 2-12 15,-16-2 1-15,15 0 3 0,-4 0-1 0,-12 1-3 16,0-1 6-16,14 0 1 0,-14 2 1 0,2-2 2 0,11-2-12 16,-13 2 19-16,2-1-12 0,-2-1 4 15,3 2 5-15,-2 0-1 0,15-2-2 0,-16 1 0 16,1 0-3-16,0 1 0 0,13-3-1 0,-14 2 5 0,1-1-2 15,0 2 1-15,-1 0-4 0,-2-2 2 0,0 1-7 16,-3 1 4-16,-1 1-3 0,-1 0 0 0,-2-2 0 16,-1 2-7-16,-1-2 10 0,-5 1-1 0,-2 0 3 15,-1 0-7-15,2 1 1 0,-2-2 2 0,-1 1 0 16,1 0-2-16,-1-1-5 0,1 1 5 0,0 0-3 16,-2 0 0-16,-3 0-2 0,0 1 8 0,0 0-3 15,-1-1-2-15,0-1 2 0,4 2-6 0,-5-2 2 16,2 1-1-16,-4 1 7 0,-1-1-9 0,3-1 6 15,-5 1 0-15,4 0 0 0,0 0-2 0,-11 0 3 16,13-1 3-16,-2 0 1 0,0 1-1 0,-4 0 2 16,1-2-3-16,-8 2 9 0,15 0-2 0,-7 0-2 15,-8 0 0-15,15-1-3 0,-15 1 0 0,16 0 0 16,-5-2 4-16,2 0-5 0,-3 1-2 0,4-1 3 16,-4 1-2-16,2 0 2 0,1-1-2 0,-3 1 0 15,-2 0 1-15,2 0-2 0,-3 0-3 0,-7 1 8 16,13-3-4-16,-5 2-2 0,-8 1 0 0,11 0-1 15,-4-2 5-15,-7 2-9 0,14-2 4 0,-9 0 1 16,-5 2 1-16,9-3-9 0,-9 3 3 0,0 0 3 16,11-1-2-16,-11 1-3 0,0 0 0 0,5-2 2 15,-5 2 1-15,0 0-2 0,0 0 0 0,0 0-1 0,11-1 3 16,-11 1 2-16,0 0-7 0,0 0 4 16,0 0 0-16,0 0 0 0,0 0-1 0,0 0-1 15,0 0-5-15,0 0-21 0,0 0 2 0,0 0-11 16,0 0-8-16,0 0-15 0,0 0 0 0,0 0-6 0,0 0-23 15,0 0-28-15,0 0-12 0,-21 13-110 16,12-10-258-16,4-1 114 0</inkml:trace>
  <inkml:trace contextRef="#ctx0" brushRef="#br0" timeOffset="19683.09">25711 11075 34 0,'0'0'51'0,"-5"3"-5"16,5-3 2-16,0 0 12 0,0 0-3 0,0 0-1 15,28 5 8-15,-15-3-3 0,7-2-6 0,0 0-1 16,7 0-7-16,0-2 5 0,3 1-11 0,1-1 2 15,2 0-3-15,-1-3-5 0,-3 4 6 0,3-2 4 16,-1 2-8-16,2-3-7 0,1 2-3 0,0-1 4 16,5 2-6-16,-1-1 7 0,-1 1 3 0,1 0-9 15,1 1 0-15,10-3-12 0,-8 5 1 0,-3-4 3 16,2 2-3-16,12 0 5 0,-1 2-6 0,1-4-1 16,0 2 9-16,-14 2-8 0,14-4-4 0,-1 1 3 15,-12 0-1-15,14-1-3 0,-14 1-1 0,14 0-1 16,-3 0 4-16,-12 2 3 0,0-2-5 0,1 0-2 15,-3 0 2-15,0 2-5 0,1-2-1 0,-1-1 8 0,1 1-10 16,-1 1 3-16,-2-3-1 0,-1 3 1 16,1 0-2-16,-5-1 5 0,0-1-3 0,1 2-1 15,-1-1-5-15,-2-1 7 0,0 1 0 0,2 0-6 16,-11 0 1-16,4 1 5 0,1 0-4 0,-2 0 5 0,5 0-4 16,-4 0 4-16,-4-1-1 0,9-2-6 15,-3 2 0-15,-5 0 1 0,3-1-4 0,0 1 2 16,-1 0-1-16,-1-1 0 0,-2 0 7 0,2 0-4 15,-4 2 3-15,4-2-4 0,-2 1 3 0,2 0 4 0,-2-2-12 16,0 2 12-16,1-1-8 0,-2 2 3 0,4 0 3 16,-1-1-1-16,7 0 3 0,-6 1-10 0,1-2 0 15,6 2 3-15,-7-1-1 0,-1 1 2 16,3-2 0-16,-3 0 3 0,2 2-3 0,1-1-2 0,-1 0 4 16,1 1-5-16,1-1-5 0,-1-1 12 0,4 2-4 15,0-1-3-15,-6 0 8 0,5 1-3 0,-6-1 0 16,2 0 1-16,1 1-11 0,8-2 3 0,-4-1 7 15,0 4 0-15,-6-2-2 0,9-2 6 0,-10 3-6 16,1 0-3-16,0 0 3 0,2 0-3 0,-2-2 5 16,0 0-10-16,0 0 8 0,-1 1 1 0,2 1-7 15,0-1 9-15,5 1-10 0,-7 0 11 0,1-2-4 16,-1 2-2-16,2 0 7 0,-1 0-8 0,1 0 7 16,-3 0-6-16,2 0-2 0,-2 0 11 0,0-1-3 15,2 1-3-15,-1 0-8 0,-1-2 10 0,2 2-3 16,-2 0 0-16,0 0 0 0,1 0 3 0,-2 0-7 15,1 0-3-15,1 0 10 0,-2-2-4 0,1 4 4 16,-1-2 0-16,1 0-6 0,0-2 6 0,-2 1-5 16,2 1 6-16,-6 0-11 0,0-1 6 0,2 1 1 15,-3 0 5-15,1 0-6 0,0-2 2 0,1 2-6 0,-2-1 11 16,0 0-2-16,-3 0-3 0,-1 1-5 16,-8 0 8-16,16-3-1 0,-7 2 0 0,-1 0 0 15,0-1 0-15,-8 2 4 0,14-3-3 0,-8 3-4 16,-6 0 3-16,12-4-4 0,-12 4 5 0,7-2-3 0,-7 2 2 15,0 0-3-15,0 0-4 0,9-2-6 16,-9 2-12-16,0 0 0 0,0 0-23 0,0 0-24 16,0 0-17-16,0 0-24 0,0 0-90 0,0 0-214 15,-21-9 94-15</inkml:trace>
  <inkml:trace contextRef="#ctx0" brushRef="#br0" timeOffset="21702.74">7894 12033 14 0,'-10'0'33'0,"-1"3"0"0,-1-2-1 15,0 1-7-15,2-1 1 0,1 0-4 16,1 1 1-16,0-2 1 0,0 2-5 0,8-2 5 0,-12 1 1 16,12-1 0-16,-10 1-6 0,10-1 0 0,0 0-5 15,-10 3 3-15,10-3 0 0,0 0-1 0,-7 0-1 16,7 0 2-16,0 0-8 0,0 0-3 0,0 0-2 15,-7 2 4-15,7-2 1 0,0 0-5 0,0 0-5 16,0 0 12-16,0 0-1 0,0 0 2 0,12 10 3 16,-5-6 2-16,-1-1-3 0,4-1 1 0,1 2 1 15,3-3 1-15,-2 0-6 0,8 1 3 0,0 1 5 16,1-2-1-16,0 2-7 0,2-2-6 16,4-1 9-16,-1 1-3 0,2 0 5 0,-7-1-7 0,1 1 6 15,6-1-4-15,-1 1-5 0,0 1 4 0,2-1-5 16,2-1 5-16,5 0 1 0,2-1 4 0,12-4 4 15,4 3 2-15,-2-1-6 0,-2-1-5 0,-9 2 6 16,9 2 1-16,-11-2 0 0,-2 2 0 0,3-4-3 16,0 4-22-16,-2 0 22 0,0-2-11 0,2 2 5 15,-3-1-5-15,1 1 4 0,-1-2-7 0,2 1 7 16,-1 0 0-16,16-3 0 0,-16 4-4 0,14-2 5 16,-1-2-3-16,-11 4 1 0,12-1 0 0,1-2 1 15,-2-1-3-15,4 1-6 0,-1 0 9 0,-1 0 2 16,-2-1-5-16,3 1 4 0,1-3 3 0,-2 1 4 15,0 0-7-15,-1 0 3 0,1-1 5 0,2 0 3 16,-1 3-12-16,0-5 2 0,0 4 7 0,3-2-8 16,0 3 1-16,0-4 2 0,2 3 1 0,-1-2-9 15,-1 0 5-15,-2-1 2 0,2 3-2 0,-1 0-5 16,-1-1 9-16,1 0-5 0,1 0 5 0,-3 3-2 16,4-3 1-16,-1 0-9 0,-2 4 1 0,1 1 4 15,1-2-13-15,0 0 9 0,-2 0 3 0,0 2 5 0,-1 0-11 16,-2 0 3-16,0 0-9 0,-1 0 14 15,1 0-5-15,1 0-2 0,0 0 9 0,0 0-2 16,-13 0-1-16,15 0 0 0,-4 0-1 0,5 0 3 16,-4 0-4-16,2 2 4 0,-3-2-2 0,-1 0 0 0,-10 0-1 15,12-2 1-15,-12 2-5 0,12 0 3 16,-14-1 1-16,16-1-2 0,0 1 0 0,-5-2 3 0,3 1-3 16,-3 2-5-16,3-2 6 0,-14 2 0 15,16-3-3-15,-16 2 2 0,16 0-2 0,-2-2 7 0,-12 2 0 16,12-3-3-16,-1 2-7 0,-1 0 7 0,-10 0-4 15,10 0 4-15,-12 0-3 0,12 2 1 0,1-2 0 16,-10 2 6-16,10-3-14 0,1 3 16 16,-14 1-10-16,14-1 3 0,-12 0-6 0,12 2-9 15,-12-2 14-15,12 0-6 0,0 2 3 0,-3-4 1 0,-10 4-1 16,12-4 3-16,-13 4 1 0,14-1-6 0,-14 0 6 16,16-1-3-16,-14 0 4 0,12 2 2 0,-12-1-7 15,-1-1 0-15,14 0 1 0,-3-1 1 16,2 1-5-16,-14 0 5 0,2 0 2 0,-1-3 3 0,11 0-5 15,-11 5 0-15,-1-4 4 0,-1 2-1 0,-1 0 5 16,-3-3-4-16,3 1-1 0,-5 1 6 0,1-3-5 16,-3 2 2-16,-7-1-5 0,6 1 4 15,-8 0 1-15,-1 1-6 0,0-1 5 0,-6 0-1 0,1 0-1 16,-1 2 5-16,-4-3 6 0,1 2-2 0,1-1 6 16,-11 2 5-16,11-1 0 0,-11 1 6 15,9-1 3-15,-9 1 3 0,8-2-4 0,-8 2-1 0,0 0-3 16,0 0-3-16,0 0-1 0,9 0-6 0,-9 0 2 15,0 0-2-15,0 0-6 0,0 0 1 0,0 0-4 16,0 0-8-16,0 0-6 0,0 0-11 0,0 0-15 16,0 0-18-16,0 0-21 0,0 0-17 0,0 0-16 15,0 0-14-15,0 0-7 0,0 0-10 0,0 0-118 16,-13 20-271-16,13-20 121 0</inkml:trace>
  <inkml:trace contextRef="#ctx0" brushRef="#br0" timeOffset="22659.84">16131 12104 34 0,'18'0'63'0,"12"-1"-2"0,-2 1-3 16,3-2-4-16,-1 4-2 0,4-2 6 0,-1 0-7 15,0 2-6-15,1-2-6 0,1 2-9 0,1-2 10 16,-1 0-9-16,1 3-3 0,0-2 3 0,2 1-6 16,-3-1-5-16,-2-1 1 0,2 1 0 0,2-1 2 15,1 3 5-15,2-3-7 0,8 5 6 0,-8-5 1 16,-1 0 3-16,0 0-28 0,0-1 23 0,1 1 2 0,9-1-13 16,-12 1 6-16,1-2 2 0,-1 0-5 15,0 2 2-15,-2-2 3 0,2 2 3 0,-2-2-3 16,0 1 5-16,-2-1-9 0,-1 0-7 0,0 1 16 15,-3 1-3-15,2-2-1 0,-2 0 0 0,2-1 0 0,-3 1-4 16,2-1-2-16,-3 1-2 0,-7 0 0 16,-1 1-2-16,0 1 2 0,-2-1-4 0,-4 1-1 15,1-1 2-15,-3 1-10 0,2-1 12 0,-5 1-4 0,-8 0-4 16,15 0 3-16,-10 1-6 0,-5-1 8 0,0 0-8 16,13-1 7-16,-13 1-6 0,0 0 6 15,10-1-7-15,-10 1 9 0,0 0 1 0,0 0 2 0,0 0-6 16,10 0-1-16,-10 0 1 0,0 0-1 0,0 0-1 15,0 0 3-15,0 0-1 0,0 0-3 0,0 0 2 16,0 0-1-16,0 0-3 0,0 0 1 0,0 0-2 16,0 0 2-16,0 0-5 0,9 0-3 0,-9 0 6 15,0 0-1-15,0 0-4 0,0 0 3 0,0 0-4 16,0 0 7-16,0 0-4 0,0 0 1 0,0 0-5 16,0 0 6-16,0 0-7 0,0 0-2 0,0 0 8 15,0 0 3-15,0 0-3 0,0 0-11 0,0 0-8 16,4 4-4-16,-4-4-7 0,0 0-8 0,0 0-18 15,5 6-13-15,-5-6-13 0,0 0-16 0,2 7-28 16,-2-7-76-16,0 0-217 0,0 0 97 0</inkml:trace>
  <inkml:trace contextRef="#ctx0" brushRef="#br0" timeOffset="23932.41">23354 12139 25 0,'0'0'41'0,"0"0"5"0,0 0-9 0,0 0 3 0,28 4-4 16,-17-3-4-16,-2 1-7 0,3 0 1 0,0-1 1 15,0-1-7-15,1 2 9 0,4 0 0 0,-1-1-5 16,0-1 1-16,4 5 2 0,-1-5-2 16,1 1-2-16,-1 2-6 0,2-3 8 0,-1 2-3 0,1-2-1 15,-1 0-2-15,2 0-2 0,0 2 3 0,6-1 6 16,-6-1 4-16,8 0 2 0,3 0 4 0,7-1 3 16,-2-3-7-16,15 3 4 0,-15 1-5 0,12 0 0 15,-11-2-16-15,0 2 7 0,-3-1-7 0,2 0 3 16,16 1-2-16,-17 0-1 0,2 1-1 0,0-1-2 15,13-3-1-15,1 2-3 0,1 0-6 0,0 1 13 16,1-1-8-16,0-1 12 0,1 2-11 0,2-1-5 16,-2 2 1-16,3-4 14 0,-1-1 3 0,4 3-4 15,-2-1-9-15,-5 2 5 0,4-1-7 0,1 1 1 16,1-4 3-16,2 4 4 0,0 0-11 0,0 0 2 16,0 0 7-16,2-4 5 0,-1 4-25 0,0 0 24 0,0 1-3 15,-2 1-1-15,1-4-1 0,-4 1-2 16,3 1 0-16,-1 1 7 0,-2-2-4 0,1 2-7 15,1-1 16-15,0 2-15 0,-4-1-3 0,0 0 1 16,-1-1-3-16,0 2 9 0,-2-1-1 0,0 2 0 0,-1-3-1 16,-1 1 0-16,-13 1-4 0,13-2-2 15,-1 2-5-15,0 0 16 0,6-1-9 0,-7 2 4 16,1 1-3-16,1 0-3 0,2-4-2 0,-16 0 2 16,16 1 5-16,-3 1 0 0,1 0-7 0,0 3 1 15,-14-5 2-15,2-1-4 0,12 2 0 0,-15-1 5 16,0-1-9-16,1 1 3 0,-2-3 2 0,0 3 4 15,2 0-1-15,-2-1 4 0,-3-1-4 0,-1 2-2 16,2 0 6-16,-2 0-4 0,-4-5-5 0,-1 5 6 0,-5 0 2 16,0-1-7-16,-3 0 3 0,-5-1-1 0,4 1 1 15,-3 1 1-15,-2-1-2 0,0 0 4 0,-4-1-3 16,-1 2-4-16,-8 0 7 0,11-1-5 16,-11 1-1-16,9-1 5 0,-9 1-5 0,0 0 2 0,9-1-6 15,-9 1 1-15,0 0 2 0,0 0 0 0,9-2 1 16,-9 2 1-16,0 0-4 0,0 0-11 0,0 0-11 15,0 0-6-15,0 0-11 0,0 0 4 0,0 0 10 16,0 0-23-16,0 0-11 0,0 0-20 0,0 0-4 16,-18 12-12-16,18-12-72 0,-9 4-184 0,4-3 82 15</inkml:trace>
  <inkml:trace contextRef="#ctx0" brushRef="#br0" timeOffset="26541.24">5626 12947 11 0,'7'2'14'0,"3"-2"7"0,2 1-4 0,4-1 4 16,2 2-3-16,1-2 4 0,3 0-3 0,7 0 0 16,3 1 0-16,-1 0-1 0,2-2 3 0,-1 2-5 15,0 0-3-15,2 1 0 0,-1 0 0 0,0 1 2 16,-1-2-4-16,1 0 3 0,-2-1-2 0,1 2 3 15,0 1 1-15,1-3 0 0,-3 4 15 0,1 0-11 16,0 1-3-16,1-4-1 0,-3 2 2 0,3 0 3 16,-1-1 2-16,-3 2-14 0,1-1 5 0,2 2-8 15,-4-3 3-15,6 2 4 0,0 0 3 0,3-2 4 16,1 1 4-16,0-3 1 0,2 3-6 0,12 1-2 16,-13-2 6-16,13 2-12 0,-11-2 3 0,1-1 0 15,-2 1 0-15,1-4-3 0,0 7 5 0,0-3-1 16,-3-2-10-16,2 2 7 0,12-2-1 15,-15 0-5-15,-2 1 7 0,6 1-9 0,11-4 3 0,-14 4-2 16,1-4 2-16,1 1-3 0,-1 1 4 0,0 0 1 16,3 0 5-16,11 0-13 0,-1 0 4 0,-13 0 5 15,14-2 0-15,-13 4-8 0,0-4 7 0,2-2-2 16,-3 3-4-16,1-1 2 0,13 2 2 0,-13-1-5 16,-4 1-1-16,6 0 7 0,10-1 0 15,-16 1-5-15,1 0 0 0,1 0 3 0,0-1 2 0,-1 2-2 16,-1-1-3-16,2 2-6 0,-2 0 6 0,-2 1 2 15,2-2-2-15,-2 2 0 0,0-2-3 0,0 1 3 16,-2 1-5-16,1-2 9 0,0 2-3 0,-1 1-2 16,-1-1 1-16,1 4-2 0,0-3 2 0,-1 0-6 15,1-2 1-15,-9 0 8 0,7 1 2 0,0 2-7 16,5-1 0-16,-2-3-4 0,-2 2 2 0,4 0 4 16,-4-3-3-16,2 2 8 0,1-1-6 0,2-1-3 15,-1 0 1-15,1 0 4 0,1-3-3 0,1 1 0 16,-1 1 4-16,-1-3-4 0,0 2 1 0,-1 2 4 15,0-5 0-15,-1 2 1 0,-1 1 4 0,-2-1-12 16,1 0 7-16,-3-1-1 0,3 3-1 0,-3-4 0 16,0 5 4-16,-1 3 0 0,-5-3-2 0,7 0 1 15,0 1-1-15,-1-1-1 0,2-1 2 0,-3 2-1 16,-5-2-5-16,-1 2 1 0,7 0 6 0,0 0-5 0,-7-1 6 16,2 2-3-16,-3 0-7 0,2 0 7 15,5-1 10-15,-7 0-13 0,8 1 7 0,-6-2 3 16,-1 3 4-16,-1-4-7 0,0 2-3 0,0-1 3 15,-1 2-1-15,0-2-3 0,-1 0 5 0,0 0-5 16,-1 0 7-16,-2 0 2 0,-4 0-1 0,3-2-9 16,-1 2 8-16,-1 0-2 0,-2 0 2 0,0 0-4 15,-1 0 1-15,0-1 0 0,-9 1-2 0,11 0 0 16,-11 0 4-16,11 0-5 0,-11 0 8 0,0 0 3 16,11-2 8-16,-11 2-5 0,0 0-4 0,0 0 2 15,0 0-1-15,8 2-2 0,-8-2-2 0,0 0-5 16,0 0 0-16,0 0-4 0,0 0-11 0,0 0-11 15,0 0-8-15,1 6-6 0,-1-6-16 0,0 0-29 16,0 0-10-16,-6 16-27 0,3-10-100 0,-1 3-230 16,-1-4 102-16</inkml:trace>
  <inkml:trace contextRef="#ctx0" brushRef="#br0" timeOffset="27361.73">13520 13079 31 0,'-7'-2'57'0,"7"2"-5"0,0 0-1 15,0 0-7-15,0 0-7 0,0 0 0 0,0 0-2 0,0 0-5 16,0 0 1-16,23 5 6 0,-23-5-6 0,17 2-5 16,-6-1 4-16,3 0-2 0,-1 0-3 0,5 2 0 15,-4-2-5-15,6 2 4 0,-2-2-4 0,0 0 1 16,2 1-1-16,0-2 0 0,9 0 8 15,2 0-5-15,1-2 5 0,5 1-1 0,-2 0 2 16,1-1-10-16,0 1 1 0,0 0 4 0,0 0-6 16,3-1-3-16,1 1-2 0,0-1 6 0,-1 0-6 0,11 1 6 15,1-1-9-15,0-1 3 0,-1 0-4 0,-12 2 3 16,3 1-6-16,10 1 3 0,3-3 5 0,-3 3-10 16,-11-1 1-16,12 0 7 0,-14-1-3 0,14 1-2 15,-1 0-4-15,-13-2 8 0,0 1-1 16,12 1-5-16,-9-1 2 0,10 2-1 0,3-2 1 0,-2 0 0 15,-3-3-1-15,-8 4 3 0,14-2 1 0,-5 1-4 16,1-4 2-16,1 1 4 0,-1 0-10 0,-10 4 6 16,9-3 2-16,-13 0 0 0,1 3-8 0,2-3 5 15,-2 2 0-15,2 1-1 0,-2 1-5 16,12 1 5-16,-13 0-1 0,14-3 4 0,-15 1-3 0,0 3 4 16,0-3-4-16,-2 0 0 0,2 0-2 0,-4 1 0 15,2 1-5-15,2 0 2 0,0-1 2 0,0-2-6 16,-1 1 6-16,0 2-1 0,0-1 3 15,0-1-1-15,1 2-5 0,0-2 4 0,0-2-3 0,1 1-3 16,-4 1 10-16,2-1-5 0,-4 1 1 0,1-3-9 16,4 1 9-16,-1 4-2 0,-2-4-2 0,-4 1 2 15,2-2-2-15,-3 2-1 0,0 1-11 0,-5 0-6 16,-2 2 1-16,0-2-10 0,1 2-13 0,1-2-8 16,-2 1-8-16,2-1-12 0,5 2-10 0,1-2-9 15,-1 0-64-15,-6-2-165 0,6 1 72 0</inkml:trace>
  <inkml:trace contextRef="#ctx0" brushRef="#br0" timeOffset="28972.98">19329 12941 33 0,'5'5'35'0,"-5"-5"3"0,8 3-7 16,-8-3 7-16,9 4-9 0,-2-3-5 15,-7-1 7-15,13 4-5 0,-8-3 0 0,-5-1 0 16,14 5-1-16,-3-3-2 0,-1 0-2 0,3-1 1 15,-3-1-1-15,0 0-2 0,3 0 3 0,-2 0-3 0,2 3 3 16,-1 0-4-16,0-3 11 0,6 2 4 16,1-2-2-16,-1 0-4 0,4-2-1 0,0 2-4 15,0 0 0-15,6-3 0 0,-2 4 3 0,1-1-9 16,3 0-7-16,-1 0 13 0,-1-1-2 0,0 2-1 0,2 1-3 16,-1-2-2-16,-2 1 1 0,1-1-6 0,2 0-2 15,-1 3 6-15,2-3 0 0,-3 2 4 16,5-2-5-16,-4-2 0 0,5 0-4 0,0 4 1 15,-3-2 18-15,7 0-15 0,-4 2 1 0,5-4 5 0,-5 4-2 16,4-2 1-16,1-2-5 0,-1 2 3 0,1 0-5 16,12 0 7-16,-13 0-1 0,1 0-3 0,0 0-6 15,14 2 5-15,-15-1-12 0,1 0 8 16,1-1 0-16,0 2-1 0,1-2 1 0,12-2-12 0,-13 1 16 16,14 2-2-16,-14-2-5 0,13 0 3 0,-1-1 2 15,-13 2 9-15,14-2-3 0,-2 1-5 16,-2 0 4-16,-8 1 2 0,10-3-10 0,-10 3 7 0,10-1 1 15,-1-1-1-15,3 2 0 0,-13-1 3 0,11-1 11 16,-1 4-18-16,1-1-9 0,2-1 12 0,-3-1-4 16,-11 2 0-16,15-1-8 0,-2 0 13 0,0-1-5 15,-12 1-2-15,15 0-2 0,-4 1-2 0,4-2 0 16,-2-1 0-16,-1 5 6 0,-14-4 2 0,15-1-3 16,-3 2 0-16,1 0-2 0,1 2 3 0,-1-4-7 15,-10 0 6-15,12 0 0 0,-1-1 2 0,-12 4-13 16,13-3 11-16,0-3-3 0,-1 5 2 0,-11-1 4 15,10-2 0-15,1 3-1 0,-14 0 3 0,13-3-2 16,-14 3-1-16,1-1 2 0,3-1 2 0,9 4-3 16,-11-4 6-16,14-2-7 0,-12 2 3 0,10 0-2 15,-12 0 1-15,1 0-1 0,11-1-3 0,-13 3 3 16,1-4-1-16,13 3 4 0,-12-3-4 0,11 2 1 16,-13 1-2-16,-2-1 4 0,0 0 0 0,2 1 4 15,0-1-1-15,1-2-1 0,-3 2-2 0,-2-1 1 16,3 1-2-16,2 1-5 0,-2-1 4 0,2 1 2 15,-2-1-5-15,4 0 1 0,-4 1 1 0,1-1-5 16,0 2 5-16,-5 0-7 0,5 0 3 0,-2 2 2 16,-1-5-5-16,-2 4 4 0,1 1-3 0,0-5 2 0,-1 2-2 15,-2-1-4-15,-1 4 7 0,0-4-1 16,0 2 2-16,-2 0-2 0,1-1 0 0,0 2-1 0,-2-1 1 16,-6 2-4-16,8-2 3 0,-3 2-3 0,-3 1 0 15,4-3 6-15,0 0-2 0,-4-1-1 0,-2 1 1 16,0 1 0-16,-2-2 0 0,2-2-5 0,-2 2 8 15,1-1-4-15,-3 2-6 0,2-2 6 0,-2 2-1 16,1 1 0-16,-2-4-1 0,-2 3 2 0,-1-1-4 16,1-1 2-16,-1 1 2 0,5-1 1 0,-5 2-5 15,1-1 4-15,-3 0-5 0,1 2 2 0,-1 0 1 16,-4-1 2-16,-7 0-7 0,15-1 2 0,-8 1 2 16,-7 0-4-16,9-1 3 0,-9 1 2 0,0 0-2 15,9-2 4-15,-9 2 5 0,0 0 10 0,11-1 5 16,-11 1-1-16,0 0 1 0,0 0-1 0,9 0-1 15,-9 0-4-15,0 0 3 0,9-2-4 0,-9 2-4 16,0 0 0-16,7 0-1 0,-7 0-1 0,0 0-6 16,0 0 6-16,0 0-3 0,0 0-1 0,11-2-4 15,-11 2 5-15,0 0-3 0,0 0 0 0,0 0-4 16,0 0 7-16,0 0 4 0,0 0 3 0,0 0-1 16,0 0 4-16,0 0 2 0,0 0-2 0,0 0-2 0,0 0 2 15,0 0-3-15,0 0-2 0,0 0-1 0,0 0 1 16,0 0-2-16,0 0-4 0,0 0 3 15,0 0-4-15,0 0-5 0,0 0 8 0,0 0-3 16,0 0-3-16,0 0 3 0,0 0 3 0,0 0 0 0,0 0-1 16,0 0-1-16,0 0-3 0,0 0 1 0,0 0-2 15,0 0 0-15,0 0 2 0,0 0-7 0,0 0 5 16,0 0-2-16,0 0-4 0,0 0 6 16,0 0-5-16,0 0-1 0,0 0 3 0,0 0-2 0,0 0-3 15,0 0 1-15,0 0 2 0,0 0-1 0,0 0 2 16,0 0-2-16,0 0 1 0,0 0 2 0,0 0-3 15,0 0 3-15,0 0-5 0,0 0 3 16,0 0-1-16,0 0-5 0,2 8-7 0,-2-8-11 0,0 0 1 16,0 0-3-16,0 0-12 0,0 0-6 0,0 0-8 15,0 8-17-15,0-8-4 0,0 0-10 0,0 0-18 16,0 0-9-16,-4 12-11 0,4-12-30 0,-4 6-32 16,4-6-119-16,-10 5-329 0,10-5 145 0</inkml:trace>
  <inkml:trace contextRef="#ctx0" brushRef="#br0" timeOffset="61399.93">12542 15073 36 0,'0'0'31'0,"0"0"6"0,0 0-10 0,0 0-1 16,-15 7 2-16,15-7 0 0,0 0-8 0,-7 5-1 15,7-5-3-15,-9 3 3 0,9-3 6 0,-5 3-3 16,5-3-1-16,-10 4 3 0,3-2-3 0,0 2 0 16,-2-2 0-16,-2 0 0 0,-1 1-3 0,3 0-4 15,-3 1 3-15,1-2-4 0,1 2 2 0,1-2 5 16,0 1-8-16,2-1 8 0,7-2-1 0,-13 2 0 15,13-2 7-15,-8 4-14 0,8-4 9 0,-8 0-9 16,8 0 0-16,0 0-2 0,0 0-7 0,0 0 3 16,0 0 0-16,0 0 6 0,27 0-8 0,-7-2 2 15,0-1-3-15,13 1 5 0,4-2 0 0,1-1 20 16,11-2-21-16,7-1 9 0,-2 0-11 16,3-1 12-16,1 0-12 0,1 2-4 0,-1 3 12 0,-2-4 1 15,0 0-4-15,-2 2-6 0,-4-1 9 0,-10 4-4 16,-2 1-15-16,0-3 18 0,3 0-8 0,-5 0 0 15,0 1 7-15,1 2-11 0,-3-2 3 0,-3 1 8 16,-3 2-12-16,-6-1 11 0,-9 0-11 0,1 2 3 16,-3-1 5-16,1 0-14 0,-5 1 16 0,-7 0-3 15,13 0 8-15,-13 0 12 0,12-2 4 0,-12 2-1 16,6-2 16-16,-6 2-19 0,0 0 8 0,0 0 0 16,9-1-2-16,-9 1-6 0,0 0-1 0,0 0 0 15,0 0-6-15,0 0-6 0,0 0-21 0,0 0-13 16,0 0-24-16,0 0-10 0,4 9-1 15,-4-9-15-15,0 0-25 0,-4 18-73 0,1-7-183 16,1-3 82-16</inkml:trace>
  <inkml:trace contextRef="#ctx0" brushRef="#br0" timeOffset="62031.91">14116 15270 25 0,'-10'1'52'0,"10"-1"-7"0,-9-1 1 0,9 1-2 16,0 0-3-16,-12 2 1 0,12-2 0 0,0 0 5 15,-7 1-15-15,7-1 11 0,0 0-17 0,0 0 7 16,0 0-2-16,0 0-5 0,0 0 1 16,0 0-10-16,0 0 0 0,0 0-3 0,0 0 3 15,0 0 2-15,0 0 3 0,0 0-5 0,30 3 4 0,-12-3-3 16,2 0-1-16,2-3 1 0,8 2 5 0,7 0 3 16,-1-3-4-16,16-2-8 0,-1-1 18 0,0 3-13 15,2-2-6-15,-2-1 7 0,-1 3-5 0,-11-1-6 16,-1 1 4-16,14-2 0 0,-16 3-7 15,2-3 2-15,0 0 3 0,-1 2 4 0,2-1 0 0,-5 0-5 16,-1 1 10-16,1 0-9 0,-4-1-8 0,-1 2 8 16,-7 0-3-16,-4 0-1 0,-1-1 7 0,0 2 8 15,-5 1 12-15,-3-1-6 0,-1 2 12 16,0-2 12-16,-8 2 10 0,12-2-5 0,-12 2 5 0,7-4-2 16,-7 4-10-16,5-2-2 0,-5 2-8 0,0 0-8 15,0 0 3-15,0 0-10 0,0 0-12 0,0 0-5 16,0 0-21-16,0 0-9 0,0 0-25 0,0 0-21 15,0 0-24-15,0 0-13 0,0 0-17 0,0 0-104 16,0 0-246-16,0 0 109 0</inkml:trace>
  <inkml:trace contextRef="#ctx0" brushRef="#br0" timeOffset="62958.28">16585 15377 14 0,'-20'4'37'0,"-1"-2"14"15,-5 2-14-15,5-1 2 0,-1-1-6 0,1 0-1 0,1-1-1 16,1 0 1-16,0 1 8 0,1-2 2 15,4 1 0-15,1 1 6 0,3-2-3 0,-1 1-5 0,3-1 6 16,8 0-8-16,-12 0-4 0,12 0 7 0,-10 0-12 16,10 0-2-16,-9 0 2 0,9 0-13 15,0 0-3-15,0 0 3 0,0 0-1 0,0 0 4 16,0 0 4-16,0 0-1 0,0 0-14 0,0 0-2 0,28 3 6 16,-7-3 3-16,7 0-8 0,5 0 5 15,3-1 1-15,15-2 5 0,1-2 7 0,6-2 3 16,5-5 1-16,25-2 4 0,1 1 1 0,1-2 2 15,0 0-4-15,-3-1 5 0,4 3-6 0,-1 2-4 16,-2 0 4-16,-23 0-5 0,28 0-1 0,-5-1 0 16,-22 3-1-16,31-5 0 0,-31 6 4 0,29-2 1 0,-33 4-1 15,3-3-3-15,2 0-3 0,-3 2 6 16,0 0-5-16,-3-2-1 0,-5 3 4 0,0-1 0 16,-4-1 0-16,-13 4 4 0,-2-2-2 0,-1 2 0 15,0 0 2-15,-7 1-1 0,2 1-3 0,-11 0 2 0,-2 0-6 16,-4 0-2-16,-2 0 5 0,-1 2-2 15,-4 0 2-15,-7 0-5 0,11 0-2 0,-11 0-2 0,8 0 2 16,-8 0 0-16,0 0-4 0,0 0-3 16,10 0-2-16,-10 0-9 0,0 0-5 0,0 0-4 15,7 7-8-15,-7-7-37 0,-2 9-42 0,2-2-33 16,0-7-48-16,-9 19-111 0,3-8-311 0,6-11 139 0</inkml:trace>
  <inkml:trace contextRef="#ctx0" brushRef="#br0" timeOffset="67358.62">18273 14791 17 0,'0'0'31'0,"0"0"-23"0,0 0-18 0,0 0-10 15,0 0 5-15</inkml:trace>
  <inkml:trace contextRef="#ctx0" brushRef="#br0" timeOffset="67806.69">18606 14875 18 0,'0'0'41'0,"0"0"-10"0,0 8-4 0,0-8-2 16,0 0-1-16,0 0-8 0,1 7 7 0,-1-7-6 15,0 0-3-15,0 0-2 0,0 0-6 0,0 9 6 16,0-9 4-16,0 0-6 0,3 6-3 0,-3-6 1 0,0 0 0 15,0 0-5-15,3 4 4 0,-3-4-6 16,0 0 8-16,0 0-14 0,0 0 8 0,5 7 1 16,-5-7-1-16,0 0-2 0,0 0 1 0,0 0 1 15,3 5 0-15,-3-5-1 0,0 0-2 0,0 0 0 16,0 0 2-16,0 0 3 0,0 0-3 0,0 0-5 16,0 0 3-16,0 0 1 0,0 0 1 0,0 0 2 15,0 0 1-15,0 0-5 0,0 0 2 0,0 0-3 16,0 0 3-16,0 0-3 0,0 0-2 0,1 8 3 15,-1-8 1-15,0 0 7 0,0 0-8 0,0 0-4 16,0 0 0-16,0 0-5 0,0 0-2 0,-7 8 2 16,7-8-13-16,-4 4-5 0,4-4-22 0,0 0-53 0,-5 8 25 15</inkml:trace>
  <inkml:trace contextRef="#ctx0" brushRef="#br0" timeOffset="68378.64">18886 14618 21 0,'0'0'38'0,"0"0"3"0,0 0 2 16,23 10 0-16,-23-10-10 0,7 5 4 0,-2-2-2 15,-5-3-8-15,10 3 2 0,-6 1-7 0,-4-4 3 16,8 9-1-16,-5-7 7 0,1 3 0 0,-4-5-1 15,8 9 1-15,-5-7-2 0,1 4 0 0,-4-6 2 16,5 4-5-16,-5-4-12 0,5 5 3 0,-5-5 9 16,4 5 1-16,-4-5 3 0,0 0-4 0,0 0 3 15,6 4 4-15,-6-4-8 0,0 0 8 0,0 0-4 16,12-2 3-16,-12 2-6 0,16-12-3 0,4 1 1 16,4-4-2-16,4-3 1 0,4-3-6 0,13-7-26 15,4-2-4-15,1-4-18 0,28-12-26 0,-1 3-30 16,0-1-66-16,4-6-165 0,-1-4 73 0</inkml:trace>
  <inkml:trace contextRef="#ctx0" brushRef="#br0" timeOffset="93789.26">16829 10994 25 0,'0'0'24'0,"0"0"0"16,0 0-4-16,0 0-2 0,-11 2 1 0,11-2-1 15,0 0-4-15,0 0 1 0,0 0-7 0,-11 0 4 16,11 0 7-16,0 0 1 0,0 0 1 0,0 0 1 16,0 0-1-16,0 0 6 0,-10 1 3 0,10-1-7 15,0 0 4-15,0 0 0 0,0 0-1 0,0 0 3 16,0 0-5-16,0 0 6 0,0 0-12 0,0 0 2 16,0 0 1-16,0 0-4 0,0 0-9 0,0 0 4 15,0 0-9-15,0 0 0 0,0 0 2 0,0 0 2 16,0 0-1-16,0 0 1 0,0 0-7 0,0 0 2 0,0 0 0 15,17 12-3-15,-11-8 5 0,2 1-3 16,2-1 2-16,2 1-6 0,-2 0 6 0,3 2 2 16,0-3-7-16,2 4 6 0,0-1 2 0,2-2-2 15,-1 3-7-15,2-2 16 0,1-1-8 0,-1 1-3 0,4 0-1 16,4 0 6-16,-7-1-3 0,8 3 6 0,-6-4-10 16,7 2 11-16,0 0 0 0,-2-2-1 15,-4 0-6-15,0 0-1 0,6 1 5 0,-7-1-3 16,0-2 6-16,7 3-3 0,-6-3-2 0,1-1-1 0,-1 1-1 15,4-2 1-15,-4 0 1 0,0 2 4 0,0-2-8 16,-1 1-2-16,1-1-1 0,0 2 6 0,-2-1-5 16,0-1-7-16,-1 0 6 0,1 0 5 15,-1 0 3-15,-1 0-5 0,2 0-2 0,0 1 11 16,-1-1-9-16,0 2-1 0,0-4 0 0,3 4 4 0,-1-2 2 16,8 1-8-16,-9 0-5 0,3-1 7 0,4 2-1 15,0 0 5-15,1-1-5 0,1 0 2 0,-2 2-4 16,0-3 9-16,0 1-9 0,1 2 8 0,-1-2-3 15,1 0-4-15,0-1 5 0,0 1-10 0,1-2 12 16,1 1-1-16,-1-1-4 0,3 0 1 0,-1-2 3 16,2-1-5-16,-1 3 9 0,3-2-5 0,-3-1 5 15,-1 2-3-15,1-3-4 0,3 0-5 0,-2 0 4 16,1 0 8-16,2-1-13 0,-2 2 10 0,-1-3 3 16,3 1-1-16,1 2 6 0,0-2-10 0,-3-1 2 15,2-2-4-15,-1 4-2 0,-4 0-3 0,0-2 4 16,-3 2-1-16,-1 2 2 0,1-3 0 0,-6 1 2 15,-2 3 5-15,1-2-11 0,-1 2 6 0,1-4-1 16,-2 2 1-16,1 3-4 0,0-1 3 0,-1 1-10 16,1-1 17-16,1 1-11 0,-1-1 5 0,2 0-6 15,-2 0 0-15,2-1-1 0,5 2 1 0,-4 0 3 16,-1 0-3-16,6 0-5 0,-8 0 3 0,2-1 1 0,-2 2 11 16,1-1-3-16,-1 1-4 0,1 0 16 15,-2-1-11-15,3 1-12 0,-3 0 12 0,0-1-8 16,0 0 0-16,0 2 0 0,0 0 10 0,-1-2-8 15,0 2 3-15,0-2-9 0,-1 1 7 0,1 1 6 16,-2-1-7-16,-2 0-2 0,3 0 7 0,-3 1 1 16,0-2-6-16,0 1 2 0,-1-1-3 0,1 0 1 15,-1 1 4-15,1 0-3 0,-1 0-1 0,-2-1-6 16,-1 0 6-16,0 1 11 0,1 0-5 0,-1 0 2 16,0-2-13-16,-10 2 1 0,17-1 4 0,-11 1 1 15,-6 0 2-15,12-1-6 0,-12 1 6 0,9-2-10 16,-9 2 3-16,10-1-2 0,-10 1 1 0,0 0-15 15,8 1-4-15,-8-1-11 0,0 0-16 0,7 4-8 16,-7-4-15-16,2 6-58 0,-2-6-143 0,0 0 63 0</inkml:trace>
  <inkml:trace contextRef="#ctx0" brushRef="#br0" timeOffset="94362.69">19942 11150 22 0,'0'0'88'0,"0"0"-13"16,0 0-6-16,0 0-16 0,0 0-3 0,31 0-3 15,-18 1-3-15,5-2-10 0,-2 0 4 0,6 1 3 16,-3-2-3-16,2 4-13 0,8-6-6 0,-2 2 5 16,2-2-10-16,2 0-2 0,0 1-4 0,1-1-3 15,3 0-1-15,0-2-5 0,2 1-4 0,15-1 4 16,-14 0-6-16,2-1-2 0,0 3-1 0,9-3-10 16,-14 4-4-16,-4 0-5 0,0-1 0 0,-2-1-4 15,-8 5-1-15,0-1 4 0,0 1 1 0,-3-2 4 16,1 4-1-16,-6-2 8 0,2 0-3 0,-4 1-3 15,3 0 7-15,-3-1 3 0,-2 0 2 0,0 2 7 16,-2-1 6-16,-7-1 6 0,13-1 5 0,-13 1 0 16,10 0 6-16,-10 0 6 0,0 0-5 0,12 0 4 15,-12 0-2-15,0 0 2 0,6 1-6 0,-6-1 3 16,0 0-8-16,0 0-9 0,0 0-9 0,0 0-2 16,9 1-4-16,-9-1-3 0,0 0-12 0,0 0-12 15,8 2-27-15,-8-2-71 0,0 0 32 0</inkml:trace>
  <inkml:trace contextRef="#ctx0" brushRef="#br0" timeOffset="133781.44">14802 11118 45 0,'0'0'66'0,"0"0"-5"15,0 0 1-15,0 0-5 0,0 0-10 0,0 0 4 16,0 0-21-16,0 0 12 0,0 0-8 0,0 0 3 15,0 0-3-15,0 0-6 0,0 0 1 0,0 0-8 16,0 0 0-16,0 0-1 0,0 0-2 0,0 0-3 16,0 0 1-16,0 0-4 0,0 0 1 0,0 0-5 15,0 0-1-15,0 0 4 0,0 0 3 0,0 0-5 16,0 0 1-16,0 0-3 0,0 0-4 0,0 0 3 16,0 0 0-16,0 0 1 0,0 0 3 0,0 0-2 15,0 0-2-15,0 0 1 0,0 0 3 0,0 0 0 16,0 0-1-16,0 0 4 0,0 0 7 0,0 0 4 15,0 0-4-15,0 0-8 0,0 0 8 0,0 0 0 16,0 0 8-16,0 0 1 0,0 0-4 0,0 0 0 16,0 0-6-16,0 0 3 0,0 0 4 0,0 0-9 15,0 0-3-15,0 0 3 0,0 0-1 0,0 0-7 16,0 0-8-16,0 0 6 0,0 0 2 0,0 0 2 16,0 0-7-16,0 0 5 0,0 0 0 0,0 0-2 15,0 0-11-15,0 0-1 0,0 0 3 0,0 0-21 16,7-11-17-16,-7 11-10 0,0 0-10 0,0 0-10 15,0 0-9-15,0 0 1 0,0 0-10 0,0 0-53 16,0 0-151-16,0 0 67 0</inkml:trace>
  <inkml:trace contextRef="#ctx0" brushRef="#br0" timeOffset="135046.91">22083 10842 8 0,'0'0'89'0,"0"0"-6"0,0 0-4 16,0 0-5-16,0 0 0 0,0 0-13 0,0 0-3 15,8-1-5-15,-8 1-7 0,0 0-1 0,0 0 0 16,0 0-4-16,0 0-7 0,-4-12-2 0,4 12-1 15,0 0 0-15,0 0-10 0,-1-12 5 0,1 12-11 16,0 0 5-16,-3-10-4 0,3 10 6 0,0 0 1 16,0 0 2-16,-2-7-2 0,2 7-6 0,0 0 0 15,0 0-1-15,0 0-4 0,-4-8 5 0,4 8-11 16,0 0 5-16,0 0-4 0,0 0 6 0,0 0-3 16,0 0-1-16,0 0-1 0,0 0 2 0,0 0-5 15,0 0-2-15,0 0 2 0,0 0-6 0,0 0 11 0,0 0-7 16,0 0 0-16,0 0-3 0,0 0 3 15,0 0 7-15,0 0-2 0,0 0-10 0,0 0-1 16,0 0-2-16,0 0-1 0,0 0 9 0,0 0 0 0,0 0 0 16,0 0-6-16,0 0 3 0,0 0 0 0,0 0 4 15,0 0-6-15,0 0 0 0,0 0 4 0,0 0 4 16,0 0-9-16,0 0 3 0,0 0-5 16,0 0 5-16,0 0-1 0,0 0-1 0,0 0 0 0,0 0-4 15,0 0 3-15,0 0-1 0,0 0-12 0,0 0 0 16,0 0 4-16,0 0-2 0,0 0-8 0,0 0 1 15,0 0-10-15,0 0-7 0,0 0-8 0,-12 17-6 16,12-17-2-16,-2 7-3 0,2-7-14 0,-4 8-63 16,1-3-144-16,3-5 64 0</inkml:trace>
  <inkml:trace contextRef="#ctx0" brushRef="#br0" timeOffset="136390.64">29108 11044 8 0,'0'0'73'0,"0"0"-5"0,0 0-9 0,8-1 1 0,-8 1 0 16,0 0-6-16,0 0 6 0,0 0-11 0,0 0-5 16,0 0-1-16,0 0-2 0,0 0-5 0,0-10-6 15,0 10 0-15,0 0-5 0,0 0-2 0,0 0-5 16,0 0 6-16,0 0-12 0,-5-13 12 0,5 13-4 15,0 0 2-15,0 0-2 0,0 0-5 0,0 0 7 16,-4-6-8-16,4 6 2 0,0 0-24 0,0 0 28 16,0 0-3-16,0 0-9 0,0 0 9 0,0 0-4 15,0 0-5-15,0 0 6 0,0 0-6 0,0 0 8 16,0 0-9-16,0 0-1 0,0 0-4 0,0 0 3 16,0 0 1-16,0 0-1 0,0 0 0 0,0 0 1 15,0 0-1-15,0 0 2 0,0 0-3 0,0 0 5 16,0 0-11-16,0 0 5 0,0 0 0 0,0 0-2 15,0 0-2-15,0 0 6 0,0 0-3 0,0 0-1 16,0 0 11-16,0 0-8 0,0 0 3 0,0 0-4 16,0 0 4-16,0 0-2 0,0 0 8 0,0 0-20 15,0 0 11-15,0 0 6 0,0 0-11 0,0 0-1 16,0 0 4-16,0 0 2 0,0 0 0 0,0 0-8 16,0 0 6-16,0 0 5 0,0 0-12 0,0 0 2 15,0 0 5-15,0 0-3 0,0 0 5 0,0 0-6 16,0 0 0-16,0 0-7 0,0 0 12 0,0 0-3 15,0 0 0-15,0 0 3 0,0 0 2 0,0 0-5 0,0 0 2 16,0 0-7-16,0 0 10 0,0 0-12 16,0 0 4-16,0 0-8 0,0 0 13 0,0 0-2 0,0 0 1 15,0 0-2-15,0 0 6 0,0 0-4 0,0 0 4 16,0 0-9-16,0 0 5 0,0 0-4 16,0 0-3-16,0 0 13 0,0 0-10 0,0 0 2 15,0 0-1-15,0 0-1 0,0 0 7 0,-8 18-5 0,8-18 1 16,0 0-2-16,0 0 0 0,0 0 2 0,-3 7 2 15,3-7-4-15,0 0 9 0,0 0-7 0,-3 5 2 16,3-5-11-16,0 0 15 0,-4 6-2 0,4-6-13 16,0 0 20-16,0 0-1 0,-8 5-16 0,8-5 6 15,0 0-6-15,0 0 0 0,0 0 12 0,0 0 0 16,0 0-6-16,-4 4 6 0,4-4-1 0,0 0-5 16,0 0-11-16,0 0 6 0,0 0-7 0,0 0-3 15,0 0-4-15,0 0 2 0,0 0-17 0,-5 4-3 16,5-4-9-16,-8 4-18 0,8-4-8 0,-11 6-79 15,2-4-162-15,-2 1 72 0</inkml:trace>
  <inkml:trace contextRef="#ctx0" brushRef="#br0" timeOffset="137191.64">15232 11607 9 0,'0'0'3'15,"0"0"-5"-15,0 0-3 0,0 0 2 0</inkml:trace>
  <inkml:trace contextRef="#ctx0" brushRef="#br0" timeOffset="138088.79">15719 11613 45 0,'0'0'125'0,"5"-5"-3"0,-5 5-15 16,0 0 2-16,0 0-4 0,0 0-6 0,0 0-6 16,0 0-9-16,0 0 1 0,0 0-9 0,0 0-11 15,0 0 2-15,0 0-8 0,0 0-6 0,0 0-5 16,0 0-8-16,0 0-3 0,0 0 0 0,0 0-10 16,0 0 2-16,0 0 0 0,0 0-7 0,0 0-9 15,0 0 8-15,0 0-2 0,0 0-5 0,0 0-4 16,0 0 0-16,0 0 0 0,0 0-1 0,0 0-7 15,0 0 9-15,0 0-7 0,0 0-4 0,0 0 2 16,0 0-4-16,0 0 8 0,0 0-6 0,0 0-1 16,0 0 5-16,0 0 1 0,0 0-5 0,0 0 6 15,0 0-9-15,0 0 0 0,0 0 6 0,0 0-3 16,0 0 8-16,0 0-11 0,0 0 1 0,0 0 3 0,0 0-2 16,0 0 5-16,0 0-4 0,0 0 3 15,0 0 0-15,0 0 4 0,0 0-5 0,0 0-3 16,0 0 0-16,0 0 3 0,0 0 3 0,0 0-6 15,0 0-4-15,0 0 5 0,0 0 5 0,0 0-6 0,0 0 2 16,0 0-4-16,0 0 8 0,0 0-5 16,0 0 3-16,0 0-3 0,0 0 1 0,0 0 1 15,0 0 1-15,0 0-1 0,0 0-2 0,0 0 0 16,0 0 4-16,0 0-5 0,0 0-3 0,0 0 7 0,0 0-2 16,0 0-8-16,0 0 10 0,0 0-2 15,0 0-2-15,0 0 4 0,0 0 0 0,0 0 2 16,0 0-2-16,0 0 1 0,0 0 4 0,0 0-7 15,0 0 9-15,0 0 0 0,0 0 1 0,0 0 2 0,0 0 2 16,0 0 0-16,0 0-1 0,0 0-2 0,0 0-3 16,0 0 3-16,0 0-2 0,0 0 3 0,0 0-1 15,0 0-2-15,0 0 4 0,0 0-8 16,0 0 3-16,0 0 1 0,0 0-6 0,0 0 3 0,0 0-7 16,0 0 2-16,0 0-1 0,0 0 1 0,0 0 3 15,0 0 1-15,0 0-2 0,0 0-4 0,0 0-3 16,0 0 3-16,0 0 0 0,0 0 1 0,0 0 1 15,0 0-2-15,0 0 1 0,0 0 4 0,0 0-5 16,0 0 0-16,0 0 4 0,0 0-5 0,0 0 1 16,0 0-1-16,0 0-1 0,0 0 2 0,0 0 0 15,0 0-3-15,0 0 6 0,0 0-3 0,0 0 4 16,0 0-5-16,0 0-2 0,0 0-2 0,0 0 1 16,0 0 1-16,0 0 6 0,0 0-5 0,0 0 7 15,0 0-9-15,0 0-7 0,0 0 12 0,0 0-3 16,0 0 3-16,0 0-5 0,0 0 4 0,0 0 2 15,0 0 4-15,0 0-4 0,0 0 0 0,0 0-4 16,0 0-8-16,0 0-2 0,0 0-17 0,0 0-1 16,0 0-6-16,0 0-1 0,0 0-5 0,0 0-14 15,0 0-7-15,0 0-8 0,0 0-6 0,-12 17-1 16,12-17-17-16,-5 11-20 0,0-4-93 0,0-1-224 16,0 0 99-16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09:52:21.457"/>
    </inkml:context>
    <inkml:brush xml:id="br0">
      <inkml:brushProperty name="width" value="0.05292" units="cm"/>
      <inkml:brushProperty name="height" value="0.05292" units="cm"/>
      <inkml:brushProperty name="color" value="#FF0000"/>
    </inkml:brush>
  </inkml:definitions>
  <inkml:trace contextRef="#ctx0" brushRef="#br0">24494 3271 98 0,'0'0'97'0,"1"-9"-11"0,-1 9 1 0,0 0-5 0,2-9 18 16,-2 9-8-16,0 0 6 0,4-7-4 16,-4 7-2-16,0 0-5 0,0 0-5 0,4-7-9 15,-4 7-5-15,0 0-1 0,0 0-4 0,0 0-10 16,1-6 1-16,-1 6-9 0,0 0 3 0,0 0-7 15,0 0 3-15,0 0-3 0,0 0-2 0,0-10-1 16,0 10 0-16,0 0 4 0,0 0-6 0,0 0-1 16,-1-11-1-16,1 11-3 0,0 0 4 0,0-8-14 15,0 8 7-15,0 0-8 0,-5-7 0 0,5 7-4 16,-8-5-4-16,8 5 0 0,-10-5-1 0,10 5-4 16,-13-2 1-16,13 2-4 0,-15 2 25 0,7-1-2 15,-1 0-10-15,0 1 5 0,0 0-2 0,0 0-2 16,-2 1-2-16,7 0-2 0,-3 2-3 0,0-2-2 15,-3 2-1-15,3-2 0 0,0 1 1 0,1 2-3 16,1-2-2-16,-1-1-2 0,0 2 1 0,1 1 1 16,1-2 0-16,-1 0-2 0,5-4-3 0,-9 9 2 15,5-2 2-15,1-2-2 0,3-5 0 0,-4 9-1 16,4-9-1-16,-2 8 1 0,2-8-2 0,-4 5 0 16,4-5-1-16,0 0 1 0,-4 9-1 0,4-9 11 15,0 0-11-15,-2 5-1 0,2-5 7 0,-3 7-5 16,3-7 1-16,0 8 0 0,0-8 4 0,-5 9-3 15,5-9 0-15,-2 8-1 0,2-8 1 0,-2 11-1 16,0-4-1-16,2-7 5 0,-2 15-5 0,1-5 2 16,1-1 0-16,-2 0 3 0,2 1-3 0,-2-2 3 15,1 4-5-15,1-2 4 0,-1 2-2 0,1-3 1 16,1 3 1-16,0-3-3 0,-1 4 2 0,4-2-4 16,-3-1 3-16,1 2-1 0,2-1 3 0,-1 0 2 15,1 2-1-15,1-2 0 0,-1 0-3 0,5 2 3 16,-3-4-2-16,8 2 8 0,-6-2-8 0,9 0 2 15,-2 1 0-15,3-2 0 0,-1-2-1 0,2 0 2 16,10 0-4-16,-9-1 1 0,1-3 3 0,-1 0 1 16,1-1-5-16,7-1 6 0,-1 3-3 15,-8-2-6-15,-2-2-9 0,-3 1-16 0,-4 1-20 0,-10-1-25 16,19 2-22-16,-19-2-21 0,12 1-23 0,-12-1-21 16,9 3-140-16,-9-3-324 0,0 0 144 15</inkml:trace>
  <inkml:trace contextRef="#ctx0" brushRef="#br0" timeOffset="1098.08">24932 3457 70 0,'0'0'190'0,"0"0"-11"0,-8-6-16 16,8 6-15-16,-8-2-13 0,8 2-12 0,-11 0-5 16,11 0-6-16,-18 6-3 0,8-2-9 0,-7 5-9 15,3-1-5-15,-4 4-10 0,5 0-6 0,-1 2-7 16,3 0-4-16,-2 3-7 0,3-2-3 0,-2 2-4 15,2-1-5-15,3 0-6 0,0 0-1 0,3 0-2 16,2-6-1-16,0 4-8 0,0-2 3 0,4-1 0 16,2-1-3-16,1-1-4 0,2 0 0 0,-1-1-1 15,6 1 4-15,2-2-5 0,-2-1-1 0,1-3-1 16,6-1-3-16,-1-3 2 0,2 0-3 0,-1-2-2 16,0-1-2-16,1-3-1 0,-3 2-1 0,0-4-5 15,-2 1-1-15,-1-3-1 0,-2 0-1 0,-1-1-4 16,-1-2-12-16,-2-1 2 0,3-1 3 0,-8 1 3 15,1-2-2-15,-4 3 4 0,-2 1 0 0,0 2-4 16,-1 0 6-16,-4-1 3 0,0 2 4 0,0 0-5 16,-1 3 2-16,-9-2 0 0,4 4 1 0,-4 0 5 15,1 1-4-15,-3-2 1 0,3 3-1 0,2 2 5 16,2-1-5-16,-1 2 2 0,6-1-1 0,7 1-4 16,-16 0-2-16,16 0 2 0,-9-2 0 15,9 2 0-15,0 0-2 0,-9 2 2 0,9-2-1 16,0 0 3-16,0 0 1 0,0 0 0 0,0 0 2 0,27 5 0 15,-14-3 0-15,2-4-2 0,4 2 3 0,2-1-1 16,-1-2 2-16,-2 2-3 0,4-3 0 0,-2 1-2 16,-2 2 6-16,0-3-5 0,-4 4 0 0,0-2 3 15,1 0 2-15,-3 2-1 0,0 0-4 16,-2-2 1-16,-1 1 1 0,-9 1-7 0,14 1 8 16,-6 1-5-16,-1-1 2 0,2 2-3 0,-4 2 4 0,3 2-3 15,-2 0 4-15,2 3 0 0,-3 0-2 16,3 0 4-16,-2 5 0 0,1 0 3 0,-1-4-1 0,-2 5 0 15,0-5-1-15,-1 6 6 0,-1-6-8 0,2 3 5 16,-2-3-2-16,1-1-3 0,-2 0 1 0,3-1-3 16,-2 1 5-16,-2-10-3 0,4 12-3 15,-3-6 8-15,-1-6 2 0,4 8-2 0,-4-8 2 16,2 4 5-16,-2-4 13 0,0 0-1 0,0 0-5 16,0 0-2-16,0 0-2 0,0 0-2 0,0 0 0 15,-4-32-2-15,4 20-4 0,-2 0 0 0,2-1-1 0,2-4-2 16,-1 0 0-16,0 0-3 0,3-1-4 0,0 3 4 15,-1-3-2-15,6 1-5 0,-6 6 10 0,5-3-8 16,0 5-1-16,-1 2-5 0,3 0 7 16,-2 2-6-16,4 1 4 0,-5 3-2 0,6 1-1 15,0 1 0-15,-3 2 4 0,0 2-1 0,7 3 5 16,-8-1-6-16,5 3 2 0,-1-3 0 0,-4 3 3 16,4 0-3-16,-2-1 1 0,0 3-1 0,-2-3-3 15,-1 1 8-15,2-3-1 0,-4 1-1 0,0-1 3 16,-4-1-6-16,3-3 3 0,-1 2 8 0,-4-5-9 15,4 6 5-15,-4-6 1 0,3 6 2 0,-3-6-2 16,0 0-1-16,0 0-1 0,0 0-1 0,0 0-5 16,0 0 3-16,0 0-3 0,0 0-3 0,-3-27 5 15,3 15-3-15,2 0 0 0,-1 1-3 0,1-1 0 0,4-1-1 16,0 2 5-16,0-4-5 0,2 5 5 0,1 1-2 16,3 2-1-16,-1 0 0 0,-2 2 1 15,2 0-4-15,-1 4 4 0,2-1-4 0,0 5 4 16,-1 0-5-16,-2 1 3 0,1 3 0 0,0 1 5 15,-1-1-6-15,-1 1 5 0,-2 1-2 0,-1 3 6 16,-1-2-3-16,0 0 2 0,0 1-1 0,2-2-2 16,-2 4-11-16,-2-3-17 0,-1 2-23 0,-1-1-40 15,0-11-31-15,0 21-51 0,-3-10-126 0,-1-2-327 16,4-9 144-16</inkml:trace>
  <inkml:trace contextRef="#ctx0" brushRef="#br0" timeOffset="1366.95">25879 3229 81 0,'-4'-18'262'16,"0"5"-11"-16,3 7-17 0,-3-5-15 0,4 4-19 16,0-1-24-16,0 8-23 0,-2-7-15 0,2 7-19 15,0 0-12-15,0 0-10 0,0 0-8 0,7 30-10 16,1-5-5-16,-6 4-7 0,6 5-4 0,-6 12-6 15,-2-10-4-15,0 9-5 0,0-11-5 0,0 1-4 16,0-1-2-16,-2 2-6 0,2-4-2 0,-3 1-2 16,1-2-2-16,4-4-13 0,-2 6-20 0,3-4-10 15,-3 2-18-15,0-7-23 0,2 3-27 0,-4-8-37 16,4-2-44-16,2 0-43 0,-8-2-141 0,4-4-379 16,0-11 167-16</inkml:trace>
  <inkml:trace contextRef="#ctx0" brushRef="#br0" timeOffset="1609.28">25922 3495 123 0,'14'-12'174'0,"4"3"-13"15,-5 3-17-15,1 1-11 0,-3 1-13 0,-1 4-13 16,2 1-12-16,-3 2-4 0,0 3-12 0,-1 0-4 15,-2 4-4-15,-2 2-3 0,-1 3-10 0,-3 2-5 16,-5 1-5-16,-2-1-10 0,-2 2 4 0,-6 1-12 16,-2 2-9-16,4-6-24 0,-7 2-25 0,2 1-19 15,4-6-33-15,1 0-26 0,-3-2-25 0,3-1-92 16,1-2-241-16,2-3 106 0</inkml:trace>
  <inkml:trace contextRef="#ctx0" brushRef="#br0" timeOffset="1908.8">26118 3538 30 0,'1'-4'237'0,"2"-2"-1"0,-3 6-20 15,2-8-21-15,-2 8-20 0,0 0-11 0,0 0-24 16,4-6-16-16,-4 6-13 0,0 0-13 0,0 0-11 16,0 0-8-16,0 0-2 0,0 0-16 0,4 24-5 15,-3-14-5-15,4-2-6 0,-3 2-10 0,7-1-5 16,-2 1-11-16,4-2 8 0,-2 1-4 15,2-2-3-15,5 1-6 0,-3-2-5 0,5-2-2 16,-2-3 2-16,4 1-4 0,-1-4-1 0,-6 1 1 0,-2-2-2 16,2 0 1-16,-4-1-1 0,0-3 3 0,-4 2-8 15,-3-5 5-15,-2-1-1 0,-2 0 0 0,-3 0-2 16,0-2 3-16,-5-2-5 0,-1 2 3 0,-1 2-5 16,1 3 0-16,-5-1-4 0,-1 1-7 15,0 2-15-15,2 3-12 0,1 1-25 0,1 1-35 0,1 1-39 16,1 1-36-16,2 0-127 0,9-1-329 15,-11 3 146-15</inkml:trace>
  <inkml:trace contextRef="#ctx0" brushRef="#br0" timeOffset="2303.11">26490 3404 76 0,'0'0'254'0,"0"0"-13"0,-4-6-21 0,4 6-23 15,0 0-20-15,-2-6-25 0,2 6-13 0,0 0-17 0,0 0-8 16,0 0-14-16,2 25-8 0,-2-12-8 16,4 3-8-16,-2 1-9 0,3-1-4 0,0 2-5 15,4-4-9-15,-1 2-3 0,1-1 0 0,1-2-9 16,3-1-3-16,5 2-1 0,-5-4-2 0,4-3-2 16,4 0-2-16,0-4-5 0,-1 0-7 0,0-3-2 15,0-2 2-15,1 0-3 0,-4-4-1 0,-3 0-5 16,-5 2 5-16,2-5-7 0,1-2 2 0,-1-3-4 15,-3 2 1-15,-2-4-4 0,0 1 3 0,-4-2 0 16,0-2-3-16,1 0 0 0,-3 1 0 0,0 0 2 16,0 2 3-16,0 6 10 0,0 0 4 0,-3 5 4 15,3 5-3-15,-2-12-5 0,2 12-5 0,0 0-4 16,0 0 2-16,0 0-3 0,0 0 6 0,-4 29 0 16,0-11 4-16,-2 6-3 0,0 1 0 0,-1 0 4 15,5-1-3-15,-2 0-3 0,2-3 0 0,0-4-18 16,-2 2-18-16,4-1-20 0,0-2-27 0,-2-3-39 15,2 0-36-15,2-3-57 0,-2 1-174 0,0-11-411 16,0 14 182-16</inkml:trace>
  <inkml:trace contextRef="#ctx0" brushRef="#br0" timeOffset="2627.4">26969 3523 184 0,'2'-4'195'0,"-2"4"-18"0,0 0-8 15,0 0 11-15,0 0-11 0,9 9-10 0,-9-9-9 16,2 13-11-16,-2-6-14 0,2 2-13 0,0 1-7 16,-2 0-11-16,3-2-8 0,-3-1-7 0,0 2-8 15,0-9-6-15,2 12-7 0,0-8-6 0,-2-4-3 16,0 8-6-16,0-8 0 0,0 0 0 16,5 5-3-16,-5-5-8 0,0 0 1 0,0 0-8 0,0 0-3 15,9-16-3-15,-7 9-4 0,4-2-2 16,-1-2 0-16,3-3-2 0,0-2-5 0,1 1-2 15,3 0-4-15,-1-1-4 0,2 3 3 0,-1 0-3 16,-1 6-1-16,-1 0 1 0,-2 2-5 0,0 2 3 16,-3 2 2-16,-5 1-2 0,16 1 0 0,-11 2 0 15,3 5 6-15,-3 0-5 0,1 1 6 0,1-2-4 16,-4 5-1-16,1-2-16 0,0 3-29 0,-1-1-36 0,1-1-47 16,-4 0-53-16,4 1-190 0,0-2-404 0,-4-10 179 15</inkml:trace>
  <inkml:trace contextRef="#ctx0" brushRef="#br0" timeOffset="3072.37">27526 3439 244 0,'-12'-9'241'0,"1"3"-8"0,-2 1-14 15,-1 1-21-15,1 0-14 0,-3 6-19 0,-7 1-11 16,4 2-15-16,-2 4-5 0,-2 3-16 0,2 5-10 15,4-5-15-15,0 2-3 0,7-1-13 0,-3 3-7 16,7-1-7-16,3 1-3 0,2-5-16 0,3 5-7 16,0-5-7-16,2 1-8 0,5 0-1 0,7-2-6 15,-3 0-15-15,8-3-3 0,-4-3-2 0,4 0-7 16,-1-2-5-16,2-3-2 0,-2-1 2 0,-1-1 3 16,-2-3 3-16,-3-1-1 0,-1-1 2 0,-2-3-1 15,1-4 4-15,-6-1 0 0,1-2-1 0,-2-1 3 16,0-8-3-16,-8-2 0 0,6-1 0 0,-8-3 3 15,0-1 0-15,0 0 0 0,1 0 5 0,-4-2 2 16,-2-11 4-16,-1 2 6 0,5 15 10 0,-4 1 8 16,5 4 12-16,-1 7-1 0,0 1 3 0,1 7 7 15,3-1-9-15,-2 5-2 0,4 1-9 0,0 5-7 16,0 0-6-16,0 0 0 0,0 0 6 0,-10 36 6 16,5-4 6-16,1 3 4 0,-2 11-2 0,4 1-4 15,-4 0 3-15,6 0-6 0,-4-12-7 0,6 9 2 16,0-12-3-16,3 2-2 0,-3-1-1 0,1 0 1 15,1 1-10-15,2-2-22 0,-3-3-30 0,1 0-48 16,-2-3-46-16,2 2-69 0,-4-2-75 0,0-9-162 16,-4 1-477-16,0-1 211 0</inkml:trace>
  <inkml:trace contextRef="#ctx0" brushRef="#br0" timeOffset="3829.05">28191 3252 208 0,'1'-10'228'0,"-1"-1"-21"0,1 7-8 0,-1 4-24 0,-1-10-21 15,1 10-20-15,-8-3-11 0,8 3-11 0,-18 5-17 16,0 4-2-16,-7 4-17 0,4 2-5 15,0 3-9-15,3 2-2 0,2 1-8 0,0 0-7 16,12-4-3-16,-1 0-5 0,1 4-3 0,8-2-3 16,0 1 0-16,1-3-3 0,9 6-5 0,1-1 1 0,3-3-3 15,0-1-5-15,5-1 4 0,-2-1-3 16,-4-5-6-16,5 4-1 0,-9-5 0 0,2 2 0 16,-7-2-5-16,-1 0 0 0,-2 1 0 0,1-1-2 15,-4 0 1-15,-3-5-2 0,-3 6 6 0,-5-3-5 16,-5 2 0-16,-10 4 2 0,4-6-3 0,-4 2 0 15,-5-4-8-15,2 2-3 0,0-4-19 0,-1 1-15 0,6-3-29 16,3-1-21-16,0-1-42 0,6 0-24 16,-1 0-31-16,3-1-106 0,11 1-320 0,-16-5 142 15</inkml:trace>
  <inkml:trace contextRef="#ctx0" brushRef="#br0" timeOffset="4107.88">28276 3714 118 0,'14'-5'214'16,"-5"0"-16"-16,3 0-5 0,0-2-16 0,0 0-3 16,3-1-16-16,-3-3-11 0,2-2-11 0,1 2-11 15,-1-3-16-15,1-1-9 0,3-5-11 0,0 2-7 16,0-2-9-16,-1-1-9 0,-6 7-7 0,1-1-5 16,-5-1-4-16,1 3 2 0,-2 3-1 0,-4 0 0 15,0 1-3-15,-4 2-5 0,2 7-2 16,-2-12-6-16,2 12-5 0,-6-7-3 0,6 7-6 0,0 0-1 15,-19 9-1-15,7 3 2 0,1 1-2 0,-2 2-2 16,2 0-2-16,0 1-3 0,4 2 0 0,0-3-7 16,4 4-17-16,3-1-11 0,0 0-21 0,7-1-18 15,1-2-27-15,2 2-40 0,7-4-37 0,6 2-33 16,2-3-146-16,0-1-373 0,2-2 165 0</inkml:trace>
  <inkml:trace contextRef="#ctx0" brushRef="#br0" timeOffset="4807.17">28772 3572 160 0,'0'0'250'0,"0"0"-12"0,0-12-22 0,0 12-20 15,0 0-26-15,-2-8-19 0,2 8-18 0,0 0-12 16,0 0-8-16,0 0-7 0,0 0-9 16,0 26-7-16,0-16-9 0,0 0-10 0,3 0-5 15,-3-1-6-15,3 2-5 0,-1-1-2 0,1-1-8 0,-2-3-5 16,1 2-3-16,-2-8-4 0,2 11 6 15,-2-11-10-15,1 7 1 0,-1-7 11 0,3 6 17 0,-3-6-5 16,0 0-10-16,0 0 0 0,0 0-5 16,0 0-7-16,0 0-2 0,0 0 1 0,-2-30-5 15,1 21-2-15,1-1-6 0,-1-1 0 0,3-6-5 16,-3 5-1-16,0-3-1 0,3-1-1 0,1 4-3 16,-2 4 0-16,3-3-6 0,0 4 2 0,-1 0-3 15,2 2-3-15,1 2 0 0,-6 3-4 0,15 2 1 16,-4-1 1-16,0 5-3 0,-1 2 5 0,2 0-1 15,1 4 1-15,0 2 0 0,-1 1 1 0,-3-1 0 16,0 1 2-16,0-2-1 0,-3 1 2 0,0 1 0 16,-4-3 0-16,1-3-3 0,-1 3 2 0,0-7 0 15,-2 1-1-15,0-6 1 0,2 11 1 0,-2-11 4 16,3 7-1-16,-3-7 3 0,2 6 3 0,-2-6-3 16,0 0-1-16,0 0-2 0,0 0-5 0,0 0-1 15,0 0 4-15,6-22-1 0,-2 12-5 0,0-1-3 16,5-4-5-16,3-1-4 0,-1 0 2 0,8-5-1 15,-2 2 2-15,-1 4-1 0,0 2 1 0,0 2 0 16,-5 2 1-16,-2 4-2 0,1 1-1 0,-4 1 2 16,1 1-1-16,-7 2 2 0,15 4-2 0,-7 1 5 15,1 0-2-15,-3 4 5 0,3-2-1 0,-3 3 6 16,1-1-2-16,1 2 2 0,-1-1 1 0,2 0-1 16,0 2 3-16,0-5 2 0,1-1 1 0,2-2-4 15,0 1 5-15,0-1-1 0,6-4-1 0,-4 0 3 16,-1-1 0-16,1-3-1 0,1-1-2 0,2-1 0 15,-7-2 7-15,1 0-5 0,0 0-2 0,-4-2-1 16,0 1 0-16,0-3 1 0,0-3-4 0,-1 0 1 16,-1 0 1-16,-1 2 2 0,0 3 2 0,0 1 4 15,-2-1 7-15,-2 3 4 0,3 0-3 0,-3 7-2 16,2-7-7-16,-2 7-5 0,0 0-1 0,0 0 3 16,0 0-1-16,0 0 1 0,0 0-2 0,-2 34 3 15,0-23-3-15,0 1 2 0,1 4-2 0,-3 0-2 16,4-2-19-16,0 2-25 0,2-1-19 15,0-3-37-15,1 1-30 0,3-2-39 0,-4-1-42 0,3 1-180 16,-3-3-421-16,-2-8 186 0</inkml:trace>
  <inkml:trace contextRef="#ctx0" brushRef="#br0" timeOffset="4972.3">29434 3368 1717 0,'-4'-25'49'15,"-2"7"7"-15,1 1-6 0,-2 3-22 0,3 3-5 0,2 2-1 16,-1 2-2-16,2 2-8 0,1 5-10 0,-4-9-22 16,4 9-36-16,-4-6-15 0,4 6-19 15,0 0-7-15,0 0-39 0,0 0-116 0,16 13-272 16,-10-8 120-16</inkml:trace>
  <inkml:trace contextRef="#ctx0" brushRef="#br0" timeOffset="5750.46">29782 3374 40 0,'0'0'269'0,"0"0"-7"0,-17-15-18 15,17 15-19-15,0 0-29 0,0 0-19 16,0 0-22-16,0 0-10 0,-13 9-16 0,8 1-10 16,-4 6-9-16,-9 3-11 0,4 5-7 0,-1-2-9 15,2 1-7-15,4-4-7 0,-1 3-8 0,1-4-7 16,2-3-7-16,2 2-5 0,4-1-10 0,1-3-5 15,1-2-7-15,4 1-5 0,2-1-12 0,-1-1-14 16,3-3-20-16,3 0-24 0,1-4-12 0,6 0-23 16,-3-1-20-16,3-4-9 0,1 2-13 0,0-5-2 15,-2-1 3-15,-1-2 2 0,2 0 9 0,-6-3 15 16,2 0 8-16,-5-3 15 0,2 2 14 0,-1-4 17 16,-3 3 14-16,-2 1 18 0,3 1 35 0,-5 1 20 15,1 1 20-15,-2 1 21 0,0 2 16 0,-1 1 5 16,-2 5 5-16,2-8-2 0,-2 8-3 0,0 0-8 15,3-5-12-15,-3 5-11 0,0 0-6 0,0 0 1 16,0 0 1-16,-16 23-3 0,5-10-2 0,3-3-5 16,-2 2-8-16,1 2 0 0,0 1-4 0,3-1-4 15,1-3-4-15,1-1 1 0,1 3-5 0,3-3-4 16,2 0-3-16,1 0 3 0,1 0-5 0,1-4-6 16,2 0-3-16,4-1-7 0,1 0-9 15,6-2-11-15,-6 1-10 0,6-3-12 0,-5-1-6 0,1-1-10 16,-2-2 1-16,-1-1-3 0,1 1 2 0,-5-4-2 15,0-2-5-15,-3 3-3 0,-2-3 16 0,-3-1-1 16,-2-1 8-16,-1-2 0 0,-1-2 8 0,-4 0-1 16,3 3 12-16,0-1 8 0,-1 1 9 0,3 3 13 15,0 1 4-15,1 0 7 0,0 3 6 0,3 5 1 16,-6-10-6-16,6 10 0 0,0 0-4 0,2-10-1 16,-2 10-2-16,13-2-1 0,-13 2-2 0,23 7-4 15,-6-1 3-15,-1 3-2 0,1 2 1 0,-1-1-2 16,0 2 3-16,-2 2 0 0,1 1-5 0,-3-1 4 15,-3 3 1-15,-2-3-2 0,1 1 6 0,-4-6 3 16,1 3-6-16,-1 0-5 0,-3-2 5 16,0-4 1-16,1 0 6 0,-2-6-1 0,0 10 5 15,0-10 7-15,1 9 15 0,-1-9 3 0,0 0-5 0,0 0-2 16,0 0 0-16,0 0-7 0,0 0-2 0,0 0-5 16,4-25-4-16,-2 14-5 0,7-4 1 15,1 1-6-15,5-7-1 0,2 0-3 0,1 3 0 16,-1 4-3-16,-2 1-1 0,1 1 0 0,0 2 0 15,-4 2-1-15,-3 3-1 0,0 0-3 0,-2 4 0 16,1-2-3-16,-8 3-2 0,12 4 5 0,-9 1-3 0,5 3 0 16,-4 2 2-16,-2-2 1 0,0 4 10 0,-1 0-9 15,-2 4 0-15,-1-1-2 0,1-1-19 0,1 3-25 16,-1-2-34-16,-1-3-43 0,2-1-47 16,0 1-53-16,-1-1-138 0,1-11-392 0,1 12 173 15</inkml:trace>
  <inkml:trace contextRef="#ctx0" brushRef="#br0" timeOffset="6534.26">30606 3619 1993 0,'5'-12'65'15,"-1"-4"-9"-15,-3 4 5 0,-1 0 8 0,0 1 5 16,0 1 14-16,0 0 3 0,-4 2 0 0,3-1-2 16,-2 2 2-16,-2 1-2 0,5 6-10 0,-10-8-8 15,10 8-12-15,-10-3-15 0,10 3 4 0,-16 6-3 16,4-1-8-16,3 3-3 0,-5 3-4 0,2 2-2 15,1 1-4-15,-2-1-4 0,7 3 1 0,2-5-15 16,-1 5-4-16,2-5 0 0,3 0-5 0,0 2-1 16,3-3-16-16,0 0 3 0,0 1-10 0,2-3 5 15,2-2-7-15,0-1 4 0,1-2-3 0,2 0 1 16,0-1-1-16,3-2 4 0,-1-4 7 0,-1 0-2 16,-1-1 0-16,-1-1 7 0,0-4-3 0,0-3 4 15,-5-4 0-15,4 0-2 0,-3-7 3 0,1-2 3 16,-6 0 0-16,1 0-1 0,-1-4-1 0,-1-1 4 15,0-1-4-15,-3-1 4 0,3-1 1 0,0 1 3 16,-5 5 1-16,3 0 17 0,1 10 6 0,-2 3 12 16,3 2 7-16,0 0 5 0,-1 7-4 0,2-2-7 15,0 8-8-15,-1-10-6 0,1 10 1 0,-2-6-14 16,2 6 2-16,0 0-3 0,0 0 4 0,0 0-4 16,9 38 2-16,-7-20-10 0,2 8 11 0,-1 5-6 15,2-2 4-15,0-3-3 0,2 3 5 0,-1 0-4 16,-3-1-1-16,4-3-3 0,2 0 4 0,-3-2 3 15,3-5-4-15,-1-2 2 0,3 0-2 0,-2 0 1 16,3-3-1-16,0 1 1 0,1-4-5 0,3 2-2 16,-6-7-6-16,1 0-1 0,3-3-8 0,1 0 2 15,-2-2 0-15,2-3-5 0,-3-1 2 16,5-2 1-16,-4 1-26 0,-2-8 3 0,1 3 4 16,-2-5 0-16,-1 1 7 0,-3-4 3 0,2 4 1 15,-2-2 2-15,1-1 2 0,-3 6 4 0,-1 1 1 0,0 1 3 16,0 2-1-16,-1 1 2 0,0 0-2 0,-2 6-2 15,0 0-4-15,0 0 5 0,0 0 0 0,0 0 0 16,0 0 2-16,0 0 2 0,3 28 4 16,-4-16-1-16,1 0-1 0,1-1 5 0,-1 5 3 15,3-3-3-15,-1 0 5 0,1-2-7 0,1 0 1 16,0-2 3-16,1 0-5 0,0-1 3 0,1-1 0 16,-1 0 2-16,0-4-6 0,1 0 4 0,-6-3-4 15,15 0-2-15,-8 2 3 0,-7-2-1 0,16-8 1 16,-6 1 1-16,-2 0-4 0,1-3 4 0,-3 1 0 15,6-7-2-15,-3 3 0 0,-2-2 1 0,2 1-1 16,-3-2 2-16,0 9 4 0,-1-2 4 0,-3 3 5 16,2 0 2-16,-4 6-9 0,4-7-1 0,-4 7-6 15,0 0 5-15,0 0-4 0,0 0 1 0,0 0 4 16,0 0 3-16,-1 28-2 0,-2-19-1 0,1 3 4 16,0 0-1-16,0 1 3 0,2 0-8 0,-2-1-15 15,6 3-36-15,-2-3-41 0,0 0-44 0,3-4-52 16,4 0-37-16,-2-1-131 0,-7-7-386 0,28 8 170 15</inkml:trace>
  <inkml:trace contextRef="#ctx0" brushRef="#br0" timeOffset="6730.06">31453 3459 132 0,'-6'-10'240'0,"1"4"1"0,1 2-18 0,-3 0-18 16,0 2-16-16,7 2-21 0,-17 0-15 0,4 4-14 15,-1 2-13-15,-1 6-9 0,0-1-12 0,3 1-11 16,-2 2-8-16,5 1-11 0,0-1-8 0,4 2-10 16,3-4-13-16,0 1-17 0,5-2-26 0,4 4-24 15,4 0-29-15,4-4-44 0,11 2-43 0,2-3-44 0,2-3-150 16,1-5-361-16,4-1 160 0</inkml:trace>
  <inkml:trace contextRef="#ctx0" brushRef="#br0" timeOffset="6974.96">31797 3357 1588 0,'6'-27'-12'0,"-4"8"97"0,-4 0-5 0,4 2 27 15,-2-2-1-15,-2 8 2 0,1 0-3 0,0 5-4 16,-3-5-10-16,3 6 2 0,1 5-13 0,-2-10-11 16,2 10-15-16,0 0-6 0,0 0-7 0,0 0 1 15,0 0 4-15,-9 28 4 0,6-5 6 0,-3 3-4 16,0 1-1-16,0 0-7 0,2-1-1 0,0 2-6 15,-2-1-1-15,2 0-3 0,-1-2 4 0,2 0-12 16,-2-1 1-16,3-5-6 0,-1 2-15 0,3-4-22 16,1 0-28-16,-1-1-32 0,0-4-31 0,0-1-37 15,2 3-36-15,-1-5-40 0,0 1-205 0,-1-10-461 16,0 0 205-16</inkml:trace>
  <inkml:trace contextRef="#ctx0" brushRef="#br0" timeOffset="7292.79">31728 3485 165 0,'0'0'164'0,"11"-7"-11"15,-6 7-13-15,2-5-9 0,-7 5-8 0,13-3-23 16,-2 3-2-16,-11 0-12 0,14 4-8 0,-6 0-12 16,2 1-5-16,-2 3-8 0,-2-1-3 15,1 1-6-15,0 3 1 0,0-3-9 0,-2 1 1 16,0 4-2-16,1-5-9 0,1 3 0 0,-2-3-3 0,0 2 2 15,1-2-7-15,0 1 6 0,0-4-5 0,0-2 4 16,2 2-6-16,0-2 3 0,0-1-6 0,1-2-3 16,-9 0 9-16,16-4 3 0,-6-1 8 0,-2 1-2 15,1-4 4-15,-3-1 6 0,2-1-5 16,-2 0 2-16,-1-2-4 0,0 2 0 0,0-6-1 16,-3 2-11-16,-2 1 3 0,-2 1-7 0,1 1-6 15,-1 0-17-15,-4 3-23 0,0-2-27 0,-2 4-13 0,0 0-26 16,0 4-25-16,-3 1-20 0,0 2-31 15,2 2-99-15,-3 2-295 0,2 4 131 0</inkml:trace>
  <inkml:trace contextRef="#ctx0" brushRef="#br0" timeOffset="7964.46">31911 3668 184 0,'0'0'211'0,"14"-5"-7"0,-9-1 0 0,4 0-6 16,-4 1-16-16,5-4-10 0,0-3-12 15,2 1-15-15,1-2-9 0,-2 0-14 0,1 0-2 16,-1-2-19-16,1 1-8 0,-1-3-11 0,-1 2-5 16,1-1-10-16,-4 1-7 0,2 2-6 0,-5 2-3 15,0 1-2-15,-3 0 0 0,0 1-3 0,-1-1-4 16,0 10-7-16,-1-13-2 0,-1 8-9 0,2 5-1 16,-4-8-2-16,4 8 27 0,-4-7-8 0,4 7-3 15,0 0-16-15,0 0-12 0,-9-2-6 0,9 2-10 16,0 0-4-16,0 0-6 0,0 0 1 0,0 0-2 15,0 0 4-15,0 0 0 0,0 0 1 0,0 0-4 16,0 0 8-16,0 0-1 0,20 17 1 0,-13-16 3 16,6-2 0-16,1 2 2 0,0-1-5 0,-3 1 6 15,-2-1 0-15,3 0-1 0,-7 1-2 0,-5-1-5 16,13 1 1-16,-13-1-3 0,7 4 6 0,0-1 0 16,-2 0 3-16,-1 2-2 0,1 1 3 0,-1 2-1 15,-2 0-2-15,3 2 5 0,-5 0-8 0,3 1 8 16,-3 0 0-16,2-1 2 0,-2-10 0 0,1 20 0 15,-2-7-2-15,0-3-1 0,2 0 4 0,0 1 1 16,-1-11-3-16,2 15 2 0,0-8 1 0,-2-7 0 16,7 10 1-16,-3-5 0 0,-4-5-3 0,12 7 5 15,-1-5-3-15,-1-1 3 0,4 0-8 0,-3-2 6 16,9-3 0-16,-4 0 1 0,1-3-1 0,0-1 0 16,2-3 1-16,-4-1-2 0,2-1 4 0,-1-3-3 15,2-3 0-15,-4 4 1 0,0-6-3 0,-4 4 2 16,-2-1 0-16,1 2 9 0,-4 5 11 15,2 0 5-15,-4 2 1 0,-1 0-3 0,0 3-5 16,1 0-2-16,-3 6-1 0,3-10-9 0,-3 10-4 0,0 0-1 16,0 0-3-16,0 0 3 0,0 0-2 15,0 0 0-15,0 0 1 0,-15 26 0 0,13-13 1 0,-1 0-1 16,1-1-4-16,-1 4 3 0,2 1-1 0,-1 1-11 16,2-1 8-16,2-6-7 0,-2 2 5 0,-2 1-3 15,1 1 0-15,0-3 2 0,0 3-6 16,-1-3 6-16,2-1-3 0,0-11 4 0,-5 21-1 15,3-12-3-15,-1 0 1 0,-3 0-2 0,1 0 1 16,-2-3-1-16,7-6-8 0,-16 9-15 0,8-2-29 16,-4-4-31-16,0 1-41 0,12-4-47 0,-25 0-51 15,9 0-157-15,16 0-419 0,-23-9 187 0</inkml:trace>
  <inkml:trace contextRef="#ctx0" brushRef="#br0" timeOffset="8125.84">32759 3543 2779 0,'0'0'89'16,"0"0"-47"-16,0 0-30 0,0 0-9 0,0 0 0 15,0 0-6-15,0 0 5 0,0 0-2 0,0 0-2 16,0 0-19-16,0 0-30 0,0 0-51 0,0 0-77 16,0 0-250-16,0 0-465 0,0 0 206 15</inkml:trace>
  <inkml:trace contextRef="#ctx0" brushRef="#br0" timeOffset="9790.32">24412 4092 64 0,'0'0'82'16,"0"0"-3"-16,0 0-8 0,0 0-8 0,0 0 0 15,0 0 3-15,0 0 6 0,0 0-20 0,21 8 8 16,-3-6 5-16,1 1 0 0,2-2-3 0,1 2-10 15,8 0 0-15,-3-1-9 0,1 1 7 0,3-3-11 16,2 4 2-16,-2 0 0 0,5 2-8 0,1-3-4 16,0 1 0-16,15 1 3 0,0 0-8 0,1 0-6 15,-1-2 0-15,1 1 4 0,0 1 3 0,-1-3-18 16,4 0 15-16,4-1-13 0,-1 3 15 0,1-1-12 16,4-3 5-16,2 1-2 0,1 0 1 0,26 2-5 15,-5-3 3-15,-26 2-4 0,1-2 3 0,2-1 1 16,0 2-7-16,1-3-9 0,-1 2 11 0,27 1 0 15,-29 0-9-15,-2-1 8 0,2 1 0 0,-3-2 0 16,3 1-6-16,0-1 9 0,-2 1-3 0,4 0-4 0,2-2 0 16,23 2 0-16,-27 0 5 0,0-2-5 15,29 2 4-15,-31-4-1 0,3 3 2 0,1 1-2 16,0-1 1-16,-1 0-1 0,3 1 1 0,-6-1 6 16,-3 1-13-16,2 1 3 0,-1 0-3 0,-1-2 3 15,1 1 10-15,0 1-10 0,-3-1-2 0,0 1 4 16,-2-1-5-16,4-1 2 0,0 1 2 0,0 0-1 15,-1 2 0-15,1-2-4 0,-1 3 3 0,6-6 0 16,-2 2-6-16,-1 1 8 0,3 1 2 0,-2-2-7 16,3 1 6-16,-1-1-3 0,-2 1 1 0,0-1 1 15,1 1-6-15,-2-1 6 0,-9 1-8 0,1-1 8 16,-13 1-4-16,-1-3-2 0,-1 2 2 0,-1 0 1 16,0 0-1-16,0 1 1 0,-2-2 1 0,6 0 2 15,-3 2-5-15,-1-1-2 0,2-3 1 0,1 2 2 16,11 1-3-16,0-1-2 0,-12 2 10 0,14-2-6 15,-15 4-1-15,14-9 2 0,-13 6 3 0,12 0-14 16,-12 0 4-16,-2-2 6 0,0 0 0 0,-3 2 0 16,3-1-2-16,-4 2 5 0,1-3-4 0,-1 2 4 15,1 1-2-15,0-3 0 0,2 2 1 0,-2-3 0 16,4 4 1-16,-2-4-6 0,2 3 12 0,2-2-14 16,-2 1 34-16,2-2-8 0,12 0 1 0,-13 1-2 15,-2 1-3-15,1 1 3 0,-1-2-2 0,0 0-2 16,-3-1 0-16,0 2-5 0,-1-2-2 0,-1 1 2 15,2 1-3-15,-5 1-3 0,1-3 1 0,1 4-4 16,-3-1 5-16,-7-3 1 0,11 3-2 0,-3 0 0 16,1-2 1-16,-2 1-6 0,-4 1-1 0,-2-2-1 15,9 2 6-15,-9 0-3 0,11 0 0 0,-4-2-3 16,0 2 7-16,0 1-6 0,-5-4 1 0,5 3 2 16,-6 0-7-16,6-1 8 0,0 2-7 0,2-4 2 0,2 3 6 15,-2-2-3-15,2 1-29 0,3-1 5 16,-2-1 4-16,3 3-3 0,-2-2 4 0,-1 1 1 15,1 0-1-15,-1-4 3 0,0 3-5 0,0 1 9 16,-2-2-2-16,-2 2-1 0,2-1-1 0,-4 1 6 16,-8 0 4-16,3 1-1 0,-2-2-1 0,-2 1 0 15,0 1 4-15,0-1-8 0,-1 1 8 0,-5 0-1 16,1 0-1-16,4-2 0 0,-5 1 1 0,1 2-1 16,-1-3 8-16,2 2-6 0,-1-1-1 0,1-1-2 15,-1 0 6-15,4 2-2 0,-4-1-1 0,2 1 1 16,-3 0-2-16,7-1 6 0,-6 2 0 0,2 0-4 15,-2-2-3-15,0 0 1 0,0 3 1 0,-2-2 1 16,1 1 0-16,-12 0 1 0,0 0-3 0,0 0 4 16,0 0-2-16,0 0 3 0,0 0-1 0,66-3 0 15,-66 3-2-15,0 0-1 0,0 0 2 0,0 0-3 16,45 0 4-16,-45 0 2 0,0 0 1 0,0 0-7 16,34 4-1-16,-34-4 3 0,0 0 1 15,0 0 0-15,0 0-6 0,37 3 1 0,-37-3-17 16,0 0-24-16,0 0-17 0,0 0-23 0,0 0-38 0,0 0-125 15,40-7-270-15,-40 7 120 0</inkml:trace>
  <inkml:trace contextRef="#ctx0" brushRef="#br0" timeOffset="28561.46">25176 4659 69 0,'0'0'83'0,"0"0"-5"0,0 0-13 0,0 0-6 16,0 0 0-16,0 0 3 0,0 0-17 0,0 0-1 16,0 0 2-16,0 0-5 0,0 0-5 0,0 0-1 15,0 0 3-15,0 0-2 0,0 0-10 0,0 0 1 16,0 0-5-16,-13-2 3 0,13 2-9 0,0 0 7 16,0 0-1-16,-9-1 0 0,9 1-5 0,0 0 0 15,-10-3-4-15,10 3 5 0,0 0 7 0,-6-2 6 16,6 2-6-16,0 0-5 0,-8-5-1 0,8 5-12 15,0 0-4-15,0 0 22 0,-9 0-8 0,9 0 11 16,0 0-3-16,-10-4-14 0,10 4 1 0,0 0 3 16,-9-1-1-16,9 1-2 0,0 0-5 0,0 0 3 15,-8-2-3-15,8 2 1 0,0 0 0 0,0 0 11 16,0 0-3-16,0 0-6 0,0 0-5 0,0 0 2 16,0 0 10-16,0 0 3 0,0 0-14 0,0 0-1 15,0 0-11-15,0 0 18 0,0 0-1 0,0 0 6 16,0 0-15-16,0 0 4 0,0 0-3 0,0 0 0 15,0 0 0-15,0 0-1 0,0 0 0 0,-3-6 2 16,3 6-1-16,0 0 0 0,0 0-8 0,0 0 3 0,0 0 10 16,0 0-10-16,0 0 2 0,0 0 0 15,0 0-3-15,0 0 2 0,0 0 3 0,0 0-6 16,0 0 6-16,0 0 3 0,0 0-3 0,0 0-1 16,0 0-1-16,0 0 2 0,0 0-2 0,0 0-3 15,0 0 4-15,0 0 1 0,0 0 1 0,0 0 0 0,0 0-7 16,0 0 8-16,0 0-4 0,0 0 5 15,0 0-3-15,0 0 2 0,0 0-4 0,0 0-1 16,0 0 1-16,0 0 1 0,0 0-1 0,0 0-8 16,0 0 5-16,0 0 3 0,0 0-3 0,0 0 3 15,0 0 4-15,0 0-1 0,0 0-2 0,0 0-5 16,0 0 4-16,0 0-2 0,0 0 3 0,0 0-2 16,0 0 6-16,0 0 1 0,0 0-5 0,0 0-4 15,0 0 1-15,0 0 1 0,0 0 1 0,0 0 1 16,0 0-2-16,0 0 0 0,0 0 0 0,0 0 6 0,0 0-5 15,0 0 2-15,0 0-4 0,0 0 4 16,0 0-2-16,0 0 0 0,0 0-3 0,0 0-1 16,0 0-3-16,0 0 5 0,0 0-10 0,0 0 0 15,0 0 3-15,0 0 1 0,0 0-10 0,0 0 7 16,0 0 0-16,0 0-12 0,0 0 16 0,0 0-1 0,0 0 0 16,0 0 15-16,0 0-13 0,0 0-5 0,0 0 5 15,0 0-3-15,0 0 2 0,0 0 7 0,0 0 0 16,0 0-3-16,-14 5-4 0,14-5 3 15,0 0 3-15,0 0 3 0,0 0-6 0,0 0 1 0,0 0 5 16,-11-1 3-16,11 1-2 0,0 0-2 0,0 0 4 16,0 0 0-16,0 0-1 0,0 0 7 0,0 0-5 15,0 0-7-15,0 0 2 0,0 0 9 0,0 0-10 16,0 0 3-16,34-2-3 0,-14 0 0 16,0-1 3-16,7 1-1 0,1 2 2 0,0-3-1 0,2 2-4 15,-1-2 1-15,-4 0-3 0,4 1 0 0,0 0 2 16,-1 1 11-16,-7-1-12 0,-2 2-17 0,0 0-13 15,0 0-20-15,-7 2-13 0,0-2-23 16,0 1-20-16,-6 3-71 0,1-2-194 0,-7-2 87 16</inkml:trace>
  <inkml:trace contextRef="#ctx0" brushRef="#br0" timeOffset="28890.27">25246 4620 98 0,'0'0'98'0,"0"0"-7"0,0 0-18 0,0 0 0 16,0 0 11-16,0 0-11 0,0 0 4 0,0 0-2 0,4 31 5 15,-3-14-7-15,1 0 2 0,0 4-3 0,-2 6-4 16,2-1-4-16,-2 1 2 0,-2 1-7 0,2-1-1 15,-2-4-9-15,4 2-4 0,-4-6-3 16,4-2-1-16,-2 0-4 0,0 0-7 0,0-3-1 16,2 0 1-16,-4-2-1 0,4-2-7 0,0-1-1 15,-2 2 2-15,1-2-15 0,-1 1 9 0,2-3-2 0,-1 1-5 16,-1-8-15-16,2 9-15 0,-2-9-15 16,0 11-14-16,0-11-23 0,3 5-12 0,-3-5-18 15,0 0-17-15,5 5-102 0,-5-5-237 0,0 0 106 16</inkml:trace>
  <inkml:trace contextRef="#ctx0" brushRef="#br0" timeOffset="29175.93">25491 4698 82 0,'0'0'180'0,"3"-7"-7"0,-3 7-6 15,1-9-14-15,-1 9-12 0,0 0-18 0,0 0-16 16,0 0-14-16,0 0-7 0,0 0-10 16,0 0-9-16,0 0-9 0,2 25 4 0,-1-7-7 15,-2 2 0-15,4 4-10 0,-3 2 1 0,0-1-8 16,-2 1 1-16,2-8-4 0,2 1-5 0,-2 2-1 0,2-2 2 16,-4-2-3-16,2 0-5 0,0 0-4 15,0-6-1-15,-2 2-6 0,2-2-14 0,-1-1-21 16,1 0-10-16,0-1-24 0,0 0-27 0,0-1-23 15,3-2-28-15,-1 2-18 0,-2-8-94 0,2 8-266 16,-2-8 118-16</inkml:trace>
  <inkml:trace contextRef="#ctx0" brushRef="#br0" timeOffset="29438.96">25736 4669 80 0,'0'-9'189'0,"0"9"-8"0,0 0-25 0,0 0-18 16,-2-9-8-16,2 9-22 0,0 0-11 16,0 0-9-16,0 0-6 0,0 0-2 0,0 0-3 15,0 0-9-15,0 27-4 0,0-10-3 0,0-1-6 16,0-2-4-16,0 6-2 0,0-4-5 0,-2 2-4 16,2 1-8-16,2 0-2 0,-2-2 1 0,0 2-2 0,0-2-4 15,0 1-5-15,2 0 4 0,-2 0-16 0,0-2-1 16,0 1-11-16,-2 0-6 0,0-2-26 15,-1 1-22-15,0 0-28 0,1-6-19 0,-2 4-21 16,-1-3-27-16,-1 3-92 0,1-3-264 0,-2-3 117 16</inkml:trace>
  <inkml:trace contextRef="#ctx0" brushRef="#br0" timeOffset="29643.87">25493 5180 82 0,'0'0'119'0,"0"0"-19"16,23 9-13-16,-23-9-1 0,11 0-19 0,-11 0 0 16,18 0-13-16,-18 0-7 0,18-6-33 0,-9 5-31 15,0 1-34-15,-3-2-59 0,-6 2-118 0,13-6 53 16</inkml:trace>
  <inkml:trace contextRef="#ctx0" brushRef="#br0" timeOffset="29895.42">25489 4641 30 0,'0'0'110'0,"0"-8"-15"15,0 8-12-15,0 0-2 0,-3-9-11 0,3 9-14 16,0 0-1-16,0 0 1 0,14-3-20 0,-4 3-2 16,3 0-14-16,8 0-14 0,6 2-12 0,4 0-13 15,-1-2-21-15,3 5-25 0,1-4-36 0,-4-1-108 16,6 1 48-16</inkml:trace>
  <inkml:trace contextRef="#ctx0" brushRef="#br0" timeOffset="30207.98">25444 5163 1 0,'0'0'110'0,"0"0"-6"0,-5 1-4 16,5-1-18-16,0 0 9 0,0 0-17 0,0 0-2 15,0 0-19-15,0 0 6 0,0 0-11 0,27 2-4 16,-18-4-5-16,5 2-4 0,-1-1-18 0,5 2-29 16,2-2-27-16,7 1-29 0,-5-2-67 0,-1 2-147 15,6-4 65-15</inkml:trace>
  <inkml:trace contextRef="#ctx0" brushRef="#br0" timeOffset="30447.38">26226 5006 87 0,'0'0'177'0,"-8"-4"-13"0,8 4-18 0,0 0-5 15,-6-4-25-15,6 4-19 0,0 0-18 0,0 0-23 16,0 0-41-16,29-5-28 0,-9 3-41 0,0 0-115 16,1 0-183-16,10 0 82 0</inkml:trace>
  <inkml:trace contextRef="#ctx0" brushRef="#br0" timeOffset="31404.46">26831 4677 26 0,'0'0'126'0,"0"0"-4"0,-2-6-6 0,2 6-6 0,0 0-6 16,0 0-8-16,-2-8-10 0,2 8-3 15,0 0-10-15,-4-7-3 0,4 7-10 0,0 0-1 0,0 0 1 16,-2-9-6-16,2 9-6 0,0 0 1 0,0 0-6 15,0 0 2-15,0 0-3 0,0 0-15 0,0 0-5 16,0 0 5-16,0 0-3 0,0 0-3 0,0 0 1 16,0 0-3-16,0 0-4 0,-1-8 2 0,1 8-5 15,0 0 0-15,0 0 0 0,0 0 2 0,0 0-2 16,0 0 0-16,0 0-3 0,0 0 4 0,0 0-4 16,0 0 2-16,0 0 0 0,0 0-5 0,0 0-1 15,0 0-5-15,0 0 3 0,0 0-4 0,0 0 4 16,0 0-1-16,0 0 5 0,14 22 4 0,-7-10 4 15,-2 4 1-15,3 1 2 0,-3 2-3 0,3-1-1 16,0 6-1-16,-2-5 2 0,1 0-2 0,2 3 1 16,-2-3-1-16,0-2-5 0,-1-1-1 0,1 0 6 15,2 0-9-15,0-3 8 0,0 3-1 0,-3-6-6 16,-1 0-5-16,4 0 6 0,-4 1 4 0,3-4-7 16,-3 0 0-16,4 0 5 0,-4-2 0 0,3 2-3 15,-4-3-3-15,-1 1 5 0,1-1 0 16,2 0-4-16,-6-4 5 0,6 3 2 0,-6-3-5 0,4 4 2 15,-4-4 0-15,0 0 11 0,9 4-2 0,-9-4-5 16,0 0 6-16,0 0-2 0,0 0-1 0,10-9-1 16,-8 3-7-16,0-3 5 0,0 0-9 0,1-4 7 15,-1 0-3-15,2-2-1 0,0-2-4 16,-1-1 4-16,3 0-4 0,-3 0-1 0,2-6 3 0,1 6-3 16,-1-1 0-16,3-7 3 0,0 9-2 0,-2-1 0 15,1 2-10-15,3-7 4 0,-4 8 7 0,0-4-9 16,3 5 8-16,-2-4-1 0,-1 4-2 0,0 1 5 15,-2 2-1-15,0 0-3 0,1 3 6 0,-3-1 0 16,0 3-3-16,2 0 0 0,-2-1 0 0,-2 7-2 16,4-7-3-16,-4 7 3 0,0 0-2 0,4-6-1 15,-4 6 2-15,0 0-2 0,0-8-6 0,0 8 6 16,0 0-1-16,0 0 3 0,0 0-2 0,0 0-12 16,0 0-12-16,0 0-15 0,0 0-20 15,0 0-17-15,0 0-14 0,0 0-18 0,11 13-19 0,-11-13-14 16,6 11-116-16,-6-4-281 0,4-1 125 0</inkml:trace>
  <inkml:trace contextRef="#ctx0" brushRef="#br0" timeOffset="31666.09">26915 4542 80 0,'13'-4'80'0,"3"0"1"0,-1 1-1 0,6 0-19 16,2 2-7-16,4-2-13 0,4 0-26 0,-4 2-33 15,1 1-61-15,-9 3-87 0,1-2 39 0</inkml:trace>
  <inkml:trace contextRef="#ctx0" brushRef="#br0" timeOffset="31948.15">26924 5081 92 0,'-5'5'167'0,"5"-5"2"16,0 0-5-16,-4 6-7 0,4-6-11 15,0 0-12-15,0 0-17 0,0 0-13 0,0 0-9 16,0 0-10-16,9 8-3 0,2-6-9 0,2 1-9 0,0-5-4 16,6 4-8-16,4-2-5 0,-2-3-2 15,8 1-5-15,-1 2-10 0,-8-1 3 0,-1-2-8 0,2 5-6 16,-2-1-12-16,-2-1-4 0,-3 0-14 15,-1 1-15-15,1 0-10 0,-1 0-24 0,-1 0-8 16,-1 1-14-16,2-1-10 0,-3-1-23 0,1 0-13 0,2-1-104 16,-2-1-252-16,2-1 112 0</inkml:trace>
  <inkml:trace contextRef="#ctx0" brushRef="#br0" timeOffset="36598.43">25048 5552 82 0,'3'-9'127'0,"-3"9"-4"15,1-5-16-15,-1 5-6 0,0 0-4 0,0-10-6 16,0 10 0-16,0 0 1 0,0 0 1 0,0-10-6 0,0 10-4 15,0 0-6-15,0 0-2 0,0 0-8 0,0 0-3 16,0 0-4-16,0 0-4 0,-1-10-8 0,1 10-1 16,0 0-6-16,0 0-2 0,0 0-8 15,0 0-2-15,0 0-5 0,-9-2-8 0,9 2 0 16,0 0-4-16,0 0 1 0,0 0 5 0,-14 4-8 0,14-4-1 16,-16 6-8-16,7-3 6 0,-1 2-2 0,0 3-2 15,-3 1 1-15,-1-1-4 0,0 2 2 16,4-1 0-16,-4 2 1 0,0 5 2 0,0-1 5 15,-4 6-7-15,5-4 5 0,-1 4-1 0,-1 1 0 0,0 2-3 16,3-2 3-16,4-6-1 0,0 3 0 0,1 0 6 16,-1-1-2-16,6-2-1 0,-3 0-3 0,3-1 2 15,-2-3 1-15,4 3 7 0,2-3-14 0,0 0 4 16,0-1 0-16,1 0 0 0,2 0 2 16,2-3-1-16,0 1-2 0,2-3 4 0,3 1-2 0,1-3-1 15,3 1 1-15,-2-1 0 0,5-1-3 0,2-3 3 16,-1 0-5-16,3-3 4 0,-3-1-2 0,1 1 1 15,1-3 1-15,-4 3 0 0,2-4 5 0,-3 0-7 16,-3 0-1-16,-3-1 4 0,1 1-4 0,-1-3-3 16,-4 0-9-16,-1 1 7 0,1-2-3 0,-4-1 1 15,1 4-2-15,-4-3 0 0,0 3-4 0,0-2 7 16,-4 2-3-16,2-2 3 0,-6 4-3 0,1-2-2 16,-4 0 3-16,1 2 5 0,0 1-2 15,-1 0 5-15,0 1 2 0,2 1-3 0,4 1 3 0,-3-1-3 16,8 3-1-16,-7-4-1 0,7 4 0 0,0 0-7 15,-5-6 3-15,5 6 1 0,0 0-1 0,0 0 2 16,0 0 1-16,32 2 0 0,-14-2-3 0,4 1 7 16,4-1-6-16,-5-1 1 0,-1 2 0 0,3-1 1 15,-4 1 1-15,3-1-2 0,-2 2 11 0,-5 0-10 16,-1-1-5-16,-1 3 1 0,-2-2 0 0,1 1 0 16,-3 2 0-16,-1 0 6 0,0 2-5 0,-2 2 1 15,1-2 1-15,-3-1 3 0,-1 5 5 0,5-1 4 16,-5 0 1-16,-1 1-1 0,-1 0-1 0,0 0-1 15,1-1 4-15,-1 2-3 0,1-1 3 0,2 0-1 16,-4-2-6-16,2 3 1 0,-2-3-6 0,1 2-16 16,0 0-16-16,1-3-21 0,-2-8-25 0,5 19-19 15,-1-10-36-15,-1-2-27 0,0-2-117 0,-3-5-298 16,9 10 132-16</inkml:trace>
  <inkml:trace contextRef="#ctx0" brushRef="#br0" timeOffset="37023.37">25895 5802 140 0,'0'0'212'16,"-2"-15"-11"-16,2 15-14 0,-7-7-17 0,2 5-16 15,5 2-15-15,-11-4-11 0,11 4-15 0,-18 3-10 16,7 0-12-16,-4 6-9 0,1-1-7 0,-2 4-8 15,0 0-6-15,3 4-7 0,-1-1-4 0,2 1-4 16,0 1-5-16,7-2-3 0,-1 0-5 0,3 2-5 16,-1-4 0-16,6-3-3 0,-2 2-2 0,2-3-4 15,3 1 1-15,-1-1-6 0,-1-2 3 0,4-1-3 16,0-1-3-16,1 0 1 0,-2-3 1 0,4 0-1 16,-3 0-2-16,-7-2-2 0,15 0 1 0,-8-3-1 15,-7 3 2-15,13-4-3 0,-4-2 1 0,-1 1 2 16,0-1-2-16,-3-3-2 0,1 1 0 0,-2-1-3 15,1 0 3-15,-2-1-3 0,0 0-2 0,1-1 3 16,-2 6 4-16,0-1 1 0,-2 6 2 0,4-12-3 16,-4 12-3-16,1-7-3 0,-1 7-4 0,0 0 7 15,0 0-11-15,0 0 4 0,0 0-2 0,0 0 1 16,0 0 2-16,1 23-4 0,-1-13 7 0,-1 3-3 16,1-2-4-16,0 1-22 0,4 4-18 0,0 0-32 15,-4-4-27-15,5-1-43 0,2 4-32 0,1-2-150 16,-1-2-355-16,2-4 157 0</inkml:trace>
  <inkml:trace contextRef="#ctx0" brushRef="#br0" timeOffset="37577.5">26497 5857 2179 0,'5'-5'101'0,"-3"-1"-31"0,-2 6-5 0,2-12-37 15,-2 12-13-15,2-9-3 0,-2 9-6 0,1-7-5 16,-1 7 3-16,0 0-5 0,2-7-2 0,-2 7-7 16,0 0 6-16,0 0-3 0,0 0 3 0,0 0-2 15,-5 24 1-15,5-12 2 0,0 5-2 0,-2 2 4 16,4-2-2-16,-2 2 3 0,0-1-1 0,-2 2 2 16,0-3-1-16,4 1 1 0,-4-2 0 0,2 0 0 15,0-1 0-15,0-1 0 0,2-4 1 0,-4 1 0 16,2-3 1-16,0-8-2 0,2 13 3 0,-2-9-2 0,0-4 7 15,2 10 3-15,-2-10 9 0,2 5 11 0,-2-5 2 16,0 0-3-16,0 0-1 0,0 0 2 16,0 0-8-16,0 0-5 0,0-29 0 0,1 18-4 15,1-4 0-15,0-3 1 0,2-1-4 0,-2 0-2 16,3-6-2-16,-1 1-1 0,2 1 0 0,0-3-4 0,0 0 0 16,1 0 1-16,0 2-1 0,2-1-2 0,-4 6 0 15,-1 1 0-15,2 0-2 0,-1 3 3 16,0 0 4-16,0 4-6 0,-1 2-1 0,2 1-3 15,-4 3 3-15,1-2-5 0,-3 7 1 0,6-7 1 16,-6 7-1-16,10-3-2 0,-10 3-1 0,13 1 3 16,-4 5-3-16,2 1 3 0,5 2-17 0,-2 5 2 15,-3 0 6-15,-3 3 1 0,2-1-6 0,-1 1 7 16,1 6 3-16,-2-3-1 0,-2-1 2 0,1 0 3 16,-1-1-1-16,-3 1 3 0,1-1-1 0,-2-1 3 15,4 1-2-15,-4-2 3 0,4 1-1 0,-3-5-4 0,-1 1 5 16,2-2 1-16,-2 0 0 0,0-1-2 15,1 1-14-15,0-3-14 0,-3-8-17 0,4 20-21 0,-4-16-22 16,0-4-20-16,0 0-21 0,4 11-26 16,-4-11-26-16,0 0-116 0,0 0-324 0,0 0 144 15</inkml:trace>
  <inkml:trace contextRef="#ctx0" brushRef="#br0" timeOffset="37745.92">26494 5996 95 0,'0'0'123'0,"30"-8"-12"0,-12 4-13 0,2 1-6 15,7 0-15-15,6-2-1 0,2 2-28 0,-1-2-37 16,-1 1-14-16,1 0-19 0,-1-2-27 16,-1 3-61-16,-5 0-119 0,-4-1 53 0</inkml:trace>
  <inkml:trace contextRef="#ctx0" brushRef="#br0" timeOffset="38065.71">27057 5887 66 0,'2'-8'136'16,"-2"8"7"-16,2-5 7 0,-2 5 3 15,0 0 4-15,2-7 0 0,-2 7-4 0,0 0 0 16,0 0-11-16,0 0-7 0,0 0-12 0,0 0-12 0,0 0-10 16,0 0-13-16,0 0-9 0,0 0-10 15,0 0-10-15,0 0-3 0,0 0-6 0,0 0-5 16,0 0-5-16,-18 11-5 0,18-11-2 0,-7 11-7 15,7-5-9-15,-2 1-4 0,2-7-5 0,-2 12-6 16,2-1-2-16,2-5 0 0,2 3-3 0,-1-1 0 0,1 1-2 16,-4-9-5-16,10 16-3 0,-6-7 1 15,3-2-4-15,-1 3 9 0,1-1-3 0,0 2 4 16,0-2-3-16,-3 1 5 0,3-1-5 0,-1 1 1 16,1-1 1-16,-4-3 3 0,3 2-2 0,-6-8 4 15,4 12-6-15,-1-7-1 0,-3-5 1 0,0 0 4 0,4 14-3 16,-4-14 0-16,0 0 1 0,-6 13 6 15,6-13-16-15,-11 7-16 0,1-4-17 0,-3-2-35 16,2 2-40-16,-1-3-38 0,-1 2-147 0,13-2-334 16,-25-3 148-16</inkml:trace>
  <inkml:trace contextRef="#ctx0" brushRef="#br0" timeOffset="38223.68">27122 6077 2362 0,'0'0'96'0,"4"1"-46"0,-4-1-32 16,0 0-13-16,0 0-2 0,4 4-1 0,-4-4 1 0,0 0-3 16,0 0-8-16,0 0-28 0,0 0-40 0,0 0-54 15,0 0-51-15,-18 5-171 0,18-5-380 16,-13 2 168-16</inkml:trace>
  <inkml:trace contextRef="#ctx0" brushRef="#br0" timeOffset="39645.9">25605 6787 88 0,'0'0'145'0,"-6"-2"-3"0,6 2-2 0,0 0-8 15,0 0-16-15,-9-2-6 0,9 2-4 0,0 0-13 16,0 0-3-16,0 0-6 0,-7-2 0 0,7 2-7 16,0 0-11-16,0 0-3 0,0 0-9 0,0 0-6 15,0 0 0-15,0 0-6 0,31 2-9 0,-9-3 6 16,5-3-11-16,5 0-1 0,1 3-14 0,4-2-7 16,-3 0-19-16,-3 0-23 0,0 2-24 0,-3-1-23 15,-9 0-31-15,0 2-27 0,-8 2-98 0,0-4-256 16,-6 4 113-16</inkml:trace>
  <inkml:trace contextRef="#ctx0" brushRef="#br0" timeOffset="40402.21">25659 6815 40 0,'0'0'165'0,"0"0"-13"16,0 0-22-16,-8 7-5 0,8-7-9 0,0 9 3 15,0 0 2-15,2 1 0 0,-1 7-8 0,2 2-8 16,-1 5-10-16,0 4-5 0,-1-3-7 0,-1 3-6 16,1-1-4-16,-1 0-7 0,1-2-8 0,0 1-10 15,2-1-3-15,-3-8 0 0,0 4-8 0,0-2 2 16,3-2-8-16,-3 0-3 0,2-2-2 0,-2 1-5 16,-2-4 0-16,4-2-1 0,-2 1-7 0,0-4-12 15,0 1-4-15,0-8-9 0,0 13-6 0,0-13-3 0,-2 10 7 16,2-10-3-16,0 7 2 0,0-7 5 15,0 0-4-15,-3 7 0 0,3-7 0 0,0 0 10 16,-9 3-3-16,9-3-2 0,-11-2-6 0,11 2 5 16,0 0 1-16,-18-2 4 0,11-2 1 0,7 4-1 15,-13-2-3-15,2-1 5 0,4 2-2 0,-2-2 4 0,9 3-2 16,-12-1 9-16,12 1 1 0,-12-2-1 16,12 2-2-16,-9-1 0 0,9 1-2 0,0 0-2 15,-8-2 0-15,8 2 4 0,0 0-1 0,0 0-4 0,0 0 4 16,0 0 0-16,0 0-7 0,0 0-11 0,0 0-1 15,41 1-15-15,-22-2-19 0,2-1-16 16,7-4-16-16,3 2 6 0,-6-1-17 0,6-3-13 16,0 3-8-16,-3-2 6 0,-4 0 1 0,-2 1-5 0,-1-1 10 15,-4 1 15-15,1-2 2 0,-2 0 28 0,-2 3 19 16,-3-1 17-16,-1 1 21 0,-2 0 15 16,-2 2 4-16,1 0 26 0,-7 3 0 0,10-6 9 15,-8 3 15-15,-2 3-4 0,0 0-2 0,9-4 1 0,-9 4-14 16,0 0 10-16,0 0-11 0,6-2-4 0,-6 2 0 15,0 0 6-15,0 0-7 0,2 15 7 0,0-11 4 16,-1 4-3-16,-2 2-5 0,1-10-2 0,0 17-2 16,1-11-6-16,-1 1-3 0,2 0-5 0,-2-7 0 15,2 13 1-15,-2-13-6 0,0 8 1 0,0-8-5 16,0 0 2-16,3 7 0 0,-3-7 10 0,0 0 14 16,0 0 7-16,0 0-3 0,0 0-4 0,0 0-4 15,0 0-4-15,0 0-6 0,-7-22-6 0,6 11-1 16,1 2-2-16,0-3-3 0,1 0-2 0,1-5-3 15,0 0-1-15,5 2-1 0,0 0-3 0,-1-1-5 16,1 5 3-16,0 1-2 0,0 2-2 0,0 2 2 16,1-2-5-16,0 5-4 0,0 2-2 0,1-2 5 15,2 3 0-15,1 4-6 0,-4-1 4 0,1 5-1 16,1-3 1-16,-1 5 2 0,-1-2-7 0,0 4 7 16,-2-1 0-16,3 2 0 0,-4-1-16 0,6 1-30 15,-6-2-32-15,-1-1-27 0,3 1-39 0,1-3-36 16,-3 2-144-16,4-5-350 0,2 2 156 0</inkml:trace>
  <inkml:trace contextRef="#ctx0" brushRef="#br0" timeOffset="40666.18">26800 6861 236 0,'0'-7'284'16,"2"1"-22"-16,-2 6-22 0,2-10-26 0,-2 10-21 15,2-7-24-15,-2 7-17 0,0 0-21 0,0 0-14 16,0 0-1-16,0 0-3 0,1 37-11 16,-4-9-7-16,1-2-8 0,0 5-7 0,-2-1-8 0,2 0-7 15,-1 1-5-15,-3 0-8 0,4 0-3 0,-4-2-4 16,2 0-5-16,2-3-3 0,0 1-2 0,1-3-10 16,-1-5-4-16,2-1-27 0,2-1-14 0,-4-1-20 15,2-4-19-15,-2 4-36 0,4-5-27 0,-4 0-16 16,2-2-30-16,0-3-21 0,0-6-28 0,-4 13-123 15,4-13-368-15,-4 4 163 0</inkml:trace>
  <inkml:trace contextRef="#ctx0" brushRef="#br0" timeOffset="40915.64">26775 6916 140 0,'6'-10'178'0,"-2"0"-11"0,-2 0-16 0,5 1-21 0,-1 2-5 16,4 0-11-16,0 1-12 0,1 3-12 0,1 2-11 16,-1 2-5-16,4 6-11 0,2-1 2 0,-1 1-7 15,-3 5-10-15,0 1-5 0,-3 0-3 0,1 0-1 16,-5 1-4-16,1 2-4 0,-2-1-1 0,-1 3-5 16,-6-3-2-16,2 0-6 0,-7-1-1 0,0 0 5 15,-2 0-9-15,-4 0-5 0,-1-2-15 0,-1 1-29 16,-3-3-13-16,-1-2-32 0,0 0-31 0,-2-4-160 15,-6 1-294-15,10-4 130 0</inkml:trace>
  <inkml:trace contextRef="#ctx0" brushRef="#br0" timeOffset="43213.5">25732 7784 117 0,'0'0'174'16,"-5"-4"-12"-16,5 4-5 0,-5-5-7 0,5 5-9 15,0 0-12-15,-7-5-14 0,7 5-12 0,0 0-10 16,-8-3-8-16,8 3-11 0,0 0-3 0,0 0-5 16,-12 6-9-16,5-1 2 0,-2 0 0 0,-6 5-7 15,2 0-5-15,-6 9-2 0,2-6-2 0,-2 6-2 16,4 1 5-16,-5 2-11 0,1-1 1 0,4-1-4 16,-2 3-4-16,2-1-1 0,0 2 5 0,3-3-7 15,0 2-1-15,0-6-7 0,2 1 3 0,4-2-7 16,-1 1 2-16,2 0-4 0,3-1 2 0,0 1-3 15,2-2 1-15,-2 3-2 0,4-2 2 0,2 0-6 16,1-3 9-16,5-1-4 0,0 2 2 0,1 1-5 16,-1-6 1-16,-2-1 0 0,3-1 0 0,6 2-6 15,-2-4 5-15,3-1 0 0,-5 0 0 0,6-1-4 16,1-1 4-16,-3 1-8 0,6-3 7 0,-4-3-3 16,2 0 5-16,0-3-6 0,-3 0 2 0,0 0-2 15,0-1 4-15,-2 0-6 0,-1-4 3 0,-2 1-2 16,-3 2 0-16,1-2-6 0,-2-1-3 0,-3 0 2 15,0-2-2-15,-2 2 1 0,-2-1-2 0,1-1 2 0,-2 2 1 16,-1-4-3-16,-4 3 0 0,0 2 0 16,-4 0 3-16,0 0-3 0,-1 3 3 0,-1 0-1 15,-1 1 2-15,1 0 2 0,0 2-1 0,-1-1 0 0,0 2 2 16,1 2 2-16,2-2-1 0,8 3 2 0,-14-2-1 16,14 2-2-16,-9 0-1 0,9 0-2 0,-7-2 0 15,7 2 0-15,0 0 0 0,0 0 2 16,0 0 2-16,0 0-1 0,0 0 1 0,0 0 0 0,19 8 2 15,-8-5-2-15,7-4 0 0,-1 2 1 0,4-2 3 16,0 1 0-16,0-2-4 0,0 1 2 0,2 1-2 16,-4 0 0-16,2-1 3 0,-3-1 1 0,-2 2-4 15,-2-1-1-15,-2 2-1 0,-5-1 1 0,5 3 1 16,-6-2 0-16,3 1-3 0,0 4 1 0,-2-5 6 16,-2 4-7-16,1 1 1 0,-1 1-1 0,-1 1 3 15,0 1-2-15,1-1 6 0,-2 2-4 0,-1 2 8 16,-2-2 1-16,0 1-2 0,0 0-2 0,0 2-2 15,2-2-2-15,-2 0 6 0,0-1-1 0,2 1 1 16,-2 1-7-16,0-1-12 0,0-1-27 0,2 0-22 16,-2-1-30-16,2-3-24 0,-1 1-20 0,1 1-31 15,-2-8-139-15,4 9-330 0,-2-5 146 0</inkml:trace>
  <inkml:trace contextRef="#ctx0" brushRef="#br0" timeOffset="47279.45">26519 8093 27 0,'0'0'161'0,"0"0"-4"0,0 0-5 0,0 0-10 0,0 0-13 15,0 0-13-15,0 0-1 0,0 0-22 16,0 0-9-16,0 0-7 0,-17-7-6 0,17 7-4 0,-14 1-7 16,3 1-9-16,-1 0-5 0,1 2-12 0,1 0 3 15,-2 1-9-15,1 2 2 0,2-1 0 16,-3 2-6-16,3 2 0 0,-1-4-7 0,2 4 1 0,2 0-4 15,-1 0-2-15,1 4 0 0,3-2 2 0,-4 1-4 16,5-3 3-16,-1 2 1 0,3-2-9 0,-2 3 4 16,4-4 0-16,-1 0-2 0,3 2-2 0,3-3 0 15,-2 0-3-15,3-2-9 0,1-2 13 0,3 1-11 16,-1-3 7-16,3 1 1 0,-1-3-6 0,0-1 4 16,-1-1 1-16,1 1 5 0,-1-4-8 0,-4 0 0 15,3 0 9-15,-1-3-5 0,-3 1-5 0,-1-4 0 16,1 1 4-16,-1 1 6 0,0-1-8 0,-2-3 3 15,0 4 1-15,-4-1 9 0,4-1 5 0,-4 4-3 16,0 7 10-16,0-13 2 0,0 13 1 0,1-9 1 16,-1 9-6-16,0 0 1 0,0-10-10 0,0 10-3 0,0 0 0 15,0 0-2-15,0 0 2 0,-7 26-2 0,5-16-3 16,0 0 2-16,2 2 2 0,-2 2-4 16,1 0 4-16,2 1-5 0,3 3-13 0,0-2-21 15,-2-5-19-15,0 2-25 0,1-1-33 0,-1 0-16 0,6 4-21 16,-2 0-146-16,0-5-313 0,1-4 139 0</inkml:trace>
  <inkml:trace contextRef="#ctx0" brushRef="#br0" timeOffset="47541.08">26789 8041 214 0,'0'0'212'15,"0"-13"-13"-15,0 13-18 0,-2-8-15 0,2 8-19 16,0 0-19-16,0 0-13 0,0 0-11 0,0 0-5 16,0 0-12-16,0 0-5 0,0 0-9 0,-2 34-5 15,-2-18-3-15,4 0-9 0,0 1-6 0,0 0-6 16,0 1 0-16,0-1-3 0,0 2-6 0,2-3-3 16,-2-1 0-16,2 0-6 0,0 0-6 0,0 0-28 15,0-2-17-15,1-1-18 0,-3-1-31 0,4-1-21 16,-2 0-26-16,2-2-29 0,-2-2-19 0,-1-1-104 15,-1-5-295-15,0 0 130 0</inkml:trace>
  <inkml:trace contextRef="#ctx0" brushRef="#br0" timeOffset="47738.68">26787 8074 28 0,'0'0'146'0,"0"0"-11"0,0 0-8 15,0-7-14-15,0 7-12 0,0 0-1 0,13-3 3 16,-3 3-9-16,0 0-8 0,3 3-10 0,4-2-10 16,-4 2-3-16,7 0-6 0,-1 0-9 0,-2 2-6 15,2-1-14-15,2 0-25 0,-2 1-27 0,1-3-25 16,-3 2-30-16,2 0-29 0,-2-2-85 0,2 0-209 16,-8-2 93-16</inkml:trace>
  <inkml:trace contextRef="#ctx0" brushRef="#br0" timeOffset="47952.3">27175 8008 16 0,'0'-8'191'15,"-2"0"2"-15,2 8 19 0,-5-12-8 0,3 6-7 16,-2 0-8-16,4 6-18 0,0 0-16 0,-2-10-19 16,2 10-15-16,0 0-13 0,0 0-9 0,0 0-12 15,0 0-4-15,-4 31-9 0,3-14-4 0,-1 2-6 16,-2 6-7-16,1-1-4 0,1 2-5 0,-3-2 5 15,-1 0-13-15,4-4-10 0,1 5-22 0,-3 1-28 16,4-7-24-16,0 1-40 0,-2 0-40 0,4-1-45 16,-2 0-46-16,2 0-120 0,-2-3-360 0,0 1 159 15</inkml:trace>
  <inkml:trace contextRef="#ctx0" brushRef="#br0" timeOffset="50182.78">26473 9148 55 0,'0'0'82'0,"0"0"-9"15,0 0-13-15,4-6-1 0,-4 6-9 0,0 0-1 16,0 0-10-16,0 0 3 0,0 0-5 0,0 0-6 16,0 0 0-16,0 0-2 0,0 0-7 0,0 0 3 15,0 0-5-15,0 0 5 0,0 0-1 0,0 0 0 16,0 0 1-16,0 0 1 0,0 0 5 0,0 0-1 15,0 0-10-15,0 0 6 0,0 0-4 0,0 0-1 16,0 0-6-16,0 0 2 0,0 0-6 0,0 0 9 16,0 0-5-16,0 0 0 0,0 0 1 0,0 0-3 15,0 0 1-15,0 0 1 0,0 0-8 0,0 0 2 0,0 0-5 16,0 0 3-16,0 0-3 0,0 0 4 16,0 0 0-16,0 0 0 0,0 0-4 0,0 0 0 15,0 0 1-15,0 0-3 0,0 0 1 0,0 0 0 0,0 0-5 16,0 0 1-16,0 0 3 0,0 0 4 0,0 0-3 15,0 0-3-15,0 0 0 0,0 0 3 0,0 0-5 16,0 0 7-16,0 0-8 0,0 0 3 0,0 0 0 16,0 0 6-16,0 0-13 0,0 0 8 0,0 0-1 15,0 0 2-15,0 0 1 0,0 0 0 16,0 0 0-16,0 0 0 0,0 0-4 0,0 0 2 0,0 0 0 16,0 0-5-16,0 0 2 0,0 0 7 0,0 0-3 15,0 0-3-15,0 0 2 0,0 0-3 0,0 0-1 16,0 0 3-16,0 0-4 0,0 0 2 0,0 0 5 15,0 0-3-15,0 0 5 0,0 0-1 0,0 0-1 16,0 0-8-16,0 0 7 0,0 0 1 0,0 0-7 16,0 0 5-16,0 0 2 0,0 0 5 0,0 0-8 15,0 0 0-15,0 0 5 0,0 0-7 0,0 0 3 0,0 0-2 16,0 0 7-16,0 0-8 0,-27 3 3 16,27-3 3-16,0 0 7 0,-12 1-10 0,12-1 8 15,0 0 12-15,-11-1 2 0,11 1 3 0,0 0-2 16,0 0 0-16,-8 1 3 0,8-1 1 0,0 0 0 0,0 0-1 15,0 0-5-15,-9-5 2 0,9 5 4 16,0 0-4-16,0 0-4 0,0 0-1 0,0 0 0 0,0 0-1 16,-8-2-2-16,8 2 0 0,0 0-4 0,0 0-1 15,0 0 5-15,0 0-3 0,0 0-3 0,0 0 1 16,0 0-5-16,0 0 0 0,0 0 0 0,34-4 1 16,-16-2 1-16,10 3 1 0,1 0-3 15,2-1-2-15,-2-3 4 0,3 4-8 0,-1-3-6 0,-4 4 2 16,-7-3-23-16,3 2-15 0,-1 0-17 0,-4 0-13 15,2 2-17-15,-3-3-10 0,-4 1-18 0,-3 1-105 16,-2 2-240-16,-2-1 107 0</inkml:trace>
  <inkml:trace contextRef="#ctx0" brushRef="#br0" timeOffset="50650.11">26703 9090 103 0,'0'0'101'0,"0"0"-12"16,0 0-10-16,0 0 0 0,0 0-6 0,-6 3 5 16,6-3 14-16,-2 10 5 0,2-10-7 0,-2 15-9 15,2-7-14-15,0 5-1 0,-2 3 7 0,1 0-4 16,-4 0 0-16,5 5 4 0,0 3-9 0,0-4-1 16,0-1 1-16,0 6-8 0,0-7-7 0,3-1-4 0,-3 2-1 15,2-2-6-15,-1 0-3 0,-1-1-1 16,2-1 0-16,-2-2-10 0,2-2 2 0,0 1-8 15,-2 0 0-15,2-3-2 0,0 1 2 0,0-2-3 16,-1-1 0-16,-1-7-4 0,2 12 1 0,0-7-7 0,-2-5-6 16,0 8-4-16,0-8-5 0,0 0-8 0,0 0 7 15,-2 11 0-15,2-11-3 0,0 0-5 0,-7 2-4 16,7-2 2-16,0 0-7 0,-18-4 6 16,11 0-6-16,-1-1 3 0,-4 2 1 0,1-1 5 15,-2 0 5-15,-1 1 0 0,3 2-5 0,0-2 4 0,-5 0 3 16,0 2 4-16,5-2-8 0,-2 2 12 0,3-1 7 15,-1 1-2-15,3 0-4 0,8 1 4 0,-12 0 6 16,12 0-1-16,-9-1 3 0,9 1-6 0,0 0 2 16,0 0 6-16,-9 1 1 0,9-1 6 0,0 0 0 15,0 0-3-15,0 0-2 0,25 9 0 16,-14-7-10-16,2 1 10 0,3-2-2 0,5-1 3 16,-4 1-5-16,4 0-4 0,-2-1-25 0,2 0-22 0,-1 0-31 15,-2 0-28-15,2-1-13 0,-1-1-31 0,-8 0-88 16,2-1-251-16,1 1 111 0</inkml:trace>
  <inkml:trace contextRef="#ctx0" brushRef="#br0" timeOffset="51019.82">26897 9424 39 0,'0'0'127'0,"0"0"-15"0,0 0 2 0,0 0 3 15,0 0 13-15,7 9-9 0,-7-9-7 0,2 8-2 16,0-2-12-16,-2-6-8 0,2 11-6 0,-2-4-8 15,1 3-4-15,-1-3 1 0,0-7-7 0,0 12-8 16,0-12-9-16,0 12-4 0,0-12-3 0,0 7-4 16,0-7 6-16,0 0-5 0,0 9 2 0,0-9 9 15,0 0 6-15,0 0 3 0,0 0 7 0,2 6-5 16,-2-6-9-16,0 0-5 0,0 0-9 0,0 0-1 0,0 0-3 16,0 0-7-16,-2-31-3 0,4 20-1 15,0 0-9-15,4-6-5 0,1 4 1 0,3-3-2 16,0 0-3-16,1 0 2 0,1 3-5 0,1 0 0 15,-4-1 1-15,1 7 1 0,0-1-6 0,-3 2-1 0,5 1-1 16,-4 2 1-16,-1 1 1 0,5 2 0 0,-12 0-4 16,13 9 6-16,-9-5-5 0,5 4 2 0,1 2-2 15,-1 4 2-15,-3-1 1 0,2-1 0 16,-2 2-2-16,-2-1 4 0,0 3-3 0,-1 0-6 0,1 1-24 16,0-4-25-16,-3-1-35 0,1 1-36 0,1-1-34 15,-3-1-46-15,0-2-113 0,0 1-347 0,0-3 153 16</inkml:trace>
  <inkml:trace contextRef="#ctx0" brushRef="#br0" timeOffset="51365.99">27589 9178 23 0,'-7'-7'238'0,"-3"1"-18"15,-2 2-12-15,1 1-14 0,-3 1-13 0,1 1-12 16,1 2-19-16,-1 1-14 0,-1 1-14 0,3 0-13 16,0 2-9-16,1 3-12 0,1 1-6 0,3 2-9 15,2 1-10-15,1 5-3 0,3-4-4 0,5 2-9 16,-1 2-4-16,5-1-10 0,5 1 1 0,1 3-10 16,5-1-2-16,0-1-6 0,1 2 1 0,-5-6-5 15,-1 0-1-15,2 0-2 0,-2-1-1 0,-2 0-5 16,-6-2 0-16,0-2-6 0,-1 3 0 0,1-3-4 0,-2-2 3 15,-2 3 0-15,-3-4 2 0,0-6-1 0,-8 13 3 16,-1-6-1-16,-2 2 2 0,-7-4-4 16,-2 4 0-16,0-4-2 0,-10-1-1 0,1 2-8 15,-2-3-6-15,2 0-7 0,6-3-18 0,1 0-18 0,2-4-30 16,-1 2-36-16,8 0-22 0,-1-3-178 16,3 2-355-16,2-3 158 0</inkml:trace>
  <inkml:trace contextRef="#ctx0" brushRef="#br0" timeOffset="52011.97">27798 9275 22 0,'0'0'151'0,"0"0"0"0,0 0-10 0,0 0 2 16,4-8-2-16,-4 8 1 0,0 0-3 0,0 0-5 16,0 0-6-16,0 0-6 0,0 0-5 0,0 0-3 15,-2-9-10-15,2 9-2 0,0 0-9 0,0 0-7 16,0 0-8-16,0 0-2 0,0 0-11 0,0 0-8 15,0 0-7-15,0 0-4 0,0 0-3 0,0 0-5 16,0 0-7-16,0 0-4 0,0 0-1 0,0 0-3 16,0 0-6-16,0 0 4 0,0 0-4 0,0 0 3 15,0 0-2-15,2 32-1 0,-2-18 5 0,0 3 1 0,1 1-3 16,-1 2-2-16,-1-2 0 0,1 1-1 16,-2-1-5-16,2 0 1 0,0 0-4 0,2-1 2 15,-2 0 0-15,0-1 1 0,1-5-4 0,-1 1 1 16,-1 0 2-16,1-5-3 0,0 2-7 0,0-9 5 0,1 10-1 15,-1-3 3-15,0-7-2 0,1 7 5 16,-1-7 0-16,0 0 1 0,0 0 5 0,0 0 1 16,0 0-4-16,0 0 1 0,0 0 0 0,0 0-1 0,0 0-2 15,0 0 1-15,-12-21-2 0,13 11-2 0,-1-1 2 16,3 0 3-16,-1-1-9 0,3 3 2 0,0-3-4 16,0 1 2-16,2 1-6 0,3 2 4 0,-2 1-4 15,1 0 2-15,2 2-1 0,2 0 2 0,-3 4-8 16,5 1 6-16,-2 2-1 0,4 2-2 0,-2 4 0 15,-3-1-1-15,-1 1 1 0,0 3-1 0,-4-1 4 16,-1 1-2-16,-1 1 1 0,-3 2-1 0,2-4-2 16,-3 2 10-16,-4 3-8 0,-1-5-4 0,-1 1-3 15,-6-3 0-15,5 1-4 0,-3-1-7 0,-3-2-14 16,-4 2-11-16,-2-1-19 0,5-4-9 0,0 1-10 16,3-2-27-16,-2-2-22 0,3 0-27 0,9 0-33 15,-16-4-174-15,11-1-395 0,1 0 175 0</inkml:trace>
  <inkml:trace contextRef="#ctx0" brushRef="#br0" timeOffset="52304.6">28193 9396 78 0,'0'0'206'0,"7"-3"-15"0,-7 3-8 16,11-3-10-16,-1-1-15 0,3 0-4 15,4-1-6-15,2 0-12 0,1 2-16 0,6-2-6 16,4-1-10-16,-3 3-8 0,1-2-9 0,-7 4-7 16,2-3-6-16,-8 2-6 0,4 0-6 0,-7 1-4 0,-2-1 0 15,-1 0 1-15,-9 2 0 0,11 0 0 16,-11 0 1-16,9-1 2 0,-9 1 2 0,0 0 1 16,12 0 2-16,-12 0-7 0,0 0-4 0,0 0-8 0,0 0 0 15,8 1-12-15,-8-1-2 0,0 0-11 0,0 0-23 16,0 0-23-16,0 0-25 0,0 0-36 0,0 0-44 15,0 0-34-15,0 0-33 0,0 0-223 0,0 0-454 16,0 0 201-16</inkml:trace>
  <inkml:trace contextRef="#ctx0" brushRef="#br0" timeOffset="53539.59">26297 10200 142 0,'-16'-3'173'0,"5"3"-12"0,-2 0-6 0,-5 3-8 16,-1 2-12-16,-2 1-5 0,-4 6-13 15,0 1-8-15,4 3 1 0,-1 0-11 0,-2 4-9 16,5 1-3-16,-2 2-6 0,4-2-7 0,2 1-9 0,-1 0-6 16,7-5 0-16,-3 5-1 0,6-3-4 15,1-1-4-15,3-1 0 0,0 0-8 0,2 0-3 16,0-4-5-16,5 3-2 0,-1-4 1 0,2 4-5 16,2-6-4-16,5 6-1 0,-4-9-2 0,2 1 0 0,0-1-3 15,2-1-2-15,1-4-1 0,5 0-1 0,-6-2 0 16,5 0 0-16,-1-2-6 0,2 0 2 0,-6-2 2 15,5-1-1-15,-7-1-4 0,0 1-2 0,1-2 1 16,-3 2 1-16,-1-5-7 0,0 2-1 0,-4-3 0 16,-2 1-1-16,-1-2 2 0,-2 1-1 0,1 0-1 15,-2 0 1-15,0 1-3 0,-2 1 7 0,-1 1 4 16,2 1-3-16,-1 2-2 0,-3 0 7 0,7 5-6 16,-4-8-1-16,4 8-3 0,-6-6 2 0,6 6-5 15,0 0-2-15,-1-7-2 0,1 7 4 0,0 0-2 16,0 0 5-16,0 0 1 0,0 0-3 0,24 7 0 15,-12-5 1-15,-1 0 1 0,3 4 2 0,4-2-4 16,0 1-2-16,-5 0 4 0,5 1-5 0,-7 0 2 16,5 2 4-16,-7 0-1 0,0-2 0 0,-1 1-2 15,0 4 5-15,-2 2-3 0,-1-4 2 0,-1 3 5 16,-2-1-3-16,-1-3-4 0,-1 3 3 0,1 1 1 16,2 1-2-16,-3-3-1 0,-2 2 3 0,2-4 0 15,-1 4-17-15,1-3-26 0,-1 0-27 0,0 2-27 16,-1-3-34-16,2 2-18 0,0-3-32 0,0-7-151 15,0 0-356-15,0 18 158 0</inkml:trace>
  <inkml:trace contextRef="#ctx0" brushRef="#br0" timeOffset="53900.28">26804 10499 53 0,'-8'-5'205'0,"-1"2"-10"0,-1 0-3 0,-3 3-2 15,-2 2-9-15,-5 2-9 0,1-1-18 0,2 5-11 16,-4 1-15-16,-2 3-11 0,4-1-12 0,1 2-10 0,4-1-9 16,0 1-12-16,4-1-5 0,3-2-9 15,-1 1-4-15,4 0-10 0,4 1-3 0,0-4-12 16,4 2-8-16,-1 0-5 0,4-4-9 0,2 1-11 16,0-1-9-16,3-2-4 0,5-2-4 0,1 0 0 0,-5-3 2 15,6 0 0-15,-4-4 0 0,1 1 8 0,-1-4-2 16,-1-1 0-16,-3 1 3 0,1 1-1 0,-3-3 1 15,-1 3 2-15,-1-2 4 0,1 0 5 16,-2 1 10-16,1 2 6 0,-5 0 7 0,2 1 5 0,-4 5 0 16,7-6-5-16,-7 6-4 0,5-3-6 0,-5 3 2 15,0 0-1-15,0 0 3 0,0 0-1 0,9 14 1 16,-7-7-1-16,-2 2-1 0,0-3-4 0,0 2 0 16,2 3-11-16,0-1-18 0,-2 1-29 0,2-1-27 15,0 2-42-15,0-3-42 0,1-1-46 0,-3-3-135 16,0-5-364-16,9 9 161 0</inkml:trace>
  <inkml:trace contextRef="#ctx0" brushRef="#br0" timeOffset="54306.25">27361 10315 153 0,'0'-5'173'16,"0"5"-1"-16,-4-13 1 0,2 7-5 0,2 6 3 16,-4-8-5-16,4 8-2 0,-3-7-7 0,3 7-8 15,-2-5-16-15,2 5-15 0,0 0-8 0,-6-6-15 16,6 6-8-16,0 0-8 0,0 0-4 0,-19 17-1 16,6-6-11-16,1 3-2 0,-1-1-10 0,-3 3-2 15,5-2-6-15,0 1-7 0,-1 1-5 0,4-1 2 0,3 0-4 16,3 1-3-16,2-4-6 0,4-1 1 15,1 3-3-15,4 0-2 0,0-2 0 0,2 5-1 0,2-5-4 16,4-1 2-16,-3 0-5 0,3 0 0 0,-6-3-2 16,3 1 1-16,-3-2-2 0,-3 2 2 15,2-1-5-15,-2-1 2 0,-3-2 0 0,0 0-5 0,-1 0 0 16,-4-5 0-16,5 9 1 0,-5-9-2 0,-2 11 2 16,2-11 3-16,-8 11-4 0,0-7 2 0,-1 2 0 15,-5 0 2-15,-1 0-4 0,0 3-12 0,-2-2-16 16,-1-1-18-16,5-2-30 0,1-1-38 0,-1 1-25 15,2-2-31-15,1-1-14 0,0 0-33 0,1 2-120 16,9-3-366-16,0 0 162 0</inkml:trace>
  <inkml:trace contextRef="#ctx0" brushRef="#br0" timeOffset="54705.8">27575 10386 245 0,'5'-8'248'0,"0"2"-9"0,-3-1-12 15,-2 7-4-15,4-7-26 0,-4 7-19 0,6-4-23 16,-6 4-15-16,0 0-13 0,0 0-4 0,7 11-1 16,-3-1-4-16,-1 6-12 0,0 2-8 0,-3 0-9 15,0 2-4-15,0-2-10 0,0 0-7 0,0 2-9 16,0 5-6-16,0-7-4 0,0-2-1 0,-1 3-8 16,1-4-3-16,0-3-4 0,1-1 1 0,-2-1-6 15,1 0-2-15,0-3-4 0,0-7-1 0,0 13 1 16,0-13-5-16,0 0-2 0,1 9-1 0,-1-9-4 15,0 0-6-15,0 0-9 0,0 0-9 0,0 0-5 16,0 0-4-16,0 0-6 0,23-14-2 0,-12 6 0 16,6 1-3-16,-1-3-2 0,3 4 3 0,-2 1-4 15,-5 1 10-15,2 0 0 0,-2 4 2 0,2 0-2 16,-8 0 6-16,3 3 1 0,-1 2 3 0,-2-3 3 0,-1 2-2 16,-1 1 5-16,-2 2 0 0,0 2 3 15,-2-9 5-15,-4 14 5 0,-3-5 5 0,0 0-1 16,-4 3 3-16,-2-2 2 0,0-1-1 0,-3-2-2 15,-1 3-1-15,0-3-3 0,2 0-3 0,-1-2-15 0,1-2-16 16,3 3-19-16,0-1-30 0,3-5-39 0,-2 1-38 16,3-1-49-16,0 3-177 0,8-3-413 0,0 0 182 15</inkml:trace>
  <inkml:trace contextRef="#ctx0" brushRef="#br0" timeOffset="54988.61">28132 10518 219 0,'8'-4'227'0,"-8"4"-3"0,8-4-10 0,-8 4-5 15,5-3-18-15,-5 3-6 0,0 0-29 0,14 0-15 16,-2-4-15-16,1 2-8 0,15-2-14 0,3 1-10 16,-2-1-8-16,4-1-6 0,0 0-9 0,-2 3-8 15,-3-4-6-15,-7 3-5 0,-2 2-3 0,-6-2-5 16,-1 3-2-16,1-1 0 0,-4 1-1 0,-9 0 7 15,14-1 1-15,-14 1 3 0,8 0 6 0,-8 0-1 16,0 0-2-16,7-1-2 0,-7 1-4 0,0 0-2 16,0 0-9-16,0 0 2 0,0 0-29 0,0 0-16 15,0 0-26-15,0 0-24 0,0 0-42 0,0 0-52 16,0 0-52-16,0 0-57 0,0 0-175 0,0 0-469 0,0 0 208 16</inkml:trace>
  <inkml:trace contextRef="#ctx0" brushRef="#br0" timeOffset="69436.45">27953 5996 1 0,'0'0'90'0,"0"0"2"16,0 0-5-16,0 0-7 0,0 0-5 0,0 0-2 16,0 0-7-16,0 0-2 0,0 0-7 0,0 0 1 15,0 0-16-15,-8-7 0 0,8 7 2 0,0 0 0 16,0 0-7-16,0 0-5 0,0 0 3 0,0 0 1 15,0 0-14-15,0 0 5 0,0 0-6 0,0 0 4 16,0 0 1-16,-13 2 3 0,13-2-2 0,0 0-3 16,0 0 5-16,0 0-2 0,0 0 2 0,0 0-4 15,0 0-1-15,0 0-1 0,-10 4-4 0,10-4 0 16,0 0 2-16,0 0-4 0,0 0 0 0,0 0 3 0,0 0-6 16,0 0 4-16,0 0-5 0,0 0-1 15,0 0 12-15,0 0-15 0,29-3 2 0,-18 2-3 16,2-1-13-16,0 1 9 0,3-1-3 0,4 0-5 15,-2 1-14-15,0-1-24 0,1 2-29 0,-2-2-16 0,-3 2-21 16,1-1-110-16,-3 1-236 0,1 0 105 0</inkml:trace>
  <inkml:trace contextRef="#ctx0" brushRef="#br0" timeOffset="69653">28031 6113 113 0,'0'0'139'0,"0"0"-17"0,0 0-5 0,0 0-15 16,0 0-11-16,0 0-10 0,0 0-8 16,0 0-2-16,0 0-1 0,0 0-25 0,0 0-19 15,27 12-35-15,-16-13-20 0,3 2-9 0,-1 2-38 0,6-3-74 16,1-4-162-16,0 3 72 0</inkml:trace>
  <inkml:trace contextRef="#ctx0" brushRef="#br0" timeOffset="71311.75">28762 5750 45 0,'0'0'84'0,"0"0"-4"16,0 0-8-16,0 0-4 0,0 0-6 0,0 0-10 0,0 0-1 16,0 0 11-16,0 0-17 0,0 0 1 0,0 0-1 15,0 0-3-15,0 0 6 0,0 0-6 0,0 0 8 16,0 0-7-16,0 0 3 0,0 0-5 16,0 0 1-16,0 0 2 0,0 0 3 0,0 0 1 0,0 0-3 15,0 0 1-15,0 0-2 0,0 0 4 0,0 0 1 16,0 0-1-16,0 0-9 0,2-6-5 0,-2 6-4 15,0 0-1-15,0 0 0 0,0-10 3 0,0 10 7 16,0-9-11-16,0 9 0 0,0 0-4 0,0-10-3 16,0 10 2-16,0-8 5 0,0 8 3 0,0 0 2 15,0 0 0-15,-2-8-4 0,2 8 0 0,0 0-6 16,0 0-1-16,0 0-2 0,0 0-6 0,0 0-4 16,0 0 2-16,0 0-5 0,0 0 0 15,0 0-3-15,0 0 3 0,6 20-3 0,-5-10 6 0,0 3 0 16,-1 2-1-16,3 3 1 0,-1-1 1 0,-1 1 0 15,4 6 2-15,-8-6 5 0,6 3-1 0,-6-5 2 16,6 4-4-16,-3-2-4 0,1-4 2 0,1 2-1 16,-2-1 2-16,2-3-5 0,-2 0 0 0,0-2-2 15,-2-1 0-15,4-2-3 0,-2 2 3 0,0-9 0 16,1 12 2-16,-1-6-4 0,0-6 0 0,1 10-2 16,-1-10 1-16,0 0-1 0,0 11 2 0,0-11-1 15,0 0-3-15,2 5 1 0,-2-5-2 0,0 0-4 16,0 0-15-16,0 0-17 0,0 8-18 0,0-8-21 15,0 0-19-15,0 0-26 0,0 0-18 0,0 0-29 16,0 0-122-16,0 0-313 0,0 0 140 0</inkml:trace>
  <inkml:trace contextRef="#ctx0" brushRef="#br0" timeOffset="71564.5">28991 5889 41 0,'0'0'164'0,"0"0"-3"0,0 0-11 16,0 0-6-16,0 0-13 0,0 0-15 0,0 0-14 16,0 0-5-16,0 0-18 0,0 0-4 0,0 0-9 15,0 0-6-15,0 0-1 0,0 0-6 0,0 0-8 16,3 15-9-16,-3-15-20 0,0 0-23 0,0 0-30 15,-2 13-24-15,2-13-33 0,1 7-27 0,-1-7-92 16,0 0-230-16,0 0 101 0</inkml:trace>
  <inkml:trace contextRef="#ctx0" brushRef="#br0" timeOffset="73407.78">29321 5692 126 0,'0'0'124'15,"-2"-8"0"-15,2 8-2 0,0 0-2 0,-3-7-7 0,3 7-9 16,0 0-18-16,0 0 3 0,0 0-11 0,0 0-13 16,0 0-6-16,0 0-6 0,0 0-10 0,0 0-5 15,0 0-6-15,0 0-2 0,0 0 6 0,0 0-3 16,3 29-5-16,-3-17-2 0,0-1-2 16,-3 1-6-16,2 0 7 0,0 1-4 0,-3-1-2 0,1 1 0 15,-2 1-2-15,3-1 1 0,-2-3-7 0,0 0 3 16,0 1-1-16,2-4-1 0,-2 3 0 0,1-3 0 15,1-2 1-15,-1 2-5 0,3-7 0 0,-5 10 1 16,5-10 1-16,-2 5 1 0,2-5 0 0,0 0-8 16,-4 6 13-16,4-6 4 0,0 0-1 0,0 0-2 15,0 0 2-15,0 0 3 0,0 0-1 0,0 0-5 16,0 0 1-16,0 0-3 0,0 0-8 0,0 0 0 16,0 0 1-16,0 0-5 0,12 5 0 15,-12-5-4-15,11 1 1 0,-11-1 1 0,13 1 0 16,-5-1-1-16,3 1-4 0,-1 0-7 0,0 1-6 0,0 0 3 15,1-2-1-15,-1 2-5 0,-3-2 1 0,1 0 0 16,-8 0 3-16,17 0-2 0,-11 0-3 0,4-3-6 16,-10 3 11-16,13-3 9 0,-8 2-10 0,2-2 5 15,-2-1 1-15,1-1-2 0,0 0 6 16,-1 0-6-16,1-2 5 0,-1-2 1 0,-1 1 7 0,0 1 6 16,-2 0-3-16,-1-4 2 0,2 5 4 0,-1-2 10 15,-2 8 14-15,3-11 3 0,-2 6 1 0,-1 5-1 16,0 0 0-16,3-9-2 0,-3 9-2 0,0 0-10 15,0 0-4-15,0 0-4 0,0 0 0 16,0 0-1-16,0 0 5 0,0 0-1 0,0 0 4 0,-4 33-4 16,4-18 0-16,-1 1 0 0,-2-1-1 0,2 2-2 15,1 0 2-15,-3-2-4 0,3-2 4 0,-1-1-4 16,2 3-1-16,-1-4 0 0,0 5 0 16,3-6 2-16,-2 1-1 0,0-2-4 0,-1 3-6 15,0-4-16-15,0-8-23 0,3 14-30 0,-3-14-28 0,2 12-30 16,-2-12-27-16,3 14-147 0,-3-14-325 0,-4 11 144 15</inkml:trace>
  <inkml:trace contextRef="#ctx0" brushRef="#br0" timeOffset="73918.42">29716 5799 68 0,'0'-6'171'0,"0"6"-4"15,5-7-9-15,-5 7-13 0,0-7-21 0,0 7-13 16,0 0-14-16,7-2-6 0,-7 2-12 0,0 0-3 16,16 5-11-16,-7-1-4 0,0 3-5 0,1 1-6 15,0-1-4-15,-1 0-7 0,-1 1-5 0,0 1-3 16,-2-3-2-16,1 3-1 0,-4-3-6 0,3 2 1 15,-4 0 2-15,1-2-5 0,-3-6 2 0,-1 14-2 16,-2-7-4-16,3-7 2 0,-6 11-2 0,-1-6 0 16,2 0-5-16,-1-1-1 0,-1 2 0 0,0-2 0 15,0-1 5-15,7-3-7 0,-7 4 2 0,7-4-3 16,-9 2 1-16,9-2-2 0,-8 2-7 0,8-2-9 16,0 0-11-16,0 0-3 0,0 0 4 0,0 0 0 15,0 0 7-15,0 0-3 0,0 0 5 0,18 12-3 16,-9-9 6-16,2 4-3 0,0-2 6 0,-1-1-2 15,0 4 0-15,0-3 0 0,1 1 1 0,-1 2 0 16,-3-2 5-16,2 1-3 0,-1-1-1 0,-2 0 2 16,-3 1-1-16,1-2 0 0,-2 5 6 0,-2-10 2 15,-1 12-2-15,1-12 2 0,-8 11 5 0,2-4-3 16,-4-1 4-16,0 2-2 0,-7 0 2 0,5-5-6 16,-1 1 4-16,-2-1-3 0,4-1 7 0,-2 1-4 15,0-1-4-15,2-2 1 0,1 0-5 0,-1-1-21 16,11 1-20-16,-16-4-19 0,11 2-38 0,-1-2-41 15,6 4-117-15,-7-9-277 0,7 9 123 0</inkml:trace>
  <inkml:trace contextRef="#ctx0" brushRef="#br0" timeOffset="74368.89">30146 5970 69 0,'6'-1'147'16,"2"-3"-8"-16,1-1-9 0,1 0-12 0,-1 0-9 16,1 0-2-16,0 0-11 0,-1-1-1 0,0 3-9 15,1-3-6-15,-1-1-3 0,0 2 2 0,0-2-8 16,-1 1 3-16,-2 1 3 0,-2-2 4 0,0 4-5 15,1-3-24-15,-1 2 0 0,-2-2-9 0,-2 6-3 16,4-15-1-16,-2 10 3 0,-2 5 0 0,0-12 0 16,0 12-5-16,-3-12-1 0,3 12-9 0,-4-9 2 15,2 4-6-15,2 5 0 0,-8-6-4 0,8 6-4 16,-8-6-1-16,8 6-2 0,-9-2 1 0,9 2-6 16,-12 0 1-16,12 0 0 0,-12 2-10 0,4 4 5 15,2-1 4-15,-3 0 0 0,2 4-5 0,-1-1 1 16,1 1-1-16,0 2-1 0,2-2 6 0,0 3-1 15,1-2-3-15,0 0 3 0,3-1 0 0,-1 2 2 0,2-1-4 16,2 1 0-16,0 0-2 0,1-2 5 16,1 0-2-16,2 0 0 0,2 0-1 0,2-1-5 15,4 2-15-15,-3-6-22 0,5 2-16 0,2-1-29 16,-6 0-24-16,5-3-31 0,1 1-45 0,-4-2-118 16,3-1-326-16,-2-1 145 0</inkml:trace>
  <inkml:trace contextRef="#ctx0" brushRef="#br0" timeOffset="74836.98">30551 5834 129 0,'0'0'220'0,"0"0"-11"0,0 0-17 0,0 0-18 16,0 0-19-16,0 0-15 0,1-9-22 0,-1 9-6 15,0 0-20-15,0 0-9 0,0 0-7 0,0 0-11 16,0 0-3-16,8 24-7 0,-7-16-5 0,2 3-4 0,2-2-6 16,0 1-4-16,-3 2 1 0,2-1-8 15,-1 0 2-15,1-1-8 0,-2 0 6 0,2-1-4 16,-1 2-7-16,2-2-1 0,-3 0-3 0,1-2 1 16,2-2-2-16,-2 1-1 0,-1 2 1 0,1-4-1 15,-3-4-3-15,1 10 4 0,-1-10-4 0,5 6 0 16,-1-2 1-16,-4-4 5 0,0 0 5 0,4 5 11 15,-4-5 2-15,0 0 1 0,0 0 3 0,0 0-5 16,12-9-8-16,-8 4 1 0,2 0 5 0,1-4-1 16,-1 0 0-16,1-2-5 0,-1 1 1 0,6-3-7 15,-6 1 3-15,3-1 3 0,0 0 5 0,-1 2 0 16,2-1 1-16,-2-3-5 0,-1 5 1 0,2 2-1 16,-4-2 6-16,0 3 1 0,-1 1 13 0,0 1-7 15,-1 1-2-15,-3 4-1 0,6-6-7 0,-6 6-3 16,3-7-3-16,-3 7-5 0,0 0-3 0,5-6-1 15,-5 6 0-15,0 0-8 0,0 0-14 0,4-5-21 16,-4 5-20-16,0 0-34 0,0 0-33 0,0 0-22 16,0 0-20-16,0 0-24 0,0 0-31 0,0 0-182 15,0 0-429-15,0 0 189 0</inkml:trace>
  <inkml:trace contextRef="#ctx0" brushRef="#br0" timeOffset="75572.5">27743 7006 46 0,'0'0'133'0,"0"0"-14"0,0 0 4 15,0 0-13-15,0 0-8 0,0 0-1 0,-6 5-9 16,6-5-3-16,0 0-9 0,0 0 3 0,0 0-11 16,0 0 2-16,0 0-3 0,0 0 1 0,0 0-3 15,29-2-9-15,-22-1-8 0,4 3-1 0,1-3-10 16,0 2 1-16,0-2-1 0,6 3-11 0,1-4-4 15,-2 2-9-15,-3 1-21 0,-1-1-17 0,7 1-32 16,-4-2-24-16,-2 0-26 0,-2 5-33 0,-2-2-98 16,-1 0-253-16,-1-2 112 0</inkml:trace>
  <inkml:trace contextRef="#ctx0" brushRef="#br0" timeOffset="75786">27815 7182 129 0,'0'0'157'0,"0"0"-3"0,0 0-7 16,0 0-21-16,0 0-18 0,0 0-3 0,0 0-10 16,0 0-11-16,23 0-2 0,-8-2-20 0,-1 1-21 15,7-1-15-15,0-1-36 0,9 0-28 0,-3 1-22 16,2 0-30-16,0 0-97 0,-6 0-202 0,7-2 90 15</inkml:trace>
  <inkml:trace contextRef="#ctx0" brushRef="#br0" timeOffset="78700.27">29100 6745 25 0,'0'0'51'15,"0"0"-10"-15,0 0 2 0,0 0-4 0,0 0-8 16,0 0 3-16,0 0-5 0,0 0-3 0,2 11-5 15,-2-11 5-15,0 0-10 0,0 0 5 0,0 0-5 16,0 0-3-16,0 0-1 0,0 0 4 0,0 0-2 16,0 0 4-16,0 0 5 0,0 0-4 0,0 0 5 15,0 0 3-15,0 0 8 0,0 0-11 0,0 0 6 16,0 0-5-16,0 0 9 0,0 0-5 0,0 0 3 16,0 0-1-16,0 0-6 0,0 0-4 0,0 0 8 15,0 0-8-15,0 0 6 0,0 0-10 0,0 0 0 16,0 0 7-16,0 0-8 0,0 0 12 0,0 0 0 15,0 0-13-15,0 0 1 0,0 0 12 0,0 0-5 16,0 0-4-16,0 0 4 0,0 0-7 0,0 0-5 16,0 0-4-16,0 0 1 0,0 0 6 0,0 0 0 15,0 0-5-15,0 0 2 0,0 0-8 0,0 0 8 16,0 0-5-16,0 0 0 0,0 0-2 0,0 0 17 16,0 0-9-16,0 0 7 0,0 0-5 0,0 0 0 15,0 0 2-15,0 0-7 0,0 0 8 0,0 0-6 16,0 0-3-16,0 0 7 0,0 0-4 0,0 0 0 15,0 0 3-15,0 0 4 0,0 0-2 0,0 0-2 0,0 0 0 16,0 0-3-16,0 0 6 0,0 0-1 16,0 0-1-16,0 0-1 0,0 0 1 0,0 0-2 15,0 0-7-15,0 0 6 0,0 0-6 0,0 0 5 16,0 0 5-16,0 0-3 0,0 0 3 0,0 0-5 16,0 0 9-16,0 0-3 0,0 0 5 0,0 0 0 15,0 0-3-15,0 0 3 0,0 0 3 0,0 0-8 0,0 0 6 16,0 0 1-16,0 0-3 0,0 0 0 15,0 0-1-15,0 0 0 0,0 0-3 0,0 0 0 0,0 0 0 16,0 0-4-16,0 0-4 0,0 0 2 0,0 0 0 16,0 0-2-16,0 0 2 0,0 0 0 0,0 0 3 15,0 0 0-15,0 0 3 0,0 0 1 0,0 0 0 16,0 0 0-16,-11-18-1 0,11 18-1 0,0 0-1 16,0 0 2-16,0 0 2 0,0 0-8 0,0 0 4 15,-1-9-4-15,1 9-5 0,0 0-1 0,0 0-2 16,0 0-1-16,0 0-5 0,0 0 2 0,0 0-3 15,0 0 3-15,0 0-2 0,0 0 4 0,5 28 0 16,-2-17 1-16,-2 2-2 0,0 2-1 0,1 4 2 16,-2-2 5-16,1 2-3 0,0-2 2 0,-2 0 1 15,2 0 0-15,2 3-5 0,-3-5 1 0,0-3 3 16,0 3 1-16,1-1-4 0,2-1 4 0,-2-1-1 16,0 0-1-16,-1-2-1 0,2 0-2 0,-1 0 0 15,0-2 3-15,-1-2 2 0,0-6-2 0,4 12 0 16,-2-5-2-16,-2 1 1 0,0-8-8 0,2 6-9 15,-2-6-10-15,1 7-18 0,-1-7-13 0,0 0-25 16,0 0-16-16,1 7-11 0,-1-7-17 0,0 0-25 16,0 0-152-16,0 0-326 0,0 0 145 0</inkml:trace>
  <inkml:trace contextRef="#ctx0" brushRef="#br0" timeOffset="78879.07">29324 6907 41 0,'0'0'168'16,"0"0"-11"-16,5-4-10 0,-5 4-16 0,0 0-14 15,0 0-13-15,0 0-13 0,0 0-11 0,0 0-18 16,0 0-21-16,0 0-25 0,0 0-27 0,0 0-13 16,0 0-29-16,0 0-22 0,-10 22-91 0,10-22-179 0,-1 12 80 15</inkml:trace>
  <inkml:trace contextRef="#ctx0" brushRef="#br0" timeOffset="79282.45">29440 6735 135 0,'4'-6'174'15,"-1"0"-13"-15,-3 6-17 0,6-5-10 0,-6 5-10 16,9-5-11-16,-3 2-11 0,-6 3-4 0,15 3-11 0,-7-1-8 15,3 2-9-15,-5-1-6 0,3 2-7 0,1 1-9 16,-2 0 0-16,-2 3-6 0,-1-1-5 0,2 1-2 16,-2-1-2-16,-3 0-7 0,1 2-4 15,-2-2 2-15,-2 2-5 0,0 0-1 0,-1-4 4 0,-1 4-5 16,-1-3-3-16,-1-1 1 0,0 3-5 16,2-5-2-16,3-4-6 0,-5 9-5 0,2-5-7 15,3-4-11-15,-2 8-7 0,2-8-9 0,0 0 3 16,0 7 5-16,0-7-1 0,6 10 9 0,-1-4 3 0,0-2-2 15,2 1 6-15,0-1-4 0,1 0 2 0,0 1 6 16,3 2-5-16,-2-3 6 0,-2 4 6 0,3-3-10 16,-4 3 3-16,-1-4 6 0,0 2-3 0,-2 0 5 15,0 0 0-15,-3-6 1 0,3 10 4 0,-3-10-2 16,-2 12 6-16,-1-5-3 0,-3 1 1 0,-2-2 3 16,-3 1 0-16,1-3-2 0,-2 1-5 0,-2 1 0 15,2-1-14-15,-2-1-33 0,2-2-13 0,0 4-39 16,1-5-40-16,-1-1-79 0,3 0-233 0,9 0 103 15</inkml:trace>
  <inkml:trace contextRef="#ctx0" brushRef="#br0" timeOffset="79632.39">29875 6785 59 0,'0'0'193'0,"2"-7"-9"15,-2 7-21-15,0 0-16 0,0 0-4 0,-12-8-10 16,12 8-15-16,-12-2-12 0,12 2-9 0,-13 2-18 16,6 1 0-16,-2 1-8 0,1 2-7 0,2-1-10 15,-1 3-3-15,1 1-4 0,2 1-5 0,0 2-2 16,2-2-7-16,3-1-9 0,-1 2-5 0,1-1-1 16,3 2-5-16,1 0 0 0,1-1 0 0,0-1-2 15,0 2-5-15,2-1 4 0,-1-2-2 0,1 2 0 16,1-2-5-16,-1 2 2 0,-2-3-2 0,2 2-4 15,-2-2 6-15,-2-3 0 0,-1 1-8 0,-1 0 4 16,1 0 3-16,-3-6-6 0,3 11 5 0,-3-11-3 16,-3 10 5-16,3-10-1 0,-7 12 4 0,0-5-8 15,-2-1 9-15,-4 1-15 0,3-2 9 0,1-1 2 16,-4-1-11-16,1 1-15 0,2 0-17 0,-3-2-18 16,4-2-34-16,-2 0-39 0,11 0-35 0,-17-6-102 15,10 3-288-15,0-1 128 0</inkml:trace>
  <inkml:trace contextRef="#ctx0" brushRef="#br0" timeOffset="79792.72">29823 6822 1504 0,'7'-11'21'0,"2"2"-6"0,-1 0-21 16,-3 3-5-16,2 1 20 0,-1 1-13 16,0 0 12-16,0 1-4 0,3 0-1 0,1-1 1 15,0-1-6-15,1 3 2 0,2-1 4 0,-2-1 4 0,8 4-19 16,-1 0-22-16,4-2-36 0,-2 4-32 0,1-2-124 15,1 0-242-15,5 0 108 0</inkml:trace>
  <inkml:trace contextRef="#ctx0" brushRef="#br0" timeOffset="80118.22">30225 6931 150 0,'0'0'213'15,"0"0"-8"-15,0 0-8 0,0 0-16 0,0 0-17 0,19-12-12 16,-12 9-16-16,-2-1-14 0,1-1-10 0,2-1-14 16,-1 1-7-16,2-3-10 0,0 1-7 0,-1-2-7 15,1 2-9-15,-3-1-5 0,2-1-3 0,-2 3-1 16,-2-1-8-16,0 3-7 0,0-2-8 0,-1 1-5 16,-3 5-1-16,2-7-6 0,-2 7-3 0,0 0-1 15,0 0-2-15,-6-12-3 0,6 12 1 0,-9 0-6 16,9 0 2-16,-18 5-1 0,9 2-2 0,-7 2 1 15,1 1-2-15,1 2 2 0,0 1-1 0,4 0 1 16,2 3 0-16,1-6 0 0,1 0-2 0,3 2 3 16,0-1 4-16,2-1-5 0,1 1 2 0,2 0 0 15,3 1-7-15,3-2-11 0,2-3-23 0,2 0-31 16,4 1-33-16,1-2-34 0,1-2-51 0,-5-1-129 16,4-2-342-16,0 1 151 0</inkml:trace>
  <inkml:trace contextRef="#ctx0" brushRef="#br0" timeOffset="80500.17">30547 6819 122 0,'0'0'206'16,"4"-5"-24"-16,-4 5-16 0,0 0-17 0,0 0-9 15,0 0 5-15,11 10-6 0,-6-3-14 0,1 4-13 16,-3-3-6-16,3 3-6 0,-1 0-11 0,-1 2-9 15,3 1-5-15,-3-3-8 0,1 1-9 0,-1 0-2 16,0-2-8-16,0 0-3 0,0-1-6 0,-2-2-1 16,-1-2-2-16,4 2-3 0,-2-3-1 0,1 1-4 15,-4-5 0-15,7 8-6 0,-7-8 1 0,3 7 4 16,-3-7-3-16,7 3 6 0,-7-3 1 0,0 0-8 16,0 0 3-16,13-12-3 0,-7 6 1 0,0-2-2 15,2-1-2-15,2-4-3 0,-4 2 2 0,3-1 0 16,1-4 5-16,-2 1-3 0,1-3 0 0,1 3-2 15,-1 1 13-15,-4 4 5 0,4-3-5 0,-4 1 2 16,2 2 6-16,-2 2 2 0,-3 2 3 0,0 0-9 16,-2 6 1-16,4-9-8 0,-2 4-4 0,-2 5-7 15,3-7-7-15,-3 7-26 0,0 0-23 0,0 0-23 16,0 0-30-16,0 0-25 0,0 0-19 0,0 0-32 16,0 0-37-16,0 0-208 0,-11 19-446 0,11-19 198 15</inkml:trace>
  <inkml:trace contextRef="#ctx0" brushRef="#br0" timeOffset="81130.03">27778 8087 16 0,'0'0'180'0,"0"0"-7"0,0 0-4 0,0 0-6 0,0 0-6 15,0 0-16-15,0 0-8 0,0 0-12 0,0 0-9 16,0 0-13-16,0 0-12 0,0 0-4 0,0 0-11 16,10 8-5-16,-10-8-8 0,19 0-6 0,-7 0-4 15,1 0-7-15,2-2 1 0,1 4-5 0,1-4-15 16,2 2-20-16,-2 0-25 0,3 0-32 0,-3 2-30 16,-4-2-28-16,-2 0-36 0,3 1-130 0,-6-1-300 15,-3 1 133-15</inkml:trace>
  <inkml:trace contextRef="#ctx0" brushRef="#br0" timeOffset="81320.52">27806 8263 131 0,'0'0'193'15,"0"0"-13"-15,0 0-5 0,0 0-18 0,0 0-12 0,0 0-17 16,0 0-9-16,0 0-15 0,26 0-10 0,-14-2-11 15,7-1-18-15,-2 3-29 0,-3-1-36 0,4 0-40 16,5-1-52-16,-3 1-155 0,1-2-267 0,-2 1 119 16</inkml:trace>
  <inkml:trace contextRef="#ctx0" brushRef="#br0" timeOffset="82376.3">28962 8051 33 0,'0'0'113'0,"0"0"-7"0,0 0-10 0,0 0 6 16,0 0-15-16,-10-1-2 0,10 1-10 0,0 0 0 0,0 0 0 15,0 0 0-15,0 0-1 0,0 0 2 0,0 0-6 16,0 0-3-16,0 0-2 0,0 0-5 16,0 0 2-16,0 0-3 0,0 0 2 0,0 0 1 15,0 0-2-15,0 0 5 0,0 0 0 0,0 0-2 0,0 0 0 16,0 0-3-16,0 0-4 0,0 0 0 0,0 0-5 15,0 0 0-15,0 0 1 0,3-11-3 16,-3 11-7-16,0 0-5 0,0 0-8 0,0 0 1 16,0 0 0-16,11-10-10 0,-11 10 1 0,14-2-4 0,-1 2-4 15,1-2-1-15,-1 4 0 0,2 0-5 0,-3 2 2 16,0 1-6-16,1-1 3 0,-1 2-2 16,-1 2-1-16,-2 0 1 0,0-1-3 0,-4 2 0 15,2-2-1-15,-4 3 0 0,-1 0 3 0,-2 0 0 0,-2-1 0 16,-1 1-1-16,-1 1-5 0,-2-1 5 0,-2-3 0 15,3 2-2-15,-4-3 2 0,0 0 0 0,4-1 4 16,-2-2-6-16,2 3 3 0,0-2-1 0,5-4 3 16,-9 4 1-16,9-4-4 0,-5 3-8 0,5-3-2 15,0 0-12-15,0 0-7 0,0 0 3 0,0 0-1 16,0 0 4-16,0 0 3 0,13 9 1 0,-5-9 3 16,3 1-2-16,2 3-1 0,-2 0 2 0,1-3 1 15,2 3-1-15,-1 2 1 0,-2-1 0 0,-1 1 7 16,1-1-3-16,-1 1 2 0,-3 0-2 0,0 1 4 15,-2-3-6-15,-1 4 6 0,1-6-2 0,-5-2 2 16,-3 13-2-16,3-13 6 0,-9 13-1 0,-4-2 3 16,-2-3-4-16,-1 0 4 0,-4-2 0 0,4 0 0 15,-1 2-4-15,2-2 2 0,2-2-14 0,-4 2-12 16,3-4-21-16,4-2-21 0,-1 2-30 0,-1-1-22 16,4-1-25-16,8 0-137 0,-16-2-305 0,16 2 135 15</inkml:trace>
  <inkml:trace contextRef="#ctx0" brushRef="#br0" timeOffset="82555.31">29327 8210 78 0,'0'0'190'0,"0"0"-4"0,0 0-15 15,0 0-14-15,10 0-22 0,-10 0-15 0,0 0-11 16,0 0-15-16,0 0-28 0,0 0-27 0,0 0-36 15,0 0-30-15,0 0-36 0,-2 10-35 0,2-10-96 0,0 0-209 16,0 0 92-16</inkml:trace>
  <inkml:trace contextRef="#ctx0" brushRef="#br0" timeOffset="82977.59">29463 8124 33 0,'-1'-8'225'0,"1"8"-8"0,0 0-14 0,0 0-11 16,0 0-15-16,0 0-22 0,0 0-17 0,0 0-18 0,0 0-14 16,0 0-7-16,0 0-10 0,0 0-8 0,0 0-10 15,0 0-5-15,-3 26-8 0,3-26-2 0,2 17-9 16,-1-8-7-16,1-1-1 0,1-1-2 16,1 2-6-16,0 0-3 0,1 0-8 0,0-5 0 0,5 4-7 15,-1-5-4-15,0 1-4 0,1-1-6 0,-1-2-7 16,2 1-2-16,-1-2 0 0,1-2 1 15,0 0-3-15,0-1 4 0,-1-3 2 0,-1-1 1 0,1-1-1 16,-1 0 1-16,-2-1 4 0,-1 0 1 0,-2-1 0 16,1-1 9-16,-1 2 16 0,-2 0 9 0,2 2 6 15,-1 0 8-15,-3 7 5 0,1-11 0 0,-1 11 7 16,1-10 6-16,-1 10-5 0,0 0-5 16,2-8-10-16,-2 8-9 0,0 0-2 0,0 0-7 0,0 0-6 15,0 0-2-15,0 0 0 0,0 0 7 0,2 30-3 16,-3-14-3-16,0-3-2 0,-2 3 1 0,1 0-1 15,-1 3-3-15,0-2-2 0,3-1 3 0,-1 3-7 16,0-3 3-16,1 0 3 0,-1-3-25 0,-1 3-19 16,2-3-22-16,-2-3-29 0,0 1-30 0,2-3-32 15,0-8-37-15,0 16-24 0,0-6-35 0,0-10-128 16,0 0-396-16,0 13 175 0</inkml:trace>
  <inkml:trace contextRef="#ctx0" brushRef="#br0" timeOffset="83320.42">29903 8259 50 0,'10'-5'183'0,"-2"2"-1"16,-2 0-6-16,3-1-8 0,-2 2-12 0,3-4-10 16,-1 3-16-16,0-1-10 0,0-1-15 0,-1 0-8 15,2 0-11-15,0 1-10 0,0-3-5 0,-4 1-10 16,-1 0 2-16,1 2-5 0,-2-1 1 0,-2-1-1 15,-2 6 17-15,8-12-5 0,-7 8-5 0,-1 4-9 16,0 0-8-16,-5-15 0 0,0 11-1 0,5 4-6 16,-7-8-6-16,3 4-6 0,4 4-4 0,-11-6-2 15,6 5-4-15,5 1-4 0,-15 0 2 0,7 2-4 0,1 0-3 16,-3 4-1-16,3 0-2 0,-1 1 6 16,-1 2-8-16,4 0 0 0,-2 2 2 0,4-2 2 15,1 4-3-15,-2-2-3 0,3 0 5 0,1 0 5 16,1 1-6-16,1-4-1 0,4 2 4 0,1 1-9 0,-1-4-15 15,5 2-19-15,1-4-19 0,2 1-35 0,-2 0-32 16,0-3-41-16,6 1-42 0,-5-1-153 16,5-3-382-16,-5-2 169 0</inkml:trace>
  <inkml:trace contextRef="#ctx0" brushRef="#br0" timeOffset="83721.1">30254 8133 134 0,'0'0'265'0,"0"0"-21"0,3-7-23 0,-3 7-25 16,0 0-18-16,0 0-24 0,0 0-15 0,0 0-14 15,0 0-10-15,0 0-15 0,13 12-8 0,-8-4-8 16,-1 0-6-16,1 2-4 0,1 2-8 16,-2-1-7-16,1-1-4 0,-2 3-7 0,2-1-6 0,0-1-1 15,1 4-6-15,1-5-2 0,-1 0-1 0,-2 0-4 16,1-2-6-16,-1-2 2 0,0 3 0 0,2-4-3 15,-2 2-1-15,1-3 1 0,0 1-1 16,-5-5-3-16,7 5 3 0,-7-5 2 0,7 2 6 0,-7-2 6 16,9 0-1-16,-9 0-7 0,12-4 0 0,-6-2 1 15,3-2 1-15,-1 0-1 0,1-5-1 0,3-2-1 16,-1 1-5-16,0-3-2 0,3 2 2 0,0-8 8 16,-1 7-7-16,-1-7 3 0,-1 1-2 15,-1 8 6-15,-1-2 1 0,-2 1 8 0,-2 4 5 0,1 1-6 16,-1-2 4-16,0 5-6 0,-2-1-3 0,-1 2-2 15,-2 6-2-15,4-11-7 0,-1 8-2 0,-3 3-3 16,2-7-5-16,-2 7-19 0,0 0-28 0,7-6-35 16,-7 6-37-16,0 0-25 0,0 0-38 0,0 0-48 15,0 0-45-15,0 0-179 0,5 16-480 0,-5-16 213 16</inkml:trace>
  <inkml:trace contextRef="#ctx0" brushRef="#br0" timeOffset="88649.5">29007 9278 84 0,'-1'-13'213'0,"1"13"-7"0,0-9-1 15,0 9 0-15,-2-7-13 0,2 7-14 0,-3-7-20 16,3 7-14-16,0 0-11 0,-4-9-13 0,4 9-12 16,0 0-12-16,0 0-12 0,0 0-8 0,-6-5-12 15,6 5-5-15,0 0-7 0,0 0-5 0,-11 14-6 16,5-6 1-16,1 2-7 0,-3 1-7 0,-1 1 0 15,7-1-3-15,-4 1-4 0,3 1-2 0,0-1-7 16,2 0 5-16,-3 0-4 0,4 2 0 0,0-4 1 16,2 1-3-16,1-1-1 0,1 0-4 0,-2 0 0 15,4-1 5-15,0-1-8 0,0-2 1 0,2 1-4 16,1-1 1-16,3-2-4 0,1-1 6 0,-1-2-4 16,6-2 2-16,-1 1 0 0,1-3 1 0,-1-3-2 15,2 1-2-15,-1-2 4 0,-6 1 0 0,4-4-2 16,-3-1 6-16,-4 3-4 0,4-4 1 0,-2 0-6 0,-4 3 8 15,2-2-6-15,-4-6 3 0,-1 6 1 0,-3-2-5 16,0 0 1-16,-3 1 2 0,0 0-5 0,-4-4 2 16,-3 2 2-16,1 3-5 0,-4 0 0 15,-2 1 1-15,0 1 1 0,1 3-2 0,0 1 0 0,0 3-1 16,0 0 3-16,-1 0-3 0,-2 5-6 16,3 0-9-16,2 0-13 0,-1 4-23 0,2 0-14 15,-3 1-36-15,5 0-20 0,2 1-27 0,1 1-34 16,-3 4-144-16,6-5-357 0,2-1 158 0</inkml:trace>
  <inkml:trace contextRef="#ctx0" brushRef="#br0" timeOffset="88860.57">29448 9256 118 0,'0'0'252'0,"5"-7"-6"0,-5 7-6 0,4-5-10 0,-4 5-10 15,0 0-20-15,6-5-20 0,-6 5-20 0,0 0-19 16,4-4-15-16,-4 4-14 0,0 0-20 0,0 0-14 16,0 0-22-16,0 0-11 0,0 0-14 0,0 0-25 15,0 0-36-15,0 0-38 0,-1 23-42 0,-1-16-39 16,2-7-31-16,-2 15-153 0,1-7-361 0,1-8 160 16</inkml:trace>
  <inkml:trace contextRef="#ctx0" brushRef="#br0" timeOffset="89140.32">29677 9090 135 0,'1'-7'248'16,"-1"7"-9"-16,1-11-6 0,-1 11-21 0,0-7-14 15,0 7-26-15,0 0-16 0,0 0-18 0,4-7-11 16,-4 7-20-16,0 0-6 0,0 0-10 0,8 21-7 15,-6-9-11-15,0 2-1 0,2 1-6 0,-2 2-9 0,4 2-5 16,-3 0 0-16,1 0-4 0,-2 1-6 0,1-3-6 16,-2 2-2-16,2-1-5 0,-3 0 0 15,2-1-3-15,2-2-3 0,-2 2-4 0,-1-6-5 16,0 0-19-16,-1 1-17 0,-1 0-15 0,1-2-19 0,0 2-33 16,-1-5-34-16,-1 2-26 0,2-9-26 15,-1 13-23-15,2-6-146 0,-1-7-372 0,-1 9 165 16</inkml:trace>
  <inkml:trace contextRef="#ctx0" brushRef="#br0" timeOffset="89482.46">29845 9118 99 0,'0'0'210'16,"-5"-8"-5"-16,5 8-13 0,0 0-7 0,-1-9-17 15,1 9-22-15,0 0-16 0,0 0-13 16,0 0-10-16,13-5-9 0,-2 6-15 0,2-2-5 0,5 5-7 16,0-3-8-16,-2 1-6 0,2 1-7 0,-1 3-3 15,0 0-6-15,-2 2-3 0,-3-3-7 0,-1 3-3 16,-1-2 2-16,-1 3 0 0,0 0-1 16,1 2 3-16,-1 4 2 0,-4 0 6 0,2 0-2 0,-2 1 3 15,-3-4-1-15,0 5-2 0,-1 0 0 0,-1 1-6 16,1-1 1-16,-2-1-5 0,1-1-2 0,-3 1-3 15,3 0 0-15,-2 0 13 0,-1-2-4 0,2-4 0 16,0 2-6-16,-1-1-2 0,2 0 0 0,2 0-11 16,-4-2-13-16,2 1-19 0,2-1-18 0,-2-2-27 15,0-7-28-15,0 14-35 0,-2-7-36 0,-1-1-41 16,3-6-176-16,-5 10-412 0,1-7 182 0</inkml:trace>
  <inkml:trace contextRef="#ctx0" brushRef="#br0" timeOffset="89644.13">30017 9333 142 0,'9'-4'156'0,"1"-1"-10"16,1-1-21-16,0 2-10 0,-1-1-45 0,2 1-43 15,5-2-54-15,-3 3-99 0,-1-3-136 0,5 2 60 16</inkml:trace>
  <inkml:trace contextRef="#ctx0" brushRef="#br0" timeOffset="89960">30280 9326 82 0,'10'0'200'0,"-10"0"11"0,0 0-12 0,13-5-9 15,-7 1-11-15,2 1-25 0,2-2-13 0,0 0-16 16,1 0-13-16,1-2-10 0,3-2-12 0,-4 3-11 15,1-2-6-15,4-3-14 0,-6 2-6 0,2-3-8 0,1 0-6 16,-6 1-13-16,0 1-6 0,-1-1-9 0,2 2-5 16,-6-3 0-16,1 4 2 0,-1-1-3 15,-2 3 1-15,0 6 4 0,-2-10-7 0,2 10-2 16,-7-7-1-16,7 7-2 0,-12-3 7 0,12 3-2 16,-18 4-3-16,8 0 10 0,1 4 0 0,0 0 1 15,0 2-1-15,0 2 1 0,2-1-2 0,0 0 3 16,0 3 1-16,0 0 2 0,3-3 0 0,0 0-2 15,3 3 1-15,1-4 0 0,1 2-3 0,3-2-3 16,0 1-5-16,1-1-23 0,4-1-20 0,-2 1-22 0,1-4-37 16,2 0-36-16,3-2-49 0,-1 1-130 0,0-5-339 15,1 0 150-15</inkml:trace>
  <inkml:trace contextRef="#ctx0" brushRef="#br0" timeOffset="90347.95">30688 9143 40 0,'0'0'213'0,"2"-7"-24"15,-2 7-15-15,0 0 2 0,0 0 0 0,0 0-8 0,8 17-9 16,-7-5-9-16,2-2-16 0,-3 7-10 0,0 0-11 16,-2-4-11-16,4 4-10 0,-1-1-9 0,2 2-8 15,-1-4-8-15,-1-1-5 0,2 0-4 16,0-2-6-16,0 0-5 0,2 0-4 0,-1-2-7 0,0 0-4 15,-1-2 0-15,-1-1 0 0,2 0-4 0,-4-6-1 16,7 8-1-16,-4-6-2 0,-3-2-2 0,10 4 0 16,-10-4 1-16,9-2 0 0,0-2-2 0,-2-1-3 15,0-3 2-15,2 1 1 0,-1-4 12 0,0 1-5 16,1-4-1-16,1 0 2 0,0-3-10 0,0 0-1 16,3-7-4-16,1 1 5 0,-1-1 5 0,0 0-9 15,-6 9 5-15,6-7-6 0,-5 9 9 0,-2 2 5 16,-1 2 8-16,-2 1-5 0,1 2-6 0,-3 0 0 15,-1 6-6-15,4-10 1 0,-4 10-2 0,5-6-6 16,-5 6-13-16,1-5-15 0,-1 5-24 0,0 0-22 16,0 0-22-16,0 0-20 0,0 0-27 0,0 0-34 15,-14 14-36-15,6-7-37 0,-2 2-156 0,3 1-425 16,-1-1 188-16</inkml:trace>
  <inkml:trace contextRef="#ctx0" brushRef="#br0" timeOffset="93740.19">28895 10507 104 0,'-3'-13'164'16,"3"13"-4"-16,-1-9-4 0,-1 2-3 0,2 7-4 16,-2-9-10-16,2 9-6 0,-3-10-10 0,3 10-2 15,0 0-12-15,-2-5-10 0,2 5-8 0,0 0-14 0,-4-7-11 16,4 7-5-16,0 0-6 0,0 0-7 16,0 0-9-16,-14 17 3 0,9-8-5 0,-2 1-7 15,2 1-2-15,-4 2-7 0,4 3 3 0,1 0 0 16,2 0-9-16,-3 0 5 0,3 0 0 0,1-4-5 15,0-1-1-15,1 1-2 0,0-2 4 0,2 0-5 0,0 2 0 16,2-1 4-16,2-4-3 0,2-1-4 16,-2-1 3-16,2-1 0 0,3 1-1 0,-2-3 0 15,4-2 1-15,0 0-4 0,3-4 3 0,3 0-5 0,-7-1 4 16,5-3-3-16,-2 0 5 0,-1-3-6 0,-1 0 1 16,-2 0-3-16,-1-2 2 0,1 1-2 0,-5-4 3 15,1 2-2-15,-5-1 2 0,0-2-5 0,1 1-1 16,-7 1 0-16,1 1 0 0,-4-1-3 0,1-1 1 15,-7 2 0-15,1 3 0 0,5 2-1 0,-6 1 4 16,4 3-7-16,-1 1 3 0,-3 0-5 0,0 3 3 16,2-1-1-16,-1 4 0 0,1 0-8 15,-3 2-12-15,3 2-19 0,-4 1-20 0,2 3-28 0,4-2-27 16,3 0-21-16,-2 2-26 0,5 0-141 0,3 0-334 16,3-1 149-16</inkml:trace>
  <inkml:trace contextRef="#ctx0" brushRef="#br0" timeOffset="93914.92">29258 10490 78 0,'0'0'182'0,"0"0"-1"0,6-4-6 16,-6 4-16-16,0 0-20 0,0 0-14 0,0 0-18 15,0 0-34-15,0 0-6 0,0 0-25 0,8 6-31 16,-8-6-47-16,0 0-14 0,5 7-46 0,-5-7-98 15,1 6-208-15,-1-6 93 0</inkml:trace>
  <inkml:trace contextRef="#ctx0" brushRef="#br0" timeOffset="94268.11">29475 10305 118 0,'0'0'220'0,"0"0"-12"0,0 0-10 0,0 0-22 16,1-9-20-16,-1 9-15 0,0 0-12 0,0 0-11 16,8-1-12-16,-8 1-15 0,14 1-7 15,-14-1-10-15,20 3-5 0,-6-2-7 0,-2 0-8 16,-1 1-2-16,0 0-9 0,-1 0-5 0,1 0-2 0,0-1-2 16,-5 3-4-16,3-3-4 0,-3 2-3 15,1-1-1-15,-1 1-5 0,-6-3-6 0,9 6 4 16,-1-3-4-16,-3 2 0 0,0 0-2 0,0 2-3 15,1 2-1-15,-2 0-7 0,1-1 7 0,-2 2 0 0,-2 1 1 16,0 1 1-16,-1-1 1 0,0 2-2 0,-1-1 0 16,-2 3 1-16,3 1 1 0,-3 0 0 0,-2 0-3 15,3-5 3-15,-1 1-3 0,3 1 3 16,-3 3-2-16,-1-4-1 0,3-1-10 0,0-2-9 0,-1 1-15 16,2-1-19-16,-1 1-28 0,-2-1-30 0,2-2-34 15,1-7-37-15,-1 12-140 0,0-6-343 0,1-6 152 16</inkml:trace>
  <inkml:trace contextRef="#ctx0" brushRef="#br0" timeOffset="94439.06">29528 10564 1 0,'0'0'178'0,"0"0"-12"0,0 0-17 0,0 0-15 0,0 0-11 16,15-12-12-16,-7 11-10 0,4-3-24 0,0 2-32 15,3-1-25-15,2 1-32 0,3-2-30 0,-1 1-25 16,2-1-24-16,-1 1-59 0,0-4-161 0,0 2 73 16</inkml:trace>
  <inkml:trace contextRef="#ctx0" brushRef="#br0" timeOffset="94689.96">29917 10365 83 0,'10'-1'140'0,"-10"1"8"15,9 0-16-15,-9 0-4 0,9 4 0 0,-9-4-1 16,9 7-4-16,-5-1-5 0,-3 0-3 0,-1-6-8 16,0 16-7-16,-2-6-7 0,-2 0-5 0,-3 2-7 15,2-3-10-15,-1 1-3 0,-1-2-8 0,0 2-2 16,-3-2-4-16,5 0-8 0,-1-2-6 0,4-3 1 16,-2 3-5-16,4-6-8 0,-4 7-2 0,4-7-2 15,-4 7 1-15,4-7-4 0,0 9-2 0,0-9 0 16,10 7 0-16,0-3-5 0,1 0-7 0,3 0-12 15,6-3-14-15,-2 0-19 0,3 1-24 0,-3-1-42 16,1-2-31-16,0-1-42 0,-1 2-132 0,0-4-333 0,-1 1 149 16</inkml:trace>
  <inkml:trace contextRef="#ctx0" brushRef="#br0" timeOffset="94998.05">30243 10505 73 0,'8'-5'184'0,"2"2"-9"16,0-3-5-16,0 0-5 0,0-1-20 0,2 2-10 16,0-1-11-16,3-3-13 0,-4 2-12 0,2 1-8 15,2-2-6-15,-4-1-14 0,-1 2 0 0,-1-1-8 16,-1 0-7-16,-1 2 1 0,-3-2-9 16,0 2-6-16,-2-1 2 0,1 1-4 0,-3 6-2 15,0-12 4-15,0 12-3 0,-5-10-6 0,0 6-2 0,5 4 0 16,-14-3-8-16,3 3 5 0,2 2-5 0,-2 1-4 15,-2 2 1-15,-1 4 0 0,0 2-2 0,0 0 0 16,1 2-2-16,2 1 15 0,-1 2-3 0,2-1 0 16,1 1-4-16,0-2-1 0,5-3-4 0,2 0-2 15,2 5-3-15,-2-4-3 0,5-1-14 0,1 1-19 16,3-2-29-16,0-1-50 0,2-2-36 0,4-2-50 16,-2 1-170-16,3-3-387 0,-1-1 171 0</inkml:trace>
  <inkml:trace contextRef="#ctx0" brushRef="#br0" timeOffset="95379.31">30636 10372 260 0,'0'0'246'0,"6"-7"-22"0,-6 7-28 0,0 0-16 15,0 0-18-15,0 0-11 0,0 0 4 0,0 0-13 16,6 21-11-16,-3-13-13 0,-1 2-7 0,1 1-11 15,-1-1-11-15,2 1-9 0,-1-1-4 0,-1 0-9 16,2-1-8-16,0 1-2 0,0 0-8 0,0-1-5 16,-1-4-3-16,1 3-1 0,1-1-3 0,-2-2-2 15,2 0-8-15,-1 0 2 0,1-1-1 0,0-1-1 16,-5-3-1-16,10 5-2 0,-5-4 0 0,-5-1-3 16,11 0-2-16,-11 0 0 0,12-3-2 0,-5-3-5 15,2-1 1-15,-2 0-2 0,4-2-3 0,-1-4 3 16,-1-1 2-16,1 0-5 0,2-1-1 0,-1-2-3 15,2-6 2-15,1 0 2 0,0-1-4 0,-4 2 2 16,2 0-4-16,0-1 3 0,-5 8-5 0,1-1 1 16,-5 5 1-16,5-1 3 0,-3 3-3 0,-1 1-2 15,-2 1 0-15,1 1-11 0,-3 6-22 0,4-9-25 16,-4 9-25-16,1-6-34 0,-1 6-36 0,0 0-30 16,0 0-14-16,0 0-22 0,0 0-146 0,0 0-394 15,0 0 175-15</inkml:trace>
  <inkml:trace contextRef="#ctx0" brushRef="#br0" timeOffset="106812.05">29168 9678 30 0,'0'0'60'0,"0"0"-1"16,0 0-3-16,-6-4-2 0,6 4-4 0,0 0-5 15,0 0-11-15,0 0-10 0,-8-2 13 0,8 2 4 16,0 0-3-16,0 0-6 0,0 0-4 0,0 0 4 16,0 0-6-16,-9-3-8 0,9 3 5 0,0 0-12 15,0 0 14-15,0 0-7 0,0 0 1 0,0 0 3 16,0 0-8-16,0 0-3 0,0 0-5 0,0 0 8 15,0 0 0-15,0 0-7 0,0 0-2 0,0 0 3 16,0 0-5-16,0 0 0 0,0 0 9 0,0 0-10 16,0 0 2-16,0 0 8 0,0 0-6 0,0 0 1 15,0 0-10-15,0 0 4 0,27 2 6 0,-27-2-5 16,0 0-4-16,13 0 7 0,-13 0 3 0,6 0-9 16,-6 0 4-16,10 1-1 0,-10-1 2 0,9 0 9 15,-1 2-11-15,-8-2 2 0,13 0-2 0,-7 2-1 16,-6-2-5-16,17 0 12 0,-8 1-9 0,3 0 4 15,-1 0-8-15,0-1 5 0,2 2 12 0,0-1-9 16,2 0 0-16,-2 0-3 0,7-1 2 0,0 2-7 16,0-1 6-16,2-1-1 0,-3 0 0 0,1 0 5 15,2 0-3-15,7 0-14 0,-9 0 7 0,1 0 5 16,2 0-3-16,-2 1 12 0,8-1-8 0,-8 0 0 16,0 0 7-16,0 0-10 0,-1 2 2 0,1-2 3 15,-5 0 0-15,5 3 7 0,-5-3-26 0,5 2 12 16,-3-1 0-16,-2 0 12 0,0 1-2 0,0-1-6 15,1 0-2-15,1 1 12 0,0-1-8 0,1 0-18 16,-1 1 22-16,-1-2-12 0,3 2 4 0,-1-2 3 0,1 1 0 16,-2-1 7-16,3 0-1 0,-1 0-6 0,-2 0 0 15,2 0 2-15,-2 0 2 0,3 0-4 0,-1 0 4 16,-2 0-5-16,1-1 9 0,-2-1-11 16,2 0 9-16,-1 2-1 0,-1 0-5 0,-5 0-2 0,0 0 11 15,1 0-1-15,-1-1-8 0,0 1 3 0,1 0-8 16,-2 0 3-16,1 0 5 0,-1 0 1 0,1-1 1 15,2 1-6-15,-4 0 3 0,2-2 2 16,2 4-4-16,-2-4 1 0,-3 2 2 0,4 2 0 0,-1-2 2 16,-1 0-1-16,1 1 4 0,-1-1-10 0,2 0-3 15,1 0 2-15,-1-1 1 0,-2 2-2 0,1 0 6 16,0-1-12-16,1-1 18 0,-1 1-14 0,-1 1 3 16,0-2 10-16,0 1-7 0,-1 1 0 15,-2-1 0-15,-8 0 6 0,20-1-18 0,-9 2 17 0,0-2-4 16,-3 1-3-16,1 0-1 0,-9 0 2 0,16 1 5 15,-9-2 4-15,-7 1-5 0,13 0-3 0,-13 0-5 16,10-1 10-16,-10 1-7 0,9 0 2 0,-9 0 1 16,0 0 1-16,10 0 8 0,-10 0-15 0,0 0 15 15,0 0-1-15,0 0 4 0,10 1-5 0,-10-1 2 16,0 0 0-16,0 0 5 0,0 0-7 0,0 0 7 16,0 0 4-16,0 0 2 0,0 0-3 0,0 0-1 15,0 0-3-15,0 0-5 0,9-1 3 0,-9 1-2 16,0 0 0-16,0 0 0 0,0 0-7 0,0 0-7 15,0 0-3-15,0 0-26 0,0 0-15 0,0 0-15 16,0 0-40-16,0 0-89 0,0 0-206 0,0 0 91 16</inkml:trace>
  <inkml:trace contextRef="#ctx0" brushRef="#br0" timeOffset="129647.56">31424 9439 58 0,'0'0'130'0,"0"0"-12"16,0 0-5-16,0 0-14 0,0 0-9 0,0 0 3 16,0 0-6-16,0 0-15 0,0 0 1 0,0 0-7 15,0 0 0-15,0 0 0 0,0 0-9 0,0 0-7 16,0 0-11-16,0 0 7 0,-27-2-5 0,27 2-15 15,0 0 10-15,-10-1-11 0,10 1-3 0,-9 0-5 16,9 0 5-16,0 0-7 0,-9 1 2 0,9-1 0 16,0 0-2-16,-9 2 2 0,9-2-5 0,0 0-4 15,0 0 3-15,0 0-10 0,0 0 4 0,0 0-5 16,0 0 11-16,0 0 0 0,-10 0-6 0,10 0-2 16,0 0 3-16,0 0-5 0,0 0-2 0,0 0 2 15,0 0 7-15,25 7 6 0,-15-6 0 0,4 0-3 16,-2-1 14-16,1 0-2 0,-1 0 9 0,3 0-5 15,-1 1 4-15,-4-2 0 0,-2 2 0 0,-2 0-2 16,-6-1 0-16,11-1 1 0,-11 1 5 0,11 0 7 0,-11 0 3 16,0 0 1-16,11-1 4 0,-11 1 0 15,0 0-3-15,0 0 0 0,0 0-2 0,9-1-8 16,-9 1-6-16,0 0-2 0,0 0-4 0,0 0 0 0,0 0-7 16,0 0-3-16,-4-12-17 0,4 12-29 15,0 0-36-15,0 0-55 0,0 0-63 0,0 0-179 16,0 0-394-16,-16-4 175 0</inkml:trace>
  <inkml:trace contextRef="#ctx0" brushRef="#br0" timeOffset="130280.75">31789 9131 8 0,'0'0'123'0,"-9"-2"-6"16,9 2-7-16,-11-1-2 0,11 1-6 0,-10-2-6 15,10 2 0-15,-8-2-9 0,8 2-10 0,0 0-3 16,0 0-7-16,0 0-9 0,0 0 1 0,0 0-7 16,0 0 0-16,0 0-4 0,0 0-8 0,0 0 3 0,0 0-6 15,0 0 2-15,0 0-1 0,34-2-1 0,-14 2-9 16,6-2 3-16,-5 0-8 0,7-1 0 16,-6 2-4-16,-2-3-1 0,-1 4-10 0,-1-1-2 15,-6-2-34-15,3 2-23 0,-5-1-29 0,-2 2-24 0,-8 0-21 16,13 0-98-16,-13 0-241 0,6-2 106 0</inkml:trace>
  <inkml:trace contextRef="#ctx0" brushRef="#br0" timeOffset="130516.42">31771 9151 84 0,'-5'10'136'0,"4"0"-3"0,-3 5-4 15,-1 2-9-15,1 0 1 0,-1 7-7 0,1-5-10 16,0 6 2-16,-2 0-8 0,1 0 12 16,0-6-28-16,2-2-3 0,-1 2-9 0,-1 1-9 0,1-4-5 15,-1 1-3-15,3 2-5 0,-2-3-4 0,1-4-17 16,-2 5-4-16,3-5-1 0,-2 1-23 0,0-3-23 16,0 0-21-16,3-1-19 0,0 1-27 0,0-6-21 15,-2 3-34-15,3-7-78 0,-4 7-240 0,4-7 106 16</inkml:trace>
  <inkml:trace contextRef="#ctx0" brushRef="#br0" timeOffset="131233.51">31690 9359 86 0,'7'-4'104'0,"-7"4"-1"0,19 3-16 0,-7-3-6 16,6 2-8-16,1-1-5 0,4 1-10 0,-1-1-11 15,4 3 3-15,-6-5-30 0,1 2 9 0,0-1-8 16,-2 0 2-16,0-1 2 0,-1-1-11 0,-1 0 4 16,-3-2-7-16,-3 3 4 0,0-2-6 0,0 2-1 15,-5 1 14-15,1-3-1 0,-7 3 13 0,8-2 0 0,-8 2-3 16,5-6 6-16,-5 6-5 0,0 0-5 16,0 0-1-16,0 0 6 0,0 0 6 0,-11-11-6 15,11 11 4-15,-12 1-4 0,12-1-1 0,-23 6 4 16,6 1-2-16,3 2-10 0,-5 1 2 0,3 1 4 0,0 3-3 15,2-1-5-15,1 1-2 0,3-2 0 16,2 2 4-16,2-2-11 0,-2 0 5 0,4 3-3 16,2-5-5-16,0 1 8 0,2 0-6 0,3-2-1 15,-2-3 1-15,3 2 2 0,2-1 3 0,-1-2-9 0,2-3 3 16,-2 2 4-16,3-1 4 0,1-3-7 0,1 0-3 16,0 0 0-16,-2-4-6 0,2-1-5 15,-2-2 11-15,-2 2-10 0,3-4 7 0,-3 0-11 16,1 0 2-16,-3-1-1 0,-2-3-5 0,3 5 0 0,-2-2 4 15,-2 4-4-15,0-4 8 0,2 3-2 0,-3 7 3 16,1-13 8-16,-1 13-3 0,0-7 1 0,0 7-4 16,1-8-5-16,-1 8 1 0,0 0-1 0,0 0 5 15,0 0-4-15,0 0 3 0,0 0-2 0,0 0-3 16,0 0 7-16,0 33-3 0,-1-21 6 0,1-3-9 16,0 2 6-16,1-1 2 0,1-2 3 0,-1 1-3 15,3 0 3-15,0-1-2 0,-2-2-4 0,2 2 15 16,2-4-11-16,0 2 0 0,-1-2-1 0,1 0 3 15,2-2 2-15,-1 1-3 0,4-3 4 0,-5 1-4 16,2 1-1-16,-8-2 4 0,18-6-4 0,-11 0-1 16,-2 1 4-16,3 0-5 0,-2-1-1 0,-2-4 0 15,0 0-4-15,1-2 4 0,-3 1-4 0,0 0 0 16,1 0 0-16,0 2 2 0,-1 2-1 0,-1 0-8 16,1 2 11-16,-2 5-3 0,4-10-1 0,-4 10-3 15,3-7-1-15,-3 7-1 0,0 0-1 0,5-3 8 16,-5 3-2-16,0 0-8 0,0 0 5 0,13 10-4 15,-9-7 11-15,-4-3-8 0,5 12 7 0,-3-5 2 16,2 0-9-16,-3-1 6 0,2 0-3 0,-2 1-2 16,1 0 5-16,0 3-3 0,1-3-2 0,-3 2-7 15,0-9-27-15,1 14-21 0,3-6-33 0,-3-3-25 16,0 1-25-16,1 2-92 0,0-3-253 0,-2-5 112 16</inkml:trace>
  <inkml:trace contextRef="#ctx0" brushRef="#br0" timeOffset="131525.99">32455 9167 135 0,'0'0'122'0,"0"0"-16"0,0 0-11 0,0 0-1 0,0 0-8 15,0 0-9-15,13-6-9 0,0 5-4 16,5-1-14-16,1 0 0 0,2 1-15 0,0-3-2 16,1 6 6-16,-22-2-9 0,0 0-28 0,64-3-10 15,-64 3-17-15,37-3 2 0,-37 3-33 0,0 0-13 0,44-2-83 16,-44 2-162-16,0 0 71 0</inkml:trace>
  <inkml:trace contextRef="#ctx0" brushRef="#br0" timeOffset="131884.29">32723 9179 107 0,'-6'35'127'16,"1"-10"-4"-16,0-1 2 0,1 3-24 0,-1-3-4 15,0-5 3-15,0 6-13 0,2-5-11 0,2 5-6 0,-2-8-7 16,2 2-5-16,2-3-6 0,-1 1-2 0,2 0 1 16,-2-5-3-16,1 0-10 0,0-2-4 0,-1 2-11 15,2-3 5-15,-1-2-9 0,-1-7-3 0,-1 12-13 16,1-12-14-16,-2 11-5 0,2-11-9 0,-5 4-13 16,5-4-4-16,-9 2-14 0,9-2-6 0,-18-3 0 15,9-3 3-15,-1 2 13 0,0-2 3 0,0-1 0 16,1 2 17-16,0-2 6 0,4 2 11 0,-2 1 7 15,2-1 10-15,5 5 12 0,-8-6 3 0,8 6 0 16,-7-4 8-16,7 4-9 0,-4-7 10 0,4 7-8 16,0 0 0-16,0 0-8 0,0 0 7 0,0 0-9 15,25-1 0-15,-9 1 0 0,0 0-2 0,-16 0 1 16,0 0 2-16,76 5-7 0,-76-5-16 0,51 3-18 16,-23-2-28-16,-28-1-21 0,60-2-35 0,-60 2-57 15,42-2-180-15,-42 2 80 0</inkml:trace>
  <inkml:trace contextRef="#ctx0" brushRef="#br0" timeOffset="132123.01">33072 9290 50 0,'0'0'213'0,"0"0"1"16,0 0-7-16,0 0-14 0,0 0-17 0,0 0-16 15,0 0-25-15,0 0-14 0,0 0-11 0,0 0-14 16,0 0-9-16,0 0-7 0,0 0-8 0,0 0-6 15,0 0-5-15,0 0-7 0,0 0-6 0,0 0-4 16,-17 77-5-16,17-77-3 0,-6 34 2 0,6-34-10 16,-6 36 0-16,6-36-2 0,-5 36-11 0,5-36-6 15,-4 33-9-15,4-33-16 0,0 0-18 0,-3 39-21 16,3-39-18-16,0 0-28 0,0 0-29 0,-3 37-23 16,3-37-155-16,0 0-332 0,0 0 147 0</inkml:trace>
  <inkml:trace contextRef="#ctx0" brushRef="#br0" timeOffset="132454.12">33074 9124 119 0,'0'0'156'15,"0"0"-7"-15,51-7-10 0,-51 7-13 0,0 0-10 16,0 0-13-16,51 22-12 0,-51-22 2 0,20 19-13 15,-20-19-5-15,13 27-5 0,-13-27-13 0,2 33-4 16,-2-33-1-16,0 0-10 0,-15 51-1 0,15-51-6 16,-24 30-4-16,24-30 2 0,-27 25-9 0,12-11 2 15,15-14-9-15,-28 17 6 0,28-17-6 0,-28 14-3 16,28-14 0-16,0 0 0 0,0 0 0 0,-27 13-3 16,27-13-5-16,0 0 2 0,0 0-10 0,0 0 4 15,0 0-2-15,0 0 2 0,0 0 6 0,0 0-4 16,0 0 6-16,4 37-4 0,-4-37 2 0,0 0-2 15,37 26 5-15,-37-26-4 0,33 20 24 0,-7-7-13 16,-1-1-27-16,3 1-25 0,0-3-42 0,2 0-48 16,0 2-44-16,0-3-91 0,2-1-279 0,-3-1 124 15</inkml:trace>
  <inkml:trace contextRef="#ctx0" brushRef="#br0" timeOffset="132589.34">33544 9619 53 0,'0'0'149'0,"0"0"-21"0,0 0-25 16,0 0-29-16,0 0-46 0,0 0-40 0,0 0-76 15,0 0-94-15,0 0 42 0</inkml:trace>
  <inkml:trace contextRef="#ctx0" brushRef="#br0" timeOffset="135923.84">31346 5967 51 0,'0'0'116'0,"0"0"-1"16,0 0-4-16,0 0-10 0,0 0-11 0,0 0-14 15,0 0-2-15,0 0-10 0,0 0-2 0,0 0-2 16,0 0 2-16,-18-4 0 0,18 4 0 0,0 0-6 16,0 0-2-16,0 0-5 0,0 0 0 0,0 0-1 15,0 0 0-15,0 0-5 0,0 0 2 0,0 0 0 16,0 0-2-16,0 0 0 0,0 0-6 0,0 0-2 15,0 0-3-15,0 0-6 0,0 0 1 0,0 0 2 16,28-6-2-16,-14 4-5 0,-1 1-3 0,5-2 1 16,0 2 2-16,-3-1-2 0,-2 1-6 0,1 0-1 15,-3 2 0-15,0-1-4 0,0 0-2 0,-3 0 2 16,-8 0-4-16,10 0 1 0,-10 0 0 0,10-2-3 16,-10 2-1-16,0 0 1 0,8-2-3 0,-8 2-4 15,0 0 0-15,0 0-14 0,0 0-15 0,0 0-3 16,10 3-12-16,-10-3-1 0,0 0-15 0,0 0-35 15,0 0-16-15,0 0-147 0,0 0-282 0,0 0 125 16</inkml:trace>
  <inkml:trace contextRef="#ctx0" brushRef="#br0" timeOffset="136370.41">31991 5763 91 0,'-15'-3'108'16,"7"2"-4"-16,0-1-10 0,8 2-1 0,-13-2-3 0,13 2 4 15,-11-2 2-15,11 2-8 0,-8-2-3 0,8 2-7 16,0 0-10-16,-10 0-3 0,10 0-10 0,0 0 3 15,0 0-14-15,0 0-4 0,0 0 2 0,0 0 3 16,0 0-2-16,0 0-3 0,41 2-7 0,-19-4-2 16,7-2-3-16,1 6-3 0,-2-5-2 0,3 3-6 15,-8-1-5-15,3 0-14 0,-5 2-22 0,-6-1-30 16,-2 0-28-16,1-1-33 0,-4 1-23 0,0 2-75 16,-3-2-230-16,-7 0 101 0</inkml:trace>
  <inkml:trace contextRef="#ctx0" brushRef="#br0" timeOffset="136857.84">32123 5756 113 0,'-7'-3'165'16,"7"3"0"-16,0 0-18 0,0 0-21 0,0 0-8 15,0 0-18-15,0 0-15 0,0 0-4 0,0 0-9 16,0 0-11-16,0 0-5 0,-1 21-5 16,1-10-2-16,0 1 1 0,1 5-2 0,1 1-1 0,-2 0-5 15,0 0-7-15,0 0 1 0,1 0 4 0,-2 1-7 16,1-1-5-16,1 1-2 0,-2-1-7 0,1-7 3 16,1 6-5-16,2-2 2 0,-3-2-1 15,1-2-7-15,0-1 3 0,-1-10 1 0,1 17-1 0,1-7-1 16,-2-10 0-16,0 15 0 0,0-10-3 0,0-5 0 15,0 0 1-15,0 0-8 0,1 14 8 0,-1-14-2 16,0 0 4-16,0 0 2 0,0 0-7 0,0 0 1 16,0 0-4-16,0 0-2 0,0 0 3 0,0 0-5 15,-19-8 4-15,19 8-3 0,-12-9-3 0,7 6 0 16,-1-1 0-16,-1 1 0 0,-1 0 0 0,1-1-3 16,-2 2-1-16,4-1 5 0,5 3-4 0,-14-5 2 15,14 5-2-15,-10-2 6 0,10 2-3 0,-8-2-3 16,8 2 3-16,-8-2-2 0,8 2-2 0,0 0 2 15,0 0-5-15,0 0 4 0,0 0 4 0,0 0-4 16,0 0 2-16,0 0 2 0,0 0-1 0,31 4-2 16,-17-4-12-16,3 2-2 0,3-1-26 0,3-2-18 15,5-1-19-15,-7-1-28 0,0 2-15 0,8-2-28 16,-9 1-87-16,-2-3-257 0,2 2 114 0</inkml:trace>
  <inkml:trace contextRef="#ctx0" brushRef="#br0" timeOffset="137145.37">32509 5840 60 0,'-5'-9'218'16,"5"9"-11"-16,-4-10-10 0,4 10-8 0,-3-8-13 16,3 8-7-16,-4-7-17 0,4 7-17 0,-2-5-14 15,2 5-14-15,0 0-14 0,0 0-13 0,0 0-10 16,0 0-9-16,0 0-4 0,0 0-7 0,0 0-6 15,0 26-6-15,1-11 1 0,-1 2-8 0,0 0 0 16,1 2-5-16,1 0-6 0,-2-1 4 0,0 1-2 16,0 6-4-16,0-8 7 0,0 3-10 0,0-2 4 15,0 1-3-15,1-5-2 0,-1 2-1 0,1 0-1 16,-1-4-2-16,0-1-13 0,2 1-7 0,-4-3-17 16,2 0-21-16,0-9-15 0,-1 15-30 0,1-15-32 15,-1 12-21-15,1-6-26 0,0-6-140 0,0 0-338 16,0 0 149-16</inkml:trace>
  <inkml:trace contextRef="#ctx0" brushRef="#br0" timeOffset="137823.44">32419 5832 129 0,'4'-7'144'0,"4"0"-5"15,1-2-11-15,3-1 0 0,1 0-8 0,4 3-10 16,-6 0-12-16,0 2-5 0,1-1-8 0,0 3-15 16,-1-1-2-16,0 2-12 0,-4 2-5 0,5 0-5 15,-6 2-5-15,3 2-2 0,2 1 1 16,-3-1 0-16,0 5-7 0,-2-1 0 0,0 1-5 0,-1 3-1 16,0-2-7-16,-1 1 1 0,-1 1-2 15,0 4-4-15,1-4-1 0,-4 0 0 0,1 0-1 0,0 0 1 16,-1 0-1-16,-1-1-1 0,-1-1-1 0,-1-1 2 15,0 1-2-15,-3-2-4 0,-2-1 4 0,-1 0 2 16,2 0-4-16,-5-4-9 0,1 3 10 0,-1-2 1 16,1-1-4-16,-1 0 3 0,1-2-4 0,-2-1 5 15,3 0 0-15,10 0-2 0,-19-1 0 0,11-1 0 16,0 0-3-16,8 2 2 0,-14-1 0 0,14 1 1 16,-10-3 0-16,10 3 4 0,0 0-1 0,-8-1-4 15,8 1 2-15,0 0-3 0,0 0-1 0,-9-1-1 16,9 1-6-16,0 0 5 0,0 0-4 0,0 0 4 15,0 0-2-15,0 0-3 0,0 0 8 0,0 0 1 16,0 0-3-16,0 0 2 0,0 0 3 0,14 15-2 16,-14-15-2-16,11 3 5 0,-6-1-1 0,4 4 4 15,1-2 4-15,-2 2 0 0,3 1 4 0,-1-2-5 16,3-1 4-16,2 4-1 0,0 1-1 0,1 0-1 16,-2 0-1-16,3 1 1 0,-17-10-1 15,0 0-2-15,43 24-2 0,-43-24-2 0,27 17 1 0,-27-17-4 16,23 11 4-16,-23-11-4 0,0 0 3 0,28 16 2 15,-28-16 2-15,0 0 6 0,0 0-3 0,24 15 1 16,-24-15-6-16,0 0 4 0,0 0 1 0,0 0 4 16,0 0 8-16,21 13 1 0,-21-13 5 0,0 0 9 15,0 0 0-15,0 0 4 0,0 0 4 0,0 0 4 16,0 0-4-16,0 0 2 0,0 0-5 0,0 0-7 16,0 0-3-16,0 0 0 0,0 0-5 0,0 0-5 15,0 0-1-15,0 0-10 0,0 0 3 0,0 0-4 16,0 0-8-16,0 0-13 0,0 0-14 0,0 0-18 15,0 0-25-15,0 0-25 0,0 0-34 0,0 0-30 16,0 0-41-16,0 0-31 0,0 0 2 0,0 0-183 16,0 0-434-16,0 0 192 0</inkml:trace>
  <inkml:trace contextRef="#ctx0" brushRef="#br0" timeOffset="139210.01">31104 8278 60 0,'0'0'163'0,"0"0"-4"0,0 0-7 15,0 0-13-15,0 0-4 0,0 0-9 0,0 0-7 16,0 0-7-16,0 0-11 0,0 0-8 0,0 0-8 16,0 0-10-16,0 0-1 0,0 0-8 0,0 0-6 15,0 0-4-15,0 0-10 0,0 0-1 0,0 0-5 16,0 0-5-16,0 0-2 0,0 0-6 0,0 0-3 15,0 0 1-15,0 0-9 0,0 0 7 0,0 0-7 16,0 0 0-16,0 0-6 0,0 0 0 0,0 0 0 16,0 0-1-16,0 0-4 0,0 0 5 0,0 0-6 15,0 0 3-15,0 0-5 0,0 0 3 0,0 0 2 16,0 0-3-16,0 0 2 0,0 0-1 0,0 0 0 16,0 0-1-16,0 0-2 0,0 0 1 0,0 0 0 15,0 0 3-15,-15-15-6 0,15 15 4 0,0 0 12 0,0 0-14 16,0 0 0-16,0 0-1 0,0 0 0 15,0 0 4-15,0 0-6 0,0 0 1 0,0 0-1 16,0 0 3-16,0 0-5 0,0 0 1 0,-10 0 2 16,10 0-3-16,0 0 5 0,0 0-1 0,0 0 2 15,0 0-3-15,0 0 2 0,0 0-4 0,0 0 2 16,0 0-3-16,0 0 2 0,0 0 0 0,0 0-2 16,0 0 3-16,0 0-4 0,0 0 2 0,0 0-1 15,0 0 2-15,0 0 3 0,33 1-1 0,-22-1 2 16,1 1 0-16,0-1-4 0,1 0 5 0,0 0 1 15,0 0-5-15,-3 0 1 0,1-1 2 0,0 1-2 0,-3-1-1 16,1 1 1-16,-9 0 0 0,14 0 3 16,-14 0 1-16,9 0-5 0,-9 0 2 0,7 0 2 15,-7 0 2-15,0 0 0 0,12 0 4 0,-12 0 3 16,0 0-2-16,0 0 1 0,0 0 7 0,0 0-3 16,0 0 3-16,0 0-1 0,0 0-1 0,9 0 0 15,-9 0-2-15,0 0-2 0,0 0-1 0,0 0 0 16,0 0-1-16,0 0-4 0,0 0-1 0,0 0 2 15,0 0-5-15,0 0 1 0,0 0-9 0,0 0-12 16,0 0-16-16,0 0-23 0,0 0-28 0,0 0-23 0,0 0-9 16,5 4-24-16,-5-4-42 0,0 0-119 0,0 8-326 15,0-8 145-15</inkml:trace>
  <inkml:trace contextRef="#ctx0" brushRef="#br0" timeOffset="140858.4">31557 8355 30 0,'0'0'142'15,"0"0"-3"-15,0 0-7 0,0 0-14 0,0 0-6 16,0 0-5-16,0 0-1 0,0 0-7 0,0 0-6 0,0 0-3 15,0 0-5-15,0 0-4 0,0 0-1 0,0 0-2 16,0 0 2-16,0 0 1 0,0 0 0 16,0 0 1-16,0 0-2 0,0 0-5 0,0 0-11 15,0 0-2-15,0 0-8 0,0 0-5 0,12-26-8 0,-8 20-2 16,3-1-3-16,-1-2 0 0,0 1-8 16,0-3-2-16,-1 1-9 0,0-3 3 0,4-1-22 0,-2-2 3 15,1 1-2-15,-1 1-4 0,1-2 1 16,-3 0-1-16,-1 1 2 0,1-1 0 0,-2 5-2 15,0-2 4-15,-1 4-3 0,0-2 0 0,-1 3 2 0,-1 2-4 16,0 6 10-16,1-11-7 0,-1 11 3 0,1-7 2 16,-1 7-3-16,0 0 3 0,0-11-4 0,0 11 5 15,3-6-4-15,-3 6 2 0,0 0-4 16,0 0 1-16,0 0 1 0,0 0-3 0,0-9-4 16,0 9 1-16,0 0 1 0,0 0-4 0,0 0 4 0,0 0-1 15,0 0 3-15,0 0-5 0,0 0 2 0,0 0-1 16,-9 23 6-16,9-13 2 0,-1 1-3 0,-1-1-2 15,1 0 3-15,2 2 0 0,-1 0 1 0,-1 0-2 16,0-1 4-16,1-2 0 0,1 4 0 16,-1-2-2-16,3 0 1 0,-2-1 1 0,0 1 0 0,2-2 2 15,-1 0 0-15,2-2-2 0,1 1 3 0,-1-2-2 16,0 1 1-16,0 0 0 0,0-2-4 0,2-2 7 16,0 2-6-16,-6-5 2 0,11 5 1 0,-4-2-5 15,-2-2 2-15,4 0 1 0,-9-1-2 0,14 0-6 16,-2-2 1-16,-5 1 0 0,2-3 3 0,2 0-1 15,-4 0 1-15,1-3-3 0,-2-1-5 0,2-1-3 16,-3 1 0-16,-1-3 5 0,1 1 0 0,-2-1-2 16,-2 0 0-16,-1-1 4 0,0 2 1 15,0 2-1-15,0-4 3 0,0 12-2 0,0-13 4 0,-3 7-2 16,3 6 5-16,-1-9 3 0,1 9 4 0,0 0-2 16,-1-13-6-16,1 13 0 0,0 0-2 0,0 0 1 15,0 0-4-15,-2-6-2 0,2 6 3 0,0 0 3 16,0 0-4-16,0 0 4 0,0 0-1 0,0 0 2 15,-1 33-5-15,1-25 4 0,0 1 3 0,0 1-2 16,0 1-2-16,1 0 6 0,-1 0-2 0,0-1-6 16,3 1 5-16,1-1-4 0,-3 1-13 0,2-3-21 15,-1 3-28-15,2-1-28 0,1-2-26 0,3-1-26 16,0 3-138-16,-3-7-306 0,5 2 135 16</inkml:trace>
  <inkml:trace contextRef="#ctx0" brushRef="#br0" timeOffset="141354.6">32028 8095 25 0,'-4'-6'169'0,"4"6"-3"0,0 0-8 15,0 0-17-15,-6-4-12 0,6 4-11 0,0 0-17 16,0 0-14-16,0 0-15 0,0 0 2 0,0 0-12 16,0 0-2-16,0 0-9 0,0 0-1 0,0 0-3 15,5 22-4-15,-1-12-2 0,1 1 10 0,0-1-6 16,-1 0-3-16,-1 1-4 0,3 1-5 16,-1 2 4-16,0 1 1 0,0-5-9 0,1 0-1 0,-3 2-1 15,5-2-4-15,-4 2-1 0,2-3-3 0,-1 1-1 16,0 0 1-16,3-1-1 0,-3 0-2 0,2-1 1 15,-2-3-3-15,1 0-1 0,-1 1 0 0,-1-2-2 16,1 0-3-16,-5-4-2 0,9 8 7 0,-6-7-3 16,-3-1 4-16,4 5 6 0,-4-5 7 0,0 0-1 15,10 2 5-15,-10-2-2 0,0 0-6 0,7-14 0 16,0 4-4-16,-2 2 2 0,1-3-9 0,2-4 4 16,2-1-2-16,-2-1 1 0,1 1-7 0,0 0 1 15,0 0-3-15,-2-3 4 0,1 2-6 0,-2-3 1 16,1 2 1-16,-1 1-4 0,-1 1 4 0,2 0-3 15,-6 5-1-15,1 2-1 0,0 0 3 0,-1 3 1 16,2 0-2-16,-3 6-2 0,1-9-6 0,-1 9-9 16,2-8-17-16,-2 8-28 0,0 0-26 0,4-5-15 15,-4 5-21-15,0 0-24 0,0 0-16 0,0 0-147 16,5 17-334-16,-5-17 149 0</inkml:trace>
  <inkml:trace contextRef="#ctx0" brushRef="#br0" timeOffset="142107.1">32676 8097 124 0,'-8'-2'122'0,"8"2"-6"0,0 0-3 16,0 0-11-16,-6-5-2 0,6 5-10 0,0 0 1 15,-10-3-20-15,10 3 0 0,0 0-7 0,-13 3-5 16,13-3-12-16,-10 5 1 0,5-3-5 0,0 4-6 16,0 0-1-16,-2 0-2 0,1 1 0 0,1-1 3 15,0 2-5-15,1-1-2 0,0-1-7 0,1 4 3 0,1-1-8 16,0 0 4-16,0-3 4 0,2-6-2 15,0 14-6-15,1-6 4 0,0-1-2 0,2-1 5 16,0 1-1-16,2 0 3 0,-1-1-3 0,0-2 0 16,2 2-5-16,-1-4-1 0,0 2-1 0,3-3 2 15,-8-1 1-15,14 0 1 0,-7 0 2 0,-7 0 3 16,0 0-5-16,0 0 9 0,0 0-2 0,0 0 3 16,0 0-8-16,53-27 2 0,-53 27-3 0,0 0 2 15,18-29 1-15,-18 29-2 0,10-28-4 0,-10 28 1 16,9-29 3-16,-9 29 6 0,0 0-3 0,0-35-3 15,0 35-1-15,0 0-5 0,0 0 0 0,0 0-6 16,-10-40-1-16,7 34 0 0,-2 2-7 0,1 1-3 16,4 3-13-16,-13-3-20 0,-1 6-31 0,-1 4-15 15,-3 2-33-15,1 2-26 0,0 1-39 0,-6 4-133 16,8-3-334-16,-1 1 148 0</inkml:trace>
  <inkml:trace contextRef="#ctx0" brushRef="#br0" timeOffset="142595.47">32749 8349 11 0,'0'0'183'0,"0"0"-11"0,0 0-14 0,0 0-3 15,46-24-12-15,-46 24-3 0,0 0-16 0,22-14-11 16,-22 14-6-16,0 0-3 0,22-20-8 0,-22 20-6 15,0 0-4-15,20-27-11 0,-20 27-8 0,13-22-5 16,-13 22-9-16,11-24-3 0,-11 24-2 0,0 0-4 16,9-39-3-16,-9 39-6 0,0 0-4 0,5-33-1 15,-5 33 1-15,0 0 6 0,0 0-1 0,0 0-1 16,3-33-1-16,-3 33-7 0,0 0-1 0,0 0-4 16,0 0-2-16,0 0-3 0,0 0-2 15,0 0-4-15,0 0 0 0,0 0 0 0,0 0-2 0,-21-28-2 16,21 28-4-16,0 0 0 0,0 0 3 0,0 0-2 15,0 0 2-15,0 0-4 0,0 0 1 0,0 0 1 16,0 0-3-16,0 0-1 0,0 0 1 0,0 0-8 16,0 0-2-16,0 0 1 0,0 0-1 0,0 0 4 15,0 0 2-15,0 0-1 0,0 0 2 0,0 0 1 16,0 0-3-16,0 0 1 0,0 0-1 16,0 0 2-16,73 11-4 0,-73-11 4 0,0 0-6 0,0 0 4 15,0 0-4-15,40 19 4 0,-40-19-3 16,0 0 7-16,0 0 0 0,18 20-3 0,-18-20 0 0,0 0 9 15,0 0-4-15,10 33-1 0,-10-33 3 16,0 0 0-16,6 31-3 0,-6-31 4 0,0 0-2 16,3 30-1-16,-3-30-24 0,0 0-22 0,0 0-39 15,2 42-49-15,-2-42-48 0,0 0-164 0,0 0-372 0,8 32 165 16</inkml:trace>
  <inkml:trace contextRef="#ctx0" brushRef="#br0" timeOffset="145697.51">31814 8484 88 0,'0'0'148'0,"0"0"-1"0,0 0-1 16,0 0-1-16,0 0-1 0,0 0-7 0,0 0-11 16,0 0-8-16,0 0-14 0,0 0-2 0,0 0-11 15,0 0-8-15,0 0-4 0,0 0-9 0,0 0-1 16,0 0-2-16,16 20-4 0,-11-12-3 0,2 1-6 16,0-1-6-16,0 2-2 0,2 0-4 0,-3-1-5 15,2 3-5-15,0-1 1 0,-1-2-6 0,-1 1-4 16,2 0-2-16,-1-1 3 0,-2-1-6 0,3 0 0 15,-2-1 1-15,-2-3-3 0,1 1 2 0,-1-1-3 16,-4-4 4-16,7 5 2 0,-7-5 9 0,8 3 5 16,-8-3-1-16,0 0 4 0,10-3-5 0,-10 3-2 15,8-8-1-15,-1-1 1 0,-2 1-7 0,1-2 1 16,1-4-3-16,0-1-4 0,3 0-6 0,-4-1 4 16,3-1-4-16,0 0-2 0,-1-1-1 0,-1-5-1 15,-1 6 3-15,0-1-2 0,3 3-3 0,-5 3-2 0,1 3 0 16,0 0-7-16,-4 3-12 0,2 1-23 15,-3 5-26-15,1-7-19 0,-1 7-10 0,0 0-15 16,0 0-20-16,0 0-16 0,-10 22-40 0,3-13-168 16,-4 6-381-16,1-1 169 0</inkml:trace>
  <inkml:trace contextRef="#ctx0" brushRef="#br0" timeOffset="145929.34">32156 8517 126 0,'4'-7'222'0,"0"4"-6"16,1-1-18-16,-5 4-16 0,2-7-23 0,-2 7-15 15,0 0-17-15,9-3-13 0,-9 3-10 0,0 0-7 16,7 11-9-16,-7-11-10 0,2 15-5 0,1-5-8 16,0 3-7-16,0-1-6 0,1-2-4 0,0 3-4 15,-2-4-4-15,1 4-6 0,-3-2-5 0,3 1-21 16,-2-2-28-16,0 0-23 0,0-2-25 0,1 0-41 15,-1-3-35-15,-1-5-27 0,0 15-122 0,0-15-315 16,0 0 140-16</inkml:trace>
  <inkml:trace contextRef="#ctx0" brushRef="#br0" timeOffset="146099">32249 8386 108 0,'13'-1'91'0,"-13"1"-26"0,14 3-23 0,-6-1-22 15,3 3-23-15,1 0-25 0,6 1-22 0,-4 2-53 16,1-1 24-16</inkml:trace>
  <inkml:trace contextRef="#ctx0" brushRef="#br0" timeOffset="146367.73">32524 8459 101 0,'0'0'140'0,"0"0"-7"0,0 0-4 16,0 0-5-16,-24 6 0 0,16-4-5 0,2 0-11 16,-2 0-8-16,-3 1-13 0,4 0-6 0,-1-1-9 15,2 3-7-15,0-1-4 0,-1 3-10 0,2-1 2 16,1-1-11-16,2 2-1 0,2-7-5 0,-3 12 0 16,3-12-11-16,4 13 2 0,1-4 2 0,2-1-3 15,0 0-3-15,3-1-6 0,-2 1-1 0,3 0-2 16,0-3 1-16,-2 3 1 0,0-1-4 0,1 0-5 15,-2 0 0-15,-3-2 2 0,-3-2-4 0,-2-3 3 16,4 11-3-16,-2-7 3 0,-2-4 4 0,-3 12-3 16,3-12-6-16,-8 10 3 0,-1-4 7 0,-1 2-3 15,1-2 0-15,0-1-7 0,-3 0-15 0,1-1-21 16,2 1-34-16,0 0-39 0,3-3-29 0,0 2-147 16,-1-2-304-16,7-2 136 0</inkml:trace>
  <inkml:trace contextRef="#ctx0" brushRef="#br0" timeOffset="146560.47">32607 8555 104 0,'7'-4'216'16,"-7"4"-13"-16,0 0-25 0,0 0-18 0,3-5-17 16,-3 5-16-16,0 0 0 0,0 0-8 0,0 0-12 15,2 19-9-15,-2-9-8 0,0 1-10 0,-2 2-5 16,1-3-8-16,-1 3-9 0,2-2-23 0,-3 1-23 15,2-1-31-15,-2 1-26 0,3-1-49 0,0-3-53 16,-2 2-136-16,0-3-306 0,2-7 136 0</inkml:trace>
  <inkml:trace contextRef="#ctx0" brushRef="#br0" timeOffset="146719.54">32657 8382 87 0,'0'0'101'0,"0"0"-18"0,0 0-36 0,0 0-22 0,0 0-25 15,0 0-58-15,0 0-61 0,0 0 27 0</inkml:trace>
  <inkml:trace contextRef="#ctx0" brushRef="#br0" timeOffset="147062.43">32713 8474 70 0,'0'0'178'0,"0"0"-9"0,0 0-19 0,0 0-14 16,0 0-7-16,0 0-12 0,0 0 11 0,0 0-5 15,0 0-7-15,0 0-5 0,25 36-12 0,-25-36-12 0,0 0-8 16,6 36-3-16,-6-36-11 0,0 0-9 16,5 31 0-16,-5-31-6 0,0 0-4 0,0 0-4 15,1 33-5-15,-1-33-6 0,0 0-3 0,0 0-3 16,0 0-1-16,0 0-2 0,0 0-6 0,0 0 4 15,0 0-4-15,0 0-3 0,0 0-4 0,0 0-8 0,0 0-1 16,0 0-10-16,0 0 3 0,0 0-6 16,0 0 3-16,27 12-1 0,-27-12 3 0,0 0-2 0,0 0 0 15,0 0 2-15,0 0-3 0,0 0 1 16,51-4 10-16,-51 4-5 0,0 0-1 0,0 0 3 16,24 21 6-16,-24-21 2 0,0 0 8 0,0 0-6 15,8 22 0-15,-8-22-1 0,0 0 2 0,0 0 1 0,0 0 4 16,0 0-5-16,0 0 2 0,-27 48-16 0,27-48-14 15,0 0-28-15,-21 15-33 0,21-15-41 0,0 0-63 16,0 0-120-16,-31 11-331 0,31-11 146 16</inkml:trace>
  <inkml:trace contextRef="#ctx0" brushRef="#br0" timeOffset="147438.29">32916 8431 104 0,'0'0'179'0,"0"0"4"16,0 0-8-16,0 0-11 0,0 0 2 0,0 0-12 0,0 0-10 15,0 0-12-15,29 57-14 0,-29-57-7 0,3 33-11 16,-3-33-11-16,2 33-11 0,-2-33-3 16,0 0-12-16,0 38-2 0,0-38-8 0,0 0-3 15,6 30-3-15,-6-30-4 0,0 0-4 0,0 0-5 16,10 28-2-16,-10-28-3 0,0 0-4 0,0 0 0 15,29 11-2-15,-29-11 1 0,0 0-6 0,42-1 0 0,-42 1-4 16,0 0 3-16,48-21-4 0,-48 21-1 16,28-20 2-16,-28 20-4 0,19-16 4 0,-19 16-6 15,0 0 0-15,18-29 2 0,-18 29 9 0,0 0 6 16,0 0 4-16,12-23-2 0,-12 23-4 0,0 0-5 16,0 0 0-16,0 0-6 0,0 0 1 0,0 0-3 15,0 0 0-15,0 0-4 0,0 0-2 0,0 0 3 0,0 0-2 16,0 0-2-16,0 0-21 0,0 0-13 15,-78 44-27-15,78-44-23 0,0 0-31 0,0 0-37 16,0 0-44-16,14 47-185 0,-14-47-408 0,0 0 180 16</inkml:trace>
  <inkml:trace contextRef="#ctx0" brushRef="#br0" timeOffset="148332.54">29016 8579 69 0,'-8'-1'116'15,"8"1"-6"-15,0 0-6 0,0 0-11 0,-11 0-3 16,11 0-4-16,0 0 1 0,0 0-3 16,0 0-11-16,0 0-6 0,0 0-5 0,0 0-2 15,0 0-4-15,0 0-5 0,0 0 1 0,0 0 8 0,0 0-3 16,43 0-6-16,-12 0 4 0,5 0-2 0,15-1-1 16,1-5-1-16,5 5-7 0,-1 1 2 0,1-3-7 15,3 4-9-15,0-1 7 0,4 2-3 16,1-1 0-16,30 1-9 0,-30-4 3 0,0 2-7 0,3-1 2 15,23-1-2-15,-30 2-5 0,-4-1-2 0,-3 1-2 16,-3-4-2-16,-12 2 1 0,-3-1-1 0,-3 1-5 16,-4 2 3-16,1-2 2 0,-9 1 4 0,-3-1 0 15,1 1-2-15,-5 1 4 0,-2-2 3 0,1 1 0 16,-1 0 10-16,-1 0-3 0,-5 1 1 0,-6 0 0 16,13 0 3-16,-13 0-4 0,9 0-3 0,-9 0-1 15,8-2-1-15,-8 2-6 0,0 0-2 0,0 0 1 16,8-2-4-16,-8 2-9 0,0 0-2 0,0 0-10 15,0 0-18-15,0 0-18 0,0 0-7 0,0 0-9 16,9 4-8-16,-9-4-3 0,0 0-13 0,0 0-23 16,-1 10-25-16,1-10-27 0,-10 12-114 0,4-9-298 15,-1-2 133-15</inkml:trace>
  <inkml:trace contextRef="#ctx0" brushRef="#br0" timeOffset="150163.71">33315 8658 174 0,'0'0'171'0,"0"0"-3"0,21-35-11 16,-21 35-8-16,0 0-15 0,16-37-7 0,-16 37-15 15,11-28-12-15,-11 28-9 0,7-29-5 16,-7 29-11-16,0 0-2 0,5-36-7 0,-5 36-2 0,0 0-10 16,0 0 1-16,0-39-2 0,0 39-7 0,0 0-6 15,0 0-6-15,0 0-7 0,-18-31 1 0,18 31-6 16,0 0 1-16,0 0-5 0,0 0-6 16,-35-4 2-16,35 4 0 0,0 0-1 0,0 0-3 0,0 0-2 15,0 0-2-15,0 0 0 0,0 0 3 16,0 0-4-16,-36 39-4 0,36-39 6 0,0 0-4 0,0 0 3 15,0 0-1-15,0 0 2 0,0 0-3 0,0 0 2 16,0 0-3-16,0 0-3 0,55 45 4 0,-55-45-5 16,0 0 2-16,0 0-5 0,0 0 7 0,32 7-2 15,-32-7 3-15,0 0-7 0,0 0 5 16,0 0-7-16,0 0 0 0,0 0-1 0,0 0 1 0,0 0 3 16,22 14 1-16,-22-14 4 0,0 0 0 0,0 0-3 15,0 0 0-15,0 0 2 0,7 32-2 0,-7-32 0 16,0 0 2-16,0 0 1 0,9 27-2 0,-9-27 2 15,0 0-1-15,0 0-2 0,0 0 4 0,14 26-3 16,-14-26 4-16,0 0-2 0,0 0 2 16,0 0-3-16,27 11 5 0,-27-11-3 0,0 0 4 15,0 0-4-15,0 0 0 0,0 0 0 0,0 0-4 0,0 0-4 16,0 0 0-16,56-24-2 0,-56 24 2 0,0 0-3 16,17-25-9-16,-17 25 0 0,0 0-1 15,11-24 0-15,-11 24 9 0,0 0-8 0,0 0 6 0,9-28 3 16,-9 28-2-16,0 0-6 0,0 0 1 15,0 0-1-15,0 0 2 0,0 0-4 0,0 0 3 16,0 0 4-16,0 0-2 0,0 0 3 0,0 0 4 16,0 0-1-16,0 0 9 0,0 0-7 0,0 0-8 0,0 0 8 15,0 0 0-15,0 0 4 0,0 0-5 16,0 0 2-16,0 0 5 0,0 0-2 0,25 64-3 16,-25-64 0-16,0 0-6 0,0 0 0 0,0 0-4 15,38 3 5-15,-38-3-4 0,0 0-1 0,0 0 3 16,0 0-3-16,0 0 5 0,43-19-9 0,-43 19 14 15,0 0-2-15,0 0 0 0,18-30 1 0,-18 30 2 16,0 0 5-16,0 0 6 0,13-23 5 0,-13 23 4 16,0 0 1-16,0 0-7 0,0 0-1 0,0 0-4 15,0 0-2-15,0 0-1 0,0 0 2 0,0 0 9 16,0 0 2-16,0 0-2 0,0 0 1 0,0 0 3 16,0 0-7-16,0 0 2 0,-6 78-24 0,6-78-2 15,0 0 1-15,-9 45-7 0,9-45-16 0,0 0-22 16,-8 34-27-16,8-34-30 0,0 0-32 0,0 0-128 15,-9 29-296-15,9-29 131 0</inkml:trace>
  <inkml:trace contextRef="#ctx0" brushRef="#br0" timeOffset="150350.47">33755 8509 43 0,'0'0'147'0,"0"0"-14"16,0 0-14-16,0 0-11 0,0 0-13 0,0 0-3 16,0 0-13-16,0 0-12 0,0 0-32 0,0 0-35 15,0 0-40-15,0 0-36 0,0 0-58 0,-12 88-145 16,12-88 64-16</inkml:trace>
  <inkml:trace contextRef="#ctx0" brushRef="#br0" timeOffset="150509.43">33723 8295 31 0,'0'0'11'0,"0"0"-18"15,0 0-9-15,0 0 4 0</inkml:trace>
  <inkml:trace contextRef="#ctx0" brushRef="#br0" timeOffset="169459.81">24817 8229 90 0,'0'0'129'0,"0"0"-8"15,0 0-3-15,0 0-11 0,0 0-2 0,0 0-10 16,0 0-9-16,0 0-7 0,0 0-4 0,0 0-13 15,0 0-3-15,0 0-6 0,0 0-9 0,0 0-4 16,0 0-5-16,0 0 1 0,0 0 3 0,0 0-10 16,-27 4 2-16,16-2-5 0,-11-1 1 0,3 2 1 15,-2 0-1-15,-9 2-3 0,-5-2-1 0,2 0 5 16,2 0 6-16,0-2-2 0,1-1 0 0,3 2-2 16,-3 2 0-16,0-3-5 0,3-1-1 0,5 3-9 15,2-3 1-15,0 1 0 0,7-1-2 0,1 0-1 16,3 0 1-16,0 0-2 0,1 2-7 0,8-2 2 15,-10 0-8-15,10 0-14 0,0 0-1 0,-12-2-15 16,12 2-2-16,0 0-19 0,0 0-16 0,-3 6-14 16,3-6-13-16,0 0-13 0,0 0-20 0,0 0-90 15,10 13-236-15,-10-13 104 0</inkml:trace>
  <inkml:trace contextRef="#ctx0" brushRef="#br0" timeOffset="169792.92">24388 8110 47 0,'0'-6'148'0,"0"6"-8"0,0 0-22 16,3-5-7-16,-3 5-12 0,0 0-15 16,0 0-5-16,0 0-19 0,0 0-1 0,0 0-6 15,0 0-5-15,0 0-3 0,0 0-6 0,0 0-8 0,0 0-7 16,-21 21 10-16,12-10-1 0,-1-3-5 0,-2 5 3 15,0-1-18-15,1 1 8 0,-3 0-2 16,2-2-4-16,2-2-3 0,1-1 9 0,1 0-10 0,1 1 0 16,-1-2-4-16,2 0 2 0,1 1 2 15,-1-2-6-15,3-1-1 0,-1 1 8 0,0 1 1 0,3 0-5 16,1-7-4-16,-2 15-4 0,2-15 7 0,7 12-4 16,-3-5-2-16,1 0 8 0,4 0-5 0,3-1 0 15,5 1-5-15,1 0-2 0,1-2-19 0,9 3-20 16,0-3-26-16,2 1-15 0,-1-1-34 0,-8-3-84 15,7 1-216-15,-9-3 97 0</inkml:trace>
  <inkml:trace contextRef="#ctx0" brushRef="#br0" timeOffset="170661.52">21642 8082 36 0,'0'0'158'0,"1"-9"-16"15,-1 9-14-15,3-8-12 0,-3 8-13 0,0 0-27 16,0 0 4-16,0 0-12 0,0 0-3 0,0 0-4 15,0 0-5-15,-4 31-12 0,3-13 5 0,-2 1-4 16,2 5 0-16,-3 1-5 0,3-4-9 0,-1 4 0 16,0-6 9-16,2-2-18 0,2 9 0 0,-2-10-1 15,1-3 0-15,-1-3 1 0,5 3-14 0,-3-4 7 16,3 1-2-16,1 0 6 0,-3-4-3 0,4-2 1 16,3 1-3-16,-2-5 1 0,2 1-1 0,1-2 12 15,1-2-18-15,0 0 5 0,0-2 1 0,4-3-5 16,-1-1-3-16,-5 1 3 0,-2 2 0 0,2-3-7 15,-2-1 0-15,-2 0-1 0,1 1 4 0,0-1-4 16,-2 0-2-16,0 2 1 0,-1 2 2 0,-1 1 2 16,-3 5-4-16,4-9 2 0,-4 9 0 0,4-4-3 15,-4 4 0-15,0 0-5 0,0 0 4 0,0 0 2 16,0 0 0-16,7 17-7 0,-4-10 8 0,-2 3-4 16,1 3-1-16,1-4 7 0,2 3-2 0,-1-1 0 15,0-2-3-15,1 0 1 0,2 0-3 0,1 0 6 16,0-3-2-16,2 0 3 0,0 0-3 0,2-5 1 15,6 1-1-15,0-5-4 0,1-1 15 0,1 0-4 0,-2-1 3 16,1-4 5-16,-1-1-9 0,-1-1 5 16,-3-4-5-16,1 3 5 0,-3-2-4 0,-1 1 4 15,-2-2 1-15,-2-2-1 0,-3 3 2 0,-2-1-2 0,-1 3-2 16,-1-4-1-16,-2 5 2 0,-1 0-7 0,1 3 1 16,-1 0-5-16,-1 4-7 0,4 4 0 0,-9-5-26 15,9 5-8-15,-14 0-17 0,14 0-14 16,-13 5-24-16,7-1-15 0,1 3-9 0,2-1-107 0,-2 1-246 15,4 0 108-15</inkml:trace>
  <inkml:trace contextRef="#ctx0" brushRef="#br0" timeOffset="170852.23">22286 8168 124 0,'0'0'115'0,"0"0"-11"0,0 0-12 0,0 0-13 15,0 0-8-15,0 0 2 0,8 15-5 0,-7-6-5 16,1 4-7-16,-2-3-3 0,1 4-2 0,-1 1-9 16,0-3-4-16,0 5-3 0,1-4-20 0,0 0-22 15,1-2-24-15,-2 1-20 0,1 1-29 0,-2-2-72 16,1-1-165-16,0-3 74 0</inkml:trace>
  <inkml:trace contextRef="#ctx0" brushRef="#br0" timeOffset="171587.81">22544 8192 131 0,'-9'4'127'0,"-2"0"-5"0,0 2-1 0,-1 0-7 15,1 0-21-15,0 2-2 0,4 1-12 16,-1 0-4-16,2 1-12 0,-1 0-1 0,3 1-10 15,2 4-3-15,0-5-5 0,1-1-3 0,4 4-3 0,-1-6-5 16,2 5-2-16,3-6 2 0,-1 2-10 0,5-4-5 16,0-2-1-16,-1 2 4 0,3-2-10 0,0-4 1 15,4 1-4-15,-1-4 2 0,0-3-6 0,0-1-1 16,-4-2 8-16,0-3-4 0,1 0-5 0,-6-1 0 16,-2-1-4-16,1-2 12 0,-1-7-7 0,-3 6 0 15,3-8 8-15,-5 3-1 0,-1-2 3 0,-3-1 1 16,1 1 0-16,-3 2 9 0,2 5 13 0,1 1-4 15,-3-1 20-15,4 8-3 0,-3-1 2 0,2 2-1 16,0 3 0-16,1 1-8 0,2 6-11 0,-4-8-4 16,4 8-7-16,0 0 0 0,0 0 1 0,0 0-5 15,-9 15-3-15,7 2 1 0,-1 0-3 0,-2 11 1 16,3 0-7-16,-2 2 8 0,3-2-4 0,2-2 0 16,-1-1 1-16,1-4-1 0,2-2-4 0,2 0 0 15,1-2-1-15,2-2 0 0,0 1 0 0,3-2 2 16,-3-7-5-16,2 2-5 0,5-2-7 0,-2-2-8 15,5-1 4-15,0-3-9 0,2 0 6 0,1-5-7 16,-1-1 2-16,7-2 0 0,-8-1 4 0,-1-2 2 16,1-3 0-16,3-2 6 0,-9 1-1 0,-3 0 4 15,0 1 0-15,-2-3-3 0,-2 1 3 0,-3 4 3 16,-1-1 3-16,-2 2 6 0,2 3-2 0,-2 7-2 16,-3-15 7-16,-1 12-2 0,4 3-3 0,-9-7 3 15,4 6 5-15,5 1 5 0,-18 5-4 0,7 0 1 16,-1 5 2-16,-3 0-5 0,3 2 2 0,1 1-2 0,2 0 1 15,4 0-2-15,1-2 2 0,1 2-7 0,1 2-7 16,6 0-20-16,-1-2-18 0,3 1-17 16,4-1-25-16,1-4-17 0,0-2-29 0,5 3-16 15,1-3-114-15,2-1-281 0,-1-2 125 0</inkml:trace>
  <inkml:trace contextRef="#ctx0" brushRef="#br0" timeOffset="171964.34">23010 8035 121 0,'-3'-11'186'0,"-1"1"-9"0,0 0-8 16,2 6-29-16,2 4-10 0,-3-10-10 0,3 10-18 15,0 0-9-15,0 0-10 0,0 0-13 0,0 0 0 16,8 23-12-16,-4-13 0 0,1 6-7 0,-1 1-8 16,0 0-4-16,1-1 0 0,1 0-6 0,-2-4-3 15,-1 0-1-15,-1 0-2 0,2-1-1 0,0-3-3 16,-3 0-5-16,0-2 3 0,1 1-4 0,-2-7 1 15,3 9-2-15,-3-9 1 0,3 6-6 0,-3-6 5 16,2 5-4-16,-2-5 0 0,0 0-4 0,0 0 4 16,0 0 2-16,0 0-9 0,0 0 1 0,0 0-4 15,17-16 1-15,-12 12 1 0,3 0-2 0,-2 1 0 16,3 0-5-16,1 0 2 0,-1 2-3 0,-9 1 4 16,15-3 0-16,-4 7-6 0,-1-1 0 0,1 2 4 15,-3 0-1-15,1 2-3 0,-2 0 3 0,-1 1-5 16,-2 1 8-16,0-1 1 0,-3 1-3 0,-1 1-2 15,-1 0 5-15,-4-1-4 0,0 1 3 0,-2 0-5 16,1-1-23-16,-3 1-13 0,-1-1-9 0,-1 0-24 16,1-2-19-16,0-2-11 0,1 1-14 0,1-1-23 15,-2 2-98-15,5-5-258 0,5-2 114 0</inkml:trace>
  <inkml:trace contextRef="#ctx0" brushRef="#br0" timeOffset="172319.72">23307 8133 33 0,'0'0'186'0,"3"-9"-3"0,-3 9-11 0,0 0-12 15,0-9-15-15,0 9-14 0,0 0-15 0,0 0-15 16,0 0-10-16,0 0-10 0,0 0-10 0,0 0-10 0,0 0-4 16,-19 20 1-16,14-9-11 0,0-2 0 0,2 0-6 15,-1 1-6-15,2-1-4 0,0 3-5 16,2-4-1-16,0-8-14 0,2 14 2 0,-1-9-12 15,1 2-4-15,1-3 1 0,2 1-6 0,-5-5 3 0,9 4-5 16,-1-4-6-16,-8 0 6 0,18-3-5 0,-9-1 3 16,1-2-5-16,-1-1 9 0,0 0-5 0,0-1 9 15,-2-3-3-15,1 2 1 0,-4-2 3 16,1-2 4-16,3 4 7 0,-3 1 10 0,-3 1 9 0,2 3 0 16,-4 4-7-16,4-10-6 0,-4 10 1 0,4-3-3 15,-4 3-1-15,0 0-5 0,0 0 3 0,10 11-2 16,-9-6-1-16,0 5 0 0,-1 1 2 0,2 3-2 15,-2-4-16-15,0 2-20 0,1 3-29 0,-1-1-33 16,0-3-32-16,0 0-31 0,-1 1-98 0,-1 0-274 16,4-5 122-16</inkml:trace>
  <inkml:trace contextRef="#ctx0" brushRef="#br0" timeOffset="172640.37">23491 8148 87 0,'0'0'126'0,"0"0"-7"0,0 0 0 16,0 0-5-16,0 0-9 0,0 0-10 0,0 0-10 15,11 20-10-15,-11-20-7 0,4 9-6 0,-3-3-4 16,-1-6-9-16,2 8-1 0,-2-8-8 0,4 8 5 16,-4-8-9-16,3 4 9 0,-3-4-4 0,0 0 11 15,0 0 0-15,0 0-5 0,0 0-10 0,0 0 5 16,0 0-14-16,14-13 1 0,-8 6-7 0,1 0-1 15,1-2-2-15,0-1-3 0,-1 1 3 0,0 0-8 16,2 3 1-16,-1-3 1 0,0 3 1 0,-2 3-9 16,2-1-1-16,-3 0-1 0,-5 4-5 0,9-1 2 15,-9 1 2-15,7 7 1 0,-7-7 1 0,7 7-6 16,-5 1 4-16,-1-1 7 0,2 1-5 0,-3 3-7 0,0-2-12 16,1 2-25-16,-2-2-40 0,1 1-6 0,3 2-35 15,-2-4-136-15,0 1-277 0,-1-9 122 0</inkml:trace>
  <inkml:trace contextRef="#ctx0" brushRef="#br0" timeOffset="173047.4">23830 8054 52 0,'-6'-4'188'0,"-3"0"-11"0,1 0-14 15,8 4-6-15,-14-1-19 0,1 2-11 0,3 3-16 16,-1 2-10-16,-2 3-10 0,0 1-8 0,2 2-12 15,0 1-2-15,1 2-5 0,5-3-12 0,-1 0-2 16,4 0-2-16,0 0-4 0,2 0-7 0,1-1-2 16,3-2 2-16,1 0-9 0,4-2-9 0,4-1-5 15,-3-1-8-15,8-4-11 0,2-1-7 0,-2-4-2 16,0 1-4-16,0-2 2 0,-1-3 5 0,-3-3-9 16,-2-1 7-16,-1-4 1 0,-4 1-1 0,1-5 9 15,-2-6-3-15,-4-2 1 0,-1 1-2 0,-4-3 8 16,1 0 6-16,-2-2-2 0,-1 2 18 0,-3 1-2 15,3-1 3-15,-3 0 16 0,1 5 12 0,2 7 12 16,1 2-2-16,0-1 2 0,1 5-1 0,-2 2-3 16,4 0-6-16,-2 4-3 0,3 6-12 0,-2-6-5 15,2 6-5-15,0 0 0 0,0 0-5 0,0 0-1 16,10 38-2-16,-5-14-3 0,0 4-3 0,-1 1 1 16,2 4-1-16,0-1-2 0,-1 3-2 0,0 0 6 15,0-2-11-15,0 2 0 0,-1-2-19 0,-3 0-27 16,0 2-22-16,-3 0-37 0,1-3-25 0,-3 0-33 15,-1-3-38-15,-6 3-135 0,1 1-358 0,-2-4 159 16</inkml:trace>
  <inkml:trace contextRef="#ctx0" brushRef="#br0" timeOffset="173600.4">22753 8790 133 0,'-18'-8'173'0,"-1"3"-14"0,-3 2-11 15,-5 3-4-15,0 2-10 0,1 1-6 0,-3 5-19 16,4 1-5-16,4 1-7 0,-3 3-10 0,7 0-11 16,2 1-9-16,1 0-8 0,1 1-6 0,6 0 0 15,3 1-6-15,1-4-5 0,2-1-5 0,2 2-6 16,2-1 2-16,3-3-7 0,2-1-1 0,3-1-3 16,5-2-2-16,3-2 0 0,1-2-2 0,11-3-2 15,-3-5-5-15,-1 0 0 0,1-3-1 0,-2-1-4 16,-2 0-1-16,-9-1 2 0,2 1-2 0,-4 1-1 15,-2-5 1-15,-5 6 3 0,1-5-2 0,-3 1 3 16,1 5 10-16,-2-2 1 0,-1 2 0 0,-1 1 3 16,-1 7-1-16,4-12-5 0,-4 12 0 0,0 0-6 15,4-4 0-15,-4 4-2 0,0 0-1 0,0 0-4 16,6 23 5-16,-1-5-5 0,1 2 1 0,-1 3-1 16,0 6 2-16,-2-1 2 0,-1 2-1 0,0 2 0 15,1-1 1-15,-2-3-1 0,-2 3-4 0,0-2 1 16,-1-1 0-16,0 0 1 0,-3-3 0 0,-3-1 0 0,3-5-5 15,-1 0 4-15,-2-2 0 0,-2 1-1 0,-2-2 2 16,2-2-2-16,-3 0 0 0,0-3-13 16,-1 0-13-16,5-4-6 0,0-2-34 0,-3-2-29 15,3-2-20-15,0-1-22 0,9 0-21 0,-15-9-149 0,7 1-330 16,5-4 146-16</inkml:trace>
  <inkml:trace contextRef="#ctx0" brushRef="#br0" timeOffset="174178.18">23070 8882 19 0,'0'-8'169'0,"0"2"-6"0,0 6-7 0,-4-13-7 15,4 13-4-15,-7-9-7 0,1 6 0 16,6 3-10-16,-14-2-14 0,14 2-10 0,-17 5-10 0,7-1-8 16,0 4-9-16,0 1-9 0,-3 3-5 0,1 1-9 15,5 1-4-15,-2 2-4 0,4-6-4 0,1 2-5 16,1 0-2-16,3-1-14 0,3 0-8 0,-2-2-11 15,2-2 1-15,2-1 3 0,0-2-9 0,3 1-9 16,-1-1-1-16,1-3-1 0,2 0-2 0,2-2 2 16,-2-2 1-16,-1-1 5 0,-2 1 1 0,0-2 2 15,-3 2 0-15,0-5-1 0,-2 2 6 0,-2 6-1 16,0-13 5-16,0 13 4 0,-2-11 3 0,2 11 4 16,-2-13 7-16,2 13 7 0,-3-8-2 0,3 8-7 15,-3-6-1-15,3 6-1 0,0 0-4 0,0 0-6 16,0 0 3-16,0 0-2 0,0 0 5 0,0 0-4 15,0 0-4-15,5 21 1 0,0-13 3 0,-1-3-5 16,4 3 0-16,-1-3 2 0,2 2-3 0,3-2 1 16,-1-2-4-16,1 0 1 0,6-2-5 0,-2-1-5 0,0-1 8 15,-1-3-5-15,4-1-6 0,-6-1-1 0,4-2 4 16,-3-4 6-16,1 2-2 0,-3-5-2 16,-1-1-1-16,-2 0 10 0,1-6-4 0,-2 3 6 15,-4-5-1-15,-1-2 1 0,0 1 10 0,-3 0 4 0,0 5 2 16,-3-6 3-16,1 6 4 0,-2 3 9 0,-1 0 8 15,2 4 4-15,1 2 11 0,-1 0-2 16,2 2-3-16,-2 3 0 0,2-1-12 0,1 7-6 16,-4-9-7-16,4 9-2 0,0 0-4 0,0 0-1 0,0 0-1 15,-5 26-3-15,1-7-2 0,2 8-1 0,-2-1-1 16,4 3-3-16,0 1-3 0,0 2 3 0,0-5-3 16,4 2 3-16,-3-2-5 0,0-2 2 15,-1 3-2-15,3-3 3 0,-2 1-10 0,0-2-14 0,-2-5-22 16,1 0-21-16,0 0-33 0,-1-1-34 0,-2 0-19 15,1-2-34-15,-2-5-30 0,2 1-164 0,-2-2-401 16,4-10 178-16</inkml:trace>
  <inkml:trace contextRef="#ctx0" brushRef="#br0" timeOffset="174393.36">23286 8897 1565 0,'11'-23'11'0,"-2"4"51"16,1 5-14-16,-2-1-6 0,1 7-13 0,-1 0-10 15,-1 1-3-15,4 1 8 0,-1 4 7 0,1 0 1 16,-2 2-8-16,3 2 4 0,-6 0-3 0,1 4-1 16,1 0-5-16,-3 2 5 0,1 1-4 0,-4 2 4 15,-2 1-5-15,-2 6 0 0,-5-4 0 0,-2-1-3 16,2 2-5-16,-6-1-3 0,-2 2-10 0,2-4-18 16,-4 0-23-16,2-1-18 0,-2 0-21 0,2-4-29 15,1-2-26-15,4-1-29 0,-3 0-91 0,3-2-277 0,3 0 123 16</inkml:trace>
  <inkml:trace contextRef="#ctx0" brushRef="#br0" timeOffset="175034.1">22859 9646 9 0,'-3'-7'208'0,"3"7"-6"0,-6-11-16 16,1 7-8-16,0 1-4 0,5 3-14 0,-16-6-16 15,9 6-13-15,-6 2-8 0,1 2-15 0,1 1-11 16,-6 4-9-16,3 2-5 0,-1 1-10 0,2-1-10 16,2 2-6-16,3 0-4 0,3-1-6 0,2 0-8 15,3-2-1-15,3 2-11 0,1 0-1 0,0 0 0 16,2-3-8-16,8 3-6 0,-4 2 0 0,5-5-4 15,0 1 3-15,0-1-5 0,0-1-2 0,-1 1 0 16,-2-3-1-16,3 4 3 0,-6-4-6 0,-3 1 3 16,1-3-6-16,-2 0-1 0,0 1 5 0,-5-5-9 0,4 10 8 15,-3-4 0-15,-1-6-2 0,0 0 4 0,-11 14-2 16,0-10 0-16,0 1 0 0,-8 0 1 0,0-1-3 16,-1 0 0-16,4-1-6 0,-2 0-11 15,0-1-13-15,1-2-20 0,5 2-28 0,-1-1-14 0,1-2-28 16,3-1-32-16,-1 0-155 0,1 0-333 0,9 2 147 15</inkml:trace>
  <inkml:trace contextRef="#ctx0" brushRef="#br0" timeOffset="175567.4">22966 9994 123 0,'0'0'153'0,"0"0"-14"0,0 0-11 0,0 0-21 16,0 0-3-16,27-16-15 0,-17 9-6 15,6-6-5-15,0 0-7 0,5-6-4 0,1 3 3 0,-6 3-11 16,4-6-5-16,-5 6-5 0,-1-2 0 0,-2 1-5 15,-1 0-4-15,-4 2-6 0,0-2-4 0,-4 3-2 16,-1 1-5-16,-2 2 4 0,-2 1-8 0,0-3 8 16,-2 5-2-16,-2-1 2 0,-1 3-3 0,-2 0-6 15,-1 1-3-15,-1 2 5 0,-2 1 2 0,0 3-1 16,0 1-6-16,-4 3 0 0,2 1 5 0,0 2-9 16,2 1-2-16,2-1 4 0,2 4-4 0,2-4 0 15,1 0 2-15,3 0-2 0,3 5-1 0,0-4-1 16,3 0-1-16,2-2-4 0,0 0-8 0,5-1-9 15,3 1-12-15,-1-3-23 0,4 2-19 0,2-3-27 16,1-2-28-16,0 0-33 0,1-3-88 0,-2-4-265 16,2-2 118-16</inkml:trace>
  <inkml:trace contextRef="#ctx0" brushRef="#br0" timeOffset="176292.04">23328 9800 73 0,'-1'-9'162'0,"1"9"-14"0,0 0-23 16,0 0-6-16,0 0-14 0,0 0-12 0,0 0-2 16,0 0-11-16,0 0-9 0,7 23-7 0,-4-15-7 0,-2-2 8 15,2 1-17-15,-1 0-4 0,1 1-5 0,-2 0-2 16,2-3-5-16,-3-5-1 0,1 11-2 16,0-4-1-16,-1-7-7 0,3 7 13 0,-3-7 5 0,0 0 9 15,0 0-4-15,0 0-3 0,0 0-5 0,0 0 1 16,0 0-2-16,0 0-3 0,0 0 7 0,-13-20 0 15,10 11-2-15,2 1-6 0,1-4-3 16,0 2-4-16,0 0 1 0,0-2 0 0,1-1-11 16,2 2 12-16,1 1-4 0,2 1-2 0,-1-2 2 0,3 3-4 15,1-1-1-15,0 2-8 0,2 0 5 0,-2 2-4 16,3 2 4-16,2 2-8 0,-1 0 2 16,1 1 3-16,2 3-4 0,-2 0-2 0,-2 2-2 15,-3 1 2-15,4 1-1 0,-4-1 1 0,0 1-2 0,-1 2-2 16,0-2-1-16,-3 1 4 0,0 1-4 0,1-4 0 15,-5 2 3-15,0 2-1 0,-1-9-1 0,0 11-1 16,0-11 3-16,-4 11-3 0,0-7 5 0,4-4 1 16,-6 8 2-16,6-8-4 0,-5 2 3 0,5-2-4 15,0 0 0-15,-14-3-1 0,14 3 2 0,-8-8-4 16,8 8 0-16,-2-11-5 0,0 3 1 0,5-2-11 16,1-2 5-16,2-2-10 0,2-1-8 0,2 2 0 15,2-1 5-15,1 0 0 0,2 1-7 0,-3 0 11 16,2 1 2-16,-3 4-2 0,1 1 4 0,0 1 3 15,1 2-6-15,-3 2 6 0,0 2 3 0,2 1-2 16,-2 1 1-16,-2 1 2 0,2 1-1 0,-1 5 2 16,-2-4-1-16,0 3 3 0,-1-1 3 0,0 1 2 15,1 0-3-15,-1-1-2 0,3 2 5 0,1-3 0 16,1 1-3-16,-1-1 4 0,4-2-1 0,1-1 2 16,3-2-3-16,1-2 2 0,-2 0-1 0,1-1 0 15,-1 1 3-15,0-5-4 0,-5 0 0 0,3-1 6 0,-5 0 4 16,-1 0-7-16,0 0 0 0,-4-1 14 15,-1-2 6-15,-1 1-11 0,-4 0 1 0,-1-2-4 16,0 0 0-16,-2 0 3 0,-1 1 3 0,-2 1 19 0,1 2 4 16,2 1 6-16,0-1-2 0,4 7-3 0,-6-7-4 15,6 7-4-15,-4-7-6 0,4 7-4 0,0 0-1 16,0 0-1-16,0 0-1 0,-13 14-2 16,11-4-4-16,-2 1 1 0,3 0-2 0,-5 5 1 0,4-1-2 15,1-3-6-15,1 0-14 0,0 0-17 0,-2 1-34 16,2-2-36-16,-2 0-29 0,4 0-40 0,-2-2-189 15,0 1-385-15,0-10 171 0</inkml:trace>
  <inkml:trace contextRef="#ctx0" brushRef="#br0" timeOffset="176479.09">23886 9396 29 0,'-5'-6'269'16,"3"-1"-30"-16,-2 2-20 0,4 5-28 0,-5-10-19 16,5 10-38-16,-3-5-33 0,3 5-31 0,0 0-27 15,0 0-44-15,0 0-49 0,0 0-54 0,0 0-115 16,0 0-237-16,24 13 105 0</inkml:trace>
  <inkml:trace contextRef="#ctx0" brushRef="#br0" timeOffset="177474.48">24203 9463 95 0,'0'0'183'15,"0"0"-21"-15,0 0-15 0,0 0-9 0,0 0-19 16,0 0 0-16,0 0-4 0,0 0 2 0,-10 26-10 16,3-15-8-16,2 4-12 0,-2 3-4 0,2-1-11 15,0 0-6-15,2-1-9 0,3 1-3 0,-2-1-6 16,7 1-3-16,-3-5-7 0,2-2-2 0,0 3-4 16,4 1-15-16,-2-5-17 0,2-1-18 0,-1 0-12 15,1-3-18-15,0 0-23 0,3-2-9 0,-1 0-14 16,1 0-11-16,0-3-3 0,-1-3-6 0,-1 0-8 15,4 0 10-15,-4-2 5 0,1-2 12 0,0-1 11 16,-3 1 18-16,2-2 11 0,-2 0 15 0,1-1 20 16,-3 1 13-16,0-2 9 0,-1 2 17 0,2 0 7 15,-5 3 22-15,2-1 14 0,0 3 14 0,-3 4 0 16,2-10 3-16,-2 10-5 0,3-7-8 0,-3 7-14 16,0 0-2-16,0 0-4 0,0 0 13 0,0 0-7 15,0 0 2-15,0 0-9 0,0 0-7 0,2 21-9 0,-1-14 5 16,0 1-3-16,1 2-9 0,1-1-1 15,0-3 3-15,1 0-4 0,-2-2-3 0,3 2 3 16,-1-1-6-16,-4-5-2 0,6 9 6 0,-1-7-6 16,-5-2 1-16,8 1-3 0,-8-1-3 0,0 0 3 0,13-2 1 15,-13 2-4-15,6-6 2 0,-6 6 1 0,4-9-4 16,-3 2 2-16,2-1-5 0,-3 1-11 0,3-3 14 16,-2-1-3-16,2 2 0 0,1 1-5 0,-2 0 4 15,0 1-1-15,-2 7 1 0,7-11-7 16,-4 7 2-16,-3 4 1 0,8-2-5 0,-8 2 5 0,13 0 0 15,-13 0-1-15,9 5-5 0,-4-2 6 0,0 2 2 16,-1 0 1-16,5-1 1 0,-1 4-1 0,-3-2-2 16,-1 0 1-16,-1-1-1 0,2-1-2 0,-5-4 2 15,8 7-3-15,-8-7 5 0,5 4 4 16,-5-4-2-16,4 4 0 0,-4-4 1 0,0 0-2 0,0 0 1 16,0 0-4-16,14-8 4 0,-10 3-5 0,1 0 0 15,1-1 4-15,0-1 4 0,-1 1-4 0,0 1-2 16,0 0 6-16,-5 5-6 0,8-7 0 0,-5 5-3 15,-3 2 0-15,0 0 3 0,9-3-3 0,-9 3 0 16,0 0 1-16,0 0-1 0,13 10-1 0,-12-5-1 16,3-1-18-16,-1 2-15 0,-3-6-27 0,5 14-22 15,-2-7-26-15,-2 0-31 0,0-1-99 0,-1-6-264 0,8 10 117 16</inkml:trace>
  <inkml:trace contextRef="#ctx0" brushRef="#br0" timeOffset="177872.4">24909 9500 6 0,'-10'-7'191'15,"-1"4"-13"-15,0 0-7 0,-2 2-5 0,0 1-10 0,-5 1-16 16,2 4-9-16,0 3-14 0,-3 1-11 0,2 1-13 16,2 0-6-16,3 2-10 0,3-2-7 0,2 4-14 15,3-1 1-15,2-3-7 0,-1 1-5 16,3 0-5-16,7-2-3 0,-2 1-1 0,2 1-6 0,4-4-11 15,0 0-4-15,5-1-9 0,1-4-4 0,1 1-8 16,3-3-3-16,-1-3 1 0,-2 0 2 0,0-4 0 16,-3 1 0-16,1-5-2 0,-7 2 5 0,1-1 2 15,0-5 1-15,-1 0-5 0,-5-6 2 0,1 2 0 16,-3-5 8-16,-4-2-9 0,-3-1 0 0,1 0 9 16,0 0-4-16,-4-1 0 0,1 1 6 0,-5 2 11 15,5 1 1-15,-1 5-3 0,2 2 16 0,0 0 3 16,1 1 13-16,2 6 6 0,1 0-8 0,1 3-2 15,-1 1-9-15,2 6-5 0,0 0-1 0,0 0-5 16,0 0 0-16,0 0-2 0,6 33-2 0,-2-14-3 16,1 7 1-16,-4 3-5 0,2 1 0 0,0 0 2 15,2 3-8-15,-5-3-9 0,2 0-29 0,-2 2-37 16,0-2-36-16,2-3-35 0,1-10-30 0,-2 1-37 16,-1-1-110-16,1-5-340 0,3-2 151 0</inkml:trace>
  <inkml:trace contextRef="#ctx0" brushRef="#br0" timeOffset="178405.68">25097 9511 188 0,'0'0'198'0,"0"0"-21"16,-2-8-19-16,2 8-11 0,0 0-18 16,0 0-9-16,0 0-7 0,0 0-7 0,0 0-9 15,0 0-9-15,-4 23-9 0,4-23-7 0,3 13-7 0,1-8-2 16,0 1-10-16,0-1-3 0,1 1-8 0,1-3-2 15,0 1-3-15,0-1-7 0,-6-3-2 0,13 0-5 16,-6 0-1-16,-7 0-3 0,10 0-2 16,-4-4-5-16,-6 4 2 0,6-9-3 0,-1 3-4 0,-2-1 4 15,-1 1-1-15,0-4-4 0,-2 3 0 0,0 7 0 16,3-14 3-16,-3 9 1 0,0 5 5 0,0 0 0 16,0-16-6-16,0 16-2 0,0 0 1 0,0-5-4 15,0 5-1-15,0 0 0 0,0 0-2 0,0 0 4 16,0 0-2-16,6 21-1 0,-4-15-5 15,-1 0 7-15,3 1 0 0,2-2-1 0,-4 0 2 0,3 0-3 16,-2 0 3-16,4-2-2 0,-7-3-3 0,10 5-5 16,-5-4 1-16,-5-1-1 0,13 1 0 0,-13-1-5 15,13-5 3-15,-8 3 1 0,1-1 1 0,-6 3 0 16,8-9 4-16,-6 3-1 0,1 1-5 0,-3 5 5 16,3-14-2-16,0 6 1 0,-1-2 2 0,-2 2 1 15,0-2 1-15,0-1-2 0,0 11 1 0,0-12 0 16,0 6-3-16,0 6 2 0,0 0 1 0,0-11-5 15,0 11 2-15,0 0-3 0,0 0 3 0,2-6 2 0,-2 6-3 16,0 0 2-16,0 0 1 0,0 0 1 16,0 0 0-16,16 15-2 0,-13-13-5 0,-3-2 4 15,8 7 1-15,-4-6 1 0,-4-1 0 0,8 4 0 16,-8-4-2-16,5 5 1 0,-5-5 9 0,8 5-8 16,-3-5-11-16,-5 0-10 0,9 6-24 0,-6-3-11 15,-3-3-29-15,8 7-9 0,-4-4-16 0,0 2-20 0,1 0-16 16,-3 1-110-16,-2-6-277 0,5 8 123 15</inkml:trace>
  <inkml:trace contextRef="#ctx0" brushRef="#br0" timeOffset="178553.86">25540 9485 95 0,'0'0'96'0,"0"0"-10"0,0 0-27 15,0 0-28-15,0 0-36 0,0 0-56 0,0 0-65 16,0 0 29-16</inkml:trace>
  <inkml:trace contextRef="#ctx0" brushRef="#br0" timeOffset="182157.42">30128 9729 7 0,'0'0'15'0,"0"0"-19"0,0 0-4 0,0 0 2 15</inkml:trace>
  <inkml:trace contextRef="#ctx0" brushRef="#br0" timeOffset="193425.64">23998 12087 11 0,'-7'4'94'0,"1"1"0"0,1 0-15 16,-4 1-14-16,2-2 5 0,4 0-2 15,-1 2-12-15,-2-1 1 0,6-5-8 0,-5 13 10 0,0-6-9 16,4 1-5-16,0 1-6 0,1 3 4 0,0-1-6 16,0 1 1-16,1-1 0 0,-1 1-12 0,1 0 3 15,1 5-6-15,-2-4 4 0,3-1-7 16,0 0 3-16,-1-2 2 0,2 2-4 0,0-2 0 0,0-1-4 16,1-1 1-16,2 1-9 0,-2-4-1 0,0 0 11 15,4 0-2-15,-3-1-1 0,3-3 12 0,1-1-11 16,2 0 1-16,-1-3 2 0,1-2 7 0,3-5-1 15,-1 0 3-15,3-3-10 0,-1-4 3 0,0 1 1 16,-1-4-3-16,0-2-4 0,-2 0-2 0,-4 6 6 16,3-8-9-16,-6 6-4 0,-2 0 10 0,-3 0-5 15,0-1 1-15,-1 3-9 0,-1 0 16 0,-3 3 2 16,-1 2-2-16,-4 2-10 0,-1-1 9 0,0 4-11 16,-8 1 2-16,-1 3-8 0,-4 3 6 0,-5 4-5 15,-2 2-1-15,2 1-2 0,0 3-5 0,1 4-3 16,3-1-20-16,2 2-13 0,4-6-17 0,4 3-11 15,0 1-25-15,6 1-28 0,1-2-108 0,2-2-247 16,3 0 110-16</inkml:trace>
  <inkml:trace contextRef="#ctx0" brushRef="#br0" timeOffset="193740.11">24507 11871 51 0,'0'0'180'0,"2"-9"-11"0,-2 9-13 0,0-11-15 16,0 11-16-16,0 0-16 0,1-6-23 0,-1 6 3 0,0 0-7 16,0 0-3-16,0 0-15 0,6 20-2 0,-2-3 9 15,-1 2-12-15,1 1-2 0,2 5-6 16,-1 4-2-16,0 0-9 0,-2 2-1 0,-1-2-2 0,0 1 1 15,2 2-5-15,-2-2-4 0,-2 1-1 0,0 0-1 16,-2 0 0-16,-1-4-9 0,3 5 2 0,-4-5-6 16,4 0-1-16,-2-8-1 0,0 0-1 0,0 0-11 15,0-1-19-15,1-1-11 0,0 0-23 0,-3-6-31 16,4-2-30-16,0 1-32 0,0-2-124 0,0-8-293 16,-4 10 129-16</inkml:trace>
  <inkml:trace contextRef="#ctx0" brushRef="#br0" timeOffset="193995.57">24629 12129 112 0,'19'-8'136'15,"0"1"-9"-15,9 0-1 0,-6 4-6 0,-1 4-22 16,-1 1-6-16,-1 2-7 0,-2 2-14 0,-7-1 1 15,1 3-8-15,-5 6-7 0,-5-2-4 0,-1 7-4 16,-4-3-10-16,-2 8 4 0,-3-6-11 0,-4 4 8 16,0-5-17-16,-3 2 0 0,0-3 4 0,0 1-6 15,0-4 2-15,1 0-11 0,-4 1-8 0,3-3-18 0,1-1-15 16,2-2-24-16,2-3-20 0,-2 1-24 16,3-3-118-16,-4 0-230 0,6-3 101 0</inkml:trace>
  <inkml:trace contextRef="#ctx0" brushRef="#br0" timeOffset="194247.78">24939 11961 2 0,'3'-6'203'0,"-3"6"-2"0,5-9-8 16,-5 9-11-16,1-7-6 0,-1 7-15 15,0 0-18-15,3-7-13 0,-3 7-13 0,0 0-12 16,0 0-12-16,0 0-2 0,15 17-3 0,-11-2-1 0,1 1-10 15,0 2-1-15,-2 1-10 0,1-1-9 0,0 1-8 16,-1 2-1-16,2 2-5 0,-1 3-4 0,-4-7-1 16,3 5-6-16,-2-5 1 0,-2-1-9 0,1 0-5 15,0 0-10-15,-1 0-18 0,2-5-28 0,-2-2-20 16,1 1-32-16,-2-1-26 0,1-2-25 0,1-9-31 16,0 13-157-16,0-13-354 0,0 6 156 0</inkml:trace>
  <inkml:trace contextRef="#ctx0" brushRef="#br0" timeOffset="194516.36">24932 12130 55 0,'0'0'147'0,"0"0"-19"0,-5-6-9 0,5 6-1 16,0 0-2-16,14-9-3 0,-3 6-7 0,7-2-18 15,0 2-4-15,2-1-5 0,7-1-9 0,-5 3-1 16,-1-2-13-16,1 2-10 0,-4 2 2 15,2-1-7-15,-2 0-4 0,-3 1 4 0,-4 2-6 0,1-1-10 16,-6 1 1-16,4 2-2 0,-5 0-3 0,2 5 2 16,-2-4 4-16,-2 1-1 0,-1 3-2 0,1 4 2 15,-2-3 0-15,-1 3-7 0,-3 3-2 0,2 1 8 0,-1 0-10 16,-1-4-3-16,0 4 4 0,2-1-13 16,0-3-15-16,0 2-33 0,-1 1-25 0,2-3-32 15,-2 1-36-15,-1-1-126 0,-1-1-286 0,3-3 126 16</inkml:trace>
  <inkml:trace contextRef="#ctx0" brushRef="#br0" timeOffset="194704.33">25219 11937 108 0,'-5'-4'133'0,"5"4"-17"15,-7-3-13-15,7 3-6 0,0 0-12 0,-13 15-30 0,9-4-6 16,4-1-39-16,0 2-27 0,0 1-18 0,0 3-26 16,5-1-47-16,-1-4-116 0,4-1 52 15</inkml:trace>
  <inkml:trace contextRef="#ctx0" brushRef="#br0" timeOffset="194918.14">25556 12055 38 0,'3'-5'161'0,"0"1"-9"0,-3 4-10 0,-1-10 4 0,1 10-12 15,-9-6-4-15,2 2-3 0,7 4 7 0,-14-4-8 16,6 4-10-16,-5 2-5 0,1 2 1 0,0 3-5 16,-2 3-4-16,-1 2-12 0,4 2-5 0,-6 5-9 15,3-4-5-15,2-1-16 0,-2 0 1 0,7 2-9 16,2 0-4-16,2 1-1 0,1-1-6 0,2-3-11 16,2-2-18-16,3 4-16 0,1-3-25 0,2-2-24 15,4 0-18-15,3-1-11 0,4-2-25 0,0-1-10 16,2-3-13-16,2-3-14 0,4 0 2 0,2-4-5 15,-2 0-85-15,3-6-256 0,1-2 114 0</inkml:trace>
  <inkml:trace contextRef="#ctx0" brushRef="#br0" timeOffset="195425.42">25728 12223 637 0,'25'-15'-26'0,"-4"-4"19"16,-1 1 14-16,-8 5 12 0,-2-1 14 0,-5 3 7 15,0 2 20-15,-3 2 18 0,-4 0-8 0,2 7 8 0,-10-12 4 16,4 9 4-16,-5-1-2 0,-3 2-2 16,1 2 0-16,-6 5-4 0,0-1 0 0,1 3 0 15,1 2-4-15,0 3-8 0,3-2-3 0,0 2-8 16,4 2-4-16,0 1-3 0,2-1-7 0,5-2-5 0,1 0-1 15,0 0-3-15,4-2-2 0,1 2-2 16,5-4-6-16,1 0-2 0,1-1 1 0,2-1-5 16,2-4-2-16,-3 0-5 0,5-3-1 0,-4 0-1 15,6-3 2-15,-5 3-5 0,0-6 5 0,-3 2-1 0,-2-3-2 16,1-1-3-16,-5 2 3 0,2-2-2 0,-2 1-2 16,-2 0 1-16,-2-3-5 0,0 2 2 15,0 9 6-15,0-15-3 0,-2 9 3 0,2 6 0 16,-2-8 1-16,2 8-6 0,0 0-2 0,0 0 3 0,0 0 2 15,0 0 2-15,0 0-2 0,0 0-2 0,-10 17 5 16,8-9-6-16,2 3 4 0,0-1-4 0,2 1 7 16,1-1-5-16,1-3 1 0,3 0-3 0,0 0 3 15,-1-3-4-15,4 0-1 0,-1-3 0 0,3 0-2 16,1-2-1-16,6-4-6 0,-3-1-1 0,-3 0-2 16,2-3 3-16,2-4 0 0,-1 1-4 0,-1-1 6 15,-3-3 2-15,-3 1 3 0,-1-1-2 16,-1-3-2-16,1-5 3 0,-4 1 2 0,0-3-1 0,0 0-1 15,-3 0 1-15,-1-3 4 0,2 2-5 0,-4 3 10 16,2 0 5-16,-1 7 10 0,1 2 18 0,-2 4 14 16,0 2 3-16,2 3-2 0,0 6-3 0,-2-12-9 15,2 12-8-15,0 0-3 0,0 0 2 0,0 0 12 16,0 0 0-16,0 0-1 0,7 40 0 0,-5-15-2 16,0 0-6-16,0 3 1 0,2-3-7 0,-2 2-2 15,4-3-1-15,-6 1-2 0,4 2-2 0,0-1-7 16,-3-7-19-16,5 7-22 0,-2-1-48 0,4-2-46 15,-4-6-42-15,3 1-51 0,-3-1-222 0,3-3-470 16,3 2 208-16</inkml:trace>
  <inkml:trace contextRef="#ctx0" brushRef="#br0" timeOffset="195910.45">26821 12295 191 0,'10'-17'202'0,"5"-5"-15"0,-5-1-13 0,1-2-2 16,1-1-18-16,1-1-13 0,-1 1-16 0,-1-2-10 16,-2 0-9-16,0 2-9 0,-2 1-7 0,-1-2-6 15,-4 10 1-15,1 2-3 0,-3 3-6 0,-3 0-9 16,1 1-3-16,-2 2-7 0,2 3-9 0,2 6-5 16,-7-9-5-16,0 9-4 0,7 0-4 0,-20 5-4 15,6 1-3-15,3 2 0 0,-3 5-4 0,3 0-5 16,1 0 0-16,5 3-9 0,-2-2-4 0,4-1-8 15,3 3 6-15,5-2-6 0,2 1 0 0,2 0-1 0,2-2 4 16,5-1-3-16,1 2 3 0,0-4-3 16,0 2-3-16,6 5 5 0,-1-2 1 0,-8-4 0 15,2 2-1-15,-5 0 0 0,-3 0 0 0,-2-2 2 16,-2 0-2-16,-4-1 3 0,-2 3-2 0,-2 2 0 0,-4 0 2 16,-3-1-2-16,-2 0-8 0,-3-1-23 15,1-1-20-15,-2 1-25 0,2-3-29 0,1 0-24 0,1-2-22 16,-1-2-22-16,5-1-110 0,1-3-310 15,0 1 138-15</inkml:trace>
  <inkml:trace contextRef="#ctx0" brushRef="#br0" timeOffset="196191.71">27162 12117 95 0,'2'-5'191'0,"0"1"-16"15,-2 4-18-15,5-5-14 0,-5 5-15 0,0 0-1 16,0 0-3-16,0 0 0 0,0 0-10 0,0 0-11 15,-5 28-11-15,7-16-10 0,-2-2-2 0,3 2-8 16,-3-2-7-16,4 1-3 0,3 1-6 0,-2-3-2 16,4-1-8-16,-1-2-2 0,6 0 1 0,-1-3-9 15,6-5-2-15,0-3-1 0,2 2-1 0,3-3-3 16,-6 0-3-16,2-4-2 0,-3-1 4 16,-4-1-8-16,-5 2 0 0,0-1-4 0,-2-3-2 15,-3 1-1-15,-3 0-1 0,-5-1-6 0,-6-1-10 0,0-2-11 16,-2 3-12-16,-3 1-14 0,-3 2-15 0,2 2-17 15,-2 4-12-15,2 2-16 0,-6 3-21 0,3 1 4 16,4 2-22-16,-4-1-15 0,5 3-110 0,1 1-285 16,5-3 126-16</inkml:trace>
  <inkml:trace contextRef="#ctx0" brushRef="#br0" timeOffset="196732.36">27407 12009 106 0,'6'-2'189'0,"-6"2"-9"0,5-7-8 0,-5 7-18 16,0 0-13-16,0 0-9 0,0 0-9 0,0 0 0 16,11 13-9-16,-9-4-3 0,-1 2-9 0,1 1-2 15,0 0-11-15,0 6-7 0,0-3-12 0,0-1-3 16,1 0-7-16,1 1 1 0,0-4-13 0,2-1-2 16,-2-1-4-16,3 1-3 0,-1-1-3 0,1-4-3 15,4 0-1-15,0-1-4 0,3-2-2 0,-2-2-4 16,1 0-1-16,5-4-2 0,-3-3-4 0,4 2 1 15,-7-2-1-15,2-5-5 0,-3 2-7 0,3 0 3 16,-7-2-3-16,-1 2 1 0,1-4-2 0,-2-2-1 16,0 0-3-16,-3 1 2 0,0-2 0 0,0 7 2 15,-2-1-5-15,0 2 7 0,0 3-1 0,0 6-2 0,2-10-3 16,-2 10 4-16,0-7-6 0,0 7 0 16,0 0 4-16,0 0-2 0,0 0-1 0,0 0 0 15,6 21 2-15,-5-14-2 0,1 2 1 0,0 0 5 16,0 2-6-16,1-1 3 0,0-2 1 0,1 3-5 0,0-2 5 15,0-4-1-15,3 3 2 0,0-2 1 0,0-3 1 16,2 0 0-16,-2-2 2 0,6 1-1 16,-6-2-1-16,1 0-1 0,2-3 0 0,-3 0 0 15,2-3 2-15,0-1-6 0,-3 0 2 0,2-3 1 0,-4 1 3 16,0-1-4-16,0-2 1 0,-1 1 2 0,-1-5-1 16,0 4-2-16,0-1 0 0,-2-3 0 0,0 6 2 15,2 0-3-15,-1 3 0 0,-1-1 1 16,0 8-5-16,4-10 1 0,-4 10-3 0,1-8 1 15,-1 8 0-15,0 0 0 0,0 0 0 0,0 0 5 0,8 19-2 16,-4-10 2-16,-3 2-2 0,1 1 1 0,2 4-1 16,-4-3 0-16,2 1-18 0,-2 0-25 0,-2 2-19 15,2-6-34-15,2 3-51 0,1-2-12 0,-2 0-32 16,-1-4-127-16,0-7-347 0,10 10 154 0</inkml:trace>
  <inkml:trace contextRef="#ctx0" brushRef="#br0" timeOffset="197350.28">28150 11913 120 0,'0'0'183'15,"-8"-9"-19"-15,1 9-6 0,7 0-17 0,0 0-6 16,-19 9-4-16,10 0-7 0,-4 2-11 0,2 2-12 16,-3 2-7-16,8 2-9 0,-2-3-10 0,3 3-5 15,0-5-5-15,5 0-9 0,0 1-3 0,0-2-4 16,2-2-5-16,3 2-4 0,3-1 0 0,1-3-6 15,5-1 0-15,4-1-3 0,0-2 0 0,0-1-6 16,2-2-2-16,2-2-1 0,-1-2-2 0,-1-2-4 16,5-3-7-16,1-1 5 0,-11 0 0 0,2 0-1 15,-1 1 0-15,-3-5-3 0,-2 2-2 0,1-1 2 16,-1 0 0-16,-7-3-1 0,2 0 5 0,-3 4-5 16,-3-1 2-16,-1 2 2 0,-1 1 6 0,1 3 0 15,1 7 3-15,-7-15 5 0,3 9-3 0,0 3-4 16,-3-1-1-16,7 4-3 0,-17-3-1 0,8 6-1 15,-4 3-2-15,-2 3-3 0,2-2 0 0,0 7 0 16,2 1-3-16,-3 0 0 0,4 2 0 0,1 0 1 0,2 2-3 16,4-2-1-16,-1 1 1 0,4-3 0 15,2 2 1-15,2-5-2 0,2 0 1 0,2-2-1 16,4 2-1-16,2-3 1 0,-2-4 1 0,7 0-2 16,0-2 1-16,0-5-1 0,4 0-5 0,-3-1-4 15,2-2-1-15,5-4-5 0,-6 2-3 0,4-6 4 16,2 0-1-16,-4-3 2 0,0 1-3 0,-4-3 0 15,0 0 1-15,-5 3 3 0,3-5-1 0,-7 3 1 16,-1 2 0-16,-2-1 0 0,-1 1 0 0,-4 3 4 16,1 0 1-16,-1 2 1 0,0 3 3 0,-2 7 6 0,2-11-1 15,-2 11-3-15,0-6 2 0,0 6-1 0,0 0 4 16,0 0 0-16,0 0 0 0,-11 29-1 0,7-17 3 16,-1 2-3-16,1-1-1 0,-1 2 5 0,1 1-1 15,-1 1-4-15,2-5-1 0,-1 1-2 0,4-2 7 16,0 2-3-16,-1-1-3 0,1-1 0 0,0-2-1 15,0 1 2-15,0 0 3 0,-1-1-2 0,1-1-1 16,-2 0-3-16,0-1-3 0,-1-1-17 0,1 1-12 16,2-7-18-16,-9 9-27 0,5-2-20 0,-1-3-41 15,0 0-31-15,5-4-32 0,-13 5-111 0,13-5-336 16,-11 6 150-16</inkml:trace>
  <inkml:trace contextRef="#ctx0" brushRef="#br0" timeOffset="198111.34">29175 11614 45 0,'0'-16'185'16,"-2"4"-2"-16,4 1-2 0,-2 1-12 0,2-2-3 16,-1 2-14-16,2 3-10 0,-2 1-15 0,-1 6-15 15,3-9-9-15,-3 9-10 0,1-8-17 0,-1 8-2 16,0 0-4-16,0 0-2 0,17 13 0 0,-12-3-1 16,1 0-3-16,0 6-6 0,1 1-4 0,-3 2-4 15,0 8-4-15,-1-1-4 0,-3 1 1 0,2 2-7 16,-1-1-1-16,1 2-5 0,-2-4-2 0,-2 1 0 15,2 0-5-15,0-7-1 0,0 4 1 0,0-5-5 0,0 0-5 16,0 0 2-16,4 0 2 0,-3-2-12 0,0-1-13 16,-1 0-11-16,2-4-27 0,-2-2-26 15,1 3-14-15,-1-3-25 0,1 0-15 0,-1-1-20 16,0-1-12-16,1-3-34 0,-1-5-103 0,-3 9-319 16,3-9 141-16</inkml:trace>
  <inkml:trace contextRef="#ctx0" brushRef="#br0" timeOffset="198551.83">29035 11865 35 0,'0'0'120'0,"0"0"-8"0,0 0 4 0,0 0-12 15,23-10-9-15,-4 6-9 0,8-1 0 0,3 2-5 0,3 0-11 16,3-1-5-16,-2 0-9 0,1-1-3 0,0 2-4 15,-4 1-1-15,-5 3-9 0,-6-2-7 0,-6 2 5 16,-1 0 2-16,-1 1-11 0,-1-1-6 16,-3 2 5-16,-2 2-4 0,-1 0 9 0,-1 1-1 0,0-1-2 15,-1 6-1-15,0-4 3 0,-3 6 5 0,1-1 0 16,-2-1 1-16,0 2 0 0,1-1-1 0,-2 3-2 16,2-2-2-16,0 0-5 0,2-3-2 15,0 3-8-15,1-2 4 0,0 0-3 0,3 1 0 0,3-3 1 16,0 0-4-16,1-5 9 0,3 1-9 0,5 0 1 15,2-3 1-15,7-2 1 0,-6-4-4 0,7-2-2 16,1-3 0-16,0-2 2 0,-3-2-3 0,-1 1-1 16,-9-1-3-16,-1-1 1 0,-3-1-4 0,-2 0 1 15,-5-3-1-15,-3 0-4 0,-3-2-1 0,-4 3-3 16,-8-6-4-16,-5 1 0 0,-5 3 4 0,0 3-1 16,-5 2 1-16,-2 0-1 0,-4 5-1 0,4 4 1 15,-2 3 0-15,0-1 5 0,-1 4-16 0,5 3-13 16,-3 3-22-16,5 0-12 0,6 1-26 0,1 2-6 15,2 0-33-15,6 4-34 0,-1-1-86 0,4-4-268 16,6 1 119-16</inkml:trace>
  <inkml:trace contextRef="#ctx0" brushRef="#br0" timeOffset="-130735.39">29951 11726 39 0,'3'-12'118'0,"3"-3"-8"0,0-1 0 0,-1 2-3 15,0-1-13-15,-1 0 14 0,1 2-9 0,0-2-12 16,-1 4-13-16,0 0 3 0,-1 1-3 0,0 0-9 16,-2 3 5-16,2 3 1 0,-3 4-17 0,2-12-5 15,-2 12-4-15,4-7-4 0,-4 7-4 0,0 0 0 16,1-8-7-16,-1 8-8 0,0 0-5 0,0 0-2 16,0 0-5-16,0 0-4 0,0 0 0 0,0 0 0 15,0 0-1-15,0 0 1 0,13 28 2 0,-10-9-2 0,-1 0-6 16,1 6 9-16,-3 4-4 0,0 2-2 15,0 1 1-15,-1-1 0 0,1 2-2 0,0-1-1 16,-4-1 3-16,2 1 3 0,1-2-1 0,0-3-3 16,0 0-1-16,-1-1 2 0,1-5-3 0,1-2 1 15,-1-1 0-15,2 1 0 0,-2-4 2 0,1-2-2 16,1-3-12-16,-2 0 12 0,1-3-2 0,0-7 2 16,0 12 2-16,0-12 4 0,0 9 1 0,0-9 6 15,0 0 12-15,0 0-4 0,0 0-5 0,0 0-1 16,0 0-8-16,0 0 6 0,0 0 2 0,0 0-3 0,0 0 0 15,4-29 3-15,-1 17-11 0,3 0 1 16,-1 1 2-16,4-4-6 0,-2 1-2 0,2 1 4 16,1 0-5-16,2 0 0 0,0 1 1 0,-1 3-2 15,-1 2-2-15,2 2 3 0,0-2 0 0,0 2-7 0,1 2 5 16,-3 2 2-16,2 2-5 0,-2-1-4 16,0 2 4-16,0 2 2 0,-1-1-3 0,0 4 3 0,1-3 3 15,-2 3-1-15,3 0-1 0,-2-2 7 0,4 0-10 16,-3 3 5-16,1-2-2 0,1-2-1 0,0 1 6 15,0-1-3-15,1-1 1 0,4 0 2 0,2-4-2 16,-1 1-3-16,-5-2 6 0,1-1-3 0,5-2-1 16,0 0-2-16,-1-1 4 0,0-1 4 15,-6 1-6-15,0 0 3 0,-3-3-1 0,-1 1-1 0,0-1 1 16,-2 0 1-16,-2-2-3 0,0 2-2 0,-3-1 4 16,0 1-4-16,1 2 4 0,-2 7 1 0,1-10-14 15,-1 10 11-15,0-9-5 0,0 9 0 0,0 0 0 16,1-7 5-16,-1 7-9 0,0 0 4 0,0 0 5 15,0 0-2-15,0 0-4 0,3 23 5 0,-2-16-3 16,2 0 0-16,-2-1 1 0,0 2-2 0,4-3-1 16,-2 0 12-16,0 2-8 0,3-4 1 0,-1 2 4 15,0-2-2-15,-5-3 4 0,14 2-2 0,-6-2-1 16,-8 0 1-16,14-4 3 0,-5 1 0 0,-4-1-4 16,4-4-1-16,-2 1 1 0,2-1-1 0,-1-1 6 15,-3 0 6-15,2-1 0 0,1 0-3 0,-3-2-2 16,2 3-1-16,-2 1-3 0,-2 3-2 0,-1-1-5 15,-2 6 1-15,0 0-2 0,10 0-1 0,-10 0 2 16,11 13 2-16,-9-3-1 0,2 7 3 0,-1 0-5 16,-2 7 6-16,-1 0-2 0,0 0-5 0,-3 4 5 15,2-4-2-15,1 3-1 0,-3-2 3 0,3 1 4 16,-1-7 0-16,1 0-18 0,-1 7-8 0,0-7-26 0,-1 0-25 16,-2 6-24-16,2-7-23 0,-2 2-41 15,-3-4-82-15,-1 1-262 0,-1-2 115 0</inkml:trace>
  <inkml:trace contextRef="#ctx0" brushRef="#br0" timeOffset="-130236.84">31004 11603 41 0,'6'10'126'0,"-1"0"0"16,1 10-7-16,3 5-8 0,-4 1-11 0,0 6-2 16,0-1-7-16,-1-2-6 0,2-1-8 15,-3 1-4-15,4-3-11 0,-5-6-3 0,2-2-5 16,0-3 1-16,-2-2-3 0,1-2-5 0,0-2-3 16,-1 0-3-16,-1-2 1 0,6-3 2 0,-7-4 3 15,4 7 2-15,-4-7 5 0,3 4 5 0,-3-4-8 16,0 0-6-16,0 0-8 0,16-6 2 0,-7-1-5 15,1-5-6-15,3 0-5 0,1-2-3 0,0 0-1 0,1 1 0 16,-2 2-7-16,-2 1 1 0,0 5-1 0,-1-2-5 16,-4 4-1-16,2-1-4 0,-2 3 0 15,-6 1-2-15,13 4-5 0,-8 2 1 0,3 1-7 0,-3 1-8 16,-1 4-11-16,-2 4-13 0,0 0-16 16,-1 1-23-16,-2 1-28 0,-2 2-14 0,2-2-20 0,0 3-105 15,-1-4-270-15,1-2 119 0</inkml:trace>
  <inkml:trace contextRef="#ctx0" brushRef="#br0" timeOffset="-128691.14">31614 11769 63 0,'0'0'105'0,"0"-9"-17"16,0 9 7-16,0 0-7 0,0 0 4 0,0 0-16 15,-4-8-8-15,4 8-3 0,0 0-10 0,0 0-7 16,0 0 1-16,0 0-8 0,0 0-3 0,0 0 3 15,0 0-20-15,0 0 7 0,0 0-5 0,0 0-3 16,0 0-1-16,0 0-12 0,0 0 7 0,0 0 5 16,0 0-11-16,0 0 6 0,0 0 11 0,0 0-16 15,0 0 0-15,0 0-1 0,0 0-2 0,0 0 7 0,0 0-5 16,0 0 0-16,0 0 2 0,0 0 12 0,0 0-6 16,2-9-3-16,-2 9 2 0,0 0 2 15,0 0-1-15,0 0 4 0,0 0-7 0,0 0 3 16,0 0 3-16,0 0-6 0,0 0 0 0,0 0 0 15,0 0 2-15,0 0-8 0,0 0 4 0,0 0-3 0,0 0-8 16,0 0 3-16,0 0-5 0,0 0-1 0,0 0 3 16,0 0 0-16,0 0 5 0,6 21-6 0,-5-13 0 15,-1 5 3-15,0-1 2 0,0 1-7 16,0 3 9-16,0-1 1 0,-1 0-12 0,1-2 9 0,0 0 2 16,1-1-3-16,-1 3 6 0,0-4 5 0,0-1-8 15,0-1-8-15,-1-2 7 0,0 1-2 16,1-8 1-16,1 8-6 0,-1-8 2 0,0 9 0 15,0-9 11-15,0 0-5 0,0 0 8 0,-3 9 8 16,3-9 7-16,0 0 0 0,0 0-8 0,0 0 0 0,0 0 1 16,0 0-2-16,-10-19-2 0,8 9-3 0,-2-1-3 15,1 1-3-15,2-7-1 0,-2-2 0 0,1 2 1 16,1-2 0-16,3-6 3 0,-1 7-5 0,-1-1-2 16,0-1-3-16,3 3 2 0,1-1-1 0,-2 3 2 15,4 3-2-15,-1 1-8 0,0 2 2 0,1-2 3 16,-2 6-5-16,1 2 4 0,2-3 0 0,0 4-3 15,5 0 3-15,-3 4-4 0,3 3 0 0,0 1 1 16,-2 1 2-16,3 2 1 0,-3 1-2 16,2 5 1-16,-2-1-1 0,-3 0 1 0,-1 1 4 0,-1 1-8 15,0 1 8-15,-3-5-2 0,1-1-3 0,-2 0 6 16,0 0-4-16,-1-3 2 0,0-1-5 16,0-7 2-16,-1 12 2 0,1-12 2 0,-1 8-5 0,1-8 11 15,-1 7 2-15,1-7-3 0,0 0-2 0,0 0-1 16,0 0-2-16,0 0 5 0,0 0-8 0,0 0 8 15,-13-20 0-15,13 11-9 0,1-3 4 0,2-3 1 16,-1 0-5-16,5-1 4 0,-2 0 1 0,0 6-11 16,3 0 8-16,2 2 1 0,-4 0-4 0,2 1 0 15,0 3 0-15,-1 0-2 0,1 3-2 0,-8 1 3 16,17 3-1-16,-10 0-9 0,3 3 13 0,-1 1 3 16,-2 2-6-16,0 1 2 0,0 6-1 0,-3-1 6 15,-2 2-5-15,-2 1 8 0,-1 0-11 0,-3 1-14 16,0 0-15-16,-2-1-23 0,-2 2-18 0,3-5-18 15,0 3-12-15,-2-1-12 0,4-4-8 0,1 0-82 16,-3-1-224-16,4-3 101 0</inkml:trace>
  <inkml:trace contextRef="#ctx0" brushRef="#br0" timeOffset="-128392.45">32068 11830 107 0,'0'0'102'0,"0"0"14"0,0 0-1 0,0 0-9 16,0 0-8-16,0 0-8 0,-4 29-7 0,3-19-19 16,1 3-2-16,0-1 8 0,1 1-11 0,0-2-7 15,3 1-2-15,0-1-8 0,4-1 1 0,-3 0-7 16,2-2-1-16,1 1-11 0,4-4 7 0,-2 0-4 16,1-2 6-16,3-2-10 0,-1-3 2 0,5-2 1 15,-2-2-2-15,-5-2-2 0,-1 0 0 0,-2-1-5 16,1-2 2-16,-3-5-2 0,-3-1-5 0,-3 0 5 15,-3-2-8-15,-5-7 0 0,0 3 2 0,1 4 4 16,1 1-5-16,-3 0-1 0,1 2 1 0,-1 2-3 16,-1 1-28-16,2 3 2 0,1 3-24 0,0 3-21 15,-3 0-18-15,0 2-18 0,10 2-25 0,-17 6-92 16,4-4-233-16,7 2 104 0</inkml:trace>
  <inkml:trace contextRef="#ctx0" brushRef="#br0" timeOffset="-128018.72">32294 11554 21 0,'5'-8'147'0,"-5"8"-5"16,4-11-22-16,-4 11-15 0,6-3-6 0,-6 3-4 16,0 0-5-16,17 18-8 0,-11-1-12 0,2 1 11 15,-4 0-18-15,0 1-5 0,2 6-12 0,-5 0 4 16,2 0-5-16,-1-6-8 0,-2 0-4 0,2-1-1 15,-2-2-4-15,2-3-3 0,-2-1-5 0,2-2 2 16,-2-2-3-16,0-1 0 0,0-7 0 0,0 10-5 16,0-10 4-16,0 7 0 0,0-7-13 15,0 0 19-15,0 0-11 0,2 7-3 0,-2-7 2 0,0 0-6 16,0 0 2-16,0 0 2 0,0 0-5 0,14-13-2 16,-7 9 0-16,2 0-1 0,0 0 0 0,3 1 1 15,-1 2-4-15,-2 1 6 0,-1 1-9 16,1 3 3-16,2 0-1 0,-5 2 4 0,3 0-3 0,-4 2 0 15,-1 0 1-15,0 1 2 0,-4 0-5 0,0 3 3 16,-2-2 2-16,-1 0-4 0,-3 2 3 0,0-2-1 16,-1 2-4-16,-5 0-6 0,0-1-19 0,2-3-16 15,-1 1-23-15,0-2-24 0,-1 1-26 0,1-4-109 16,1 0-243-16,3-1 107 0</inkml:trace>
  <inkml:trace contextRef="#ctx0" brushRef="#br0" timeOffset="-127832.7">32588 11735 41 0,'0'0'127'0,"0"0"-5"0,0 0-13 16,10 16 12-16,-7-8-13 0,-2 5-7 0,0 0-8 16,1 3-8-16,-4 4-7 0,4-1-10 15,-2-1-12-15,0-1 0 0,1 0-18 0,-2-1-25 16,2 1-27-16,0-3-37 0,-1-3-42 0,0-2-84 15,-2 0-191-15,2-9 85 0</inkml:trace>
  <inkml:trace contextRef="#ctx0" brushRef="#br0" timeOffset="-127687.52">32560 11575 53 0,'0'0'69'15,"0"0"-29"-15,0 0-19 0,-6-3-27 16,6 3-24-16,0 0-32 0,0 0 15 0</inkml:trace>
  <inkml:trace contextRef="#ctx0" brushRef="#br0" timeOffset="-127489.45">32754 11510 63 0,'0'0'158'15,"0"0"-25"-15,0 0-23 0,0 0-4 0,0 0-9 16,0 0-1-16,0 0-1 0,0 0-10 0,0 0-3 16,19 69-9-16,-19-69-4 0,0 54-9 0,0-25-6 15,0-29-4-15,2 55-2 0,-4-26-1 0,2-29-10 16,-2 51-10-16,2-51-17 0,-1 40-28 0,1-40-26 16,-2 36-32-16,2-36-20 0,0 0-30 0,-2 42-64 15,2-42-207-15,0 0 92 0</inkml:trace>
  <inkml:trace contextRef="#ctx0" brushRef="#br0" timeOffset="-127312.64">32893 11785 100 0,'0'0'195'16,"0"0"-9"-16,0 0-31 0,0 0-14 0,0 0-19 16,0 0-9-16,0 0-16 0,0 0-1 0,0 0-12 15,0 0 1-15,0 0-13 0,0 0-5 0,0 0-7 16,0 0-8-16,23 64-2 0,-23-64-9 0,0 0-25 15,-5 43-18-15,5-43-21 0,0 0-45 0,-1 38-42 16,1-38-146-16,0 0-275 0,0 0 122 0</inkml:trace>
  <inkml:trace contextRef="#ctx0" brushRef="#br0" timeOffset="-127149.43">32955 11532 76 0,'0'0'104'0,"0"0"-28"0,0 0-26 0,0 0-30 15,0 0-34-15,0 0-38 0,0 0-57 0,0 0 25 16</inkml:trace>
  <inkml:trace contextRef="#ctx0" brushRef="#br0" timeOffset="-126949.58">33213 11473 147 0,'0'0'148'0,"0"0"-8"0,0 0-8 0,0 0 2 0,0 0-9 15,0 0-5-15,0 0-9 0,0 0-3 0,0 81-13 16,0-81-4-16,-5 59-15 0,2-28-3 16,1 0-8-16,2-31-2 0,-7 58-4 0,5-31-6 15,2-27-17-15,-7 55-3 0,1-35-12 0,6-20-18 0,-5 34-18 16,5-34-27-16,0 0-35 0,-4 39-35 0,4-39-33 15,0 0-96-15,-13 29-260 0,13-29 116 0</inkml:trace>
  <inkml:trace contextRef="#ctx0" brushRef="#br0" timeOffset="-126568.73">33106 11771 53 0,'0'0'124'0,"0"0"-3"0,48-18-5 0,-48 18-19 16,28-7 1-16,-28 7-15 0,0 0-4 0,40-1-6 16,-40 1-12-16,0 0-5 0,0 0-4 0,47 9-7 15,-47-9-1-15,0 0 2 0,31 15-9 0,-31-15 1 16,0 0 4-16,28 19-7 0,-28-19-12 0,0 0 7 16,24 19-6-16,-24-19-2 0,0 0-2 0,24 16 0 15,-24-16-25-15,0 0-5 0,21 13 2 0,-21-13 7 16,0 0 8-16,0 0-9 0,0 0 4 0,32 7 0 15,-32-7-3-15,0 0 7 0,0 0-3 0,0 0-2 16,0 0 2-16,0 0 7 0,0 0 3 0,0 0 8 16,42-24 8-16,-42 24-1 0,0 0-6 0,0 0-1 15,0 0-2-15,0 0-6 0,0 0 6 0,0 0-9 16,0 0 16-16,0 0 3 0,0 0 5 0,9 48-5 16,-9-48 0-16,-9 42 3 0,9-42-7 0,-11 54-1 15,6-30-5-15,5-24 3 0,-11 54-5 0,5-29 4 16,1 2-11-16,5-27-14 0,-14 56-13 0,7-28-37 15,2-4-46-15,5-24-38 0,-11 57-137 0,-1-30-297 16,2-4 132-16</inkml:trace>
  <inkml:trace contextRef="#ctx0" brushRef="#br0" timeOffset="-125684.28">28998 12837 108 0,'-10'-9'142'0,"-4"1"0"0,-5 2-10 16,-1 3 1-16,-10-1-14 0,2 2-13 0,-2 4-6 16,1 2-8-16,2 2-11 0,0 4-2 0,-1 0-13 15,3 7 1-15,0 0-8 0,3 3-3 0,0 1-9 16,2 0-6-16,2 4-7 0,4-2 3 0,5 1-5 16,3-5-5-16,2 0 0 0,4-3-4 0,1 1 2 15,4-2-5-15,5-1-2 0,-3-2-2 0,9-3 2 16,1-1-5-16,3-5 1 0,0-1-3 0,3-5-2 15,8-3 2-15,1-3-3 0,-4-4-8 0,-1-1 13 16,0-5-1-16,0 1 0 0,-3-2-2 0,-3-3-2 16,-3-1-3-16,0 0 3 0,-4-2-6 0,-1-2 2 15,-3-1 5-15,-1 1-4 0,0-1 2 0,-6-1-7 16,-1 1 5-16,1-2-2 0,-3 2 2 0,-2-3 3 16,0 3-6-16,-1 2-1 0,-4 3 10 0,3 8 1 15,1 3 8-15,2 4 8 0,-1 1-6 0,2 8-8 16,-3-12 1-16,2 7-4 0,1 5-4 0,0 0 0 15,0 0-1-15,0 0 2 0,0 0-5 0,-8 31-3 0,7-5 5 16,-2 2-2-16,-2 4 1 0,4-2 1 16,-2 2-4-16,3 0 0 0,2 0-3 0,0 0 4 15,3-3-3-15,0-2 2 0,4 1 2 0,2-1 0 16,-1-9-1-16,0-1 4 0,6 3-3 0,-1-4-3 0,-2-2 5 16,7-3-2-16,-2-1 1 0,0-3-2 0,2-2 3 15,-2-2-1-15,2-3-3 0,2-6 1 16,0 2 3-16,-3-3-5 0,5-4 0 0,0-5 4 15,-8 4-8-15,3-5 1 0,-5-4-5 0,-2 4 2 16,-3 0 15-16,-3 0-9 0,-2 1 1 0,-2-1 6 0,-2-1-8 16,0 2-1-16,-2 4 3 0,-3 2-4 0,0 1-1 15,-1 3 0-15,0 0 1 0,-3 4 1 16,9 2-2-16,-15 2-1 0,2 3 1 0,0 4 0 0,0 0-3 16,-1 2 5-16,3 3-2 0,2 0-1 0,3 6 1 15,3-3-1-15,3 0 5 0,1 1-2 0,6-1 2 16,0-2-2-16,9 6-8 0,-2-5-24 0,-1-3-19 15,9 2-29-15,-5-5-17 0,2-2-25 0,2 2-22 16,-1-5-130-16,1 1-297 0,-6-2 133 0</inkml:trace>
  <inkml:trace contextRef="#ctx0" brushRef="#br0" timeOffset="-125305.14">29516 12840 19 0,'0'0'149'0,"0"0"-16"15,0-10-14-15,0 10-12 0,0 0-12 0,10-2-7 16,-10 2-8-16,17 9 4 0,-11-1-12 0,4 2-8 16,0 1-2-16,4 2-8 0,-2-1-3 0,0 4-4 15,-1-4-2-15,-1 2-5 0,0-2-10 16,-1-2-3-16,0 1-1 0,0-2-3 0,1-1 3 0,-2 0-1 16,-1-4-2-16,0-1 8 0,-3 3 12 0,2-5 3 15,-6-1 3-15,11 0-9 0,-11 0-1 0,14-10-5 16,-5 1-1-16,-2 0-4 0,5-2-4 0,-3-5 2 15,-3 1-5-15,4-2 13 0,-1 0-17 0,0-2-1 16,3-5 1-16,-2-2-2 0,3 2-3 0,0-2-2 16,-1 6-1-16,1-2 3 0,-3 5 1 0,0 2 3 15,-2 7-3-15,0-2 3 0,-2 2-6 0,2 1-1 16,-4 1-3-16,1 3 0 0,-5 3-3 0,9-1 1 16,-9 1-3-16,11 11 5 0,-7-6-3 0,1 5 3 15,-1 2-1-15,0 0-1 0,2 3-1 0,-1 1-4 16,-1 1 5-16,0-1-2 0,-1 3 0 0,-2 0 1 15,0-3-6-15,2 2-20 0,-3 0-33 0,0 0-22 16,1-1-30-16,-2 0-41 0,0-5-153 0,-3 4-326 16,1-6 145-16</inkml:trace>
  <inkml:trace contextRef="#ctx0" brushRef="#br0" timeOffset="-124578.78">30304 12694 45 0,'0'0'177'0,"-19"13"-14"15,11-7 0-15,1 0-20 0,-1 0-15 0,-1 1-10 16,1 4-9-16,2-1-12 0,0 0-10 0,2 3-9 16,0-2-6-16,2 2-4 0,2 0-11 0,2-3-5 15,4 3-2-15,2 0-10 0,1-4 1 0,5 2-3 16,0-2-8-16,4-1 1 0,-1-2-2 0,4-4-5 15,6 2 0-15,0-4 1 0,-5-1 0 0,6-4-6 16,-3-1-4-16,-4-1-1 0,-4 0 0 0,-1-2 0 16,-6 1-1-16,6-2-4 0,-6 1 0 0,-1-4 0 15,-4 1-1-15,0 1 1 0,1-7-5 0,-3 2 1 16,-3 0 2-16,0 0-7 0,-3 5 9 0,2-1-5 16,-1-1 3-16,-1 4-2 0,0 1 1 0,0 2 3 15,3 6-6-15,-7-10-2 0,7 10-2 0,-11 3 0 16,2 1 4-16,-1 5-3 0,-3 3 0 0,1 2 4 15,1 0-5-15,2 2 0 0,5-4 3 0,-1 6-2 16,4-3 1-16,1 4 0 0,5-2-4 0,-3-7 6 16,5 8-1-16,3-6-2 0,4 1 2 0,0-6 3 15,4 1-3-15,-1-3 3 0,4-2-4 0,1-2 7 16,5-1-5-16,1-3-1 0,-1 0-3 0,-5-5 4 16,3-1 1-16,-8 3 1 0,1-3-1 0,-4-1 3 15,1 2-3-15,-3-4 1 0,-2 3-15 0,-3-4 2 16,1-2 2-16,-1 4 0 0,-4-1-1 0,5-5 6 15,-3 3-13-15,-2 2 10 0,-1 5-1 0,1-3 11 16,-1 6 0-16,1-1 4 0,-3 5-7 0,2-10-3 16,-2 10-7-16,0 0 8 0,0 0 2 0,0 0 0 15,0 0-5-15,13 19-1 0,-10-8 1 0,-2 1-2 16,2 4 6-16,-2 0-1 0,0 1-10 0,2 0 11 16,-1 0-3-16,-2 0 3 0,2 0-2 0,-4-1 0 15,2 2 6-15,-1 6-5 0,-2-7-25 0,0 0-11 16,1-2-27-16,0-3-30 0,-1-1-19 0,2 1-35 15,0-3-131-15,-2-2-301 0,3-7 133 0</inkml:trace>
  <inkml:trace contextRef="#ctx0" brushRef="#br0" timeOffset="-124440.16">31167 12869 94 0,'0'0'77'0,"0"0"-34"0,0 0-28 0,0 0-54 16,0 0-41-16,-28 7 19 0</inkml:trace>
  <inkml:trace contextRef="#ctx0" brushRef="#br0" timeOffset="-115596.42">989 7407 22 0,'0'0'32'0,"0"0"4"0,0 0 11 16,0 0-2-16,0 0 14 0,0 0 8 0,0 0-6 16,0 0 3-16,0 0 1 0,0 0 0 0,0 0-1 15,0 0-1-15,0 0-4 0,0 0-6 0,0 0 4 16,0 0-4-16,0 0-3 0,0 0-7 0,0 0-8 16,0 0 4-16,0 0-6 0,0 0 3 0,0 0-2 15,0 0 1-15,0 0-1 0,0 0-4 0,0 0 4 16,0 0-1-16,0 0-7 0,0 0 2 0,0-10-4 15,0 10 5-15,0 0-12 0,0 0 4 0,0 0-9 16,0 0 1-16,0 0 6 0,-7-4 0 0,7 4-4 16,0 0 0-16,0 0-1 0,0 0 1 0,-7-1-9 15,7 1 6-15,0 0-1 0,0 0-3 0,0 0 0 16,0 0 3-16,-9-2 1 0,9 2-1 0,0 0-2 16,0 0 0-16,0 0-1 0,0 0 0 0,0 0-3 15,0 0-1-15,0 0-4 0,0 0 4 0,0 0-4 16,0 0-1-16,0 0 1 0,0 0 1 0,0 0-4 15,0 0 7-15,0 0-5 0,0 0-1 0,0 0 3 16,0 0 4-16,0 0 1 0,30 3 1 0,-16-3 2 16,5-1 2-16,3 0 0 0,-1 1-6 0,9-2 3 15,-2-1 4-15,-1-1-4 0,3 3-1 0,-4-2 0 16,3 1 1-16,-1 0-8 0,-1-2 6 0,1 1 11 16,-9 1-20-16,0-2-17 0,0 4-14 0,-3-1-31 15,-2 1-21-15,-1-2-20 0,-13 2-19 0,18 0-113 16,-18 0-259-16,8 2 115 0</inkml:trace>
  <inkml:trace contextRef="#ctx0" brushRef="#br0" timeOffset="-115300.89">1205 7391 13 0,'-5'-8'115'0,"5"8"-16"16,0 0-12-16,0 0-6 0,0 0-15 16,0 0 7-16,2 21 1 0,1-11-4 0,-3 1 3 15,1 8-3-15,0 0-4 0,-1 0-2 0,2 9-2 16,-2-2-9-16,0 1-2 0,0 0-6 0,-2-1 0 16,2 0-8-16,-2-4-1 0,-1 2-2 0,3-5-5 15,-2-1-1-15,2 2-3 0,0-2-7 0,0-1 1 16,0 0-1-16,0-6-1 0,0 5 4 0,0-3-5 15,2-3-6-15,-2 1-15 0,3 0-10 0,-1-1-30 16,2-3-23-16,-4 0-17 0,6 2-24 0,-4-3-89 16,-2-6-215-16,0 0 95 0</inkml:trace>
  <inkml:trace contextRef="#ctx0" brushRef="#br0" timeOffset="-115004.86">1382 7542 16 0,'2'-9'183'0,"-2"9"2"0,2-17 6 0,-2 10-1 16,1 1-12-16,-1 6-17 0,2-12-10 0,-2 12-16 16,1-6-12-16,-1 6-18 0,0 0-14 0,0 0-10 15,0-11-16-15,0 11-5 0,0 0-4 0,0 0-6 16,0 0-5-16,5 30-5 0,0-15-5 0,-1 4-3 15,-1 0 2-15,-1 7-6 0,1 3-2 0,-2-6-1 16,2 2-3-16,-2 1 0 0,-1-6-5 0,1 3 0 16,-1-3 0-16,0-4-25 0,4 1-16 0,-4 0-21 15,1 0-15-15,1-5-22 0,-4 3-22 0,2-2-23 16,3 0-15-16,-3-2-17 0,0 1-113 0,0-12-295 16,-3 17 131-16</inkml:trace>
  <inkml:trace contextRef="#ctx0" brushRef="#br0" timeOffset="-114804.71">1202 8009 45 0,'0'0'174'0,"0"0"-15"0,-10 1-12 15,10-1-11-15,0 0-18 0,0 0-11 0,0 0-1 16,0 0-18-16,0 0-13 0,0 0-2 0,33-7-11 15,-15 4-12-15,9-4-16 0,-5 4-22 0,8-3-36 16,3-4-38-16,1 4-39 0,-3-2-100 0,-2 0-216 16,-4 1 97-16</inkml:trace>
  <inkml:trace contextRef="#ctx0" brushRef="#br0" timeOffset="-114121.55">2317 7465 30 0,'-3'-8'181'0,"3"8"-10"0,-1-11 1 0,1 11-20 16,-4-9-11-16,4 9-15 0,-1-9-13 0,1 9-16 16,0 0-11-16,-3-6-5 0,3 6-14 0,0 0-6 15,0 0-5-15,0 0-9 0,0 0-4 0,12 17-6 16,-6-8-2-16,5 7-11 0,-2 1-3 0,3 7 6 15,-2-1-5-15,0 2 1 0,1 1-2 16,-4-2 3-16,2 1-6 0,0-2-4 0,-3-5 4 0,2 1-2 16,1-1-4-16,-4 0 3 0,2-2-3 0,-1 0-2 15,-2-4-4-15,0-2 2 0,1 0-2 0,-1-2-1 16,-2-2 0-16,2 0 2 0,-1-1-3 0,2 0 6 16,-5-5 1-16,5 4 15 0,-5-4 15 0,4 3 3 15,-4-3 6-15,0 0 5 0,0 0-10 0,12-9-3 16,-5-4-7-16,-1 3-1 0,3-8-5 0,1-6-2 15,3-3-4-15,-3 0 1 0,2-1-7 0,2 1 7 16,-3-2-8-16,3 3-1 0,-1-2-5 0,0 4-1 16,-5 7-1-16,-1 0 3 0,1 3-7 0,-4 4 1 15,0 3-13-15,-1 1-20 0,-1-1-26 0,-2 7-38 16,4-8-32-16,-4 8-32 0,2-4-11 0,-2 4 0 16,0 0-15-16,0 0-94 0,0 0-298 0,0 0 133 15</inkml:trace>
  <inkml:trace contextRef="#ctx0" brushRef="#br0" timeOffset="-113851.23">2853 7425 51 0,'0'0'209'16,"1"-10"-6"-16,-1 10-13 0,2-5-17 0,-2 5-13 15,0 0-23-15,0 0-19 0,0 0-10 0,0 0-14 16,0 0-11-16,0 0-8 0,0 0-10 0,4 19-1 15,-2-2-12-15,-2 1-1 0,2 1-5 0,0 8-8 16,-1-2-3-16,-1 1-1 0,2 3-5 0,0-5-1 16,0-5-3-16,-1 7 1 0,0-7-6 0,0 2 0 15,2 4 0-15,-3-11-1 0,2 5-7 0,-2-2 4 16,0-4-7-16,0 3-10 0,0-6-14 0,0 2-14 16,2-1-27-16,-6-1-17 0,6-4-31 0,-2-6-7 15,0 11-26-15,0-11-26 0,-5 10-91 0,5-10-275 16,-6 3 122-16</inkml:trace>
  <inkml:trace contextRef="#ctx0" brushRef="#br0" timeOffset="-113616.81">2421 7357 8 0,'0'0'124'0,"-6"-5"-12"0,6 5-13 16,0 0-6-16,0 0-17 0,9-11 0 0,2 7-5 15,8-5-8-15,2 6-12 0,8-5-13 0,6 1 13 16,2 3-7-16,-1 1-18 0,1-1-39 0,-3 4-22 16,1 0-16-16,-2 0-23 0,-6 7-53 15,-8-3-137-15,-2 4 61 0</inkml:trace>
  <inkml:trace contextRef="#ctx0" brushRef="#br0" timeOffset="-113380.99">2368 8060 10 0,'6'3'128'0,"3"1"-9"0,5-1-8 0,3-2-9 15,3 2-9-15,8-3-12 0,-7 3-2 0,12-3-22 0,-1-3-29 16,-3 3-34-16,1 3-40 0,-10-3-80 16,-2 2-137-16,0-2 60 0</inkml:trace>
  <inkml:trace contextRef="#ctx0" brushRef="#br0" timeOffset="-110886.34">892 8787 57 0,'0'0'140'0,"-6"-5"-15"0,6 5-8 16,0 0-7-16,0 0-9 0,0 0-7 0,0 0-15 16,0 0-10-16,0 0 2 0,0 0-16 0,21-4-4 15,-11 3 0-15,8 1-11 0,4-3-3 0,-1 3-1 16,6-3-2-16,-1 0-2 0,-3 0-5 0,0 2-5 15,-3 1 1-15,0 0-5 0,-2-3-2 0,-1 3 0 16,-4 2-1-16,0-1 4 0,-2-1-12 0,0 1 3 16,-2-1-1-16,1 2 2 0,-4-2-2 0,-6 0 2 15,13 1-15-15,-7-1 10 0,-6 0-1 0,8 3-4 16,-8-3-1-16,9 3 4 0,-9-3-3 0,8 2 0 16,-8-2-7-16,3 5 6 0,-3-5-2 0,7 5 0 15,-7-5 6-15,4 7-7 0,-3 0 0 0,-1-7 0 16,-1 12 5-16,-3-2 8 0,4 3-9 0,-8 3 3 15,2 2 6-15,-3 5-6 0,-3 0-1 0,1 3 2 16,-2 1-1-16,-5-2-1 0,5 0 2 0,-3 2 0 16,1-1 2-16,-2 0-2 0,-1 1 9 0,5-3-5 15,-2 2-14-15,5-9 10 0,2 1 1 0,-3-2-1 16,3 0 0-16,0-2 1 0,1-2 0 0,2-4-1 16,-2 2-3-16,3-1 4 0,0-3 0 0,1-1 4 0,3-5-5 15,-4 10 13-15,4-10 1 0,-3 7-9 16,3-7 2-16,0 0 3 0,-3 7-11 0,3-7 5 15,0 0-1-15,0 0 9 0,8 7 6 0,-1-5 5 16,4-1-6-16,-2 0-1 0,4 0 1 0,1-1-3 16,5 0 0-16,-2-1-4 0,3 1-4 0,0 0 1 15,1 0-13-15,2 0-30 0,-4 1-31 0,3-1-30 16,-1-1-37-16,-1 1-147 0,-4 1-298 0,-5 1 131 16</inkml:trace>
  <inkml:trace contextRef="#ctx0" brushRef="#br0" timeOffset="-110136.86">1128 10154 146 0,'-5'-10'189'0,"1"6"-7"0,4 4-14 16,-6-9-13-16,3 3-2 0,3 6-2 0,-8-7-12 15,8 7-4-15,-5-7-12 0,5 7-14 0,-7-1-11 0,7 1-8 16,0 0-12-16,-9-3-11 0,9 3-11 16,0 0-3-16,-16 8-1 0,7-1-13 0,0 3-5 15,-1 3-3-15,0 3-2 0,1 1 0 0,1 2-5 16,-4 3-1-16,7-2 0 0,1-2-6 0,1 0-4 15,3-2 6-15,-1 2-6 0,1-1 1 0,1-2-6 16,2 0 7-16,1 1-7 0,1-2 3 0,0-3-5 16,2 0-13-16,1-1-11 0,0-2-28 0,3-1-18 15,-1 2-27-15,5-2-23 0,2 0-25 0,1-2-20 16,-1-3-11-16,0 0-112 0,2 0-306 0,-4-2 135 16</inkml:trace>
  <inkml:trace contextRef="#ctx0" brushRef="#br0" timeOffset="-109284.25">1445 10411 162 0,'4'-8'200'0,"-4"8"-11"0,2-13-6 0,-2 13-12 16,0 0-11-16,0-15-4 0,0 15-11 0,0-10-12 15,0 10-14-15,0 0-11 0,-6-12-5 0,6 12-9 16,0 0-8-16,-3-8-12 0,3 8-9 0,0 0-6 15,0 0-8-15,-15 0-9 0,15 0-1 0,0 0-7 16,-14 10-5-16,6-3-1 0,-2 2-2 0,2 1-4 16,1-1 3-16,-5 4-6 0,1 1-1 0,7-5-5 15,-3 5-3-15,0-2-3 0,4 0-3 0,1-1-15 16,1-1-14-16,-2-1-6 0,3-9 7 16,-2 15-9-16,2-15-5 0,2 10-8 0,-2-10-1 0,4 9 9 15,-4-9 4-15,10 8 0 0,-4-5 9 0,-6-3-7 16,12 3 5-16,-12-3 2 0,15-1-4 0,-15 1 6 15,13-1 4-15,-13 1 2 0,13-7 3 0,-9 3-4 16,-4 4 4-16,11-12 1 0,-9 6 7 0,4-2-2 16,-4-1 1-16,1-3 1 0,0 2 0 0,0-1 10 15,-2-1 9-15,-1 0-2 0,0-4 0 16,0 3 0-16,0 2-1 0,-1-1 10 0,0 0 4 0,1 12 4 16,-5-20-4-16,5 10 0 0,0 10 1 0,-2-14 3 15,2 14 0-15,-1-14-2 0,1 14-2 0,-2-11-3 16,2 11-2-16,-3-13-3 0,3 13 2 0,-1-13-4 15,1 13-4-15,-4-10 6 0,4 10-9 0,0-13 4 16,0 13-4-16,0 0 1 0,0-16-2 0,0 16 0 16,-1-13 0-16,1 13-6 0,0-12 3 0,0 12-6 15,-1-14 6-15,1 14 1 0,-3-13 2 0,3 13-6 16,-4-9 3-16,4 9 3 0,0-11-4 16,0 11-1-16,-2-12 1 0,2 12 1 0,-2-11 0 15,2 11-4-15,-2-12 5 0,2 12 1 0,-4-12-3 0,4 12-1 16,0 0 2-16,-1-13 0 0,1 13-4 15,0 0 1-15,-3-13 4 0,3 13 1 0,-2-10-2 16,2 10-6-16,0 0 8 0,-2-11-4 0,2 11 2 0,0 0-5 16,0 0 4-16,-4-8-2 0,4 8 5 0,0 0 0 15,0 0 0-15,0 0 0 0,3-15 3 16,-3 15-8-16,0 0 5 0,-3-9-2 0,3 9 6 16,0 0-5-16,0 0 1 0,0 0 3 0,-1-12 0 15,1 12-3-15,0 0 2 0,0 0 0 0,-4-10-2 16,4 10-1-16,0 0 0 0,0 0-2 0,0 0 3 0,0 0-1 15,0 0-2-15,0 0 0 0,0 0-1 0,0-10 1 16,0 10-4-16,0 0-1 0,0 0-2 16,0 0-1-16,0 0 3 0,0 0-3 0,0 0-2 15,0 0 3-15,0 0 1 0,0 0-2 0,0 0 1 16,0 0-1-16,0 0 5 0,0 0-3 0,9 33-1 16,-7-17 3-16,4 1-3 0,-1 11 3 0,-4 0-1 15,-1 2 1-15,7 3 4 0,-6-1-2 0,0 1 2 0,-1-1-2 16,2 1 0-16,-1-1 2 0,-2-2 1 15,1-1 1-15,2-2-3 0,0 2 3 0,0-10-3 16,-2 0-12-16,1-2-18 0,2 0-25 0,-1-1-32 16,1 0-29-16,2-4-21 0,0-2-48 0,-3 1-135 15,-2-11-345-15,7 12 153 0</inkml:trace>
  <inkml:trace contextRef="#ctx0" brushRef="#br0" timeOffset="-109135.14">1487 10526 1678 0,'0'0'-63'0,"4"-5"-98"16,-4 5-75-16,8-4 33 0,-8 4-221 0,0 0 98 16</inkml:trace>
  <inkml:trace contextRef="#ctx0" brushRef="#br0" timeOffset="-105592.16">2747 8637 52 0,'0'0'91'0,"0"0"-1"0,0 0-12 16,0 0-12-16,0 0-6 0,0 0-3 16,0 0-12-16,0 0-1 0,-13 19-9 0,10-14 0 15,-1 2-4-15,0 0 0 0,-1 3-4 0,1 0 8 16,-1 2-10-16,1 0 6 0,-1 4-2 0,-1-1-1 0,2 0 1 15,-3-1-3-15,3 3-5 0,2-1 5 0,-2 0-7 16,0-1 7-16,2-3-9 0,0 4 0 0,0-1-2 16,1-2-6-16,1 2 5 0,1-3 0 15,3 1-2-15,-2-3 4 0,2 2-2 0,1-2-3 0,0 1 11 16,2 1-3-16,0-2-3 0,1 1 4 0,2-3-5 16,2 4 0-16,-2-5 0 0,4 2 4 0,-1-5-5 15,0 1 3-15,1-1-3 0,-2 0 0 0,6-1-3 16,-1 0 4-16,-3-1 0 0,-1-2-4 15,1-2 7-15,2-1 0 0,-3 1 4 0,1 0 1 0,-2-1 11 16,-1-1-8-16,0-1 4 0,-1 1 1 0,1-2-1 16,-2-3-1-16,0 4 0 0,0-4 0 0,-1 1-5 15,-1-3 2-15,1-2 0 0,1-3-1 0,-4 5-2 16,2-5 3-16,-4 1-4 0,1 1 7 0,-1-1-5 16,-3-3-4-16,0 2 1 0,1 0 1 0,0-1 3 15,-2 0 1-15,0 1-2 0,-2 4 10 0,1 0-2 16,-1 1-2-16,-2-5-9 0,1 3 1 0,-1 2-2 15,0 0 7-15,1 1-9 0,0 0-1 0,-1 0-2 16,-1 3 3-16,1 1-2 0,-2 0-6 0,1-1-1 16,-2 1 4-16,-1 0-7 0,-1-1 2 0,0 4-2 15,-2-3 0-15,-2 1-3 0,3 2-1 0,-2 1-2 16,-1 1-2-16,0-1-1 0,0 2 11 0,1 0-11 16,-1 0-8-16,1 2-20 0,-1-1-13 0,1 1-27 15,1 2-11-15,-1 0-31 0,2 2-32 0,-1 0-19 16,3 3-133-16,-5 0-322 0,4-3 142 0</inkml:trace>
  <inkml:trace contextRef="#ctx0" brushRef="#br0" timeOffset="-104239.05">3813 8687 24 0,'3'-6'104'0,"-3"6"-6"0,0 0-1 0,0 0-4 16,0 0-16-16,0 0-13 0,0 0-2 16,-9-10-7-16,9 10 3 0,0 0-2 0,-9-4-3 0,9 4-1 15,0 0-2-15,0 0-5 0,-9-4-3 0,9 4-5 16,0 0-1-16,0 0-7 0,-8-2 0 0,8 2-3 15,0 0 1-15,0 0-3 0,0 0-5 0,0 0-4 16,0 0 4-16,-10-1-7 0,10 1 3 0,0 0-1 16,0 0 2-16,0 0-6 0,-13 1 3 0,13-1-6 15,-9 4 3-15,9-4 1 0,-11 4-3 0,6-2 1 16,5-2-2-16,-9 6 0 0,5-4 1 0,4-2-5 16,-12 4 8-16,6-1-10 0,1 1 8 0,-3 3 0 15,-2-1-1-15,2 0 2 0,1 3-3 0,-1-2-3 16,-1 3 6-16,1-3-6 0,2 3 4 0,-1-4-1 15,1 4 0-15,0-2-5 0,2 0 5 0,0-2-3 16,1 4 2-16,1-3 0 0,1 0 6 0,1 1-9 16,0 2 0-16,1-3 4 0,3 2-1 0,1-2 1 15,0 5 0-15,4-4-2 0,0 0 1 0,1 1 6 16,5 0-12-16,-2 0 4 0,2 0 0 0,1 0 3 16,-1-1-1-16,2 0-4 0,-1 0 1 0,-5-2-2 15,3 4 3-15,-3-4-3 0,-2 1 0 0,3-1-4 16,-5 0 8-16,2 1-1 0,-4-1-3 0,2-2 1 15,-3 2-1-15,-2 0-1 0,-2-6 8 0,1 13 3 16,-1-13 5-16,-6 12-1 0,-3-4 8 0,-2 4 2 16,-6-3 0-16,-1 2 0 0,-9-2 0 0,-2 0-3 15,2 1 2-15,-1-1-7 0,1-1-1 0,7-1-5 16,-2-4 1-16,-1 1-11 0,-4 1-18 0,8-2-27 16,-3-1-41-16,4 0-38 0,2-4-39 0,-2-1-92 15,6-1-273-15,2 1 122 0</inkml:trace>
  <inkml:trace contextRef="#ctx0" brushRef="#br0" timeOffset="-104096.47">3845 8982 8 0,'0'0'101'0,"0"0"-41"0,0 0-46 0,0 0-45 16,0 0-33-16,0 0 15 0</inkml:trace>
  <inkml:trace contextRef="#ctx0" brushRef="#br0" timeOffset="-97574.83">4813 8609 17 0,'0'0'160'0,"3"-6"1"16,-3 6-2-16,0 0-14 0,3-7 0 0,-3 7-10 16,0 0-7-16,0 0-11 0,0 0-8 0,0-10-10 15,0 10-10-15,0 0-10 0,0 0 0 0,-6-8-14 16,6 8-14-16,0 0-5 0,-12-1-5 0,12 1-3 15,-17 0-4-15,7 4-11 0,1 1 2 0,-9 0-11 16,5 0 3-16,-2 2 0 0,-2 4-6 0,-2 0-2 16,4-1-1-16,-3 1-3 0,0-1-2 0,5 2-3 15,-1-1 2-15,-1 0-1 0,6-4-1 0,0 3 2 16,2 0 11-16,0-2-5 0,1 0-4 0,3 1 0 16,1 0-4-16,0-2 0 0,1 3 0 0,1-10-2 15,3 14 3-15,0-8-3 0,3 3-1 0,0 0 1 16,2-2 4-16,2 0-1 0,-1 1-1 0,2-4 0 15,1 3 3-15,-1-1-5 0,2 0 4 0,-3-2-4 16,2 4 1-16,-2-4-4 0,-1 2 0 0,-1 2 4 16,-2-4-2-16,2 1-6 0,-5 1 1 0,3 1-3 15,-3-4 4-15,0 4-3 0,-3-7 6 0,1 14-2 16,-2-5 1-16,-3 0-3 0,-1 0 3 0,-4-2-1 16,0 3 3-16,-2-3 1 0,-3 1 0 0,-2-1-2 15,0 0 4-15,-1-2-2 0,2 3-2 0,2-5-7 0,0 0-18 16,0 0-22-16,2-1-32 0,0-3-27 15,0 2-28-15,2-3-117 0,-3-1-276 0,4 1 124 16</inkml:trace>
  <inkml:trace contextRef="#ctx0" brushRef="#br0" timeOffset="-96153.13">5377 8635 95 0,'0'0'133'0,"0"0"-9"0,-1-10-14 0,1 10-3 15,0 0-4-15,0 0-6 0,-1-11-9 0,1 11-5 16,0 0-5-16,-3-8-2 0,3 8-5 0,0 0-6 16,0 0-3-16,0 0-6 0,-4-6-1 0,4 6-5 15,0 0-3-15,0 0-4 0,0 0-7 0,0 0-5 16,0 0 0-16,-6-4-6 0,6 4 1 0,0 0-3 15,0 0-5-15,-10 0-7 0,10 0 3 0,0 0-2 16,-12-1-2-16,12 1 2 0,0 0-5 0,0 0 4 16,0 0-5-16,-13 1-1 0,13-1 0 0,0 0-4 15,0 0 6-15,-7 1-3 0,7-1 2 0,0 0-4 0,0 0 3 16,0 0 1-16,0 0 1 0,0 0-10 16,0 0 3-16,0 0-3 0,0 0 2 0,0 0-2 15,0 0-2-15,0 0 7 0,20 7-1 0,-7-3-1 16,6-4 8-16,3 2-2 0,5-3-3 0,3 2 2 0,1-2-1 15,0 0 0-15,-3 1 5 0,1 0-9 16,-1-2 3-16,0 0-4 0,-1 2 2 0,-9 0-13 16,1 2-22-16,-1-2-14 0,0 2-25 0,-5-2-32 15,2 2-34-15,-4-1-109 0,-5 1-268 0,3-1 119 16</inkml:trace>
  <inkml:trace contextRef="#ctx0" brushRef="#br0" timeOffset="-95895.64">5551 8654 42 0,'0'0'180'0,"0"0"-6"0,0 0-12 0,0 0-13 16,0 0-19-16,0 0-13 0,0 0-12 16,0 0-10-16,-4 6-3 0,4-6-8 0,0 13 6 15,0-3-4-15,2 7 1 0,-2 1-4 0,0 0-6 0,-2 3-9 16,4 3-4-16,-1 2-6 0,-2-5-4 0,-1 4-2 15,2 1-2-15,0-6-10 0,0 4-2 0,0-5-5 16,0 0-1-16,2 1-4 0,-2-1-1 0,0-1-10 16,0 0-29-16,-2 0-20 0,1-1-29 0,1 0-28 15,-1-2-43-15,-1 1-30 0,0-3-143 0,1-2-329 16,1-1 145-16</inkml:trace>
  <inkml:trace contextRef="#ctx0" brushRef="#br0" timeOffset="-95533.64">5772 9054 112 0,'12'-5'169'16,"-6"1"-8"-16,6-1-9 0,-1-2-9 0,-1 0-8 15,8-1-9-15,-1-1-9 0,1-1-9 0,-2 1-8 16,2-1-11-16,-1 1-6 0,-1-1-9 0,-3-1-8 15,-1 3-5-15,-2-2-2 0,-2 1-10 0,-1 0-4 16,-2 1 2-16,1-1-1 0,-3 1-12 0,-1 3 0 16,-2 5-6-16,0-11 0 0,0 11-7 0,-5-8-3 15,5 8-3-15,-13-4-3 0,1 3 1 0,-1 4-2 16,-6 1-1-16,3 2 0 0,-3 3 3 0,2 0-2 16,0 3 0-16,1 0-2 0,2 2 2 0,-7 4-1 15,10-4-2-15,-2 3 2 0,7-7-4 0,-2 6 0 16,7-4 0-16,-2-2 2 0,2 2-1 0,1 0 0 15,2-3 1-15,1 0-1 0,1 0 4 0,3 1-2 16,5-2-9-16,1-3-19 0,4 1-16 0,2 0-10 16,3-1-37-16,0-4-30 0,6-1-40 0,-1-1-164 15,-8-1-340-15,2 0 151 0</inkml:trace>
  <inkml:trace contextRef="#ctx0" brushRef="#br0" timeOffset="-75518.7">790 11726 117 0,'0'0'88'0,"0"0"16"0,0 0-18 0,0 0 8 16,0 0-18-16,0 0 2 0,0 0-6 0,0 0-5 15,0 0 4-15,0 0-13 0,0 0-9 0,0 0 0 0,0 0-12 16,0 0-2-16,0 0 1 0,0 0-3 16,0 0-12-16,0 0-3 0,0 0 16 0,0 0-13 15,0 0-21-15,0 0 14 0,0 0 0 0,0 0-1 16,0 0-6-16,0 0 1 0,0 0 1 0,0 0-2 15,0 0-3-15,0 0 5 0,0 0 7 0,0 0-4 16,-3-15-7-16,3 15 0 0,0 0 4 0,18-6-6 16,-6 4-1-16,-4-2 6 0,3-1-10 0,1 1 6 15,-1-3 2-15,0 2 2 0,2 0-2 0,-2-1-15 16,6-3 18-16,-7 2-1 0,2-1-1 0,-1 0-3 16,0-4 1-16,0 4-15 0,-2 2 6 0,0-2 18 15,-4 4-11-15,4-4-8 0,-2-2 7 0,1 3 1 16,-5 0 5-16,3 1-2 0,-1-2-7 0,-3 3-2 15,-2 5 13-15,2-13-12 0,-2 6-1 0,0 7 2 16,-2-12-4-16,2 12 2 0,-4-9-5 0,-1 5 13 16,1-1-15-16,-5 3-5 0,9 2 7 0,-16-6 0 15,7 4-7-15,-1 2 4 0,-1 1 12 0,11-1-9 16,-21 2-8-16,11 3 10 0,-7 5-7 0,3 0 7 16,14-10 0-16,-30 27 1 0,30-27 4 0,-31 34-5 15,18-17-1-15,-1 6-3 0,14-23 17 0,-18 43-12 16,12-20-3-16,6-23 3 0,-7 36-4 0,7-36 12 15,-2 37-10-15,2-37 7 0,4 39 0 0,-4-39 2 16,11 33-1-16,-4-16-5 0,2-2 3 0,3-2-2 16,-2 0-9-16,3-3-14 0,-1-3-18 0,2 3 3 15,-1-4-20-15,-2-1-11 0,2-1-14 0,0 0-68 16,-3-2-166-16,0-1 74 0</inkml:trace>
  <inkml:trace contextRef="#ctx0" brushRef="#br0" timeOffset="-75306.7">1072 11640 26 0,'0'0'193'0,"2"-8"-22"0,-2 8-12 0,0 0-28 16,2-9-14-16,-2 9-11 0,0 0-6 0,0 0-7 16,15 16-9-16,-9-6-11 0,5 3-4 15,-4 3-9-15,1 3-4 0,2-2-5 0,1 6-6 0,-1-3-5 16,0 2-1-16,-3 2-6 0,1-6-20 0,-3 1-15 15,2-1-24-15,-2-1-23 0,-1 0-27 0,2-2-22 16,-3-3-20-16,-1-1-97 0,-2 0-234 0,0-1 104 16</inkml:trace>
  <inkml:trace contextRef="#ctx0" brushRef="#br0" timeOffset="-75126.41">1261 11656 64 0,'0'0'161'0,"-13"16"-10"16,3 0-19-16,-5 10-13 0,-3 1-12 15,0 1-4-15,0 3-18 0,-3-1-7 0,3 0-22 16,-2 0-29-16,2-3-35 0,5 0-46 0,0-2-33 16,-2 0-69-16,4-8-169 0,2-1 75 0</inkml:trace>
  <inkml:trace contextRef="#ctx0" brushRef="#br0" timeOffset="-74474.91">1400 11649 35 0,'0'0'193'15,"0"-12"-18"-15,0 12-18 0,0 0-5 0,0 0-24 16,0 0-9-16,0 0-12 0,-15 30-3 0,10-15-15 15,0 2 1-15,-4 1-20 0,5-2-3 0,-1 4-10 16,5-2-3-16,-2-1 3 0,0 0-13 0,6 0-6 16,0-6-3-16,-2 2-3 0,6-1-2 0,-2-3-3 15,3 1 3-15,0-3-6 0,3-1-1 0,-1-2 2 16,2-1-5-16,6-3-6 0,0-3 6 0,-3-1-6 16,3-2 9-16,-3-3-17 0,1 1 4 0,6-6-7 15,-8 1 3-15,1-1-1 0,-5-2 1 0,-2-1-3 16,4 1-3-16,-5 1 4 0,-2-2 0 0,2 0 1 15,-5 0-4-15,0 1 1 0,-3-1 1 0,2 6 0 16,-4-1 5-16,-1 1 4 0,3 11 1 0,-5-12 0 16,5 12-3-16,-7-11-1 0,7 11-2 0,-8-4-6 15,8 4-1-15,0 0-5 0,0 0 10 0,-20 9-6 16,13 1 4-16,2 0-5 0,-3 7 2 0,1-2 1 16,2 1-2-16,1 3 4 0,4 0-5 0,0-2 3 15,2-2 0-15,0-3-2 0,1 1 3 0,6-2-3 16,-2 0 5-16,2-1-11 0,-3-2 2 0,8 2-3 15,-1-3-12-15,1-4-5 0,-1 2-2 0,6-4-12 16,-4-5 4-16,0 3-22 0,1-1-11 0,4-5-16 16,-3-2 0-16,0-1 3 0,3-7-1 0,-6 3-1 15,-1-1 14-15,1-7 2 0,-1 0 6 0,-1-3 7 16,-3-1 12-16,-3 0 8 0,4 3 19 0,-6-2 14 16,-1 5 12-16,0 2 24 0,0 2 23 15,-1-1 15-15,-2 4 11 0,1 4 11 0,-1 9 10 0,0-17 6 16,0 17 1-16,0-11-10 0,0 11-13 0,0 0-5 15,0 0-16-15,0 0-6 0,0 0-9 0,0 0-2 16,0 0-7-16,0 0-2 0,3 27-7 0,-3-7 0 16,0 5-5-16,0 3-2 0,0-1-4 0,-3 3-2 15,3-1-1-15,1-2 0 0,-1 4 1 16,0-4-5-16,0 3 2 0,-1 0-7 0,0-2-7 0,-1 0-24 16,-1-1-17-16,-1 0-24 0,2 0-40 0,-2-3-33 15,-1-4-33-15,0-2-37 0,-1-1-131 0,-1-1-360 16,3-5 159-16</inkml:trace>
  <inkml:trace contextRef="#ctx0" brushRef="#br0" timeOffset="-74254.64">1914 11621 9 0,'9'-6'196'0,"4"2"-22"0,-2 1-18 15,1 2-16-15,-1-1-15 0,2 5-13 0,0 2-11 16,-3 0-10-16,-1 3-7 0,2 2-9 0,-4-1-7 16,0 4-7-16,0 2-4 0,-5-3-6 0,-2 0 0 15,0 5-10-15,-2-1 2 0,-3 1-25 0,0 1-25 16,-3-1-35-16,0-3-31 0,-2 1-37 0,0 0-128 16,-3-2-256-16,0-2 114 0</inkml:trace>
  <inkml:trace contextRef="#ctx0" brushRef="#br0" timeOffset="-74018.43">2197 11476 1672 0,'12'-18'84'0,"-2"3"21"0,-2 0-9 16,-4 5-18-16,1 2-28 0,-1 2-10 0,-4 6-11 16,5-10-4-16,-5 10-4 0,0 0-2 0,8-7 0 15,-8 7 13-15,0 0 15 0,0 0-2 0,6 27 0 16,-3-11 0-16,-3 4-5 0,5 5-2 0,-3 0-2 15,-3 1-5-15,2-1-2 0,0 3-3 0,2-3-5 16,-3 1 0-16,0-7-3 0,-1 0-1 0,2 1-9 16,0-1-9-16,-1 1-23 0,2-4-31 0,-2 3-19 15,-2-8-29-15,4 2-39 0,-2-4-42 0,1 3-175 16,-1-12-390-16,0 0 173 0</inkml:trace>
  <inkml:trace contextRef="#ctx0" brushRef="#br0" timeOffset="-73856.38">2176 11646 2049 0,'-1'-14'55'0,"1"14"-16"16,0-13-9-16,0 13-17 0,0 0-7 0,-2-12-2 15,2 12-6-15,0 0 1 0,9-9 2 0,-9 9-5 16,15-7-15-16,-1 3-12 0,3 1-31 0,4 0-45 16,2 3-29-16,-3-2-38 0,-1 5-104 15,-1-3-299-15,-5 4 133 0</inkml:trace>
  <inkml:trace contextRef="#ctx0" brushRef="#br0" timeOffset="-73405.05">1110 12579 41 0,'0'-14'186'16,"-2"4"14"-16,2 0-13 0,-4 2-7 0,0 1-12 15,-1-2-4-15,-3 3-12 0,0 0-15 0,-1 2-15 16,-1 3-10-16,1-2-15 0,-4 6-11 0,0 1-10 16,-3 3-9-16,0 3-5 0,-1 1-7 0,-1 8-6 15,6-2-3-15,-4 5-6 0,3 0-4 0,7-3-4 16,-4 5-3-16,6-6-3 0,1 0-4 0,4-1 0 15,1 2-4-15,2-2 1 0,3 0-1 0,2 0-1 16,4-3-11-16,5-1-13 0,-4 0-20 0,13-1-32 16,-2-1-35-16,2-3-37 0,0-2-38 0,-7-3-29 15,2-1-101-15,1 0-321 0,-2-4 142 0</inkml:trace>
  <inkml:trace contextRef="#ctx0" brushRef="#br0" timeOffset="-72951.56">1472 12687 216 0,'0'0'214'0,"-3"-8"-14"15,-4 5-20-15,7 3-17 0,-9-3-15 0,9 3-15 16,-13 2-16-16,13-2-10 0,-15 4-14 16,6 0-9-16,-2 2-9 0,1 1-9 0,2 1-4 0,-1 0-9 15,3 3-2-15,-4 5-7 0,3-6-6 0,2 1 1 16,3 1-8-16,-4-2 0 0,3 2-4 0,3-3-3 15,0-1-2-15,0 1-5 0,0-9-3 0,5 12-3 16,-3-5-2-16,1-1 1 0,0-1-3 16,2-1-1-16,0-1-3 0,-5-3 2 0,13 2 1 15,-4-4 1-15,-9 2-3 0,15-8 0 0,-7 2 1 16,1-4-1-16,-2-1 2 0,1-3-3 0,3 0 1 16,-6-3-2-16,4-7 1 0,-5 0-2 0,1 4 0 15,0-6 3-15,-3 1-2 0,-2-3 0 0,0 2 10 0,0-2 0 16,0 1 9-16,-3 1 8 0,1 7 1 15,0 1 16-15,1 5 11 0,-3 2 10 0,2 0 4 16,2 11-3-16,0-14-4 0,-2 9-9 0,2 5-8 16,-2-8-11-16,2 8-6 0,0 0-2 0,0 0-8 15,0 0 1-15,0 0-5 0,0 0 1 0,8 36-5 16,-6-17 2-16,2 7-1 0,-2-1 2 0,4 2-8 16,-4 2 7-16,1-4-5 0,-1 1 0 0,2-1-4 0,0 1-4 15,2-7-22-15,-4-1-23 0,3 1-24 16,-3 0-39-16,0 0-50 0,5 6-49 0,-3-2-47 15,-5-6-139-15,0-3-423 0,1-2 187 0</inkml:trace>
  <inkml:trace contextRef="#ctx0" brushRef="#br0" timeOffset="-71771.39">1879 12387 48 0,'-5'-5'78'0,"5"5"-5"15,0 0 1-15,0 0-12 0,-12-1-2 0,12 1-10 16,0 0-3-16,0 0-6 0,-13 1 2 0,13-1-6 15,-9 1 0-15,9-1-2 0,-9 2-12 0,9-2-11 16,0 0 11-16,0 0-1 0,-11 2-9 16,11-2 5-16,0 0 2 0,-4 2-3 0,4-2-3 0,0 0 0 15,0 0 3-15,0 0-3 0,0 0-7 0,-13 2 8 16,13-2-2-16,-8 5 1 0,8-5-9 0,-4 4 5 16,4-4-4-16,0 0 7 0,0 0 2 15,-5 7-6-15,5-7 8 0,0 0 3 0,0 0-15 0,0 0 7 16,0 0 6-16,0 0 0 0,0 0-1 15,21 4 4-15,-9-3-6 0,7-1 5 0,1-1-3 0,9 0-7 16,-1 1 1-16,0-2 0 0,-1 1-5 0,-6-2-5 16,7 0-21-16,-8 2-11 0,1-1-13 0,-3 2-15 15,-4 0-20-15,-3 0-11 0,1 2-60 16,-5-1-161-16,-7-1 71 0</inkml:trace>
  <inkml:trace contextRef="#ctx0" brushRef="#br0" timeOffset="-71552.63">2063 12418 79 0,'0'0'154'15,"0"0"-13"-15,0 0-18 0,0 0-15 0,0 0-15 16,0 0-9-16,-1 8-2 0,1-8-14 0,1 14 8 0,-1-3-1 16,2 7-5-16,-4 8 7 0,0 1-3 15,1 0-6-15,-1-1-8 0,0 0-9 0,0 1 0 0,1-2-6 16,-3 3-4-16,2-2-5 0,1 0-4 15,-1-5-3-15,0 6-9 0,2-4-23 0,0-2-36 16,0 4-26-16,-2-6-39 0,2 1-33 0,-2-1-95 16,2-3-251-16,-1-4 111 0</inkml:trace>
  <inkml:trace contextRef="#ctx0" brushRef="#br0" timeOffset="-71212.9">2268 12828 64 0,'0'0'154'15,"0"0"-11"-15,6-2-16 0,-6 2-12 0,7-3-8 16,-7 3-12-16,10-3-6 0,0-3-8 0,-1 3-9 16,1-1 3-16,0-2-1 0,0 1 3 0,1-2-15 15,-1 0-2-15,-1 4 3 0,-2-5-7 0,-2 3-5 0,-1-2 0 16,1 1-6-16,-2-1 0 0,-1 2-3 15,-2 5-8-15,1-14-2 0,-1 14-1 0,-3-8-7 16,3 8 0-16,-10-7-6 0,10 7-3 0,-13-3-1 16,4 6-3-16,-3 0 3 0,-2 5-8 0,-3 1 2 15,-1 3-8-15,3 2 4 0,-2 4-8 0,3-4 9 0,3 3-4 16,3-3 1-16,2 2-2 0,2 2 3 0,0-1-8 16,7-6 3-16,2 5 1 0,1-1-12 15,6-2-11-15,2-1-21 0,3-1-14 0,10-2-24 16,-6-2-44-16,6-4-20 0,-6 1-101 0,2-4-267 15,-1 3 118-15</inkml:trace>
  <inkml:trace contextRef="#ctx0" brushRef="#br0" timeOffset="-70776.34">949 13413 1960 0,'-16'5'58'0,"3"-2"-37"15,1-1 1-15,5 1-28 0,1-2-7 16,6-1-3-16,0 0 3 0,0 0 13 0,0 0-3 15,29 10 1-15,6-11 4 0,4-1 4 0,17-2 0 0,11-3 6 16,23-8 4-16,6 2 6 0,2-5 1 0,-1 1 7 16,-1 0-4-16,1-1 2 0,1-2-3 15,-34 9 2-15,28-4-1 0,-30 2-4 0,-4 2 2 16,-2 5-8-16,-1-4 5 0,1 2-3 0,-16 3-5 16,11-3 3-16,-13 4-2 0,-1 1-2 0,-4 0 2 15,1-1 0-15,-4 1-4 0,-8 2 5 0,1 1-5 16,-6-1 0-16,-3 1-3 0,-2-1 3 0,-1 2-2 15,-11-1-1-15,18-1-3 0,-18 1-1 0,12-1 6 16,-12 1-8-16,10 3-5 0,-10-3-13 0,0 0-15 16,0 0-21-16,0 0-20 0,0 0-28 0,0 0-37 15,13-3-39-15,-13 3-147 0,0 0-350 0,0 0 155 16</inkml:trace>
  <inkml:trace contextRef="#ctx0" brushRef="#br0" timeOffset="-68176.61">3081 12471 5 0,'0'0'121'0,"-3"-11"0"0,3 11-15 0,-4-6-6 16,4 6-11-16,-2-8 1 0,2 8-21 0,0 0-3 15,0 0-14-15,0 0 0 0,0 0-6 0,0 0 5 16,0 27-5-16,4-9-4 0,-2 8-2 0,2 2 4 15,0 2-5-15,-1 2 2 0,-1 0-11 0,-1 0-2 16,-1 2 4-16,2-5-8 0,1 2-7 0,-1-5-1 16,-2-6-6-16,2-3 12 0,-2 1-14 0,1-2 4 15,1-3 5-15,-2-5-1 0,1 0 14 0,-2 1-9 16,1-9 4-16,1 11 12 0,0-6 2 0,-1-5 13 16,0 0 5-16,0 0 6 0,2 8-4 0,-2-8-1 15,0 0-9-15,0 0-3 0,0 0-5 0,0 0-7 16,2-24-3-16,1 14-3 0,1-5-6 0,1-2-2 0,1 3-2 15,4-3-1-15,2 5-3 0,7-5-1 16,-2 4-3-16,0 1-3 0,3 5 2 0,-2-1-2 16,-1 4-3-16,0 3-1 0,1 3 0 0,-5 2-1 15,6-1-14-15,-6 2-2 0,2 4 6 0,-2 2-5 16,-6 0 0-16,0-2 3 0,-2 2-1 0,0 4 2 0,-4-2-5 16,-2 7 5-16,-2-3 5 0,-3 1-1 15,0 2 4-15,-3-2-5 0,-1 0 6 0,-1-3-5 16,-1 1 4-16,0-4-2 0,-2 1 1 0,0-2-13 15,-1-1-4-15,2 0-23 0,4-3-23 0,-1-1-30 16,1-1-4-16,0-2-67 0,-3-2-106 0,1-1-295 0,11 0 131 16</inkml:trace>
  <inkml:trace contextRef="#ctx0" brushRef="#br0" timeOffset="-67866.72">3460 12826 61 0,'10'-1'99'0,"-10"1"5"16,8 3-11-16,-8-3-6 0,8 6-1 0,-3-3 2 15,0 3-18-15,0 1-10 0,0-1-2 0,0-1-5 16,2 2 0-16,-2-2-8 0,3 0-6 0,-2-2-5 16,3 1 3-16,-1-2-1 0,2 1-3 0,-1-3 3 15,2 0-3-15,1-1-4 0,-2-5 6 0,0 3-4 16,2-2-5-16,-3-4 6 0,-2 1 11 0,2 1 5 15,-1-3-6-15,-5 1-7 0,-1 0 1 0,-2-1-5 16,-2 0-5-16,-2 2 3 0,-4-1 1 0,-3 2-8 16,-4-3 1-16,-1 4-4 0,4 2-4 0,-5-1-2 15,0 2 2-15,3 2-7 0,0 1-8 0,0 1-10 16,2 1-13-16,1 0-19 0,-1 2-29 0,3-1-14 16,3 1-30-16,1 1-5 0,2 1-102 0,3-6-239 15,-4 9 106-15</inkml:trace>
  <inkml:trace contextRef="#ctx0" brushRef="#br0" timeOffset="-67623.21">3873 12537 126 0,'1'-4'197'0,"-1"4"-2"15,2-10-21-15,-2 10-19 0,0 0-16 0,1-6-19 16,-1 6-10-16,0 0-12 0,0 0-5 0,5 19-8 15,-4-6 2-15,-1 4-8 0,0 8-9 0,2 1-5 16,-1 0-6-16,0 0-6 0,-1-2-2 0,2 0-8 16,-1-4-5-16,0-1 0 0,0 1-7 0,1-1-3 15,-2 0 0-15,1-3-12 0,-1 3-24 0,4-4-23 16,-4-3-31-16,0 2-28 0,-2-4-28 0,2 1-34 16,-2 0-135-16,-3-2-310 0,5-9 138 0</inkml:trace>
  <inkml:trace contextRef="#ctx0" brushRef="#br0" timeOffset="-67206.99">3873 12707 39 0,'12'-9'128'0,"4"-1"2"16,-3 1-16-16,4-1-13 0,-3 1-14 0,1 1-3 15,-3 2-2-15,-1-1-14 0,0-1-5 0,1 3-2 16,-3 0-9-16,1-2 3 0,-1 1-4 0,-2 1 2 15,0-1 12-15,1 1 0 0,-4-1 3 0,1 2-1 16,-5 4-1-16,8-6-5 0,-8 6-3 0,5-3-5 16,-5 3-10-16,0 0 0 0,0 0-13 0,6-4-4 15,-6 4-4-15,0 0 2 0,0 0-5 0,8 18-3 16,-8-6 7-16,2 3-4 0,2 2 0 0,-3 2-1 16,2 2 1-16,0-2-3 0,-2 0 0 0,1-1-9 15,2-2-1-15,-1 0 4 0,-1-4-2 0,-1-2 1 16,1-1 1-16,-1 1-1 0,-1-6 2 0,0-4-5 15,4 10 5-15,-3-6-1 0,-1-4 0 0,0 0 4 16,1 8-3-16,-1-8-5 0,0 0 7 0,0 0-3 16,0 0 0-16,18-12-2 0,-10 6-4 0,0-1 0 15,-1 0-2-15,3-1 1 0,-2 4-6 0,3-1 4 16,-5 1 0-16,3 3-6 0,-2 1-1 0,-7 0 5 16,15 3 0-16,-5 1-1 0,-3 2-1 0,1 1-10 15,1 2-15-15,-3-1-19 0,3 5-15 0,-2-2-42 16,2 3-15-16,-4-4-21 0,1 2-12 0,-1-1-104 15,-1-2-276-15,3-1 122 0</inkml:trace>
  <inkml:trace contextRef="#ctx0" brushRef="#br0" timeOffset="-66948.8">4768 12486 16 0,'0'-9'222'0,"0"1"-18"0,0 8-18 0,1-10-20 16,-1 10-17-16,0 0-16 0,3-5-10 0,-3 5-11 16,0 0-4-16,12 28 3 0,-8-9-7 0,2 6-6 15,-2 4-6-15,2-1-9 0,-3 0-10 0,-1 1-7 16,-2 2-3-16,2-4-9 0,1 0-4 0,-2 2-6 16,2-2-2-16,-2-4-5 0,1 5-5 0,0-3-6 15,-2-4-19-15,1 2-22 0,-1-3-19 0,-5 6-21 16,2-7-21-16,1 1-22 0,-1-3-25 0,1-1-12 15,-2 2-27-15,-1-2-123 0,-4-2-307 0,1-2 137 16</inkml:trace>
  <inkml:trace contextRef="#ctx0" brushRef="#br0" timeOffset="-66710.83">4883 12643 148 0,'6'-7'134'0,"1"1"-11"16,0-2-4-16,5 2-11 0,-6 1-9 0,2 3-16 16,-2 1-4-16,6 1-8 0,-2 1-11 0,-4 3-2 15,2-1-7-15,1 4-7 0,-5 3-2 0,0 0-2 16,-2 0-1-16,-1 2-6 0,-1 0-7 0,-1 4 3 16,-5-1 0-16,-1 1-4 0,1 1-10 0,-4-2-1 15,1 0-11-15,-3-4-3 0,2 5-34 0,2-6-25 16,-1 0-28-16,-1-1-29 0,3 0-80 0,-3-2-213 15,2 0 94-15</inkml:trace>
  <inkml:trace contextRef="#ctx0" brushRef="#br0" timeOffset="-65655.59">5394 12591 140 0,'0'0'141'0,"-15"7"-11"0,2-1 1 16,-3 4-20-16,3 3-7 0,-4-1-6 0,-4 4-11 15,9 0-12-15,-2 0 0 0,1 0-10 0,3-1-11 16,2-1-2-16,3-2-6 0,2-1-12 0,2 1 8 16,2-2-15-16,2-1 1 0,2 0-7 0,1-3 1 15,4 0-5-15,-1-2-1 0,3-2-3 0,2-2-6 16,0 0-6-16,3-4 6 0,-1-2-9 0,2 1 3 15,-1-3 2-15,-7 0 0 0,-1-1 1 0,-1 1 7 16,0-2-5-16,-2 1-2 0,-2-4-3 0,-1 3 11 16,-1-1 11-16,-2-1-2 0,-3 0 6 0,2 3 5 15,0-1 2-15,1 10 8 0,-4-12 8 0,2 7-2 16,2 5-3-16,-2-9-8 0,2 9-4 0,0 0-5 16,0 0-8-16,0 0 7 0,0 0-4 0,0 0-8 15,0 0 4-15,0 0-6 0,5 32-1 0,-2-22 3 16,2-1-4-16,0 1 0 0,-1-1-3 0,2 1-8 15,0-1-5-15,2-1-12 0,0-2-11 0,2 1-10 16,1-2-7-16,0-1-11 0,1-4-5 0,3 0 2 16,-4-2-6-16,2 0 2 0,3-6-3 0,-4 4 6 15,-1-2 7-15,-2-2 2 0,0 0 19 0,-2 1 5 16,-1-3 0-16,-1 1 9 0,-1-2 2 0,-2 0 7 16,1-1 6-16,0 2 18 0,-1 1 12 0,-2 1 7 15,0 8 1-15,1-11 9 0,1 6 1 0,-2 5-7 16,1-7 0-16,-1 7-10 0,0 0-3 0,0 0-4 15,0 0-8-15,0 0 7 0,0 0-3 0,0 0-3 16,0 0 3-16,0 0-3 0,1 29 0 0,-1-19 9 16,-1-1-13-16,1 0 4 0,0 1-6 0,-1-2 9 15,1-8-10-15,0 14-4 0,1-9 0 0,-1-5-1 16,1 11 2-16,3-8-2 0,-4-3-5 0,5 3 1 16,-5-3 2-16,12 1-4 0,-12-1 3 0,18-4-5 15,-7-1 2-15,2 0-3 0,0 0-5 0,3-2 5 16,1 1 1-16,-2 0-6 0,2 3 6 0,-4-1 0 15,-3 4 3-15,4 0-3 0,-2 1 1 0,-1 0 2 16,0 2-9-16,-1-1 3 0,2 0 7 0,-3 1-1 16,1 2 4-16,2-2-1 0,-2 1 2 0,2-1 0 15,2 0-4-15,-1-3 5 0,0 0-3 0,0-2-4 16,1 0 4-16,3-2 5 0,-3-1 6 0,3-3 1 16,-5 4 7-16,5-7-4 0,-2 1 14 0,-1 0 2 15,-3 2-1-15,-3-2-3 0,0 1 5 0,-3 0-6 16,1 1 5-16,-4 0 8 0,1-1-1 0,-2 0-4 15,1 2-4-15,-2 7-3 0,-5-15-1 0,2 10-4 16,-3 1-6-16,6 4-5 0,-13-5 3 0,2 5-1 16,0 2-3-16,-2 2-6 0,-5 4 0 0,1 1-1 15,3 1 3-15,4-2-7 0,-3 0 1 0,4-1 1 16,0 2 0-16,2 0-5 0,2 1 1 0,1-2-5 16,4 0 9-16,-2-3-5 0,2-5 4 0,7 12-4 15,-2-9 0-15,5 1 6 0,0-2-7 0,3-2 2 16,1 0-2-16,5-3-4 0,1-3-8 0,0-1 8 15,5-2-2-15,-6 0 0 0,-3-2-1 0,0-3 1 16,-1 1 0-16,-4-4 4 0,1 2-1 0,-3-2 0 16,0-1 3-16,-2 0 2 0,2-2 0 0,-5-5 2 15,0 5-3-15,-4-6 5 0,0 6 0 0,0 1 7 16,-1 0 4-16,1 0 3 0,-2 2 1 0,1 6 2 16,0 0 12-16,2 3-4 0,-1 8 1 0,-1-12-10 15,1 12 3-15,2-6-10 0,-2 6-1 0,0 0 4 16,0 0-5-16,8 26-1 0,-5-10 4 0,1 0-4 15,-2 3 1-15,1 6-1 0,0 1-3 0,0-2 2 16,1 1-3-16,-2-1-8 0,1-3-31 0,-2-3-21 16,0 0-37-16,1 0-18 0,0-3-45 0,1-2-30 15,-2-2-122-15,-1 0-335 0,3-4 148 0</inkml:trace>
  <inkml:trace contextRef="#ctx0" brushRef="#br0" timeOffset="-65314.97">6506 12426 128 0,'0'0'142'0,"4"-7"-18"0,-4 7-6 15,0 0-5-15,0 0-15 0,0 0 3 0,12 20-15 16,-12-20-8-16,8 14-11 0,-4-5 3 0,-1-3-7 16,-1 3-7-16,1-4 1 0,-2 2-8 0,3-1 0 15,-4-6-6-15,3 9-7 0,-1-4 0 0,-2-5-2 16,4 6 5-16,-4-6 12 0,3 5 4 0,-3-5 9 15,0 0-6-15,0 0-11 0,0 0-3 0,0 0-2 16,0 0-8-16,0 0 0 0,2-22-2 0,-1 10-4 16,2 3-4-16,-1-3-3 0,2 2 2 0,4-4-8 15,-3 2-1-15,4-3-1 0,-2 1-3 0,6 2 3 16,-4 5-4-16,0-2-1 0,1 3-2 0,-1 4-4 16,-9 2-2-16,16-2 6 0,-6 2-3 0,-10 0 1 15,16 7 1-15,-5-1-4 0,-5 1 0 0,-1 2 3 16,0 4 1-16,-1-3-2 0,-1 7-15 0,-2-5-33 15,-1 5-50-15,1 0-44 0,3 0-37 0,0 0-125 16,1-1-324-16,4-2 144 0</inkml:trace>
  <inkml:trace contextRef="#ctx0" brushRef="#br0" timeOffset="-64978.34">7324 12184 33 0,'0'0'152'0,"0"0"-3"0,0 0 1 0,16 16-3 15,-12-5 1-15,1 1-10 0,2 5-5 16,-3 0-1-16,1 2-5 0,0 6-3 0,-1 1-12 16,-1-1-9-16,-3-1-9 0,0-6-10 0,3 1-8 0,-3-1-9 15,0-1-3-15,1 0-10 0,0-1-4 0,-2 1-5 16,1-6-9-16,-1 0-15 0,0-1-22 16,-1 1-22-16,2-1-24 0,-3 0-29 0,1-3-32 15,0 0-27-15,2-7-24 0,-7 12-123 0,2-8-305 0,5-4 135 16</inkml:trace>
  <inkml:trace contextRef="#ctx0" brushRef="#br0" timeOffset="-64637.34">7348 12436 95 0,'0'0'133'0,"10"-5"-1"0,-5 4 3 15,-5 1-13-15,16-1-7 0,-9-1-6 0,-7 2-14 0,16 3-1 16,-5-3-12-16,-1 2-7 0,-1 1-13 15,0 1-2-15,0-2-7 0,-4 1-2 0,3 1-7 0,0 1-1 16,-1 0-4-16,0-3-7 0,-1 1-4 0,-1 1-5 16,3-2 0-16,-3 2 2 0,-5-4-3 0,12 6-1 15,-7-4-1-15,-5-2-12 0,10 1 7 16,-10-1 2-16,10 2-2 0,-10-2-1 0,12-2 0 0,-12 2-7 16,10-3 5-16,-5-1 5 0,-5 4-6 0,8-8-5 15,-4 3 0-15,-4 5-4 0,6-6 1 0,-6 6 6 16,6-5-1-16,-6 5-10 0,0 0-1 15,0 0 14-15,0 0 9 0,12 16 7 0,-12-4 4 0,0-1 0 16,1 6 0-16,-1 1 0 0,-1 6-7 0,-3 2 0 16,1-3-4-16,-1-4-5 0,2-1 4 0,-1 2-16 15,0-2-24-15,3 0-31 0,0-2-42 0,1-2-26 16,-1-3-52-16,0-2-115 0,6 0-311 0,-3-4 138 16</inkml:trace>
  <inkml:trace contextRef="#ctx0" brushRef="#br0" timeOffset="-64394.38">7775 12286 16 0,'-3'-10'228'0,"2"3"-19"16,0 1-23-16,1 6-22 0,-3-9-19 0,3 9-9 15,0 0-10-15,0 0-1 0,10 24-5 0,-6-7-10 16,3 9-9-16,-5 2-8 0,3 0-5 0,-2 2 5 15,-2 0-6-15,-2 1-11 0,-2 1-8 0,1-2-4 16,0-1-6-16,0 1-5 0,-5-5-10 0,-1 1-1 16,4-1-25-16,0-8-17 0,0-1-31 0,0 1-30 15,-2 0-31-15,3-5-42 0,1-1-33 0,-3 0-161 16,0-1-354-16,-1-2 157 0</inkml:trace>
  <inkml:trace contextRef="#ctx0" brushRef="#br0" timeOffset="-63975.58">7825 12471 36 0,'7'-4'149'0,"1"2"-16"16,-8 2-4-16,0 0-16 0,15 7-7 0,-13-2-12 16,0 2-7-16,-3 1-10 0,-2 3-5 0,0 0-15 15,-4 3-13-15,-4-1-13 0,0 2-5 0,1-2-17 16,-1-1 8-16,3-1-9 0,2-4-1 0,-1 1-11 15,1-2-8-15,2-2-7 0,0 1 12 0,4-5-6 16,-2 8 6-16,2-8-7 0,0 0 11 0,0 0-2 16,10 3 6-16,-10-3 2 0,19-3 3 0,-5 3 5 15,4-6 0-15,1 0 0 0,7-1 6 0,-7 0-5 16,8-3 8-16,-2 2 1 0,-4 0 2 0,3-5 2 16,-4 4 7-16,0-1-6 0,-2-1 9 0,-2 1-2 15,0-2 5-15,-3 2 25 0,-4 2 12 0,-1-1-2 0,-3 2-2 16,2-1-6-16,-6-3-4 0,0 5 4 15,-1 6 2-15,-2-14-3 0,-1 7-2 0,-2 3 1 16,5 4-1-16,-9-8-9 0,9 8-5 0,-8-2-4 16,8 2 0-16,-16 4-5 0,7 2-6 0,-2 4-5 0,1-1-3 15,4 5-1-15,0 1-2 0,0 0-2 16,4 1-5-16,-1 2-7 0,6-1-12 0,2 2-15 16,1-3-23-16,2 0-26 0,3-2-35 0,2-1-39 15,1-1-29-15,-1-2-34 0,-4-1-108 0,1-2-339 16,-2 0 150-16</inkml:trace>
  <inkml:trace contextRef="#ctx0" brushRef="#br0" timeOffset="-63004.83">3593 13744 38 0,'-7'-5'111'0,"0"2"0"0,-2-1-8 0,-1 3 4 0,-1-3-3 15,-2 3-18-15,-1 0 2 0,1 1-11 0,-5 1-5 16,5 3-5-16,-2 0 4 0,-2 1-3 0,-2 3-9 15,2 6-2-15,-4 2-4 0,0 4 1 16,6 0-2-16,-3 2-8 0,4-2-2 0,5-2-4 16,-2-1-5-16,4 0 0 0,-2-1-3 0,7 0-1 0,-2 1 4 15,3-6-18-15,2 2 4 0,4-2-4 16,-1-1 1-16,2 2-3 0,3-3 3 0,1-2-6 16,1-3 6-16,0 0-5 0,8-1 0 0,2-4-11 15,-2-2 7-15,3 0 0 0,4-7-2 0,4 0 1 16,-3-3-6-16,-2 0 5 0,1-5-3 0,-4 0 0 0,-1 0 6 15,-3-2-8-15,-5 7 5 0,-3-5-2 0,2-5-3 16,-5 7 2-16,1-9-1 0,-4 5 2 16,-2 0 0-16,0 1 2 0,-2-7-4 0,-3 7 1 15,-2-4-1-15,1 3-2 0,-2 2 2 0,-1 1 5 16,1 0-2-16,0 2 2 0,0 3 9 0,3 2 3 16,-2 3 2-16,3 0-1 0,2 7-2 0,-5-9-7 15,5 9-2-15,-2-5 3 0,2 5-2 0,0 0-6 16,0 0-1-16,0 0 1 0,9 27 3 0,-3-11-3 15,-2 4 6-15,3 6-5 0,0 0-2 0,-1 0 3 16,2 2-2-16,-3 0 9 0,-1-4-9 0,0-4 3 16,0 4-2-16,-1-4 2 0,0-1-1 0,2-2-1 0,-3-2-13 15,2 2-17-15,0-5-28 0,-1 1-10 0,2-2-43 16,0-1-15-16,0-1-19 0,-1-3-121 16,0 1-283-16,-2-4 124 0</inkml:trace>
  <inkml:trace contextRef="#ctx0" brushRef="#br0" timeOffset="-62482.71">3859 13847 45 0,'0'0'136'0,"0"0"7"0,0 0-6 0,0 0-13 16,0 0-9-16,3 21-7 0,-6-12-15 0,3 2-1 16,0-1-10-16,0 0-7 0,0-1-6 0,3 0-7 15,-1 1-9-15,2-3-7 0,-2-1 0 0,2 0-5 16,0 1-2-16,1-6 0 0,2 3-9 0,0-3 2 15,-7-1-5-15,0 0 2 0,25-2-8 0,-14-1 1 16,-1-2 2-16,7-1-9 0,-9-3 4 0,-2-2-6 16,3 2-3-16,-1-5 0 0,-6 1 0 0,-1 3-1 15,2-8-4-15,-4 0-5 0,-1 1 6 0,0-2-9 16,-6 4 6-16,5 0-2 0,-3-1-12 0,1 5-2 16,1 3 16-16,4 8 1 0,-6-12-2 0,6 12 2 15,-6-6-3-15,6 6 2 0,0 0 3 0,-5-8-3 16,5 8-6-16,0 0 0 0,0 0 0 0,0 0 3 15,0 0-3-15,0 0 3 0,19-5 0 0,-19 5-2 16,18 0-1-16,-7 0 6 0,2-3-5 0,5-1 4 16,-3-2-3-16,6 0 2 0,-7-1 3 0,-2 1-3 15,-1-1-3-15,0 3 8 0,-1-3-3 0,-2-2-1 16,-3 3-3-16,3-3 2 0,-3-1 3 0,-3 1 3 16,2-1-4-16,-1-1 2 0,-1-2-6 0,-2 1 10 15,0 12 15-15,0-17 9 0,0 7 0 0,0 10 4 16,0 0-3-16,-1-15-8 0,1 15-3 0,0 0-6 15,0 0-4-15,0 0 1 0,0 0-5 0,0 0 3 16,0 0 1-16,13 39 1 0,-12-14-1 0,2 3 1 16,-1 1 5-16,1 0-10 0,-3 2 4 0,1-2-4 15,0 3 1-15,1-4-2 0,0-1-2 0,1-1 3 16,-1 0-2-16,0-7-11 0,2 7-17 0,-3-8-25 16,0 0-31-16,-1 1-23 0,1-3-34 0,-1-3-34 15,0-2-120-15,-2 0-312 0,2-11 138 0</inkml:trace>
  <inkml:trace contextRef="#ctx0" brushRef="#br0" timeOffset="-62260.46">4314 13736 91 0,'12'-2'111'0,"-12"2"-14"0,0 0-7 0,11 7-5 15,-11-7-8-15,1 13-9 0,-1-13-9 0,-2 18-6 16,-2-9-7-16,0 1 0 0,-3-1 9 0,-1 2-25 16,0-3-2-16,-2 3-8 0,4-5-12 0,-1 1-16 15,1 0-19-15,2-2-18 0,4-5-12 0,-9 11-19 16,4-8-50-16,5-3-135 0,-7 12 60 16</inkml:trace>
  <inkml:trace contextRef="#ctx0" brushRef="#br0" timeOffset="-62058.98">4437 13739 73 0,'0'0'175'0,"0"0"-8"0,0 0-10 16,0 0-26-16,1-9-14 0,-1 9-11 0,0 0-10 15,0 0-9-15,0 0-2 0,-4 41-2 0,4-22-12 0,-2 5-9 16,-2 1-5-16,0 2-5 0,3-2-6 15,1 2-19-15,-2-1-37 0,-1-2-34 0,3-7-41 16,0 2-40-16,-2-5-97 0,0 2-240 0,1-3 107 16</inkml:trace>
  <inkml:trace contextRef="#ctx0" brushRef="#br0" timeOffset="-61889.82">4337 13575 14 0,'0'0'32'0,"0"0"-33"16,0 0-7-16,0 0-8 0,13 32 4 0</inkml:trace>
  <inkml:trace contextRef="#ctx0" brushRef="#br0" timeOffset="-61589.06">4556 13860 120 0,'0'0'193'0,"0"5"3"0,0-5-1 0,0 0-10 16,0 0-10-16,0 0-10 0,0 0-15 0,0 0-13 16,0 0-15-16,0 0-12 0,0 0-11 0,0 0-9 15,0 0-11-15,0 0-15 0,0 0-4 0,0 0-5 16,5-28-13-16,-1 21-6 0,-4 7-3 15,7-16-12-15,-1 6-6 0,1 3-3 0,1 0 1 0,-2-2-2 16,2 4-4-16,-8 5 0 0,12-5-4 0,-12 5 1 16,12 0-4-16,-12 0-6 0,0 0-7 0,20 4-2 15,-20-4-3-15,11 7 5 0,-4-2-11 0,-2 0-10 16,2 2-15-16,-1 1-2 0,-2-1-11 0,1 0-4 16,3 0-18-16,-8-7-4 0,10 9-7 0,-5-3-10 15,2-2 5-15,3-2-4 0,0-1-7 16,0-1-3-16,-10 0-4 0,27-3-71 0,-9-4-203 0,0 1 90 15</inkml:trace>
  <inkml:trace contextRef="#ctx0" brushRef="#br0" timeOffset="-61319.36">4918 13780 109 0,'11'-7'28'0,"-1"0"8"16,-2-1 13-16,-8 8 7 0,12-11 6 0,-8 5 11 15,-4 6-8-15,0 0 11 0,4-14 3 0,-4 14 7 16,0 0 7-16,0 0 6 0,0 0-3 16,0 0-5-16,-13-14 2 0,13 14-6 0,0 0-10 0,-12 0-2 15,12 0-10-15,0 0 1 0,0 0-10 0,-22 21 0 16,15-12-8-16,0 2-5 0,3-2-7 0,0 1 1 15,2 2-6-15,-1-2 0 0,2 3-3 0,1-13-4 16,0 19-7-16,1-10 2 0,2 2-9 0,0-3-14 16,1 2 3-16,0-3 2 0,4 0-2 15,-2 0-2-15,0 1 6 0,2-1-2 0,-1 3-6 0,1 0 1 16,-4 1 4-16,1 0-1 0,1 5 0 0,-4-4-1 16,1 6-4-16,-2 0 4 0,-1 0 1 15,-3 1-5-15,1 5-8 0,-5 0 1 0,1-5-8 16,0 0-2-16,-4-1-14 0,0 4-22 0,-2 0-7 15,3-6-28-15,6-3-20 0,-6 2-21 0,-2-1-97 16,-2 0-251-16,4-8 111 0</inkml:trace>
  <inkml:trace contextRef="#ctx0" brushRef="#br0" timeOffset="-61081.71">4308 13598 12 0,'-6'-2'187'0,"1"-3"-44"0,5 5-10 0,-3-5-17 15,3 5-10-15,0 0-34 0,0 0-23 0,0 0-38 16,0 0-30-16,25 2-34 0,-15 1-74 15,1 1-136-15,-2-1 60 0</inkml:trace>
  <inkml:trace contextRef="#ctx0" brushRef="#br0" timeOffset="-60204.17">5318 13768 86 0,'0'0'144'0,"4"-7"-1"0,-4 7-7 16,0 0-11-16,0 0-7 0,18 14-4 0,-10-3-12 16,-2 1-7-16,1 4-7 0,-1 0-10 0,2-1-8 15,-3 2-7-15,-1 0-1 0,-2-3-17 0,1-2-9 16,1 1 0-16,-2-4-5 0,0 1-1 0,-1-3 3 16,0 1 11-16,-1-8 7 0,1 10 11 0,-1-10 6 15,3 5-3-15,-3-5 9 0,0 0-7 0,0 0-9 16,0 0-6-16,0 0-7 0,0 0-1 0,0 0-5 15,0 0-4-15,7-24-4 0,-3 13-5 0,3-6-1 16,1 0 1-16,5-5-7 0,3-4-2 0,0 2-3 16,2-2-1-16,2 6-3 0,2 2-2 0,0-1 0 15,0 4 0-15,-4 5-2 0,0 1 0 0,1 3-2 16,-5 4 0-16,0 0-6 0,3 1 1 0,-6 4-1 16,1 3 3-16,2-2 0 0,-7 0 0 0,2 2-1 15,0 3 3-15,3-2-4 0,-6 3 2 0,1 0-2 16,-2-1 1-16,1 1-2 0,-2 0 1 0,0 1-7 15,0-3-20-15,-1-2-21 0,-3-6-12 0,4 11-17 16,0-5-29-16,-4-6-6 0,4 8-11 0,-4-8-2 16,0 0 5-16,9 5 16 0,-9-5-2 0,0 0 17 15,0 0 0-15,22-7 15 0,-15-1-2 0,0 1 12 16,0-1 12-16,0-3 27 0,-1 8 14 0,-6 3 17 16,8-11 9-16,-8 11 3 0,5-7 0 15,-5 7 4-15,0 0 0 0,0 0 0 0,6-6 4 16,-6 6 4-16,0 0-8 0,0 0 2 0,0 0-2 0,0 0 0 15,13 17 12-15,-13-17-11 0,9 8 12 0,-3-4-2 16,5 1 5-16,-1-3-4 0,0 0 11 0,4 0-8 16,-1-4-8-16,5-1 1 0,-3-3 4 0,3-1-3 15,-6 3-3-15,3-3 10 0,-5 0-1 16,-4 3 0-16,0-3-1 0,-4-1-6 0,-1 1-2 16,-1 7-5-16,-5-14-1 0,1 9-5 0,-3-2-7 0,-5 0-11 15,2 4-21-15,-2-1-15 0,-3 4-28 0,2-2-8 16,-4 4-32-16,2-2-22 0,2 3-22 0,-3 1-84 15,3 1-253-15,7-2 113 0</inkml:trace>
  <inkml:trace contextRef="#ctx0" brushRef="#br0" timeOffset="-59984.65">6227 13463 21 0,'2'-9'232'0,"-1"0"-2"0,-1 1-17 0,0 8-14 0,2-9-23 15,-2 9-20-15,0 0-18 0,0 0-13 16,0 0-11-16,0 0-5 0,9 33-5 0,-8-8-8 0,-2 1-12 16,0 2 1-16,0 4-15 0,-4-2-4 0,2 2-13 15,-1-1 1-15,2 2-10 0,2-5-4 0,-3 0-16 16,2-1-16-16,2-1-16 0,0-7-26 16,2 0-43-16,0-2-32 0,-2 0-35 0,0-6-39 15,-1 0-132-15,1-1-341 0,-2-3 152 0</inkml:trace>
  <inkml:trace contextRef="#ctx0" brushRef="#br0" timeOffset="-59824.5">6041 13653 39 0,'9'-5'152'15,"5"1"-18"-15,6-1-12 0,7-4-11 0,5 4-11 0,4 1-15 16,-1-3-30-16,19 2-41 0,-5 1-44 15,4-1-38-15,-3 3-51 0,1-1-130 0,7-2 58 16</inkml:trace>
  <inkml:trace contextRef="#ctx0" brushRef="#br0" timeOffset="-59341.92">7054 13569 191 0,'-19'3'194'0,"9"0"-12"15,-6 4-13-15,-2 1-7 0,-6 7-16 0,0 2-14 16,1-2-14-16,1 3-13 0,2 2-9 0,7-8-9 16,1 2-9-16,1 2-14 0,5-2-2 0,3-2-5 15,0 0-5-15,3-1 1 0,2 0-11 0,2-1-5 16,1-4 1-16,2 2-6 0,5-2-5 0,-1-4 2 16,7 0-7-16,0 0 2 0,3-7-2 0,-1 1-5 15,-1-3 0-15,0-1 0 0,-2-2 4 0,0-1-9 16,-3-1-2-16,0 1 6 0,-4-2-5 0,-1-2-5 15,0-1 3-15,-4 2 0 0,0-1 2 0,-1 0-4 16,-1 2 9-16,-2 1-3 0,-1 3 3 0,0-1-3 16,1 2 10-16,-1 8-5 0,-1-11-7 0,1 11 0 15,0 0-2-15,0 0-3 0,0 0-4 0,0 0 4 16,0 0 1-16,0 0-3 0,10 35-2 0,-8-17 2 16,2 0-2-16,1 6 1 0,-1-5-17 0,4 7-23 15,-2-6-44-15,1 3-34 0,0-5-38 0,-1-2-31 16,-1 1-144-16,-2-1-355 0,1-5 157 0</inkml:trace>
  <inkml:trace contextRef="#ctx0" brushRef="#br0" timeOffset="-59008.26">7296 13614 50 0,'0'-7'198'0,"0"7"-19"16,-2-9-18-16,2 9-16 0,0 0-15 0,0 0-1 15,0 0-15-15,0 0-4 0,16 21-12 0,-6-6-5 16,-2-1-5-16,-1 0-12 0,2 3-4 0,-1 2-6 16,-2-2-7-16,1-1-6 0,0 0 0 0,1-2-7 15,-2 0-4-15,-2-3-11 0,3-2 1 0,-3 0-5 16,1 0 1-16,0-5 2 0,-5-4 3 0,6 6 3 16,-6-6 1-16,0 0 3 0,13-1-5 0,-13 1-3 15,11-13-3-15,-3 5 1 0,-3-3-4 0,3-6 1 16,-1 2 6-16,1-9-1 0,-2 1-2 0,0 3-6 15,-2-5-1-15,-1 0-4 0,4-4-2 0,-4 3 0 16,-4-1-5-16,1 8 0 0,0 1-13 0,1 7-13 16,-1-1-17-16,0 12-23 0,-1-16-37 0,1 16-35 15,0 0-18-15,-1-8 9 0,1 8-17 0,0 0-4 16,0 0-12-16,0 0-96 0,-13 33-286 0,12-23 127 16</inkml:trace>
  <inkml:trace contextRef="#ctx0" brushRef="#br0" timeOffset="-58466.79">7747 13625 160 0,'0'0'183'15,"0"0"-2"-15,-10-13-6 0,10 13-4 0,-15-5-12 16,4 3-9-16,-2 2-13 0,0 3-12 0,-3 2-11 16,-3 3-6-16,2 0-13 0,-5 7-12 0,6-2-10 15,-2-2-5-15,-3 5-6 0,10-1-7 16,-1 0-3-16,1 1-10 0,2-1-1 0,5-4-3 15,1 1-5-15,3-3-2 0,3 4-3 0,1-4-5 0,1 0-2 16,1-4-2-16,3 0-2 0,2 0-5 0,0-3 2 16,2-4-3-16,0 0 2 0,3-1-4 0,0-4 0 15,0 1-3-15,-2-2 4 0,1-3-4 16,-2 1 2-16,-6 2-2 0,2-2 0 0,-4 1 2 0,0-3-3 16,-3 5-1-16,2-3-2 0,-2-1 2 0,0 1 0 15,-2 1 0-15,0 9 4 0,2-11-2 16,-2 5 2-16,0 6 0 0,1-8-6 0,-1 8 0 0,0 0-1 15,0 0-3-15,0 0 0 0,0 0 1 0,0 0 7 16,4 22-3-16,-1-12-3 0,-1 1 5 0,0-1-7 16,1 2-1-16,1-1 0 0,-1-2 11 0,3 2-8 15,0-3-1-15,1 0 5 0,3 0-4 0,0-2 2 16,-1-2 1-16,2-1 1 0,0-1 1 16,1-1-5-16,1-2 3 0,1-1 0 0,-2-2 1 15,0-1 0-15,0-2 2 0,-2 1-1 0,-2-2-1 16,1-1-2-16,-4 1 3 0,0-2-2 0,-3-1 1 15,0-1 0-15,-1 3 0 0,-1-1-1 0,0 3 8 0,0 7 9 16,0-15 7-16,0 9 5 0,0 6 0 0,-3-11-5 16,3 11-4-16,-2-7-4 0,2 7-4 0,0 0 2 15,0 0-7-15,0 0-6 0,0 0 1 16,0 0 3-16,0 0-3 0,0 0 3 0,10 26-1 16,-5-15-3-16,0-2-16 0,0 3-16 0,1-3-19 0,0 3-24 15,0-3-35-15,3 0-51 0,-2 0-27 0,0-2-44 16,-1-1-130-16,-6-6-386 0,0 0 171 0</inkml:trace>
  <inkml:trace contextRef="#ctx0" brushRef="#br0" timeOffset="-58307.45">7893 13384 25 0,'0'0'140'0,"-7"-2"-16"15,7 2-38-15,0 0-18 0,0 0-37 0,0 0-40 16,-4 17-23-16,4-17-41 0,0 0-77 0,14 21 34 16</inkml:trace>
  <inkml:trace contextRef="#ctx0" brushRef="#br0" timeOffset="-58098.62">8116 13375 124 0,'0'-12'148'0,"1"0"-1"0,-1 2 4 16,-1 0 13-16,1 1-6 0,-2 0 6 0,2 9 2 15,0-13-9-15,2 6-14 0,-2 7-19 0,0 0-14 16,0 0-11-16,0 0-5 0,0 0 1 0,23 25-2 0,-9-2-8 16,0 3-8-16,1 2 2 0,-4 0-18 15,0 0-6-15,-1 2-4 0,-2-2-3 16,0 2-6-16,1-1-3 0,0-1-6 0,-3-1 0 0,-1-3-4 16,0 4-5-16,-3-9-32 0,3 5-32 0,-4-5-35 15,-2 1-40-15,2-4-47 0,-2 1-46 0,-2 0-157 16,1-6-394-16,2-11 175 0</inkml:trace>
  <inkml:trace contextRef="#ctx0" brushRef="#br0" timeOffset="-57734.8">8487 13545 167 0,'0'0'249'0,"-4"-10"-12"0,4 10-14 16,-1-7-22-16,1 7-22 0,-5-4-17 0,5 4-21 15,0 0-17-15,0 0-8 0,0 0-18 0,-22 13-5 16,12-3-6-16,1-3-13 0,2 3-7 0,0-2-14 16,0 5-7-16,1-4-16 0,1-1-9 0,5-8-18 15,0 15-4-15,0-15-9 0,3 10 0 0,-3-10-12 16,13 12-5-16,-5-12-15 0,-8 0-4 0,18-3 1 16,-18 3-3-16,22-6 6 0,-13 1 2 0,-2 1 10 15,2-5-2-15,-2 2 16 0,-1 0-5 0,-1 0 5 16,-2 1 2-16,-1 0 8 0,1-1 6 15,-3 7 13-15,1-9 10 0,-1 9 2 0,0 0-3 0,2-10-2 16,-2 10-4-16,0 0-7 0,0 0 2 0,0 0 2 16,0 0-5-16,0 0-2 0,0 0 3 0,0 0 5 15,0 0-9-15,13 20 9 0,-9-14-11 0,1-2-1 16,3 1-4-16,0 1-19 0,1-2-28 0,-9-4-24 16,17 7-15-16,-8-7-15 0,0 0-15 0,3 0-25 15,-12 0-111-15,15-4-274 0,-6-2 122 0</inkml:trace>
  <inkml:trace contextRef="#ctx0" brushRef="#br0" timeOffset="-57382.82">8678 13348 32 0,'-4'-16'160'0,"3"6"7"16,0 0 9-16,0 3 4 0,1 7-17 0,-4-11-19 16,4 11-15-16,0 0-11 0,0 0-13 0,0 0-8 15,0 0-8-15,11 27-5 0,-5-11-8 0,-1 4-6 16,0-2-7-16,0 1-8 0,0 0-2 0,-3-2-2 15,2 2-2-15,1-2-9 0,-1-1-2 0,0 0-2 16,-1-2-7-16,-1-3-2 0,3 0 1 0,-3-4-7 16,-1-1 1-16,-1-6 0 0,2 8 0 0,-2-8-1 15,4 9-1-15,-4-9-2 0,0 0 1 0,4 4-5 16,-4-4-2-16,0 0-2 0,0 0 0 0,14-9-1 16,-6 4-3-16,0-2-3 0,-1 1 2 0,1 0-6 15,3-1 3-15,-3 2-3 0,0 1-1 0,-1 3-3 16,-7 1 5-16,14 0-4 0,-6 1-2 0,-8-1 2 15,13 7 5-15,-7 0-2 0,-2-1 1 0,-1 2-1 16,-2-1 2-16,0 3 4 0,-3-2 1 0,2 3 0 16,-2-1 1-16,-1-1 0 0,-3 1-4 0,0 0 3 15,0-1-4-15,-3-1-10 0,2-1-40 0,-2 0-28 16,1 0-48-16,0-5-35 0,0 1-192 0,8-3-378 16,-14 0 167-16</inkml:trace>
  <inkml:trace contextRef="#ctx0" brushRef="#br0" timeOffset="-57002.91">9052 13227 34 0,'3'-11'199'16,"-3"11"-24"-16,0 0-10 0,3-7-12 0,-3 7 8 16,0 0 1-16,8 17-14 0,-3-6-13 0,-1 2-10 15,-1 3-11-15,3 4-8 0,0 5-13 0,-3-6-5 16,0 0-9-16,1 1-9 0,1-3-5 0,-2 2-7 15,-1-3-6-15,1-3-6 0,-2 0-3 0,2-2-5 16,1 2-4-16,0-4-3 0,-1 1 2 0,5-5-6 16,-3 0 1-16,-1-1-4 0,-4-4-2 0,13 4-2 15,-13-4-2-15,21-3 2 0,-12-1-2 0,3-2-3 16,-4 1 1-16,-1-4-3 0,5 0 0 0,-7-1-1 16,-1-1-2-16,2-3-1 0,-2 0 3 15,-4 4-3-15,1 0 12 0,-1 10 10 0,-1-18 5 0,1 18 4 16,-4-13-1-16,4 13-2 0,-5-10 0 0,5 10-1 15,-7-4-5-15,7 4-1 0,0 0-4 0,-17 9-1 16,9 0 0-16,0 0-7 0,-1 5-2 0,2 1 1 16,3-4-16-16,1 1-12 0,2-2-20 0,1 1-18 15,-1 2-13-15,6-4-30 0,1 1-28 0,1-5-19 16,3 1-31-16,-1-2-18 0,2 0-8 0,5-4-155 16,0 2-379-16,-2-4 169 0</inkml:trace>
  <inkml:trace contextRef="#ctx0" brushRef="#br0" timeOffset="-56887.64">9402 13469 100 0,'9'-3'127'0,"-9"3"-16"16,0 0 1-16,0 0 6 0,7-4-10 0,-7 4-15 16,0 0-14-16,0 0-7 0,0 0-18 0,0 0-29 15,0 0-25-15,0 0-37 0,0 0-20 0,0 0-28 16,0 0-52-16,0 0-149 0,0 0 67 0</inkml:trace>
  <inkml:trace contextRef="#ctx0" brushRef="#br0" timeOffset="-50958.92">218 5091 108 0,'0'0'131'0,"0"0"-4"16,0 0-3-16,0 0-12 0,0 0-9 0,0 0-3 16,0 0-1-16,0 0-17 0,0 0-1 0,0 0-14 15,0 0-7-15,0 0-18 0,0 0 9 16,0 0-7-16,0 0-2 0,0 0-5 0,0 0-6 15,0 0-5-15,0 0 5 0,0 0-6 0,0 0 2 16,0 0-4-16,0 0-2 0,97 2-5 0,-97-2 3 16,41 0-4-16,-41 0-29 0,40 3 28 0,-40-3-3 15,0 0 2-15,47 2 2 0,-47-2-7 0,0 0 10 16,31 3-16-16,-31-3 8 0,0 0-11 0,0 0-1 0,0 0 9 16,0 0-4-16,0 0 0 0,0 0 5 0,32 5-3 15,-32-5-1-15,0 0-1 0,0 0 0 16,0 0 1-16,0 0 4 0,0 0 0 0,0 0 8 15,0 0-3-15,0 0 0 0,0 0-1 0,0 0 2 16,0 0-1-16,0 0-3 0,0 0 1 0,0 0-2 16,0 0-5-16,0 0-1 0,0 0-1 0,0 0 9 15,0 0-10-15,0 0 2 0,0 0-2 0,-7 44 0 16,7-44 0-16,0 0 2 0,-32 55-6 0,22-31 6 16,-4-2-12-16,1 5 11 0,0-1-1 15,1 1 3-15,-4-2 3 0,0-2-1 0,-1 0-6 16,1-1-1-16,16-22 10 0,-21 29-8 0,21-29-3 15,-17 25 3-15,17-25-1 0,0 0 5 0,-16 23-2 0,16-23-3 16,0 0 5-16,0 0-1 0,0 0-10 0,-14 20 6 16,14-20 0-16,0 0 0 0,0 0 3 15,0 0 0-15,0 0-3 0,0 0-3 0,0 0-3 0,0 0 9 16,0 0-2-16,0 0 4 0,0 0-4 0,0 0-7 16,0 0-6-16,0 0-11 0,79-3 3 15,-79 3-34-15,58-12-12 0,-29 7-11 0,-29 5-24 16,55-10-11-16,-55 10-16 0,42-8-98 0,-42 8-245 15,39-3 110-15</inkml:trace>
  <inkml:trace contextRef="#ctx0" brushRef="#br0" timeOffset="-50351.8">794 5138 95 0,'0'0'169'15,"0"0"-17"-15,0 0-8 0,0 0-17 0,0 0-16 0,0 0-14 16,0 0-6-16,0 0-15 0,0 0 2 0,0 0-17 16,0 0-5-16,0 0-6 0,0 0-3 0,0 0-9 15,0 0 1-15,-71 36-7 0,71-36-5 0,0 0 0 16,-17 30-7-16,17-30 0 0,0 0-3 16,-9 31 2-16,9-31-8 0,0 0 1 0,0 0-3 15,7 41-4-15,-7-41 11 0,0 0-14 0,21 26 2 16,-21-26-2-16,17 17 5 0,-17-17 4 0,22 15-11 15,-13-7 3-15,0-2-4 0,1 2 5 0,-2 0-6 16,-1-2-6-16,-3 1 11 0,-4-7-2 0,10 9-3 0,-10-9 2 16,6 7 0-16,-6-7-5 0,3 12 12 15,-3-12-3-15,0 0-4 0,0 0 1 0,0 0-4 16,0 0 2-16,-48 42 5 0,48-42 0 0,-34 17-2 16,34-17-3-16,-29 13-10 0,29-13-12 0,-22 10-28 15,22-10-21-15,0 0-51 0,-27 12-111 0,27-12-253 16,0 0 112-16</inkml:trace>
  <inkml:trace contextRef="#ctx0" brushRef="#br0" timeOffset="-50008.54">1123 5314 76 0,'0'0'153'0,"-4"-8"-15"0,4 8-9 16,0 0-16-16,0 0-10 0,0 0-5 0,0 0-16 0,0 0-11 15,10-4-4-15,-10 4-5 0,13-2-6 0,-7 2-4 16,-6 0-8-16,20 0-2 0,-13 0-5 15,0-1 0-15,-7 1-9 0,18-1-2 0,-12-1-2 16,-6 2-5-16,11 0 5 0,-11 0-10 0,8-1 3 16,-8 1 0-16,0 0-3 0,9 1-1 0,-9-1-3 15,0 0-4-15,8-3-2 0,-8 3-26 0,0 0-29 16,0 0-34-16,10 3-24 0,-10-3-110 0,0 0-236 0,6 6 105 16</inkml:trace>
  <inkml:trace contextRef="#ctx0" brushRef="#br0" timeOffset="-49156.95">1615 5160 115 0,'0'0'190'0,"-2"-7"-24"0,2 7-18 16,0 0-19-16,0 0-12 0,0 0-17 0,0 0-10 16,0 0-14-16,0 0-5 0,0 0-9 0,11 21-1 15,-8-10-7-15,4 0-3 0,-3 2-9 0,2 2 3 16,1 2-8-16,-2-1-1 0,-3-4-6 0,3 5 5 16,-3-5-9-16,0 1 2 0,0-3-6 0,-1 0-3 15,0-5 0-15,-1-5 0 0,0 14 3 0,1-11 9 16,-1-3 14-16,2 10 17 0,-2-10 8 0,0 0 2 15,0 0 0-15,0 0-8 0,0 0-6 0,0 0-4 16,0 0 0-16,0 0-2 0,-9-25-7 0,7 16-1 16,2-8-5-16,0 1-9 0,2 1-1 0,4-5-8 15,2 1-1-15,1 1-5 0,0 2 1 0,5 0-7 16,-4 2 1-16,-1 4-3 0,-1 1 3 16,0 1-9-16,0 1-1 0,0 4-2 0,0-1 3 15,0 4-6-15,-8 0 2 0,20 5 2 0,-9-2-4 0,-1 3 10 16,-1 3-10-16,1-1 1 0,2 3 0 0,-4 2 1 15,3 0 3-15,-6 3-3 0,2-6 1 0,-3 0-2 16,3 2-6-16,0 4-16 0,-2-4-25 16,0 2-31-16,-2 0-25 0,3-4-32 0,-1 7-48 15,0-6-164-15,-4-2-379 0,3 1 167 0</inkml:trace>
  <inkml:trace contextRef="#ctx0" brushRef="#br0" timeOffset="-48508.65">2238 5218 10 0,'0'0'62'15,"0"0"2"-15,0 0-5 0,0 0 3 0,0 0 1 16,0 0-5-16,0 0 0 0,0 0 5 0,0 0-7 16,0 0 3-16,0 0 4 0,0 0 12 15,0 0-8-15,0 0 9 0,0 0 1 0,0 0 5 0,0 0 4 16,0 0 4-16,0 0-3 0,0 0 0 0,0 0-9 16,0 0 8-16,0 0-15 0,0 0-1 0,0 0-4 15,0 0-6-15,0 0-6 0,0 0-5 0,0 0-4 16,0 0-4-16,0 0-2 0,0 0-4 0,0 0 0 15,0 0-1-15,0 0-5 0,-8-13 2 0,8 13-2 16,0 0-1-16,0 0-6 0,0 0-1 0,0 0-2 16,0 0-3-16,0 0 1 0,0 0 2 0,0 0-4 15,0 0-5-15,0 0 1 0,0 0 2 0,0 0-1 16,0 0-3-16,0 0-2 0,0 0 1 0,-4-6-2 16,4 6-5-16,0 0 7 0,0 0-2 0,0 0-4 15,0 0 0-15,-5-6 1 0,5 6 0 0,0 0-3 16,0 0 3-16,-4-8-3 0,4 8 3 0,-7-7-1 15,7 7-2-15,-3-9 2 0,3 9 2 0,-3-10 1 16,-1 4-3-16,4 6-1 0,-5-12-1 16,4 5 2-16,-2 0 0 0,2-1 7 0,0-2-5 15,-2 1-2-15,3 9 5 0,-4-14 4 0,3 9 9 16,1 5 9-16,-4-11 7 0,4 11-2 0,0-7-1 16,0 7-6-16,0 0-4 0,-2-8-7 0,2 8-8 0,0 0-2 15,0 0-1-15,0 0 0 0,0 0-6 0,0 0 2 16,0 0 2-16,5 34 0 0,-3-16 3 15,2-1-1-15,-3 0 0 0,2 2-2 0,1-1 0 16,-2 1 1-16,1-1-3 0,2-1 0 0,-1-2 6 16,-1 1-3-16,-1 2 1 0,-1 1-17 0,2-2-23 15,-2-3-16-15,2-2-32 0,-2 0-34 0,-1 0-35 16,3-2-40-16,-1 1-28 0,-2-1-115 0,0-10-360 16,0 0 159-16</inkml:trace>
  <inkml:trace contextRef="#ctx0" brushRef="#br0" timeOffset="-48094.45">2144 5260 60 0,'8'-4'160'0,"-5"0"-13"16,-3 4-21-16,13-5-8 0,0 1-17 0,-1 3-8 15,0-1-5-15,0 0-10 0,1 2-6 0,1 0-8 16,-1 0-6-16,2 0-8 0,-2 3-10 0,-1-1 4 15,0 0-10-15,-1 2-1 0,-3-1-8 0,2 1 4 16,-1-1-11-16,-1 1 4 0,-8-4-7 0,10 7 4 16,-10-7-7-16,8 7-3 0,-8-7 4 0,8 9 4 15,-3-7-8-15,-5-2-1 0,0 0 0 0,10 7 1 16,-10-7 3-16,4 5 1 0,-4-5 6 0,0 0-4 16,10 6-6-16,-10-6 2 0,0 0 0 0,11 0 3 15,-11 0-2-15,0 0-1 0,16-4-4 0,-16 4 3 16,12-3 1-16,-12 3-3 0,13-6 12 0,-8 1-18 15,-5 5 5-15,9-6-2 0,-2 1 0 16,-7 5 7-16,9-6-3 0,-9 6 3 0,0 0-2 0,10-7-6 16,-10 7-2-16,0 0 0 0,0 0-6 0,0 0 4 15,0 0 0-15,0 0 12 0,13 12 7 0,-13-12-11 16,2 16 1-16,-2-4-1 0,4 1 0 0,-3 4 0 16,2 0 0-16,-1 2-17 0,0-1-14 15,-1-5-33-15,2 4-40 0,0-1-12 0,0 1-39 16,-2-2-99-16,3-3-265 0,-3-1 119 0</inkml:trace>
  <inkml:trace contextRef="#ctx0" brushRef="#br0" timeOffset="-47851.01">2638 5283 1744 0,'4'-26'117'0,"-1"7"-50"0,-2 2-1 16,1 4-16-16,-1 2 10 0,0 3-3 0,-1-2-8 15,0 10-14-15,-1-10-5 0,1 10-11 0,2-6-5 16,-2 6 0-16,0 0 1 0,0 0 7 0,9 23 3 0,-6-7-3 16,3 9 3-16,-2 0-2 0,-3 4-2 15,1 0-2-15,1 1 1 0,-3-3 0 0,0-1-3 16,2-1-3-16,-2-6-3 0,1 0-10 0,-1-1-23 16,3-1-16-16,-3-6-13 0,1 3-42 0,-1-2-25 15,0-2-41-15,0-1-29 0,-4 0-130 0,4-9-345 16,-10 10 152-16</inkml:trace>
  <inkml:trace contextRef="#ctx0" brushRef="#br0" timeOffset="-47467.5">2650 5238 85 0,'10'-4'193'15,"3"1"-11"-15,0 3-3 0,1 0-13 0,-1 0-20 16,-2 2-14-16,2 3-7 0,-3-2-14 0,0 1-9 15,-1 2-11-15,-1 0-5 0,-1 3-15 0,-4-4-3 16,2 3-7-16,-2 1-12 0,-3-9-6 0,1 14-8 16,-1-4-12-16,0-10-7 0,1 13-10 0,-1-13-5 15,0 0-7-15,0 12 3 0,0-12-8 0,0 0 8 16,0 0-8-16,0 0 8 0,6 10-2 0,-6-10-1 16,0 0 6-16,21-4-2 0,-21 4 0 0,22-7 1 15,-8 2 0-15,2-3 0 0,3-1-2 16,-3 0 4-16,2-1-1 0,1 0 9 0,-3 0 0 0,1 1 7 15,-4-3 8-15,-2 4 5 0,-3 2 3 0,0-1 1 16,-1-1 9-16,-1 1 10 0,-1 2 8 16,-3 1 3-16,2-1 12 0,-4 5 0 0,2-8-8 0,-2 8-4 15,0 0-7-15,0 0-8 0,-7-10-7 16,7 10-5-16,0 0-8 0,0 0-7 0,-15 3 0 16,15-3-3-16,-8 13-2 0,4-4-15 0,1-2-27 15,3-7-24-15,-5 17-24 0,7-3-26 0,-2-14-34 0,3 21-43 16,-1-6-205-16,-2-4-413 0,3 2 183 0</inkml:trace>
  <inkml:trace contextRef="#ctx0" brushRef="#br0" timeOffset="-47024.92">533 6116 201 0,'0'0'202'0,"0"0"-11"0,0 0-16 0,-34-34-15 16,34 34-15-16,0 0-15 0,0 0-17 0,-36 0-11 15,36 0-15-15,0 0-4 0,0 0-6 16,-42 46-35-16,32-23-2 0,10-23-6 0,-17 48-3 15,13-29 2-15,4-19-4 0,-1 45-3 0,1-45-6 16,7 38-10-16,-7-38-7 0,18 35-15 0,-18-35-23 0,24 28-12 16,-5-17-30-16,-19-11-15 0,46 17-19 0,-21-12-8 15,-25-5-19-15,61 2-80 0,-61-2-235 16,56-8 105-16</inkml:trace>
  <inkml:trace contextRef="#ctx0" brushRef="#br0" timeOffset="-46639.22">845 6224 98 0,'0'0'160'0,"-3"-18"-5"0,-1 8-4 0,4 10 14 16,0 0-5-16,0 0-11 0,0 0-16 0,-33-32-9 16,33 32-15-16,0 0-9 0,-32-7-12 0,32 7-11 15,0 0-2-15,0 0-15 0,0 0-9 0,-52 26 1 16,52-26-9-16,-15 23 0 0,15-23-7 0,0 0-4 16,-9 32-2-16,9-32-5 0,0 0 1 0,0 0-8 15,0 36-2-15,0-36-9 0,0 0-3 0,0 0-4 16,0 0 3-16,28 29-5 0,-28-29-7 0,0 0 3 15,0 0 1-15,0 0-2 0,37 3 2 0,-30-6 3 16,-7 3 4-16,15-15-5 0,-9 6 2 0,0-1-3 16,0-6 0-16,-3 1 6 0,-1-4-4 0,0-7 1 15,-2 26-3-15,0 0 14 0,-7-68-2 0,3 43 0 16,4 25 14-16,-11-41 6 0,11 41-1 16,-8-32 13-16,8 32 15 0,0 0 5 0,-10-30 1 0,10 30-6 15,0 0-12-15,0 0-4 0,0 0-8 0,0 0-8 16,0 0-5-16,0 0-5 0,0 0 0 0,0 0-2 15,0 0 2-15,0 0-2 0,0 0 0 0,18 96 2 16,-18-96-3-16,9 61 0 0,-3-33 4 0,-1 0-5 16,-1 0-8-16,4-1-16 0,-6-1-26 15,4 2-20-15,1-4-45 0,-3-6-37 0,0 1-23 0,-2 0-43 16,4-3-134-16,-2-4-371 0,0-1 164 0</inkml:trace>
  <inkml:trace contextRef="#ctx0" brushRef="#br0" timeOffset="-46456.59">1133 6272 68 0,'0'0'199'0,"9"-5"-17"16,-9 5-14-16,0 0-24 0,12-7-13 0,-12 7-19 15,15-3-12-15,-4-1-9 0,5 1-24 0,-1 0-34 16,4-1-36-16,3 1-31 0,5-1-63 0,1-1-97 15,1-4-210-15,-1 0 93 0</inkml:trace>
  <inkml:trace contextRef="#ctx0" brushRef="#br0" timeOffset="-45892.36">1887 5891 25 0,'0'0'127'0,"0"0"8"0,0 0 3 15,0 0-5-15,0 0 2 0,0 0-6 0,0 0-11 16,0 0-12-16,0 0-6 0,0 0-14 0,0 0-12 16,0 0-6-16,0 0-10 0,0 0-8 0,0 18 6 15,0-18-6-15,9 15 5 0,-6-5 3 0,0 2-10 16,3 3 0-16,-2 1-2 0,-1 2-3 16,1 0-4-16,-1-2-4 0,-2 4 0 0,-1-2-6 0,6 0-3 15,-3-3 1-15,-1 3-4 0,0-7-3 0,-1 0 2 16,1-2-5-16,-2-9-1 0,3 12-1 0,-3-12 2 15,1 11 3-15,-1-11-6 0,0 0 6 0,2 10 3 16,-2-10 13-16,0 0 9 0,0 0 7 0,0 0 4 16,0 0-3-16,0 0-7 0,0 0-3 0,0 0-6 15,0 0-5-15,0 0 0 0,0 0-9 0,0-41 8 16,2 25-14-16,1-1 2 0,6 0-4 16,-4-7-6-16,5 0-2 0,-2 6-3 0,4-4-2 15,-4 8-2-15,4-1-1 0,-4 8 0 0,-1-3 1 0,2 3-8 16,0 3 3-16,-2 0-2 0,-7 4-4 0,19-1 5 15,-19 1-1-15,20 7 1 0,-11-4-1 0,1 6 2 16,-1 0-4-16,-1 1 3 0,-2 0 3 0,5 3 1 16,-5-1-8-16,1 2-19 0,-1 2-25 15,-3 0-32-15,2 3-48 0,-1-2-49 0,-3-2-195 16,-1-15-408-16,3 26 180 0</inkml:trace>
  <inkml:trace contextRef="#ctx0" brushRef="#br0" timeOffset="-45626.52">2550 5882 2542 0,'2'-9'25'0,"-2"-3"4"0,0 4 2 16,0 8-6-16,-2-15-7 0,1 10 5 0,1 5 2 0,1-10 1 15,-1 10-3-15,0 0-4 0,0 0-9 16,0-9-3-16,0 9-2 0,0 0 2 0,0 0-1 15,0 0 2-15,4 23 4 0,-1-8 2 0,-1 3 0 16,0 1-1-16,-2-1-2 0,4 2 0 0,-3-1 0 16,0-1-5-16,0 1 0 0,-1 6 0 0,0-8-17 15,3-3-25-15,-1 6-12 0,-2-5-18 0,0-2-37 16,2-1-25-16,-2 2-25 0,0-4-36 0,0 0-178 16,-4 2-397-16,4-12 176 0</inkml:trace>
  <inkml:trace contextRef="#ctx0" brushRef="#br0" timeOffset="-45249.1">2493 6056 1832 0,'1'-13'48'0,"-1"13"22"15,-1-12-34-15,2 6-22 0,-1 6-1 0,0 0-11 16,5-15-3-16,-1 11 4 0,0-1-2 0,6-3 2 16,-1 1 2-16,-1 3-1 0,6-1 1 0,-3 1-3 15,1 1 1-15,1 3-2 0,-1-1 2 0,0 2-3 16,-2-1 2-16,2 2-1 0,0 3-4 0,-3-1 8 15,0 1-2-15,3-2-2 0,-5 1 1 0,0 2 5 16,-1-3-3-16,1 1 2 0,-1 0-9 0,-1 1 6 16,2-1-2-16,-2-2 4 0,-5-2 0 0,10 4 4 15,-4 0-6-15,-1-2 1 0,-5-2 1 0,11 1 1 16,-11-1 1-16,12-1-1 0,-12 1 1 0,12-3 1 16,-4 0 1-16,-1 0-2 0,0 0 4 0,-1 1-3 15,-1-4 6-15,0 3 0 0,2-2 0 0,-2 2 6 16,-5 3 4-16,5-5 0 0,-5 5-3 0,6-3-2 15,-6 3-7-15,0 0-3 0,0 0 0 0,0 0 1 16,13 13-1-16,-11-8 2 0,0 5 5 0,0 1 3 16,1 7-4-16,0-1 1 0,-1-1-2 0,1 10 0 15,-3-9-3-15,1 2-5 0,0-2-14 0,1 0-29 16,-2-4-42-16,0 2-28 0,1-2-34 0,-1-1-31 16,1-1-153-16,-1-11-353 0,-1 15 156 0</inkml:trace>
  <inkml:trace contextRef="#ctx0" brushRef="#br0" timeOffset="-44992">3032 5797 247 0,'3'-11'268'0,"-3"4"-16"15,1 1-16-15,-1 6-24 0,0 0-25 0,0-12-25 16,0 12-15-16,0 0-16 0,0 0-8 15,0 0-18-15,0 0-3 0,6 36-8 0,-2-12-6 0,0 1-8 16,0 3-10-16,-1 0-4 0,-2-1-6 0,1-1-2 16,0 1-10-16,1 0-5 0,-1 1-6 0,-6-9-24 15,6 7-15-15,-2-8-24 0,0 3-31 0,2-5-21 16,-4-1-25-16,2 1-31 0,0-1-17 16,2-5-15-16,-2-10-15 0,-2 19-142 0,2-12-347 15,0-7 153-15</inkml:trace>
  <inkml:trace contextRef="#ctx0" brushRef="#br0" timeOffset="-44558.17">3129 5889 125 0,'9'-10'191'16,"-1"4"-9"-16,1-1-18 0,-2 2-7 0,5 1-13 15,-2 3-9-15,-10 1-18 0,17 1-6 0,-17-1-16 16,15 3-4-16,-7 1-10 0,-8-4-6 0,10 9-7 15,-6-5-7-15,-4-4-9 0,6 12-4 0,-4-5-4 16,-2-7-17-16,0 15-13 0,0-15-9 0,-5 18-16 16,-2-10 1-16,1 0-14 0,2-3-4 0,4-5-7 15,-9 10-3-15,9-10-6 0,-5 9 2 0,5-9 8 16,0 0 0-16,0 0 0 0,-5 12 5 0,5-12 9 16,0 0-20-16,0 0 19 0,0 0 4 0,0 0 0 15,25 8 10-15,-13-11-6 0,3 0-1 0,1-1 0 16,3-3 3-16,-1 2 5 0,2-2 0 0,-1-2-15 15,-1 3 15-15,0-5 7 0,-3 4-5 0,-1-3 3 16,-3 2 1-16,-1-2 0 0,-1 2-5 0,-3-2 8 0,-2 0 13 16,0 0 7-16,-2 1 0 0,0-1 7 15,-1 2 2-15,-1 8 10 0,-1-13 11 0,1 13 6 16,-4-11-6-16,4 11 0 0,-4-5-11 0,4 5-6 16,0 0-2-16,0 0-2 0,-14 13 5 0,6-3 10 15,-1 4-4-15,2 4-1 0,0 0-2 0,-2 0-1 16,2 0-7-16,1 0 2 0,5 0-18 0,0 1-15 15,3-2-17-15,4-1-25 0,-1-4-33 0,9-1-47 16,0-2-40-16,4-4-148 0,-2-2-334 0,6-2 147 16</inkml:trace>
  <inkml:trace contextRef="#ctx0" brushRef="#br0" timeOffset="-44403.01">3725 5902 185 0,'0'0'282'0,"0"0"-34"16,0 0-32-16,0 0-27 0,0 0-37 0,0 0-39 16,0 0-50-16,0 0-49 0,-26 12-64 0,26-12-49 15,-15 13-121-15,6-8-236 0,-2 1 105 0</inkml:trace>
  <inkml:trace contextRef="#ctx0" brushRef="#br0" timeOffset="57137.28">22357 13992 42 0,'3'-7'100'15,"-3"7"-10"-15,3-6-4 0,-3 6-10 0,3-7 3 0,-3 7-1 16,0 0-7-16,0 0-2 0,1-9-4 0,-1 9-14 16,0 0 0-16,0 0-8 0,0 0-1 15,0 0-6-15,0 0-2 0,0 0 0 0,0 0-8 16,0 0 2-16,0 0 2 0,0 0 11 0,0 0-9 16,13 18-2-16,-10-9 5 0,0 3 4 0,1 1 1 0,1 2-1 15,-1 2-2-15,0 0-4 0,-1 2 1 0,1-1-3 16,-1 1 3-16,-1 0-7 0,2-1 6 0,-1 0-10 15,-1-3 1-15,2 0-4 0,-1 2-1 16,-2-4-4-16,4-3 0 0,-2 2-1 0,0-1 3 0,0 0-3 16,1-1-2-16,-2-1-1 0,2 0 0 0,-2-1-4 15,0-1-2-15,0 2 6 0,0-3-3 0,-2-6-6 16,1 13-14-16,-1-6-13 0,0-7-28 0,-1 9-27 16,-1-2-11-16,-1-1-26 0,-1 0-18 15,-1-1-88-15,-2-2-239 0,1 1 106 0</inkml:trace>
  <inkml:trace contextRef="#ctx0" brushRef="#br0" timeOffset="57424.85">22787 14058 76 0,'0'0'95'0,"5"-4"-8"0,-5 4 5 15,0 0 7-15,0 0 3 0,21 12-10 0,-12-6-4 16,4 3-7-16,-1-3-13 0,4 5-1 0,0-2-9 16,0 1-2-16,3 0-8 0,0-1-2 0,-2 2-4 15,2-5-7-15,-3 1-9 0,1 0-2 16,-3 1-24-16,3-2-19 0,-6-1-25 0,1 2-23 0,-5-2-26 15,0 4-84-15,-6-4-191 0,0 1 84 0</inkml:trace>
  <inkml:trace contextRef="#ctx0" brushRef="#br0" timeOffset="57651.21">22994 13990 127 0,'0'0'159'0,"0"0"-18"0,0 0-6 0,0 0-2 16,0 0-6-16,0 0-5 0,-19 14-7 15,8 0-12-15,-6 5-8 0,-2 3-9 0,0 0-8 0,0 1-8 16,-1 0-7-16,2 0-7 0,-1-1-7 0,1 0-7 16,1 3-16-16,5-1-26 0,-3-1-27 15,-2 1-26-15,4 2-33 0,6-8-24 0,-5 2-133 16,-1 2-261-16,6-7 116 0</inkml:trace>
  <inkml:trace contextRef="#ctx0" brushRef="#br0" timeOffset="57865.58">23264 13953 25 0,'0'0'168'0,"0"0"0"15,6 22-3-15,-6-11-2 0,-1 7-20 0,0-1-8 16,-3 9-10-16,0 2-12 0,2-1-9 0,-2 5-13 16,0-3-7-16,-1-2-14 0,-2 1-23 15,0-1-14-15,0 0-29 0,1-3-31 0,0 0-11 0,2-5-56 16,-3-1-35-16,4-2-96 0,-3-1-244 0,3-5 108 16</inkml:trace>
  <inkml:trace contextRef="#ctx0" brushRef="#br0" timeOffset="58119.3">23417 14154 53 0,'0'0'146'0,"0"0"-11"0,3 19-10 16,-3-19-10-16,4 9-11 0,-3-5-10 0,-1-4-2 15,6 8-13-15,-2-4 0 0,1-1 2 0,-5-3-3 0,16-3-6 16,-6-1-7-16,2-2-2 0,3-3-8 0,-1 0-8 15,1-4-1-15,-3 1-6 0,-2 0-1 0,-3 1-3 16,0-3-6-16,-2 1 1 0,0 3-5 0,-3-2-8 16,-1 1 1-16,-1 0-7 0,-1 3-8 15,-3 1-12-15,0 1-14 0,-1 2-23 0,5 4-15 0,-14-4-16 16,14 4-19-16,-18 6-26 0,6 0-106 0,-2 3-245 16,3-2 109-16</inkml:trace>
  <inkml:trace contextRef="#ctx0" brushRef="#br0" timeOffset="58561.12">23660 13757 5 0,'0'0'132'0,"0"0"2"0,0 0-4 0,0 0 1 0,0 0-7 16,0 0-7-16,28 18-9 0,-12-7-7 0,-5 2-4 15,2 1-10-15,-2-1-5 0,2 2-6 0,-1 1-10 16,-1-2-5-16,-3 0-6 0,1-1-2 16,-3-2-8-16,-1-1-6 0,-3 1-3 0,-2 0-1 15,-4 0-6-15,-1-3-4 0,-5 0-16 0,-3 3 1 0,-5-4 0 16,1 1-7-16,-1-4-3 0,3 2 2 0,0-6-1 16,2 0 4-16,0 0-6 0,2-2 7 0,0-2-3 15,2-2-6-15,4 1 6 0,3-3-6 0,2 8 3 16,1-27 1-16,3 11-5 0,1-2 4 15,9-4-1-15,1-2 2 0,4-1-3 0,3 0-1 0,2 1-4 16,-3-1 0-16,2 1 1 0,-1 0 3 0,-2 0 0 16,-2 5 0-16,-5 3-2 0,-2 1 11 0,-4 1-2 15,-4 3 0-15,-1 2-3 0,-4 1 4 0,2 8 0 16,-7-14-2-16,-5 5 0 0,2 5-3 0,-8-1 1 16,2 4 0-16,-6 0-1 0,-5 3 2 0,-1 6-3 15,2 0 2-15,-2 4 2 0,4 1-1 0,1 3-8 16,1 4 5-16,4-2 2 0,7-3-3 0,5 2-18 15,2 2-27-15,5-1-31 0,5-2-29 0,8 6-152 16,4-3-280-16,4-1 124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01:44.832"/>
    </inkml:context>
    <inkml:brush xml:id="br0">
      <inkml:brushProperty name="width" value="0.05292" units="cm"/>
      <inkml:brushProperty name="height" value="0.05292" units="cm"/>
      <inkml:brushProperty name="color" value="#FF0000"/>
    </inkml:brush>
  </inkml:definitions>
  <inkml:trace contextRef="#ctx0" brushRef="#br0">10782 14205 43 0,'0'0'42'0,"0"0"-6"0,0 0-7 15,0 0 1-15,0 0-8 0,0 0-11 0,0 0 2 16,0 0-9-16,0 0-1 0,15-12-11 0,-15 12-9 16,7-10-18-16,-3 3-38 0,-1-3 18 0</inkml:trace>
  <inkml:trace contextRef="#ctx0" brushRef="#br0" timeOffset="4527.03">13503 3079 50 0,'-4'-6'131'0,"4"6"-8"0,0 0-5 15,0 0-6-15,0-10-13 0,0 10-6 0,0 0-13 16,0 0-11-16,0 0 0 0,4-7-13 16,-4 7-6-16,0 0-13 0,8-4 2 0,-8 4-11 0,0 0 1 15,0 0-4-15,0 0-12 0,15 10-4 0,-15-10-1 16,6 7-7-16,-2-1-5 0,0 1-8 0,-2-1 8 16,2 3-2-16,-1 1-2 0,-1 2-5 15,0-3 12-15,-4 3-6 0,4-1 2 0,-4 2 3 16,0-1-1-16,0 1 4 0,-5 0 3 0,5-1-2 15,-3-2 1-15,2 0-5 0,-1 1 2 0,0-3 2 16,1-2-1-16,1 1-4 0,-2-1-2 0,4-6 10 0,-4 9 0 16,4-9-4-16,0 6-1 0,0-6 4 15,0 0-1-15,0 0-4 0,-3 8 3 0,3-8-2 16,0 0 0-16,0 0 17 0,0 0-10 0,0 0-8 16,0 0-15-16,0 0 7 0,7 3-1 0,-7-3-17 0,0 0-15 15,0 0-15-15,13 4-15 0,-9-1-19 16,-4-3-59-16,10 5-161 0,-10-5 71 0</inkml:trace>
  <inkml:trace contextRef="#ctx0" brushRef="#br0" timeOffset="5275.53">13526 3256 109 0,'0'0'110'16,"0"0"-11"-16,0 0-18 0,0 0-10 0,0 0-8 16,0 0-5-16,0 0-3 0,0 0-5 0,0 0-19 15,0 0 2-15,0 0-11 0,0 0 4 0,16 13-4 16,-11-10 0-16,3 4-5 0,1-1 17 0,1 3-25 16,5-1 8-16,1 1-11 0,1 3 5 0,0-2-37 15,0 1-14-15,2 1-15 0,5 0-10 0,-6-1-62 16,-2-1-137-16,-1 0 60 0</inkml:trace>
  <inkml:trace contextRef="#ctx0" brushRef="#br0" timeOffset="5459.94">14087 3325 28 0,'-9'19'93'0,"1"-10"-3"0,-1 4-21 0,-1 3-16 0,0-4-29 16,1 0-16-16,-1 3-25 0,6-3-41 0,-1-2-64 15,-1 2 29-15</inkml:trace>
  <inkml:trace contextRef="#ctx0" brushRef="#br0" timeOffset="5979.6">14432 2987 129 0,'0'0'179'0,"0"-8"-24"15,0 8-16-15,0 0-13 0,0 0-17 0,0 0-11 16,0 0-14-16,-2-8-7 0,2 8-14 0,0 0-2 15,0 0-6-15,0 0-9 0,6 27-2 0,0-18 1 16,-1 1-3-16,9 5-3 0,-5-1-2 0,4 0-7 16,10 1 2-16,-3 4-4 0,-4-6-4 0,2-1-3 15,-3-1-1-15,3 2 0 0,-3-3-2 0,-1 2-1 16,-5 1-3-16,0-6-3 0,2 5 1 0,-4-5-5 16,-2 3 0-16,-3-3 1 0,-2 3-9 0,0-10-9 15,-6 16-14-15,-3-3-7 0,-3-4-19 0,-4 3 4 16,-2-4-6-16,1-1 6 0,0-1-4 0,0-3 7 15,1-1 12-15,5-3 12 0,2-2 3 0,0-2 4 16,2-1 2-16,2-9-1 0,1 5 6 0,4-5-5 16,4-3-1-16,-1-1 13 0,5-3-7 0,5-6-10 15,2 4 11-15,0-3-7 0,5 0 3 0,-1 3 5 16,-1-1 6-16,0 4 0 0,-3-1-1 0,3 1 4 16,-7 6 3-16,1 1 5 0,-6 3 8 0,-1 1 17 15,1 2 4-15,-5-3-2 0,0 4-6 0,-1 7-1 16,-6-13-26-16,1 6-5 0,-5 3 4 0,-2 0-9 15,-1 2 0-15,-6 0 6 0,0 4-4 0,0 0-4 16,-3 3 4-16,-3 2 0 0,9 0-5 0,1 2-2 16,1-2 6-16,2 5-4 0,1 0-10 0,5 0-27 15,0 3-21-15,5 1-19 0,2 1-27 0,1 1-94 16,2 2-217-16,3-4 96 0</inkml:trace>
  <inkml:trace contextRef="#ctx0" brushRef="#br0" timeOffset="6152.86">14937 3179 90 0,'0'0'134'0,"6"4"-18"0,-6-4-3 16,3 6-18-16,-3-6-7 0,0 12-5 0,-2-2-12 15,-1-2-36-15,-1 4-32 0,1 3-40 0,-1 1-41 16,-2 0-42-16,-1-2-128 0,2-3 58 0</inkml:trace>
  <inkml:trace contextRef="#ctx0" brushRef="#br0" timeOffset="6655.24">15112 3044 2058 0,'2'-16'5'0,"-2"3"4"0,0-2 30 0,1-1 11 15,-1 5-24-15,2 0-6 0,-2-2-5 0,0 2 11 16,-2 3 3-16,2-2-1 0,0 0 2 0,2 1-4 16,-2 9-9-16,-2-14 2 0,2 14-3 0,-1-11-1 15,1 11-2-15,-2-8-8 0,2 8-7 0,-2-8-5 16,2 8-14-16,0 0-8 0,-2-8-7 0,2 8-16 16,0 0 2-16,0 0-7 0,0 0 0 0,0 0 13 15,0 0-6-15,0 0 4 0,0 0 0 0,0 0-2 16,0 0 8-16,0 0 4 0,0 0-5 0,0 0 14 15,0 0 5-15,0 0-1 0,0 0 7 0,0 0-1 16,0 0 7-16,0 0 7 0,0 0 14 0,0 0 10 16,0 0 3-16,0 0 6 0,0 0 9 0,0 0 2 15,0 0 4-15,0 0 1 0,0 0-3 0,9-3 1 16,-9 3-2-16,0 0 0 0,0 0-3 16,0 0-1-16,0 0 1 0,0 0-3 0,0 0-5 0,0 0-3 15,0-10-5-15,0 10-2 0,0 0-5 0,0 0 2 16,0 0-9-16,0 0-2 0,0 0-3 0,0 0 1 15,0 0-3-15,0 0 3 0,9 21-2 16,-5-8 1-16,-2 1 0 0,4 1-2 0,-1 3 1 0,-2 0 1 16,-1-1 5-16,3 3-2 0,-3-1-3 0,2 0-1 15,0 0 0-15,-2-4 2 0,2 4 0 0,-3-6 1 16,2 2-2-16,2-4-2 0,-2 0 4 16,0-2-1-16,3 0-7 0,-3 0-11 0,0-3-18 15,-3-6-16-15,6 13-29 0,-3-7-38 0,-3-6-39 16,2 11-25-16,1-5-136 0,-3-6-339 0,0 0 150 0</inkml:trace>
  <inkml:trace contextRef="#ctx0" brushRef="#br0" timeOffset="7779.31">15591 2833 13 0,'0'0'80'0,"0"0"-3"15,0 0-3-15,-4-6-5 0,4 6 0 0,0 0 5 16,0 0-4-16,0 0-2 0,0 0-1 0,0 0 1 16,-3-7-11-16,3 7 2 0,0 0-10 0,0 0 2 15,0 0-5-15,0 0-1 0,0 0-9 16,-9-1 4-16,9 1-9 0,0 0-3 0,0 0-6 0,0 0-1 16,0 0-4-16,0 0 4 0,0 0-9 0,0 0 0 15,0 0 7-15,0 0-5 0,0 0-3 0,0 0-5 16,0 0-2-16,0 0-1 0,0 0-4 0,0 0-2 15,0 0 3-15,0 0 0 0,0 0-6 16,0 0 15-16,0 0-8 0,0 0 5 0,0 0-7 16,0 0 1-16,9 20 0 0,-6-16 2 0,4 4-2 0,-1 0-2 15,1-1 2-15,1 1 2 0,1 1 9 16,1-1-8-16,-2-1 1 0,2 2-4 0,4 1 2 0,-2 1 1 16,-1-3 2-16,1 1 1 0,-3-1 1 0,0 1-6 15,1-1-1-15,-4-1 2 0,1 3-18 16,-2-1 22-16,-3 1-6 0,-2-1 0 0,0-9-12 15,-3 19 6-15,-1-9-11 0,-4-1-13 0,-1-2-4 16,-6 2-3-16,2 1 5 0,-1-4-2 0,4-3 12 16,-1 1-13-16,11-4 15 0,-15 2 15 0,15-2-1 15,0 0 6-15,-19-9-9 0,16 2 15 0,1-3-3 16,2-1 1-16,0-2-10 0,3-4 5 0,4 0 2 16,0 2-3-16,1-2 6 0,6-6-5 0,0 2 7 15,2 1-8-15,-2-2-1 0,-3 8 1 0,2-4 3 0,-1 3 3 16,-2-2-10-16,1 4 9 0,-2 0-20 15,-3 2 24-15,-3 0 3 0,2 2 6 0,-3 3-5 16,-2-2-1-16,0 8 4 0,-3-16-6 0,-2 9-2 16,1 3 1-16,-2-2-1 0,-3 1-1 0,-1 3-4 15,-2-2 11-15,1 4-9 0,-3 1-8 0,1 0 9 16,-1 1-5-16,0 2 0 0,2 2 1 0,-4-1-2 16,7 2-1-16,-3 0-4 0,3 3-10 0,3-1-11 15,-1 1-23-15,5 2-1 0,-1-1-24 0,6 2-10 16,-1-1-57-16,2-1-156 0,3 0 70 0</inkml:trace>
  <inkml:trace contextRef="#ctx0" brushRef="#br0" timeOffset="7942.94">15905 2943 5 0,'0'0'73'0,"3"10"-2"15,-3-10-18-15,1 14 4 0,-1-14-10 0,1 17-15 0,1-7-22 16,-2-1-26-16,0 2-40 0,1 0-59 0,-1-11 26 16</inkml:trace>
  <inkml:trace contextRef="#ctx0" brushRef="#br0" timeOffset="8321.41">16116 2801 81 0,'3'-6'143'0,"-3"6"-21"0,0 0 2 16,0 0-7-16,0 0-10 0,5 28-5 0,-3-18-12 16,2 6-8-16,0 0-4 0,1 0-9 0,0 0-8 15,3-1-3-15,1 0-7 0,-1-8-4 0,-1 4-2 16,3-4-2-16,-1 0-2 0,-1 0-8 0,2-2-4 15,0-1 2-15,-1-1-5 0,2-2 2 0,-1-3-7 16,-1-2-1-16,1 1-1 0,-1-3-4 0,-1-3-3 16,-2 2 2-16,2-3-6 0,-1 0 5 15,0-1-1-15,-1-2-4 0,-1 1 1 0,0 1 0 0,-2-1 2 16,2 3 7-16,-4 4 7 0,2-1-7 0,-3 6-2 16,2-8-8-16,-2 8 7 0,0 0 9 0,0 0 12 15,6 24 1-15,-5-4 0 0,-4 5-3 16,-2 3-3-16,3 6 2 0,-5 1-5 0,0 10 1 15,1-12-8-15,0 1-6 0,0 11-29 0,2-12-31 16,0-1-34-16,2-1-56 0,-1 3-44 0,-1-1-113 16,0-7-317-16,0 0 140 0</inkml:trace>
  <inkml:trace contextRef="#ctx0" brushRef="#br0" timeOffset="14172.2">15388 9211 5 0,'0'0'13'15,"0"0"-2"-15,0 0-3 0,0 0-3 0,0 0 1 0,0 0-1 16,0 0-6-16,0 0 0 0,0 0-8 0,0 0 10 15,0 0-9-15,0 0-8 0,0 0 4 0</inkml:trace>
  <inkml:trace contextRef="#ctx0" brushRef="#br0" timeOffset="15037.67">15314 9386 22 0,'0'0'21'0,"0"0"-16"0,0 0-13 0,0 0-9 15,0 0 3-15</inkml:trace>
  <inkml:trace contextRef="#ctx0" brushRef="#br0" timeOffset="51403.47">23527 4070 64 0,'-4'-10'135'0,"1"1"0"0,-1-2 9 16,0 1-8-16,0 0-18 0,0-1 3 0,2 0-4 16,-1-2-12-16,1 2 2 0,0 2 0 0,0-1-3 15,-1 2-11-15,3 8 0 0,-1-10-12 0,1 10-9 16,-1-9-8-16,1 9-5 0,-3-5-8 0,3 5-9 16,0 0-7-16,-5-6-4 0,5 6-4 15,0 0-5-15,0 0-2 0,0 0 2 0,10 21-5 0,-5-6-1 16,-1 4-5-16,0-2 2 0,1 15-1 0,-1-2-3 15,1 2 2-15,-1 2 5 0,-2-1-3 0,0-4-5 16,-1 3 1-16,2-1-5 0,-1-2 1 16,-1-2 5-16,1-2-7 0,3-1 6 0,-4-5-1 0,-1 0-1 15,-1-2-2-15,1-4-2 0,-1 3 0 0,1 0 3 16,1 2-1-16,-2-8 1 0,-1 3-9 0,2-1-5 16,0-1-20-16,-1 1-22 0,1-12-22 0,-1 19-39 15,1-19-14-15,-2 15-24 0,2-15-24 0,-1 15-94 16,1-15-287-16,-4 10 127 0</inkml:trace>
  <inkml:trace contextRef="#ctx0" brushRef="#br0" timeOffset="51768.52">23140 4387 97 0,'0'0'133'0,"5"-9"-13"16,-5 9-14-16,9-1-8 0,-9 1-11 0,17 6-9 0,-7 0-2 16,0 1-7-16,4 4 12 0,2 3-25 0,3 7 3 15,-8-6-7-15,7 10-7 0,-1 1 6 0,1 0-6 16,-4 0-5-16,2-3-1 0,-2 2-6 16,-3-9 0-16,0 1-2 0,-1-1-6 0,2 1 7 15,-2-3-5-15,2-1-9 0,-6-4 5 0,3 0 0 16,-1-3 3-16,-3 0 6 0,0-1-4 0,1 0-5 0,-1-4 30 15,-5-1 1-15,13 0 1 0,-13 0-4 0,19-9-4 16,-5-3-4-16,5-5-1 0,-2-4-8 16,5 4 0-16,-4-7-7 0,-3 2 1 0,2-1-4 15,-5-1-4-15,0 1 1 0,-1 7-1 0,-4 5-7 16,3-5 3-16,1 1-7 0,-3 2 3 0,-1 3-12 16,-4-2-20-16,4 5-22 0,-3 2-25 0,2-6-26 15,-1 5-32-15,0-1-44 0,-5 7-127 0,10-11-320 0,-10 11 142 16</inkml:trace>
  <inkml:trace contextRef="#ctx0" brushRef="#br0" timeOffset="52695.66">22831 2869 76 0,'0'0'168'0,"0"0"-9"0,-3-7-16 0,3 7-5 0,0 0-22 15,0 0-13-15,0 0-10 0,0 0-10 0,0 0-16 16,-17 12 10-16,9-3-19 0,-1 6-5 0,-4 7-8 16,0 1 0-16,2 3-3 0,2-3-2 15,-1 2-9-15,3 0-1 0,5-6 1 0,-2 0-4 0,2-2-8 16,2 2 3-16,2-3 6 0,-2-2-5 0,2-1-11 16,2-3 3-16,0 0-1 0,0 2-1 0,3-5-27 15,1 2 1-15,-3-2-21 0,2-4-3 16,4 3-6-16,2-2-6 0,0-3-12 0,1-2-4 0,2-2-2 15,2-4 7-15,1 2 6 0,-2-3 7 0,0-1 2 16,-3-4 2-16,6-7 7 0,-6 7 7 0,4-6 1 16,-5 4 13-16,-2-1 2 0,-2 1 28 15,-2-1-1-15,0 1 22 0,0 6 17 0,-4 1 21 0,0 2 9 16,1 1 5-16,0 1-14 0,-4 4 2 0,1-7-17 16,-1 7-7-16,0 0-10 0,0 0-5 0,0 0-4 15,0 0-2-15,0 0-6 0,0 0-4 0,0 0 1 16,-9 27-4-16,8-17 0 0,-2 4-3 0,2-2 2 15,1 2-1-15,0-2-2 0,1 1 6 0,2-4-12 16,-1 3 4-16,4-3-4 0,-1-2-2 16,2 0 5-16,1 1 0 0,1-3-3 0,1-2 2 0,0-1-2 15,3-2 2-15,0-2-3 0,1-1 3 0,-2-1 0 16,8-3 0-16,-10 1 1 0,2-1-5 0,-3-2-1 16,-2-3 3-16,-2 1 1 0,-1-4-1 0,-1-2-4 15,-3 5-4-15,-5-6 0 0,0 2-4 0,-2 0-3 16,-2 1 2-16,-1 3-2 0,2 1 6 15,1 1-19-15,-1 2-9 0,-1 1-14 0,1 0-40 0,2 3-18 16,-1 3-31-16,7 1-20 0,-13 0-110 16,13 0-282-16,-12 5 125 0</inkml:trace>
  <inkml:trace contextRef="#ctx0" brushRef="#br0" timeOffset="53021.86">23262 2936 45 0,'2'-5'197'16,"-2"5"-17"-16,0 0-20 0,0 0-22 0,0 0-13 16,0 0-19-16,0 0 4 0,14 7-23 0,-10 3 5 0,1-1-9 15,0 6-10-15,4 1-2 0,-1 1-3 0,-1-1-9 16,1 2-5-16,1-1-5 0,1-1-1 16,-1-3-6-16,3 3 2 0,-1-2-7 0,0-2-1 15,-1-4-3-15,2 2 3 0,-1-4 1 0,-1-1-5 16,1-2-2-16,-2 0 0 0,3-3-3 0,-5 0 3 15,3-3-4-15,0-3 0 0,-1 0 2 0,-2-2-1 0,5-4-1 16,-5-4-3-16,0 1 0 0,-3-4 2 0,1-6-7 16,-3 0-4-16,1 6-3 0,-1-6 0 15,0-1-1-15,-2 2-4 0,-2 7 10 0,2-1-11 16,0 7 2-16,0 0-14 0,-2 3-21 0,4 0-25 16,-2 8-31-16,0-11-35 0,0 11-32 0,0 0-13 15,3-4 6-15,-3 4 1 0,0 0-100 0,0 0-279 16,0 0 124-16</inkml:trace>
  <inkml:trace contextRef="#ctx0" brushRef="#br0" timeOffset="53766.1">23764 2933 32 0,'0'0'156'16,"0"0"-1"-16,0 0-9 0,0 0-6 0,0 0-14 15,-22-12-12-15,22 12-6 0,-20 8-13 0,4 0 1 16,-2 3-13-16,-1 7 0 0,0 1-8 0,1 1-5 15,4-1 2-15,4-2-18 0,-2-1-7 0,6-1 2 16,-1-2-8-16,5 0-4 0,-1-1-2 0,3-1 1 16,0-2-6-16,2 1-4 0,-1-4-3 0,4-1-1 15,1 0 0-15,2 1-2 0,-8-6-3 0,21 2 2 16,-11-4 2-16,-10 2-4 0,24-5-3 0,-14-1-1 16,2-2-3-16,-2 0 0 0,-1 0-2 15,0 0 1-15,-1-2 0 0,-2 0 4 0,-1-2-3 0,-1-3 6 16,0-1-8-16,-4 4 0 0,1-2 1 0,-1 14 7 15,0-19 8-15,0 19 1 0,0-9-4 16,1 5-6-16,-1 4-2 0,0 0-2 0,0 0-4 0,0 0 4 16,0 0-5-16,0 0 0 0,0 0 0 0,11 21-3 15,-10-10 3-15,1 2 4 0,1-1-7 16,3 2 2-16,1-3-1 0,-2 0 1 0,1-1 3 0,1-2-4 16,0-1 2-16,3 1-1 0,-1-2 1 0,0-3-1 15,4-1 2-15,-1-2 0 0,2-2-3 16,-2-3 1-16,5-3 0 0,-2-2-3 0,1-1 3 15,-3-3-1-15,-2-2-1 0,4-4-3 0,-4 1 1 0,0-4-1 16,-1-2 0-16,-2 2-1 0,-3-2 0 0,-1 0-3 16,0-1-25-16,-4-1 4 0,0-2 0 15,0 0 2-15,-5 2 8 0,3 7 3 0,1 2-1 16,-1 2 8-16,-1 5 5 0,3 3 6 0,-3-3 3 16,3 11-1-16,-1-13-8 0,1 13 0 0,0 0-4 15,0 0-5-15,0 0 4 0,0 0-1 0,0 0 4 16,0 0 2-16,7 49-2 0,-6-23 3 0,1 3-4 15,5-3 4-15,-6 0 2 0,0 1-1 0,2-1-4 16,2 1 6-16,0-7 3 0,0 5-6 0,2-7 6 16,0 0-3-16,2-1 1 0,0-1-2 0,3-3 3 15,-1-1-6-15,1 4 6 0,3-8 2 0,-2-3-2 16,5 2-3-16,-2-3-1 0,3-2-1 0,1-2-5 16,-1-3 2-16,0-1-4 0,-1-1-2 0,-1-1 2 15,-1-4-8-15,-2-1 4 0,-2 1 0 0,0-4-1 16,-4-1-2-16,2 0 0 0,-3 0 0 0,-2-1 0 15,-4 2 8-15,0 3 6 0,-1 0 4 16,0 11 1-16,-4-17 5 0,3 9 3 0,1 8-6 16,-12-8-4-16,5 5-2 0,7 3-4 0,-18 2 7 15,18-2-2-15,-20 13 0 0,8-6-3 0,2 5 2 16,0 4 1-16,3-2-2 0,1 2-4 0,4-3-24 0,2 5-19 16,1-3-24-16,3 2-28 0,2-2-36 15,2 0-39-15,2 1-123 0,-4-5-319 0,3-1 141 16</inkml:trace>
  <inkml:trace contextRef="#ctx0" brushRef="#br0" timeOffset="54100.39">24445 3065 123 0,'2'-12'204'0,"-2"12"-22"0,0 0-22 0,0 0-13 15,0 0-24-15,0 0-9 0,0 0-7 0,0 0-12 16,0 0-8-16,0 0-11 0,0 0-5 0,0 0-6 15,16 24-7-15,-16-24-1 0,0 0-8 0,7 11-5 16,-7-11-3-16,0 0-5 0,5 10-3 0,-5-10 1 16,0 0 0-16,0 0-6 0,0 0-10 0,0 0 2 15,0 0-1-15,0 0-2 0,0 0-6 0,16-28 5 16,-15 17-7-16,3-1 5 0,-3-1 0 0,7-2-9 16,-6 3 4-16,5-4-4 0,1 0-3 15,-3 3 2-15,2 3 1 0,-3-1-4 0,-4 11-1 16,9-13-3-16,-9 13-4 0,7-8-3 0,-7 8 6 15,0 0 2-15,0 0 0 0,0 0 3 0,20 17-3 16,-15-7-6-16,-5-10 7 0,9 20 4 0,0-4-1 16,-8-1-4-16,3 1-16 0,0 0-18 0,0-2-25 15,0-2-26-15,-4-12-28 0,7 22-35 0,-3-12-123 16,-4-10-295-16,6 17 130 0</inkml:trace>
  <inkml:trace contextRef="#ctx0" brushRef="#br0" timeOffset="54319.16">24819 2715 16 0,'-4'-10'248'0,"4"0"-8"0,0 10-20 0,-5-14-29 16,5 14-23-16,0 0-21 0,-5-7-16 0,5 7-11 16,0 0-13-16,0 0-5 0,0 0-9 0,8 47-12 15,-6-27-5-15,0 7-4 0,2-1-11 16,-3 0-2-16,5-3-8 0,-2 3-2 0,-1-7-5 15,4 9-4-15,-2-2-19 0,3-1-26 0,-4-7-25 16,3 2-44-16,-1-4-43 0,-1 0-41 0,0-1-168 16,-2-2-353-16,-3-13 157 0</inkml:trace>
  <inkml:trace contextRef="#ctx0" brushRef="#br0" timeOffset="54472.33">24809 2905 104 0,'0'0'189'16,"0"0"-18"-16,3-12-20 0,-3 12-11 0,0 0-29 16,16-11-20-16,-7 8-33 0,9-2-43 0,1-3-35 15,9 2-44-15,-1 1-94 0,0-1-171 0,2 0 75 16</inkml:trace>
  <inkml:trace contextRef="#ctx0" brushRef="#br0" timeOffset="54855.25">25324 2688 59 0,'0'-9'238'0,"0"9"-27"16,0 0-16-16,0 0-26 0,0-13-19 0,0 13-17 15,0 0-11-15,0 0-17 0,0 0 2 0,0 0-6 16,12 45-2-16,-10-26-8 0,-1 0-9 0,3 7-11 16,0-2-5-16,0 1-5 0,-3-6-6 0,3 0-6 15,0 2-3-15,-4-6-7 0,4-2-5 16,-2 3-2-16,2-6 2 0,-4-10-5 0,2 18-3 15,-2-18-3-15,2 16 0 0,-2-16-4 0,0 0 1 16,0 12-1-16,0-12 1 0,0 0-2 0,0 0-1 16,0 0 1-16,4 11-3 0,-4-11-13 0,0 0 0 15,0 0-1-15,0 0-3 0,0 0 1 0,0 0-10 16,15-32 8-16,-7 23-3 0,6-1-2 0,-3 4 3 16,5-3-1-16,2 1 3 0,-3 5-4 0,-1 2 0 15,-14 1-1-15,24-2-1 0,-24 2-2 0,20 3 2 16,-11 1 1-16,3 0 1 0,-12-4-2 0,11 12 3 15,-7-3-2-15,-4-9 5 0,3 19-2 0,-3-19 8 16,-5 16-2-16,-4-6-3 0,0 2 1 0,-2-4-5 16,-4 4-20-16,-1-5-23 0,-2 2-30 0,-1-1-11 15,7-4-31-15,12-4-40 0,-25 4-22 16,25-4-109-16,-21-2-314 0,21 2 139 0</inkml:trace>
  <inkml:trace contextRef="#ctx0" brushRef="#br0" timeOffset="55115.3">25686 2902 89 0,'0'0'144'0,"2"10"-9"0,-2-10-3 16,4 13-7-16,-4-13-10 0,7 12-11 0,-7-12-3 16,10 11-13-16,-10-11-5 0,13 11-11 0,-3-8-2 15,3 0-4-15,-13-3-2 0,33-3-10 0,-14 1-1 16,0-2-5-16,-1 0-7 0,0-3 0 0,0-2 4 15,-7 3 0-15,-1-4-2 0,-3 4 6 0,-1-4-1 16,-2 1-4-16,-2-4-8 0,-2 13-6 0,-6-20 0 16,0 7-4-16,-1 5 0 0,-5 0-4 0,-3 0-8 15,-4 3-8-15,0 1-16 0,-4 4-22 0,-4 1-20 16,5 2-43-16,2 2-51 0,-3 0-147 0,4 2-316 16,2-1 140-16</inkml:trace>
  <inkml:trace contextRef="#ctx0" brushRef="#br0" timeOffset="55496.57">26040 2833 90 0,'0'0'282'0,"0"0"-35"0,0 0-27 0,0 0-20 15,6 7-21-15,-6-7-18 0,0 9-14 16,2-3-18-16,-2-6-9 0,2 16-12 0,0-5-13 15,0-2-9-15,1 0-6 0,1 2-10 0,0-2-2 16,-2 0-14-16,4 0 1 0,-6-2-10 0,4-2-1 16,-4-5-6-16,0 0 0 0,2 10-4 0,1-6 0 0,-3-4-6 15,0 0 4-15,2 7-2 0,-2-7-3 16,0 0-2-16,0 0-4 0,0 0-3 0,0 0-3 16,0 0 2-16,2-26-4 0,-2 15-1 0,2 1-2 15,2-5-5-15,-1 3 2 0,1-6-3 0,6 3-1 16,-1-2-3-16,1 2 2 0,4 0-2 0,-1 2-1 15,-3 5-2-15,3 0 3 0,-4 1-4 0,3 3-1 16,-4 1-6-16,-1 2 4 0,2 1 0 0,2 4 3 0,-2 0-4 16,2 2 2-16,-1 2-1 0,-2 0-5 0,-1 2-7 15,0 0-14-15,-2 1-25 0,1 1-27 16,-1-1-34-16,-3-2-29 0,2 3-41 0,1-2-23 16,0 0-115-16,-1-1-352 0,1-4 156 0</inkml:trace>
  <inkml:trace contextRef="#ctx0" brushRef="#br0" timeOffset="55916.5">26609 2766 198 0,'-6'-1'218'0,"-3"-4"-20"16,-3 4-13-16,1-1-18 0,-1 1-18 0,-1 1-14 15,0 4-17-15,-1-1-10 0,1 4-9 0,-5 1-9 16,9-1-13-16,-5 4-3 0,8-1-10 0,-1 1-3 15,-1 4-7-15,5-4-4 0,-2 2-7 0,5-1-6 16,2-2-6-16,3 1-2 0,0 0-3 16,3 0-17-16,-1-3-2 0,9 1 3 0,-5-3-7 0,3-4-2 15,-1-1 1-15,6 0-4 0,-2-2 6 16,-3-2-3-16,-3-1 4 0,0-1-1 0,1-3-2 16,-2 0 4-16,-5-3-3 0,4-4-3 0,-4-2 5 0,-1 0-1 15,-2-2 1-15,0-1 7 0,-6 1 2 16,0-7 12-16,4 0-7 0,-5-3 3 0,0 0 1 15,1 3 13-15,2 1-2 0,-1 6-3 0,-1 0 11 16,2 3 3-16,0 4 14 0,2 3 3 0,0 9-3 16,-2-16-5-16,2 16-12 0,-3-9-8 0,3 9-9 15,0 0-1-15,0 0-3 0,0 0-4 0,0 0-3 16,0 40 1-16,-2-13 2 0,4 0-3 0,-4 2 0 16,5 1 7-16,-3 1-9 0,4-1-8 0,-4-3-14 15,4 1-25-15,-4-2-25 0,4 2-34 0,1-2-38 16,4-1-39-16,-6-10-39 0,1 3-187 0,-2-2-430 15,3-2 191-15</inkml:trace>
  <inkml:trace contextRef="#ctx0" brushRef="#br0" timeOffset="56044.74">26758 2938 84 0,'4'-13'65'0,"-4"13"-40"0,0 0-54 15,0 0-32-15,0 0 14 0</inkml:trace>
  <inkml:trace contextRef="#ctx0" brushRef="#br0" timeOffset="127329.58">28663 9282 74 0,'0'0'89'0,"0"0"-3"15,0 0 0-15,0 0-10 0,-14 15-7 16,9-7 2-16,-3 2-4 0,1-1-7 0,0 2-4 0,0 4-3 16,0-1 1-16,-2 3 0 0,2-1-9 0,-1 1-1 15,1 0-1-15,0 7-1 0,0-6-5 0,3 0-2 16,-2-2 0-16,3 2-3 0,0-1-1 0,3 0-5 16,-1-1 8-16,2-3-10 0,2-1-6 0,0 5 0 15,1-5 2-15,0 0 6 0,4-2-8 0,-2-1-3 16,6 0 8-16,-1-2-9 0,4 1 0 0,-3-2 3 15,5-3-3-15,2 0 9 0,-1-3 1 0,1-1-6 16,2-1 13-16,-1-3-2 0,0-1-4 0,8-5 7 16,-10 2-3-16,1-1-1 0,3-6 0 0,-3 1 1 15,-6 1-1-15,-2-1-6 0,-4 1-4 0,-3-3-3 16,2 0 5-16,-5 0-1 0,-1-1-1 0,-2-1-3 16,-4 2-4-16,-2 0 1 0,-6-4-2 0,-2-2 4 15,4 11-5-15,-6 0 4 0,1 2-6 0,-9 0 7 16,6 1-7-16,-7 4-3 0,5 3 4 0,1 1-6 15,-7 1 2-15,6 4-1 0,-5 4 2 0,0 0-16 16,8-2-15-16,3 4-27 0,0-1-28 0,2 4-25 16,3-3-31-16,0 2-143 0,2-1-304 0,6 0 135 15</inkml:trace>
  <inkml:trace contextRef="#ctx0" brushRef="#br0" timeOffset="127516.33">29040 9410 174 0,'5'-3'195'15,"-5"3"-18"-15,0 0-19 0,7-4-8 0,-7 4-16 16,0 0-15-16,0 0-19 0,0 0-21 0,0 0-25 0,0 0-19 16,0 0-27-16,0 0-24 0,10 9-34 0,-10-9-33 15,2 7-123-15,-2-7-223 0,0 0 98 0</inkml:trace>
  <inkml:trace contextRef="#ctx0" brushRef="#br0" timeOffset="127889.15">29324 9247 1748 0,'-5'-10'55'0,"-2"0"-14"0,1 0 21 16,-1-1-12-16,1 4 0 0,1 0 4 0,3 1-4 15,-2 2 0-15,4 4-3 0,-4-9-3 0,4 9-3 16,-4-8-9-16,4 8-4 0,0 0-1 0,0 0-7 16,10-9 1-16,3 8-3 0,1-1 1 0,4-3-2 15,3 3 0-15,5-3-8 0,2 1 1 0,-7 6-3 16,-1-5 2-16,3 4-3 0,-5-1-2 0,0 2-1 16,-5-2-1-16,-2 2 1 0,-2 2-2 0,-1-2 0 15,0 0-2-15,-2 2-2 0,2 1 7 0,-2 2-4 16,-1 5-1-16,2-4 1 0,-2 10 1 0,0-3 1 15,-2 3 3-15,-1 0-2 0,-1 6 3 0,-1-5-2 16,0 2 4-16,-1-1-3 0,1 3 3 0,-1 3 2 16,0-6 0-16,-1-1-2 0,-2 5 2 0,4-5-3 15,-2 1-1-15,0-2-1 0,1 0 4 0,1-1-4 0,0-1-7 16,0-3-12-16,-1-2-14 0,1 1-27 16,-3-1-23-16,0 2-23 0,3-3-32 0,-2-1-21 15,1-1-21-15,-4 0-145 0,1-2-346 0,0-3 153 16</inkml:trace>
  <inkml:trace contextRef="#ctx0" brushRef="#br0" timeOffset="128052.16">29442 9468 140 0,'-3'-8'127'0,"3"8"-3"15,0 0-13-15,8-4-9 0,-8 4-13 0,17 0-5 16,-5 0-14-16,2-1-21 0,5 1-30 0,-1-1-30 15,1 0-33-15,1-1-28 0,1 1-60 0,-3-2-142 16,3-1 63-16</inkml:trace>
  <inkml:trace contextRef="#ctx0" brushRef="#br0" timeOffset="128309.13">29765 9258 86 0,'5'-4'133'0,"-5"4"-3"0,12-4 5 16,-12 4-3-16,10 1-4 0,-10-1-2 0,14 9-5 15,-8-4-4-15,-1 5-2 0,-1 1-5 0,0 4-5 16,0 1-11-16,-7 2-3 0,1 1-9 0,-5 5-4 16,0-1-9-16,-1-5-8 0,-5 5-4 0,4-7-3 15,1 1-6-15,-3 0-9 0,3-3-3 0,2-3-3 16,0-2-3-16,2 0-2 0,-2-2-4 0,4 0 2 16,0-1-8-16,2-6 2 0,0 9-4 0,0-9 2 15,4 9 0-15,4-7-6 0,4 1 0 0,1-3-12 16,7 2-14-16,2-4-9 0,6 1-26 0,4-1-18 0,0-5-34 15,2 0-17-15,1 1-33 0,-2-2-17 16,-2 2-118-16,-2-4-308 0,-1 1 136 0</inkml:trace>
  <inkml:trace contextRef="#ctx0" brushRef="#br0" timeOffset="128614.76">30178 9410 87 0,'0'0'161'0,"0"0"-16"0,0 0 4 15,0 0-2-15,0 0-10 0,0 0-10 0,0 0-2 0,0 0-10 16,0 0-5-16,0 0-8 0,0 0-8 0,20-7-12 16,-11 3-5-16,1 0-9 0,3-1-6 0,-3-1 2 15,-1 1-14-15,1-3-9 0,-1 0 2 16,-1-1-5-16,-1-3-4 0,0 3-2 0,-3-3-2 0,0 1-5 16,1-3-4-16,-4 3-2 0,1-1-3 0,-2 3 1 15,0 0 2-15,0 9 3 0,-4-13-4 16,4 13-2-16,-8-5-2 0,0 5 1 0,8 0 5 15,-25 12 0-15,0 2 5 0,1 1 1 0,-1 6-1 0,2-2 2 16,3 5-1-16,3-2-4 0,0 1 1 0,4-1 0 16,7-5-7-16,1 2 1 0,5 1-8 0,4-3-8 15,2 1-13-15,5-3-29 0,3-2-28 0,12 3-38 16,1-6-36-16,0-3-46 0,6 0-152 16,3-2-368-16,3-5 163 0</inkml:trace>
  <inkml:trace contextRef="#ctx0" brushRef="#br0" timeOffset="128992.65">30706 9231 197 0,'-2'-11'188'0,"2"11"-19"16,0 0-16-16,0 0 1 0,0 0-3 0,0 0-14 15,7 22-5-15,-3-6-11 0,2-1-9 0,0 2-3 16,-1 0-6-16,2 2-7 0,-1-3-7 0,3 1 7 15,0 0-9-15,-1-2-8 0,-2 1-6 0,3-1-6 16,-1-1-7-16,-4-4-5 0,-1-2-8 0,3 1-2 16,-4-3-6-16,3-1 3 0,-1 2 0 0,-2-3 0 15,-2-4 6-15,4 7 12 0,-4-7 7 0,4 4 11 16,-4-4-10-16,0 0-8 0,0 0-4 0,12-13-6 16,-5 2-10-16,4-3-4 0,-1-2-2 0,4-6-2 15,1-3-4-15,2-1-1 0,0-2-2 0,3-2-7 16,-1-1-4-16,0 0 0 0,11-12 1 0,-5 2-2 15,-3 15-4-15,-4 0-1 0,1 4 1 0,-2 2-1 16,-5 8 1-16,-1 0-3 0,-4 4-3 0,1 1 2 16,-4 3-8-16,0-1-12 0,-4 5-17 0,5-7-23 15,-5 7-26-15,0 0-8 0,0 0-20 0,0 0-17 0,0 0-39 16,0 0-23-16,-13 31-36 0,2-15-183 16,-4 4-440-16,5-4 195 0</inkml:trace>
  <inkml:trace contextRef="#ctx0" brushRef="#br0" timeOffset="130830.4">29339 9891 86 0,'-1'-10'125'0,"-2"0"7"16,0 3-10-16,-1 2 1 0,-1-3-3 0,0 2-12 15,-2 0 2-15,1 3-9 0,0-1-7 0,6 4-5 16,-11-5-1-16,6 3-8 0,5 2-8 0,-9-2-8 16,9 2-9-16,-16 9 0 0,8-2-7 0,-5 5-3 15,4 5-1-15,-4 5-9 0,2 5 5 0,4-1-1 16,0 7-2-16,-1 0-1 0,2 1-3 0,2 2-4 16,1 0 3-16,2 0-5 0,1-2-2 0,3 0-3 15,-1-1-1-15,3 0 2 0,-1-1-7 0,0-3-2 16,0-3-1-16,-3 3-1 0,2-3 4 0,-3-7-9 15,1 2-3-15,0-5-16 0,-2 2-19 0,1 0-11 16,0-4-14-16,-1-4-33 0,1-2-16 0,-3-1-28 16,3 0-18-16,0-7-120 0,-3 10-293 0,3-10 130 15</inkml:trace>
  <inkml:trace contextRef="#ctx0" brushRef="#br0" timeOffset="131267.26">29143 10251 43 0,'0'0'117'0,"0"0"-8"0,20-2-10 15,-8 0-6-15,4 1-6 0,6-3-5 16,3 2-6-16,9-2-12 0,-1 1-7 0,-1-1-4 16,2-1-7-16,1-1-2 0,-3-2-6 0,-2 2-5 0,-9 2-3 15,-3 1-9-15,0 0 4 0,-8 1-13 16,0 2 3-16,0-1-4 0,-3 1 5 0,-7 0-4 0,10 0 14 15,-10 0 0-15,0 0 0 0,10-1-1 16,-10 1 10-16,0 0 2 0,0 0 4 0,-4 10 4 0,4-10 5 16,-11 18-3-16,2-4 0 0,-1 3-3 0,1-2-3 15,1 0-6-15,0 2-3 0,2-1 4 16,1-1-8-16,2 1-2 0,2-4 2 0,2 1 0 16,2 0-10-16,0-2 0 0,0 0 0 0,4-3 4 0,-1 2-3 15,2-4-1-15,1 0 1 0,3-3-2 0,1-3-5 16,0-1-4-16,0-2 3 0,6-1-1 0,-4-3 0 15,-1-4 4-15,0 0-6 0,2-1 5 0,-9 3-6 16,0-7-7-16,-2 2 9 0,-4-3-5 0,-2 5-4 16,-4-4 0-16,-3-1-3 0,-3 0-2 0,-3 2 0 15,-1 1-5-15,-1 2-2 0,-2 2 0 0,1 5-19 16,1-1 0-16,-3 6 0 0,2 0-6 0,0 3-21 16,1 3-11-16,3 0-12 0,-1 5-13 0,2-1-15 15,3 6-11-15,1 0-120 0,1-1-258 0,6 0 115 16</inkml:trace>
  <inkml:trace contextRef="#ctx0" brushRef="#br0" timeOffset="131643.87">29881 10442 156 0,'10'-9'159'15,"2"-4"-13"-15,0 1-7 0,-1-4-8 0,-3 2-19 0,1-2-4 16,1 0-12-16,-5-3-11 0,-1 2-12 15,-3 1 3-15,0-1-14 0,-2 0-9 0,0 2-8 16,-3-2-4-16,-6-1-6 0,5 8 13 0,-3 1-1 16,-1 0-11-16,-2 2 2 0,-1 1 2 0,0 0 1 15,-2 4-4-15,2-1-6 0,0 1-4 0,3 1 1 16,1 0-7-16,8 1-4 0,0 0 0 0,-15 4-5 16,15-4-1-16,-2 3 3 0,2-3-6 0,0 0 1 15,17 10 2-15,-5-6-5 0,6-1 2 0,2-3-4 0,11-1 2 16,1 1-4-16,-1-2-3 0,-2 2 4 15,2 0-3-15,-11 2-3 0,0-1 0 0,-1 1-2 16,-7 1 5-16,0 0-2 0,-2 3 1 0,0 2 0 0,-2-1 1 16,0 3 1-16,-3 2 9 0,0-1 3 0,-3 2-2 15,2 5-6-15,-4-3 4 0,0 2-3 0,-1-1 1 16,0 1-2-16,-2-2 1 0,2 1-5 16,-3-4-19-16,3 3-20 0,-1-4-19 0,1-1-33 0,0 1-35 15,1-2-37-15,0-2-107 0,0-7-289 0,5 10 129 16</inkml:trace>
  <inkml:trace contextRef="#ctx0" brushRef="#br0" timeOffset="132276.5">30796 9936 140 0,'0'0'195'0,"-6"-5"-15"0,6 5-8 0,-7-3-15 15,7 3-15-15,0 0-11 0,-15 5-1 0,7 5-9 16,-2 0-11-16,-4 13 5 0,5-6-11 0,-3 7-5 15,3 2-9-15,-2-1-6 0,4 1-4 0,-1 2-9 16,-1-4-10-16,5 1-2 0,2-6-6 0,2 1-2 16,1-1-9-16,-1-1 0 0,2-1-7 0,1-2 0 15,2 0-7-15,4-2 14 0,1-1 0 0,1-2-6 16,0 0-4-16,2-3 0 0,4 1-6 0,2-4 3 16,1 2-10-16,-1-8-4 0,0 1-2 0,3-2-2 15,-4-2-2-15,2 1-4 0,-3-3-5 0,-2-2 4 16,-2 0-8-16,-1 2-7 0,-5-1 2 0,0-4-1 15,-3 2-2-15,-2-2-1 0,0 2 0 0,-2 0-2 16,-3 0 6-16,0-2-1 0,-2 5-1 0,0-2 3 16,-3-1-2-16,-2 2 6 0,1 1-2 0,0 0 2 15,-1 2 2-15,5 0 3 0,-1 1 2 0,2 0 2 16,4 4-2-16,-8-6-1 0,8 6 1 0,-5-3-2 16,5 3-3-16,0 0 1 0,0 0 1 0,19-6 0 15,-5 6 1-15,4-2 0 0,4 2 0 0,-2 0 1 16,8 1 0-16,-6-1-4 0,-2-1 1 0,0 3-1 15,-6 1-1-15,2 0 3 0,2 0 4 0,-7 0-2 16,0 2 2-16,-1 1 3 0,-2 0-1 0,-2 3 9 16,2 0 1-16,-2-1 1 0,-1 3 6 0,1-1-4 15,-4 1 1-15,-1 1 4 0,1-1-2 0,-1 1-2 16,-1 0-1-16,2-2 0 0,0 3-6 0,-2-2 0 16,0 0-5-16,0 0-12 0,0-2-24 0,2 2-32 0,-2-4-33 15,0-7-26-15,0 15-49 0,2-10-40 16,-2-5-175-16,0 0-415 0,1 11 184 0</inkml:trace>
  <inkml:trace contextRef="#ctx0" brushRef="#br0" timeOffset="132639.04">31403 10246 84 0,'0'0'202'15,"0"0"-8"-15,0 0-10 0,9-4 2 0,-9 4 2 16,8-3-10-16,-8 3-8 0,16-6-9 0,-3 4-13 15,1-3-13-15,4 1-6 0,9-3-10 0,-7-1-17 0,0 1-5 16,5-2-12-16,-6 1-11 0,-1 0-4 0,0-4-9 16,-1 1-3-16,-8 4-8 0,0 1-3 0,-1-4-5 15,-1 3-4-15,-2-2-5 0,-4 0-3 16,-1 1-5-16,0-2-2 0,0 10-1 0,-5-17-3 0,0 13-6 16,-1 0 1-16,-3-1-4 0,-1 3-1 0,-4-1-2 15,-2 5 3-15,-3-1-3 0,0 6 6 0,-2-3-5 16,-1 9 2-16,2-2 2 0,4 1-2 15,-1 1 5-15,6 0-3 0,-6 6 1 0,7-4 1 16,3 2 5-16,1 1 3 0,3 1 1 0,5-1 0 0,1 0-3 16,8 5 8-16,0-7 2 0,3-1-6 15,9 0 5-15,2 0-8 0,3 0 4 0,3-4-1 0,0-1-28 16,1-3-5-16,-2-1-24 0,-2 0-29 16,-8 0-38-16,-4-3-43 0,0 3-39 0,-5-2-41 0,0 1-42 15,-6-2-135-15,1-1-433 0,-6-2 192 0</inkml:trace>
  <inkml:trace contextRef="#ctx0" brushRef="#br0" timeOffset="133413.5">30585 10624 152 0,'-1'-7'181'0,"1"7"-2"16,0-13-11-16,0 13-12 0,0-11-16 0,0 11-11 15,1-6-12-15,-1 6-21 0,0 0-15 0,0 0 3 16,0 0-8-16,0 0-8 0,0 0 2 0,-10 23-1 15,4-7 1-15,-2 3-4 0,-5 8-4 0,-3 1-5 16,0-2-6-16,0 6-7 0,0-2 0 0,-1 3-5 16,1-1-5-16,-4 9-6 0,8-9 4 0,-2-5-4 15,1 3-5-15,7-3 0 0,-4 2-4 0,3-6-1 16,4-3-1-16,-1 5-3 0,2-8 0 0,0 0-5 16,4 0 1-16,0-3 1 0,-1-1 0 0,2-4-3 15,-1 2 4-15,5-3-5 0,-4-1-2 0,5-3-2 16,-3-1 7-16,4 0-8 0,1-3 3 0,-10 0-5 0,18-6 6 15,-7 0-1-15,-1-2 0 0,0-5-1 16,-2-1-4-16,-2-1 1 0,-4-4 4 0,0-1-7 16,-6-4 3-16,-2-1-3 0,-5-1 2 0,-4-1-1 15,-3 1 2-15,-4 3 1 0,-2 1-2 0,-3 3 1 0,-2 1 4 16,-4 4 2-16,-1 2 1 0,0 1-5 0,-3 1 2 16,0 5-1-16,3 2-2 0,2 3-17 0,2 0-15 15,3 1-27-15,5 2-30 0,4 3-27 16,1 1-24-16,0 2-22 0,4 1-20 0,-1 3-124 0,3 0-329 15,6 0 146-15</inkml:trace>
  <inkml:trace contextRef="#ctx0" brushRef="#br0" timeOffset="133761.21">29274 11536 146 0,'-5'-9'158'0,"5"9"-24"16,0 0 5-16,-5-1-1 0,5 1 4 0,0 0-3 15,-8 22-9-15,8-5 5 0,-4 3-10 0,1 8-7 16,-1 3-15-16,-4 1-9 0,4 3-5 0,-1 9-10 0,1-10-7 16,2 0-4-16,-1-2-8 0,-2 0-4 15,4-1-7-15,-3 0-2 0,4-2-12 0,0-2 3 16,0-2-11-16,0 0-3 0,0 1-24 0,0-9-28 16,1 0-26-16,-2-5-39 0,2 2-23 0,2-4-39 0,-1-1-162 15,0-4-343-15,0-1 152 0</inkml:trace>
  <inkml:trace contextRef="#ctx0" brushRef="#br0" timeOffset="133944.64">29472 11911 90 0,'0'0'219'0,"3"-8"-8"0,-3 8-10 15,1-9-13-15,-1 9-19 0,0 0-17 0,0 0-15 16,3-7-16-16,-3 7-10 0,0 0-27 0,0 0-16 15,0 0-26-15,0 0-32 0,0 0-27 0,0 0-27 16,0 0-38-16,0 0-37 0,0 0-139 0,4 21-278 16,-4-21 124-16</inkml:trace>
  <inkml:trace contextRef="#ctx0" brushRef="#br0" timeOffset="134186.44">29784 11654 4 0,'3'-7'239'16,"-3"7"-18"-16,2-8-22 0,-2 8-14 0,3-9-18 15,-3 9-22-15,0 0-12 0,0 0-2 0,0 0-4 16,0 0-3-16,9 16-5 0,-8-4-6 0,0 5-13 16,0 2-11-16,1 0-1 0,2 8-15 0,1 2-5 0,-3-4-9 15,4 0-1-15,1 1-7 0,-4-9-7 16,4 8 1-16,0-1-14 0,-3-5-13 0,-1 0-22 15,2-3-27-15,-2 1-38 0,1-1-35 0,-2-3-35 16,1-2-49-16,-2 0-162 0,-1-1-378 0,3-3 167 0</inkml:trace>
  <inkml:trace contextRef="#ctx0" brushRef="#br0" timeOffset="134501.03">30265 11871 158 0,'12'-15'198'16,"2"0"-17"-16,-1 0-12 0,-1 2-11 0,2-2-11 0,-4 2-19 15,3-3-9-15,-3 4-12 0,-4 2-11 16,1-2-11-16,-1 4-2 0,-3-3-10 0,2 2-3 16,-4 1-16-16,0 1-11 0,1-3 1 0,-2 3-3 0,0 7-5 15,-4-11-5-15,0 6 0 0,4 5-8 0,-13-1 2 16,3 1 1-16,-4 3-1 0,2 0 0 0,-3 5 2 15,-1 1-3-15,1 0-2 0,1 4 1 0,2 1 3 16,-2 1-4-16,3 0-2 0,2 2 2 0,1 1-1 16,4 0-2-16,2-1 2 0,2-2-6 0,2-1 2 15,2 3-3-15,3-2-13 0,1-6-19 0,5 2-19 16,3 0-32-16,1-3-28 0,1-3-22 0,3-2-21 16,0-1-41-16,-3 1-121 0,2-5-327 0,-1-1 145 15</inkml:trace>
  <inkml:trace contextRef="#ctx0" brushRef="#br0" timeOffset="134813.81">30619 11727 206 0,'0'-9'191'0,"0"9"-14"0,0 0-16 0,5-5-8 16,-5 5 0-16,0 0-3 0,0 0-15 0,20 9-9 15,-13-5-13-15,3 2-9 0,-1 1-8 0,0 1-12 16,0 0-7-16,5 5 8 0,-3-3-9 0,1 2-7 15,-2 1-10-15,3-3-4 0,-3-1-5 0,0-1-3 16,0-1-5-16,1-1-5 0,-2-1-5 0,0-2-2 16,2 0-2-16,-1-1-2 0,1-4-4 0,1 1-2 15,0-3-3-15,0-2 3 0,3-4-4 0,-6 3-1 16,6-6-1-16,-4 3 2 0,-2-5-3 0,3-1-2 16,-3 1-1-16,-3-3-1 0,3 0-1 0,-3 0-1 15,0 0-1-15,-3 1-2 0,0 0-1 0,-2 5 3 16,2-4-6-16,-4 4-23 0,-1 2-23 0,2 0-14 15,0 1-15-15,0 9-25 0,-2-11-33 0,2 5-23 16,0 6-29-16,0-11-149 0,0 11-362 0,0 0 161 16</inkml:trace>
  <inkml:trace contextRef="#ctx0" brushRef="#br0" timeOffset="135105.37">31558 11327 87 0,'-4'-8'231'0,"-3"-2"-2"0,0 1-2 0,1 1-16 15,-2 2-14-15,-3 2-15 0,5 1-20 0,0 1-13 16,6 2-12-16,-14 4-18 0,5 1-8 0,3 7-8 16,0 4-8-16,-5 7-4 0,3 5-8 0,4 4-10 15,1 3 2-15,3 0-8 0,0 1-10 0,0-2-4 0,3 2-4 16,1-2-8-16,0-2-4 0,6 4-3 0,-3-6-6 15,0 0 3-15,2 2-6 0,-4-6-3 16,1 2-1-16,-3-3 3 0,0-6-26 0,-2-2-15 0,1-1-18 16,-1 1-14-16,-2-5-12 0,-1 0-38 0,1-1-28 15,0-2-34-15,-2-3-34 0,-1 1-27 0,-2-3-126 16,6-4-376-16,-13 5 167 0</inkml:trace>
  <inkml:trace contextRef="#ctx0" brushRef="#br0" timeOffset="135664.01">31415 11733 106 0,'1'-19'181'0,"0"9"-18"0,3 0-14 0,1 1-15 15,5 0-9-15,-1 0-11 0,7-2-6 0,-1 0-4 0,11-1-11 16,0 0-7-16,1-1-5 0,3 6-8 0,-5-3-8 16,4 3-9-16,-8 4-5 0,-2-3-6 0,-1 2 4 15,-5 1-14-15,-3 0-2 0,-2 5-8 16,-8-2 1-16,14 1-3 0,-10 3-2 0,-4-4-7 15,5 7 4-15,-5-7-6 0,-3 8 3 0,-1 2 4 0,1-4-4 16,-5 1 4-16,2 4 6 0,-3-2 1 0,-4 4 3 16,4 2-3-16,1-1-1 0,2 0 1 0,-3 0-3 15,3 2 1-15,2 0-3 0,1-5-1 0,1 4-2 16,0-2 3-16,4-2-17 0,0 0 3 16,2 1-3-16,3-4 0 0,4 2 4 0,-1-4-4 0,3-2 5 15,5 0-1-15,1-1-2 0,-5-3 6 0,6-4-9 16,-3 0 1-16,1-1-4 0,-3-1 6 0,-2-1 1 15,-1 0 0-15,-1-2 1 0,-2 1-5 0,-1-3 0 16,-2 1 2-16,-2-6-4 0,0 0 4 16,-2 0-3-16,-2 6-1 0,-2-7 2 0,-2 5-4 0,2 2 2 15,-2-1 8-15,2 1 0 0,0 2 12 0,2 8-7 16,-4-11 0-16,3 5-3 0,1 6-2 0,0 0-4 16,0 0-1-16,0 0-1 0,0 0 2 15,0 0-1-15,0 0-1 0,14 21-1 0,-8-12-2 0,2 0 0 16,-2 1 0-16,4 3 2 0,-1-4 1 0,-1 3 3 15,1 1 0-15,-4-5-3 0,3 2 2 0,-1-4 1 16,0 1-1-16,-1-2 1 0,2-1 9 0,-3 2-2 16,0-3-3-16,1-2 6 0,-6-1 1 0,16-3 1 15,-16 3 8-15,16-2-4 0,-5-5 5 0,-4 4-4 16,2-4-2-16,0 0-1 0,-1-3 1 0,-2 3-5 16,-1-1-2-16,0 1-16 0,-1-4-11 0,0 3-17 15,-3-3-29-15,4 2-29 0,1-1-41 0,1-1-30 16,1-1-26-16,-2 1-36 0,2 3-115 0,2-4-364 15,4-2 161-15</inkml:trace>
  <inkml:trace contextRef="#ctx0" brushRef="#br0" timeOffset="136028.41">32723 11210 78 0,'0'0'220'0,"0"0"-1"0,0 0-9 0,20-38 0 15,-20 38-14-15,0 0-8 0,0 0 14 0,0 0-18 16,0 0-19-16,0 0-18 0,0 0-14 0,-9-27-13 16,0 29-11-16,-5 3-13 0,-2 0-8 0,-2 3-11 15,1-1-5-15,0 3-10 0,2 1-11 0,3 0-1 16,2 2 4-16,5-4-10 0,-1 8-14 0,4-4-4 16,2 4-8-16,3-3 1 0,3 6-3 0,2-5-3 15,3 7-5-15,-1-5-5 0,2-3-4 0,-12-14-1 16,23 30-2-16,-10-7-1 0,-13-23 3 0,20 34-3 15,-20-34 2-15,16 32-2 0,-16-32 0 0,12 32 1 16,-12-32-1-16,7 22-2 0,-7-22 2 0,0 0-1 16,0 0 3-16,0 0-1 0,-3 41 3 0,-1-36-2 15,-6 2 3-15,4 1-2 0,-6-3 4 16,1 1 0-16,-1-3-1 0,-6 1 1 0,3-1-10 0,1 2-17 16,2-7-15-16,3 2-24 0,-2-1-34 15,11 1-11-15,-13-2-37 0,8-1-51 0,5 3-30 16,-3-7-129-16,3 7-383 0,0 0 169 0</inkml:trace>
  <inkml:trace contextRef="#ctx0" brushRef="#br0" timeOffset="136245.26">32887 11457 210 0,'0'0'249'0,"0"0"2"0,0 0 4 0,0 0-7 0,27-31-8 15,-27 31-18-15,0 0-19 0,0 0-15 16,0 0-20-16,0 0-20 0,0 0-21 0,17-17-4 0,-17 17-17 15,0 0-8-15,0 0-8 0,0 0-12 0,0 0-5 16,0 0-12-16,0 0-4 0,33 56-5 0,-33-56-3 16,7 31-4-16,-7-31-10 0,7 30-16 15,-7-30-14-15,0 0-23 0,6 42-25 0,-6-42-28 16,0 0-36-16,0 30-39 0,0-30-53 0,0 0-59 16,0 0-169-16,0 0-462 0,-11 39 205 0</inkml:trace>
  <inkml:trace contextRef="#ctx0" brushRef="#br0" timeOffset="136450.73">32954 11315 2049 0,'-15'-31'4'0,"15"31"63"0,0 0-14 15,-10-34-11-15,10 34-13 0,0 0-6 0,0 0-6 16,0 0-5-16,-9-28-1 0,9 28 0 0,0 0-7 15,0 0 0-15,0 0-4 0,0 0-18 0,0 0-15 16,0 0-26-16,0 0-41 0,0 0-45 0,0 0-44 16,0 0-108-16,0 0-322 0,0 0 142 0</inkml:trace>
  <inkml:trace contextRef="#ctx0" brushRef="#br0" timeOffset="136627.43">33310 11533 194 0,'0'0'248'0,"0"0"-29"0,0 0-22 0,0 0-19 16,0 0-32-16,0 0-35 0,0 0-61 0,0 0-56 16,0 0-70-16,0 0-135 0,0 0-227 0,0 0 101 15</inkml:trace>
  <inkml:trace contextRef="#ctx0" brushRef="#br0" timeOffset="194013.37">22772 12784 11 0,'0'0'17'0,"0"0"-3"16,0 0 3-16,0 0-9 0,0 0 7 0,0 0-1 16,0 0 2-16,0 0-5 0,0 0 1 0,0 0-1 15,0 0-3-15,0 0 6 0,0 0-5 0,0 0-3 16,0 0 5-16,0 0 3 0,0 0-9 0,-9-2-1 16,9 2 1-16,0 0 3 0,-9 5-3 0,9-5-3 0,-11 5-3 15,11-5 9-15,-7 4-5 0,7-4-2 0,-6 4 0 16,6-4 6-16,-9 5-11 0,4-2 8 0,5-3-4 15,-9 7 2-15,4-2-2 0,0-2 1 16,5-3-1-16,-8 7 2 0,8-7-7 0,-8 7 10 0,6-4-8 16,2-3 4-16,-5 9 3 0,1-4-2 0,4-5-4 15,-5 9 4-15,3-3 2 0,0 1-2 0,0 0 2 16,1 4-1-16,-1-2-3 0,2 0 7 0,-2 1 0 16,2-1-4-16,2 0 0 0,-2 1 5 15,1-2-4-15,0 2-2 0,2 1-1 0,-2-3 6 0,2 0-5 16,-1 2 1-16,3-2-1 0,-2 0 5 0,-1-3-6 15,1 2 2-15,3 0 2 0,-2-1 2 0,1-2 2 16,0 3-2-16,3-2 1 0,-2-1-3 0,1-1 4 16,2 3-3-16,-1-5 0 0,-1 2 0 15,2-3-4-15,-1 0 2 0,3 0 1 0,1 0 0 0,-1-2 3 16,3-2-6-16,-2-1-1 0,1 0 3 0,1 4-4 16,-3-6 3-16,2 1 1 0,0 0 0 0,-3 0-2 15,1 2 4-15,0 0 0 0,-2-1-7 16,1-2 4-16,-3 2 0 0,3 0 0 0,-2-1 0 0,-3 0-2 15,1 1 3-15,-3 0-1 0,3-3-3 0,-3 2-2 16,0-1 0-16,1 1 0 0,0-2 0 0,-1 1 4 16,0 0-1-16,-2-3 0 0,2 1-1 0,-2 0 1 15,0 0-1-15,1 0-3 0,-2-1 4 0,0 1 1 16,0 0 2-16,-2 0-7 0,1-1-1 0,-1 1 7 16,-1 0-3-16,0 1-4 0,0-1 5 0,-1 1-6 15,-3 0 4-15,5 0-2 0,-5 0 7 0,2 1-7 16,0 0-1-16,-4 0 1 0,3 2-1 0,-3-1 5 15,0 1-3-15,-4 0-3 0,0 2 2 0,-2 1 3 16,2-2 0-16,-2 3 0 0,-3-1 3 0,-1 3-8 16,0-1 2-16,0 2-2 0,-2 0 4 0,2 3-5 15,-1 0 6-15,-2 1 0 0,4 0 0 0,0 0-5 16,0 1 2-16,1-1 2 0,0 3-3 0,5-2 1 16,2 0-3-16,-2 2-4 0,3-1-8 0,2 2-13 15,-1 0-28-15,2 2-63 0,1-2 29 0</inkml:trace>
  <inkml:trace contextRef="#ctx0" brushRef="#br0" timeOffset="208196.3">25138 11439 5 0,'-8'-3'17'15,"8"3"0"-15,0 0 3 0,0 0-1 0,0 0-10 16,0 0 4-16,0 0-5 0,0 0-4 0,0 0 5 16,0 0 1-16,-13 7-3 0,13-7-2 0,0 0 2 15,-10 6 0-15,10-6-11 0,-3 3 3 0,3-3 3 16,0 0 0-16,-7 3-1 0,7-3 1 0,0 0-2 15,-6 7-3-15,6-7 4 0,-6 7-4 0,6-7-1 16,-5 7 1-16,5-7-9 0,-5 3-2 0,5-3-7 0,-5 4-21 16,5-4 9-16</inkml:trace>
  <inkml:trace contextRef="#ctx0" brushRef="#br0" timeOffset="209430.63">25173 11604 25 0,'0'0'29'0,"0"0"-7"15,-24 7-6-15,24-7-10 0,0 0-8 0,-6 4-14 16,6-4-18-16,-5 6 8 0</inkml:trace>
  <inkml:trace contextRef="#ctx0" brushRef="#br0" timeOffset="211228.86">25100 11653 30 0,'0'0'37'0,"0"0"-3"16,0 0 7-16,0 0-3 0,0 0-6 0,0 0-2 15,0 0-2-15,0 0-2 0,0 0 0 0,0 0-2 16,0 0-11-16,0 0-1 0,0 0-6 0,0 0 2 16,-3-18-9-16,3 18 0 0,0 0-7 0,0 0-7 15,0 0-7-15,0 0-4 0,0 0-5 0,-12 10-17 16,12-10-50-16,-7 5 23 0</inkml:trace>
  <inkml:trace contextRef="#ctx0" brushRef="#br0" timeOffset="214468.96">25118 11560 16 0,'3'-6'61'0,"-3"6"5"0,2-6-6 0,-2 6-3 0,0 0 0 16,4-5-3-16,-4 5-4 0,0 0 6 0,0 0-4 16,0 0-9-16,0-10 2 0,0 10-13 0,0 0 5 15,0 0 0-15,0 0-14 0,0 0 2 16,0 0-2-16,0 0-1 0,0 0-1 0,-5-10 2 0,5 10-10 16,0 0-1-16,-9-1 10 0,9 1-13 0,-9-3-3 15,9 3 3-15,-13 0-4 0,13 0 0 0,-14 0 5 16,14 0-1-16,-18 2-7 0,9 0 1 0,-2-1-3 15,1-1 5-15,0 2-3 0,-2-2 0 0,2 4 3 16,-2-1-1-16,1-1 0 0,1 2-3 0,-2-2 1 16,2 0-3-16,0 1 4 0,0 1-2 0,-1 0 6 15,2 1-9-15,-3 1-3 0,0-2 11 0,-2 2-6 16,3 0 5-16,-6 2 5 0,2-1-9 0,-3-2 0 16,5 4-1-16,-6-2 6 0,2-1-18 0,1 1 17 15,0 2-7-15,-2-3 9 0,2 2-11 0,1-2 4 16,-1 3-8-16,2-1 9 0,-1 2 1 0,-3-2 3 15,5 2 1-15,-1 0-9 0,-3 0 9 0,2 1-2 16,0-1-1-16,-1 2-5 0,2 0 4 0,-1 0-18 16,1 0 25-16,-1 2-1 0,0 0-3 0,-1-3-7 15,-3 6 2-15,-1 1-6 0,5-6 5 0,-3 0 11 16,-3 5-7-16,0-2-4 0,2 1-1 0,0-4-5 0,1 0 9 16,0-2 5-16,1 2-8 0,-2-2 6 0,-1 9-2 15,4-9-7-15,0 1 15 0,0-3-10 16,0 1 5-16,2-1-12 0,-1 1 5 0,4-1 1 15,0-2-4-15,-2 2 7 0,3-1 1 0,-1 2-12 16,0-3 14-16,-1 3-4 0,1-1 5 0,1-2-5 16,-1 2-8-16,0 1 5 0,-2 0-1 0,0 2 6 15,-2-2 1-15,1 1 5 0,1-2-14 0,3-1 13 16,-6 0-10-16,1 2 4 0,1 1-1 0,2 2 2 16,-1-2 6-16,-4-1-4 0,3 2 0 0,1 0-3 15,-1-3-1-15,-1 1 1 0,3-1 4 0,1-3-11 0,-1 1 10 16,2 0-11-16,-3 1 8 0,3-1 4 0,1 0-2 15,-1 1-2-15,1-2 10 0,1 1-10 16,-1 1-7-16,2-2 12 0,0-1-6 0,0 3 2 0,-1-2-4 16,-2 0 0-16,1 4 7 0,-1-3-6 0,0 0 3 15,-1 2 0-15,-4 1 5 0,2 1-6 16,-1 0-7-16,0 1 5 0,-1-1-12 0,-1 0 11 16,3 1 8-16,2-5 4 0,1 1-7 0,1-1-5 0,-1 2 13 15,2-3-17-15,0 2 10 0,2-1-6 0,1 0 9 16,-1-2-8-16,0 0-11 0,2 1 10 0,4-5 7 15,-9 10-15-15,4-6-4 0,-1 2 18 0,0 1-2 16,-1-1 0-16,-1 2 0 0,0 0-7 0,-1-2 10 16,1 1 5-16,-1 0 0 0,-1 2-3 0,1-3-1 15,1 1-8-15,-2-1 20 0,4-1-12 0,0-1 6 16,6-4-7-16,-9 5 1 0,7-1 5 0,2-4-3 16,0 0 0-16,-10 5-12 0,10-5 6 0,-4 4 1 15,4-4-3-15,0 0 5 0,0 0-1 0,0 0 0 16,-5 3-7-16,5-3 9 0,0 0-2 0,0 0 1 15,0 0-4-15,-5 4-3 0,5-4 8 0,0 0-7 16,0 0 1-16,-8 5-2 0,8-5-1 0,-9 6-1 16,7-3 0-16,2-3 0 0,-11 7 3 0,6-2-1 15,0-1-4-15,-2 0 6 0,1 1-9 0,0 0 11 16,1-1-7-16,1 1 1 0,4-5-9 0,-10 8 3 16,7-4-2-16,3-4 2 0,-6 5-4 0,6-5-7 15,-4 6 1-15,4-6 2 0,-4 6-9 0,4-6-7 16,0 0-5-16,0 0-1 0,0 0 4 0,1 9-11 15,-1-9-3-15,0 0 2 0,0 0 6 0,11 1-6 16,-11-1-4-16,12-3-3 0,-12 3-3 0,13-3 1 16,-4-1 0-16,0 1 5 0,1-2 1 0,-1 0 0 15,-1-1 3-15,2 1-30 0,-2 0-81 0,1 2 35 16</inkml:trace>
  <inkml:trace contextRef="#ctx0" brushRef="#br0" timeOffset="-214053.68">23394 12435 64 0,'0'0'71'0,"-7"-6"-5"0,7 6-16 16,-7-3 0-16,7 3-3 0,-6-4-8 0,6 4-6 15,0 0 2-15,-10-4 7 0,10 4-6 0,0 0 6 16,-7-4-4-16,7 4 5 0,0 0-8 0,0 0 8 16,-5-3-9-16,5 3 6 0,0 0-5 0,0 0 2 15,0 0-14-15,0 0 0 0,0 0 3 0,-10-1-5 16,10 1-4-16,0 0 1 0,0 0-10 0,-14 3 5 0,14-3-3 15,0 0 3-15,-6 5-14 0,6-5 14 16,-7 8-3-16,1 1 5 0,1 0 0 0,-4 2-2 16,1 2 2-16,0 3 0 0,2-2 1 0,-3-1-6 15,1 3-5-15,2 0 5 0,-2-1 1 0,1 2 1 16,-1-2-4-16,2-1 5 0,-1 3 1 0,-2-1-3 16,3 0-3-16,-3 0 6 0,0-2-4 0,0-1 4 15,0 3 5-15,3-5-4 0,-2-2-1 0,0 2-1 16,1-3 6-16,0 3 0 0,1-5-7 0,-3 3 4 15,4-2-2-15,-3 0 5 0,3 0-1 0,1-4 6 0,4-3 6 16,-9 10-8-16,7-8-1 0,2-2 15 16,-8 5-26-16,8-5-1 0,-8 8 1 0,4-6 2 15,4-2-2-15,-5 4-1 0,5-4-2 0,-6 4 1 16,6-4-2-16,0 0 3 0,0 0-4 0,-6 4 7 16,6-4-5-16,0 0 1 0,0 0-5 0,0 0-1 0,0 0 0 15,0 0 2-15,0 0-2 0,-4 5-2 0,4-5 1 16,0 0-2-16,0 0-2 0,0 0 0 15,0 0-2-15,0 0 3 0,0 0 0 0,0 0 1 16,0 0-2-16,0 0-1 0,0 0-2 0,0 0 5 16,0 0-4-16,0 0 5 0,0 0-5 0,0 0 5 0,-1 9-6 15,1-9 7-15,0 0-5 0,0 0 1 16,0 0-2-16,0 0 0 0,0 0 1 0,0 0 7 16,0 0-6-16,0 0 1 0,0 0 3 0,0 0-1 0,6 7-4 15,-6-7 5-15,0 0-1 0,0 0 1 0,8 1-3 16,-8-1 3-16,0 0-1 0,10 1-1 0,-10-1-5 15,0 0 9-15,9-1-2 0,-9 1 2 0,0 0-4 16,14-1-4-16,-14 1 7 0,9 0-2 0,-9 0 1 16,11-2 1-16,-4 4-8 0,-7-2 9 15,12-2-8-15,-12 2 2 0,15 0 4 0,-8 2 1 0,1-2-6 16,-8 0 7-16,15 0 0 0,-6 0-2 0,-9 0-2 16,17-2 1-16,-10 4-3 0,2-2 2 0,-1 1 0 15,0 0 7-15,2-2-3 0,-10 1-4 0,16 0-1 16,-9 1 4-16,-7-1-4 0,16-1 4 0,-9 1-2 15,-7 0 0-15,13 1-6 0,-13-1 9 0,11-2-6 16,-11 2 5-16,12 2-2 0,-12-2 4 0,7 0-8 16,-7 0 5-16,9 0-5 0,-9 0 2 0,0 0 4 15,0 0 6-15,9 1-7 0,-9-1 1 0,0 0-1 16,0 0 0-16,0 0 1 0,0 0 1 0,0 0 7 16,0 0 0-16,0 0 0 0,0 0 5 0,0 0-6 15,0 0 1-15,0 0-6 0,0 0 3 0,0 0-1 16,0 0 0-16,0 0-8 0,0 0-8 0,0 0-11 15,0 0-19-15,0 0-16 0,0 0-20 0,0 0-21 16,0 0-14-16,0 0-23 0,-6 15-71 0,6-15-221 16,0 0 98-16</inkml:trace>
  <inkml:trace contextRef="#ctx0" brushRef="#br0" timeOffset="-211645.86">24945 11694 61 0,'0'0'76'16,"0"0"-12"-16,0 0-5 0,0 0-13 0,0 0-11 15,0 0-21-15,0 0-34 0,0 0-37 0,0 0-60 16,0 0 28-16</inkml:trace>
  <inkml:trace contextRef="#ctx0" brushRef="#br0" timeOffset="-209937.62">25612 11486 77 0,'0'0'79'0,"-7"-4"-5"0,7 4 0 16,0 0-20-16,0 0 6 0,0 0-1 0,0 0-10 15,0 0-8-15,-7-3 0 0,7 3-5 0,0 0-5 16,0 0-1-16,0 0-3 0,0 0-9 0,0 0 5 15,0 0-5-15,0 0-7 0,-11 6 3 0,11-6-7 16,-8 8 4-16,0-3 0 0,2 2-3 0,-3 3 1 16,1-1 1-16,0 2 6 0,-1-1-9 0,1-1 13 15,1 1-11-15,-1-2-1 0,4 2-7 0,-2-1 10 16,1 1-7-16,1-3 5 0,-1 2-5 0,2-4-4 16,1 3 5-16,2-8 8 0,0 14-1 0,0-8-2 15,0-6 0-15,0 14 3 0,1-6 1 0,2-2-8 16,3 3-8-16,-4-2 7 0,4-2 5 0,-1 1-4 0,-1-2-6 15,1 1 7-15,2-2 2 0,-3 1-13 16,5-2 13-16,-9-2 0 0,11 5-1 0,-4-3-3 0,-7-2 7 16,13 2-4-16,-13-2-3 0,11-2-2 0,-3 2 6 15,-8 0-5-15,13 0 3 0,-13 0-4 0,13-3 1 16,-7 0 6-16,0 0-16 0,1 0 12 0,1-1-3 16,-1 1-1-16,0-1 4 0,2-2 5 0,-2 0-12 15,2 2 10-15,0-2-4 0,-3-1-1 0,1 4-4 16,-3-3 6-16,2 2-1 0,-2 0 3 0,-4 4-5 15,7-11 2-15,-3 5-1 0,0 1 7 0,-4 5 11 16,4-11-7-16,-3 5 0 0,2-1-1 0,-3 7 0 16,2-14-5-16,-4 7 3 0,2 7 4 0,-3-12 2 15,1 5 11-15,1-3-18 0,-3 3 9 0,2 0 0 16,-3-1-14-16,1-2 10 0,-2 1 4 0,0 2-9 16,2 0 12-16,0 1-2 0,1-1-5 0,-3 1-12 15,-1 2 10-15,0-1 1 0,1-1-5 0,-3 1-3 16,-2 3-2-16,-1 0-1 0,-1 0-14 0,-2 4-7 15,-2 2-28-15,-3 2-13 0,-5 6-29 0,1 2-23 16,-6 1-109-16,1 0-237 0,1 1 105 0</inkml:trace>
  <inkml:trace contextRef="#ctx0" brushRef="#br0" timeOffset="-188849.84">22596 13150 19 0,'0'0'62'16,"0"0"-8"-16,0 0-3 0,-2-11-4 0,2 11-2 15,0 0-9-15,2-7-7 0,-2 7-1 0,0 0 3 16,0 0-1-16,-3-10-9 0,3 10 0 0,0 0 0 16,0 0-7-16,0 0-5 0,0 0-8 0,0 0-12 15,0 0-1-15,-5-5-23 0,5 5-43 0,0 0-83 16,0 0 38-16</inkml:trace>
  <inkml:trace contextRef="#ctx0" brushRef="#br0" timeOffset="-187885.93">22832 13076 13 0,'0'0'34'0,"0"0"-5"0,0 0-8 0,0 0-6 15,0 0-3-15,0 0-8 0,0 0-7 0,0 0-19 16,0 0-22-16,0 0 10 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26:32.918"/>
    </inkml:context>
    <inkml:brush xml:id="br0">
      <inkml:brushProperty name="width" value="0.05292" units="cm"/>
      <inkml:brushProperty name="height" value="0.05292" units="cm"/>
      <inkml:brushProperty name="color" value="#FF0000"/>
    </inkml:brush>
  </inkml:definitions>
  <inkml:trace contextRef="#ctx0" brushRef="#br0">29551 3550 78 0,'0'0'87'0,"0"0"0"15,0 0-5-15,-5-7-5 0,5 7-5 0,0 0-12 16,-2-6 21-16,2 6-8 0,0 0-7 0,0 0-3 15,-3-7-3-15,3 7-3 0,0 0-4 0,0 0-5 16,0 0-8-16,0 0 0 0,0 0-12 16,0 0 3-16,0 0-7 0,0 0-2 0,0 0-7 15,0 0 0-15,0 0 1 0,0 0-6 0,0 0 4 0,0 0-5 16,0 0-4-16,4 23 8 0,0-12 8 0,0-1-18 16,-2 0 0-16,1 2 6 0,-1 0-6 15,1 0 3-15,-2 1-2 0,2 3-2 0,-1-4 0 16,1 4 1-16,-2-4 0 0,2 1 2 0,-2-1-6 15,2 1 9-15,-1-2-7 0,1 1 5 0,-2-2-4 16,0-1 7-16,0 0-8 0,-1-2-1 0,3 3 0 16,-3-5 1-16,0-5 2 0,1 11-5 0,-1-11 2 15,3 8 3-15,-3-8-5 0,0 0 5 0,-1 9-4 16,1-9 7-16,0 0 6 0,0 0 14 0,0 0 9 16,0 0 5-16,0 0 0 0,0 0-4 0,0 0 0 15,0 0-5-15,0 0-9 0,0 0 8 0,0 0-10 16,-2-35-3-16,2 27 2 0,0-2-6 0,-1-1-1 15,1-1-1-15,1-1-3 0,2 2 6 0,-2-6-9 16,2 5 2-16,-1 0-1 0,2 0-1 0,0 2-1 16,0-2 0-16,1 1-3 0,-1-1-2 0,0 2-3 15,-3 0 13-15,4 1-7 0,-1-1 2 0,-2 2-3 16,3 2 1-16,-2 0-4 0,-3 6-2 0,3-9 2 16,-3 9 5-16,3-9-11 0,-3 9 5 0,3-4-1 15,-3 4-9-15,0 0 7 0,6-4 1 0,-6 4 0 16,0 0-1-16,0 0 6 0,0 0-7 0,16 4-7 15,-16-4 10-15,6 6-6 0,-1 1 5 0,-2-3-1 16,1 2 6-16,1 1-6 0,1 2 4 0,-1 1-4 16,-1-2 3-16,1 3 3 0,-1-1 0 0,0 0-3 15,0 6 6-15,-2-4 4 0,2-2-6 0,-1 4-5 16,-2-1 3-16,0 1 1 0,2 0 1 0,-2-1-2 16,-1 0 3-16,1 4 7 0,1-5-9 0,-1-1-1 15,-1 5 6-15,1-3-2 0,0 0-1 0,1-3-5 16,0 2 4-16,0-2-1 0,-2 1 2 0,0-3 1 15,2 3-1-15,-1-2-19 0,4 1-2 0,-5-2-32 16,3 1-15-16,-2-2-14 0,2 0-24 0,-1-1-10 16,-2-6-16-16,6 12-75 0,-5-8-220 0,-1-4 98 15</inkml:trace>
  <inkml:trace contextRef="#ctx0" brushRef="#br0" timeOffset="218.69">29972 3709 19 0,'0'0'102'0,"10"-5"-4"0,-5 3-19 0,3 1-7 16,2-2-13-16,2 1-16 0,0 1-14 15,0 1-5-15,1-2-25 0,-2 4-14 0,2-2-11 0,-1 2-3 16,-1-1-6-16,-1 2 2 0,-1-2-32 0,-2 3 59 15,3 1-47-15,-6-1-57 0,1 1 26 16</inkml:trace>
  <inkml:trace contextRef="#ctx0" brushRef="#br0" timeOffset="359.63">30153 3732 160 0,'3'7'-5'16,"-3"-7"5"-16,-1 8 11 0,1-8 1 0,-9 8 4 15,4-3-2-15,5-5 8 0,-17 13 4 0,8-7-2 16,-1 2 4-16,0 0 4 0,1-3 2 0,1 1 9 0,-1-1 2 16,9-5 6-16,-11 6 2 0,11-6-8 15,-11 7 4-15,11-7-6 0,-7 5-14 0,7-5 2 16,0 0-4-16,0 0 5 0,0 0-9 0,0 0-4 15,0 0-11-15,0 0-10 0,37 0-22 0,-17-5-19 16,11 0-29-16,2-2-51 0,-1-1-131 0,5-4 58 16</inkml:trace>
  <inkml:trace contextRef="#ctx0" brushRef="#br0" timeOffset="888.07">30662 3562 118 0,'-6'-9'157'15,"2"5"1"-15,4 4-15 0,-4-10-11 0,4 10-15 16,-5-6 1-16,5 6-8 0,-3-6-4 0,3 6-7 15,0 0-6-15,0 0-11 0,-5-8-14 0,5 8-4 16,0 0-8-16,0 0-4 0,-5-5-9 0,5 5-7 16,0 0-3-16,0 0-6 0,0 0-1 0,0 0-4 15,0 0-5-15,0 0 0 0,0 0 7 0,0 0-12 16,0 0-2-16,0 0-2 0,0 0 4 0,0 0-2 16,6 24-4-16,-3-17 0 0,-2 0-1 0,-1-7 1 15,2 17 0-15,-4-7 2 0,5 2-8 0,-3-1 3 16,1 4-1-16,-1-2 2 0,0 3 1 0,-2 1-1 15,3 0-1-15,0 0 3 0,0 0-2 0,1 2-2 16,-1-1 3-16,0 0-24 0,1 0-11 0,-2 0-19 16,2 1-20-16,1-2-30 0,2 1-18 0,-1-3-23 15,1 3-114-15,-3-1-275 0,1-5 121 0</inkml:trace>
  <inkml:trace contextRef="#ctx0" brushRef="#br0" timeOffset="2225.29">31392 3446 5 0,'0'0'97'0,"0"0"-10"16,-9-1-2-16,9 1-10 0,0 0-12 0,0 0-6 16,-18 10-12-16,14-6 4 0,-6 6-10 0,0 2 10 15,0-2-16-15,2 4 3 0,-4-2 4 0,1 2-12 16,3 2-1-16,-1-1-5 0,3 0 1 0,-3 0-4 15,2-2-10-15,4 2 6 0,-4 1-1 0,5-5 4 16,-1 1-17-16,-1-2 18 0,3 1-1 0,1-11-13 16,1 19 8-16,2-11 2 0,-3-8-5 15,4 14-10-15,-1-8 7 0,-3-6-3 0,6 11 5 0,-1-8 2 16,-5-3 1-16,9 6-8 0,-9-6 0 0,14 2 4 16,-14-2 6-16,0 0-11 0,15-4 5 15,-15 4-1-15,14-5 5 0,-7 0 0 0,-7 5 0 0,10-10-7 16,-4 5-3-16,-1-4 8 0,0 0-8 0,2 2 4 15,-2-3 4-15,-1 0-8 0,3 3 0 0,0-1 6 16,-1 1-1-16,-6 7 3 0,8-10-3 0,-6 4-4 16,-2 6-2-16,8-7 3 0,-8 7-10 15,0 0 1-15,6-6 5 0,-6 6 0 0,0 0 7 0,0 0-9 16,0 0 0-16,18 9-7 0,-13-3 2 0,-5-6 3 16,7 17 3-16,-6-7 10 0,3 1-8 15,-2-1-3-15,1 2 8 0,1 0 0 0,-3-2-3 16,2 3 0-16,-1-1 2 0,2-1-24 0,0 0-18 15,-2 0-18-15,2-1-28 0,0 1-89 0,-1 0-186 16,-3-11 83-16</inkml:trace>
  <inkml:trace contextRef="#ctx0" brushRef="#br0" timeOffset="2573.4">31714 3649 4 0,'0'0'170'0,"0"0"-9"0,4-6-18 16,-4 6-16-16,0 0-12 0,9-4-9 15,-3 1-11-15,-6 3-8 0,14-6-15 0,-4 3-11 16,2-1 3-16,-2 1-14 0,2 0-2 0,-2 0-6 16,0-2 1-16,-1 2-4 0,2-1-5 0,-3 0-6 15,-3-3-5-15,0 3-1 0,1-1-5 0,0 0-3 16,-4-1 0-16,1 0 1 0,-3 6-7 0,2-12 4 15,-2 12-5-15,-2-8 0 0,2 8-1 0,-8-9 1 16,2 7 5-16,6 2-4 0,-17 0-5 0,3 3 4 16,-2 3 3-16,-4 1-5 0,4 3-3 0,-1 0 3 15,1 2 0-15,2-1-7 0,2 4 9 0,2-2-1 16,2 3-1-16,4-4 6 0,2 0-12 0,3 4-4 16,4-1-14-16,4 2 1 0,4-5-20 0,1 2-11 15,10 3-21-15,2 1-19 0,-1-1-20 0,2-2-13 16,-4 0-80-16,-4-3-217 0,-4-3 97 0</inkml:trace>
  <inkml:trace contextRef="#ctx0" brushRef="#br0" timeOffset="2994.96">30671 4381 129 0,'0'0'159'0,"0"0"-7"0,0 0-15 0,0 0-13 16,0 0-9-16,0 0-13 0,0 0-7 0,0 0-17 16,0 0-10-16,0 0-5 0,0 0-12 0,0 0 0 15,0 0-8-15,0 0-3 0,0 0 1 0,0 0-2 16,15 23-3-16,-15-23-6 0,-1 15 2 0,1-15-8 16,-5 19 1-16,5-19-5 0,-3 15 1 0,3-15-7 15,-2 13 5-15,2-13-7 0,-1 13 2 0,1-13 0 16,-3 12-5-16,3-12 5 0,0 0-12 0,0 0-13 15,3 18-3-15,-3-18-1 0,10 9-8 16,-10-9-16-16,19 2-23 0,0-1-20 0,-1-2-32 0,4 0-122 16,-3-1-255-16,9-5 113 0</inkml:trace>
  <inkml:trace contextRef="#ctx0" brushRef="#br0" timeOffset="3435.78">31528 4234 130 0,'0'0'149'0,"0"0"-12"0,-15 2-13 0,15-2-7 0,-14 3-21 15,14-3-4-15,-13 5-8 0,7-2-7 0,6-3-6 16,-9 8-9-16,9-8-9 0,-8 6-3 0,8-6-1 16,-7 8-11-16,7-8-5 0,0 0 3 0,0 14-7 15,0-14 0-15,6 12-11 0,2-5 3 0,-3 1-4 16,0-1-4-16,3 0 1 0,-2 1-2 15,0-1 4-15,1 0-10 0,1 0 3 0,-1-1-1 0,1 1-10 16,-2-2 9-16,-6-5 1 0,9 11 4 16,-5-6-7-16,-4-5-1 0,8 9-7 0,-8-9 6 15,5 9-2-15,-5-9-1 0,0 0-4 0,0 0 14 16,-14 22-14-16,5-16-7 0,-2 1-17 0,-1-2-39 0,-1 0-6 16,-1-2-15-16,2 1-26 0,0 0-94 0,-10 0-225 15,7-3 100-15</inkml:trace>
  <inkml:trace contextRef="#ctx0" brushRef="#br0" timeOffset="3657.62">31725 4330 116 0,'0'0'194'0,"0"0"-7"0,6-5-16 16,-6 5-12-16,0 0-21 0,0 0-12 0,0 0-15 15,0 0-5-15,0 0-16 0,0 0-13 0,7 10-8 16,-7-10-8-16,1 8-5 0,2-1-1 0,-1-1-11 16,2 4 2-16,-4-10-12 0,5 17-17 0,-1-8-30 15,-1 0-13-15,0 1-24 0,3-2-31 0,-2 2-38 16,1-2-25-16,-5-8-94 0,1 13-257 0,-1-13 114 16</inkml:trace>
  <inkml:trace contextRef="#ctx0" brushRef="#br0" timeOffset="3830.98">31757 4157 149 0,'-2'-7'170'0,"2"7"-19"15,0 0-30-15,0 0-33 0,0 0-49 0,0 0-45 16,4-12-28-16,-4 12-79 0,0 0-123 0,0 0 54 15</inkml:trace>
  <inkml:trace contextRef="#ctx0" brushRef="#br0" timeOffset="4809.01">30050 4973 87 0,'0'0'111'0,"0"0"0"16,0 0-10-16,0 0-14 0,52-3 0 0,-17-1-8 16,2 2 6-16,20-5-10 0,2 2-11 0,4-1-4 15,31-2-13-15,-2-2 6 0,0 0-9 0,0 1-1 16,4 1-9-16,1-2-2 0,1 4 0 0,-3-2-10 16,-4 0-2-16,4 0-5 0,-6 0 0 0,2-1 0 15,0 1 14-15,-26 3-3 0,24-6-5 0,-26 2-4 16,1 0-13-16,25-5-2 0,-33 1-7 0,4-1-3 15,-1-1 0-15,3-2-6 0,-4-2-4 0,-1-3-1 16,3 2-9-16,-3-8 2 0,0-1 3 0,-4 0-7 16,-2 2-9-16,-2-3-1 0,-4 0 1 0,-5 0 2 15,-1-1 8-15,-12 4 4 0,5-7 5 0,-4-5 4 16,-2 1 1-16,-7 8 9 0,5-9 14 0,-8 4-12 16,2-7 5-16,-5 9 6 0,0-13-3 0,-5 13 5 15,-1-1 25-15,-6-15-16 0,-4 18 0 0,-1-5-5 16,-4-10 6-16,0 14 1 0,-7-15 2 0,-5 2-5 15,-2 4-1-15,2-2-6 0,-7 5 37 0,-3-3-15 16,-3 3 10-16,-1 2-14 0,-5 0 3 0,-4-2-10 16,-3 4-4-16,-4 3-17 0,-6 3 10 0,-3 2-7 15,-28-6-1-15,26 12-1 0,-26-7-3 0,-1 3-4 16,-2 1 1-16,-2 7-3 0,-2 4 0 0,-1 5 1 16,-1 7 0-16,-6-4 0 0,2 5 4 0,1 5-3 15,-4 2 6-15,-2 9-10 0,-2 1 4 16,0 0 1-16,2 5-5 0,-3 0 2 0,5 2 2 15,9 4 5-15,0-1-4 0,4 2-7 0,0 0-1 0,6 2 7 16,23-9 0-16,-20 12-5 0,22-9-4 16,-25 12 8-16,29-8-2 0,-25 10 4 0,26-10 4 15,0 0-10-15,-3 2 3 0,-16 18 5 0,21-14 3 16,2-2 0-16,-1 4-1 0,3 2-4 0,-20 13 13 16,23-19-11-16,1 3 2 0,-1 5 9 0,2-6 0 0,1 3-4 15,3-6 1-15,3 1-2 0,11-8-7 16,-2 0 7-16,4 3 3 0,-2-5-6 0,4 3 5 15,0-1-5-15,5 0 6 0,-1 1-4 0,7-1-1 0,0 3-3 16,4-1 7-16,0 2-7 0,5-2 7 16,5 1-10-16,5-1 1 0,2 1-8 0,7 0-3 15,6-2 2-15,15 3-6 0,4 0 4 0,11-2-5 16,27 7-5-16,4-3-11 0,4-8-6 0,2 1 4 16,6-6-8-16,0-9-13 0,12 0-15 0,-3-5-1 15,6-1-52-15,5-2-135 0,-1-5 60 0</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06:04.419"/>
    </inkml:context>
    <inkml:brush xml:id="br0">
      <inkml:brushProperty name="width" value="0.05292" units="cm"/>
      <inkml:brushProperty name="height" value="0.05292" units="cm"/>
      <inkml:brushProperty name="color" value="#FF0000"/>
    </inkml:brush>
  </inkml:definitions>
  <inkml:trace contextRef="#ctx0" brushRef="#br0">28911 3193 57 0,'0'0'92'0,"0"0"-8"0,0 0-8 0,0 0 4 15,-9-10-12-15,9 10-7 0,0 0 3 0,0 0-7 16,-5-9-15-16,5 9 8 0,0 0 7 0,-6-9-1 16,2 6 8-16,4 3-3 0,0 0-1 0,-3-6-8 15,3 6-3-15,-4-5-1 0,4 5 2 16,0 0-1-16,-2-8-3 0,2 8-4 0,0 0 2 0,-4-6-11 16,4 6 2-16,0 0-10 0,0 0 1 0,0 0-1 15,-5-7-2-15,5 7-5 0,0 0 4 0,0 0-8 16,0 0 0-16,0 0-6 0,0 0 2 0,0 0-8 15,0 0 1-15,0 0-4 0,0 0 1 16,0 0-4-16,0 0-1 0,0 0 0 0,0 0 3 16,0 0 5-16,-2 25-4 0,2-14 2 0,1 1 2 0,-1 5-8 15,-1 0 8-15,-1 1-2 0,-1 1 1 16,2 1-4-16,-1-1 2 0,-1 0 0 0,1 1 4 0,0-3-2 16,-1 2 1-16,1 0-1 0,1-3 0 15,1 1 3-15,-1-4-5 0,1-2 5 0,1 1-4 16,-2-3 3-16,-1 2-4 0,2 0 3 0,-2-1 0 0,4-2 10 15,-4 2-7-15,2-10-4 0,0 0-7 16,0 18-8-16,0-18-10 0,-3 9-25 0,3-9-25 16,0 0-28-16,0 12-12 0,0-12-19 0,-5 4-69 15,5-4-217-15,0 0 96 0</inkml:trace>
  <inkml:trace contextRef="#ctx0" brushRef="#br0" timeOffset="201.49">28891 3242 42 0,'2'-6'101'16,"-2"6"-19"-16,0 0-7 0,0 0-4 0,17 2-6 16,-17-2-9-16,15 4-3 0,-2 0-8 0,-1 0-9 15,-1-1-29-15,3 4-7 0,-2-3-10 0,0 2-19 16,0-2-14-16,-2 3-7 0,0-3-34 0,-2 2-90 15,0-3 39-15</inkml:trace>
  <inkml:trace contextRef="#ctx0" brushRef="#br0" timeOffset="412.67">29102 3170 63 0,'0'0'158'0,"2"-11"1"0,-2 11-6 0,0-8-8 16,0 8-18-16,1-8-18 0,-1 8-12 0,0 0-13 15,0 0-7-15,0 0-8 0,0 0-6 0,0 0-6 16,8 35-9-16,-8-20-4 0,2 9 18 0,-4 2-18 16,0 1-7-16,2-2 1 0,-2 1-6 15,1 2 2-15,-2-3-13 0,2 0-14 0,0 0-28 0,1-7-15 16,0 2-17-16,2-3-23 0,2 2-32 0,0-7-18 16,1 3-92-16,0-4-237 0,-2-2 105 0</inkml:trace>
  <inkml:trace contextRef="#ctx0" brushRef="#br0" timeOffset="688.97">29288 3387 104 0,'-11'15'98'0,"3"-8"-1"16,2 1-14-16,2 2 4 0,1-2-13 15,1 2-2-15,2 0-9 0,1 1-6 0,0-2-1 16,2-2-4-16,1 2-3 0,2-2 2 0,2-3-1 15,1 3-1-15,1-5-7 0,4 1 3 0,-3-3 10 16,1 0-3-16,-1-3 2 0,-2-2 8 0,-2 1-9 16,0-3 0-16,0 0-8 0,-5 0-4 0,1-3 0 15,-3-1-8-15,0 0-3 0,-3-4-3 0,-4 1-7 16,-2-1-4-16,0 2-2 0,-3 1 1 0,1 0-21 16,1 4-2-16,-1-1-15 0,0 2-29 0,2 1-12 15,-1 4-24-15,-2 2-23 0,2 1-20 0,1 1-79 16,-2 1-227-16,11-3 101 0</inkml:trace>
  <inkml:trace contextRef="#ctx0" brushRef="#br0" timeOffset="835.18">29442 3389 29 0,'0'0'75'16,"0"0"-17"-16,0 0-32 0,0 0-28 0,0 0-15 15,0 0-12-15,6 3-30 0,-6-3 14 0</inkml:trace>
  <inkml:trace contextRef="#ctx0" brushRef="#br0" timeOffset="1342.43">29571 3327 45 0,'0'0'132'0,"0"0"-16"0,0 0-24 16,0 0-1-16,0 0-17 0,0 0-1 0,0 0-6 15,0 0 0-15,5 19-2 0,-5-19-5 16,6 19-1-16,-2-11 0 0,1 1-9 0,-2 3-3 16,2-5-3-16,1 1 0 0,-1-1-5 0,5 0 5 15,-1-2-10-15,2 0-2 0,0-3-4 0,-2 2 3 16,5-3-6-16,-4 0-2 0,-10-1 1 0,18-3 2 16,-18 3-15-16,13-6-12 0,-8 2-7 0,-5 4-2 15,11-14-6-15,-10 6 7 0,4-1 3 0,-5 9-10 16,-5-23-2-16,0 12 10 0,-2 0-3 0,1-3-8 15,-2 6 12-15,3 2 8 0,5 6 1 0,-6-11-2 16,6 11 4-16,-5-7 1 0,5 7-6 0,0 0-6 16,-7-8-5-16,7 8 2 0,0 0 4 0,0 0-1 15,0 0 2-15,0 0-14 0,0 0 23 0,0 0 0 16,0 0-3-16,35 2 3 0,-20-4-4 0,0 2 2 16,6-3-3-16,-5-1 3 0,3-2-2 0,-2-1-4 15,2 1 19-15,-3-2-3 0,0-3-1 0,-4 1-3 16,-1 1 5-16,0-5 3 0,-4 1 0 0,3 1 11 15,-3-4-1-15,-3 5 9 0,-3 0 0 16,1 1 6-16,0 3-2 0,0 0 4 0,-2 7 1 0,0-12-6 16,0 12-6-16,2-8-11 0,-2 8-5 0,0 0 1 15,0 0 0-15,0 0-4 0,-7 32 0 0,5-6 1 16,-5 3-1-16,2 4-1 0,-5 1-1 16,5 1 1-16,1-1 2 0,-1-2-6 0,3 2 3 0,0-3-2 15,1-1 2-15,-1 0-1 0,4-3 0 0,-4 0-4 16,4-2-21-16,-1 1-24 0,1-10-23 0,1 2-34 15,0-4-34-15,-1-3-27 0,1 1-97 0,-3-12-274 16,1 22 121-16</inkml:trace>
  <inkml:trace contextRef="#ctx0" brushRef="#br0" timeOffset="1491.98">29819 3438 84 0,'12'-5'116'16,"1"0"-7"-16,8-2-33 0,-1 2-31 0,12-1-33 16,0 0-35-16,4-1-48 0,-2 1-74 0,1-3 32 15</inkml:trace>
  <inkml:trace contextRef="#ctx0" brushRef="#br0" timeOffset="1866.48">30423 3107 114 0,'0'0'157'0,"0"0"-10"0,0 0-26 0,0 0-7 16,0 0-13-16,0 0-5 0,0 0-12 0,5 32 4 15,-6-12-1-15,1 3-11 0,0 5-4 0,-4-4-7 16,5 7-7-16,-2-4-5 0,2 1-10 0,1-2 1 16,-2-7-3-16,-3 0-3 0,3-2-4 15,-1-1-5-15,1 0-4 0,0-6-2 0,0 2 1 0,0-5-6 16,0 0 2-16,0-7-3 0,0 12 4 15,0-12-4-15,0 7 7 0,0-7-5 0,2 7 5 16,-2-7 1-16,0 0-6 0,0 0 1 0,0 0-2 16,0 0-3-16,0 0-2 0,7-21-1 0,-5 11-7 0,2-1 4 15,1 0-1-15,4 1-7 0,-2-1 2 0,2 3-4 16,1 0 3-16,-5 4-4 0,1-1-4 0,2 3 1 16,3-1-1-16,-2 3-3 0,2 4 4 15,-1-1 5-15,0 4 0 0,-2 1-5 0,-1 0 3 16,0-1 2-16,-1 3 1 0,1-2-2 0,-2 3-6 15,0 0-21-15,2-1-12 0,-2 0-13 0,1 0-25 16,-1 1-28-16,1-3-5 0,2 0-8 0,-2-2-11 16,-1-1 4-16,0-2-76 0,2 1-217 0,-1-1 97 0</inkml:trace>
  <inkml:trace contextRef="#ctx0" brushRef="#br0" timeOffset="2117.89">30718 3517 413 0,'9'-10'-11'0,"-2"0"20"16,0-5-10-16,1 1 7 0,-2 5 45 0,-2-1 10 15,-1 3 5-15,-2 2 6 0,-1 5 1 0,4-10-3 16,-4 10-13-16,2-8-4 0,-2 8-9 0,0 0-5 15,0 0-1-15,0 0 2 0,0 0 2 0,0 0-6 16,0 0-3-16,0 0-5 0,7 22 3 0,-6-16 0 16,2 2 0-16,2 0 5 0,-3-2-12 15,3 3 6-15,-2-4-11 0,3 0 6 0,1-1-7 0,3-1 4 16,-2-1 1-16,2-2-4 0,3 0 4 0,-3-2 0 16,0-1 6-16,2-4-4 0,-3 1 2 0,-4 0 5 15,1-3-2-15,-3-2-5 0,2 0-1 0,-3-1-5 16,-1-3-2-16,-2 1-5 0,-3-2-4 0,-1 4-2 15,0 2-15-15,0-2-14 0,-1 4-5 0,-1 1-23 16,1 1-12-16,1 1-32 0,-2 1-12 0,7 4-21 16,-12 0-93-16,0 3-240 0,6 0 107 15</inkml:trace>
  <inkml:trace contextRef="#ctx0" brushRef="#br0" timeOffset="2335.84">31026 3183 9 0,'3'-5'200'0,"-3"5"-11"15,1-10-19-15,-1 10-19 0,3-6-20 0,-3 6-12 16,0 0-10-16,0 0-8 0,1 23-16 0,-1-4-5 16,-1-2-6-16,-3 11-7 0,-1 1-5 0,0 1-2 15,1 0-9-15,3 1-6 0,-1-2-17 0,1-2-26 16,1 1-17-16,1-3-25 0,2-5-27 0,2-3-27 15,-1 2-37-15,1-1-100 0,-5-5-251 0,1-3 111 16</inkml:trace>
  <inkml:trace contextRef="#ctx0" brushRef="#br0" timeOffset="2860.49">31112 3573 34 0,'0'0'154'0,"10"-6"-7"0,-10 6-5 0,9-7-18 15,-3 4-9-15,2-4-9 0,4 2-12 0,4-4-13 16,0 2-2-16,0-3-9 0,-1 1-3 0,2-1-11 16,1 1-7-16,-4-3-5 0,4 1 0 0,-5-5-6 15,1 3-7-15,0-2-4 0,-4-2 3 0,-1 2-8 16,-1 1 0-16,0-1 2 0,-5 4-2 16,4 2 12-16,-5 2 2 0,-1 1-2 0,1 0-1 15,-2 6-1-15,2-10-7 0,-2 10-3 0,0 0-5 16,0 0-4-16,0 0-1 0,0 0-4 0,0 0 4 0,-25 27-3 15,14-13 3-15,0 3-2 0,2 0-1 0,0-2-3 16,1 1 0-16,0-2 0 0,2-2 1 0,3 1-1 16,0-4-4-16,3 1 0 0,-1-1-1 15,2-1 1-15,0-1 2 0,4 0 4 0,1-2-1 16,-1-2-6-16,6 0 8 0,2 0-8 0,1-2 7 16,3-4-3-16,-3 2-3 0,1-4 1 0,2 0-2 15,-1-1 3-15,-2-3-8 0,-1-3-3 0,0 0-1 16,-4 0-1-16,1-5-2 0,-2-1 2 0,1 1-3 15,-4 1-1-15,-1-2 3 0,-4 1 1 0,2 2 1 16,-2 4 3-16,1 1 10 0,-1 0 0 0,0 3 2 16,0 7 1-16,-1-11-3 0,1 11-7 0,0 0 1 15,-1-7-3-15,1 7 7 0,0 0-7 0,0 0 1 16,0 0 5-16,-9 26-7 0,8-13 5 0,-3 2-1 0,0-3 5 16,1 5-7-16,1 0-3 0,-3 0 6 15,2 0-3-15,2-4 6 0,-3 2 0 0,1 1-4 16,2-3 3-16,-1-2-4 0,-1 0-1 0,2 3 0 15,-2-3-25-15,1 0-4 0,-1 2-24 0,1-4-16 16,-4 1-16-16,0 1-23 0,0 0-17 0,-8-1-109 16,0 2-255-16,-3-2 113 0</inkml:trace>
  <inkml:trace contextRef="#ctx0" brushRef="#br0" timeOffset="3680.34">29982 4253 56 0,'-7'-4'194'15,"1"1"-13"-15,0-1-6 0,6 4-4 0,-8-4-12 16,8 4-14-16,-7-4-13 0,7 4-14 0,0 0-11 16,-5-4-11-16,5 4-11 0,0 0-7 0,0 0-7 0,0 0-12 15,25-3-3-15,-5-1-3 0,7-2 17 16,3 3-6-16,-1-2-9 0,-2 2-22 0,-5 0-29 16,-1 0-28-16,0 3-28 0,-2-2-40 0,0-1-36 15,-7 3-45-15,-1 0-110 0,-11 0-305 0,16-2 135 16</inkml:trace>
  <inkml:trace contextRef="#ctx0" brushRef="#br0" timeOffset="3872.04">29939 4392 82 0,'0'0'185'0,"0"0"-7"16,0 0-15-16,0 0-10 0,0 0-19 0,0 0-12 15,0 0-19-15,21 3 0 0,-3-6-12 0,3 2-9 16,7-2-8-16,1 2-20 0,-7-1-31 0,7 0-36 16,-3 1-46-16,-3 0-47 0,-3-1-123 0,-3 0-246 15,-3 1 109-15</inkml:trace>
  <inkml:trace contextRef="#ctx0" brushRef="#br0" timeOffset="4765.83">29086 5025 56 0,'-2'-6'202'0,"2"6"-17"0,-3-12-4 16,1 7-14-16,2 5-21 0,0 0-10 0,-3-10-16 16,3 10-15-16,0 0-15 0,0 0-7 0,0 0-10 15,0 0-9-15,0 0-6 0,0 0-7 0,0 0-3 16,9 27-7-16,-4-15-5 0,-2-1 5 0,-2 2-6 15,3 4-2-15,-4 2-5 0,2 0-7 0,-2-1-5 16,2 0 3-16,-5 2-6 0,3-1-17 0,-1-2-12 16,-1 2-10-16,0 1-14 0,1-2-33 0,1 0-20 15,-2-2-16-15,1 2-10 0,1-2-26 0,-5-1-93 16,4-6-256-16,0 1 113 0</inkml:trace>
  <inkml:trace contextRef="#ctx0" brushRef="#br0" timeOffset="4968.39">29091 5063 56 0,'-5'-8'143'0,"5"8"-23"0,0 0-6 16,0 0-13-16,0 0-13 0,0 0-12 0,0 0 2 15,18-5-8-15,-6 8-15 0,8 0 8 0,1 1-27 16,5 0-19-16,4 2-18 0,0-3-12 0,-3 3-19 15,2-1-13-15,-3-1-14 0,-5-3-18 0,0 2-55 16,-3 1-143-16,-1 0 63 0</inkml:trace>
  <inkml:trace contextRef="#ctx0" brushRef="#br0" timeOffset="5147.88">29481 5034 9 0,'0'0'158'0,"-2"-11"-7"0,2 11-3 0,-4-11-5 16,3 6-2-16,1 5-7 0,0 0-22 0,-3-7-17 15,3 7-13-15,0 0-6 0,0 0-6 0,0 0-1 16,0 0-5-16,-4 29-2 0,1-12-7 0,1 2-2 16,-3 5-7-16,0 6-3 0,-3 0-8 0,3-1-20 15,-1-2-29-15,-1 1-24 0,4-2-26 0,0-7-16 16,2 8-32-16,-3-1-131 0,-1-1-262 0,3-7 117 16</inkml:trace>
  <inkml:trace contextRef="#ctx0" brushRef="#br0" timeOffset="5443.21">29617 5270 108 0,'0'0'160'0,"0"0"-10"16,0 0-16-16,0 0-11 0,0 0-12 0,9 11-8 15,-9-11-13-15,7 8-17 0,0-2 3 0,-7-6-8 16,14 11 0-16,-4-6-13 0,1-1-2 0,0 0-5 15,2-2-2-15,-1 0-6 0,0-1-3 0,2-2 5 16,-3-1-8-16,1-1-4 0,-1-4 0 0,-3 1-3 16,-3-1 2-16,0 0 8 0,0-3-2 0,-2 2-1 15,-3-5-3-15,-5 2-13 0,0 2 3 16,-4-6-1-16,-2 4 2 0,3 2-7 0,-4 1-1 16,-4 0-6-16,0 1-3 0,-2 4-7 0,1 1-16 0,0 0-4 15,4 4-37-15,-1 0-32 0,1 1-20 0,0 2-31 16,3 3-117-16,-3-1-280 0,4 1 125 0</inkml:trace>
  <inkml:trace contextRef="#ctx0" brushRef="#br0" timeOffset="6118.41">30217 5166 74 0,'0'0'190'0,"7"-3"-10"0,-7 3-11 15,0 0-15-15,0 0-13 0,0 0-13 0,0 0-13 16,0 0-13-16,0 0-12 0,10 7-11 0,-10-7-3 16,2 12-3-16,-2-12-14 0,3 10-1 0,0-3-7 15,0-2-3-15,3 0-7 0,-3 1-1 0,5-1-2 16,-3 0-3-16,0-1-5 0,3 1 0 0,2-1-15 16,-4-2-1-16,1-1-1 0,-7-1-7 0,13 2-8 15,-6-2-7-15,-7 0 3 0,13-3-2 0,-13 3-7 16,7-7 7-16,-5 2-20 0,-2 5 0 0,-1-15-8 15,-3 4 11-15,0 2 7 0,-1-1 2 0,0 1 2 16,0 1 13-16,0-1 7 0,-2 3-6 0,4 1 11 16,-1 1 0-16,4 4-8 0,-7-8 5 0,7 8-5 15,-7-6-8-15,7 6-3 0,0 0-4 0,-4-4-3 16,4 4 2-16,0 0 2 0,0 0 4 0,0 0-2 16,0 0 2-16,0 0-1 0,24 10-6 0,-11-10 0 15,0 0-6-15,3 0-1 0,2-2 8 16,-4-1-9-16,-1 1 2 0,0-2 9 0,1-2 4 0,0-3-3 15,-4 1-4-15,-2-1 8 0,-2 1 17 0,2-3-11 16,-1 0 8-16,0-4 2 0,-5 3 13 0,0 1 12 16,-1 0 5-16,2 1 3 0,-1 0 5 0,-2 3 9 15,0 7-8-15,3-10-6 0,-3 10-7 16,0 0-7-16,0-7-6 0,0 7-1 0,0 0-4 0,0 0 0 16,4 34 7-16,-3-15 2 0,0 10-2 0,-3 0 5 15,-1 7 1-15,0-4-6 0,2 1-3 0,1 14-3 16,-2-17 3-16,0 4-2 0,0-1-2 0,-1 2 4 15,3-2-3-15,0 0 0 0,-2-2-3 0,-2-1-23 16,4-1-30-16,-5-2-24 0,2-1-34 0,1-7-45 16,-1-1-28-16,2 0-159 0,-3-1-352 0,0-7 156 15</inkml:trace>
  <inkml:trace contextRef="#ctx0" brushRef="#br0" timeOffset="6286.7">30486 5334 161 0,'1'-10'172'0,"-1"10"-23"0,5-7-17 0,3 1-23 0,6 0-24 16,-1 3-35-16,6-4-36 0,-1 1-36 0,3 3-50 16,1-2-58-16,7 2-140 0,3 2 61 0</inkml:trace>
  <inkml:trace contextRef="#ctx0" brushRef="#br0" timeOffset="6615.44">31038 5306 135 0,'10'-4'180'16,"-3"0"-2"-16,3-2-14 0,-1 0-8 0,3-1-13 16,4-2-15-16,0-1-11 0,1 0-10 0,2 0-13 15,7-5-13-15,-3 1-5 0,2 2-9 16,-2-4-7-16,-9 5-8 0,9-6-6 0,-11 5-4 0,0 0-4 15,-2 4-5-15,-4-2 2 0,0 2-5 0,-1-1-2 16,-2 2-1-16,-2 2 2 0,-1 5 3 0,-2-12-2 16,2 12 3-16,-9-8-4 0,1 4 5 0,-2 1-5 15,-2 2-4-15,0 2 1 0,-7 5-2 0,0 0 6 16,0 3-2-16,3 2-3 0,-10 6 5 16,4-3-5-16,7 0-4 0,-2-2-2 0,6 3 3 0,0-1 2 15,3 0-3-15,3 1 0 0,2-1 3 0,4 1-1 16,2-3-6-16,2 3 2 0,5 2 0 0,3-1-1 15,10 1 1-15,-1-4-4 0,7-2-21 16,2-3-27-16,-2-2-43 0,5-4-43 0,-1 1-49 0,-2-3-50 16,-10-3-134-16,11-1-380 0,-4-4 168 0</inkml:trace>
  <inkml:trace contextRef="#ctx0" brushRef="#br0" timeOffset="7014.46">31642 4878 168 0,'-6'-4'183'0,"1"2"-11"0,5 2-4 16,-11-6-9-16,6 3-10 0,5 3-14 0,-7-2-3 0,7 2-7 15,0 0-4-15,-7-4-3 0,7 4-10 0,0 0-8 16,0 0-11-16,0 0-10 0,0 0-7 0,0 0-7 16,0 0-2-16,22-4-6 0,-4-2-8 15,12 2 1-15,0-1-3 0,8 1-5 0,-1-3 1 16,1 1 0-16,0-1-5 0,-1 3-1 0,-4-1 0 0,-6 1 2 16,-7 2 4-16,-4-1 1 0,-5 0 1 0,1 3 1 15,-5-2 6-15,1 2 4 0,-8 0-1 0,0 0 0 16,13-2-3-16,-13 2 5 0,0 0-12 15,10 0-4-15,-10 0 2 0,0 0-9 0,0 0-3 16,0 0-7-16,9 0-1 0,-9 0-11 0,0 0-14 16,0 0-24-16,0 0-25 0,0 0-19 0,0 0-34 0,0 0-29 15,0 0-35-15,0 0-66 0,-4 19-209 16,4-19-481-16,-11 9 213 0</inkml:trace>
  <inkml:trace contextRef="#ctx0" brushRef="#br0" timeOffset="9438.08">29274 5891 57 0,'-10'-2'73'16,"-2"1"-4"-16,1 0 2 0,1 1-12 0,-1-1-1 15,1 1-7-15,0 0 0 0,10 0-8 0,-14 0-1 16,5 0-8-16,9 0 4 0,-13-1-6 0,13 1 1 16,0 0 0-16,-11 0 2 0,11 0-9 0,0 0 3 15,0 0-7-15,0 0 1 0,-10 0 1 0,10 0-1 16,0 0-1-16,0 0 0 0,0 0-1 0,0 0-2 15,42-2 4-15,-22 1 1 0,12-2-2 0,5 0-1 16,14 0-2-16,3-3 2 0,3-1-7 0,2 3 2 16,32-7-3-16,-27 6 0 0,30-2 5 0,0-2 1 15,0 0-11-15,2 3 7 0,-3-1-7 0,1-4-1 16,-3 3-3-16,-25 4 9 0,32-5-17 0,-3-2 12 16,-2 1-11-16,-3 3 3 0,1-1-12 0,-26 1 2 15,27-2-1-15,-3-1 2 0,-30 2 0 0,0 0-2 16,6 0 6-16,-4 1-3 0,-1 0 3 0,-5 1 2 15,-4-1-2-15,-15 3-1 0,-3-1-7 0,-3 4 3 16,-2-3 2-16,-9 2-5 0,-5 2 12 0,-2-1 2 16,0 2 0-16,-4-2 3 0,-2-1 3 0,-6 2 4 15,11 0-3-15,-11 0 11 0,9-1-6 0,-9 1-3 16,0 0 4-16,0 0-6 0,0 0 2 0,11 0-11 16,-11 0-16-16,0 0-6 0,0 0-1 0,7 3-29 15,-7-3-1-15,0 0-18 0,0 0-15 0,-2 10-68 16,2-10-167-16,0 0 75 0</inkml:trace>
  <inkml:trace contextRef="#ctx0" brushRef="#br0" timeOffset="10407.68">28873 3810 70 0,'-12'0'77'0,"12"0"-14"0,-7-1-8 16,7 1 1-16,0 0-10 0,0 0-9 0,-11-2 2 15,11 2-9-15,0 0 17 0,0 0-21 0,0 0 1 16,0 0 5-16,0 0-3 0,0 0-1 0,0 0 8 15,41 3-4-15,-11-2-5 0,7-2 5 16,18 0 7-16,8-3 1 0,32-5-5 0,-1 4-4 16,3-1 0-16,2-1-1 0,2 0-3 0,0-2 0 0,4 4-1 15,4 3-11-15,-2-3 1 0,2 6 5 0,-7-6-8 16,4 5 1-16,-2 0-3 0,-7-3 0 0,1 9 11 16,-3-12-12-16,3 10-4 0,-32-4 0 15,29 3 4-15,-31-7-2 0,-3 5-8 0,-2 2 5 16,-3-4-4-16,-16 3 4 0,11-4-1 0,-17 3 4 0,-4-1 4 15,1-3 1-15,-11 2-5 0,8 0 1 16,-9-2 0-16,-7 3-1 0,2 0 3 0,-3-2-1 16,1 2 2-16,-3-1-15 0,-1 0 18 0,-8 1 13 15,11 0 2-15,-11 0-7 0,9-3-18 0,-9 3-17 16,0 0-20-16,0 0-23 0,10 2-22 0,-10-2-26 0,0 0-93 16,0 0-211-16,0 0 93 0</inkml:trace>
  <inkml:trace contextRef="#ctx0" brushRef="#br0" timeOffset="11467.3">30918 1141 14 0,'0'0'92'0,"0"0"-6"15,-11-5-10-15,11 5-11 0,0 0 14 0,0 0-15 16,0 0-2-16,-8-6-9 0,8 6 3 0,0 0-8 16,0 0-8-16,0 0 0 0,0 0-4 0,0 0-15 15,0 0 12-15,35-6 2 0,-5 3-10 16,0-1 1-16,9 0-8 0,11 0-6 0,-17 1-16 15,6 0-25-15,-3 0-19 0,-4 2-22 0,-3 2-69 16,-9 1-150-16,-8-1 67 0</inkml:trace>
  <inkml:trace contextRef="#ctx0" brushRef="#br0" timeOffset="11866.28">31020 1137 23 0,'0'0'113'0,"0"0"-19"0,0 0-12 0,0 0 6 15,-6 18-1-15,7-8 0 0,-1 6-8 0,4 0-6 16,-3 8-10-16,0-3-3 0,-1-2-11 0,3 9 0 16,-3-1-4-16,1-3-6 0,-2 2-1 15,0 1-2-15,-2-3-2 0,3-5 0 0,-1 0 4 16,-1-9-17-16,1 6-5 0,-1-1-1 0,0-3 13 15,1-4-17-15,1-8-1 0,0 14-2 0,0-14 0 16,-4 12-7-16,4-12 9 0,-1 10-4 0,1-10-1 16,0 0-7-16,-7 6 3 0,7-6 7 0,0 0-6 15,0 0-7-15,0 0 8 0,-23-15-1 0,23 15-5 16,-11-11 1-16,11 11 3 0,-9-8-2 0,9 8 1 16,0 0 8-16,-9-8 1 0,9 8-10 0,0 0 3 15,0 0 2-15,-8-8-2 0,8 8-8 0,0 0 5 16,0 0-10-16,0 0 12 0,0 0-1 0,0 0 1 15,0 0 1-15,0 0-4 0,0 0-15 0,50 2-7 16,-29-1-21-16,7 3-23 0,0 0-14 0,-6-2-17 16,-1 0-73-16,7-4-185 0,-8 2 82 15</inkml:trace>
  <inkml:trace contextRef="#ctx0" brushRef="#br0" timeOffset="12192.05">31334 1417 32 0,'0'0'88'0,"0"0"-14"0,0 0-4 0,0 0-14 0,0 0 1 16,0 0-4-16,0 0-16 0,0 0 4 16,0 0-6-16,0 0 4 0,0 0-7 0,0 39 2 15,0-39 2-15,0 18-8 0,0-18 14 0,4 17-18 16,-4-17 0-16,-1 12-8 0,1-12 7 0,0 0-3 16,-6 12 5-16,6-12 7 0,0 0 17 0,0 0-1 15,0 0-10-15,0 0 10 0,0 0 1 0,0 0-6 16,0 0 0-16,0 0-7 0,0 0-8 0,0 0-7 15,0 0 6-15,7-45-8 0,-2 35-1 0,4-4-12 16,-2 3 14-16,0 0-7 0,3 3-8 0,-4 3-9 16,1-3 13-16,0 3-2 0,-7 5-4 0,12-6-9 15,-12 6 11-15,13-3-7 0,-13 3-3 16,0 0 0-16,15 9 8 0,-15-9-1 0,9 15-4 16,-7-5 0-16,2 1 1 0,-2 4-5 0,0 2-9 15,-2-2-14-15,1 4-32 0,0-2-13 0,-1 3-29 16,4-2-88-16,0 1-206 0,-3-4 91 0</inkml:trace>
  <inkml:trace contextRef="#ctx0" brushRef="#br0" timeOffset="12627.49">32304 1328 46 0,'3'-12'150'0,"-3"12"-18"0,0 0-20 16,0 0-6-16,-10-14-12 0,0 13-12 0,10 1-10 15,-31 3-17-15,14 2 5 0,-11 6-10 16,2-1-4-16,0 3-7 0,0 4 1 0,2 1-9 16,3-1-2-16,6-2 1 0,2-2-8 0,4 1 3 15,2 4 1-15,2-2-4 0,1-4-5 0,4 1-8 16,2 2 13-16,2-3-6 0,2-2 3 0,2 1-3 15,2-6 1-15,2 1-2 0,2 1 4 0,0-3-4 16,0-3-7-16,3-1-3 0,-17 0 11 0,30-4-2 16,-17 0-6-16,1-6-3 0,0-1 5 0,0-1 4 15,-1 1-9-15,-3-1 10 0,-2-2-11 16,1-1-2-16,-2-1 2 0,-3 4-15 0,0-4 22 0,0 6 6 16,-1 1 2-16,-3 9 8 0,2-13 1 15,-2 13-14-15,4-10 1 0,-4 10-10 0,0 0 1 16,0 0 4-16,0 0-4 0,0 0-3 0,0 0 9 15,0 0-11-15,0 0 6 0,0 0-1 0,-2 45-2 16,4-30-3-16,3 1-22 0,-1 1-12 0,4 0-13 0,-2 1-19 16,7 5-17-16,-3 0-30 0,-4-5-18 15,2-1-76-15,1 1-224 0,-4 0 100 0</inkml:trace>
  <inkml:trace contextRef="#ctx0" brushRef="#br0" timeOffset="13040.11">30726 1978 21 0,'0'0'163'15,"0"0"-19"-15,0-12-20 0,0 12-10 0,0 0-16 16,0 0-11-16,0 0 3 0,0 0-3 0,0 0-10 15,-5 48-9-15,-4-21 5 0,4 2-12 16,1-1-9-16,0 1 0 0,0-1-2 0,2-1-5 16,-1-2-11-16,4 5 4 0,-4-5-8 0,0 1-3 15,2-5-2-15,-2 3 3 0,3-5-16 0,-2-1-5 16,0 0-17-16,1-1-23 0,0-2-15 0,-2-1-35 16,2-2-27-16,-3-1-111 0,0 0-239 0,4-11 106 15</inkml:trace>
  <inkml:trace contextRef="#ctx0" brushRef="#br0" timeOffset="13261.26">30749 2102 23 0,'22'-2'109'0,"-22"2"-1"0,20 5-19 0,-8 0-13 16,-3 2 0-16,-1 1-11 0,-1 1-1 0,-1 1 1 15,0 1-18-15,-3 0 1 0,1 7-8 0,-4-3-3 16,-5 5 3-16,-1-2-1 0,-7 4-5 0,0-6-17 16,-1-2-12-16,-6 4-30 0,5-4-9 0,-1-2-19 15,0-3-24-15,1 1-56 0,2-5-142 0,3 2 63 16</inkml:trace>
  <inkml:trace contextRef="#ctx0" brushRef="#br0" timeOffset="14146.27">31001 2166 81 0,'0'0'107'16,"0"0"-14"-16,0 0 0 0,0 0-17 0,0 0-8 16,0 0-10-16,0 0 3 0,0 0-9 0,-9 31 3 15,9-31-8-15,-3 20-2 0,3-20-5 0,0 22-2 16,0-12-4-16,0-10 4 0,4 19-13 15,1-11 2-15,-5-8-7 0,6 12 4 0,-6-12-6 0,8 10 0 16,-8-10-5-16,11 7 7 0,-11-7-6 0,11 4-5 16,-11-4-4-16,0 0 12 0,0 0-12 0,23-12 1 15,-15 3-1-15,-1 0 2 0,-2 0-4 16,2-2 9-16,2 3-9 0,-3-4 0 0,-2 3 1 16,1-2-2-16,-5 11 3 0,8-16 7 0,-8 16 22 15,6-11-5-15,-6 11-3 0,5-8-1 0,-5 8-2 16,0 0-7-16,0 0-6 0,7-11-2 0,-7 11-1 15,0 0 1-15,0 0 2 0,0 0-7 0,0 0-2 0,0 0 4 16,3 31 12-16,-3-31-16 0,3 26 3 0,-2-14 11 16,1-1-6-16,0 1 0 0,2 4 5 15,1 1-6-15,-1-3-1 0,4-5-3 0,-2 3 5 16,2-4 0-16,1-1-3 0,1 0 4 0,1-2-1 16,3-1-5-16,1-4 0 0,2 0 3 0,-17 0 3 15,31-4-2-15,-16-3-2 0,2-1 6 0,-7 1-10 16,3-3-8-16,-3-4 1 0,2 1-12 0,-2-1 2 15,-4-3-4-15,-1 0-4 0,-6-1-6 0,1 0 3 16,-2 2 1-16,-4-3 1 0,1 3 8 0,-5 1-1 16,4 5 2-16,-7-4 4 0,5 6 6 0,-2 0 5 15,2 2-1-15,8 6 5 0,-14-8-2 0,14 8-2 16,-12-5-5-16,12 5-1 0,0 0 0 0,0 0 3 16,-18 2 1-16,18-2-6 0,0 0 9 0,0 0-14 15,0 0 14-15,0 0 1 0,0 0 5 0,29 35-6 16,-14-30 5-16,3 2 3 0,1-2 5 0,1-2-13 15,-1-1 3-15,-1 0 2 0,0 1-3 0,-4-2 6 16,-3 2-3-16,-11-3-4 0,21 1 2 16,-21-1-5-16,11 2 4 0,-11-2-2 0,0 0-4 15,14 5 2-15,-14-5-1 0,5 9-2 0,-5-9 4 16,5 11 5-16,-5-11-2 0,3 19-5 0,-3-6 7 16,0-13 4-16,1 29-9 0,-1-13 4 0,0 2 6 15,3-3-5-15,-3-1 1 0,4 2 0 0,-4-16 2 16,5 21-2-16,-3-11 0 0,3-2 4 0,-1 2-5 15,-4-10-2-15,17 14 5 0,-6-9-5 0,2-3 10 16,1 1-3-16,4-4-4 0,1-2-6 0,-1 3 10 16,0-5-4-16,2 2-1 0,-3-5-3 0,0-2 2 15,-1 1 3-15,0-1-6 0,-3-3 6 0,-2 2-2 16,-1-3-6-16,-3 2 5 0,-1 2 0 0,0-1 6 16,-1-4-7-16,-3 5 0 0,-1 0 1 0,-1 10 5 15,-1-13-7-15,1 13 4 0,-4-12-8 0,4 12 4 16,-5-11-5-16,5 11 7 0,-10-5-10 0,10 5 1 15,0 0 4-15,0 0-5 0,0 0 4 0,-32 18-3 16,25-9 5-16,1 1 1 0,1-1 3 0,2 2-2 16,3-11-5-16,-5 23 6 0,5-7-12 0,0-3-14 15,5 1-18-15,1-3-16 0,1 1-33 16,6-1-23-16,3 0-104 0,-2 0-235 0,7-4 104 0</inkml:trace>
  <inkml:trace contextRef="#ctx0" brushRef="#br0" timeOffset="14482.05">32387 2088 56 0,'0'0'174'0,"-7"-11"-21"0,7 11-12 15,-7-6-16-15,7 6-12 0,-18-1-17 0,7 1-5 16,11 0-10-16,-23 9-15 0,11-3-2 0,2 1-4 15,-2 4-13-15,1 3 2 0,5-2-14 0,1 0-9 16,2-1-14-16,-1 2-9 0,4-13 8 0,3 27-6 16,-1-16 1-16,3 5-1 0,-1-5 0 0,4 2 0 15,2 3-5-15,-2-6 0 0,1 0 1 0,2 5 0 16,0 1 4-16,-5-6-4 0,4 4 2 0,2-1-6 16,-6-4 4-16,2 6 7 0,-4-7-2 0,1 4-6 15,-5-12-7-15,5 16 8 0,-5-16 4 0,-3 16-5 16,3-16 3-16,-7 19 1 0,1-10-4 15,-3 0-4-15,-2-3 1 0,1 2-18 0,0-3-15 16,-2 1-21-16,12-6-10 0,-18 9-30 0,7-7-99 0,11-2-212 16,-16 2 94-16</inkml:trace>
  <inkml:trace contextRef="#ctx0" brushRef="#br0" timeOffset="14740.77">32674 2114 62 0,'2'-4'239'0,"-2"4"-16"0,3-9-19 0,-3 9-21 15,0 0-22-15,2-7-19 0,-2 7-16 0,0 0-18 16,0 0-2-16,0 0-22 0,0 0 6 0,-2 40-11 16,3-15-4-16,-6 1-7 0,1 6-3 15,-2 0-5-15,-3 0-5 0,1-1-6 0,2 2-3 0,1-1-2 16,-4-1-7-16,-2-1 0 0,4 0-12 0,-2-1-6 15,-1 1-16-15,1-4-13 0,2 2-22 0,-5-4-44 16,1 1-23-16,5-6-39 0,2-1-22 0,-5 0-25 16,4 0-97-16,0-4-305 0,2-2 135 0</inkml:trace>
  <inkml:trace contextRef="#ctx0" brushRef="#br0" timeOffset="14981.76">32951 2460 166 0,'0'0'189'0,"0"0"-7"16,10-45-10-16,-10 45-20 0,0 0-14 0,0 0-18 15,0 0-15-15,0 0-10 0,0 0-15 0,0 0-3 16,0 0-13-16,-65 5-3 0,65-5-9 0,-34 31 1 16,34-31-8-16,-26 29-5 0,26-29-1 0,-18 27-8 15,18-27 5-15,-10 31-8 0,10-31-1 0,0 0 4 16,2 40-5-16,-2-40 0 0,0 0 2 0,21 39-13 15,-21-39-15-15,27 22-26 0,-27-22-36 0,34 17-35 16,-15-7-45-16,-19-10-29 0,34 12-93 0,-34-12-285 16,30 5 126-16</inkml:trace>
  <inkml:trace contextRef="#ctx0" brushRef="#br0" timeOffset="15152.17">33288 2698 71 0,'0'0'167'0,"0"0"-5"0,0 0-10 16,0 0-14-16,0 0-12 0,0 0-8 15,0 0-11-15,0 0-19 0,-34 77-26 0,20-63-40 16,14-14-45-16,-23 28-63 0,23-28-98 0,-26 25-200 16,26-25 89-16</inkml:trace>
  <inkml:trace contextRef="#ctx0" brushRef="#br0" timeOffset="78794.03">23743 13001 16 0,'-6'4'45'0,"1"0"5"0,-2 0-7 15,0 4-7-15,2-2-1 0,-3 3-1 0,3-1-3 16,-2 1-7-16,4 0 2 0,0 1 8 0,2 0-9 15,-1 0 2-15,1-1-6 0,1 3 4 0,0-2 0 0,1 0-1 16,2-2-3-16,1 2-7 0,-2 0 1 16,5-2-1-16,-1-1-5 0,1-2 8 0,3 0-5 0,4-1 1 15,-1-3-5-15,4 2 4 0,-1-3 4 16,3-2-3-16,0 0 2 0,0-2-3 0,0-1-6 16,0 0-1-16,-6 1 2 0,3-2-2 0,-3-1 7 0,-2 2 0 15,1-3-6-15,-1 1-8 0,-2-2 6 16,-1 1 0-16,-1-1 0 0,-2-1-5 0,-1-2 7 15,0-3 5-15,-1 1-8 0,-3-2-8 0,0-1 10 16,-2 1 1-16,0 6-8 0,-1-3-2 0,-2 2 8 0,-2 1-1 16,2 0-5-16,-3 1-1 0,0 2-8 0,-2 0 7 15,1 1-4-15,-1 2-4 0,-2 0 4 0,-1 1-13 16,2 2 1-16,-3 0-7 0,4 1-2 0,-1 4-13 16,-3-2-11-16,4 3 1 0,-1 0-34 0,3 3-91 15,0-2 41-15</inkml:trace>
  <inkml:trace contextRef="#ctx0" brushRef="#br0" timeOffset="79420.34">27043 10919 26 0,'0'0'30'0,"-9"1"-1"0,9-1-4 16,-7 3-14-16,7-3-6 0,-11 3-16 0,11-3-9 15,-11 3-21-15,4-3 10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08:40.364"/>
    </inkml:context>
    <inkml:brush xml:id="br0">
      <inkml:brushProperty name="width" value="0.05292" units="cm"/>
      <inkml:brushProperty name="height" value="0.05292" units="cm"/>
      <inkml:brushProperty name="color" value="#FF0000"/>
    </inkml:brush>
  </inkml:definitions>
  <inkml:trace contextRef="#ctx0" brushRef="#br0">13256 5516 5 0,'0'0'9'0,"0"0"-1"0,0 0 3 0,0 0 0 16,0 0 1-16,3-8 0 0,-3 8 7 15,0 0-5-15,0 0-1 0,0 0 4 0,0 0-9 16,0 0 3-16,0 0 0 0,0 0-6 0,0 0 3 0,0 0-6 16,0 0-1-16,0 0 4 0,0 0-4 0,0 0-4 15,0 0-1-15,2-7-4 0,-2 7-8 0,0 0 1 16,0 0-9-16,0 0-24 0,0 0 12 15</inkml:trace>
  <inkml:trace contextRef="#ctx0" brushRef="#br0" timeOffset="5113.88">10400 9822 8 0,'-1'6'10'0,"1"-6"-3"16,0 11-2-16,0-11 2 0,3 8-2 0,0-3-3 16,-3-5-1-16,10 7 4 0,-2-5-9 0,-1 0 4 15,1-1 1-15,-8-1 5 0,19-3-6 0,-10 3-1 16,0-3 2-16,3-1 2 0,-3-1-6 0,0 0 8 16,-2 0-3-16,0 1 3 0,-2-2-8 0,-5 6 4 15,4-7-3-15,-4 7-9 0,-2-11 14 0,2 11-6 16,0 0-6-16,-7-8 10 0,0 4-8 0,7 4 8 15,-9-5-7-15,9 5 2 0,-10-2 9 0,10 2 3 16,-13-1-8-16,13 1 3 0,-14 3-3 0,8 0 3 16,-4 3-1-16,3-2-3 0,1 3 2 0,-2-1-1 15,1 2 0-15,2 0 3 0,1 1 0 0,1-2-2 16,2 2-2-16,0-2 1 0,2 3 1 0,1-5-2 16,1 2-3-16,0-1 1 0,2 1-5 0,2-3 9 0,0-1-4 15,-1-2 3-15,4 1-6 0,0-2-7 16,1 0 3-16</inkml:trace>
  <inkml:trace contextRef="#ctx0" brushRef="#br0" timeOffset="6301.06">10498 9907 22 0,'11'-6'5'15,"0"1"-10"-15,-1 0-5 0,-1-1 20 0,3-1-9 16,-5 0-6-16,-2-1 9 0,1 0-6 0,-4 3 2 0,0-3-4 16,-2 8 7-16,0-11-4 0,0 11 3 15,-4-11-3-15,1 5 1 0,3 6 3 0,-6-11-1 0,0 5-4 16,1 3 5-16,-1-2 0 0,6 5 0 16,-10-5 1-16,10 5-3 0,-12-2 2 0,12 2 1 0,-11 2-5 15,11-2 4-15,-10 2-2 0,10-2-2 0,-9 8 4 16,6-2 1-16,-2 0-8 0,1-1 5 0,4-5 2 15,-1 11-7-15,1-2 5 0,0-9-10 16,1 13 12-16,0-7-4 0,2 0 2 0,2-1-9 0,-1-1-8 16,-4-4 33-16,9 6-23 0,-4-4 4 0,0 0 5 15,-5-2-3-15,14-1-1 0,-14 1 4 0,12-3-6 16,-6 0 4-16,-6 3 1 0,10-7-2 16,-10 7-2-16,7-7 5 0,-5 2-1 0,-2 5-5 0,4-9 6 15,-4 9 0-15,0 0-10 0,-5-14 11 0,5 14-7 16,-8-7 4-16,2 5 2 0,6 2-1 0,-12-6-5 15,7 4 3-15,5 2-6 0,-11-3 9 0,3 3-3 16,8 0-3-16,-13 1 5 0,13-1 2 0,-9 2-3 16,9-2 1-16,-9 4 1 0,9-4 0 0,0 0-3 15,-7 6 2-15,7-6 1 0,-2 4-3 0,2-4 3 16,0 0-3-16,0 0-1 0,3 14 2 0,-3-14-5 16,4 5 5-16,-4-5-1 0,4 4-3 0,-4-4 0 15,0 0 6-15,10 3-5 0,-10-3 6 0,0 0-3 16,8 2 1-16,-8-2 2 0,0 0-4 0,0 0 3 15,0 0 5-15,5 3-1 0,-5-3 6 0,0 0-7 0,0 0 6 16,0 0-1-16,0 0-4 0,0 0 2 16,0 0 2-16,0 0-3 0,0 0 1 0,0 0-2 15,0 0 3-15,0 0-9 0,0 0 3 0,0 0 0 16,0 0-5-16,0 0 5 0,0 0-5 0,0 0-3 16,0 0 4-16,0 0 7 0,0 0-9 0,0 0 7 15,0 0-8-15,0 0 6 0,0 0 2 0,0 0-2 16,0 0-4-16,0 0-1 0,0 0 2 0,0 0 1 15,0 0 4-15,0 0 0 0,0 0-2 0,0 0 0 0,0 0-4 16,0 0 2-16,0 0 0 0,0 0 0 0,0 0-1 16,0 0-3-16,0 0 3 0,0 0-2 15,0 0 2-15,0 0 0 0,0 0 0 0,0 0-3 16,0 0 1-16,0 0 1 0,0 0 3 0,0 0-3 0,0 0 2 16,0 0-5-16,0 0 0 0,0 0 2 0,0 0 8 15,0 0-7-15,0 0 2 0,0 0-4 0,0 0 5 16,0 0-7-16,0 0 8 0,0 0-5 15,0 0 4-15,7 1-4 0,-7-1 1 0,0 0 1 0,0 0-3 16,0 0 4-16,0 0-4 0,0 0 4 0,4 4 5 16,-4-4-9-16,0 0-1 0,0 0 6 0,0 0-1 15,0 0-6-15,5 6 4 0,-5-6 2 0,0 0 1 16,0 0-6-16,0 0 4 0,0 0 1 0,0 0 0 16,5 4 2-16,-5-4-7 0,0 0 2 0,0 0 7 15,0 0-2-15,0 0 5 0,0 0-7 0,0 0 7 16,0 0 8-16,0 0-7 0,0 0 3 0,0 0-2 15,0 0 2-15,0 0-1 0,0 0 1 0,0 0 1 16,0 0 0-16,0 0 1 0,0 0 2 0,0 0 3 16,0 0-3-16,0 0-1 0,0 0-2 0,0 0 5 15,0 0-9-15,0 0 3 0,0 0 6 0,0 0-2 16,0 0 4-16,0 0-10 0,0 0 4 0,0 0-1 16,0 0-7-16,0 0 3 0,0 0 2 0,0 0-8 15,0 0 5-15,0 0 1 0,0 0 3 0,0 0-4 16,0 0-5-16,0 0 4 0,0 0 5 0,0 0-15 0,0 0 9 15,0 0-1-15,0 0-1 0,0 0 1 16,0 0-2-16,0 0-2 0,0 0 1 0,0 0-6 16,0 0 6-16,0 0 2 0,0 0-2 0,0 0-5 15,0 0 12-15,0 0-6 0,0 0 9 0,0 0-6 0,0 0-2 16,0 0-6-16,0 0 13 0,0 0-15 16,0 0 6-16,0 0 3 0,0 0-2 0,0 0-3 15,0 0 1-15,0 0 3 0,0 0-5 0,0 0 3 16,0 0 1-16,0 0 3 0,0 0-8 0,0 0 4 0,0 0 1 15,0 0 0-15,0 0-10 0,0 0 7 16,0 0 0-16,0 0-2 0,0 0-1 0,0 0 3 0,0 0-3 16,0 0 3-16,0 0 1 0,0 0-8 0,0 0 6 15,0 0-5-15,0 0 4 0,0 0-1 0,0 0-1 16,0 0-6-16,0 0 4 0,0 0-4 0,0 0 3 16,0 0 0-16,0 0 0 0,0 0 7 0,0 0-8 15,0 0-4-15,0 0 9 0,0 0-6 0,0 0 1 16,0 0-1-16,0 0-3 0,0 0 4 0,0 0-3 15,0 0-6-15,0 0-3 0,0 0 0 0,0 0 1 16,0 0-1-16,-24-2 0 0,24 2-3 0,0 0-6 16,-4 4-5-16,4-4 1 0,-5 4-22 0,5-4-59 15,-6 3 25-15</inkml:trace>
  <inkml:trace contextRef="#ctx0" brushRef="#br0" timeOffset="10846.59">22619 9393 48 0,'11'-7'72'0,"-5"4"-9"0,1 1-2 0,3-2-7 16,-4 1-3-16,5 1-4 0,-1 1-4 0,3-2-4 16,0 2-5-16,0-2 2 0,4 0-2 0,2 2-8 0,2-1 2 15,-2 2-6-15,3 0 2 0,8-3-4 0,0 2-2 16,0 1 2-16,1 0-13 0,2 0 13 0,1 1-7 16,3 1 1-16,1-1 4 0,14-1 0 0,2 0-1 15,1 0 2-15,-3 0-2 0,5-1-12 0,-1-2 13 16,-1 3 2-16,2-2-14 0,1 1 12 0,4 1 4 15,-3-2-3-15,0-1-5 0,1 3 8 16,2-1-11-16,-1-2 7 0,0 1-5 0,-1 1 5 0,0 1 5 16,-4-3-1-16,-2 3-7 0,-4-1 4 0,-9 4-5 15,10-3-1-15,-14 2 4 0,0 0-7 0,1-2-6 16,0 3 9-16,-4-1-14 0,7 1 17 0,-7 1-12 16,2-3 4-16,1 1 3 0,0 0-4 0,3 2-3 15,-2-3 8-15,0 3-1 0,0-3-1 0,1 2-7 16,-3-1 6-16,-1-2-9 0,0 2 1 0,2-1-2 15,-1-1 11-15,-1 1-12 0,-1 0 3 0,-2-1 1 16,0 0-4-16,-3 0 6 0,0 2 0 0,-9-4-5 16,7 2 2-16,-4 2 4 0,-4-4-4 0,-2 2 7 15,-1-1-8-15,-5 1-2 0,0 0-13 0,-4 0-6 16,-7 0-8-16,11 0-17 0,-11 0-10 0,9 1-2 16,-9-1-11-16,0 0-21 0,0 0-73 0,-23 12-176 0,5-8 77 15</inkml:trace>
  <inkml:trace contextRef="#ctx0" brushRef="#br0" timeOffset="11310.99">22688 9942 77 0,'0'0'78'0,"0"0"8"0,0 0-10 0,0 0 3 0,20-9-2 16,-6 9 1-16,4-2-7 0,12-1-7 15,-1 3-2-15,9-2 5 0,-1 4-10 0,13-2-6 0,2-2 2 16,1 2-2-16,4 2-7 0,0-4-2 0,1 5-10 16,3-6 1-16,-3 3 2 0,2 0-5 15,-3-3-2-15,0 3-7 0,-3 1 5 0,-2-3-7 0,-12-1 3 16,-2 0-1-16,-1 1-7 0,-2-1-1 0,-2 1 0 15,-2-2 2-15,-8 2-6 0,-3-1 2 0,-3 2-6 16,-6-1-2-16,1 2-8 0,-6 0-3 0,-6 0-12 16,14-3-24-16,-14 3-37 0,5-3-18 0,-5 3-20 15,0 0-63-15,0 0-196 0,-19-16 87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09:20.230"/>
    </inkml:context>
    <inkml:brush xml:id="br0">
      <inkml:brushProperty name="width" value="0.05292" units="cm"/>
      <inkml:brushProperty name="height" value="0.05292" units="cm"/>
      <inkml:brushProperty name="color" value="#FF0000"/>
    </inkml:brush>
  </inkml:definitions>
  <inkml:trace contextRef="#ctx0" brushRef="#br0">23126 17336 23 0,'0'0'44'0,"0"0"-7"0,0 0 0 16,0 0-7-16,0 0 9 0,-17 13-12 15,17-13 4-15,0 0-13 0,-7 5 2 0,7-5-5 16,0 0-2-16,0 0-7 0,0 0 8 0,-8 4-1 16,8-4 5-16,0 0-8 0,0 0-7 0,0 0 12 15,0 0-8-15,0 0 3 0,0 0 3 0,0 0 2 16,0 0-1-16,0 0-3 0,0 0 0 0,0 0 1 15,0 0 4-15,0 0 2 0,0 0 2 0,0 0-6 16,0 0 5-16,0 0-2 0,0 0 0 0,0 0-12 16,0 0 10-16,0 0-3 0,0 0 0 0,0 0-11 15,0 0 9-15,0 0-8 0,0 0 0 0,0 0 3 16,0 0-8-16,0 0-5 0,0 0 2 0,0 0-1 16,0 0-9-16,0 0-6 0,0 0-7 0,0 0-2 15,0 0-9-15,0 0-6 0,0 0-35 0,0 0-87 16,0 0 38-16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10:08.247"/>
    </inkml:context>
    <inkml:brush xml:id="br0">
      <inkml:brushProperty name="width" value="0.05292" units="cm"/>
      <inkml:brushProperty name="height" value="0.05292" units="cm"/>
      <inkml:brushProperty name="color" value="#FF0000"/>
    </inkml:brush>
  </inkml:definitions>
  <inkml:trace contextRef="#ctx0" brushRef="#br0">23710 10322 1 0,'0'0'55'16,"0"0"-9"-16,0 0-2 0,0 0-2 0,0-10-8 15,0 10-4-15,0 0-4 0,0 0-10 0,0 0-9 16,0 0-4-16,0 0-20 0,0 0-11 0,0 0-16 15,0 0-47-15,0 0 22 0</inkml:trace>
  <inkml:trace contextRef="#ctx0" brushRef="#br0" timeOffset="203.15">23705 10307 14 0,'0'0'22'0,"0"0"5"0,0 0-3 16,0 0 1-16,0 0 2 0,0 0 1 0,0 0-2 15,0 0 1-15,0 0-5 0,0 0 1 0,0 0 2 16,0 0-4-16,0 0-3 0,0 0-3 0,0 0 1 15,0 0 1-15,0 0-1 0,0 0-7 0,0 0 1 16,0 0 2-16,0 0-2 0,0 0 1 0,-1-8-3 0,1 8-2 16,0 0-6-16,0 0 5 0,0 0-10 0,0 0-4 15,0 0-6-15,0 0-5 0,0 0-7 0,0 0-1 16,0 0-1-16,0 0 6 0,0 0-7 16,0 0-17-16,0 0-50 0,0 0 22 0</inkml:trace>
  <inkml:trace contextRef="#ctx0" brushRef="#br0" timeOffset="10102.67">23610 10368 11 0,'0'0'42'0,"0"0"-7"0,0 0 0 0,0 0-15 15,0 0 0-15,0 0-3 0,0 0-9 0,0 0-4 16,0 0 0-16,0 0-9 0,0 0 4 0,0 0-6 16,0 0 1-16,0 0-2 0,0 0 4 0,0 0-1 15,0 0-1-15,0 0-1 0,0 0 1 0,0 0 5 0,0 0-3 16,0 0-3-16,0 0 8 0,0 0-4 0,0 0 4 16,0 0-5-16,0 0 5 0,0 0-3 0,0 0 5 15,0 0-6-15,0 0 6 0,0 0-11 16,0 0 6-16,0 0 4 0,0 0-2 0,0 0 0 0,0 0-3 15,0 0 0-15,0 0 3 0,0 0-1 0,0 0 0 16,0 0 1-16,0 0 1 0,0 0-3 0,0 0 2 16,0 0 5-16,0 0-4 0,0 0 2 0,0 0 0 15,0 0 6-15,0 0-4 0,0 0-1 0,0 0-4 16,0 0 5-16,0 0-2 0,0 0 2 0,0 0-4 16,0 0-2-16,0 0 3 0,0 0-10 0,0 0 2 15,0 0-3-15,0 0-14 0,0 0-22 0,0 0 9 16</inkml:trace>
  <inkml:trace contextRef="#ctx0" brushRef="#br0" timeOffset="10266.7">23610 10368 6 0,'0'0'13'0,"0"0"-1"15,0 0-1-15,0 0 3 0,0 0-4 0,0 0 0 16,0 0 1-16,0 0-3 0,0 0-3 0,0 0-4 15,-1-8-1-15,1 8-7 0,0 0-2 0,0 0-6 16,0 0-15-16,0 0 8 0</inkml:trace>
  <inkml:trace contextRef="#ctx0" brushRef="#br0" timeOffset="10427.21">23614 10350 4 0,'0'0'15'0,"0"0"-4"16,0 0-4-16,0 0-4 0,0 0-10 0,0 0 7 15,0 0-6-15,0 0-6 0,0 0 3 0</inkml:trace>
  <inkml:trace contextRef="#ctx0" brushRef="#br0" timeOffset="13510.82">21047 9117 3 0,'0'0'2'0,"0"0"-1"0,0 0 1 0,0 0 2 0,0 0-4 15,0 0 1-15,0 0 5 0,0 0-3 16,0 0-2-16,0 0 1 0,0 0-2 0,0 0 2 15,0 0-1-15,1 9-4 0,-1-9-2 0,0 0-4 16,0 0 2-16</inkml:trace>
  <inkml:trace contextRef="#ctx0" brushRef="#br0" timeOffset="15208.3">24094 10043 16 0,'0'0'36'0,"1"-8"-9"0,-1 8 2 16,0 0-2-16,0 0-5 0,5-6-8 0,-5 6-10 15,0 0-3-15,0 0-7 0,0 0-4 0,0 0-1 16,0 0 4-16,0 0-2 0,0 0-3 0,0 0 2 16,4-6-9-16,-4 6-20 0,0 0 9 0</inkml:trace>
  <inkml:trace contextRef="#ctx0" brushRef="#br0" timeOffset="16411.91">20850 9178 18 0,'0'0'20'0,"5"-5"3"0,-5 5 2 16,0 0-7-16,0 0 6 0,1-8-7 0,-1 8 1 16,0 0 0-16,2-7 0 0,-2 7 2 0,0 0-3 15,0 0-3-15,1-7 1 0,-1 7-4 0,0 0 2 0,0 0-6 16,0 0 5-16,2-6 1 0,-2 6-10 0,0 0 1 15,8-6-1-15,-8 6-3 0,6-4 6 16,-6 4-11-16,7-4-4 0,-7 4-9 0,0 0 0 16,8-2-6-16,-8 2-21 0,0 0-47 0,0 0 22 15</inkml:trace>
  <inkml:trace contextRef="#ctx0" brushRef="#br0" timeOffset="25834.1">18735 10260 19 0,'0'0'26'0,"0"0"-3"16,0 0 1-16,0 0-7 0,0 0-1 0,0 0-3 15,0 0-2-15,0 0 0 0,0 0-1 0,0 0-1 16,0 0-3-16,0 0 3 0,0 0-6 0,0 0 6 16,0 0-4-16,0 0-5 0,0 0 5 0,0 0-5 15,0 0 9-15,0 0-4 0,0 0-4 0,0 0 9 16,0 0-9-16,0 0 4 0,0 0-4 0,0 0 2 15,0 0 2-15,0 0-5 0,0 0-1 0,0 0-2 16,0 0 10-16,0 0-5 0,0 0 0 0,0 0 2 16,0 0-2-16,0 0-1 0,0 0 1 0,0 0-1 15,0 0 3-15,0 0 0 0,0 0-2 0,0 0-1 16,0 0-1-16,0 0 1 0,0 0 0 0,0 0-9 16,0 0 4-16,0 0 6 0,0 0-2 0,0 0-1 15,0 0 5-15,0 0-4 0,0 0-2 0,0 0 3 16,0 0 1-16,0 0 1 0,0 0-3 0,0 0 1 15,0 0-1-15,0 0 3 0,0 0 0 0,0 0-4 16,0 0-1-16,0 0 3 0,0 0 7 0,0 0-9 16,0 0 1-16,0 0-4 0,0 0 3 0,0 0-8 15,0 0 10-15,0 0 1 0,0 0-2 0,0 0 3 16,0 0-3-16,0 0 0 0,0 0 2 0,0 0-5 16,0 0-2-16,0 0 0 0,0 0 2 0,0 0 9 15,0 0-4-15,0 0-2 0,0 0 2 0,0 0-1 16,0 0-4-16,0 0 6 0,0 0-8 0,0 0 3 15,0 0-2-15,0 0 6 0,0 0 1 0,0 0-4 16,0 0 5-16,0 0-6 0,0 0 2 0,0 0 3 16,0 0-1-16,0 0-2 0,0 0 6 0,0 0-5 15,0 0-1-15,0 0-4 0,0 0-1 0,0 0 4 16,0 0 4-16,0 0-3 0,0 0 1 0,0 0-2 0,0 0 2 16,0 0 1-16,0 0-8 0,0 0 5 0,0 0 2 15,0 0 4-15,0 0-7 0,0 0 5 16,0 0 1-16,0 0-3 0,0 0-5 0,0 0 6 15,0 0-2-15,0 0 1 0,0 0-3 0,0 0 3 0,0 0 3 16,0 0-3-16,0 0 3 0,0 0-6 0,0 0-4 16,0 0 6-16,0 0-4 0,0 0 7 15,0 0-5-15,0 0 4 0,0 0-5 0,0 0 0 16,0 0-6-16,0 0-2 0,0 0 1 0,0 0-5 0,0 0-7 16,0 0-15-16,0 0-38 0,0 0 17 0</inkml:trace>
  <inkml:trace contextRef="#ctx0" brushRef="#br0" timeOffset="45143.62">18318 10486 5 0,'0'0'32'0,"0"0"-15"15,4 5 5-15,-4-5-15 0,0 0-12 0,0 0-8 16,0 0-15-16,0 0 7 0</inkml:trace>
  <inkml:trace contextRef="#ctx0" brushRef="#br0" timeOffset="51034.71">13632 10156 11 0,'0'0'51'0,"0"0"2"0,0 0-14 0,0 0-10 15,0 0-8-15,0 0-10 0,0 0-3 0,0 0-4 16,0 0-3-16,0 0 1 0,0 0-10 0,0 0-29 16,0 0-41-16,0 0 18 0</inkml:trace>
  <inkml:trace contextRef="#ctx0" brushRef="#br0" timeOffset="51508.25">13687 10279 39 0,'0'0'58'0,"0"0"-1"0,0 0-7 0,0 0-3 16,0 0-3-16,10-2-10 0,-10 2 3 0,0 0-6 0,0 0-3 15,0 0-8-15,0 0-2 0,0 0-11 16,0 0-4-16,0 0-18 0,0 0-1 0,0 0-1 15,0 0-7-15,0 0-44 0,0 0-71 0,0 0 31 16</inkml:trace>
  <inkml:trace contextRef="#ctx0" brushRef="#br0" timeOffset="62829.92">17799 15259 1 0,'0'0'13'0,"0"0"-2"0,0 0 2 0,11 0-1 0,-11 0-6 15,0 0 1-15,0 0-1 0,0 0 1 0,0 0 7 16,0 0-4-16,0 0 3 0,0 0-1 0,0 0 3 16,0 0-1-16,0 0 3 0,0 0 3 0,0 0-6 15,0 0 0-15,0 0-3 0,0 0 0 0,0 0 2 16,0 0-6-16,0 0 1 0,0 0 2 0,3-5-6 15,-3 5-2-15,0 0 1 0,0 0 1 0,0 0-3 16,0 0-2-16,0 0-1 0,0 0 2 0,0 0-7 16,0 0-4-16,0 0 0 0,0 0 0 0,0 0 0 15,0 0-5-15,0 0 6 0,0 0-8 0,0 0 5 16,0 0-2-16,0 0-1 0,0 0-10 0,0 0-27 16,0 0 13-16</inkml:trace>
  <inkml:trace contextRef="#ctx0" brushRef="#br0" timeOffset="64832.58">24846 15373 7 0,'0'0'6'0,"0"0"6"16,0 0-7-16,0 0 1 0,0 0 0 0,0 0-1 0,0 0-2 15,0 0-1-15,-4 10 0 0,4-10 3 16,0 0-2-16,0 0-1 0,0 0-2 0,0 0 5 0,0 0 2 15,0 0-8-15,0 0 2 0,0 0 2 0,0 0 2 16,0 0-3-16,0 0-4 0,0 0 8 0,0 0-8 16,0 0 6-16,0 0-6 0,0 0 0 15,0 0 3-15,0 0 2 0,0 0-3 0,0 0 2 16,0 0-4-16,0 0 4 0,0 0-4 0,0 0-5 16,0 0-8-16,0 0-15 0,0 0 8 0</inkml:trace>
  <inkml:trace contextRef="#ctx0" brushRef="#br0" timeOffset="72006.45">25468 15783 14 0,'0'0'127'0,"0"0"-7"0,0 0-8 16,0 0-13-16,0 0-6 0,9-2 6 0,-9 2-20 15,0 0-3-15,0 0-2 0,0 0-11 0,0 0 1 16,0 0-12-16,12 2-3 0,-12-2-2 0,8 3-6 16,-8-3-4-16,7 0-4 0,-7 0 6 0,9 0-2 0,-9 0 1 15,23-9-10-15,-1 2-5 0,12-3-9 16,2 0-12-16,15-8-29 0,4 2-27 0,0-2-34 15,-1-1-35-15,-4-3-72 0,1-1-211 0,-1-4 93 16</inkml:trace>
  <inkml:trace contextRef="#ctx0" brushRef="#br0" timeOffset="-100109.98">21070 8918 13 0,'0'0'34'0,"0"0"-3"15,0 0-3-15,0 0-4 0,0 0 0 0,0 0-3 16,0 0-7-16,0 0-1 0,0 0 4 0,0 0-5 16,0 0-2-16,0 0 2 0,0 0 2 0,0 0-7 15,0 0 2-15,0 0 0 0,0 0-3 0,0 0-1 0,0 0-2 16,0 0 0-16,0 0 4 0,0 0-2 16,0 0-3-16,0 0 1 0,0 0 1 0,0 0-4 15,0 0 7-15,0 0-7 0,0 0 3 0,0 0-1 16,0 0-1-16,0 0-7 0,0 0 2 0,0 0-9 15,0 0-6-15,0 0-32 0,0 0-54 0,0 0 25 0</inkml:trace>
  <inkml:trace contextRef="#ctx0" brushRef="#br0" timeOffset="-99611.09">21063 9010 11 0,'0'0'13'0,"0"0"1"0,0 0-2 16,0 0-3-16,0 0 1 0,0 0-5 0,0 0 7 15,0 0-9-15,0 0 0 0,0 0 3 0,0 0 0 0,0 0-4 16,0 0-2-16,0 0-2 0,0 0-5 15,0 0-10-15,0 0-17 0,0 0 8 0</inkml:trace>
  <inkml:trace contextRef="#ctx0" brushRef="#br0" timeOffset="-98073.1">23478 10426 23 0,'0'0'34'15,"0"0"0"-15,0 0-12 0,0 0 3 0,0 0-2 16,0 0-7-16,0 0 3 0,0 0 0 0,0 0-1 0,0 0-7 16,0 0-2-16,0 0 2 0,0 0 3 0,0 0-3 15,0 0 3-15,0 0-7 0,0 0 11 16,0 0-9-16,0 0-1 0,0 0-3 0,0 0-1 0,0 0-1 15,0 0 2-15,0 0 1 0,0 0-8 0,0 0 7 16,0 0-1-16,0 0 3 0,0 0-1 0,0 0-8 16,0 0 6-16,0 0 0 0,0 0-7 0,0 0 6 15,0 0 3-15,0 0-1 0,0 0 1 0,0 0-4 16,0 0 4-16,0 0-2 0,0 0-5 0,0 0 1 16,0 0-9-16,0 0 15 0,0 0-3 0,0 0-6 15,0 0 6-15,0 0 1 0,0 0-6 0,0 0 8 16,0 0-3-16,0 0-1 0,0 0 0 0,0 0-2 15,0 0 5-15,0 0-8 0,0 0 3 0,0 0 1 16,0 0-4-16,0 0-6 0,0 0-4 0,0 0-1 16,0 0-10-16,0 0-4 0,0 0-31 0,0 0-63 15,0 0 29-15</inkml:trace>
  <inkml:trace contextRef="#ctx0" brushRef="#br0" timeOffset="-94297.16">23787 10323 4 0,'0'0'49'0,"0"0"0"0,0 0-9 0,0 0-7 15,0 0 4-15,0 0-7 0,0 0-2 0,0 0-2 16,0 0 5-16,0 0-8 0,0 0 0 0,0 0-5 16,0 0 4-16,0 0-5 0,0 0 0 0,0 0-3 15,0 0 2-15,0 0-2 0,0 0-5 0,0 0-3 16,0 0-1-16,0 0 2 0,0 0-2 0,0 0-2 15,0 0 2-15,0 0 1 0,0 0-6 0,0 0 1 16,0 0 1-16,0 0 2 0,0 0-6 0,0 0 10 16,0 0-18-16,0 0 12 0,0 0 6 0,0 0-6 15,0 0 3-15,0 0 0 0,0 0 1 0,0 0-6 16,0 0-6-16,0 0 8 0,0 0 1 0,0 0-2 0,0 0-1 16,0 0 8-16,0 0 1 0,0 0 0 0,0 0-5 15,0 0 14-15,0 0-17 0,0 0 7 16,0 0-2-16,0 0 3 0,0 0-11 0,0 0 7 15,0 0-6-15,0 0 8 0,0 0 0 0,0 0 1 0,0 0-4 16,0 0 4-16,0 0-3 0,0 0-4 0,0 0 12 16,0 0-7-16,0 0-1 0,0 0 1 0,0 0-2 15,0 0 1-15,0 0-6 0,0 0 7 16,0 0-3-16,0 0 1 0,0 0 0 0,0 0-1 0,0 0 2 16,0 0-4-16,0 0 1 0,0 0-2 0,0 0-4 15,0 0 2-15,0 0 0 0,0 0 7 0,0 0-1 16,0 0-3-16,0 0 5 0,0 0-8 15,0 0 1-15,0 0 0 0,0 0 3 0,0 0-2 0,0 0 4 16,0 0-8-16,0 0 1 0,0 0 1 0,0 0-3 16,0 0 1-16,0 0-1 0,0 0-9 0,0 0-3 15,0 0-6-15,0 0-4 0,0 0-11 0,0 0-8 16,0 0-8-16,0 0-32 0,0 0-94 0,0 0 42 16</inkml:trace>
  <inkml:trace contextRef="#ctx0" brushRef="#br0" timeOffset="-91203.36">21210 8736 5 0,'0'0'13'0,"-9"-4"0"0,9 4 1 0,0 0-1 16,-6-8 2-16,6 8-1 0,-5-3 0 15,5 3-1-15,-7-5-1 0,7 5 3 0,-5-5-3 0,5 5 2 16,-9-2-1-16,9 2 1 0,-6-4 2 0,6 4-5 16,-5-4 0-16,5 4-9 0,-9-1 8 0,9 1 0 15,-10-3-2-15,10 3-3 0,-11 0 1 0,11 0-2 16,-9 0-1-16,9 0 0 0,-11 0 1 0,11 0-1 15,-9 0-1-15,9 0 5 0,-10 0-6 0,10 0 3 16,-13 0 0-16,13 0-4 0,-10 0 2 0,10 0-3 16,-10 3 1-16,10-3 1 0,-11 1 2 0,11-1-1 15,-10 0-4-15,10 0 1 0,-11 2 7 0,11-2-13 16,-10 1 6-16,10-1 9 0,-10 1-9 0,10-1-3 16,0 0 6-16,-9 0-2 0,9 0 4 0,0 0-6 15,-10 2-1-15,10-2 3 0,0 0 6 0,-7 2-4 0,7-2-3 16,-5 5 0-16,5-5-1 0,-8 4-1 15,8-4 11-15,-10 5-5 0,6-3-3 0,4-2-3 16,-8 7 6-16,3-4 4 0,5-3-10 0,-6 4 4 16,6-4 1-16,-12 3 0 0,8 1 3 0,4-4-2 0,-6 6 0 15,6-6 0-15,-7 3-1 0,7-3-2 0,-6 5 1 16,6-5 1-16,-6 7 4 0,6-7-4 16,-5 4 8-16,5-4-5 0,-5 7-3 0,1-4 4 15,4-3 0-15,-6 6 0 0,6-6-4 0,-3 6 4 16,3-6-2-16,-5 10-2 0,5-10-3 0,-3 7 9 0,3-7-1 15,-2 5-4-15,2-5 1 0,-4 7-1 16,4-7 1-16,-4 10 1 0,4-10-3 0,-3 9-1 16,1-3 0-16,2-6 3 0,-4 8 0 0,1-2-6 0,3-6-2 15,-2 8 1-15,2-8 3 0,-4 8 4 0,4-8 1 16,-3 8 1-16,3-8-3 0,-2 7-3 0,2-7-5 16,-3 8 6-16,3-8 5 0,-2 6-6 0,2-6 4 15,-3 7-1-15,3-7-1 0,-1 7 0 0,1-7-5 16,0 0 7-16,0 9 1 0,0-9 6 0,0 0-3 15,-1 12 1-15,1-12 0 0,1 6-1 0,-1-6-9 16,0 0 10-16,2 11 3 0,-2-11-10 0,3 6 1 16,0-1 8-16,-3-5-2 0,2 9-6 0,-2-9 1 15,3 5 0-15,-3-5 1 0,5 9-6 0,-3-4 6 16,2-1-5-16,-4-4 2 0,7 10 0 0,-4-5 9 16,3 1-2-16,0 0 3 0,0-1-1 0,1 1 1 15,0-2-1-15,1 3-3 0,3-2-2 0,-2 0 0 16,3 0 2-16,-2 1 1 0,0-3-2 0,1 1-2 15,-1 0 0-15,-1 0-1 0,-1-2-1 0,0 1 7 16,1-1 0-16,-1 0-1 0,0 0-3 0,3 1 2 0,-2-2 3 16,-1 1-6-16,5-2 0 0,-4 3 0 15,-2-2 2-15,0 1 8 0,1-1-8 0,-8-1 1 16,12 2-14-16,-5-2 5 0,-7 0 9 0,12-2-5 0,-4 2 1 16,-8 0 1-16,18-3 5 0,-13 2 2 0,-5 1-8 15,11-1-1-15,-11 1 14 0,11-2-12 16,-4-1 0-16,-7 3 2 0,9-7-3 0,-4 5 2 15,1-2-5-15,1-1 7 0,-1 1 3 0,0 0-13 0,-3 1 7 16,-3 3 0-16,10-11 1 0,-7 8-9 0,2-2 3 16,-1 0 2-16,1 0-1 0,0 1 5 0,-1-1-6 15,-1-2-2-15,-3 7 1 0,10-9-2 16,-6 5 3-16,0-3-6 0,0 2 12 0,-4 5-1 16,6-8-7-16,-5 2 3 0,-1 6 1 0,7-9-2 0,-4 5 6 15,-3 4-3-15,4-10-1 0,-1 4-5 0,-3 6-2 16,1-11 7-16,-1 11-2 0,1-10 4 15,-1 10-3-15,-2-11 1 0,2 11-5 0,-2-12 5 0,0 6-1 16,1-2-3-16,1-1-6 0,-5 1 5 0,3 0 7 16,0-2 1-16,1 0-1 0,-2 3-9 0,0 0-1 15,1-3 8-15,2 10-8 0,-1-13-1 0,-1 5 6 16,0 1 3-16,2 7-2 0,-3-13 3 0,0 5 0 16,3 8-1-16,-2-11-1 0,2 11-9 0,-5-11 8 15,5 5 2-15,0 6 1 0,-5-9-4 0,2 3 2 16,3 6-1-16,-6-8 4 0,6 8-8 0,-4-9 7 15,4 9-7-15,-6-7 12 0,2 3-11 0,4 4 2 16,-9-6-8-16,9 6 8 0,-8-6-3 0,8 6 1 16,-10-4 4-16,4 2 1 0,6 2-10 0,-11-3 3 15,11 3 1-15,-9-3 4 0,9 3 0 0,-12-1-4 16,12 1 4-16,-12-1-1 0,4 1 6 0,8 0-7 16,-15 1 3-16,9 0 1 0,-2 2-6 0,8-3 5 15,-14 2 1-15,8 1 7 0,-1-1-10 0,7-2 0 16,-11 6 5-16,3-4-4 0,2 2-3 0,-2 0-1 0,-1 0 3 15,1 0-1-15,-1 0-4 0,0 2 4 0,3-2 4 16,-4 0 0-16,1 3-2 0,0-1-2 16,0-1 1-16,3-1 5 0,-2 2-4 0,1-2-4 15,2 2 0-15,-3-1 7 0,1 1-3 0,1-1-2 0,1-1 5 16,-2 2 2-16,0 1-10 0,1-3 5 16,1 1-5-16,0-2 7 0,1 3-2 0,4-6 1 0,-10 8-3 15,6-3 6-15,2 0-10 0,-2-1 4 0,4-4 6 16,-7 8-5-16,5-3 6 0,2-5-1 0,-6 6-2 15,6-6 4-15,-4 8-10 0,4-8 4 0,-4 7-3 16,4-7-3-16,-4 7 2 0,4-7-1 0,-1 8 6 16,1-8 0-16,0 0-1 0,-1 10 5 15,1-10-2-15,0 7 3 0,0-7-6 0,0 0 4 0,0 11-2 16,0-11 3-16,1 10-8 0,-1-10 12 0,1 8-13 16,-1-8 2-16,4 9 5 0,-1-5 3 0,-3-4 6 15,5 9-10-15,1-3 12 0,-2-1-3 0,0-1 4 16,0 1-2-16,3 1-11 0,-2 0 16 0,4 0 4 15,0 0 0-15,0 0-13 0,4 0 9 0,-3 0-7 16,2 0-1-16,0-2-4 0,4-1 11 0,2 5-10 16,-7-4 0-16,2 0 8 0,5 1-6 0,-2 0 1 15,-1-2-2-15,2 0 0 0,1-3 6 0,1 2-2 16,-6-2-12-16,3 1 6 0,3 0 0 0,-8-1 2 16,2 0 2-16,1 0-12 0,-2-1 4 0,0 1 8 0,-1-3-7 15,-1 3-10-15,1 0 14 0,-2-3 4 16,-1 3-10-16,3-3 3 0,0 0-1 0,-5 1 2 15,3-3-4-15,1 1 3 0,-1 0 6 0,-2 0-6 16,-2-2-7-16,5 1 4 0,-4-2 0 0,1 1-5 0,-1 0 8 16,0 0-6-16,-1 1 0 0,2-3-4 0,-3 1 7 15,0 2-1-15,-2-2 2 0,2 0 0 16,1 1 3-16,-2-1-6 0,-1-1 0 0,1 0 6 0,-3 2-5 16,1-4 11-16,-1 2-10 0,0 8-8 0,0-15 10 15,-1 8 1-15,-2 0 5 0,3 7-9 0,-4-15-2 16,2 8 0-16,-3-5 4 0,1 4 4 0,0-2-6 15,-1 1-6-15,0 0 1 0,-2 0 11 0,1-1-9 16,-2 0 0-16,1 1 2 0,-1 2 4 0,-1-2-14 16,0 1 7-16,0 0 5 0,-2 1 0 0,2 1 1 15,0 1-2-15,-4-2-5 0,0 1 5 0,-2 1-3 16,3 1 0-16,0 1 0 0,-6 1 0 0,1-1 8 16,-2 2-6-16,1 2 3 0,1-1-6 0,3 3 6 15,-2-1-2-15,2 1-2 0,2 1 3 0,-1 0-1 16,1 1-5-16,0-1-9 0,1 5-7 0,0-3-3 0,1 3-1 15,-4 1-10-15,1 1-1 0,-1 0-2 16,2 2-21-16,-1-1 10 0,-1 3-8 0,0-1-5 16,-2 0-15-16,5 3-4 0,-7 2-42 0,5-4-133 15,-1 0 60-15</inkml:trace>
  <inkml:trace contextRef="#ctx0" brushRef="#br0" timeOffset="-90139.14">18581 10320 26 0,'0'0'40'0,"0"0"-9"16,0 0-9-16,0 0-2 0,0 0-4 0,0 0-3 16,7-3-7-16,-7 3-3 0,0 0-4 0,0 0-7 15,0 0-2-15,0 0-17 0,0 0-29 0,0 0 14 16</inkml:trace>
  <inkml:trace contextRef="#ctx0" brushRef="#br0" timeOffset="-80646.79">18639 9658 16 0,'0'0'68'0,"0"0"-16"0,0 0 1 16,0 0-12-16,1-11 1 0,-1 11-6 0,0 0-1 15,0 0-2-15,0 0-4 0,0 0 3 0,3-8-13 16,-3 8-8-16,0 0-6 0,0 0-7 0,0 0-14 16,0 0-2-16,0 0-10 0,0 0-11 0,0 0-23 15,0 0-67-15,2-10 30 0</inkml:trace>
  <inkml:trace contextRef="#ctx0" brushRef="#br0" timeOffset="-79794.81">18808 9871 38 0,'0'0'60'0,"0"0"-4"16,1-7-13-16,-1 7-7 0,0 0-9 0,0 0-12 15,2-6-9-15,-2 6 0 0,0 0-12 16,0 0-12-16,0 0-1 0,0 0-22 0,4-6-45 16,-4 6 21-16</inkml:trace>
  <inkml:trace contextRef="#ctx0" brushRef="#br0" timeOffset="-77026.91">13838 9932 5 0,'0'0'57'0,"7"-9"-7"15,-7 9-4-15,3-7-2 0,-3 7-5 0,0 0-6 16,0 0-17-16,2-6-9 0,-2 6-12 0,0 0-9 16,0 0-9-16,0 0-2 0,0 0-14 0,0 0-42 15,0 0 20-15</inkml:trace>
  <inkml:trace contextRef="#ctx0" brushRef="#br0" timeOffset="-75313.11">13683 10211 9 0,'0'0'42'0,"0"0"2"15,0 0-4-15,0 0-9 0,0 0-6 0,0 0-10 16,0 0-2-16,0 0-14 0,0 0 2 0,0 0-7 16,0 0-9-16,0 0 2 0,0 0-3 0,0 0-1 15,0 0-9-15,0 0-27 0,0 0 12 0</inkml:trace>
  <inkml:trace contextRef="#ctx0" brushRef="#br0" timeOffset="-67020.33">14901 17463 7 0,'-9'0'25'0,"9"0"4"15,0 0 2-15,0 0 4 0,0 0-4 0,-13-2 0 16,13 2-9-16,0 0 6 0,0 0-8 0,-10-3 7 16,10 3-4-16,0 0 4 0,0 0 1 0,0 0-3 15,0 0 1-15,0 0-5 0,-10 0 4 0,10 0-11 16,0 0 2-16,0 0-4 0,-8-4 3 15,8 4 4-15,0 0 7 0,-8-3-4 0,8 3-11 16,-7-3 12-16,7 3-3 0,0 0-1 0,-12-3-7 0,12 3 5 16,-6-2-4-16,6 2-1 0,-11-2 3 0,11 2-3 15,-10 0 7-15,10 0-17 0,0 0 3 16,-15 0-3-16,15 0 3 0,-9-2 17 0,9 2-13 16,0 0 1-16,-9 0-4 0,9 0 8 0,0 0-13 15,0 0 3-15,-9 4-6 0,9-4 7 0,0 0-1 16,0 0 12-16,0 0-12 0,0 0-3 0,0 0 3 15,0 0-4-15,0 0-2 0,0 0-2 0,0 0 5 16,0 0-5-16,0 0 15 0,0 0 15 0,0 0 2 16,0 0-2-16,0 0 3 0,37-4-5 0,-25 3-5 0,-1 0 6 15,2 1 1-15,1 0-12 0,-1-2 6 16,-1 1-9-16,0 2 6 0,2-1-11 0,3 2 6 16,-5-1-2-16,0 0 0 0,1-2-4 0,1 2 5 15,-3 1-1-15,2-2-1 0,4 0 12 0,2 0 7 16,-1 0-5-16,-1 0 17 0,4 2-6 0,1-1-5 15,0-1 0-15,-1 1 4 0,7 1-8 0,-7-2 1 16,10 1 3-16,-4-2-4 0,4 2 4 0,-3 0-1 16,4 2 6-16,-2-4-3 0,2 1-3 0,2 0 0 15,0 3 3-15,-1-3-4 0,0 3 4 0,1-2 7 16,2 1-4-16,-3-1-1 0,3 0-2 0,0 2-2 16,1 0 2-16,1-1-3 0,2-2 1 0,11 1-7 15,0 2 0-15,3-2-3 0,1-2 1 0,-3 3 2 16,2-5-6-16,-2 1 1 0,2-3 0 0,1 2-7 15,0-3-2-15,0 5 9 0,-4-4-1 0,-1 3-1 16,-13-3-6-16,18 2 6 0,1-4-7 0,-5 3 4 16,2-2-3-16,-1 2 0 0,-2 0 2 0,-11 3 5 15,0-2-3-15,0 2 0 0,0-1-2 0,-2 2 1 16,0-1 2-16,1 1-8 0,-2 1 5 0,-4 1-5 16,0-2 5-16,-4-2 3 0,1 5 0 0,-3 1-4 15,-6-4 6-15,0 3-4 0,-1 0-2 16,3-3-3-16,-3 3 0 0,-3-2 5 0,3 0 0 15,-1 2 0-15,-4-3-5 0,-2 1 8 0,2-2-5 16,-3 2 3-16,-4-2-4 0,2 2-1 0,-9-1 13 0,13 0 5 16,-7 0-2-16,-6 0 0 0,9 1 3 15,-9-1-2-15,9 1 5 0,-9-1-3 0,0 0 4 0,0 0 0 16,0 0-1-16,10-1 1 0,-10 1-2 16,0 0 2-16,0 0-4 0,0 0-5 0,0 0 1 15,8 1-1-15,-8-1 0 0,0 0-3 0,0 0-5 16,0 0 7-16,0 0-3 0,0 0-4 0,0 0 7 15,0 0-5-15,0 0 2 0,0 0-3 0,0 0 3 16,0 0-4-16,0 0-3 0,0 0 2 0,0 0-2 16,7 2-1-16,-7-2-5 0,0 0 0 0,0 0 4 15,0 0-12-15,0 0-8 0,0 0-8 0,0 0-15 16,0 0-12-16,0 0-24 0,0 0-25 0,0 0-31 16,0 0-21-16,12 8-20 0,-12-8-21 0,4 6-44 15,-4-6-150-15,5 8-412 0,-5-8 183 0</inkml:trace>
  <inkml:trace contextRef="#ctx0" brushRef="#br0" timeOffset="-66085.38">18584 17471 36 0,'0'0'85'0,"0"0"-3"0,0 0-6 16,0 0-9-16,-9-3-9 0,9 3-6 0,0 0-8 16,0 0 5-16,0 0-7 0,0 0-3 15,0 0 0-15,0 0-10 0,0 0 5 0,20-12 0 16,-20 12 6-16,11-4-2 0,-11 4 13 0,15-1-12 16,-9-1-2-16,5 1-2 0,-4-2-11 0,5 2 6 15,-3-2 7-15,2 1-1 0,1 0 4 0,-2-1-8 16,4 2 4-16,-4-1-1 0,3 1 1 0,5-3-5 15,1 4 0-15,-2-4 4 0,2 4 6 0,-1-3-8 16,1 1 10-16,1 1 1 0,2 0 6 0,8-1 2 16,-4 0-7-16,4 2 5 0,-1-3 1 0,4-2-11 15,-2 3 6-15,-2-1-16 0,6 2 7 0,-2-1 1 16,-1 0-8-16,4 2 3 0,-2-2-4 0,2-1 1 16,4 1 6-16,-4 2 1 0,1-2-8 0,2 4 4 15,-2-4-7-15,2 2 0 0,-2 0-2 0,4 2-1 16,-3-4-4-16,0 2-2 0,2 3-1 0,-1-1 2 15,14 0-1-15,-2-4-3 0,-13 1 0 0,3 1 2 16,11 1 3-16,-13-1 2 0,-1-1-1 0,11 0 1 16,3-2-3-16,1 0-1 0,-3 1 4 0,-11 0 1 15,0 2-5-15,-2 0-3 0,2 0 3 0,12 0-2 16,-14 0 1-16,2 0-2 0,-2-1 2 0,1 1-2 16,-2 0 5-16,2-2-3 0,-2 4 0 0,0-2-1 15,0-2 2-15,-2-1 5 0,-1 1 4 16,1-1-5-16,-1 0-5 0,0 3 2 0,3-1-1 0,-2 2 8 15,-2-3-7-15,1 1-6 0,-1-1 1 0,-4 2-1 16,1 0 3-16,-7-1-4 0,6-2-4 0,-8 3 3 16,0-1-3-16,-3 2 1 0,-3-1-2 0,-4-1 0 15,2 1 12-15,-1 0-7 0,-3 1 4 16,-2 0-6-16,-6-1 5 0,12 0 1 0,-12 0 3 16,9 0-1-16,-9 0 6 0,9 2-2 0,-9-2 9 15,0 0-14-15,0 0-1 0,0 0-3 0,0 0 4 16,0 0-8-16,14 1 1 0,-14-1-7 0,0 0-15 15,0 0-14-15,0 0-14 0,0 0-28 0,0 0-25 0,0 0-34 16,0 0-31-16,0 0-34 0,0 0-36 16,0 0-180-16,-28 14-441 0,28-14 196 0</inkml:trace>
  <inkml:trace contextRef="#ctx0" brushRef="#br0" timeOffset="-65921.36">21397 17244 1934 0,'0'0'-33'0,"0"0"21"0,0 0 16 15,0 0-28-15,0 0-88 0,-22-11-34 16,22 11-1-16,0 0-12 0,0 0-59 0,0 0-236 0,0 0 105 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12:12.903"/>
    </inkml:context>
    <inkml:brush xml:id="br0">
      <inkml:brushProperty name="width" value="0.05292" units="cm"/>
      <inkml:brushProperty name="height" value="0.05292" units="cm"/>
      <inkml:brushProperty name="color" value="#FF0000"/>
    </inkml:brush>
  </inkml:definitions>
  <inkml:trace contextRef="#ctx0" brushRef="#br0">30623 2981 77 0,'0'0'74'0,"0"0"1"15,0-11 10-15,0 11-11 0,0 0-4 0,0-14-10 16,0 14 1-16,0 0-12 0,0-13-6 15,0 13-2-15,0 0-8 0,1-10 11 0,-1 10 10 16,0 0-3-16,0 0-10 0,0 0 9 0,-4-16-5 0,4 16-3 16,0 0-2-16,0 0 8 0,0-10-11 0,0 10 4 15,0 0 2-15,0 0-2 0,-1-7-6 0,1 7-1 16,0 0-2-16,0 0-6 0,0 0 0 0,0 0-9 16,0 0 0-16,0 0-9 0,0 0-2 0,0 0 5 15,0 0-8-15,0 0 4 0,0 0 4 16,2 34-4-16,0-20 4 0,-4 4-3 0,5 0 4 15,-4 8-6-15,1 1 2 0,-2 1 1 0,4 1-10 16,-2-2 5-16,-2 1 1 0,2 1 2 0,0-1-4 0,0 0 4 16,0 0-1-16,-1-2-6 0,4 0 4 15,-2-7 5-15,0 7 0 0,3-6-8 0,-4-2 3 16,2 0 1-16,1 0 0 0,-2-2-3 0,-1-2 4 16,0-2-1-16,0 0-3 0,1-1-1 0,-1 0 6 15,0-11-3-15,3 15 3 0,-3-15-5 0,1 12-2 16,-1-12-4-16,2 9 9 0,-2-9-11 0,0 0-3 15,0 0-5-15,1 8-14 0,-1-8-23 0,0 0-13 16,0 0-17-16,0 0-12 0,0 0-18 0,0 0-100 16,0 0-227-16,0 0 101 0</inkml:trace>
  <inkml:trace contextRef="#ctx0" brushRef="#br0" timeOffset="363.89">30561 3008 44 0,'8'-14'86'0,"-1"3"-2"0,4-3-14 16,5 0 2-16,7 1 10 0,2 1-16 0,0 2 0 0,-3 4-5 15,7 2-6-15,-7 1-5 0,6 2 0 0,-6 2-11 16,7 2 2-16,1 3 2 0,-4 2-8 0,0 2-6 15,-4 4-8-15,1 4 1 0,-3 1 15 16,-4 2-13-16,1 3 10 0,-5-1-12 0,-2 6 1 16,-4-1-5-16,-2 0 1 0,-2 3 2 0,-6 0-2 15,0 0-5-15,-6-2 6 0,0 0 0 0,-3-3-1 16,-4 1 4-16,-3-4 2 0,0-1-3 0,-5-2 3 16,2-2-7-16,-1-2 1 0,-6 0 1 0,2-4-3 0,0-2 3 15,0 0-5-15,1-4-6 0,8-3 3 0,2 4 3 16,-1-5-15-16,7 1 2 0,-2-1-14 15,3 0-19-15,-2-1-26 0,12-1-27 0,-16 2-28 16,16-2-97-16,-13 2-227 0,13-2 101 0</inkml:trace>
  <inkml:trace contextRef="#ctx0" brushRef="#br0" timeOffset="1235.83">31147 3289 91 0,'3'-8'126'0,"2"1"18"0,-2 3-4 0,-3 4-5 16,4-8-5-16,-4 8-18 0,4-7-11 15,-4 7-10-15,0 0-12 0,0 0-6 0,1-8-14 16,-1 8-3-16,0 0-6 0,0 0-10 0,0 0 2 15,0 0 2-15,-9 24-14 0,5-14 2 0,-1 0-8 16,0 5 4-16,1 0-4 0,-1 1 1 0,2-6-9 0,-1 6 6 16,2-4-13-16,-1 1 8 0,3 0-1 0,2-1-1 15,0-2-5-15,1 1-1 0,-1-2 1 16,2 3 1-16,3-3 1 0,0 0-2 0,3-3 0 16,-1 2 0-16,2-2-15 0,0-2 15 0,-2-1-1 15,5-2-5-15,-2 0 3 0,-1-3 7 0,1 0-8 16,0-1 5-16,-1-1-6 0,-1-2-1 0,4-3-1 15,-4 1 3-15,-1-5-5 0,0-1 2 0,-4 3 3 16,0-4-1-16,-1 2-2 0,0-2-4 0,-4 2-3 16,2-4-4-16,-3 6 5 0,-3-1-5 0,3 1 4 15,-5 1-2-15,2 2 2 0,-4-1-9 0,0 2 1 16,-2 1 2-16,1 1 2 0,-1 0 2 0,-1 3 0 16,3-2-2-16,0 3-3 0,2-1 5 0,6 2 0 15,-11-2-5-15,11 2 1 0,0 0 0 0,-8-3 5 16,8 3-7-16,-7-3 4 0,7 3-4 0,0 0-1 15,0 0-1-15,0 0 4 0,0 0-1 0,0 0 3 16,0 0 1-16,0 0 5 0,0 0-5 0,0 0 6 16,23-3 6-16,-23 3-3 0,21 0 7 0,-10-3-1 15,0 2 2-15,1 0-3 0,6 1 3 0,-6-1-4 16,2 1 2-16,-4-1-3 0,3 1 2 0,-2 0-1 16,1 2-1-16,1 0-11 0,-3 3 12 0,0 2-1 15,3 0-2-15,1 2 0 0,-1 4 2 0,-3-1 4 16,-1 2-6-16,-2-3 5 0,2 5 2 0,-1 0-8 15,-1-1 4-15,-2-1-1 0,-2-1 1 0,0 2 0 16,2 1-3-16,-4-4 2 0,2-1-6 0,0-1 5 16,-3 0-4-16,0-3 2 0,1-1 2 0,-1-6 1 15,-3 9 0-15,3-9-7 0,2 11 16 0,-2-11 18 16,0 0 7-16,0 6-2 0,0-6 5 16,0 0-11-16,0 0 2 0,0 0-5 0,0 0-3 0,-10-20-2 15,9 10-4-15,1-1 0 0,1-7-7 0,1 1 3 16,-1-3-13-16,4-4 1 0,0 4-4 0,2-6-4 15,3 4-3-15,0-3-1 0,-1 7-2 0,4 3 7 16,-4-1-7-16,-1 6 4 0,2 1-2 0,-4 2-1 16,-1 3 2-16,2 0-3 0,-7 4 1 15,10-2 0-15,-10 2 2 0,13 3 2 0,-7 5-4 0,1 1 7 16,0 2-2-16,-2 3 4 0,2 2-2 0,-1 1 0 16,-2-1-3-16,-2 3 7 0,0 0-1 0,1-2-2 15,-3-1 6-15,2 1-7 0,-6 0-9 0,6-1-6 16,-4-1-10-16,2-3-26 0,-1 0-28 15,1-1-18-15,0-11-16 0,1 19-8 0,-2-11-7 16,1-3-105-16,0-5-256 0,1 10 114 0</inkml:trace>
  <inkml:trace contextRef="#ctx0" brushRef="#br0" timeOffset="1552.16">31887 3366 25 0,'0'0'88'0,"0"0"-9"0,0 0 1 0,0 0 5 16,-12 23 0-16,8-13-4 0,0 0-10 0,0 2 2 0,3 0-13 16,-3-2-3-16,4 2-19 0,4-1 18 15,-1 1-4-15,2-1 1 0,0 0 0 0,3-1 6 16,6-1 3-16,-2 0 3 0,6-3-8 0,0-1 7 16,4-3-2-16,5-4 5 0,0-1-5 0,-8 0 8 15,1-3 0-15,1-1-2 0,-5-1-3 0,0-2-3 16,-4 0-7-16,-1-4-8 0,-1-1-3 0,-4-2-7 0,-2 1-1 15,-4-1-6-15,-4-1-9 0,-2-2-10 16,-7-6-1-16,0 4-2 0,-3 0-6 0,4 6-1 16,-2 0-5-16,-3 5 2 0,2-2-14 0,-1 5-15 15,-2 1-9-15,1 2-10 0,-2 3-15 0,1 4-10 16,-1 3-28-16,2 6-4 0,-6 3-22 0,1 4-11 16,1 3-96-16,0 4-253 0,6-1 112 0</inkml:trace>
  <inkml:trace contextRef="#ctx0" brushRef="#br0" timeOffset="1986.81">32110 3610 18 0,'6'-3'173'0,"3"-2"2"16,0-2-4-16,3-1-8 0,-3 0-13 0,0 0-12 15,0-1-17-15,2-4-5 0,3 1-21 0,-1 0 1 16,0 1-19-16,3-3-7 0,-3-1-6 0,0 1-8 15,1-1-5-15,3-6-3 0,-5 0-11 0,-3 6 2 16,-1 0-15-16,-2 0 8 0,-2-1-4 0,-2 4-7 16,0-1 1-16,-3 2-2 0,0 0-6 0,-3 1 3 15,0 2-4-15,0 1-4 0,-4-1 2 0,1 2-2 16,-4-1-2-16,0 3-3 0,2 1-1 16,0-1-1-16,1 2 4 0,8 2-9 0,-15 0 6 0,15 0-3 15,-9 0 1-15,9 0-8 0,0 0 6 0,0 0-6 16,0 0 1-16,0 0 2 0,-6 3 0 0,6-3-2 15,0 0 3-15,0 0-1 0,29 10 3 0,-16-8 1 16,9 0 0-16,-3-1-2 0,3 1 4 0,4-2 1 16,-8 2 1-16,-4-2-8 0,0 1 6 15,-2-1-4-15,-1 1 2 0,-2 1-2 0,-1-1-2 0,0 2 4 16,-3 1-2-16,0 0 1 0,0 2 0 0,3 3 3 16,-5 1 1-16,0 5 5 0,-2 2 3 0,-1 2 4 15,0-3-2-15,-1 3 1 0,0 6-2 0,-2-5-1 16,1 5 0-16,-2-6-11 0,-1 8-14 15,1-3-36-15,0 0-21 0,2-3-59 0,-4 4-45 16,-3 2-111-16,-1-4-308 0,4-4 136 0</inkml:trace>
  <inkml:trace contextRef="#ctx0" brushRef="#br0" timeOffset="3050.58">31260 4183 4 0,'0'-11'204'0,"-2"1"-14"0,0-2-8 15,-2-2-16-15,1 2-18 0,-5 2 2 0,2 1-14 16,-3-1-6-16,0 2-14 0,-3 0-15 0,-1 4-6 16,1 0-12-16,-4 1-9 0,1 3-10 0,0-2-7 15,-4 9-4-15,-1 1-3 0,0 0-6 0,-2 9-3 16,0 0-2-16,3 3-6 0,1 0-6 16,3-1-1-16,0 1-2 0,3 5-3 0,4-9-2 0,3 2-4 15,3-2 1-15,2 2-1 0,1-3-3 0,3 2 5 16,1-3-9-16,3 4 3 0,0-8 0 0,4 2-2 15,1 0-1-15,1-1-2 0,1-3 4 0,1-1-6 16,-1-1 2-16,-2-2 3 0,0-2-4 0,-1-4 0 16,1 1 2-16,-1-4-1 0,0 0-2 15,-1-1 3-15,2-4 2 0,-3 1-6 0,-4-7-1 16,2 0-4-16,-1 0 2 0,1-2-1 0,-4 0-1 0,-2-3 5 16,1 2-1-16,0 0 10 0,-3 3-10 15,1 3 8-15,-1 3 1 0,-1 1 7 0,-1-1-1 0,2 10-4 16,0-9-4-16,0 9-2 0,2-9-5 0,-2 9-1 15,0 0 4-15,0 0-4 0,0 0 2 0,-8 24 0 16,7-7 1-16,-2 2 1 0,0 0-2 16,1 5 0-16,1 1-2 0,-1 3 3 0,4-3-7 15,-1-2-7-15,3-3-20 0,0 5-4 0,1-7-36 16,-1 0-25-16,1 0-30 0,1-2-21 0,-1-4-29 16,1 0-147-16,-2-1-348 0,0-2 155 0</inkml:trace>
  <inkml:trace contextRef="#ctx0" brushRef="#br0" timeOffset="3395.82">31329 4304 40 0,'3'-6'149'0,"-3"6"-23"0,0 0-14 0,0 0-2 16,0 0 3-16,14 9-9 0,-12-2-6 0,1 2-5 15,-1 1 3-15,1 0-11 0,-2 2-4 0,2-1-13 16,-2 1 0-16,-1-1-7 0,2-2-6 0,-2-9-14 15,1 17 12-15,0-9-14 0,-1-8 0 0,0 0-4 16,-1 14 2-16,1-14 19 0,1 5 11 0,-1-5 5 16,0 0-4-16,0 0-7 0,0 0-10 0,0 0-3 15,0 0-7-15,14-23-5 0,-10 11-4 0,4-3-2 16,-2-2-6-16,4 1-2 0,-1-2-7 0,3 2-2 16,0-5 0-16,1 9-7 0,-4 2 0 0,-1 2 0 15,-2 0 0-15,2 3 0 0,-3 0-9 0,1 2 5 16,-6 3-5-16,0 0 1 0,14 4 1 0,-14-4-6 15,7 11 4-15,-1 0 3 0,-3 1 11 0,-1-1-9 16,-1 8-10-16,2-1-16 0,-2 0-17 0,1 0-24 16,0 0-28-16,2-1-24 0,0 1-25 0,-1 0-24 15,3-1-121-15,-2-1-312 0,-1-6 139 0</inkml:trace>
  <inkml:trace contextRef="#ctx0" brushRef="#br0" timeOffset="3826.06">31975 4330 189 0,'2'-9'191'16,"0"2"11"-16,-2 0-21 0,0 7-7 0,-2-11-13 15,2 11-13-15,-5-11-14 0,5 11-19 0,-5-3-7 16,5 3-16-16,-12 0-7 0,12 0-11 0,-28 11-4 16,10-2-11-16,-1 2-2 0,-3 3-10 0,0 0-2 15,6 0-7-15,2-3 2 0,1 2-8 0,2 1-5 16,2-1-3-16,5-4-11 0,0 3-2 0,2-3-3 15,0 0-8-15,2-9 0 0,0 14 0 0,0-14-4 16,7 15-5-16,-3-10 1 0,2 0-4 0,-6-5 7 16,17 4 0-16,-17-4-3 0,18-4 3 0,-7-2-12 15,-1-2 4-15,4-1-2 0,-2-5 6 0,-1-2-6 16,5-6 2-16,-7-2-1 0,0-1 4 0,-1-1-1 16,0-4 3-16,-1 0-1 0,-4-2-1 0,4-2 7 15,-5 3-1-15,2-1 6 0,-3 1 5 0,2 2 9 16,-3 3 0-16,1 8 9 0,0 1 13 0,1 6 9 15,0 0-1-15,-2 4-3 0,0 7-7 0,2-10-2 16,-2 10-11-16,0 0-7 0,0-7 0 0,0 7-2 16,0 0 1-16,0 0-1 0,-4 39-3 0,6-13 1 15,-2-1 1-15,-2 5-1 0,0-3-1 0,5 1-1 16,0 2 0-16,-2-2 0 0,4 0-3 0,0 1-11 16,3 1-25-16,-1 0-24 0,0-1-28 0,-3 2-34 15,5-2-47-15,-4 1-30 0,-4 1-139 0,-6-1-360 16,1-1 160-16</inkml:trace>
  <inkml:trace contextRef="#ctx0" brushRef="#br0" timeOffset="4448.92">30511 5355 43 0,'5'-8'213'0,"-5"8"-19"0,3-11-15 16,-3 11-24-16,3-8-16 0,-3 8-17 0,0 0-14 15,0 0-14-15,0 0-3 0,0 0-3 0,0 0-8 0,-10 42-1 16,4-17-3-16,-4 0-3 0,2 0-6 16,2 0-7-16,1 2-4 0,-3-3-8 0,3-5-3 15,0-5 2-15,2 0-8 0,-1-4-5 0,3 0-3 16,-1-3 0-16,-1-2 4 0,-1 1 15 0,4-6 17 0,-2 8 11 15,2-8-3-15,0 0-9 0,0 0-8 16,0 0-4-16,0 0-2 0,-1-27-10 0,3 10-4 16,2-2-7-16,3-9 0 0,0 0-6 0,3-3-2 15,3-2-9-15,5-12-3 0,4 2 4 0,-3 0-3 16,-4 12-2-16,7-10 1 0,-6 12-4 0,4-1 0 16,-1 4-1-16,-5 2-1 0,2 4-5 0,-4 7 3 15,-6 5-6-15,1 0-1 0,1 3-1 0,-4 0-1 16,2 2 1-16,-6 3 0 0,0 0 1 0,15 8-1 15,-8 2 5-15,1 4-2 0,1 4 0 0,0 9 0 16,-3 2 4-16,3-3 1 0,-1 1 3 0,-2 3 1 16,-2 1 2-16,3 3 1 0,-2-3-2 0,-3-3 0 15,4 3-1-15,-3-4 2 0,4 0 0 0,-5 0-6 16,2-7 6-16,-1-3-5 0,-2 1-8 0,2-2-26 16,-2 1-24-16,-2-5-16 0,1 1-29 0,-2-1-29 15,0-1-35-15,-5-1-38 0,2-2-186 0,-6-2-419 16,0 0 185-16</inkml:trace>
  <inkml:trace contextRef="#ctx0" brushRef="#br0" timeOffset="4623.42">30404 5502 33 0,'-3'-3'173'0,"3"3"-14"0,0 0-21 0,21-8-10 16,-8 6-19-16,8-2-6 0,10 1-15 0,0-1-15 15,2 3-24-15,1-1-30 0,4-1-27 0,0 3-26 16,-1-2-20-16,1 0-25 0,1-3-71 0,-4 3-162 16,1 0 72-16</inkml:trace>
  <inkml:trace contextRef="#ctx0" brushRef="#br0" timeOffset="4842.26">31140 5360 15 0,'8'-9'131'0,"-2"1"8"0,-2 2 14 0,0 0-1 16,-2 2-8-16,-2 4 3 0,4-10-6 0,-4 10-5 15,1-10-5-15,-1 10-7 0,0 0-10 0,-3-11-17 16,3 11-5-16,-9-3-9 0,9 3-11 0,0 0-5 16,-30 16-2-16,10 0-5 0,-1 4-5 0,5-1-6 15,-1 1-3-15,2 2-2 0,2-5-9 0,3-1 4 16,1 1-2-16,1 0-6 0,3-1-6 0,3 0-7 16,3 0-12-16,1 1-20 0,3-5-13 0,3 1-25 15,1 0-37-15,4-2-21 0,1 0-17 0,4-4-17 16,0-1-12-16,2-3-2 0,3 0-105 0,3-6-282 15,-5 0 124-15</inkml:trace>
  <inkml:trace contextRef="#ctx0" brushRef="#br0" timeOffset="5484.9">31462 5379 45 0,'3'-12'162'0,"-5"2"-1"16,2 1-4-16,0 9-5 0,-2-12-1 0,-1 7-5 15,3 5-10-15,-3-8-15 0,3 8-10 0,-10-2-11 16,10 2-2-16,-25 15-6 0,6 2-4 15,-2 3-1-15,-2 2-3 0,4 1-10 0,0-2-3 16,6 1-10-16,0-1-3 0,7-2-5 0,2-2-6 0,3 2-8 16,1-2 4-16,6 0-7 0,7-2-5 0,0-2 1 15,10 2-5-15,1-2 1 0,3-6 0 0,2 1-7 16,2-2 0-16,0-4-7 0,-1-4 2 0,2 0-5 16,-1-4-9-16,-11 0-2 0,8-3-2 15,-2-2-2-15,-9 1-1 0,2 1-7 0,0-9-2 0,2 0 7 16,-5 4-7-16,-2-7 0 0,-1-1 1 0,-4 3 5 15,-3 4 3-15,-2-3-5 0,-1 2 5 0,-2 0 9 16,-2 4-1-16,-3-2 3 0,-1 0 4 16,-2 3 4-16,-1 1-5 0,-2 3 2 0,1 0-3 0,-2 4 1 15,3 4-4-15,-3 1 1 0,-3 3-1 0,4 0-2 16,-6 7-2-16,3 2 4 0,1 0-1 0,0 1 0 16,3 1 1-16,3-1-1 0,-1 1-1 15,2 2 0-15,5-2 1 0,4 0 2 0,1 0 1 16,4 0-5-16,2-2 5 0,2 1 0 0,3-4-6 0,3-1 1 15,5 2-2-15,-4-5 2 0,6-1-4 0,-4-3-9 16,6 0-3-16,-5-4-7 0,-4-2-3 0,3-1-10 16,-3-1 1-16,2-4 1 0,3-2-4 0,-9 0-2 15,6-6 4-15,-7 2-1 0,4-6 8 0,-3-1 4 16,-2-4-3-16,-3-3 5 0,1 0 5 0,1 0-2 16,-5-2 6-16,0 0 4 0,-1 2 1 0,2-3 17 15,-1 7 4-15,-2-3 4 0,1 4 5 0,-3 4 19 16,-1 4 6-16,-1 0 0 0,2 5 11 0,0 1 5 15,-2 4-7-15,0-1-5 0,-1 7-11 0,3-11-5 16,-3 11-6-16,0 0-3 0,0 0-1 0,0 0-1 16,0 0 4-16,-2 38 7 0,1-19 0 0,-1 12 9 15,-4-2 1-15,1 6 1 0,-1 0 1 0,-2 12-2 16,2-11-2-16,-1 12 1 0,1-14-15 0,-1 11 8 16,3-10-3-16,0 1-9 0,0 9-8 0,-1-10 6 15,2-2-5-15,-2 2-10 0,1-4-21 0,1-3-29 16,-1 1-20-16,1-1-21 0,-2-2-33 0,1-6-35 15,0-4-47-15,-2-2-22 0,2-2-25 0,-2-4-140 16,2-2-415-16,4-6 185 0</inkml:trace>
  <inkml:trace contextRef="#ctx0" brushRef="#br0" timeOffset="5715.05">32015 5502 1193 0,'7'-25'37'16,"2"-1"34"-16,-4 9-22 0,1 3 2 0,6 1-15 15,-6 4-3-15,3-1 1 0,8 0 8 0,-2 1 2 16,4 3 7-16,0-1-2 0,8 7-2 0,-9 0-2 16,1 1 0-16,-6 2-6 0,5 3-5 0,-3 1-2 15,-2 1-2-15,-4 0-3 0,0 3 0 0,-4 0-4 16,0 3 1-16,-1-1-1 0,-9-1-8 0,0 4 7 16,-7 1-11-16,-8 4 1 0,-2-4-4 0,-2 0-14 15,-2-2-19-15,0 1-20 0,-1-4-20 0,0-1-34 16,-1-1-30-16,2-1-32 0,1 1-110 0,7-6-293 15,0-1 129-15</inkml:trace>
  <inkml:trace contextRef="#ctx0" brushRef="#br0" timeOffset="5999.42">32435 5321 1986 0,'14'-22'21'0,"-9"2"44"0,0 2-23 16,-4 0-8-16,1 4 8 0,-1-2-8 0,-4 0 5 15,2 2 24-15,0 4 18 0,-1 0 11 0,1 0 5 16,0 2-1-16,1 8-9 0,-2-9-11 0,2 9-13 16,-1-9-5-16,1 9-11 0,0 0-6 15,0 0-3-15,0 0-7 0,-4 30 2 0,-3-2-4 0,0 1-1 16,1 3-4-16,0 3 0 0,-2-2-1 0,2 1-1 16,-5 0 1-16,6-2-9 0,-4-1 3 0,2 2-5 15,0-5-5-15,-1-1 5 0,3-1-16 0,-1 0-18 16,1-7-23-16,4-2-14 0,-2-1-17 15,1-3-29-15,-1-3-32 0,3-10-18 0,-5 18-18 16,5-18-11-16,-5 11-16 0,1-7-23 0,4-4-114 0,0 0-364 16,0 0 162-16</inkml:trace>
  <inkml:trace contextRef="#ctx0" brushRef="#br0" timeOffset="6325.71">32263 5393 124 0,'0'-12'138'0,"0"12"-10"0,0 0-4 0,14-11-5 0,-3 10-9 16,3-2 0-16,4 1-4 0,2 1-7 0,8 3-7 16,-5-3-15-16,5 0 2 0,-8 3-16 15,0 0-6-15,-1 1-8 0,-1 4 0 0,-5-2-8 16,-4 2-2-16,1 3 1 0,0-4-7 0,-4 4-1 16,1 0 0-16,-3 2-5 0,1 0 2 0,-2 0-4 0,-2 0-3 15,1 4 3-15,3-1-7 0,-3-4-5 0,0-2 1 16,1 2 2-16,-1-3-1 0,0 0-3 15,3-3 3-15,-3-1 1 0,-2-4 9 0,8 8 3 16,-2-5 9-16,1-3 3 0,-7 0-2 0,16-1-1 16,-4-2 1-16,-12 3-2 0,0 0 1 0,0 0-2 0,46-38-2 15,-46 38-7-15,20-28 1 0,-20 28-6 0,16-35-2 16,-9 11-11-16,-7 24-12 0,4-35-15 0,-4 35-9 16,0 0-20-16,-1-43-30 0,-6 32-28 0,0 4-40 15,-5-1-35-15,-5 4-130 0,-4 2-336 16,-2 2 149-16</inkml:trace>
  <inkml:trace contextRef="#ctx0" brushRef="#br0" timeOffset="6727.41">32768 5612 237 0,'0'0'238'0,"31"-21"-16"16,-31 21-11-16,20-20-7 0,-20 20-14 0,21-28-20 15,-21 28-14-15,22-29-11 0,-22 29-12 0,16-32-15 16,-10 13-11-16,-6 19-12 0,13-38-11 0,-13 38-2 16,8-32-14-16,-8 32-3 0,1-33-10 0,-1 33 0 15,0 0-7-15,0 0-5 0,-7-46-5 0,7 46-5 16,0 0-2-16,-16-27-30 0,16 27-3 0,0 0-2 16,0 0 3-16,-19-19-3 0,19 19 1 0,0 0-2 0,0 0-8 15,0 0-6-15,0 0 3 0,0 0-2 16,0 0 2-16,0 0 1 0,0 0 10 0,0 0-6 15,0 0 0-15,0 0 3 0,0 0 0 0,73 0 3 16,-73 0 0-16,41 3-2 0,-41-3 0 0,0 0 2 16,51 5-1-16,-51-5 1 0,0 0-2 0,0 0 0 15,37 6 1-15,-37-6 5 0,0 0-4 0,17 17 5 16,-17-17 0-16,0 0 3 0,0 0 2 0,12 35 1 16,-12-35 2-16,4 27 3 0,-4-27 1 0,0 0-6 15,-4 54 0-15,4-54 1 0,-2 38-6 0,2-38-21 16,-6 38-19-16,6-38-37 0,-4 37-45 0,4-37-50 15,-3 36-203-15,3-36-405 0,-1 31 179 0</inkml:trace>
  <inkml:trace contextRef="#ctx0" brushRef="#br0" timeOffset="7249.44">30268 6391 110 0,'-2'-11'216'0,"1"1"-9"0,1 4-14 15,0 6-16-15,-3-10-20 0,3 10-18 0,-1-8-13 16,1 8-12-16,0 0-16 0,0 0 0 0,0 0 0 16,-2 28-1-16,4-11-5 0,-2 7-12 0,-2 2-4 15,-1 2-6-15,-1-2-9 0,1 3-6 0,1-1-8 16,-1-1 0-16,1 0-2 0,0-1-12 0,0-2-17 15,-2-4-11-15,1 4-25 0,1-3-26 0,-2-3-30 0,3 0-32 16,-2-1-33-16,1 0-33 0,-1-3-142 16,1-4-341-16,2-10 150 0</inkml:trace>
  <inkml:trace contextRef="#ctx0" brushRef="#br0" timeOffset="7410.39">30357 6297 2067 0,'2'-28'5'0,"-2"1"-8"0,1 10-4 0,-1 5 4 16,0 1-19-16,0 1-25 0,2 4-30 0,-2 6-8 0,1-8 8 15,-1 8-30-15,0 0-8 0,0 0-3 16,0 0-118-16,0 0-255 0,3 31 114 0</inkml:trace>
  <inkml:trace contextRef="#ctx0" brushRef="#br0" timeOffset="7908.31">30539 6683 144 0,'0'0'160'0,"0"0"-1"0,0 0 0 16,0 0 9-16,0 9 4 0,0-9 0 16,0 0 1-16,0 0-2 0,0 0-7 0,0 0-7 0,0 0-16 15,0 0-15-15,0 0-12 0,0 0-11 16,-12-18-12-16,9 8-10 0,2 0-13 0,-3-2-3 15,-1-5-10-15,3 0-9 0,1 0-6 0,4-4-4 0,-1-3-10 16,2-3-10-16,1 3-5 0,2 5 0 16,2 2-5-16,-3 4 0 0,-1 2-1 0,2 1-6 15,-1 1-3-15,7 2 5 0,-2 4-1 0,3-1-4 16,-1 7 1-16,2 0 2 0,2 3-4 0,1 4 2 0,-3 4 0 16,-1 2-15-16,3 3 3 0,-2 1 4 0,1 2-5 15,-5-5 3-15,-2 1 3 0,1-1 6 0,-2-1-6 16,3 0 4-16,-4-2-2 0,-3-3 3 15,1-1-5-15,-4-3 1 0,2-1-1 0,-1 1 3 16,-2-7 5-16,3 6-1 0,-3-6 4 0,0 0-2 0,0 0 0 16,0 0 5-16,0 0-4 0,0 0 3 0,0 0-3 15,-16-24-2-15,15 12-1 0,2-2-1 0,3-3-1 16,1 1-4-16,3-2 0 0,5-6 3 16,2 1 0-16,0 4 0 0,-3 5 1 0,2 1-2 15,0 1-1-15,-1 5 1 0,1-2-1 0,-3 6 3 0,1 0-2 16,-2 5-1-16,2-1-1 0,-2 4 5 0,-1 2 1 15,1 2 3-15,-2 2-4 0,1 3 2 0,1 2-3 16,-4 0 7-16,1 2-1 0,-4-1-2 0,0 2 0 16,-2-2-12-16,1 2-16 0,-4-2-32 15,2 2-31-15,0-2-32 0,0 1-35 0,-1-6-38 0,0-2-114 16,-2 0-338-16,3-10 150 0</inkml:trace>
  <inkml:trace contextRef="#ctx0" brushRef="#br0" timeOffset="8139.79">31251 6261 95 0,'1'-11'228'0,"1"1"-7"0,-1 2-22 16,0 4-24-16,-1 4-21 0,0-9-19 0,0 9-11 16,0 0-5-16,0 0-7 0,5 23 0 0,-2-4-2 15,-2 9-7-15,-1 3-5 0,-2 3-11 0,2 14-9 16,-3-3-4-16,-1-11-8 0,-2 10-7 0,3-9-10 15,-4-3-1-15,4 1 3 0,-3-1-19 0,1 13-21 16,-1-15-17-16,0-1-29 0,1-4-20 16,1 0-39-16,0-5-44 0,-1-1-36 0,0-1-166 15,-3-1-368-15,0-3 163 0</inkml:trace>
  <inkml:trace contextRef="#ctx0" brushRef="#br0" timeOffset="8381.83">31284 6427 163 0,'7'-9'164'0,"4"0"-7"0,1 2-17 0,3 4 1 0,3 0-14 16,-1 3-10-16,-5 3-14 0,-1 0-5 0,1 4-13 16,1 2-5-16,-4 5-6 0,0 3-9 0,-4-2 0 15,0 0-12-15,-3 3-6 0,-2-1-1 0,-4 0 0 16,-1 2-10-16,-5-2-5 0,-3 5-14 0,-1-8-8 15,-4 3-15-15,0-5-11 0,1 1-19 0,-1-4-18 16,0 0-30-16,2-2-15 0,-2-1-27 0,1-2-115 16,3-2-260-16,4-2 116 0</inkml:trace>
  <inkml:trace contextRef="#ctx0" brushRef="#br0" timeOffset="8751.2">31498 6493 14 0,'4'-3'227'0,"-4"3"-9"0,5-4-16 0,-5 4-14 0,4-7-18 16,-4 7-20-16,0 0-14 0,0 0-18 0,0 0-7 15,0 0-11-15,0 0-11 0,-9 31-7 0,6-20-10 16,-2 6-4-16,5-5-9 0,0-1-5 16,1 2-3-16,1-1-9 0,1-1-7 0,1 0-5 15,1-1-5-15,2-1-3 0,3 0-8 0,0-3-2 0,2-2-3 16,2-3-2-16,-1-1-6 0,1 0 5 0,2-6-1 15,1 0 3-15,-2-2-3 0,-1-1-5 0,-4 0-2 16,2-5 2-16,1 0 2 0,-4-2 2 0,0 2-1 16,-3-3 2-16,-1 0 3 0,0 0-2 0,-1 0 6 15,-1 5 7-15,1-2-1 0,-3 3 11 16,0 2-2-16,0 1 10 0,1 2-1 0,-2 6-8 0,3-10-5 16,-3 10-4-16,0 0-2 0,3-5-3 15,-3 5 0-15,0 0 0 0,0 0-2 0,-4 23 0 0,2-10-3 16,-1 2 1-16,3 1-2 0,3 1 0 0,0 1 1 15,0-1-11-15,2-1-12 0,1 2-26 0,1 0-17 16,2-2-45-16,0-3-56 0,1 1-39 0,-2-4-164 16,1 0-389-16,-2-5 172 0</inkml:trace>
  <inkml:trace contextRef="#ctx0" brushRef="#br0" timeOffset="9431.94">31913 6628 106 0,'7'-17'167'0,"-2"-1"-9"16,1-6-11-16,-2 5-2 0,1-8-8 0,0 0-15 15,-1 2-6-15,2 0-11 0,-6-2-13 0,0 8-5 0,-1-7-8 16,0 8-2-16,-4 2-4 0,2 0 4 0,1 3-2 16,-1 4-10-16,-2-2-4 0,0 3-6 0,0 2-10 15,-4-1-4-15,4 4-1 0,5 3-5 16,-11-6-5-16,11 6-6 0,-10 0-5 0,10 0 3 15,0 0-4-15,0 0-4 0,-7 8-2 0,7-8-1 16,0 0-2-16,15 17-3 0,-5-12 1 0,7 3-1 0,-1-2-1 16,6 0 1-16,-3-2-4 0,4-1-1 0,-2 1-2 15,-3 1 2-15,-2 0-4 0,-5-1 8 0,0 1-7 16,-3-2 2-16,2 2 0 0,-5 0 0 16,0 2 6-16,-2-1-3 0,-1 4 2 0,-1 2 1 0,-1-1 3 15,-1 5-1-15,-1 2 2 0,-1-7-3 0,-3 5 0 16,4 2-1-16,0-4 3 0,1-1-6 0,1 2 6 15,1-2-1-15,1-1-5 0,1 1 2 16,1-3-5-16,0-2 4 0,2-1-3 0,-2-2-1 16,4 3 2-16,-1-3 1 0,3-4-1 0,-1 2 4 15,5-3-1-15,-2 0-2 0,8-1-4 0,-7-2 2 0,4-4 4 16,-6 1-2-16,3-2-2 0,-2 0-1 0,-2-5 1 16,-1 0-2-16,0-3 0 0,-3 0 0 0,-1 1-1 15,-1 1 2-15,-1-4 0 0,2 1 3 16,-1 4 0-16,-6 2 17 0,2 2 1 0,2-1 3 15,-2 10 4-15,-2-12-8 0,2 12-1 0,0-10-2 0,0 10-6 16,0 0 1-16,0 0-4 0,0 0-3 0,0 0-1 16,-8 23 5-16,5-8-2 0,-2 3 2 0,1 0-1 15,0 0-5-15,2 0-11 0,0-1-8 16,2 1-14-16,-2-1-23 0,3 2-26 0,2-4-50 16,-1 0-18-16,1-4-33 0,-1 1-158 0,1-5-364 0,3 2 162 15</inkml:trace>
  <inkml:trace contextRef="#ctx0" brushRef="#br0" timeOffset="9591">32233 6267 8 0,'0'0'12'0,"0"0"-16"0,0 0-3 15,10 19 1-15</inkml:trace>
  <inkml:trace contextRef="#ctx0" brushRef="#br0" timeOffset="9828.42">32502 6222 146 0,'0'0'213'15,"0"-11"-4"-15,3 4-4 0,-3 7-6 0,1-11-10 16,-1 11-19-16,3-5-18 0,-3 5-19 0,0 0-12 15,2-6-19-15,-2 6-6 0,0 0-8 0,0 23-6 16,-1-5-4-16,-3 9 23 0,2 2-8 0,-3 2-7 16,-2 1-10-16,-2 1-8 0,0 1-9 0,0-5-1 15,3 4-3-15,-4-8-3 0,3 7-9 0,1-5-4 16,1-1-4-16,0-2-10 0,1-6-18 0,-1-3-11 16,-2 1-23-16,4 0-17 0,0-3-14 0,0 0-31 15,1-3-30-15,1-2-50 0,-1-2-41 0,2-6-167 16,0 0-409-16,0 0 182 0</inkml:trace>
  <inkml:trace contextRef="#ctx0" brushRef="#br0" timeOffset="10117.14">32316 6467 1633 0,'-9'-8'10'0,"4"3"-7"0,-3-2 9 0,4 4-4 0,4 3-11 15,-9-6-5-15,9 6-3 0,0 0 0 0,0 0 10 16,0 0-4-16,14-7 2 0,-2 5 0 0,1 2 22 15,6-1-17-15,2 2 9 0,6-1-3 0,3 2 1 16,-3-2 1-16,-4 1 2 0,3-1-2 16,-4 0 2-16,-1 0 13 0,-2-3-10 0,-5 3 8 0,0 0 2 15,-4 0 3-15,3-1 1 0,-7 1 0 0,-6 0 1 16,12 0 1-16,-12 0-2 0,10 0-2 0,-10 0 0 16,0 0-7-16,12 6 0 0,-10-3 1 0,-1 2-2 15,2 3 2-15,0 2-3 0,-2 1 1 0,1 1-3 16,0 4 3-16,-2-3-3 0,0 2 0 0,2 0-18 15,-2 2-28-15,0-2-24 0,-4-3-33 0,2 1-38 16,1-2-51-16,-6 4-119 0,3-3-317 0,-2-3 141 16</inkml:trace>
  <inkml:trace contextRef="#ctx0" brushRef="#br0" timeOffset="10284.89">32532 6284 1735 0,'-4'-17'27'0,"0"-3"-28"0,2 7 23 0,-1 4-15 16,0-1-33-16,1 5-38 0,2 5-17 0,0 0-1 15,0 0 2-15,0 0-12 0,0 0-23 0,0 0-94 16,20 24-225-16,-12-8 99 0</inkml:trace>
  <inkml:trace contextRef="#ctx0" brushRef="#br0" timeOffset="10833.64">32727 6531 166 0,'0'0'215'0,"0"0"-8"0,0 0-12 15,0 0-10-15,0 0-11 0,0 0-21 16,0 0-12-16,0 0-18 0,0 0-13 0,0 0-13 16,0 0-3-16,0 0-20 0,53-41-15 0,-53 41-11 15,18-19-6-15,-18 19-5 0,23-25-3 0,-23 25-4 0,0 0-3 16,18-27 0-16,-18 27-4 0,0 0 1 0,0 0-3 15,8-24 1-15,-8 24-4 0,0 0 6 0,0 0-2 16,0 0-7-16,0 0-1 0,0 0 0 16,0 0-5-16,0 0 2 0,0 0-2 0,0 0-1 15,0 0 1-15,0 0-2 0,-72 5 0 0,60 8-2 16,-2-2 1-16,4 3-2 0,0 2 5 0,-1-1-3 0,5-1 0 16,1-2-3-16,4 1 1 0,1-13 3 0,0 0-6 15,0 0 3-15,0 0-1 0,19 56 0 16,-19-56 2-16,20 15-2 0,-20-15-2 0,35 8 0 15,-35-8 3-15,42 6 5 0,-42-6-11 0,42-2 1 16,-42 2 4-16,41-5-6 0,-41 5 2 0,37-12-2 16,-37 12-2-16,32-21 3 0,-32 21 2 0,29-22 1 15,-16 5-1-15,-13 17-4 0,22-32 1 0,-11 10 1 16,-11 22-2-16,18-36 1 0,-18 36 1 0,11-27 4 16,-11 27 5-16,0 0 3 0,9-33 7 0,-9 33 0 15,0 0 6-15,0 0-8 0,0 0-3 0,6-26-3 16,-6 26-3-16,0 0-1 0,0 0 1 0,0 0 0 15,0 0-2-15,0 0-1 0,0 0-1 0,0 0 0 16,-45 77 2-16,45-77-2 0,-17 35 1 0,17-35-1 16,-14 37-1-16,14-37 4 0,-12 34-2 0,12-34-2 15,-12 32 4-15,12-32 0 0,-8 31-3 0,8-31-1 16,-11 30 0-16,11-30 3 0,0 0-4 0,-10 33 0 16,10-33-5-16,0 0-21 0,-12 30-20 0,12-30-21 15,0 0-28-15,-10 22-29 0,10-22-29 0,0 0-55 16,0 0-128-16,0 0-362 0,0 0 161 0</inkml:trace>
  <inkml:trace contextRef="#ctx0" brushRef="#br0" timeOffset="10999.53">33192 6670 99 0,'0'0'283'0,"0"0"-13"0,0 0-20 0,0 0-21 16,0 0-22-16,0 0-25 0,0 0-17 15,0 0-21-15,0 0-39 0,0 0-46 0,0 0-64 0,0 0-69 16,0 0-85-16,0 0-134 0,0 0-317 0,0 0 141 16</inkml:trace>
  <inkml:trace contextRef="#ctx0" brushRef="#br0" timeOffset="52065.6">23908 12666 12 0,'0'0'37'16,"0"0"3"-16,-6-4-4 0,6 4-2 0,0 0-5 16,0 0 5-16,-4-4-7 0,4 4-5 0,0 0-7 15,0 0 5-15,-9-4-4 0,9 4-1 0,0 0 3 16,-11-2-6-16,11 2 0 0,-8-2 1 0,8 2-4 15,-8-1-4-15,8 1 1 0,0 0-4 0,-11-2 3 16,11 2 2-16,0 0-1 0,0 0-4 0,0 0 3 16,-9-1-1-16,9 1-4 0,0 0 4 0,0 0-6 15,0 0 5-15,0 0 0 0,0 0-1 0,0 0 0 16,0 0-4-16,0 0 8 0,0 0-6 0,0 0 3 16,0 0-2-16,0 0-3 0,0 0 5 0,0 0 3 15,-8-1-6-15,8 1 5 0,0 0-3 0,0 0-7 16,0 0 9-16,0 0-7 0,0 0 3 0,0 0 2 15,0 0-3-15,0 0 0 0,0 0 4 0,0 0 6 16,27 4-2-16,-27-4 6 0,18 0-6 0,-6 0 3 16,0-2 1-16,3 2 1 0,2-1-3 0,5-2 1 15,1 3-3-15,5 0 2 0,-1-3-2 0,1 2 4 16,1-1 0-16,1 0-2 0,-2 0 5 0,1 0-9 16,0-1 0-16,2 2 3 0,1 0 4 0,-3-2-11 15,1 3 6-15,-1-1-3 0,0 0 6 0,-2-1-11 16,-5 1-10-16,7 0 12 0,-1 0 1 0,0 1 3 0,-2 0 1 15,-4-2-3-15,7 4 0 0,0-2 6 0,-9 0-6 16,8 1-9-16,-6 0 9 0,5-1-3 16,-4 1 2-16,-1 1-2 0,4-1 0 0,2 0 0 15,1-1 0-15,-2 3 2 0,0-2 2 0,-5-1-1 16,7 1 1-16,0-2-2 0,-1 1 1 0,1 0-2 0,-2-1-7 16,0-1 5-16,2 1 3 0,-8 0-1 15,7-2 4-15,-8 1-5 0,3 2 6 0,0-3-6 16,-3 3-1-16,2-3-1 0,5 1 4 0,-6 1-7 15,1 0 7-15,0 1 0 0,-1-2 3 0,-3 0 0 0,2 0-3 16,0 2 4-16,-3 0-6 0,4-1-4 16,-1 0-2-16,0 1-1 0,1 0 8 0,8 0 2 0,-9-1-1 15,7 0-3-15,2-1 2 0,-10 1-3 16,0 1 4-16,4-2 2 0,-3 1-5 0,0-1 3 0,0-1 0 16,-1 2 1-16,0-1 3 0,0 1-18 0,1 0 11 15,-2-1 4-15,0-1 8 0,-1 2-9 16,0-2 0-16,-2 2 0 0,3 1 2 0,-7-2 1 15,3 1 1-15,1 1-8 0,-1 0 0 0,-1-2 8 0,0 2-5 16,0 0 7-16,-1 0-11 0,4 0 6 0,0 0-4 16,2 0 8-16,1 0 2 0,-2 0-5 0,2 0 2 15,0 0 7-15,1 0-12 0,-1 0-1 0,0 2 3 16,0-4-7-16,-4 2 5 0,6 0-4 16,-10 0 3-16,9 0 3 0,-7-1-1 0,-1 1 2 0,1-1 4 15,-1 0-7-15,-1 1 2 0,0 0 3 0,3 0-5 16,-4-1-7-16,4 1 7 0,-3 0 1 0,2-1 1 15,-1 1 5-15,1-2-8 0,-1 2-2 16,-3 0 4-16,2 2-2 0,1-4 5 0,-2 2-11 0,1 0 5 16,-1 2 4-16,1-2-3 0,0 0 0 0,3-2 8 15,-1 2-15-15,-1 0 5 0,1 0-3 0,-2-1 9 16,5 1-4-16,-3 0 6 0,1-1-8 0,-1 1-1 16,1-1 11-16,5 1-4 0,-5-1 6 0,2 1-3 15,0 0-4-15,-3-1 2 0,1 1-8 0,-1-1-4 16,1 2 7-16,-1-2 2 0,0-1 2 0,-1 2 0 15,1-1-4-15,-1 0 0 0,-1 1 11 0,2 0-15 16,-3-2 6-16,0 2-8 0,1 0 9 0,-11 0-6 16,12 0 5-16,-12 0-2 0,9 0 1 0,-9 0 0 15,9 0-16-15,-9 0 13 0,0 0 7 0,12 0 1 16,-12 0-1-16,0 0-1 0,10 0-5 0,-10 0 2 16,0 0-14-16,9 0-18 0,-9 0-10 0,0 0-34 15,10 2-49-15,-10-2-134 0,0 0 60 0</inkml:trace>
  <inkml:trace contextRef="#ctx0" brushRef="#br0" timeOffset="52983.27">26804 12563 23 0,'23'-1'58'0,"6"2"-4"0,1-2-3 16,-1 2 5-16,2-1-3 0,1 0-6 0,1-1-4 15,1 2 5-15,4 0-1 0,3-2-24 0,12 1 12 16,-3 1 6-16,2-1-12 0,-1 1 2 0,-10-1-2 16,10 0-3-16,-1-1 0 0,-10 2 0 0,12-1-6 15,-14 0 2-15,0 0-8 0,0 1 6 0,-1-3 6 16,0 1-2-16,-1 0-8 0,-4 0-1 0,5 2-2 15,-2-4 1-15,-1 3 5 0,0 0 6 0,-3-1-11 16,-2-1 3-16,2 2-4 0,-3-1-2 0,-1 0 2 16,2 0-1-16,-3-2 1 0,1 2 0 0,2-1-7 15,-8 1 11-15,8 1-2 0,0-1 7 0,2 1-5 16,-3 0-5-16,3 0 1 0,-3 1-6 0,1-1 0 16,-2 0 4-16,-5 0 3 0,7 3-11 0,-7-3 6 15,-2-2 9-15,2 1-9 0,1 0-2 0,4 1 5 16,1-1-4-16,1 0 1 0,0-1 4 0,1 0 0 15,-4 0-10-15,-4 1 7 0,6 0-5 0,-1-2 3 16,-7 1 4-16,2 2-1 0,1 0-2 0,-1 0-7 16,-2 0 0-16,8 0 13 0,-7 0-9 0,-1 0 0 15,1-2-1-15,-1 2-3 0,0 0 10 0,0 2-10 16,-3-2-6-16,0 0 6 0,1-2 6 0,-5 1-4 16,1 1-8-16,-3-1 10 0,3 1 5 0,0 0-8 0,-2-1-1 15,1-1 5-15,-2 1-2 0,1-1-1 16,-1 2 6-16,1-1 1 0,-1-1-8 0,-2 2 8 15,3-2-10-15,-2 2 4 0,-10 0-2 0,15-1 0 16,-6 0 0-16,0-1 3 0,-2 0-2 0,-7 2 0 0,15 0-1 16,-9-1-1-16,-6 1 2 0,13 0 6 0,-13 0-3 15,8-1-1-15,-8 1-7 0,9-3 9 16,-9 3-2-16,0 0 2 0,0 0-3 0,9-1-3 16,-9 1 9-16,0 0-6 0,0 0-2 0,0 0-7 0,6-2 7 15,-6 2-2-15,0 0 5 0,0 0-7 0,0 0-10 16,0 0-14-16,0 0-7 0,0 0-21 15,0 0-18-15,0 0-27 0,0 0-32 0,0 0-71 16,0 0-218-16,0 0 97 0</inkml:trace>
  <inkml:trace contextRef="#ctx0" brushRef="#br0" timeOffset="54900.78">4607 13485 52 0,'0'0'75'0,"0"0"-9"0,0 0-12 15,0 0-6-15,0 0-2 0,0 0-11 16,0 0 2-16,0 0-2 0,0 0-8 0,0 0-2 15,0 0-3-15,0 0 0 0,0 0-7 0,0 0 0 16,0 0-1-16,0 0 0 0,32-3-3 0,-32 3-2 0,12-1 1 16,-4 0-1-16,4 0-2 0,-1-2 1 0,2 2-2 15,2-2 0-15,-3 0-1 0,7 0 4 0,0-1-7 16,-2 0-2-16,-1 2 5 0,2 1-2 16,3-1 0-16,-7 0 2 0,5 0-10 0,1 0 7 15,0 2-4-15,-3-2 4 0,1 4-2 0,1-2 5 16,1-2-6-16,-1 2 3 0,-1 0 1 0,3 2 0 0,-1-2-6 15,0 0 0-15,2 3 1 0,0-2 4 0,-1-1 1 16,7 2-1-16,2 0 2 0,-1-1 0 16,2 0-2-16,-2-1 2 0,-1 2-3 0,4 0 5 15,-2-2-9-15,0-2 3 0,0 2 0 0,-3 3-1 0,1-3 5 16,0 0-5-16,1 0 5 0,1-1-2 0,2 1 4 16,-2-2-6-16,2 2-5 0,1-1 11 0,1 0-4 15,3 0-6-15,-2-1 2 0,1-1-4 16,3 1-1-16,-1 0-2 0,3 2 0 0,-2-3 1 15,1 2-2-15,1 1 1 0,-3-2 3 0,-2 2-2 0,1 0 3 16,-1 2-1-16,0-1 2 0,-2-1 2 0,1 0-7 16,0 3 9-16,-1-3-5 0,-2 3-5 15,2 0-4-15,-3-1 0 0,1 0 1 0,2 2-5 16,2-3 8-16,-2 3-5 0,4-1 2 0,-3-1 4 16,1-1-6-16,1 0-1 0,2 1 3 0,-2-2-4 0,1 0 7 15,-2 1-4-15,1-1 6 0,0 0-4 0,-1 0 0 16,-1 0 2-16,1 1-4 0,0-1 7 0,-1-1-1 15,0 1-3-15,0 0 2 0,-1 0 3 16,2 0-2-16,0-1 3 0,1 2-4 0,4-1 3 16,9 1-1-16,-13 1-2 0,1 0 7 0,0-1-4 0,13 0 0 15,-12 1 2-15,14 0 4 0,-13-2 1 0,11 2-3 16,-1-1-1-16,-10 0 6 0,10-1-3 0,-12 1 0 16,3 0 2-16,-3 0 0 0,2-1 0 0,12 1 1 15,-13 1 1-15,-1-1-6 0,1-1 7 16,0 0-4-16,-1 1 2 0,1-2 0 0,12 2-4 0,-15-1 6 15,3-1-2-15,1 1-5 0,10 0 3 0,-11-1 1 16,11-2-5-16,-12 2 5 0,-2 0-4 0,2-1 5 16,0 2 2-16,-1-1 0 0,1 1-9 15,-4 0-5-15,0 0-8 0,-1 0-31 0,-2-2-51 16,-2 4 23-16</inkml:trace>
  <inkml:trace contextRef="#ctx0" brushRef="#br0" timeOffset="56865.94">11323 13550 19 0,'0'0'23'0,"0"0"-4"0,0 0-4 15,0 0 2-15,0 0-1 0,0 0 1 0,0 0-3 16,0 0-2-16,0 0 1 0,0 0 4 0,0 0 4 16,0 0-1-16,0 0 0 0,0 0 0 0,0 0-8 15,0 0-1-15,0 0 2 0,0 0-4 0,-21-10 4 16,21 10-6-16,0 0-2 0,0 0-2 0,0 0 2 15,0 0 1-15,0 0-2 0,0 0-4 0,0 0 1 16,0 0 2-16,0 0-2 0,0 0 0 0,0 0-1 16,0 0 0-16,0 0 6 0,0 0-1 0,0 0-2 15,0 0-1-15,0 0 5 0,0 0-3 0,22 12 1 16,-16-11 0-16,-6-1-4 0,14 4 3 0,-4-2 5 16,1-1-1-16,0 2-2 0,3-2 4 0,2 1 2 15,4-2-6-15,-2 3 8 0,0-1-4 0,1-1-4 16,0 2 6-16,2-2-3 0,-1-1 7 0,-1 1-7 15,2 1 0-15,0 0-1 0,-1-1 0 0,0-1-2 16,0 1 3-16,-3 2-1 0,2-3 0 0,-1 2-2 16,4-1 5-16,-6 0 1 0,4 0 3 0,-1 1-3 15,1-2-2-15,-2 1-7 0,4-1-3 0,0 0 7 16,-2 0-2-16,-1 1 4 0,4-1-1 0,-2 0 1 16,-1 0-6-16,1 0 6 0,-1 0-4 0,3 0 0 15,6-1-1-15,-2 1 5 0,4 0 1 0,-4-1-3 16,1 1 1-16,1 0 2 0,-1-2 1 0,-8 2 0 15,1 0-13-15,-3-1 6 0,4 2-2 0,-3-2 7 16,2 1-7-16,0 3 2 0,-3-1 1 0,-1-2-5 16,6 3 9-16,-4-1-3 0,0-2-3 0,0 2 3 15,3-2 2-15,0 2-4 0,7-4 6 0,1 5-5 16,-1-3 3-16,0 0-2 0,0 0 2 0,1 0-4 16,3 0-4-16,-1 0 6 0,-1 2-6 0,5-4 4 15,-3 2-1-15,4 0-1 0,-1 0 0 0,-4-1 1 16,3 1-4-16,-1-2 6 0,0 1 1 0,-1 0-2 15,1-1-1-15,-1 2 4 0,-3 0-3 0,1-2 2 16,0 1 4-16,3-1-6 0,-3 2 0 0,6 1 8 16,-3-2-3-16,4-1 1 0,-5 0-2 0,5 1 9 15,-2 1-11-15,1-2 8 0,16 1-3 0,-16-1-4 16,14 1-2-16,-13-2 1 0,16 3-5 0,-16-3 8 0,16 0-4 16,-16 2-1-16,12-2 5 0,-12 0-4 15,2 3 3-15,-2-2-7 0,12 1 1 0,1-2 12 16,-12 2-11-16,-1 0 11 0,3 1-5 0,-2-1-1 15,-2-1-2-15,4 1 7 0,-1 0-12 0,-2 0 4 0,15-1-3 16,-16 2 6-16,0 0 11 0,2-1-17 0,0 1 2 16,-2-2 4-16,15 0-5 0,-12 1-3 15,-4-3 1-15,6 3-2 0,-5 1 1 0,1-2 3 0,12 0-1 16,-10 2 2-16,-5-1-2 0,4 0 1 16,0-2-2-16,-3 3 3 0,1 0 1 0,-3 0 1 0,3-2-6 15,-2 1 6-15,2 0-5 0,2 1 2 0,-5-2-3 16,2 1 3-16,0-1-2 0,-2-1 1 15,2 2-2-15,-3-2 4 0,-1 3 5 0,0-2-5 16,0-2 0-16,0 3 1 0,-1-1 2 0,-1-2 0 0,1 2 2 16,-3 0 1-16,4-1-3 0,1 0 9 0,-3 2-3 15,0-2 3-15,1 1-5 0,1-1 6 0,-1 3-5 16,-1-1 6-16,-2-1-10 0,0 0-1 16,1 0 2-16,0 2 0 0,2-2 2 0,-1 1 0 0,-1 0-8 15,1 1 3-15,-2-3 1 0,1 4-1 0,-1-4 3 16,1 3 2-16,2 0-5 0,-2 0-1 0,-2 0 4 15,1 0-7-15,1-2 4 0,1 1 0 0,2 1-1 16,-2-1 1-16,0-2 2 0,2 3-1 0,-2 2-5 16,1-4 4-16,0 1 2 0,-1 1-1 0,1-1-3 15,-2 2-1-15,3-1 4 0,-2 0-1 0,-1 1 3 16,2 2-2-16,-1-2 1 0,0-1-3 0,1 0-3 16,-1 0 2-16,-2 0-2 0,2 1-1 0,-5 1 0 15,-3-2 4-15,8 0 0 0,-2 2 6 0,0-2-5 16,1 0-2-16,-1 1-3 0,2-2 4 0,-2 1-1 15,-1-2 5-15,2 0-2 0,-1 1 0 0,3 0 1 16,0 0-1-16,1 1 2 0,-1 0 0 0,0-2-1 16,1 1 1-16,-3 1 0 0,5-2 0 0,-1 3-4 15,-4-2-2-15,4 1 2 0,-2-2 1 0,0 1-3 16,-1 1 6-16,-3-3-7 0,3 3 4 0,-1 0-3 16,-2-1 5-16,2 1 0 0,-6-2 2 0,5 2-3 15,0 0-1-15,1-2-1 0,-10 2 2 0,3 0 0 16,6 2-5-16,-2-4 3 0,-7 4 3 0,1-4-3 15,0 1-1-15,1 2 3 0,0-1-4 0,-3 2 3 16,0-2-1-16,1-2-2 0,-6 4 3 0,1-2-1 16,0-2 12-16,-3 2-16 0,1-1 1 0,-3 1-1 15,-1 1 2-15,2-1-1 0,-2 0 2 0,-8 0 3 16,14-1 5-16,-14 1-2 0,14 0 0 0,-14 0-1 16,9 0 1-16,-9 0 2 0,10 0 4 0,-10 0-6 15,9-1-1-15,-9 1 0 0,0 0 0 0,9 0-2 16,-9 0-1-16,0 0 1 0,8-2 6 0,-8 2 0 0,0 0 3 15,0 0 2-15,0 0-3 0,0 0 4 16,0 0 2-16,0 0-2 0,0 0-3 0,10-1 5 16,-10 1-5-16,0 0-1 0,0 0-1 0,0 0-2 15,0 0-1-15,0 0-2 0,0 0-3 0,0 0 1 0,0 0-1 16,0 0 1-16,0 0-1 0,11-1-2 16,-11 1 0-16,0 0 0 0,0 0-4 0,9 0 1 0,-9 0-6 15,0 0-13-15,0 0-13 0,9 1-11 0,-9-1-16 16,0 0-14-16,0 0-10 0,0 0-22 15,0 0-5-15,0 0-5 0,0 0-8 0,-20 11-11 0,13-7-11 16,1-2-90-16,-7 0-252 0,3 1 111 16</inkml:trace>
  <inkml:trace contextRef="#ctx0" brushRef="#br0" timeOffset="63189.43">23103 14490 9 0,'-10'1'37'0,"10"-1"-9"0,0 0-2 16,0 0-3-16,0 0-3 0,0 0-2 0,0 0-5 15,0 0 1-15,0 0 6 0,0 0-7 0,0 0 4 16,0 0-2-16,0 0-5 0,19 13 5 0,-8-13-2 16,1 4 3-16,2-4 3 0,3 0 6 0,3 1-8 15,-1-1 2-15,2-1 2 0,7 1 0 0,-8 1 0 16,8 1 0-16,0-1-3 0,-2 0 2 0,4-2-3 16,-1 0 3-16,-1 2-3 0,-1 0 0 0,2-3-4 15,2 0 7-15,2 2 3 0,7-1 4 0,15-5 7 16,2 2-5-16,2-1-7 0,1 1 2 0,1 1-10 0,1-1 1 15,-1 1 0-15,2 0-6 0,1-2 5 16,-2 3 0-16,2-1-6 0,1 0-1 0,2 0-5 16,24-3 7-16,-31 2-7 0,1 1 0 0,3-3-1 15,-2 2 4-15,1 1 4 0,1-1 0 0,-4 0-4 16,-2 0 12-16,-2-1-9 0,-3 2-5 0,-3-3 9 0,-10 5-5 16,12-3-2-16,-12 0 3 0,15 3 4 15,-17-2-3-15,13 0 0 0,-12 0-1 0,12-2 1 16,-13 5 2-16,0 0 3 0,-1-2 0 0,1-1-7 15,2 0 5-15,-2 0-7 0,0 3 6 0,-2-1 2 16,0-2-4-16,-3 0 1 0,-1 3 2 0,-1-3-7 0,-2 4 10 16,-1-3-9-16,-8 1 8 0,9 0-6 15,-8 1 3-15,-2 0-3 0,0-1 2 0,2-1 5 16,-2 1-5-16,-1-1 0 0,0 2 2 0,2 0 1 16,-1-1 0-16,-2-2-8 0,1 2 6 0,0-1-3 0,0 2 1 15,-5 0-4-15,1-2-2 0,2 1 0 0,0 0 7 16,1 1-3-16,4 0 2 0,-1-2-5 0,-2 1 3 15,0 2-2-15,3-1 4 0,-2 0-3 16,2 2 4-16,-2-2-4 0,2 1-4 0,2-2 2 16,6 1 2-16,0 2 2 0,0-2 3 0,-2 0-5 0,0 2 2 15,2-2-5-15,-2 0 3 0,-7 0-8 0,9 0 3 16,-8 0-5-16,5 0 1 0,-5 3 4 16,1-3 1-16,-4 1 0 0,3 1 1 0,-1-1-3 0,-1 1 0 15,-2-1 1-15,2 1 9 0,-2 0-8 0,1-2 2 16,-1 1 3-16,4-1-3 0,0 1 2 0,0 0-1 15,0 1-2-15,1-2 9 0,-2 3-7 0,0-3 1 16,-1 1-1-16,0-2 1 0,0 1-3 0,-2 0 4 16,2 0-3-16,-6-3 1 0,5 3 4 0,-5 0 0 15,-1-2-9-15,1 2 6 0,-1 0-3 0,-1-1-5 16,-3 1-11-16,-8 0-14 0,12-1-17 0,-12 1-14 16,9-1-22-16,-9 1-6 0,0 0-19 0,8 1-90 15,-8-1-210-15,0 0 94 0</inkml:trace>
  <inkml:trace contextRef="#ctx0" brushRef="#br0" timeOffset="65219.65">10258 15761 2 0,'0'0'56'0,"-10"0"-10"16,10 0-4-16,0 0-13 0,0 0 1 0,0 0-7 16,0 0 3-16,0 0 1 0,0 0-4 0,0 0-7 15,0 0-4-15,0 0 2 0,0 0 0 0,0 0 0 16,22 10-5-16,-22-10 1 0,12 4-1 0,-3 0-9 15,4-3 12-15,-3 0 1 0,4 1-1 0,3-1-2 16,0 3-2-16,2-2 7 0,1-2-6 0,1 3 7 16,6 1-4-16,1-2 0 0,1 1 2 15,2-3 1-15,5 2 1 0,-1-1 3 0,2 1-7 16,0-1 7-16,13-1-5 0,-9 0 3 0,9 0-1 0,4 1-1 16,-2-1-1-16,5 3-1 0,-3 2 2 0,1-3-8 15,5 0-2-15,2-1 0 0,-5 3 3 0,5-1-8 16,-4-2 5-16,5-1-3 0,1 0 6 15,-2 2-5-15,4 0-2 0,0-2 3 0,0 0-3 16,26 2-3-16,-29-4 8 0,28-2-2 0,-29 3-7 16,3 1 7-16,-2-2 2 0,27-3 5 0,-27 4 1 0,27 1-6 15,-30-2 3-15,-4 1-1 0,6 1 3 0,1-1-5 16,0 2-2-16,3-1 4 0,-1 4 0 16,1-4-7-16,0 3 0 0,0-2 3 0,26 2-4 0,-30-1 5 15,-3-1-5-15,2 1-3 0,2 2 3 16,2-1-5-16,0 0 7 0,-1 0 4 0,26 2-5 0,-33-3 6 15,6 4 0-15,-1-4-5 0,-1 3-5 16,4-3 8-16,-4 4-3 0,4-5-3 0,-5 2 4 0,4-3-3 16,-1 0 5-16,-1 2-5 0,-1-2 0 15,5 3 6-15,22-4-9 0,-29 2 0 0,0-2 2 16,1 2 2-16,1-4 6 0,-1 2-18 0,-3 0 11 16,4-2 1-16,1 0 5 0,1 0-12 0,-2-2 12 15,-2 1-1-15,1 3 17 0,1-3-4 0,2 2-18 16,-2 0-2-16,-1 0 1 0,1-3 0 0,-2 3 1 15,-2-3 5-15,-5 1-3 0,4 1 4 0,2 3-4 16,-6-2 4-16,3-1 8 0,2-1-9 0,-1 3 1 16,4-2 3-16,-1 2-4 0,-2-1 7 0,3 0-5 15,1-2 3-15,-2 0 2 0,1 2-13 0,-1-1 7 16,-1-2 5-16,-1-1-9 0,1 3 13 0,-2 3-12 16,3-5 2-16,-1 1-1 0,-1 3 0 0,-5-3-1 15,4 3 7-15,-1-1-12 0,-1-1 3 0,0 8 4 16,1-9-12-16,-3 3 12 0,-1 2-4 0,0-2 3 15,0 1-2-15,3 0-2 0,-2 1 5 0,1-1-2 16,-15 2-2-16,16-2 8 0,-1 1 2 0,0-4-7 16,1 2 4-16,-3 1 8 0,4 0-8 0,-4-2-10 15,1 2 10-15,-13 0-3 0,15-4 1 0,-15 4 3 16,13 0-6-16,-1 1 10 0,-1-1-6 0,4-1-2 16,-16 0 4-16,13 0 5 0,-14 2-3 0,16-1-6 15,-3 0 4-15,-13 1-5 0,1-2-10 0,0 0 16 16,-1 2 2-16,2 0-4 0,-4-2-5 0,-1 1 4 15,0 0 2-15,-6 0-12 0,2 0 4 0,-2 1 6 16,-8 2 4-16,1-2 1 0,-3-1 0 0,-2 0 2 16,-2 0-2-16,-3 2 16 0,0-2-27 0,-2 1 25 15,1-1 3-15,-2 0 5 0,0 2-5 0,-8-2 4 16,16-2-6-16,-9 4 2 0,-7-2-3 0,14 0-3 16,-14 0-3-16,7 1 3 0,-7-1 1 0,11 0 1 15,-11 0-5-15,10-1 9 0,-10 1 9 0,13 1-7 16,-13-1 0-16,16-3-8 0,-10 2 2 0,-6 1 3 15,13 0-11-15,-5 0-2 0,-8 0 1 0,15 0-2 16,-4 0-2-16,0 0 1 0,-3 0-2 0,-8 0-3 16,15 1-3-16,-4-1 0 0,-2-1-1 0,3 1-1 15,2 0 6-15,-2 0-13 0,2 0 9 0,2 0 1 16,-2 0-2-16,2 0-5 0,-2 0 6 0,-3 0-8 16,1 0-1-16,0 0-2 0,-1 0-11 0,-1 0 10 15,-1 0-10-15,-1-2-14 0,-8 2-14 0,10 0-22 16,-10 0-29-16,10 0-17 0,-10 0-25 0,0 0-131 15,0 0-289-15,8-7 129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13:55.458"/>
    </inkml:context>
    <inkml:brush xml:id="br0">
      <inkml:brushProperty name="width" value="0.05292" units="cm"/>
      <inkml:brushProperty name="height" value="0.05292" units="cm"/>
      <inkml:brushProperty name="color" value="#FF0000"/>
    </inkml:brush>
  </inkml:definitions>
  <inkml:trace contextRef="#ctx0" brushRef="#br0">13105 4124 16 0,'-6'-5'85'15,"6"5"2"-15,0 0-3 0,-6-5-13 0,6 5 0 16,0 0 0-16,-3-7-10 0,3 7 0 0,0 0-1 15,0 0-14-15,-6-6 6 0,6 6-1 0,0 0-9 16,0 0-2-16,0 0-9 0,0 0-3 0,-6-5 3 16,6 5-13-16,0 0-14 0,0 0 2 0,0 0-14 15,0 0-7-15,0 0-10 0,0 0-10 0,0 0-9 16,0 0-5-16,0 0 3 0,0 0-10 16,0 0 5-16,0 0-9 0,12-5-45 0,-12 5-113 0,0 0 50 15</inkml:trace>
  <inkml:trace contextRef="#ctx0" brushRef="#br0" timeOffset="1228.8">13430 4100 25 0,'-7'-2'52'16,"7"2"-11"-16,0 0-3 0,-12 0-5 0,12 0 1 15,0 0-8-15,-15 2-5 0,15-2 1 0,-7 1-2 16,7-1 0-16,0 0-3 0,0 0 8 0,-12 0-2 16,12 0-2-16,0 0 2 0,-8 1-11 0,8-1 2 0,-7 4 0 15,7-4-4-15,0 0 2 0,0 0-3 0,-8 3 0 16,8-3 4-16,0 0-9 0,0 0 5 15,0 0-4-15,-8 2 0 0,8-2 4 0,0 0-4 16,0 0-2-16,0 0 1 0,0 0-2 0,0 0 6 0,0 0-2 16,0 0-1-16,0 0 0 0,0 0-1 15,0 0 0-15,0 0-8 0,0 0 2 0,0 0 0 16,0 0 6-16,0 0-4 0,21 8 9 0,-11-7-4 16,2 2-1-16,-1-3 3 0,6 1-4 0,0 0 2 15,-1 1-1-15,2 0 2 0,2 0-7 0,1-2 7 16,0 2-2-16,4-1 4 0,4 1-3 0,-2-1 1 0,1 0 2 15,-1 1-4-15,0-2 9 0,-1 2-8 16,3 1-3-16,0 0 1 0,1-1-3 0,1 1 5 16,-2 0-3-16,1 1 1 0,3-2 17 0,-1 1-24 15,7-2 15-15,-2 0 7 0,14-1-8 0,2-2 8 16,1 0 15-16,0-2-14 0,-1 2-5 0,3 1 4 16,-1-2-6-16,0 2 0 0,0-4 0 0,0 5 8 0,1-2 9 15,-4 0-17-15,1 2 1 0,-2 2 5 16,3-2-10-16,-15 0-1 0,12 1 2 0,0 0 8 15,-12 2-14-15,0-3-1 0,14 2-2 0,-3-1 3 16,-11 3-6-16,1-2 4 0,0-1 3 0,11-2-1 16,-12 2 1-16,15 1-2 0,-16-1 0 0,3 0-3 15,10-1 2-15,-14 0 5 0,2-1 1 0,-2 2 4 16,0 0-10-16,0-3 5 0,-1 2-10 0,-2-3 10 16,0-1-1-16,1 3 2 0,-3-1-8 0,4 1 3 15,-6 1 5-15,2 0 8 0,0-4-13 0,-1 3-6 16,0 1 6-16,-1-1 4 0,0-2-1 0,2 2-4 15,0-1 3-15,0 0-3 0,1 0-14 0,1 2 20 16,0-2-8-16,1 2 6 0,-1 0 6 0,-1-1-9 16,1-1 3-16,0 2 2 0,0 0-3 0,-1 2 2 15,1-4-4-15,-2 0-6 0,-2 4 8 0,2-4-2 16,0 2 7-16,0 0-10 0,-1 0 2 0,1 0 4 16,0-1-6-16,1 0 0 0,0 1 5 0,-1-3-7 15,1 3 8-15,2-1 1 0,-1 1 7 0,2-2-8 16,0 2-13-16,0-2 5 0,2 0 16 0,-1-1-16 15,-1 1 5-15,1 2 3 0,-3-1-3 0,5 1-6 16,-6-1 2-16,0 0 15 0,0 1-11 0,-2 2-9 16,1-3 8-16,-3-2-1 0,3 3-3 0,-1 0-1 15,1-1 9-15,1 2-5 0,0-2 0 0,-1 2 5 0,3 1 4 16,-3-4-2-16,0 4-3 0,0-1 5 16,0-1-6-16,-5-1 0 0,-6-1-1 0,0 2 1 15,-2 0 0-15,-1 0 0 0,-5 0 8 0,0 0 3 16,-2 0 2-16,-1-1 10 0,1 1-8 0,0 0 5 15,-5-1-5-15,-6 1-4 0,15 0-2 0,-8-1-7 16,-7 1 15-16,11-2-12 0,-11 2 1 0,12 0-3 16,-12 0-3-16,11-1-1 0,-11 1 1 0,14-1 3 15,-6 2 2-15,-8-1-8 0,13-1 5 0,-4 1-1 16,-9 0-1-16,13 0-2 0,-6 0 4 0,-7 0 0 16,16 1 0-16,-16-1-2 0,12-1 2 0,-4 1 4 15,-8 0-4-15,13-2-2 0,-5 2 9 0,-8 0 1 16,10 0-7-16,-10 0-8 0,11 0 7 0,-11 0-4 15,8 0-1-15,-8 0 3 0,9 0 1 0,-9 0-1 16,10 2-2-16,-10-2-4 0,12 1 6 0,-6 0 3 16,-6-1-7-16,15 2 5 0,-6-1-3 0,-1 0 0 15,-2 2-1-15,-6-3 2 0,17 1-1 0,-8-1-1 16,-9 0-6-16,15 1 11 0,-8-1-4 0,-7 0-7 16,11 1 5-16,-11-1 2 0,13 2 2 0,-13-2-6 15,9 0 4-15,-9 0-2 0,0 0 1 0,10 0-3 16,-10 0 8-16,0 0-4 0,11 0-1 0,-11 0-2 15,12 3 4-15,-4-3-2 0,-2 3 0 0,-6-3 0 16,14 3-3-16,-9-2-3 0,3 2-3 0,0-1-7 16,-1 0-10-16,-7-2-16 0,13 2-7 0,-7-1-27 15,-6-1-18-15,12 6-21 0,-7-4-84 0,-5-2-215 16,9 4 95-16</inkml:trace>
  <inkml:trace contextRef="#ctx0" brushRef="#br0" timeOffset="-154792.65">6539 6138 1 0,'0'0'21'16,"0"0"-1"-16,0 0-5 0,0 0-2 0,0 0-3 15,0 0-3-15,0 0 2 0,0 0 0 0,0 0 1 16,0 0-4-16,0 0-1 0,0 0 1 0,0 0 2 15,0 0-4-15,0 0 1 0,0 0 2 0,0 0-1 16,0 0 2-16,0 0 2 0,0 0-2 0,0 0 2 16,0 0 3-16,0 0-1 0,0 0-9 0,0 0 12 15,0 0-9-15,0 0 7 0,0 0-6 0,0 0 9 16,0 0-6-16,0 0 6 0,0 0 1 0,0 0-1 16,0 0 2-16,0 0-4 0,0 0 5 0,0 0-4 15,0 0-10-15,0 0 17 0,0 0-4 0,0 0 4 16,0 0 0-16,0 0-5 0,0 0 0 0,0 0 1 15,0 0-4-15,0 0-3 0,0 0-3 0,0 0-4 16,0 0 5-16,0 0-7 0,0 0 4 0,0 0 1 16,0 0-3-16,0 0-1 0,0 0-4 0,0 0 0 15,0 0 1-15,0 0-6 0,0 0-1 0,0 0-1 16,0 0-1-16,0 0 1 0,0 0 2 0,14 4 2 16,-14-4 1-16,6 4-6 0,-6-4 4 0,8 4 7 15,-1-3-2-15,0 2-6 0,2-3 8 0,3 2-6 16,0-1-2-16,1-1 11 0,4 0-14 0,1 0 7 15,1 2-2-15,1-4 5 0,2 2-3 0,-1-1-2 0,7 1 3 16,0-2 0-16,-8 0 0 0,7-1-1 0,0 0 4 16,-4 2 3-16,5 0-7 0,3-1-4 0,-3 1 0 15,-1-2 7-15,1 2 1 0,-8-1-7 0,2 0-10 16,1 0 13-16,-4-1-1 0,9-1 7 0,-6 3-4 16,7-1-1-16,-2-1 5 0,-8 3-8 0,11-3 2 15,-2 3 2-15,-1-4 0 0,-7 6 8 0,9-2-11 16,0-2 7-16,0 1-7 0,-8 0 2 0,7 0 4 15,-7-1-2-15,6 1 5 0,-6 0-7 0,0-1 4 16,7 0-1-16,-6 1 4 0,6-1-10 0,-7 0 3 16,7-2-2-16,0 2 5 0,1 2-7 0,2-4 5 15,-2 2-1-15,2 1-1 0,-1-3-1 0,1-1 2 16,1 5 2-16,0-3-1 0,0-3 1 0,2 5-3 16,-2-2 6-16,0-1 0 0,-1 2-5 0,4-1 1 15,-6 1-3-15,2 2 4 0,-2 0-1 0,3 1 3 16,2-2 1-16,-6 1-2 0,1 0-7 0,2 0 3 15,-2 1 1-15,1 2 7 0,0-2-9 0,-2 0 10 16,3-1-8-16,1 0 0 0,0 2-1 0,2 1 2 16,-2-2-1-16,4 2 4 0,-3-1-3 0,0-2 4 15,1 0-4-15,-1-2 2 0,2 2-3 0,-4 0 1 16,1 0 2-16,-1-1 1 0,1 1 2 0,1 0-7 16,-1 0 2-16,2 0-1 0,0 0 0 0,2 0 2 15,-4 0-6-15,1 0 8 0,-1 0-6 0,1-3 1 16,-1 3-5-16,0 0 7 0,0 3-3 0,-1-2 3 15,2 2-2-15,-1-2-5 0,-2 1 2 0,2 3-3 16,2-2 7-16,-1-1-1 0,0 0-1 0,-1 1 0 16,3-2 1-16,-1 2-4 0,-2-1 4 0,1-1 0 15,2 0-1-15,-2 1 1 0,0-1 7 0,2-1-6 16,3 1 6-16,-3 1-4 0,0-4-5 0,-2 2 6 0,-1 0-4 16,3 3 3-16,-3-3 1 0,1 0-5 0,-1 2 0 15,0-4 2-15,0 1-3 0,-1 4 4 16,-1-1-6-16,5 0 6 0,-3 1-3 0,1-1-7 0,-1 1 6 15,1-1-7-15,-1 1 4 0,-2 2 3 0,-1 2-2 16,0-4-2-16,1 1 3 0,-3 2-7 0,1-1-2 16,2-3-3-16,6 3-4 0,-2-4 4 15,-3-1 6-15,2 2 3 0,0-2-1 0,1 1 2 16,-1-1 2-16,-1 1-2 0,0-1 2 0,0-2 0 0,-3 0 0 16,2 2-1-16,-1-1 1 0,-1-1-2 0,0 2 4 15,1-2 1-15,-10 2 3 0,7 2-4 0,-5-2 3 16,-2 0-5-16,9-2 6 0,-9 2-2 0,1 2-3 15,-4-2 0-15,1 0 8 0,-5 0-4 0,2-2 3 16,-2 2 0-16,-2 2-4 0,2-4-1 0,-2 2-6 16,-3 2-9-16,1-2-16 0,-4 2-34 0,-5-2 15 15</inkml:trace>
  <inkml:trace contextRef="#ctx0" brushRef="#br0" timeOffset="-153659.78">11550 6183 22 0,'20'0'43'15,"-4"0"0"-15,2 0-2 0,1 2-3 0,-5-4 0 16,7 2-4-16,-5 2-2 0,4-2-5 0,-1-2-2 16,1 2-5-16,-1 0 5 0,3-1 1 0,-2 0-1 15,10 2 3-15,-1-4-6 0,-2 2 4 0,2 0-4 16,2-1-9-16,1 1 6 0,-2 0-3 0,5 1-4 16,-1-1 8-16,0 2-5 0,3-2-6 0,-5 2 9 15,1-1-6-15,4-1-8 0,-5 1 3 0,1-2 5 16,-3 4-5-16,3-2 1 0,0-2-13 0,-5 0 16 15,5 2 3-15,-1 1-7 0,-1-2-2 0,0 2 9 16,-1-1-4-16,1 3-2 0,-2-5-4 0,1 1 10 16,-1 2-6-16,2-2-5 0,-3 2-7 0,1-1 16 15,-3 0-3-15,1 0 7 0,-4 0-3 0,4 0 0 16,-4 0-5-16,2 2-5 0,-2-4-2 0,-2 4 4 16,-2-2-1-16,0 1 3 0,1-1-4 0,-2 2 4 15,0-1-5-15,-1 0 2 0,4 0 3 0,-3 2-1 16,0-2-9-16,0 0 6 0,3 1 1 0,-2-4-3 0,-3 1-2 15,2 1 5-15,0-3 5 0,0 2-2 0,-4 0-13 16,8 1 10-16,-4-1 9 0,-4 1-12 16,3-2 5-16,0 1 2 0,-2 0-6 0,-1-1 3 15,3-1 3-15,1 2 2 0,-5-1 4 0,-1 1-2 0,1 1 2 16,1 0 0-16,-3-3-3 0,2 3-7 0,-3 0 4 16,1 0-1-16,-2-1 0 0,3 2-1 0,-4-1-1 15,3-1-3-15,-1-1 15 0,0 2 0 0,-10 0-8 16,13 0 0-16,-13 0-1 0,13-1 3 0,-13 1-8 15,10 0 2-15,-10 0 1 0,7 0 12 0,-7 0-13 16,0 0-14-16,12 0 18 0,-12 0-7 0,0 0 3 16,0 0-10-16,10 0 3 0,-10 0-6 0,0 0 12 15,9 0-1-15,-9 0-5 0,0 0 0 0,8 1 6 16,-8-1-6-16,0 0 5 0,0 0-5 0,0 0 4 16,0 0-8-16,8 3 1 0,-8-3 7 0,0 0-2 15,0 0 3-15,0 0 0 0,0 0-6 0,7 0 6 16,-7 0-6-16,0 0 6 0,0 0-1 0,0 0-1 15,0 0-18-15,0 0 20 0,0 0-5 0,0 0-3 16,0 0 7-16,0 0 0 0,6 4 0 0,-6-4 4 16,0 0-6-16,0 0-1 0,0 0-5 0,0 0 11 15,0 0-6-15,0 0-1 0,0 0 4 0,0 0 0 16,0 0 3-16,0 0-2 0,0 0-11 0,0 0 6 16,0 0 6-16,0 0-3 0,0 0-3 0,0 0 0 15,0 0-3-15,0 0 6 0,0 0-6 0,0 0 8 16,0 0-5-16,0 0 3 0,0 0 0 0,0 0 4 15,0 0-18-15,0 0 18 0,0 0-8 0,0 0 1 16,0 0 0-16,0 0 0 0,0 0 1 0,0 0 2 16,0 0-1-16,0 0 2 0,0 0-5 0,0 0 2 15,0 0 1-15,0 0 2 0,0 0 0 0,0 0-2 0,0 0 7 16,0 0-7-16,0 0 6 0,0 0-5 16,0 0-2-16,0 0 3 0,0 0-1 0,0 0 4 15,0 0-4-15,0 0 3 0,0 0-6 0,0 0-12 16,0 0 23-16,0 0-3 0,0 0-7 0,0 0 15 0,0 0-17 15,0 0 6-15,0 0-6 0,0 0 10 0,0 0-11 16,0 0 1-16,0 0 10 0,0 0-8 16,0 0-5-16,0 0 2 0,0 0 6 0,0 0-5 15,0 0-3-15,0 0 6 0,0 0 1 0,0 0-7 0,0 0 3 16,0 0 7-16,0 0-1 0,0 0 0 0,0 0-5 16,0 0 2-16,0 0 1 0,0 0-2 15,0 0-5-15,0 0 3 0,0 0-4 0,0 0-3 16,0 0-8-16,0 0 3 0,0 0 7 0,0 0 13 0,0 0-19 15,0 0-3-15,1 9 12 0,-1-9-17 0,0 0-5 16,0 0-12-16,-1 8 5 0,1-8-19 0,0 0 14 16,0 0-20-16,-2 11-1 0,2-11-13 0,0 0-44 15,-4 7-126-15,4-7 56 0</inkml:trace>
  <inkml:trace contextRef="#ctx0" brushRef="#br0" timeOffset="-143310.39">26479 11179 37 0,'0'0'81'0,"0"0"-16"0,0 0 5 0,0 0-8 15,0 0-10-15,0 0-16 0,0 0 9 0,-4-6-4 16,4 6-7-16,0 0-3 0,0 0-5 0,0 0-4 16,0 0-2-16,0 0-1 0,0 0 1 0,0 0-7 15,0 0-7-15,-12 13 0 0,12-13-5 0,-4 4-1 16,4-4-2-16,-5 4 6 0,5-4-5 0,0 0 1 16,0 0 0-16,-8 3 6 0,8-3-8 0,0 0-9 15,0 0 5-15,-3 6-2 0,3-6 5 0,-7 4-5 16,7-4-3-16,-9 3 2 0,9-3-14 0,-8 3 1 15,3 1-7-15,-2-2 3 0,7-2-4 0,-13 7-6 16,6-4-10-16,-3-1-25 0,0-1-77 0,1 3 35 16</inkml:trace>
  <inkml:trace contextRef="#ctx0" brushRef="#br0" timeOffset="-142591.09">26293 11249 55 0,'0'0'9'16,"-12"1"2"-16,12-1-2 0,-7 0 5 0,7 0 2 16,0 0-1-16,-8 3-3 0,8-3 4 0,0 0 1 15,0 0 10-15,0 0 3 0,0 0 0 0,0 0 0 0,-12-3 2 16,12 3-1-16,0 0-8 0,0 0 7 15,0 0-10-15,0 0 8 0,0 0 1 0,0 0-7 16,0 0-2-16,0 0-3 0,0 0 5 0,0 0-4 0,0 0 7 16,27-5-5-16,-15 3 0 0,-6 2-1 0,-6 0-2 15,16 0 2-15,-9 0-7 0,-7 0-1 16,15 0 5-16,-8 0-7 0,3 0 5 0,-10 0 3 16,17 2-9-16,-3-1 7 0,-1-1 4 0,1 2 1 0,1-1-8 15,2 1 3-15,0 0 3 0,3 0-5 0,1-1 0 16,-4 1-1-16,6 0-2 0,4 0-6 0,-7 0 2 15,7-2 9-15,2 1-2 0,2 2-6 16,1-3 2-16,-1 1 8 0,3 1-13 0,-1-2 16 0,4 0-2 16,-1 0 1-16,-4-3-5 0,8 4 8 0,-2-2 4 15,1 1-2-15,-1-3 0 0,0 2-4 0,-3-1-11 16,1 2 7-16,-1-2 2 0,2 1-9 0,-3-2 9 16,2 5-5-16,0-4-1 0,-1 2 4 0,-3-2 0 15,1 2-2-15,-1-1-5 0,2-1 13 0,0 1-7 16,0 0 5-16,-3 1 0 0,2 0 7 0,-1-3-2 15,0 2-2-15,-1-1 0 0,1 2-12 0,1-3 4 16,-1 2 7-16,-1-2-13 0,2 0-5 0,-1 3 16 16,4-2-4-16,-3-2-6 0,2 3 9 0,-1 1 0 15,-3-4-3-15,1 2 3 0,1 1 0 0,0-1-2 0,-1-1-6 16,-3 1 6-16,2 0-11 0,1-1 8 16,-2 1 0-16,1 1-5 0,-2-2 4 0,1 0-7 15,-1 2 2-15,-1 0 1 0,0 0 2 0,-6 0-4 16,0 1-1-16,7-1 0 0,-2-1 1 0,2 2 0 0,-1-1-4 15,2-1 0-15,-1 1 1 0,-2 1 1 16,2-1-4-16,-1 0 1 0,-1-1 4 0,2 4-4 0,-6-2 0 16,4-2 0-16,1 0-1 0,-6-1 1 15,6 3 0-15,1-1-5 0,-1 0 4 0,1 0 3 0,0-1-1 16,0 1-3-16,-1 1 6 0,3 0-1 0,1 1-7 16,2-1 2-16,-1 2-2 0,-2 0 3 0,1-2 0 15,-3-1-1-15,2 1 2 0,-4 1-2 0,-5-1 0 16,-3 0 3-16,1 1-2 0,2-1 1 0,-3 0-5 15,4 0 3-15,4-1-3 0,1 1 2 0,-9 0-1 16,2 0 4-16,-1 1-2 0,-3-1-2 0,-2 0 0 16,-2-1 2-16,0 1-2 0,0 0-2 15,-2-2 5-15,3 3 3 0,-4-1-7 0,2-1 4 0,-1 1-2 16,0 0-2-16,-3-2-4 0,-8 2 0 0,16 2-5 16,-16-2-15-16,9-2-5 0,-9 2-14 0,0 0-10 15,11 0-15-15,-11 0-7 0,0 0-21 0,0 0-12 16,9 0-24-16,-9 0-74 0,0 0-225 0,0 0 100 15</inkml:trace>
  <inkml:trace contextRef="#ctx0" brushRef="#br0" timeOffset="-141072.92">6990 12364 36 0,'0'0'65'0,"0"0"-12"0,0 0-2 0,0 0-3 15,0 0-9-15,0 0-2 0,0 0-8 0,0 0-2 16,0 0 3-16,0 0-3 0,27-2 2 0,-17 0-4 15,4 1 7-15,3 0-2 0,2-2-6 0,0 1-7 16,9-2 3-16,-1 1 0 0,1 0-3 0,0 1 2 16,1-2-9-16,0 3-2 0,0 0 2 0,2-1 5 15,-4 2-10-15,3 2 9 0,2-4 0 0,2 2-4 16,-4 0-7-16,5 0 9 0,-2-1-6 0,2 1 1 16,0 1 0-16,0 1-3 0,-1-1-3 0,1-2 8 15,-2 1-3-15,2 1 1 0,-5 2-3 0,2-2 0 16,0 2 4-16,-1-3-6 0,0 0-6 0,-1 0 3 15,-2 0-4-15,0 2 8 0,-7 0 0 0,7 1-1 16,-8-3-2-16,3 0-3 0,4 0 6 0,-7 0 2 16,-1 0-5-16,-1 2 4 0,2-2-7 0,2 1-1 15,-3 1 4-15,0-2-5 0,1 0 0 0,0 2 2 16,-2 0-3-16,-2-1 4 0,0 1-3 0,1-2 1 16,-4 3-3-16,1-2 0 0,2 2 1 0,-4-3-4 15,1 0 3-15,5 2-2 0,-4-1-5 0,-2 0-3 16,0 1-7-16,1-2-1 0,-1 1-8 0,-1 0 0 0,-3-1-8 15,-2 1-8-15,-6-1-40 0,8 3-95 16,-8-3 43-16</inkml:trace>
  <inkml:trace contextRef="#ctx0" brushRef="#br0" timeOffset="-140273.41">9841 12285 29 0,'-7'2'55'0,"7"-2"-6"16,0 0-9-16,0 0-6 0,0 0-3 0,0 0-8 15,19 10 3-15,-13-8-1 0,5 0-7 0,1 1-1 16,2 1 1-16,7-1 2 0,-2 0-11 0,0-1 2 16,3 0 0-16,9 2-3 0,-2-2 1 0,4-3 1 15,2 6-47-15,2-5 61 0,-1 0 0 0,3-1-4 16,-2 0-2-16,0 1 0 0,-2 0-8 0,-2 1 7 16,-1 0-6-16,-3 1-2 0,0-2-8 0,-7 3 6 0,0-4 3 15,6 2 3-15,-7 1 1 0,8-5-2 0,1 3 4 16,-1-2 7-16,3 2-13 0,-3-6 2 0,5 3 7 15,0-1-6-15,-1 1 5 0,2 0-3 16,-2-1-6-16,1 1-1 0,-2-2 0 0,2 0-8 0,-4 2 6 16,2 2-7-16,-1 0-9 0,2-2 1 0,-2 2-7 15,1-3-4-15,1 1 15 0,0 3 1 0,-1 0-7 16,-1 2 7-16,1-2-5 0,-3 2 11 0,1-1 3 16,-2 1 0-16,1-2-1 0,-9 2-2 0,9-2 11 15,-7 3-3-15,4-1-7 0,-4 0 1 0,6-1-2 16,-1 3 3-16,-5-3-2 0,8 0 1 0,2-2-3 15,-2 1 12-15,3 1-4 0,-1-1 3 0,2 0-1 16,1 0-10-16,1 0 2 0,1-1-1 0,14-2 11 16,-13 1-10-16,14 1 7 0,-1-3 1 0,-12 0-9 15,14-1 2-15,-1 2-2 0,-14 0 13 0,3 0-18 16,10 0 5-16,-1 0-2 0,-12 1-8 0,16 2 14 16,-3 0-6-16,-12 1 5 0,10-2-6 0,-8 1-3 15,10-2 12-15,-12 2 2 0,12 1-13 0,-13 0-4 16,1 3 11-16,-1-6-11 0,0 2 14 0,3 3 1 15,-3 0-7-15,-5 0 7 0,1 0-2 0,-1 0-4 16,-3 3 3-16,-1-1-4 0,-2-2 2 0,-7 1-4 16,2 2-1-16,-3-2-4 0,-2 1-10 0,2-1 3 15,-7 1-11-15,7 2-22 0,-6-2-9 0,-1 1-68 0,-3-1-133 16,5-1 59-16</inkml:trace>
  <inkml:trace contextRef="#ctx0" brushRef="#br0" timeOffset="-139380.04">15491 12343 56 0,'-4'-6'77'0,"4"6"-5"0,0 0-8 15,0 0-7-15,0 0-2 0,0 0-12 0,0 0-5 16,0 0 1-16,0 0-11 0,0 0 8 0,14-4-8 15,-14 4-1-15,13 0 0 0,-4 0 1 0,4 0 0 16,-1 0-2-16,1 0-3 0,5 0-1 0,-3 0 6 16,4 0-10-16,4 2 0 0,-5-2-5 0,2 1 6 15,3-1 2-15,-4 3-2 0,4-2-8 0,-1 0 0 16,6 1-4-16,-6-2 5 0,-1 2 1 0,0-2-12 16,7 0 13-16,0 2-2 0,-9 0 7 0,2-2-11 15,8 1-7-15,-1-1 4 0,0 0 3 0,-7 2 7 16,7-1 5-16,3-1-11 0,1 0 15 0,1-1-11 15,0-1 14-15,4 1-5 0,-1-1 4 0,0 4-7 16,1-5-6-16,-3 2-2 0,1-1 4 0,2 2-4 16,0 0-1-16,-3 0 1 0,2 0 0 0,0 0-9 15,1 0 7-15,1 2-4 0,2-2 0 0,13-2 6 16,-14 2 0-16,12-3-9 0,0 0 5 0,-10 3-12 16,14-4 6-16,-3 3 0 0,-1-1 9 0,1 0-7 0,3 1 6 15,-2 0-5-15,-2-4-5 0,1 2-3 0,-1 2 5 16,-14 0 9-16,15 1-12 0,-15-2 5 0,0 2 0 15,3 2-8-15,-1-2 7 0,0 0-2 16,13 0 8-16,-17 1-2 0,2-1 4 0,0 1-3 0,-3 0 1 16,2-2 2-16,-3 1 0 0,2 0-7 0,-2 0 8 15,0 1-6-15,-1-1 1 0,0 0 0 0,-1-1-4 16,-2 1 10-16,-7 1-12 0,7-1 0 0,-8-1 3 16,1 0 5-16,-1 0 1 0,-3-1-5 0,-4 2 6 15,-1-1-7-15,0 1-6 0,-2-2 4 0,1 2 6 16,-3-2 0-16,1 1 5 0,-10 1 7 0,13-1-9 15,-13 1 1-15,10 0 1 0,-10 0-2 0,0 0-1 16,10-2 7-16,-10 2-5 0,0 0-1 0,8 2 6 16,-8-2-7-16,0 0 0 0,0 0 5 0,0 0 0 15,0 0-18-15,0 0-12 0,0 0-12 0,0 0-37 16,10 1-18-16,-10-1-10 0,0 0-14 0,0 0-112 16,0 0-237-16,0 0 106 0</inkml:trace>
  <inkml:trace contextRef="#ctx0" brushRef="#br0" timeOffset="-137632.15">20087 12217 70 0,'0'0'63'0,"0"0"-6"0,0 0 0 0,0 0-4 0,0 0-3 15,0 0 0-15,0 0-6 0,23 8-7 0,-17-6 2 16,2-1-5-16,5 1 0 0,-4-2-3 0,3 2 3 15,1-1-6-15,1 1 3 0,5-1-4 0,1-2 0 16,-2 2 0-16,2 0 2 0,0-1-1 0,1 0 2 16,1 0-9-16,6-2 2 0,-2 4 4 0,3-4-1 15,-8 0 1-15,6 1 8 0,1 1-9 0,-6 0 8 16,5-2-2-16,-5 2 0 0,8-2 2 0,0 0 5 16,0 3-3-16,1-3 9 0,0-1-8 0,-1 2-5 15,1 1-5-15,1-1-4 0,-3 1 0 0,5-1 2 16,1-1-3-16,-3 2-6 0,1-2 5 0,1 2-5 0,3-1 3 15,-1 4 1-15,2-5-1 0,0 1 0 0,-1 1 3 16,2 0 0-16,-2-1-7 0,2 2 4 16,0-1-2-16,-2 0 0 0,0 1-3 0,1 1 5 0,2-1 0 15,-3-4-3-15,1 3 4 0,-2 0 1 0,4-1-2 16,-3 1-3-16,-1 1 1 0,-1-1-1 0,1 2-1 16,2-1 4-16,-1-1-6 0,-1 0 5 0,1 0-4 15,2-1 4-15,-1 3 0 0,-1-1 0 0,1-2 2 16,0 1-3-16,0-1 1 0,1 2-2 0,0 1-1 15,-1-3-3-15,2 3 2 0,11-1 1 0,-14 1-7 16,2 0 3-16,-1-1-4 0,-1-3-1 0,-1 3 4 16,2-3-2-16,-3 2-2 0,3 1 2 0,-4-1-4 15,2 2 1-15,-1 0 0 0,-2-2 8 0,2 0-3 16,0 0 2-16,-4 0-2 0,0 2-1 0,1-1-4 16,0 3 4-16,-1-2-4 0,1-1 2 0,1 0-5 15,-1-1 4-15,3 2 0 0,-1 2 0 0,2-1-1 16,-3 1-6-16,2-3 4 0,0-1 1 0,1 0-2 15,-2 0-3-15,-1-2 5 0,-1 2-1 0,1 0-1 16,-2 0 3-16,2 2-5 0,-1-4 0 0,0-2 3 16,1 2 0-16,-4 0 1 0,3 1-5 0,0 1 7 15,0-3-2-15,-2 1 0 0,-1 0-2 0,1 2 7 0,0-2 0 16,2 2-3-16,-2 0 0 0,-1-2 3 0,0 4 0 16,-1-4 1-16,0 2-3 0,1 0-3 15,-3-1 1-15,1 2 3 0,1-2-1 0,-8 1-2 16,1-2-2-16,2 4 2 0,4 2-1 0,-6-4 1 0,2 0-1 15,-2-1-1-15,0 1-1 0,-1 0 3 0,1 0 0 16,-3-2-1-16,2 1 0 0,3-1 3 0,-4 0 1 16,11 1 0-16,-9 0 0 0,-4 1-1 0,2-3-5 15,3 3 4-15,-2-2 1 0,-1 0-2 0,3 1 0 16,-4 0 1-16,0 2-2 0,2-4 0 0,-3 3 0 16,2 0 1-16,-1-1 3 0,2 0-2 0,0-1-1 15,-1 2 0-15,3-3-1 0,-2-1 3 0,0 3-3 16,0-1 1-16,-1-1 2 0,0 1-2 0,0 0 1 15,0 0 1-15,2 1-2 0,-2-3-2 0,0 2 2 16,0-1-2-16,-1 3 2 0,1-3-2 0,0 1 1 16,0 0 5-16,-2-1-3 0,3 0 0 0,-4 1 1 15,3 2-1-15,0-2 1 0,3 0-4 0,-3-1 0 16,2 2 1-16,-1-2-3 0,8 1 4 0,-5-1-1 16,-2 2-1-16,-3-1-3 0,10-3 4 0,-6 5-1 15,-2-2-2-15,2-2 0 0,-1 2 5 0,1 0-8 0,-1-1-2 16,1 0-4-16,-3 3 5 0,2-1-2 15,-2-1-1-15,0 0-1 0,2 1 7 0,-6 1-2 0,8-2-1 16,-3 2-3-16,-3 2 6 0,2-1-3 0,-1-2 3 16,0 1-3-16,0-3 3 0,-2 3 1 0,-1 0 0 15,-1-1 0-15,-3 1-1 0,5 0-3 16,-6 0 2-16,5 0 0 0,-4 1 2 0,5-2-2 0,-3 1 0 16,1-2-2-16,1 4 3 0,-1-2 1 0,-1-2-4 15,0 4-1-15,5-5 4 0,1 3-2 16,-4-1 2-16,-1 0 0 0,-1 2 0 0,-2-2 1 0,7 1 1 15,-7-1-3-15,3 0 5 0,-1 1-5 0,1 0 1 16,-1-2-4-16,4 4 2 0,-4-1-4 0,5-2 7 16,-5 1-6-16,3 0 7 0,-3 2-3 0,0-2 2 15,1 1-4-15,-1-1 3 0,-1 4 1 0,-1-2 0 16,0-2-3-16,1 0 5 0,-1 2 0 0,0-1 0 16,-1-2-3-16,0 3 5 0,-1-1-4 0,1-1-1 15,3 2 4-15,-4-2 0 0,2 0-2 0,0 0 0 16,-4 0-1-16,5 1 2 0,-2-1 0 0,1-1-2 0,1 2 3 15,-3 1-1-15,-1-4-2 0,4 2 1 16,-3 0-1-16,-9 0 5 0,19 2-4 0,-11-2 4 16,-1 0-4-16,-7 0-1 0,16 1 1 0,-8-2 1 15,1-1 0-15,3 1 1 0,-1 1-5 0,-2-2 4 0,2 2-4 16,-4 2-1-16,-7-2-1 0,13 0 8 16,-5 0-3-16,-8 0-2 0,15 3-2 0,-9-3 6 15,4 0-1-15,-10 0-2 0,13-2 0 0,-7 4 0 0,-6-2-2 16,9 0 1-16,-9 0 0 0,10 0 1 0,-10 0-3 15,0 0 6-15,9-3-3 0,-9 3 0 0,0 0-6 16,8 0 8-16,-8 0-3 0,0 0 8 16,0 0-8-16,0 0 3 0,12-2-4 0,-12 2 0 0,0 0-1 15,0 0 6-15,0 0-3 0,0 0 2 0,0 0-4 16,0 0 2-16,0 0-2 0,0 0 4 0,0 0 1 16,0 0 0-16,0 0-3 0,0 0 0 0,0 0 0 15,0 0 1-15,0 0-3 0,7 2 0 0,-7-2 2 16,0 0 1-16,0 0-4 0,0 0 2 0,0 0 2 15,0 0-1-15,0 0-4 0,0 0 10 0,0 0-6 16,0 0 2-16,0 0-6 0,0 0 2 0,0 0-6 16,0 0-8-16,0 0-15 0,0 0-9 0,0 0-19 15,0 0-19-15,0 0-29 0,0 0-26 0,0 0-29 16,-29-2-9-16,29 2-33 0,-19-1-108 0,8 0-336 16,2 0 149-16</inkml:trace>
  <inkml:trace contextRef="#ctx0" brushRef="#br0" timeOffset="-133973.31">16625 9079 10 0,'0'0'79'16,"0"0"-3"-16,-5-5-2 0,5 5-6 0,0 0 2 16,0 0-9-16,0 0-4 0,0 0-6 0,0 0-1 15,0 0-13-15,0 0 4 0,0 0-14 16,0 0-1-16,0 0-3 0,0 0 1 0,0 0-7 0,0 0 4 15,0 0-11-15,0 0 2 0,0 0 4 0,0 0 1 16,21 14-5-16,-8-12 5 0,0 1-10 0,5 1 10 16,1 0-11-16,10 1 5 0,3-2 4 0,4-2 4 15,0 1 0-15,0 0 1 0,2-1-3 0,0 1-3 16,15-1 0-16,-2-1 2 0,-1 0-9 0,-11 0 4 16,1-1 2-16,15-1-11 0,-5 1 3 0,1 2 5 15,0-2 2-15,-13 1 0 0,13-1-13 0,-12 1 11 16,0 0-7-16,16 0 4 0,0-1 2 0,-1 2 5 15,0-2-8-15,-1-1 5 0,4 2-3 0,0-1 6 16,1 1-6-16,-1 1 1 0,3-4 1 0,-1 3-3 16,-4 2 0-16,-1-2 3 0,-3-2-10 0,2 5 9 15,-13-1-7-15,11-4 7 0,3 5-3 0,-4-3-8 16,1-1 5-16,-14 3 1 0,14-1 5 0,-13-1-2 16,16-1-4-16,-2 0 4 0,-12 1-1 0,14-3 1 0,-4 3 0 15,-10 0-7-15,12-1 2 0,0-2 1 0,-15 2 0 16,15 1 9-16,-2 0-7 0,1-2-3 15,-12 2 4-15,16-2-2 0,-3 2 3 0,-14 0-7 16,13-1 4-16,-1 1-7 0,-9 1 12 0,10-1-8 0,-11-1-3 16,11 2 2-16,0-2 4 0,-12 2 0 0,-1 1-6 15,16-5 9-15,-16 4-4 0,16-3-3 0,-2 2-4 16,-1-2-1-16,0 4 0 0,2-5 0 0,-1 2 0 16,-14 2 4-16,1-1 1 0,13 0-3 0,-1 1 2 15,-11-1-1-15,12 3-6 0,-12-3 6 16,12 3-2-16,-13-1 4 0,0 0-9 0,1 1 10 0,12-3-1 15,-13 2-3-15,1-1-1 0,13-1 1 0,4 1 3 16,-2-1-5-16,-2-1 4 0,-2 1 0 0,3-1-4 16,0 1 4-16,-1-2-2 0,2 2 1 0,-1 0 2 15,-1 0-3-15,-3 0-2 0,-10-1 10 0,-1-1-8 16,0 2 4-16,-1-1-2 0,0 0-2 0,2 2-2 16,-2-2 10-16,-2 1-4 0,4-2-3 0,-5 4 2 15,0-4 1-15,-2 4-3 0,2-1 1 0,-1-1 3 16,0 0 8-16,-3 1-11 0,1 2 3 0,0-3 5 15,0 0-1-15,1 0-12 0,1 0 4 0,-4 0 2 16,1 0 1-16,0 2-2 0,-2-1 6 0,-2-2-8 16,0 3 3-16,0 1-4 0,-6-1 3 0,-3-2 5 15,4 0-3-15,-2 3 8 0,2-3-1 0,-4 1-11 16,1-1 6-16,2 1-3 0,-2-1 6 0,0 0-5 16,-1 2-2-16,1-2 5 0,-2 2-2 0,2-2 6 15,-8 1-12-15,3-1 8 0,-2 0 1 0,1 0-3 0,-1 2 0 16,0-4 1-16,1 2-2 0,-3 0 0 15,1 0 7-15,0 0-2 0,0 0-3 0,-2 0 0 16,-9 0-1-16,14 0-2 0,-6 0 6 0,2 0-7 16,-10 0 2-16,14 0-4 0,-7 0 13 0,-7 0-8 0,12 0 3 15,-12 0-4-15,9-3 1 0,-9 3-5 0,9 3 8 16,-9-3-6-16,0 0-4 0,9 0-14 0,-9 0-2 16,0 0-8-16,0 0-9 0,0 0-15 15,0 0-10-15,6 2-11 0,-6-2-14 0,0 0-14 0,0 0-58 16,0 0-171-16,0 0 76 0</inkml:trace>
  <inkml:trace contextRef="#ctx0" brushRef="#br0" timeOffset="-133212.92">25372 9329 54 0,'0'0'74'0,"-12"-3"2"0,12 3-2 0,-8-3-3 16,8 3-3-16,0 0-4 0,-9-2-4 0,9 2-2 15,0 0-13-15,0 0-6 0,0 0-3 0,0 0-8 16,-5-3-3-16,5 3 2 0,0 0-8 0,0 0 1 15,0 0 6-15,0 0 2 0,0 0-1 0,0 0 5 0,29 10-3 16,-9-7-7-16,1-1 6 0,10 0 0 16,0-2-1-16,1 0-3 0,1 1-2 0,3-1 5 15,3 0-9-15,-1-1-5 0,11 1 4 0,5 1-4 0,-2-2-5 16,0-1 4-16,-1 2-1 0,1-2 1 0,-3 0-2 16,-10 1-8-16,12 2 9 0,1-4-4 0,-12 3 5 15,10 2-7-15,-10-2 3 0,10 1-8 0,-2 1 7 16,7-2-4-16,-1 1 2 0,-4 2-6 0,-12-2 4 15,14 2-6-15,1-2 3 0,-3 0-1 0,-10 0-6 16,14-1-2-16,-2 3 6 0,-1-2-1 0,-12-1 1 16,14 0 6-16,-14 0-1 0,-1 0-8 0,2 0 12 15,0 0-5-15,12 0-5 0,-14 1 6 0,1-1 4 16,14 0 0-16,-14 0-5 0,12-1 1 0,-13 2-1 16,3-1-4-16,-3 0-3 0,2-1-6 0,1-2 6 15,-3 3 4-15,2 0 2 0,12 0-3 0,-12 2 11 16,-2-4-8-16,3 1 10 0,-1 1-6 0,-1 1 5 15,12 1 4-15,-12-1 0 0,14-2-8 0,1 5 7 16,-16-4-5-16,17 2-4 0,-4-1 4 0,-10-1 2 16,-1-1-7-16,-2 1 5 0,3 0-10 0,-3-1 2 15,0 0 4-15,0-1 0 0,-1 0-3 0,0-1-2 16,-3 1-5-16,-2 1 3 0,-1-3-2 0,0 1 1 0,-11 0-3 16,2 2-1-16,0-1-12 0,-2 2-3 0,-3-3-11 15,-3 3-12-15,-3-2-9 0,1 2-17 16,-1-3-10-16,-3 2-10 0,-8 1-62 0,10-4-169 15,-10 4 75-15</inkml:trace>
  <inkml:trace contextRef="#ctx0" brushRef="#br0" timeOffset="-131850.09">5577 10180 51 0,'28'-2'54'0,"1"-1"-7"16,1 1-9-16,-1 0 4 0,3-4-10 0,2 5 2 16,2-2-3-16,1 1-3 0,2 1-3 0,0-1-2 15,1 1-8-15,11-2 5 0,3 2-3 16,-16 0-3-16,16 0-1 0,-16 1-4 0,16 0 4 0,-4 1 3 15,1 1-7-15,-14-3 3 0,2 1-4 0,12 0-7 16,4 0 6-16,0 1-3 0,-3-1 5 0,1 0 1 16,2 0-9-16,-5-1 4 0,-12 0 0 0,15 1-1 15,-2-4 2-15,-11 4-6 0,-1-1-6 0,1-2 0 16,-1 3-3-16,0 0-5 0,12-3-1 0,-13 3-8 16,2-2 2-16,-3 0-9 0,-3 0 1 0,2 2 1 15,0-2-3-15,0-1-6 0,2 3-22 0,-5 1-65 16,-1-1 29-16</inkml:trace>
  <inkml:trace contextRef="#ctx0" brushRef="#br0" timeOffset="-131238.15">8530 10217 56 0,'0'0'87'0,"0"0"-14"0,31 7-10 0,-12-3-6 0,7 0 1 16,8-1-3-16,3 2-27 0,3-2-12 16,10 1 5-16,1 0-3 0,-10-1 5 0,9 0-7 15,-10 0-27-15,0-1 15 0,12 0 6 0,-12 2 1 0,15-1 5 16,-4 1-6-16,1-2-3 0,-13-1 2 0,13 2-3 15,1 1 0-15,-1-2 1 0,2 1 0 0,-2 0-7 16,-1-2-3-16,3-1 10 0,-3 1-6 0,0-1-6 16,-13 0-4-16,12 0-2 0,-9 0 10 15,-2-2-9-15,13 0 6 0,-15 1-1 0,15-4 3 0,-18 1-3 16,3 1 9-16,-2 0-8 0,0-1 9 0,2 2-5 16,0-2 0-16,-4 1 1 0,0 1 6 0,2 0-4 15,-2-1 0-15,-2 1 1 0,-3 1 3 0,3 0-4 16,-5 1 1-16,-5-1-1 0,1 1 7 0,1-3-8 15,-4 2 2-15,3 2-2 0,-2-2 1 0,-1 2 1 16,-1-2 1-16,0 2-1 0,-5-1-5 0,1-1 0 16,0 0-2-16,-2 1 6 0,-1 0 2 0,-2 0-3 15,2 0 5-15,1 0-10 0,-4 0 5 0,-8 0 1 16,11 0 4-16,-11 0-2 0,10 1-3 0,-10-1-10 16,7 1-8-16,-7-1-9 0,0 0-18 0,0 0-60 15,2 6-111-15,-2-6 48 0</inkml:trace>
  <inkml:trace contextRef="#ctx0" brushRef="#br0" timeOffset="-130335.91">13986 10268 2 0,'-10'-4'35'16,"3"0"4"-16,0 2-10 0,0-2-1 0,1 1 5 15,6 3-6-15,-12-6-4 0,5 3-1 0,7 3 6 16,-8-5 1-16,8 5-1 0,-9-4 1 0,9 4-8 15,-4-2 8-15,4 2-3 0,0 0-4 0,0 0-8 16,-8-5 6-16,8 5-2 0,0 0-6 0,0 0 5 16,0 0-2-16,0 0 1 0,0 0 4 0,25-4 1 15,-14 5-4-15,-1-1 6 0,2 1-6 0,3-1-1 16,-1 2 6-16,5-2-2 0,1 0 2 0,7 0-6 16,2 0-13-16,-2 0 9 0,2 0 2 0,3 0-3 15,-3 0-8-15,3 0 11 0,3 0-1 0,-1 0-2 16,0 3-4-16,0-4 4 0,-1 1 6 0,1 0-11 15,-1 0-6-15,-1 0 6 0,1 1 5 0,-1-1 1 16,1 2-11-16,-3-4 5 0,3 4-1 0,-1-2-2 16,2 1 2-16,-3-2-10 0,3 2 15 0,-3-1-2 15,4 1 0-15,0-1-5 0,-3 0-4 0,1 0 5 16,-1 0 3-16,-1 0 3 0,1 0-3 0,0 0 3 16,3-1-9-16,0-2 4 0,-1 2 3 0,0-1 0 0,1 0 0 15,0 2 2-15,1-1-3 0,-1-1-3 0,2 0-2 16,0 2-5-16,-3-1 14 0,5 0-10 0,-4-1 2 15,1 1 7-15,1 0-1 0,2-2-6 16,1 2 0-16,-2-1 17 0,-1 0-15 0,1 0 1 0,14-2-12 16,-14 2 3-16,2-1 2 0,12 1 4 0,-14-2-7 15,1 2-8-15,-2-2 0 0,2-1 4 0,-1 3-1 16,0 0-6-16,2 0 14 0,-4 0-4 0,0 2 0 16,1-1 7-16,-3 2-2 0,1-2 0 0,-1 1-4 15,-2 0 7-15,3 0-10 0,-2 1 7 0,0 1-1 16,0-2 1-16,2 0 0 0,-6 0-5 0,3 0 0 15,-1 0-1-15,0 0-1 0,-3-2 2 0,0 2-4 16,-6 0 2-16,7-2 7 0,-1-1-1 0,0 2-1 16,-9-1 4-16,3 0-1 0,-2 1-1 0,-2 1 10 15,2-3-7-15,-1 2 11 0,-8 1-4 0,1-2-8 16,2 1-7-16,-4 0 11 0,0 0 2 0,2 1-9 16,-12 0 6-16,11 0 2 0,-11 0 3 0,8 0-3 15,-8 0-22-15,0 0-4 0,10-3-7 0,-10 3-16 16,0 0-20-16,0 0-17 0,0 0-57 0,0 0-147 15,0 0 65-15</inkml:trace>
  <inkml:trace contextRef="#ctx0" brushRef="#br0" timeOffset="-129616.72">19999 10271 64 0,'0'0'82'0,"-5"-3"-2"0,5 3-4 15,0 0-8-15,0 0-14 0,0 0-8 0,-6-6-2 16,6 6-7-16,0 0-2 0,0 0 2 0,0 0-16 16,0 0 7-16,0 0-5 0,0 0 2 0,0 0 5 15,35 7 2-15,-22-5 5 0,3-1-6 0,5-1-6 16,-2 2 9-16,4-2-3 0,5 1-3 0,0 1 7 16,0 0-11-16,3-2 5 0,0 2 1 0,3-2-7 15,1-2 2-15,1 4-9 0,-1-2 8 0,6 1-4 16,8-1 5-16,-10 1-8 0,1-1-6 0,-2 2 7 15,15-1-3-15,-14-1-3 0,1 1 0 0,10-1-7 16,2 0 7-16,-15 0 1 0,16-1-12 0,-16 1 2 16,2 0 7-16,18-1-1 0,-3 1 1 0,1-2-9 15,-2 1 4-15,-2 1 6 0,3-1-4 0,-3-2 7 16,-10 2-3-16,11 0-3 0,0-3-4 0,-14 4 6 0,2-1 4 16,-3 1-5-16,3-2-1 0,-3 1 0 0,0-2 0 15,-1 0-4-15,-3 3-3 0,-1-1 6 16,-5-2-4-16,2 2 2 0,-2-2 1 0,-5 2-7 15,5-2 11-15,-6 0-8 0,0 1-4 0,-2-2 8 0,0 0-2 16,-2 2 0-16,-6-1 10 0,-3 0-9 0,0 0 1 16,-3 3 1-16,-5 0 7 0,13-3-6 0,-13 3-8 15,9-2 3-15,-9 2-15 0,7-3-15 16,-7 3-8-16,0 0-24 0,9 0-17 0,-9 0-10 0,0 0-5 16,0 0-4-16,0 0-13 0,0 0-59 0,0 0-182 15,5 6 81-15</inkml:trace>
  <inkml:trace contextRef="#ctx0" brushRef="#br0" timeOffset="-127704.35">23966 10301 2 0,'-3'-5'119'0,"3"5"-2"0,0 0-6 15,0 0-10-15,-1-8-10 0,1 8-12 0,0 0-10 16,0 0-2-16,0 0-13 0,0 0-3 0,0 0-9 16,9-7 4-16,-9 7-5 0,19-2 5 0,-6 1-7 15,1 2 2-15,5-2-4 0,3 2 6 0,-1 1-12 16,6-2 0-16,4 0-5 0,-2 1 4 0,2-2-6 15,0 2 2-15,-1 0-5 0,3 2 3 0,1-2-7 16,0 0 5-16,2 1-3 0,0-2-3 0,0 1 1 16,2 3 0-16,-2 0-16 0,2-2 18 0,-1 4-5 0,3-6-3 15,-1 3-4-15,14 0 9 0,-15 1-5 16,12-1 3-16,-11 1-2 0,13-2-7 0,-14 1-3 16,0 0 6-16,1-2 3 0,12 1-9 0,0-1 7 0,-12 0-4 15,0-2 3-15,-1 1-2 0,16-1-4 16,-14 1 13-16,11-3-7 0,-13 3 2 0,0-1 0 15,3-1-2-15,-4-1-1 0,3 3-2 0,1 0-1 16,-3-3 3-16,0 2 3 0,0 1-5 0,-1-2 0 0,2 1 4 16,-3 0-2-16,0 0-6 0,-3-2 2 0,-1 1 2 15,1-1-3-15,-5 1 1 0,3 0 0 0,-2-2 1 16,-2 2 1-16,0-6-3 0,1 5 1 0,1 1-2 16,-2-2 2-16,-6 0-8 0,9 2 12 0,-8 0 0 15,5-4-11-15,-1 3 15 0,3 0-10 0,-10-1 4 16,4 0-6-16,-2 1 1 0,0 1 1 0,0-1 7 15,1 0-8-15,-2 1 3 0,3 1-2 0,-3 0-1 16,0-1-7-16,1 1 2 0,-1 1 2 0,-3-1 8 16,2 1-6-16,-2-2 2 0,1 2 6 0,1 2-7 15,0-1 2-15,2-1-1 0,-2-3 1 0,0 3-1 16,-1 0-3-16,2 0 6 0,1 0-2 0,-1-2-4 16,-2 2 0-16,4 1 5 0,-3-2-3 0,2-2 3 15,0 1-9-15,0 2 10 0,-2-3-2 0,10-2-5 16,-2 4 2-16,-6 0 3 0,1-1 3 0,-2 1-4 15,3-1-4-15,-2 1 4 0,-2 0-10 0,2-1 11 16,-1 2-1-16,0-3 3 0,-2 0-7 0,2 5 2 16,2-4-2-16,-3 1 3 0,0-2-1 0,2 3 0 15,-1 0 4-15,-2-1-6 0,2-1 3 0,-1 2-2 0,-2 0 2 16,3 0-1-16,-4 0 3 0,4 0 1 0,-3 0-3 16,0-2 4-16,-3 4-3 0,3-2-1 15,2 0-1-15,-2 0 3 0,4 0 0 0,-3 0-5 16,-1 0 2-16,4 0 4 0,-4 2-4 0,2-2 1 0,0-2-6 15,-2 2 6-15,3 3 1 0,-2-4 0 0,0 2-4 16,-2-1 1-16,2 0 2 0,0 0-1 0,1 0 0 16,2 0 3-16,-3 0-5 0,2 2 5 15,-2-2-2-15,-1 1-5 0,0-1 6 0,-1 0 4 0,2 1-1 16,-5-1-2-16,3-1 0 0,-3 1-5 0,6 0 1 16,-6 0-3-16,5 0 1 0,-5 0 7 0,1 1-12 15,-2-2 7-15,1 1 2 0,0 3 4 0,0-2-3 16,5-1-1-16,-7 0 4 0,1 0-5 0,-1 1-10 15,-3-1 11-15,-2 2 0 0,3-2 3 0,-9 0 2 16,14 0-3-16,-14 0 3 0,10 2-2 0,-10-2-2 16,9 0 5-16,-9 0-4 0,7 2 4 0,-7-2-2 15,0 0-4-15,7 0 3 0,-7 0 9 0,0 0-10 16,0 0-2-16,0 0 2 0,0 0 1 0,0 0-3 16,0 0 3-16,9 0 2 0,-9 0-2 0,0 0-3 15,0 0 0-15,0 0 5 0,0 0-9 0,0 0 7 0,0 0-2 16,0 0-2-16,0 0 4 0,0 0-4 15,0 0-2-15,0 0 5 0,0 0 1 0,0 0-2 16,0 0 2-16,0 0-3 0,0 0 3 0,0 0-5 16,0 0 1-16,0 0 4 0,0 0 0 0,0 0-6 15,0 0 2-15,0 0 1 0,0 0-2 0,0 0 0 16,0 0 1-16,0 0-5 0,0 0 3 0,0 0-5 16,0 0 2-16,0 0-4 0,0 0 4 0,0 0 0 0,0 0 3 15,0 0-3-15,0 0 0 0,0 0 8 0,0 0 0 16,0 0-10-16,0 0 7 0,0 0 5 0,0 0-5 15,0 0 1-15,0 0-3 0,0 0 4 16,0 0-6-16,0 0 1 0,0 0 4 0,0 0 2 0,0 0 0 16,0 0-1-16,0 0-1 0,0 0 1 0,0 0 1 15,0 0-2-15,0 0 1 0,0 0 0 0,0 0-1 16,0 0 8-16,0 0-9 0,0 0 7 0,0 0-1 16,0 0-6-16,0 0 7 0,0 0 4 0,0 0-1 15,0 0-1-15,0 0-3 0,0 0 0 0,0 0-5 16,0 0 6-16,0 0 2 0,0 0-2 0,0 0 2 15,0 0-1-15,0 0 3 0,0 0-2 0,0 0 3 16,0 0-5-16,0 0 4 0,0 0 6 0,0 0 0 16,0 0-1-16,0 0-1 0,0 0 3 0,0 0 2 15,0 0 3-15,0 0-6 0,0 0 5 0,0 0 0 16,0 0 1-16,0 0 1 0,0 0 2 0,0 0 2 16,0 0-3-16,0 0 1 0,0 0-1 0,0 0-2 15,0 0-3-15,0 0 0 0,0 0 0 0,0 0 1 16,0 0 3-16,0 0-1 0,0 0 1 0,0 0-3 15,0 0 0-15,0 0 2 0,0 0 0 0,0 0-7 0,0 0 0 16,0 0 1-16,0 0 0 0,0 0 4 16,0 0-5-16,0 0 0 0,0 0-3 0,0 0 0 15,0 0 3-15,0 0-5 0,0 0-1 0,0 0 0 16,0 0 1-16,0 0-1 0,0 0-1 0,0 0-3 0,0 0 2 16,0 0 0-16,0 0-3 0,0 0 3 0,0 0-5 15,0 0 2-15,0 0-2 0,0 0 1 16,0 0 1-16,0 0 0 0,0 0-1 0,0 0-2 15,0 0 2-15,0 0-2 0,0 0 0 0,0 0 1 0,0 0 1 16,0 0 2-16,0 0-4 0,0 0-1 16,0 0 3-16,0 0 0 0,0 0-5 0,0 0 4 0,0 0 1 15,0 0 1-15,0 0-2 0,0 0 1 16,0 0-3-16,0 0 3 0,0 0-2 0,0 0 4 0,0 0-5 16,0 0 1-16,0 0 1 0,0 0 3 0,0 0-2 15,0 0-6-15,0 0 1 0,0 0 0 0,0 0 2 16,0 0-4-16,0 0 2 0,0 0 0 15,0 0 1-15,0 0-6 0,0 0 0 0,0 0-2 0,0 0-1 16,0 0-7-16,0 0 3 0,0 0-4 0,0 0-2 16,0 0-7-16,0 0 1 0,0 0-3 0,0 0-3 15,0 0-3-15,0 0 4 0,0 0 3 0,0 0 0 16,0 0-4-16,0 0-5 0,0 0-7 0,-2 12-5 16,2-12-1-16,0 0-1 0,0 0-8 0,0 0-5 15,-8 10-10-15,8-10-12 0,-8 3 0 0,8-3-22 16,-9 6-3-16,4-5-5 0,5-1-7 0,-14 3-7 15,7 0-93-15,-5-3-241 0,5 0 107 0</inkml:trace>
  <inkml:trace contextRef="#ctx0" brushRef="#br0" timeOffset="-122794.86">18728 13283 27 0,'-3'-4'57'0,"3"4"-6"0,0 0-18 16,0 0-9-16,0 0-2 0,0 0-5 0,0 0-17 0,0 0-14 16,0 0-23-16,0 0-38 0,0 0 17 0</inkml:trace>
  <inkml:trace contextRef="#ctx0" brushRef="#br0" timeOffset="-121534.68">24212 13252 13 0,'0'0'82'16,"0"0"-17"-16,0 0 0 0,0 0-9 0,0 0-8 15,0 0-1-15,0 0 4 0,0 0-7 0,-11-9-3 16,11 9-2-16,0 0-10 0,0 0 5 0,0 0-9 16,0 0-1-16,0 0-1 0,0 0 6 0,0 0-10 15,0 0-5-15,0 0 2 0,0 0-4 0,0 0-2 16,0 0 0-16,18 0-7 0,-18 0 11 0,21 2-1 15,-7 0 2-15,4-2 2 0,4 0-5 0,5 0 7 16,3 0-10-16,1-2-2 0,0 2 3 0,3 0 0 16,2 0-7-16,15-2-4 0,-12 2 10 0,-2-2-5 15,2 1 4-15,12 1-5 0,-12 0 3 0,14-3-6 16,-3 2-1-16,-10-2-8 0,14 1 11 0,-16 1 8 16,14-2-6-16,-14 3-1 0,0-1 6 0,14 1-9 15,-14 0 0-15,0 0 9 0,14-2-9 0,-14 2 1 16,-2 2 3-16,5-2-5 0,-4 0 2 0,1-2 1 15,15 4-2-15,-16-2 2 0,15 0-1 0,-12 0-3 16,17-2 2-16,-3 2-2 0,-3 0 8 0,-10 2-7 16,10-5-1-16,-10 3 5 0,-3-1-7 0,15 0 3 15,-14-1 7-15,-3 1-7 0,4 1 1 0,12 1 3 16,-16-1-12-16,0-1 18 0,0 0-10 0,3 2-1 16,1-1-5-16,-2-1 4 0,3 1-1 0,-3 1 7 0,13 0 4 15,-12 1-8-15,-1-1-11 0,0 0 12 16,-1 0 1-16,2 1-2 0,-1-1 7 0,-2-1-9 15,0 3-1-15,-2-3 0 0,2 3-1 0,0-3 13 16,-2 0-5-16,3 2-9 0,-1-1 8 0,0 0-4 16,3-1-4-16,-3 0 6 0,2 0-2 0,-2 0-4 0,-1-2 5 15,6 0-7-15,-3 0 6 0,2 1-11 0,-4-2 13 16,3 0-3-16,-1 2 4 0,-2-1-6 16,2-1 1-16,-2 2 1 0,1-2 1 0,0 3-3 15,2-2 1-15,-6 2-3 0,3-1 0 0,-3 2 1 0,4-1-9 16,-1 0 11-16,-3 0-7 0,-1 0-14 0,3 0-1 15,-5 0 9-15,1 0-7 0,0-1 2 16,-1 1-5-16,-3 0-2 0,4-2-4 0,-2 1 1 16,-1 1-4-16,1-1-1 0,1 1-10 0,-2-4-1 0,-2 4-29 15,2-3-82-15,1 2 36 0</inkml:trace>
  <inkml:trace contextRef="#ctx0" brushRef="#br0" timeOffset="-119588.92">9890 14382 19 0,'0'0'36'16,"-14"-2"4"-16,14 2-6 0,-11 0 7 16,11 0-2-16,-11-1 0 0,11 1-7 0,-6-3 1 15,6 3-1-15,0 0-9 0,0 0 0 0,0 0-5 0,-12 0 0 16,12 0-10-16,0 0 7 0,0 0 2 0,0 0-1 15,0 0-3-15,0 0-4 0,0 0 3 0,39 0 1 16,-28 0-3-16,3-1-8 0,5-1 4 0,-1 2-5 16,2 0 5-16,2-3 4 0,5 3-2 15,1-1-8-15,-6-2 5 0,5 1 5 0,-4 1-7 0,4 0-3 16,1-1 9-16,0-1-2 0,3 0-3 0,2 2 6 16,1-2-2-16,4 0 0 0,2 1 9 0,-1 0-5 15,0-1-3-15,-2 2-1 0,4-1 11 0,-6 2-2 16,3 0-9-16,-2 2 1 0,0-1-3 0,2-1-2 15,-2 1 0-15,1 2-6 0,1-2 7 0,15 3-4 16,-14-2 4-16,0 1-1 0,13-1-8 0,-13 1-1 16,11-1 2-16,-10 1 0 0,12 2 4 15,-12-2 5-15,10-2-4 0,2 5 7 0,-12-5-1 0,12 1-3 16,-12-2-4-16,12 4 2 0,-1-1 7 0,2-2-7 16,-13 0-1-16,14-3 5 0,0 3-4 0,-3-1 14 15,2 0-13-15,0 1 5 0,-3-2 1 0,-10 1-5 16,16-1-1-16,-5 1-3 0,3-1-1 15,-16 2 6-15,16-1 3 0,-16 1-10 0,16-1 4 16,-16-1-2-16,16 2 6 0,-4-2-2 0,-10 2 0 0,12-1-1 16,-14 1 7-16,13 0 7 0,1-3-9 0,2 2-1 15,-4 0-1-15,3-2 7 0,-1 3 1 0,2 0-9 16,-3-2 10-16,2 1-6 0,7 0-3 16,-6-1-2-16,-3 3 13 0,1-4-16 0,2 0 0 15,1 1 12-15,-2 0-2 0,1-1-8 0,0 2 5 16,5 0-10-16,-8-3 2 0,5 3 1 0,-2 0-1 0,0 0 9 15,-3-2-8-15,1 5 4 0,-12-3-11 0,15 2 11 16,-4-2-6-16,-2 2 5 0,5-1-1 0,3-2-1 16,-1 3-1-16,0-6-2 0,-1 4 6 0,0 0 0 15,1 0-7-15,0-3 4 0,1 0 0 0,-1 0-6 16,5 0 0-16,-6-1 8 0,1 0-5 0,-1-1 1 16,0 1 1-16,0 0 1 0,0 0 3 0,1-1-6 15,1 1 8-15,-5 0-4 0,-3 2 0 0,5-2-2 16,0 1 4-16,-5 0-4 0,6 1 0 15,-4-1-4-15,0-1 4 0,-10 1-6 0,11 0 5 16,-12 1-1-16,11-2-2 0,-10 3 1 0,10-2 7 0,-10-1-8 16,10 2 7-16,-11 1-5 0,10-1 3 0,-11 0 0 15,-2 0-1-15,3 0-4 0,-2 1 8 0,2 2-5 16,-1-2 1-16,0 1 3 0,0 0 2 0,-2 0-3 16,-1-2-4-16,-3 2 5 0,2-1 2 15,-3 1 4-15,-2 0 1 0,0-1-7 0,-2 1 2 0,0-3 2 16,-6 3-6-16,-4-3 1 0,5 3 1 0,-5-2 9 15,1 2-5-15,1 0 3 0,0-1 2 0,-3 1-4 16,-4 0 0-16,5-2-6 0,-6-1 1 0,0 2 0 16,-2 0 2-16,-2 0-2 0,-8 1 8 0,12 0-3 15,-12 0 7-15,0 0-6 0,12 0 3 0,-12 0 2 16,7-1-8-16,-7 1 5 0,0 0-3 0,0 0-5 16,10 1-2-16,-10-1-10 0,0 0-17 0,0 0-8 15,0 0-14-15,0 0-5 0,8 2-15 0,-8-2-21 16,0 0-17-16,0 0-76 0,-3 9-194 15,3-9 86-15</inkml:trace>
  <inkml:trace contextRef="#ctx0" brushRef="#br0" timeOffset="-118052.36">19055 14290 16 0,'9'9'39'0,"-9"-9"-8"16,7 4 3-16,-7-4 0 0,10 4 4 15,-5-3-2-15,-5-1 0 0,12 3 0 0,-6-1-6 16,3 1 2-16,1-2-3 0,2 0-1 0,2 1-8 0,-3-1 2 15,3 1-8-15,-1 0 4 0,1-1-3 16,0 0 2-16,-1 2-7 0,1-1 1 0,4 0 1 0,1 0-1 16,-1 1-4-16,0-3 4 0,1 2-4 15,0 0-6-15,0-1 3 0,1 0 2 0,0 1-2 16,2-2 7-16,6 4-5 0,1-2-1 0,1-2 2 0,3 1 2 16,-1 1-1-16,4-1 6 0,-4-1-2 15,2 3-3-15,3-1 1 0,3-1-3 0,10 2-7 16,-11 0 1-16,11-3 8 0,3 3-8 0,-16-2 7 0,2 1 0 15,18-4 4-15,-17 5-10 0,14-2 2 16,1-1 1-16,1 0 3 0,-1 0 1 0,1 3 3 0,2-3 2 16,2 2-3-16,0-2 14 0,1 3-16 0,1-2 4 15,2 1-6-15,-2 0 6 0,3-1-5 16,-1 1 1-16,1-1 2 0,1-1 0 0,-5 1-2 16,2 2-1-16,1-2 0 0,-3 3-4 0,2-4 12 15,3 1-13-15,-2 4 3 0,0-1 0 0,-2-5-1 0,0 3 1 16,0-3-6-16,5 0 7 0,-10 1 3 0,5 1 0 15,-1-1-5-15,0 0-2 0,-2 0 3 16,-4-1 4-16,0 0 1 0,-3-2-1 0,0 0 5 0,-12 3-1 16,10-1-5-16,-13-1 5 0,3 0 1 15,-6 0 1-15,1 2 0 0,-1 0-2 0,0-3 0 0,-2 2-2 16,0-1-1-16,-2 3-2 0,2-2-1 0,-1 0 1 16,-8 1-6-16,-1 0 8 0,-2 1-3 15,2-1-5-15,-2 1 3 0,0 0 4 0,-4-1-8 16,1 0 0-16,-3 0-2 0,-4 0 5 0,4 1 4 15,-6 1-6-15,-1-2 5 0,-7 0 0 0,14 1-4 0,-14-1 11 16,9 0 5-16,-9 0 11 0,8 0 0 0,-8 0 5 16,0 0-3-16,0 0 2 0,0 0-6 15,10-3-3-15,-10 3-1 0,0 0-3 0,0 0-2 16,0 0-3-16,0 0-3 0,0 0 4 0,10 2-2 0,-10-2 3 16,0 0-1-16,0 0 7 0,0 0-1 0,0 0 0 15,0 0-5-15,0 0 1 0,0 0-4 0,0 0 7 16,0 0-2-16,0 0 4 0,0 0 0 15,0 0 3-15,0 0-5 0,0-11 1 0,0 11-4 0,0 0-2 16,0 0-3-16,0 0 0 0,0 0 0 0,0 0-2 16,0 0-1-16,0 0-5 0,0 0 0 0,0 0 1 15,0 0-4-15,0 0 1 0,2-7 0 0,-2 7-2 16,0 0 0-16,0 0 3 0,0 0-4 0,0 0 1 16,0 0-3-16,0 0 3 0,0 0-1 0,0 0-2 15,0 0 1-15,0 0 3 0,0 0 0 0,0 0 2 16,0 0-3-16,0 0 2 0,0 0 1 0,0 0-1 15,0 0 4-15,0 0 0 0,0 0 0 0,0 0-1 16,0 0-3-16,0 0 4 0,0 0-6 0,0 0 4 16,0 0-2-16,0 0-3 0,0 0 0 0,0 0 0 15,0 0-2-15,0 0 12 0,0 0-13 0,0 0 2 16,0 0-1-16,0 0 1 0,0 0 1 0,0 0-2 16,0 0 2-16,0 0-1 0,0 0-1 0,0 0 1 15,0 0-1-15,0 0 1 0,0 0-1 0,0 0-1 16,0 0-1-16,0 0 3 0,0 0 1 0,0 0-2 15,0 0-1-15,0 0 2 0,0 0-1 0,0 0-1 16,0 0-2-16,0 0 3 0,0 0-1 0,0 0-2 16,0 0 3-16,0 0 2 0,0 0-4 0,0 0 4 15,0 0-4-15,0 0 3 0,0 0-1 0,0 0 2 16,0 0-5-16,0 0 4 0,0 0-2 0,0 0 1 16,0 0 0-16,0 0 2 0,0 0-4 0,0 0 2 15,0 0-2-15,0 0 1 0,0 0-1 0,0 0 2 16,0 0-1-16,0 0 2 0,0 0-1 0,0 0-2 15,0 0 1-15,0 0 1 0,0 0 1 0,0 0 0 16,0 0 5-16,0 0-7 0,0 0 1 0,0 0 1 16,0 0-3-16,0 0 1 0,0 0 1 0,0 0 1 15,0 0 2-15,0 0-1 0,0 0-3 0,0 0 1 16,0 0 1-16,0 0 1 0,0 0-4 0,0 0 2 16,0 0 0-16,0 0-2 0,0 0 2 0,0 0 2 15,0 0 0-15,0 0 0 0,0 0-2 0,0 0-3 16,0 0-4-16,0 0-9 0,0 0-15 0,0 0-11 15,0 0-15-15,0 0-16 0,0 0-14 0,0 0-12 16,0 0-22-16,0 0-19 0,0 0-16 0,0 0-94 0,0 0-271 16,0 0 121-16</inkml:trace>
  <inkml:trace contextRef="#ctx0" brushRef="#br0" timeOffset="-117074.2">25249 14321 63 0,'0'0'58'0,"10"0"1"16,-10 0-6-16,18-1-4 0,-8 2-5 0,0-1-1 16,4 0-4-16,-1 0-2 0,5 0-9 0,0 0 5 15,1-1-2-15,3-1-8 0,1 2 7 16,5-1-3-16,0-1 0 0,0 0-2 0,0 1-2 15,3 1-1-15,-2-3 1 0,-1 3-2 0,3-2-2 0,0 0 1 16,-2 0 1-16,1 1-4 0,3 0 3 0,-2-2-3 16,-3 3 3-16,3 0 0 0,-2-2 2 0,1 2-10 15,-3-1 11-15,2 0-10 0,-2 2 0 0,-5-2-7 16,7-2 2-16,-2 2-4 0,-4 2 10 0,-6-2-5 16,6 1-4-16,0 0 1 0,2-1 3 0,-4 0-2 15,0-1-3-15,2 2 1 0,4-2-4 0,2 0 6 16,-3-1-3-16,-5 1 1 0,12-2-2 0,-6 1 1 15,2-1 4-15,-1 4-10 0,-1-6 11 0,-5 3-8 16,4 0 0-16,-1-1 1 0,-4 2 11 0,0-1-15 16,0 2 5-16,2-3 2 0,2 1-5 0,-2 1 4 15,-2-1 4-15,2 2 8 0,-2-1-8 0,-2-1-3 16,2 2 0-16,2 0-3 0,-2-1-2 0,0 1 3 16,2-1 2-16,-4 0-2 0,4 0-5 0,-1 1 4 15,-1-1 4-15,-1 2-4 0,2-1 8 0,-1-3-8 16,-1 2 8-16,0 2-9 0,3-1 8 0,-1-2 6 15,-2 3 1-15,7-6-1 0,-4 6 4 0,-2-1 6 16,-2-1-5-16,1 0-2 0,0 1-2 0,0 0 15 16,-2-1-15-16,1 2-5 0,-1 0 2 0,1 0-2 15,0 0 4-15,-2 0-8 0,-3-1-3 0,-1 1 3 16,1 0 7-16,0 1-5 0,0-1 7 0,-4 0-7 16,1 0-4-16,-1-1-2 0,-2 2-1 0,-1-1-1 15,3 3 0-15,-10-3 1 0,11 3-8 0,-7-2-15 16,-4-1-18-16,9 2-19 0,-9-2-14 0,4 6-14 15,-4-6-18-15,0 0-91 0,0 0-211 0,0 0 93 16</inkml:trace>
  <inkml:trace contextRef="#ctx0" brushRef="#br0" timeOffset="-115276.06">9425 15467 18 0,'10'1'17'0,"4"1"-3"0,3 1 4 15,3 0-6-15,0 0 2 0,10-2-6 0,-9 0 0 16,8 1 4-16,0-2-1 0,1-2-1 0,0 1 2 0,1 1-4 16,1-1-2-16,-1 2 8 0,-1-4-2 15,1 2-1-15,4 0 7 0,0-1-5 0,3 1 3 16,1-3 7-16,-1 2-8 0,15 2-2 0,-2 0 6 16,-13-2-6-16,12 2 3 0,1-3-8 0,1 1 1 15,0 0 3-15,0 2-3 0,3-2 6 0,-4 0-6 16,2 0 5-16,0-1-5 0,2 3 2 0,4-3 0 0,-7 2 10 15,2-6-4-15,1 7-8 0,0-4-1 16,1 0 8-16,-1 1-5 0,5 1-8 0,-5-2 4 16,1 4 1-16,0-2-5 0,0 2 0 0,-4 0 6 15,3 0-3-15,-17 0 3 0,16-3-6 0,-2 6 12 16,-13-3-9-16,13 0 1 0,0 0 4 0,1 0-7 16,-1-3 5-16,-1 3 9 0,0-3-5 0,2 0-4 15,-1 3-1-15,3-1 4 0,-1-5 10 0,-2 6-10 16,-3-1 12-16,-10-1-14 0,14-2 6 0,-12 3-18 15,12-1 13-15,1 1-2 0,-4-1-3 0,-10-1 4 16,12 0-1-16,-3 3-1 0,-10 0 1 0,1-4-1 16,12 5-1-16,-12-2-7 0,-2-1 3 0,2 0 6 15,12 0-2-15,-14 1-1 0,3 1-4 0,-3-2 4 16,0-1 2-16,0 1-3 0,14-2 4 0,-14-1 10 16,0 2-9-16,1 0 1 0,1 1-6 0,0-3 0 15,-3 2-1-15,1-2-2 0,0 5-3 0,-2-5 3 16,0 3 3-16,-5-1 1 0,0 0 1 0,-2 2-5 15,-1-2-5-15,-10 3 5 0,1-3 12 0,-2 3 1 16,-6 0-10-16,1-2 10 0,-2 2-8 0,-1-1-1 16,-1-2 10-16,-8 3 10 0,11 3 7 0,-11-3 12 15,6 1 10-15,-6-1-2 0,0 0-1 0,9-4 10 16,-9 4 0-16,0 0-1 0,0 0-10 0,0 0 4 16,0 0-7-16,0 0-2 0,0 0-1 0,0 0 2 15,0 0-7-15,0 0 0 0,0 0-4 0,0 0-3 16,0 0-4-16,0 0-3 0,0 0-6 0,0 0 1 15,0-10-2-15,0 10-5 0,0 0-8 0,0 0-17 16,0 0-14-16,0 0-15 0,0 0-10 0,0 0-3 16,0 0-18-16,0 0-18 0,0 0-17 0,0 0-14 15,0 0-23-15,0 21-89 0,0-21-250 0,0 0 110 16</inkml:trace>
  <inkml:trace contextRef="#ctx0" brushRef="#br0" timeOffset="-114100.08">15940 15362 22 0,'6'1'45'16,"1"2"1"-16,0-2 2 0,6 2-11 0,-3-1-2 15,2-1-1-15,2 1 3 0,-3 0-1 0,3 1-4 16,-1-2-2-16,5 1-7 0,0-2-2 0,-2 3 0 16,1-3-3-16,2-3 6 0,3 5-1 0,-3-1 6 15,8-1 0-15,-5 3 4 0,7-3-8 0,0-2-1 16,1 4-4-16,1-1 5 0,2 0 0 0,-3 1-4 16,4-2-2-16,-1 2 11 0,1 1-9 0,1-5 1 15,0 7-8-15,3-5-3 0,-2 1 2 0,2 1-1 16,16-2-2-16,-19 3 4 0,18-3 0 0,-3 2-5 15,-12-2 0-15,3 0 4 0,11 2-7 0,2-1 3 16,0-1 0-16,-1 0-2 0,0 3-4 0,0 0-1 16,1-6 2-16,-2 3-1 0,0 0 2 0,0 3 4 15,3-1 5-15,-3-2-2 0,6-5 6 0,-3 5-5 16,4-3 0-16,-1 2 3 0,2 1-1 0,2-2-4 16,-1 2 1-16,2 0-1 0,1-1 2 0,-3 1 3 15,3-3-6-15,1 0-2 0,-4 3-8 0,3-3 7 16,2 3-5-16,-3-3 1 0,3-1 4 0,1 3-1 15,-2 1 0-15,27-4 0 0,-32 2-1 0,2-2-3 16,3-1 10-16,-4 1-6 0,2 0 2 0,0 1 3 16,-2-3-2-16,4 0 8 0,-7 3-3 0,3 1 1 15,-4 1 1-15,1 1 4 0,3-4 11 0,-4 0-9 16,0 2-7-16,-1 2 8 0,-2 0-7 0,0-2-2 16,-16 1-2-16,13 0-1 0,-11 2 5 0,-2-1 1 15,2-1-2-15,1-3 2 0,9 4-7 0,-13 1 2 16,-3-4-1-16,1 4 4 0,-1-1 0 0,1-1 6 15,-2-2-3-15,-2 1-5 0,0 2-2 0,1-2 3 16,-1-2 3-16,-3 3-3 0,-1-5 2 0,-5 5 2 16,-2-2 1-16,3 0-2 0,-1 0 0 0,0 0-3 15,-1 1 5-15,1-1 2 0,-1-2-4 0,-1-1 2 16,-1 2 1-16,2 1 0 0,-7 0 1 0,4 0-3 16,1-1-1-16,-5 3 0 0,-1-2 1 0,-2 2-2 15,0-1-1-15,0 2 0 0,-1-4-3 0,0 2-4 16,-2-1 8-16,-8 3-3 0,15 0-7 0,-7 0 1 15,-8 0 13-15,11-2-17 0,-11 2 3 0,11 0 2 16,-11 0-5-16,9-1 0 0,-9 1 3 0,0 0-4 16,7-1-1-16,-7 1-2 0,0 0 1 0,0 0 3 15,0 0 0-15,0 0-3 0,0 0 1 0,9-2 3 16,-9 2-3-16,0 0-3 0,0 0-2 0,0 0-18 0,0 0-6 16,0 0-32-16,0 0-16 0,0 0-8 15,0 0-23-15,0 0-20 0,0 0-20 0,0 0-118 16,0 0-287-16,0 0 128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15:29.842"/>
    </inkml:context>
    <inkml:brush xml:id="br0">
      <inkml:brushProperty name="width" value="0.05292" units="cm"/>
      <inkml:brushProperty name="height" value="0.05292" units="cm"/>
      <inkml:brushProperty name="color" value="#FF0000"/>
    </inkml:brush>
  </inkml:definitions>
  <inkml:trace contextRef="#ctx0" brushRef="#br0">11148 8874 8 0,'0'0'7'0,"0"0"3"0,0 0-2 0,0 0 1 15,0 0 2-15,0 0 1 0,0 0-4 0,0 0 4 16,0 0 3-16,0 0-3 0,0 0-3 0,0 0 7 0,0 0-2 16,0 0-2-16,-7 7-4 0,7-7 5 0,0 0-2 15,0 0-1-15,0 0 2 0,0 0 1 16,0 0-4-16,0 0 3 0,0 0-3 0,0 0-2 0,0 0-1 15,0 0 1-15,0 0-3 0,0 0 2 0,0 0-4 16,0 0 3-16,0 0-2 0,0 0 0 0,0 0 0 16,0 0 0-16,0 0-2 0,0 0-2 0,0 0 2 15,0 0 1-15,0 0-7 0,0 0 2 0,0 0 1 16,0 0-3-16,0 0 0 0,0 0 0 0,0 0-8 16,0 0 5-16,0 0-10 0,0 0-2 0,0 0-18 15,0 0-42-15,0 0 19 0</inkml:trace>
  <inkml:trace contextRef="#ctx0" brushRef="#br0" timeOffset="24613.26">27144 5815 3 0,'-1'25'5'0,"-1"1"1"16,0-1 0-16,-2-6 3 0,4 5-1 0,-2 5-1 0,4-3 0 16,-2 4 1-16,8-3 3 0,-5 2 0 15,2 1-2-15,-1 2 5 0,-1-1-1 0,1 0 2 0,5 1-1 16,-3-2-1-16,0 5-6 0,-2 0 6 15,2 0 2-15,-3-1-7 0,3 12 9 0,0-11-9 16,-2-2 4-16,2 3-4 0,-1-3 2 0,-1 2 1 0,0 1 3 16,1 10 1-16,0-9-3 0,4 9 0 0,-5 2 3 15,-2-3 0-15,2 1 2 0,-1 2-7 16,1 0 3-16,-2-2 1 0,-2-10-2 0,5 15 2 16,-2-3-1-16,-3 0-1 0,2 0-1 0,2-1 3 15,0-2-1-15,-3 3 0 0,1-13-2 0,4 13-2 0,-2 2 3 16,2-2-2-16,-2 1 3 0,1 1-3 15,-1-5 0-15,1 3-2 0,-1-2-3 0,0 3 2 16,2-3 3-16,0-2-1 0,-2 4 1 0,-1-13-2 16,-2 11-1-16,2-10 8 0,-3 9-17 0,0 1 8 0,-3 2-1 15,-1 2-2-15,2 2 4 0,-6-5-2 0,-2 6-6 16,3-1 1-16,-4 3 5 0,2-1-4 0,0-1-1 16,0-3 5-16,1 0 3 0,-4 2-3 15,5-1 3-15,1 2-1 0,-1 0-7 0,0-1 2 16,2 0 5-16,1 5-3 0,2-4 0 0,0 1-4 0,1 1 4 15,1-1-4-15,1-3 0 0,3 2-2 0,0-1 4 16,3 0 0-16,-2 0 3 0,0-1-4 0,1-3-2 16,-4 5 2-16,0 4 5 0,0-3-6 0,-2 3-1 15,-2 0 0-15,0 1 0 0,2 3 2 0,-6 19-2 16,1-22-3-16,-4-2-4 0,0-1-3 0,2 3-1 16,-9-1-12-16,1 25 3 0,1-25 4 0,-1-1 3 15,-1-1-2-15,-2-2 4 0,2 2 0 0,1-3 4 16,-4-2 2-16,6-2-2 0,2 0 1 0,-3-1 6 15,0-4 4-15,3-11-3 0,1 2 14 0,-2 0-9 16,3-1 4-16,0-1 6 0,1 2-2 0,0-4-3 16,2 3 3-16,-1-6 6 0,1 1-5 0,1-3 0 15,-2-1-4-15,4-6-3 0,-1 1 2 0,0 0 0 16,0-1-13-16,-1 0-7 0,-4-1-18 0,2 1-15 16,0-1-65-16,-3-4-117 0,-4 0 52 0</inkml:trace>
  <inkml:trace contextRef="#ctx0" brushRef="#br0" timeOffset="25033.39">27868 9703 63 0,'0'0'78'0,"0"0"-1"0,0 0-8 15,12 0-10-15,-12 0-5 0,0 0-6 0,10-6-6 0,-4 4-19 16,6-2-15-16,6-3-8 0,-1 0-27 15,13-3-56-15,1-5-89 0,3-2 39 0</inkml:trace>
  <inkml:trace contextRef="#ctx0" brushRef="#br0" timeOffset="32239.73">18521 10127 40 0,'0'0'91'0,"2"-10"-11"0,-2 10 4 0,0 0-5 16,0-11-10-16,0 11 3 0,1-7-12 0,-1 7 4 15,0 0 2-15,0-10-13 0,0 10 4 0,0 0-8 16,0 0-4-16,0-8-6 0,0 8-6 0,0 0-4 16,0 0-2-16,0 0-6 0,0 0-4 0,0 0 4 15,0 0 3-15,0 0 1 0,0 0-2 0,0 0-4 16,4 25 18-16,-3-13-5 0,-2 5-6 0,2 0 3 15,-2 2-3-15,1 6 0 0,1 1 1 0,-2 2 1 16,-3-2-3-16,3-2 14 0,1 2-18 0,0-1 2 16,1 3-3-16,-1-2 5 0,-1-1-5 0,1 3-7 15,0-1 1-15,-2 2-5 0,2-4 8 0,0 1-2 16,-1-1 4-16,2 5-6 0,-2-4 5 0,1 1-2 16,0 1-2-16,1-3 1 0,1-1-4 0,1-5 0 0,-3 0 3 15,3-2-3-15,-1-1-1 0,-2-4-7 16,0 1 3-16,3-2-5 0,-3 0 2 0,1-2 1 15,-1-1-1-15,2-2-1 0,-2-6-2 0,2 12 2 0,-2-7 4 16,0-5-8-16,3 9 6 0,-3-9-1 0,0 9-1 16,0-9-3-16,0 0 6 0,0 0 0 0,0 9 4 15,0-9-10-15,0 0-8 0,0 0-12 16,0 0-15-16,0 0-18 0,0 0-21 0,0 0-22 0,0 0-38 16,-5 8-105-16,5-8-260 0,0 0 115 15</inkml:trace>
  <inkml:trace contextRef="#ctx0" brushRef="#br0" timeOffset="32781.85">18291 10642 26 0,'0'0'109'0,"0"0"-2"0,0 0-4 0,0 0 2 15,16-3-13-15,-16 3-1 0,19 3-8 0,-8 1 8 0,2-2-12 16,-1 5-11-16,0 3 2 0,1 0-6 15,0 2-5-15,-4-2-1 0,1 3-10 0,2 2 2 16,-1-1-7-16,-3 1-2 0,1-2-9 0,1 0 4 16,-4-2-8-16,1-1-1 0,-2 0-2 0,1 0-4 0,2-2 1 15,-3 2-3-15,1-2-4 0,0-2 0 0,-1 0 2 16,0-1 1-16,1 0-2 0,-2-2 4 0,1 1-7 16,0-1 2-16,-5-3 1 0,12 6 4 0,-7-5 2 15,-5-1-4-15,9 4 3 0,-9-4-4 0,14 0 4 16,-14 0-7-16,13-2 0 0,-7 1-1 0,-6 1-2 15,18-5 2-15,-9 0-5 0,2 0 2 0,2 0 0 16,1-5-2-16,3 0-2 0,-2-1 1 0,2 1-1 16,-3-2-2-16,1 1 0 0,1-2 2 0,5-6-1 15,0 2-1-15,-3-4-2 0,2 2 5 0,-1-1-3 16,-7 5-5-16,2 1 1 0,-2 0-1 0,-1 2 1 16,-2 0 1-16,-2 4 0 0,0-1 0 0,-3 3-10 15,-1 1-6-15,1-1-17 0,-4 6-20 0,4-7-32 16,1 3-16-16,-5 4-19 0,0 0-5 0,0 0-22 15,0 0-78-15,0 0-240 0,0 0 106 0</inkml:trace>
  <inkml:trace contextRef="#ctx0" brushRef="#br0" timeOffset="34268.08">18480 11807 37 0,'0'0'54'0,"0"0"-8"0,0 0 2 15,0 0-4-15,0 0 5 0,0 0-7 0,0 0 1 16,0 0-1-16,0 0-7 0,0 0 5 0,0 0-8 16,0 0-2-16,0 0-1 0,0 0 1 0,0 0 2 15,0 0-1-15,0 0 0 0,0 0 3 0,0 0-6 16,0 0 3-16,0 0 2 0,0 0-4 16,0 0-1-16,0 0-1 0,0 0 1 0,0 0-5 0,-1-19 4 15,1 19-4-15,0 0-2 0,3-6 0 0,-3 6-1 16,0 0-6-16,4-7 6 0,-4 7 0 0,0 0 0 15,3-6-14-15,-3 6 3 0,0 0 4 0,0 0-9 16,0 0 4-16,0 0 1 0,0 0 2 0,0 0 2 16,0 0-6-16,13 10 2 0,-9-2 8 0,-3 1-3 15,3 3 5-15,0 6-1 0,0-1-1 0,0 0 1 16,1 4 0-16,-3-4 0 0,-1 3-3 0,2 5 2 16,0-2 1-16,-3-2 8 0,0-1-12 0,1-1-1 0,-1 5 1 15,-1 2-3-15,1-7 3 0,0 0-5 0,0 0-4 16,2-1 5-16,1-1-2 0,-2 9-1 15,3-9 1-15,0 0-3 0,-2-1 3 0,2 2-4 0,0 0 0 16,-2-6 4-16,4 4-3 0,-3-5 1 0,1 5 1 16,0-5-5-16,0 1-3 0,1-1 1 0,-4-3 4 15,2 2 1-15,1-1 3 0,-4-1-3 16,0-1 1-16,0-7 0 0,4 13-12 0,-4-7-9 0,0-6-7 16,1 11-8-16,-1-11-18 0,0 0-16 0,-1 8 1 15,1-8-4-15,0 0-13 0,0 0-30 0,-4 7-80 16,4-7-205-16,0 0 91 0</inkml:trace>
  <inkml:trace contextRef="#ctx0" brushRef="#br0" timeOffset="34709.89">18524 11767 36 0,'0'0'104'16,"0"0"2"-16,0 0-1 0,-10 18-1 0,6-8-2 0,-4 5-7 16,-1 1 2-16,0 3-13 0,0 3-4 15,-2 1-9-15,-1 0-3 0,2 1-2 0,-1-2-5 16,0-3-7-16,5-3-8 0,-3 3-14 0,0 0 10 0,0-2-5 15,0-1-6-15,0 0-4 0,3-7 0 0,1 2-1 16,-2-1-7-16,2-3-25 0,1-1-5 0,1 0-7 16,-1 0-13-16,4-6-16 0,-5 8-9 0,2-4-8 15,3-4-26-15,0 0-110 0,0 0-216 16,0 0 96-16</inkml:trace>
  <inkml:trace contextRef="#ctx0" brushRef="#br0" timeOffset="34893.67">18584 11862 107 0,'10'3'99'0,"0"3"-2"0,1 1-7 16,1-3-19-16,-1 3-3 0,4 1-2 0,-4-2-18 15,5 2-7-15,-1 1-25 0,0-1-27 0,1 0-27 16,-5-3-71-16,-2 1-119 0,3 0 53 0</inkml:trace>
  <inkml:trace contextRef="#ctx0" brushRef="#br0" timeOffset="37643.01">19006 10261 32 0,'0'0'106'0,"-3"-10"1"15,1 5 5-15,2 5 6 0,-4-9-13 0,4 9-7 0,-7-6-16 16,7 6-3-16,-8-2-7 0,8 2-17 0,0 0 5 16,-13 2-11-16,13-2-9 0,-9 6 10 0,2 3-5 15,-2 2-3-15,0 3 7 0,0 3-8 16,-2 2-4-16,1 1 0 0,1-1-10 0,-1 0-1 15,3-2-1-15,2 2-7 0,0-1 4 0,1 0-2 0,3-1-1 16,1 0-9-16,0-2 1 0,1 2 2 0,2-6-3 16,-2-1-1-16,3 2 0 0,1-3 0 0,0-1-4 15,3 1 5-15,2-3 6 0,0-2-8 0,0 1-11 16,4-4 10-16,-2-1 2 0,3-2-2 0,2 0 0 16,1-4-3-16,0-3 5 0,0 1-5 0,1-3-2 15,1-5 2-15,-5 3-1 0,0-1 2 0,-3 0-1 16,0 0 2-16,-3 0-3 0,0-2 0 0,-6-1 2 15,1-1-3-15,-1 0-1 0,-1 3 2 0,-2-3-3 16,-1 4 0-16,-3-2-4 0,0 3 6 0,-3 3-4 16,1 0 2-16,-5 3-5 0,1 1 0 0,-3 0 5 15,0 3 2-15,-4 0-1 0,-1 3 1 0,-1 0-2 16,1 3-5-16,0 0 2 0,-1 3-3 0,2 2 0 16,0-2-2-16,3 4 0 0,0 2-18 0,3-1-13 15,2-2-16-15,2 3-9 0,2-2-22 0,3 2-21 16,0-1-118-16,2 0-243 0,3-1 108 0</inkml:trace>
  <inkml:trace contextRef="#ctx0" brushRef="#br0" timeOffset="37819.87">19275 10414 48 0,'0'0'104'15,"5"-4"-8"-15,-5 4-5 0,0 0-10 0,0 0-14 0,0 0-25 16,3 15-17-16,-3-15-14 0,-1 11-25 16,1-11-24-16,0 10-48 0,0-10-93 0,0 10 42 15</inkml:trace>
  <inkml:trace contextRef="#ctx0" brushRef="#br0" timeOffset="38182.44">19578 10329 20 0,'0'0'142'0,"-9"-6"-13"0,9 6-5 0,0 0-9 15,-12 3-4-15,12-3-15 0,-12 6 1 0,2-1-7 16,0 4-6-16,1-1 0 0,0 2-14 0,1-1-6 16,-1 5-5-16,1 0-4 0,0 0-7 0,4-2-2 15,-2 0-6-15,3 0-6 0,0 4-3 0,3-5-1 16,1 1-6-16,3-3 4 0,1 2-7 15,2-3 3-15,3 0-1 0,-2-1-3 0,3-1-2 0,3-3-3 16,-1 0 2-16,6-1-7 0,-6-2 3 0,5-2 4 16,-2-1-9-16,2 0 1 0,-6-3 0 0,2 1-3 15,1-5 3-15,-2 1-3 0,-4 0 1 16,-1 1-1-16,-2-3 10 0,-1 1-14 0,-1-2 2 0,-2 2 1 16,-3-2 0-16,-3 1-3 0,-2 0-1 0,0 1 2 15,-2 1-5-15,0 0 2 0,-2 4-3 0,-1 0 0 16,-1 1-7-16,-2 2-5 0,1 2-20 0,0 1-1 15,-1 0-17-15,-2 4-2 0,2-1-25 0,0 0-8 16,3 2-10-16,1 1-31 0,-1-1-86 0,4-1-234 16,3 0 104-16</inkml:trace>
  <inkml:trace contextRef="#ctx0" brushRef="#br0" timeOffset="38442.44">19835 10194 109 0,'0'-7'189'0,"0"7"-14"0,1-9-14 0,-1 9-14 15,0 0-17-15,0-10-19 0,0 10-9 0,0 0-9 16,0 0-4-16,0 0 1 0,0 28-6 0,2-13-5 16,-4 3-12-16,2 6-5 0,-1 0-5 0,-1 3-3 15,0 0-6-15,2-2-3 0,0 0-9 0,2-6-4 16,-2 0 0-16,0 1-6 0,1-1-2 0,1 0-3 15,-2 0 1-15,3-2-14 0,0-1-16 0,-2 0-27 16,-1-1-30-16,1-3-5 0,-2 1-23 0,1-3-34 0,0 0-34 16,-4-1-95-16,3-1-277 0,-1-3 123 0</inkml:trace>
  <inkml:trace contextRef="#ctx0" brushRef="#br0" timeOffset="38823.65">20082 10468 66 0,'6'-4'125'0,"-6"4"-7"16,8-6-8-16,-8 6-4 0,7-6-15 0,-7 6-9 16,6-7-4-16,-3 2-6 0,-3 5 0 0,8-11-7 15,-3 3-18-15,0 0 10 0,0-1 2 0,1-1-6 16,-3 1-7-16,1-1-7 0,1 0 0 0,-3-1-9 15,1 2-1-15,-1-3-5 0,-2 3 6 0,0 0-4 16,0 9 5-16,-4-14-10 0,1 8 0 0,1 1-3 16,-2-2-2-16,4 7-2 0,-6-8-3 0,0 4 0 15,6 4-3-15,-11-2 0 0,11 2 3 0,-13 3-3 16,5 3 2-16,-3 2 0 0,-2 2 4 0,2 4-3 16,-2 0-1-16,3 1 3 0,-6 6-3 0,4 1 3 15,3-5-1-15,0-1 2 0,4-1-4 0,-2 1-7 16,5-4 7-16,0 1-5 0,4-3 1 0,-1 3 0 15,3-3-2-15,5 0-2 0,1-1-8 0,3 1-7 16,5-3-10-16,-2-2-31 0,3 0-31 0,3-4-9 16,-4-1-6-16,2-1-19 0,-3-2-100 0,2 2-236 15,-5-3 104-15</inkml:trace>
  <inkml:trace contextRef="#ctx0" brushRef="#br0" timeOffset="39230.93">20360 10315 131 0,'0'0'157'0,"0"-6"-6"15,0 6-25-15,0 0-4 0,0 0-4 16,0 0-11-16,3-6-17 0,-3 6-8 0,0 0-4 16,0 0-2-16,0 0-11 0,14 12 0 0,-10-8 0 15,3 3-6-15,-1 0-2 0,-1 3-7 0,2-2-2 16,0 2 0-16,-2-2-3 0,0 2-6 0,-1 0-2 0,1 1-3 15,1-1-8-15,-1 1-2 0,1-2-3 16,0 1 1-16,-1 0-3 0,1-2 1 0,-1-3-6 16,2 3 0-16,-3-2 1 0,0-2-6 0,1 1 4 0,-1 0-8 15,1-2 3-15,-5-3-1 0,6 5 3 0,-6-5 4 16,5 5 6-16,-5-5 2 0,0 0 3 16,0 0-8-16,13-7 5 0,-5 1-4 0,-1-4-1 0,4-4-2 15,0-3 1-15,3-5 1 0,3-2 3 0,-3-1-4 16,1-3 3-16,-1 1 1 0,-2-1-5 0,2 4 1 15,-1-1 5-15,-1 0-1 0,-4 8 1 0,0-2-6 16,-3 4 1-16,2-1-3 0,-3 0 1 0,1 5-1 16,-2 1-8-16,-1 3-12 0,1 0-7 0,-2 2-26 15,-1 5-25-15,2-9-26 0,-2 9-34 0,0 0-19 16,0 0-4-16,0 0-12 0,0 0-129 0,0 0-312 16,-20 13 139-16</inkml:trace>
  <inkml:trace contextRef="#ctx0" brushRef="#br0" timeOffset="39420.83">20941 10171 18 0,'0'0'33'0,"0"0"-37"0,0 0-5 16,0 0-8-16,0 0 5 0</inkml:trace>
  <inkml:trace contextRef="#ctx0" brushRef="#br0" timeOffset="43260.53">27043 10977 78 0,'-5'-5'76'0,"-1"-2"10"0,-2 4-17 16,0-4 1-16,1 1-16 0,0 2 14 0,-2-2 1 16,0 2-4-16,1-2-5 0,-1 1 4 0,-3 0-6 15,1 1 3-15,0-1-4 0,-1 0 1 0,2 0 2 16,-2 0-1-16,5 3-4 0,1-1 1 0,-1 1 0 15,7 2-1-15,-12-3 1 0,8-3-3 0,4 6-12 16,-7-3-6-16,7 3-2 0,-6-2 0 0,6 2-5 0,0 0-2 16,0 0-4-16,0 0-7 0,0 0 6 0,0 0-4 15,23 0-1-15,-10 0 0 0,7-2 0 16,2 1-10-16,5-2 2 0,2 0 1 0,9 0 4 16,1-5-9-16,-1 5-3 0,14-3 12 0,-16 1-2 0,4 0-3 15,10-2-4-15,-13 2-1 0,0-2 4 0,2 2-4 16,1-2 0-16,-5 2 3 0,3 0-5 15,-2-1 3-15,-4 0-4 0,-1 2 1 0,-2-1-2 16,-2 3 3-16,-6-1 1 0,-2-1 1 0,-1 2-7 0,-5 1 6 16,1-2-3-16,-1 1 3 0,-2 1-2 0,-3-1 1 15,1 2-4-15,-9 0 1 0,12 0 1 0,-5-2 3 16,-7 2 3-16,8-1-5 0,-8 1-6 0,0 0 4 16,0 0 4-16,9-1-1 0,-9 1 1 0,0 0-7 15,7-5-2-15,-7 5 1 0,0 0-1 0,0 0 3 16,0 0 1-16,0 0 2 0,0 0 7 0,5 10 4 15,-5-10 7-15,0 0-4 0,-5 17-1 0,0-10 2 16,0 3-7-16,-3 3 7 0,1-1 2 0,-2 1-1 16,0 3-7-16,0-1 1 0,3-1-2 0,-4 0 2 15,1 0-2-15,3-3 3 0,-1 1-1 0,-1 2-5 16,-2-2-4-16,5-1-7 0,-3-2-20 0,2 1-4 16,0-1-24-16,1 1-11 0,-1-2-25 0,2 0-18 15,-1 0-18-15,-2-1-12 0,4-2-101 0,-3 1-256 16,6-6 113-16</inkml:trace>
  <inkml:trace contextRef="#ctx0" brushRef="#br0" timeOffset="43472.61">27775 10677 45 0,'-16'-15'146'0,"0"-4"-6"16,0 5 4-16,-1 2-2 0,-4-4-9 0,6 5-3 15,-3 0-11-15,2 1 2 0,2 1-5 0,1 3-12 0,2-1-6 16,5 3-8-16,-3 0-11 0,4 0-12 0,5 4-21 16,-10-6-24-16,6 3-24 0,4 3-30 0,0 0-25 15,0 0 5-15,0 0-26 0,0 0-20 0,0 0-29 16,0 0-89-16,0 0-234 0,17 21 103 0</inkml:trace>
  <inkml:trace contextRef="#ctx0" brushRef="#br0" timeOffset="44380.17">28518 10461 48 0,'-8'-9'137'16,"4"6"-11"-16,-2-4 5 0,-3 4-10 0,-2-1-1 0,0 1-9 15,-2 1 1-15,0 1-4 0,-2 2-5 0,-2 2-12 16,-2 1-5-16,3 3-7 0,0 3-14 16,-1 0-3-16,4 3 0 0,-3 1-8 0,4-1-5 15,0 1-7-15,2 1-1 0,2-1-6 0,3 1-5 0,1 2 0 16,4-5-4-16,0 2-2 0,2-4-2 0,3 2-3 16,1 0-5-16,1-1 3 0,2-1-3 0,1-5 3 15,2 7 2-15,1-7-7 0,3 0 0 16,-4-2-2-16,1-1-1 0,1 0 2 0,-1-4 1 0,-4 2-1 15,2-1-3-15,-4 1-1 0,-7 0-1 0,13-2-5 16,-5 0 6-16,-1 0-5 0,-7 2 3 0,10-2 4 16,-10 2-5-16,8-2 0 0,-8 2 2 0,0 0-1 15,6-4-1-15,-6 4 3 0,0 0 5 0,0 0 0 16,0 0 1-16,9-2-1 0,-9 2 2 0,0 0-2 16,0 0-3-16,0 0 0 0,0 0 0 0,0 0 1 15,0 0-1-15,0 0-4 0,0 0 0 0,2-7 5 16,-2 7-3-16,0 0 0 0,0 0-3 0,0 0 4 15,0 0-3-15,0 0-2 0,0 0 3 0,0 0-5 16,0 0 2-16,0 0 1 0,0 0-1 0,0 0-8 16,0 0 11-16,0 0-2 0,0 0-3 0,0 0 0 15,0 0 1-15,0 0 0 0,0 0 4 0,-7-12-2 16,7 12-3-16,0 0-1 0,0 0-2 0,0 0 4 16,0 0 1-16,0 0-1 0,0 0-2 0,0 0 4 15,0 0-4-15,0 0 2 0,0 0 0 0,0 0-4 16,0 0 2-16,0 0 1 0,0 0 1 0,0 0-1 15,0 0 2-15,0 0-3 0,0 0 2 0,0 0-1 16,0 0 0-16,0 0 0 0,0 0-3 0,0 0 0 0,0 0 4 16,0 0 3-16,0 0-5 0,0 0 3 0,0 0-3 15,0 0 3-15,0 0 0 0,0 0-1 16,0 0 4-16,0 0-3 0,0 0 4 0,0 0-3 16,0 0 4-16,0 0-3 0,0 0-1 0,0 0 1 0,0 0 1 15,0 0-5-15,0 0 4 0,0 0 1 0,0 0-1 16,0 0-5-16,0 0 3 0,0 0 2 15,0 0-5-15,0 0 1 0,0 0 1 0,0 0-2 16,0 0 3-16,0 0-7 0,0 0 4 0,0 0-2 0,0 0 4 16,0 0-4-16,0 0-1 0,0 0-8 0,0 0-12 15,0 0-14-15,0 0-12 0,0 0-8 0,0 0-20 16,0 0-10-16,0 0-5 0,0 0-9 0,0 0-20 16,0 0 0-16,0 0 2 0,0 0-9 0,0 0-8 15,0 0-86-15,15 3-240 0,-15-3 107 0</inkml:trace>
  <inkml:trace contextRef="#ctx0" brushRef="#br0" timeOffset="45085.74">28370 10500 124 0,'0'0'118'0,"0"0"3"0,0 0 0 16,0 0 0-16,-8 14-4 0,3-4 0 0,1 1-4 15,-6 5-6-15,4 1-10 0,-1 0-5 16,0 1-3-16,-2-1-10 0,2 2-3 0,0 4-12 16,1-4-1-16,1-1-4 0,-1-3-6 0,1 1-1 0,2 0-7 15,-1-4-4-15,3-1-6 0,-2 0 0 0,-1-3-6 16,3 1-4-16,1-1 2 0,-1-2-8 0,1-6 2 15,-3 8 1-15,3-8 9 0,-1 7 8 0,1-7-6 16,0 0 0-16,0 0-7 0,0 0 2 0,0 0-4 16,0 0-3-16,6-36-10 0,-2 23 5 0,2-6 1 15,1 3-3-15,-1-3-5 0,4-5 5 16,-1 0-2-16,2 0-1 0,0-1-6 0,-1 0 0 0,3-2-1 16,-1 3-1-16,-1-2 0 0,0 3 1 0,-3 5-3 15,0 2 4-15,0 0 1 0,-1 2-6 0,-2 3 3 16,-1 2-6-16,3 0 2 0,-3 1 4 0,1 2-5 15,0-1 0-15,0 2 2 0,-1 1-3 0,-4 4 0 16,9-6 0-16,-9 6 1 0,8 0 0 0,-8 0-4 16,14 3 5-16,-6 3-2 0,-1 0 1 0,2 4 10 15,-3 0 0-15,2 3 1 0,-1 4 5 0,0 0 3 16,-1 1 4-16,-3-2 1 0,1 9 5 0,-1-8-1 16,-1 4-1-16,0-1-3 0,1 4 1 0,-2-6 0 15,-1 0-7-15,0-1-1 0,0 0 1 0,-1 0 0 16,2-2-2-16,-1 1-4 0,0 0 4 0,0-5-6 15,0 0 2-15,0 0-6 0,0-1-15 0,-1-2-12 16,1-8-22-16,1 14-17 0,-1-9-16 0,0-5-18 16,0 8-20-16,0-8-8 0,0 0-19 0,0 0-18 15,0 0-30-15,0 0-101 0,0 0-315 0,0 0 139 16</inkml:trace>
  <inkml:trace contextRef="#ctx0" brushRef="#br0" timeOffset="45241.96">28299 10615 40 0,'0'0'118'0,"0"0"-9"16,0 0-13-16,0 0-12 0,0 0 0 15,0 0-10-15,27-8-7 0,-7 5-8 0,7 3-3 0,4-4-16 16,0 0-30-16,4 2-18 0,0-2-25 16,-3 1-13-16,0 1-20 0,-2-4-48 0,-4 3-124 0,2-2 55 15</inkml:trace>
  <inkml:trace contextRef="#ctx0" brushRef="#br0" timeOffset="45456.43">28897 10518 56 0,'0'0'128'0,"0"0"10"15,0 0-7-15,-10-11 2 0,10 11 1 0,-8-6-6 16,3 4 2-16,5 2 1 0,-16-2-7 0,5 4-5 16,-1 0-3-16,1 4-7 0,0-2-10 15,-6 3-4-15,2 3-9 0,0-1-12 0,-3 4-5 0,4-1-6 16,1 1-9-16,1 2-6 0,3-2-4 0,3 1 0 15,1 0-7-15,1-2-9 0,4 4-15 0,1-4-18 16,4-1-13-16,3 3-21 0,0-3-29 0,1-1-25 16,7-2-18-16,6 0-20 0,5-2-12 0,-1 0-18 15,2-4-100-15,-1-3-282 0,3-1 125 0</inkml:trace>
  <inkml:trace contextRef="#ctx0" brushRef="#br0" timeOffset="46092.49">29200 10503 151 0,'0'0'160'0,"-6"-9"-2"0,2 3-8 16,-3 4-6-16,7 2-6 0,-12-1-8 0,1 2-5 15,2 4-7-15,-1 0-4 0,-3 6-11 0,-2 1-4 16,4 2-5-16,-1 0-14 0,-1 3-6 0,5-3-9 16,1 2-5-16,0 0-6 0,4 1-8 0,3-1-1 15,1 0-4-15,4-4-4 0,1-1-2 0,5 3-5 16,3-3 2-16,1-4-4 0,4 0-3 0,1-1-6 15,1-3 1-15,6-1-1 0,-5-2-1 0,0-3-3 16,-2 2 0-16,0-4-1 0,0-1 0 0,0-4-1 16,-3 0-5-16,2 0 1 0,-3 1-2 0,0-2 1 0,-5-2-3 15,2 1 3-15,-5 1-5 0,0-2 4 16,-1 2-5-16,-2-5 3 0,-2 6-2 0,1-2 0 16,-3 1-2-16,0 2 1 0,-1 1-3 0,0 8 0 15,-2-13 2-15,2 13 1 0,-3-10-3 0,3 10-2 0,-5-4 0 16,5 4-1-16,0 0-1 0,-22 7 5 15,13-2-4-15,-3 2 4 0,3 2-2 0,-3 4-3 16,4-3 2-16,-1 3 5 0,4-1-4 0,1-2 2 16,3 3-4-16,2 0 6 0,1-3-2 0,4 0-2 0,1-1 3 15,3-2 2-15,0 2-3 0,2-2 6 0,0-2-5 16,1-3 1-16,6-1-2 0,-2 0 1 0,1-2-1 16,-2-3-5-16,3-3-3 0,1-1-1 15,-5 0 1-15,0-1 2 0,1-2-6 0,-1-2 0 0,0 1 4 16,-3-3 0-16,-1 2-3 0,3-8 1 0,-1 6-5 15,-4-2 9-15,0-2 1 0,4-4-3 0,-3 0 1 16,-3 5-1-16,1 0 3 0,-4 1-2 0,-1 5 3 16,1 0 0-16,-1 3 3 0,0 2 8 0,-2 1 1 15,-1 6-4-15,4-11-1 0,-4 11-3 0,3-4 0 16,-3 4 6-16,0 0 9 0,0 0 9 0,2 23-2 16,-2-8 6-16,-2 3-5 0,2 7 3 0,-1 1-7 15,-3 0 4-15,-2 1-1 0,0 0 4 0,3 0-4 16,-2 0-3-16,-2 0-1 0,3-3 1 0,1-5-1 15,0 10 1-15,0-3-5 0,-1-7-1 0,1 1-4 16,0-1-8-16,-2 0-20 0,-2-3-21 0,2-1-19 16,3 0-15-16,-2-4-28 0,0-3-25 0,1 2-13 15,3-3-20-15,-1 0-17 0,-2-2-6 0,3-5-100 16,-7 5-306-16,7-5 135 0</inkml:trace>
  <inkml:trace contextRef="#ctx0" brushRef="#br0" timeOffset="46302.73">29724 10530 45 0,'4'-11'139'0,"5"2"-3"0,-3 0-6 0,4 2-3 0,2 0-6 15,1 2-1-15,1 1-8 0,0 4-7 16,-1 0-6-16,1 0-9 0,-3 4-8 0,1 0-8 16,-2 2-2-16,-1 1-12 0,-1 1-7 0,-3-1-7 15,0 3 1-15,-4 1-1 0,-1 0-8 0,-3 2-2 0,-2-1-3 16,0 2-3-16,-2 1-16 0,-2-1-20 0,-2-2-22 15,0 1-18-15,3-3-31 0,-1-1-28 16,0-2-35-16,2 1-103 0,-2-2-262 0,1-3 117 16</inkml:trace>
  <inkml:trace contextRef="#ctx0" brushRef="#br0" timeOffset="46541.73">30050 10354 139 0,'2'-6'178'0,"-2"6"-19"0,4-6-4 0,-4 6-5 16,0 0 6-16,0 0 6 0,9 13-10 15,-7-3-13-15,-1 0-5 0,0 9-7 0,0 0-10 0,-3 7-6 16,-2-2-10-16,0 1-9 0,2-6-12 0,-4 6-3 16,0 1-12-16,1-6-3 0,3 5-6 0,-1-6-7 15,2-2-4-15,-2 2-15 0,2 0-22 0,-2-4-21 16,2 1-24-16,0-4-25 0,-1-2-26 0,1 2-32 15,1-3-29-15,-1-2-20 0,1-7-149 0,-2 10-344 16,2-10 152-16</inkml:trace>
  <inkml:trace contextRef="#ctx0" brushRef="#br0" timeOffset="46844.18">30029 10565 67 0,'11'-6'114'0,"-5"5"4"0,2-2-6 0,1 1-1 15,2 2-3-15,-2 1-7 0,1 0 2 0,-1 3-14 16,1-1 1-16,1 3-7 0,-2 1-4 0,0-1-9 16,-3 0-8-16,3 1-7 0,-3 0-3 0,2 0-5 15,-2 0-5-15,1 1-2 0,-2-2-3 0,1 1-8 16,2-1 0-16,-3-2-1 0,2 0 0 0,-1-1 3 16,3-2-4-16,1-1 3 0,2-3 1 0,-1 0-4 15,-2 0-2-15,1-3 1 0,0 0 4 0,-2-1-6 16,0 0 4-16,-3-2-3 0,-1 0-7 0,-2-2 2 15,-2 0-1-15,0 1-5 0,-2-2-2 0,1 0 1 16,-5 0-6-16,-1 5-2 0,0-2-8 0,-3 2-18 16,2 1-14-16,-1 2-9 0,-2 1-15 0,1 3-13 15,-1 2-9-15,-1 2-23 0,0 0-13 0,-2 3-26 16,1 0-96-16,4 2-256 0,0 0 113 0</inkml:trace>
  <inkml:trace contextRef="#ctx0" brushRef="#br0" timeOffset="47232.59">30288 10714 42 0,'7'-7'148'15,"1"0"-2"-15,1-2-7 0,2-4-11 16,-3 3-12-16,5-4-13 0,-3 1-10 0,0-2-5 16,1 1-4-16,-1-2-8 0,0 1-10 0,-2-1-9 0,2 1 2 15,-3 0-18-15,-1-2 11 0,0 3-11 0,-1 4-11 16,-2 1 15-16,-1 1 8 0,5-2-4 15,-7 4-2-15,0 6-5 0,0-14-11 0,0 14 5 16,-4-8-2-16,4 8-14 0,-5-11 9 0,5 11-4 0,-1-5-3 16,1 5-4-16,0 0-2 0,0 0 4 0,-3-6-9 15,3 6 3-15,0 0-3 0,0 0 4 0,0 0-6 16,0 0-1-16,0 0 0 0,25 12 2 16,-18-9-7-16,7 0 3 0,1 1-1 0,-1-1 5 0,-3-1-4 15,0 3-3-15,-1-2-1 0,-1 3 3 0,-1-1-2 16,-1 1 3-16,0 0 3 0,-3 2-3 0,1 3 5 15,0-2 8-15,-2 2 1 0,-1-2 6 0,-1 3 0 16,-1-1 3-16,-1 5-3 0,1-4 4 0,-4 4-7 16,0-5 3-16,2 1-7 0,-3 1 3 0,1 3-5 15,0-3-18-15,-2 3-25 0,3-4-28 0,3-1-35 16,0-1-30-16,0 1-47 0,0 1-166 0,4-2-357 16,-4-10 158-16</inkml:trace>
  <inkml:trace contextRef="#ctx0" brushRef="#br0" timeOffset="47878.43">31222 10287 79 0,'-7'-4'188'16,"0"2"-18"-16,-3-2-18 0,1 3-3 0,-3 2-9 0,-1 5-12 16,-3 2-8-16,0 2-12 0,0 1-12 0,2 3-10 15,-2-1-5-15,7 1-7 0,0 2-1 16,2-1-14-16,2 2-3 0,5-3-11 0,1-1-5 15,3 3-1-15,3-2-3 0,-1-4 3 0,0 0-10 16,0-1-4-16,5 0-2 0,0 2 3 0,-2-4-7 0,2 0-2 16,-3-2-3-16,-1-2 3 0,-1 0-3 15,-6-3 1-15,10 1-4 0,-5 1-1 0,-5-2 0 0,0 0 1 16,0 0-3-16,0 0-2 0,9-5 2 16,-9 5-4-16,0 0 0 0,0 0 1 0,0 0-4 0,0 0 2 15,-24-12 4-15,16 13 6 0,-2-1-3 0,-3 2 7 16,3 0 1-16,-1 1-5 0,-2 3 1 0,1-2-3 15,2 3 2-15,0 1-1 0,5 1-1 16,0 2-2-16,-1-1 0 0,3-1 0 0,1 4 0 0,1-3 0 16,4 0-1-16,0 2-2 0,3-1 2 0,4 1-8 15,3-1-6-15,-3-2-25 0,0-2-17 0,7 0-28 16,-4 0-17-16,0-3-18 0,3 0-14 16,-1-4-2-16,1 3-10 0,-1-4 4 0,-2 0-4 0,-1 0 0 15,0-3-78-15,0 0-230 0,-1-3 101 0</inkml:trace>
  <inkml:trace contextRef="#ctx0" brushRef="#br0" timeOffset="48714.78">31283 10664 452 0,'4'-11'-27'15,"-1"0"15"-15,-1 0 19 0,-1-1 6 0,1 0 15 16,-2-1 6-16,0 2 20 0,0 2 2 0,0 2 3 16,0-2 6-16,0 9 6 0,0-9 8 0,0 9-15 15,0 0-7-15,0-9 18 0,0 9 4 0,0 0 12 16,0 0-1-16,0 0-8 0,12 19 12 0,-8-9 0 16,-3 2-7-16,1 1-3 0,-2 0-16 0,1 0-6 15,0-1-3-15,1 1-7 0,-2-3 3 16,1 0-4-16,-2 3-5 0,-1-5-4 0,2 0-4 0,0-8-4 15,2 11 1-15,-2-11 11 0,1 6 8 0,-1-6-1 16,0 0-3-16,0 0-5 0,0 0-4 0,0 0-5 16,0 0-5-16,8-19-2 0,-3 10-3 0,1-2 3 15,-2-1-8-15,4-5-1 0,-3 1-5 0,5 1 1 16,3-2-4-16,0-4 1 0,3-1-3 0,1 2-3 16,1-2-5-16,-5 8 0 0,2 1 1 0,-4 3-2 15,-1 2 1-15,1 2-2 0,-2 1-2 0,2 1 5 16,-5 3-6-16,-6 1-3 0,13 2 4 0,-6 2-1 15,0 0 0-15,-2 5 0 0,-1 1 0 0,-1 2-2 16,2-1 4-16,-4 5-1 0,5-1 5 0,-4-4-5 16,4 6 1-16,2-2 1 0,-2-5 2 0,3 4 2 15,0-6-3-15,0 0 0 0,4 3-1 0,1-6 0 0,-2-1 2 16,5 2-1-16,1-4 3 0,2-2-2 16,-3 0 1-16,0 0 0 0,2-4 0 0,-1-2-2 15,0 2 1-15,-1-2-2 0,-1-4-3 0,-2 1 1 16,0-1-21-16,-1-1-2 0,0-1 1 0,-3-2 0 0,-2-1 3 15,2 2-1-15,-5-2 2 0,0 0-8 16,-2 4 7-16,-1 0 2 0,0-1-1 0,-4 3 4 16,1 0 0-16,1 9 6 0,-5-12-2 0,2 5 4 15,-2 2-9-15,-2 2 6 0,-2 1 3 0,-2 1-2 0,-1 1 3 16,0 2 4-16,2 1 3 0,-3 3-5 0,3 2 1 16,-5 2 2-16,3 2-2 0,4-2 0 15,1 0 3-15,-2 6-4 0,5-5 8 0,3 1-1 16,-1-1 0-16,2 2 1 0,3 1 5 0,3 2-4 0,3-6 2 15,0-1 0-15,5 1-1 0,2-2 0 0,0 1 1 16,6-4 3-16,-2 0-6 0,0-1 3 0,0 0 2 16,0-2-7-16,-1 0 3 0,-6-2 0 0,4-3-2 15,2 0 4-15,-1-1-1 0,-5 1-1 0,0-4 2 16,-2 2-2-16,3-2 5 0,-2-3-7 0,-5 1-3 16,1-1-4-16,-3-1 0 0,-1-1-1 0,1 0-3 15,-2 1 3-15,-2 0 2 0,-1-1-2 0,0 0 1 16,-1 0 4-16,-2 2-1 0,-1-1-3 0,2 5 1 15,-1-2 1-15,3 8-1 0,-4-11-1 0,1 5 4 16,3 6 0-16,-2-10-6 0,2 10 2 0,0 0 3 16,-2-8-1-16,2 8 0 0,0 0-1 0,0 0 3 15,11-5-2-15,-11 5 3 0,14 0-5 16,-3 0 2-16,0 3 1 0,3-1-3 0,-4 1 4 0,8 1 2 16,-6 0-5-16,-5 0-4 0,3 3 7 0,0-2 0 15,-5 2-1-15,0 2 10 0,1 0 1 0,-3 1 3 16,-3-1 7-16,1 2-7 0,-1 1 1 0,-1-3 0 15,-2 6-6-15,2-5 1 0,-3 4-4 0,3-3 8 16,-2-1 1-16,-2 2-9 0,3 1-11 0,-1-3-15 16,-2 3-24-16,2-4-28 0,-1 1-19 0,4-10-35 15,2 13-27-15,-2-13-39 0,1 13-122 0,-1-13-341 16,6 6 150-16</inkml:trace>
  <inkml:trace contextRef="#ctx0" brushRef="#br0" timeOffset="49118.73">32504 10451 117 0,'-7'-4'185'0,"1"1"-5"0,-2 1-9 0,8 2-8 16,-18 0-5-16,8 4-13 0,-3 0-18 0,2 2-6 16,2 0-13-16,0 1-11 0,0 2-11 0,4 0 0 15,-2-2-14-15,1 2-10 0,2 1-5 0,4-1 0 0,0-2-8 16,0-7-2-16,7 12-10 0,-5-7-7 15,5 0-6-15,2-1-4 0,-1 1-2 0,-1-3-1 16,1-2-4-16,-8 0 3 0,14 2-5 0,-6-4-3 16,-1-1-2-16,1 1 3 0,-2-3 0 0,2 2-7 15,-2 0 6-15,0-2-2 0,0 1 0 0,0 0 0 16,-6 4-5-16,9-7 4 0,-5 5-3 0,-4 2-4 16,0 0 1-16,9-2-1 0,-9 2 3 0,0 0 3 15,6 11 5-15,-5-5 4 0,1 2 11 0,-4 4-3 16,1 0 1-16,-1 0 2 0,-1 4 3 0,-2-1-1 0,1 3 0 15,-2 6-2-15,-3-5 0 0,5-3-2 16,-1 1-2-16,0 0 0 0,-2-2-1 0,-2 1 3 16,3-5-6-16,1 0 0 0,-2 1-5 0,0-3 5 15,-5 3-5-15,5-2-4 0,-2-2-20 0,0 0-16 0,0-3-22 16,0 0-32-16,4-1-16 0,5-4-30 0,-12 4-36 16,7-2-39-16,5-2-128 0,0 0-359 15,-17-8 159-15</inkml:trace>
  <inkml:trace contextRef="#ctx0" brushRef="#br0" timeOffset="49487.57">32695 10450 36 0,'0'0'161'0,"0"0"2"0,0 0-7 15,0 0-5-15,0 0 5 0,0 0-8 0,0 0-19 16,0 0-16-16,0 0-12 0,53 28-6 15,-53-28-9-15,0 0-8 0,25 22-7 0,-25-22-1 0,22 13-13 16,-22-13-6-16,0 0-4 0,41 15-9 0,-41-15 1 16,29 1-2-16,-29-1-3 0,0 0-7 0,0 0 1 15,51-11-6-15,-51 11-5 0,0 0 4 0,26-17-2 16,-26 17 2-16,0 0-3 0,22-23 0 0,-22 23 5 16,0 0 7-16,12-20 7 0,-12 20 4 0,0 0 4 15,0 0-1-15,17-19 26 0,-17 19-12 0,0 0-6 16,0 0-7-16,0 0 5 0,0 0 14 0,0 0-8 15,0 0 12-15,0 0-9 0,0 0 6 0,0 0-9 16,-11 87-2-16,11-87-5 0,-19 45-8 16,10-21 1-16,9-24-5 0,-17 46-3 0,11-22-4 0,6-24-12 15,-11 46-15-15,6-27-37 0,5-19-30 0,-11 50-46 16,6-26-43-16,5-24-54 0,-11 43-47 0,2-19-173 16,9-24-461-16,-17 34 204 0</inkml:trace>
  <inkml:trace contextRef="#ctx0" brushRef="#br0" timeOffset="50015.95">29293 11147 54 0,'3'-11'154'15,"-2"1"-2"-15,-1 0-7 0,0 3 0 0,0 7-4 16,3-10-9-16,-3 10-8 0,0-8-15 0,0 8-18 15,0 0-4-15,0 0 4 0,0 0 6 0,0 0-3 16,0 0 0-16,-4 35-2 0,0-16-8 0,0-2-5 16,-1 8-7-16,1-5-8 0,2 5-3 0,0 2-4 15,-1-8-7-15,1 7-8 0,0-2 0 0,-1 1-5 16,2-7-2-16,0 2-5 0,1 3 0 0,-3-4-5 16,3-1-10-16,0-1-23 0,-1 1-34 0,0-7-24 0,1 2-26 15,0 0-40-15,-2-3-20 0,2 2-21 0,-1-3-137 16,1-1-337-16,0-8 149 0</inkml:trace>
  <inkml:trace contextRef="#ctx0" brushRef="#br0" timeOffset="50354.3">29316 11562 25 0,'9'-8'116'0,"7"-1"-5"0,-1-3-1 15,8 0 0-15,2-2-8 0,1 0-15 0,-2-1-3 16,3-1-4-16,0 1-7 0,-1 0-10 0,-2 0-5 16,-7 5-5-16,-1-2-2 0,0 4-17 0,-5 1 22 15,-1 2 3-15,-1-1 3 0,-1 1 1 0,-2 2 0 16,-2 0-1-16,-4 3-9 0,1-9-5 0,-1 9-3 16,0 0-5-16,-7-9-3 0,7 9 8 0,-12-4-3 15,12 4-2-15,-14-1-1 0,4 2 3 0,1 3 0 16,0 1-4-16,-1 3-2 0,0 0 0 0,1 6-2 15,0-1-2-15,-2 2-6 0,6-1 2 0,0 5-6 16,1 0 3-16,3-1-5 0,2 0 4 0,3 1-4 16,3-3-6-16,3 3 5 0,0-5-6 0,4 0-14 15,1-1-20-15,1 1-27 0,7-1-27 0,-3-5-40 16,-2-1-28-16,3 0-20 0,-2-3-140 0,-4-1-328 16,3-5 145-16</inkml:trace>
  <inkml:trace contextRef="#ctx0" brushRef="#br0" timeOffset="50670.65">29868 11363 61 0,'-2'-8'180'0,"2"8"-18"0,0 0-11 16,0 0-10-16,0 0-9 0,0 0 3 0,0 0-13 0,0 0-1 15,0 0-8-15,13 14-7 0,-8-5-11 0,1 1-7 16,0 1-3-16,1-1-7 0,-1 0-5 0,2 4-7 15,1 0-5-15,-1-4-5 0,-1 1-9 16,3-2-2-16,-3-3-2 0,1 2-5 0,-1-2 0 0,-2 0-4 16,0-2-2-16,-1-1 15 0,1 1 4 0,-5-4 8 15,7 4 8-15,-7-4-7 0,0 0-9 0,14-6-6 16,-8-1-6-16,2-2 0 0,0 0-5 0,-2-1-5 16,3-5-2-16,-3 2-2 0,1-3-4 0,2 0-4 15,1 0 2-15,-2-2-8 0,2 2-16 0,0-2-6 16,0 2-19-16,1 2-19 0,1 0-27 0,0 3-33 15,-2 3-20-15,1 1-41 0,-2 3-27 0,2 0-165 16,-4 1-391-16,1 0 173 0</inkml:trace>
  <inkml:trace contextRef="#ctx0" brushRef="#br0" timeOffset="50994.81">30355 11405 122 0,'11'-10'152'0,"1"0"-3"0,1 0-11 16,0-3-6-16,-3 4-12 0,2-5-11 0,-5 5-9 16,5-4-9-16,-5 1-2 0,-1 3-5 0,-1-1-7 15,-1 1-11-15,-2-1 13 0,-1 5-2 0,-1 5 2 16,-1-13-10-16,1 13-4 0,-5-10-1 0,0 4-6 16,5 6-8-16,-14-3-1 0,2 0-2 0,1 3-2 15,-4 4 0-15,-2 1 1 0,-1 4-6 0,1-1-2 16,-1 4-4-16,4 1 0 0,0 0-4 0,4-1-1 15,-1 3-2-15,2 0-1 0,4 2 0 0,1-3-1 16,2 2-4-16,5 1 2 0,2-5 0 0,3 1-3 16,3 0-1-16,1 1 2 0,3-4-7 0,2 0 3 0,8 0-3 15,2 0 2-15,1-3-17 0,0-5-15 16,-7 1-41-16,8-3-12 0,-1 3-35 0,-1-3-39 16,-5-3-28-16,-4-1-22 0,-2 1-132 0,1-3-350 15,1-1 155-15</inkml:trace>
  <inkml:trace contextRef="#ctx0" brushRef="#br0" timeOffset="51214.78">30815 11129 144 0,'0'-7'211'0,"0"7"-15"0,0-11-19 16,0 11-17-16,0 0-5 0,0 0-11 0,0 0 19 15,0 0 1-15,0 0-11 0,0 0-12 0,5 35-10 16,-5-19-16-16,2 4-10 0,-2-1-11 0,-2 6-9 15,2 0-5-15,2-1-12 0,-1 2-4 0,-1-7-6 16,1 1-3-16,-1 5-18 0,0 0-17 0,0-1-27 16,0-5-22-16,0-3-30 0,0 3-46 0,0-2-29 15,-1-2-28-15,1 0-34 0,-1-3-142 0,1 2-367 16,1-5 163-16</inkml:trace>
  <inkml:trace contextRef="#ctx0" brushRef="#br0" timeOffset="51376.14">31134 11464 26 0,'0'0'47'0,"0"0"-23"0,0 0-31 0,0 0-8 15,0 0-17-15,0 0 7 0</inkml:trace>
  <inkml:trace contextRef="#ctx0" brushRef="#br0" timeOffset="53523.86">26823 12357 59 0,'0'0'53'0,"0"0"6"15,-2 5-11-15,2-5-10 0,0 0-14 0,0 0-15 16,-3 7-18-16,3-7-39 0,0 0-50 0,-4 7 23 15</inkml:trace>
  <inkml:trace contextRef="#ctx0" brushRef="#br0" timeOffset="54705.83">26354 6565 26 0,'0'0'81'15,"-2"-10"-7"-15,2 10-2 0,0 0-7 0,0 0-3 16,0 0-11-16,0 0-7 0,0 0 1 0,0 0-2 16,0 0-10-16,0 0 0 0,0 0 2 0,-1-10-6 15,1 10-6-15,0 0-21 0,0 0 14 16,0 0 1-16,0 0 2 0,0 0-4 0,0 0-6 0,0 0 3 15,0 0-3-15,0 0-8 0,0 0-2 0,0 0-6 16,0 0-7-16,0 0-5 0,0 0-3 0,0 0-3 16,0 0-8-16,0 0-7 0,0 0-16 0,0 0-45 15,0 0-107-15,0 0 48 0</inkml:trace>
  <inkml:trace contextRef="#ctx0" brushRef="#br0" timeOffset="58245.84">18544 3983 61 0,'0'0'82'16,"0"0"-4"-16,0 0-9 0,0 0-10 0,0 0-2 15,0 0-6-15,0 0-8 0,0 0 7 0,0 0-12 16,0 0 1-16,0 0-5 0,0 0 4 0,0 0 0 15,0 0 12-15,0 0-13 0,-1 30-13 0,1-30-5 16,-1 11 14-16,1-11-7 0,-2 9-8 0,2-9-8 16,-1 9 11-16,1-9-4 0,-1 9 4 0,1-9-12 15,0 8 10-15,0-8 4 0,-1 9-9 0,1-9-6 16,1 10-7-16,-1-10 0 0,0 7 8 0,0-7 0 16,0 0-6-16,0 10-3 0,0-10 4 0,0 0 1 15,1 6-6-15,-1-6 10 0,0 0 2 0,0 0-4 16,0 0-5-16,0 0 11 0,0 0 0 0,0 0-14 15,0 0 10-15,0 0-9 0,0 0 8 0,0 0-5 16,0 0-3-16,0 0 5 0,0 0-8 0,0-27 1 16,1 21 1-16,3-3-1 0,-1 0 0 0,2-1-8 15,3 0-4-15,-3 1 8 0,1-1 2 0,3 1-5 16,-1-1 13-16,1 3-8 0,-3 0-3 0,1 3 2 16,-2-1 3-16,-5 5-8 0,10-4 6 0,-5 2-2 15,-5 2 3-15,12 0-8 0,-12 0 4 0,10 3 11 16,-5 0-6-16,-1 2-1 0,1 0 2 0,0 3-6 15,-1 1 7-15,2-1-4 0,0 1 7 0,0-1-2 16,0 3-6-16,-1-3 3 0,1 2 6 0,1-3-3 16,-1 0-11-16,2-1 15 0,0 0-4 0,3-3-2 15,-2 0 3-15,4-2-1 0,-2-1-2 0,1-1 10 16,3 0-4-16,2-2-1 0,-5-1 5 0,4-4-3 16,-2 2 11-16,-1-1-21 0,2-3 7 0,-2 1 8 15,-3 2-5-15,1-2-20 0,-3 1 18 0,0-3-4 16,-2 0 2-16,2 1 8 0,-6-3-6 0,4 1-6 15,-5 1 3-15,1-4-3 0,-2 1-2 0,-2 4 5 16,2-2 15-16,-1 3-7 0,-2 2 5 0,3 7-3 16,-4-11-2-16,0 4 5 0,4 7-6 0,-6-4 1 15,6 4 5-15,-10 0-7 0,10 0 11 0,-13 9-6 16,3-2-6-16,2-1-1 0,-1 8-3 0,0-5-11 16,4 2 17-16,-1-1-1 0,2 5 2 0,1-3-4 15,1 1 14-15,0 2-10 0,2-4-2 0,3 1-2 16,0-2 3-16,0 3-2 0,4-3 9 0,2-2-8 15,-3 0 5-15,2-1-7 0,0-1 4 0,3 1-5 16,-1-4 7-16,-1 1-9 0,3-3 3 0,-2 1-2 16,0-2 4-16,2 0-1 0,-2-1 3 0,1-1-13 15,1-2 6-15,-2-2 5 0,2 2-3 0,-1-2-3 16,-2-1 9-16,1-2-7 0,0 2-11 0,1-7-5 16,-2 4 11-16,-2 0-7 0,-2-3-1 0,4-2-13 15,-5 0 6-15,0 5 7 0,-1-6-7 0,-2 3 5 16,-1 1 1-16,-1-1 3 0,-1 6-1 0,0 0 6 15,-1 1 1-15,-4-1 0 0,0-2-1 0,-3 4 7 16,4 2-4-16,-2-1 3 0,8 4 1 0,-12-5 4 16,7 0-5-16,5 5-11 0,-6-2 2 0,6 2-6 15,0 0 2-15,0 0 4 0,0 0 5 0,0 0 4 16,0 0-2-16,0 0 4 0,0 0-2 0,0 0-4 16,25-1 11-16,-13 2-11 0,2 0-4 0,-1-2 2 15,1 3 8-15,-3 1 8 0,2-3-20 0,-3 3 11 16,-1 1 0-16,4 1-10 0,-4 1 13 0,-1 1-2 15,-1 3 12-15,1-2 0 0,-2 3-1 0,0 1 7 16,-1 2-1-16,-1 2-2 0,-2 0-4 0,1-1 8 16,0 3-2-16,-1-2-4 0,0 2-5 0,-1-1 2 15,1-2 1-15,0-1-4 0,-2 2-10 0,3-3-7 16,-1-3-17-16,1 3-15 0,0-1-20 0,0-1-23 16,-1-3-17-16,3 2-15 0,-3-3-86 0,1-1-214 15,-1 0 95-15</inkml:trace>
  <inkml:trace contextRef="#ctx0" brushRef="#br0" timeOffset="58629.43">19443 3933 128 0,'-4'-5'114'0,"4"5"3"16,-6-8-3-16,6 8-16 0,-8-5-1 0,8 5-11 15,-10 2-11-15,10-2-7 0,-14 8-7 0,6-1-8 16,0 0-4-16,1 1-3 0,0 0-4 0,1 3 3 15,2-3-13-15,0 1-5 0,-1-3-4 0,4 2-6 16,0-3 5-16,1-5-5 0,0 0 0 0,1 14-8 16,-1-14-2-16,0 0 6 0,2 5 0 15,-2-5-7-15,0 0 8 0,0 0-10 0,0 0 13 16,0 0-12-16,21-8 0 0,-21 8-2 0,6-8 8 0,-2 4-5 16,-4 4-6-16,6-10-3 0,-2 6 9 0,-4 4-9 15,4-5 9-15,-4 5-11 0,5-5 4 0,-5 5-2 16,7-3-7-16,-7 3 5 0,0 0 2 15,12 9 7-15,-8-3 12 0,-1 3-5 0,1 0 15 0,-3 4 10 16,0 2-4-16,-1 2-1 0,-4 1 16 16,0 1-11-16,-2 6 3 0,0-6-6 0,1-2-6 0,-1 0-1 15,-1 0 0-15,-1 0-1 0,-1-1-7 0,3 1-6 16,-1-2-13-16,-2-1-19 0,2-5-11 0,0-1-18 16,2 1-17-16,0-3-14 0,-1 1-20 15,1-3-18-15,1 0-119 0,4-4-257 0,-9 4 114 0</inkml:trace>
  <inkml:trace contextRef="#ctx0" brushRef="#br0" timeOffset="58954.36">19503 3966 56 0,'0'0'112'0,"0"0"-19"0,0 0-3 0,0 0-5 0,0 0 0 16,0 0-5-16,13 14-9 0,-8-11-1 15,0 2-4-15,1 0-7 0,6 1-4 0,-2-1-4 0,2-2-2 16,0 0 0-16,2-2-3 0,5 1-3 0,-1-5-5 16,3 0-3-16,-2 0-4 0,-1-2 0 15,0-2-4-15,-3 0 2 0,-2 0-1 0,-3-1-4 16,0 1 6-16,-2-3 3 0,-3 7-2 0,1-1 9 16,-2-1 3-16,2 1-3 0,-6 4-6 0,7-7-7 0,-7 7-5 15,0 0 1-15,0 0 1 0,6 12 14 16,-6-1 10-16,-1 2 1 0,-1 3-3 0,-2 9 4 15,-2 2-11-15,0 2-4 0,1-3-1 0,0 2-2 16,0-2 1-16,-1 0-7 0,-2-2-6 0,4 0-28 0,-2 3-28 16,-1-3-31-16,1 1-29 0,2-4-51 0,-4 3-161 15,2-6-334-15,0 0 149 0</inkml:trace>
  <inkml:trace contextRef="#ctx0" brushRef="#br0" timeOffset="59109.56">19790 4473 1755 0,'5'-8'0'0,"-1"2"5"0,0 0-6 0,0 1-1 15,-4 5-41-15,5-10-35 0,-4 6-5 0,-1 4-15 16,7-5 4-16,-7 5-9 0,0 0-18 0,0 0-69 16,0 0-206-16,0 0 92 0</inkml:trace>
  <inkml:trace contextRef="#ctx0" brushRef="#br0" timeOffset="61075.73">27393 12346 37 0,'0'7'46'16,"0"-7"-8"-16,0 0-3 0,0 9-2 0,0-9-14 16,5 4-11-16,-5-4-21 0,0 7-22 0,0-7-35 15,0 0 15-15</inkml:trace>
  <inkml:trace contextRef="#ctx0" brushRef="#br0" timeOffset="88177.74">17682 11090 53 0,'0'0'59'0,"0"0"1"0,0 0-11 0,0 0-6 16,0 0-3-16,0 0-9 0,0 0-11 15,0 0-11-15,0 0-11 0,0 0-17 0,0 0-2 0,0 0-9 16,0 0-19-16,0 0-53 0,0 0 24 0</inkml:trace>
  <inkml:trace contextRef="#ctx0" brushRef="#br0" timeOffset="88533.7">18631 11075 17 0,'0'0'13'0,"0"0"-14"15,8 2-5-15,-8-2-5 0,0 0 4 0</inkml:trace>
  <inkml:trace contextRef="#ctx0" brushRef="#br0" timeOffset="88755.72">19099 11072 33 0,'0'0'35'0,"6"3"-4"0,-6-3-15 0,0 0-13 15,0 0-23-15,8 3-22 0,-8-3 11 0</inkml:trace>
  <inkml:trace contextRef="#ctx0" brushRef="#br0" timeOffset="90013.22">21511 11080 28 0,'0'0'73'0,"0"0"1"16,0 0-18-16,0 0-9 0,0 0-12 0,10 2-8 15,-10-2-10-15,0 0-13 0,0 0-24 0,5 3-38 16,-5-3-61-16,0 0 28 0</inkml:trace>
  <inkml:trace contextRef="#ctx0" brushRef="#br0" timeOffset="98410.24">25250 11758 16 0,'0'0'55'0,"0"0"0"16,0 0-4-16,0 0-2 0,0 0-6 0,0 0-4 0,0 0-7 15,0 0 2-15,0 0-12 0,0 0-8 0,0 0-6 16,0 0-8-16,0 0-13 0,0 0-15 15,0 0-36-15,0 0-67 0,0 0 30 0</inkml:trace>
  <inkml:trace contextRef="#ctx0" brushRef="#br0" timeOffset="98721.3">25203 10996 51 0,'0'0'54'0,"0"0"-5"0,0 0 0 0,0 0-5 0,0 0-7 16,0 0-12-16,0 0 6 0,0 0-5 0,0 0-12 15,0 0-4-15,0 0-8 0,0 0-9 0,9 17-19 16,-9-17-35-16,0 10-64 0,1-4 29 0</inkml:trace>
  <inkml:trace contextRef="#ctx0" brushRef="#br0" timeOffset="99501.75">25293 11027 14 0,'0'0'0'0,"0"0"-3"15,0 0-3-15,0 0 3 0</inkml:trace>
  <inkml:trace contextRef="#ctx0" brushRef="#br0" timeOffset="100221.63">25391 10926 3 0,'0'0'27'0,"0"0"-7"0,0 0-14 16,-2 17-16-16,2-17-10 0,-2 7 5 0</inkml:trace>
  <inkml:trace contextRef="#ctx0" brushRef="#br0" timeOffset="116906.92">24562 11000 10 0,'0'0'54'0,"0"0"-12"16,0 0-6-16,21 11-18 0,-9-8-12 0,-1 1-14 0,2-1-19 15,-2 1-29-15,1-2 14 0</inkml:trace>
  <inkml:trace contextRef="#ctx0" brushRef="#br0" timeOffset="127628.9">24734 12150 2 0,'0'0'1'0,"0"0"-2"0</inkml:trace>
  <inkml:trace contextRef="#ctx0" brushRef="#br0" timeOffset="186498.68">9884 10194 8 0,'0'0'21'16,"-7"-2"-5"-16,7 2-11 0,0 0-14 0,0 0-9 15,0 0 4-15</inkml:trace>
  <inkml:trace contextRef="#ctx0" brushRef="#br0" timeOffset="189139.98">10326 10010 12 0,'-18'2'44'0,"18"-2"-4"0,-13 0-1 0,13 0-4 16,0 0 6-16,-13 0-10 0,13 0-2 0,0 0-5 15,0 0-2-15,0 0-2 0,-14-2-4 0,14 2 3 16,0 0-6-16,0 0 1 0,0 0-1 0,0 0 4 16,0 0-6-16,0 0 1 0,0 0 5 0,0 0-7 15,-7-5-2-15,7 5 5 0,0 0 2 0,0 0-1 16,0 0-6-16,0 0 3 0,0 0 1 0,0 0-7 16,0 0 5-16,0 0-2 0,0 0 0 0,0 0-3 15,0 0 1-15,0 0 3 0,0 0 1 0,0 0-4 16,0 0-3-16,0 0-1 0,0 0 5 0,0 0-4 15,0 0-3-15,0 0 2 0,0 0 4 0,0 0 3 16,0 0-10-16,0 0 6 0,0 0-7 0,0 0 2 16,0 0 0-16,0 0 4 0,0 0-5 0,0 0 1 15,0 0 6-15,0 0-7 0,0 0-1 0,0 0 0 16,0 0-4-16,0 0 2 0,0 0-10 0,0 0 2 16,0 0-8-16,0 0-9 0,0 0-7 0,0 0-7 15,0 0-41-15,0 0-90 0,0 0 39 0</inkml:trace>
  <inkml:trace contextRef="#ctx0" brushRef="#br0" timeOffset="191247.17">11539 9283 19 0,'-2'-8'31'0,"2"8"1"0,0 0 1 16,0 0-10-16,0 0 2 0,0 0 0 0,0 0-6 15,0 0-4-15,0 0-2 0,0 0-3 0,-2-7 1 16,2 7 0-16,0 0-5 0,0 0-3 0,0 0 2 16,0 0-2-16,0 0-1 0,-4-7 0 0,4 7 8 15,0 0-10-15,0 0 2 0,-5-9 4 0,5 9 0 16,0 0 6-16,-5-6-1 0,5 6 5 0,-5-4 4 15,5 4-6-15,0 0 6 0,-9-6 2 0,9 6-5 16,-7-4-5-16,7 4 9 0,-5-5-1 0,5 5 3 0,-6-4 11 16,6 4-17-16,0 0 0 0,0 0 4 15,-8-3-5-15,8 3 0 0,0 0 4 0,0 0-6 16,0 0-4-16,0 0-2 0,-11 2 0 0,11-2 6 16,0 0 3-16,-4 10-2 0,0-3 4 0,4-7-1 15,-4 13 0-15,2-4-11 0,0 1 1 0,1-1 5 0,1 1-2 16,-2 0 5-16,4 3-3 0,-2-4 5 15,-2 2-3-15,4-1-5 0,-2 1 2 0,1-1 12 16,2 0-13-16,1 0-2 0,-1 1 6 0,-1-1 0 0,2-1-8 16,-1 1-4-16,2-2 6 0,-1 3 0 0,0-3 0 15,1 1 5-15,2-1 13 0,2-1 2 16,0 0-10-16,0-3 9 0,1 1-10 0,1-2 1 16,1 2 0-16,2-4 10 0,-1 2-1 0,6-5-7 0,-2 1-1 15,3 0-4-15,-1-4 1 0,-5 1 5 0,-1-1-3 16,5-1-3-16,2 0 7 0,-3-2 1 15,-1 1-8-15,0-1 1 0,-2-1-2 0,-3 0 2 0,0-1 1 16,0 1 1-16,-2-1 2 0,0-3-7 0,-2 1 6 16,0 2-13-16,-3-7 4 0,0 1-3 0,1-1 0 15,-5 0-2-15,-2 2 0 0,2-2 2 0,-2 0-7 16,-1 1-4-16,0-1 10 0,0 1-4 0,-4-2 3 16,0 1-2-16,-1 0 1 0,-1 5-3 0,0-5-4 15,-5 4-7-15,3 0 14 0,-3 3-7 0,1-2 5 16,-1 6-9-16,-1-2 8 0,-2 2-4 0,2 1 5 15,-3 2-4-15,1-2 0 0,4 3-3 0,-1 2 4 16,0 0-2-16,1 1-8 0,-4 0 1 0,4 1-6 16,-3 4 15-16,2-1-31 0,-1 2-3 0,0 3-16 15,2 0 16-15,2-1-10 0,0-2-5 0,3 1-8 16,0 2-1-16,-1 4-5 0,2-2-1 0,1 5-20 16,-2-2 1-16,5 1-12 0,-4 1-53 0,3 0-159 15,-1-1 70-15</inkml:trace>
  <inkml:trace contextRef="#ctx0" brushRef="#br0" timeOffset="192357.24">11608 9446 38 0,'-2'-10'87'0,"2"10"-11"0,0 0 4 15,0 0-4-15,0 0-3 0,0 0-6 0,0 0-1 0,0 0-4 16,0 0-9-16,0 0 0 0,0 0 1 0,0 0 4 15,0 0-12-15,0 0-6 0,0 0-1 0,0 0 3 16,0 0-10-16,0 0 0 0,0 0-4 0,0 0 1 16,0 0-13-16,0 0 9 0,0 0-4 0,-6-10 1 15,6 10 4-15,0 0-7 0,0 0-9 0,0 0 6 16,0 0 0-16,0 0-3 0,0 0-2 0,0 0 8 16,0 0-17-16,0 0 12 0,0 0-2 0,-3-6-8 15,3 6 12-15,0 0-7 0,0 0 4 0,0 0-1 16,-5-6-6-16,5 6 4 0,0 0 2 0,-7-4 0 15,7 4-3-15,0 0-1 0,-4-7 0 0,4 7-1 16,-7-6 0-16,7 6-1 0,-4-4 4 0,4 4 5 16,0 0-4-16,-10-3 6 0,10 3-6 0,0 0-3 15,0 0 4-15,-4-7 2 0,4 7-8 0,0 0 0 16,0 0 4-16,0 0-7 0,-6-4 1 0,6 4 3 16,0 0 2-16,0 0-10 0,0 0 5 0,0 0-3 15,0 0-2-15,0 0 7 0,0 0-8 0,0 0 1 16,0 0 3-16,0 0 1 0,0 0-3 0,0 0-2 15,0 0 4-15,0 0-2 0,0 0-2 0,0 0 2 16,0 0 2-16,0 0 0 0,18-8-4 0,-14 5-6 16,-4 3 5-16,15-3 7 0,-5 2-3 0,-1-2-3 15,2 1 5-15,-1 0-8 0,1-1 5 0,-1-1 2 16,-3 3-5-16,-7 1 5 0,16-2-4 0,-12 0 0 16,-4 2 7-16,11-2-5 0,-11 2 0 0,8-2 10 0,-8 2-7 15,8-2-3-15,-8 2-2 0,0 0 1 0,0 0 5 16,0 0-7-16,9-3 9 0,-9 3-3 15,0 0 1-15,0 0-3 0,0 0 0 0,0 0 7 16,0 0-8-16,0 0 1 0,0 0 3 0,0 0 4 16,0 0-1-16,0 0 4 0,0 0-2 0,0 0 4 0,0 0-8 15,0 0-2-15,0 0 1 0,0 0 1 16,0 0 1-16,0 0 1 0,0 0-3 0,0 0-5 0,0 0 0 16,0 0 3-16,0 0-2 0,0 0-8 0,0 0-4 15,0 0 7-15,0 0-12 0,0 0 6 0,0 0-1 16,0 0-1-16,0 0 1 0,0 0-1 0,0 0 1 15,0 0 4-15,0 0-1 0,8 4-6 0,-8-4 14 16,0 0-6-16,0 0 4 0,0 0-3 0,0 0 7 16,0 0 2-16,0 0-6 0,0 0 8 0,0 0-13 15,0 0 17-15,0 0-12 0,0 0-2 0,0 0 6 16,0 0-5-16,0 0 3 0,0 0 1 0,-26 7-6 16,15-4 6-16,2 1-4 0,-3-3-1 0,-1 4-6 15,0-1 13-15,0 1-2 0,-3 0 1 0,2-2 0 16,1 1 0-16,2-1 0 0,0 0-1 0,0 0-2 15,2-2-3-15,1 1 7 0,8-2-3 0,-10 3-1 16,10-3-1-16,-9 1 2 0,9-1-1 0,0 0-3 16,0 0-4-16,0 0 2 0,0 0 11 0,0 0-4 15,0 0 3-15,0 0 0 0,41-7 3 0,-24 1-3 16,2 0 6-16,2 0-7 0,-1-1 0 0,0 0 1 16,0 1-2-16,-4 1 4 0,3-1 3 0,-8 1-5 15,0 4 6-15,-2-3 2 0,-2-1 0 0,-1 5-9 16,-6 0 0-16,9-4 3 0,-9 4 2 0,7-3-6 15,-7 3 1-15,0 0 1 0,0 0 4 0,7-2 1 16,-7 2-4-16,0 0-4 0,0 0 6 0,0 0-4 0,0 0 4 16,0 0-14-16,0 0 1 0,0 0-13 15,0 0-14-15,0 0-14 0,0 0-22 0,0 0-26 16,0 0-7-16,0 0-19 0,0 0-76 0,0 0-214 16,6 11 95-16</inkml:trace>
  <inkml:trace contextRef="#ctx0" brushRef="#br0" timeOffset="-157599.04">10029 9093 49 0,'-11'0'75'0,"11"0"-9"0,0 0-3 15,0 0-13-15,0 0-4 0,0 0-1 0,-13-2-3 16,13 2-8-16,0 0 2 0,-10-1-6 0,10 1-10 16,-10 0 6-16,10 0-2 0,0 0 4 0,0 0-4 15,0 0 12-15,-12 1-7 0,12-1-6 0,0 0 1 16,0 0 2-16,0 0-4 0,-8-1-7 0,8 1-1 15,0 0 7-15,0 0-13 0,0 0 1 0,0 0-2 16,0 0 2-16,-11-2-1 0,11 2-2 0,0 0-12 16,0 0 7-16,0 0-14 0,0 0-6 0,0 0-1 15,0 0-6-15,0 0-2 0,0 0-5 0,0 0 5 16,0 0-2-16,0 0 3 0,0 0-2 0,0 0 7 16,-7 5-5-16,7-5 1 0,-3 6-2 0,3-6 2 15,-4 7 0-15,4-7 3 0,-4 4 2 0,4-4 10 16,-5 5 3-16,5-5-1 0,0 0 7 0,-5 5-3 15,5-5 0-15,0 0 9 0,-5 4-1 0,5-4-1 16,0 0 5-16,0 0 3 0,0 0-1 0,-7 4-6 16,7-4 10-16,0 0-4 0,0 0-9 0,-6 3 17 15,6-3-4-15,0 0-2 0,0 0 0 0,-5 4 3 16,5-4 1-16,0 0-1 0,0 0 1 0,0 0 2 16,0 0-6-16,0 0 6 0,0 0 3 0,0 0-13 15,-5 4 13-15,5-4 3 0,0 0-3 0,0 0 13 16,0 0-10-16,0 0 9 0,0 0 0 0,0 0-10 15,0 0 1-15,0 0-2 0,0 0 2 0,0 0-4 16,0 0-2-16,0 0-7 0,0 0 0 0,14-19-2 16,-9 12 12-16,1-1-10 0,4-4 1 0,1 1-7 0,2-3 2 15,2 0 2-15,0 0-6 0,0 0 8 16,5-6-11-16,-1 2 1 0,0-1 3 0,0 1-1 16,2 2 5-16,-2-3 1 0,-6 7-3 0,-1-1-1 15,1 1 1-15,-1 0 4 0,-5 0-5 0,1 4-2 0,1-2 0 16,-1-1 9-16,-1 2-7 0,2-1 1 0,-1 0 0 15,-2 1 7-15,1-2-21 0,0 2 16 0,0 0 6 16,-1 0-16-16,1-2 1 0,0 3 2 0,-2-2 10 16,2 3-9-16,-4 0 3 0,1 1-3 0,0 0 2 15,0 3-2-15,-4 3 0 0,6-9-6 0,-6 9 3 16,5-6 1-16,-5 6 7 0,4-8 6 0,-4 8-10 16,4-5-7-16,-4 5-9 0,4-6-12 0,-4 6-13 15,0 0-15-15,4-4-20 0,-4 4-12 0,0 0 0 16,0 0-50-16,0 0-145 0,0 0 65 0</inkml:trace>
  <inkml:trace contextRef="#ctx0" brushRef="#br0" timeOffset="-156969.09">10152 9011 90 0,'0'0'135'0,"-1"-10"-8"0,1 10-11 0,0 0-6 15,0 0-1-15,0 0-21 0,0 0-7 0,0 0-6 16,0 0-17-16,-10-2 0 0,10 2-5 0,0 0-6 0,0 0 4 15,0 0-13-15,0 0-11 0,0 0-12 16,0 0 5-16,0 0 4 0,0 0-7 0,0 0-5 0,0 0 0 16,0 0 2-16,0 0-1 0,0 0 0 15,-4 17-3-15,4-17-3 0,0 0-5 0,7 12 6 0,-7-12-9 16,5 7 10-16,-1-3-7 0,-4-4 2 0,5 8-7 16,-1-3 6-16,0 0-2 0,-4-5 0 0,7 8-6 15,-4-4 12-15,4 1-17 0,-7-5 5 0,5 5-9 16,-1 0 12-16,-1-1-5 0,-3-4 9 0,4 5-1 15,-1 1-3-15,-3-6-10 0,4 6 6 0,-4-6-1 16,6 7 7-16,-6-7-4 0,2 6 6 0,-2-6 0 16,2 8-3-16,-2-8 2 0,0 0-15 0,-3 11 13 15,3-11-2-15,-5 11 3 0,3-6 10 0,-2 0-12 16,0 1 0-16,-1 1 4 0,0-1-9 0,-2 1-4 16,1-1-2-16,0 0-8 0,-2 1-5 0,3-2-18 15,-4 2-3-15,3 0-21 0,-3-2-13 0,3 3-2 16,-1-1-13-16,0-3-51 0,1 0-158 0,6-4 69 15</inkml:trace>
  <inkml:trace contextRef="#ctx0" brushRef="#br0" timeOffset="-156440.04">10162 9016 61 0,'-5'-9'123'0,"5"9"-12"0,-4-8 0 0,4 8-12 15,-6-5 2-15,6 5-13 0,-6-4-7 0,6 4-10 16,0 0-1-16,-8-2-5 0,8 2-13 0,0 0-2 15,0 0-15-15,-14 2 2 0,14-2-1 0,-10 7-5 0,6-5-6 16,4-2-3-16,-8 6 0 0,5-1-8 16,3-5 12-16,-5 8-13 0,3-3-6 0,2-5 8 15,-3 12-4-15,3-12-2 0,-1 11 2 0,1-5-4 16,0-6 1-16,1 12 2 0,3-7-5 0,-4-5-2 0,4 10-2 16,1-5-14-16,1 2 11 0,1-1-1 0,-1-2 3 15,6 1-6-15,-2-1 1 0,1 0 3 0,1 1 7 16,1-1-10-16,1-1 7 0,1 2-6 15,-1-1 5-15,-1 0-1 0,0-1 2 0,-1 1-1 0,-1-1 7 16,-1 1-11-16,-1 1 3 0,-3 0-10 0,-1-3 16 16,2 4-3-16,-3-3-10 0,-4-3 10 0,5 10-7 15,-5-4 2-15,0-6 14 0,-2 13-1 16,-3-5 3-16,-2 1-9 0,-2 4 7 0,-2 1 2 0,-2-3-5 16,0 2-2-16,-4 1 5 0,3-2-4 0,-3-2-5 15,2 0 3-15,1-1-2 0,5-2-8 0,-3-2 3 16,4 0-1-16,-1 2-9 0,1-3-9 0,1 0-15 15,1-2-23-15,6-2-26 0,-10 5-9 0,6-2-11 16,4-3-2-16,0 0-61 0,-13-8-178 0,13 8 78 16</inkml:trace>
  <inkml:trace contextRef="#ctx0" brushRef="#br0" timeOffset="-155682.6">10268 8925 64 0,'-2'-7'88'0,"2"7"-10"0,0-14-7 0,0 14-8 16,-1-11 7-16,1 11-7 0,-2-10 5 0,2 10-5 15,-1-8-6-15,1 8-8 0,0 0 2 0,-1-8 0 16,1 8-7-16,0 0-4 0,0 0-3 0,0 0 1 15,0 0-7-15,-3-7-2 0,3 7 1 0,0 0-11 16,0 0-2-16,0 0-8 0,0 0-12 0,0 0-9 0,0 0-6 16,0 0-4-16,0 0-7 0,0 0-1 15,0 0-5-15,0 0 4 0,0 0-2 0,8-6 5 16,-8 6-1-16,0 0 0 0,10-1-2 0,-10 1 0 16,0 0 5-16,9-4 1 0,-9 4-1 0,8-2 4 0,-8 2 2 15,6-4 3-15,-6 4-3 0,8-2 12 0,-8 2-6 16,0 0 7-16,0 0 8 0,0 0 18 15,7-2 0-15,-7 2 2 0,0 0 2 0,0 0 12 16,0 0 4-16,0 0-8 0,0 0 10 0,0 0-7 16,0 0-3-16,0 0 3 0,0 0-13 0,0 0 9 0,0 0-13 15,0 0-1-15,0 0-13 0,0 0 16 16,4 11-5-16,-1-6-7 0,-1 1-5 0,1 4 12 16,1 2 3-16,2-1-6 0,-1 5-2 0,0 0 10 15,2 0-11-15,-3 0 10 0,1-1-2 0,1 0-6 0,-2-3 3 16,1 3-6-16,1-1 8 0,-1-2-7 0,2-2 4 15,-5-2-11-15,2 0 5 0,-1-4 2 0,-1 1 2 16,2 0-3-16,-4-5-2 0,4 9 1 0,-4-9-6 16,3 3 28-16,-3-3 14 0,0 0 17 0,3 7 10 15,-3-7 5-15,0 0-1 0,0 0 1 0,0 0-5 16,0 0 0-16,0 0 0 0,0 0-11 0,0 0-6 16,-15-16-11-16,12 9-1 0,-3-2-16 15,1-2-1-15,2 1-1 0,0 1-8 0,0 0-2 0,2-1 1 16,1 1-5-16,0 9-5 0,0-14-1 0,2 8-2 15,1-1-5-15,1 2 1 0,1 0-1 0,1-1-4 16,-1 0-1-16,3 3 3 0,2 0-2 0,0 0 5 16,2 2-4-16,-1 0 1 0,1 2-4 0,-2 0 1 15,3 5-1-15,-3-3-6 0,2 3 0 0,-2 0-10 16,-1-1 3-16,-1 4-2 0,0 0 10 0,-1-1-5 16,-2 2 4-16,-1-1 0 0,-2 3-1 0,-2-1-2 15,-1 1 11-15,-2 4-8 0,-3 0 2 0,0-6 1 16,-6 8 0-16,2-3 1 0,-3 1 3 0,0-1-9 15,-1-2 1-15,-2 0-12 0,0 0-12 0,2-1-17 16,-1 0-22-16,-2-3-11 0,3-1-28 0,-2-2-101 0,0 0-240 16,2-2 106-16</inkml:trace>
  <inkml:trace contextRef="#ctx0" brushRef="#br0" timeOffset="-155530.37">10554 9051 90 0,'0'0'185'16,"7"-2"-30"-16,-7 2-25 0,0 0-38 0,0 0-48 0,0 0-55 15,0 0-45-15,0 0-50 0,0 0-113 16,-9 19 51-16</inkml:trace>
  <inkml:trace contextRef="#ctx0" brushRef="#br0" timeOffset="-148585.89">11034 8941 68 0,'0'0'83'0,"0"0"2"16,0 0-9-16,0 0 2 0,0 0-10 0,0 0 3 15,0 0-9-15,0 0-5 0,0 0-3 0,0 0-5 16,0 0 3-16,0 0-6 0,0 0-9 0,0 0 13 16,0 0-14-16,0 0 3 0,0 0 0 0,0 0-11 15,0 0 4-15,0 0 7 0,0 0-12 0,0 0-3 16,0 0 7-16,0 0 0 0,0 0-5 0,-17-5 4 16,17 5-5-16,0 0 1 0,0 0-4 0,0 0-6 15,0 0 8-15,0 0-6 0,-11-4 3 0,11 4 9 16,0 0-5-16,0 0-2 0,0 0 0 0,0 0-1 15,0 0 5-15,-9-3-4 0,9 3-4 0,0 0 2 16,0 0-6-16,0 0 0 0,0 0-3 0,0 0-2 0,0 0 5 16,0 0-8-16,0 0-1 0,0 0 1 15,0 0-6-15,0 0-4 0,0 0 3 0,0 0 1 16,0 0-3-16,0 0 1 0,0 0-5 0,0 0 5 16,0 0 6-16,0 0-11 0,21-7 5 0,-21 7-9 0,11-2 8 15,-11 2-4-15,10-1 4 0,-10 1 1 0,13-1 0 16,-8-1 0-16,-5 2 1 0,14 0 3 15,-14 0-7-15,11-1 2 0,-11 1 2 0,9 0-4 16,-9 0 5-16,9 0-3 0,-9 0-1 0,9-1 5 0,-9 1 0 16,10 0-3-16,-10 0-2 0,11 1 6 0,-11-1-6 15,0 0 0-15,12 0 2 0,-12 0-1 16,0 0 2-16,8 0 4 0,-8 0-8 0,0 0 3 0,0 0 2 16,9-1-2-16,-9 1 2 0,0 0-7 0,9-1 6 15,-9 1-8-15,0 0 2 0,0 0-2 0,0 0-1 16,11 0 1-16,-11 0-6 0,0 0 7 15,7 2-9-15,-7-2 3 0,0 0 3 0,0 0-2 0,0 0-4 16,8 1-9-16,-8-1 5 0,0 0 2 0,0 0-3 16,0 0-1-16,0 0 11 0,0 0-2 0,8 3 0 15,-8-3 5-15,0 0-3 0,0 0 5 0,0 0-1 16,0 0-6-16,0 0 5 0,0 0 1 0,0 0 1 16,0 0 0-16,0 0 5 0,0 0-7 0,0 0-3 15,0 0-5-15,0 0 11 0,0 0 7 0,0 0-6 16,0 0-4-16,0 0 10 0,0 0-8 0,0 0-4 15,0 0 12-15,0 0 3 0,0 0-10 0,-23 6-3 16,23-6-16-16,-7 1 13 0,7-1-1 0,-9 1-9 16,9-1 6-16,-13 2 9 0,5 0-3 0,1-1-1 15,-5 0 2-15,3 2 3 0,-1 0-2 0,-1-1-9 16,0-1 19-16,0 2-3 0,5-1-10 0,-2 0 3 0,1 0 6 16,7-2-3-16,-12 4 9 0,5-4-5 15,7 0 5-15,-9 1 8 0,9-1-3 0,0 0-4 16,-7 4 8-16,7-4 2 0,0 0-4 0,0 0 5 0,-9 0-8 15,9 0-4-15,0 0 3 0,0 0 4 0,0 0-11 16,0 0 1-16,0 0 3 0,0 0-1 0,0 0 2 16,0 0-5-16,0 0 2 0,0 0-8 15,0 0-10-15,0 0 13 0,0 0 1 0,0 0 2 0,25-8-7 16,-25 8 3-16,12-1 10 0,-12 1-6 0,11-2 5 16,-3 2 1-16,-8 0-3 0,14-2-4 0,-8 1-13 15,-6 1 7-15,13-2-17 0,-5 0-15 0,-8 2 1 16,13 2-23-16,-13-2-5 0,12 1-14 0,-4 0-82 15,-8-1-173-15,0 0 76 0</inkml:trace>
  <inkml:trace contextRef="#ctx0" brushRef="#br0" timeOffset="-117127.58">28211 3187 16 0,'0'-13'59'0,"2"5"-2"0,-4 1 5 0,2 7-1 16,0-14 1-16,0 8 1 0,0 6-4 0,0-14 3 15,0 14 5-15,0-9 4 0,0 9-6 0,0-11-6 16,0 11-9-16,0-10 9 0,0 10 1 0,2-13 3 16,0 8-17-16,-2 5 6 0,0-12 10 15,0 12 6-15,0-9-9 0,0 9-1 0,2-7 7 0,-2 7-20 16,0 0-9-16,2-11 3 0,-2 11-6 0,1-8 0 16,-1 8-7-16,0 0-4 0,0 0 0 0,0 0-3 15,-3-10-4-15,3 10 1 0,0 0-8 16,0 0 1-16,0 0-4 0,0 0 2 0,0 0-5 15,0 0-1-15,0 0-2 0,0 0 2 0,0 0 1 16,0 0-3-16,0 0 2 0,0 27-1 0,2-18 1 0,-1 3 1 16,0-1-6-16,0 5 6 0,-1-4 9 0,2 2-9 15,-2 4-2-15,3-1 0 0,-3 2-2 16,3-3 5-16,-2 0-3 0,1 1 1 0,-1 1 0 16,0-1-1-16,2 1 2 0,-1-1-4 0,1-1 2 15,-2 2 0-15,0 0-1 0,1-1 5 0,-1-1-5 16,2 2 8-16,-3-2-5 0,2 1 0 0,3 0-3 0,-1-1 3 15,-3 0 4-15,1 3-1 0,0-3-7 0,2 0 5 16,-2 1 8-16,0 0-5 0,-1-2-4 0,3 2-5 16,-1-2 4-16,-1 2 3 0,3 1-3 15,-3-3 1-15,1 3-1 0,-2-1 0 0,-1 2 0 16,3 5 1-16,-2-6 2 0,2 1 3 0,-3 0-2 16,2 0 1-16,-4 1-2 0,4-2 1 0,-2 0-2 15,-2 1 4-15,2-1-7 0,2 0 3 0,-2 0-3 16,2 0 0-16,-2-1 14 0,0 0-2 0,1 1 1 15,0-3-8-15,1 2-7 0,-2 0 11 0,2-5-3 16,1 5 7-16,-3-2-4 0,5 0 2 0,-4 1-4 16,0 0 6-16,2 2-7 0,-1-5 3 0,0 4 1 15,0-1 3-15,0-5-4 0,1 5 0 0,-3-5-4 16,3 6 1-16,0-6 2 0,2 5 3 0,-3-4-6 16,1 4 5-16,-1-4-4 0,0 4 0 0,0-5-2 15,-1 4 5-15,2 2-3 0,0-1 1 0,-2-1 2 16,0-3-3-16,-1 3 2 0,2-2-2 0,1-1 6 15,0 3-4-15,-1 2-1 0,2-5 0 0,-4 4-1 16,4 0 0-16,-2-5-4 0,2 1 2 0,-1 4 1 16,-3-3 3-16,2 2 9 0,-4-2-6 0,4-1 1 15,2-2-3-15,-1 6 1 0,-2-6-1 0,0 3 1 16,1-1 5-16,1 6 15 0,0-1-3 0,0-2-3 16,-1 2-1-16,-1-1 0 0,1 1-3 0,0 0 1 15,0 2-3-15,-2-2-1 0,1 0-4 0,-1 2-2 16,1 0 1-16,0 1-3 0,1-2 2 0,-1 1 0 15,0-1-2-15,1 1 5 0,0 0-7 0,1 0 3 16,-1-2 2-16,-2 1 10 0,1-1-3 0,-1 0 1 16,2 0-3-16,-2-2-1 0,0 3 1 0,0-2-1 15,-2 1-3-15,1 2 0 0,-1 1-1 0,-1-2 4 16,1 2-5-16,2 0 10 0,-2-1-1 0,-2 0 0 16,3 0-4-16,-1 6 2 0,-2-1-3 0,1-6-1 15,-1 1 3-15,2 5 1 0,-3-4 3 0,3 5-2 16,0 1 3-16,-2-3 1 0,1 3-7 0,-1-7-1 15,2 7-1-15,-5-2-1 0,1 2 1 0,0-1-1 16,2 3 3-16,-1-5-6 0,-3 3 1 0,4 0-4 16,-1-2 2-16,0 0-2 0,0 1 0 0,-1-5 1 15,4 6 4-15,-3-1 1 0,-2 3-10 0,3-3 5 16,-1 3 0-16,0 1 4 0,-1 1 2 0,2-2 1 16,2 2-4-16,-5 0 0 0,0 0-1 0,6 0 5 15,-4-1-4-15,0 0 2 0,1-1-4 0,0 1 0 16,-2 0-3-16,-1 0 1 0,1-1 3 15,-1 0 0-15,0-1 0 0,-2 4 1 0,4-2-3 0,-3-3 1 16,4 1 4-16,-3-1-4 0,1 1 3 0,4-1-1 16,-3 0 3-16,-4-2-10 0,7-4 0 0,-4 8-1 15,4 0 6-15,-2 1 1 0,-1-3-6 0,1 4 4 16,1-6-1-16,0 1 0 0,5 0-1 16,-4 0 11-16,2-6-4 0,2 5-3 0,-2-2-6 15,0-3 5-15,0 6-3 0,-2-1-7 0,5 3 11 16,-4-8-3-16,2 2-2 0,-2 2 0 0,1-4-3 0,0-3 2 15,0 4 5-15,0-1 1 0,0-1-3 0,1 0-2 16,0 0 5-16,-1-1-2 0,0-17-16 0,2 29 18 16,-2-11-2-16,0-1 1 0,2-2-10 0,0 2 14 15,-2-17-6-15,-2 33-2 0,2-15-3 16,0-1 7-16,2-1 3 0,-2-16 2 0,-2 36-4 16,4-16 1-16,-4 2 0 0,0-5-4 0,4 0 1 15,-2-1-2-15,-2 2 2 0,2 0-2 0,-2-1-4 0,0 2 3 16,2-3 9-16,0 2-5 0,1 0-1 0,-1-1-3 15,1 0 0-15,1 4-6 0,-2 2 16 16,4-4 2-16,-4 0-5 0,5 5 2 0,-1-5-3 16,0 5 11-16,3 0-1 0,-4 2-1 0,3-7-3 15,3 4-4-15,-6-2 6 0,0-2-3 0,3 5 1 16,-2-1-2-16,3 3-1 0,-3 0 2 0,3-3-3 16,-2-4 3-16,3 4-2 0,0 2-8 0,-2-1 3 15,3 2-2-15,0 0 5 0,-3-2 2 0,1-5-2 16,3 5-11-16,-4-5 6 0,3 4 4 0,-2-5-5 15,3-3 2-15,-2 1-20 0,-2 0 22 0,3-2-2 16,-1 0 0-16,-4-4-5 0,-4-10 2 0,11 23 2 16,-6-12 0-16,-5-11-19 0,6 17-13 0,-6-17-25 15,3 14-20-15,-3-14-20 0,0 0-21 0,4 15-23 16,-4-15-23-16,0 0-24 0,0 0-37 0,0 0-36 16,0 0-31-16,0 0-176 0,0 0-497 0,0 0 221 15</inkml:trace>
  <inkml:trace contextRef="#ctx0" brushRef="#br0" timeOffset="-115893.06">28442 8409 32 0,'-11'-9'58'0,"11"9"-4"0,0 0 1 0,-13 0-13 16,13 0-3-16,-15 1-4 0,3 1-10 0,0-1-8 16,1 4-5-16,-2-4-1 0,1 3 0 0,-1-1-3 15,2-1-4-15,-6 0 4 0,4 1 0 0,0-2 3 16,0-1-8-16,3 6 7 0,-1-5-6 0,-1-1 6 16,-3 1-3-16,4 2 4 0,-1-1 4 0,1 0-2 15,1-1 5-15,0 0 10 0,1-1-5 0,-1 0-7 16,10 0 4-16,-17 1 5 0,10 1 4 0,7-2 1 15,-16 0 15-15,10 0 1 0,6 0 4 0,-11-2-3 16,11 2 6-16,-10-1 3 0,10 1-5 0,0 0-2 16,-11 0 1-16,11 0 2 0,0 0-3 0,-10 0-6 15,10 0 3-15,0 0 1 0,0 0-2 0,0 0-5 0,-9-1-1 16,9 1 0-16,0 0-2 0,0 0-3 16,0 0-2-16,0 0-2 0,0 0-2 0,0 0 0 15,0 0-2-15,0 0-4 0,0 0 0 0,0 0-1 16,0 0-2-16,0 0-5 0,0 0-2 0,0 0-4 0,0 0 3 15,-9 2-5-15,9-2 4 0,0 0-5 0,0 0 1 16,0 0-1-16,0 0 1 0,0 0 0 0,0 0 0 16,0 0-4-16,0 0 7 0,0 0-4 0,0 0 4 15,29-5 3-15,-16 0 0 0,0 4-6 0,4 0 6 16,3-2-2-16,0 0 5 0,2 0-3 0,6 0 0 16,3 0-1-16,-2 0 1 0,2 0-2 0,2-1 5 15,0 1-1-15,3 1 0 0,1-2 1 0,0-1-2 16,0 3 0-16,3-3-1 0,-5 0 2 0,3 0-2 15,14-2-2-15,0-1 3 0,4 3 12 0,4-1-2 16,-2 1-4-16,6-1-6 0,1 1 3 0,26-3-1 16,-29 5-2-16,1 0 1 0,29-2 0 0,-28 1-6 15,4 3 4-15,-2-1-4 0,29-5 6 0,-6 4-7 16,-25-1 7-16,3 2-1 0,24-3-2 0,-27 1 1 16,2 0-2-16,26-1-1 0,-29 3 2 0,2-1-3 15,-4-1 4-15,7 3 1 0,23-6 6 0,-30 5-3 16,-1-1 1-16,3 0 15 0,-3 2-5 0,0-4 0 15,1 2-1-15,-1-3-2 0,-2 1 1 0,2 2-5 16,-3-3 2-16,7 0 0 0,1 0 15 0,29-5 1 0,2 2 1 16,-1 1-5-16,6 2-17 0,-5-3-1 15,4 6-3-15,-9 0-3 0,-2-1 0 0,0 2-1 16,-26 1 1-16,33-2-3 0,-4 2-1 0,-28-1 0 16,1-1 1-16,30 0-6 0,-31 2 34 0,-3 1 1 15,4 0-7-15,-2-2-6 0,-3 2 2 0,-1 0-5 16,-5 0-1-16,-15-1-2 0,0-5-2 0,0 2 0 15,-3 1 0-15,-1-1-9 0,-35 4 12 0,68-7-7 16,-37 3 0-16,-2 1-1 0,-29 3-3 0,56-8-35 16,-56 8 5-16,39-5 5 0,-39 5 1 0,37-4 1 15,-37 4 3-15,32-4 5 0,-32 4-3 0,0 0 1 16,43-9 2-16,-43 9 1 0,37-7 1 0,-37 7 2 16,36-9 0-16,-36 9 2 0,36-8 2 0,-36 8-2 15,37-9 3-15,-37 9-3 0,29-6 4 0,-29 6 3 16,0 0-2-16,42-11-1 0,-42 11-1 0,25-6-1 15,-25 6-2-15,0 0-1 0,32-9 6 0,-32 9-1 16,0 0-2-16,0 0-1 0,0 0 2 0,34-6-2 16,-34 6 3-16,0 0-5 0,0 0 6 0,0 0 0 15,0 0 4-15,33-7-5 0,-33 7 0 0,0 0 0 16,0 0 3-16,0 0-1 0,0 0 1 0,0 0-1 16</inkml:trace>
  <inkml:trace contextRef="#ctx0" brushRef="#br0" timeOffset="-114607.46">28248 3101 39 0,'-1'-7'122'16,"1"7"5"-16,-3-10-4 0,3 10-6 0,-1-7 4 15,1 7-10-15,0 0-4 0,-3-8-12 0,3 8-6 16,0 0-14-16,0 0-8 0,0 0-5 0,0 0-6 16,0 0-11-16,0 0 1 0,0 0-12 0,0 0 4 15,-25 13-6-15,18-6-1 0,-7 3-3 0,3 2-5 16,-5-2-1-16,4 4-1 0,-1 0-5 0,-1-1 3 16,2-1-27-16,2 2-12 0,-4-1-22 15,1 1-29-15,1 1-24 0,3 0-31 0,-9 5-92 0,5-4-235 16,-1-5 104-16</inkml:trace>
  <inkml:trace contextRef="#ctx0" brushRef="#br0" timeOffset="-114411.59">28295 3069 61 0,'10'-3'126'0,"-1"2"-14"0,2-3-4 15,0 3-15-15,-2 3-7 0,1 1-11 0,1-2-4 16,0 1-7-16,2 3-3 0,0-1-12 0,2 3 2 16,-1 1-28-16,4 1-28 0,-3-1-30 0,2 2-24 15,-3-1-89-15,-1 4-158 0,-4-5 70 0</inkml:trace>
  <inkml:trace contextRef="#ctx0" brushRef="#br0" timeOffset="-113604.41">27236 3017 61 0,'-7'-7'123'16,"1"3"2"-16,6 4-7 0,-9-8-2 0,1 5-17 15,2 0-1-15,6 3-15 0,-13-1 0 0,1-1-12 16,5 1-12-16,7 1-4 0,-24 3-5 0,12 2-4 16,0 0-5-16,-3 4-8 0,3-2-2 0,-5 1-5 15,4 3 7-15,2 0-5 0,-1 2-9 0,2-5-1 16,2 2 0-16,1-1-5 0,1 2 1 0,4 0-3 16,-2-1-2-16,2-1 0 0,3 1 4 0,0-1-7 15,3 1 10-15,4-1-4 0,-1-1-3 0,5-1 2 16,-3-1-4-16,9 2 0 0,1-5 0 0,0 3 0 15,10-4 1-15,-11-2-6 0,0 1 5 0,-5-1 1 16,3 0-3-16,-5 0 0 0,-1 0-1 0,-2 0-1 16,-8 0 14-16,11 0-17 0,-11 0 6 0,12-1 6 15,-12 1-4-15,9-2 1 0,-9 2 0 0,4-4 6 16,-4 4-2-16,0 0 9 0,0 0-1 0,0 0 4 16,0 0-9-16,0 0-2 0,0 0-1 0,0 0-2 15,0 0-1-15,0 0-6 0,-38 9 0 0,18-4-2 16,-3 9 4-16,-1-1-1 0,-5-1 1 0,2 6-1 15,2-5-2-15,2 4 3 0,-2-1-4 0,4 1 4 16,2 0-4-16,6-3 0 0,1-1 1 0,4 0 1 16,1-2-4-16,1-3 1 0,3 2 0 0,1 0 2 15,2 0 0-15,0-1-1 0,5 1 7 0,3-3-2 16,1 0 3-16,7-1 5 0,2 2-5 0,4-3 4 16,5-2-4-16,5-1-4 0,-1-1-13 0,3 1-45 15,2-1-30-15,-3-2-45 0,1-1-39 0,-3 5-96 16,-4-4-282-16,1-1 125 0</inkml:trace>
  <inkml:trace contextRef="#ctx0" brushRef="#br0" timeOffset="-113455.78">27637 3427 11 0,'8'-3'90'0,"-8"3"-28"0,0 0-34 0,0 0-34 15,0 0-26-15,0 0-32 0,0 0 14 0</inkml:trace>
  <inkml:trace contextRef="#ctx0" brushRef="#br0" timeOffset="-108015.22">28186 7365 9 0,'0'0'52'0,"-7"-2"-1"0,7 2-4 15,0 0-17-15,0 0 8 0,-10 0-1 0,10 0 0 0,-10 4 0 16,10-4-3-16,-13 3-11 0,7 0 3 0,-2-2-6 16,8-1 0-16,-12 2 1 0,4 0 2 0,2 1-8 15,6-3 9-15,-13 1 2 0,7 2-2 0,6-3 3 16,-9 1 2-16,9-1-7 0,-9 3 0 16,9-3-11-16,0 0 7 0,-9 2 0 0,9-2-5 0,0 0-4 15,0 0 5-15,-10 1 1 0,10-1-5 0,0 0 4 16,0 0-2-16,-5 1 4 0,5-1-8 0,0 0 2 15,0 0 1-15,0 0-2 0,0 0-6 0,0 0 5 16,0 0-2-16,0 0-2 0,0 0 2 0,0 0 2 16,0 0-5-16,0 0 1 0,0 0-3 0,0 0 8 15,0 0-6-15,0 0 9 0,19 7-10 0,-12-7 8 16,3 0 0-16,2 0 3 0,5 3-13 0,-2-3 13 16,6-1 2-16,-1-1 3 0,0 2-2 0,9-3-5 15,-1 2-3-15,0-2-2 0,3 3 4 0,-1-1 5 16,0 0-11-16,3-1 1 0,-1 0 3 0,-1 0 2 15,2-1-2-15,-1 1 4 0,-2-1-4 0,0 0-5 16,-1 0-5-16,1 0 10 0,2 2-2 0,2-3-1 16,-5 1-5-16,4-2 11 0,0 2 5 0,-1 0-6 15,1 0-13-15,-1-1 8 0,1 0 8 0,0 1-7 16,-1-1 6-16,-1 0-17 0,1-1 13 0,-2 1-2 16,0 1 0-16,0-2 7 0,0 1 2 0,-8 2-6 15,6-3-6-15,0 5 1 0,-7-4 3 0,0 2-8 16,2-2 4-16,-3 1 6 0,3 3-5 0,3-6 11 15,-3 4-10-15,5 0-4 0,-6 0 7 0,7-1-6 16,-1 2-3-16,0-2 6 0,1 1-2 0,-2-2-4 0,-5 3-1 16,-1-1 3-16,8 1 3 0,-1 0 2 15,-1-1-8-15,1 0 5 0,3 0-2 0,0-2-6 16,1 0-8-16,3 0 23 0,4-2-11 0,-2 3 2 16,0 1 2-16,4-1 0 0,-3 1 1 0,2-3-4 0,-1 2 2 15,1 1-2-15,10-4 0 0,-14 5 2 16,2-1-1-16,12-2 5 0,-11 1-5 0,-2-1-4 15,1 1 9-15,-1 0-10 0,-2 1 6 0,2 0-8 0,0 0 2 16,-1 0-4-16,1-2-4 0,1 1-3 0,-2 1-11 16,3 0 4-16,-3-2-9 0,2 0-6 0,-1 4 5 15,0-3-2-15,-1-2-8 0,-3 5-6 0,-4-2-17 16,1 0-9-16,-1 2-82 0,-9 0-167 16,-1-1 75-16</inkml:trace>
  <inkml:trace contextRef="#ctx0" brushRef="#br0" timeOffset="-107599.55">30985 7143 31 0,'0'0'95'0,"0"0"-12"0,0 0-7 15,0 0-9-15,0 0-11 0,16-8 0 0,-6 7-7 16,2-1-8-16,1 2 2 0,4 0 1 0,1-1-10 16,4 1 6-16,5 0-9 0,-6-2-2 0,10 1-9 15,-3-2 7-15,5 1-6 0,-2 0 6 0,2-1-3 16,2 3 6-16,3-1-8 0,15-2-1 0,-1-1 2 15,3 2 2-15,-5-1-9 0,2-2 8 0,0 5-14 16,-2-1 1-16,-10-1 1 0,11-2 1 0,-13 4-3 16,1 3-4-16,0-6 5 0,-1 3 1 0,0 0-4 15,0 0 2-15,2-1-8 0,12 1 8 0,-15-2-10 16,0 2 2-16,4-1-11 0,-5 1-1 0,0-1-3 16,-2 2-11-16,1-1-4 0,-5-2 4 0,2 2-16 15,-5-1-5-15,-5 1-9 0,-3-2-16 0,-5 1-14 16,-1 1-45-16,0 1-139 0,-7-3 61 0</inkml:trace>
  <inkml:trace contextRef="#ctx0" brushRef="#br0" timeOffset="-107315.63">32559 7089 4 0,'21'-1'86'16,"-21"1"1"-16,0 0-10 0,80-10 4 0,-52 10-19 15,-28 0 5-15,55-7-8 0,-27 3 0 0,-28 4-14 16,50-7 9-16,-21 3-15 0,-29 4 5 0,46-10 2 16,-20 4-12-16,-26 6-9 0,49-5-2 0,-49 5-7 15,48-8 0-15,-48 8-16 0,39-6-1 0,-39 6 4 16,40-6-9-16,-40 6-15 0,31-6-3 0,-31 6-7 15,0 0 7-15,29-10-8 0,-29 10-15 0,0 0-13 16,0 0-3-16,0 0-40 0,28-10-113 0,-28 10 50 16</inkml:trace>
  <inkml:trace contextRef="#ctx0" brushRef="#br0" timeOffset="-107107.07">33192 6985 37 0,'0'0'44'0,"0"0"5"0,0 0 6 0,0 0 4 0,0 0 0 15,0 0-8-15,0 0 4 0,0 0 0 0,0 0 0 16,0 0-1-16,70 11-2 0,-70-11-1 0,0 0-6 16,51-5-3-16,-51 5-3 0,35-3-5 0,-35 3-3 15,38-5 3-15,-38 5-8 0,35-1-1 0,-35 1-3 16,34-5-2-16,-34 5-15 0,0 0-8 0,40-5-11 16,-40 5-7-16,0 0-12 0,31-11-18 0,-31 11-7 15,0 0 4-15,0 0-10 0,0 0-54 0,32-5-126 16,-32 5 56-16</inkml:trace>
  <inkml:trace contextRef="#ctx0" brushRef="#br0" timeOffset="-106915.55">33567 6953 22 0,'0'0'39'16,"0"0"9"-16,0 0 1 0,0 0 4 0,0 0-11 16,0 0 5-16,0 0-7 0,51 17 6 0,-51-17-10 15,0 0 3-15,0 0 1 0,42-5 3 0,-42 5-13 16,0 0 16-16,0 0-25 0,44-9 8 0,-44 9-8 15,0 0-3-15,29-9 13 0,-29 9-26 0,0 0 1 16,0 0-6-16,0 0-11 0,32-6-9 16,-32 6-10-16,0 0-16 0,0 0-2 0,0 0-9 0,0 0-34 15,0 0-96-15,0 0 43 0</inkml:trace>
  <inkml:trace contextRef="#ctx0" brushRef="#br0" timeOffset="-106755.05">33795 6935 1 0,'0'0'23'0,"0"0"5"0,0 0 10 0,0 0-7 0,0 0 6 15,0 0 0-15,0 0 7 0,0 0-2 16,0 0 1-16,0 0 7 0,0 0-3 0,0 0-10 0,0 0 1 16,0 0 2-16,0 0-10 0,0 0 6 0,0 0-16 15,0 0-3-15,0 0 3 0,0 0-1 16,0 0 6-16,0 0-22 0,0 0-8 0,0 0-9 0,53 10-20 16,-53-10-4-16,0 0-12 0</inkml:trace>
  <inkml:trace contextRef="#ctx0" brushRef="#br0" timeOffset="-104561.63">28671 7759 106 0,'0'0'127'0,"3"-9"-24"0,-3 9-10 0,0 0-13 16,2-6-12-16,-2 6 2 0,0 0-11 0,0 0-3 0,0 0-4 16,18 19-5-16,-12-9-13 0,2 4 8 0,1 2 1 15,1 0-7-15,0 1 1 0,1 1-4 16,0 4-2-16,-1-5-7 0,5 5 9 0,-4-6-4 0,2 0 6 16,-1 0-18-16,0-5 8 0,1 4-1 0,1-4 1 15,-5-1 0-15,2-1-8 0,-3-1 8 0,0 0-11 16,2-4-2-16,-5 1 12 0,4 1 2 0,-4-2-1 15,1-1-2-15,-6-3 12 0,11 4 7 0,-6-2 9 16,-5-2 12-16,0 0-1 0,10-2-2 0,-10 2-5 16,6-9-6-16,-2 3-3 0,2-2-5 0,2-8-6 15,-4 4 3-15,3-6-5 0,-1-1-4 0,1-4-3 16,0-3-2-16,-2 1-2 0,1 0-1 0,-1 1 1 16,-2 5-7-16,0 1 2 0,-1 1 2 0,1-2-5 15,-2 0 0-15,2 2-1 0,-2 5 1 0,0 1-5 16,-1 2 3-16,0 0-4 0,0 9-4 0,1-14-16 15,-1 14-21-15,0-8-38 0,0 8-35 0,0 0-5 16,0 0-30-16,0 0-7 0,0 0-151 0,0 0-323 16,-9 22 143-16</inkml:trace>
  <inkml:trace contextRef="#ctx0" brushRef="#br0" timeOffset="-104145.46">29404 7811 143 0,'-3'-5'182'0,"-5"1"-8"15,2 1 5-15,-3-3-21 0,2 3 3 0,-3 0-15 16,-1 2-12-16,-1 1-18 0,1 1-7 0,-1 2-15 0,-4 2-7 16,0 2-10-16,1 1-8 0,-1 1-8 0,2 0 0 15,5 1-14-15,2-1-2 0,0 1-4 16,2 0-8-16,3 0-2 0,1 3 3 0,1-4-6 15,2 1-5-15,3 0 0 0,0-2-1 0,3 0-6 0,0-1 1 16,2-1-2-16,0-2 3 0,2 0-6 0,-1-3-3 16,1 0-1-16,-2-1-3 0,2-2-2 0,-1 0-5 15,1-3 4-15,0 1-1 0,-3-3-7 0,1-2 4 16,-2 1 1-16,0 0 3 0,-1-2-2 0,-2 0-2 16,2 1 1-16,-2-1-1 0,-1 3 4 15,-1 0-3-15,-1 1 4 0,2-1-4 0,-4 7 1 16,4-6-2-16,-4 6-1 0,3-8-3 0,-3 8-1 0,0 0 5 15,0 0-3-15,0 0 2 0,0 0-1 0,8 14 0 16,-7-4 1-16,-1 2 3 0,1-3-3 0,2 6 3 16,-2-2 5-16,2 0-18 0,-1 1-20 0,2-1-13 15,0-2-31-15,2 2-25 0,-1-3-29 0,3 3-31 16,-3-2-134-16,1-1-319 0,0-2 141 0</inkml:trace>
  <inkml:trace contextRef="#ctx0" brushRef="#br0" timeOffset="-103926.23">29632 7654 8 0,'-1'-18'211'16,"-1"7"-14"-16,1 2-1 0,0 0-9 0,0 2-16 16,1 7-22-16,-2-10-20 0,2 10-10 0,0 0-10 15,0 0-11-15,0 0-15 0,0 0-8 0,2 38-2 16,-1-13-6-16,1 0-11 0,0 3 1 0,-1 1-7 15,0 1-5-15,2 2-14 0,-1-2-34 0,0 0-26 16,-1-1-23-16,-1 2-31 0,2-3-31 0,0-3-24 16,-1-5-25-16,-1-2-93 0,0-2-275 0,1-3 122 15</inkml:trace>
  <inkml:trace contextRef="#ctx0" brushRef="#br0" timeOffset="-103668.08">29785 8010 60 0,'16'-14'140'0,"4"-2"-6"0,2 1 3 16,1-2-6-16,-3 0-11 0,2 1-10 16,-4 3-8-16,-4-2-12 0,1 2-2 0,-3-1-6 15,-2 0-10-15,0 0-1 0,-3 3-4 0,-2-2-4 0,-3 2-1 16,0 1-2-16,-2 0-8 0,-2 1-1 16,0-1-6-16,-3 3-2 0,-1 2 2 0,0 1-8 15,-5 2 3-15,11 2-8 0,-16 1-1 0,2 4-3 16,0 5-1-16,-1 2-4 0,1 1 1 0,-1 8-3 0,0-1 2 15,4-2-10-15,1 5 6 0,3 0 1 0,6 2-15 16,1-1-28-16,4-5-19 0,0 0-23 0,2-1-34 16,3-1-33-16,1-1-21 0,3-1-123 0,-3-2-299 15,3 0 132-15</inkml:trace>
  <inkml:trace contextRef="#ctx0" brushRef="#br0" timeOffset="-103340.91">30095 7979 205 0,'0'0'217'16,"4"-6"-3"-16,-4 6-16 0,0 0 3 0,1-6-18 16,-1 6-18-16,0 0-17 0,0 0-15 0,5-9-18 15,-5 9-10-15,0 0-11 0,0 0-11 0,0 0-9 16,0 0-8-16,0 0-1 0,0 0-9 0,0 0 1 16,5-3-8-16,-5 3-2 0,0 0-3 0,0 0-2 15,0 0-2-15,1-8-3 0,-1 8-6 0,1-10 1 16,-1 10-7-16,3-13-2 0,0 4 2 0,2 0-8 15,-1-4 1-15,1 2-4 0,4-4-2 0,-4 3-2 16,1 2 0-16,1 0-2 0,-1-1-2 0,2 5-3 16,-3 0 3-16,-1 0-6 0,-1 3-1 0,-3 3-3 15,7-4 3-15,-7 4-4 0,0 0 1 0,0 0 2 16,16 7-2-16,-12 0 3 0,1 2 0 0,1 1 1 16,-3-1-1-16,4 4 1 0,-2-2-4 0,-1 1-22 15,2 3-19-15,-2-1-31 0,0 1-23 0,1-3-28 16,0 1-37-16,1-4-35 0,-2 1-154 0,1-4-381 15,0 1 168-15</inkml:trace>
  <inkml:trace contextRef="#ctx0" brushRef="#br0" timeOffset="-102963.56">30490 7735 205 0,'0'0'209'0,"-4"-10"-14"15,4 10-16-15,-5-3-15 0,5 3-20 0,0 0-6 16,0 0-5-16,-17 13-9 0,12-2-13 0,-3 4-10 16,-1 3-11-16,4-2-8 0,0 0-9 0,0 0-6 15,4 2-7-15,1-3-4 0,3 1-7 0,3-2-3 16,0 1-7-16,3-1-3 0,0-4-4 0,-1-1-1 16,7 0-4-16,0-2 1 0,6 0-3 0,-5-1-16 15,5-5-4-15,-7-1-8 0,4 0-4 0,-4-1-1 16,0-1 0-16,-3-3 0 0,3-1-9 0,-1-5-7 15,-1 4 1-15,-5-2 2 0,2-6 1 0,0 2 4 16,-5 0-1-16,-2 1 5 0,0 1-4 0,-1-1 6 16,-2 1 3-16,-2-1 15 0,1 5 9 0,-5-3-4 15,2 2 11-15,0 4-4 0,-3 1-1 0,2-1 0 16,-5 2-5-16,11 2 1 0,-18 2-3 0,5 2 1 16,3 3 1-16,-1-2 0 0,0 5-5 0,5-3-3 15,3 6-3-15,-2-1-17 0,4 3-20 0,3-3-26 16,1 1-28-16,6 0-37 0,3 2-43 0,3-4-161 15,2 2-357-15,0-3 159 0</inkml:trace>
  <inkml:trace contextRef="#ctx0" brushRef="#br0" timeOffset="-102709.13">31117 7709 211 0,'0'-12'278'0,"0"5"-27"16,0 7-24-16,1-12-24 0,-1 12-24 0,0 0-20 16,0 0-16-16,0 0-11 0,0 0-6 0,0 0-10 15,-1 34-7-15,0-17-8 0,1 4-11 0,0-2-7 16,0 7-8-16,0-7-8 0,-1 5-4 0,-1 2-8 16,1-6-4-16,2 4-6 0,-1-5-11 0,0 0-25 15,0-1-25-15,-1-3-32 0,1-2-27 0,-1-1-25 16,-1-1-26-16,2-1-31 0,-2 2-18 0,1-5-18 15,-1-1-127-15,2-6-346 0,-9 8 153 0</inkml:trace>
  <inkml:trace contextRef="#ctx0" brushRef="#br0" timeOffset="-102369.46">31150 7701 155 0,'9'-9'178'16,"-1"3"0"-16,1 1-5 0,2-1-10 0,-4 3-16 15,-1 0-17-15,-6 3-11 0,10-2-8 0,-10 2 0 16,14 1-14-16,-8 1-10 0,0 1-7 0,-1 1-9 16,0 1-2-16,-1-1-11 0,-4-4-3 0,4 14-6 15,-4-5 0-15,-3 0-8 0,1 1-11 0,-2 2-8 16,-1-1-19-16,0-1-7 0,0 0-13 0,1 1-9 0,0 0-11 16,0-1-9-16,1-1-10 0,2 1 0 15,-1 0-1-15,4-2 2 0,-1 2 1 0,1-4 9 16,1 5-3-16,3-2 11 0,-2 1 3 0,1 0 4 15,0 0-1-15,2 2 7 0,1 1-3 0,0-3 4 16,-3-2 4-16,1 1 2 0,1 1 5 0,-5 0 5 0,1-1-3 16,-1-3 9-16,-2 4 8 0,-1-3-5 15,1-7 1-15,-4 13 0 0,2-5-5 0,-6-2 2 16,2 1 0-16,-3-3-3 0,1 2-25 0,-2-2-3 16,1-1-31-16,1 0-22 0,0-2-28 0,1 1-71 15,-3-1-198-15,10-1 88 0</inkml:trace>
  <inkml:trace contextRef="#ctx0" brushRef="#br0" timeOffset="-102038.64">31488 7806 229 0,'5'-3'227'0,"-5"3"-11"0,2-7-13 15,-2 7-23-15,0 0-18 0,0 0-14 16,0 0-11-16,0 0-18 0,0 0-10 0,-27 7-9 15,20 1-8-15,-2 0-11 0,2 1-9 0,1 0-8 16,2 0-4-16,0 2-10 0,1-1 0 0,3 1-7 0,3-2-5 16,2 0-5-16,-1 1-15 0,0-3 3 15,3-1-19-15,0 2-13 0,2-7-6 0,0 3-8 16,-1-1 0-16,2-3 5 0,-1 0 2 0,-9 0 2 16,19-4 0-16,-13 0 1 0,4-2 1 0,-3-1 2 15,2 1-6-15,-3-2 6 0,1 1 1 0,-1 0 4 16,-2 1 8-16,1 2 8 0,0-1 0 0,-5 5 2 15,3-6-6-15,-3 6 1 0,0 0-4 0,0 0 0 16,0 0-3-16,0 0 5 0,0 0-23 0,0 0-28 16,0 25-32-16,-1-16-37 0,1 1-35 0,0 0-30 15,-3 2-98-15,2-1-302 0,1-11 134 0</inkml:trace>
  <inkml:trace contextRef="#ctx0" brushRef="#br0" timeOffset="-101835.66">31693 7880 47 0,'4'-9'171'0,"3"-1"10"16,3 1-3-16,-4-1-3 0,2 3-10 15,-3 3-17-15,1-2-14 0,-1 2-14 0,1 1-14 16,-6 3-10-16,14 0-2 0,-14 0-8 0,12 1-4 16,-6 4-9-16,-3-1-7 0,1 3-9 0,0 1 3 15,-3 0-10-15,2-1-7 0,-1 4-21 0,-2-2-28 16,0 5-27-16,0-4-34 0,0 0-51 0,-2-1-32 0,2 2-147 15,-1-1-322-15,1-3 143 0</inkml:trace>
  <inkml:trace contextRef="#ctx0" brushRef="#br0" timeOffset="-101417.49">32067 7812 72 0,'-3'-7'206'0,"3"7"-2"15,-8-10-14-15,2 5-10 0,-3-1-15 0,-1 3-12 16,1 1-14-16,-3 3-18 0,12-1-8 0,-16 6-9 0,3-2-12 16,-1 3-4-16,5-1-11 0,-2 3-8 15,4 1-7-15,1 0-1 0,2 0-7 0,2 2-4 16,2-1-6-16,4 1-3 0,2-2-6 0,4 2-8 16,0-2-1-16,3 0-1 0,2-2-19 0,2-4-6 15,-5 1-3-15,0-4-7 0,1 0-5 0,1-1 1 16,-3 0 2-16,3-3-2 0,-3-3 6 0,-1 1-3 15,0-1 2-15,-1-4 1 0,-1 1 2 0,-2-6-1 0,0 0 2 16,-2 0-2-16,0-3 4 0,-4 0-1 16,1-1-1-16,1-7 0 0,-2-1 6 0,1 3 5 15,-1-5 2-15,1 10 6 0,-1 2 8 0,-1 2 21 0,2 4 4 16,1 0 5-16,-2 2 8 0,0-1 2 16,0 10 8-16,0-11-12 0,0 11-17 0,0-7-6 15,0 7-1-15,0 0-3 0,0 0-5 0,0 0 6 16,-7 30 0-16,3-14 1 0,2 2-3 0,-1 8-4 15,1 0 0-15,-1-7-4 0,-1 5 7 0,3-3-13 16,0-2-2-16,2 5-9 0,2-5-33 0,2 2-41 0,-2-3-42 16,1-3-52-16,4-1-45 0,-3 2-218 0,-1-4-461 15,0-2 204-15</inkml:trace>
  <inkml:trace contextRef="#ctx0" brushRef="#br0" timeOffset="-99715.63">27750 7447 106 0,'-7'-3'102'0,"7"3"10"0,-6-5-1 0,6 5-16 16,-10-6 0-16,4 4-7 0,6 2-6 0,-11-3-4 16,2 2-14-16,0-1 3 0,0 1 2 0,9 1-12 15,-19 4-8-15,9-3-1 0,1 3-7 0,-5 1-3 16,6-1-6-16,-4 1-2 0,0 2-1 0,0 0-13 16,2 2 9-16,1 0-3 0,0 1-11 0,-1 0 3 15,4 1 3-15,-2 3 1 0,3-3-6 0,1-2 2 16,0 2-5-16,3-2 1 0,2 0 6 0,-1 1-9 15,4 0 6-15,4 0-4 0,1-2-3 0,-1-3 4 16,3 3 4-16,0-3-7 0,3 1 1 0,3-3-5 0,1-1 1 16,-2 0 8-16,-2 0-4 0,-1-4-7 15,1 2 7-15,-2 0 0 0,-2-2-6 0,-1 2 7 16,-9 0-1-16,11 0 11 0,-11 0-4 0,8-2 9 16,-8 2-4-16,0 0-4 0,8-2 1 0,-8 2 4 15,0 0-3-15,0 0-5 0,0 0-1 0,0 0-5 0,0 0 0 16,0 0-4-16,0 0 0 0,-36 10-3 15,26-5 6-15,-2 1-4 0,0 1 1 0,-1 3 2 16,-3 2-5-16,4-2 0 0,-1 0 3 0,2-1-6 0,2 1 7 16,-2 3-5-16,4-2 2 0,0-1 1 0,1 0-4 15,3 1 7-15,2-1-8 0,-2 0 6 16,3 0-3-16,3-1-1 0,-1 0 5 0,6 0-3 16,-1 0 6-16,4-3-4 0,-2-1-3 0,2 2-17 15,3-4-20-15,2 1-18 0,2-1-26 0,0-3-12 0,-1 0-24 16,-2 0 3-16,2 0-7 0,-1-3-99 0,-2 1-236 15,0-2 105-15</inkml:trace>
  <inkml:trace contextRef="#ctx0" brushRef="#br0" timeOffset="-99347.07">27858 7725 6 0,'-1'-12'122'0,"-2"5"-6"0,2-3-1 0,-1 1 15 16,2 9 4-16,-2-13 6 0,0 7-1 0,2 6-8 15,-2-12 1-15,2 12-11 0,0-9-14 0,0 9-13 16,0 0-13-16,0 0-6 0,0 0-12 0,2-9-11 15,-2 9 2-15,0 0-10 0,0 0-3 0,0 0 1 16,7 29-5-16,0-18-6 0,-3-1-3 0,1 1 0 16,-2-4-5-16,5 9 5 0,-5-7-3 0,3 2-5 15,-1-2 3-15,-1 0-3 0,0 1 5 0,4-1-8 16,-7-2-3-16,3-1-6 0,1-1 6 0,-1 1-3 16,-4-6-3-16,3 8 3 0,-3-8 1 0,4 7-4 15,-4-7 5-15,4 4 12 0,-4-4 11 0,0 0 4 16,0 0 15-16,7 2 4 0,-7-2-2 0,0 0-3 15,0 0-4-15,0 0-4 0,3-18-7 0,-1 9 0 16,3-4-4-16,0 2-5 0,-1-2-2 0,-2-1-5 16,2-1-3-16,3 0 4 0,0 0-5 0,-3 2-3 0,1-1 1 15,5-1-6-15,-3 6-1 0,-1-1 1 16,-2 2 3-16,4 1-7 0,-3 0-10 0,0 2-18 16,1 1-17-16,-1 0-20 0,-5 4-17 0,9-5-21 15,-9 5-18-15,9-1-26 0,-3-1-18 0,-6 2-33 0,12 6-30 16,-12-6-112-16,9 8-359 0,-5-4 159 0</inkml:trace>
  <inkml:trace contextRef="#ctx0" brushRef="#br0" timeOffset="-95083.25">28370 3995 41 0,'0'0'83'0,"-7"-7"-9"0,7 7 2 0,0 0-13 15,0 0-5-15,-8-6-6 0,8 6 2 0,0 0 1 16,-12-4-5-16,12 4 8 0,0 0-13 0,-8-4 7 15,8 4-8-15,0 0-8 0,-13-5 10 0,13 5-9 16,-10-3-1-16,10 3-3 0,0 0 4 0,-14-3 8 16,14 3-8-16,-6 0 2 0,6 0-1 0,0 0-5 15,0 0-3-15,0 0-9 0,-11 0 3 0,11 0-7 16,0 0 12-16,0 0-18 0,0 0-5 0,0 0 8 16,0 0 3-16,0 0-14 0,0 0 4 0,0 0-1 15,0 0-3-15,0 0 3 0,0 0-1 16,0 0 1-16,0 0 3 0,32 3-6 0,-18-1 8 15,2-2-9-15,4-2 3 0,1 2-2 0,1 0 1 0,7-3 3 16,3 3 3-16,-1-4-11 0,4 4 4 0,1-6 3 16,1 3 5-16,-1-1-10 0,16-4-3 0,-16 6 10 15,1-4-3-15,0 3-3 0,2 0 5 16,-4-2-4-16,1-3 5 0,1 4-14 0,0 2 9 16,-4-2-3-16,1-1-3 0,5 0 3 0,-6 2 11 0,-1-2-13 15,1-1 1-15,-1 1-2 0,0 0 8 0,0 1-1 16,4-2 1-16,-3 1 7 0,3 0 7 15,2 0 6-15,12-1 10 0,5 0 0 0,-3-4-8 0,5 5-3 16,-3 1-3-16,6-3 2 0,0 5-5 0,4 0-2 16,-1 0 2-16,5-1-8 0,-7 3 8 15,3-8-10-15,0 8 4 0,-1-2-2 0,-1 2-6 0,2 0 8 16,-4 2 1-16,4-7-1 0,-4 4-7 0,0 3-1 16,-2 0 1-16,1-2-3 0,-4 0 4 15,0 0-3-15,-17-3 2 0,16 0-4 0,-17 3-2 0,2 0 4 16,0-1-3-16,-2-2 1 0,0 2 2 15,-1-3-3-15,-2 3 4 0,1-4-2 0,-3 1-1 16,-1 1-1-16,0 2-3 0,-1-2 4 0,-2 0-4 0,-1-1 4 16,1 1 29-16,-1-1-7 0,-7 0-4 0,2 1-2 15,-2 1 6-15,2-1-5 0,0 1 1 0,-3 0-8 16,1-1 0-16,-2 0 2 0,1 2 6 16,-5-1-10-16,3-2 1 0,-2 1-5 0,1 1-1 15,3 1 2-15,-2-1-26 0,2 1 0 0,2-2 5 16,-3 3 0-16,3-1 4 0,-1-1 0 0,1 0 2 0,-2 1-1 15,1-2 5-15,-1 1-3 0,9 0 7 0,-6 1-1 16,5-1-2-16,-6 2 4 0,0-2 1 16,0 0-4-16,0 1 5 0,1 1 3 0,-2-2-4 0,-1 1-4 15,0 0 4-15,0 0 1 0,-3-1-6 0,2 1 2 16,-5 0 1-16,6-1 2 0,-6 2 3 0,1 0 0 16,-2-1-6-16,-2-1 3 0,4-1 1 0,-1 0-1 15,-1 3-1-15,1 0-1 0,-1-1-2 16,0-2 3-16,0 3-3 0,-1-3 3 0,0-1 0 15,-1 4 0-15,1-2-2 0,-3 1 2 0,0 0-2 16,-8 1 5-16,18-3-6 0,-12 2 3 0,3 0 4 0,-9 1-8 16,13-1 7-16,-8-1-8 0,-5 2 4 0,9 0-3 15,-9 0 9-15,0 0-10 0,11-1 8 0,-11 1 0 16,0 0-5-16,0 0-5 0,10-3 7 0,-10 3-2 16,0 0-1-16,0 0-3 0,10-2 5 15,-10 2 1-15,0 0 2 0,0 0-6 0,7 2 5 16,-7-2-2-16,0 0 1 0,0 0 5 0,0 0-7 15,9 2 6-15,-9-2-6 0,0 0 0 0,0 0 6 0,0 0-5 16,0 0 2-16,0 0 1 0,0 0 0 16,0 0-4-16,0 0 0 0,0 0 5 0,0 0 3 15,0 0-1-15,0 0-1 0,0 0 3 0,0 0-2 16,0 0-1-16,0 0 2 0,0 0-4 0,0 0 2 16,0 0 0-16,0 0 3 0,0 0-8 0,0 0 4 15,0 0 1-15,0 0-5 0,0 0 5 0,0 0-5 0,0 0-1 16,0 0 2-16,0 0 3 0,0 0-2 0,0 0 4 15,0 0-5-15,9 0 0 0,-9 0 0 16,0 0 0-16,0 0 0 0,0 0 3 0,0 0-3 16,0 0-1-16,0 0 1 0,0 0 1 0,0 0-1 15,0 0 8-15,0 0-4 0,0 0 7 0,0 0-1 16,0 0 2-16,0 0 2 0,0 0-3 0,0 0 1 16,0 0-1-16,0 0-3 0,0 0 2 0,0 0 6 15,0 0-8-15,0 0 0 0,0 0-4 0,0 0-2 16,0 0 4-16,0 0 1 0,0 0-5 0,9 0 0 15,-9 0 3-15,0 0-2 0,0 0-3 0,0 0 2 16,0 0-1-16,0 0 1 0,0 0 2 0,0 0 0 16,0 0-3-16,0 0-1 0,0 0 3 0,0 0-3 15,0 0 0-15,0 0 2 0,0 0-3 0,0 0-3 16,0 0 2-16,0 0-5 0,0 0-7 0,0 0 1 16,0 0-13-16,0 0-16 0,0 0-3 0,0 0-8 15,0 0-7-15,0 0-10 0,0 0-6 0,0 0-4 16,0 0-23-16,0 0-1 0,0 0-9 0,0 0-11 15,-12 14-106-15,7-10-248 0,5-4 110 0</inkml:trace>
  <inkml:trace contextRef="#ctx0" brushRef="#br0" timeOffset="-92669.22">28222 3385 14 0,'0'0'47'16,"-7"0"-2"-16,7 0-5 0,0 0-1 0,0 0-7 16,0 0-1-16,0 0 0 0,0 0-1 0,0 0 4 0,0 0-2 15,0 0 4-15,0 0-11 0,0 0 4 0,0 0-1 16,0 0-2-16,0 0 6 0,0 0-15 0,0 0 5 15,0 0 5-15,0 0 2 0,0 0 2 0,0 0-2 16,28 2 16-16,-13-4-10 0,-3 2 16 16,7 0-14-16,1-3 5 0,1 1 2 0,9 1-4 15,1-3-6-15,0 1 4 0,5-3-8 0,-2 5 2 16,4-5-2-16,3-1 11 0,10-1-13 0,-11 1 0 16,10 0 3-16,2-2-3 0,2 3-6 0,-2 1-2 15,2-2-3-15,0 0 0 0,-1 2 5 0,1 1-2 16,0-2-3-16,-1-2-1 0,0 4-2 0,-1-5-2 15,-1 1-3-15,-14 4-2 0,14-1 5 0,-13 0-7 16,-1 0 8-16,16-4-2 0,-14 5 0 0,-1-4-4 16,13 2 4-16,-14 2 5 0,3-3-5 0,14 0 3 15,-16 0 0-15,13 1 1 0,-1-5-3 0,-12 7 2 16,1-4-1-16,0-1-2 0,-1 4-3 0,1-1 4 16,-1-1-3-16,13-1 5 0,-12 1 8 0,12 3-5 15,-14-1 1-15,0-1 2 0,0 0-2 0,0 2-1 16,1 1-1-16,-1-1-5 0,-1 0-4 0,1 2 2 15,-1-4-4-15,0 3 3 0,-1 1 1 0,1-2 2 16,3 4-6-16,-2-2 0 0,-2-2 2 0,1 0-3 16,1 1 1-16,0 0 5 0,2-1 5 0,-4 1-13 15,1-1 3-15,1 1-4 0,-1-3 5 0,-3 2-3 16,2 0 0-16,1 1-5 0,-3 1 4 0,0 0 0 16,-1-2-2-16,-3 0 5 0,-2 2-2 0,3 1-26 15,-12 0-7-15,10-4 14 0,-8 4 1 0,-1 1-2 16,2-1 2-16,-1 1 2 0,-1-3 0 0,2 2 9 15,-1-1-4-15,0-1 2 0,-1 0-2 0,1 1-1 16,-1 0 7-16,-5 2-5 0,0-2 1 0,0 3-3 16,-2-2 4-16,1 2 2 0,-2-2-1 0,-3 1 6 15,-8 0-7-15,18 0 3 0,-11-3-2 0,-7 3-4 16,16 0 7-16,-9 0-1 0,-7 0 3 0,14-2-1 16,-6 2 2-16,-8 0-8 0,18 0 10 0,-10 0-9 15,1 1 5-15,1-2-5 0,-2-1 8 0,-8 2-6 16,16 0 1-16,-8 0-1 0,-8 0 7 0,14 2 0 15,-8-2-3-15,-6 0-5 0,16 1 4 0,-11-1 0 16,-5 0 0-16,14-3-2 0,-8 3 5 0,-6 0-3 16,12-2 5-16,-12 2-9 0,9 0 14 0,-9 0-8 15,12-1-7-15,-5-1 2 0,-7 2-3 0,14 2 4 16,-7-4 1-16,1 4-1 0,2-4 4 0,3 4 1 16,0-4-3-16,-2 2 0 0,2 0-3 0,-1 2 0 15,-1-2-2-15,-1 0 5 0,1 0 0 0,1 0 1 16,0 0-5-16,1 1 2 0,-2-2-2 0,2 4 6 15,0-5 0-15,-2 4 0 0,2-2-2 16,-1 0 2-16,0 0-2 0,0-2-4 0,-2 4 6 0,-2-2-6 16,-8 0 3-16,14 0 1 0,-9 2-5 0,-5-2 7 15,8 1-4-15,-8-1 7 0,7 1-8 0,-7-1 0 16,0 0 7-16,9 3-4 0,-9-3 5 0,0 0 0 16,0 0-2-16,0 0-6 0,0 0 3 0,8 1-1 15,-8-1 8-15,0 0 1 0,0 0-11 0,0 0 9 16,0 0 0-16,0 0-2 0,0 0 1 0,0 0 5 15,0 0-8-15,0 0-1 0,0 0 7 0,0 0-3 16,0 0 0-16,0 0 1 0,5 2-4 0,-5-2 5 16,0 0-5-16,0 0-2 0,0 0-1 0,0 0 4 15,0 0 0-15,0 0-2 0,0 0-1 16,6 2-1-16,-6-2 3 0,0 0-2 0,7 8 6 16,-7-8-6-16,4 6 6 0,-4-6-7 0,3 4 2 15,0 2 2-15,-3-6-1 0,6 8-2 0,-3-4 10 0,0 3-4 16,0 3 1-16,1-3-4 0,0 3 5 0,0-1-1 15,-2 3-2-15,1-3 3 0,0 4-1 0,-2-2-3 16,1 1 5-16,0 1 2 0,0 3-6 0,1 0 5 16,-2-1-1-16,0 0 10 0,2-3-3 15,-2-2 3-15,0 2-1 0,2 2 35 0,-2-4-1 16,2 0 0-16,-3 3-10 0,2-1 1 0,0 1-4 16,-2-2 1-16,1 0-9 0,0 1-2 0,-1-1-5 0,1-1 3 15,1 1-6-15,-1 1 4 0,-1-1 3 16,0 1 3-16,0-1-1 0,1 0-3 0,-1-1-13 15,-1 0 4-15,-2 1-1 0,3-1 1 0,-1-3 2 16,1-7-6-16,-1 16 3 0,-2-7 4 0,3-1-8 16,0-8-2-16,-1 14 0 0,0-8 3 0,-1 4-9 15,2-1 10-15,-1-1-4 0,0 2-3 0,0-2 1 16,-2 2-2-16,3-3 1 0,-1 1-2 0,-2 0 4 16,3-8-6-16,-2 15 3 0,1-6 0 0,-2-1 1 15,2 1-2-15,1-9 2 0,-3 19-2 0,3-19 2 16,-1 13-3-16,1-13-2 0,-4 16 2 0,1-11-2 15,1 5-5-15,-2-2-18 0,4-8-19 0,-6 15-15 16,1-7-15-16,5-8-18 0,-12 15-19 0,3-6-35 16,0-1-47-16,0 0-32 0,-4 3-122 0,1-3-371 15,0 0 164-15</inkml:trace>
  <inkml:trace contextRef="#ctx0" brushRef="#br0" timeOffset="-90274.58">28606 3550 42 0,'-13'3'89'0,"1"1"2"0,-3 3-10 0,-3 0 15 15,-7 4-24-15,8-2 8 0,-2-2-17 0,3 5-7 16,0-2 3-16,1 0-9 0,2 2-8 0,0-1 12 16,4-1-21-16,1-1 2 0,3 1-2 0,0-1-13 15,4 1 7-15,-1-2-9 0,2-8-3 0,3 16 6 16,2-7 13-16,2-1-16 0,0 0-16 0,5-1 13 15,-2-2-10-15,7-1 9 0,-4 0-9 0,7-3-7 16,-3 2-8-16,11-3 4 0,-8 0 0 0,-2-3-17 16,1 0-5-16,0-1 5 0,-6 0-2 0,4 0 4 15,-4 0 11-15,-2-1-4 0,3-2 3 0,-4 2-2 16,-1-3-1-16,1-1 7 0,-1 2 2 0,-2-2 18 16,2 2-19-16,-4-1 7 0,-1 0 4 0,-4 8 13 15,5-11-4-15,-4 6 25 0,-1 5-8 0,3-8 3 16,-3 8-1-16,4-6-5 0,-4 6 0 0,0 0-10 15,0 0-3-15,1-7 2 0,-1 7-9 0,0 0 5 16,0 0-4-16,0 0 0 0,0 0-5 0,0 0 3 16,-13 32-5-16,10-22 6 0,2-1 1 0,1-9-6 15,-1 18-6-15,1-8 10 0,0-10 5 0,2 13-3 16,-2-13-1-16,8 15-1 0,-5-12-10 0,-3-3 10 16,6 11 1-16,0-8-1 0,-6-3 2 0,12 5-7 15,-12-5-4-15,10 5 10 0,-10-5-8 0,11 0-3 16,-11 0-11-16,0 0 3 0,16-5-3 0,-16 5 2 15,8-5-6-15,-8 5-6 0,9-7 13 0,-9 7-9 16,5-8-6-16,-5 8 3 0,5-12 6 0,-5 12-4 16,0-16 9-16,0 16-2 0,-3-16-8 0,3 16 5 15,0-12 5-15,0 12 2 0,-2-11-8 0,2 11-1 16,-2-10 11-16,2 10-1 0,0 0-2 0,0 0 2 16,0 0 3-16,6-11-4 0,-6 11-5 0,0 0 14 15,0 0-9-15,17 3 7 0,-17-3 6 0,15 6 2 16,-15-6-12-16,11 8 12 0,-3-4-2 0,-8-4 5 15,10 8-6-15,-5-3 2 0,-5-5 0 0,8 5 3 16,-8-5-3-16,6 8 9 0,-6-8-2 0,5 6-5 16,-5-6 6-16,0 0 5 0,0 0 4 0,5 5 6 15,-5-5 8-15,0 0 5 0,0 0-1 0,0 0-7 16,0 0-5-16,0 0 3 0,0 0 3 0,0 0-6 16,0 0-2-16,8-12-20 0,-8 12 11 0,4-10-2 15,-2 6 1-15,1-3-12 0,-3 7 1 0,6-9 9 16,-2 4-15-16,-4 5 11 0,7-5-7 0,-7 5-4 15,7-3 3-15,-7 3 1 0,9-1 0 0,-9 1-7 16,10 4 2-16,-10-4 4 0,9 8-2 0,-3-5 6 16,0 2 2-16,-1 5-22 0,-5-10-8 15,8 14-22-15,-5-5-19 0,3 1-18 0,-3 2-22 0,2-1-89 16,-3 1-208-16,-1-2 93 0</inkml:trace>
  <inkml:trace contextRef="#ctx0" brushRef="#br0" timeOffset="-89522.23">29229 3613 23 0,'-9'-6'146'0,"3"2"8"0,0-1-7 16,-1 3-8-16,7 2-17 0,-15-3-17 0,15 3-7 15,-14 5-9-15,6-1-12 0,1 1-6 0,-4 2-15 16,6-2 1-16,-2 3-1 0,1 1-12 15,3-1-4-15,-1 1-2 0,4 4-3 0,0-4 4 0,2 1-16 16,1-3-1-16,-1-1-7 0,1 1-5 0,3 3-12 16,-2-5 2-16,3-2-2 0,0 1 2 0,2-1 0 15,-2 0-1-15,0-2-4 0,-7-1 2 16,17 0 1-16,-11-4 2 0,1 1 1 0,3-3-6 16,-4-1 10-16,2-3 0 0,-2 1-3 0,1-4 5 15,-1-1 3-15,-2-3-7 0,1 0-2 0,-2 0 4 16,-2-2 21-16,0 3 9 0,-1-4-4 0,0 0-3 0,0 2 0 15,0 1 7-15,0-1-5 0,2 2 7 16,-4 3 10-16,2 8 4 0,-1-5-3 0,1 0-3 16,-1 3-3-16,1 7-8 0,-2-11-3 0,2 11-9 15,0 0-2-15,0 0-8 0,0 0 2 0,0 0-4 16,0 0-3-16,0 0-2 0,0 0 12 0,7 38-8 16,-7-23-1-16,1 4 6 0,-1-2-9 0,3 2-1 15,-1-2 3-15,1 0 0 0,0 1-3 0,3-3 2 0,-2 2 0 16,1-6 3-16,0-1-7 0,4-1 3 15,-3-1-6-15,2 1 13 0,-1-2-7 0,4-4 0 0,-6 1 2 16,1 0-4-16,1-1 1 0,0-2 2 16,-7-1 2-16,16-1-3 0,-16 1 2 0,16-8 0 15,-8 2 0-15,1-1-4 0,-1-2 2 0,-1 1 1 16,-1-1-4-16,1-1 1 0,-2-1 0 0,-1 0 4 16,3 2-5-16,-3 1-2 0,-3 0 0 0,1 2-1 15,-2 6-3-15,4-12 4 0,-4 12-6 0,4-6 3 16,-4 6-2-16,1-6-2 0,-1 6-4 0,0 0 2 15,0 0 1-15,0 0 1 0,0 0-2 0,0 0 10 16,4 24-3-16,-4-14 0 0,1-2-2 0,2 2 2 16,-1 0 3-16,2-2-2 0,-2-1-3 0,1 0-1 15,1-4-3-15,0 3 0 0,-1-1 1 0,1 0-1 16,3-4 3-16,-7-1-1 0,10 3 6 0,-10-3-3 16,9 0 6-16,-9 0-6 0,8-6 2 0,-8 6-1 15,10-8 5-15,-5 2-1 0,-3 0-1 0,2-1-3 16,-1 0 5-16,-1 2 3 0,1-2 4 0,-3 7 5 15,4-7-2-15,-4 7 4 0,4-8-6 0,-4 8-4 16,0 0-4-16,2-8-3 0,-2 8 0 0,0 0-4 16,0 0-2-16,0 0-5 0,0 0-13 0,0 0-19 15,0 0-28-15,12 27-45 0,-10-21-30 0,3 5-24 16,-3-3-136-16,0 2-331 0,-2-10 146 0</inkml:trace>
  <inkml:trace contextRef="#ctx0" brushRef="#br0" timeOffset="-89277.6">29802 3521 78 0,'0'0'193'0,"-9"-7"-13"0,5 4-9 16,4 3-14-16,-13-4-18 0,2 4-11 0,11 0-16 15,-15 7-14-15,4-4-8 0,0 7-8 0,6-3-13 16,-4 1-4-16,2 2-8 0,1 0-1 15,2 0-8-15,2 0-6 0,0-1-3 0,2-9-4 16,2 20-13-16,2-11-19 0,2 1-11 0,-1-3-18 0,3 2-16 16,-1-2-10-16,5 1-12 0,-1-3-19 0,6-1-25 15,-3 0-16-15,4 0-9 0,-2-4-71 0,0 0-221 16,-3-3 97-16</inkml:trace>
  <inkml:trace contextRef="#ctx0" brushRef="#br0" timeOffset="-89049.33">30010 3403 43 0,'0'-9'193'16,"-1"-1"0"-16,1 10-3 0,1-14-13 0,-1 14-12 15,-1-7-20-15,1 7-13 0,0 0-20 0,0 0-10 16,0 0-16-16,0 0-5 0,0 0-5 0,0 0 7 16,-1 29-3-16,1-10 2 0,0 0-9 0,-1 0-5 15,3 0-9-15,-1 0-3 0,-2 5-6 0,2-5-2 16,-1 1-5-16,3 0-4 0,-2-2-5 0,-1 0 3 15,1-3-12-15,1 2-12 0,0-4-30 0,-1-1-33 16,1-2-34-16,0-1-32 0,1 1-27 0,-1-1-35 16,0-4-10-16,-2-5-98 0,0 0-308 0,0 0 137 15</inkml:trace>
  <inkml:trace contextRef="#ctx0" brushRef="#br0" timeOffset="-88769.84">29835 3536 90 0,'0'0'117'16,"0"0"-4"-16,0 0-3 0,24-3 7 0,-11 0-7 15,8 1-2-15,-1-1-9 0,12-3-2 0,-2 1-12 16,-1 3-6-16,0-1-8 0,-2-1-6 0,-7 0-2 16,0 1-5-16,-2 3-3 0,-5-3-6 0,-1 3-1 15,-2-2-2-15,-2 2-7 0,-8 0-6 16,13-1 3-16,-13 1-7 0,10 0-2 0,-10 0-6 15,8 1 1-15,-8-1-1 0,7 2-6 0,-7-2 2 0,7 5 3 16,-7-5-4-16,6 7 0 0,-2 0-2 0,-1-4 1 16,1 8-2-16,-3-5-2 0,0 3-24 0,0 1-25 15,2 2-30-15,-3-3-21 0,0 4-22 16,0-2-28-16,-3 0-110 0,1-1-268 0,2-10 120 16</inkml:trace>
  <inkml:trace contextRef="#ctx0" brushRef="#br0" timeOffset="-88054.19">30368 3481 62 0,'0'0'123'0,"-4"12"7"0,4-12-3 0,-7 7-23 15,3-1 0-15,-1 2-11 0,0-2-1 0,1 1-13 16,2 0-11-16,1 0-5 0,0 2-7 0,0-2-9 16,1-7-7-16,2 14 4 0,-1-8-4 15,3 0-7-15,0 0-4 0,0 0 10 0,1-1-13 0,1-2-6 16,0 2-4-16,0-3 0 0,-1 2-6 0,-5-4-7 16,10 3 5-16,-10-3-5 0,9 2 5 0,-9-2-3 15,0 0-3-15,11-5-18 0,-5 1 11 0,-6 4 8 16,7-9-2-16,-4 4-3 0,0-3-5 0,-2-1 6 15,0 1 0-15,0-3-1 0,2 3 2 16,-2-2 2-16,1-1 17 0,-1 4 3 0,2 0-5 16,-3 7 6-16,2-10-8 0,-2 10 0 0,0-9-3 0,0 9-2 15,0 0-11-15,4-6 3 0,-4 6-3 0,0 0 7 16,0 0-3-16,0 0 4 0,0 0-5 16,15 8-2-16,-10-4 1 0,-5-4 1 0,7 10 6 15,-1-5-4-15,-2 0-3 0,0 2 4 0,-2-2-1 16,3 1-2-16,-5-6 0 0,4 11 3 0,-1-7 3 15,-3-4 2-15,2 8 0 0,-2-8 0 0,5 5-6 16,-5-5 1-16,0 0 8 0,0 0-8 0,3 5 4 0,-3-5-2 16,0 0 1-16,0 0 2 0,0 0-6 15,0 0-3-15,0 0 4 0,12-12-4 0,-10 5 3 16,3 0 0-16,3 0-7 0,-1-1 4 0,2 1-7 16,-1-1 4-16,4 3-3 0,-3 1-2 0,-3 0 3 15,2 0-1-15,-2 2-4 0,-6 2 5 0,12-2 0 16,-12 2 1-16,11 3 2 0,-6 0-4 0,-5-3 1 15,9 6-3-15,-5-2 5 0,0 1 4 0,-3 3-16 16,2-1-19-16,-2 1-28 0,2-1-33 0,-2 3-30 16,0 0-105-16,-1-10-248 0,0 0 111 0</inkml:trace>
  <inkml:trace contextRef="#ctx0" brushRef="#br0" timeOffset="-87787.53">31066 3333 59 0,'-1'-9'216'0,"1"9"-24"0,-2-7-17 0,2 7-21 16,0 0-19-16,0 0-12 0,0 0-17 0,0 0-6 15,0 0 2-15,0 0-3 0,3 30-14 0,-3-14-5 16,1 0-3-16,0 3-12 0,2 4-1 0,-3-3-7 15,1-2-6-15,1 1-6 0,-1 0 3 16,1-4-10-16,0 2-4 0,0 0-27 0,0-1-24 16,0 0-41-16,1-5-23 0,-2 1-41 0,3-3-31 15,-3 0-128-15,-1-9-303 0,0 0 135 0</inkml:trace>
  <inkml:trace contextRef="#ctx0" brushRef="#br0" timeOffset="-87409.24">31108 3327 74 0,'8'-8'158'0,"1"-1"-3"0,-2 2-5 0,0 2-16 16,1-1-12-16,-1 3-10 0,-1 2-11 0,2-2-7 16,0 2-15-16,-8 1-5 0,16 0-7 0,-9 3-16 15,2 1 3-15,-3-3-4 0,0 5-2 0,0 1-5 16,0-1-7-16,-3 2-2 0,1 0-6 15,-6 3-2-15,2 0-4 0,-2 0-8 0,-1-1-9 0,-1 2-9 16,-1 1-9-16,1-3-9 0,-1 0-4 0,0-1-10 16,3 0-1-16,-2 0-1 0,4-9 0 0,-3 17 16 15,3-17-13-15,0 15 2 0,0-15-5 0,0 13 12 16,4-7-3-16,-4-6 11 0,8 12 0 16,0-5 0-16,0 1 2 0,-3 1-10 0,2-4 10 15,-1 4-1-15,0-2 4 0,0 2 1 0,-3-3 8 16,-3-6 1-16,8 13 4 0,-4-8-1 0,-4-5 5 15,5 10-2-15,-5-10 17 0,1 10-5 0,-1-10 11 16,0 0-8-16,-11 17 16 0,2-10-15 0,1-4-3 16,-3 5-21-16,2-4-4 0,-3 0-27 0,1-1-28 15,1-1-26-15,-2 0-98 0,-1 2-204 0,13-4 91 16</inkml:trace>
  <inkml:trace contextRef="#ctx0" brushRef="#br0" timeOffset="-87069.13">31412 3449 30 0,'0'0'181'0,"0"0"-16"16,0 0-11-16,0 0-15 0,0 0-10 0,0 0-18 16,0 0-4-16,-30 14-9 0,23-6-13 0,-2 2-3 15,3 1-12-15,-1-2-5 0,4 4-7 0,-1-3-5 16,0 0 1-16,3 1-16 0,1-11 5 0,1 20-21 15,3-12-9-15,1 2-2 0,0-5-10 16,0 0-9-16,4 0-4 0,-9-5 3 0,14 7-5 0,-7-5 6 16,-7-2-5-16,15 0 3 0,-15 0 5 15,13-4-1-15,-13 4 1 0,9-8 0 0,-3 4-2 16,-6 4 10-16,11-13-7 0,-4 6 4 0,-3 1 0 16,-4 6 14-16,9-13 11 0,-7 8 8 0,-2 5-2 0,4-8-6 15,-4 8 0-15,3-5-5 0,-3 5-5 0,0 0-2 16,0 0-3-16,0 0-6 0,0 0-5 15,0 0-17-15,0 0-17 0,0 0-47 0,0 0-38 16,1 25-142-16,-1-25-282 0,-1 15 125 0</inkml:trace>
  <inkml:trace contextRef="#ctx0" brushRef="#br0" timeOffset="-86840.79">31558 3510 85 0,'4'-8'183'0,"0"3"5"0,-1 0-4 0,-3 5-21 15,6-7-12-15,-2 3-19 0,-4 4-14 0,7-3-14 16,-7 3-13-16,0 0-5 0,12 5-11 0,-12-5-5 16,7 10-7-16,-2-2-10 0,-1 2 0 0,0-1-4 15,0 4-8-15,-3-1-19 0,2-1-36 0,-2 2-34 16,0-3-46-16,3 6-42 0,-3-4-135 0,1-2-291 15,-2-10 129-15</inkml:trace>
  <inkml:trace contextRef="#ctx0" brushRef="#br0" timeOffset="-86421.76">31851 3462 70 0,'-3'-6'222'15,"3"6"-17"-15,-8-10-9 0,3 6-9 0,5 4-14 16,-11-5-17-16,6 3-19 0,5 2-14 0,-17 2-13 16,7 2-14-16,0 1-9 0,1 4-10 0,-5 2-7 15,5-3-5-15,0 0-3 0,-3 5-9 0,6-3-5 16,1-1-11-16,0 4-5 0,1-4-28 0,2 0-12 16,2-1-6-16,0 1-9 0,0-9-11 0,6 15-5 15,-3-10-6-15,1 0 1 0,1-3-8 0,2 1 7 16,-7-3-9-16,12-1-5 0,-12 1 10 15,15-4 5-15,-5-4 1 0,-4 1-1 0,3-2 8 16,-4-2 1-16,3-4 13 0,0-1-1 0,-3 0 11 0,-1-1-4 16,2-2 21-16,-2-1-3 0,2 1 9 0,-5-6 5 15,3 0 14-15,-1 8 2 0,-1 0 22 0,0 5 19 16,0 1 10-16,0-1 11 0,-1 6 1 0,-1-1-1 16,0 7-11-16,1-10-3 0,-1 10-7 15,0 0-16-15,0-9-10 0,0 9-8 0,0 0-6 16,0 0-3-16,0 0 0 0,-8 35-2 0,6-17 1 0,-2 1-4 15,0 7 3-15,2-6-6 0,-1 6 1 16,2 0-13-16,2-6-30 0,2 4-38 0,3-5-47 0,-1-2-54 16,3 0-60-16,-4 1-137 0,2-5-386 15,0-1 172-15</inkml:trace>
  <inkml:trace contextRef="#ctx0" brushRef="#br0" timeOffset="-86290.15">31943 3584 1522 0,'0'0'24'0,"0"0"-39"0,0 0-70 16,0 0-50-16,0 0-19 0,0 0 5 0,0 0-19 15,0 0-182-15,0 0 80 0</inkml:trace>
  <inkml:trace contextRef="#ctx0" brushRef="#br0" timeOffset="-83516.19">32464 3559 1 0,'-4'-14'58'0,"2"7"2"0,-1-2-2 16,3 9-7-16,-3-15 2 0,2 8-11 0,0-2 6 16,-2 3-11-16,3 6 2 0,-5-14-2 0,2 5-2 15,3 9 6-15,-3-10 1 0,3 2 0 0,0 8-6 16,-4-9 2-16,4 9-3 0,-1-7 9 0,1 7-28 16,0 0 11-16,-3-8-7 0,3 8-6 0,0 0-2 15,0 0-5-15,0 0-2 0,0 0 0 0,0 0 0 16,0 0 4-16,12 30 0 0,-10-18-1 0,5 6-2 15,-2 1-1-15,3 6-5 0,-1 3 4 0,3 2-4 16,1-2 4-16,-1 6-1 0,4-1 0 16,1 15 0-16,3-2 7 0,-10-12-2 0,7 16-6 15,-3-5 1-15,-1 1 7 0,1-1-5 0,-2-1-5 16,-1-10 8-16,2 11 1 0,-3-9-8 0,-2-2 14 16,7 13-18-16,-7-12 11 0,1-2 4 0,-1 13 0 0,1-11 0 15,4 9-10-15,-6-9 7 0,0 0 6 16,2 10-9-16,-3-11 20 0,1 2-14 0,-1-2-1 15,-3 1 2-15,3 11 11 0,-6-11-8 0,4 10 2 16,-2-9-8-16,-3 10 14 0,-2-12-4 0,2 0-2 16,-2 1 0-16,2 0-5 0,-1 0 9 0,-1 10-11 15,-1-11 5-15,4-1 2 0,-6-1 1 0,3 3-11 16,3 12 7-16,-2-1 3 0,1-12-1 0,1-1-7 16,0-1 4-16,2 0-3 0,2 1 5 0,-2 2-2 15,-2-4-4-15,2 0 2 0,0-2 2 0,2-1-6 16,0 2 0-16,-3-2 3 0,2 0-5 0,2-3 0 15,-1 3 0-15,0-9-1 0,-1 7 1 0,2-7-1 16,-3 9 0-16,-2-4 2 0,1 1-8 0,0 0 3 16,-2-7 2-16,3 2 2 0,-3 6-2 0,2 3-1 15,-1-3-1-15,0 2 2 0,0-1 0 0,0-1-1 16,2 4-3-16,-2-2 8 0,-1-1-7 0,5 3-2 16,-2-1 3-16,1 0 1 0,3 0-2 0,-3 3 1 15,4 0 2-15,-4-2 2 0,2 1 3 0,1-1-5 16,-4-30 1-16,10 58-1 0,-7-31-2 0,2 2 9 15,-5-29-13-15,10 53 2 0,-9-27 2 0,-1-26 1 16,7 45-2-16,-7-45-4 0,3 37 2 0,-3-37-13 16,3 39-5-16,-3-39-7 0,0 32-13 0,0-32 0 15,0 0-16-15,0 37-17 0,0-37-19 16,0 0-15-16,0 0-18 0,-6 37-69 0,6-37-208 16,-3 12 93-16</inkml:trace>
  <inkml:trace contextRef="#ctx0" brushRef="#br0" timeOffset="-83251.09">32801 6810 30 0,'0'0'144'0,"0"0"-18"0,0 0-3 0,0 0-13 16,0 0-3-16,0 0-8 0,0 0-11 0,0 0-6 16,0 0-7-16,0 0-7 0,0 0-6 0,0 0-7 15,17 85-2-15,-17-85-6 0,1 32-10 0,-1-32 0 16,0 33-26-16,0-33-38 0,0 0-21 0,-5 50-26 16,5-50-27-16,-5 30-83 0,5-30-200 0,0 0 89 15</inkml:trace>
  <inkml:trace contextRef="#ctx0" brushRef="#br0" timeOffset="-83116.77">32868 7354 59 0,'0'0'84'0,"0"0"-28"0,0 0-27 0,0 0-27 0,0 0-41 15,0 0-42-15,0 0 20 0</inkml:trace>
  <inkml:trace contextRef="#ctx0" brushRef="#br0" timeOffset="-79361.08">28464 4467 46 0,'0'0'52'0,"0"0"-1"16,0 0 1-16,-9 0 2 0,9 0-1 0,0 0 2 15,0 0-5-15,0 0-10 0,0 0 6 0,-8 3-3 16,8-3 0-16,0 0-3 0,0 0-10 0,0 0 1 16,0 0-4-16,0 0 1 0,0 0-4 0,0 0 2 15,0 0-12-15,-10 3 2 0,10-3 0 0,-8 1 4 16,8-1-9-16,0 0-1 0,-10 1-2 0,10-1 2 16,-8 4-2-16,8-4 14 0,0 0-2 15,-10 2-3-15,10-2 9 0,0 0 0 0,-10 1-3 0,10-1 3 16,-9 0 2-16,9 0 3 0,0 0 5 0,-9 1-8 15,9-1 7-15,0 0-8 0,0 0-1 0,0 0-1 16,0 0 3-16,-10 0-2 0,10 0-4 0,0 0 4 16,0 0-6-16,0 0-2 0,0 0-1 0,0 0-7 15,0 0 3-15,0 0-7 0,0 0 1 0,0 0 9 16,0 0-11-16,0 0 2 0,0 0 6 0,0 0-7 16,32 0-1-16,-19-1-3 0,1-2 5 0,6 1 5 15,-2-1-2-15,4 1 2 0,-2 0-4 0,8-1 3 16,-6 0 2-16,-2 2-2 0,-2-3-3 0,2 1 4 15,-1 2 1-15,-3-4-4 0,-2 3-2 16,-2 1-4-16,0-1 3 0,-1-1 6 0,-2 2 4 0,-3 0 4 16,-6 1 7-16,13-2 0 0,-13 2 4 0,9-2 0 15,-9 2 6-15,6-2 2 0,-6 2-7 0,0 0-3 16,0 0-1-16,0 0-6 0,0 0-4 0,8 0-12 16,-8 0-30-16,0 0-26 0,0 0-37 0,0 0-29 15,0 0-23-15,0 0-136 0,0 0-298 0,0 0 133 16</inkml:trace>
  <inkml:trace contextRef="#ctx0" brushRef="#br0" timeOffset="-79009.14">29011 4427 141 0,'0'0'164'0,"5"-4"-10"0,-5 4-4 16,0 0-8-16,0 0-15 0,0 0-9 0,0 0-14 15,0 0-10-15,0 0-5 0,0 0-15 0,6-4-13 16,-6 4-5-16,0 0-7 0,0 0-4 0,11-1-1 16,-11 1-6-16,12-1 0 0,-4-1-2 0,2 1 0 15,1 1-4-15,1-3-4 0,1 1 2 16,-1 0-4-16,2-1 0 0,-2 1 4 0,0-2-3 0,2 2-4 15,-2 1 3-15,-1-1-5 0,-2 1-1 0,-3 0-4 16,-6 1 0-16,14-2-2 0,-9 0 1 0,-5 2-8 16,0 0 4-16,12-2-3 0,-12 2-2 15,0 0-9-15,6 0-19 0,-6 0-19 0,0 0-30 16,0 0-27-16,0 0-23 0,0 0-8 0,0 0-22 0,0 0-100 16,9 4-273-16,-9-4 121 0</inkml:trace>
  <inkml:trace contextRef="#ctx0" brushRef="#br0" timeOffset="-78695.5">29523 4410 162 0,'0'0'186'0,"0"0"-13"16,0 0-19-16,4-9-10 0,-4 9-17 0,7-3-10 15,-7 3-10-15,9-3-18 0,-9 3-3 0,11-3-6 16,-2-1-13-16,-1 3-2 0,3-3-11 0,-2 2-3 16,1-1-2-16,2 2-9 0,-3-1 3 0,1-2-4 15,-1 3-4-15,2-1-6 0,0 0 2 16,-4 0 2-16,5-1 0 0,-4 2 5 0,-2 0-10 16,-6 1-5-16,14 0 2 0,-14 0-4 0,10-3 0 15,-10 3-6-15,8-1 2 0,-8 1-9 0,0 0 1 16,0 0-9-16,9-2-15 0,-9 2-24 0,0 0-30 0,0 0-26 15,0 0-24-15,0 0-14 0,0 0-24 0,0 0-105 16,0 0-285-16,0 0 126 0</inkml:trace>
  <inkml:trace contextRef="#ctx0" brushRef="#br0" timeOffset="-78384.28">29969 4352 22 0,'0'0'186'15,"6"-3"-11"-15,-6 3-11 0,0 0-14 0,0 0-17 16,0 0-13-16,0 0-15 0,0 0-8 0,13-3-8 0,-6 2-10 16,-7 1-6-16,15-3-5 0,-3 2-8 15,-5 0 4-15,6 0-8 0,3-1 3 0,3-2-2 16,-4 2-11-16,4-2-2 0,-1 0-1 0,1 1-2 15,-2 0-3-15,-2 2-2 0,-2-1-5 0,0-2 3 16,-2 1-9-16,1 1 3 0,-2 1-8 0,-4-1 4 0,-6 2-4 16,14-1-2-16,-14 1-6 0,9-2-3 15,-9 2-16-15,7-2-14 0,-7 2-23 0,0 0-26 16,9-4-32-16,-9 4-32 0,0 0-24 0,9-1-124 16,-9 1-305-16,0 0 135 0</inkml:trace>
  <inkml:trace contextRef="#ctx0" brushRef="#br0" timeOffset="-78099.44">30596 4298 202 0,'0'0'211'0,"0"0"-12"16,0 0-9-16,0 0-19 0,0 0-15 0,12-7-16 15,-12 7-11-15,12-4-12 0,-6 0-12 0,7 3-10 16,-3-1 16-16,3 0-11 0,-3-1-8 0,1 2-10 16,2-1-4-16,-1 2-13 0,1-1-3 0,-2-2-8 15,1 1-6-15,1 2-3 0,-2 0-2 0,-1-3-4 16,3 3-6-16,-5-2-2 0,1 0-2 0,-2 0-2 16,-7 2-5-16,12-1-22 0,-12 1-27 0,10-1-25 15,-10 1-25-15,9-2-39 0,-9 2-40 0,10 0-29 16,-10 0-160-16,0 0-372 0,0 0 166 0</inkml:trace>
  <inkml:trace contextRef="#ctx0" brushRef="#br0" timeOffset="-77797.21">31205 4237 143 0,'0'0'228'0,"0"0"-8"16,0 0-6-16,12-3-13 0,-12 3-14 0,0 0-20 16,0 0-16-16,0 0-19 0,0 0-13 15,0 0-10-15,10 2-10 0,-10-2-12 0,12-4-7 16,-1 4-10-16,-3-1-8 0,3 1-5 0,7-1-4 16,-5-2-6-16,3 1-4 0,5 1-5 0,-3-2-6 0,1 1-2 15,-1-2-3-15,1 2 1 0,-2-2-7 0,-3 3 0 16,-4 0 0-16,1-1-5 0,0 0 0 15,-5 0-2-15,-6 2-5 0,13-3-11 0,-13 3-23 16,0 0-23-16,10-3-25 0,-10 3-36 0,0 0-37 16,12-3-34-16,-12 3-34 0,0 0-111 0,0 0-350 15,0 0 155-15</inkml:trace>
  <inkml:trace contextRef="#ctx0" brushRef="#br0" timeOffset="-77543.24">31759 4205 38 0,'12'0'202'16,"-12"0"-9"-16,0 0-7 0,9 0-12 0,-9 0-16 16,9-4-11-16,-4 1-12 0,-5 3-15 0,14 0-6 15,-3-3-5-15,-4 1-7 0,5 1-8 0,-1-2-12 16,-2 2-8-16,3 0-6 0,-6-1-4 0,5 0-7 15,-11 2-7-15,17 0-3 0,-9-1-4 0,3 0-7 16,-3-2-23-16,0 3-19 0,2-1-28 0,-10 1-42 16,14-5-34-16,-6 4-50 0,2-1-160 0,-10 2-347 15,14-5 153-15</inkml:trace>
  <inkml:trace contextRef="#ctx0" brushRef="#br0" timeOffset="-77340.33">32157 4134 99 0,'0'0'206'0,"0"0"2"0,7 3-11 0,-7-3-12 16,0 0-17-16,18-3-12 0,-9 0-12 0,2 1-17 16,1-2-7-16,7-1-14 0,-3 2-6 0,3 3-18 15,0-3-26-15,0 1-29 0,-7 0-32 0,1 1-40 16,0-4-46-16,0 1-44 0,-2 0-150 0,-3 3-307 15,3-2 136-15</inkml:trace>
  <inkml:trace contextRef="#ctx0" brushRef="#br0" timeOffset="-77161.16">32491 4106 25 0,'0'0'197'0,"0"0"-1"0,0 0-15 0,0 0-17 16,10 1-21-16,-10-1-13 0,0 0-18 0,14-3-35 16,-14 3-37-16,12-6-62 0,-6 4-59 15,-6 2-113-15,14-3-210 0,-14 3 93 0</inkml:trace>
  <inkml:trace contextRef="#ctx0" brushRef="#br0" timeOffset="-72691.16">27937 3883 31 0,'0'0'60'0,"0"0"-8"0,0 0 2 16,0 0 1-16,0 0-2 0,6-2 5 15,-6 2-4-15,0 0 2 0,0 0-3 0,0 0 3 0,0 0-5 16,0 0 9-16,0 0-13 0,0 0 6 0,0 0 7 16,0 0 2-16,2-9-19 0,-2 9 0 0,0 0-2 15,0 0 1-15,0 0-3 0,0 0 2 16,0 0-6-16,0 0 8 0,-8-12-14 0,8 12-4 15,0 0 9-15,-7-5-7 0,7 5-9 0,-7-3 12 0,7 3-3 16,-9-2-7-16,9 2-13 0,-7-3 4 0,7 3 2 16,-9-1-4-16,9 1-1 0,-13 2-1 0,13-2 3 15,-9 2-2-15,9-2-5 0,-11 3 6 0,4-1-11 16,7-2 8-16,-11 5-7 0,6 0-2 16,-1 0 5-16,1-2-4 0,5-3 2 0,-7 9-4 0,3-4 6 15,3 0 0-15,1-5-2 0,-3 14 4 0,2-9-8 16,1-5 5-16,2 13-6 0,0-7 6 0,1 1-1 15,2-2-1-15,-2 0 8 0,5 3 2 0,-2-4-9 16,1 0 3-16,3-1 1 0,-3-1-4 16,1 0 1-16,0 1 4 0,0-1-3 0,-1 0 8 0,-7-2-8 15,17 0 6-15,-8 1-13 0,-9-1 6 0,12-1-8 16,-12 1 2-16,11-2 12 0,-11 2-6 0,7-1 5 16,-7 1-8-16,0 0 7 0,9-1-5 0,-9 1 4 15,0 0 5-15,0 0-8 0,11 0 4 16,-11 0 4-16,0 0-5 0,0 0-2 0,0 0-2 0,0 0 0 15,0 0-1-15,0 0 2 0,0 0-1 0,0 0 0 16,-32 5-2-16,26-3-5 0,-3 1-1 0,0 1 9 16,1-2-4-16,0 2 1 0,3 1-1 0,-1-1 0 15,-1-1 10-15,3 2-5 0,-1 0 3 0,1 0-8 16,4-5 4-16,-7 10-5 0,5-5 3 0,2-5 2 16,0 11 5-16,0-11-14 0,5 9 11 0,-2-5 1 15,0 1-2-15,4 0 2 0,0-1-5 0,0-1 7 16,3 2 6-16,-1-1-18 0,3-1-22 0,1 0-11 15,3-2-28-15,-3-1-17 0,5-1-12 0,-4 1-14 16,0-2-90-16,-1 1-217 0,-2-2 97 0</inkml:trace>
  <inkml:trace contextRef="#ctx0" brushRef="#br0" timeOffset="-72289.48">28271 3921 152 0,'0'0'153'0,"-10"-2"-2"15,10 2-9-15,-10-2-16 0,10 2-12 16,-13-2-8-16,13 2-12 0,-16 2-6 0,9 0-5 0,-1 2-12 15,-1 0-8-15,-1-1-4 0,2 1-6 0,-1 4-4 16,-1-1-2-16,6-3-10 0,-3 4-4 0,-1-1 7 16,1 2-15-16,2-1 6 0,2 0-3 15,1 0-2-15,0-2-4 0,2-6 1 0,0 13-1 16,2-8-4-16,0 3 1 0,1-1-5 0,-1-1 5 16,6-2-4-16,-2 1 0 0,5-1 1 0,-5-1 1 0,6-1 2 15,-1 0-7-15,1 1 1 0,-2-2 2 0,-1 0 0 16,5 1-5-16,-7-2-2 0,-7 0 2 0,13 1-5 15,-5-1-12-15,-8 0-15 0,11 0-8 16,-11 0-17-16,0 0 3 0,0 0-34 0,13 0-16 16,-13 0-10-16,0 0-22 0,7 0-13 0,-7 0-93 15,0 0-250-15,0 0 111 0</inkml:trace>
  <inkml:trace contextRef="#ctx0" brushRef="#br0" timeOffset="-71206.36">27911 4465 112 0,'-12'-5'138'0,"12"5"0"16,-11-3-8-16,4 1-9 0,7 2-9 0,-13-2-6 15,13 2-7-15,-15 0-11 0,5 6-5 16,-1-2-11-16,-1 0-4 0,3 3-7 0,0-2-10 16,-2 1 1-16,1 4-5 0,0-3-5 0,4 1-4 15,0 1-1-15,0-1-11 0,4-1 0 0,-1 3-5 0,3-1 6 16,-2-1-5-16,4 1 1 0,0 1-6 0,-1-2 4 15,4 1-6-15,-2-4-2 0,4 2 0 16,0-1 1-16,-1 0-1 0,3 0-4 0,-3-2 0 0,0-1-1 16,2 1 3-16,-1-2-5 0,-2 0 3 0,7 1-5 15,-6-1-1-15,1 0 1 0,-7-2 0 0,9 2 0 16,-9-2-5-16,9 2-1 0,-9-2 5 0,7 2 1 16,-7-2-5-16,0 0 1 0,0 0 1 0,6 2-1 15,-6-2 0-15,0 0 3 0,0 0-5 16,0 0 0-16,0 0-2 0,0 0 5 0,0 0-1 0,0 0 2 15,-17 13-4-15,11-8 6 0,-3 1 0 0,-1 0 4 16,3 2 3-16,-3-1-1 0,1 1-2 0,3-3-2 16,-2 4-1-16,5-2 3 0,-4 0-9 0,5 2-6 15,-1 0 0-15,-1-2 3 0,4-1-2 0,-2 3 8 16,2-9 1-16,2 14-3 0,2-5 4 0,1-1 0 16,-1-3 0-16,6 2 3 0,-1-1-3 0,0-1-1 15,5-1-3-15,-1-1-24 0,1 1-11 0,2-1-24 16,1 0-29-16,1-3-8 0,0 1-17 0,-1-1-8 15,-2-3-13-15,-1 2-86 0,0-1-238 16,-1 1 105-16</inkml:trace>
  <inkml:trace contextRef="#ctx0" brushRef="#br0" timeOffset="-70930.88">28093 4669 130 0,'0'0'204'0,"-1"-9"3"16,1 9 0-16,-3-7-9 0,3 7-12 0,0 0-7 15,-1-7-10-15,1 7-14 0,0 0-14 0,0 0-17 16,0 0-14-16,0 0-12 0,0 0-13 0,0 0-8 16,0 0-6-16,0 0-13 0,0 0-7 0,0 0-2 15,0 0-6-15,-3 22-6 0,1-14-1 16,2 1-6-16,0 1 1 0,2 0-2 0,-2 0-6 0,0 2 2 16,2-2-3-16,-2 1 1 0,-2 0 0 0,2 0-8 15,0 0 2-15,0-1-3 0,2 0 0 0,-1-2-3 16,-1 1-10-16,0-2-21 0,3 2-14 0,-2-4-14 15,-1-5-12-15,0 12-28 0,2-6-29 0,-2-6-19 16,0 9-22-16,0-9 0 0,0 0-22 0,2 9-136 16,-2-9-342-16,0 0 152 0</inkml:trace>
  <inkml:trace contextRef="#ctx0" brushRef="#br0" timeOffset="-70646.11">28024 4659 78 0,'0'0'172'0,"0"0"-14"15,2-10-15-15,-2 10-2 0,9-7-8 0,-1 6 7 16,1 1-13-16,3 1-13 0,1-1-7 16,-1 3-13-16,7 1-7 0,-6 0-9 0,3 0-1 15,2 5-11-15,-3 0 0 0,-1 3-6 0,0-1-4 0,-2 3-2 16,-5 2-6-16,0-2-3 0,2 1-3 0,-6 1-5 15,-1 2-1-15,-2-2-4 0,-3 1-2 0,-3 1-1 16,-1-4-3-16,-2 2-5 0,0-1-2 0,-2 0-2 16,1-2 2-16,-3 0-15 0,-2-1-16 15,-1 0-26-15,0-1-30 0,0-3-24 0,2-2-29 16,-1-1-32-16,1 0-159 0,-3-1-338 0,5-3 149 0</inkml:trace>
  <inkml:trace contextRef="#ctx0" brushRef="#br0" timeOffset="-67783.51">27586 4842 39 0,'3'-4'51'16,"-3"4"-6"-16,0 0-3 0,6-4-11 0,-6 4-6 0,4-6 6 15,-4 6-6-15,0 0-3 0,0 0-15 16,1-5 2-16,-1 5-4 0,0 0 0 0,0 0-20 16,4-6 0-16,-4 6-8 0,0 0-2 0,0 0-19 15,7-7-47-15,-7 7 22 0</inkml:trace>
  <inkml:trace contextRef="#ctx0" brushRef="#br0" timeOffset="-67125.5">27622 4802 39 0,'0'0'3'15,"0"0"6"-15,0 0 5 0,0 0 9 0,0 0 4 16,0 0 5-16,0 0 12 0,0 0 1 0,0 0 9 15,0 0 8-15,0 0-1 0,4-7 1 0,-4 7 0 16,0 0 0-16,0 0-2 0,0 0-3 0,0 0 1 16,-12-9-1-16,12 9-3 0,-8-4-7 0,8 4-1 15,-10-7 5-15,5 5-5 0,0-2 4 0,-4 1-6 16,0-2 0-16,-1 0-2 0,-2 2-9 0,1-2-7 16,-8-1 4-16,4-2 14 0,-3 1-4 0,-2-1-4 15,1 0 7-15,-7-2-2 0,-1-2 0 0,2 1-7 16,-6-1 0-16,0-3-6 0,0 4-1 0,-6-2-5 15,-1 1-2-15,-7-5-1 0,4 7-3 0,-8-6-1 0,2 0 2 16,11 4-2-16,-14-4-5 0,12 3 8 16,-8-6-1-16,-2 1-3 0,12 6 10 0,-11-11 2 15,2 5-3-15,9 4 1 0,-11-5-1 0,11 5-6 16,-9-8-1-16,7 7 2 0,-7-5-4 0,9 4 6 16,1 0 0-16,-13-4 5 0,16 6 0 0,-3-2-5 15,1 1 5-15,5-1-2 0,-3 0-3 0,3 5 8 16,-3-4 3-16,3 2-6 0,0 0 1 0,-2 1-10 15,1-2 3-15,3 4-1 0,-2-3 0 0,2 0 2 16,0 1 3-16,1 1-9 0,-1-4 6 0,4 3-4 16,3 1 0-16,-2-2-2 0,3 1-2 0,-4-2 1 15,4-3-2-15,-4 0 1 0,5 0 1 0,-2-1-1 16,-2-2 2-16,5 5 3 0,-2-4-1 0,-1-2-4 16,-1 2-1-16,3 2 4 0,-2-3 1 0,0 4-2 15,-1-3 1-15,-1 3-3 0,1-2 4 0,-1 4-3 16,0-3 0-16,1 2 0 0,-1-2 24 0,5 4-2 15,-5-3-5-15,7 5 4 0,-8-4-4 0,-1 2 0 16,2 0-4-16,-3 0-8 0,-1 0-1 0,0 2 4 16,1 0-2-16,-2 1-3 0,3 0-5 0,-2 2-1 15,7 2 2-15,-10-1-9 0,0 0 7 0,1 1-1 16,1-1-2-16,-1-2-5 0,1 4 7 0,6 2-7 16,-6-4-3-16,5 2 6 0,-3-1 0 0,3 2 1 15,2 1-3-15,2-1 5 0,0 0-4 0,5 1 6 16,-2 1-4-16,3-2 1 0,1 2 1 0,0-2-4 15,1-2 7-15,-1 5-7 0,2-1 1 0,4-1-2 16,-2-1 1-16,7 4 1 0,-10-3-1 0,10 3-2 16,-8-3 0-16,8 3-4 0,-6-3-7 0,6 3-18 15,0 0-14-15,-8-3-29 0,8 3-18 0,0 0-29 16,0 0-22-16,0 0-19 0,0 0-26 0,0 0-20 16,0 0-9-16,-15 5-133 0,11-1-375 0,4-4 167 15</inkml:trace>
  <inkml:trace contextRef="#ctx0" brushRef="#br0" timeOffset="-66518.13">24619 3046 4 0,'-5'-4'127'0,"5"4"-16"0,0 0-10 0,0 0-14 16,0 0-8-16,0 0-11 0,-16 4-8 0,16-4-2 15,-14 9-10-15,5 1-2 0,-2 0-7 0,-2 3 5 16,0 2-6-16,-6 3 3 0,1 3-5 0,-1 1 0 15,-1-1-6-15,-1 0 4 0,-1 0-2 0,4-2-5 16,-2 0 6-16,-2 1-2 0,2 1-3 0,1 0 2 16,-2-2-2-16,2 1 0 0,2-1-5 0,3-5-5 15,2-2-1-15,0 0 0 0,2-3-7 0,2-1 15 16,2-1-15-16,1-2-2 0,1 0 1 0,-1-2-2 16,5-3 0-16,-4 6-4 0,4-6 1 0,-4 5 3 15,4-5-1-15,0 0 1 0,0 0 1 0,9 8-2 16,-9-8 4-16,17 3-8 0,-7-4 5 0,3 1-2 15,5-2 0-15,-1 4 4 0,6-4-8 0,3 2 1 16,-2 2 3-16,3-1 1 0,1 2 2 0,4 3-8 16,-1 1 2-16,1-3-1 0,4 5-6 0,1-1-21 15,1 3-13-15,13 1-7 0,-5 5-28 16,-10-5-19-16,0 1-26 0,-1 4-78 0,-1 1-212 0,-5 1 94 16</inkml:trace>
  <inkml:trace contextRef="#ctx0" brushRef="#br0" timeOffset="-63248.21">20096 2852 208 0,'0'0'196'0,"-5"-3"-14"0,5 3-9 0,0 0-24 0,0 0-12 15,-3-9-14-15,3 9-16 0,0 0-14 0,0 0-10 16,0 0-8-16,0 0-8 0,0 0-6 0,0 0-6 15,0 0-3-15,2 28-5 0,-1-18-8 0,0 3 1 16,0-2 0-16,-1 3-7 0,3-2-3 0,-2 3-7 16,-1-2 0-16,0 1-1 0,1 4-2 0,-1-1-3 15,3-1 4-15,-4 0-14 0,2-4-12 16,0 1-20-16,0 0-12 0,1-1-29 0,-1 0-21 0,0-2-28 16,-1 1-16-16,2-3-10 0,-2-1-112 0,0-7-274 15,-2 11 122-15</inkml:trace>
  <inkml:trace contextRef="#ctx0" brushRef="#br0" timeOffset="-62991.28">20040 2857 25 0,'9'-8'112'0,"1"0"5"0,9 1 0 0,0 1 1 15,3 3-2-15,1 1-7 0,5 3-15 0,-6 2-7 16,-3 0 0-16,3 5-19 0,-3 0 5 15,-3 2-8-15,1-1-1 0,-3 5-9 0,1 2-5 16,-3 0-3-16,-4 1-4 0,-6 0-3 0,-1 0 1 16,-3 3-4-16,-2 5 1 0,-4-8-11 0,-1 0 1 15,-3-1-6-15,-4 5 4 0,0-2-5 0,0-5 2 16,0-1-15-16,0-2-9 0,0 0-14 0,-1-2-4 16,1-2-21-16,3-1-20 0,0-3-30 0,3-1-24 15,-2 0-123-15,2-2-256 0,10 0 113 0</inkml:trace>
  <inkml:trace contextRef="#ctx0" brushRef="#br0" timeOffset="-62410.56">20411 3044 79 0,'0'0'144'0,"-6"15"-16"15,2-8-12-15,2 2-6 0,2-9-17 0,-3 19-6 16,3-10-9-16,0-9-4 0,2 18-10 0,1-11-6 16,2 2-3-16,-1-4-7 0,3 2-6 15,-7-7-8-15,12 8 3 0,-4-5-7 0,-8-3-7 16,17 2 5-16,-17-2-23 0,16-2 3 0,-16 2-8 16,17-3 7-16,-12-1-7 0,5-2-3 0,-10 6-2 15,12-12 8-15,-7 4-4 0,-3 0-4 0,2-2 6 0,0 0 3 16,-1-1-1-16,-3 0 0 0,2 0 6 0,-1-3 10 15,-1 3-5-15,-1-2 3 0,2 4-6 0,-1 0-5 16,2 0 5-16,0-1-2 0,1 3-3 16,-3 7-1-16,6-11-7 0,-1 9 7 0,3-3 4 15,-8 5-3-15,13-1 7 0,-13 1-2 0,18 5 15 16,-8 0 5-16,0 1-7 0,2 1 11 0,-2-1-10 16,0 7 6-16,-1-3-6 0,1 3 1 0,-2-2-1 15,-2-1 1-15,1 1-9 0,-1 0 3 0,-1 0-4 16,-1-1 1-16,0-2-2 0,-3-3 0 0,2 3-2 15,-3-8 0-15,2 8 5 0,-2-8 8 0,0 7-2 16,0-7 4-16,0 0-3 0,0 0 3 0,0 0-1 16,0 0-3-16,0 0-3 0,-14-17 0 0,15 7-3 15,1-1 4-15,0-1-3 0,2-2-1 0,1-3-4 16,2 1 0-16,-1 0-2 0,3 1 1 0,1 2-2 16,2-1 6-16,-5 4-3 0,4 2 3 0,-3 1-8 15,0 3-1-15,-1-1 0 0,-2 3 1 0,-5 2 2 16,15 3 4-16,-5 1-1 0,-2 0-1 0,1 3 3 15,-1 1-6-15,-1 0 4 0,-2 1-3 0,3 1-1 16,-2 5-1-16,-2 1-18 0,0-5-15 0,0 4-19 16,0-2-24-16,0 3-41 0,1-6-26 0,-2 0-42 15,1-1-145-15,-2 0-348 0,-2-9 154 0</inkml:trace>
  <inkml:trace contextRef="#ctx0" brushRef="#br0" timeOffset="-62130.17">21039 3019 34 0,'0'0'153'0,"0"0"-19"0,0 0-5 0,0 0-8 15,0 0 9-15,0 0-15 0,0 0-8 0,0 0-11 16,0 0-6-16,-8 32-9 0,8-32-2 0,7 15-6 16,-5-8-9-16,3 0-3 0,-5-7-8 15,11 9-5-15,-6-3 0 0,-5-6-6 0,10 6-2 0,-4-4 2 16,-6-2 0-16,17 1 0 0,-17-1 4 0,15-3 4 15,-15 3 12-15,12-7-2 0,-7 0-2 16,-5 7-7-16,6-10 0 0,-4-1-12 0,-2 11-2 0,-3-20-6 16,0 10-12-16,-3 1-17 0,0-3-20 15,-3 3-17-15,1 1-12 0,0-1-16 0,1 3-27 16,-3-2-19-16,1 4-15 0,-2 3-27 0,0 1-7 16,11 0-99-16,-14 4-276 0,5 0 123 0</inkml:trace>
  <inkml:trace contextRef="#ctx0" brushRef="#br0" timeOffset="-61802.09">21200 3130 95 0,'10'-6'183'0,"-2"1"-22"16,0 0-13-16,-8 5-2 0,12-16-15 0,-5 7-2 15,-1 0-2-15,-2 1-15 0,-1 1-10 0,-3 7-10 16,2-19-12-16,-2 11-1 0,1-2-10 15,-2 1-3-15,1 0-6 0,0 9-7 0,-4-15 5 0,3 8 4 16,0 1-10-16,1 6-4 0,-3-10-7 0,3 10-4 16,-1-7-5-16,1 7-3 0,0 0-6 0,0 0-1 15,4-10-2-15,-4 10-5 0,9 0 1 0,-9 0-5 16,0 0-1-16,20 5 1 0,-12-1-2 0,2 1-1 16,-1-2 0-16,1 2-2 0,-1 1 0 0,-1-1 1 15,-1-1 3-15,0 2-8 0,-1 2 4 0,3 0 2 16,-4 1 1-16,-1-2 3 0,0 2-1 0,0-1-1 15,-2 4 0-15,0-5 0 0,1 0-15 0,-1 0-26 16,-2-7-26-16,3 14-27 0,-3-14-39 0,3 13-41 16,-3-6-168-16,0-7-358 0,3 11 158 0</inkml:trace>
  <inkml:trace contextRef="#ctx0" brushRef="#br0" timeOffset="-61364.2">21687 2856 52 0,'-5'-9'190'0,"5"9"-16"0,-7-6-16 0,7 6-14 15,0 0-15-15,-15 1-12 0,15-1-6 0,-11 9-12 16,3-3-7-16,-1 1-11 0,3 3-6 0,2-1-10 15,0 1-4-15,1-2-7 0,3 2-4 0,2 0-4 16,-1 0-11-16,3 0-3 0,1-3-4 0,0 2-5 16,1-4-10-16,3 2-7 0,-2-3-6 0,2 2-4 15,2-1-9-15,-4 0 11 0,-7-5-10 0,11 5-6 16,-11-5-2-16,10 4 6 0,-10-4-5 0,0 0 10 16,11 0 0-16,-11 0 0 0,0 0 1 0,0 0-4 15,0 0 5-15,0 0 0 0,0 0 9 0,0 0 4 16,0 0 8-16,0 0-2 0,-29-11 10 0,19 11-5 15,-3 2 6-15,3 1 4 0,-1 1 5 0,-2-2 2 16,4 3 2-16,0 2-1 0,0 0-2 0,3 1 3 16,-1-1 3-16,3 0-5 0,0 1 2 0,3 0-6 15,1 2 0-15,0-1-5 0,1 1-2 0,3-2-5 16,-1 1-5-16,3 0-13 0,1-2-31 0,3 0-26 16,-1-1-28-16,0 1-40 0,2-5-32 0,0 2-142 15,-1 0-325-15,0-2 144 0</inkml:trace>
  <inkml:trace contextRef="#ctx0" brushRef="#br0" timeOffset="-60613.23">21857 3068 155 0,'6'-5'157'0,"-6"5"2"0,0 0-2 0,0 0-5 16,0 0 4-16,0 0 0 0,0 0-11 0,12 14-16 15,-10-12-9-15,-2-2-6 0,3 6-8 16,-3-6-2-16,0 0-5 0,2 11-1 0,-2-11-4 15,0 0-5-15,0 0-5 0,-3 8-3 0,3-8-4 0,0 0-3 16,0 0 3-16,0 0 0 0,0 0-1 0,0 0-17 16,0 0 2-16,0 0-8 0,0 0-6 0,0 0-4 15,0 0-4-15,-18-20-3 0,18 20-8 16,0-15 0-16,0 15-8 0,4-20-3 0,-2 12-5 16,2-1-4-16,0-2-2 0,1 3 1 0,-1 2-5 15,-4 6 1-15,3-11-12 0,0 7 6 0,-3 4 0 16,7-3 2-16,-7 3-4 0,0 0 2 0,0 0 0 15,0 0-4-15,22 12 2 0,-15-3 3 0,1 0-2 16,-3-1 2-16,2 2 1 0,0 0 2 0,0 0-2 16,2-1 0-16,3 0-2 0,-6 1 0 0,3-4 7 15,3 1 1-15,-1-3-4 0,1 0 4 0,0 0-2 16,0-1 3-16,2-3-1 0,-1 0 2 0,5-4-2 16,-7 2-1-16,2 0-1 0,0-2 3 0,-3-2-4 15,-1 0 3-15,0 1-1 0,-3-1-1 0,2-3 0 16,-2-1 3-16,3-2-4 0,-4 3-2 0,-2-2 0 15,1 3 2-15,-2-1-7 0,0-3 3 0,-2 5-1 16,0 7 2-16,-2-13 5 0,2 13-4 0,-3-11-6 16,-1 6 4-16,4 5-3 0,-7-9-1 0,7 9 0 15,-9-4 0-15,9 4-1 0,-9-1-1 0,9 1 0 16,0 0 2-16,-14 5-2 0,8 1 2 0,0 1-4 16,0 1 4-16,-1 1 2 0,-1-1-1 0,1 3 0 15,4 4 3-15,2-5-1 0,-1 0 1 0,2-10-2 16,2 20 1-16,-1-11 2 0,3-2 1 0,0 2 1 15,4-4 2-15,0 2-3 0,0-2 1 0,3-2-4 16,0 1 6-16,-1-3-4 0,2 2 1 0,-1-2 0 16,-1-1-1-16,3 0 2 0,-3-2-5 0,0-2-4 15,0 1-5-15,-2-1 0 0,-1 2 0 0,3-5-12 16,-3 3-1-16,0-6-1 0,-1 3 6 16,-1-5-2-16,0 2-10 0,-1-2 10 0,0 3-5 15,0-1 5-15,0 2 1 0,-2 1 3 0,1 1 4 0,1 0-2 16,-4 6 2-16,5-10-1 0,-1 5 0 0,-4 5 4 15,6-4-3-15,-6 4-1 0,8-3 7 16,-8 3-1-16,0 0 5 0,0 0-5 0,14 8 7 0,-10-3 20 16,-1 1 0-16,-1 4-5 0,0-2 3 0,1 4 0 15,-1-3 0-15,0 3-1 0,0-2-3 16,0 0 2-16,-1 0-3 0,0 1-13 0,-1-3-15 16,3 2-25-16,-3-10-46 0,3 11-56 0,-3-11-29 15,3 11-37-15,-2-7-137 0,-1-4-376 0,0 0 166 0</inkml:trace>
  <inkml:trace contextRef="#ctx0" brushRef="#br0" timeOffset="-60258.2">22624 2957 232 0,'0'0'221'0,"0"0"-21"0,-10-4-9 15,10 4-23-15,-12 0-13 0,12 0-10 0,-18 9-11 16,8-4-11-16,0 2-6 0,0 2-12 0,0 0-10 15,3 0-13-15,-1 0-9 0,-1-2-7 0,5 3-5 16,2-3-7-16,-1 1-1 0,2-3-14 0,1-5-7 16,0 10-2-16,0-10-5 0,4 9-2 0,-4-9-3 15,6 6-6-15,-6-6 2 0,9 3-2 0,-4-1-2 16,-5-2-5-16,12-2 1 0,-12 2-1 0,11-2 2 16,-3-1-1-16,-8 3-4 0,9-4-1 0,-9 4-2 15,8 0 2-15,-8 0-4 0,0 0 0 16,11 3-1-16,-11-3 1 0,8 6 6 0,-4-1 1 0,-1 0 12 15,0 2-1-15,0 3 12 0,-1-3 3 0,-1 3-1 16,1-1-3-16,-2 2-2 0,-2-1-2 0,2 3-3 16,-2-2 4-16,-3-1-4 0,0 2 0 15,-1-1-6-15,-4 2-10 0,3-2-31 0,-2 2-36 16,0-3-33-16,-4 2-43 0,4-5-64 0,-1 2-189 16,-2-3-425-16,2-1 188 0</inkml:trace>
  <inkml:trace contextRef="#ctx0" brushRef="#br0" timeOffset="-59913.15">22833 2989 170 0,'0'0'184'15,"0"0"8"-15,0 0-15 0,0 0-20 0,14 9-8 16,-14-9-16-16,4 9-8 0,-4-9-15 0,5 10-9 15,-2-2-10-15,-3-8-8 0,5 9-10 0,-5-9-2 0,6 9-11 16,-6-9-4-16,7 4 0 0,-7-4-9 16,6 5-2-16,-6-5-2 0,0 0-4 0,12 1-2 15,-12-1-4-15,0 0 4 0,0 0-4 0,18-7 4 16,-18 7 2-16,9-8 2 0,-9 8 0 0,10-5 2 16,-10 5-4-16,5-6-5 0,-5 6-4 0,0 0-3 15,0 0-8-15,0 0 0 0,0 0-6 0,0 0 0 16,0 0 1-16,13 14 12 0,-13-14-1 0,1 14-2 15,-1-3 1-15,0 1-5 0,-3 1 2 0,2-1-5 16,-2 5 2-16,2-5-16 0,-3-1-23 0,2 3-36 16,-1-2-41-16,3-12-49 0,-4 20-59 0,-1-11-187 15,5-9-426-15,-7 13 189 0</inkml:trace>
  <inkml:trace contextRef="#ctx0" brushRef="#br0" timeOffset="-59648.11">23429 2766 140 0,'0'0'242'0,"1"-10"-25"0,-1 10-20 15,0 0-22-15,0 0-8 0,0 0-3 0,0 0-1 16,0 0-9-16,-4 24-4 0,3-7-15 0,0 2-11 0,-3 0-11 15,3 2-10-15,2 4-8 0,-1-1-10 0,0-5-8 16,2 6-17-16,0 1-19 0,-1 0-17 0,0-10-27 16,-1 1-36-16,1 0-32 0,1-5-32 15,-2-2-27-15,2 1-18 0,-2 0-30 0,2-3-15 16,-1-1-101-16,-1-7-318 0,0 0 141 0</inkml:trace>
  <inkml:trace contextRef="#ctx0" brushRef="#br0" timeOffset="-59419.8">23530 3098 5 0,'8'-10'134'16,"0"2"-7"-16,3-6-1 0,-4 5 0 0,2-4 6 16,-1 2 7-16,-3 2-2 0,3-5-4 0,-2 4-12 15,-2-1 8-15,-3 3 3 0,2-2-14 0,-3 1-10 16,0 9-8-16,-7-16 0 0,5 9-5 0,2 7-10 16,-9-8-1-16,4 6 0 0,5 2 1 0,-14 1-2 15,14-1-8-15,-16 4-8 0,5 3-7 0,1 0-2 16,1 1-9-16,0 6-2 0,-1 1-6 0,3 2-3 15,5-6-4-15,-2 4-3 0,4 3-14 0,1-7-12 16,4 5-27-16,0-5-27 0,3-1-35 0,1-2-45 16,1 0-45-16,0-1-40 0,3-1-159 0,-3-1-402 15,-10-5 178-15</inkml:trace>
  <inkml:trace contextRef="#ctx0" brushRef="#br0" timeOffset="-59127.58">23775 2964 208 0,'0'0'197'0,"4"-5"0"0,-4 5-5 0,0 0-2 15,0 0-20-15,0 0-10 0,0 0-13 0,10 22-9 16,-6-12-12-16,-3 0-10 0,1 0-5 16,1 3-11-16,0-4-12 0,1 2-7 0,0-2-9 15,0 1-4-15,-2-3-11 0,-2-7 0 0,8 12-10 16,-8-12-2-16,6 10-6 0,-2-6-1 0,-4-4 1 15,0 0 2-15,0 0 4 0,13 0-8 0,-13 0-4 16,0 0-6-16,10-14-5 0,-6 7 4 0,0-3-9 0,-1 0 1 16,3-6-2-16,-2 4-2 0,3-4-6 15,-2 1-14-15,2-2-11 0,-1 0-33 0,0 2-21 16,1-1-26-16,-3 4-42 0,1 2-32 0,-3-2-30 16,3 3-13-16,-1 0-124 0,-1 4-364 0,-3 5 162 15</inkml:trace>
  <inkml:trace contextRef="#ctx0" brushRef="#br0" timeOffset="-58856.23">24032 2956 8 0,'10'-4'189'16,"-2"-1"8"-16,0 0-6 0,-3-1-11 0,1 1-12 16,2-2-12-16,-4 0-7 0,-1 1 1 0,0-3-15 15,-2 4-11-15,-1 5-12 0,-1-16-15 0,-2 10-5 16,3 6-5-16,-7-11-8 0,0 6-9 0,-1 1-5 15,-1 1-3-15,-2 2-9 0,-3 1-4 0,3 2-4 16,-7 4-3-16,2 0-1 0,0 3 3 0,3 0-8 16,-2 1 2-16,6-1-6 0,-1 5-3 0,2-2-2 15,4-2-1-15,3 2 1 0,1 0 3 16,6 3-13-16,3-1 3 0,3 0-2 0,4-4-17 0,0 2-26 16,5-7-22-16,1-1-36 0,5 1-34 0,1-5-45 15,2 1-32-15,-8-2-22 0,-2-2-125 16,-2-2-368-16,1 0 163 0</inkml:trace>
  <inkml:trace contextRef="#ctx0" brushRef="#br0" timeOffset="-58653.84">24408 2713 112 0,'0'0'246'0,"1"-7"-11"0,-1 7-18 0,0 0 0 16,0 0-6-16,0 0 1 0,-20 30-15 0,12-14-10 15,-5 6-14-15,6-4-16 0,-3 6-12 0,5 1-13 16,-1 2-15-16,4-8-12 0,0 6-18 0,2-4-22 16,0 2-42-16,2 2-38 0,1-1-40 0,-1-6-59 15,1-2-54-15,1 2-60 0,-4-1-149 0,-2-6-407 16,2-11 180-16</inkml:trace>
  <inkml:trace contextRef="#ctx0" brushRef="#br0" timeOffset="-58039.32">21062 3515 110 0,'0'0'116'16,"-8"4"-8"-16,8-4-18 0,0 0 8 0,-2 5-1 15,2-5 7-15,0 0-1 0,25 12-9 0,-3-9 5 16,11 1-9-16,18 0 0 0,6-4-8 0,6-1 0 15,29-3-7-15,7-1 24 0,-1-2-9 0,5-2-7 16,-3 2-9-16,3 0-6 0,5-3-5 0,2-2-8 16,3 3-7-16,-6 3-9 0,-1-2-10 0,-2 3-2 15,-4-5-5-15,-8 8-6 0,0-4 2 0,-32 0-4 16,6 3-4-16,24-4 2 0,-30 3-6 0,2-4 1 16,-2 3 2-16,-2 2-2 0,-5-3-4 0,1-4 4 15,-17 3-7-15,-2 1 4 0,-1 0 2 0,-1 1-1 16,-3 1 2-16,-3-2-1 0,-6 4 0 0,-4 0-2 15,1-1 0-15,-5 1-3 0,-1 1 6 0,-1 0-12 16,-4 0-8-16,0-1-17 0,-7 2-3 0,0 0-32 16,14-3-26-16,-12 0-44 0,-2 3-47 15,0 0-108-15,0 0-315 0,0 0 140 0</inkml:trace>
  <inkml:trace contextRef="#ctx0" brushRef="#br0" timeOffset="-54565.68">31034 4350 27 0,'-3'-7'138'0,"3"7"5"15,0 0-6-15,0 0 2 0,0 0-8 16,-1-11-3-16,1 11-3 0,0 0-4 0,0 0-3 16,0 0-5-16,0 0-4 0,0 0-13 0,0 0-8 15,0-9-4-15,0 9-13 0,0 0-7 0,0 0-7 0,0 0-4 16,0 0-8-16,0 0-5 0,0 0-6 16,0 0-3-16,0 0-5 0,0 0 1 0,0 0-2 15,0 0-3-15,0 0-1 0,0 32-2 0,1-21-1 16,1 4 3-16,-1 2 5 0,0-1 1 0,2-1-7 15,-5 4 6-15,4-1-3 0,-1-1-1 0,0 1 0 16,1 8-2-16,-1-7 4 0,3-2-1 0,-3 0 2 16,3 1-1-16,0-1 4 0,1 0-9 0,-4-4 4 15,4-1 0-15,-4 0 0 0,3-2-1 0,-1 0-2 16,-1-1-3-16,0-1 0 0,0-2 0 0,0 0-2 16,0 0-2-16,-2-6 0 0,3 9-4 0,-3-9 3 15,1 7-4-15,-1-7-1 0,2 6-3 0,-2-6-6 16,0 0-12-16,0 0-12 0,0 0-16 0,0 0-28 15,0 0-18-15,0 0-37 0,0 0-38 0,0 0-25 16,0 0-11-16,0 0-122 0,0 0-348 0,-24-22 154 16</inkml:trace>
  <inkml:trace contextRef="#ctx0" brushRef="#br0" timeOffset="-54294.29">31038 4368 91 0,'0'0'159'0,"2"-7"-10"0,-2 7-14 0,0 0-16 15,0 0-14-15,0 0-4 0,0 0-9 0,0 0-11 16,0 0-3-16,0 0-9 0,-20 21-4 15,12-14-9-15,2 0-3 0,-4 2-7 0,1 0-4 16,0-2-5-16,1 0-19 0,-2-1-21 0,2 1-26 0,-1-1-30 16,3 0-31-16,-3 1-23 0,4-3-88 15,-3 2-217-15,8-6 96 0</inkml:trace>
  <inkml:trace contextRef="#ctx0" brushRef="#br0" timeOffset="-54115.29">31086 4366 123 0,'0'0'146'0,"0"0"-13"0,0 0-12 15,12 3-11-15,-12-3-11 0,8 7-7 0,-5-2-9 0,3 1-8 16,2 2-2-16,0-3-36 0,0 2-40 16,0 0-49-16,0 3-49 0,-3-3-55 0,2-1-169 15,1 2 74-15</inkml:trace>
  <inkml:trace contextRef="#ctx0" brushRef="#br0" timeOffset="-53398.07">30870 3391 78 0,'0'0'164'0,"0"0"-16"16,0 0-27-16,0 0-4 0,0 0-14 0,0 0-12 16,0 0-3-16,0 0-13 0,0 0-7 15,0 32 6-15,0-16-3 0,0 4 3 0,2-1-12 16,-2 7-2-16,1-1 5 0,3-1-10 0,-2-4 7 16,3 5-9-16,-2-6 7 0,0 0-4 0,0 0-6 15,0-1-6-15,0 0 1 0,-1 0-1 0,3 0-4 16,-2-5-7-16,-1 3 2 0,-1-1-6 0,2-3-2 15,-2 0-4-15,-1-3 4 0,0-9-8 0,0 15 3 16,0-15-6-16,-1 14 6 0,1-14-5 0,1 9-4 16,-1-9-1-16,0 0-1 0,2 13 4 0,-2-13-3 15,0 0 9-15,0 9 16 0,0-9 3 0,0 0-1 16,0 0-1-16,0 0 0 0,0 0-7 0,0 0-3 16,0 0-3-16,0 0-1 0,16-30-1 0,-11 23-4 15,2-1-2-15,-2 0-3 0,1-1 2 0,1 0-5 16,0 1-1-16,1 1-4 0,-2-1 4 0,0 4 4 15,2-3-10-15,1 0 6 0,-2 0-7 0,-2 2 2 16,-1 0-2-16,-4 5-5 0,7-5-18 0,-7 5-14 16,5-7-25-16,-5 7-25 0,0 0-29 0,0 0-29 15,0 0-18-15,0 0-6 0,0 0-34 0,0 0-102 16,0 0-326-16,0 0 145 0</inkml:trace>
  <inkml:trace contextRef="#ctx0" brushRef="#br0" timeOffset="-53224.08">30794 3774 23 0,'-17'-6'179'0,"7"1"-7"16,-2-1-11-16,-4 0-19 0,4 1-14 16,0 0-13-16,1 2-10 0,11 3-16 0,-18-4-29 15,18 4-36-15,-11-4-34 0,11 4-39 0,0 0-24 16,-17 5-105-16,17-5-192 0,0 0 84 0</inkml:trace>
  <inkml:trace contextRef="#ctx0" brushRef="#br0" timeOffset="-52370.28">30780 5125 119 0,'-7'-2'138'0,"7"2"-2"15,0 0-11-15,0 0-9 0,-15 8-7 0,10-2-5 16,-5 2-14-16,1 2 0 0,0-1-13 0,-3 6-2 15,2-1-12-15,1 1 4 0,0 0-16 0,4-5-4 16,1 2-5-16,0-1-2 0,2-1 0 0,0 2-7 16,1-4-3-16,2 4-4 0,1 2-1 0,2-5-7 15,-1 1 1-15,3-4 4 0,-1 3 4 16,1-5-13-16,2-1 5 0,1-1-5 0,5-1-1 0,-4-4 5 16,3 3 5-16,-1 0 7 0,0-3 0 0,-1 1 0 15,2-4-9-15,-2-2 9 0,-1 2 2 0,-1-1 2 16,-2-2 0-16,1 1-3 0,-2-1 7 0,-2-3-2 15,-1 2-6-15,-2-2-3 0,-2-3-3 16,-2 4 5-16,1-1-5 0,-5-2-4 0,1 4 0 0,0 0-1 16,-1 0-3-16,-1 1 1 0,0 2-3 0,0 1-7 15,0 0 5-15,-3 2-8 0,4 3-4 0,-3 0-15 16,10 1-20-16,-18 4-23 0,9-3-36 0,0 4-27 16,4 0-39-16,-1-2-24 0,-1 4-112 0,7-7-320 15,-2 12 142-15</inkml:trace>
  <inkml:trace contextRef="#ctx0" brushRef="#br0" timeOffset="-52215.18">30980 5228 133 0,'0'0'141'0,"0"0"-6"0,0 0-19 0,0 0-37 0,0 0-45 16,-1-10-36-16,1 10-48 0,0 0-48 0,0 0-106 15,0 0 47-15</inkml:trace>
  <inkml:trace contextRef="#ctx0" brushRef="#br0" timeOffset="-51886.7">31126 5192 211 0,'-9'-6'207'0,"9"6"-12"0,0 0-12 15,0 0-18-15,0 0-12 0,0 0-12 16,0 0-13-16,0 0-16 0,-13 15-5 0,11-11-9 16,2-4-12-16,-2 13-9 0,2-6-9 0,0-7-8 0,3 13-3 15,0-5-8-15,2-1 1 0,0 0-8 0,2-1 0 16,0-2-7-16,0 2 4 0,1-1-10 16,0-1-1-16,-2-3-5 0,2 1 1 0,0-1-6 15,0 2 5-15,-8-3-3 0,15 0-1 0,-5-4-5 16,-3 2-1-16,0-1 6 0,-2-3-12 0,-5 6 4 15,9-9-4-15,-6 2-6 0,-1 2-1 0,2-6-5 0,-7 4 5 16,6-4-3-16,-3 11 0 0,-8-16 1 16,6 7-7-16,-3 3 1 0,-1-1-7 0,1 1-15 0,-4 2-5 15,-1 2-17-15,0-1-16 0,-2 2-30 16,12 1-23-16,-20 2-20 0,9 1-31 0,0 1-129 16,1 0-324-16,2-1 144 0</inkml:trace>
  <inkml:trace contextRef="#ctx0" brushRef="#br0" timeOffset="-51642.83">31329 5077 253 0,'2'-7'255'0,"-2"7"-6"0,2-6-15 15,-2 6-18-15,0 0-24 0,0 0-18 0,4-9-24 16,-4 9-8-16,0 0-14 0,0 0-1 0,0 0-3 15,2 23-12-15,0-12-13 0,-1 1-7 0,1 1-6 16,-2 1-8-16,2 3-5 0,0 1-9 0,-3-3-5 0,2 2-10 16,-3-2-16-16,4 0-25 0,1 1-21 15,-2-5-23-15,-1 5-43 0,0-7-42 0,1 2-50 16,-1-11-43-16,2 18-181 0,-2-10-425 0,0-8 188 16</inkml:trace>
  <inkml:trace contextRef="#ctx0" brushRef="#br0" timeOffset="-51335.88">31580 5206 17 0,'6'-4'187'0,"0"-2"-5"0,3 1-6 16,-1-4-8-16,0 5-16 0,-2-1-7 0,2 0-12 15,-2 0-7-15,3-1-17 0,-4 2 16 0,0-2-12 16,-1 1-8-16,-4 5-10 0,4-11-5 0,-3 5-7 15,-1 6-7-15,-2-11 1 0,2 11 4 0,-2-11-6 16,2 11-4-16,-6-7-10 0,6 7 0 0,-9-4-5 16,9 4-7-16,-13 0-5 0,13 0-1 0,-18 4-3 15,7 1 3-15,1 1-6 0,-3 0-3 0,4 4-7 16,0-1 3-16,1-2-8 0,3 1-2 0,0 1 3 16,1 1-3-16,2-1-2 0,2-9-7 0,0 16-13 15,0-16-20-15,5 17-17 0,0-12-28 0,5 0-32 16,-2 1-37-16,4-1-46 0,1 0-42 15,-1-2-152-15,-2-2-407 0,2 1 180 0</inkml:trace>
  <inkml:trace contextRef="#ctx0" brushRef="#br0" timeOffset="-50991.11">31868 5106 127 0,'0'0'258'16,"4"-5"-10"-16,-4 5-15 0,0 0-18 0,5-3-25 15,-5 3-20-15,0 0-18 0,0 0-15 0,0 0-3 16,12 5-2-16,-7 0-14 0,0 1-12 0,0 1-8 16,0 1-9-16,2 1-6 0,2-1-8 0,-3 2-11 15,4 2-2-15,-2-5-10 0,2 1 3 0,-2-2-10 16,-2 2-4-16,3-3-1 0,1 3 1 0,-4-4-5 16,-1 0-2-16,0-1-5 0,0 0 3 0,1 1 11 15,-6-4 1-15,8 5 9 0,-3-4-4 16,-5-1 6-16,0 0 2 0,0 0-11 0,15-6-5 0,-12 1-5 15,-3 5-3-15,4-10-16 0,0 3 14 0,-1-2 1 16,1-1-1-16,2-2-9 0,-3 0-11 0,2-4 7 16,-1 1-1-16,0-2 1 0,0 1-3 0,-3 3-2 15,-1-3-13-15,4-1-4 0,-4 1-8 16,0 4-17-16,-1-1-22 0,2 3-19 0,-2 0-17 0,-1 1-41 16,1 0-48-16,1 9-55 0,1-15-43 15,-1 15-179-15,0 0-491 0,0-16 217 0</inkml:trace>
  <inkml:trace contextRef="#ctx0" brushRef="#br0" timeOffset="-50834.32">32221 5029 209 0,'0'0'247'0,"0"0"-14"0,0 0-19 0,0 0-17 15,0 0-23-15,0 0-23 0,0 0-31 0,0 0-45 16,0 0-43-16,0 0-55 0,0 0-60 0,0 0-70 15,0 0-80-15,0 0-251 0,0 0 112 0</inkml:trace>
  <inkml:trace contextRef="#ctx0" brushRef="#br0" timeOffset="-9083.17">29913 4411 38 0,'0'0'58'0,"0"0"-5"16,0 0 3-16,0 0-6 0,0 0-9 0,0 0 0 15,0 0 0-15,0 0-2 0,0 0-12 0,0 0 11 16,0 0 0-16,0 0 2 0,0 0-4 0,0 0-11 16,0 0-2-16,-11-11-7 0,11 11-1 0,0 0-4 15,0 0-5-15,0 0-11 0,0 0-10 0,0 0 1 16,0 0-1-16,0 0-14 0,0 0-5 0,0 0-14 15,-17 11-41-15,13-7-97 0,-1 2 44 0</inkml:trace>
  <inkml:trace contextRef="#ctx0" brushRef="#br0" timeOffset="-6899.48">29767 3488 45 0,'0'0'65'0,"0"0"5"16,0 0 0-16,0 0-8 0,0 0-12 0,0 0 4 15,0 0-9-15,0 0-4 0,0 0-3 0,0 0 3 16,0-10-9-16,0 10-2 0,0 0-9 0,3-8 14 16,-3 8-21-16,0 0 0 0,0 0-1 0,0 0 12 15,-5-11-11-15,5 11 4 0,0 0 4 0,0 0 0 16,2-10-3-16,-2 10 5 0,0 0-4 0,0 0 2 16,0 0 9-16,0 0-11 0,0 0-4 0,0-8-6 15,0 8 3-15,0 0-8 0,0 0 0 0,0 0-4 16,0 0 4-16,0 0 4 0,0 0-5 0,0 0 0 15,0 0-2-15,0 0 1 0,0 0-5 0,0 0 4 16,0 0-1-16,0 0-2 0,0 0 15 0,0 0-10 16,0 0-7-16,0 0 8 0,0 0-10 0,0 0 4 15,0 0 1-15,0 0-2 0,0 0 8 0,0 0 4 16,0 0-9-16,0 0-7 0,0 0 3 0,0 0 3 16,0 0 4-16,0 0-1 0,0 0 0 0,0 0-1 15,0 0-6-15,0 0-2 0,0 0 5 0,0 0 7 16,0 0-9-16,0 0 0 0,0 0-4 0,0 0 6 15,0 0 1-15,0 0-2 0,0 0-4 0,0 0 3 16,0 0-3-16,0 0 2 0,0 0 2 16,0 0-3-16,0 0-1 0,0 0 0 0,0 0 4 0,0 0-4 15,0 0 7-15,0 0 3 0,0 0-2 0,0 0-4 16,0 0 3-16,0 0-2 0,0 0-3 0,0 0 3 16,0 0-2-16,0 0 2 0,0 0-2 0,0 0-1 15,0 0 4-15,0 0-8 0,0 0 24 16,0 0-18-16,0 0 1 0,0 0-1 0,0 0 4 0,0 0-3 15,0 0-5-15,0 0 8 0,0 0-11 16,5 21 7-16,-5-21 4 0,0 0-4 0,0 0 0 16,0 0-7-16,0 0 10 0,0 0-3 0,0 0 8 0,4 4-4 15,-4-4-6-15,0 0 4 0,0 0-4 16,0 0 6-16,4 7-4 0,-4-7 7 0,0 0-10 0,0 0 10 16,0 0-14-16,0 0 7 0,0 0-3 15,5 3 2-15,-5-3 6 0,0 0-13 0,0 0 5 16,0 0 0-16,4 5 1 0,-4-5-1 0,0 0-5 15,5 4 3-15,-5-4-5 0,0 0 4 0,0 0-5 0,0 0 13 16,0 0-11-16,5 4-1 0,-5-4 18 0,0 0-11 16,0 0-1-16,0 0 5 0,0 0-4 15,0 0 0-15,0 0 5 0,0 0-6 0,0 0 6 16,0 0 0-16,0 0-5 0,0 0 0 0,0 0 2 16,0 0 3-16,0 0 3 0,0 0 0 0,0 0-10 15,0 0 5-15,0 0-2 0,0 0 2 0,0 0 1 16,0 0 4-16,0 0-4 0,0 0 5 0,0 0 2 15,0 0-6-15,0 0-3 0,0 0 3 0,5 4-5 16,-5-4 2-16,0 0 1 0,0 0-2 0,0 0 4 16,0 0-1-16,0 0-2 0,0 0 7 0,0 0-9 15,0 0 15-15,0 0-14 0,0 0 5 0,0 0 0 16,0 0 5-16,0 0-8 0,0 0-1 0,0 0 2 16,0 0 3-16,0 0-4 0,0 0 4 0,0 0-3 15,0 0 6-15,0 0-6 0,0 0 0 0,0 0-6 16,0 0 11-16,0 0-1 0,0 0-3 0,0 0-1 15,0 0 0-15,0 0-4 0,0 0 8 0,0 0-3 16,0 0-1-16,0 0 0 0,0 0-2 0,0 0 5 16,0 0-2-16,0 0 0 0,0 0-1 0,0 0 2 15,0 0 1-15,0 0-4 0,0 0 5 0,0 0-5 16,0 0 3-16,0 0-1 0,0 0-3 0,0 0 4 16,0 0 14-16,0 0-19 0,0 0 1 0,0 0 3 15,0 0-2-15,0 0 4 0,0 0-3 0,0 0-3 16,0 0 4-16,0 0-7 0,0 0 12 0,0 0-10 15,0 0 3-15,0 0-4 0,0 0 1 0,0 0-3 16,0 0 4-16,0 0 2 0,0 0-5 0,0 0 5 16,0 0 0-16,0 0 1 0,0 0-7 0,0 0 7 15,0 0-4-15,0 0-6 0,0 0 9 0,0 0-5 16,0 0-2-16,0 0 7 0,0 0 9 0,0 0-8 16,0 0-2-16,0 0 4 0,0 0-4 0,0 0 2 15,0 0-5-15,0 0 4 0,0 0 2 0,0 0 2 16,0 0-4-16,0 0 2 0,0 0 0 0,0 0 2 15,0 0-1-15,0 0 4 0,0 0-2 0,0 0-2 16,0 0 6-16,0 0-4 0,0 0 3 0,0 0-3 16,0 0-2-16,0 0 9 0,0 0-7 15,0 0-3-15,0 0 0 0,0 0 2 0,0 0 1 0,0 0-2 16,0 0 1-16,0 0-3 0,0 0 5 0,0 0-4 16,0 0-3-16,0 0 1 0,0 0 4 0,0 0-1 15,0 0 6-15,0 0 5 0,0 0-3 0,0 0-12 16,0 0-1-16,0 0 2 0,0 0 2 0,0 0 7 15,0 0-5-15,0 0-2 0,0 0 0 0,0 0 2 16,0 0-2-16,0 0 1 0,0 0 4 16,0 0-6-16,0 0 3 0,0 0-2 0,0 0-2 0,0 0 1 15,0 0 0-15,0 0-1 0,0 0 2 0,0 0-3 16,0 0 3-16,0 0-1 0,0 0 4 16,0 0 3-16,0 0-5 0,0 0 3 0,0 0-3 15,0 0-2-15,0 0 1 0,0 0-1 0,0 0 0 16,0 0 4-16,0 0-1 0,0 0-5 0,0 0-1 15,0 0 0-15,0 0 6 0,0 0-6 0,0 0 3 16,0 0 4-16,0 0-2 0,0 0-2 0,0 0 4 16,0 0-5-16,0 0-2 0,0 0 4 0,0 0 5 0,0 0-5 15,0 0-2-15,0 0 2 0,0 0 1 16,0 0 1-16,0 0 1 0,0 0-5 0,0 0-1 16,0 0 9-16,0 0-7 0,0 0-5 0,0 0 5 15,0 0 0-15,0 0 4 0,0 0-1 0,0 0-1 16,0 0-5-16,0 0 3 0,0 0-3 0,0 0 0 15,0 0 5-15,0 0-6 0,0 0-1 0,0 0 0 16,0 0 0-16,0 0-3 0,0 0 0 0,0 0 2 16,0 0-5-16,0 0 8 0,0 0-9 0,0 0 6 15,0 0-2-15,0 0 1 0,0 0-2 0,0 0 5 16,0 0-8-16,0 0 10 0,0 0-4 0,0 0 0 16,0 0 3-16,0 0-1 0,0 0 9 0,0 0-14 15,0 0 4-15,0 0-1 0,0 0 7 0,0 0-5 16,0 0 1-16,0 0 3 0,0 0-7 0,0 0 4 15,0 0-5-15,0 0-3 0,0 0 6 0,0 0-2 16,0 0 2-16,0 0-8 0,0 0-1 0,0 0 2 16,0 0-6-16,0 0-4 0,0 0-2 0,0 0 2 15,0 0-1-15,0 0-3 0,0 0-4 0,0 0-28 16,0 0-65-16,0 0 29 0</inkml:trace>
  <inkml:trace contextRef="#ctx0" brushRef="#br0" timeOffset="22603.69">28142 11001 92 0,'-10'-1'129'0,"10"1"-15"0,0 0-8 16,-7-4-1-16,7 4-11 0,0 0 0 0,0 0-9 15,0 0-7-15,0 0 2 0,0 0-10 0,0 0-7 16,0 0-3-16,0 0-8 0,0 0 0 0,0 0-7 16,0 0-4-16,0 0 0 0,0 0-11 0,0 0 7 0,0 0-10 15,0 0 12-15,0 0-2 0,0 0-3 16,28-2-4-16,-14 2 5 0,-1 0-5 0,5 3 2 16,1-1-1-16,2-1-6 0,8 0 0 0,2 2 1 15,-1-2-1-15,-1 1-2 0,4-1 0 0,1 1-2 0,-2 1-1 16,1-2-3-16,3 2-2 0,-1-1 0 0,-1 0-2 15,-1-2 1-15,2 1-3 0,-3 3 0 16,-1-4 2-16,0 1-1 0,0 0-2 0,-3-1 1 16,0 1 4-16,3 0-5 0,-10 1 0 0,9-2-1 0,0 3 10 15,-3-1-7-15,-1-2 4 0,-3 0-5 0,4 0 0 16,0 0-1-16,-5 2 4 0,8-2-10 0,-1-2 4 16,-9 2 0-16,9-1-2 0,-1 0-1 15,-2 1 6-15,4-2-4 0,-9 2-1 0,7-1 1 0,0-1-2 16,-6 2-2-16,-3-1 2 0,4 0-2 0,-1 3-5 15,-1-3 3-15,7 0 0 0,0 1-3 0,-7 1 4 16,1-1 2-16,5 0-5 0,-5 1 3 0,-1-2-1 16,-1 1 0-16,1 1 1 0,7-3-1 0,-7 3-2 15,-1-2 0-15,1 2 0 0,-2-1 5 0,0 0-5 16,0 1 2-16,2 1 0 0,-3 1-1 16,-2-3-2-16,1 0 2 0,2 0 4 0,-1 1-2 0,1 0-1 15,-1-1 3-15,1 2-5 0,-1-2 1 0,-1 0 0 16,-2 0-3-16,2 0 2 0,-2-2 0 0,-2 0-1 15,5 2 4-15,1 0-2 0,-3-2 0 0,2 1-1 16,0-1 4-16,1 1-5 0,-1 0 2 0,-2 1-1 16,1-1 1-16,0 0-2 0,1-2 2 0,-5 2-1 15,2 0-2-15,2-2 4 0,-6 2-4 0,2-2 5 16,-1 0-1-16,0 1 0 0,-1-2-1 0,-1 2-3 16,1 0 2-16,-1 0 0 0,1-1 5 0,-4 1 0 15,1 2-4-15,-8 0-1 0,12-3-2 0,-6 2 8 16,4-2-9-16,-10 3 7 0,13 0-2 0,-8-3 2 15,-5 3-3-15,9-1 1 0,-9 1-2 0,6-2 4 16,-6 2-2-16,0 0-5 0,0 0 4 0,9-3 0 0,-9 3 0 16,0 0-8-16,0 0-13 0,0 0-13 15,0 0-18-15,0 0-41 0,4-5-7 0,-4 5-20 16,0 0-20-16,0 0-154 0,0 0-317 0,-19-4 142 16</inkml:trace>
  <inkml:trace contextRef="#ctx0" brushRef="#br0" timeOffset="43387.78">18531 13190 6 0,'-12'-14'48'15,"-1"-1"0"-15,3 0-15 0,0-1-3 0,1 3-5 16,0-3-2-16,-1 2-6 0,3 0-3 0,2 0-4 16,-2 3-5-16,2 0 1 0,-2-3 1 0,2 3-3 15,0 2-2-15,1-1-6 0,-2 2 2 0,1-1-1 16,0-1-5-16,2 2 3 0,-1 0-4 0,0-1-2 16,0 1 4-16,3 1-3 0,-2-1-7 0,-1-1 6 15,2 0-4-15,-2 0-15 0,3-1-32 0,-3 0 15 16</inkml:trace>
  <inkml:trace contextRef="#ctx0" brushRef="#br0" timeOffset="45250.31">19215 14094 27 0,'-49'-17'33'0,"11"3"-9"0,1 0 2 0,3-1-1 16,0-1 0-16,1 0-12 0,1 0 6 0,0-2 0 16,3 3 0-16,2-1-2 0,3-2-4 0,0 0-7 15,1 3 0-15,1-3 1 0,1-3-2 0,4 0-4 16,-1 0-4-16,0 1 2 0,5-3-7 0,-1-2-7 16,1 1 7-16,3-4-12 0,-1-2-19 0,2-2-42 15,-1 0 20-15</inkml:trace>
  <inkml:trace contextRef="#ctx0" brushRef="#br0" timeOffset="45348.41">18604 13527 128 0,'-6'-32'-7'16,"1"0"-14"-16,-3 1 29 0,1 0-18 0,0 1 4 15,-1-1-2-15,3 3-6 0,-2-2 15 0,0 5-14 0,1-1 16 16,1 7-5-16,-2 1 3 0,2 0-3 16,-1-1 8-16,1 1-3 0,0 0 0 0,-3-5 1 0,2 7-8 15,-1-3 7-15,3 2-9 0,1 1-6 16,-1-1-12-16,0 0 6 0</inkml:trace>
  <inkml:trace contextRef="#ctx0" brushRef="#br0" timeOffset="49334.14">22872 12393 23 0,'0'0'22'0,"0"0"6"0,0 8 0 0,0-8-6 16,0 0-2-16,0 12-6 0,0-12 3 0,2 8-4 16,-2-8 1-16,3 6-1 0,-3-6 2 15,2 8-8-15,-2-8 2 0,3 8 1 0,-1-2-3 0,-2-6 2 16,6 9-4-16,-4-5-4 0,-2-4 4 0,9 7 0 15,-4-1-2-15,-1-2-7 0,0 1-4 0,0 0 0 16,1 0 3-16,-1-1-1 0,1 1-3 0,-2 0-5 16,3 0 0-16,-3 0-2 0,3 0-2 0,-4 2-14 15,2-2-33-15,1 0 14 0</inkml:trace>
  <inkml:trace contextRef="#ctx0" brushRef="#br0" timeOffset="52793.2">22525 12280 90 0,'0'0'111'0,"0"0"0"0,0 0-2 15,0 0-7-15,0 0-3 0,-9-2-7 0,9 2-6 16,0 0 1-16,0 0-15 0,0 0-9 0,0 0-7 16,0 0-4-16,0 0-3 0,0 0-7 0,0 0-5 15,0 0-4-15,0 0 0 0,0 0-9 0,0 0 1 16,0 0 0-16,0 0-4 0,0 0-2 0,0 0-2 15,0 0-1-15,0 0-1 0,0 0-1 0,0 0-6 16,0 0 2-16,0 0 3 0,0 0-6 0,0 0 4 16,0 0 1-16,0 0-8 0,0 0-1 0,0 0 2 15,0 0-2-15,0 0 2 0,0 0-4 0,0 0-1 16,0 0 3-16,0 0-7 0,0 0 10 0,0 0-7 16,0 0-3-16,0 0-8 0,0 0-2 0,0 0-14 15,3 16-21-15,-3-16 4 0,0 0-12 0,0 0 4 16,8 7-10-16,-8-7 1 0,0 0-17 0,8 3-6 15,-8-3-5-15,0 0-68 0,11 0-171 0,-11 0 76 0</inkml:trace>
  <inkml:trace contextRef="#ctx0" brushRef="#br0" timeOffset="53472.59">22610 12086 76 0,'0'0'121'16,"0"0"-12"-16,-3 4 5 0,3-4-11 0,0 0-1 16,0 0-11-16,0 0-13 0,0 0-7 0,0 0-7 0,0 0-8 15,0 0-4-15,0 0-3 0,0 0-1 0,0 0-14 16,0 0 2-16,0 0-5 0,0 0-2 16,0 0-2-16,0 0 1 0,0 0-9 0,0 0 8 0,0 0 1 15,0 0 3-15,0 0-4 0,0 0 1 0,0 0-2 16,0 0 3-16,0 0-1 0,0 0 2 0,0 0-6 15,0 0 2-15,0 0-5 0,0 0-3 16,0 0-2-16,0 0 1 0,0 0-4 0,0 0-2 0,0 0-2 16,0 0 2-16,0 0-3 0,0 0 1 0,0 0-2 15,0 0 1-15,0 0-2 0,0 0 0 0,0 0-4 16,0 0-2-16,0 0-1 0,0 0 1 0,0 0 1 16,0 0-1-16,0 0-7 0,0 0-7 0,0 0-3 15,0 0-7-15,0 0-12 0,0 0 0 0,0 0-3 16,0 0-5-16,0 0 0 0,0 0-6 0,0 0 3 0,0 0-1 15,-5 4 0-15,5-4-13 0,0 0 0 16,0 0-1-16,0 0 4 0,0 0 0 0,0 11-1 16,0-11 0-16,0 0 2 0,0 0 4 0,0 0-1 15,-1 8-5-15,1-8 3 0,0 0-6 0,-3 6-37 16,3-6-106-16,0 0 46 0</inkml:trace>
  <inkml:trace contextRef="#ctx0" brushRef="#br0" timeOffset="56335.7">23252 11061 84 0,'0'0'99'0,"-10"0"3"0,10 0-13 16,0 0-14-16,0 0 1 0,0 0-12 0,0 0-7 15,0 0 3-15,0 0-9 0,0 0-9 16,0 0 6-16,0 0-7 0,0 0-6 0,0 0 0 0,0 0-5 16,0 0-6-16,0 0 5 0,0 0-3 0,0 0-3 15,0 0-7-15,0 0 7 0,0 0 0 16,0 0-1-16,0 0-3 0,0 0 1 0,0 0 0 16,0 0-2-16,0 0 3 0,0 0-10 0,0 0 2 0,0 0 0 15,0 0-5-15,0 0 6 0,0 0-9 0,0 0 1 16,0 0 1-16,0 0 6 0,0 0-8 0,0 0 2 15,0 0-7-15,0 0 5 0,0 0-4 0,0 0 8 16,0 0-5-16,0 0-1 0,0 0 0 0,0 0-1 16,0 0-7-16,0 0 11 0,0 0-4 0,0 0 1 15,0 0-3-15,0 0 6 0,0 0-8 0,0 0 7 16,0 0-1-16,0 0-2 0,0 0-1 0,0 0 4 16,0 0-1-16,0 0-1 0,0 0-1 0,0 0 11 15,0 0-9-15,0 0-1 0,0 0 0 0,0 0 6 16,0 0-5-16,0 0 4 0,0 0-1 0,0 0-3 0,0 0 3 15,0 0-6-15,0 0 0 0,0 0 4 16,0 0-8-16,0 0 7 0,0 0-6 0,0 0 6 16,0 0-3-16,0 0-3 0,0 0 2 0,0 0-2 0,0 0 4 15,0 0-2-15,0 0 2 0,0 0 2 0,0 0-3 16,0 0 1-16,0 0-3 0,0 0 5 16,0 0-5-16,0 0-1 0,0 0-1 0,0 0 7 15,0 0-4-15,0 0 4 0,0 0-5 0,0 0-3 0,0 0-1 16,0 0 3-16,0 0-2 0,0 0-8 0,0 0-6 15,0 0 1-15,0 0-12 0,0 0-4 16,0 0-7-16,0 0 0 0,0 0-10 0,0 0 0 0,0 0-7 16,0 0-11-16,0 0-11 0,0 0-7 0,0 0-69 15,0 0-167-15,0 0 74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5:05:08.844"/>
    </inkml:context>
    <inkml:brush xml:id="br0">
      <inkml:brushProperty name="width" value="0.05292" units="cm"/>
      <inkml:brushProperty name="height" value="0.05292" units="cm"/>
      <inkml:brushProperty name="color" value="#FF0000"/>
    </inkml:brush>
  </inkml:definitions>
  <inkml:trace contextRef="#ctx0" brushRef="#br0">18998 10597 11 0,'0'0'-3'15,"0"0"-1"-15,18 16 1 0</inkml:trace>
  <inkml:trace contextRef="#ctx0" brushRef="#br0" timeOffset="840.43">21369 10312 71 0,'-7'-2'153'0,"7"2"4"16,-11-5-26-16,11 5-12 0,-7-2-10 0,7 2-15 15,0 0-13-15,-5-6-8 0,5 6-9 0,0 0-4 16,0 0-8-16,0 0-4 0,0 0-13 0,11-10-5 16,0 8-20-16,2-1-20 0,7-1-12 0,6-2-20 15,1 1-13-15,1-2-15 0,3 5-22 0,-1-1-74 16,0 1-181-16,-1-2 80 0</inkml:trace>
  <inkml:trace contextRef="#ctx0" brushRef="#br0" timeOffset="1298.53">21994 9916 45 0,'-12'-7'124'16,"2"2"-3"-16,-3 1-3 0,2 1-18 0,-3 3-3 15,-1 0-7-15,2 2-8 0,-4 2-1 0,-1 4-18 16,3 3 1-16,1 2-2 0,-3 5-3 0,-1 3-9 15,4 0-5-15,1 3 3 0,2 3-22 0,2-2 11 16,-1 1-4-16,4 2-10 0,1-3 7 0,5-6-9 16,0 6 1-16,2-4-5 0,1-3 0 0,3 1 3 15,0-2-1-15,4-1-5 0,-1-4-1 0,-1 0 0 16,3-3 1-16,1 0 0 0,-3-1-1 0,6 0 2 16,-6-3-9-16,0-2 2 0,2 0-3 0,1-1 3 0,-3-2-1 15,0-1-4-15,1-1 2 0,-1-1 7 16,0-1-11-16,-3-3 7 0,-1 3-3 0,-1-4 5 15,0-1-4-15,1 0 0 0,-1-3-5 0,-1 1 2 16,-1-3 2-16,-1 4-5 0,2-1 5 0,1 0-6 0,-3 2-15 16,0 1 17-16,2 2-5 0,-3 6 12 0,3-10-10 15,-3 10 3-15,1-8-7 0,-1 8 3 16,0 0 0-16,4-5-6 0,-4 5 5 0,0 0 2 16,0 0 7-16,12 13-4 0,-8-7 0 0,1 3 6 0,-1 2-3 15,0 1-1-15,-1 3 3 0,0 2 2 0,-3 0-2 16,0 1-1-16,0 1-5 0,-3-2-2 0,4 0-24 15,3 1-29-15,-1-4-13 0,1 2-27 0,0-4-24 16,0 0-108-16,-1-2-243 0,1-1 107 0</inkml:trace>
  <inkml:trace contextRef="#ctx0" brushRef="#br0" timeOffset="1624.06">22134 10309 63 0,'0'0'113'0,"0"0"-5"16,0-9-7-16,0 9-28 0,0 0 8 0,0 0-4 16,9-10-16-16,-1 5-1 0,3-3 1 0,1 2-17 15,4-1-16-15,1-2 19 0,1 0-6 0,-1 0-6 16,0 0-1-16,-1-1-5 0,-5 3 3 0,-2 1-4 16,0-2-2-16,-2 2-1 0,-2 1 4 0,-3-1-7 15,1 1-2-15,-3 5-1 0,-2-12 1 0,2 12-8 16,-8-8 0-16,8 8 6 0,-14-6-1 0,3 4-2 15,-3 2 5-15,0 3 3 0,-5 3-1 0,2 1-5 0,-2 1 3 16,0 2 2-16,2 3-4 0,1-2-4 16,0 1-4-16,4 2 0 0,4-4 2 0,3 1-2 15,1-1-4-15,3 2-12 0,2-1 19 0,3-2-6 16,0 1-5-16,4-2 4 0,4 4-10 0,2-1-16 0,4-4-18 16,0-1-22-16,3 0-21 0,0 0-25 15,-3-1-106-15,-3-1-228 0,-2-1 101 0</inkml:trace>
  <inkml:trace contextRef="#ctx0" brushRef="#br0" timeOffset="1772.82">22424 10386 129 0,'0'0'120'0,"0"0"-10"0,0 0-28 0,0 0-7 15,0 0-14-15,0 0-22 0,0 0-28 0,0 0-30 16,0 0-40-16,0 0-33 0,0 0-99 0,-13 11 44 15</inkml:trace>
  <inkml:trace contextRef="#ctx0" brushRef="#br0" timeOffset="1947.72">22114 10565 12 0,'27'-5'36'0,"-16"2"-41"0,3-1-3 0,4 0-8 15,10-5 4-15</inkml:trace>
  <inkml:trace contextRef="#ctx0" brushRef="#br0" timeOffset="7811.2">17654 11040 5 0,'0'0'9'0,"0"0"1"0,0 0 0 16,0 0 2-16,-6-3-11 0,6 3 2 0,0 0-8 16,0 0-3-16,0 0-8 0,0 0 4 0</inkml:trace>
  <inkml:trace contextRef="#ctx0" brushRef="#br0" timeOffset="63177.1">22818 12076 6 0,'0'0'11'0,"0"0"-9"0,0 0-6 0,0 0-3 0,0 0 2 16</inkml:trace>
  <inkml:trace contextRef="#ctx0" brushRef="#br0" timeOffset="65208.57">22764 12075 23 0,'0'0'50'16,"0"0"10"-16,0 0-3 0,0 0-2 0,0 0-13 16,0 0-2-16,0 0-4 0,0 0 5 0,0 0-7 15,0 0 10-15,0 0-17 0,0 0 15 0,0 0 1 16,0 0-6-16,0 0 2 0,0 0 8 0,0 0-10 16,0 0 2-16,0 0-1 0,0 0-1 0,-5-17-7 15,5 17 1-15,0 0 0 0,0 0-3 0,0 0-3 16,0 0 1-16,0 0 2 0,0 0-5 0,-2-8 10 0,2 8-1 15,0 0-5-15,0 0 2 0,0 0 0 16,0 0-6-16,0 0 2 0,0 0-3 0,0 0-1 16,0 0 5-16,0 0-2 0,0 0-4 0,0 0-4 15,0 0-3-15,0 0-1 0,0 0 1 0,-4-7-2 16,4 7-2-16,0 0 1 0,0 0-3 0,0 0-4 16,0 0-3-16,0 0 5 0,0 0 4 0,0 0-6 15,0 0-1-15,0 0-1 0,0 0 10 0,0 0-8 16,0 0-4-16,0 0-5 0,0 0 14 0,0 0-10 0,0 0 8 15,0 0-6-15,0 0 0 0,0 0 1 0,0 0-8 16,0 0 0-16,0 0-13 0,0 0-16 0,0 0-10 16,0 0-11-16,0 0-16 0,0 0-11 0,0 0-12 15,0 0-8-15,0 0-64 0,0 0-181 0,0 0 80 16</inkml:trace>
  <inkml:trace contextRef="#ctx0" brushRef="#br0" timeOffset="65713.14">22796 12057 90 0,'0'0'110'0,"0"0"-11"0,0 0-6 0,0 0 0 16,0 0-11-16,0 0-10 0,0 0 1 15,0 0-6-15,0 0 5 0,0 0-9 0,0 0-3 0,0 0 9 16,0 0-7-16,0 0-7 0,0 0-5 0,0 0-4 16,0 0-4-16,0 0-3 0,0 0-2 15,0 0-9-15,0 0 0 0,0 0-6 0,0 0 1 16,0 0-6-16,0 0-3 0,0 0 3 0,0 0-3 0,0 0-1 15,0 0-1-15,0 0-1 0,0 0-3 0,0 0 0 16,0 0-5-16,0 0-10 0,0 0-16 0,0 0-9 16,0 0-16-16,0 0-9 0,0 0-10 15,0 0-13-15,0 0-13 0,0 0-8 0,0 0-80 0,0 0-196 16,0 0 87-16</inkml:trace>
  <inkml:trace contextRef="#ctx0" brushRef="#br0" timeOffset="67087.3">22762 12049 91 0,'0'0'87'0,"0"0"-4"0,0 0-7 16,0 0-11-16,0 0 2 0,0 0-11 16,0 0 1-16,0 0 3 0,0 0-1 0,0 0-6 15,0 0 5-15,0 0 0 0,0 0-11 0,0 0 15 16,0 0-15-16,0 0 5 0,-5 4-1 0,5-4-4 15,0 0-4-15,0 0-7 0,0 0 8 0,0 0-6 0,0 0-2 16,0 0 2-16,0 0-2 0,0 0-5 16,0 0 2-16,0 0-3 0,0 0 4 0,0 0 0 15,0 0 0-15,0 0 3 0,0 0-3 0,0 0 1 0,0 0 1 16,0 0-7-16,0 0-1 0,0 0-1 0,0 0-4 16,0 0 0-16,0 0-6 0,-16-3 5 0,16 3-8 15,0 0-3-15,-10-3-1 0,10 3 4 16,-8-1-1-16,8 1 0 0,0 0-7 0,-11 0-1 0,11 0 4 15,0 0-3-15,-10 0-4 0,10 0 1 16,0 0 5-16,-11-1-7 0,11 1 6 0,-10-2-6 16,10 2 9-16,-6-3 0 0,6 3-1 0,-9-4 2 0,9 4 1 15,-9-3-2-15,9 3 4 0,-9-3-8 16,4 0 3-16,5 3-2 0,-10-8-1 0,4 5 0 0,-1-2-2 16,2-2 1-16,-2 0-1 0,1-2-1 0,1 2 1 15,-3-2-1-15,3-2 0 0,3 0 0 0,-6-4-1 16,4-1-1-16,-1 0 3 0,4-1-5 0,-3 0 7 15,-1-2-7-15,2 2 2 0,3-1 1 0,2 0-2 16,-4 2-2-16,2-3 2 0,2 2 1 0,0-1-1 16,2 2 1-16,-3-5-1 0,3 2 0 0,-2 3 0 15,1-2 0-15,1 2 1 0,1-2-1 0,0 2 1 16,-1 0-2-16,2-1 2 0,-2 0-1 0,0 2-3 16,1 3 1-16,3-3-2 0,-1 1 8 0,-2 2-7 15,6-5 2-15,-3 4 0 0,0 0 2 0,-1 1-3 16,2 1-2-16,1-2 4 0,-1 3 1 0,0 1-2 15,0-1-5-15,2-2 6 0,-3 3 2 0,0-1-1 16,-1 1 3-16,3-1-4 0,-1 2 1 0,-2-1-1 16,-1 0 0-16,3 1 2 0,-2-2 1 0,-1 3-6 0,-1-2 2 15,1 4 1-15,-1 0 1 0,-1-1-4 16,0 1 4-16,0 1 2 0,0-2-1 0,-4 6-2 16,6-6-3-16,-6 6-5 0,7-6 7 0,-7 6 2 15,3-5 1-15,-3 5-4 0,0 0 4 0,7-7 1 0,-7 7-2 16,0 0-2-16,4-5 5 0,-4 5-6 0,0 0 3 15,0 0 1-15,0 0 2 0,5-3 0 0,-5 3-1 16,0 0 2-16,0 0-3 0,0 0 2 16,0 0-1-16,0 0 1 0,0 0-1 0,0 0-3 0,0 0 5 15,0 0 0-15,0 0-1 0,0 0 0 0,0 0 0 16,0 0-6-16,0 0 3 0,0 0-2 0,0 0-2 16,0 0 3-16,0 0 0 0,0 0-3 15,0 0 6-15,0 0 0 0,0 0-4 0,0 0 1 0,0 0 1 16,0 0-1-16,0 0-1 0,0 0 2 0,0 0-1 15,0 0-1-15,0 0-1 0,0 0-1 0,0 0 0 16,0 0 9-16,0 0-6 0,0 0 0 0,0 0 3 16,0 0-1-16,0 0 1 0,0 0-1 0,0 0 0 15,0 0 1-15,0 0-4 0,0 0-1 0,0 0 1 16,0 0 1-16,0 0-3 0,0 0 5 0,0 0-3 16,0 0 0-16,0 0-3 0,0 0 0 0,0 0 4 15,0 0 4-15,0 0-7 0,0 0 2 0,0 0-5 16,0 0 5-16,0 0-3 0,0 0 1 0,0 0-2 15,0 0 1-15,0 0 3 0,0 0-8 0,0 0 8 16,0 0 3-16,0 0-8 0,0 0 8 16,-9 19 0-16,9-19-5 0,-1 7 9 0,1-7-4 0,-3 6-1 15,3-6-1-15,0 0-5 0,0 0 4 0,3 15 2 16,-3-15-2-16,1 6-5 0,-1-6 8 0,0 0 0 16,0 0-2-16,0 0 2 0,-1 9-2 0,1-9-1 15,0 0 2-15,0 0 4 0,0 0-4 0,0 0 4 16,0 0-5-16,0 0 2 0,0 0-6 0,0 0 9 15,0 0-10-15,0 0 1 0,0 0-1 0,0 0 3 16,0 0-1-16,-2 10 4 0,2-10 2 0,-2 7-1 16,2-7-6-16,-3 8 10 0,1-1-2 0,-1 0 3 0,-2 1 4 15,0 0-2-15,-1 1-5 0,0-1 3 16,2-2-2-16,1 1 3 0,-2-2-5 0,2 0-2 16,3-5 5-16,-5 10-2 0,2-6-1 0,3-4 2 0,0 0-4 15,-3 9 1-15,3-9 1 0,0 0 4 0,-3 5-6 16,3-5 4-16,0 0-2 0,0 0-1 15,-4 5-3-15,4-5-7 0,0 0-12 0,0 0-10 16,0 0-17-16,0 0-21 0,0 0-6 0,0 0-11 0,0 0-9 16,0 0-14-16,0 0-4 0,0 0-7 0,0 0 3 15,0 0-8-15,0 0-2 0,0 0-76 0,12 3-218 16,-12-3 96-16</inkml:trace>
  <inkml:trace contextRef="#ctx0" brushRef="#br0" timeOffset="67471.48">22878 11223 30 0,'0'0'125'0,"-1"-9"-5"0,1 9 8 16,-5-7-15-16,5 7 1 0,-7-11 0 0,7 11-8 15,-6-7-11-15,2 1 0 0,-1 1-5 0,5 5-2 16,-12-7-12-16,5 1 1 0,2 0-3 0,-2 1 4 16,1 1 13-16,-3-3-10 0,0 1-10 0,0 1-5 15,5-1-1-15,-5 2-3 0,2-2-3 0,-2-1-10 16,2 1-1-16,0-2 0 0,2 4-10 0,-1-1 1 15,1 1-4-15,5 4-6 0,-9-7 1 0,5 4 1 16,4 3-6-16,-8-7-5 0,8 7-1 0,-4-4 0 16,4 4-5-16,-4-6-16 0,4 6-24 0,0 0-22 15,0 0-24-15,0 0-14 0,0 0-25 0,0 0-37 16,0 0-48-16,9 20-100 0,-2-14-320 0,1 0 142 16</inkml:trace>
  <inkml:trace contextRef="#ctx0" brushRef="#br0" timeOffset="67925.11">22892 12037 95 0,'0'0'119'0,"0"0"-10"0,0 0-21 15,-2-11 4-15,2 11-12 0,0 0-10 16,-2-12 3-16,2 12-14 0,-1-6-8 0,1 6-15 15,0 0-24-15,-3-9-16 0,3 9-16 0,0 0-16 0,0 0-17 16,-2-9-76-16,2 9-139 0,-4-5 61 16</inkml:trace>
  <inkml:trace contextRef="#ctx0" brushRef="#br0" timeOffset="68505.07">23097 11061 33 0,'0'0'77'0,"0"0"-11"0,0 0-4 0,0 0-2 16,0 0-1-16,0 0-8 0,0 0 7 0,0 0-1 16,0 0 7-16,0 0-11 0,0 0-4 0,0 0 3 15,0 0-11-15,0 0-8 0,0 0 2 0,0 0-4 16,0 0-16-16,0 0 6 0,0 0-7 0,0 0-18 16,0 0-1-16,0 0-3 0,0 0-11 0,0 0-21 15,0 0-20-15,-12 21-73 0,3-13-144 0,1-1 65 16</inkml:trace>
  <inkml:trace contextRef="#ctx0" brushRef="#br0" timeOffset="70647.33">17864 11956 10 0,'-10'-2'34'0,"10"2"0"0,-12 1-3 0,12-1-2 0,-11 0-5 16,11 0-7-16,-8 1 3 0,8-1-7 15,-8 3 2-15,8-3-6 0,-7 7-9 0,5 0-6 0,2-7-11 16,-7 8-3-16,5-2-13 0,-1-1-34 0,3-5 15 15</inkml:trace>
  <inkml:trace contextRef="#ctx0" brushRef="#br0" timeOffset="100157.1">11026 8695 23 0,'0'0'27'0,"0"0"-7"0,0 0-6 0,0 0-9 16,-6-5-2-16,6 5 1 0,0 0 4 0,0 0 0 0,0 0-5 16,0 0 0-16,0 0 3 0,-5-5-6 15,5 5 5-15,0 0-2 0,0 0-3 0,0 0-2 16,0 0-1-16,0 0-3 0,0 0 3 0,0 0-6 15,0 0-10-15,-18 10-19 0,13-8 9 0</inkml:trace>
  <inkml:trace contextRef="#ctx0" brushRef="#br0" timeOffset="101572.53">11174 8993 14 0,'8'-7'2'0,"0"-1"15"0,1 1-8 0,-2 0-8 15,-2-1-3-15,3-1 1 0,0 1 10 0,-3 1 1 16,-1-2-1-16,1 1-5 0,-1-1 8 0,-2 2 1 16,2-2-2-16,-3 1 6 0,1 0-5 0,-1-1 8 15,3-1-6-15,-3 1 3 0,-1-1-1 16,0 10 2-16,0-16-1 0,0 6 0 0,-1 3-3 0,1-3-8 15,-1 3 10-15,-2-2-2 0,3 9-8 0,-3-14 0 16,1 6 8-16,1 2-3 0,-2-2-2 0,-1 2-2 16,4 6 0-16,-6-12 1 0,2 7-2 15,0 0-1-15,-2-2 0 0,1 2-2 0,5 5 6 0,-13-8 1 16,6 5-6-16,0-1 1 0,0 0-1 0,1 2 0 16,6 2-1-16,-14-5 4 0,6 4 2 0,8 1-10 15,-13 0 1-15,6-1 2 0,7 1 2 0,-19 1-7 16,12 0 4-16,7-1 3 0,-15 2-1 0,7-1-6 15,8-1 4-15,-13 3 1 0,5-2-2 0,1 0 0 16,1 2-1-16,6-3 2 0,-14 6 2 0,9-3-3 16,-3-1-3-16,0 5 3 0,2-4-7 0,-2 4 4 15,-1-3 8-15,4 2-5 0,-1 2 0 0,-2-1 0 16,2 1-2-16,0-1 1 0,0 2 4 0,2-4-1 16,-2 1-1-16,4 1-1 0,-4 2 0 0,4-2-1 15,-1 2 7-15,1-2-3 0,0 2-3 0,1 0 11 16,0-1-7-16,-1 3 11 0,2-1-3 0,-1-1 1 15,2 1-9-15,-1 0 1 0,2 0 4 0,-1-3-9 16,0 2 5-16,3-1-1 0,-1 0-3 0,1 0-1 16,-2 0 4-16,2 0 3 0,2-2-1 0,1 2 4 15,-1-2-7-15,1 2 4 0,0-3 0 0,-1 0-3 16,5-1 0-16,-2 0 2 0,1 0 0 0,0 1 2 0,-1-2-3 16,2-2 5-16,-1 0-7 0,0-1 1 15,0 1 7-15,1-1 0 0,-3-2 2 0,4 1-4 16,-3-2 2-16,2-2-1 0,-1 3 1 0,-1-4-6 15,3 2 10-15,-2-1 8 0,-1 0-15 0,0-1 7 16,1-2-4-16,-2 0 3 0,-1 1-7 0,1-1 11 0,0 1-8 16,-2-1 5-16,1 0-2 0,-3 0-3 15,1-1 1-15,-2 2 3 0,4-3-8 0,-4 2-1 0,0 0 4 16,1-2-5-16,-2 0 0 0,0 3 2 16,-1-3-4-16,2 3 4 0,-3-3 7 0,0 10-3 0,0-16-11 15,0 9 5-15,0-2 1 0,-2-1-2 16,2 10-3-16,-1-14 3 0,0 6-14 0,-1 3 19 15,0-3-3-15,-2 1-6 0,4 7-3 0,-5-13 1 0,0 7 3 16,0 1-2-16,0-1-4 0,-2-2 12 0,3 6-6 16,-2-3 0-16,0 1-2 0,-2-1 3 15,2 3-10-15,-2-2 7 0,-2 0 10 0,-1 4-5 16,1-2-6-16,-4 1 3 0,3 2-2 0,-3 1-6 0,2-2 4 16,1 0 7-16,-3 3-5 0,3-2-5 0,-1 3 11 15,0-2-7-15,0 3 3 0,0-1 1 0,3 1-6 16,-1 0 3-16,-2 0 1 0,3 1-1 0,0-1-2 15,0 0 7-15,0 0-5 0,1 4 5 0,-2-3 5 16,2 2-15-16,2-2 6 0,0 3 3 16,0 0-17-16,-1-1 15 0,2 1 2 0,1 0-4 0,2-2 7 15,-2 0-8-15,1 2-5 0,1 0 10 0,0-1-3 16,2 1-4-16,-2-2 12 0,2-7-9 0,0 16 2 16,2-8 2-16,-2 2 1 0,3-2 0 0,0 1-7 15,-2-1 5-15,0 0 0 0,2 1 5 0,-1-3-14 16,3 2 6-16,-2-1-5 0,3-1 14 0,-1 1-7 15,-2-1-3-15,3 0 3 0,0-2 3 0,2 2-2 16,-1 0 1-16,-2-2-1 0,1-1 0 0,1 1 2 16,2-1-6-16,-2 0 3 0,1-2-8 0,2 1 8 15,4-2 3-15,-2-2 8 0,0 1-14 0,1-2 2 16,1 1 4-16,-2-2 1 0,1 0-4 0,1 0 7 16,1-3-6-16,-4 1 2 0,1-1-6 0,5-2 3 15,-7 1-5-15,3-3 7 0,1 2-3 0,-5-1-8 16,0 0 10-16,2-3-5 0,-2-1 6 0,-4 3-4 15,3-4 1-15,-2 6 4 0,-1-6-4 0,-2 2 2 16,-1 1-1-16,-2 1 2 0,0-6-5 0,0 2 3 16,-2 2-2-16,-2-4-1 0,0 5-5 0,-3-1 5 0,2 2 9 15,-3 1 5-15,0 0-3 0,-1 2 1 16,2-1-19-16,-2 2 9 0,-2 0 12 0,0 0-9 16,-1 2 7-16,0-2-6 0,0 5 8 0,-1-2-8 15,1 2 1-15,-1 0 1 0,0 2-5 0,3 0 4 16,-2 0-4-16,0 4 1 0,1 0-1 0,1 0 3 0,-1 1-4 15,3 2-4-15,-1 0 2 0,0 1-12 0,0 2 1 16,0-1-8-16,-2 3-12 0,2 2-8 16,2 1-2-16,2-3-12 0,0 3-13 0,-1 1-47 15,1-4-126-15,5 0 57 0</inkml:trace>
  <inkml:trace contextRef="#ctx0" brushRef="#br0" timeOffset="104415.33">23047 10972 33 0,'0'0'58'0,"0"0"-6"0,0 0-16 0,0 0-24 0,0 0-4 15,0 0-12-15,0 0-29 0,0 0-35 16,0 0 15-16</inkml:trace>
  <inkml:trace contextRef="#ctx0" brushRef="#br0" timeOffset="107117.42">22734 12026 5 0,'0'0'-2'15,"0"0"0"-15</inkml:trace>
  <inkml:trace contextRef="#ctx0" brushRef="#br0" timeOffset="109416.81">22707 12149 25 0,'0'0'35'0,"0"0"-8"0,0 0-8 15,0 0-1-15,0 0 4 0,0 0-1 0,-13-1-3 16,13 1-4-16,0 0-1 0,0 0-2 0,0 0-2 0,0 0-2 16,0 0 4-16,0 0-9 0,0 0 1 0,0 0-10 15,0 0 9-15,-15 5-2 0,15-5-3 16,0 0-5-16,0 0 5 0,0 0-3 0,0 0-1 15,0 0-6-15,-9 1-5 0,9-1-14 0,0 0-35 16,-8 2 15-16</inkml:trace>
  <inkml:trace contextRef="#ctx0" brushRef="#br0" timeOffset="110520.57">22904 11194 9 0,'0'0'19'0,"0"0"3"0,0 0-2 15,0 0-3-15,0 0-2 0,0 0 2 0,0 0 2 16,0 0-3-16,0 0-1 0,0 0-4 16,0 0 2-16,0 0-5 0,0 0 0 0,0 0-2 15,0 0-2-15,0 0 4 0,0 0-5 0,0 0-5 16,0 0-10-16,0 0-24 0,0 0-39 0,-16-3 17 0</inkml:trace>
  <inkml:trace contextRef="#ctx0" brushRef="#br0" timeOffset="111492.93">10994 8822 34 0,'0'0'42'0,"0"0"-8"0,0 0-1 0,-6-4-2 16,6 4-3-16,0 0-7 0,0 0-8 0,0 0-7 16,0 0-12-16,0 0-13 0,0 0-18 0,0 0-38 15,0 0 17-15</inkml:trace>
  <inkml:trace contextRef="#ctx0" brushRef="#br0" timeOffset="114919.81">22640 12103 5 0,'0'0'3'16,"-7"4"-5"-16,1-1-1 0</inkml:trace>
  <inkml:trace contextRef="#ctx0" brushRef="#br0" timeOffset="117060.72">19746 12298 24 0,'0'0'13'0,"0"0"-17"0,0 0-2 16,0 0-6-16,-5-4 3 0</inkml:trace>
  <inkml:trace contextRef="#ctx0" brushRef="#br0" timeOffset="149322.37">28456 4505 7 0,'0'0'20'0,"0"0"-6"0,0 0 7 15,0 0-2-15,0 0-8 0,0 0 8 0,0 0-9 16,0 0-4-16,0 0 5 0,0 0 1 16,0 0 0-16,0 0-2 0,0 0 1 0,0 0 3 0,0 0 3 15,0 0-7-15,0 0-1 0,0 0 4 0,0 0 0 16,0 0 2-16,0 0-3 0,0 0-4 16,0 0 2-16,0 0 6 0,0 0-1 0,-21-10 0 0,21 10 1 15,0 0 3-15,0 0 1 0,-9-3-3 0,9 3-3 16,0 0 0-16,0 0-3 0,-8-3 6 0,8 3-7 15,0 0 6-15,-10 0-3 0,10 0-5 0,0 0 10 16,0 0-5-16,0 0-1 0,-11-1-10 16,11 1 3-16,0 0 2 0,0 0 2 0,0 0 2 0,-6-3 2 15,6 3 4-15,0 0 3 0,0 0 0 0,0 0-1 16,0 0 14-16,-7-4-17 0,7 4 3 0,0 0 2 16,0 0 1-16,0 0 1 0,0 0-4 15,0 0-1-15,0 0 9 0,0 0-20 0,0 0 6 16,0 0-4-16,0 0-1 0,0 0-6 0,0 0 2 0,0 0-2 15,0 0 3-15,0 0-2 0,0 0 0 0,0 0-9 16,21-3 21-16,-21 3-11 0,15 0-14 0,-4 0 4 16,0 0 9-16,1 0 0 0,5-3-2 15,-1 3 1-15,-2-1-3 0,0 1 2 0,0 0-2 16,-1 0 7-16,0-1-4 0,-2-2-8 0,-2 5 5 16,1-2-1-16,-2-2 5 0,-8 2-10 0,14 0 6 0,-14 0-2 15,8 0 5-15,-8 0-2 0,0 0 6 0,10 0-2 16,-10 0-6-16,9 0 1 0,-9 0-3 15,0 0 7-15,0 0-4 0,0 0-2 0,0 0 1 16,8-1-4-16,-8 1-11 0,0 0-11 0,0 0-10 16,0 0-11-16,0 0-10 0,9 1-7 0,-9-1-48 15,0 0-123-15,8 4 55 0</inkml:trace>
  <inkml:trace contextRef="#ctx0" brushRef="#br0" timeOffset="149670.1">29061 4470 25 0,'0'0'63'0,"0"0"-8"0,0 0-7 0,0 0 3 16,0 0-11-16,0 0-2 0,0 0-5 0,0 0-1 16,0 0-5-16,0 0 4 0,3-6-10 15,-3 6-6-15,0 0 5 0,0 0-7 0,0 0 3 16,13-1 0-16,-6 1-3 0,2-3 13 0,1 0-21 0,2 3 9 16,1-1 2-16,5-2-6 0,0-2-3 0,3 3-4 15,-2-1 2-15,0 0 5 0,-1-1-7 16,1 2 6-16,-1 1-4 0,-5-1-5 0,1 2-14 15,-3-2-7-15,0 4-17 0,-3-2-13 0,0 0-40 16,-8 0-100-16,9 2 45 0</inkml:trace>
  <inkml:trace contextRef="#ctx0" brushRef="#br0" timeOffset="149923.31">29789 4424 33 0,'0'0'74'0,"0"0"-9"0,0 0-7 0,0 0-7 15,0 0 0-15,0 0-14 0,0 0-9 0,9-3-4 16,-9 3-3-16,0 0-12 0,0 0-11 0,10 0-8 15,-10 0-7-15,9 2-6 0,-9-2-8 0,14 1-31 16,-2 2-66-16,-2-1 29 0</inkml:trace>
  <inkml:trace contextRef="#ctx0" brushRef="#br0" timeOffset="150148.34">30459 4410 6 0,'9'-3'92'0,"0"-2"-19"16,0 1 0-16,4-1-11 0,-1 1-5 0,-1 2-18 15,1 0-11-15,2-1-24 0,-2 2-15 0,1-1-15 16,-1 2-41-16,4 0-71 0,-3 0 32 0</inkml:trace>
  <inkml:trace contextRef="#ctx0" brushRef="#br0" timeOffset="150339.15">31081 4339 69 0,'7'-6'95'16,"-7"6"-12"-16,7-2-10 0,-7 2-11 0,11-3-22 15,-5 2-19-15,-6 1-32 0,15 1-22 0,-6 1-34 0,-1 0-72 16,5 0 32-16</inkml:trace>
  <inkml:trace contextRef="#ctx0" brushRef="#br0" timeOffset="150489.29">31391 4306 48 0,'0'0'76'16,"12"-4"-15"-16,-5 3-11 0,2-1-24 0,3 1-17 16,-1 0-20-16,2 0-33 0,-1 1-47 0,0-1 22 15</inkml:trace>
  <inkml:trace contextRef="#ctx0" brushRef="#br0" timeOffset="151071.17">32822 4160 10 0,'0'0'134'0,"0"0"-28"0,0 0-22 0,0 0-33 16,0 0-31-16,0 0-45 0,0 0-39 0,0 0-68 15,0 0 30-15</inkml:trace>
  <inkml:trace contextRef="#ctx0" brushRef="#br0" timeOffset="154633.84">30702 4266 123 0,'0'0'148'0,"0"0"-15"16,0 0-17-16,0 0-6 0,0 0-14 16,0 0-6-16,0 0-12 0,0 0-6 0,0 0-11 15,0 0-10-15,0 0-11 0,0 0 0 0,0 0-16 16,0 0-10-16,0 0-19 0,0 0-12 0,0 0-13 16,0 0-18-16,0 0-12 0,0 0-5 0,0 0-17 0,0 0-67 15,0 0-160-15,0 0 71 0</inkml:trace>
  <inkml:trace contextRef="#ctx0" brushRef="#br0" timeOffset="157949.28">28612 4409 25 0,'0'0'93'0,"0"0"0"16,0 0-11-16,0 0-1 0,-1-14-3 0,1 14-10 15,0 0 0-15,0 0-11 0,0 0-7 0,0 0-6 16,0 0-6-16,0 0-8 0,0 0-1 0,0 0 6 16,0 0-18-16,0 0 1 0,0 0-6 0,0 0 2 15,0 0-6-15,0 0 1 0,0 0-8 0,0 0 6 16,0 0 4-16,0 0-5 0,0 0-8 0,0 0-2 16,0 0 5-16,0 0-7 0,0 0 5 0,0 0-6 15,0 0 8-15,0 0-11 0,0 0 4 0,0 0 8 16,1 36-1-16,-1-36-4 0,7 3 2 0,-7-3-1 15,10 3 6-15,-10-3-2 0,11 1-2 0,-11-1 2 16,0 0 11-16,16 2-15 0,-16-2 3 0,11-2-1 16,-11 2 2-16,13-1-4 0,-13 1 9 0,14-3-6 15,-14 3 7-15,11-3-9 0,-11 3 5 0,11-7 2 16,-11 7 0-16,10-9-3 0,-6 5-3 0,-4 4 0 16,5-7-2-16,-5 7 5 0,5-8 16 0,-5 8-8 15,0 0 0-15,4-9-5 0,-4 9 4 0,0 0-6 16,0 0 4-16,0 0 0 0,0 0 1 0,-7-17-9 15,7 17 6-15,0 0-8 0,-11-4 7 0,11 4-8 16,0 0-14-16,-21 2-9 0,21-2 1 0,-16 3-12 16,6 1-12-16,1 0-8 0,0 0-11 0,-3 2-67 15,5 0-145-15,0-1 65 0</inkml:trace>
  <inkml:trace contextRef="#ctx0" brushRef="#br0" timeOffset="158333.51">28782 4371 5 0,'0'0'87'0,"0"0"-2"0,0 0-10 0,0 0-6 16,0 0 4-16,0 0-16 0,0 0-11 0,0 0 0 15,0 0-6-15,0 0-9 0,0 0-2 0,0 0-8 0,0 0 1 16,0 0-5-16,0 0 10 0,-23-5-9 16,23 5-2-16,0 0-9 0,0 0 1 0,0 0 0 15,0 0 6-15,0 0-5 0,0 0-4 0,0 0-1 16,0 0 0-16,0 0 3 0,0 0-2 0,0 0 1 16,0 0-6-16,0 0 3 0,0 0 7 0,0 0-11 15,0 0-2-15,0 0-4 0,0 0 5 0,0 0 2 16,0 0-12-16,0 0 0 0,0 0-4 0,0 0 1 0,0 0 6 15,0 0-12-15,0 0-1 0,0 0-6 0,0 0 12 16,0 0-21-16,0 0 3 0,0 0-1 16,0 0 10-16,0 0-5 0,0 0 2 0,-9 13-5 15,9-13-4-15,0 0-36 0,0 0-77 0,0 0 35 16</inkml:trace>
  <inkml:trace contextRef="#ctx0" brushRef="#br0" timeOffset="158780.93">28629 4370 17 0,'0'0'38'0,"0"0"2"16,0 0 0-16,0 0-4 0,0 0 3 0,0 0 5 15,0 0 5-15,0 0 1 0,0 0 9 0,0 0 4 16,0 0-9-16,0 0-3 0,0 0 1 0,37-1-3 15,-37 1 2-15,0 0-4 0,14-3-2 0,-14 3 4 16,0 0 0-16,11-5 6 0,-8 3-9 0,-3 2-2 16,0 0-5-16,0 0 4 0,6-7-6 0,-6 7 4 15,3-5-10-15,-3 5 4 0,0 0-5 0,0 0-3 16,0-8-1-16,0 8-1 0,0 0-7 0,0 0-3 16,0 0-2-16,-9-7-2 0,9 7-2 0,0 0-5 15,-9-2 0-15,9 2 10 0,0 0-11 0,-14 2-3 16,14-2 3-16,-13 5-3 0,4-2 2 0,0 2-4 15,2 1-4-15,-4 2 9 0,4-3-9 0,-1 2-1 16,2 1-2-16,-1 1 3 0,1-2 2 0,5 3 5 16,-3-1-4-16,4-9 3 0,1 13-3 0,-1-13-2 15,1 15 2-15,-1-15 3 0,8 14 3 0,0-6-6 16,-1-2 6-16,2 2 0 0,7 2-3 0,-7-3 5 16,2-2 0-16,7 1-2 0,-6-2 2 0,4 3-3 15,-4-4 1-15,4 4-5 0,-3-4-20 0,1-1-19 16,0 2-22-16,4-2-21 0,-5 2-13 0,-4 0-19 15,5-1-60-15,-3-2-190 0,-11-1 85 0</inkml:trace>
  <inkml:trace contextRef="#ctx0" brushRef="#br0" timeOffset="158991.51">28849 4337 24 0,'0'0'140'0,"-9"-5"-14"0,9 5-11 0,0 0-18 15,0 0-7-15,0 0-18 0,0 0-8 0,0 0-27 16,0 0-14-16,0 0-14 0,0 0-15 0,0 0-13 16,0 0-19-16,0 0-21 0,0 0-54 0,22-4-122 15,-22 4 54-15</inkml:trace>
  <inkml:trace contextRef="#ctx0" brushRef="#br0" timeOffset="159500.43">29333 4441 30 0,'0'0'187'0,"0"0"-17"0,0 0-11 0,0 0-14 15,0 0-15-15,0 0-15 0,0 0-6 0,0 0-15 16,15-8-13-16,-15 8-6 0,4-5-6 0,-4 5-9 16,0 0 2-16,7-7-14 0,-7 7-3 0,5-4-3 15,-5 4-6-15,5-6-4 0,-5 6-1 0,2-7-10 16,-2 7-2-16,0 0-3 0,3-9-5 0,-3 9 0 16,2-10-10-16,-2 10-1 0,0 0 2 0,0 0-8 15,0 0 4-15,-6-11-9 0,6 11-2 0,-6-3-2 16,6 3-7-16,-9-1-1 0,9 1 1 0,-17 3 4 15,6-1 4-15,0 1-1 0,1 4 3 0,-3-4-3 16,4 4-2-16,-1-1 3 0,0-1 3 16,2 1 1-16,3 0 0 0,5-6 0 0,-8 13 9 0,5-7-11 15,3-6 5-15,-2 11-3 0,2-11 3 0,3 15 3 16,-3-15-1-16,11 15-7 0,-3-8-21 0,7 1-15 16,0 1-31-16,4-1-20 0,-3 0-19 15,3-3-67-15,-2 2-199 0,2-3 88 0</inkml:trace>
  <inkml:trace contextRef="#ctx0" brushRef="#br0" timeOffset="159677.94">29530 4364 70 0,'0'0'102'0,"0"0"-39"0,0 0-25 15,0 0-18-15,0 0-18 0,0 0-6 0,0 0-22 0,10-3-19 16,-10 3-47-16,0 0 21 0</inkml:trace>
  <inkml:trace contextRef="#ctx0" brushRef="#br0" timeOffset="162059.74">29391 3809 10 0,'1'5'87'0,"-1"-5"-9"16,0 0-11-16,0 0-12 0,0 0-4 0,0 0-14 15,0 0 2-15,0 0-15 0,0 0 3 0,0 0-8 16,0 0-4-16,0 0-2 0,0 0 0 0,0 0-10 15,0 0 1-15,7 3-1 0,-7-3 5 0,0 0-12 16,0 0 6-16,0 0-2 0,0 0 2 0,0 0-2 16,0 0 0-16,0 0-2 0,0 0-1 0,0 0 1 15,0 0 0-15,0 0 5 0,0 0-2 0,0 0-2 16,3 6 4-16,-3-6-1 0,0 0-1 0,0 0 0 16,0 0-1-16,0 0 2 0,0 0 2 0,0 0-4 15,0 0 4-15,0 0-5 0,0 0 5 0,0 0 1 16,0 0 8-16,0 0-2 0,0 0-3 0,0 0 7 15,0 0-2-15,0 0 5 0,0 0 3 0,0 0 7 16,0 0-2-16,0 0-10 0,0 0 9 0,0 0-7 16,0 0 4-16,0 0-4 0,0 0 2 0,0 0-3 15,0 0 8-15,0 0-10 0,0 0-3 0,0 0 1 16,0 0 11-16,0 0-3 0,0 0-7 0,0 0 4 16,0 0-5-16,0 0 2 0,0 0 0 0,0 0 3 15,0 0-1-15,0 0 2 0,0 0 2 0,0 0-7 16,0 0 3-16,0 0-7 0,0 0 10 0,0 0-8 15,0 0 6-15,0 0-8 0,0 0 6 0,0 0-10 16,0 0 5-16,0 0-8 0,0 0 0 0,0 0-2 16,0 0-1-16,0 0 3 0,0 0 0 0,0 0-6 15,0 0 11-15,0 0-6 0,0 0 5 0,0 0-10 16,0 0 7-16,0 0-2 0,0 0-1 0,0 0-3 16,0 0 1-16,0 0 2 0,0 0-1 0,0 0-2 15,0 0 6-15,0 0-4 0,0 0-1 0,0 0-2 16,0 0-1-16,0 0 5 0,0 0-4 0,0 0-2 15,0 0 6-15,0 0-7 0,0 0 9 0,0 0-17 16,0 0 8-16,0 0-5 0,0 0 2 0,0 0 9 16,0 0-7-16,0 0-1 0,0 0 3 0,0 0 14 15,0 0-14-15,0 0 2 0,0 0 5 0,0 0-14 16,0 0 13-16,0 0-3 0,0 0-1 0,0 0 0 16,0 0 7-16,0 0-7 0,0 0 3 0,0 0 3 15,0 0-3-15,0 0 3 0,0 0-7 0,0 0 3 16,0 0 2-16,0 0-1 0,0 0 0 0,0 0 1 15,0 0-4-15,0 0 18 0,0 0-16 0,0 0-1 16,0 0 6-16,0 0-11 0,0 0 12 0,0 0-8 16,0 0-2-16,0 0 1 0,0 0-2 0,0 0 5 15,0 0 1-15,0 0-10 0,0 0 14 0,0 0-5 16,0 0 2-16,0 0-5 0,0 0 1 16,0 0-3-16,0 0 1 0,0 0 1 0,0 0-1 0,0 0 1 15,0 0-7-15,0 0-1 0,0 0-5 0,0 0-5 16,0 0 2-16,0 0-5 0,0 0 7 0,0 0-7 15,0 0-2-15,0 0-2 0,0 0 7 0,0 0-5 16,0 0 1-16,0 0-4 0,0 0 5 16,0 0 3-16,0 0-8 0,0 0 3 0,0 0 0 15,0 0 0-15,0 0 6 0,0 0-2 0,0 0 2 0,0 0 3 16,2 6 1-16,-2-6 0 0,0 0 0 0,2 7 3 16,-2-7-4-16,0 0 0 0,0 0 0 0,1 7-2 15,-1-7 1-15,0 0 3 0,0 0-2 0,0 0 4 16,0 0-1-16,0 0 4 0,4 5 0 0,-4-5 2 15,0 0-2-15,0 0-6 0,0 0 9 16,0 0-7-16,0 0-1 0,0 0-1 0,0 0-7 16,0 0-16-16,0 0-44 0,0 0 20 0</inkml:trace>
  <inkml:trace contextRef="#ctx0" brushRef="#br0" timeOffset="162553.37">29404 3656 17 0,'0'0'59'0,"0"0"-7"0,0 0-12 0,0 0-24 16,0 0-21-16,0 0-26 0,0 0-31 0,0 0 14 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34:31.904"/>
    </inkml:context>
    <inkml:brush xml:id="br0">
      <inkml:brushProperty name="width" value="0.05292" units="cm"/>
      <inkml:brushProperty name="height" value="0.05292" units="cm"/>
      <inkml:brushProperty name="color" value="#FF0000"/>
    </inkml:brush>
  </inkml:definitions>
  <inkml:trace contextRef="#ctx0" brushRef="#br0">18407 12655 1 0,'0'0'4'0,"0"0"4"15,0 0-2-15,0 0-3 0,0 0-1 0,0 0 1 16,0 0-2-16,0 0 8 0,0 0-7 0,0 0 1 16,0 0 5-16,0 0-5 0,0 0-3 0,0 0 0 15,0 0 2-15,0 0-1 0,0 0 1 0,0 0-2 16,0 0-2-16,0 0 1 0,0 0 1 0,0 0 3 16,0 0-1-16,0 0 0 0,0 0 0 0,0 0 5 15,0 0-4-15,0 0 1 0,0 0-1 0,0 0 2 16,0 0-1-16,0 0 1 0,0 0 0 0,0 0-6 15,0 0 3-15,0 0 0 0,0 0 0 0,0 0 0 16,0 0 1-16,0 0-3 0,0 0 3 0,0 0 2 16,0 0-1-16,0 0-1 0,0 0 1 0,0 0 2 15,0 0 3-15,0 0-3 0,0 0-7 0,0 0 4 16,0 0-2-16,0 0 2 0,0 0-5 0,0 0 2 16,0 0 3-16,0 0-3 0,0 0 6 0,0 0-3 15,0 0-2-15,0 0 0 0,0 0-4 0,0 0-1 16,0 0 4-16,0 0 4 0,0 0-3 0,0 0-1 15,0 0 1-15,0 0 1 0,0 0-3 0,0 0 0 16,0 0 5-16,0 0 2 0,0 0-8 0,0 0-2 16,0 0 7-16,0 0-6 0,0 0 1 0,0 0 1 15,0 0-1-15,0 0 6 0,0 0-4 0,0 0-5 16,0 0 4-16,0 0 0 0,0 0-2 0,0 0 0 16,0 0-2-16,0 0 2 0,0 0 0 0,0 0 6 15,0 0-3-15,0 0 1 0,0 0-5 0,0 0 4 16,0 0-3-16,0 0 2 0,0 0-1 0,0 0-1 15,0 0 1-15,0 0-3 0,0 0-2 0,0 0-1 16,0 0-4-16,0 0-6 0,0 0-18 0,0 0 8 16</inkml:trace>
  <inkml:trace contextRef="#ctx0" brushRef="#br0" timeOffset="10844.34">18540 12558 12 0,'0'0'55'0,"0"0"-1"0,0 0-1 16,0 0-10-16,0 0 2 0,0 0-3 0,0 0 3 15,0 0-8-15,0 0-1 0,0 0-4 0,0 0-16 16,0 0 15-16,0 0-9 0,0 0-5 0,0 0 2 16,0 0 0-16,0 0-5 0,0 0-1 0,0 0-3 15,0 0 5-15,0 0 1 0,0 0-8 0,0 0 1 16,0 0-2-16,0 0 1 0,0 0-2 0,0 0-5 16,0 0 1-16,0 0-6 0,0 0-4 0,0 0 8 15,0 0-16-15,0 0-2 0,0 0-9 16,0 0-10-16,0 0-13 0,0 0-39 0,0 0-94 0,0 0 42 15</inkml:trace>
  <inkml:trace contextRef="#ctx0" brushRef="#br0" timeOffset="148254.26">29943 4421 35 0,'0'0'49'0,"0"0"-11"0,0 0-17 16,0 0-12-16,0 0-18 0,5-6-16 0,-5 6-25 16,0 0 12-16</inkml:trace>
  <inkml:trace contextRef="#ctx0" brushRef="#br0" timeOffset="150890.51">28755 4306 53 0,'0'0'108'0,"0"0"-16"0,0 0-2 0,0 0 0 15,0 0-7-15,0 0 0 0,0 0-15 0,0 0-3 16,0 0-10-16,0 0-8 0,0 0-5 0,0 0-1 0,0 0 6 16,0 0-15-16,0 0 0 0,0 0-4 0,0 0 0 15,0 0-9-15,0 0 1 0,0 0 0 16,0 0-6-16,0 0 0 0,0 0 0 0,0 0-4 16,0 0 0-16,0 0 1 0,0 0-1 0,0 0-10 15,0 0 9-15,0 0-6 0,0 0 1 0,0 0-3 16,0 0-8-16,0 0-7 0,0 0-10 0,0 0-6 15,0 0-10-15,0 0-3 0,0 0-9 0,0 0-8 16,0 0-2-16,0 0-4 0,0 0-2 0,0 0-62 16,0 0-141-16,0 0 64 0</inkml:trace>
  <inkml:trace contextRef="#ctx0" brushRef="#br0" timeOffset="151198.23">28832 4285 36 0,'0'0'116'0,"0"0"-18"16,0 0-8-16,0 0-14 0,0 0-5 0,0 0-12 15,0 0-1-15,0 0-12 0,0 0 1 0,0 0 1 16,0 0-2-16,0 0-22 0,0 0 0 0,0 0-17 16,0 0-26-16,0 0-12 0,0 0-23 0,0 0-19 15,0 0-39-15,0 0-121 0,0 0 54 0</inkml:trace>
  <inkml:trace contextRef="#ctx0" brushRef="#br0" timeOffset="154698.13">28843 4272 63 0,'0'0'87'0,"0"0"-4"0,0 0-7 16,0 0-1-16,0 0-16 0,0 0 5 0,0 0-11 15,0 0 0-15,0 0-8 0,0 0-2 0,0 0-13 16,0 0 8-16,0 0-6 0,0 0-3 0,0 0-5 15,0 0 2-15,0 0 3 0,0 0-15 0,0 0-1 16,0 0-9-16,0 0 5 0,0 0 6 0,0 0-5 16,0 0 1-16,0 0-7 0,0 0-8 0,0 0 15 15,0 0-9-15,6-6 10 0,-6 6-14 0,0 0 4 16,0 0-20-16,0 0-4 0,5-3-13 0,-5 3-3 16,0 0-7-16,0 0-3 0,0 0-14 0,0 0-62 15,0 0-134-15,0 0 60 0</inkml:trace>
  <inkml:trace contextRef="#ctx0" brushRef="#br0" timeOffset="156458.13">28791 3874 1 0,'1'-7'18'0,"2"2"2"0,-3 5-3 0,4-12-6 16,-3 4 3-16,3-1-3 0,-1 4 5 15,0-3-5-15,1 2-5 0,-1-1 2 0,2 0-5 16,-3 2 1-16,2-3 6 0,-1 2 0 0,1 0-4 0,-4 6 0 15,3-9-6-15,0 3 7 0,2 2-4 0,-5 4-1 16,3-7 4-16,2 1-3 0,-5 6 0 0,4-8 0 16,-4 8-1-16,4-8-1 0,-1 2 4 0,-3 6-5 15,5-6 2-15,-1 1 1 0,-4 5 1 16,5-8-1-16,-2 3 0 0,-3 5 0 0,5-8-3 16,-3 4 1-16,-2 4 5 0,0 0-1 0,6-11-4 15,-4 7-2-15,-2 4 3 0,3-7-2 0,-3 7 5 0,6-7-2 16,-6 7 8-16,4-6-4 0,-4 6-2 0,6-7 3 15,-3 2 0-15,-3 5-6 0,5-6 8 0,-5 6-2 16,5-8-5-16,-5 8 8 0,6-5-7 16,-6 5 16-16,4-5 0 0,-4 5-4 0,0 0-1 15,0 0 0-15,4-7-3 0,-4 7-1 0,0 0-3 16,0 0 1-16,0 0-1 0,0 0 4 0,0 0-4 0,0 0 3 16,0-7-10-16,0 7-7 0,0 0-6 0,0 0-10 15,0 0-9-15,0 0-8 0,0 0-25 16,0 0-68-16,0 0 30 0</inkml:trace>
  <inkml:trace contextRef="#ctx0" brushRef="#br0" timeOffset="157181.34">28852 3589 15 0,'0'0'30'15,"0"0"-5"-15,0 0-3 0,0 0-2 0,0 0-2 16,0 0 3-16,0 0-10 0,0 0-1 0,0 0-2 15,0 0 6-15,0 0-9 0,0 0 4 0,0 0 2 16,0 0-4-16,22-10 0 0,-22 10 4 0,0 0-5 16,6-2 0-16,-6 2-1 0,0 0-1 0,0 0-2 15,0 0 1-15,0 0-3 0,0 0 1 0,0 0-4 16,7-3 6-16,-7 3 4 0,0 0-1 0,0 0-10 16,0 0 6-16,0 0-2 0,0 0 0 15,0 0-1-15,0 0 4 0,0 0 0 0,0 0-7 16,0 0 5-16,9-1-4 0,-9 1 10 0,0 0-8 0,0 0 0 15,0 0 3-15,0 0-4 0,10 2 2 16,-10-2 0-16,0 0-2 0,3 7-1 0,-3-7-1 0,0 0 5 16,3 9-2-16,-3-9 2 0,0 9 2 0,0-9-3 15,-3 11-3-15,3-11 0 0,-3 13-5 0,-3-5-2 16,6-1-34-16,-1 1-45 0,-2 0 20 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20:17.160"/>
    </inkml:context>
    <inkml:brush xml:id="br0">
      <inkml:brushProperty name="width" value="0.05292" units="cm"/>
      <inkml:brushProperty name="height" value="0.05292" units="cm"/>
      <inkml:brushProperty name="color" value="#FF0000"/>
    </inkml:brush>
  </inkml:definitions>
  <inkml:trace contextRef="#ctx0" brushRef="#br0">19671 7167 10 0,'0'0'58'0,"0"0"-8"0,-8-2-8 0,8 2-3 16,0 0-5-16,0 0 2 0,0 0-6 0,-9-1-8 15,9 1 6-15,0 0-10 0,0 0-2 0,-12 5-2 16,12-5 2-16,-4 4-5 0,4-4-5 0,-6 4 1 16,6-4-2-16,0 0-4 0,-4 5 0 0,4-5 4 15,0 0-1-15,0 0-7 0,-2 7 1 0,2-7 8 0,0 0-7 16,0 0 3-16,0 0-1 0,5 11-2 15,-5-11 3-15,0 0 4 0,8 6-5 0,-4-4-7 16,4 0 8-16,-8-2-1 0,19 5 5 0,-6-2 1 16,4 0-6-16,1-1-1 0,2 0 9 0,2 0-4 0,8 0 0 15,-3 1-7-15,4-1 8 0,0-1 0 16,2 2-5-16,1-3 7 0,2 0-2 0,0 3-1 16,1-2 5-16,1 0 7 0,-1-1-8 0,0 0-1 15,13 2-2-15,-13-1-3 0,0 0 3 0,0-1-1 16,3 0 2-16,11 4 3 0,-11-4 1 0,11 0-8 0,1 1 5 15,-13-2-1-15,13 0-2 0,-12 1 5 0,11 0-3 16,-13 0 0-16,0-3 4 0,1 6-6 16,0-6 4-16,11 3 5 0,-9 0-6 0,-3 0-3 15,12-1-1-15,-10 1 6 0,-2 0 3 0,13 0-3 0,-12-1-6 16,0 2 4-16,0-2-8 0,12 1 7 0,-14 1-2 16,1 0-4-16,0-1 4 0,1 0-3 0,-2 3 8 15,-1-3-3-15,1 1 2 0,-1-1-4 16,-1 0 7-16,1 1-2 0,0 1 3 0,-3-2-6 0,1 0 3 15,0 0 3-15,0 0 2 0,3 0-7 0,1 0-5 16,-4 0 15-16,1 0-8 0,-2 0 6 0,1 0-16 16,2-2 15-16,-3 4-9 0,2-4 2 15,2 2 5-15,-1 0-9 0,3-1 1 0,-3 1 8 0,-3-4 1 16,3 3-2-16,1 0-11 0,0-2 5 0,-1 2 0 16,0-2 5-16,-4 1-6 0,0 0 9 0,1 0-8 15,-3 2 1-15,1 0-1 0,1-4 1 0,-1 1-8 16,-1 3 4-16,0 0 1 0,1-1-1 0,-2 1-3 15,0-1 5-15,2 2-12 0,0-2 20 0,1 1-2 16,1 0-6-16,-1-1-2 0,2 2-3 0,-2 0 2 16,2-1 0-16,-3-1 6 0,3 2-6 0,-2-1 2 15,-3 1 0-15,0-1-11 0,1 0 10 0,-2 0-1 16,-1 0 0-16,-7 2-3 0,3-2-4 0,5 0 7 16,-9 2 2-16,3-2 1 0,6 3-6 0,1-6 1 15,-1 3 0-15,-7 0 2 0,6 0 3 0,2-2-7 16,-2 0 11-16,3 2-8 0,-2-2-1 0,5 1 9 15,-2 0-2-15,1-1-3 0,2 1 1 0,1 0-1 16,-2 1 0-16,0-2-7 0,3 1 0 0,-3 0 6 16,2 2 2-16,-3-2-5 0,0 1-3 0,0 1 11 15,2 2-1-15,-6-3-7 0,3 1-3 0,0 0 8 0,-1 1-2 16,0-1-2-16,-1 0 1 0,3-1-1 16,-4-1-2-16,0 1-1 0,-5-1-1 0,-1-1 8 15,-2 0-4-15,0 2 4 0,1-2-7 0,-1 1 4 16,2 0 0-16,-4-2-3 0,-1 2 0 0,1-2 3 0,-1 3 1 15,-4 0 0-15,0-1-8 0,1-1 0 16,-2 2-10-16,-1-1-7 0,1 1-24 0,-12 0-18 16,13-2-28-16,-7 2-77 0,-6 0-181 0,10-1 80 15</inkml:trace>
  <inkml:trace contextRef="#ctx0" brushRef="#br0" timeOffset="848.33">25295 7219 102 0,'0'0'104'0,"0"0"-16"0,0 0-14 0,0 0 1 16,0 0-3-16,19-7-12 0,-7 4-2 0,5 2-8 15,0-1-4-15,3-1-4 0,8 2 0 0,-5-1-3 16,8 1-6-16,-2 1-1 0,0-6-6 0,3 6 6 16,1-1-7-16,1-2 2 0,1 3-1 0,1-2-3 15,0 1-4-15,3-1 2 0,-3 1-12 0,2 0 16 16,-2 0 0-16,1 0-6 0,1-1-6 0,1 2 3 15,-3-1 2-15,2-2-11 0,-4 3 9 0,5-1-1 16,-1-1-6-16,-3 0 3 0,3 0-1 0,-4 2 0 16,7 0-2-16,-5-2 3 0,0 1-9 0,2 1 10 15,-2-1-10-15,2-1 6 0,0 0-2 0,0 2-2 16,14 0 3-16,-14 0 3 0,2 0-7 0,1 0 0 16,-3 0 1-16,2 0-3 0,-2-2-2 0,-1 2 7 15,3 2-7-15,12-2 4 0,-14 0 0 0,2 0 3 16,-4 0-4-16,16 0-1 0,-12 0 0 0,-3 0 2 0,3 1-3 15,-2 0 6-15,2 2-7 0,-1-2-3 16,1 3 8-16,-4-3-3 0,-1 0 2 0,2 2-5 0,-1 1 6 16,-2-3-4-16,4 1-3 0,0 0-1 15,-2 1 6-15,-3-2 2 0,2 1-4 0,-2 1 3 0,-3-2 2 16,1-1 1-16,0 0-7 0,-2 0 0 0,-3 0-6 16,-5 2 15-16,8-2-8 0,-8-2 3 15,7 2-2-15,-7 0 5 0,1 0-3 0,0-1 0 0,-1 2-1 16,1-2 0-16,1 1-6 0,5-2 7 0,-9 2 4 15,11-1-1-15,-10 1-4 0,7 1-1 0,2-1 3 16,-9 0-4-16,9-1-2 0,-6 1 4 0,4 1 4 16,-5-1 2-16,8 0-10 0,-1 2 4 0,3-1 3 15,-2-1 5-15,2 2-2 0,-3-1 6 0,0 2-12 16,-1-3 4-16,1 1 2 0,1 2-9 0,0-1 5 16,2-1 5-16,1 5-4 0,-1-4 1 0,1-1-2 15,-1 2 4-15,-1 0-6 0,-2-1-3 0,0 0 5 16,1 0 0-16,-3 0-1 0,2-2-2 0,-7 3 3 15,-3-3 3-15,2 0-5 0,0 0-1 0,0 0 2 16,-2 0-4-16,0 2 4 0,0-4 0 0,-1 2-4 16,0 0 1-16,-5 0 5 0,2-3-3 0,-2 3 9 15,-2 3 3-15,2-3-5 0,-4 0 1 0,1 0-3 16,0 0 2-16,1 0-1 0,-11 0-4 0,14 0-3 16,-14 0 3-16,10 0 1 0,-10 0-3 0,10 0 5 15,-10 0 1-15,12-3-11 0,-12 3-4 0,0 0-19 0,9 0-7 16,-9 0-19-16,0 0-17 0,0 0-17 15,0 0-28-15,0 0-21 0,0 0-88 0,0 0-240 16,0 0 107-16</inkml:trace>
  <inkml:trace contextRef="#ctx0" brushRef="#br0" timeOffset="2383.46">9923 8210 2 0,'0'0'50'0,"-9"-5"-2"0,5 1 5 0,4 4-6 16,-10-6-8-16,6 2-5 0,4 4 2 0,-7-4-2 16,7 4-9-16,-9-5-3 0,9 5-1 0,-7-5 0 0,7 5-5 15,-8-3 3-15,8 3 1 0,-7-3-1 0,7 3 4 16,0 0 1-16,0 0-3 0,-8-3-1 0,8 3-1 15,0 0-5-15,0 0 0 0,0 0-2 0,0 0-3 16,0 0 5-16,0 0-9 0,0 0-5 0,0 0 5 16,0 0 4-16,0 0-1 0,0 0-14 0,0 0 12 15,0 0 11-15,0 0-2 0,36 2 2 0,-24-1-9 16,7-1 6-16,1 2 1 0,0-1 0 0,1-1 0 16,9 0 0-16,-2 2 1 0,0 0 4 0,0-1-4 15,1 2-10-15,-1-2 4 0,1 1 3 0,-1 1 1 16,1-1-3-16,3-2 0 0,-1 2-1 0,1-1 3 15,0 1-5-15,3-1 1 0,-2 2 4 0,3-3-6 16,4 1 9-16,12-2 0 0,2-1-1 0,0 0 2 16,-1-1 2-16,5 3 1 0,-1-2-3 0,3-3-2 15,-2 3-4-15,1 0-3 0,-3-1-1 0,4-1 0 16,-4 1 10-16,2 0-14 0,1 2 5 0,2-3 6 16,-7 2-5-16,-1 1-6 0,0 0 4 0,-14 0-3 15,12 1 7-15,-13 1-5 0,14-2-1 0,-12 1 7 16,0 0-14-16,-3 0 18 0,1-1-8 0,-1 3-21 15,-3-1 18-15,2 0-1 0,1-1 3 0,-4 2 2 0,2 2-6 16,-3-3 15-16,-3 1-11 0,0-1-5 16,-6 2 4-16,-3-3-6 0,0 2 0 0,0-1 6 15,-2 1-1-15,-1 0-12 0,-5-1 8 0,-1 0 3 16,1-1 1-16,-1 0 5 0,-2 0-1 0,0 0 3 0,0 0 4 16,-9 0 0-16,11 0 7 0,-11 0-3 0,12 0 5 15,-12 0 2-15,6 0 6 0,-6 0-11 16,0 0 5-16,0 0-8 0,9 0 1 0,-9 0-5 0,0 0 1 15,0 0-4-15,0 0 0 0,0 0-5 0,0 0-13 16,10 0-28-16,-10 0-7 0,0 0-19 0,0 0-23 16,0 0-2-16,0 0-12 0,0 0-7 0,4 7-96 15,-4-7-214-15,0 0 94 0</inkml:trace>
  <inkml:trace contextRef="#ctx0" brushRef="#br0" timeOffset="4279.57">14252 8220 30 0,'-7'-2'68'0,"7"2"-5"0,0 0-9 0,0 0-2 16,0 0-10-16,0 0-3 0,0 0-4 0,0 0-2 16,0 0-8-16,0 0-1 0,0 0-2 0,0 0-2 15,0 0-5-15,0 0 3 0,0 0-1 0,0 0 3 16,28 11-2-16,-15-9-5 0,4 2 2 0,2-3 9 15,9 4 1-15,0-4-2 0,3 3 2 0,3-2 3 16,2 0 0-16,1-1-5 0,15 2 8 0,1-2-11 16,-1-2-2-16,1 2 7 0,-1-1 2 0,0 0-4 15,-2-1-1-15,1 1 1 0,-12-1 0 0,14-1-6 16,0 0 0-16,-2 1 1 0,0 0-3 0,1 0 0 16,-2-3 2-16,-11 4-4 0,16-1 4 0,-3-2 2 0,0 1-1 15,0 2-8-15,-13-1-1 0,14-1 11 0,-1 0-14 16,-1 0 2-16,-1 1 3 0,-9-1 2 15,13 1-13-15,-2 0 15 0,1-1-3 0,-13 0 1 16,-1 2 2-16,1 0-7 0,10-2 11 0,-14 2-10 0,2 0 4 16,1 1-6-16,-1-2-10 0,0 1 8 0,2 0-1 15,-4 0 3-15,1 1 6 0,1-1-18 16,-3 1 12-16,3-1 4 0,-1 2-1 0,-2-2 3 0,-2 0-1 16,0 0 1-16,-4 0-10 0,5 0 5 0,-2 0 0 15,0-2 4-15,0 2-6 0,0 0 7 0,0 0-4 16,2-1 2-16,0 0 1 0,-2 0 4 0,3 1-14 15,-3-2 5-15,-3 1 1 0,2 2 0 0,-2-2-2 16,-1 2-2-16,-1-1-2 0,1-1 4 0,1 1-2 16,-3 0 2-16,-3 0-7 0,-1 0 10 0,-1-1-6 15,7 2 2-15,-7-2-1 0,7 0 3 0,-10-1 3 16,4 2-13-16,-2 0 10 0,1-1-1 0,2 1 2 16,-1-2 1-16,-3 1-6 0,9 0 1 0,-6 2 0 15,7-4 4-15,-2 5-11 0,2-2 7 0,-8 0-1 16,-1 0 7-16,1 0-2 0,-5 0 0 0,6 0-6 15,-2-2 1-15,1 2 1 0,1 0-2 0,-1 0 2 16,-3-2 1-16,4 2-14 0,1-1 15 0,-1 0-6 16,-3 1 7-16,9-2-7 0,-6 1 3 0,-1 1-1 0,6 3 2 15,-5-5-2-15,6 2 1 0,-6 0 2 16,6-1 1-16,-1 1-3 0,-8 0 3 0,3-3-8 16,1 3 6-16,-4-2-1 0,1 2 1 0,3-1-2 15,5 1 3-15,-8 0 1 0,8-2 5 0,-7 2-1 0,9-1-2 16,-1-1-1-16,3 2 3 0,-4 0-5 0,3 0 3 15,-5-2-3-15,2 2-1 0,-8 0 6 16,2 0 0-16,6 0 1 0,-7 2-4 0,1-2-3 16,0 0 4-16,-1-2-1 0,0 2-3 0,7 0 8 0,-7 0-4 15,1 0-2-15,-2 2-1 0,8-4 1 0,-6 2 5 16,0 2-5-16,-2-2 1 0,-1-2 0 0,1 2 4 16,-1-1-4-16,-3 1-3 0,2 1 3 0,0-2-3 15,-5 1 0-15,2 0 3 0,-2 1 2 0,1-1-6 16,0 0 5-16,4-1-2 0,-4 2 0 0,-1-1 0 15,6 0-1-15,-6 2 1 0,6-2-2 0,0-2-2 16,-1 2 7-16,2 0-3 0,-3 2-7 0,3 0 3 16,0-6 2-16,-1 4-2 0,0 2-2 0,1-2 3 15,-2 2-1-15,3-2-4 0,-2 0 6 0,3 1 0 16,-2-2 1-16,-1 2-3 0,3 1-3 0,-2-1 4 16,2-1-7-16,-1 1 9 0,-1 0-2 0,-1-1 3 15,0 2-5-15,3-1-1 0,-3-1 1 0,2 1-4 16,-1 1 9-16,-1-2-7 0,1 1-3 0,0-1 5 15,-3 1 5-15,-3 1-5 0,0-2 3 0,5 2-2 0,-2-1-1 16,-4 0 1-16,6-1-2 0,-6 0 3 16,3 0-4-16,2 2 1 0,-7-2-1 0,3-2 1 15,-2 4 3-15,-1-1-3 0,1-1 1 0,-2 0 3 16,0-1-4-16,2 2 0 0,-1-1 1 0,1 0-1 0,-12 0 3 16,15-1-3-16,-6 2 2 0,2-1-2 15,0 0-2-15,-2-1 4 0,-9 1-2 0,14 1 3 16,-8-1-3-16,-6 0 0 0,12 0-2 0,-12 0 6 15,8 0-3-15,-8 0 4 0,0 0-4 0,10 2-3 0,-10-2 1 16,0 0 1-16,11 1 0 0,-11-1 0 0,0 0 0 16,11-3 1-16,-11 3 2 0,0 0 0 0,11 0 1 15,-11 0 2-15,0 0 0 0,0 0-1 0,9 0 6 16,-9 0-8-16,0 0 1 0,0 0 1 0,9 0 1 16,-9 0-1-16,0 0 1 0,0 0-1 0,0 0 4 15,0 0-4-15,0 0 0 0,0 0 3 0,0 0-6 16,0 0 3-16,0 0 1 0,0 0 0 0,0 0-2 15,0 0 2-15,0 0 0 0,0 0-4 0,0 0 5 16,0 0-3-16,0 0 4 0,0 0-2 0,0 0 3 16,0 0 0-16,0 0 5 0,0 0-3 0,0 0 2 15,0 0 0-15,0 0 0 0,0 0-2 0,0 0 1 16,0 0-1-16,0 0-2 0,0 0-1 0,0 0-1 16,0 0 4-16,0 0-2 0,0 0-2 0,0 0 0 15,0 0 0-15,0 0 2 0,7-3-2 0,-7 3 0 16,0 0-1-16,0 0 3 0,0 0-4 0,0 0-2 0,0 0 0 15,0 0 4-15,0 0-4 0,0 0 1 16,0 0 1-16,0 0-1 0,0 0-5 0,0 0 3 16,0 0 2-16,0 0 3 0,0 0-6 0,0 0 4 0,0 0-2 15,0 0 3-15,0 0 2 0,0 0 0 16,0 0-1-16,0 0-1 0,0 0-3 0,0 0 3 16,0 0-5-16,0 0 4 0,0 0-5 0,0 0 5 15,0 0-3-15,0 0 3 0,0 0-2 0,0 0 0 0,0 0-1 16,0 0-2-16,0 0 1 0,0 0 0 0,0 0-3 15,0 0 5-15,0 0-4 0,0 0-3 16,0 0-7-16,0 0-10 0,0 0-12 0,0 0-8 16,0 0-12-16,0 0-9 0,0 0-22 0,0 0-8 0,0 0-16 15,0 0-15-15,0 0-14 0,0 0-11 0,0 0-12 16,0 0-110-16,0 0-292 0,0 0 130 0</inkml:trace>
  <inkml:trace contextRef="#ctx0" brushRef="#br0" timeOffset="4670.26">20859 7805 146 0,'0'0'137'15,"0"0"-12"-15,0 0-13 0,0 0-21 0,0 0-7 16,0 0-6-16,0 0-10 0,0 0-3 0,0 0-13 16,0 0-5-16,0 0 1 0,0 0-12 0,0 0 3 0,0 0-3 15,0 0-6-15,-8 20-1 0,8-20 2 16,-4 12-13-16,3-7 1 0,1-5-4 0,-4 8 1 0,4-8-1 15,-1 6-1-15,1-6 2 0,0 0-8 16,0 0 11-16,-1 9-2 0,1-9-3 0,0 0 8 0,0 0 0 16,0 0 7-16,0 0-4 0,0 0-2 0,7 4-7 15,-7-4 2-15,19-6-10 0,1 1-39 0,6-2 16 16,5-2-27-16,4-1-20 0,-1-1-28 16,19-7-22-16,-5 1-94 0,-1-2-224 0,2-1 100 0</inkml:trace>
  <inkml:trace contextRef="#ctx0" brushRef="#br0" timeOffset="17606.07">20277 9263 41 0,'0'0'55'16,"0"0"-5"-16,0 0-3 0,0 0-10 0,0 0-2 16,0 0-3-16,0 0-3 0,27-3-2 0,-13 3 1 0,-1-2-10 15,5 0-1-15,0 2-3 0,1-1-2 0,1 2 4 16,1-2-4-16,7 0 2 0,0 1 0 15,-1 0-3-15,5 0-2 0,0 1 2 0,4-1-3 16,-1 1 1-16,5-1-3 0,0 0 9 0,12 2-8 0,-1-2 0 16,3 2 5-16,-14-1-3 0,13-2 1 0,2-1-3 15,1 2 0-15,4 0 6 0,2-3-3 0,3 2-3 16,26 1 2-16,-26-4-3 0,31 5 10 0,-31-2-8 16,29-4-3-16,-3 1 4 0,-28 4-6 0,30-4 0 15,-26 3 8-15,26-3 3 0,-2 3-8 0,-25-2-3 16,30 0 0-16,-32 4 8 0,1-1-3 0,1 1-13 15,1-1 9-15,-2-1 3 0,-1-2 1 0,-1 2 1 16,1 1 1-16,-4 0 8 0,-2 0-6 0,-1 0-6 16,-4 3-2-16,-4-3 1 0,-11 0-2 0,-1 0 2 15,-2 0 5-15,-6 1-3 0,0-1 4 0,-8 1-1 16,-2 0-5-16,0 2-4 0,-7-2 1 0,-1 0 7 16,-2-1 1-16,-1 2-13 0,-2-1 7 0,-6-1-5 15,10 1 2-15,-10-1-1 0,0 0 0 0,11 2 6 16,-11-2-7-16,0 0 0 0,6 3 6 0,-6-3-2 15,4 5-15-15,-4-5-11 0,3 11-11 0,-2-5-19 16,3 3-83-16,1-2-147 0,1 3 65 0</inkml:trace>
  <inkml:trace contextRef="#ctx0" brushRef="#br0" timeOffset="18227.68">26059 9319 38 0,'-5'-3'92'0,"5"3"-2"0,-8-7 3 0,8 7-8 16,-6-4-2-16,6 4-14 0,0 0-8 0,0 0-2 15,10-11-2-15,3 9-8 0,10 0 1 0,10-1-4 16,4 1-4-16,23 0 0 0,-2 2-3 0,5-1-1 0,2-1-4 15,27 3-1-15,-2 3-5 0,-27-4-8 0,2 0 5 16,29 1-5-16,-27 1 0 0,27-3 0 0,-4 4 2 16,-25-3 4-16,31 0-9 0,-4 0 1 0,-2 0-1 15,-27 0 1-15,32-2 4 0,-33 2-2 0,33 2-8 16,-31-2 6-16,1 0-3 0,26-3 3 0,-2 6-5 16,-30-3-1-16,8 2-1 0,30-4 3 15,-7-1-8-15,-26 3 2 0,28-2-5 0,-26 2 1 0,-1 0-1 16,25-3 3-16,-31 1-3 0,6 0 1 0,-1 2 1 15,4 0 0-15,21 2 4 0,-33-2-6 0,2 1 0 16,-3-2 5-16,-1-1-2 0,-1 2 0 0,-13 2 5 16,-2-1 2-16,1 0-1 0,-2-1-2 0,-1 0 1 15,-2 1-1-15,-1-2-1 0,-5 2 5 0,2-2-6 16,-11 1 6-16,2-1-8 0,-4 2 5 0,-4-2-1 16,0 1 4-16,0 0-4 0,-3 1-1 0,-2-2 2 15,-8 1-3-15,14-3 1 0,-14 3-2 0,10-1 1 16,-10 1-10-16,6-2-15 0,-6 2-13 0,0 0-30 15,8-2-26-15,-8 2-38 0,0 0-23 0,0 0-77 16,0 0-240-16,-35-5 106 0</inkml:trace>
  <inkml:trace contextRef="#ctx0" brushRef="#br0" timeOffset="19971.91">6862 10392 22 0,'-4'-8'25'0,"4"8"-2"0,-3-7-6 16,3 7 0-16,-5-8-3 0,5 8-2 0,-3-9 7 15,3 9-7-15,-4-6-3 0,4 6 4 0,-2-8-6 16,2 8 0-16,-7-7-2 0,7 7-4 0,-5-8 6 0,5 8-6 16,-5-5-2-16,5 5-1 0,-6-8-4 15,6 8-3-15,-4-9-4 0,0 4-17 0,1-2 25 16,3 7-6-16,-5-9 0 0,3 3 1 0,2 6 4 0,-5-10-13 15,2 6 17-15,3 4-6 0,-5-9 0 0,5 9 4 16,-6-7-1-16,6 7 2 0,-3-7-2 16,3 7-5-16,-4-9 12 0,4 9-10 0,0 0 10 0,1-10-9 15,-1 10 8-15,4-7-2 0,-4 7-2 0,3-8-3 16,-3 8 11-16,6-7-3 0,-2 3 8 0,-4 4 1 16,6-6 2-16,-2 0-1 0,0 1 7 15,-4 5-4-15,7-6 11 0,-7 6 1 0,5-4 2 0,-5 4-2 16,2-5 4-16,-2 5 0 0,0 0-7 15,8-4 0-15,-8 4-1 0,0 0-5 0,0 0-2 0,0 0-18 16,0 0 16-16,5-3-1 0,-5 3-2 0,0 0-8 16,0 0 7-16,9 0-3 0,-9 0-5 0,0 0 1 15,14 3-3-15,-14-3 3 0,11 3-9 0,-3-1 12 16,2 0 0-16,-1 0-1 0,2 0-2 0,0 1 2 16,-1 0 1-16,1-1-9 0,4 1 4 0,-2-1 4 15,3 0-3-15,1-1 3 0,2 2-4 0,3-1 2 16,-3-1-2-16,9-2 3 0,1 1-9 0,0 0 5 15,1 0-2-15,0 1-3 0,-2-1 4 0,1-1 0 16,0 2 7-16,2-1-5 0,0 0 5 0,2 0-5 16,2 0-5-16,0 0 6 0,1 4 1 0,15 2 0 15,-14-2-3-15,2-1 6 0,12 1-2 0,-14-1-2 16,0-1-3-16,2 1-1 0,0 2 1 0,12-1-3 16,-13 1 8-16,-2 0-6 0,1 1 2 0,0 0-6 15,0-2 12-15,0 4-5 0,-1-3 3 0,3 2-1 16,0-1-3-16,10 1-1 0,-13-2 5 0,1 1-7 15,1-4 6-15,-4 1 2 0,2 0 4 0,-1-1-9 16,-1-2 8-16,3 2-9 0,1-2 9 0,-2 1-8 16,3 0-6-16,-5 2 5 0,1-3 0 0,-6 0-4 0,-1-2 10 15,-6 1-3-15,-2 0-1 0,0 1-3 16,0 0 1-16,-3 0-1 0,3-1 0 0,-2 1 0 16,1-2 2-16,3 1 7 0,1 0 1 0,4-2 1 15,-7 2 0-15,-1-1-10 0,2 2 2 0,-8 0 2 16,-2 0-1-16,2 0-13 0,-4 0-2 0,-1 3-5 0,-1-1-4 15,-1 0-26-15,-6-2-28 0,8 8-83 0,-5-4 37 16</inkml:trace>
  <inkml:trace contextRef="#ctx0" brushRef="#br0" timeOffset="20749.52">11729 10186 61 0,'-9'-4'82'0,"0"2"5"15,1-1-19-15,8 3-1 0,-10-4-10 0,10 4-9 16,-6-2-6-16,6 2-7 0,0 0-3 0,0 0-3 16,0 0 4-16,0 0-5 0,0 0-19 0,0 0 12 15,0 0 0-15,24-2-4 0,-10 2 7 0,4-1-8 16,4 1-5-16,8-1 1 0,3 1-6 0,1-2 3 16,1 2-5-16,3 0 8 0,0 2-4 0,2-2-8 15,13 0 10-15,-13 2-1 0,0-2-9 0,12 6 4 16,-15-4 6-16,4-1-4 0,9 3-4 0,-13 1 3 15,1-2-6-15,0 1 6 0,0-1-6 0,14-1 1 16,-14 0-2-16,-2 1-3 0,-1 0 6 0,3 0 2 16,-3 0-2-16,-1-1-6 0,2 0 2 0,1 2 4 15,-3-2 5-15,2 1-10 0,1-1 3 0,-4 1-2 16,3-2 3-16,0 0 2 0,-1 2-1 0,-1-2-2 16,3 2 3-16,-4-1-1 0,3 2 1 0,0-3 1 15,-4 2-9-15,1-1 7 0,3-1-8 0,2 1 8 16,-1 0 1-16,0-2-1 0,-1 1 4 0,0 0-4 15,5 1 6-15,-3-2 8 0,0-1-14 0,16 0-1 16,-14-1-5-16,0 0 8 0,10-2-7 0,-14 2 10 0,0-1-5 16,0 2 4-16,-2-2-6 0,-3 1 1 0,-4-1 12 15,2 2-20-15,-2 0 11 0,-4 1 2 16,4-2-8-16,-6 1 7 0,0 0-3 0,-1-2-2 16,-1 1-3-16,-1 2 9 0,2-3-8 0,-1 2 4 0,-5 2-7 15,-1-3 7-15,-1 2 1 0,1 0-8 0,-4-2 1 16,1 2 3-16,-10 0 3 0,13 0 0 0,-6-1 0 15,-7 1-7-15,11 0 9 0,-11 0-6 0,0 0-9 16,9 0-1-16,-9 0-9 0,0 0-14 0,9 3-16 16,-9-3-77-16,0 0-139 0,2 5 61 0</inkml:trace>
  <inkml:trace contextRef="#ctx0" brushRef="#br0" timeOffset="21697.75">17567 10333 43 0,'7'0'38'0,"-7"0"-2"16,18 2-5-16,-8-1-2 0,1 0 1 0,0 1-7 16,3-2-1-16,2 0 1 0,4 2-7 0,-2 0 1 15,2 0-1-15,2-1-1 0,1-1 3 0,6 2-4 16,-3-2 3-16,4 1-3 0,-9 1-2 0,9 0 1 15,0-2 4-15,0 1-4 0,0 0 0 0,2-1 3 16,1 0-5-16,2 1 4 0,-2-1-12 0,1 2 6 16,1-2 1-16,0-2 2 0,0 2 4 0,5-1-2 15,11-3-2-15,-11 3 10 0,12-1-9 0,2 0-3 16,0-1-3-16,2 2 9 0,-5 0-5 0,0 1-3 16,1-2 4-16,1 2 1 0,-1 0-12 0,-1 0 8 15,2 3 0-15,-3-2 2 0,-11 1 0 0,1-2-5 16,13 0 0-16,-1 1 0 0,-14-1 0 0,16 0-10 15,-3 0 8-15,2 2 10 0,1-2 2 0,1 0-12 16,-2 0 13-16,1 0-2 0,3 0-6 0,-1-2 2 16,2 4-9-16,-5-4 11 0,2 1-7 0,0-2 2 15,-4 4-4-15,-10-1-2 0,10 0 6 0,2-1-1 16,-15 0-5-16,16-3-5 0,-16 2 8 0,-1-1 2 0,3 2 5 16,-5-3-5-16,2 3-2 0,-2-2 1 0,-2 2-2 15,-1-2 9-15,-2 2-3 0,-9 0 6 16,1-1 1-16,-5 0 2 0,0 1 0 0,-4-1 8 15,0 1-9-15,0-1 13 0,-3 2-4 0,0-3 5 0,-2 2-2 16,-2-1-5-16,-6 2 0 0,9-1-4 0,-9 1 4 16,9-3-4-16,-9 3-1 0,0 0-6 0,8-1-2 15,-8 1 0-15,0 0-2 0,0 0-3 16,0 0 1-16,0 0-2 0,0 0-10 0,0 0 9 0,0 0-35 16,10 0 1-16,-10 0-12 0,0 0-8 0,0 0-7 15,0 0-12-15,0 0-16 0,0 0-18 0,0 0-58 16,0 0-171-16,-20 13 76 0</inkml:trace>
  <inkml:trace contextRef="#ctx0" brushRef="#br0" timeOffset="22429.84">23002 10343 21 0,'0'0'67'16,"27"8"-10"-16,-16-5 1 0,8 1-5 0,-2-1-8 16,13 3-5-16,0-1 1 0,4 1-10 0,1-2 4 15,5 0-5-15,-1 0 1 0,14 0-3 0,-1-1-2 16,-1 1 2-16,4-2-13 0,-4 0 5 0,1 1-3 16,3-3 8-16,2 0-2 0,-1 0 1 0,3 0-3 15,2 0-2-15,3-1 5 0,27-1-3 0,-3 0 13 16,3 0-15-16,-30 1 12 0,33-3-14 0,-28 4 7 0,25-2 2 15,-28 4-3-15,29-4-4 0,-29 4 0 16,2-1 5-16,27-4-7 0,-32 3 2 0,4 0-18 0,-2 0 16 16,3 2-1-16,-2-1-2 0,-2-1 4 15,2-3 1-15,-3 3-3 0,-1-2 9 0,-2 2-13 0,-3-2 0 16,-1 1 3-16,1-1 6 0,-18 1 1 0,3-1-9 16,0-1 8-16,-5 1 2 0,-2 1-4 0,-1-2 8 15,-4 0-1-15,-9 0 1 0,2 1 4 0,-5 0-1 16,-1 2 1-16,-7-1 1 0,-1 1-1 0,-6 0-3 15,14-2 5-15,-14 2-2 0,9-1 1 0,-9 1 6 16,0 0-9-16,9-1 2 0,-9 1-4 0,0 0 0 16,0 0-3-16,0 0 1 0,0 0-7 0,0 0-1 15,0 0-3-15,0 0-18 0,0 0-9 0,0 0-12 16,0 0-27-16,0 0-4 0,0 0-19 0,-27 4-14 16,27-4-12-16,-11 3-18 0,4-1-13 0,1 1-85 15,6-3-235-15,-10 3 105 0</inkml:trace>
  <inkml:trace contextRef="#ctx0" brushRef="#br0" timeOffset="23009.49">28051 10499 82 0,'0'0'92'16,"0"0"-16"-16,0 0-6 0,0 0-2 0,0 0-7 15,0 0-12-15,0 0 3 0,0 0-8 0,18-3 3 16,-4 3-2-16,4 0 0 0,2 0-21 0,3 0 23 16,5 0-8-16,6 0-3 0,0-2 12 0,2 2-11 15,16 0-10-15,-1-3 8 0,3 3-3 0,-2-3 0 16,2 2-5-16,0 0 2 0,0-3 0 0,3 2-2 0,-4-1 0 15,5 1 3-15,0-1-9 0,-3-1 2 16,-1 1 0-16,0 1 3 0,0-2 3 0,-3 3 1 16,2-2-3-16,-15 2 4 0,14-3 2 0,-12 1 4 15,-3 1-8-15,15-1 5 0,-14 3-3 0,0 0-1 0,-2 0-5 16,-2 0-2-16,1 2 3 0,-6-1-7 0,-1 1-1 16,-9-2 0-16,2 3-1 0,-3-3-3 15,-6 2-2-15,1-2 2 0,0 3-3 0,-4-3-2 0,-1 1 0 16,-1 1-7-16,-7-2 2 0,9 0-6 0,-9 0-1 15,0 0-5-15,11 0-12 0,-11 0 4 16,0 0-24-16,0 0-11 0,0 0-12 0,0 0-6 16,-41 1-23-16,19-1-7 0,-7-1-10 0,-6 1-2 0,-3-4-90 15,-17 0-216-15,0-1 97 0</inkml:trace>
  <inkml:trace contextRef="#ctx0" brushRef="#br0" timeOffset="24434.27">9560 11391 3 0,'0'0'25'0,"-10"-3"-1"15,10 3 0-15,-8-2-4 0,8 2 5 0,-11-4-7 16,11 4 3-16,-8-1-5 0,8 1 2 0,-9-1-7 0,9 1 2 15,-11 0-1-15,11 0 0 0,-13 2-6 0,7-1 3 16,6-1-2-16,-12 3 2 0,4-2 1 16,8-1-1-16,-12 3 5 0,5-1 0 0,7-2 9 15,-11 2 5-15,6-1-5 0,5-1 7 0,-9 2-8 0,9-2 9 16,-12 0-10-16,12 0-1 0,-7 0-6 0,7 0 9 16,0 0 5-16,-12 2 1 0,12-2 10 0,0 0-15 15,0 0-1-15,0 0 0 0,0 0-6 16,0 0 2-16,0 0 3 0,0 0-7 0,0 0 1 0,0 0 3 15,0 0-7-15,36 1 3 0,-23-1-13 0,4 0 10 16,3-1 2-16,-1 2 5 0,3 0-7 0,-1-1 5 16,9 3-1-16,-1-2-2 0,3 1 11 0,1-2-13 15,0 0 6-15,3 2 1 0,1-4-2 0,16 2 5 16,-3-2-1-16,1-2-7 0,2 2 5 0,1-2-7 16,1 0 6-16,0 0-13 0,1-1 10 0,3 1-2 15,0-2-1-15,2 1 1 0,4-3 8 0,-1 0-8 16,1 1-1-16,-1-1 0 0,1-1 5 0,-1 2-6 15,-1-2 3-15,5 2 0 0,-3 3-5 0,-3-2 2 16,1 1 0-16,-3 1-8 0,-1 1 2 0,-4-1-2 16,-3 4 2-16,-1-1 1 0,-10-1 0 0,-3 2 3 15,3 0-5-15,-3-2-2 0,0 2-5 0,14 2 3 16,-14-2 8-16,0-2 3 0,14 2-3 0,-15 2-4 16,-1-4-2-16,1 4-2 0,-1-2 11 0,-2 0-10 15,-3 0-1-15,1 0-1 0,1-2 1 0,-3 2 8 16,-8-1-10-16,-2-2-9 0,0 3 11 0,1-1 6 15,-4 0-6-15,-5 1-4 0,1 0 16 0,-4-2-6 16,0 2 3-16,-9 0 2 0,14 0 0 0,-14 0-3 16,10-1 9-16,-10 1 1 0,10-2 1 0,-10 2-2 15,0 0 1-15,0 0-9 0,8 0 4 0,-8 0-3 0,0 0-2 16,0 0-9-16,0 0-18 0,0 0-23 16,0 0-18-16,0 0-18 0,0 0-15 0,0 0-25 15,0 0-85-15,0 0-221 0,0 0 98 0</inkml:trace>
  <inkml:trace contextRef="#ctx0" brushRef="#br0" timeOffset="-124698.23">15178 12343 29 0,'-8'0'36'0,"8"0"-7"0,-17 0-2 0,9 2-1 16,8-2-3-16,-14-2-1 0,7 2-5 0,7 0 0 16,-11 0-1-16,11 0-2 0,-9 0-3 0,9 0 0 15,0 0 1-15,-10 0-5 0,10 0 2 0,0 0 0 16,0 0 0-16,0 0-6 0,0 0 2 0,0 0-3 16,0 0 0-16,0 0-1 0,-8 0-1 0,8 0 11 15,0 0-8-15,0 0 5 0,0 0 0 0,0 0 10 16,0 0-7-16,22 10 4 0,-16-6-1 0,1-2 4 15,0 1-4-15,5-1 7 0,1 0-6 0,4 1 7 16,-1-1-6-16,4 0-3 0,-2 0 5 0,0-2-6 16,2 1 8-16,0-1-5 0,-1 0 3 0,1 0-8 15,-1 1 7-15,3-1 3 0,-5 1-6 0,3-1 4 16,1 0-7-16,-3 3 1 0,1-3-3 0,-3 1 3 16,2 2 9-16,-4-3-5 0,0 1-4 0,3 0-1 15,0 1 4-15,-5-2-4 0,6-1 6 0,-4 2 2 16,0-2-4-16,3 1 1 0,-3 0 1 0,0 1 2 15,6-3-15-15,1 0 15 0,-1 0 2 0,10-3-5 16,1 3 10-16,-1-1-5 0,3-1 2 0,3 0 0 16,-1 1-6-16,2-1 3 0,1 1-12 0,-2 2 11 0,3-3-9 15,0 1 5-15,-2 2 0 0,1 0-4 16,-1-1 1-16,1 2 0 0,0-2 1 0,-1 0-4 16,0 0-7-16,2 1 8 0,0 0-2 0,-2 2-1 0,1-4-2 15,3 3-7-15,-1 0 6 0,-5-1 4 16,5-1 0-16,-2 0-3 0,14 0-3 0,-12 2-4 15,12-2 15-15,-12 0 3 0,12-1-15 0,-1 2 7 16,-13-1 6-16,14 2-14 0,-3-3 8 0,-8 1 5 0,11-1-12 16,1 0 3-16,-1-1 3 0,0 1 2 0,-2-1-5 15,-10-1 0-15,14-2 5 0,-15 3-1 16,15-2 3-16,2-1 1 0,-1 3 7 0,-1-1-5 16,-4 0-6-16,2-1 4 0,-2 2 2 0,-11 0 0 0,13 3-8 15,-13-5 4-15,11 4 4 0,1-1-7 0,-14 0 5 16,0 1 2-16,4 1-4 0,-2 0-4 0,0 0 0 15,2-1-1-15,-3 2 6 0,12 0-6 0,-9 0 5 16,-3 0-1-16,15 2 4 0,-15-2-1 0,2-3-2 16,1 3 2-16,11 1-1 0,0-1-5 0,-12-1-4 15,10 1 9-15,2 0-9 0,-12-1 4 0,0-1 8 16,13 2-10-16,-2-3 2 0,-11 0-3 0,14 2-4 16,-3 1 5-16,4-4-4 0,-4-4 5 0,4 5 9 15,-5-4-8-15,3 6-1 0,0-5 7 0,-1-1-8 16,2 4 4-16,-2-3-9 0,1 3 12 0,-1 1 1 15,-1-2-1-15,-2 0-7 0,-8 1 2 0,10 0 1 16,1-1-1-16,-13 1 2 0,13-1 0 0,-14 1-3 16,3 0 2-16,9-1-3 0,-14 2-3 0,3-1 7 15,-4 1 1-15,1 0 4 0,-1 0-6 0,0 1-4 16,-3 1 2-16,-1-3-3 0,-2 0 2 0,-1 2-4 16,-8-1 3-16,0 2 4 0,0 0-7 0,-2-3 8 15,0 3-5-15,-5 0 1 0,-2-1-4 0,-3 1 6 16,1 0-4-16,-9 0 1 0,13-1 7 0,-13 1 7 15,9-2 2-15,-9 2 6 0,8 2-2 0,-8-2 0 0,0 0 1 16,0 0-3-16,9 0-2 0,-9 0-2 16,0 0-2-16,0 0-2 0,0 0 1 0,0 0-11 0,0 0-10 15,0 0-15-15,0 0-17 0,0 0-20 0,0 0-17 16,0 0-27-16,0 0-13 0,3 5-24 0,-3-5-19 16,0 0-96-16,0 0-274 0,-3 12 121 0</inkml:trace>
  <inkml:trace contextRef="#ctx0" brushRef="#br0" timeOffset="-123598.92">23443 12412 22 0,'0'0'87'0,"-6"-4"-2"0,6 4-15 16,-7-3 7-16,7 3-7 0,-4-5 4 0,4 5-16 15,0 0 7-15,-6-5-14 0,6 5-1 0,0 0 0 0,-5-6 7 16,5 6-11-16,0 0 3 0,0 0-11 0,-3-7 11 16,3 7-17-16,0 0 10 0,0 0-8 15,0 0-6-15,0 0-2 0,0 0 1 0,0 0-4 16,7-13-3-16,-7 13-9 0,8-3 10 0,-8 3-7 0,10-1 8 15,-4 0-15-15,5 1 0 0,-3-2 4 0,2 2 0 16,3-2-4-16,-1 4 5 0,-1-4-3 0,4 4 0 16,5-4-6-16,3 2 8 0,7 2-2 0,6-2 6 15,15 0-1-15,3 0-7 0,1 0-11 0,-4 0 10 16,3 2 0-16,0 0 6 0,-1 1-4 0,2-3 1 16,-3 2 8-16,2-4-9 0,-2 5-2 0,2-2 4 15,-2 1 2-15,-3-1 3 0,3 1-2 0,-12 1-2 16,15-3 2-16,-1 0 8 0,1 1-16 0,-2 2 15 15,2-2-3-15,1 1 0 0,-2-3 9 0,2 1-5 16,2-2-1-16,3 0 2 0,-3 1-6 0,-1-2-1 16,2 1 2-16,3 2 0 0,-3 0-11 0,2-1 9 15,1 1 2-15,-1-1 0 0,0 2 0 0,-1-2-3 16,3 1 3-16,0 1-1 0,-3-4 0 0,3 5-3 16,-4-4 1-16,-1 5-3 0,1-3 0 0,-1 2-3 15,3 1 1-15,-5-2-1 0,2 2 4 0,0-3-5 16,1 1-1-16,-1 1 4 0,-1-1-5 0,1 1-2 15,-1-2 3-15,-2 3 2 0,3-2-8 0,-1-1 3 16,-5-1 0-16,2 1 2 0,-3 0 4 0,-15 0 0 0,18-4 4 16,-16 2-2-16,-1 2 2 0,1-2-4 0,-3-1 0 15,1 2 8-15,0 0-4 0,1 2 5 16,-2-2 1-16,-1-1-4 0,0 2-2 0,-3 2 2 16,2-1-1-16,-1 0 0 0,-1-1 0 0,-3 3-3 0,1-2 0 15,-2 0-1-15,-1 0-4 0,-5-2 4 0,7 1-2 16,-7 0-1-16,-1 0 4 0,2-1-3 0,-3 1 1 15,3-2-2-15,-4 0 0 0,3 1 4 0,-2-2 0 16,1 0 0-16,-1-1 3 0,2 1 0 0,-2 0 0 16,-1-1-5-16,-2 1 0 0,2-2-5 0,1 1 7 15,2 3-4-15,-1-5-4 0,-2 3 0 16,2-1 4-16,1 1-3 0,1 2 3 0,-1-1-3 0,1 0 0 16,5 0-1-16,-5 0-4 0,1 1 6 0,4 0-3 15,3 1-4-15,-2 0 4 0,0-1 0 0,3-1-3 16,1 2-2-16,-3 0 7 0,2 0-3 0,0 0 0 15,1 0-2-15,-6-2-4 0,4 3 4 0,1 0 2 16,-2-1-2-16,2-1 2 0,-1 1 1 0,0 0 1 16,-1 1-5-16,-2-3 0 0,1 2 3 0,-7 0-2 15,3 1-2-15,-5-3 4 0,3 2 0 0,1-2-1 16,2 1 0-16,-2-1 0 0,-1 0-2 0,6-2-1 16,-1 2 5-16,-6-3-1 0,0 2-2 0,6 2-1 15,-7-3 3-15,0 1 0 0,-1-1-4 0,-1-1 2 16,-4 2 0-16,-1 1 1 0,-1-2-2 0,1 0 4 15,-3 1 2-15,0-1-2 0,0 3-1 0,-3-1-5 0,-7 2-7 16,13-2-1-16,-13 2-19 0,10-3-18 16,-10 3-18-16,7-1-24 0,-7 1-21 0,0 0-25 15,0 0-26-15,0 0-22 0,0 0-99 0,0 0-308 16,0 0 136-16</inkml:trace>
  <inkml:trace contextRef="#ctx0" brushRef="#br0" timeOffset="-121858.61">5365 13730 8 0,'-9'-8'14'15,"-2"1"-4"-15,1 0-2 0,1 0-3 0,0-3 3 16,0 5-3-16,0-2 1 0,2-1-5 0,-1 2-1 16,-2 0-2-16,2-2 1 0,-1 1-5 0,0 2-4 15,3 0-10-15,-1 0 5 0</inkml:trace>
  <inkml:trace contextRef="#ctx0" brushRef="#br0" timeOffset="-120772.5">5059 13381 25 0,'0'0'22'0,"-9"-2"1"0,9 2-6 0,0 0 6 16,-9-2 0-16,9 2-4 0,0 0-2 0,0 0 6 15,0 0-3-15,-11-1 4 0,11 1-3 0,0 0-5 16,0 0-1-16,-5-4-2 0,5 4 3 0,0 0-4 16,0 0 6-16,0 0-5 0,-9-1 3 0,9 1-7 15,0 0 5-15,0 0 0 0,0 0-7 0,0 0-3 16,0 0 2-16,0 0 9 0,0 0-6 0,0 0-3 15,-12 0 1-15,12 0 3 0,0 0-12 0,0 0-1 16,0 0 6-16,0 0 3 0,0 0-6 0,0 0 5 16,0 0-2-16,0 0-5 0,0 0 2 0,0 0 0 15,0 0 17-15,0 0-7 0,0 0 3 0,0 0-3 16,0 0 6-16,17 15-5 0,-12-14 1 0,-5-1 3 16,10 2 9-16,-10-2-4 0,13 1 1 0,-4-1 1 15,2-3-5-15,0 3-1 0,-1-1 0 16,2-1 0-16,0 2-2 0,1-2 4 0,5 1-1 15,0-3-1-15,-2 2 9 0,2-1-16 0,1-1 5 0,2 2 0 16,0 1 2-16,-1-2-4 0,8 3 5 0,-5-2-8 16,6 2 4-16,-1 0 0 0,2 2-2 0,-1-2 4 15,0 1-9-15,2 1 7 0,-2 1 0 0,1 1-2 16,-1-1-2-16,3 1 4 0,-1-2 3 0,0 1-4 16,2-1 3-16,1 1-1 0,1 0-6 0,-1 0 3 15,2 0 1-15,1-3-4 0,1 1-6 0,2 3 6 16,-1-2 9-16,12 4-7 0,-13-4-3 0,0 2-4 15,3-3 12-15,10 3-9 0,-12 0 2 16,11 0 5-16,-13-2-5 0,3-1 0 0,0 0-9 16,-3-1 13-16,4 0-7 0,12 0-9 0,-13 3 19 0,-1-3-2 15,-2-1 1-15,1 1 3 0,-2-3 1 0,1 2-1 16,-3-1 3-16,1 0 0 0,-3 2-9 0,1-2 10 16,-2 2-2-16,-2 0-3 0,-2 1 0 0,-5-2-7 15,-2 0-3-15,1 2 3 0,0-1 3 0,-4-1 1 16,2 3-2-16,-5-1 1 0,3-1-3 0,-4 2-4 15,-2-2 3-15,-2 2 3 0,-1-2-10 0,-1 0 5 16,-7 0-3-16,12 1-1 0,-12-1 2 0,8 1 3 16,-8-1-4-16,0 0 3 0,9 3 5 15,-9-3 3-15,0 0 5 0,0 0-1 0,6 0 4 16,-6 0 1-16,0 0-1 0,0 0 0 0,0 0-2 16,0 0-3-16,0 0-5 0,0 0 0 0,0 0-2 0,0 0-5 15,0 0-14-15,0 0-13 0,0 0-15 0,0 0-32 16,9 3-5-16,-9-3 6 0,5 5-27 0,-5-5-15 15,9 9-11-15,-3-6-84 0,2 2-223 0,2-3 99 16</inkml:trace>
  <inkml:trace contextRef="#ctx0" brushRef="#br0" timeOffset="-119130.49">10855 13444 22 0,'0'0'31'16,"0"0"0"-16,0 0 3 0,-10 1-4 0,10-1-2 16,0 0-8-16,0 0 3 0,0 0-6 0,0 0-3 15,0 0 2-15,0 0-6 0,0 0 1 0,0 0 1 0,0 0-2 16,0 0 4-16,0 0 0 0,0 0-8 15,0 0 5-15,23 8 2 0,-14-7-3 0,3 0 9 16,1 0-3-16,0 0 1 0,5 1-2 0,0 0 2 16,0-1 7-16,3-1-7 0,0 2-5 0,-1 0 6 15,2 0 0-15,6-1-4 0,0 1-1 0,0-1 1 16,1 0 0-16,-3 1-5 0,4-1 5 0,-1 0-3 16,2-1 3-16,-3 2-3 0,3 1 6 0,-2-3-6 15,2 1 6-15,-1 1-3 0,3 0 3 0,-2 0-1 16,-1-1 0-16,1 1 0 0,0 0 0 0,1-1 2 0,7-1 4 15,10 0-4-15,-9 2 3 0,1-2 2 0,10 0-7 16,-1 0-9-16,1 0 5 0,-10-2 3 0,9 4-4 16,3-2-1-16,-3 0 1 0,2 0-1 15,-13 0 7-15,12 1-8 0,-1-1 6 0,-9 0-8 16,-2-1 0-16,15-1 9 0,-3 2 1 0,3-2-4 0,-2 0 3 16,-1 1-9-16,-10 1 8 0,10-3 6 0,3 2-3 15,-2-2-3-15,-1 2 2 0,1 0 2 0,2 0-5 16,0 1-2-16,-1 0 0 0,-1 0-1 0,-2-3 5 15,3 2-3-15,-14 0-2 0,15 1 2 0,2 0 1 16,-2 0 4-16,-2 0-9 0,3 1 0 0,0-2-3 16,-1-1 5-16,0 2 6 0,-3-1-2 0,1 0 1 15,0 2-2-15,-1-4-1 0,3 0-1 16,-16 3-1-16,14-2-1 0,-12 1 3 0,10 1-1 0,4-1 1 16,-16 2 0-16,2-2 1 0,12 1-1 0,-12 0 4 15,-1-3-4-15,-1 5 2 0,0-4 0 0,-2 1 1 16,2 2-4-16,0 1 4 0,-6-4-5 0,2 2 1 15,-3 0 0-15,-4 0 0 0,-5-1-1 0,-1 1-2 16,-3-1-3-16,-1 1 0 0,-3 0-1 0,-5-1 5 16,0 1 0-16,0 0-2 0,-9 0 2 0,9-1 5 15,-9 1 7-15,9-1 11 0,-9 1-11 0,0 0 5 16,9 1-1-16,-9-1 1 0,0 0-2 0,0 0-6 16,0 0-3-16,0 0 0 0,0 0-2 0,9 0 2 15,-9 0-3-15,0 0-1 0,0 0-3 0,0 0-3 16,0 0 2-16,0 0-5 0,0 0-8 0,0 0-9 15,0 0-21-15,0 0-16 0,0 0-24 0,0 0-16 16,0 0-17-16,0 0-28 0,0 0-135 0,0 0-293 16,0 0 130-16</inkml:trace>
  <inkml:trace contextRef="#ctx0" brushRef="#br0" timeOffset="-118163.9">18018 13651 60 0,'0'0'66'0,"-5"-4"-9"0,5 4-7 16,0 0-6-16,0 0-6 0,0 0 1 0,0 0-1 15,0 0-11-15,0 0-4 0,0 0 3 0,24-3 4 16,-14 3-1-16,9 0-9 0,-2 2 0 0,5-2-6 16,6 0 7-16,1 0-3 0,3 0 3 0,3 1-1 15,3 0 4-15,14-1-3 0,3 1 3 0,0 1-6 16,3 1 8-16,1-2-15 0,3 2 9 0,1-3-3 15,-2 0 0-15,4 1-5 0,25-1 3 0,-29 3 1 16,4-5-4-16,2 4 2 0,22 1-2 0,-24-2 0 16,2 1-4-16,-1-1 3 0,29-2 4 0,-6 2 7 15,-25-1-10-15,27-1 9 0,-26 2-3 0,27 2-6 16,-29-2 6-16,29-5 3 0,-26 6-13 0,28-1 4 16,-29-4 10-16,27 2-6 0,-27 2 7 15,30 5-9-15,-30-8 1 0,30 2-2 0,-29 0-2 0,27-1 0 16,-30-2 12-16,27 0-10 0,-26 0-8 0,27 2 3 15,-24-3 3-15,22 1 1 0,-25 1 4 0,2-1-6 16,25 0 0-16,-26 2 1 0,-1-2 2 0,0-1-2 16,-1-1 1-16,3 2-12 0,0-1 13 0,-3 1-6 15,0 0 10-15,-1 0-1 0,1-2-1 0,-2 3-9 16,1-1 9-16,-1-3-5 0,4 2-6 0,-5 0 12 16,2 0 6-16,-2 0-9 0,1 0 2 0,0-1 2 15,-2 1 0-15,0-1-4 0,0 3 2 0,-2-4-5 16,0 3-6-16,-1-2 2 0,1 0 3 0,2 1 2 15,-4 0-3-15,-2-1-4 0,-2-1-2 0,2 0 1 16,-4 1 4-16,-10 2-2 0,10-2-3 0,-11 1 4 16,2 0-2-16,-3 1-2 0,3-2 7 0,-2 2-3 15,0-2-5-15,-1 0 9 0,0 0-4 0,1 1 1 16,-3 1-4-16,1-3-2 0,0 5 3 0,0-4 0 16,-1 2 0-16,0-1-1 0,-2-1 2 0,0 0-3 15,1 0-5-15,-1 1 8 0,-4 0 1 0,1 1-4 16,-2 1 0-16,-7-1 0 0,2 0 8 0,-5-1-4 0,5 4 5 15,-2-3-3-15,-3 2-5 0,-3-1 1 0,-2 1 6 16,-2 0-1-16,-2-1-1 0,-1 2 6 0,2 0-11 16,-10 0 6-16,11 0-1 0,-11 0 3 15,8 0 2-15,-8 0-5 0,0 0 0 0,0 0 5 16,9-2-7-16,-9 2 3 0,0 0 0 0,0 0-5 0,0 0-6 16,10-1-11-16,-10 1-15 0,0 0-21 0,0 0-23 15,0 0-17-15,0 0-23 0,0 0-9 0,0 0-3 16,7 3-9-16,-7-3-71 0,6 2-221 0,2-1 97 15</inkml:trace>
  <inkml:trace contextRef="#ctx0" brushRef="#br0" timeOffset="-117658.24">25938 13479 71 0,'0'0'80'0,"0"0"-3"16,0-10-8-16,0 10 2 0,0 0-15 0,0 0 12 16,-5-12 3-16,5 12 3 0,0 0 2 0,-2-7 2 15,2 7-10-15,0 0-4 0,0-9-8 0,0 9-5 16,0 0-9-16,9-5 0 0,1 1-6 0,3 2 1 15,5-1-8-15,1 1 2 0,9 0-4 0,3 1 4 16,0 0-2-16,7 1 2 0,3 1-3 0,10 0-3 16,3 2-5-16,3-1 5 0,1 0 0 0,3 0 0 15,2-1-4-15,27 3-1 0,-27-2-2 0,2-1 6 16,0-1-4-16,2 1 3 0,-2 2-4 0,25 2 10 16,-29-3-5-16,1 0 1 0,-1-1 2 0,4-2 0 15,-2 1-6-15,27 1 3 0,-30 0-4 0,3-2 2 16,-2-4-7-16,2 6 2 0,-3-1 1 0,-3-1 1 15,3 1-1-15,-5-4 0 0,-1 3-4 0,-16 0-4 16,2 2 3-16,-2-4 0 0,0-1-1 0,-2 4-4 16,-6-1-3-16,-1-2 4 0,2 0 2 0,-11 3-3 15,2-3-1-15,-2 2-1 0,-2 0-2 0,-3 1 2 16,-3-2 1-16,1 1-5 0,-6 0-1 0,1 1-1 16,-8 0-9-16,11 1-7 0,-11-1-16 0,11-1-8 15,-11 1-23-15,0 0-14 0,7-1-13 0,-7 1-5 16,0 0-11-16,0 0-12 0,0 0-14 0,0 0-92 0,-37 2-241 15,18-2 106-15</inkml:trace>
  <inkml:trace contextRef="#ctx0" brushRef="#br0" timeOffset="-116350.8">6639 14362 11 0,'0'0'33'0,"-8"4"-1"15,8-4 3-15,-4 6-4 0,4-6 5 0,0 0 1 16,0 0-5-16,21 5 3 0,-8-5-2 0,8-1 9 16,7 0-2-16,3-1-5 0,5-2 6 0,2-1 11 15,14 2-9-15,3-4-1 0,3 2 1 16,-6-4 2-16,6 3-10 0,-1-1 6 0,3-2-10 0,-3 6 2 16,-2-4 1-16,0 1 2 0,5 2-5 15,-5-3-3-15,0 5 3 0,-3-3 0 0,-1 1-5 0,-10 3 2 16,10-2-10-16,-11 3 11 0,10-1 0 0,-13-1 14 15,2 1-17-15,-2-2 1 0,2 2-8 0,-1 1 10 16,0-2-9-16,1-3 5 0,-6 1-12 0,1 1 1 16,-3-1 7-16,1-1 2 0,0 1-6 0,-3 2 1 15,1-2 5-15,-10 1-3 0,-1 1 2 0,1-1-2 16,-3 1 5-16,-4 1-7 0,-1 0-5 0,-1 1-2 16,-3-1 6-16,-8 1-5 0,13-1-2 0,-13 1 6 15,10-2-2-15,-10 2-1 0,0 0 5 0,9 0-6 16,-9 0-4-16,0 0 1 0,0 0 1 15,0 0-2-15,8-1 0 0,-8 1-1 0,0 0-1 0,0 0-2 16,0 0-9-16,0 0-8 0,0 0-12 0,0 0-11 16,-21 14-21-16,17-10-21 0,4-4-7 0,-7 9-19 15,7-9-16-15,-4 8-90 0,4-8-226 16,0 0 100-16</inkml:trace>
  <inkml:trace contextRef="#ctx0" brushRef="#br0" timeOffset="-116095.09">9268 14030 53 0,'-2'-9'128'0,"2"9"-16"0,0 0-8 16,0 0-7-16,-7-10 3 0,7 10-17 15,-7-6-6-15,7 6-7 0,-2-4-5 0,2 4-10 16,0 0 4-16,0 0-12 0,-7-3-19 0,7 3-18 0,0 0-5 16,-10 0-21-16,10 0-14 0,0 0-11 0,-18 4-15 15,12-2-12-15,6-2-4 0,-12 4-63 0,6-1-147 16,6-3 65-16</inkml:trace>
  <inkml:trace contextRef="#ctx0" brushRef="#br0" timeOffset="-108990.36">13572 16318 11 0,'0'0'20'0,"-8"4"2"0,8-4-2 15,0 0 2-15,-4 6-6 0,4-6 3 0,-5 5-1 16,5-5-6-16,0 0 5 0,0 0-2 0,0 0 1 16,0 0-5-16,-4 6 0 0,4-6-4 0,0 0 17 15,0 0-15-15,-2 8 3 0,2-8 5 16,0 0 3-16,0 0-6 0,4 10-5 0,0-6 3 15,-4-4-3-15,7 5 1 0,1-1 2 0,-4-1 0 16,4 1-1-16,-1-1 3 0,0 0-8 0,4 0 2 16,-2 0 5-16,3 0 0 0,-1-1 3 0,2 1 0 15,1-1-3-15,3 1 9 0,4-3-7 0,6 1-2 0,0 1 4 16,2-2 0-16,3 2 0 0,-5-4 0 16,4 4-2-16,0-2 3 0,-1 1 2 0,1-2-3 15,3 1-1-15,-1-2-9 0,3 2 7 0,-4 0-3 16,1-2-1-16,5 1-2 0,-1 1 5 0,-1-2 12 15,2 0-8-15,14 1-1 0,-14-3 4 0,2 1-6 16,12-1 1-16,0 2 13 0,-2-2-5 0,-10 0 5 16,12-1-12-16,-1 0 1 0,-11 4 4 0,0 0-7 15,12-1-3-15,-12 1 5 0,-1-2-4 0,12 1 3 16,-12 2-5-16,12 1 2 0,-10-1-1 0,9-1 8 16,1 2-12-16,-13-2 4 0,14 1 6 0,-13-2-7 15,13 2-7-15,-12 2 3 0,12-4-6 0,-13 5 5 16,12-3 4-16,-14 1-11 0,2 2 7 0,0-1 6 15,2 0-17-15,-4-1 3 0,1 3 3 0,13-1 1 16,-11 0 1-16,-2-3 1 0,2 3-3 0,-1-2 3 16,12 2 0-16,-11-3-4 0,12 3 7 0,-15-1-4 15,2 0 1-15,1 0 8 0,14-1 4 0,-18 0-4 16,3 3-6-16,0 0 4 0,-2-1-3 0,-2 0 3 16,2 1 9-16,-3-1-6 0,2 1 0 0,0-1-1 15,-2-1-3-15,1 1-2 0,-2 0 4 0,2-2 0 16,-1 2 2-16,-1-1 5 0,4-2-7 0,-1 2-1 15,-4-2-5-15,0 2 11 0,-1-4-11 0,-1 2 7 16,1-2-7-16,1 4 9 0,-4-5-4 16,1 2 1-16,1 0-2 0,-3 2 3 0,-7-2-2 0,8-1-2 15,-6 1 3-15,6 2-1 0,-7-2-1 0,0 2 1 16,-2-2-8-16,3 2 6 0,-1 1-8 0,-1-2 8 16,1 1-7-16,-1-1 5 0,-1 0 0 0,-1 0 4 15,3 0-6-15,-1 0 3 0,-2 1-3 0,4-3-4 16,-1 3 2-16,0-2 6 0,-1 1 1 0,8-2-8 15,-6 2 7-15,5-2-4 0,2 4-2 0,-6-2 3 16,4 0 2-16,1-1 0 0,-5 2-1 0,-2-3-2 16,7 0-1-16,-1 0 2 0,-6 2 0 0,-1-1-3 15,7-1 0-15,-8 1-3 0,1-1 7 16,-1 2-6-16,0-2 4 0,-2 0-3 0,1 0 2 16,-5 1 2-16,6 1-4 0,-6 0 6 0,6 0-6 15,-8 0 4-15,3 0 0 0,-2 0 0 0,1 0-4 16,-2 0 4-16,1-1-1 0,-3 1 3 0,2 0-1 0,-3 0-2 15,1 1-5-15,0-1-3 0,-2 1 6 0,4 1-13 16,-11-2-15-16,14 0-19 0,-8 2-29 0,2 0-26 16,-1 0-23-16,-2 1-100 0,-5-3-240 0,12 2 106 15</inkml:trace>
  <inkml:trace contextRef="#ctx0" brushRef="#br0" timeOffset="-108270.78">19987 16495 61 0,'0'0'71'0,"0"0"-10"0,0 0-5 16,0 0-7-16,0 0-1 0,0 0-3 0,0 0-13 16,26-7-1-16,-13 7-8 0,4 1 4 0,3-1-6 15,7 1-1-15,2-1 9 0,4 0-4 0,2 0 4 16,4-1-4-16,0 2 17 0,-2-2-11 0,2 2-1 16,2-2 7-16,10-2-14 0,0 3 15 0,0 0-11 15,-12-2-2-15,14 2 4 0,4 0 7 0,-1 0 12 16,2 0-6-16,0-3-8 0,1 2-2 0,2-2-5 15,-2-1 2-15,0 4 1 0,0-2-12 0,-2-2 7 16,-1 3-5-16,0 0-1 0,2-2-2 0,0 2-6 16,-2 1 13-16,0-4-14 0,-3 2 8 0,-2 0-11 15,-13 2 4-15,16 0 1 0,-15 0 2 0,0 0 2 16,0-1-4-16,-2 1-1 0,-1 0 3 0,0-1 5 16,-2-2-10-16,-2 3 4 0,-5-1-6 0,1 1 4 15,-8-2 1-15,-1 2-1 0,-1-1 1 0,-1 0 3 16,-4 1-1-16,0-2-2 0,-1 2-1 0,-12 0-2 15,19-1 4-15,-19 1-1 0,12 0-4 0,-12 0-3 16,0 0 2-16,13-2-3 0,-13 2 8 0,8 0-1 16,-8 0 1-16,0 0 0 0,0 0 8 0,8 2-2 15,-8-2 3-15,0 0 0 0,0 0 0 16,0 0-2-16,0 0-1 0,0 0-4 0,0 0-3 0,0 0 4 16,0 0-3-16,0 0-7 0,0 0-3 0,0 0-15 15,0 0-5-15,0 0-17 0,0 0-13 0,0 0-14 16,0 0-8-16,0 0-7 0,0 0-17 0,0 0-16 15,0 0-14-15,7 9-88 0,-7-5-229 16,0-4 102-16</inkml:trace>
  <inkml:trace contextRef="#ctx0" brushRef="#br0" timeOffset="-107365.88">24341 16513 42 0,'0'0'76'0,"0"0"-9"0,0 0-10 0,0 0 0 15,0 0-1-15,0 0-8 0,0 0-5 0,0 0-4 16,41 0-9-16,-27-1 0 0,0 0 6 0,7 1-9 0,-1 0-4 15,9 0-3-15,-3-2 1 0,6 4 2 16,1-2 0-16,4 0-7 0,-1 1 1 0,3-2-2 16,0-1 14-16,16 2-16 0,-17 0-7 0,2-1 5 15,12 1 0-15,-16 0 10 0,4 1-14 0,-4-2-5 16,2 0 7-16,0 2 17 0,-1-1-15 0,14-5 2 16,-13 3-6-16,0 0 4 0,0 1-9 0,-3-1 11 15,2 1-4-15,-3-3 5 0,-2 4-10 0,3-1 6 16,1-1-3-16,-4 0-8 0,2 0 10 0,-3-1 0 15,-4 1 8-15,-7 2-6 0,8-2 0 0,-9 1 6 16,-1-1 1-16,1 2-4 0,0-1-4 0,-2-1 3 16,0 1 2-16,-3 0 2 0,-1-2-6 0,-1 3-3 15,1-3 3-15,0 2 3 0,-3-1-6 0,-2 3 2 16,-8-1-2-16,11-1-4 0,-11 1 7 0,10 0 16 16,-10 0-21-16,8-1-1 0,-8 1 2 15,0 0-9-15,9-1 8 0,-9 1 2 0,0 0-8 0,0 0-1 16,0 0 8-16,0 0-9 0,0 0-3 0,0 0-14 15,10-1 1-15,-10 1-10 0,0 0-5 0,0 0-5 16,0 0-20-16,0 0 3 0,0 0-7 0,0 0-1 16,0 0-15-16,0 0-65 0,-21 12-152 0,8-8 67 15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33:13.106"/>
    </inkml:context>
    <inkml:brush xml:id="br0">
      <inkml:brushProperty name="width" value="0.05292" units="cm"/>
      <inkml:brushProperty name="height" value="0.05292" units="cm"/>
      <inkml:brushProperty name="color" value="#FF0000"/>
    </inkml:brush>
  </inkml:definitions>
  <inkml:trace contextRef="#ctx0" brushRef="#br0">8691 13263 30 0,'-6'-5'65'0,"6"5"-11"0,-8-4-3 0,8 4 7 16,-9-4 2-16,9 4 2 0,-10-3-9 0,4 1 0 16,6 2-6-16,-14-5 9 0,7 4 4 0,1-2-11 15,6 3 20-15,-14-3-14 0,5 1 3 16,2 1-4-16,7 1-3 0,-14-2-6 0,5 2-6 15,9 0-4-15,-14 2-3 0,7-4-3 0,7 2-1 0,-16 0 10 16,10-1-5-16,6 1-8 0,-10 0 10 0,10 0-4 16,0 0 10-16,-13 1-12 0,13-1 4 0,0 0-1 15,0 0 3-15,-10-1-9 0,10 1-3 0,0 0-4 16,0 0 4-16,0 0-6 0,0 0-1 0,0 0 1 16,0 0 3-16,0 0-5 0,0 0 1 0,0 0 7 15,0 0 2-15,32-3 0 0,-16 3-3 0,6 0-3 16,7-3 6-16,2-1 2 0,4 1 4 0,3 1 0 15,14-2 5-15,1 0-4 0,-1-2-2 0,1 2-1 16,3 1-1-16,2-2-3 0,3 2-1 0,1 0 0 16,0 2-7-16,-1-3 1 0,-1 2-2 0,0 0-7 15,-3 2 1-15,2-2 1 0,-5 1-4 0,-3 2-5 16,-14-1 0-16,-1 2 0 0,1 0 0 0,-5 0 0 16,-1 2-2-16,-2 0-5 0,-10-1 1 0,3 2 2 15,0-2 3-15,-4 0-2 0,-1 0-4 0,0 0 5 16,1-1-3-16,-5 1 5 0,-1 0-4 0,-1-3 1 15,-1 1 1-15,0 1-1 0,-1-2 0 0,-2 2 0 16,-7-2 1-16,11 1 2 0,-11-1 3 0,10 1 1 16,-10-1 2-16,0 0 3 0,8 1-5 0,-8-1 5 15,0 0-5-15,10 0 2 0,-10 0-3 0,0 0-1 16,0 0 2-16,0 0-2 0,0 0-12 0,0 0-7 16,0 0-17-16,0 0-16 0,0 0-17 0,9 0-15 15,-9 0-19-15,0 0-24 0,0 0-28 0,5 4-135 16,-5-4-308-16,0 0 137 0</inkml:trace>
  <inkml:trace contextRef="#ctx0" brushRef="#br0" timeOffset="4735.46">6655 6464 77 0,'0'0'78'16,"0"0"-3"-16,0 0-1 0,0 0-9 0,-5-8 3 15,5 8-12-15,0 0 0 0,0 0 3 0,0 0-3 16,-4-6-2-16,4 6 3 0,0 0-8 0,0 0-1 15,0 0-5-15,0 0-14 0,0 0 6 0,0 0 3 16,0 0-26-16,0 0 13 0,0 0-2 0,0 0 3 16,-4-6-2-16,4 6-4 0,0 0 1 0,0 0-8 15,0 0-15-15,0 0 0 0,0 0-18 0,0 0-11 16,0 0-6-16,0 0-6 0,0 0-10 0,0 0-15 16,0 0-2-16,0 0-6 0,0 0 6 0,-6 16-49 15,6-16-128-15,-2 10 57 0</inkml:trace>
  <inkml:trace contextRef="#ctx0" brushRef="#br0" timeOffset="5268.78">9374 6263 66 0,'11'-12'61'0,"-11"12"-2"16,0 0-1-16,0 0-6 0,0 0-8 16,0 0-3-16,0 0-5 0,0 0-8 0,1-6-5 15,-1 6-13-15,0 0-11 0,0 0-15 0,0 0-6 16,0 0-1-16,0 0-17 0,0 0-23 0,0 0-68 15,0 0 30-15</inkml:trace>
  <inkml:trace contextRef="#ctx0" brushRef="#br0" timeOffset="5761.54">6586 6664 21 0,'0'0'58'0,"0"0"-17"0,0 0 5 0,0 0-18 0,0 0 2 16,0 0-2-16,0 0-4 0,0 0-9 15,0 0-5-15,-4-12-1 0,4 12-11 0,0 0-11 0,0 0-1 16,0 0-6-16,0 0-24 0,8-5-47 0,-8 5 21 15</inkml:trace>
  <inkml:trace contextRef="#ctx0" brushRef="#br0" timeOffset="6150.38">9243 6315 20 0,'0'0'38'0,"0"0"-6"0,0 0-4 0,0 0-3 16,0 0-10-16,0 0 1 0,0 0-5 0,0 0-10 15,0 0-10-15,0 0-21 0,0 0-32 16,0 0 15-16</inkml:trace>
  <inkml:trace contextRef="#ctx0" brushRef="#br0" timeOffset="24533.76">11494 9357 60 0,'0'0'55'0,"0"0"-5"0,0 0-6 15,0 0-8-15,0 0 0 0,0 0-3 0,0 0-8 16,0 0-2-16,0 0 0 0,0 0 1 0,0 0-6 0,0 0 0 16,0 0-4-16,0 0-4 0,0 0 3 15,0 0-4-15,0 0 4 0,0 0-5 0,0 0-5 16,0 0 5-16,0 0 0 0,0 0-6 0,0 0 8 16,0 0-4-16,0 0 4 0,0 0-10 0,0 0-1 0,0 0 0 15,0 0 6-15,0 0-7 0,0 0 6 0,0 0 4 16,0 0-5-16,0 0-1 0,0 0-6 0,0 0 7 15,0 0-1-15,0 0-4 0,0 0 0 16,0 0 5-16,0 0-4 0,0 0 3 0,0 0-2 0,0 0 6 16,0 0-6-16,0 0 0 0,0 0-2 15,0 0 1-15,0 0 4 0,0 0-4 0,0 0 6 16,0 0-10-16,0 0 7 0,0 0-5 0,0 0 1 16,0 0 4-16,0 0-1 0,0 0-3 0,0 0-1 0,0 0 5 15,0 0-6-15,0 0-2 0,0 0-2 0,0 0 8 16,0 0-3-16,0 10-14 0,0-10-1 0,0 0 3 15,0 0-11-15,0 0-7 0,-3 10-10 0,3-10-26 16,0 0-73-16,0 0 34 0</inkml:trace>
  <inkml:trace contextRef="#ctx0" brushRef="#br0" timeOffset="45401.32">23895 13668 33 0,'0'0'45'0,"0"0"3"0,0 0-15 16,0 0-4-16,0 0-9 0,0 0-6 0,0 0-13 15,0 0 1-15,0 0-1 0,0 0-6 0,0 0 5 16,0 0-6-16,0 0-1 0,0 0-1 0,0 0-1 15,0 0-9-15,0 0-12 0,0 0-31 0,0 0 15 16</inkml:trace>
  <inkml:trace contextRef="#ctx0" brushRef="#br0" timeOffset="54289.38">21274 6656 12 0,'17'-7'12'0,"-2"-1"3"0,1-1-2 16,-1-1-5-16,-2-2 3 0,-2 4-1 15,-1 2-2-15,2-6 2 0,-3 4-3 0,1-5 2 16,-4 2-4-16,1 0 1 0,0-3-2 0,-4 0-1 16,1-2-5-16,-3 5 8 0,0-7-6 0,-1 2-3 0,-1-1 0 15,0 0-2-15,-2-1 1 0,-2 2-3 16,-1-1 0-16,1 0 4 0,-2 2 4 0,-1-1-3 0,0 2-3 15,-1-2 3-15,0 4-2 0,-3-1 0 16,1 2 3-16,2 3-3 0,-3-1 2 0,2 1 1 16,1 1 0-16,-2-1 1 0,-1 2-3 0,2 1 2 0,-2 0 0 15,1 1-1-15,1 2 1 0,-4-1-1 16,-3 3 2-16,4 1-3 0,0 3 2 0,-4 0-3 16,4 1 3-16,-3 2-1 0,4-2-1 0,-4 5-7 15,5-2 10-15,-2 1-2 0,-2 3-6 0,3 0 8 0,-1 0-6 16,3 0-7-16,0 4 21 0,0-1-9 0,2 1 2 15,-1 1-2-15,0 5 1 0,3-4-1 0,-1 1-4 16,2 0-3-16,1-1 2 0</inkml:trace>
  <inkml:trace contextRef="#ctx0" brushRef="#br0" timeOffset="54411.57">20962 6483 14 0,'-1'17'2'0,"0"0"2"0,1 0-6 0,0-1 5 15,1-5-3-15,1 5 4 0,1-4-6 0,2 1 1 16,-1 2-1-16,1-5 4 0,-1 2 2 0,2-1-3 16,1 0-2-16,-1 0 7 0,-1-2-7 0,3-1 2 15,1 3-1-15,-3-2 4 0,2 1-1 16,2-2-1-16,-1-3 2 0,3 2-2 0,0-1-2 15,-3-1 2-15,3-3 0 0,2 2-3 0,-1-3-2 0,1 1 1 16,-1 0-6-16,1-4-8 0,4 0 4 0</inkml:trace>
  <inkml:trace contextRef="#ctx0" brushRef="#br0" timeOffset="55796.56">21337 6731 12 0,'0'0'58'0,"0"0"-2"0,0 0-12 16,0 0-6-16,0 0-2 0,0 0 3 0,0 0-13 0,0 0-3 15,0 0-8-15,0 0 3 0,0 0-7 0,0 0-10 16,0 0 9-16,0 0-4 0,0 0-3 0,-4 6-2 15,4-6-3-15,0 0-7 0,0 0-7 0,0 0-9 16,0 0-33-16,0 0-63 0,0 0 29 16</inkml:trace>
  <inkml:trace contextRef="#ctx0" brushRef="#br0" timeOffset="56040.21">21315 6733 28 0,'0'0'33'0,"0"0"-3"0,0 0-8 0,0 0-15 0,0 0-9 16,0 0-9-16,0 0-8 0,0 0-18 0,0 0 8 16</inkml:trace>
  <inkml:trace contextRef="#ctx0" brushRef="#br0" timeOffset="62432.8">21047 6464 20 0,'0'0'25'0,"0"0"-2"0,0 0-2 0,0 0-3 0,0 0-5 15,0 0-7-15,0 0-2 0,0 0-7 0,-8-3 1 16,8 3 3-16,0 0-4 0,0 0 0 0,0 0-7 16,0 0 6-16,0 0-14 0,0 0-19 0,0 0 8 15</inkml:trace>
  <inkml:trace contextRef="#ctx0" brushRef="#br0" timeOffset="65607.2">24885 6492 50 0,'0'0'66'0,"0"0"-10"0,0 0-3 0,3-4-11 0,-3 4 5 16,0 0-12-16,0 0-2 0,0 0 4 0,0 0-14 16,0 0-6-16,0 0-1 0,0 0-7 15,0 0-3-15,0 0-7 0,0 0 0 0,0 0-6 0,0 0-7 16,0 0 3-16,0 0-20 0,0 0-2 0,0 0-4 16,0 0-23-16,0 0-64 0,0 0 29 15</inkml:trace>
  <inkml:trace contextRef="#ctx0" brushRef="#br0" timeOffset="69691.38">20766 10291 4 0,'-7'8'49'0,"-1"-2"-3"0,3-1-7 0,-1 0-6 16,0-1-7-16,0 1-12 0,1 0-9 0,1-1-41 15,4-4-39-15,-11 8 17 0</inkml:trace>
  <inkml:trace contextRef="#ctx0" brushRef="#br0" timeOffset="73984.32">22901 13171 48 0,'0'0'75'0,"0"0"0"0,0 0-5 0,0 0-11 15,-10-3-1-15,10 3-14 0,0 0 14 0,0 0-4 16,-7-4 4-16,7 4 3 0,0 0 5 0,0 0-4 16,0 0 1-16,0 0-2 0,0 0-6 0,0 0 0 15,0 0-1-15,0 0-14 0,-14 2 4 0,14-2-7 16,-6 3 3-16,6-3-8 0,-9 3 2 0,9-3-7 16,-9 3 0-16,9-3 5 0,-13 3 5 0,13-3-2 15,-9 0-3-15,9 0 6 0,-7 3-4 0,7-3-5 16,-9 2-7-16,1 0-3 0,8-2 7 0,-10 4-7 15,10-4 4-15,-8 1 3 0,8-1 0 0,-9 1-3 16,9-1 3-16,0 0-12 0,-11 3 5 0,11-3-6 0,-7 1 0 16,7-1 4-16,0 0 3 0,0 0-7 15,-7 3-6-15,7-3 4 0,0 0 7 0,0 0 0 16,0 0 0-16,0 0-1 0,0 0 2 0,0 0 1 16,0 0-5-16,0 0 0 0,0 0 0 0,0 0-3 0,0 0 4 15,0 0 1-15,0 0 1 0,0 0 3 0,0 0-5 16,0 0 2-16,0 0-1 0,0 0 16 15,28 1 3-15,-17-2-4 0,0 0-1 0,6-1 0 16,3 1-2-16,1 1-1 0,7 0 2 0,1-3 5 0,0 3-7 16,-2 1 3-16,3 1 0 0,-2-2 0 0,-1 1-5 15,5 4 1-15,-1-4-2 0,2 3 6 16,-1-1-6-16,-1 0 1 0,-1 0-5 0,-1-1 3 16,0 0-3-16,0 3-2 0,-2-1 0 0,2-1-2 0,-1 0-3 15,2-3 3-15,-2 4 4 0,-1-2 3 0,4-1-5 16,1 0 2-16,0-2-6 0,0 0 1 0,4-2-1 15,-1 2 1-15,1-1-2 0,0-1-4 0,-3 0-6 16,2 3 5-16,-5-5-5 0,0 1 3 0,-4 3-5 16,2 1 3-16,-8-1-1 0,-2 1 0 0,1 1-1 15,-3-1 1-15,-4 0-1 0,-1-1 1 0,0 2-5 16,0 0 6-16,-5 2 2 0,-6-3-1 0,12 2 0 16,-5-1 7-16,-7-1 3 0,10 0 7 0,-10 0 5 15,0 0 2-15,9 2 4 0,-9-2 2 0,0 0 2 16,7 1 6-16,-7-1-10 0,0 0-5 0,0 0 2 15,0 0-6-15,0 0-1 0,0 0-7 0,9-3 4 16,-9 3-7-16,0 0-1 0,0 0-2 0,0 0 3 16,0 0-9-16,0 0-6 0,0 0-5 0,0 0-13 15,0 0-9-15,0 0-14 0,0 0-10 0,0 0-17 0,0 0-7 16,3 9-10-16,-3-9-28 0,0 0-22 16,-3 10-21-16,3-10-39 0,-1 11-25 0,-2-1-194 15,-2-2-447-15,1 1 198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38:31.124"/>
    </inkml:context>
    <inkml:brush xml:id="br0">
      <inkml:brushProperty name="width" value="0.05292" units="cm"/>
      <inkml:brushProperty name="height" value="0.05292" units="cm"/>
      <inkml:brushProperty name="color" value="#FF0000"/>
    </inkml:brush>
  </inkml:definitions>
  <inkml:trace contextRef="#ctx0" brushRef="#br0">21132 6722 71 0,'0'0'75'15,"0"0"-8"-15,0 0 1 0,0 0-4 0,0 0-9 16,0 0-10-16,0 0-2 0,0 0-6 0,-10-11 3 0,10 11-12 16,0 0 1-16,0 0-8 0,0 0-6 15,0 0-3-15,0 0-6 0,0 0-3 0,0 0-11 16,0 0 1-16,0 0-1 0,0 0-1 0,0 0-5 16,0 0 0-16,0 0-3 0,0 0 7 0,0 0-3 0,0 0-1 15,0 0 1-15,0 0 1 0,0 0 6 0,0 0-2 16,0 0-6-16,0 0 6 0,0 0 2 0,0 0 2 15,0 0 0-15,0 0-5 0,0 0 5 16,0 0 0-16,0 0 1 0,0 0 3 0,0 0-1 16,0 0 4-16,0 0-8 0,0 0 7 0,0 0 2 0,0 0-4 15,0 0 10-15,0 0 0 0,0 0-4 0,0 0 1 16,0 0 7-16,0 0-2 0,0 0-1 0,0 0-5 16,0 0 1-16,0 0 0 0,0 0 4 0,0 0 0 15,0 0-7-15,0 0-18 0,0 0 4 16,0 0-6-16,0 0-17 0,0 0-53 0,0 0-94 0,0 0 42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35:00.735"/>
    </inkml:context>
    <inkml:brush xml:id="br0">
      <inkml:brushProperty name="width" value="0.05292" units="cm"/>
      <inkml:brushProperty name="height" value="0.05292" units="cm"/>
      <inkml:brushProperty name="color" value="#FF0000"/>
    </inkml:brush>
  </inkml:definitions>
  <inkml:trace contextRef="#ctx0" brushRef="#br0">21508 11592 46 0,'0'0'86'16,"0"0"-2"-16,3-7-8 0,-3 7-14 0,0 0-3 16,0 0-7-16,0 0-7 0,0 0 2 0,0 0-8 15,0 0 0-15,0 0 11 0,0 0-23 0,0 0 5 16,0 0 4-16,0 0 3 0,0 0-14 0,0 0 3 0,0 0-2 15,0 0 2-15,0 0-15 0,0 0 1 16,0 0 1-16,-12-4 2 0,12 4-7 0,0 0 2 16,0 0 3-16,0 0-12 0,-10 0 0 0,10 0 2 15,0 0 1-15,0 0 0 0,0 0 0 0,0 0 1 0,0 0-1 16,-13 0-6-16,13 0 15 0,0 0-2 16,0 0-15-16,0 0 10 0,0 0-1 0,0 0-3 15,0 0-6-15,0 0 5 0,0 0 4 0,0 0 2 16,0 0 3-16,-6 4-4 0,6-4 3 0,0 0-1 0,0 0 3 15,0 0 0-15,0 0-3 0,0 0 1 16,0 0 1-16,0 0-6 0,0 0 2 0,0 0 1 0,0 0 6 16,0 0-1-16,0 0-8 0,0 0 2 0,0 0-5 15,0 0-2-15,0 0-1 0,0 0 7 0,0 0-2 16,0 0-1-16,0 0-9 0,0 0 10 0,0 0-7 16,0 0 4-16,0 0 0 0,0 0-6 0,0 0 7 15,0 0-1-15,0 0-2 0,0 0 3 16,0 0-1-16,0 0-4 0,0 0 4 0,0 0 3 0,0 0-6 15,0 0 3-15,0 0 2 0,0 0-1 0,0 0-4 16,0 0 5-16,0 0-8 0,0 0 6 0,0 0 5 16,0 0-5-16,0 0-8 0,0 0 10 0,0 0-5 15,0 0-2-15,0 0-4 0,0 0 10 0,0 0-5 16,0 0 5-16,0 0-6 0,0 0 4 0,0 0 3 16,0 0-10-16,0 0 7 0,0 0-3 0,0 0 4 15,0 0-11-15,0 0 7 0,0 0-2 0,0 0 11 16,0 0-2-16,0 0-10 0,0 0 8 0,0 0-1 15,0 0-2-15,0 0-2 0,0 0 3 0,0 0-5 16,0 0 1-16,0 0 2 0,0 0 5 0,0 0-7 16,0 0 0-16,0 0-8 0,0 0 14 0,0 0-6 15,0 0 9-15,0 0-1 0,0 0-6 0,0 0-3 16,0 0 3-16,0 0-5 0,0 0 14 0,0 0-4 16,0 0 2-16,0 0 0 0,0 0-1 0,0 0 4 15,0 0-1-15,0 0-3 0,0 0 9 0,0 0-12 16,0 0 5-16,0 0 0 0,0 0 0 0,0 0-5 0,0 0 5 15,0 0-7-15,0 0 3 0,0 0 5 16,0 0-3-16,0 0-5 0,0 0 6 0,0 0 1 16,0 0-8-16,0 0 6 0,0 0-4 0,0 0-3 15,0 0 10-15,25-4-8 0,-18 1 4 0,-7 3 0 0,17-3-2 16,-6 1-2-16,0 0 3 0,1-1 3 0,-2 0-6 16,1 0-1-16,0 0 2 0,-1 0-2 15,3 1-6-15,-3-2 6 0,0 3 4 0,2 0-1 16,-3-1-2-16,0 1-1 0,-2-1 9 0,5 2-6 0,-6-3 1 15,-6 3-7-15,15 0 3 0,-7-1 1 0,-8 1 3 16,12-2-3-16,-12 2-4 0,12-1 3 0,-12 1 3 16,9 0-7-16,-9 0 1 0,0 0-13 0,11 1 5 15,-11-1-1-15,0 0 2 0,6 2-7 0,-6-2-7 16,0 0-1-16,0 0 0 0,9 1 1 0,-9-1-15 16,0 0-5-16,0 0 2 0,2 6-6 0,-2-6 2 15,0 0-4-15,-1 12-18 0,1-12-5 0,-4 9-10 16,4-9-46-16,-5 12-142 0,1-7 63 0</inkml:trace>
  <inkml:trace contextRef="#ctx0" brushRef="#br0" timeOffset="2077.79">26230 10893 100 0,'0'0'143'0,"-2"-11"2"0,2 11-12 0,0 0-4 0,0 0-16 16,-2-8-3-16,2 8-10 0,0 0-8 0,0 0-6 15,0 0-12-15,0 0-5 0,0 0-6 16,0 0-8-16,0 0-4 0,0 0-9 0,0 0-1 16,0 0-7-16,0 0 0 0,4-7-9 0,3 2-16 0,3 1-25 15,17-5-33-15,7-10-36 0,20-10-35 0,30-9-110 16,0-11-249-16,2 3 110 0</inkml:trace>
  <inkml:trace contextRef="#ctx0" brushRef="#br0" timeOffset="7600.75">18870 4741 4 0,'33'1'12'0,"2"0"2"0,-1 2-2 0,1-3-1 15,1 1 3-15,-3 0 1 0,5 1-2 16,-3 1 1-16,1-1 8 0,2 2-10 0,13-2 2 0,1 2-3 16,-2 0 1-16,1-4-2 0,3 1 2 0,-4 2 2 15,2-2-5-15,1 0 0 0,-14 2 2 16,18 0 4-16,-5-2-3 0,0 0-8 0,-1 0 6 16,-12 0 0-16,1 0 4 0,12-1 2 0,-14 0 4 15,2 0-9-15,11-2-1 0,-14 0 2 0,3 1 9 16,-2-1-5-16,16 1-2 0,-6-3-3 0,-8 4-2 0,-2-1-1 15,2 0 2-15,12-2-1 0,-13 0 0 0,0 1-3 16,12-1-5-16,-14 3 15 0,-2-2-10 0,1 2 3 16,-1-2-6-16,-3 1 3 0,0 0-3 15,-4-1 4-15,-2 4-3 0,-4-4 6 0,1 2-6 16,-7 0-5-16,3 0 12 0,2 0-8 0,-8 0 8 0,1 0-12 16,-4-2 0-16,2 2 8 0,-1 2 1 0,-1-2-3 15,-2 0 5-15,1 2-10 0,-9-2 4 0,11 0 8 16,-11 0-3-16,11 0 4 0,-11 0 6 0,0 0-4 15,12-2 6-15,-12 2-3 0,0 0 12 16,8 0-2-16,-8 0 5 0,0 0-4 0,0 0 1 16,0 0 2-16,0 0-5 0,9 0-2 0,-9 0-1 15,0 0-6-15,0 0-5 0,0 0-4 0,0 0-10 16,0 0-11-16,0 0-8 0,0 0-24 0,0 0-10 16,0 0-7-16,0 0-12 0,3 7-54 0,-3-7-136 0,0 0 60 15</inkml:trace>
  <inkml:trace contextRef="#ctx0" brushRef="#br0" timeOffset="9195.81">26032 4652 24 0,'0'0'47'0,"-9"-3"-8"16,9 3 1-16,0 0-4 0,0 0 1 0,-9 0-3 15,9 0-5-15,0 0 1 0,0 0 2 0,0 0-9 16,-7-4 0-16,7 4-5 0,0 0 0 0,0 0 0 15,0 0-6-15,-11 0 2 0,11 0-6 0,0 0 6 16,-13 0-4-16,13 0 2 0,-12 1-5 0,4-1 2 16,8 0-4-16,-14 1 6 0,5 1-4 0,0 0-4 15,-2 0-4-15,-1 0 6 0,1 0-4 0,-2 0 3 16,1-1 1-16,2 2 0 0,-2 0-2 0,1-1 4 16,-2 0-10-16,-1 1 5 0,5 0 0 0,-5-1-1 15,3 2-5-15,-2-1 4 0,1-1 1 0,1 0 3 16,3 1-6-16,-2-2 5 0,1 1-3 0,3 1 2 15,6-3 1-15,-12 3 0 0,12-3-1 0,-9 1-7 16,9-1 2-16,0 0 4 0,-6 3-1 0,6-3 1 16,0 0 0-16,0 0-4 0,0 0-3 0,0 0 12 15,-7 2-7-15,7-2 3 0,0 0-4 0,0 0 2 16,0 0-4-16,0 0 14 0,22 4 1 0,-8-4-4 16,2 0 2-16,4-1 2 0,9 0 5 15,0-3 0-15,3 3-4 0,2-2 4 0,3 0 9 0,-1 0-1 16,16-1 3-16,-16 0-5 0,20-1-1 0,-4 2-8 15,2 0 0-15,-1 0 1 0,-1-2 0 0,3 1-2 16,1 0 3-16,-1 1 2 0,2 1-4 0,-1-2 5 16,-6 0 0-16,-12 3 2 0,2 0 1 0,12 1-2 15,-16 0-7-15,3 0-2 0,11-2-6 0,-14 2 8 16,2-1-5-16,1 1 1 0,12 0-4 0,-17-1 13 16,5 2-6-16,-1-2-2 0,0 1-1 0,-1 0 6 15,-1 0-8-15,3-1 6 0,-5 1-5 0,3 1-1 16,-3-2 2-16,0 1 1 0,0-1 3 0,-1 2-5 15,2-2 3-15,-2 2 0 0,-1-1-3 0,-1 1 2 16,2-1-7-16,-1 0 11 0,1 0-7 0,-1 0 2 16,0-3-4-16,1 3 1 0,0-1 3 0,5 1-1 15,-4-3 0-15,-2 2 0 0,4 1 4 0,-2-1-2 16,-1-1 2-16,-1 0 2 0,0-1-6 0,-1 3-2 16,0-1 3-16,-1-2-7 0,-1 3 5 0,2 0 0 15,0-3 0-15,-3 3 0 0,3-4 0 0,-2 1 1 16,1 3-2-16,-1-2-3 0,-2 2 6 0,-5-1 0 15,8-1-7-15,-2-2 2 0,-7 6 13 0,-1-2-10 16,2 0-7-16,5-2 3 0,-4 2-4 0,-5-1 5 16,10-1-2-16,-9 2-1 0,5-1 1 0,-4 1-3 15,-1 0 0-15,2 0 2 0,-3 0 3 0,0 1-1 16,0 1-1-16,-4-2-3 0,0 0 4 0,4-2 3 0,-5 2-8 16,1-1 2-16,-2 1 1 0,0 0 1 15,1-1 3-15,-3 2-2 0,-2 0-3 0,-8-1 5 16,15 0-7-16,-8 0-2 0,-7 0 7 0,12 0 9 15,-12 0-5-15,9 0-7 0,-9 0-1 0,9-1 5 16,-9 1-7-16,0 0 0 0,9 1-3 0,-9-1-7 16,0 0-12-16,0 0-18 0,9 0-23 0,-9 0-18 15,0 0-13-15,0 0-12 0,0 0-62 0,0 0-186 0,0 0 83 16</inkml:trace>
  <inkml:trace contextRef="#ctx0" brushRef="#br0" timeOffset="10995.73">8905 5770 2 0,'0'0'46'0,"-11"-2"-2"0,11 2-7 15,-12-2 2-15,5 0-10 0,7 2 0 0,-10-1-1 16,10 1-4-16,-10-2-1 0,10 2-1 0,-9-2 0 16,9 2-5-16,0 0-3 0,-12-3-2 0,12 3 10 15,0 0-10-15,-9-1-2 0,9 1-1 0,0 0 0 16,0 0-3-16,0 0 0 0,-8-2-1 0,8 2-7 15,0 0 7-15,0 0 0 0,0 0-6 0,0 0 2 16,0 0-8-16,0 0 3 0,0 0 1 0,0 0-9 16,0 0 5-16,0 0 0 0,21 8 3 0,-21-8 0 15,13 5-3-15,-5-3 1 0,-1 0 1 0,4 2 4 16,0 0-2-16,-1 0 2 0,2-1 1 0,0-1-5 16,0 3 8-16,2-1-2 0,-1-1 1 0,2 0 0 15,4 0 3-15,0 0-5 0,0 0 4 0,1 0-1 16,2 1 3-16,6-1-2 0,-1 1 1 0,1 0 1 15,4-1 12-15,1-1-6 0,4-1 0 0,-3 2-5 16,5-1 11-16,-1-1-3 0,14-1-6 0,0 1-1 16,-1 2-1-16,0-1 1 0,-11-2-5 0,12 3 0 15,-14-1 1-15,1-2-1 0,13 0 2 0,-15 1-4 16,3-1 0-16,-2 1-1 0,13 2 4 0,-14-3-7 16,0 0 10-16,14 0-7 0,-12 0 0 0,0 0-8 15,1 0 6-15,-1 2-2 0,0-2-6 0,-1-2 6 16,-1 2-5-16,4 0 4 0,-4 0 2 0,2 0 2 0,-2 0-3 15,0 0 1-15,13-1 2 0,-12 2-4 16,0-1 11-16,-2-3 2 0,-1 1-4 0,-1 1 4 16,-2-1 3-16,-1 0-6 0,-3 2 1 0,0-2 1 15,-5 2-2-15,-2-2 3 0,1 2-3 0,-1 0 2 0,-2 0-3 16,3 0-3-16,-2 0 2 0,-2 0-2 16,4 0 6-16,-2 0-1 0,-1 0-4 0,1 0 2 15,-1-1 2-15,-7 1-2 0,1-1 0 0,1 1 1 16,-3-1 5-16,0 1 2 0,-3 0-1 0,-8 0 4 15,14 0 6-15,-6-2 7 0,-8 2 3 0,11 0 1 0,-11 0-3 16,6 0 3-16,-6 0 0 0,0 0 0 0,0 0 1 16,9-3-3-16,-9 3 5 0,0 0-12 0,0 0 26 15,0 0-24-15,0 0-11 0,0 0 1 16,0 0 3-16,10 0-9 0,-10 0-10 0,0 0-5 16,0 0-9-16,0 0-1 0,9 3-12 0,-9-3-15 0,0 0-4 15,8 3-9-15,-8-3-17 0,5 6-78 0,0-2-162 16,-5-4 72-16</inkml:trace>
  <inkml:trace contextRef="#ctx0" brushRef="#br0" timeOffset="12041.38">15887 5853 11 0,'30'1'39'0,"-1"-1"-5"0,2 0 3 0,-1 2-2 0,4-2-3 15,0-2 1-15,2 2-7 0,1-1 0 0,3 1-2 16,-2-1 1-16,0 0 2 0,1 0 4 0,2 1-4 16,10-3-1-16,0 1-6 0,1-1-1 0,2 3-1 15,-2-4 1-15,-1 0 0 0,-1 1 1 0,-10 0-8 16,16-1 7-16,-3 1-5 0,-1 3-3 0,-1-3 1 15,0 1-4-15,2 1 4 0,0 2 0 0,0-2-8 16,0 1-1-16,2 0 2 0,-1 3 5 0,-2-3-8 16,1 1 6-16,-2 1-5 0,-14-4 1 0,17 4-1 15,-3-2 2-15,0 0 1 0,1 0 0 16,2 3-3-16,-3-2-2 0,3 2 0 0,-1-3 3 0,0 0-1 16,-2 3-4-16,-11-2 2 0,13 1 3 0,0-1 2 15,-15 2-4-15,2-3 1 0,13 3 3 0,-13-1-7 16,1 1 4-16,11 1-3 0,1-3 7 0,-1 2 3 15,-2 0-3-15,2 0 1 0,0 0-3 0,1-2-3 16,2 2 0-16,1-2-1 0,-2-1-2 0,1 0-3 16,1 0 7-16,0 0 1 0,-1 0-5 0,-15-1-1 15,14-2 0-15,-2 5-8 0,-1-5 12 0,-11 3-6 16,-2-2 3-16,-4 0 0 0,2 2 1 0,0-2-4 16,-3 2 11-16,2 0-3 0,-5-1-6 0,1-2 1 15,-4 2 7-15,-5 2-7 0,-2-2 3 0,-1 1-3 16,-1-1-2-16,0 0 0 0,-5 0 0 0,-3 1 1 15,2 0-4-15,-5 0-1 0,0-3-10 0,-7 3-13 16,10-1-4-16,-10 1-14 0,10 0-56 0,-10 0-113 16,0 0 49-16</inkml:trace>
  <inkml:trace contextRef="#ctx0" brushRef="#br0" timeOffset="13719.46">22008 5870 25 0,'0'0'61'0,"0"0"-11"0,0 0 4 16,28 4 8-16,-18-4-8 0,4 1-4 0,7 0 2 15,0-1-5-15,1 0-4 0,10-1 9 0,2-1-10 16,2 0 0-16,3 0 6 0,-1 0-7 0,14-2-7 16,2 2 11-16,-4-3-9 0,-11 5 6 0,17-3-16 15,-5 2 11-15,-12 1-12 0,14-2-1 0,0-1-4 16,0 2-4-16,-13 0 11 0,14-1-13 0,-3 0 6 0,-12 2 6 15,14-3-5-15,2 3 0 0,-1-1-9 0,-3-2 4 16,3 1-4-16,-1 1 8 0,2-1-2 16,-2 0-4-16,0-1 4 0,2 0-3 0,0 1-3 15,-2-1 1-15,0 1 0 0,1-2-6 0,-4 0-1 0,5 2 6 16,0 0 3-16,0-1-8 0,4 1-5 16,-1-2 4-16,4 0 3 0,-5 4-15 0,0-2 9 15,-1 1 4-15,3 1-5 0,-3 1 1 0,0-2 1 16,-2 1 6-16,2-3-12 0,-4 3 2 0,0-1-3 15,-14 1 3-15,16 0-3 0,-3 0 6 0,1 0 5 0,0 1-7 16,-14 1 1-16,11-2-2 0,-8 0 2 0,-3 0-3 16,0 2 4-16,3 0-6 0,-1-2 6 0,0 0-5 15,12 2 5-15,-12-2-1 0,-4 0-5 16,3 0 0-16,1 0-1 0,-2 0 4 0,-2 1-1 0,0-1-4 16,0-1 7-16,0 1 3 0,-2 1-10 0,-1 0 1 15,-3 1 9-15,-1-4 2 0,0 2-3 16,-8 2 4-16,1-1-4 0,4-1-1 0,-3 1 0 0,4 1 0 15,-5 0-6-15,-2-2 6 0,3 0-2 0,0 0 8 16,-3 0-3-16,9-2-3 0,-9 2 3 0,3 2-10 16,-1-4 7-16,5 2-3 0,2 0 0 0,3 0-2 15,-3 0 6-15,0-3-5 0,0 3 1 16,-6 0-6-16,4 0 5 0,-7 0-1 0,0-1 5 0,-4 1-4 16,6 0 0-16,-3 0 1 0,0 0 5 0,0-2-5 15,-1 4 0-15,4-4-7 0,-2 4 7 16,-2-4-6-16,4 2 11 0,-3 0-8 0,3-1 7 0,0 1-7 15,-1 0 4-15,-1-1-9 0,7 2 6 0,-5 0 8 16,5-1-8-16,-4 2-3 0,-6-4 8 0,2 2-6 16,-1 2 7-16,0-2-9 0,-4 0 8 0,-1 0-10 15,-2-2 7-15,3 4-1 0,-2-2 1 16,0 0-4-16,-1 0 3 0,-2 1 1 0,3-1 0 0,-1 0 2 16,-1 0 4-16,-2 0-10 0,1 1 7 0,-1 1-6 15,-8-2 5-15,11 0 0 0,-11 0-2 0,10 0-2 16,-10 0-1-16,0 0 4 0,9 0 5 0,-9 0-8 15,0 0 2-15,10-2 3 0,-10 2-4 0,0 0 5 16,8-1 5-16,-8 1 3 0,0 0-1 0,0 0-1 16,0 0 11-16,11-1-5 0,-11 1 5 0,0 0-2 15,0 0 0-15,0 0 0 0,0 0 3 0,0 0-7 16,0 0-1-16,0 0 3 0,0 0-2 0,0 0-4 16,8-2 3-16,-8 2-6 0,0 0 5 0,0 0-5 15,0 0 1-15,0 0-5 0,0 0 3 0,0 0-8 16,0 0 5-16,0 0-3 0,0 0 5 0,0 0-4 15,0 0 1-15,0 0 1 0,0 0 1 0,0 0-1 16,0 0-3-16,0 0-2 0,0 0 8 0,0 0-4 0,0 0 7 16,0 0-9-16,0 0 2 0,0 0 4 15,0 0 0-15,0 0-1 0,0 0 0 0,0 0 6 16,0 0-2-16,0 0-1 0,0 0 6 0,0 0-8 16,0 0 0-16,0 0 0 0,0 0-1 0,0 0 2 0,0 0-5 15,0 0 3-15,0 0 1 0,0 0-2 16,0 0-2-16,0 0 1 0,0 0 14 0,0 0-19 15,0 0 4-15,0 0-2 0,0 0 2 0,0 0-1 16,0 0-2-16,0 0 0 0,0 0-3 0,0 0 11 0,0 0-8 16,0 0 1-16,0 0 1 0,0 0-2 0,0 0 2 15,0 0-4-15,0 0 3 0,0 0-1 16,0 0 7-16,0 0-7 0,0 0 8 0,0 0-9 16,0 0 1-16,0 0 1 0,0 0-1 0,0 0 1 0,0 0 3 15,0 0-6-15,0 0 4 0,0 0-3 0,0 0 6 16,0 0-6-16,0 0-1 0,0 0 4 0,0 0 2 15,0 0-7-15,0 0 6 0,0 0-6 0,0 0 0 16,0 0 3-16,0 0 3 0,0 0-6 0,0 0 4 16,0 0 2-16,0 0-1 0,0 0-11 0,0 0-7 15,0 0-10-15,0 0-9 0,0 0-14 0,0 0-15 16,0 0-14-16,0 0-17 0,0 0-28 0,0 0-24 16,0 0-81-16,0 0-246 0,0 0 108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4:48:59.854"/>
    </inkml:context>
    <inkml:brush xml:id="br0">
      <inkml:brushProperty name="width" value="0.05292" units="cm"/>
      <inkml:brushProperty name="height" value="0.05292" units="cm"/>
      <inkml:brushProperty name="color" value="#FF0000"/>
    </inkml:brush>
  </inkml:definitions>
  <inkml:trace contextRef="#ctx0" brushRef="#br0">8117 9065 30 0,'-6'-6'67'0,"6"6"-4"0,0 0-10 0,0 0-5 0,-4-5 0 15,4 5-8-15,0 0 4 0,0 0-11 16,0 0-1-16,0 0 2 0,0 0-6 0,0 0 0 16,0 0-11-16,0 0 4 0,-8-2 6 0,8 2-4 0,0 0-8 15,0 0-5-15,0 0 3 0,0 0 1 0,0 0-10 16,0 0-1-16,-9 9 6 0,9-9 0 0,-7 8 5 15,3-6 0-15,4-2-11 0,-6 10 1 16,3-5 5-16,3-5-3 0,-6 7-4 0,2 1 0 16,1-3 1-16,1 3 4 0,-3 2-5 0,2-2 15 0,-1 3-5 15,0-3-1-15,2 4-7 0,1-3 3 0,-2 2 3 16,3-3-13-16,0 2 19 0,-1-1-2 0,1 1-9 16,0 1 5-16,0-1-11 0,1-4 11 0,0 2 2 15,2 1-3-15,-1 2-6 0,2-3 3 0,0 1-4 16,0-1 0-16,0-1 5 0,2 1-1 0,1-1-1 15,-2-3 0-15,0 2-6 0,2-2 8 0,1 1-1 16,-2-1-1-16,1-3 8 0,3 2 0 0,-2-2-4 16,2-1-1-16,4 0 2 0,-5-3-12 0,3 1 15 15,0-2-1-15,-3-2-5 0,0 0 5 0,1 1-5 16,-1-2-2-16,2 1 4 0,-4-4-4 0,1 2 6 16,-2-2-7-16,1 2-1 0,-1-2 8 0,-2 1-13 15,0 0 12-15,-3 1-7 0,0-3 8 0,-1 2-2 16,-1-4-12-16,1 3 6 0,-4-1 0 0,2 0-1 15,-1 2-5-15,-3 2 0 0,2-3 6 0,-4 1-2 16,3 1 1-16,-4 1-5 0,4 2 4 0,-4-1-1 16,0 0 0-16,-1 2 1 0,1 0-2 0,0 0-6 15,-1 0 8-15,0 3-1 0,2-2-6 0,8 3-1 16,-17 0 3-16,11 0 9 0,6 0-10 0,-15 3 3 16,8-3 2-16,7 0-3 0,-10 6-23 0,3-2-10 15,2 1-8-15,0-1-20 0,3 1-30 0,2-5-50 16,-7 9-154-16,6-3 69 0</inkml:trace>
  <inkml:trace contextRef="#ctx0" brushRef="#br0" timeOffset="442.5">8259 8990 46 0,'0'0'104'0,"0"0"-8"0,0 0-5 0,0 0-6 0,0 0-4 16,-7-3-18-16,7 3-7 0,0 0-5 0,0 0-1 16,0 0-13-16,0 0 7 0,0 0-11 0,0 0 0 15,0 0-8-15,0 0 0 0,0 0-6 0,0 0 4 16,25-5-23-16,-17 4 20 0,-8 1 4 0,18-3-14 15,-8 2 5-15,2-2 3 0,-1 2-23 0,0-1 8 16,1 2-2-16,1-2 8 0,-2 0-15 0,1-1-8 16,-1 0-9-16,0 3-10 0,-1-3-14 0,0 3-22 15,-2-2-76-15,-2 0-155 0,-6 2 69 0</inkml:trace>
  <inkml:trace contextRef="#ctx0" brushRef="#br0" timeOffset="705.59">8351 8863 35 0,'-5'-5'92'16,"5"5"-13"-16,0 0-13 0,0 0 3 0,0 0-11 15,0 17 4-15,0-17-11 0,4 19-7 0,-1-7 4 0,-2 1-5 16,1 4-7-16,1-1 7 0,1 0-11 16,-4 3-2-16,3-2 0 0,0 8-1 0,-2-8-19 15,2 2-9-15,-4-1-27 0,1 8-37 0,-2-3-66 16,0 3-138-16,-3-9 61 0</inkml:trace>
  <inkml:trace contextRef="#ctx0" brushRef="#br0" timeOffset="1542.58">8526 9129 83 0,'0'0'99'0,"0"0"-27"16,0 0-6-16,0 0 2 0,-12 10 0 0,9-3-7 15,-2 1-6-15,2 3-4 0,1-1-3 0,-1 1-5 16,2 3-9-16,-2-3-2 0,2 1 4 0,0 2-6 16,1-4-1-16,0 1-6 0,1 0 3 0,2-2-3 15,-1 0 4-15,2 1-13 0,0-3 6 0,0-1 0 16,3 1-2-16,-2-2-6 0,1-1 0 0,0 1 2 15,0-4 2-15,-6-1-10 0,16 1 10 0,-10-1-1 16,-6 0 2-16,13-5-14 0,-7 0 11 0,-1-1-6 16,3 0 4-16,-3-4-4 0,-1 2-5 0,-1-3-2 15,2 0 4-15,-3 1 3 0,-2-1-3 0,1 0-4 16,-2-1 4-16,0 0-2 0,0 1 0 0,-3 0 0 16,-1 1-1-16,1 1 1 0,-1 0-3 0,0 2 1 0,-1 0 4 15,0 2-6-15,2-2 1 0,-1 4-10 16,5 3 12-16,-11-7-2 0,4 7-8 0,7 0-2 15,0 0-2-15,-16 4-2 0,8-1-13 0,3 2-21 16,-4 0-17-16,3 2-20 0,1-2-77 0,-2 2-175 0,4-1 78 16</inkml:trace>
  <inkml:trace contextRef="#ctx0" brushRef="#br0" timeOffset="1776.51">8694 9032 56 0,'0'0'95'0,"10"-4"-13"0,-5 2 4 16,5-1-16-16,1 1 0 0,4-1-5 0,4 0-12 15,-1-1-1-15,1 0-16 0,-1 2-7 0,2-3 6 0,-2 2-27 16,0 0-8-16,-4 1-17 0,-2 0-9 0,-2 2-15 15,-1-2-11-15,-1 2-49 0,-8 0-108 0,9-3 48 16</inkml:trace>
  <inkml:trace contextRef="#ctx0" brushRef="#br0" timeOffset="1971.47">8825 8899 92 0,'0'0'120'16,"-6"-3"-2"-16,6 3-9 0,0 0-15 0,-5-6-14 15,5 6-3-15,0 0-16 0,0 0-1 0,0 0-4 16,0 0-5-16,0 0-7 0,-3 19-5 0,5-8-4 16,0 0-2-16,1 3 0 0,-2 2-5 0,0 1-1 15,1 2-4-15,-2 1-7 0,2 6-4 0,-4 2-12 16,4-4-25-16,-2 1-22 0,-2 1-31 0,2 0-99 16,-3-1-191-16,2-7 85 0</inkml:trace>
  <inkml:trace contextRef="#ctx0" brushRef="#br0" timeOffset="3768.67">11893 9158 47 0,'0'0'60'0,"0"0"-3"0,0 0-2 0,0 0 0 16,0 0 6-16,0 0-5 0,0 0 7 0,7 10-2 15,-7-10-15-15,0 0 6 0,10-1-4 0,-10 1-4 16,10-2 0-16,-10 2-4 0,11-5 1 0,-6 1-1 15,-5 4-13-15,15-6 2 0,-8 3 6 0,-1-1 1 16,4 0-14-16,-1-3 6 0,-3 4-2 0,2 0 5 16,-4-3-1-16,-4 6-3 0,9-10 5 0,-5 7-7 15,-1-1 0-15,-3 4 4 0,4-10 2 0,-4 10-5 0,2-6-1 16,-2 6 11-16,0-9-16 0,0 9-7 16,0 0 2-16,-2-10-3 0,2 10-1 0,-8-5-3 15,8 5-2-15,-11-4 4 0,3 4-5 0,8 0-3 16,-18-1 2-16,6 2 1 0,2 0-3 0,1 2 4 15,-5 1-6-15,4 0-6 0,-1 1 3 0,0 1 4 16,-1 0-3-16,3 1 3 0,-1 1-4 0,0 2 0 16,2 0 4-16,2 0-1 0,-2 2 0 0,2-2 2 0,2 0 0 15,-1 0-1-15,1 1-2 0,4 2 5 16,0-3-4-16,0 1 6 0,3-2-6 0,3 1 3 16,-2-2 1-16,2 1 3 0,3-1-2 0,1-1-3 15,1 0-2-15,1 0 1 0,-1-2-4 0,0-1-19 0,3 1-21 16,-1-3-26-16,5 2-27 0,-5-3-23 0,1 2-78 15,-3-3-213-15,-2-4 95 0</inkml:trace>
  <inkml:trace contextRef="#ctx0" brushRef="#br0" timeOffset="4232.81">12103 8973 49 0,'0'0'91'0,"0"0"-4"0,0 0-3 0,0 0-12 0,0 0-3 16,0 0-4-16,0 0-8 0,0 0-2 15,0 0 2-15,0 0-3 0,0 0-6 0,0 0 4 16,0 0-13-16,0 0 13 0,0 0-11 0,0 0 3 16,0 0-5-16,0 0 0 0,0 0-4 0,0 0 5 15,0 0-4-15,0 0-5 0,0 0 2 0,0 0 4 16,0 0-4-16,0 0 5 0,0 0-8 0,31 0-2 16,-21-2-2-16,0 2-4 0,1 0-2 0,-2-3 3 15,2 4 0-15,-1-2-4 0,0 0-8 0,0-1 1 0,-10 2-1 16,13 0-3-16,-8-2 3 0,-5 2 6 15,11 0-6-15,-11 0 1 0,0 0 8 0,0 0 0 16,11 0-2-16,-11 0 5 0,0 0 3 0,0 0 1 0,0 0-1 16,0 0 2-16,0 0-3 0,7 1-2 0,-7-1-3 15,0 0-1-15,0 0-1 0,0 0-7 0,0 0 0 16,0 0-12-16,0 0-16 0,0 0-27 16,0 0-20-16,0 0-33 0,0 0-35 0,0 0-139 0,-16 19-292 15,9-14 129-15</inkml:trace>
  <inkml:trace contextRef="#ctx0" brushRef="#br0" timeOffset="4754.6">12401 9281 30 0,'0'0'107'0,"0"0"-2"0,0 0-4 0,0 0 0 0,0 0-7 15,0 0 3-15,0 0-16 0,0 0-6 0,0 0 0 16,24-7-1-16,-18 4-6 0,2-4 2 0,-1 1-6 15,1 0-10-15,0-2-5 0,-2 3-2 0,1-6-3 16,-3 3-1-16,1-1-9 0,0 1 4 0,-1-2-7 16,1 1-3-16,-1-2 2 0,-4 5 4 0,2-1-8 15,-2 7 0-15,0-13-3 0,0 13-3 0,-2-11-1 16,2 11-1-16,-2-7-3 0,2 7 0 0,-6-7-3 16,6 7-3-16,-11-3-4 0,11 3 5 0,-13 0-3 15,13 0 1-15,-16 5-7 0,8 0 7 0,-1 1-8 16,0 0 1-16,-2 1-1 0,2 3-1 0,2-3 3 15,-3 3-1-15,2 0 0 0,1-1 5 0,1 3 4 16,3-1-10-16,-4-1 2 0,5 2 9 0,0-2-3 16,-1-1-1-16,3 1 1 0,0 0 5 0,3-1 0 15,-1 1-4-15,0-3-1 0,2 2-2 0,2-5 2 16,1 3-2-16,1 0 3 0,4-3-4 0,-3 0-2 0,2 2 5 16,0-4-8-16,2 2-16 0,-2-1-34 15,1-2-23-15,1 2-19 0,1-3-27 0,-3-1-19 16,-2-1-104-16,0-1-263 0,4 0 117 0</inkml:trace>
  <inkml:trace contextRef="#ctx0" brushRef="#br0" timeOffset="5075.51">12672 8988 89 0,'-6'-2'138'0,"6"2"-7"0,0 0-5 16,0 0-20-16,0 0-8 0,0 0-1 0,-11-1-28 15,11 1 0-15,0 0 1 0,0 0 4 0,0 0-8 16,0 0-8-16,0 0 8 0,34 1-8 0,-24 0-3 16,4-1-6-16,-1-2-4 0,-1 2 1 0,-1-2 0 15,-2 1-6-15,1 0-1 0,-10 1-5 0,13-1 3 16,-13 1-3-16,10-2-1 0,-10 2 4 0,0 0-6 15,10 0 2-15,-10 0-13 0,0 0 4 0,0 0-5 16,9 0-1-16,-9 0-1 0,0 0-4 0,0 0-4 16,0 0-17-16,0 0-23 0,0 0-21 0,0 0-28 15,-19 14-49-15,11-9-26 0,-1 3-102 0,3 1-278 0,2-4 123 16</inkml:trace>
  <inkml:trace contextRef="#ctx0" brushRef="#br0" timeOffset="5530.48">12952 9264 101 0,'-8'3'126'15,"8"-3"-7"-15,0 0-8 0,0 0-10 0,-6 4-3 0,6-4-4 16,0 0 10-16,0 0-8 0,0 0-1 0,10 10-10 15,-10-10 1-15,12 2-7 0,-12-2 2 0,14 0-16 16,-5 0 0-16,-9 0-3 0,17-1-3 0,-8-1-9 16,3 0-4-16,-6-1-4 0,1 1 5 0,3-2-7 15,-4 0-6-15,1 0-3 0,-1-3-4 0,-1 0-5 16,2 2 2-16,-2-4-1 0,-3 3-6 16,2-3 0-16,-4 1-1 0,0 8 1 0,2-13 0 0,-2 13 7 15,0-11-8-15,0 11-4 0,-2-9 1 0,2 9-3 16,-6-8 1-16,6 8-6 0,-8-6 0 0,8 6-5 15,-9-5 4-15,9 5-2 0,-13 2 2 0,2 2 0 16,2-1-5-16,0 4 2 0,-1 2 1 0,0-1 1 16,-1 4 2-16,-1 2 2 0,1-3 1 0,2 3-4 15,-1-1 4-15,4-1-3 0,-1-2-3 0,3 3 2 16,0-3 5-16,2-3-2 0,0 3 1 0,2-10-2 16,2 18 3-16,0-10 2 0,2-1-4 0,0-2 1 0,3 3 1 15,3-2-1-15,-1-1 0 0,4-1-6 16,1-1-16-16,3-1-32 0,3-1-20 0,-1-1-44 15,0-1-27-15,2-4-24 0,0-1-14 0,-4-1-98 0,6 0-296 16,1-2 131-16</inkml:trace>
  <inkml:trace contextRef="#ctx0" brushRef="#br0" timeOffset="5850.34">13304 9026 37 0,'-7'-2'159'0,"7"2"2"0,-12-2-9 0,12 2-14 16,-8-1-3-16,8 1-14 0,0 0-8 0,-7-5-12 15,7 5-7-15,0 0-2 0,0 0-5 0,0 0-5 16,25-5-4-16,-8 0-9 0,2 2-2 0,2-3-3 16,0 3-7-16,8-4 2 0,-1 1-1 0,-8 2-6 15,-2 0-2-15,0 2 1 0,-9-1-8 16,-1 0-2-16,2 2-1 0,-4 0 3 0,-6 1 4 0,9-2-2 15,-9 2-3-15,8-3-1 0,-8 3-2 0,0 0 1 16,8 0-4-16,-8 0-6 0,0 0-3 0,0 0-5 16,0 0 3-16,0 0-6 0,11-2-2 0,-11 2-4 15,0 0-9-15,0 0-14 0,0 0-27 0,0 0-14 16,0 0-24-16,9 5-35 0,-4-3-49 0,-5-2-55 16,5 6-126-16,1-4-367 0,-6-2 163 0</inkml:trace>
  <inkml:trace contextRef="#ctx0" brushRef="#br0" timeOffset="7572.56">12051 10028 85 0,'0'0'81'0,"0"0"3"15,0 0-17-15,0 0-2 0,-3-8-10 0,3 8 2 16,0 0-12-16,0 0 1 0,0 0-8 0,0 0-3 15,0 0-14-15,0 0 6 0,0 0 0 0,0 0-3 16,0 0-5-16,0 0 1 0,0 0-16 16,0 0 15-16,0 0-10 0,-10 17 10 0,10-17-7 0,-5 9 1 15,5-4-6-15,0-5 14 0,-5 9-11 0,2-4 3 16,3-5 6-16,-2 12-12 0,2-5 13 0,0-7-10 16,-2 12-4-16,2-12 1 0,2 12-1 0,-2-6-4 15,0-6 7-15,4 11 1 0,-2-5 0 0,2-1 1 16,0-2-7-16,1 2 7 0,1-3-9 0,0 1 20 15,-6-3-17-15,15 2-1 0,-7-3 3 0,4 0 3 16,-3-3-6-16,2 1 2 0,0-2-4 0,-1 0 6 16,0-1 0-16,0-1 0 0,-2-1 5 0,1 1 0 15,-5-1-7-15,3-2 3 0,-1 2-2 0,-2-3-4 16,0 0 3-16,-2 1 2 0,-2 0-3 0,3 0 11 16,-3-1-13-16,0 11 7 0,-2-16 3 0,1 11-4 0,1 5 4 15,-4-13-10-15,2 6 11 0,-2 2-12 16,4 5 7-16,-10-8 2 0,3 5-7 0,0 0-2 15,-1 2 6-15,8 1 3 0,-19 1-13 0,11 1 1 16,-2 0 4-16,1 3-2 0,3-1-9 0,-1-1-17 0,0 4-13 16,2-2-15-16,-1 2-14 0,2 2-9 15,-1-1-25-15,3 2-61 0,-2-1-176 0,-1 0 78 16</inkml:trace>
  <inkml:trace contextRef="#ctx0" brushRef="#br0" timeOffset="8575.4">13169 11043 59 0,'0'-7'129'0,"0"7"2"0,0-9 7 15,0 9-4-15,0 0-11 0,0-10-8 16,0 10-7-16,0 0-9 0,0 0-6 0,-2-10-9 16,2 10-5-16,0 0-11 0,0 0-7 0,0 0-3 0,0 0-10 15,0 0-6-15,0 0-4 0,-3-8-3 0,3 8-5 16,0 0-5-16,0 0-3 0,0 0-4 15,0 0 2-15,0 0-5 0,0 0-2 0,0 0 1 0,0 0-3 16,0 0 2-16,0 0-3 0,0 0 3 0,8 22-10 16,-8-22 9-16,4 6-2 0,-4-6-3 0,6 3-4 15,-6-3 3-15,11 3 4 0,-3-3-3 16,-8 0 2-16,15-4-4 0,-6 3 0 0,3-2 2 0,-2-1 0 16,-1 0-5-16,-1-5 2 0,1 2-5 0,-3 0 1 15,-2 2 5-15,1-3-4 0,0 2-3 0,-1-2 3 16,-4 8-5-16,2-13 11 0,-2 7-5 0,0 6-3 15,-4-11-4-15,4 11 6 0,-7-11-1 0,4 9-6 16,3 2-10-16,-12-2 4 0,12 2-31 0,-19 2-11 16,8 1-24-16,-2 2-10 0,-3 4-25 0,-2-1-23 15,4 2-98-15,1-1-253 0,2 0 113 0</inkml:trace>
  <inkml:trace contextRef="#ctx0" brushRef="#br0" timeOffset="9577.16">12378 11815 68 0,'0'0'83'0,"0"0"-4"0,0 0 3 15,0 0-24-15,-10 18 4 0,6-11-12 16,0 2 8-16,2 1 6 0,-3-2-15 0,2 3-7 16,0-2 1-16,1 0-10 0,2-2 3 0,-2 1-3 15,2-8-3-15,-2 12-10 0,2-5 10 0,0-7-2 0,2 11 1 16,0-6-5-16,-2-5-3 0,6 7 7 16,-6-7-7-16,9 2 8 0,-9-2-8 0,14-4-2 15,-5 2 3-15,-1-3-5 0,3 0 6 0,1-4-12 0,-3 0 14 16,1-1 3-16,-2 0-5 0,1-4-3 15,-4 5 10-15,2-2-9 0,-5 2 4 0,-2-1-5 0,-2 3-13 16,2 7 9-16,-7-12-8 0,0 7-8 16,-2 0-13-16,-2 4-12 0,-2 0-8 0,0 1-18 0,-6 5-20 15,0-1-21-15,2 5-101 0,-4 1-207 0,4-2 92 16</inkml:trace>
  <inkml:trace contextRef="#ctx0" brushRef="#br0" timeOffset="11964.92">8133 10365 61 0,'0'0'78'0,"0"0"2"16,0 0 2-16,0 0-7 0,0 0-14 0,0 0 9 15,0 0-5-15,0 0 0 0,0 0-12 0,0 0-1 16,0 0-6-16,0 0-4 0,18-15 0 0,-15 11-8 16,-3 4-3-16,9-14 3 0,-2 8-6 0,-3-3 2 15,2-1-6-15,-2 2-17 0,0-1 15 0,-2 0-1 16,3 0-1-16,-3 2-6 0,-1 1 0 0,-1 6-3 16,3-12 4-16,-3 12-2 0,2-10-1 0,-2 10-9 15,0-8 9-15,0 8-10 0,0 0 6 0,-5-7 1 16,5 7-1-16,0 0 2 0,0 0-14 0,-19 10 3 15,9-3-1-15,1 0 13 0,-3 5-5 0,2 1-1 16,0 2 1-16,1-1-14 0,0 1 10 0,2-1-5 16,1 3 5-16,2 2-1 0,0-1-1 0,3 0-1 15,3-1-8-15,0-6-8 0,3 5-21 0,1-3-8 16,5-2-23-16,0 1-34 0,3-2-62 0,3-2-178 16,-1-4 79-16</inkml:trace>
  <inkml:trace contextRef="#ctx0" brushRef="#br0" timeOffset="12219.61">8340 10122 133 0,'0'0'131'0,"0"0"-13"0,-5-4-13 0,5 4-10 0,0 0-7 15,0 0-18-15,0 0-17 0,0 0-21 0,0 0-24 16,20-10-28-16,-5 8-30 0,2-1-78 0,-2 1-138 16,2 0 62-16</inkml:trace>
  <inkml:trace contextRef="#ctx0" brushRef="#br0" timeOffset="12847.46">8106 11796 66 0,'0'0'125'16,"0"0"2"-16,0 0-24 0,-1-17-9 0,1 17-8 15,9-15-9-15,-4 6-7 0,0 1 2 0,-1 0-9 0,-1-1-3 16,1 0 0-16,0 2-5 0,-3 2-9 0,2-1 1 16,-3 6-13-16,0-11-2 0,0 11 5 15,-1-9-11-15,1 9 6 0,-5-7 0 0,5 7-15 16,-7-3 4-16,7 3-1 0,0 0 3 0,-14 3-10 0,7 2-1 15,0 1 2-15,1 2-3 0,-1 4 3 0,1-1 6 16,0 4-7-16,-1 2-1 0,3-2 2 0,3 2 1 16,1-1-11-16,1-3 2 0,2-1 7 15,1-2-5-15,3 5 0 0,2-5-10 0,0-3-16 0,0 1-27 16,5-3-18-16,2-1-29 0,1-2-32 0,-2 0-86 16,-2-3-227-16,0 0 100 0</inkml:trace>
  <inkml:trace contextRef="#ctx0" brushRef="#br0" timeOffset="13053.94">8201 11446 140 0,'0'0'136'0,"-4"-5"-15"15,4 5-18-15,0 0-3 0,0 0-30 0,0 0 1 16,0 0-19-16,15-6-36 0,-6 4-43 0,4 2-38 16,-1-3-55-16,4-1-129 0,-2-1 57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40:19.351"/>
    </inkml:context>
    <inkml:brush xml:id="br0">
      <inkml:brushProperty name="width" value="0.05292" units="cm"/>
      <inkml:brushProperty name="height" value="0.05292" units="cm"/>
      <inkml:brushProperty name="color" value="#FF0000"/>
    </inkml:brush>
  </inkml:definitions>
  <inkml:trace contextRef="#ctx0" brushRef="#br0">29817 8259 2 0,'-2'-8'88'0,"2"8"-12"16,0 0 19-16,0-12-5 0,0 12-5 0,1-8-2 15,-1 8-5-15,0 0-7 0,-1-11-21 16,1 11-5-16,0 0 6 0,0-10-13 0,0 10 2 0,0 0-11 15,0 0 1-15,0-9-8 0,0 9 0 0,0 0 1 16,1-8-7-16,-1 8 3 0,0 0-3 0,0 0 1 16,3-10-5-16,-3 10 10 0,0 0-4 0,1-6 1 15,-1 6-6-15,0 0 4 0,1-7-5 0,-1 7 1 16,0 0-6-16,0 0 1 0,2-9 3 0,-2 9 3 16,0 0 5-16,0 0-9 0,0 0 1 0,0 0 0 15,0 0 3-15,0 0-10 0,0 0 4 0,0 0-3 16,1-7-1-16,-1 7-3 0,0 0-5 0,0 0 9 15,0 0-5-15,0 0 0 0,0 0 2 0,0 0-4 16,0 0 1-16,0 0-10 0,0 24 14 0,0-17 3 16,-1 3-3-16,-1 0 8 0,1 0-3 0,1 4-3 15,-3-1 3-15,2 4 8 0,-2 2 3 0,2 0 7 16,-1-3-4-16,-1 0 1 0,-1 0-1 0,2 2-2 16,-2-1-3-16,1 0 0 0,2 2-2 0,-1-3 1 0,0 2 11 15,2 1-1-15,-1-2 1 0,-2 0-3 16,0 1 3-16,0 0-6 0,3 1-1 0,-4 1-6 15,1-1 2-15,1-1-1 0,-1 9-1 0,1-8 2 0,-2 1-4 16,3 4 6-16,-2-4-3 0,3-2 0 16,-2 0-1-16,0 0 1 0,1 2-4 0,0-2 1 0,1 0 2 15,-4-4 7-15,3 5 6 0,-1 0-6 0,0 0 5 16,-1-2-7-16,2 2-5 0,0 0 3 0,-2 2-3 16,1-3-3-16,-3 0 4 0,3 2-2 0,-3-3-1 15,3 2 0-15,-1 0 1 0,0 0 1 0,1-2-2 16,-3 3-1-16,0 0 1 0,-2 0-2 15,4 4 1-15,-1-5-1 0,1 1 2 0,-1-1-1 0,-1 0-4 16,0 6 3-16,1-8-3 0,2 1-3 0,-1 0-2 16,-1 1 1-16,3 1 2 0,0-1 0 15,-1 2-1-15,0-3-1 0,2 7 2 0,-1-5 0 0,-2 6-2 16,3-7 2-16,0 0 3 0,0-3-8 0,-5 5 1 16,2-3 3-16,2 2 1 0,0-1-4 0,0-1-1 15,-1 0 4-15,1-2 5 0,-2 1-8 0,1 1 2 16,-1-1-1-16,2 0-1 0,0 0 1 0,-1-1 6 15,-1 1-6-15,1 0 3 0,0 0-2 0,-2 0 2 16,2 0 13-16,0 0-1 0,1 1 0 0,0-1-1 16,-2 1-4-16,1 0 4 0,-1 0-5 0,2 1-1 0,1-1-1 15,-2 0 2-15,1 1-5 0,1 7 2 16,0-7 2-16,0 0-1 0,0-1-5 0,1 9 1 16,2-8 2-16,-3-1-3 0,3 3 1 0,-1-3 1 15,1 3 0-15,1-2-3 0,-1-2 2 0,2 2 1 16,-2 0 0-16,1-2-1 0,-2 2 1 0,1-3-4 15,-2 0-1-15,3 1 4 0,0 0-3 0,0 2 3 16,-1 0-2-16,-1-2 0 0,-1 0 1 0,3 1 4 0,-4 0-4 16,2 6-1-16,-2-6-1 0,2-1 2 0,-2 9-3 15,1-7 2-15,0 0 1 0,-1 0-1 0,0 6 1 16,0-7-3-16,2 0 4 0,-2 1 0 0,-2 0-4 16,5 6-3-16,-2-6 4 0,-1 1-1 0,0-1 3 15,0 6-2-15,-1-5-3 0,0-1 3 0,1 1 1 16,0 5 0-16,-2-6-3 0,2 1 4 0,-1 6-1 15,0-9 3-15,3 4-5 0,-3-2-1 0,2 4 2 16,-2-3 1-16,5 5-3 0,-2-1 1 0,-2-5 2 16,0 6 0-16,2-1-3 0,-2-6 2 0,0 8-1 15,-2-1 2-15,-1 0 1 0,1-10 0 0,1 11-2 16,1-10 0-16,-3 10-3 0,3-8 3 0,-1 0 1 16,0 0-2-16,-2 2-3 0,2-1 3 0,-2 0-2 15,3-6 3-15,2 6 0 0,-4-2 1 0,2 0 0 16,-2 0-3-16,2 1 0 0,-1-3 0 0,2 4 4 0,-2-2-4 15,1 1 1-15,1 0 2 0,-1 1 1 16,2 0-1-16,-5 0-2 0,1 0 1 0,1-1-2 16,0 8 0-16,1-8-8 0,-3 1-5 0,2-2-9 15,-3-1-17-15,2-2-11 0,-2-2-19 0,1 0-17 0,1-4-11 16,-1 3-17-16,2-6-21 0,1-5-12 0,-5 9-23 16,5-9-143-16,-9 0-340 0,9 0 151 0</inkml:trace>
  <inkml:trace contextRef="#ctx0" brushRef="#br0" timeOffset="1901.78">29891 8138 27 0,'0'0'65'0,"0"0"-9"0,-7 3-5 15,7-3 9-15,0 0-2 0,0 0-6 0,0 0-2 16,0 0 1-16,0 0-12 0,0 0 10 16,0 0-7-16,0 0-3 0,0 0 0 0,0 0-19 15,0 0 5-15,0 0 1 0,0 0-2 0,-9 1 5 0,9-1-6 16,0 0-5-16,0 0 7 0,0 0-18 16,0 0 5-16,0 0-10 0,0 0 8 0,0 0 10 15,0 0 2-15,0 0-2 0,0 0-1 0,0 0-3 16,0 0-7-16,0 0 5 0,0 0-1 0,0 0-6 0,0 0 1 15,0 0-7-15,0 0 9 0,0 0-1 0,0 0-4 16,0 0 4-16,23 3-3 0,-13-2 5 0,5-1 3 16,5 0-11-16,8-1 11 0,5 1 0 15,3-3 0-15,4 2 0 0,17-2-4 0,-5 3 0 0,6-3 7 16,-3 3-7-16,1 0 0 0,4 0-3 0,0-3-1 16,1 2 0-16,-4 1 8 0,0-2-6 15,-2-2-2-15,-1 3 1 0,-1-1-1 0,0 0-5 0,-14 0-4 16,-2 1 6-16,-1-1-2 0,1 0-2 0,-2-4 1 15,-1 4-3-15,0 0 7 0,-1 2-5 0,0-2-1 16,-1 1 1-16,-1 0 5 0,3-1-5 0,-1 1 0 16,2 0 5-16,1 1-3 0,0-2 4 0,2 0 3 15,-2 2-9-15,-2-2 5 0,2 2 4 0,-2-2-2 16,-2 1-8-16,-4 1 9 0,1 0-6 0,-8-1 4 16,-1-1-8-16,0 2 3 0,-1 2 8 0,-1-2-11 15,2 0 1-15,-3 1 2 0,2-1 2 0,0 0-5 16,1-1 2-16,0-1 7 0,0 2-5 0,0 0-2 15,-1-1 3-15,0 0-2 0,1 0-3 0,2 0-7 16,-1 2 8-16,0-1 4 0,0 1-6 0,-2-2 2 16,0 1 0-16,0-3 1 0,-2 2 6 0,3-1 3 0,1 2-6 15,-8 0 2-15,7-3-2 0,-7 2-2 16,1-1 1-16,0 1-1 0,-2 1-9 0,0 0 1 16,-4-2-7-16,0 1 7 0,-8 1 5 0,14-1 2 15,-14 1 3-15,11-2-10 0,-3 1 4 0,-8 1-8 16,11-3 23-16,-11 3-14 0,12-1-6 0,-7-1 7 15,-5 2 6-15,11 0-12 0,-11 0 6 0,9-2 5 0,-9 2-3 16,8-1-1-16,-8 1-5 0,8-1 18 16,-8 1-13-16,0 0-4 0,11-2 2 0,-11 2 3 0,0 0 0 15,0 0-9-15,0 0 10 0,10 0-2 0,-10 0 1 16,0 0-1-16,0 0 5 0,0 0 1 16,0 0-1-16,0 0 5 0,9 2-4 0,-9-2 5 0,0 0-4 15,0 0-5-15,0 0 11 0,0 0-11 0,0 0 0 16,0 0-1-16,7 2 5 0,-7-2-7 0,0 0 6 15,0 0-9-15,0 0 5 0,2 9 7 0,-2-9-5 16,1 7 27-16,-1-7-5 0,4 11-4 16,-4-11-10-16,4 10 11 0,-2-4-4 0,0 0-2 0,-1 2 1 15,1-1-2-15,-2-7-1 0,1 16-14 0,0-10 23 16,1 4-5-16,-1 1-3 0,0 0 3 0,-1 1-3 16,1 1 1-16,2 2 0 0,-3 3-5 0,0 0 2 15,-3-1 3-15,2 2-2 0,0 5-1 0,0-1 2 16,-1 3 5-16,2-1-3 0,0-2-8 0,-1-3 6 15,1-1-1-15,0 2-2 0,-1 4-1 0,1 0 14 16,-2 3-5-16,2-2 5 0,2 0-4 0,-2 1-3 16,0-1 3-16,-2-1-3 0,4 1 2 0,-1 0-7 15,-1 3 6-15,-1-2 4 0,2 1 1 0,-4-3-7 16,3 4 5-16,-1 0-7 0,0 0 0 0,2-1 1 16,0 3-3-16,-1-4 2 0,3 3-4 0,-2-2 0 15,3 4-2-15,1 1 3 0,-1-1 0 0,0 0-7 16,-2 1 4-16,5-3 1 0,-3 1-4 0,-2 0 2 15,3 2-1-15,2-4-3 0,-4 2 6 0,4-2-3 16,-5 0-1-16,2 0-4 0,-1-1 3 0,1 1 1 16,1-2-5-16,-2-1 2 0,0 0 0 0,1 1 7 15,1-1 9-15,-1-2-4 0,0 2 0 0,2 2-1 16,-2-5-1-16,0 3 1 0,0 0 0 0,-1 0-5 16,3 3 5-16,-1 1-2 0,-5-2 0 0,6 2 0 15,-2-3-7-15,-3 0 2 0,3 2 2 0,0 0 2 16,-2-3 5-16,1 3 5 0,-2-3 1 0,-2 0-2 15,1-1 4-15,0 1 3 0,0-7-9 0,0 7 2 0,0-1 2 16,-1-6-1-16,1 5 2 0,0 1 1 16,-2-6-3-16,4 1 0 0,-2 5-5 0,1-7 3 15,2 7 1-15,-2 0-5 0,0 0-2 0,0 2 1 16,2-8-1-16,-1-2-4 0,1 9 2 0,-2-2-1 0,1 2 1 16,-2-7-3-16,1 8 6 0,-1-3-5 0,-1 0-4 15,-1-4 1-15,1-2 5 0,0 7-5 16,-3 0 1-16,3 0 2 0,-3 1 0 0,0 0 1 15,1-3-4-15,0 3 4 0,1-7 1 0,-2-2-3 0,3 9-1 16,0-7-3-16,-2 1 3 0,2-1-5 0,-3 4 6 16,3-3-3-16,-1-2-1 0,2 0 0 15,-2-1-1-15,1 0 1 0,1 1 1 0,1-7-6 16,-1 6 3-16,0-5 0 0,2 1 1 0,-2-2-3 16,0 5 3-16,-2-5-3 0,1 0-13 0,0 0-19 15,-2 0-18-15,0 2-34 0,0-3-22 0,-4-1-48 0,2 1-37 16,-4 1-206-16,-4-1-430 0,4-3 190 15</inkml:trace>
  <inkml:trace contextRef="#ctx0" brushRef="#br0" timeOffset="3572.51">29614 11691 10 0,'3'-4'49'0,"-3"4"1"0,2-7-8 16,-2 7 0-16,5-7-2 0,-5 7 10 0,5-6 2 15,-5 6-6-15,4-6 6 0,-4 6-4 0,0 0 0 16,4-5-2-16,-4 5 4 0,0 0 1 0,0 0 2 16,0 0-8-16,4-6-3 0,-4 6-6 0,0 0 12 15,0 0-20-15,0 0-10 0,0 0 5 0,0 0-5 16,0 0-1-16,0 0 1 0,6-4 4 0,-6 4-11 15,0 0 3-15,0 0-2 0,0 0 2 0,0 0 3 0,0 0 2 16,0 0 9-16,11 12-10 0,-11-12 8 16,3 7-6-16,-3-7 0 0,7 11 5 0,-1-1 4 15,-1 1 8-15,-1 6-1 0,-1-1-4 0,-1 1 13 16,0 3-1-16,1 3-5 0,-1-2-1 0,-2 5 2 0,1-7 4 16,3 7-17-16,-3 0 5 0,-1-7-1 15,1 1-5-15,2 6 2 0,-3-5-7 0,2-2 10 16,2-2-4-16,0 8 7 0,-3-8 5 0,2 1-4 15,-1 3 4-15,0-3 8 0,-1-1-5 0,0 0-1 0,3 2 3 16,-2-1 7-16,-1 1-5 0,0-1-2 0,0 6-5 16,2-5-2-16,-2-1-4 0,0 0-4 0,-1-1 2 15,-2 2-1-15,3-2-5 0,-2 2-2 0,1 0-3 16,0-3 9-16,2 1 2 0,-2-2-6 0,0 2-3 16,3 0-1-16,-1-1 2 0,0 0-2 0,-2 0-4 15,4 2-1-15,-1-2-1 0,-1-5 3 0,-1 5-1 16,2-3-6-16,-1-3-1 0,-2 2 1 0,3 1-2 15,-2-1 3-15,1-1-2 0,1 2-3 0,-1-2 0 16,-2 1 4-16,2 0-6 0,0 0 5 0,1 0-7 16,-2 0 5-16,2 0-2 0,-2-2 5 15,0-1-7-15,1 1 2 0,-1-1-1 0,0 1 2 0,2-1-5 16,-3 2 4-16,1-4 0 0,3 0-4 0,-3 1 1 16,2-1 1-16,0 3-1 0,0-1-1 0,0-1-3 15,0 0 5-15,1 0-4 0,-1-1 5 0,1 2 3 16,1-3-9-16,0 2 1 0,0 0 4 0,1-1-6 15,1-2 3-15,2 3-4 0,-2 1 3 0,1-2-2 16,1 2 1-16,2-2 0 0,1-1 0 0,-2 1 6 16,3-3-4-16,2 2-1 0,2 1 0 0,0-1 0 15,1-3 0-15,-1 3-1 0,3-3 4 0,-1 2-5 0,1-3 3 16,1 1 1-16,0 1-4 0,1-2 2 16,-3-3 0-16,9 1-1 0,1 0 1 0,-3 1-1 15,5-2 0-15,2 0-1 0,-1-2-4 0,3 0 3 16,1 0 3-16,-2-1-2 0,2 1 2 0,-2 2-1 15,1 0-2-15,2-6 3 0,1 6-4 0,2 1 0 0,-3-2 2 16,2 0 0-16,0-1-2 0,0 1 18 16,11-2-2-16,-13 0 0 0,4 3-3 0,-4 0 0 15,-2-2-3-15,-2 3-1 0,-2-1 2 0,1 2-5 0,-3-1 1 16,-7 2-1-16,-1-1 6 0,1-2-7 0,0 3 3 16,0 0-4-16,-2 0 10 0,1 0-10 15,-1 2-1-15,-1-2 2 0,2-1-2 0,-2 0 1 16,-6-3 1-16,-1 2 2 0,6 4-3 0,-5-4 0 0,-2 1-3 15,1-2-8-15,-2 4-9 0,2-2-15 0,-6-2-16 16,-6 1-23-16,13 1-25 0,-5-1-19 0,-8 0-29 16,12 0-28-16,-12 0-24 0,13-1-167 15,-13 1-397-15,8 0 175 0</inkml:trace>
  <inkml:trace contextRef="#ctx0" brushRef="#br0" timeOffset="5101.18">32626 11092 67 0,'0'0'62'0,"0"0"3"15,0 0-15-15,0 0 0 0,0 0-11 0,0 0 0 16,0 0 0-16,-7-2-12 0,7 2 8 0,0 0-2 16,0 0-5-16,0 0-7 0,0 0 15 0,0 0 20 15,0 0-2-15,0 0 5 0,0 0-10 0,2 17 12 16,-2-17-7-16,-1 12 9 0,1-12-3 0,1 14 3 15,-1-6-11-15,2 3-1 0,-1-1 17 0,-2 3-5 16,-1 3 3-16,1 0 0 0,-2 1 1 0,0 2-8 16,0 3-6-16,-2 3 12 0,2 2-3 0,-2-2 2 15,-5 1-2-15,6 0-8 0,-1 1-2 0,0 2-3 16,0-1-4-16,1 2-14 0,0-2 9 0,0 1 6 16,2 0-6-16,-2-1-2 0,1 0-4 0,-2 3-2 15,3-1 5-15,-5-5-7 0,4 3 15 0,1-1-5 16,1 0-2-16,-2 1-4 0,1-3 1 0,2 1-8 15,-1 0 1-15,3 2-2 0,1-3-3 0,-1 3-1 16,2-2-2-16,-1 1-2 0,2-1 5 0,-2-2-3 16,-1 1 3-16,-2-7-4 0,1 7 0 0,-2 1-2 15,2-5 2-15,-4 3-1 0,2 3-1 0,0-8 2 16,-2 0-5-16,3 5-2 0,-3-7 2 0,1 3-2 16,0-2 5-16,-1 2-9 0,1-3 0 0,0 2-1 15,-1-3-2-15,0 1 2 0,0 0-1 0,1 1-2 16,-1-2 1-16,-2 1-2 0,3 1 28 0,-2-1 2 15,0-1-7-15,0 2 0 0,0-1-4 0,-1 2-3 16,3-3 0-16,-2-1-5 0,0-3 0 0,0 2 2 16,-2 2-4-16,3 0-2 0,-1-4 0 0,3-2-2 15,-2 0-2-15,0-1-6 0,1 0 6 0,2 0 2 16,-3-2-4-16,3 3 1 0,-3-5-4 0,3 5 2 16,-1-3 3-16,-2 4-7 0,3-3 3 0,-1 0 0 15,1-8 3-15,-3 17-2 0,1-6 0 0,1-1-6 16,-1 0 5-16,1 0 1 0,0-1-3 0,-1-2 0 15,1 0 2-15,1 3-2 0,-2-4 4 0,2-6-2 0,-3 14 1 16,0-4-1-16,-2-2 0 0,3 1-2 16,-1-2 6-16,2 0-7 0,-2-1 6 0,3-6-4 15,-6 10-2-15,3 2 2 0,2-7-1 0,1-5 1 16,-5 8-2-16,5-8 3 0,-6 8-1 0,3-4 0 16,3-4 2-16,-6 6-1 0,6-6 2 0,-8 7-4 0,4-4 1 15,-1 1 0-15,5-4 1 0,-13 7-2 0,6-4-2 16,-2 0 4-16,-1 0 1 0,2-2 0 15,-4 2-1-15,0-1-5 0,0 3 11 0,-1-5-8 16,-3 3 4-16,4 1-7 0,-2-3 4 0,-5 1 2 16,6 0-2-16,2-2-3 0,-3 2 1 0,1-1 3 15,-1-1-2-15,1 1 1 0,1-1 1 0,-3 3-1 16,0-4 5-16,-4 2-7 0,5-1 5 0,0 2-3 16,2-1 0-16,-3 0-2 0,2 1-8 0,-1-2 12 15,1 1-4-15,-2 0-2 0,-1-1 5 0,2 1-1 0,0 2 1 16,-2-2 1-16,-2-1 2 0,0 1-2 15,5 1 1-15,-6-2-1 0,5-2-2 0,-4 1 1 16,4 0-1-16,-3-2 0 0,4 2 4 0,1 1 7 16,3-1 2-16,-1-3-11 0,-2 3 1 0,2-1-8 15,-2-1 7-15,-2 1-7 0,1 0 10 0,-2-1-2 16,2-1 3-16,-4 2-4 0,1-1-2 0,-3-1 0 0,4 1 1 16,-6 0-1-16,-2 2 0 0,3-3 2 15,-10 2 0-15,9 2 1 0,-1-3 0 0,-6 1-1 0,7 1-3 16,-6 0 3-16,6 1 0 0,0 0 2 15,2-2-4-15,3 2 1 0,-1 0 0 0,3 0-1 16,2 0 0-16,12 0-4 0,-16-1-10 0,16 1-8 0,-12 0-20 16,12 0-14-16,0 0-21 0,-16-2-34 0,16 2-45 15,-8-3-59-15,8 3-78 0,0 0-147 16,-13-7-475-16,13 7 211 0</inkml:trace>
  <inkml:trace contextRef="#ctx0" brushRef="#br0" timeOffset="7878.05">32646 11308 98 0,'3'-4'175'16,"-3"4"-31"-16,0 0-38 0,0 0-52 0,7-3-64 15,-7 3-85-15,0 0-102 0,0 0 45 0</inkml:trace>
  <inkml:trace contextRef="#ctx0" brushRef="#br0" timeOffset="14099.9">29693 9483 22 0,'0'0'34'15,"0"0"-11"-15,0 0 0 0,0 0 4 0,0 0-3 16,0 0 1-16,-11 1-4 0,11-1 3 0,0 0-3 15,0 0 4-15,0 0-6 0,-10 1 7 0,10-1-6 16,0 0-3-16,0 0 3 0,0 0-2 0,0 0 2 16,0 0-7-16,0 0-2 0,-7 2 3 0,7-2-3 15,0 0 0-15,0 0 4 0,0 0-10 0,0 0 6 16,-7 2-9-16,7-2 6 0,0 0-2 0,0 0-1 16,0 0 6-16,-9 2 0 0,9-2 3 0,0 0-9 15,0 0 2-15,0 0-5 0,-9 1 4 0,9-1-1 16,0 0 1-16,-8 2-3 0,8-2 2 0,0 0-3 15,-10 2 5-15,10-2 0 0,0 0-6 0,-5 3 3 16,5-3 1-16,0 0-2 0,0 0 3 0,0 0-2 16,0 0 5-16,0 0 9 0,-9 2-4 0,9-2 2 15,0 0-2-15,0 0 3 0,0 0-3 0,0 0 1 0,0 0 4 16,0 0-3-16,0 0-3 0,0 0 1 16,0 0 2-16,0 0-7 0,0 0 7 0,0 0 3 15,0 0-9-15,0 0-10 0,0 0 9 0,0 0 12 16,0 0-8-16,0 0 6 0,0 0-3 0,0 0 3 0,0 0-6 15,0 0 3-15,0 0 1 0,0 0 1 16,0 0 2-16,0 0-6 0,0 0 2 0,0 0-8 16,0 0 8-16,0 0-7 0,0 0 1 0,0 0 0 15,0 0-2-15,0 0 2 0,0 0 0 0,0 0-12 0,0 0 1 16,0 0 1-16,0 0 5 0,0 0-4 16,0 0 1-16,0 0 5 0,0 0-2 0,0 0-5 15,0 0 4-15,0 0 0 0,0 0-2 0,0 0 1 16,0 0-1-16,0 0 6 0,0 0 3 0,0 0-6 0,0 0-7 15,0 0-4-15,0 0 7 0,0 0 0 0,0 0-4 16,0 0 2-16,0 0 3 0,0 0 7 16,0 0-3-16,0 0-4 0,0 0 1 0,0 0-5 0,0 0 9 15,0 0-5-15,0 0-3 0,0 0 9 0,0 0-13 16,0 0 2-16,0 0 4 0,0 0 5 0,0 0 2 16,0 0-7-16,0 0 4 0,0 0 0 0,0 0-3 15,0 0 1-15,0 0 5 0,0 0-9 0,0 0 6 16,0 0-3-16,0 0 2 0,0 0-4 0,0 0 0 15,0 0 12-15,0 0-6 0,0 0-3 0,0 0 3 16,0 0-7-16,0 0 5 0,0 0-6 0,0 0 5 16,0 0-4-16,0 0 5 0,0 0-3 0,0 0 2 15,0 0-12-15,0 0 10 0,0 0-1 0,0 0 4 16,0 0-6-16,19-10 4 0,-19 10-8 0,0 0 6 16,9-2-4-16,-9 2 4 0,7-3-4 0,-7 3-1 15,0 0 11-15,8-1-6 0,-8 1 0 0,9-1 3 16,-2-1 1-16,-7 2-5 0,10-1 6 0,-10 1-4 15,11-3-2-15,-11 3 8 0,9-1-5 0,-9 1 1 16,12 1-11-16,-12-1 6 0,9-1 3 0,-9 1 0 0,10-2 1 16,-10 2-5-16,10-1 6 0,-10 1 0 0,13 0-2 15,-7-1 1-15,-6 1-2 0,14 0-4 16,-14 0-1-16,12-1 1 0,-12 1 11 0,11 0-11 16,-11 0-1-16,13 0 10 0,-7-1-4 0,-6 1 2 15,12-2-7-15,-12 2 7 0,14-2-5 0,-8 2 2 16,-6 0 0-16,16-2 4 0,-9 2 3 0,-7 0-6 15,16-1 1-15,-9 0 19 0,-7 1-17 0,12-2-3 0,-12 2 2 16,13-1-3-16,-6-1-6 0,-7 2 9 0,12 0-2 16,-6 0 0-16,-6 0-1 0,13 0 0 0,-13 0-5 15,12-2-1-15,-6 1 8 0,-6 1 1 16,10-1-5-16,-10 1-5 0,10 0 5 0,-10 0 0 16,0 0 0-16,9-1 6 0,-9 1-1 0,0 0 3 0,9 1-8 15,-9-1-1-15,0 0 1 0,12-1 11 0,-12 1-12 16,0 0 6-16,10-2-3 0,-10 2-2 0,9-1 6 15,-9 1-5-15,0 0-8 0,13 0 10 0,-13 0 0 16,9 0 6-16,-9 0-9 0,9-1 3 0,-9 1-1 16,10 0 3-16,-10 0-8 0,8-1 7 0,-8 1-9 15,9-1 9-15,-9 1 0 0,0 0-1 0,11-1-1 16,-11 1-5-16,0 0 2 0,10 0 0 0,-10 0 6 16,0 0-2-16,8-1 6 0,-8 1-5 0,0 0-7 15,10-2 7-15,-10 2-5 0,0 0 6 0,0 0-4 16,10-2 5-16,-10 2-3 0,8-2 2 0,-8 2-3 15,0 0 0-15,11-2-3 0,-11 2 3 0,0 0-3 16,8-1 0-16,-8 1 2 0,8-1 4 0,-8 1-2 16,9 0-2-16,-9 0 3 0,11-2-3 0,-11 2 9 15,13 0-10-15,-13 0 10 0,13 0-10 0,-13 0 0 16,10-1-2-16,-10 1 1 0,10 0 1 0,-10 0 4 16,0 0-5-16,13 0 6 0,-13 0 1 0,8-1-5 0,-8 1-5 15,9-2 7-15,-9 2 2 0,9 0-1 16,-9 0-4-16,12-1-1 0,-12 1 2 0,11 0-1 15,-11 0 5-15,7 1-4 0,-7-1 0 0,10 0 2 16,-10 0 2-16,9 0 6 0,-9 0-5 0,0 0-7 0,11 0 11 16,-11 0-9-16,0 0 2 0,0 0-1 0,11 0 1 15,-11 0 1-15,0 0 0 0,0 0-6 16,12 0 0-16,-12 0 1 0,6 0-1 0,-6 0 9 16,0 0-6-16,0 0 2 0,9 2 5 0,-9-2-6 0,0 0-1 15,0 0 13-15,0 0-11 0,8 1-4 0,-8-1 6 16,0 0-7-16,0 0 13 0,0 0-6 0,0 0-1 15,0 0 8-15,9 0-14 0,-9 0 5 16,0 0-3-16,0 0 1 0,0 0 1 0,0 0-6 0,7 3 9 16,-7-3 3-16,0 0-5 0,0 0 0 0,0 0-2 15,0 0 2-15,0 0-3 0,0 0-1 0,0 0 0 16,8 1 3-16,-8-1-3 0,0 0 9 0,0 0-10 16,0 0 5-16,0 0 4 0,0 0 1 0,0 0 0 15,0 0-13-15,0 0 8 0,0 0-3 0,0 0-2 16,0 0 0-16,0 0 10 0,0 0-8 0,0 0 8 15,0 0-14-15,0 0 10 0,0 0-1 0,0 0 3 16,0 0 1-16,0 0-1 0,0 0-3 0,0 0 0 16,0 0 1-16,0 0-5 0,0 0 3 0,0 0 0 15,0 0-3-15,0 0 18 0,0 0-15 0,0 0-4 16,0 0-8-16,0 0 14 0,0 0-2 0,0 0-11 16,0 0 8-16,0 0 5 0,0 0-3 0,0 0 9 15,0 0-1-15,0 0-6 0,0 0 2 0,0 0-2 16,0 0-1-16,0 0 1 0,0 0 2 0,0 0-10 15,0 0 2-15,0 0 9 0,0 0 0 0,0 0-2 0,0 0-3 16,0 0 0-16,0 0-1 0,0 0-1 16,0 0 2-16,0 0 2 0,0 0-4 0,0 0 1 15,0 0 1-15,5 3 0 0,-5-3-2 0,0 0-1 16,0 0 1-16,0 0 4 0,0 0 5 0,8 4-11 16,-8-4 5-16,0 0 14 0,6 3-12 0,-6-3-4 15,0 0 2-15,9 1 9 0,-9-1-9 0,0 0-3 16,0 0 5-16,8 1-1 0,-8-1-4 0,0 0 7 15,0 0-5-15,0 0 2 0,9 2-4 0,-9-2 3 0,0 0 10 16,0 0-13-16,0 0 3 0,9 0-1 16,-9 0 8-16,9 1-7 0,-9-1-2 0,0 0-3 0,10 0 3 15,-10 0 1-15,0 0 9 0,0 0-7 16,11 0 5-16,-11 0-3 0,8 2-1 0,-8-2-5 0,0 0-1 16,12-2 3-16,-12 2 5 0,0 0-1 0,9 0-6 15,-9 0 6-15,0 0-9 0,11 0 9 16,-11 0-5-16,0 0 5 0,8-1-6 0,-8 1 5 15,0 0 4-15,0 0-1 0,9-2-8 0,-9 2 2 16,0 0 3-16,0 0-5 0,0 0 6 0,10 0-6 0,-10 0 2 16,0 0 7-16,0 0-8 0,0 0 4 15,0 0-17-15,0 0 14 0,0 0 0 0,0 0 4 16,0 0-4-16,0 0-1 0,0 0 3 0,0 0 2 0,0 0-1 16,0 0 3-16,0 0-6 0,0 0 6 0,0 0-9 15,0 0 2-15,10 1 2 0,-10-1-3 0,0 0 2 16,0 0 7-16,0 0-8 0,0 0 4 0,0 0-2 15,4 4 3-15,-4-4-3 0,0 0-1 0,0 0 4 16,0 0-3-16,0 0-8 0,0 0 8 0,0 0-3 16,2 5 7-16,-2-5-2 0,0 0 1 0,0 0-3 15,3 7 2-15,-3-7 1 0,0 0 2 0,3 8-3 16,-3-8-5-16,0 0 20 0,2 6-11 0,-2-6-4 16,1 7-7-16,-1-7 8 0,0 0 5 0,4 8-17 15,-4-8 10-15,1 9 7 0,-1-9 1 0,0 10 4 16,0-10 7-16,0 10-11 0,0-4 4 0,0-6 1 15,-1 12-1-15,1-12-13 0,0 11 15 0,0-11-4 0,0 12 1 16,0-5 0-16,-4-1 8 0,4-6-6 16,-1 11-1-16,0-3 0 0,0-3 0 0,-2 3 0 15,3-8 2-15,-1 13-3 0,-1-6-1 0,1-1-1 16,-1 0-3-16,2-6 7 0,-3 12-6 0,2-6 3 0,1-6-1 16,-3 12-2-16,2-6 0 0,-2 0-8 0,3-6 6 15,-4 12-3-15,1-4 2 0,3-8-5 16,-3 12 3-16,2-4 3 0,0-2-1 0,1-6 0 15,0 14-1-15,0-14-2 0,-2 13 1 0,2-7 1 0,-1 1-3 16,1-7 0-16,0 14 2 0,-1-7 0 0,1-7 0 16,-3 13 2-16,1-3-3 0,0-1 6 0,2-3-3 15,0-6 2-15,0 14-11 0,2-5 8 0,-5-2 16 16,3-7-1-16,0 13-1 0,-1-7 2 0,1-6-7 16,-4 11 4-16,3-3-4 0,-2-1-3 0,3 1-2 15,-1 2-1-15,1-10 2 0,-4 14 0 0,2-7-2 16,0 1-4-16,2-8-1 0,-1 15 5 0,0-8 2 15,-1-1-2-15,2-6 0 0,-2 12-4 0,2-2 0 16,0-3 0-16,-1 0 1 0,1 3 3 0,-2-2-3 16,2 2-1-16,-1-1 2 0,-2 1 0 0,3-2-4 15,-1 2 3-15,1-2 0 0,-1 2-1 0,1-1 2 16,2-2 1-16,-2 2-4 0,0-9 3 0,3 14-7 16,-2-8 8-16,-1 1-1 0,3 0-4 0,-2-2-1 15,-1-5 0-15,1 14 7 0,2-8-3 0,-2 1-4 16,1 1 3-16,1 0 4 0,1-2-6 0,-3 1 1 15,2 0 2-15,-3-7-1 0,4 13-2 0,-3-7 0 16,0 1-1-16,-1-7-2 0,3 11 6 0,-2-1-2 16,2-3 1-16,-2 0 2 0,0-1-6 0,-1-6 1 15,2 12 2-15,-1-5-3 0,-1-7 4 0,2 13-2 16,-2-9 6-16,0-4-9 0,2 12 6 0,1-5-7 16,-3-7 2-16,2 12 4 0,-1-6 0 0,0-1-2 15,-1-5 0-15,3 12 1 0,-3-7-2 0,1 3 0 16,-1-8 2-16,1 10-3 0,-1-10 1 0,4 11 2 0,-5-4-5 15,1-7 3-15,3 11 2 0,-2-5 2 0,-1 0-4 16,0-6-1-16,1 10-2 0,0-4 6 16,-1-6 1-16,2 11-4 0,-2-11 1 0,2 10 1 15,0-5-4-15,-1 2 3 0,0-1-3 0,-1-6 8 0,3 13 0 16,-1-8-9-16,1 0 5 0,-1 1-5 0,-1 1 0 16,-1-7 1-16,2 11 7 0,-1-4-3 0,2-1-3 15,-3-6 0-15,1 11 2 0,-1-11-1 0,1 11 2 16,2-6 0-16,-2 1-1 0,-1-6 0 0,1 14-3 15,1-11 1-15,-2 5 2 0,0-8 0 0,2 11 2 16,0-4-3-16,-2 2-1 0,1-1 4 0,-1-8-2 16,1 12 1-16,0-5-4 0,-1-7 2 0,3 13 4 15,-3-6-6-15,1 1 6 0,0-1-2 0,1 0 1 16,-2 1 0-16,0-8-1 0,0 14-2 0,0-8 2 16,0 2-5-16,1 0 0 0,0-2 1 0,-1-6 3 15,0 14 4-15,1-5-2 0,-1-2-1 0,0 0 2 16,2 3-1-16,-2 0 0 0,0-3 1 0,1 1-3 15,-1-8 3-15,-1 15-5 0,1-6 3 0,1 2 2 16,0-3-7-16,-1 0 4 0,2 1 5 0,-4 0-3 16,2-9 0-16,-1 14-3 0,2-7 2 0,-1-7-3 15,-1 13-2-15,0-6 10 0,1-7-4 0,0 12 0 16,0-12 6-16,0 9-1 0,0-9-3 0,0 12 2 16,-2-7-3-16,2-5-2 0,2 10 4 0,-2-10 1 15,-2 11-3-15,2-11 1 0,-1 12-2 0,2-7 2 16,-1-5-4-16,-1 10 2 0,1-10 0 0,3 13-2 15,-5-7 3-15,1 1-2 0,1-7 3 0,-1 14-1 16,1-5-4-16,0 0 3 0,0-9-2 0,0 13 1 16,-1-6 3-16,1-7-2 0,-2 12-2 0,4-5 2 15,-2 0-1-15,0-7 1 0,0 14 1 0,1-7 3 0,-1-7-4 16,-1 14 0-16,1-8 0 0,0-6-3 16,0 12 5-16,-2-6-4 0,2-6-2 0,0 12 3 15,0-12 3-15,0 11-1 0,0-11-1 0,0 9 3 0,0-9 0 16,-1 12-4-16,1-12 7 0,-1 11 0 0,1-5-1 15,0-6-4-15,-3 13-1 0,6-7 0 0,-3-6 1 16,0 12 4-16,0-5-2 0,0-7-2 16,0 10 1-16,0-3-1 0,0-7-2 0,0 12 1 0,0-12-1 15,0 12 2-15,1-8-3 0,-1-4 4 0,-1 12-2 16,2-5-2-16,-1-7 1 0,-1 11-1 0,1-4 1 16,0-7-4-16,-3 11 2 0,3-11 3 0,0 10-1 15,-2-4 2-15,2-6-3 0,0 11 1 0,0-11 1 16,1 9 0-16,-1-9-3 0,1 10 1 0,-1-10 0 15,3 8 1-15,-3-8-5 0,0 8 6 0,0-8-3 16,2 10 3-16,0-4-3 0,-2-6 0 0,1 11-1 16,-1-11 0-16,1 10 3 0,0-5-4 0,-1-5 0 15,4 12 2-15,-2-7 1 0,0 1 0 0,1 2 2 16,-3-8-2-16,4 13 0 0,-3-5 1 0,2-3 1 16,-2 5 0-16,0-3-5 0,0 1 1 0,3 0 6 15,-3-3-4-15,-1-5 2 0,0 14 0 16,3-9 0-16,-2 1-1 0,-1-6-1 0,3 12 0 0,-2-5-3 15,0-1 2-15,-1-6-2 0,2 10 5 0,-2-10-3 16,1 10 2-16,-1-10-4 0,0 8 2 0,0-8-1 16,1 12 4-16,-1-12-6 0,0 11 3 0,1-6 0 15,-1-5 0-15,2 11 3 0,-2-3 0 0,0-8-3 16,0 11 0-16,0-11-2 0,-2 11 1 0,1-4-1 16,1-7 3-16,-1 12 2 0,1-5-3 0,0-7-1 15,-1 16 4-15,-1-10-1 0,2-6 1 0,-1 13-3 16,1-13-1-16,0 11-1 0,0-5 2 0,0-6 2 15,-1 12 2-15,-1-6-5 0,2-6 3 0,-2 10-1 16,2-10 2-16,-1 9-3 0,1-9 3 0,0 10-3 16,0-10 3-16,-3 10-1 0,-1-6-2 0,4-4-1 15,-2 12-2-15,2-5 2 0,0-7 1 0,-3 14 0 16,2-8 2-16,0 2 0 0,1-8-1 0,-2 13-1 16,1-6 2-16,1-7-1 0,-3 11-1 0,2-6-2 15,-1 1 3-15,2-6 0 0,-3 14-4 0,0-9 5 16,1 1-1-16,2-6-4 0,-4 12 6 0,3-6 0 15,-3 1-3-15,4-7 0 0,-4 10 3 0,0-4-2 0,2 0 0 16,1 1-3-16,1-7 5 0,-6 12-3 16,2-6 2-16,4 1-1 0,0-7-1 0,-6 14 0 15,2-7 1-15,3-2 0 0,0 2 1 0,1-7-4 16,-5 12 2-16,2-7 1 0,1 1-1 0,2-6 0 0,-6 9 2 16,5-4-3-16,1-5 2 0,-4 11-1 0,2-6 0 15,-3 2-2-15,0 2 3 0,1-1-3 0,0-1 5 16,-1-2-3-16,1 2 1 0,0 0-5 0,0 0 2 15,1-2 3-15,-1 1 1 0,0 2-2 0,0-2 3 16,-1 1-2-16,1 0 0 0,-2-1-4 0,6-6 4 16,-8 9-1-16,3-5 4 0,1 3-4 15,-4-2 1-15,2 0-1 0,2 1 3 0,-1-3-5 0,5-3-2 16,-9 8 6-16,4-3-2 0,0-1-2 0,0 1 5 16,5-5-6-16,-11 7 7 0,8-4-2 0,3-3 1 15,-9 8-4-15,2-7 3 0,2 3-4 0,-1 0 2 16,6-4 3-16,-12 8 0 0,5-5-3 0,0 0 3 15,1 0-4-15,1 1 7 0,5-4-7 0,-14 4 3 16,9-1-3-16,5-3 1 0,-12 3 0 0,7-2 0 16,5-1-2-16,-13 4 4 0,7-3 0 0,-1 2-4 15,7-3 4-15,-14 5-1 0,7-3 1 0,0-1 0 16,7-1-2-16,-18 2 0 0,12 0 2 0,0-1-4 16,6-1 4-16,-16 1-2 0,10-1 0 0,6 0-3 15,-14 1 3-15,14-1 2 0,-14 2 0 0,7-2-2 16,7 0 14-16,-12 0 2 0,12 0-1 0,-11 2-5 15,4-1 0-15,7-1 0 0,0 0 3 0,-17-1-2 16,10 2-4-16,7-1-3 0,-12 0 0 0,4 0 0 16,8 0-3-16,-14-1 4 0,8-1-2 0,6 2 1 15,-14-2 0-15,5 1-2 0,9 1 5 0,-14 0-4 16,6-1 1-16,-2-2-1 0,10 3 0 16,-16 2-4-16,9-2 2 0,7 0-1 0,-15 0 4 0,7 0 2 15,8 0-6-15,-15-3 1 0,8 3-2 0,7 0 1 16,-14-2 1-16,14 2-1 0,-13-1 2 0,8 0 0 15,5 1 0-15,-13 0-1 0,13 0 0 0,-12-1 3 16,12 1-2-16,-13-3 0 0,6 3-2 0,7 0-4 16,-11 1 2-16,11-1 8 0,-13 0-8 0,13 0 3 15,-14 2 1-15,6-4 0 0,8 2-3 0,-16 0 4 16,8 2 6-16,8-2 4 0,-14 0 2 0,14 0-5 16,-14-2 5-16,4 1-1 0,10 1-4 0,-18-1 0 15,8 1 1-15,2 0-1 0,8 0 0 0,-15-2-4 16,7 2 3-16,8 0-4 0,-12 0-2 0,5-1 2 15,7 1-2-15,-17-1 2 0,17 1 0 0,-9 0-3 16,9 0 4-16,-10-1-4 0,10 1 2 0,0 0-3 16,-11 0-13-16,11 0-14 0,-9 0-33 0,9 0-35 0,0 0-45 15,0 0-65-15,-21-3-229 0,15-1-470 16,6 4 208-16</inkml:trace>
  <inkml:trace contextRef="#ctx0" brushRef="#br0" timeOffset="15318.51">30029 10529 75 0,'0'0'88'0,"0"0"-5"0,-6-7-2 16,6 7 1-16,0 0-2 0,-5-6-19 0,5 6 0 15,0 0-8-15,-4-5 16 0,4 5-7 0,-5-6-15 16,5 6 2-16,0 0 6 0,-4-8 2 0,4 8-3 0,0 0-5 15,-2-7-6-15,2 7-6 0,0 0-5 0,-2-12 3 16,2 12-4-16,-1-7 0 0,1 7 5 0,-1-10-1 16,1 10-8-16,0-15-14 0,0 15 28 15,-1-11 17-15,-1 4-4 0,2 7-6 0,-1-10-5 0,1 10-3 16,1-11-5-16,-1 11-4 0,0-8 4 16,0 8 0-16,0-9 2 0,0 9 3 0,0 0 2 0,0-9-3 15,0 9 6-15,0 0-8 0,0 0 0 16,-1-10 2-16,1 10-3 0,0 0-5 0,0 0-2 0,0 0 0 15,0 0-5-15,0 0-4 0,0 0-5 0,0 0 0 16,0 0-2-16,0 0 2 0,0 0-9 16,0 0 9-16,0 0-1 0,0 0 3 0,1 30 14 0,-1-20 0 15,0 7-3-15,2 0-1 0,-2 0-2 0,-3 2-1 16,2-1 5-16,-1 7-2 0,0 1 7 0,-1-1 11 16,1-5 4-16,2 7-13 0,-3-1 1 0,-1 1 3 15,3-1-10-15,0-6 5 0,-2-2 0 0,3-1-4 16,-2 2-1-16,3-2-6 0,-2-2-2 0,2 1-2 15,0 1 0-15,-1-3 1 0,3 3-2 0,-3-2-1 16,1-2 0-16,2 2 1 0,-1-3-2 0,-2-1 0 16,1 0-6-16,1 1 0 0,-1-1 9 15,0 1-9-15,-1-3-3 0,0 0 6 0,1 1-5 0,-1-3 1 16,2 2 0-16,-1-1-2 0,-1-8 1 0,0 11-4 16,1-4 1-16,-1-7 1 0,2 9-3 0,-2-9-1 15,1 11-1-15,-1-11 3 0,0 7-5 0,0-7 12 16,-1 10-11-16,1-10-1 0,-2 9 0 0,2-9-7 15,-2 8-10-15,-1-2-13 0,3-6-19 0,-7 9-25 16,4-5-31-16,3-4-35 0,-9 9-27 0,5-5-28 16,-1 0-38-16,5-4-173 0,-11 7-438 0,11-7 194 15</inkml:trace>
  <inkml:trace contextRef="#ctx0" brushRef="#br0" timeOffset="15967.14">30033 10637 78 0,'0'0'113'0,"-2"-6"-9"0,2 6 5 0,0 0 9 0,-5-8-11 16,5 8-5-16,0 0-3 0,-4-8-13 16,4 8-8-16,0 0-5 0,0 0-11 0,0-8-3 15,0 8 3-15,0 0 5 0,0-10-2 0,0 10 8 16,0 0-7-16,4-6-6 0,-4 6-3 0,2-5 0 0,-2 5-6 15,0 0-10-15,5-8-1 0,-5 8-2 16,8-6-2-16,-4 3 0 0,-4 3 0 0,5-5 2 16,-5 5-1-16,0 0 1 0,5-6-5 0,-5 6-2 15,4-5-2-15,-4 5-10 0,6-3 4 0,-6 3-1 0,5-5-2 16,-5 5 2-16,0 0-5 0,8-5 0 0,-8 5-4 16,6-3-1-16,-6 3-3 0,11-4 1 15,-11 4-3-15,11-1-1 0,-6-1-3 0,-5 2 3 16,0 0-3-16,17 2 0 0,-11-1-1 0,3 1 4 0,-1-1-2 15,2 2 2-15,2-2 5 0,-1 2-6 0,1 0 0 16,-1 2 3-16,-2 1-6 0,1-1 4 0,-1 4-1 16,-1-2 7-16,-3 2 4 0,0 0 5 15,-1 3 1-15,-2 0 4 0,-5 5-4 0,1 0 4 0,-1 0-4 16,-3 1-1-16,0-3 0 0,0 2 2 0,-3-2-9 16,4-5 6-16,0 2-6 0,-2-2 0 0,1 0-1 15,-2 0 2-15,0-1-4 0,-1 1-5 0,2-3 2 16,-5 0 4-16,1-2-1 0,-2-1-3 15,-2 2 3-15,-1-3-2 0,1-2-3 0,-3 1 1 0,3-2-1 16,0-1-1-16,3 0-1 0,-1 0-5 0,2-2-15 16,-2 0-6-16,1 2-22 0,3-2-28 0,-1 0-29 15,4 1-29-15,6 2-33 0,-13-5-38 0,7 4-154 16,6 1-384-16,-7-5 170 0</inkml:trace>
  <inkml:trace contextRef="#ctx0" brushRef="#br0" timeOffset="16123.4">30256 10773 126 0,'0'0'136'0,"3"5"-33"0,-3-5-44 0,0 0-49 0,4 8-83 15,-4-8-78-15,-1 8 35 0</inkml:trace>
  <inkml:trace contextRef="#ctx0" brushRef="#br0" timeOffset="16934.9">29918 11345 16 0,'-3'-6'149'0,"0"0"-7"15,3 6-5-15,-5-12 1 0,4 5 2 0,-2 0 1 16,3 7-1-16,-3-10-5 0,3 10-2 15,0-8-6-15,0 8-15 0,0 0-9 0,0-8-16 0,0 8-11 16,0 0-7-16,0 0-5 0,0 0-5 0,0 0 15 16,0 0 8-16,0 0-7 0,9 19 1 0,-6-10 0 15,1 7-6-15,-3-5 0 0,4 4 4 16,-4 2-12-16,-1-5-3 0,0 3-3 0,0 4 3 0,-2-6-10 16,-1-1-6-16,1 2 0 0,1 2-4 15,1-3-7-15,-3-4-1 0,2 1-2 0,1 1-3 0,-3-1-6 16,2-1 1-16,0 1-10 0,-1-1-8 15,0 0-21-15,0-3-24 0,2-6-24 0,-2 10-29 0,-1-4-31 16,3-6-17-16,-2 6-21 0,2-6-32 0,0 0-187 16,-8 5-416-16,8-5 185 0</inkml:trace>
  <inkml:trace contextRef="#ctx0" brushRef="#br0" timeOffset="17387.59">29792 11394 39 0,'0'0'105'16,"0"0"-11"-16,0 0-13 0,0 0 5 0,0 0-9 16,0 0-14-16,0 0 8 0,18-6-23 0,-9 5 11 15,2 0-14-15,-1 0 9 0,1 1-2 0,-1 1-6 16,-1 1 2-16,-2 0 1 0,-7-2-8 0,13 0 1 16,-13 0-10-16,12 1 13 0,-6 2 2 0,-6-3 1 15,9 3 4-15,-3 1 5 0,-3 0 7 0,-3-4 1 16,5 12-8-16,-2-7-5 0,-1 3-4 0,2-5-5 15,0 7-2-15,-2-3-6 0,1-2 0 0,-3-5-5 0,5 9-4 16,-4-4-3-16,2 1-5 0,-3-6 1 16,6 7 0-16,-6-7-4 0,4 7 4 0,1-5-5 15,-5-2-1-15,10 5 0 0,-10-5-1 0,9-1 4 16,-9 1-2-16,11-1 0 0,-11 1 2 0,14-6-5 0,-8 3 3 16,0-3-10-16,1 3 8 0,-2-1 9 15,1 1 10-15,-2-2 1 0,-4 5-10 0,8-7 1 16,-3 2-5-16,-5 5-3 0,5-9 13 0,0 6 1 15,-5 3-7-15,4-5-2 0,-4 5-1 0,0 0-7 0,2-5-1 16,-2 5-1-16,0 0 5 0,0 0 4 16,0 0 8-16,0 20 2 0,-1-11 0 0,-3 7-6 0,1 2 0 15,-2-1-3-15,1 2 2 0,0-3-5 16,1 1-1-16,1-2-3 0,-2 2 1 0,3-7-3 0,-1 3-3 16,0 0-16-16,-1-3-25 0,2 3-40 0,0-3-38 15,1-2-39-15,-1-1-40 0,-3 3-174 16,1-1-392-16,2-3 174 0</inkml:trace>
  <inkml:trace contextRef="#ctx0" brushRef="#br0" timeOffset="17649.49">30176 11350 91 0,'2'-6'179'0,"-2"6"-10"0,4-7-6 0,-4 7-9 15,0 0-3-15,5-2-16 0,-5 2-7 0,0 0 13 16,0 0 3-16,14 19-11 0,-12-9-13 0,2 4-7 16,0 2-10-16,-3 3-9 0,-2-2-9 0,2 6-7 15,-2-3-10-15,0 0-3 0,2-3-12 0,-4 2-1 16,2-8-7-16,0 8-2 0,-1-1-6 0,1-1-8 16,0-6-20-16,-2 5-26 0,2-5-40 0,-4 1-34 15,4-2-46-15,-2-1-26 0,2 1-46 0,-7-1-109 16,2 0-345-16,2-5 152 0</inkml:trace>
  <inkml:trace contextRef="#ctx0" brushRef="#br0" timeOffset="18037.46">30279 11426 65 0,'6'-4'125'0,"-6"4"-18"16,0 0 1-16,5-3-2 0,-5 3-6 0,0 0 8 15,0 0-4-15,0 0-11 0,-11 18-6 0,4-9-11 16,3-4-8-16,-2 3 3 0,1-3-14 0,1 2 1 16,0-3-7-16,4-4-5 0,-6 7-6 0,3-3-7 15,3-4-1-15,0 0-1 0,-4 5 2 0,4-5-1 0,0 0 3 16,0 0-1-16,0 0 7 0,0 0 0 16,17 4 1-16,-8-4 1 0,1-4-4 0,2 0-5 15,0 0-3-15,-1-2-1 0,3 0 0 0,-3 3-1 16,1-3-2-16,1 1-3 0,1-2 1 0,-5 0 0 15,1-3-8-15,-1 5-2 0,0-2 0 0,-2 0-3 16,-2 3 6-16,1-2-3 0,-3 1-2 0,1 0 4 16,-4 5 3-16,6-12 4 0,-5 8-4 0,-1 4 5 15,0-9 4-15,0 9 12 0,0 0-3 0,0 0-1 16,-1-11-6-16,1 11 0 0,0 0-10 0,0 0-1 16,0 0 1-16,-26 15 1 0,13-3-5 0,5-2-1 0,-1 4-4 15,-2-1 0-15,5-2-1 0,-1 5-7 0,3-5-24 16,-1 1-33-16,5-1-42 0,4 1-51 0,0 0-45 15,0-4-181-15,3 1-403 0,2-3 178 0</inkml:trace>
  <inkml:trace contextRef="#ctx0" brushRef="#br0" timeOffset="18171.56">30647 11462 48 0,'0'0'149'0,"0"0"-29"15,0 0-43-15,0 0-46 0,0 0-70 0,0 0-26 16,0 0-69-16,-26 16 30 0</inkml:trace>
  <inkml:trace contextRef="#ctx0" brushRef="#br0" timeOffset="21784.01">29596 9482 16 0,'0'0'26'0,"0"0"-4"0,13-4-1 0,-13 4-1 16,0 0 0-16,11 0-3 0,-11 0-5 0,12-3 1 16,-7 2-6-16,-5 1 3 0,18-1 4 0,-8 1-1 15,2 0-4-15,-2-1-1 0,2 0 0 0,0-1-3 16,0 2 1-16,-1-2-10 0,3 0 5 0,-1 2 2 16,5 0-5-16,-6-1 4 0,1 1-4 0,0-1 1 15,1 1-4-15,-1-2-2 0,0-1-6 0,0 3 1 16,-2-3-1-16,3 2-1 0,-2 0-16 0,2 1-33 15,-1-2 14-15</inkml:trace>
  <inkml:trace contextRef="#ctx0" brushRef="#br0" timeOffset="24549.66">29592 9414 32 0,'0'0'38'0,"0"0"-4"0,0 0-3 0,0 0-4 16,0 0-3-16,16-7-4 0,-16 7 4 0,11 0-4 0,-11 0-4 16,14-2-7-16,-6 0 3 0,3 2 6 15,2-2-8-15,0 1 3 0,-1 0-4 0,5-1-4 16,3-2 2-16,-3 4-5 0,3-3 4 0,-1 3-2 15,0-3 0-15,2 2-2 0,0-2-1 0,0 1 3 0,-1-1-2 16,2 2-2-16,-3 0-1 0,1 1 8 16,1-2-10-16,-3 2-3 0,1 0 9 0,-1 0-6 15,0 2-1-15,0 0-4 0,-1-2-5 0,-2 3-4 16,-4-3 4-16,3 1-2 0,-2 0 0 0,0 0-2 0,0 2-1 16,-2-3 1-16,2 1 3 0,-3-1 5 15,-2 2-2-15,-7-2-4 0,15 0 4 0,-7 0 6 16,0 0-2-16,-8 0 1 0,14 1-1 0,-14-1 5 15,10 2-7-15,-10-2 0 0,12 0-13 0,-5 0-24 0,-7 0 12 16</inkml:trace>
  <inkml:trace contextRef="#ctx0" brushRef="#br0" timeOffset="25200.37">30640 10111 7 0,'0'26'18'0,"2"-2"-6"0,-2 3-4 0,0-2 1 15,2-2 0-15,1-2-3 0,1 3 2 0,-2-5-2 16,3 0 3-16,2 5-7 0,-5-3-7 0,2-2 1 16,0 1 9-16,-2-3-7 0,1 2 0 0,0 0 0 15,-2 1 0-15,0-1 1 0,-1 0 4 0,-2-2-6 16,0 2 5-16,1 0-7 0,0 0 3 0,-2-1-5 16,1 1 7-16,-1 0 2 0,0 0-6 0,2 0-2 15,0 0 7-15,1 0 1 0,1 1-4 0,2-1 1 16,-1 0-2-16,0-2 4 0,-1 0 1 0,-1 2-7 15,0-1 0-15,-1 0-4 0,2-1 5 0,-2 0-3 16,1 0-7-16,-2 0 4 0,0 1 22 0,0-1-16 16,-3 1-3-16,-1-1 2 0</inkml:trace>
  <inkml:trace contextRef="#ctx0" brushRef="#br0" timeOffset="31851.62">31297 10499 8 0,'0'12'147'15,"0"6"-5"-15,2-1 8 0,-2-1-19 0,-2 1-8 16,2 1-5-16,-1-5-5 0,2 3-15 0,1-3-8 16,-4-3-5-16,2-3-9 0,0 1 0 0,0-8 5 15,0 13 4-15,0-13 20 0,2 8 8 0,-2-8-1 16,0 0-9-16,0 6-4 0,0-6-15 0,0 0-8 15,0 0-5-15,0 0-9 0,0 0-5 0,0-26-8 16,0 16-2-16,1 1-8 0,0-5-1 0,2 2-6 16,2-4-4-16,-2 2 20 0,3-2-12 0,-2 0-5 15,3 0-2-15,1 0-3 0,1 4-7 0,1-2-2 16,-2 6-1-16,3 1 1 0,-2 0-5 0,-1 4-3 16,2-3 1-16,-1 4 0 0,3 2-3 0,0 0-3 15,0 5 2-15,-1-2 0 0,3 2-1 0,-3 1 3 16,1 2 3-16,-3-1-3 0,3 6-2 0,0-1 1 15,0 2 0-15,-4-4-1 0,-1 0 0 0,0 1 2 16,-2 0-3-16,0 0 2 0,-1 1-5 0,1 0 3 16,0-2-3-16,0 2-4 0,-1-2-13 0,-3 1-29 15,2-2-17-15,-1 1-26 0,0-3-30 0,-1 1-29 0,2-2-31 16,-3-6-21-16,1 11-167 0,-1-11-395 16,0 10 175-16</inkml:trace>
  <inkml:trace contextRef="#ctx0" brushRef="#br0" timeOffset="32101.44">31753 10387 30 0,'2'-9'196'0,"-1"3"-20"0,-1 6-16 16,1-11-23-16,-1 11-12 0,0 0 44 0,0 0-7 16,0 0-3-16,7 30 5 0,-7-11-8 0,-1 7 0 15,-2 0-9-15,-1 3-29 0,3-2-29 0,-1-9-12 16,1 0-6-16,0-1-9 0,0 2-6 0,-1-2-6 15,2-1-2-15,0-3-7 0,0 4-1 0,0-2-5 16,2 1-16-16,-4-6-7 0,1 3-28 0,2-1-14 16,-1-3-34-16,0-1-35 0,2 0-20 0,-2-8-26 15,-2 14-18-15,2-9-15 0,0-5-1 0,0 0-98 16,-5 8-301-16,5-8 133 0</inkml:trace>
  <inkml:trace contextRef="#ctx0" brushRef="#br0" timeOffset="32452.31">31702 10633 116 0,'0'0'117'16,"0"0"-16"-16,0 0-5 0,0-7-13 0,0 7-10 16,0 0-3-16,0 0-11 0,0 0-10 0,0 0 1 15,0 0-8-15,7-3-7 0,-7 3-9 0,0 0-9 16,0 0 7-16,0 0-10 0,0 0 2 0,13 8 6 16,-10-3-2-16,-3-5 0 0,8 7-3 0,-2-2-8 15,-2-2 4-15,3 1-2 0,-1 0 3 0,1-1-13 16,3 2 18-16,0-1 2 0,1 0 7 0,3-2 12 15,-1-1 9-15,1 0-5 0,-2 1 7 0,-2-1 6 16,1-1 2-16,-4 0 15 0,1 1 10 0,-8-1 10 16,11 1-3-16,-11-1 0 0,9-3-12 0,-9 3 0 15,8-2-12-15,-3-2 2 0,-5 4-8 0,7-8-7 16,-7 8-1-16,5-5 1 0,-5 5-2 0,3-7-7 16,-3 7-8-16,0 0 4 0,0 0-13 0,0 0-8 15,0 0-2-15,5-4-6 0,-5 4-9 0,0 0-3 16,0 0-3-16,0 0 4 0,0 0-4 0,0 0 8 15,2 20-7-15,-2-10 4 0,0-1 3 0,1 2-10 16,0-1-7-16,-1 2-17 0,1 4-30 0,-1-4-29 16,0 1-47-16,3 0-46 0,-3 0-184 0,1-3-394 15,-2 1 175-15</inkml:trace>
  <inkml:trace contextRef="#ctx0" brushRef="#br0" timeOffset="32704.03">32113 10475 8 0,'0'-11'202'0,"0"11"-31"0,0 0-21 0,2-6-23 16,-2 6-15-16,0 0-7 0,0 0-10 0,5 17-17 0,-5-5 3 16,3 6-6-16,-4 6-6 0,1 1-2 0,-3 2-8 15,2-1-2-15,-2-1-5 0,2 1-10 0,0-1-5 16,2-7 3-16,-4 2-3 0,2 6-1 15,0-9-8-15,-1 2 1 0,0-2-1 0,2-1-28 0,-1-4-23 16,-1 3-32-16,1-4-17 0,-1 0-19 0,0-4-15 16,-2-1-15-16,-1-1-99 0,1 0-238 0,-2-3 105 15</inkml:trace>
  <inkml:trace contextRef="#ctx0" brushRef="#br0" timeOffset="33051.86">32179 10627 60 0,'5'-7'91'0,"0"1"0"15,-1 2-17-15,-4 4-3 0,9-6-10 0,-5 3-8 16,-4 3-17-16,0 0 1 0,0 0-7 0,11 2 10 16,-11-2-11-16,4 7-5 0,-4-7 4 0,3 12-8 15,-3-5 0-15,0-7 0 0,0 13-3 0,0-13-3 16,-1 7-8-16,1-7 7 0,0 10 0 0,0-10 11 16,0 0 0-16,0 0 4 0,0 9-9 0,0-9 20 15,7 3 1-15,-7-3 5 0,10 0-5 0,2-2 4 16,6 0-4-16,-1-1-1 0,0 1-9 0,-1-5 5 15,2 3-1-15,-1-1 5 0,-5 0 5 0,0-1-3 16,-1 0 2-16,0-1-1 0,0-1-5 0,-1 1 1 16,-2-1 4-16,-1-1 11 0,2 2 7 0,-4 0-5 15,-2 2 2-15,1 1 5 0,0-1 0 0,-4 5-1 16,2-9-8-16,-2 9-9 0,0 0-6 0,0 0-10 16,0-8-7-16,0 8-1 0,0 0 0 0,0 0-2 15,-27 24-5-15,17-12 0 0,-4 2-4 0,2 1-10 0,1 1-8 16,3-1-17-16,2 2-15 0,1 0-12 15,3-1-35-15,1 3-4 0,5-1-27 0,-1-2-19 16,4 2-18-16,3-2-115 0,-2-2-291 0,1-5 129 16</inkml:trace>
  <inkml:trace contextRef="#ctx0" brushRef="#br0" timeOffset="36125.21">30647 8868 7 0,'0'0'29'0,"0"0"-6"16,0 0-2-16,0 0-6 0,0 0-3 0,0 0 1 15,0 0-7-15,0 0-1 0,0 0 5 0,0 0 1 16,-7 16-7-16,7-16-3 0,0 0 5 0,0 0 4 15,2 10-7-15,-2-10-3 0,0 0-2 0,6 9 5 16,-6-9 0-16,5 6-5 0,-3-1 2 0,-2-5 4 16,7 8-3-16,-4-4 4 0,-3-4-5 0,3 7 4 15,-3-7-3-15,4 8 3 0,-4-8-4 0,4 4-1 16,-4-4 2-16,0 0-2 0,4 6 3 0,-4-6 0 16,0 0 4-16,0 0 5 0,4 5 2 0,-4-5 4 15,0 0-3-15,0 0 4 0,0 0 2 0,0 0 0 16,0 0 6-16,0 0 2 0,0 0 2 0,0 0 13 15,0 0-3-15,0 0 4 0,0 0 0 0,0 0-8 16,0 0 3-16,0 0-6 0,0 0-6 0,7-20-1 0,-5 15-3 16,0-1-2-16,-2 6-4 0,4-12 2 15,-1 5-11-15,-2 1 1 0,-1 6-2 0,5-14 7 16,-2 9-9-16,-3 5 2 0,1-12-3 0,0 6 11 16,-1 6-1-16,2-10-2 0,-1 3 3 0,-1 7-10 0,0-13 11 15,0 13 13-15,1-9-4 0,-1 9-5 0,-2-11-14 16,2 11 22-16,0-10-8 0,-3 3-8 15,3 7 11-15,0 0-6 0,-1-14 3 0,1 14 2 16,-2-8-6-16,2 8-4 0,-2-6 0 0,2 6-4 0,0 0 4 16,0 0-8-16,0 0-4 0,-1-10 8 15,1 10-6-15,0 0 3 0,0 0 1 0,0 0-1 16,0 0 1-16,0 0-9 0,0 0 0 0,0 0-2 16,0 0 7-16,0 0-7 0,0 0 6 0,0 0-8 0,0 0 10 15,0 0-6-15,0 0 3 0,0 0-6 0,0 0-1 16,0 0 10-16,0 0-8 0,0 0-5 0,0 0 10 15,-4 24-1-15,4-24 2 0,0 9 0 16,0-9-1-16,-3 12 0 0,3-6 2 0,-3 2-2 0,1-1 1 16,2-7 0-16,-4 13-2 0,2-5-4 0,-1-2 4 15,2 3-1-15,-2-2 5 0,2 3-11 16,0-1 12-16,-1-1-3 0,1 2-7 0,0-4 7 0,0 4-2 16,-1-3 1-16,1 2 3 0,-2 0 3 0,2 0-1 15,1 0-2-15,-1-1-1 0,1-8-3 0,-1 16 0 16,-2-7 2-16,2 0-5 0,-3-1 5 0,4-2 5 15,-1 3 0-15,-2 1-6 0,1 1 5 0,0-2-8 16,2 1-7-16,-1-1 6 0,0 0 7 0,1-9-19 16,-2 13 19-16,2-6-4 0,0-7 7 0,2 13-2 15,-2-6 1-15,2 2 3 0,0-1-6 0,-1 0 4 16,0 1 1-16,2-2-8 0,-2 0 1 0,0 0-7 16,3-2 13-16,-1 2 0 0,-1 0-10 0,-2-7 3 15,3 13 4-15,-1-8-5 0,-2-5 2 0,3 11 7 16,-3-5-6-16,0-6-2 0,4 7 2 0,-4-7 1 15,1 10-2-15,-1-10 0 0,0 12 3 0,0-12 1 0,1 13-11 16,-1-8 9-16,2 3-3 0,-2-8 4 16,0 14-12-16,-2-8 20 0,4 1-12 0,-2-7 3 15,0 12 5-15,0-6-10 0,0-6 9 0,-2 11 2 16,1-3 2-16,1-8-12 0,0 10 3 0,0-10-4 0,-1 12 3 16,1-12-3-16,-2 12 3 0,2-7-16 15,0-5 16-15,-2 12 2 0,2-7 1 0,0-5 0 16,-3 13 1-16,3-7 3 0,0-6-7 0,-2 12-7 15,0-7 1-15,2-5 8 0,-1 12-13 0,1-5 19 0,0-7 0 16,-2 14-5-16,0-7-5 0,1-1 5 0,1-6 2 16,0 16-15-16,-1-9 13 0,1-7 2 0,0 13-2 15,0-5 1-15,0-8 1 0,0 13-1 16,0-6-1-16,0 1-1 0,0-8 2 0,0 14-1 16,0-7 2-16,0-7 3 0,0 12-10 0,0-4 2 0,0-8 2 15,0 12-1-15,0-5 1 0,0-7-5 16,0 13-2-16,0-7 2 0,0 3 4 0,1-2-5 15,-1-7 0-15,0 13 2 0,0-7 10 0,0-6-2 0,1 12-1 16,1-6-2-16,-2-6-2 0,1 11-2 0,-1-4-3 16,0-7 6-16,1 10-1 0,-1-10-1 0,-1 8 2 15,1-8-2-15,0 11 4 0,0-11-4 0,-1 10-4 16,1-10 12-16,0 8-7 0,0-8 2 0,-2 8-2 16,2-8 2-16,-1 10-4 0,1-10 1 0,0 10 3 15,0-10-12-15,0 0 10 0,0 12 3 0,0-12-6 16,0 9 2-16,0-9-2 0,1 12 3 0,-1-7 0 15,0-5 2-15,3 12-2 0,-2-6 0 0,-1-6-5 16,1 11 3-16,-1-6 4 0,2 3-4 0,-2-8 7 16,1 12-1-16,0-7-5 0,-1-5 1 0,2 13-3 15,-2-7 3-15,0-6-1 0,2 14-2 0,-2-7 7 16,0-7-4-16,1 15-2 0,1-5 1 0,-2-1-3 16,0 0 3-16,0 0-3 0,0-1 6 0,0-8-6 15,0 13 6-15,1-3 0 0,-1-10-2 0,-1 13 4 16,2-6-8-16,-1 3 5 0,0-1 4 0,-1 1-6 15,1-1 7-15,-2 2-15 0,1 0 15 0,1-1-4 0,-1-1-6 16,-2 3 1-16,1 0 2 0,0-2 3 16,1 3-1-16,0-3-8 0,0 3 13 0,-1-1-11 15,1-1 6-15,0 2-5 0,-2-1 6 0,2-3-1 0,0 3-5 16,1 0 7-16,0 0-5 0,0 3 7 0,0-2-2 16,0-2-5-16,0 1-3 0,-1-1 5 0,2 5 1 15,-1-5-7-15,0 1 1 0,1-2 4 0,-1 0 10 16,0 1-9-16,-1-3-5 0,1 3 4 0,1 0 2 15,-2 0-7-15,1 1 1 0,1 0 4 0,-2-2 1 16,1 3-2-16,0-1 3 0,-1 3-2 0,-1-3 0 16,2 0 5-16,-1 4-3 0,0 1-2 0,-2-5-1 15,0 0 9-15,1-1-10 0,2 1 5 0,-1 3 4 16,-2-4-10-16,3 1 3 0,0-1 1 0,-1 1 0 16,-1-1-1-16,1 5 4 0,1-4-3 0,0 6 0 15,-1-5 7-15,-2-2-6 0,2 2-5 0,0 2 12 16,-2-3-12-16,3 0 3 0,-1 1-3 0,0-1 3 15,0-1-6-15,-1-1 6 0,2 4-6 0,-1-3 7 16,1 2-4-16,1-1-3 0,-1 0 6 0,2 3-2 16,-1-1 0-16,0 1 12 0,0-1-13 0,-1-2 4 15,3 3-2-15,-2-2 0 0,-1 0 5 0,3-2-4 16,-2 1-2-16,0-1 4 0,0 0-2 0,1 0 3 16,-1-1-1-16,2 0 0 0,-3 0-4 0,1 1 3 15,0 0 9-15,0-2-11 0,-1 1-2 0,0 0 5 16,0 0-8-16,0-1 5 0,-1 0 5 0,1 1-8 15,-1-2 2-15,1-8 5 0,0 17-5 0,0-9-4 16,0 0 4-16,-1 3 3 0,1-1-20 0,1-1 22 16,-2 1-6-16,2 2-1 0,-1-2 10 0,-1-2-9 0,1 1 5 15,0 1 4-15,0 0-4 0,1-1-2 16,-1 1 5-16,0 1 1 0,0-1-9 0,0-3-4 16,1 5 3-16,-1-3 9 0,1 3-8 0,-2-3 8 15,1 3 0-15,1-3-3 0,-1 2-5 0,-1-1 5 0,1 0 3 16,1-1-8-16,-1 1-1 0,0 2 21 0,-1-2-20 15,0 3-1-15,2-3 1 0,-2 0 2 0,1 0-4 16,0 1 7-16,-1 0-1 0,1 0 0 16,1-1 5-16,-1 2-8 0,1 0-4 0,0-3 14 0,1 2-5 15,-2-1-4-15,1 1 0 0,0 0 3 0,1-1-6 16,-4 0 7-16,2 2-4 0,0-2-1 0,0-1 3 16,2 0 1-16,-2-1-5 0,0-8 2 0,1 16-5 15,0-8 5-15,1 0-4 0,-4 3 11 0,2-2-6 16,2 0 6-16,-4 1-11 0,2 3 1 0,2-3 5 15,-2 1 4-15,1 0-7 0,0 0 4 0,0 1-3 16,-1-2 1-16,3 1 1 0,-1 0-4 0,0-1-3 16,-1 1 10-16,1-1-7 0,0 1 5 0,-1 0 0 15,-1-2-2-15,1 3 0 0,1-2 1 0,-2 0-3 16,1 0 13-16,0 0-17 0,-1 0 4 16,-1-1 5-16,1-2 2 0,0 3-8 0,-1 0 4 0,1 1-8 15,-2-1 4-15,2 2 4 0,-1-6 4 0,1 5 0 16,0 0-5-16,-1 0 3 0,1-1-4 0,0 0-3 15,0 1 9-15,1 1-2 0,-2-1 2 0,2 6 0 16,2-7-13-16,-3 2 6 0,1 5 0 0,0-5-2 16,0 0 8-16,2 3-4 0,-3 3 0 0,1-3 8 15,2 0-1-15,-1-2-3 0,0 0 12 0,0 3-11 16,-1-5-5-16,1 5 7 0,-1-4-4 0,1 3-4 16,-2-4 8-16,2 2-6 0,-2-3 4 0,0 3 0 15,1 0 5-15,0 4 2 0,-1-2 5 0,0-1-4 0,0 2 2 16,-1 1-3-16,0-1 2 0,1-1-8 15,0 2 21-15,0-2-19 0,0 2 1 0,1-5-2 16,0 4-1-16,1-4-2 0,-1 0 2 0,0-2-2 16,-1 0 3-16,2-1-2 0,0 0 1 0,-2-3-1 15,1 2-1-15,-1-8-3 0,2 10 4 0,-2-10-4 16,2 9 2-16,-2-9-10 0,0 0 0 0,0 5-17 16,0-5-16-16,0 0-18 0,0 0-21 0,0 0-31 15,0 0-119-15,0 0-249 0,0 0 110 0</inkml:trace>
  <inkml:trace contextRef="#ctx0" brushRef="#br0" timeOffset="40200.44">29543 9453 48 0,'0'0'61'0,"0"0"-6"0,0 0 1 0,0 0-10 15,-4-6 4-15,4 6-10 0,0 0 3 0,0 0-14 16,0 0-1-16,0 0 5 0,0 0-6 0,0 0-3 0,0 0-1 15,0 0-1-15,0 0-4 0,0 0-3 16,0 0 3-16,0 0-9 0,0 0 7 0,0 0-9 16,0 0 6-16,0 0-10 0,0 0 11 0,0 0 3 15,21 0 0-15,-21 0-5 0,9-1 2 0,-9 1-5 16,9-1 1-16,-9 1 4 0,13-2 0 0,-6 1 15 0,0 0-8 16,1-1-7-16,-1-1-5 0,-7 3-1 15,17-4 7-15,-4 3-7 0,-3-1 1 0,0 2 4 16,6-1-4-16,0-1-5 0,3 2 6 0,-1 0-10 15,0 0 2-15,3 0-7 0,-1 0 5 0,-2 0 3 0,4 0 3 16,-1 2 5-16,-1-1-6 0,1-1-11 16,-3 0 3-16,3 2 3 0,-2-1 14 0,-2-1-6 15,-2 0-5-15,3-1 4 0,0 1-2 0,-2 0 5 16,3-2-12-16,0 1 0 0,0 1 3 0,0-2-3 16,-4 0 8-16,4 1 0 0,-2-2-6 0,-3 0 3 0,-1 3-1 15,-1-2-1-15,1 1-2 0,1 0 9 16,-2 0-6-16,2 1 0 0,-4 0-7 0,0-2 4 15,3 4 2-15,-5-2-10 0,2-2 7 0,-10 2-4 16,14 2 8-16,-8-2-1 0,-6 0 2 0,11 2 0 0,-11-2-9 16,10 1 6-16,-10-1 3 0,6 2-9 0,-6-2 0 15,8 1-2-15,-8-1 11 0,8 1-1 16,-8-1-4-16,10 1-1 0,-5 2 6 0,-5-3-5 16,13 0 7-16,-6 0 0 0,-7 0-5 0,19 3 0 15,-8-3-2-15,-2 0 4 0,0 0 1 0,-2 0 0 0,1 2 5 16,-8-2-13-16,14 1 3 0,-14-1 5 15,10 0-10-15,-3 0 13 0,-7 0-8 0,12 2 1 16,-12-2 7-16,8 2-1 0,-8-2-9 0,9 3 6 16,-9-3-6-16,9 1 3 0,-9-1 1 0,8 4 4 0,-8-4 1 15,7 2-9-15,-7-2 0 0,5 3 8 0,-5-3-5 16,0 0-4-16,8 3 7 0,-8-3-6 0,5 2 0 16,-5-2-10-16,0 0 22 0,8 4 4 0,-8-4-6 15,0 0-9-15,6 1 8 0,-6-1-6 0,7 2-3 16,-7-2 4-16,0 0-2 0,0 0 7 0,0 0-6 15,0 0-7-15,7 3 3 0,-7-3-10 0,0 0 10 16,0 0 10-16,0 0-4 0,0 0-2 0,0 0-3 16,0 0 9-16,5 4-15 0,-5-4 5 0,0 0 11 15,0 0-9-15,4 6 0 0,-4-6 6 0,0 0 5 16,3 6-3-16,-3-6-6 0,1 7 1 0,-1-7 7 16,1 8-2-16,-1-8-7 0,3 11 4 15,-2-7 4-15,2 2-3 0,-3-6-4 0,0 10 5 0,0-10-1 16,2 13-1-16,-2-7 5 0,0-6-9 15,3 12 6-15,-3-7 2 0,0-5-7 0,0 12 6 0,0-12 2 16,0 14 1-16,0-7-3 0,1 0 4 0,-1-7-6 16,0 14-3-16,0-8-2 0,1 1 0 0,-1-7 5 15,2 15 2-15,-2-7-7 0,1-2 6 0,-1-6 1 16,1 14 4-16,-1-14-6 0,-1 13 1 0,1-5 1 16,0-1-1-16,0-7 5 0,0 16-5 0,1-9-6 15,-1 2 1-15,-1 1-1 0,1-1 9 0,0-1 2 16,1 0-9-16,-1 1 10 0,1 0-3 0,-1-2-10 15,0-7 3-15,2 17 0 0,-2-9 6 0,0-2-2 16,0-6-2-16,0 13 2 0,0-4-6 0,0 0 9 16,0-2-8-16,0-7 7 0,-2 16-1 0,2-9 2 15,-1 0-10-15,-1 2 7 0,0-2-2 0,0-1-2 16,-1 5 8-16,2-3-1 0,-1-1-6 0,-1-1 7 16,0 3-1-16,2 1-5 0,-1 0-4 0,0-3 9 15,0 3-7-15,-1-1-6 0,4 4 19 0,-2-3-17 16,1 1 9-16,-1 1-10 0,1-1 2 0,-2 0 10 15,1-1-3-15,1 1-1 0,-1-1-6 0,0 0 1 0,-1 2 4 16,2-4 4-16,0 3-3 0,-1-1 3 16,-3 1-5-16,4 2-2 0,-1-3 5 0,-1 3-6 15,0-2-3-15,0-1 14 0,0 1-10 0,-1 2 3 16,1-1-5-16,0-2 6 0,-1 1-11 0,1-1 11 0,0 2-3 16,0 1 0-16,-2-1-2 0,1 0 5 0,1 0 4 15,1 0-4-15,-1 1 6 0,1-3-12 16,1 1 8-16,-3-1-5 0,3 0 2 0,0 0-1 15,-1-1-1-15,1 2-2 0,0-1 0 0,1-1 5 16,1 1-7-16,-1 0 7 0,0-1-6 0,-1 1 8 0,2-2 0 16,-1 3-1-16,0-1-2 0,-1-1 1 15,1 1-5-15,2 0 4 0,-1 0-4 0,-2 0 5 16,3 1-6-16,-3-2 5 0,3 3-3 0,-1-2-2 16,1 2 4-16,-2 0 1 0,-1 5 1 0,1-6-5 15,2 2-4-15,-3-1 7 0,2 1 2 0,0 0-4 0,-2-1-1 16,2-2 9-16,1 3-12 0,-1-3 5 15,0 3 6-15,1-5-4 0,-1 5-9 0,-1-2 12 0,0 1 1 16,0-1-2-16,1 1-5 0,-1-2-8 0,0 2 8 16,1-1 1-16,-1-1-2 0,0-1 2 0,1 2 3 15,-1 0-5-15,-1-1 4 0,1 0 4 0,-1 1-11 16,1-1 6-16,-1-2 0 0,0 2-4 16,0 1-1-16,0-1 7 0,-1 0-3 0,1 1 6 0,0-4-2 15,0 5-2-15,0-2-2 0,0 0 7 0,0 3-11 16,0-4 4-16,1 2-2 0,-3 0 10 0,2 0-5 15,0-1-4-15,0 1-5 0,-1-1-8 0,-1 0 18 16,1 3-6-16,1-5 1 0,-1 2 1 0,-1-1 3 16,2 0-3-16,0 0-4 0,-1 1 8 0,1-10-7 15,-1 13 14-15,1-6-10 0,0-7 0 0,0 17 0 16,0-8 3-16,0 0-3 0,0-2-3 0,-2 0 19 16,2-7-9-16,0 16 9 0,0-6-9 0,0-3-5 15,0-7-11-15,0 14 11 0,0-9 9 0,2 2-6 16,-2-7 1-16,0 12-7 0,0-2 8 0,-2-2 0 15,4-1-5-15,-4 2 6 0,2-9-12 0,0 14 6 16,0-7 2-16,0-7-4 0,2 15-3 0,-2-9 7 16,1 4-2-16,-1-10-6 0,-1 13 6 0,2-7 5 15,-1-6-8-15,-1 15-2 0,1-4 4 0,0-4-2 16,1 0-3-16,-1-7-1 0,0 15 8 0,1-7-5 16,1 0 0-16,-4 1-4 0,2-9 5 0,0 14 8 0,0-9-6 15,2 5 1-15,-2-10-1 0,-2 13 1 16,2-6-2-16,0-7 1 0,0 16-2 0,0-10 8 15,-1 1-4-15,1-7 1 0,-1 13 3 0,1-3-10 16,0-10 2-16,0 13 8 0,-2-4-7 0,4-2-3 16,-2 0-6-16,0-7 15 0,0 14-2 0,0-6-6 15,0-8 3-15,-2 11 1 0,2-11 5 0,2 14-10 0,-4-9 3 16,2-5-2-16,-1 13 0 0,1-13 3 0,0 12-2 16,1-7 0-16,-1-5 6 0,0 14-1 15,2-8-3-15,-2-6 8 0,1 16-1 0,-1-8-2 0,0-1-7 16,1 1 6-16,1-2 6 0,-2-6-7 15,1 17-3-15,0-8-1 0,-1-2 5 0,2 3 0 16,-1-3-1-16,-1 2-4 0,1-2 9 0,-1-7-13 16,0 15 8-16,-1-8-5 0,2 0 2 0,-1-7 0 0,-2 17-2 15,0-11 0-15,2-6 8 0,-1 14-3 16,-2-6-4-16,3-8 2 0,-1 11-3 0,0-4-1 16,1-7 5-16,-3 13-1 0,2-5-3 0,1-2 1 15,0-6 8-15,-4 15-16 0,0-10 9 0,2 1 0 0,2-6 4 16,-3 14-6-16,2-9 3 0,1-5-14 0,0 13 5 15,-1-6 13-15,1-7 0 0,-3 13-2 0,1-5-4 16,2-8 5-16,-2 11-5 0,2-4-1 16,0-7 9-16,-1 14-11 0,-2-6 5 0,3-1-2 0,-1 1 1 15,1-8-2-15,-2 10 1 0,0-3 2 0,2-7 0 16,-2 10-10-16,-2-3 11 0,3 1 0 0,1-8-3 16,-3 11-2-16,1-4 5 0,2-7-5 0,-6 10 1 15,5-3 0-15,1-7 1 0,0 10-4 0,0-10 8 16,0 16-5-16,-1-11 8 0,-2 4-8 0,1-3 0 15,2-6 5-15,-4 14-4 0,3-6-1 0,-1-2-3 16,2-6-6-16,-2 12 7 0,-1-7 1 0,3-5-1 16,-2 9-2-16,2-9 8 0,-1 8-7 0,1-8 3 15,-3 9-2-15,3-9 2 0,-3 6 6 0,3-6-7 16,-2 6-4-16,2-6 7 0,0 0-1 0,-4 9 1 16,4-9-1-16,-4 5 2 0,4-5 1 0,-4 7-1 15,4-7-4-15,-7 4 2 0,7-4 2 0,-5 4 2 16,5-4-3-16,0 0-2 0,-8 8 2 0,8-8-3 15,-4 6 4-15,4-6 0 0,0 0-5 0,-8 3 4 16,8-3 1-16,-9 4-4 0,4-1 0 0,5-3 3 16,-9 4 2-16,9-4-1 0,-9 3-7 0,3-1 7 15,6-2-1-15,-12 4 4 0,12-4 4 0,-11 1 3 16,11-1 0-16,-11 0 9 0,4 1-2 16,7-1 2-16,-10 3-4 0,3-2 1 0,7-1-4 0,-10 0-1 15,10 0 0-15,-13-1 0 0,13 1-2 0,-12 0-4 16,12 0 0-16,-14-3-2 0,14 3 1 0,-17-2-2 15,8 1 0-15,0-2 0 0,-2 3 0 0,2 0 4 16,-3 0-11-16,1 0 5 0,-1-2-1 0,2 2-4 16,-3 0 1-16,2 2 4 0,-1-2-2 0,-1 0 2 15,2 0-5-15,-2 0 5 0,2 0-3 0,-1 1 4 16,1-2-2-16,-1 2-1 0,2-1 0 0,-2 2-1 16,3-2-1-16,0 1 4 0,9-1-3 0,-16 0 2 15,8-1-4-15,-2 3-1 0,10-2 3 0,-15 0 1 16,7 1-7-16,8-1 8 0,-17 0-2 0,10 1-1 15,-2 1-1-15,-1 0 0 0,-1 0 10 0,4-2-7 16,7 0 1-16,-18 1 1 0,6 0-4 0,2 1 1 16,1-2-2-16,-4 3 2 0,2-3 0 0,-1 3 1 15,-1-1-1-15,1 0-1 0,-1 0 5 0,-1-1 2 16,1 3-2-16,0-2 4 0,2 1 1 0,-2-1 4 16,0 0-1-16,2 2 2 0,-1-2 2 0,3 0-6 15,2 0 0-15,7-2-1 0,-13 2 0 0,5-1 0 16,8-1-1-16,-7 3 0 0,7-3-3 0,-11 2-2 15,11-2 2-15,-11 3-1 0,11-3-1 0,-8 2-5 16,8-2-13-16,0 0-16 0,-8 4-18 0,8-4-24 16,0 0-26-16,-6 2-29 0,6-2-32 0,0 0-109 15,0 0-291-15,-15 3 129 0</inkml:trace>
  <inkml:trace contextRef="#ctx0" brushRef="#br0" timeOffset="40344.61">29557 12469 140 0,'0'0'134'0,"0"0"-17"15,0 0-37-15,0 0-28 0,0 0-37 0,0 0-30 16,0 0-73-16,0 0-94 0,0 0 42 0</inkml:trace>
  <inkml:trace contextRef="#ctx0" brushRef="#br0" timeOffset="41650.61">31439 11094 76 0,'-8'1'72'0,"8"-1"4"16,0 0-5-16,-10 2-3 0,10-2-6 0,0 0-3 15,-9 0 0-15,9 0-5 0,0 0 2 0,-10 0 0 16,10 0 8-16,0 0 2 0,0 0-4 0,-8 2 12 16,8-2-13-16,0 0-6 0,0 0-5 0,0 0-3 15,0 0-6-15,0 0-10 0,0 0-4 0,0 0 6 16,0 0-5-16,0 0 0 0,0 0-8 0,23 2 8 15,-2-3-7-15,11 1 1 0,5-1-9 0,3-1 4 0,16-1-12 16,2 3 2-16,1-6-1 0,0 3-3 16,-3-1 1-16,-6 0 0 0,-10 2-2 0,-5 2 0 15,1 0-1-15,-5 0 11 0,0-2-10 0,-5 0 1 16,-5 0 0-16,-2 2 3 0,-5-1-5 0,-1 0 0 0,-1-1-2 16,-2 1 12-16,-3 1-14 0,-7 0 2 0,12 0-2 15,-12 0 3-15,9 0 1 0,-9 0-2 16,0 0-2-16,10 0 9 0,-10 0-7 0,0 0 1 15,0 0 4-15,0 0 12 0,9-1 2 0,-9 1 4 0,0 0 5 16,0 0-1-16,0 0 10 0,0 0-4 16,0 0 3-16,0 0-6 0,0 0 6 0,8 1-3 15,-8-1-4-15,0 0-2 0,0 0-4 0,0 0-2 16,0 0-2-16,0 0-3 0,0 0-2 0,0 0 1 16,0 0-8-16,0 0 0 0,0 0-2 0,0 0-18 0,0 0-33 15,0 0-19-15,-4 13-29 0,4-13-48 0,-12 11-138 16,2-5-304-16,-8-1 135 0</inkml:trace>
  <inkml:trace contextRef="#ctx0" brushRef="#br0" timeOffset="48184.86">30441 11284 90 0,'0'0'98'0,"0"0"-17"0,0 0-7 0,0 0-25 0,0 0-19 16,0 0-27-16,0 0-36 0,0 0-33 16,0 0-71-16,0 0 32 0</inkml:trace>
  <inkml:trace contextRef="#ctx0" brushRef="#br0" timeOffset="49850.63">30607 11167 61 0,'0'0'133'0,"0"0"-14"0,0 0-13 15,0 0-10-15,0 0-12 0,0 0-2 0,0 0-17 16,0 0 2-16,0 0-9 0,0 0-8 0,0 0-9 16,0 0-2-16,0 0-11 0,0 0-11 0,0 0-10 15,0 0 1-15,0 0-17 0,0 0-15 0,0 0-8 16,0 0-32-16,0 0-92 0,0 0-168 0,0 0 75 16</inkml:trace>
  <inkml:trace contextRef="#ctx0" brushRef="#br0" timeOffset="95454.47">15094 14094 92 0,'0'0'164'0,"0"0"-1"0,0 0-8 0,-9-1-11 16,9 1-6-16,0 0-9 0,0 0-9 0,0 0-6 16,0 0-13-16,0 0-5 0,0 0-5 0,0 0-8 15,0 0-7-15,0 0-5 0,0 0-3 0,0 0-4 16,0 0-1-16,0 0 5 0,0 0-4 0,0 0-2 15,0 0-1-15,0 0-4 0,0 0-5 0,0 0-5 16,0 0-3-16,0 0-4 0,0 0-4 0,0 0-6 16,0 0-3-16,0 0-2 0,0 0-3 0,0 0-4 15,0 0 6-15,0 0-7 0,0 0-4 0,0 0 0 16,0 0 1-16,0 0 2 0,27-6-7 16,-18 2 5-16,0 1-2 0,1-1-3 0,1-1 0 15,1-2 0-15,0 2-2 0,-1-1 2 0,5-4 0 0,-2 1-2 16,0 0-1-16,-6 1 2 0,2 0-2 0,-2 1-1 15,1 0 3-15,-4 2 2 0,-1 0 9 0,1 1 0 16,-5 4 2-16,7-6 2 0,-7 6-3 0,6-8-5 16,-5 3-1-16,-1 5 0 0,1-8-3 0,-1 8 0 15,0 0-5-15,-6-11 0 0,6 11-2 0,-8-9-3 16,3 6 0-16,-3 2 2 0,8 1-4 16,-19-4 2-16,8 5 0 0,-2 2-5 0,0-2 4 0,2 0-1 15,-3 1 1-15,1 0-2 0,-1 2 0 0,-3 2-2 16,1 1 4-16,0-1-4 0,0 0-2 0,0 1 2 15,1 3-4-15,2 0-15 0,1 2 2 0,0-1 8 16,-1 1-8-16,2 0 3 0,4-2 2 0,1 2 0 16,1-1 0-16,-2 0 1 0,4 1 0 0,0 2 3 15,2-2 0-15,1 0 0 0,-2 0 0 0,5 3 3 16,0-3 1-16,-1-1-4 0,1 0 3 0,3 0 4 16,-2-1-3-16,4-1 2 0,-3 1 1 15,-1-3 3-15,3 1-3 0,2 0 5 0,-2 1 0 0,3-5 1 16,0 3 1-16,-1-2-1 0,0-1-3 0,4 1 6 15,-3-1-3-15,0-1 1 0,3 1-2 0,-3-2-11 16,1-1-18-16,1 2-35 0,-12-3-44 0,26-1-50 16,-14-3-40-16,4 2-157 0,-1-5-382 0,0-1 169 15</inkml:trace>
  <inkml:trace contextRef="#ctx0" brushRef="#br0" timeOffset="95867.17">15274 13747 122 0,'0'0'187'0,"0"0"-21"0,0 0-12 16,0 0-19-16,0 0-16 0,0 0-14 0,-9-2-11 15,9 2-5-15,0 0-15 0,0 0-6 0,0 0-7 16,0 0-9-16,0 0-3 0,0 0-7 0,0 0-5 16,0 0-2-16,0 0-7 0,0 0 3 0,0 0-7 15,29 2-1-15,-18-2-1 0,0 0 0 0,1 0 1 16,0 0 0-16,1-2-2 0,0 1 0 0,0 1-4 16,6-1 1-16,-8-1 0 0,5 2-1 15,-3-2 4-15,-1 2-2 0,-1 0 0 0,-2-2-5 16,-9 2-1-16,15 0 0 0,-10-1-2 0,-5 1-4 0,10 0 6 15,-10 0-1-15,0 0 0 0,12-2 4 0,-12 2 9 16,0 0 5-16,0 0-1 0,7 0 2 0,-7 0 2 16,0 0-1-16,0 0-2 0,0 0-4 0,0 0 1 15,0 0-4-15,0 0 0 0,0 0-6 16,0 0-16-16,2 7-29 0,-2-7-42 0,0 0-68 0,-7 13-75 16,7-13-112-16,-9 12-350 0,9-12 155 0</inkml:trace>
  <inkml:trace contextRef="#ctx0" brushRef="#br0" timeOffset="97450.9">16264 13995 6 0,'0'0'220'0,"0"0"-10"0,0 0-19 16,0 0-21-16,0 0-17 0,2-9-20 0,-2 9-16 16,0 0-15-16,0 0-17 0,0 0-5 0,0 0-10 15,0 0-4-15,6 31-10 0,-1-15-1 0,-2 1-7 16,0 2-5-16,0 1-15 0,1 0-3 0,-2-2 9 15,1 2-11-15,-2-3-4 0,2-2 1 0,-2-2-3 16,1-4 0-16,-1 1 11 0,-1-3 8 0,1-1 4 16,-1-6 8-16,1 10 10 0,-1-10 5 0,3 9 11 15,-3-9 15-15,0 0 5 0,1 7 7 0,-1-7 16 16,0 0 8-16,0 0 0 0,0 0-7 0,0 0-1 16,0 0-32-16,0 0-13 0,0 0-9 0,0-29-7 15,4 12-11-15,0-1-12 0,0-6-3 0,1 6-5 16,5-8-1-16,0 2-18 0,-1 7-2 0,-1 1 0 15,3-1-3-15,1 3-4 0,-3-1 8 0,0 7-6 16,0-1 2-16,-3 3-1 0,2 0-4 0,1 1-4 16,-3 3-6-16,-6 2 0 0,12-4 2 0,-12 4 0 15,16 6 1-15,-8-1-1 0,2 4-2 0,0 0 5 16,0 4-5-16,-2 1 3 0,2 2 0 0,1-1 2 16,-4 2 4-16,1-1 0 0,1 0-4 0,-4 0 1 15,1 0 2-15,0-2 3 0,-3-1-1 0,2-1 5 16,-2-1-3-16,1 1 1 0,-2 0-1 0,1-3-10 15,-2 2-18-15,0-3-4 0,1 0-21 0,-1-2-27 16,0 1-32-16,-1-7-46 0,0 11-52 0,0-11-43 16,3 9-165-16,-3-9-455 0,1 4 201 0</inkml:trace>
  <inkml:trace contextRef="#ctx0" brushRef="#br0" timeOffset="97856.37">16741 14007 94 0,'0'0'197'0,"3"-8"-21"16,-3 8-13-16,0 0-22 0,0 0-12 0,0 0-18 15,0 0-9-15,0 0-4 0,16 3-14 0,-4-1-5 16,-1-2-5-16,2 1-11 0,6 1 0 0,2-2 4 16,-1 1-5-16,-1 2-6 0,0-3-5 0,1 0-7 15,-3 0-2-15,0 0-1 0,-4 0-7 0,-3 0-3 16,-1 2-5-16,0-2-5 0,-9 0-1 0,12 2-3 15,-6-2-4-15,-6 0-1 0,9 0 1 0,-9 0 2 16,9 2-5-16,-9-2-2 0,0 0 0 0,9 0 0 16,-9 0-4-16,0 0 4 0,0 0-3 0,7 1 1 15,-7-1 2-15,0 0-5 0,0 0 0 0,0 0 6 16,0 0-4-16,0 0-4 0,0 0 1 0,0 0-2 16,0 0-1-16,0 0 5 0,7 3-5 0,-7-3 4 15,0 0 14-15,0 0 8 0,0 0-1 0,0 0 12 16,-4 13-4-16,4-13 6 0,-4 9-4 0,0-2 0 15,0 1-2-15,1 2-4 0,-1-1-1 0,-1 1-9 16,-3 1 5-16,-1 2-4 0,-1 1 0 0,1-5-1 16,1 1-2-16,1-1-11 0,0 1-8 0,1-1-14 15,-2 0-16-15,3 2-26 0,-3-5-31 0,2 1-33 16,2 0-22-16,-2-2-46 0,3 0-145 16,3-5-364-16,0 0 161 0</inkml:trace>
  <inkml:trace contextRef="#ctx0" brushRef="#br0" timeOffset="98077.5">16958 13987 9 0,'-2'-8'255'0,"-3"0"-4"16,2-1 1-16,1 2-9 0,-2 0-13 0,4 7-10 16,-4-12-8-16,4 12-15 0,-4-11-14 0,4 11-11 15,-5-11-10-15,5 11-9 0,-5-9-19 0,5 9-3 16,-5-10-18-16,5 10-9 0,0 0-6 0,-4-9-12 15,4 9-12-15,0 0-16 0,0 0-6 0,0 0-24 16,-5-7-30-16,5 7-24 0,0 0-35 0,0 0-28 16,0 0-41-16,0 0-46 0,0 0-54 0,0 0-221 15,0 0-488-15,0 0 216 0</inkml:trace>
  <inkml:trace contextRef="#ctx0" brushRef="#br0" timeOffset="98450.31">17331 13805 56 0,'0'0'278'0,"0"0"-13"0,0 0-14 0,2-11-8 0,-2 11-3 16,0 0-9-16,0 0-13 0,-2-9-7 0,2 9-12 15,0 0-12-15,0 0-14 0,0 0-9 0,0 0-17 16,0 0-16-16,0 0-15 0,0-9-19 0,0 9-9 15,0 0-16-15,0 0-4 0,0 0-15 16,0 0-8-16,0 0-8 0,0 0-2 0,0 0-5 0,3 32-2 16,-3-15 0-16,1 2-3 0,-1 2-4 15,2-3-2-15,-4 10-5 0,4-5 3 0,-1 3-7 0,-1 1 5 16,1-3-4-16,-3 4 0 0,2-3 1 16,0 2-5-16,0-2 4 0,-2-6-6 0,1 0 1 15,-2 2 4-15,2-2-8 0,0-1 0 0,1-1 4 16,-1-1-8-16,1 0 4 0,0-2 2 0,-2-3-19 15,2-1-11-15,0-1-12 0,-1-1-10 0,1 1-11 16,0-9-15-16,0 15-10 0,0-8-17 0,0-7-31 0,-4 13-34 16,3-8-45-16,1-5-42 0,-2 10-196 15,-2-7-487-15,4-3 216 0</inkml:trace>
  <inkml:trace contextRef="#ctx0" brushRef="#br0" timeOffset="98816.56">17365 14005 85 0,'0'0'188'0,"4"-9"-6"0,-2 3-12 0,2-2-21 15,0 3-9-15,1-3-14 0,1 1-15 0,3-1-9 16,-1 1-7-16,2 0-7 0,-2 1-4 0,-1-1-14 15,-1 4-10-15,1 1-2 0,1-1-5 0,-2 1-2 16,-6 2-10-16,13-4-6 0,-5 4-1 0,2 0-9 16,-1 0 6-16,2 2-13 0,0 2 2 0,-1 0 1 15,0-1-6-15,0 2-5 0,-2 0 2 0,-2 0-3 16,2-2 1-16,-3 1-3 0,-1 0 0 0,0 2 20 16,-4-6 6-16,4 8 4 0,-4-1 5 0,0-7 3 15,-5 14 1-15,-2-5-6 0,-2-1 1 0,0 1-3 16,-1-1-5-16,-4 4-7 0,1-4 1 0,-3 5-2 15,2-1-15-15,-4-3-18 0,2 1-25 0,-1 0-42 16,0-1-63-16,-1 1-65 0,0-1-151 0,1-2-383 16,6 0 170-16</inkml:trace>
  <inkml:trace contextRef="#ctx0" brushRef="#br0" timeOffset="98956.55">17466 14055 84 0,'0'0'220'16,"0"0"-23"-16,0 0-21 0,0 0-18 0,5-5-31 16,-5 5-34-16,0 0-48 0,0 0-44 0,0 0-54 15,0 0-122-15,0 0-189 0,0 0 83 0</inkml:trace>
  <inkml:trace contextRef="#ctx0" brushRef="#br0" timeOffset="108492.77">12701 10835 2 0,'0'0'50'0,"0"0"-7"15,0 0-4-15,0 0-1 0,0 0-8 0,-2-7-3 16,2 7-3-16,0 0 1 0,0 0-3 0,0 0-1 15,0 0-5-15,0 0-4 0,0 0 2 0,0 0-3 16,0 0-1-16,0 0-1 0,0 0-4 0,0 0-1 16,0 0 7-16,0 0-3 0,0 0-4 0,0 0-1 0,0 0 0 15,0 0 4-15,0 0-3 0,0 0-7 16,0 0 6-16,0 0-3 0,0 0-7 0,0 0-6 16,0 0-7-16,0 0-16 0,0 0-25 0,0 0-67 0,0 0 30 15</inkml:trace>
  <inkml:trace contextRef="#ctx0" brushRef="#br0" timeOffset="112516">15113 14868 78 0,'0'0'127'0,"0"0"-10"0,0 0-2 16,0 0 1-16,-3-11-9 0,3 11-14 0,0 0-8 15,-5-8-6-15,5 8 5 0,-4-5 1 0,4 5 5 16,0 0-3-16,-1-9-5 0,1 9-6 0,0 0-9 16,-6-9 2-16,6 9 3 0,0 0 2 15,-2-8 2-15,2 8-2 0,0 0-4 0,-3-4-6 16,3 4-3-16,0 0-5 0,0 0-6 0,0 0-11 0,0 0-2 15,0 0-9-15,-4-7-3 0,4 7-14 0,0 0 5 16,0 0-5-16,0 0-6 0,0 0 1 16,0 0 1-16,1 26-1 0,-1-14 0 0,0 5 0 0,1 1-1 15,-2 1 0-15,1 7-3 0,0 2-1 16,-1-2-1-16,-1-1 0 0,2 0 3 0,0 0 0 0,0-6 2 16,-2 6-3-16,2 0 11 0,0-7 3 0,0 1-4 15,0 1 0-15,0-1-4 0,-1-1 4 16,-1 0-3-16,1 1-1 0,-3 0-5 0,7-2 2 15,-6 0 4-15,2-2-2 0,1 2-2 0,-1-6-1 16,-1 0-1-16,2 0-4 0,-2-2 4 0,2 1-3 16,0-10 3-16,0 13 0 0,-1-8-1 0,1-5-2 0,0 0 2 15,-2 12 2-15,2-12 0 0,0 0 0 16,2 7 0-16,-2-7 1 0,0 0 1 0,0 0-3 16,0 0-12-16,-2 9-6 0,2-9-10 0,0 0-18 0,0 0-21 15,0 0-34-15,0 0-40 0,0 0-35 0,0 0-158 16,0 0-360-16,0 0 160 0</inkml:trace>
  <inkml:trace contextRef="#ctx0" brushRef="#br0" timeOffset="112933.75">15090 15058 23 0,'0'0'100'0,"8"-7"-7"15,-8 7-13-15,10-8-1 0,-3 3-8 16,-3 2-4-16,-4 3-14 0,0 0-3 0,12-8-4 16,-12 8-5-16,10-5-7 0,-10 5-2 0,10-3-4 15,-10 3 11-15,0 0-15 0,19 2-2 0,-19-2-5 16,16 2-4-16,-6 1 1 0,1 0-8 0,-2 0 10 15,2 0-8-15,0 2 1 0,-1-1-3 0,-1 0-3 16,-1 2 14-16,0-1-6 0,-3-1-11 0,1-1 1 16,2 3 1-16,-4-2 5 0,-1 3 0 0,-1-2 7 15,-2 2 3-15,0-7-6 0,0 16 17 0,-4-6 4 16,-1-1-2-16,-4 1 2 0,1 0-2 0,-4 0-2 16,0-3 6-16,2 1-1 0,-4 1-1 0,6 0-4 15,-7-3 2-15,2-1-3 0,3-1 2 0,-1 0-7 16,0-1-3-16,3 1-5 0,0-1-10 0,-1-3-7 15,9 0-15-15,-13 2-36 0,9-1-39 0,4-1-132 16,-14-1-242-16,14 1 107 0</inkml:trace>
  <inkml:trace contextRef="#ctx0" brushRef="#br0" timeOffset="114017.28">15310 14802 98 0,'0'0'189'0,"0"0"-7"0,0 0-11 16,0 0-6-16,0 0-10 0,0 0-5 16,0 0-4-16,0 0-5 0,0 0 3 0,0 0-9 0,0 0-13 15,0 0-9-15,0 0-6 0,0 0-10 0,0 0-4 16,0 0-10-16,0 0-4 0,0 0-10 15,0 0-11-15,0 0-4 0,0 0-7 0,0 0-7 16,0 0-5-16,0 0-6 0,0 0-4 0,0 0-6 16,0 0 1-16,0 0-4 0,6-1 3 0,-6 1-3 15,15-2 0-15,-6 4-6 0,0-2-1 0,4 0-1 0,-3-2-8 16,2 4-6-16,-1-2-12 0,-2 0-14 0,0-2-21 16,4 4-24-16,-8-1-32 0,4-1-45 15,-9 0-32-15,17 0-31 0,-12 0-118 0,-5 0-363 16,11 0 161-16</inkml:trace>
  <inkml:trace contextRef="#ctx0" brushRef="#br0" timeOffset="114204.93">15450 14644 89 0,'0'0'178'16,"0"0"-23"-16,0 0-11 0,0 0-18 0,0 0-15 0,0 0-10 15,-12 12-9-15,5-1-10 0,5 3-7 0,-4 3-15 16,0 3 1-16,-3 5-8 0,0 1-6 0,1 0-42 16,2 3-42-16,-4 0-67 0,0 1-103 15,2 0-224-15,-5 0 101 0</inkml:trace>
  <inkml:trace contextRef="#ctx0" brushRef="#br0" timeOffset="117151.9">16225 15034 5 0,'0'0'93'0,"0"0"-4"16,0 0 16-16,0 0-3 0,0 0-1 0,0 0 2 16,0 0 6-16,0 0 2 0,0 0 4 0,0 0-6 15,0 0-3-15,0 0 4 0,0 0-8 0,0 0-4 16,0 0-6-16,0 0-9 0,0 0-9 15,-7-12-8-15,7 12-9 0,-5-7 1 0,5 7-1 0,-1-8-1 16,1 8-5-16,-2-8 5 0,2 8-5 0,-3-7 6 16,3 7-6-16,0 0-3 0,0 0-7 0,-1-9-2 15,1 9-6-15,0 0-5 0,0 0-6 0,0 0-4 16,0 0-11-16,0 0-1 0,0 0-7 0,0 0 2 16,0 0 1-16,0 0 1 0,0 0-4 0,4 30 0 15,-3-17 0-15,5 12 2 0,-5-6 1 0,-2 5-1 16,4 1-2-16,-1-4 6 0,-1 2-7 0,2-3 5 15,-2 5-6-15,2-8 1 0,1 2 2 0,-3 7 0 16,0-7-2-16,-1 0-3 0,2-3 6 0,-2 1-2 16,1-1 3-16,0 2-1 0,0-1 3 0,-1-1-1 15,0-4-3-15,-1-1 3 0,2-2-2 0,1 2-1 16,-2-3 3-16,-2 1 0 0,2 0-2 0,0-9 1 16,0 14 1-16,0-14-4 0,-1 12-9 0,1-12-10 15,-1 10-20-15,1-10-27 0,-3 5-29 0,3-5-34 16,0 0-33-16,0 0-30 0,2 11-110 0,-2-11-328 15,0 0 147-15</inkml:trace>
  <inkml:trace contextRef="#ctx0" brushRef="#br0" timeOffset="117455.15">16238 15109 35 0,'7'-5'105'0,"3"0"-7"0,1 1-11 0,0 2 5 0,1-1-27 16,2 3-10-16,-2 0-2 0,0 1 0 0,1 2-15 15,-3-2-3-15,0 5 3 0,0-3-12 0,-3 1 2 16,1 1 3-16,-2 3-10 0,-2-3 22 16,0 3 2-16,1 1 7 0,-4 1-7 0,-1 2 3 15,-1-2 8-15,-2 0-12 0,-2 2-1 0,1-4-2 16,-2 2-2-16,-1-1-7 0,0 0 2 0,-3-1-6 15,2 1-2-15,-1-3 1 0,-1 3-7 0,1-2 5 16,0-3-5-16,1-1-5 0,1 1-2 0,1 0-4 0,6-4-22 16,0 0-33-16,-14 3-50 0,14-3-45 15,-11 0-71-15,11 0-229 0,0 0 102 0</inkml:trace>
  <inkml:trace contextRef="#ctx0" brushRef="#br0" timeOffset="117916.83">16610 15107 177 0,'0'0'221'0,"0"0"-17"15,0 0-11-15,0 0-16 0,0 0-25 0,0 0-19 16,0 0-13-16,0 0-11 0,7-3-15 0,-7 3-12 15,0 0-4-15,0 0-9 0,9-2-7 0,-9 2-5 16,12-3-6-16,-1 3-4 0,1-1-5 0,-1 1-5 16,2-3-3-16,0 2-5 0,2 0-2 0,-2-2-2 15,3-1-1-15,2 2-3 0,-5 1-1 0,6-2-4 16,-4 2 0-16,-2-1-2 0,3 0 1 0,-5 2-5 16,-2-2 1-16,2 1-3 0,0-1-1 0,-3 1-2 15,0 1 1-15,0-3 1 0,-8 3-3 0,13 0 0 16,-4 0 2-16,-9 0 0 0,11 0-3 0,-11 0 1 15,9 0 0-15,-9 0-5 0,0 0-5 0,0 0 5 16,9 0 3-16,-9 0-1 0,0 0 0 0,0 0-3 16,10 1 1-16,-10-1-5 0,0 0 5 0,0 0-3 15,0 0 13-15,-6 16 4 0,6-16-2 0,-9 14 3 16,5-7 0-16,-1 2-4 0,1 3-2 0,-3-3 0 16,3 4 4-16,-4-3-4 0,-1 4-3 0,4-4-4 15,-1 0 9-15,-4 2-4 0,3 0 3 0,1-2-10 16,0 0-16-16,-1 0-23 0,-1-1-37 0,3 3-45 15,0-6-40-15,1 1-194 0,-2 1-384 0,1 3 170 16</inkml:trace>
  <inkml:trace contextRef="#ctx0" brushRef="#br0" timeOffset="118134.95">16903 14970 181 0,'-4'-9'255'0,"-2"-1"-11"0,-1 0-22 0,1 1-15 16,1 0-15-16,-3 2-13 0,0 2-13 0,1-3-5 16,1 3-11-16,1-2-13 0,-2 4-14 0,2-2-15 15,5 5-1-15,-9-6-21 0,9 6-11 0,-7-5-4 16,7 5-11-16,-7-3-8 0,7 3-31 16,-7-3-28-16,7 3-27 0,0 0-38 0,0 0-43 0,0 0-40 15,0 0-25-15,0 0-19 0,0 0-141 0,0 0-367 16,-3 20 163-16</inkml:trace>
  <inkml:trace contextRef="#ctx0" brushRef="#br0" timeOffset="118756.29">17206 14973 175 0,'0'0'247'0,"0"0"-16"0,3-7-16 15,-3 7-16-15,0 0-9 0,0 0-17 0,0 0-1 0,0 0-23 16,0 0-10-16,0 0-14 0,0 0-9 0,0 0-10 16,0 0-10-16,0 0-11 0,0 0-6 15,0 0-9-15,0 0-9 0,0 0 2 0,0 0-13 16,0 0-7-16,0 0-6 0,0 0-6 0,0 0-3 15,0 0-6-15,0 0-4 0,0 0-1 0,0 0-2 16,0 0-4-16,0 0-4 0,0 0-3 0,0 0-2 16,0 0-2-16,0 0-1 0,0 0 0 0,4 17 10 15,-3-7-5-15,-1 0-1 0,0 6 0 0,4-3-1 16,-2 2 5-16,0-3-9 0,-2 1 3 0,2 3-1 16,0-3 1-16,-2-3 6 0,1 2-11 0,0-1 3 15,-1 2 4-15,1-4-1 0,-1-3 0 0,0 2-1 16,0-8 2-16,0 12 0 0,0-12-3 0,0 8 5 15,0-8-5-15,0 0 5 0,-1 9-4 0,1-9 8 16,0 0-1-16,0 0 2 0,-1 6 16 0,1-6 10 16,0 0 6-16,0 0 10 0,0 0 11 0,0 0 5 15,0 0 4-15,0 0 4 0,0 0-1 0,0 0-10 16,0 0-15-16,0 0-10 0,0 0-4 0,-4-28-13 16,5 17-5-16,2-1-4 0,-1-4-4 0,5 0-5 15,0 1-5-15,1-3 0 0,1 5 0 0,1 0-4 16,-3 4 8-16,0-2-9 0,0 2 1 0,0 1-2 15,-2 3-5-15,2 1-3 0,-2 0-14 0,1 2-8 16,-6 2 4-16,18-2 3 0,-8 5 1 0,1 0 1 16,-2 3-2-16,1 2 6 0,0-1 2 0,0 7 5 15,-3-4-5-15,-2 3 8 0,4 2-17 0,-4 5-7 16,1 3-13-16,-2-4-17 0,-1 7-20 0,-2 0-45 16,-1-3-75-16,-4 2-272 0,-2 0-520 0,-1-2 231 15</inkml:trace>
  <inkml:trace contextRef="#ctx0" brushRef="#br0" timeOffset="146566.03">9886 10087 36 0,'0'0'56'0,"0"0"-16"0,0 0-9 16,-6 3-17-16,6-3-7 0,0 0-8 0,0 0-15 16,0 0-13-16,0 0-29 0,-2 9 14 0</inkml:trace>
  <inkml:trace contextRef="#ctx0" brushRef="#br0" timeOffset="146875.79">10183 10029 24 0,'0'0'23'0,"0"0"-9"0,0 0 1 0,0 0-6 16,0 0 4-16,0 0-7 0,0 0-3 0,0 0-7 15,0 0-14-15,0 0-18 0,0 0 8 0</inkml:trace>
  <inkml:trace contextRef="#ctx0" brushRef="#br0" timeOffset="147900.66">10115 10055 32 0,'0'0'33'0,"0"0"-2"0,0 0-7 15,0 0 3-15,0 0 0 0,0 0-2 16,0 0 4-16,0 0-4 0,0 0-1 0,-9-9-9 0,9 9 4 15,0 0-4-15,0 0-1 0,0 0-2 0,0 0 4 16,0 0-4-16,0 0-5 0,0 0 4 0,0 0-7 16,0 0-1-16,0 0 3 0,0 0 0 0,0 0-4 15,0 0 0-15,0 0 0 0,0 0-2 0,0 0 2 16,0 0 3-16,0 0-2 0,0 0-3 0,0 0-3 16,0 0 2-16,0 0 2 0,0 0-1 0,0 0 0 15,0 0 1-15,0 0-1 0,0 0 5 0,0 0-6 16,0 0-4-16,0 0 2 0,0 0 2 0,0 0 0 15,0 0 0-15,0 0-4 0,0 0 5 0,0 0-3 16,0 0 6-16,0 0-1 0,0 0 0 0,0 0-3 16,0 0 7-16,0 0 1 0,0 0 0 0,0 0 10 15,0 0 9-15,0 0-16 0,0 0 7 0,0 0 3 16,0 0-9-16,0 0 9 0,0 0-1 0,0 0 5 16,0 0-7-16,-9 5-6 0,9-5 10 0,0 0-13 15,0 0 0-15,-10 3 3 0,10-3-4 0,-8 2 7 16,8-2-6-16,-8 2-5 0,8-2-2 0,-10 2 2 15,10-2 9-15,-10 1-2 0,10-1-2 0,-8 1-3 16,8-1 2-16,-9 2-6 0,9-2 3 0,-11 1 2 16,11-1-16-16,-8 2 10 0,8-2 1 0,-7 2 0 15,7-2 1-15,0 0 4 0,0 0-9 0,-8 2 3 16,8-2 5-16,0 0 1 0,0 0 6 0,0 0-6 16,0 0 2-16,0 0 10 0,0 0-19 0,0 0 7 15,0 0 2-15,0 0 0 0,0 0-8 0,0 0 1 16,0 0 6-16,0 0-3 0,0 0-2 0,0 0 1 15,0 0 8-15,0 0-15 0,0 0 5 0,22 3-1 16,-22-3-4-16,14 0 9 0,-7 1-3 0,4 1-5 16,-3-2 1-16,1 2 5 0,3 0-3 0,1-2 0 15,0 1 0-15,2-1 2 0,3 0 0 0,2-1 4 16,2 1-5-16,-2-2 2 0,10 1-1 0,-3-2-1 0,-1 5-2 16,-4-4 3-16,-1 1-3 0,-1-1 7 0,-1 1 3 15,-2-1-12-15,-3 2 0 0,-3 0 5 16,0-1-2-16,0 0 0 0,-2-1 2 0,-9 2 0 15,12-1-5-15,-12 1 2 0,8 0 1 0,-8 0 5 0,0 0 11 16,9 1 2-16,-9-1-5 0,0 0 5 0,0 0 2 16,0 0 12-16,9 0-4 0,-9 0-5 0,0 0-8 15,0 0 3-15,0 0-5 0,0 0 8 16,0 0-3-16,7 2-3 0,-7-2-3 0,0 0-2 0,0 0-15 16,0 0 5-16,0 0-16 0,0 0-21 0,0 0 0 15,0 0-2-15,0 0-3 0,0 0-11 0,1 10-13 16,-1-10-19-16,0 0-51 0,-6 13-147 0,6-13 65 15</inkml:trace>
  <inkml:trace contextRef="#ctx0" brushRef="#br0" timeOffset="148166.5">10525 10068 58 0,'0'0'83'0,"0"0"-11"16,0 0-1-16,0 0-21 0,0 0 0 0,0 0 10 15,0 0-11-15,-16 15-3 0,10-11-3 0,0 3-2 16,-2 2-8-16,-2-4-2 0,1 4 8 0,0 0-15 16,-1 1 12-16,-1 0-10 0,0 5-7 0,0-1 4 15,2-1-5-15,0 0-18 0,1-1 0 0,2-2-16 16,1-1-5-16,0 0-10 0,2-3-19 0,2 0-7 15,1-6-10-15,-4 9-38 0,4-9-114 0,-3 6 50 16</inkml:trace>
  <inkml:trace contextRef="#ctx0" brushRef="#br0" timeOffset="148348.34">10451 10019 15 0,'-4'-10'132'0,"4"10"-5"0,-4-9-10 16,4 9-7-16,-5-6-13 0,3 0-13 0,2 6-15 16,-7-6-10-16,7 6-2 0,-6-5-4 0,6 5-6 0,0 0-14 15,-8-6-31-15,8 6-19 0,-6-2-24 0,6 2-30 16,0 0-75-16,-8-2-158 0,8 2 70 0</inkml:trace>
  <inkml:trace contextRef="#ctx0" brushRef="#br0" timeOffset="21704.58">21908 14477 144 0,'0'0'212'0,"1"-8"-24"15,-1 8-20-15,0 0-19 0,0 0-18 0,0 0-14 16,8-3-8-16,-8 3-17 0,0 0-2 0,21 5-10 16,-9-1-9-16,6 0-6 0,3-1-6 0,-1 1-6 15,1-1-3-15,0 1-3 0,0 2-8 0,7-3-10 16,-3 3 0-16,-6-3-15 0,3 1-22 0,-3 0-18 16,1-1-21-16,-1-2-15 0,-3 2-17 0,0-3-19 15,0 1-7-15,-2-1-5 0,0 0-6 0,3-4 2 16,-4 0 4-16,1 2 14 0,-4-3 8 0,0-2 11 15,-1 1 17-15,0 1 23 0,-4-1 15 0,0-3 14 16,-2 3 7-16,1-2 9 0,-3-3 13 0,2 4 16 16,-3-5 16-16,-2 3 14 0,4 2 32 0,-2 7 15 15,-3-12 6-15,3 12 9 0,0-12-2 0,0 12-5 16,0-7-13-16,0 7-12 0,0 0-10 0,-2-8-14 16,2 8-9-16,0 0-11 0,0 0-8 0,0 0-5 15,0 0-8-15,0 0-2 0,0 0-4 0,0 0 1 16,-3 29-6-16,2-16-3 0,-1-1 2 0,1 1-3 15,0 3 0-15,-2 3 0 0,1 1 0 0,-1-1-10 16,-1 1-22-16,-1 4-34 0,1-7-44 0,2 3-50 16,-2-5-46-16,-1 2-128 0,2-1-342 0,-1-4 152 15</inkml:trace>
  <inkml:trace contextRef="#ctx0" brushRef="#br0" timeOffset="22170.02">21951 14409 210 0,'0'0'240'0,"0"0"-20"16,0 0-18-16,0 0-19 0,0 0-25 0,-1-9-20 15,1 9-17-15,0 0-15 0,0 0-13 0,0 0-7 16,0 0-10-16,0 0-10 0,0 30-4 16,0-13-5-16,-1 2-1 0,1 5-2 0,-3 3-5 15,2-3-5-15,0-4 0 0,-2 5-11 0,0 1-2 0,3-2-1 16,-2-1 4-16,0-3-11 0,0 3 2 0,0-3-5 16,-1-2 2-16,1-3-7 0,0 2 1 0,-2 0-1 15,2-1 1-15,1-1-2 0,-2 0 0 0,-2-3-12 16,1-1-16-16,3-2-36 0,1-9-51 15,-3 13-51-15,3-7-44 0,0-6-148 0,0 0-373 0,0 0 166 16</inkml:trace>
  <inkml:trace contextRef="#ctx0" brushRef="#br0" timeOffset="22520.03">22041 14439 140 0,'0'0'199'16,"0"0"-14"-16,0 0-11 0,0 0-18 0,0 0-14 15,-4-7-18-15,4 7-8 0,0 0-12 0,0 0-11 16,0 0-10-16,0 0-7 0,0 0-6 0,0 0-9 15,0 0-6-15,0 0-10 0,0 0 1 0,0 0-9 16,0 0-6-16,0 0 3 0,0 0-6 0,0 0-1 16,0 0-9-16,0 0 4 0,35 15-2 0,-25-12 0 15,6 4-6-15,2 1 2 0,0-4 2 0,2 3-1 16,1 1-3-16,5-1 0 0,-6 0-3 0,-1-3 3 16,2 2-8-16,-1-1-21 0,1 3-21 0,-2-2-37 15,0-3-46-15,0 3-36 0,-1-1-151 0,-6 1-331 16,-1-3 147-16</inkml:trace>
  <inkml:trace contextRef="#ctx0" brushRef="#br0" timeOffset="22736.79">22493 14373 27 0,'0'0'234'16,"-3"-4"-23"-16,3 4-25 0,0 0-19 0,0 0-23 15,0 0-14-15,0 0-10 0,0 0-17 0,-11 24-6 16,6-5-12-16,-1 8-7 0,-2 0-8 0,2-2-2 16,-1 5-10-16,1-1 4 0,-2 2-12 15,3-1-6-15,-1-2 1 0,-1 2-7 0,1 1-20 0,-2-1-40 16,1-2-57-16,0-3-57 0,0 0-164 0,0-6-325 16,3-1 144-16</inkml:trace>
  <inkml:trace contextRef="#ctx0" brushRef="#br0" timeOffset="23136.37">22582 14722 29 0,'0'0'196'0,"1"17"-22"15,-1-17-11-15,-3 11-19 0,3-11-10 16,-2 14-16-16,0-5-9 0,2-9-12 0,-1 13-8 15,1-6-6-15,0-7-13 0,0 9-4 0,0-9-4 0,-1 9 15 16,1-9 2-16,0 0 9 0,0 0 3 16,1 7 5-16,-1-7-6 0,0 0 2 0,0 0-18 15,0 0-4-15,0 0-10 0,17-24-4 0,-13 15-5 0,2-1-5 16,2-4-8-16,1 0 4 0,1-5-8 16,1-5-4-16,5 2 1 0,-5-2-1 0,3 0-7 15,-4 8 6-15,-1 2 8 0,-1-1 0 0,-2 5-4 0,1-1-7 16,-2 4-5-16,-1 2 3 0,-4 5-1 0,5-8-13 15,-5 8-8-15,0 0 0 0,13-4-2 16,-13 4-3-16,0 0 1 0,18 16 2 0,-11-5-1 16,3 4 1-16,-3 1-1 0,2 0 1 0,0 0 1 15,-3 2-1-15,3-2 1 0,-2 3 6 0,3-1-5 16,-5 2 2-16,2 3 1 0,-3-4-2 0,-1-3-11 0,1 2-4 16,1-2-21-16,-1-2-19 0,-1 0-37 15,-3-4-55-15,3 1-55 0,-3 0-211 0,0-11-443 16,0 16 197-16</inkml:trace>
  <inkml:trace contextRef="#ctx0" brushRef="#br0" timeOffset="23321.02">22690 14837 2303 0,'0'0'93'0,"-5"-4"-46"0,5 4-27 0,-6-4-11 15,6 4-2-15,0 0-3 0,0 0-1 0,0 0-3 16,-3-8-2-16,3 8 7 0,0 0-5 0,15-4 2 15,-4 1 1-15,4-4 0 0,4 4-13 0,3-3-26 16,6 0-37-16,1 0-54 0,3-3-53 0,-1 4-166 16,-2-5-373-16,1 1 165 0</inkml:trace>
  <inkml:trace contextRef="#ctx0" brushRef="#br0" timeOffset="23604.7">23246 14572 45 0,'0'0'232'0,"4"-7"-7"0,-4 7-18 0,0 0-22 16,0 0-15-16,0 0-18 0,12-6-18 0,-12 6-12 15,12-2-12-15,-2 1-12 0,2-1-8 0,3 1-11 16,-2 2-5-16,6 1-6 0,-5-2-10 0,0 1-9 16,-2-1-5-16,2 1-5 0,-3 0 0 0,0 0-5 15,0 1-11-15,-3 2 0 0,-8-4-5 0,13 11 1 16,-7-6 10-16,-2 3 10 0,0 4 3 0,-2-1 4 15,-1 1 6-15,-3 3-3 0,-1 2 3 0,-2 3 3 16,-2-1-2-16,-4 5-4 0,-2 0-7 0,-3-1-1 16,4 1-5-16,-5-3-2 0,-1 4-5 0,1-1-16 15,-5-3-31-15,6 0-48 0,-5-1-73 0,5 1-92 16,-5-4-193-16,6-3-460 0,2 0 204 0</inkml:trace>
  <inkml:trace contextRef="#ctx0" brushRef="#br0" timeOffset="24020.02">24325 14485 39 0,'0'0'300'16,"2"-9"-12"-16,-2 9-24 0,3-7-29 0,-3 7-27 15,0 0-24-15,2-6-22 0,-2 6-20 0,0 0-19 16,0 0-12-16,0 0-12 0,0 0-14 0,4 22-5 16,-1-5-7-16,-3 2-8 0,1 5-6 0,-1 2-3 15,0 1-6-15,0-2-4 0,1-7-4 0,-1 2-20 16,2-1-8-16,-2-1 0 0,0 1 0 0,0-5 1 16,0 3-10-16,0-4-29 0,-2-2-35 0,0 0-46 15,1-2-59-15,-1-3-36 0,2-6-175 0,-4 9-404 16,4-9 179-16</inkml:trace>
  <inkml:trace contextRef="#ctx0" brushRef="#br0" timeOffset="24187.03">24272 14515 105 0,'0'0'165'16,"0"0"-19"-16,4-7-13 0,-4 7-16 0,9-3-7 15,0 3-12-15,0 0-12 0,5 2-10 0,3-1-9 16,3 0-1-16,0 2-11 0,7 0-5 0,0 0-4 15,-5-2-9-15,0 3-13 0,-2 1-31 0,3-2-36 16,-4 0-35-16,-1 0-26 0,-4 0-88 0,-2-3-207 16,1 1 91-16</inkml:trace>
  <inkml:trace contextRef="#ctx0" brushRef="#br0" timeOffset="24370.03">24669 14505 56 0,'0'-7'112'0,"0"7"15"0,-3-14 11 0,-1 3 9 0,0 4-1 15,2-5 3-15,-2 5 12 0,1-1 17 0,3 8 4 16,-5-11-1-16,3 8-17 0,2 3-19 0,-3-8-18 15,3 8-17-15,0 0-17 0,0 0-13 0,0 0-8 16,0 0-9-16,0 0-8 0,-4 28-4 0,4-8-6 16,-2 3 2-16,0 6-6 0,4-2-5 0,-6 2-5 15,1 0-1-15,3 0 0 0,0-3-12 0,0 0-21 16,-1 0-29-16,1-1-34 0,-1-6-64 0,2 0-60 16,0 0-209-16,-1-8-433 0,2 1 191 0</inkml:trace>
  <inkml:trace contextRef="#ctx0" brushRef="#br0" timeOffset="24585.79">24828 14545 64 0,'0'0'238'0,"2"-8"-28"0,-2 8-20 0,0 0-28 16,3-3-16-16,-3 3-16 0,0 0-3 0,0 0-9 15,0 35-12-15,-1-18-8 0,1 1-6 0,0 1-11 16,0-2-6-16,0 2-9 0,-2 1-7 0,2-1-2 15,0 1-9-15,0-1-2 0,1-1 0 0,0 2-5 16,0-3-10-16,-1-4-24 0,-1 4-46 0,0-4-59 16,1-3-60-16,-1 0-167 0,1-10-350 0,-7 15 155 15</inkml:trace>
  <inkml:trace contextRef="#ctx0" brushRef="#br0" timeOffset="24803.44">24883 14572 69 0,'18'-3'192'0,"-1"5"-17"0,2 0-14 15,-2 2-13-15,-1 3-1 0,-3 3-7 0,3 1-11 16,-3 5-14-16,-1-1-8 0,-5 1-4 0,1 1 16 0,-7 1-6 16,-1 0 3-16,-1 2-2 0,-3-1 0 0,-5 4-10 15,-5 0-12-15,-4-1-7 0,-4-1-3 0,-2-3-4 16,0 0-26-16,-1 1-25 0,0-4-36 15,1-1-56-15,-4-4-73 0,1 0-94 0,-3 0-125 0,1-6-386 16,9 0 171-16</inkml:trace>
  <inkml:trace contextRef="#ctx0" brushRef="#br0" timeOffset="24956.6">24792 14733 16 0,'0'0'113'0,"0"-10"-34"0,0 10-40 0,0 0-46 15,-7-11-33-15,7 11-44 0,-8-5 20 0</inkml:trace>
  <inkml:trace contextRef="#ctx0" brushRef="#br0" timeOffset="31605.64">10167 12750 33 0,'0'0'34'0,"-7"-1"-4"0,7 1-1 0,0 0 3 16,0 0-4-16,0 0 5 0,0 0-5 0,-9-3-2 15,9 3-8-15,0 0 6 0,0 0-8 0,-8-3-3 0,8 3-6 16,-6-3 7-16,6 3-2 0,0 0-4 16,0 0-2-16,0 0 4 0,-8-3-6 0,8 3 2 15,0 0 2-15,0 0-3 0,0 0 5 0,0 0 0 16,-7-4 4-16,7 4-5 0,0 0 2 0,0 0-4 16,0 0 3-16,0 0-3 0,0 0 0 0,-8-2 3 0,8 2-2 15,0 0-12-15,0 0 2 0,0 0 8 16,0 0-7-16,0 0 5 0,0 0 5 0,0 0 4 15,0 0-6-15,-9-1 5 0,9 1-6 0,0 0-3 16,0 0 3-16,0 0 0 0,0 0-2 0,0 0 4 0,0 0 1 16,0 0-4-16,0 0-1 0,0 0-8 15,0 0 2-15,0 0 10 0,0 0-8 0,0 0 1 0,0 0-6 16,0 0 10-16,0 0-14 0,0 0 8 16,0 0-3-16,0 0-1 0,0 0 1 0,0 0 1 0,0 0 3 15,0 0-5-15,0 0 7 0,0 0-4 0,0 0 3 16,24 4-1-16,-24-4 1 0,12 0-2 15,-12 0 1-15,12 2-1 0,-5-2 1 0,-7 0 0 16,14 0-3-16,-7 1 0 0,2 1-4 0,-9-2 3 16,14 0-1-16,-2 0-5 0,-4 1 1 0,-1-1 5 0,-7 0-4 15,17 1-1-15,-8-1-1 0,-1 2 0 0,-8-2-1 16,13 0 1-16,-6 0 5 0,-7 0-3 0,10 3-1 16,-5-3-4-16,-5 0 1 0,10 2-2 15,-10-2-3-15,8 1 3 0,-8-1 5 0,9 1-4 16,-9-1-4-16,9 1-4 0,-9-1 3 0,8 0 1 0,-8 0 3 15,9 0 4-15,-9 0-1 0,0 0 4 0,0 0-5 16,12 0 6-16,-12 0-2 0,0 0 0 0,8 2 1 16,-8-2 4-16,0 0-4 0,8 1 4 0,-8-1-6 15,0 0 5-15,10 1 1 0,-10-1 1 0,9 0 1 16,-9 0 0-16,0 0-1 0,11 0-1 0,-11 0 1 16,0 0-1-16,12-1 3 0,-12 1 1 0,9 0 0 15,-9 0-4-15,9 0 2 0,-9 0-1 0,8-1-1 16,-8 1 3-16,0 0-5 0,11 0-1 0,-11 0-4 15,0 0 1-15,10-2-3 0,-10 2 5 0,0 0-2 16,9 2-11-16,-9-2 21 0,0 0-10 0,10 0 5 16,-10 0-3-16,0 0 3 0,11-2 0 0,-11 2 1 15,0 0-1-15,11-1 0 0,-11 1 1 0,9 0-1 16,-9 0 2-16,9-2 2 0,-9 2-8 16,0 0-9-16,9 0 5 0</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4:50:41.729"/>
    </inkml:context>
    <inkml:brush xml:id="br0">
      <inkml:brushProperty name="width" value="0.05292" units="cm"/>
      <inkml:brushProperty name="height" value="0.05292" units="cm"/>
      <inkml:brushProperty name="color" value="#FF0000"/>
    </inkml:brush>
  </inkml:definitions>
  <inkml:trace contextRef="#ctx0" brushRef="#br0">6535 2947 147 0,'2'-8'162'0,"-2"8"-7"0,-3-16 0 16,4 9 19-16,1 0 0 0,-2 7-19 0,-2-18-5 16,5 12-9-16,-3-1-3 0,0 7-11 0,1-10-2 15,-1 10-19-15,4-8-12 0,-4 8-10 0,0 0-15 16,0 0-6-16,-1-9-8 0,1 9-7 0,0 0-3 16,0 0-8-16,0 0-1 0,7 25-3 0,-6-9-4 15,2 3 1-15,-2 8-3 0,2 5 3 0,1-2-4 16,-2 2-2-16,-2 2-1 0,2 11-2 0,-2-9 1 15,1-1-4-15,0 14 0 0,2-14-2 0,-2 0 0 16,2 1-2-16,-1-1-3 0,2-2 2 0,0 0-2 16,0-1 0-16,-6-2 0 0,5 0-1 15,-1-3-1-15,0 3 1 0,0-4-3 0,-2 0 0 0,0-5-5 16,0 3-5-16,-1-6-11 0,-2 3-9 0,3-3-11 16,-2 0-19-16,-1-2-31 0,1-4-22 0,-2 1-32 15,-2 1-41-15,1-1-32 0,-2-3-130 0,-1-2-370 16,1-1 165-16</inkml:trace>
  <inkml:trace contextRef="#ctx0" brushRef="#br0" timeOffset="314.63">6566 3171 102 0,'11'-24'150'0,"-2"9"-9"0,3-2-1 0,2 1-6 16,0 2-10-16,8-2-9 0,-6 6-7 0,5 0-11 15,6 2-6-15,-7 4-8 0,7-1-8 0,-5 9 2 16,4 1-2-16,1 3-10 0,-8 4-3 0,1 5-6 16,-3 3-3-16,-4 1-4 0,-1 2-5 0,-6 1-2 15,-1 3-7-15,-5 0-1 0,-4 0-4 0,1 0 4 16,-5-1-8-16,-1-2-6 0,-1 1 6 0,-4-1-6 15,-2-2 3-15,-3-1-7 0,-4 0-5 0,-1-1-15 16,-3-4-17-16,-1-4-5 0,-3 1-29 0,3-1-10 16,3-5-24-16,3-3-39 0,1 0-20 0,4-2-123 15,-3-5-293-15,8-2 130 0</inkml:trace>
  <inkml:trace contextRef="#ctx0" brushRef="#br0" timeOffset="496.08">6969 3382 85 0,'17'0'157'16,"4"-3"-13"-16,-1 1-12 0,2-1-8 0,0 1-15 16,0-1-13-16,8-1-24 0,-3-1-34 0,2 2-48 15,-2-2-49-15,-8 2-89 0,-1 1-161 0,-4 1 71 16</inkml:trace>
  <inkml:trace contextRef="#ctx0" brushRef="#br0" timeOffset="875.87">7459 3224 2177 0,'3'-10'12'0,"-2"0"0"0,2 1 21 16,-2 3-19-16,-1 6-4 0,4-11 1 15,-4 11 3-15,3-5-5 0,-3 5-6 0,0 0-3 16,0 0 4-16,0 0 0 0,0 0 7 0,16 16 7 15,-12-4-1-15,0 4 2 0,3 8 1 0,1 1-1 16,-4-6-2-16,1 7 0 0,-3 0 0 0,1 0-4 0,2-7-1 16,-4-3 1-16,1 2-2 0,0-6 2 15,1 1-2-15,-2-3-1 0,0-1-3 0,1-3 4 16,-2-6 4-16,1 12 15 0,-1-12 22 0,0 7 3 16,0-7-1-16,0 0-2 0,0 0-4 0,0 0-8 15,0 0-1-15,1-28-2 0,0 12-6 0,2-2 0 16,2-8-5-16,-1 1-4 0,6-4-3 0,0 1-4 0,8 0-2 15,-2-3-6-15,4 8 1 0,3 2-1 16,-1 0-2-16,-3 1-3 0,-4 9 3 0,-3 3-4 16,2-2-3-16,-2 6 1 0,0 4-2 0,3 1 3 15,-3 3-1-15,2 4 8 0,0 3-2 0,-2 1 3 16,-1 3-2-16,-3 3 1 0,-2 0-3 0,-1 7 5 16,-2 0-1-16,-2 0-2 0,-1 2-23 0,-1-8-47 15,-3 4-41-15,3 3-78 0,-3-7-82 0,-4 6-167 16,3-8-468-16,-1-3 207 0</inkml:trace>
  <inkml:trace contextRef="#ctx0" brushRef="#br0" timeOffset="1377.57">8366 3378 100 0,'6'-12'170'0,"3"-3"-7"16,3 0-13-16,0 0-8 0,3-8-9 0,3 4-7 16,0 0-8-16,-5 4 4 0,5-6-9 0,-4 7-10 15,-3-3-2-15,5-5-1 0,-5 8-7 0,1-2-3 16,-5 0-8-16,2 1-1 0,-2 6-2 0,0-7-3 16,-2 9 2-16,-2-3-8 0,2 4 1 0,-2 1-4 15,-3 5-7-15,4-8-2 0,-2 3-12 0,-2 5 19 16,0 0-11-16,0 0-7 0,0 0-4 0,0 0-5 15,9 21-3-15,-9-2-1 0,0 10-3 0,1 7 0 16,-3 10-1-16,-2 2-1 0,-2 1-3 0,2 0 1 16,1-5-1-16,1-8-2 0,-2-1-5 0,2-2-1 15,-2 1-3-15,1-4 1 0,0 2-1 0,2-3 2 16,-2 1-6-16,3 0 0 0,-3-2-3 0,3 0-10 16,-2-3-16-16,1-5-20 0,-2 0-24 0,0-3-38 15,-3 0-39-15,1-1-45 0,-1-6-55 0,-3 2-175 16,-1-4-448-16,-2-1 199 0</inkml:trace>
  <inkml:trace contextRef="#ctx0" brushRef="#br0" timeOffset="1553.33">8204 3133 2338 0,'-1'-31'-26'0,"1"6"18"0,0-1 7 0,-1 9-5 0,2 6-2 15,0-2-3-15,3 4-9 0,-1-1-12 0,2 1-22 16,2-2-21-16,1 4-21 0,4 0-31 0,4 0-38 16,-3 4-121-16,0 1-308 0,6-1 137 0</inkml:trace>
  <inkml:trace contextRef="#ctx0" brushRef="#br0" timeOffset="2091.75">8888 3164 174 0,'1'-7'195'0,"-1"7"-25"0,0 0-19 0,0 0-17 16,0 0-9-16,0 0-14 0,3 25-3 0,-3-7-2 0,-2 2-18 15,1 6-9-15,1 0-7 0,1 0-6 16,3-1-3-16,-1-7-6 0,0 0-4 0,-1 0-9 15,6-1-2-15,1-5-5 0,-6-1-2 0,4 0 0 16,1-2-4-16,-2-3 2 0,3 0-5 0,-3-2 1 16,2-1-1-16,-2-3-5 0,-6 0 0 0,22-7-2 15,-10 1-2-15,2-4 0 0,-1-3-5 0,-1-2-2 16,2-8 1-16,-1 2-4 0,-4-3 2 0,-1 1 0 16,2-3-1-16,-1 2 3 0,-4 1 0 0,-3 5 9 15,1 1 1-15,-2 4 7 0,1 3 5 0,-1 1 2 16,0 3-6-16,-1 6-5 0,2-11-5 0,-1 6 1 15,-1 5-6-15,0 0 3 0,0 0 4 16,7 22-3-16,-4-7 1 0,-2 3-3 0,2 6-4 0,-2 4 1 16,-1-3 4-16,4 1-2 0,0 0-7 0,-4-1-1 15,5-1-13-15,-3 1-32 0,2-5-31 0,1-4-37 16,0 0-56-16,2 0-46 0,-6-3-157 0,0-3-393 16,2 0 174-16</inkml:trace>
  <inkml:trace contextRef="#ctx0" brushRef="#br0" timeOffset="2574.6">9477 3178 98 0,'-2'-10'172'0,"2"10"-2"0,-2-9-5 16,2 9-11-16,-1-8-11 0,1 8-6 0,-4-6-11 15,4 6-8-15,0 0-10 0,0 0-8 0,0 0-16 16,0 0-8-16,0 0-8 0,0 0-9 0,0 0-4 16,0 0 1-16,0 0-8 0,0 0-5 0,4 25 2 15,-1-12 2-15,-2 2-1 0,3 4-2 0,-3-2-5 16,2-1-4-16,-1 0-1 0,1 1-5 16,-2 0-2-16,0-3 1 0,2 2-9 0,-1 0 5 0,0-5-6 15,-1 1 1-15,3-1 4 0,-3 0-8 0,0-4-6 16,0-1 7-16,-1-6-2 0,3 12-6 0,-3-12 1 15,0 8 5-15,0-8 2 0,0 0 10 0,3 6 8 16,-3-6-1-16,0 0-1 0,0 0-6 0,0 0 0 16,0 0-3-16,0 0 1 0,-6-24-2 15,8 14-8-15,3-7 2 0,-2-2-5 0,3-5-1 0,0 5-3 16,7-6 5-16,0 3-5 0,3-1-2 0,-3 7-1 16,5-3-4-16,-5 7 1 0,2 0-2 0,-1 2 0 15,0 2-2-15,-1 2 1 0,-3 4-1 0,4 2-1 16,-1 6 1-16,1-1 1 0,2 1 2 0,-2 7-1 15,0 1-1-15,-3 0 5 0,1 3-3 16,-6 1 0-16,1 1 4 0,-1-1-1 0,0 1 0 0,-2 0-20 16,-1 2-23-16,1-3-29 0,-3 0-44 0,0-2-48 15,2 1-49-15,-3-5-169 0,0-1-410 0,0 1 181 16</inkml:trace>
  <inkml:trace contextRef="#ctx0" brushRef="#br0" timeOffset="2824.07">10165 3262 2042 0,'2'-12'50'0,"0"0"-10"0,-4-2-11 0,0 4-12 0,-3 0 20 15,1 1 14-15,0 2 13 0,-1 1-1 16,5 6 0-16,-13-9-2 0,4 4-2 0,0 2-6 16,2 3-4-16,-4 3-4 0,-3 2-4 0,0 3-3 15,1 3-3-15,1 2-3 0,1 2-6 0,1 2 4 16,-1 6-7-16,3 0-2 0,2 1 3 0,3-6-9 0,2 1 5 15,5 0-7-15,-1 0-1 0,4 0-24 0,2-3-19 16,0 0-21-16,1 0-23 0,2-3-27 16,1-2-30-16,2-2-41 0,1-2-28 0,-3-3-22 15,3 1-119-15,-5-5-371 0,-1 0 164 0</inkml:trace>
  <inkml:trace contextRef="#ctx0" brushRef="#br0" timeOffset="3057.35">10401 3075 98 0,'4'-19'256'16,"-1"4"3"-16,-1-1-9 0,1 4 0 0,-3 0-3 16,1 5-8-16,-1 7-14 0,0-11-28 0,1 5-22 15,-1 6-23-15,0 0-17 0,0 0-16 0,0 0-9 16,0 0-4-16,3 31-1 0,-2-5-8 0,0 5-6 16,-2 1-2-16,0 1 0 0,0 1-14 0,2-1-9 15,-2 0-5-15,-1-1-5 0,1-2-5 0,0 1-3 16,-1-2-6-16,4 1-6 0,-5-7-4 0,4 2-10 15,-1-6-17-15,2-2-25 0,-2 2-35 16,0-3-31-16,1-3-31 0,-1-2-38 0,0 0-31 0,1-4-58 16,-1-7-44-16,2 10-151 0,-2-10-475 0,0 0 209 15</inkml:trace>
  <inkml:trace contextRef="#ctx0" brushRef="#br0" timeOffset="3352.52">10340 3236 56 0,'-3'-5'228'0,"3"5"-27"0,0 0-22 0,-7-6-21 16,7 6-18-16,0 0-10 0,0 0-14 0,0 0-5 15,0 0-11-15,23-1-11 0,-9 2-6 0,5-1-6 16,10 3-5-16,1-3-11 0,0 0-4 0,0-1-5 16,-1-1-6-16,-2 2-6 0,-7 2-2 0,-2-2-3 15,0-2-4-15,-6 4-4 0,-2-2 1 0,-1 1-4 16,-9-1-1-16,13-1-6 0,-13 1 2 15,11 1 1-15,-11-1 0 0,9 5 3 0,-6-2 12 16,0 2 1-16,1 1-7 0,0 3 7 0,1 2-4 0,2 0-1 16,-5 2 2-16,1 3-1 0,1 1-8 0,-1 0 1 15,0-2-1-15,-2 3-2 0,1-1-6 0,0-1-17 16,-3 1-33-16,-2-1-45 0,2 1-55 16,0-5-59-16,-3 0-180 0,0-2-404 0,0-1 180 15</inkml:trace>
  <inkml:trace contextRef="#ctx0" brushRef="#br0" timeOffset="3531.29">10737 3036 215 0,'-2'-6'175'0,"2"6"-39"16,0 0-50-16,0 0-29 0,-3-15-38 0,3 15-22 15,0 0-19-15,0 0-18 0,0 0-65 0,0 0-112 16,21 24 51-16</inkml:trace>
  <inkml:trace contextRef="#ctx0" brushRef="#br0" timeOffset="4430.92">10943 3197 103 0,'2'4'192'0,"-2"-4"-12"0,0 0-2 0,0 9-6 15,0-9 5-15,-7 17-2 0,2-7-5 0,-2 6-16 16,1 3-12-16,-4 0-14 0,1-2-10 16,0 5-12-16,0-3-10 0,3 6-6 0,0-5-11 0,4-3-8 15,-1 0-6-15,2 0-6 0,2-5-6 0,1 0-3 16,-1-2-4-16,1 2-5 0,2-2-6 0,0 0-3 16,3-2-2-16,1 0-5 0,-5-2-5 0,3-2-3 15,1-2-5-15,2 1-8 0,1-3-3 0,-10 0-7 16,13-6 1-16,-4 1-1 0,-3-2-2 15,2-2 1-15,-3-1-4 0,-1 0-5 0,3-9-2 16,-3 0-2-16,-3 0 4 0,1 0-3 0,-4-2 2 0,4-4 6 16,-2 4-1-16,1 2 7 0,-1 3 6 0,-1 4 11 15,2-4 3-15,-2 6 7 0,-1 1 4 0,1-1 2 16,1 0 1-16,0 10-2 0,0-9-2 16,0 9-9-16,4-10 0 0,-4 10-3 0,8-4 2 15,-2 2-5-15,-6 2-4 0,15 9-1 0,-4-2 2 16,-3 0-6-16,7 7 3 0,-4 1-2 0,2 0 2 15,-2 3 2-15,-2-1-4 0,2 5 3 0,-4-5-1 0,1 1 1 16,0-3 1-16,-2 0 0 0,-4-2 2 16,2-1-2-16,-1-2 6 0,0 0-5 0,-2-3-1 15,-1 0-3-15,0-7 4 0,2 9 3 0,-2-9 8 0,3 7 20 16,-3-7 12-16,0 0 14 0,3 6 3 16,-3-6-3-16,0 0-10 0,0 0-4 0,0 0-8 15,0 0-8-15,1-27 8 0,1 15-5 0,4-4-3 0,1-3-9 16,3-4-12-16,3-2 3 0,0 1 9 0,2 3-6 15,1 0-4-15,-1 1-5 0,-1 5-1 16,-4 0-5-16,0 8 4 0,-1-4-4 0,0 5-3 16,-1 0 2-16,1 2-6 0,-3 2-2 0,-6 2 8 15,17 6-4-15,-10 0-1 0,3 3-1 0,0 4-1 16,-3-2 2-16,0 5-1 0,-1-2 3 0,-1 3-2 16,2-2 0-16,0 3-1 0,-3-1 4 0,1-1-5 15,-1-7 6-15,1 4-2 0,1-4-2 0,0 1 2 16,0 0 4-16,1-3-3 0,3-1 1 0,-1 0 10 15,1-3-7-15,0-2-3 0,4-1 6 0,-1-2 1 16,6-2 0-16,-2-2-7 0,1-2 2 0,-2-2 3 16,9-4-7-16,-9 1 9 0,2-8-8 0,2-1 2 15,0-1-6-15,-5-1-11 0,4-1 8 0,-5-4 1 16,0 2-3-16,-2-1-1 0,-1 1-2 0,-2 3 2 16,-4 6-2-16,-2 3-4 0,3 5 13 0,-4 1-3 15,2 0 5-15,-2-2-5 0,-2 11 0 0,3-11 1 16,-3 5-8-16,0 6-1 0,0 0 1 0,0 0 3 15,0 0-2-15,0 0 4 0,0 0-4 0,-18 28 4 16,11-11-3-16,0-2 7 0,3 5-6 0,-1-2 3 16,3 1-2-16,0 0-2 0,0 0 4 0,0 6 1 15,6-6 0-15,-3-1-1 0,4 3 3 0,2 1-2 16,-2-2-1-16,2-2 1 0,-3 0 7 0,1-2-6 16,-1 1 1-16,-1-2-2 0,-1-1-2 0,0-2 5 15,1 0 0-15,-3 2 0 0,0-4 2 0,0 2 1 16,0-2 2-16,-3-1-2 0,0 1-1 0,-1-3 2 15,0 3 3-15,-5-3-2 0,-2 0-16 0,1 0-24 16,-7 0-41-16,-1-3-48 0,-2 1-57 16,7-2-74-16,-7-2-215 0,5-1-512 0,4-3 227 0</inkml:trace>
  <inkml:trace contextRef="#ctx0" brushRef="#br0" timeOffset="4621.46">12098 3278 2804 0,'7'0'234'16,"-7"0"-104"-16,0 0-63 0,8-5-36 0,-8 5-8 15,0 0-10-15,0 0 5 0,0 0-5 0,8-2 0 16,-8 2-6-16,0 0-1 0,0 0-9 0,0 0-23 16,6-4-30-16,-6 4-33 0,0 0-26 15,0 0-50-15,9 7-55 0,-5-3-228 0,-4-4-485 0,2 7 215 16</inkml:trace>
  <inkml:trace contextRef="#ctx0" brushRef="#br0" timeOffset="5486.62">7011 3939 88 0,'0'0'105'0,"-13"0"-7"0,13 0 4 0,-8 2-5 0,8-2-11 15,0 0-8-15,-9 1-8 0,9-1-10 16,0 0-14-16,0 0 3 0,0 0-4 0,0 0 0 16,0 0 19-16,22 11 6 0,0-5-4 0,10 0 7 15,17 2 0-15,13-3-3 0,3-1 7 0,37 1-9 0,3-7 5 16,5 2-5-16,5 0-5 0,4-2-6 15,2 1-7-15,-1 4 3 0,7-5-13 0,-5 4 4 16,2 0-9-16,7-1-6 0,-3 3-2 0,-2-5 1 16,1 6-7-16,9-3-2 0,-4-2 2 0,7-1-3 15,-1 5-2-15,-1-4 1 0,-1 1-4 0,-5 1-3 16,-4-5 4-16,-1 1 0 0,-5 1 4 0,-7 0-2 0,-6-3-4 16,-5-4 3-16,-9 5 0 0,2-2 0 15,-34 0-1-15,-2 2 3 0,-1-1 0 0,-5 0 5 16,-4-1 3-16,-17 4 1 0,-4-4-5 0,-7 2 6 15,-4 2-1-15,-4 1 7 0,-3-2 3 0,1 1 5 16,-3 1-5-16,-3-1 0 0,-6 1-2 0,13-3-3 16,-13 3-1-16,8 0-6 0,-8 0-2 0,0 0-5 15,0 0 2-15,11 0-5 0,-11 0-2 0,0 0-12 16,0 0-23-16,0 0-23 0,8-2-24 0,-8 2-27 16,0 0-42-16,0 0-49 0,6 7-40 0,-6-7-129 15,0 0-387-15,0 0 171 0</inkml:trace>
  <inkml:trace contextRef="#ctx0" brushRef="#br0" timeOffset="44753.15">6402 4657 37 0,'11'-15'185'0,"8"-3"-17"0,2 0-18 0,3 7-22 15,4-2-2-15,6 0-19 0,3 5-12 0,-1-2-4 16,0 6-12-16,-2 1-7 0,-3 5-9 16,1 5-2-16,-4 1-9 0,-9 0-2 0,4 5-5 15,-4 3 0-15,-7 1-10 0,-2 1-3 0,-4 1 4 16,1 5-4-16,-9 4-4 0,-1-1-8 0,-1-3 5 15,-6 0 2-15,2-7-4 0,-5 6-4 0,0-6-6 0,2-2-3 16,-1-3-3-16,0 2 1 0,-3-3 1 0,5-2-7 16,1-2-3-16,2-1-4 0,-1 2 3 15,2-5-6-15,-1 0-4 0,3 1-4 0,4-4-7 16,-7 3-12-16,7-3-8 0,0 0-5 0,0 0 2 0,0 0-3 16,0 0-10-16,0 0 1 0,-12-7-12 0,12 7-9 15,0 0-1-15,0 0-25 0,0 0-86 16,0 0-206-16,0 0 92 0</inkml:trace>
  <inkml:trace contextRef="#ctx0" brushRef="#br0" timeOffset="45245.78">6539 4679 76 0,'-1'-9'147'0,"1"9"-13"0,0 0-5 0,0 0-17 15,0 0-16-15,0 0-8 0,0 0-7 0,0 0-6 16,0 0-1-16,7 25-2 0,-4-6 1 0,1 4-8 15,-4 6 9-15,-2 4-6 0,-1-2-2 0,-2 2-7 0,2 1-6 16,-2-3-4-16,0 4-6 0,0-3 3 16,0-2-1-16,-3-2-5 0,3 2-6 0,4-4-3 0,-5 1-2 15,4-2-5-15,1-4 0 0,1-4-2 0,0 2-3 16,1 0-2-16,1-2-2 0,0-5-14 16,2 9-11-16,-3-3-21 0,0-5-27 0,2 0-38 15,-2-2-19-15,0-2-19 0,2 1-123 0,-2-1-277 0,-1-9 123 16</inkml:trace>
  <inkml:trace contextRef="#ctx0" brushRef="#br0" timeOffset="45710.33">6574 4995 25 0,'0'0'112'0,"2"-10"1"0,1 6-9 16,-1-3-8-16,2 1-6 0,0-1 7 0,2 2-15 15,2-4 1-15,2 4-4 0,0 1-9 0,2-2 0 16,6 1 6-16,1 2 1 0,1 3-9 0,10 3-1 16,-3 2-4-16,-1 2 3 0,-1 4-9 0,0 2-3 15,-9 0-7-15,-1 2-2 0,-2-1-8 0,-3 2 2 16,-2 4-5-16,-3 3-3 0,-8 2 0 0,1-6-2 15,-3 1-2-15,0 5-4 0,-3-8-1 0,0 0-1 16,-5-2-5-16,4 1 4 0,-3-2-12 0,-1-1-7 16,4-2-14-16,-8-1-17 0,2 0-13 0,-2-1-18 15,2-3-14-15,-2-1-19 0,1 1-30 0,2-3-22 16,2-1-87-16,-1-2-251 0,13 0 111 0</inkml:trace>
  <inkml:trace contextRef="#ctx0" brushRef="#br0" timeOffset="47027.86">7360 4904 31 0,'0'-7'219'0,"0"7"-14"16,-2-10-16-16,2 10-22 0,-6-5-16 0,6 5-18 16,-15 1-7-16,4 5-16 0,-9 11-11 0,-3 4-9 15,-3 1-14-15,1 3 0 0,-9 10-10 0,9-8-5 16,3 1-11-16,3 0 1 0,4 0-5 0,2-1-6 16,0-1-3-16,8-7-7 0,0-1 2 0,1-1-5 15,5-2 1-15,1-3-2 0,1 0-10 0,3-4-3 16,-1 0-4-16,5-2 5 0,-1 1-4 0,2-7-7 15,2 0 1-15,3-2 6 0,1-4-4 0,0-2 1 16,1-2-5-16,4-7 2 0,-3-1-4 0,0-3 3 16,-2 0-4-16,-3-5 4 0,1 3 0 15,-2-3 2-15,-7-5-5 0,2 5-1 0,1 0 1 0,-8 6 5 16,0 2 8-16,0 7 11 0,1 0 12 0,0 0 7 16,-2 4-4-16,0 7-3 0,0-11-5 0,0 11-8 15,0 0-6-15,0 0-3 0,0 0-3 0,0 0-3 16,0 0 1-16,-6 24 0 0,5-6-1 0,-4 7 0 15,1 1 2-15,4 0-2 0,-3-1 1 0,2-5 1 16,1-2-2-16,1 0-4 0,2 0 0 0,1-2 3 16,2 1-1-16,-2-7-2 0,2 0 2 0,-1-3 2 15,2-1-2-15,3-2 5 0,-4-2-4 0,7 1 3 16,1-4-2-16,-1-3-1 0,6-2-2 0,-1-3 1 16,5-5-4-16,-1-4-2 0,-9 4-3 0,6-8 0 15,-4-1-1-15,-2 1-2 0,-2-2-2 0,-3-4-9 16,1 2-2-16,-5-5 1 0,-3 5 1 0,-1 8 4 15,0 0-4-15,-3 5 13 0,3 3-1 0,-2 1 5 16,1 2-1-16,1 7-2 0,-4-10-6 16,4 10 1-16,0 0-6 0,0 0 8 0,0 0-6 0,-10 16 6 15,5 1 5-15,1 7-3 0,1 2-1 16,3 1 3-16,3-1-1 0,1 0 3 0,-2 1-1 0,6-1 2 16,2-1-2-16,-4-6 3 0,6 3 0 0,-2-6 0 15,0 3 0-15,-3-2-1 0,2-2 0 0,-2-5 1 16,-2 0-4-16,2 3 1 0,-5-3-5 0,1-1-9 15,-2-6-3-15,1 4-2 0,-2-7-5 0,-4 10-6 16,4-10-6-16,-9 7 1 0,9-7-2 0,-12 6 6 16,12-6 2-16,0 0 0 0,-14 0 11 0,14 0-3 15,-6-1 3-15,6 1 4 0,0 0 2 0,0 0-4 16,4-17 2-16,1 10 1 0,4-3 2 0,5-3 3 16,0 0 8-16,6-4-2 0,-6 2 0 0,9-2 2 15,0 0 4-15,0-1 5 0,-2 0-1 0,2 0 8 16,0 0-8-16,-3-1 5 0,-1-2-1 0,-6 8-4 15,-3 0 8-15,-2-2 2 0,-2 4 2 0,-2 1 1 16,1-1 2-16,-3 3-1 0,-2 1-1 0,0-1-2 16,0 8 4-16,-4-10 1 0,-1 5-3 0,5 5-6 15,-13-4 0-15,3 6-5 0,-2 2-3 16,1 3 1-16,-3 4-2 0,1 3 1 0,-1 7-6 0,2-4 2 16,2 6 5-16,2 0-1 0,3-4-12 0,4 0-8 15,-1-2-22-15,2-1-19 0,2 0-23 0,4 0-19 16,2-3-11-16,2-4-11 0,6 1-12 0,-1-2 2 15,7-2-8-15,4-3 2 0,4-3 4 0,-2-1 9 16,1-2 13-16,2-3 7 0,-4-1 16 16,0-1 15-16,-2-1 5 0,-4 2 21 0,3-8 14 0,-7 6 10 15,0-4 33-15,-2-1-13 0,-3 0 29 0,-3 2 2 16,-2 1 20-16,-5 1 22 0,1 0-4 0,-2 2-1 16,-1 8 15-16,-1-12-5 0,1 12 5 0,-10-9-10 15,2 5-4-15,-3 4-2 0,-2 3 4 0,-5 1 2 16,0 3 1-16,-6 4 0 0,-1 1-3 0,10 2-9 15,-5 3-4-15,-2 3-9 0,8-7-6 0,1 3-1 16,3 0 0-16,3-1-8 0,1 1-4 0,5-4-1 16,1-2-3-16,1 1-2 0,5 0-1 0,3-2-2 15,2-3-3-15,5 0-1 0,3 0-5 16,1-2 2-16,1-7-6 0,7-1-3 0,-1-6 1 16,0 0-5-16,-9-1-6 0,0 0 6 0,2-6-1 0,-1-2 5 15,-3-2-1-15,-5-2 2 0,-2-6-6 0,3-1 7 16,-9-4-11-16,0 1 6 0,-3-12 2 0,-1-1-1 15,-3 11 0-15,-2-13 1 0,-2 0-2 0,-1 13 10 16,-5-10 2-16,6 14 15 0,1 3 10 0,-1 4 13 16,3 7 15-16,0 7 7 0,2 0-4 15,1 2-7-15,2 8-11 0,-7-11-8 0,7 11-9 16,0 0-4-16,0 0-2 0,3 28-3 0,-1 1 1 0,2 4-1 16,-1 14-5-16,2 2 0 0,-1 2-1 0,1-4 1 15,-3 2-3-15,1-13-9 0,1 10-19 16,-3-10-22-16,0 9-36 0,1-12-40 0,1 0-46 0,1-1-39 15,0 0-46-15,-4 0-138 0,5-4-409 16,-2-4 181-16</inkml:trace>
  <inkml:trace contextRef="#ctx0" brushRef="#br0" timeOffset="47684.25">8648 5027 65 0,'0'0'171'16,"6"-4"-20"-16,-6 4-14 0,0 0-5 0,0 0-4 15,0 0-9-15,5 13-6 0,-7-2-9 0,-3 5-7 0,-3 0-5 16,-2 8-8-16,3-6-12 0,-3 6-9 15,5-5-5-15,-1 0 0 0,1 0-12 0,5 0-4 16,-3-2 2-16,3 1-8 0,1-6-3 0,3-1-3 16,5 3 2-16,-3-5-10 0,2 0 3 0,1-2-6 15,4-2 5-15,-2-3-5 0,7-2 0 0,0 0-5 16,1-4 0-16,-3-3-3 0,3-1-7 0,-3-3-2 0,0-2-2 16,-1 0-2-16,-5-5-3 0,-1 1-2 15,0-2 4-15,-5-7-5 0,0 1-6 0,-3-1 3 16,-1 2 2-16,-1-1 1 0,-2 6-1 0,-1-1 5 15,-1 3 6-15,3-2 2 0,-1 7 11 0,1-1-1 0,0 2 6 16,1 2 2-16,1 1-1 0,0 8-7 16,0-10-1-16,0 10-8 0,7-5 4 0,-7 5 0 15,17 4-7-15,-5 0 3 0,8 5 2 0,4 5 1 16,0 4 0-16,1 1 2 0,2 0 2 0,-3 1 3 16,-1-1-6-16,-3 0 1 0,-7-3 1 0,0-2 0 15,0 1 2-15,-1-2-4 0,-3 1 2 0,-3-4 0 16,1-1-3-16,-3 0 8 0,1-1-4 0,-2-5 8 0,1 3 14 15,-4-6 0-15,0 0 0 0,0 0 1 16,0 0-7-16,0 0-2 0,0 0 0 0,-23-11-3 16,17 3-2-16,-2-1-7 0,1-5 2 0,2-1 1 15,0-4-2-15,3 0-3 0,4-6-1 0,3 0-4 0,4 0 0 16,2 1 1-16,2 3-2 0,-2 4-3 16,4 2 0-16,4-3 3 0,-2 9-6 0,1 2 0 15,1 1 0-15,-1 5 3 0,2 1-2 0,1 1-2 16,-3 5 1-16,0 4 0 0,-3-1 3 0,0 2-3 15,-2 2 5-15,0 2-4 0,-3 0 4 0,0 3-2 0,-2 0-15 16,1 5-29-16,-4-5-34 0,-4-3-42 0,2 3-62 16,-3 0-51-16,-3-1-122 0,-1 1-380 15,2-7 168-15</inkml:trace>
  <inkml:trace contextRef="#ctx0" brushRef="#br0" timeOffset="48139.7">10335 4696 52 0,'-5'-9'226'0,"3"-2"-15"15,1 3-8-15,-1 1-20 0,2 7-14 0,-3-8-20 16,3 8-19-16,0 0-15 0,-3-11-13 0,3 11-11 15,0 0-11-15,0 0-4 0,0 0 2 0,3 41 2 16,-3-12-3-16,1 6 3 0,-5 14-3 0,2-2 1 16,-2 3-8-16,0-3-11 0,3 1 5 0,-2-2-3 15,2 1-3-15,-3-1-8 0,3-10-2 0,-2 11-4 16,3-14-2-16,2 2-5 0,-1 1-7 16,-2-2-1-16,2 0 1 0,3-3-3 0,-3-1-6 15,2-1-15-15,-3-2-19 0,1-1-30 0,-1-10-38 0,0 3-43 16,0-2-41-16,-3-5-52 0,-2 1-165 0,1-4-413 15,-1-1 182-15</inkml:trace>
  <inkml:trace contextRef="#ctx0" brushRef="#br0" timeOffset="48389.46">10307 4973 128 0,'21'-16'187'0,"6"1"-17"0,0 4-25 0,2 1-10 16,1 7-7-16,-1 0-9 0,1 6-13 0,-4 0-6 0,1 6-12 16,-9 0-5-16,1 3-1 0,-1 5-19 0,-2 3 5 15,-9-2-9-15,5 5-6 0,-10 1-3 0,-6 1-4 16,-1 0-4-16,-4 0 0 0,-2 0-7 16,-7-5-10-16,3 2 5 0,-7-1-5 0,0-5-7 15,-1 2-13-15,0-4-21 0,-2-3-33 0,-1-1-19 0,4-4-30 16,3-2-26-16,1 1-36 0,-1-3-94 0,4-2-273 15,3-3 122-15</inkml:trace>
  <inkml:trace contextRef="#ctx0" brushRef="#br0" timeOffset="48946.15">10712 5015 138 0,'4'-1'204'0,"-4"1"-14"0,10-4-18 16,-1 3-15-16,1 1-10 0,3 1-7 0,-1 3-11 16,4 1-4-16,0 4-7 0,0 0-6 0,0 2-13 15,1 1-7-15,0 1-12 0,-3 2-7 0,-2-2-2 0,1 1-4 16,-1 2-9-16,-3-3-5 0,-3 2 4 16,3-1-15-16,-3-2-1 0,1-1-4 0,-3 1-1 15,-1-2-1-15,0-4-8 0,-2 2 7 0,2-2-4 16,-3-6-1-16,0 11-8 0,0-11 5 0,2 5 0 15,-2-5 4-15,0 0-3 0,0 0 7 0,-11 2-8 0,11-2 1 16,0 0 0-16,-14-9 1 0,14 9 3 16,-8-14-1-16,4 5-5 0,1-2-1 0,4-1-4 0,0-4-3 15,0-1-1-15,6 0-4 0,2 0-1 16,1-2-3-16,1-4-4 0,0 6 2 0,4-3-2 16,-1 5-1-16,-1 2-1 0,1 0-1 0,1 4-4 0,-4 2 1 15,0 2-1-15,-2 0-3 0,1 4 1 0,-1 1-1 16,-9 0-2-16,15 8 2 0,-7-4-2 15,1 4 2-15,-1 2 1 0,-2 4 2 0,2 1 0 16,-3 2 0-16,4-2-1 0,-2 0 2 0,-1 2-1 16,1-2 3-16,-2 2 1 0,4-4 2 0,-4-4-2 0,3 0 0 15,4 0 2-15,-2-4 0 0,1 1 0 16,2-4 0-16,1-1 2 0,4-4 1 0,-5 2 0 16,6-5-4-16,-1 0-1 0,-4-4 2 0,-1-1 0 15,-1-2 2-15,-3-2-2 0,-2-1-1 0,-2 0-2 16,-1-4 3-16,-4-6-2 0,-4 9 1 0,0-4-4 0,-4 4 1 15,-1 0 4-15,-1 2-5 0,-1 1-3 16,2 4-9-16,-4 3-14 0,2 3-16 0,-2 1-23 16,-5 3-16-16,5 3-32 0,-4 4-21 0,6 0-34 15,0 1-39-15,2 7-156 0,1-5-396 0,3 1 175 16</inkml:trace>
  <inkml:trace contextRef="#ctx0" brushRef="#br0" timeOffset="49860.14">11682 4864 77 0,'-3'-11'222'0,"-1"0"-7"15,2 3 0-15,-2 1-7 0,0 0-14 0,-1 1-21 16,5 6-12-16,-9-5-23 0,9 5-14 0,-13 2-10 16,4 6-11-16,-3 7-10 0,1 1-8 0,-3 11-8 15,0-3-4-15,1 3-13 0,4-1-2 0,2 1-9 16,4-2-1-16,5-4-6 0,0-3-4 0,5 1-4 15,6 2 0-15,-2-5-4 0,5-2-5 0,4 2 0 16,4-3 10-16,-5-4-14 0,8 1-1 0,5-3-7 0,-4-4-4 16,-1-1-1-16,2-3-3 0,-2-4-2 15,-4 0-1-15,2-3 3 0,-8-1-3 0,1-1-6 16,-2-2-4-16,3-7-6 0,-3-3 3 0,-3 1-9 16,-1-1 4-16,-1-5 0 0,-5 4 1 0,-2-2 3 15,-1-1-2-15,-2 7 5 0,-2 0 7 0,-2-1 3 16,1 4 6-16,-1 0 3 0,-2 5 9 0,2 2-5 0,-3-1 1 15,2 1-1-15,2 5-1 0,2 4-7 16,-9-7 0-16,9 7-4 0,-16 6 6 0,6 3-5 16,-7 10 0-16,-3 2 2 0,2 2 1 0,1 3-4 15,3 0 2-15,3-3 0 0,2 0 3 0,4 1-5 16,2-5 3-16,3 0-3 0,8-2-1 0,-4 0 2 16,6 0 1-16,5-3 0 0,1-2-2 0,7 1 2 15,2-2-7-15,-4-5-6 0,6-1-2 0,1-4-4 16,1 1 1-16,2-5-4 0,-6-1 4 0,2 0-4 15,0-4 0-15,-3-1 0 0,-6-1-1 0,5-5-2 16,-8 0 0-16,2-4 0 0,-3-2-5 0,0-3 5 16,-3-1-1-16,-2 0 8 0,-4 6-2 0,2 1 13 15,-5 2 11-15,0-1 4 0,1 5 13 0,-1 2 6 16,-2 4 2-16,0 6-6 0,2-10-1 0,0 3-8 16,-2 7-6-16,0 0-5 0,0 0 2 0,0 0 0 15,0 0 1-15,2 31-1 0,-6-12-3 0,0 7 3 16,1-1 1-16,-3-1-5 0,4 1 2 0,-4 0-2 15,2-6 1-15,2 0 2 0,0 1 3 0,-1-2-4 16,1-1-1-16,1-2 0 0,1-5-1 0,-1 0-2 16,-1-1 1-16,2-2-2 0,0-7 0 0,0 11 0 15,0-11 5-15,2 7-2 0,-2-7 2 0,0 0-1 16,7 2 3-16,-7-2-6 0,20-10 3 0,-6-1-3 16,10-6-1-16,-3 1 2 0,1-6-6 0,4-1 5 15,-3 0-7-15,0-3 0 0,-1 0-2 0,-2 0-1 16,-1 0 4-16,-2 2-3 0,1 0 5 0,-2 4-5 15,-4 4 5-15,-2 3 2 0,-1-2 3 0,-4 7 5 16,0 0 4-16,-1-1 4 0,-1 4-3 0,-3 5-4 16,4-9-2-16,-4 9-2 0,4-5-1 0,-4 5 1 15,0 0-8-15,0 0 0 0,0 0 4 0,-25 21-5 16,15-9-4-16,-1 3-9 0,3 1-3 0,3 0-3 16,-1 2 2-16,4 6-6 0,0-5 3 0,4 0-6 15,4 6-2-15,-1-2 6 0,7 1-6 0,-3-6 9 16,1 0 2-16,2-1 0 0,-1-4 5 0,-3 4 0 15,2-2 0-15,-1-1 1 0,-5-3 6 0,1 1-1 16,-3-3 4-16,5 1-1 0,-5-4-1 0,-1 0 2 16,-1-6 6-16,0 9 4 0,0-9 6 0,0 9 5 15,0-9-1-15,-10 8-2 0,-1-4 0 0,-2-2-2 16,-6 2-8-16,-3-1-6 0,3-1-23 0,-4 0-25 16,4 0-31-16,-2-2-52 0,6 1-38 0,2 1-196 15,1-4-397-15,12 2 175 0</inkml:trace>
  <inkml:trace contextRef="#ctx0" brushRef="#br0" timeOffset="52591.73">14903 5146 38 0,'0'-8'157'0,"0"-2"1"16,0 10-3-16,-2-13-8 0,2 13-22 0,0-8-9 16,0 8-17-16,0-7-5 0,0 7-21 0,0 0-1 15,0 0-9-15,0 0-7 0,2 28-2 0,0-1 1 16,-1 0 3-16,-1 9-6 0,-3 14-3 0,1 1 0 16,2 2-5-16,-3 0 3 0,1 2-9 0,0-2-2 15,0-1-5-15,-3-3-7 0,5-1 1 0,0-3 0 16,0-9 0-16,0-3 2 0,0 0 0 0,2 2 1 15,-4-3-3-15,2 1-1 0,0-2-5 0,0-2-1 16,2 3 2-16,-2-6-4 0,3 2-2 0,-3-1 0 16,0-11-3-16,1 4-11 0,0-8-26 0,1 2-8 15,-2-2-16-15,1-2-17 0,-1-10-33 0,0 11-20 16,0-11-8-16,0 8-24 0,0-8-104 0,0 0-276 16,0 0 122-16</inkml:trace>
  <inkml:trace contextRef="#ctx0" brushRef="#br0" timeOffset="52833.87">14919 5463 79 0,'20'-7'113'16,"9"0"-15"-16,0 2-4 0,-1 6-5 0,-8 4-4 15,8 2-8-15,-2 4-2 0,-10 1-4 0,0 0-13 16,-4 5-4-16,-4 1 9 0,-3 1-17 0,-2 5-5 15,-3 1-5-15,-3 1 3 0,-3 0-6 0,-6 0 0 16,-3-1-3-16,-5-1 0 0,-2-1-10 0,-3-1 5 16,-2-2 1-16,-2-3-1 0,-1 0-11 0,-1-3-18 15,3-4-19-15,-1-4-21 0,8-1-35 0,1-4-17 16,3-1-89-16,4 0-201 0,6-4 90 0</inkml:trace>
  <inkml:trace contextRef="#ctx0" brushRef="#br0" timeOffset="53003.17">15326 5707 2266 0,'12'0'77'0,"1"-1"-46"15,-2 0-19-15,-3 1-9 0,0 0-13 0,2 0 4 16,1 1 4-16,2-1 7 0,5 0-6 0,1-1-9 16,0 1-21-16,3 1-16 0,-2-1-20 0,0 0-32 15,0 0-27-15,0 1-12 0,1-1-8 0,-2 1-140 16,-1-1-308-16,1-1 136 0</inkml:trace>
  <inkml:trace contextRef="#ctx0" brushRef="#br0" timeOffset="53344.06">15883 5549 129 0,'2'-8'210'0,"-2"8"-15"0,1-10-11 16,2 6-22-16,-3 4-20 0,0 0-21 0,0 0-15 15,0 0-7-15,0 0-12 0,0 0-11 0,0 0 2 16,5 24-5-16,-3-8-4 0,1 4-4 0,-2 4-7 15,2 1-5-15,-3-6-2 0,5 5-5 0,-3-4-3 16,-2-5-3-16,2-4-13 0,-1 0 5 16,0-2-10-16,0-3 3 0,-1-6 3 0,3 10-1 15,-3-10 4-15,0 0 7 0,1 6-5 0,-1-6-4 0,0 0-1 16,0 0-6-16,8-23-6 0,-2 8 2 0,3-1-6 16,0-8-3-16,0 0 0 0,3 0 0 0,2-3-3 15,4 1-3-15,1 1 2 0,3 4-4 16,0 0-1-16,-2 4 0 0,-4 5-3 0,2 2 3 0,0 5-3 15,-5 3-2-15,5 1-1 0,-5 4 2 0,4 2-3 16,-1 4 5-16,-2 2-5 0,-1 3 6 0,-1 3-1 16,1 6 2-16,-1 2 6 0,-3-2-12 0,-3 1 6 15,1-5-17-15,-1 4-25 0,-4-4-18 16,1 1-38-16,1-4-35 0,0 3-37 0,-1-3-157 16,1-4-353-16,4-4 157 0</inkml:trace>
  <inkml:trace contextRef="#ctx0" brushRef="#br0" timeOffset="53713.54">16816 5515 2905 0,'10'-10'-10'16,"-7"4"14"-16,2 2-7 0,-1-2-5 0,-1 0-8 16,-3 6-1-16,9-9-2 0,-4 5 0 0,2-3 2 15,-2-1 1-15,3 0 6 0,-3 2 1 0,2-3 0 16,-3 4 0-16,1-1 1 0,0-1 1 0,0 1 2 15,0 1 0-15,-1-3 0 0,5 1 2 0,-5 3 0 16,-4 4-3-16,6-12 1 0,-3 9-1 0,-3 3-4 16,5-4 1-16,-5 4-2 0,0 0-1 0,0 0-3 15,0 0 5-15,0 0-2 0,14 12 7 0,-12-3 4 16,1 3 12-16,1 5 5 0,-2 2 0 0,5 7 1 16,-2 1 0-16,-1 2-2 0,1 1-1 0,-3 0 0 15,1 3-4-15,-1-2 3 0,-2-1-2 16,2 2-1-16,-1 0 1 0,0-2-3 0,-3 1-2 0,0-2 4 15,2-1-3-15,-2-3 0 0,2 0 0 0,0 0-3 16,-4-6 4-16,3 2-3 0,-3-4 1 0,0 4 1 16,0 2 0-16,-2-5-4 0,1 0-16 0,0 0-14 15,-4-5-26-15,4-2-28 0,-4 2-32 0,2-3-40 16,-2-1-44-16,0 0-175 0,-2-4-403 0,-2-1 178 16</inkml:trace>
  <inkml:trace contextRef="#ctx0" brushRef="#br0" timeOffset="54100.65">16855 5139 2566 0,'-4'-24'9'15,"0"7"-4"-15,2-2-29 0,-1 7 18 0,2 1-8 16,-2 5 1-16,3 6-2 0,1-12-1 0,-1 12 5 15,6-4-1-15,-6 4 3 0,10 0 3 0,-10 0 1 16,15 8 0-16,-7-3-4 0,1 1 1 0,1 1 2 0,-2 0 2 16,-1-1 1-16,0 3 1 0,-1-5 0 15,-1 2 2-15,0 0-2 0,-5-6 1 0,7 5 2 16,-3-1 4-16,-4-4 7 0,0 0 1 0,3 4 4 16,-3-4 0-16,0 0 0 0,0 0-7 0,0 0 0 15,3-22-2-15,-2 8 0 0,3-1-2 0,0-3 1 0,1-1-2 16,1 1 1-16,1 5-4 0,-2 0-2 15,4 4-2-15,-4-1-2 0,1 2 0 0,2 3-2 16,0 1 0-16,-1 2-3 0,2 3-4 0,3 4 9 16,-1 1 1-16,2 4-2 0,2 1 1 0,-2 2 4 15,4 9-3-15,-3 0 4 0,0-2-4 0,-1 2 0 0,1 1-28 16,-1 2-28-16,-4-1-45 0,2 0-47 16,-3 4-206-16,-2-4-386 0,-2-7 171 0</inkml:trace>
  <inkml:trace contextRef="#ctx0" brushRef="#br0" timeOffset="54775.84">18091 5364 92 0,'0'0'144'0,"0"0"-4"0,0 0-1 0,0 0-4 15,0 0-7-15,0 0-7 0,0 0-2 0,0 0-6 16,0 0-6-16,0 0-1 0,0 0-1 15,0 0-5-15,0 0-3 0,0 0-1 0,0 0-3 0,0 0 0 16,0 0-1-16,0 0 0 0,0 0 1 0,0 0 1 16,0 0-4-16,0 0 0 0,1-8-6 0,-1 8-12 15,6-6-10-15,3-2-2 0,15-7-7 16,7-3-5-16,20-12-25 0,34-11-5 0,3-4-2 0,9 2-4 16,5-4 0-16,4 0-1 0,2 3-2 0,4-2-4 15,-11-2-1-15,-1 7-2 0,-6 0 1 0,-12 1 1 16,0 3-3-16,-27 12 3 0,1 2 0 0,-5 3-3 15,-2 0 0-15,-16 4-1 0,0 1 2 0,-3-2 2 16,-4 8 4-16,0-3 1 0,-8 6 0 0,-2-5 2 16,-4 6 0-16,-2 2 4 0,0-1 2 0,-3 0-6 15,-2 1 1-15,-5 3 2 0,10-3-2 0,-10 3-1 16,8-3-3-16,-8 3 2 0,0 0-3 0,0 0 1 16,8-3-5-16,-8 3 0 0,0 0-4 0,0 0 1 15,0 0-8-15,0 0-6 0,6 11-24 16,-6-5-19-16,0-6-35 0,-1 19-25 0,-1-8-43 0,-1 6-32 15,-4 2-36-15,-6 7-150 0,-1 1-409 0,-6-1 181 16</inkml:trace>
  <inkml:trace contextRef="#ctx0" brushRef="#br0" timeOffset="55440.84">17871 6051 28 0,'0'0'188'0,"0"0"-18"0,0-10-18 16,0 10-13-16,0 0-17 0,0 0-16 0,0 0-3 15,0 0-16-15,0 0-5 0,0 0-13 0,0 0-6 16,0 0 1-16,0 0-3 0,15 1-13 0,-15-1-4 16,14 7-2-16,-4-1-2 0,2 2 4 0,0-3 3 15,4 2-5-15,1 3-4 0,-1 0-4 0,8 3 19 16,0 2 0-16,3 0-4 0,-2 4-1 0,7-1 19 15,11 9-3-15,0-2-2 0,1 1 0 0,4-2-2 16,1 1-3-16,5 1-7 0,0 1-2 0,3-2-4 16,1 1-5-16,0-1-3 0,-1 0-2 0,0-2-4 15,-4-2 0-15,-1 0-5 0,-3 0-1 0,-12-4-2 16,-3-3-2-16,-1-1-3 0,-2 1 2 0,-2-1-2 16,-3-1-3-16,-11-3-3 0,2-1 0 0,-5-1 4 15,-1 0 2-15,0 0-1 0,-2-3 5 0,-1 1-8 16,1-3 2-16,-4 2-1 0,0-3-3 0,-5-1 0 15,8 3 1-15,-3 0-6 0,-5-3 1 0,8 4 0 16,-8-4-14-16,6 2-18 0,-6-2-31 0,5 4-43 16,-5-4-46-16,5 4-36 0,-5-4-61 0,0 0-140 15,0 0-414-15,0 0 184 0</inkml:trace>
  <inkml:trace contextRef="#ctx0" brushRef="#br0" timeOffset="56017.08">17940 7296 132 0,'0'0'127'0,"-8"-9"7"15,3 4 7-15,5 5 5 0,-6-6 1 0,6 6-6 16,-9-6-10-16,5 1-6 0,4 5-10 0,-5-5-4 16,5 5-17-16,0 0 3 0,-7-4-11 0,7 4-11 15,0 0-11-15,0 0-6 0,0 0-9 0,0 0-8 16,0 0-6-16,0 0-1 0,12 17-5 0,-3-10 1 16,4 8 3-16,6 3-2 0,5 2-1 0,0 1 2 15,16 10 2-15,-2-1-1 0,6 3 0 0,0 0-8 16,0 4 3-16,6 0-3 0,-5 1 1 0,2 4-1 15,-1 1-3-15,18 17 0 0,-20-20-2 0,-3 0 1 16,5-1-4-16,-2 3 0 0,2-4 0 0,-3-1-1 0,0-3-2 16,-1-1-2-16,-2-7 2 0,-9-6 0 15,0-1-4-15,0 1 2 0,-1-4-3 0,-3-3 2 16,-2 0-3-16,-5-4 2 0,-1-3 0 0,-1 1 1 16,-7-4-2-16,0 0-4 0,-1 1 0 0,-4-3-8 0,1 1-11 15,-7-2-13-15,9 2-38 0,-9-2-31 0,0 0-23 16,0 0-35-16,8-5-33 0,-8 5-170 0,0 0-386 15,0 0 171-15</inkml:trace>
  <inkml:trace contextRef="#ctx0" brushRef="#br0" timeOffset="57705.88">21107 4443 115 0,'-1'-12'167'0,"1"0"-6"16,-3 0 8-16,2 0-13 0,-1 2-8 0,2 0 5 15,-1 3 4-15,1 7-17 0,-1-12-6 0,1 12-14 16,1-10-17-16,-1 10-13 0,0 0-12 0,-2-8-10 16,2 8-11-16,0 0-5 0,0 0-10 0,0 0-1 15,1 31-3-15,0-13-3 0,3 6-4 0,-3 2 3 16,-1 6-9-16,2-3 2 0,1 0 2 0,-3 0-4 15,-1 0-9-15,2-1 0 0,-1 1-1 0,3-2-2 16,-2-1 1-16,-1 0 0 0,3 0-1 0,-2-1-2 16,0-6-13-16,0 1-27 0,-1-1-15 0,4 6-30 15,-4-7-35-15,0-3-29 0,0-1-32 0,-2 2-154 16,-3 0-350-16,-3-4 154 0</inkml:trace>
  <inkml:trace contextRef="#ctx0" brushRef="#br0" timeOffset="58003.16">20953 4591 1706 0,'7'-28'-9'0,"-2"3"19"0,1 1-17 15,-1 5 5-15,1 2 9 0,2 2 3 16,1 2-9-16,6-1 3 0,2 2-4 0,9-3 0 0,1 2 0 16,2 5 2-16,-1-1 10 0,8 5 0 0,-5 0-3 15,-1 3 5-15,1 4 8 0,-3 1-9 0,0 4 4 16,-1 3 3-16,0 5-6 0,0 3-1 0,-6 0-3 15,0 4 1-15,-4 5-2 0,-2-2 5 0,-5 3-2 16,-3 6 2-16,-5-2 3 0,-4 2-5 16,-6 1 2-16,-1-2 0 0,-1-2-4 0,-3 0-2 0,-4-1 3 15,1-2-4-15,-5-2 3 0,0-2-2 0,-4-3-2 16,-2-3 0-16,0-1-2 0,1-3-5 0,0-1-19 16,-2-5 0-16,8-1-8 0,2-3-21 15,0-2-12-15,5-2-26 0,-2-1-23 0,4 0-30 16,11 0-119-16,-9-5-279 0,9 5 124 0</inkml:trace>
  <inkml:trace contextRef="#ctx0" brushRef="#br0" timeOffset="58213.93">21661 4707 141 0,'4'-5'224'15,"3"1"-15"-15,-7 4-15 0,5-5-16 0,-5 5-13 16,5-5-15-16,-5 5-18 0,0 0-13 0,4-3-14 15,-4 3-13-15,0 0-11 0,0 0-9 0,0 0-5 16,0 0-9-16,4 17-2 0,-3-7-7 0,-1 2-4 16,-1 6-4-16,1-1-14 0,0 1-27 15,-2 7-17-15,2-7-24 0,0 1-28 0,0-2-30 0,-1 1-30 16,0-1-22-16,-1 0-133 0,-1-2-307 0,-1-4 137 16</inkml:trace>
  <inkml:trace contextRef="#ctx0" brushRef="#br0" timeOffset="58357.04">21549 4450 56 0,'0'0'51'0,"0"0"-34"0,10-5-38 0,-10 5-23 15,18 0 10-15</inkml:trace>
  <inkml:trace contextRef="#ctx0" brushRef="#br0" timeOffset="58621.94">22061 4376 166 0,'0'0'179'0,"-7"-5"-20"15,7 5-13-15,0 0-17 0,0 0-13 0,0 0-13 0,-21 14-6 16,11 1-6-16,0 2-9 0,-3 9-1 15,0 6-6-15,-2 13 1 0,1-1-3 0,5-9-8 16,-2 11-7-16,3-10-6 0,3 11-2 0,1-14-4 16,2 2-4-16,2 0-5 0,0-2 3 0,2 2-2 15,-2-3-7-15,0-2-3 0,1 2-2 0,0-6-1 16,1 2-3-16,1-3 0 0,0-6-4 0,-2 1-7 16,-1 0-16-16,0-4-32 0,-1 1-23 0,0-2-44 15,-1-5-25-15,0 0-28 0,-3 1-125 0,1-5-306 16,4-6 135-16</inkml:trace>
  <inkml:trace contextRef="#ctx0" brushRef="#br0" timeOffset="58998.15">21867 4814 139 0,'4'-5'193'0,"5"2"-24"15,5-3-18-15,6 1-17 0,6-2-19 0,7 0-20 16,2 1-35-16,-1 1-16 0,1-1-17 0,-1 3-26 15,-1-2-20-15,2-1-4 0,-2 3-14 0,-3-2-2 0,-1 1-9 16,-1-1 1-16,-8-1 5 0,0 0-6 16,-4-3 6-16,0-1 0 0,-2-3 12 0,-3 0 10 15,-1-3 2-15,-3-3 19 0,-1 1 26 0,-3-1 10 16,1-7 12-16,-4 7 6 0,-2-9 18 0,2 10 12 16,-3-2-4-16,-3 2 9 0,4 0 15 0,-2 4 7 15,1 4-3-15,-2-2 1 0,3 6-1 0,1 1-9 16,1 5-10-16,-4-9-17 0,4 9-11 0,0 0-9 15,0 0-5-15,0 0-3 0,-8 26-3 0,5-1 4 16,-2 6-8-16,-1 4 2 0,0 10-4 0,0 3-4 16,1-2 3-16,1-11-5 0,2 0 0 0,2 10-4 15,-1-14-2-15,-1 2-2 0,4-3 2 0,0 1-7 16,-2-1-2-16,3-1 1 0,-2-4-5 0,-1 1-23 16,0-8-29-16,0 2-26 0,-1-1-30 0,1-2-46 15,-3 0-35-15,1-2-27 0,-1-3-117 0,-2-3-348 16,1-2 155-16</inkml:trace>
  <inkml:trace contextRef="#ctx0" brushRef="#br0" timeOffset="59714.1">22210 4821 76 0,'0'0'168'0,"7"-8"-13"15,3 4-13-15,9 0-15 0,2 0-18 0,9-2-8 16,0 0-14-16,2 0-15 0,1 1-19 0,-1-3-5 15,0 5-11-15,-2-3-3 0,-2 1-7 0,-7 2-4 16,-1 0-2-16,-4-2-6 0,-2 2-2 0,-1 1 2 16,-3-2 0-16,1-1 2 0,-1 2 3 0,-5 0 18 15,1 1 11-15,-6 2 4 0,9-2 8 0,-9 2-1 16,7-4-1-16,-7 4-4 0,0 0-7 0,0 0-8 16,0 0-6-16,0 0-9 0,0 0-1 0,0 0-4 15,10 6-6-15,-10 2 4 0,0-1-2 0,0 3 0 16,-1 2-1-16,-1 1 1 0,4 3-5 0,-2 0 0 15,1-4 3-15,1 5-7 0,2-4 8 0,1-1-1 16,3-2-7-16,-2 0 5 0,1 0-4 0,2 0-3 16,1-4-3-16,2 0-6 0,-2-2-2 0,1-1-9 15,1-5 1-15,-2 1 5 0,0-3-8 0,0-2 1 16,1 0 0-16,0-8-11 0,-2-1 3 0,0-2-8 16,0 1 4-16,-3-4 0 0,-1 2 5 0,1-7-4 15,-2 6 6-15,-2 1 4 0,2 2 6 0,-3 6 16 16,2 0 4-16,-1 2 5 0,-2 2-6 15,0 6-6-15,0-10 2 0,0 10-9 0,0 0 2 0,0 0 4 16,0 0 0-16,0 0-6 0,0 0 5 0,1 24-1 16,-1-11-6-16,0 4 8 0,-2-1-2 0,1 1 2 15,1-2-2-15,-2 1 5 0,5-3 3 0,1-2 3 16,0 1 7-16,-1-1 0 0,5-2-5 0,2 1 8 16,-2-2-18-16,1-3 10 0,2 0 1 0,1-2-2 15,1-2 1-15,5-2-1 0,-6-1 0 0,8-5-1 16,-3 0 4-16,0-4-5 0,0 0 2 0,-1-2-2 15,3-5-4-15,-1-3 4 0,-1-1 3 0,-3 0-2 16,-3 5-2-16,-3 0 0 0,0-1 2 0,-2 4 3 16,1 3 15-16,-4 0 6 0,0 2-2 0,1 0 1 15,-2 4-3-15,-2 5-4 0,3-10-8 0,-3 10-2 16,1-6-6-16,-1 6-3 0,0 0-2 0,0 0-1 16,0 0 0-16,0 0 0 0,-6 21-2 0,3-8 1 15,2-2-3-15,0 0 6 0,-1 7-3 0,1-3 0 16,2 0-1-16,-2 2 4 0,1-2-3 0,1 2-3 15,2-3 3-15,-2 1-1 0,2-1-3 0,2 0 5 16,-4 1-2-16,1 2 1 0,-1-3 1 0,-2 1-5 16,-1 1 4-16,0-1-3 0,-1 0-7 0,-3 0-20 15,-3 1-12-15,-5-2-23 0,-2 5-39 0,1-7-40 16,-5 5-35-16,4-6-135 0,-1-3-336 0,6-2 149 16</inkml:trace>
  <inkml:trace contextRef="#ctx0" brushRef="#br0" timeOffset="59935.25">23301 4707 69 0,'0'0'215'0,"4"-9"-25"16,-4 9-20-16,4-3-18 0,-4 3-16 0,0 0-10 15,0 0-16-15,0 0-9 0,0 0-3 0,4 15-5 16,-3-6-8-16,-1 3-7 0,1 4-7 0,-1 1-5 15,1 1-8-15,-1 0-5 0,-1 1 1 16,1 1-7-16,0-3-16 0,0 2-29 0,0-2-28 0,0 1-33 16,-1-3-35-16,1-1-43 0,1 1-145 0,-2-3-305 15,0-2 136-15</inkml:trace>
  <inkml:trace contextRef="#ctx0" brushRef="#br0" timeOffset="60099.75">23525 4530 2196 0,'-5'-27'-32'16,"-2"9"17"-16,1 3 5 0,2 2 3 0,-1 3 1 15,0 1-5-15,2 2-32 0,-1 1-33 16,4 6-5-16,0 0-18 0,0 0-14 0,0 0-37 16,-15 12-110-16,10-1-279 0,0 5 123 0</inkml:trace>
  <inkml:trace contextRef="#ctx0" brushRef="#br0" timeOffset="60684.34">23512 4784 139 0,'0'0'190'0,"0"0"-23"16,0 0-15-16,-3 5-15 0,3-5-16 0,0 0-14 15,0 0-14-15,-3 11-8 0,3-11-4 0,0 9-5 16,-2-1-8-16,2-8-5 0,2 13-1 0,-1-4-14 15,1 2 1-15,1-2-4 0,2 1-4 16,0 1-5-16,2-2 1 0,-1 1-6 0,3-3 2 16,1 1-5-16,-1-2 1 0,1-2-4 0,3 2-1 0,-3-3-3 15,3 1 0-15,-3-4-3 0,-1 2 5 0,-9-2-3 16,13-1-4-16,-7-2 1 0,-6 3-1 16,11-8-7-16,-7 2-2 0,-1-2-11 0,-1-4 4 15,0 0-4-15,-4-3 2 0,-1-2-3 0,3-1 1 16,-4 0 5-16,-1-5-7 0,0 4 4 0,1 9 4 0,0-8 2 15,-2 4 4-15,3 4 14 0,1-3 1 0,1 6 2 16,-1 0 0-16,1 0-3 0,1 7-8 0,0-10-2 16,0 10-6-16,0 0-1 0,8-7-2 15,-8 7 0-15,15 2 0 0,-2 2 1 0,5 5 0 16,-2 0-4-16,6 6 0 0,-3 3 2 0,2-1-1 16,-5-4 1-16,2 7 2 0,-6-3-2 0,-1 0 3 0,-1 0-1 15,-1 0-1-15,-2-2 10 0,-2 1-6 0,-1-6-5 16,1 0 0-16,-5-4 5 0,2 0 0 15,-2-6 3-15,3 7 11 0,-3-7 6 0,1 7 12 16,-1-7 0-16,0 0-5 0,0 0-4 0,0 0 2 16,0 0 8-16,-16-17-1 0,13 8 3 0,2-4-5 0,1-3-4 15,2-4-10-15,3-5 1 0,5-1-1 16,2 3-5-16,5 1-5 0,3 2 0 0,-1 1 4 16,-2 8-9-16,1 0-4 0,1 3 0 0,-1 2-4 0,0 5 1 15,-2 2-4-15,4 2 0 0,-4 5 8 16,-1 0-5-16,1 5-4 0,-5 1 3 0,-2 4 1 15,0 0 2-15,0 0-2 0,0 6 1 0,-1 0-4 0,-6-5-3 16,3 6-16-16,-3-6-22 0,-1 8-34 0,-4-8-52 16,0-1-63-16,-5 7-216 0,2-7-441 15,-11 3 196-15</inkml:trace>
  <inkml:trace contextRef="#ctx0" brushRef="#br0" timeOffset="62589.7">20920 6393 90 0,'0'0'189'0,"-5"-8"1"0,5 8-7 0,-6-8-5 16,6 8-7-16,-4-7-12 0,4 7-11 0,0 0-16 0,0 0-11 15,-3-7-13-15,3 7-15 0,0 0-12 16,0 0-7-16,12-7-7 0,-1 6-7 0,12-3-7 16,8-1-2-16,2 3-15 0,22-4-17 0,-16 5-20 15,13-2-29-15,-12 0-20 0,-1 1-31 0,-1 0-27 0,-3 2-28 16,-3 0-18-16,-10 2-121 0,-3-2-295 0,-5 2 130 16</inkml:trace>
  <inkml:trace contextRef="#ctx0" brushRef="#br0" timeOffset="63003.75">21185 6375 23 0,'0'0'160'0,"0"0"-23"0,-14 2-18 16,14-2-13-16,-7 1-12 0,7-1-1 16,-4 13-9-16,2-4 2 0,3 7 2 0,-1 3-3 0,0 7 4 15,-1 2-9-15,-2 0 11 0,2 1-26 16,0-1-11-16,-2 0-1 0,3-1-10 0,-2-1-3 0,3-2-2 15,0-4-2-15,-1-1-5 0,0-2-6 16,0 2 2-16,0-2-3 0,1-1-3 0,-1-4-3 16,0-2-1-16,0 1-1 0,0-11 2 0,0 18-1 0,2-9-1 15,-2-9-4-15,0 12-2 0,0-12-1 16,0 0-3-16,0 0 0 0,-4 13-9 0,4-13-9 16,0 0-3-16,-15-2-9 0,15 2 5 0,-15-3-1 0,4-1-8 15,2 0 10-15,-3-1-7 0,-1 1 9 16,1 0 1-16,2 2 1 0,-3-4 3 0,1 3 8 0,2 0 6 15,3 2 10-15,0-3 5 0,7 4 0 0,-11-3 1 16,11 3-2-16,-10-2-3 0,10 2 2 0,-7 0-4 16,7 0-1-16,0 0-2 0,0 0 0 15,0 0-6-15,0 0 7 0,0 0-3 0,0 0 0 0,0 0 4 16,29 2-2-16,-6-3-1 0,7 2-2 0,3-2-3 16,4-2-18-16,2-2-15 0,-2 3-29 0,2 0-14 15,-2-3-26-15,-1 1-15 0,-3-1-14 16,1 0-109-16,-6-1-256 0,-2-2 113 0</inkml:trace>
  <inkml:trace contextRef="#ctx0" brushRef="#br0" timeOffset="63612.06">21582 6674 157 0,'0'0'184'0,"-1"-10"-10"0,1 10-7 0,0 0-14 16,0 0-14-16,0 0-19 0,0 0-13 0,-4-7-10 15,4 7-13-15,0 0-8 0,0 0-8 0,0 0-9 16,0 0-2-16,-8 24-7 0,6-12 0 0,-2 3-6 15,0 0 0-15,2 1-4 0,0-3-4 0,-2 2-4 16,3 0-3-16,0-4-1 0,2 2-4 16,0 0-2-16,2-4-1 0,0 3 0 0,-1-2 0 0,2-3-3 15,2 1-1-15,2-1 1 0,-2 2-2 0,2-4-2 16,4-2-2-16,-1-1 5 0,-2 2-3 0,1-4-3 16,2-4-3-16,-3 2 2 0,1-1-11 15,-1-2 1-15,-4 0-8 0,1-4-15 0,1-1 3 0,0 0-6 16,-2 0 22-16,-2-4-21 0,0 2 0 0,-3 0 12 15,1-5-3-15,-4 2-1 0,-1-2 3 0,1 6 2 16,-1 0 7-16,0-1 2 0,-1 2 11 0,2 1-4 16,-2 1-1-16,0-1 2 0,1 3 2 0,2 1-2 15,2 5 0-15,-8-8 1 0,8 8 1 0,-4-7-6 16,4 7 1-16,0 0 0 0,0 0-4 0,0 0 1 16,7-11 0-16,4 11-1 0,1-1 0 0,7 2 4 15,-1 2-4-15,3 0-1 0,6 4 3 0,0 0-2 16,-9 0 3-16,2 3 1 0,-2 1-2 0,-4 0 1 15,2 3 4-15,-3 1-3 0,-3-1 4 0,0 4-4 16,-1-4 4-16,-4-2 0 0,0 4-1 0,-2-4 3 16,-2 6 0-16,-1-8-1 0,0 1 1 0,-1-3 1 15,0 0-4-15,1-8 9 0,0 13 3 0,0-13 11 16,-4 4 3-16,4-4 3 0,0 0-4 0,-8 2 0 16,8-2-7-16,0 0 7 0,-10-15-6 0,5 6-4 15,2-1 1-15,3-3-2 0,0-4-2 0,3-1-5 16,0-2 1-16,6-4-4 0,3 1-3 0,3 0 0 15,3 1 5-15,3 2-6 0,-6 6-1 0,7-2-1 16,-5 5-5-16,-1 3 3 0,2 3-4 0,-5 1-1 16,0 4 1-16,0 3-1 0,4 0-1 0,-4 4 0 15,2 2-1-15,-2 2 2 0,-3 0 1 0,3 3 0 16,-3 0-1-16,-3 0-7 0,-2 3-14 0,1 2-30 16,-2-1-38-16,-2-1-31 0,1 2-43 0,-3 0-177 15,1-4-370-15,0 2 163 0</inkml:trace>
  <inkml:trace contextRef="#ctx0" brushRef="#br0" timeOffset="63851.68">22712 6586 2604 0,'4'-12'19'0,"-2"1"69"0,-1-2-6 0,-2 3-25 15,0 2-18-15,1 8-8 0,1-11-8 0,-1 11-13 16,-1-10-3-16,1 10-6 0,0 0 0 0,0 0 1 15,0 0 0-15,0 0-4 0,-5 25 2 0,4-8 1 16,1 4 0-16,-4 4 1 0,4 0 2 0,-3 3 0 16,5-3-1-16,-2 0 0 0,-2 2 2 0,6-6 1 15,-1 3-3-15,2 3-14 0,-3-8-21 0,-1 1-28 16,-1-1-26-16,2 0-24 0,-2-1-36 0,2-5-46 0,-2-2-42 16,-2 0-121-16,2-11-383 0,-3 14 170 15</inkml:trace>
  <inkml:trace contextRef="#ctx0" brushRef="#br0" timeOffset="64017.83">22643 6344 138 0,'0'0'112'0,"0"-9"-49"0,0 9-27 0,0 0-6 16,11-1-27-16,-11 1-17 0,14 8-48 0,-3 1-66 15,-1 1 29-15</inkml:trace>
  <inkml:trace contextRef="#ctx0" brushRef="#br0" timeOffset="64461.68">22987 6802 72 0,'2'7'203'0,"-2"-7"-3"0,0 0-8 16,0 0-16-16,0 0-11 0,0 0-11 0,0 0-2 15,0 0-11-15,0 0-10 0,0 0-6 0,-19-20-8 16,16 13 4-16,0-1-1 0,0-2-14 16,3-2-10-16,-4 1-10 0,7-7-10 0,-2 6-9 0,2 0-6 15,4-4-10-15,0 3-5 0,2-1-5 0,0 4 13 16,-2 1-9-16,2 1-5 0,3 3-3 0,-3 1-7 16,4 2-4-16,0 3-7 0,0 3 0 0,6 0-4 15,-3 6-1-15,0 0-2 0,-3 3 1 0,1-1-4 16,-1 1 4-16,0 2-9 0,-4 0 3 15,-2-1 0-15,1 1-1 0,0 0 2 0,-4-4-3 0,-1-2-6 16,0 0 3-16,-2-4-4 0,2 4 1 0,-2-2 0 16,-1-7 0-16,4 8 4 0,-4-8 2 0,3 5-1 15,-3-5 0-15,0 0-7 0,0 0-8 16,0 0 0-16,2-20-6 0,1 10 1 0,2-1 3 0,1-5 2 16,2 1 2-16,3-8-2 0,2-2-5 0,4 4 4 15,1 0-2-15,1 3 0 0,-5 4 0 0,2 4 3 16,-2-2-1-16,2 5 0 0,-5 1-1 0,0 4 0 15,0 0-1-15,-1 2 4 0,-1 3-3 0,1 4 4 16,-2 0 1-16,0 2-3 0,0 1 2 0,2 3 2 16,-5 3 0-16,-1 0 4 0,-1 0-4 15,-3 0 3-15,0-2-7 0,-1 3-29 0,-1 0-39 0,-1-2-62 16,-1-3-48-16,-1 4-195 0,-1-3-415 0,-2-4 185 16</inkml:trace>
  <inkml:trace contextRef="#ctx0" brushRef="#br0" timeOffset="64732.78">23765 6402 2647 0,'4'-25'-12'0,"-2"-1"97"16,-2 7-40-16,0 5-2 0,0 1 12 0,0 4-9 16,3 1-12-16,-3 1-12 0,0 7-9 0,0 0-5 15,0-9-1-15,0 9 0 0,0 0 4 0,-4 31 8 16,3-6-1-16,-3 4 1 0,0 5-3 0,-1 13 1 15,3 1 5-15,-1-15-2 0,2 13-3 0,-1-1 3 16,1-10-5-16,2-2 0 0,-2-1 1 0,0 2 1 16,3-4-4-16,1 3 1 0,0-2 0 0,-1-1-3 15,-1-2-11-15,1-2-9 0,1-6-11 0,-4-1-31 16,-1-1-21-16,2-1-33 0,0-4-26 0,-2-4-30 16,4-2-30-16,-6 0-50 0,-1-2-145 0,1-1-418 15,4-4 185-15</inkml:trace>
  <inkml:trace contextRef="#ctx0" brushRef="#br0" timeOffset="64967.6">23779 6584 47 0,'7'-7'228'0,"3"0"-21"0,-3 1-19 15,5 3-25-15,-1 1-14 0,1-2-16 0,-1 2-11 16,3 2-11-16,-2 2-8 0,1 2-9 0,-1 0-9 0,0 2-9 15,3 4-8-15,-4-3-4 0,1 3-4 0,-3 3-10 16,-1-3-2-16,-2 0-4 0,1 2-7 0,-4-1-3 16,0 0 0-16,-4 0-3 0,-2-3-3 15,-1 5 0-15,-3-4-7 0,-6 5-14 0,-2-4-21 16,-6 4-33-16,2-2-41 0,-5-3-50 0,3-2-192 0,-9-1-356 16,-2-3 159-16</inkml:trace>
  <inkml:trace contextRef="#ctx0" brushRef="#br0" timeOffset="65445.25">24382 6351 64 0,'1'-15'191'0,"-2"4"-4"0,1 0 7 0,0 2-1 16,-1 3-9-16,1 6-20 0,0-11-15 0,0 11-15 16,0 0-19-16,0 0-16 0,0 0-10 0,0 0-14 15,4 27 15-15,-3 2-3 0,-1 5-1 0,0 13-5 16,0 2-8-16,2-2-8 0,-4 2-4 0,2-4-5 15,-3-10-3-15,3 1-6 0,-2-1-5 0,2-2-2 16,0-1-3-16,-1-1-3 0,2 0-10 0,0-2-28 16,-2-3-32-16,2-7-43 0,0 1-44 0,1-3-43 15,-2-6-43-15,0 2-141 0,1-5-379 0,-1-8 168 16</inkml:trace>
  <inkml:trace contextRef="#ctx0" brushRef="#br0" timeOffset="65807.63">24722 6687 2215 0,'9'-13'20'0,"-1"-1"74"0,-3 3-27 16,-5 1-45-16,1-1-5 0,-2 5-1 0,1 6-12 15,-4-16 1-15,2 12-5 0,2 4 2 0,-11-6-5 16,4 6 0-16,7 0 0 0,-27 9 2 0,8 1 2 16,-4 3 1-16,2 5 0 0,1-1-1 0,-2 3 1 15,5-1 1-15,6-2 2 0,-2-1-4 0,5-1 5 16,3 2-6-16,0-3 0 0,3-2 3 0,2-3-3 15,0 4-1-15,6-5-5 0,-2 0 5 0,5-2 1 16,1-3-3-16,-2-1 0 0,3-1-1 0,1-2 2 0,-1-3-4 16,2-2 0-16,2 1 3 0,-1-5 1 15,-2-2-1-15,-2 0 3 0,-2-2-5 0,-2 0 7 16,3-1 0-16,-5 0 5 0,1-2 14 0,-1 4-6 16,-2 3 22-16,0 0 8 0,0 3 4 0,0-1-4 15,-2 8-6-15,2-9-6 0,-2 9-9 0,0 0-6 0,0 0-2 16,0 0-3-16,0 0 5 0,0 0-7 0,0 0 1 15,3 36 0-15,-3-20-3 0,0 2-3 16,0 2-21-16,2 3-34 0,-2-4-34 0,3 5-44 16,1-6-38-16,-2 1-37 0,1-1-169 0,-1-7-403 0,0 2 179 15</inkml:trace>
  <inkml:trace contextRef="#ctx0" brushRef="#br0" timeOffset="66169.47">24941 6702 29 0,'2'-3'211'0,"-2"3"-26"16,0 0-15-16,0 0-18 0,0 0-14 15,0 0-11-15,11 14-9 0,-9-4-5 0,0 2-8 0,-2 1-11 16,2 2-8-16,-2 0-8 0,2-4-9 0,0 2-7 16,0 2 14-16,2-3-24 0,-4-3-1 0,2 0-10 15,0-2-3-15,-2-1 0 0,0-6 7 0,3 10 20 16,-3-10 22-16,0 0 7 0,1 6-7 0,-1-6-11 15,0 0-7-15,0 0-3 0,1-22-3 16,-1 11-10-16,0-1-4 0,4-8-7 0,1-3-3 0,4-1-6 16,-1-1-3-16,3 0-5 0,4 0 0 15,2 3-8-15,0 1 2 0,-1 0-7 0,0 10 0 0,-2 0-4 16,2 1 0-16,-5 6-2 0,5 1 0 16,-5 0-6-16,0 2 2 0,3 5-4 0,1 2 0 15,1 4 0-15,-5-1-2 0,3 3 1 0,-5 2 2 0,1 1 2 16,-1 0-2-16,-1 1 1 0,-2 0 0 0,-1 4-11 15,-1-2-15-15,-4-1-30 0,2 2-31 0,-4-1-43 16,4-3-47-16,-2 1-42 0,-2-6-174 0,2 1-424 16,-2-3 189-16</inkml:trace>
  <inkml:trace contextRef="#ctx0" brushRef="#br0" timeOffset="66442.53">25637 6421 2256 0,'4'-32'-19'0,"-3"-1"90"0,1 2-23 16,0 5 28-16,-4 9 2 0,-1 4 7 0,2 1-12 16,-2 1-7-16,3 1-10 0,-1 5-17 0,1 5-5 15,0 0-8-15,0 0-3 0,0 0-4 16,0 0 3-16,0 0 9 0,-4 50 6 0,0-18-3 0,0 15 2 16,3-1-2-16,1 2-1 0,0-14 0 0,-2 2-6 15,4-1-1-15,-4-2 1 0,4 0-7 0,1 1 0 16,-2-2 1-16,2 0-2 0,-1-4-4 0,0 0 3 15,0 3-7-15,-1-3-6 0,3-5-17 0,-3-5-17 16,-1-5-23-16,0 4-24 0,-1-6-32 0,0 0-24 16,1-4-30-16,-3-1-26 0,3-6-29 0,0 0-187 15,0 0-438-15,0 0 193 0</inkml:trace>
  <inkml:trace contextRef="#ctx0" brushRef="#br0" timeOffset="66922.5">25497 6597 2 0,'-4'-4'240'16,"4"4"-32"-16,-7-4-23 0,7 4-15 0,0 0-23 15,0 0-13-15,0 0-10 0,18-3-12 0,0 3-12 16,4 0-8-16,10 0-7 0,6 0-12 0,1-2-5 16,19 1-10-16,-4-1-1 0,-3 0-8 15,-12-1-4-15,-3 1-7 0,0-2-4 0,-5 4-1 0,-10-1-4 16,0-1-2-16,-7 0-2 0,-3 1-3 0,0 0-4 15,-6 1 3-15,-5 0 0 0,11-2 5 0,-11 2-1 16,0 0 5-16,9 2-5 0,-9-2-6 0,0 0-1 16,0 0-2-16,0 0-4 0,0 0 1 0,-25 19-1 15,10-9 3-15,-6 6 1 0,0 4 3 0,-4-1 0 16,2 3-1-16,0-4-2 0,4 1 2 0,2-4-8 16,6 1-2-16,0-2 4 0,4 2-3 0,1-5 0 15,3 2 1-15,2-3-1 0,2 0-3 0,2-4 2 16,-1 2 1-16,5-1 0 0,-1-2 1 0,6 0-5 15,-1-4-1-15,3-2 0 0,-1-3-1 0,-2-2-1 16,1 2-3-16,3-5-3 0,-3 1 1 0,-2-1 2 16,-3-1 0-16,5-5-1 0,-6 5-1 0,1-5 0 15,-1 0-1-15,-4 5 4 0,1-2-1 0,2-1 0 16,-5 4 5-16,2 3 7 0,0 0-2 0,-2 6 1 16,0-9-1-16,0 9-11 0,0 0 1 0,0 0-2 15,0 0-2-15,0 0 10 0,0 0-6 0,0 0 0 16,5 32 3-16,-5-17 1 0,0 1 0 0,0 3 2 15,4 1-5-15,-2-2-16 0,1 0-31 0,1 0-25 16,4-2-36-16,2-1-54 0,-1-2-55 0,-1-4-128 16,4-3-372-16,1-4 166 0</inkml:trace>
  <inkml:trace contextRef="#ctx0" brushRef="#br0" timeOffset="67188.7">26396 6425 2201 0,'-5'-26'11'0,"1"-1"80"0,0 1-31 16,-2 7 13-16,4 5 15 0,0 4-2 16,0-1-7-16,-2 5-5 0,4 6-14 0,0-10-9 15,0 10-8-15,-5-6-10 0,5 6-4 0,0 0-4 16,0 0 1-16,2 26 1 0,-2 0 5 0,3 6 0 16,1 5-5-16,2 7 5 0,-2-8-6 0,-2 11-3 15,0-11 1-15,4-3-1 0,-6 2 0 0,3-2-5 16,-3-2 5-16,2 2-4 0,-4-4-3 0,2-1 2 15,0 2-3-15,-3-1-3 0,-1-5-13 0,2-7-15 16,0 2-23-16,-4-4-26 0,2 0-33 0,2-3-37 16,-2-3-33-16,1-1-39 0,3-1-35 0,0-7-167 0,0 0-441 15,0 0 195-15</inkml:trace>
  <inkml:trace contextRef="#ctx0" brushRef="#br0" timeOffset="67507.62">26243 6614 82 0,'-9'-4'209'16,"1"2"-22"-16,2-1-16 0,0 0-20 0,6 3-14 15,-9-5-19-15,9 5-9 0,0 0-10 0,0 0-8 0,0 0-9 16,0 0 1-16,40 5-9 0,-8-4-4 16,3-1-8-16,20 0-8 0,-3 0-4 0,-3-1-1 15,-8 1-5-15,-4-2-5 0,-1-1-3 0,-4 1-1 16,-3-1 0-16,-9 2 4 0,-7 1-1 0,-4 0 5 15,3 0 5-15,-5-2-1 0,-7 2 5 0,14 0 2 0,-14 0-4 16,8 0-2-16,-8 0-3 0,0 0-7 0,9 3-9 16,-9-3-4-16,0 0-1 0,4 8-3 15,-2-2 6-15,1 5-1 0,-3-3-1 0,0 5-4 16,0 3 0-16,0 2-2 0,-2 1 1 0,2 0-2 0,-3 0 0 16,1 0-1-16,0 0-4 0,2 0-19 0,-4-1-27 15,2 1-31-15,-1 0-40 0,-1-2-43 0,4-6-40 16,-2 1-205-16,-3-3-425 0,5-9 187 15</inkml:trace>
  <inkml:trace contextRef="#ctx0" brushRef="#br0" timeOffset="67681.35">26744 6334 73 0,'-5'-7'191'0,"1"2"-58"0,4 5-45 0,0 0-26 16,0 0-13-16,0 0-27 0,0 0-24 0,0 0-42 16,4 34-52-16,1-23-103 0,6 4 46 15</inkml:trace>
  <inkml:trace contextRef="#ctx0" brushRef="#br0" timeOffset="68309.45">26953 6596 2057 0,'0'0'83'0,"0"9"-25"15,0-9-10-15,2 8-36 0,-2-8-4 0,0 0-5 16,-2 9 0-16,2-9-5 0,0 0 3 0,-2 7 1 0,2-7-3 16,0 0-3-16,-2 10 11 0,-1-2 14 15,-1 1 13-15,-3 5 3 0,0 1-3 0,2 2-6 16,-3-1 1-16,4-5-3 0,4 7-1 0,-3-4 5 16,3-1-9-16,0-2-2 0,0 0-3 0,3 0 1 0,-1-1-4 15,4 1 4-15,-2-1-1 0,1-2-4 0,4-1 2 16,-4-1-2-16,1-1 0 0,1-4-3 0,-7-1 0 15,16 2 4-15,-9-5-9 0,4 0 9 0,-4-1-12 16,2-2-5-16,1-1-7 0,-5-2 0 0,3-3 2 16,-2 0-5-16,-4 0-11 0,3-5 4 0,-3-2 2 15,0 1-2-15,-4 0-4 0,2-3 1 0,-5 4 3 16,1-2 0-16,-2 3 5 0,0-2 1 0,-1 1 1 16,1 1 5-16,0 5 7 0,1 1-1 15,0 1 6-15,1 0 5 0,-1 2 6 0,5 7 1 0,-2-10-1 16,2 10-3-16,-2-7-3 0,2 7 2 0,0 0-4 15,0 0 1-15,16-5-1 0,-3 8-2 0,2 2-2 16,13 6 6-16,-4 2-6 0,4 0 4 0,-1 3-1 16,-5 1-2-16,0-1 2 0,-1 2 1 15,-5-4 3-15,-5 1 0 0,2-2-1 0,-1 4 6 0,-4-1 6 16,-1 1-1-16,-3-6 1 0,4-2-3 0,-4 2-4 16,-2-4 0-16,0 1-1 0,2-2 0 0,-3-1 4 15,-1-5 5-15,2 8 4 0,-2-8 11 0,0 0 7 16,2 10 10-16,-2-10 10 0,0 0-1 0,0 0-5 15,0 0-1-15,0 0-1 0,0 0-4 0,0 0-4 16,0 0-8-16,-6-32-3 0,6 21 0 0,1-1-7 16,0-5-3-16,5-2 2 0,6-5-7 0,1-3-4 15,7 2-3-15,0 2-3 0,3 1 1 0,2 1-8 16,2 1 2-16,0 7-5 0,0 1 3 0,1 3-1 16,-9 5-1-16,1 2-5 0,-2 2-1 0,0 4-1 15,0 2 1-15,-3 3-2 0,-1 3 6 0,-1 1-7 16,-3 2 6-16,-2-2-1 0,2 4-1 0,-6 0 2 15,1 2 3-15,-4-2 0 0,2-1-2 0,-1 1-17 16,0 1-27-16,-4-1-41 0,2-6-48 0,-2 3-47 16,-1-2-55-16,1-1-254 0,-2-1-528 0,-2-2 233 15</inkml:trace>
  <inkml:trace contextRef="#ctx0" brushRef="#br0" timeOffset="69817.27">20759 8103 131 0,'-19'0'146'0,"0"-2"-21"16,-3 5-9-16,0 3-14 0,-3 1-3 0,-2 1-7 16,1 5-8-16,1 1-5 0,2 1-10 0,1 0-6 15,3 4 2-15,4-5-8 0,1 9-9 0,6-6-6 16,1 1 2-16,4 0-7 0,3 0-2 0,5-2 2 0,1 1-10 16,6-3-2-16,2 1-3 0,7 0 5 15,-1-4-10-15,5-1 1 0,1-1 0 0,-1-2 1 16,3-5-7-16,1 4 3 0,-8-5-11 0,-2-2 15 15,-6-1-5-15,0-2-4 0,2 3 0 0,-6-2 7 0,-2-2 4 16,-1 2 3-16,-2-1 13 0,-4 4-7 16,5-9-1-16,-5 9 2 0,0 0-1 0,0 0-7 15,-9-10 1-15,0 7 1 0,0 1 0 0,-1 3 0 0,-4-2-2 16,-3 3 2-16,-2 3 0 0,1 0-4 0,-2 1 1 16,-5 9-7-16,6-4 0 0,1 6-3 15,3-2 2-15,4-2 0 0,-2 10 0 0,4-6-4 0,2 2 2 16,2 6 0-16,5-5 0 0,2-2-4 0,0 0 1 15,5 0 4-15,3 0-5 0,0-4-5 0,4 1 1 16,8 1-21-16,-1-2-8 0,-1-4-21 0,5 2-27 16,3-5-27-16,-1-2-20 0,-5-1-29 0,-2-1-22 15,1-1-106-15,0-2-300 0,-3-2 134 0</inkml:trace>
  <inkml:trace contextRef="#ctx0" brushRef="#br0" timeOffset="70048">20989 8497 177 0,'-4'-18'226'0,"3"3"-5"0,-3 0-9 16,2 2 2-16,-1 2 5 0,1 3-16 0,2 1-13 16,0 7-23-16,-2-10-17 0,2 10-16 0,-2-5-15 15,2 5-18-15,0 0-7 0,0 0-10 0,0 0-13 16,0 0-3-16,4 37-3 0,-2-11-7 0,-1 0-6 16,-1 3-6-16,2 0-3 0,-2 2-4 0,2-1-4 15,-2 2-4-15,-2 1-2 0,2-1-4 0,-2 0 3 16,1-3-7-16,0 0-10 0,0 0-8 0,1-2-13 15,-2-2-28-15,1-6-18 0,-2 6-33 0,-1-8-33 16,1-2-22-16,-2-1-37 0,0-2-38 0,1-3-161 16,0-1-411-16,-1-5 182 0</inkml:trace>
  <inkml:trace contextRef="#ctx0" brushRef="#br0" timeOffset="70291">20900 8527 1948 0,'-5'-32'26'0,"5"2"-4"0,0 3 9 0,2 8-11 16,2 3-4-16,0 1-6 0,2 5 2 0,7-3-11 16,1 4-1-16,3 3 2 0,4 1 3 15,1 2-3-15,6 3 1 0,-1 5-4 0,-3 4-1 16,1 4 4-16,-4 3 1 0,-3 2 1 0,-4-3-4 0,-1 8 4 16,-4-5 0-16,0 6-9 0,-3 0 7 15,-3-5-2-15,-4 1-3 0,-3-2-2 0,-1 1 3 0,-4-2-7 16,-3-3-1-16,1 1-14 0,-3-2-6 0,0-1-19 15,-3-3-5-15,2-1-16 0,-3-5-23 0,4 0-20 16,0-3-13-16,3 1-128 0,0-2-275 0,1-3 122 16</inkml:trace>
  <inkml:trace contextRef="#ctx0" brushRef="#br0" timeOffset="70517.62">21302 8493 1775 0,'13'-12'111'0,"-3"0"-46"0,-1 2-6 0,-2 0 15 15,-2-1-2-15,-3 4-1 0,0-3 8 0,0 3 13 16,-1 0-3-16,-1 7 8 0,2-10 3 0,-2 10-7 16,2-10-10-16,-2 10-9 0,0 0-15 0,3-9-8 15,-3 9-4-15,0 0-7 0,0 0-4 0,1 25-1 16,-2-9 8-16,-3 1-19 0,0 7 7 0,-2 3-3 16,1-2-13-16,1 1-11 0,0 1-16 0,-1-3-14 15,0-5-22-15,1 5-24 0,0-4-33 0,3-1-20 16,-1-3-41-16,0 1-33 0,2-4-40 0,0-2-154 15,-1-1-425-15,1-3 188 0</inkml:trace>
  <inkml:trace contextRef="#ctx0" brushRef="#br0" timeOffset="70676.98">21347 8247 2203 0,'-6'-18'-2'0,"-1"2"-5"0,3 8 4 15,-1-1-34-15,2 3-56 0,0 1 0 0,3 5-7 16,0 0-1-16,-3-7 4 0,3 7-10 0,0 0-19 16,0 0-114-16,0 0-259 0,17 19 114 0</inkml:trace>
  <inkml:trace contextRef="#ctx0" brushRef="#br0" timeOffset="70898.5">21649 8163 185 0,'0'0'213'15,"1"-8"-9"-15,-1 8-10 0,0 0-13 16,1-8-21-16,-1 8-14 0,0 0-17 0,0 0-13 0,0 0-14 16,0 0 5-16,4 20 0 0,-3 3 3 0,2 4-2 15,-3 4-8-15,1 3-10 0,-1 12-8 16,1 1-8-16,-2-13-8 0,-1 11-3 0,-2-11-7 0,0-3-6 16,-3 3-2-16,2-3-8 0,-1-2-1 0,0-1-12 15,-1-4-16-15,3-4-26 0,-2-2-33 0,0-3-26 16,2-2-37-16,1-3-38 0,1-4-26 0,0 1-34 15,2-7-130-15,-5 5-365 0,5-5 162 0</inkml:trace>
  <inkml:trace contextRef="#ctx0" brushRef="#br0" timeOffset="71369.34">21495 8400 1999 0,'-2'-10'18'15,"2"10"-22"-15,-2-11 2 0,2 11-8 0,3-10 3 16,3 8 2-16,5-1 0 0,6-1 0 0,12 0 2 15,1 1-1-15,3 1 5 0,3-2-4 0,3 2 4 16,-1-1-2-16,0 3 2 0,1-1 0 0,-5 2-5 16,-1-1 9-16,-2 0-5 0,-4-1 0 0,-5-2-1 15,-3 6 4-15,-8-3-10 0,0 1 10 0,-3-1-2 16,-3 2-2-16,-5-2-1 0,11 1 6 0,-11-1-2 16,0 0 2-16,0 0-4 0,0 0 0 0,0 0 2 15,0 0-3-15,0 0 5 0,0 0-5 0,-37 5 2 16,23-2 0-16,-2 4 1 0,-4 1 1 0,2 1 2 15,0 4 4-15,-4 6 0 0,1 1 1 0,0 2 0 16,2 0-3-16,4 0 5 0,-2 2-6 0,6 0 2 16,3-6 1-16,-2 7 0 0,6-7-1 0,3 0-4 15,1-1 5-15,3-2 2 0,5-4-5 0,2 3-1 16,-2-6-3-16,5-2 0 0,-2-2-2 0,2 0 1 16,5-2-5-16,0-4-1 0,-4-2 1 0,-3-1-1 15,2-1 5-15,0-5 1 0,1 1-2 0,-4-3-2 16,1-2-1-16,-1 0 0 0,-3-3 2 0,0-4 3 0,-3 3-6 15,2-7 2-15,0 13-1 0,-2-2 7 16,-3 2 3-16,2 3 8 0,0-1 9 0,-2 5 2 16,0-2-3-16,-1 8-2 0,1-7-7 0,-1 7 5 0,0 0-5 15,0 0-2-15,0 0 0 0,0 24 0 16,0-7 1-16,0-2-3 0,2 3 3 0,-4 3-4 16,5 3-1-16,-2-6-15 0,3 1-32 0,2-1-44 15,-1-1-43-15,1-2-44 0,-5-2-146 0,4-3-342 0,0 2 151 16</inkml:trace>
  <inkml:trace contextRef="#ctx0" brushRef="#br0" timeOffset="71601.11">22216 8383 77 0,'-1'-6'280'0,"1"6"-31"16,-1-13-29-16,1 13-28 0,0 0-22 0,0 0-11 15,0 0-12-15,0 0-11 0,17 16-10 0,-9 0-7 16,5 1-9-16,2 6-14 0,2-1-9 0,1 2-9 16,1 0-4-16,-1-2-7 0,2 4-4 0,1-5-7 15,-3 0-9-15,3 1-15 0,-2-5-23 0,-5-3-42 16,-2-2-34-16,1 0-39 0,-4-4-34 0,0-2-30 16,-2 2-177-16,-3-6-375 0,-4-2 166 0</inkml:trace>
  <inkml:trace contextRef="#ctx0" brushRef="#br0" timeOffset="71785.7">22500 8413 163 0,'-4'-7'219'0,"4"7"-28"16,-5-6-21-16,5 6-13 0,-8-1-10 0,8 1-5 16,-20 14 0-16,0 5-10 0,-2 0-10 0,-3 4-11 15,0 4-12-15,-10 7-8 0,10-9-6 0,0 1-13 16,1 2-13-16,1-1-30 0,3 0-35 0,2-5-25 15,7-5-33-15,0-1-32 0,5 0-39 0,2-4-31 16,0-3-107-16,4-2-294 0,0-7 130 0</inkml:trace>
  <inkml:trace contextRef="#ctx0" brushRef="#br0" timeOffset="71991.63">22599 8355 208 0,'6'-10'261'15,"-4"3"-16"-15,1 4-29 0,2-7-23 0,-5 10-21 0,4-5-17 16,-4 5-15-16,0 0-13 0,0 0-6 0,10 15-4 16,-9 1-16-16,-1 2-6 0,4 10-9 0,-4-1-4 15,-1 3-9-15,1-2-7 0,0 2-7 16,-3-1 1-16,3-2-16 0,1 0-14 0,1 0-25 0,-1-4-34 16,0-4-41-16,0-1-45 0,2-1-47 0,1-2-44 15,-3-4-140-15,1-1-374 0,-2-4 165 0</inkml:trace>
  <inkml:trace contextRef="#ctx0" brushRef="#br0" timeOffset="72152.2">22574 8278 2458 0,'-7'-17'-16'15,"2"0"9"-15,-1 6 15 0,2 2-10 0,2 2-65 16,-1 0-44-16,3 7-31 0,-1-7-5 0,1 7 1 15,0 0-13-15,0 0-120 0,0 0-301 0,0 0 134 16</inkml:trace>
  <inkml:trace contextRef="#ctx0" brushRef="#br0" timeOffset="72534.6">22969 8346 197 0,'0'0'209'0,"0"0"-13"0,5-4-7 15,-5 4-13-15,0 0-20 0,0 0-9 0,0 0-12 16,0 0-12-16,0 0-4 0,-37 16-4 0,19-9-4 16,-8 8-9-16,5 2-10 0,-5 4-9 0,1 1-11 15,3-2-6-15,3 3-6 0,2-3-5 0,2 1-8 16,2-7 0-16,5 1-8 0,3-3-2 0,2 0-5 16,3 0-2-16,-1-2-3 0,5-1-6 0,1-2-3 15,3 1 3-15,3-3-10 0,2-1-5 0,5-4-3 16,4-1-3-16,5-5-6 0,-7 1-10 0,7-2 0 15,-10-3 3-15,0 2-4 0,-4-4-3 0,1-1 5 0,-4 1-6 16,1-3 5-16,-6 3 2 0,1-6-1 16,-1 2 5-16,-2 7 3 0,-2-2 2 0,0 5 8 15,-1-2 4-15,0 8 10 0,0-13 2 0,0 13-6 16,-2-8-1-16,2 8-7 0,0 0 0 0,0 0 3 0,0 0 1 16,-10 17-3-16,6-5 4 0,-4 3-1 0,3 2-1 15,0 2-3-15,1 0-1 0,1 0 5 0,2-1 0 16,2 7 0-16,2-8-7 0,1 0-27 0,0-2-27 15,2 0-31-15,3-1-46 0,-4-5-51 0,2 0-196 16,-2-4-406-16,2-3 180 0</inkml:trace>
  <inkml:trace contextRef="#ctx0" brushRef="#br0" timeOffset="72793.83">23187 8093 37 0,'-2'-12'286'16,"-1"2"-24"-16,2 3-22 0,0 1-30 0,1 6-27 16,-3-10-17-16,3 10-19 0,0 0-13 0,0 0-10 15,0 0-2-15,8 39-4 0,-3-13 1 0,0 2-6 16,0 5-12-16,0 0-9 0,5 13-9 0,-3-13-5 16,-1 1-7-16,1-1-7 0,-2 1-7 0,-2-2 3 15,4-1-9-15,-3 0-5 0,-3-3-6 0,2-1-1 16,1-2-11-16,-4-8-12 0,0 1-20 0,-2 0-24 15,1 0-24-15,0-1-26 0,-1-2-35 0,0-2-36 16,-1-4-32-16,3 2-47 0,-2-3-148 0,0-2-407 16,2-6 180-16</inkml:trace>
  <inkml:trace contextRef="#ctx0" brushRef="#br0" timeOffset="73729.97">24207 8132 99 0,'-4'-12'157'0,"0"8"-19"0,-2 1-9 16,-4-1-8-16,-2 4-10 0,-3 0 1 0,-3 2-11 16,-1 3-7-16,-6 5-7 0,0 2 6 0,-1 4-12 15,1 3-5-15,1 1-1 0,1 5-8 0,1-2-1 16,0 4-4-16,3 1-6 0,0 1-5 0,4-1-5 16,2 2 6-16,1 0-7 0,7-2 1 0,0 2-1 15,1-6-7-15,6 2-3 0,-1-5 3 0,1-2-2 16,5-2-6-16,0 0 2 0,5-1-5 0,2 0-2 15,3-2 1-15,8 0-3 0,-6-6-1 0,10-2-4 16,-1-1 1-16,4-1-5 0,-2-4 0 0,2-4 0 16,-2-1 3-16,-1-3-6 0,1-2 0 0,-5-2 3 15,-6 2-6-15,3-5 1 0,-7 4 2 0,-2-3-5 16,0-1-6-16,-3 1 0 0,-5-3-2 0,-1 1-4 16,-4-1-4-16,1-1-1 0,-3 3 1 0,-1 3 1 15,-2-2 3-15,-4 3-2 0,-2 3-1 0,-2-5 0 16,-4 7 5-16,0-3-6 0,-2 6 0 0,0-1 0 15,1 3 2-15,5 0 6 0,2-2-3 0,1 1 0 16,1 0-1-16,9 2-1 0,-13 0 1 0,13 0 0 16,0 0 0-16,0 0-2 0,0 0 1 0,0 0 4 15,0 0-3-15,0 0 5 0,24 8 3 0,-11-7-5 16,6-2 2-16,3 0 2 0,-3-4-1 0,0 5 0 16,2-2-3-16,-5 4 1 0,2-5 2 0,-6 3-1 15,-2 0 1-15,1-1-3 0,-2 2 1 0,-2 0-1 16,-7-1 5-16,14 2-1 0,-8 1 2 0,3 1 5 15,-2 3-3-15,0 2-1 0,0 0 5 0,-2 2 4 16,0 5 4-16,0-1 0 0,0 0-2 0,-1 3 1 16,0-2-1-16,-2 0-2 0,1 2 3 0,-2 0-8 0,0 0 7 15,-1 2-6-15,0-4-7 0,4 2-25 16,-4-1-24-16,0 0-17 0,2-5-27 0,-1-2-27 16,0 0-35-16,-1-4-46 0,1 2-101 0,-1-8-324 0,2 7 144 15</inkml:trace>
  <inkml:trace contextRef="#ctx0" brushRef="#br0" timeOffset="74551.64">24477 8419 155 0,'4'-3'168'0,"-4"3"-13"0,10 1-12 15,-10-1-14-15,22 7-2 0,-6 1-10 0,2 1-11 16,-1 1-10-16,-2 3-7 0,3 0-11 0,-3 5-10 15,1-3-7-15,-1 4-1 0,-6-3-5 0,1-3-7 16,-2 3-4-16,-2 0-8 0,-1-6-4 0,2 1 1 16,-5 0-4-16,-1-2 0 0,-1 2-4 0,0-3-3 15,-3-2 2-15,-2-1-5 0,1 1-2 0,-2-2 0 16,-1 0 3-16,-1-2 16 0,8-2-12 0,-15 0 4 16,15 0 1-16,-13-6 2 0,7 3-4 0,-1-1 2 15,4-2 1-15,3 6-3 0,-6-12-7 0,6 5 0 16,0-5-4-16,2-1-4 0,4-2 3 0,2 3 0 15,3-4-3-15,2 1-1 0,1 1-2 0,4-6-1 0,0 8-1 16,1-8-2-16,-4 8 1 0,-3 8 2 16,-1-5-1-16,0 3 3 0,-4 1-6 0,0 1 5 15,-2 0-5-15,0 0 4 0,-5 4 0 0,6-6 9 16,-6 6-5-16,7-4-3 0,-7 4-1 0,2-4 4 0,-2 4-4 16,0 0 2-16,0 0-7 0,0 0 1 15,7-5 0-15,-7 5-1 0,0 0-8 0,0 0 10 16,0 0-4-16,0 0-1 0,0 0 2 0,0 0 1 15,0 0-4-15,5-6 2 0,-5 6-1 0,0 0 4 0,0 0-1 16,0 0 1-16,0 0 1 0,0 0-1 0,0 0 4 16,0 0 5-16,0 0 5 0,0 0 8 15,0 0 3-15,0 0 0 0,0 0-3 0,0 0-3 16,0 0 0-16,0 0-6 0,0 0-2 0,0 0 3 0,2-7-3 16,-2 7 1-16,0 0 1 0,0 0-7 0,0 0-1 15,0 0 0-15,0 0 1 0,0 0 1 0,0 0-4 16,0 0-4-16,0 0 1 0,0 0 5 0,0 0-2 15,0 0 1-15,0 0 1 0,0 0 2 0,0 0-4 16,0 0 1-16,0 0-3 0,0 0 1 0,0 0-4 16,0 0 4-16,0 0 3 0,0 0-7 0,0 0-4 15,0 0-3-15,0 0 3 0,0 0 0 0,0 0 0 16,0 0 2-16,-10 22 1 0,9-16 2 0,-3 2-3 16,3 1 2-16,-1 1 0 0,2-1-3 0,-2 1-2 15,1-2 3-15,1 1 0 0,1 0 2 0,-1-9-4 16,4 16 5-16,-3-6-3 0,3-1 0 0,0-3 1 15,-1 1-2-15,3-2 2 0,-3-1 2 0,3 0-1 16,0-1 2-16,0 1-2 0,1-3 1 0,1 1 0 16,-8-2 2-16,15-4-3 0,-5 0 3 0,-2-1-3 15,1 0 1-15,-1-4 0 0,0 1-2 0,-1-2 0 16,-1-1-2-16,0-1 1 0,-3-5 3 0,1-1-7 16,-3 1 5-16,-1 2-3 0,0-2-1 0,-3 1 0 15,1 4 7-15,-1 1-9 0,-4 0 4 0,0 1-3 16,0 2-1-16,-1 2-4 0,-1 1-5 0,1 2-5 15,0 1-10-15,-4 1-18 0,2 2-18 0,-2 3-16 16,-2 0-28-16,-1 6-19 0,-1-2-36 0,2 2-24 16,0 4-179-16,4-3-397 0,4 0 176 0</inkml:trace>
  <inkml:trace contextRef="#ctx0" brushRef="#br0" timeOffset="75021.25">25052 8383 149 0,'1'-6'216'0,"-1"6"-18"0,0 0-14 0,3-9-22 16,-3 9-18-16,0 0-14 0,0 0-15 15,0 0-8-15,0 0-2 0,-10 19-5 0,6-7-4 0,1 4-12 16,-3 1-7-16,3-3-4 0,2 5-6 0,0-2-6 16,2-2-4-16,5 3-4 0,-2-4-3 0,0-1-8 15,4-2-8-15,0-3 2 0,3 1-3 0,-1-5 0 16,4 3-5-16,-2-4-4 0,0-1-1 15,0-1 2-15,-2-1-7 0,4-1-3 0,-3-3 2 16,-3-1-2-16,5-2 1 0,-5-2-3 0,1 2-2 16,-3-2 2-16,0 0-5 0,1-2-2 0,-3 0 3 0,0 0-2 15,-2 1-1-15,1 0 1 0,-2 1-2 0,-1 9-2 16,4-9-1-16,-4 9-5 0,2-8-3 0,-2 8-2 16,0 0 1-16,0 0 3 0,0 0-3 0,0 0 7 15,2 21-7-15,-2-21 4 0,2 18 0 0,-2-5 3 16,3-3 0-16,-3-1 0 0,2-2 0 0,2 1 1 15,4 0-2-15,2-1 1 0,-6-2 3 0,7-3 0 16,3 0 2-16,-1-2 0 0,-1-2-1 0,6-2 1 16,-5-1-6-16,5-2 6 0,-3-3 0 0,-3 2-1 15,-7-2 0-15,3 1-2 0,5-13 0 0,-8 6 3 16,-2 2-5-16,-1-3 6 0,-2 3-6 0,-4-2-3 16,0 0-6-16,1 4-9 0,-5 1-7 0,2 0 1 15,0 3-16-15,-1-1-13 0,3 4-22 0,0 0-27 16,4 5-23-16,-6-7-7 0,6 7-18 0,0 0-9 15,0 0-137-15,0 0-320 0,0 0 142 0</inkml:trace>
  <inkml:trace contextRef="#ctx0" brushRef="#br0" timeOffset="75246.59">25646 8284 66 0,'2'-11'201'15,"0"1"-1"-15,-1 0-9 0,-1-1-2 0,2 1 3 16,-1 2 5-16,-1 8-3 0,-1-14-6 0,1 14-16 15,-2-9-20-15,2 9-20 0,0 0-13 0,0 0-18 0,0 0-7 16,0 0-11-16,0 0-8 0,-1 31-3 0,1-12-10 16,-4 8-2-16,2 1-9 0,-2 2-1 15,0 2-9-15,0-4-3 0,0-2 0 0,0 3-4 16,3-2-3-16,-3 1-2 0,-1-5-20 0,4-3-15 0,0-1-21 16,-1-4-29-16,2 1-39 0,-3-4-42 0,3-3-39 15,0-1-46-15,-2-1-169 0,2-7-423 0,0 7 188 16</inkml:trace>
  <inkml:trace contextRef="#ctx0" brushRef="#br0" timeOffset="75688.5">25586 8441 1819 0,'0'-12'-11'0,"1"2"13"16,1 1 33-16,-2 9-7 0,1-13-15 0,3 6-9 16,-2 3 0-16,7-4 1 0,3 1-7 0,-2-3 5 15,7 0 0-15,0 1 0 0,0 2 0 0,2-3 2 16,-3 0 6-16,0 1 1 0,4 0 1 0,-4-1-1 15,-1 1 8-15,-1-2 2 0,-1 0 9 0,-4 3 17 16,1-1 1-16,-6-1 4 0,3-1-3 0,-3 2 3 16,-2-1-4-16,1 1 7 0,-1 2 3 0,0 1 6 15,-2 6-5-15,2-9-9 0,-2 9-8 0,5-7-8 16,-5 7-5-16,0 0-4 0,0 0-5 0,0 0-3 16,4 31-1-16,-4-13-2 0,0 1 9 0,-1 7-7 15,-2 0-5-15,1-1 2 0,2 2-2 0,0-1 1 16,-3 1-2-16,3-9 0 0,0 1-2 0,-2-1 2 15,0-1-2-15,4-4 0 0,-2-1-3 0,0-2 1 16,2-2-2-16,-2-2 2 0,0-6 7 0,3 11-7 16,-3-11 0-16,0 0 7 0,2 7 0 0,-2-7-3 15,0 0 0-15,0 0 0 0,0 0-2 0,20-18-3 16,-8 6 0-16,1-1 1 0,-2-1-1 0,5 0-3 0,-1 2-2 16,-1 1-1-16,-3 3-1 0,1 1 1 15,-4 4-3-15,-1 0-2 0,0 3-2 0,-7 0 2 16,14 6 0-16,-6 1-1 0,-3 2 5 0,1 0-3 15,0 2-2-15,2 4 3 0,-6-7-9 0,1 4-15 0,1 0-24 16,0 4-32-16,-2-5-41 0,0 2-31 0,6-2-25 16,-4-1-51-16,3-3-141 0,2 0-402 0,0-2 178 15</inkml:trace>
  <inkml:trace contextRef="#ctx0" brushRef="#br0" timeOffset="77459.17">27499 4265 23 0,'0'0'158'16,"-2"-10"-9"-16,2 10-9 0,-2-5-11 0,2 5-11 15,0 0-10-15,-2-7-17 0,2 7-5 0,0 0-7 16,0 0-8-16,0 0-13 0,12-6 0 0,-12 6-9 15,17 1-5-15,-5 0-6 0,-1 2-4 0,4-1-1 16,-2 1-15-16,5 3 10 0,-3-2-3 0,3 4-3 16,-2-2 4-16,0 2-4 0,-3-2-5 0,1 2 2 15,-1 1-4-15,1 0 2 0,-1 1-3 0,1 1 1 16,0-1-4-16,0 3 0 0,-1-2-3 0,-3 1 2 16,2 3-2-16,-1-3 0 0,0 1-1 0,-1 2 1 15,-2-1-2-15,1 2-5 0,-4 0 8 0,0 3-1 16,-1-3-3-16,3 9-5 0,-5-5 9 0,-1 0-3 15,0 5 8-15,1 1-9 0,-2-3 0 0,0 3-4 16,-4 1 10-16,3-2-5 0,-5 4 3 0,2 0 1 16,0 0-7-16,-2-1 3 0,2 1-1 0,-1 2 0 15,-3 0 2-15,3-2 3 0,-4 1-6 16,4-1 4-16,-3 1 1 0,5-3-6 0,-3 0 5 0,1 0 0 16,0 0-2-16,1-1-3 0,4 1 4 0,0 0-9 15,4-2 10-15,-1 2-3 0,-1-1 2 0,3 3 2 16,3-2-5-16,-3 1 2 0,1-4 0 0,1 6 1 15,1-2-4-15,0 0 1 0,-3-2 0 0,1 3 4 16,0-1 0-16,-2-1-5 0,-2 1 1 0,2 0-2 16,-4-2 4-16,-2 1 1 0,2-1-2 15,-2 1-3-15,2 0 2 0,-2 1 2 0,2-2-2 0,-4 1 2 16,1 1-4-16,2-3 1 0,-1 1-2 0,0 1 2 16,2-1 6-16,0 3-6 0,-2 0 1 0,2 0 2 15,0-1-2-15,0 5 3 0,-2-2-2 0,-1 4-1 16,-1-2-2-16,0 3 2 0,1-2 1 0,-6 1-1 15,2-2-1-15,-1 1 3 0,1 1-3 16,-2-2 1-16,-2-1-2 0,2 1 0 0,-1-2 2 0,4 2 3 16,-3-2-2-16,5 0 0 0,-1-1-3 0,3 2 4 15,-1 2 2-15,3-3-5 0,0 4 0 16,3-5 5-16,-6 0-2 0,8 0-1 0,-5 1 4 16,0-3-6-16,2 0 6 0,-1-4-4 0,-1-5-2 15,-1 0 2-15,-1-2-2 0,-3-2 6 0,3 3-7 0,-1-4-1 16,-1-1 1-16,-4 0 1 0,-1 3 2 0,-5-3-2 15,1-1 0-15,-3-2 0 0,-2 1-2 0,-1 1 3 16,-7-3 0-16,6-2 4 0,0-2-3 16,-1 0-4-16,3-2 3 0,-4-2-8 0,3 1-16 15,-2-2-26-15,0-3-28 0,3 0-38 0,1-4-51 16,0 1-158-16,6 0-347 0,-3-4 154 0</inkml:trace>
  <inkml:trace contextRef="#ctx0" brushRef="#br0" timeOffset="79896.07">28435 5457 8 0,'0'-7'179'0,"2"1"8"0,-2 6-4 15,1-10-6-15,-1 10-14 0,2-10-13 0,-2 10-4 16,0-10-5-16,0 10-12 0,0 0-16 0,-2-9-11 16,2 9-12-16,0 0-12 0,0 0-9 0,0 0-9 15,0 0-9-15,0 0 1 0,0 0-13 0,-14 26 0 16,7-12 2-16,-2 4-24 0,-4 4 0 0,4-5-2 15,-1 9-5-15,2-7-2 0,3 1 3 0,-1-4-5 16,2 1 2-16,1-2 0 0,1 4-3 0,0-7 4 16,6 3-4-16,0-3 4 0,1-1 0 15,0 0 2-15,-1-1 2 0,4-4-6 0,-2 2-3 0,4-2 3 16,-1-2-1-16,3 1 1 0,-3-3-1 0,4-1 2 16,-3-4-4-16,3 1 4 0,-2-5-8 0,3-4-8 15,-2-1 0-15,2-4-2 0,-4 0-3 0,0-3-4 16,0-3-3-16,-1-5 5 0,-2 2 1 0,-2 1-2 15,-4 4 1-15,-1 2-1 0,-4-1 6 0,-1 1-1 16,0 3 1-16,-3 5-4 0,-3-4 4 0,-3 4 0 16,-2 2-2-16,0 2 2 0,-3 1 4 0,1 0-2 15,0 0-4-15,5 3 7 0,-1 0-1 0,2-1 0 16,1 3-3-16,2-1 1 0,9 1-3 0,-11-1-4 16,11 1-1-16,0 0 8 0,0 0 0 0,0 0 8 15,0 0-4-15,29 11-1 0,-1-10 3 0,3-1 2 16,4-3-4-16,4-1-1 0,13-6-1 0,-13 3 5 15,-4-2-3-15,0-2-2 0,-2 0 3 0,-1 1 5 16,-2-3-6-16,-6 2 3 0,-1-4 1 0,-8 2-2 16,2 0 4-16,-4-1-4 0,-2-2-1 0,-2 1 6 15,-1 0-5-15,-3 1 8 0,2-3 1 0,-4 1 3 16,-2 5 5-16,-1 0-1 0,0 1 16 0,1 0 8 16,-3 3 8-16,2 7-2 0,-3-14-10 0,1 10-2 15,2 4-5-15,-5-10-5 0,5 10-4 0,-3-6-4 16,3 6-4-16,0 0 0 0,0 0-4 0,-11 13 1 15,5 2-5-15,0 11 3 0,-4 0 1 0,0 7-1 0,1 14-6 16,-1 3 12-16,10 2 0 0,-7-1 1 16,6 2 1-16,-4 0 3 0,3-1-3 0,4 1 4 15,2 0 0-15,1-3 1 0,-3-3-3 0,2-12 2 16,2 13-4-16,-2-14 0 0,-2-1 1 0,1 1 1 16,-1 1-2-16,-1-2 0 0,0 2-2 0,-3 0-3 15,-1-3-16-15,1-6-14 0,-2 4-25 0,-4-4-35 16,2-2-18-16,1-7-46 0,1-6-19 0,1-1-24 15,-2 2-132-15,-2-6-346 0,1-2 154 0</inkml:trace>
  <inkml:trace contextRef="#ctx0" brushRef="#br0" timeOffset="80087.66">28784 5801 116 0,'0'0'165'16,"0"0"-17"-16,3-10-14 0,2 6-10 0,4-1-21 16,9 0-1-16,9-2-15 0,5-2-11 0,4-1-14 15,2 3-33-15,17-3-16 0,4-4-52 0,-4 4-59 16,-4 6-73-16,0-6-185 0,-14 2 83 0</inkml:trace>
  <inkml:trace contextRef="#ctx0" brushRef="#br0" timeOffset="81009.57">30118 5166 180 0,'-2'-11'188'16,"2"11"-4"-16,-1-11-8 0,1 11-9 0,0-8-7 15,0 8-8-15,0 0-15 0,0 0-9 0,-1-11-16 16,1 11-10-16,0 0-10 0,0 0-18 0,0 0-12 15,0 0-3-15,0 0-8 0,0 0-5 0,0 30-5 16,-3-12-1-16,1 10-6 0,-2 4-3 0,-4 1-2 16,1 15 1-16,3-14-7 0,-7 11 0 0,4-11-2 15,3 2-1-15,-2-3-1 0,2-1-2 0,-4 1 1 0,4-1 1 16,-1-1-4-16,1-4-2 0,0 0-1 16,-1-3-1-16,3-6-6 0,-2 0-10 0,1-3-25 15,1-2-26-15,-3-1-30 0,1-1-43 0,1-1-22 16,0-1-23-16,-1-3-136 0,-4-1-337 0,8-5 149 15</inkml:trace>
  <inkml:trace contextRef="#ctx0" brushRef="#br0" timeOffset="81436.32">30026 5564 127 0,'-2'-10'121'0,"1"-1"0"0,-2 0-1 0,1 0 14 16,-3 3-12-16,-1-3-12 0,0 2-6 0,1 1 0 16,-1 0-9-16,-4 0-10 0,1 2-6 0,-3 3-13 15,-2 0-4-15,-4 3-6 0,0 2-4 16,-1 2-3-16,0-1-6 0,0 5-2 0,-3 5-7 0,-1 2-2 16,8-3-2-16,2 2-11 0,-6 4 9 0,9-1-1 15,-2 5-6-15,3-5-1 0,5 2 2 0,2 0-3 16,3-2 0-16,2 0 1 0,2 1 2 0,5-2-4 15,0 1-2-15,7-4 5 0,5 4-1 16,3-2-11-16,2-5-20 0,2 1-22 0,2-1-37 0,1-5-24 16,-1-1-38-16,-1 0-20 0,1-3-114 0,-3-2-289 15,3 1 128-15</inkml:trace>
  <inkml:trace contextRef="#ctx0" brushRef="#br0" timeOffset="81741.77">30375 5605 175 0,'0'0'193'0,"0"0"-15"0,-2-10-18 16,2 10-15-16,0 0-17 0,0 0-16 0,0 0-6 15,-23 11-14-15,17-3-10 0,-4 3 2 0,1 2-9 16,-1 0-4-16,3 3-8 0,2-5-5 0,2 0-7 16,1 2-7-16,2-2 0 0,2 1-6 15,1 0-4-15,2-2-2 0,2 2-1 0,1-4-1 0,0-2-1 16,0 3-6-16,0-5 0 0,3 1 2 0,-2-4-3 15,1 0 2-15,-1-1-5 0,-9 0 3 0,17-4-9 16,-10 0 5-16,2-2-4 0,-2-3-3 16,-2-1-3-16,-1-7-9 0,0-1-4 0,-3 1 2 15,0-2-4-15,-2 0-2 0,-2 0-4 0,-1 0 7 0,0 1-10 16,1 3 0-16,-1 3-12 0,0 4-6 0,0 3-25 16,-1-1-47-16,1 1-24 0,4 5-5 0,-9-6-32 15,9 6-90-15,0 0-279 0,0 0 123 0</inkml:trace>
  <inkml:trace contextRef="#ctx0" brushRef="#br0" timeOffset="82007.73">30601 5292 148 0,'-2'-13'246'0,"2"5"-7"0,0 8-22 16,-3-12-24-16,3 12-20 0,-2-9-21 15,2 9-20-15,0 0-14 0,0 0-16 0,0 0-5 0,4 41 0 16,-3-11-8-16,-1 5-7 0,-1 12-5 16,-1 3-7-16,0-1 0 0,0 1-8 0,-2-3-3 15,0-1-7-15,2-13-6 0,-1-1-2 0,0 1-8 16,0-1 1-16,1-2-1 0,1 0-5 0,-7-1-5 16,5 2-1-16,0-7-6 0,2 2-11 0,-2-1-26 0,-1-7-33 15,0-1-29-15,1 0-45 0,-4-1-35 16,4-4-32-16,0 1-168 0,-2-3-389 0,0-1 172 0</inkml:trace>
  <inkml:trace contextRef="#ctx0" brushRef="#br0" timeOffset="82246.7">30573 5549 34 0,'7'-11'192'0,"4"4"-19"15,1 0-16-15,4 1-23 0,3 1-6 0,-1 3-14 16,0 4-15-16,2 1-8 0,-3 2-10 0,-2 5-5 0,-1 0-12 16,0 0-5-16,-4 5-6 0,-2 0-10 0,-2 0 1 15,-3 3-9-15,-4-3-4 0,-2 2-13 16,-5 1-4-16,-1-4-8 0,-4 1-14 0,1-1 3 16,-5-1-7-16,3-1-24 0,-2-3-4 0,4-4-19 15,1 0-24-15,-3 0-25 0,3-2-109 0,0-2-233 0,1-2 104 16</inkml:trace>
  <inkml:trace contextRef="#ctx0" brushRef="#br0" timeOffset="82598.13">30984 5509 58 0,'-11'2'155'0,"-7"3"-9"0,2 2-4 0,-3 4-14 15,3 1-9-15,0-1-11 0,1 5-10 0,1-2-11 16,4 1-9-16,1 1-4 0,1 0-7 0,3 0-5 16,4 1-7-16,1-6-5 0,1 2 2 0,5 2-13 15,0-3-8-15,4-1-4 0,-1-1-6 0,2-3-6 16,4 0-1-16,-2-3-5 0,2-1 1 0,-2-2 1 16,1-3 2-16,-1-1 5 0,5-4-11 0,-4-3 6 15,-4 3 0-15,4-5 2 0,-3 0 12 0,-1-1 9 16,-4-1 14-16,-1 2 2 0,0-4-2 0,-3 5 3 15,0 1 5-15,1 2 6 0,-2 2-7 0,-1 6-7 16,2-8-9-16,-2 8-13 0,0 0 0 0,0 0-4 16,0 0-3-16,0 0 1 0,-2 24-3 0,-2-8 5 15,0 4-9-15,-2 3-14 0,1 2-31 0,1-6-32 16,-1 0-27-16,1-1-19 0,4 0-52 0,0-2-39 16,-4 0-103-16,6-3-326 0,-2-3 145 0</inkml:trace>
  <inkml:trace contextRef="#ctx0" brushRef="#br0" timeOffset="82974.03">31116 5599 180 0,'7'-3'171'0,"-7"3"-17"0,0 0-13 0,8 14-5 15,-7-5-16-15,2 3-9 0,-2 3-9 0,0 2-10 16,5-2-6-16,-5 0-8 0,2 3-2 0,-2-4-10 15,0-1-8-15,0-1-3 0,2-2-7 0,-3-2-2 16,1-1-1-16,-1-7-3 0,0 10 4 0,0-10 10 16,1 7 12-16,-1-7 14 0,0 0-3 0,0 0-7 15,0 0-9-15,0 0-5 0,0 0-8 0,-7-22-3 16,7 9-4-16,-1-1-5 0,3-4 3 0,2-1-14 16,3-6-3-16,1 0-2 0,4 1-6 0,3 2-3 15,0 0 1-15,3 1 6 0,-5 6-13 0,2 4 0 16,-2 1-2-16,0 3 4 0,-4 4-9 0,2-2 0 15,-2 3-4-15,-1 3 1 0,2 2-4 0,2 0 1 16,-1 5 2-16,-2 1 5 0,4 4-7 0,-5 2 4 16,-2 0-1-16,0 3-1 0,1-2 5 0,-7 1 1 15,2 1-4-15,0-1 2 0,-2-1-15 0,-3 0-15 16,3-1-22-16,-3 0-42 0,0-2-50 0,1-2-39 16,1-1-178-16,-1 0-389 0,2-3 173 0</inkml:trace>
  <inkml:trace contextRef="#ctx0" brushRef="#br0" timeOffset="83707.03">31651 5340 123 0,'-4'-16'206'0,"2"1"8"15,-2 2-6-15,2 3 8 0,-2 1-8 0,1 3-6 0,3 6-14 16,-1-11-15-16,1 11-19 0,-3-6 15 16,3 6-24-16,0 0-20 0,-2-7-16 0,2 7-13 15,0 0-3-15,0 0-13 0,-2 34-9 0,4-6-5 16,-2 4-6-16,-2 0-14 0,1 3 5 0,1 0-6 15,-3-1-5-15,2 2 0 0,-3-3-8 0,1 0 4 16,0 0-4-16,1-2-5 0,-1 0 0 0,0 1-9 16,3-2 3-16,-1-3-36 0,-1-1-36 0,0-7-34 15,1-3-26-15,0 2-29 0,-1 0-37 0,0-5-42 0,-2 2-202 16,-3-6-456-16,1 3 203 0</inkml:trace>
  <inkml:trace contextRef="#ctx0" brushRef="#br0" timeOffset="83867.6">31462 5546 191 0,'0'0'199'0,"9"-6"-30"0,1 4-25 16,8-2-33-16,3 2-44 0,7-1-49 0,4 6-38 15,-3-2-65-15,-1 4-48 0,0 3-143 0,-7-1 64 16</inkml:trace>
  <inkml:trace contextRef="#ctx0" brushRef="#br0" timeOffset="84277.71">31645 5891 71 0,'0'0'202'0,"19"-10"-14"0,-5 5-4 15,1-2-9-15,5-5-7 0,5-3-17 0,0 0-12 16,0-1-5-16,4-2-10 0,0-1-10 0,-1-2-12 15,0-1-7-15,-3-1-7 0,3 1-6 0,-3-1-5 16,-5 0-8-16,-2 1-2 0,-1 2 5 0,-5 3 2 16,-1 3 4-16,-5 3 6 0,-1 0 2 0,-1 3 0 15,0-4-5-15,-4 5-2 0,0 0-13 0,0 7-5 16,-4-14-1-16,2 9-17 0,2 5 0 16,-6-9-11-16,6 9-6 0,-9-1-1 0,9 1-6 0,0 0-4 15,-21 9 3-15,13-3-8 0,-1 3 2 0,-1 1-10 16,1 3-12-16,2-2-13 0,1 2-3 0,-1 2-7 15,3-4 0-15,2 2-1 0,1-1 3 0,4 3-3 16,1 0 2-16,-1 1 1 0,6 1 6 16,0-1 2-16,0-3-1 0,1 2 6 0,-1-1-4 15,-1 2 5-15,-2-2-2 0,2 1 4 0,-2-3 1 0,-1-2 3 16,2 2-1-16,-4-1-2 0,0-1 3 0,0 0 0 16,-2 1 2-16,-1-1 1 0,0-2 4 0,-6 2-2 15,2-5 0-15,-1 3-7 0,-3-3-15 16,-1 0-18-16,-2 0-27 0,-2-2-27 0,-1-2-39 15,-4-1-32-15,1-1-30 0,-6-2-129 0,4 0-356 16,-1-4 157-16</inkml:trace>
  <inkml:trace contextRef="#ctx0" brushRef="#br0" timeOffset="84473.39">31528 5609 1849 0,'-12'-5'40'0,"2"3"-14"0,-1-4 4 16,11 6-2-16,-14-5-6 0,14 5 2 0,-7-6-14 15,7 6-1-15,0 0-8 0,0 0-10 0,15-14-13 16,3 10-17-16,10-6-28 0,5 5-34 0,17-5-46 16,-10 6-129-16,9-7-299 0,-13 3 132 0</inkml:trace>
  <inkml:trace contextRef="#ctx0" brushRef="#br0" timeOffset="84705.2">32441 5970 86 0,'0'0'60'0,"-6"3"-85"16,6-3-26-16,-9 0 12 0</inkml:trace>
  <inkml:trace contextRef="#ctx0" brushRef="#br0" timeOffset="-85457.34">6354 5679 8 0,'-9'-2'28'0,"9"2"-5"0,-9-1-4 0,9 1-4 16,0 0 2-16,-15 2-6 0,15-2-2 0,-8 3 4 15,8-3-3-15,-7 2-3 0,7-2 0 0,-5 3 2 16,5-3-5-16,-6 5-3 0,6-5 2 0,-3 9-2 16,3-9 4-16,-1 8-2 0,1-8 1 15,3 11-5-15,-1-5-2 0,3 0-1 0,0 0 6 16,3 0-3-16,1 1 2 0,1-2 4 0,1 1-5 0,-1 0 6 15,6 2-3-15,1-1 0 0,1 0 2 16,0-3 4-16,1 2 10 0,3-4-10 0,6 3 2 16,-1-1-2-16,1-1 6 0,2-1 3 0,2-1-12 15,-1 1 8-15,2-1 0 0,0 1 5 0,3-2-2 16,0 0-6-16,-1 0 2 0,0 2-4 0,4 0 3 16,0 1-4-16,-2 0-2 0,3-2 3 0,-1 1-3 0,13 1 3 15,-11-2-1-15,-3 2 0 0,16 2-5 16,-3-1 6-16,-12-3-9 0,13 2 9 0,-1 0-7 15,0-1 6-15,-12-1 1 0,11 2 4 0,-9-2 2 16,9 2-6-16,-12-2 1 0,2 0 0 0,-2 1-3 16,15-2 12-16,-16 3-11 0,2-3 1 0,1 2 1 15,-2 0-2-15,1 1-2 0,0-2 8 0,12 2-3 16,-14-1 5-16,4 2-5 0,12-2 1 0,0 0 0 16,1-2-5-16,-4 0-2 0,5 1 1 0,2-1 0 15,2-1 5-15,1 1-1 0,0 0 3 0,-2 0-5 16,-1 0-1-16,-2 0 4 0,0 0-8 0,-4 0 8 15,2 1-7-15,-2-1 2 0,5 0 1 0,-2 3 5 16,-4-2-4-16,3 3 3 0,3-2-3 0,-1 1-4 16,2-1-1-16,-5-1 2 0,0 2 3 0,2 0-7 15,-1 0 7-15,-2-1-4 0,2 0 5 0,-16 2 0 16,17-2-3-16,-4 1 10 0,1 3-17 0,-13-6 11 16,15 2-7-16,-1-1 1 0,-12 1 1 0,12-2 5 15,-2 2 13-15,1-2-20 0,-12 1-2 0,14-2 8 16,1 1 1-16,-4-1 1 0,1 1 3 0,-11-1 9 15,-1 1-6-15,12-3-11 0,0 4 2 0,-12-2 2 16,13 1 12-16,-14-1-9 0,16-3-5 0,0 3-10 16,-15-1 15-16,11 0 0 0,3 1-5 0,-2 1 2 15,-12-2-8-15,12 2 3 0,-12 0 3 0,-2-1 11 16,4 1-13-16,-4 1-12 0,1-1 10 0,-2 0-1 16,0 0 1-16,2 2-3 0,-2-1 7 0,-2-1-11 15,6 2 3-15,-4 0 4 0,2-4 1 0,-1 4-7 16,0 0 14-16,0 0-10 0,0-1 6 0,-3-1-1 15,1 0-2-15,0 0 8 0,1 0-12 0,-1-1 9 16,1 2 8-16,0-2-3 0,5-1 6 0,-5 2-8 16,2-4 2-16,-2 4-4 0,0 0 0 0,1 0 10 15,-2 0-8-15,1-2-3 0,-3 2 3 0,-1-1-6 16,-5 1 2-16,2 0 0 0,-8 0 5 0,-2 0-7 16,2-2 1-16,-3 2-6 0,2 0 8 0,-6 0-2 15,-3 0-2-15,-11 0 3 0,17-1-6 0,-17 1 16 16,14 0-15-16,-14 0 10 0,0 0-3 0,13 0-15 15,-13 0-8-15,0 0-21 0,0 0-22 0,0 0-41 16,0 0-27-16,0 0-91 0,0 0-233 0,-40 8 103 16</inkml:trace>
  <inkml:trace contextRef="#ctx0" brushRef="#br0" timeOffset="-85018.18">12812 4974 98 0,'0'0'118'16,"-4"-4"-14"-16,4 4-8 0,-3-6-4 0,3 6-8 15,0 0-11-15,-4-7-9 0,4 7-14 0,0 0-29 16,0 0-17-16,0 0-22 0,0 0-8 0,0 0-11 16,0 0-21-16,0 0-54 0,0 0-119 0,0 24 53 15</inkml:trace>
  <inkml:trace contextRef="#ctx0" brushRef="#br0" timeOffset="-84861.79">12823 5436 1500 0,'2'0'22'0,"-2"0"50"0,0 0 2 16,0 0-14-16,0 0-36 0,0 0-24 0,0 0-40 15,0 0-31-15,8 3-5 0,-8-3-13 0,6 3-12 16,-6-3-24-16,7 3-84 0,-7-3-225 0,4 5 99 15</inkml:trace>
  <inkml:trace contextRef="#ctx0" brushRef="#br0" timeOffset="-84667.68">13187 5099 1889 0,'0'0'-74'0,"0"-18"45"0,0 18 19 0,0-16 1 16,0 10-11-16,0 6-42 0,0-9-35 0,0 9 3 15,9-5-1-15,0 2-15 0,-9 3-106 0,18 0-232 16,-7 0 104-16</inkml:trace>
  <inkml:trace contextRef="#ctx0" brushRef="#br0" timeOffset="-82066.79">25455 7557 16 0,'0'0'23'0,"0"0"-1"16,0 0-6-16,0 0-3 0,0 0 2 16,0 0 0-16,0 0-4 0,7 3 1 0,-7-3-3 15,0 0-1-15,0 0-2 0,0 0 3 0,0 0 4 16,4 3-5-16,-4-3 4 0,0 0-5 0,0 0-6 15,0 0 5-15,0 0 0 0,0 0 2 0,4 5 1 16,-4-5-2-16,0 0 0 0,7 6 2 0,-7-6-2 16,0 0-4-16,0 0 6 0,0 0-7 0,3 3-2 0,-3-3 4 15,0 0-6-15,0 0 8 0,0 0 3 0,0 0-5 16,3 6 1-16,-3-6-2 0,0 0 2 0,0 0-10 16,0 0 5-16,0 0-2 0,0 0 4 0,0 0 0 15,0 0 1-15,0 0 0 0,0 0 4 0,0 0-2 16,0 0-1-16,0 0 2 0,0 0-3 0,0 0-2 15,6 5 2-15,-6-5 1 0,0 0-2 0,0 0 0 16,0 0-1-16,0 0 1 0,0 0 1 0,0 0-1 16,0 0 1-16,0 0-5 0,2 4 5 0,-2-4-2 15,0 0 1-15,0 0 4 0,0 0-6 0,4 5 4 16,-4-5-3-16,0 0 1 0,0 0 3 0,0 0-1 16,0 0 4-16,0 0-5 0,0 0-3 0,0 0 3 15,0 0 1-15,7 6-3 0,-7-6 4 0,0 0-6 16,0 0 3-16,0 0 2 0,0 0-3 0,0 0-1 15,0 0 4-15,0 0-3 0,0 0 1 0,0 0-2 16,0 0-1-16,0 0-10 0,0 0-3 0,0 0-6 16,0 0-14-16,0 0-26 0,0 0-64 0,0 0 28 15</inkml:trace>
  <inkml:trace contextRef="#ctx0" brushRef="#br0" timeOffset="-80694.63">28740 6359 80 0,'0'0'105'0,"-10"-3"-13"0,10 3-1 16,-7-2-3-16,7 2 2 0,0 0-3 0,-9-3-1 15,9 3-6-15,0 0-5 0,0 0-12 0,0 0 2 16,0 0-2-16,0 0-11 0,0 0-3 0,0 0-7 15,0 0-2-15,0 0-7 0,0 0 1 0,21-9-3 16,-8 8-2-16,6-2-16 0,13 1 8 0,1-2-8 16,2 0 15-16,4 3-11 0,12-1 7 0,3-2-11 0,-2 2 0 15,1 2-2-15,2-1 4 0,-2 2-8 16,0-1-3-16,0-1 6 0,-1 1-8 0,-14 0 5 16,19 1-8-16,0-1 8 0,-1 0-4 0,3 0-3 15,-1 2 6-15,0-3-1 0,1-1-10 0,2 2 2 0,0 1-3 16,2 0 2-16,-3-1 7 0,2 2-9 0,-2-3 5 15,-2 0-5-15,5 0 0 0,-2 0-2 0,-3 1 5 16,-1-3-2-16,2-1-7 0,-2 4 11 16,-4-1 6-16,-1-3 0 0,2-1 2 0,-5 4-3 15,-9-2 6-15,-1-2-6 0,1 2 2 0,11-2 3 0,-14-1-1 16,0 1 9-16,2 1-11 0,-3-5 2 0,0 2 8 16,1-1-4-16,-2 1 5 0,-1 0 0 0,3-1 3 15,-3 2 1-15,-2 0 6 0,-2 0-5 16,-3 0 3-16,-7 2-1 0,8-2 0 0,-7 3-3 0,-1-2 5 15,-2 1 2-15,2 1-3 0,-1-2 0 16,1 3 3-16,-4-4-1 0,-4 4 2 0,6 0-4 16,-5 1-17-16,-3-1 9 0,1-1 0 0,-4 2-3 0,2 0-3 15,-2-1 3-15,2 1-3 0,-9 1 0 0,13-1 0 16,-13 1 4-16,9 0-5 0,-9 0 1 0,9-4 1 16,-9 4-3-16,0 0 1 0,0 0-1 15,9 3-2-15,-9-3-2 0,0 0 7 0,0 0-4 0,8 1 0 16,-8-1 4-16,0 0-6 0,0 0 3 0,0 0-5 15,0 0 1-15,0 0 2 0,0 0-3 0,0 0-3 16,0 0 5-16,0 0-6 0,0 0 4 0,7 1-5 16,-7-1 1-16,0 0 0 0,0 0 5 0,0 0-3 15,0 0-1-15,0 0-2 0,0 0 2 0,0 0 0 16,0 0 1-16,0 0-3 0,0 0 4 0,0 0-5 16,0 0 6-16,0 0-8 0,0 0 4 0,0 0 2 15,0 0 0-15,0 0-6 0,4 6 6 0,-4-6-1 16,0 0-4-16,0 0 0 0,0 0-6 0,0 0-4 15,0 0-17-15,0 0-13 0,0 0-11 0,0 0-21 16,0 0-11-16,0 0-18 0,0 0-37 0,-13 12-34 16,2-8-100-16,-2 0-295 0,2-1 130 0</inkml:trace>
  <inkml:trace contextRef="#ctx0" brushRef="#br0" timeOffset="-79040.08">20534 9113 50 0,'0'-13'81'0,"0"13"-1"0,0-10-8 0,0 10-12 16,0-8 11-16,0 8 0 0,0 0 1 0,-1-10-19 0,1 10 7 15,0 0-14-15,-5-7 1 0,5 7-11 0,0 0 2 16,-8-6-8-16,8 6 1 0,0 0-5 0,0 0-4 16,0 0 7-16,0 0-10 0,-5-5-2 0,5 5 1 15,0 0-3-15,0 0 7 0,0 0 1 0,0 0-11 16,0 0-8-16,0 0 15 0,0 0-7 0,0 0-3 15,0 0-3-15,0 0-6 0,0 0 4 0,0 0 1 16,0 0 0-16,0 0 0 0,0 0-17 0,0 0 22 16,0 0-9-16,23 4 9 0,-11-2 2 0,3-2 3 15,3 1-2-15,10 1 4 0,0 0-3 0,4 0 4 16,3-1 12-16,3-1-4 0,12-1 2 0,-11 1 8 16,12-2-3-16,3 1-6 0,-2 1-5 0,6-3 3 15,1 1-2-15,2 1 4 0,3-3-5 0,1-1-4 16,23-3-2-16,-28 2 0 0,3 0 5 0,-3 1 3 15,0 2 0-15,0-3-7 0,0 0 7 0,0 2-5 16,-3-1 3-16,4 1 0 0,-1 1-3 0,-1 0-1 16,-2 1-4-16,2 2-4 0,-3-1 3 0,1 0-4 15,0 2-2-15,-3 0 6 0,-1 1-4 0,0 1 0 0,-12 0-1 16,12-2-4-16,0 2-7 0,-14 2 11 16,18-3-2-16,-2 2-3 0,-2 0 3 0,-3-1 3 15,4 0-10-15,-2-2 7 0,-1 0 0 0,2 2 0 16,-2-5-1-16,5 4 0 0,-5-2 2 0,0 0 0 0,2 0-1 15,-2-2 2-15,0 1-4 0,-11-1 8 0,12-1-2 16,3 2 1-16,-1-1 6 0,2 0-6 0,1-6 0 16,1 6 3-16,2-2 3 0,-1 2-8 15,2-1 7-15,2-1-4 0,-2 2-1 0,-2 0 1 0,-2-1 4 16,1 1-7-16,-2 1 3 0,0-1 0 0,4 1-3 16,0-1 4-16,-3 1-3 0,1 0-4 0,1 1 7 15,-4 1 1-15,0 0 1 0,3-1-2 16,-1 2-1-16,-3-1 1 0,-2 2 0 0,1-2-3 0,2 2 2 15,-2-1 1-15,-3 3 1 0,2 0 0 0,-13-3-1 16,13 0 0-16,-15 1-1 0,0 2-2 0,2-1-1 16,-1 0-1-16,-2 0-1 0,-3-1-1 0,-1 2-1 15,-1-1 2-15,-3-1 4 0,-6 0-7 0,-2-1 2 16,0 0-5-16,-1 0 4 0,0 2-2 0,-5-4 3 16,-3 2 3-16,3-2 1 0,-5 1 0 0,0 1 4 15,-9-2-3-15,14 0 3 0,-10 0 0 0,-4 0 1 16,9 0 2-16,-9 0 1 0,0 0 2 0,0 0-2 15,10 0-6-15,-10 0 2 0,0 0-4 0,0 0 1 16,0 0 0-16,0 0 2 0,10-2-10 0,-10 2-15 16,0 0-10-16,0 0-26 0,0 0-44 0,0 0-32 15,0 0-25-15,0 0-30 0,-27-10-26 0,15 9-121 0,0-1-354 16,-1-2 157-16</inkml:trace>
  <inkml:trace contextRef="#ctx0" brushRef="#br0" timeOffset="-78446.61">26383 8217 54 0,'0'0'100'16,"0"0"-1"-16,0 0-16 0,0 0-1 0,0 0-6 0,0 0-8 15,0 0-6-15,0 0-15 0,0 0-3 0,0 0-4 16,0 0-3-16,0 0-10 0,0 0 5 0,0 0 3 16,0 0-5-16,0 0-3 0,21 12 1 15,-13-9-1-15,-3 1-12 0,1 2-4 0,0-1 10 0,-1 2-6 16,2-3-3-16,-4 2 5 0,1 2-13 0,0-2 5 15,-2 3 4-15,0 0 1 0,1 1-14 16,-1 0 17-16,0 2 2 0,-2 4 7 0,0 1-2 16,-2 3-4-16,2-2 5 0,-5 2-4 0,3 6-5 0,-2 2-3 15,-2-4 4-15,3 1-2 0,-2 2-4 0,1-2 2 16,2-4-3-16,2-2-10 0,-1 0 14 0,-1 6-8 16,2-8 8-16,0-2-15 0,-2 2 5 0,0-3 6 15,2 3-3-15,0-1-1 0,-2-3-1 0,0-2 1 16,2 1-9-16,0-1-6 0,-2 1-2 0,2-3-14 15,-1 1-17-15,1-1-9 0,0 0-2 0,0-9-11 16,0 15-3-16,0-8-10 0,0-7-7 0,0 11-77 16,-2-7-173-16,2-4 77 0</inkml:trace>
  <inkml:trace contextRef="#ctx0" brushRef="#br0" timeOffset="-78257.81">26751 8651 28 0,'0'0'65'0,"7"-2"-26"0,-7 2-26 0,0 0-38 15,0 0-25-15,0 0 11 0</inkml:trace>
  <inkml:trace contextRef="#ctx0" brushRef="#br0" timeOffset="-51914.83">3797 6754 87 0,'0'0'121'0,"0"0"2"0,-13-2-4 0,6 1-10 15,7 1 0-15,-11-1-4 0,11 1-1 0,-9 0-7 16,9 0-6-16,0 0-10 0,-12-3-9 0,12 3-7 16,0 0-4-16,-9 0-9 0,9 0-1 0,0 0-9 15,0 0-5-15,0 0-4 0,0 0-4 0,0 0-4 16,0 0 5-16,0 0-7 0,0 0-3 0,0 0-1 15,39 0 4-15,-19-3-1 0,11 1-4 16,1-3-6-16,4 0 3 0,13-4-9 0,-10 5-4 0,0-2-9 16,-3-1-15-16,-1 3-19 0,-2 2-21 0,-1-1-9 15,-4 2-16-15,-8 1-24 0,-2-1-24 0,-5 1-77 16,-4 1-229-16,-3 0 102 0</inkml:trace>
  <inkml:trace contextRef="#ctx0" brushRef="#br0" timeOffset="-51484.61">3965 6722 62 0,'0'0'101'0,"0"0"-9"0,-1 13-8 0,1-3 5 0,-2 2 4 15,4 5-1-15,-2 2 2 0,1 8-2 0,0 0-5 16,-1 2-8-16,2-2-1 0,-1 2-4 0,-1 0-9 15,0 0 0-15,0-1-9 0,0-1-5 16,4-2-6-16,-3 4-3 0,0-11-7 0,2 8-2 16,-2-6-2-16,-1-1-1 0,2 2-2 0,-2-3-2 0,1-2-2 15,-1 2-5-15,0-2 1 0,-1-5-4 0,-1 0-5 16,2 0 0-16,-2-1-8 0,0-3 0 0,1-1-4 16,0 2-9-16,-2-1-10 0,3-7-10 0,-6 9-4 15,-2-5 1-15,1-1-13 0,-2 0 2 0,0-3 2 16,-4 2 4-16,3-2 3 0,-4-2 8 0,1-1 1 15,1 0 8-15,1 2 11 0,2-3 4 0,0 2 4 16,1 1 9-16,8 1-5 0,-10-2 7 0,10 2-10 16,-6-4-3-16,6 4 1 0,0 0 2 0,0 0 5 15,0 0 9-15,0 0 3 0,0 0 4 0,0 0 5 16,0 0-2-16,24 16-10 0,-7-12 3 0,-1 2-7 16,2-3 1-16,4 0 1 0,6-2-3 0,0 1-8 15,4-2-13-15,-4-2-21 0,7 1-30 0,-2-2-9 16,-3 0-21-16,1-1-19 0,-3-1-87 0,-6 1-214 0,-1-1 94 15</inkml:trace>
  <inkml:trace contextRef="#ctx0" brushRef="#br0" timeOffset="-50905.02">4451 7140 145 0,'1'-8'145'0,"-1"8"-14"15,0 0-12-15,0 0-3 0,0 0-3 0,0 0-4 16,-14 18 6-16,8-8-2 0,-2 8-8 0,0-3-8 15,-1 2-12-15,2 0-8 0,0 3-6 0,2-3-12 16,1-2-3-16,3 1-7 0,0-5-5 0,3 2-4 16,2-1-3-16,1-2-1 0,0-2-3 0,3 0-1 15,1 0-7-15,2-3-5 0,2 1 0 0,4-4-13 16,2 0-11-16,0-4-5 0,0 0-8 0,1-1-12 16,-1 0-1-16,-3-6-5 0,0 2 6 0,-2 0-8 15,-4-1 0-15,-1-2 17 0,-4 2-11 0,-1-3-7 16,-3 0 4-16,1-5 2 0,-5 0 8 0,-2 1-1 15,-2-1 1-15,-4 2 3 0,1 0 18 0,-2 1 0 16,-1 0 17-16,4 5 20 0,2-2 6 0,-3 2 7 16,6 2 4-16,-1-2-4 0,1 4-3 0,4 4-4 15,-5-9-12-15,5 9-3 0,0 0-1 0,7-11-4 16,2 7 14-16,5 3-20 0,3 0 6 0,6 0-6 16,4 1 3-16,1 3-7 0,0 4 0 0,0-1-1 15,-9 2 5-15,7 4-3 0,-8-2 0 0,-3 2-4 16,2 0-1-16,-4 2 2 0,-1 0-1 0,-2 1-4 0,-2-1 4 15,1 0 1-15,-3 1-1 0,-2-4-4 16,-4 0 8-16,2-1-11 0,-2 0 5 0,-2-1-1 0,0-2-2 16,-1-1 3-16,-1 0-4 0,4-6 4 15,-6 9 2-15,2-7 3 0,4-2 11 0,0 0-14 0,0 0-2 16,0 0-4-16,0 0 0 0,-9-21 0 0,13 11 2 16,1-10-5-16,4-6 2 0,3 1-7 15,4-3-1-15,3 0 9 0,4 2 7 0,2 0 1 16,-2 1 2-16,1 4 5 0,-1 3 3 0,-4 8 0 0,-2 0 0 15,1 1-4-15,-2 2 5 0,-2 7-5 0,-1-1-1 16,-1 4 7-16,0 3-2 0,-1 1 0 16,-2 3-4-16,2 2 0 0,-3 3-1 0,-4 3-1 0,-1-1-4 15,0 8 3-15,-3-1-19 0,0 2-35 0,-3-1-34 16,1 5-50-16,-3-5-43 0,1 1-182 16,-1 0-381-16,3-7 168 0</inkml:trace>
  <inkml:trace contextRef="#ctx0" brushRef="#br0" timeOffset="-50538.49">5688 7082 240 0,'0'0'213'0,"1"-12"-22"0,-1 12-15 15,0-6-25-15,0 6-17 0,0 0-12 0,0 0-12 16,0 0-5-16,4 22-8 0,-4-6-6 0,1 0-7 15,-1 12-11-15,-1 0-4 0,1 1-3 0,1-3-11 16,-1 2 6-16,0-3-15 0,4-1-10 0,-3-3-17 16,2-1-30-16,-2-2-19 0,2-1-27 0,1 1-30 15,-2-3-43-15,-2-2-32 0,-1-2-115 0,-2-1-301 16,1-2 133-16</inkml:trace>
  <inkml:trace contextRef="#ctx0" brushRef="#br0" timeOffset="-50407.54">5566 7088 1621 0,'-2'-24'-43'0,"4"2"16"0,0 8 31 0,-1 2-58 15,2 2-29-15,-1 6-6 0,5-1-1 0,-1 4-3 16,5 1-5-16,1 3-77 0,1 1-189 0,1 5 83 16</inkml:trace>
  <inkml:trace contextRef="#ctx0" brushRef="#br0" timeOffset="-49992.65">5958 7397 18 0,'0'0'195'0,"0"0"-14"0,-17-5-12 16,17 5 9-16,-9-14-6 0,3 4-1 0,2-1-16 16,0-4-15-16,3-5-10 0,-2-3-18 0,4-5-8 15,3-1-12-15,6 1-12 0,4 0-8 0,4 3-10 16,0 2 4-16,7 0-16 0,-1 7-6 0,-6 5-5 15,6 1-4-15,-4 5-2 0,0 2-6 0,1 6-6 16,6 3 2-16,-8 3 1 0,6 8-7 0,-4-1 1 16,-2 5-2-16,-3 2-5 0,-5 2 5 0,0 2-7 15,-5-2 3-15,-2 0-4 0,-2 1 1 0,-3-8-2 16,0-2-1-16,-2 2 0 0,1-8 0 0,-2 2-2 16,3-6 3-16,-2 1 0 0,2-1 1 0,1-6 1 15,-4 7 1-15,4-7-5 0,0 0-1 0,0 0 4 16,0 0-3-16,-13-15-2 0,11 7 2 0,0-5-5 15,1-2 2-15,4-5-1 0,1-5-6 0,3 1-9 16,3-2-3-16,1 2-1 0,1 1 1 0,-1 7 3 16,0 1-2-16,2 5 1 0,-4 1 2 0,0 2 2 15,2 4-3-15,-2 4 7 0,1 3 0 0,1 2-1 16,0 6 4-16,-1 2-1 0,2 2-1 0,-2 1 3 16,-2 7 6-16,2-1-6 0,-2 1-13 0,-5-5-13 15,3 6-30-15,-1-5-34 0,-1-4-28 0,1 4-39 16,-2-5-164-16,-4 3-350 0,2-8 155 0</inkml:trace>
  <inkml:trace contextRef="#ctx0" brushRef="#br0" timeOffset="-49745.18">6654 6942 228 0,'-1'-11'253'0,"-3"2"-25"0,3 5-19 15,1 4-29-15,0 0-17 0,0 0-17 0,0 0-8 0,0 0-5 16,10 41-9-16,-4-11-8 0,3 2-8 16,0 16-9-16,-2 2-10 0,0 2-3 0,0-4-5 15,-2 0-13-15,-1-2-5 0,-4-12-5 0,1 1-5 16,0 2-12-16,-3 8-12 0,4-10-19 0,1 1-23 16,-1-6-17-16,0 0-21 0,0-3-27 0,1-2-22 0,-1-7-32 15,2-1-16-15,0-6-23 0,-3 1-159 16,-1-6-358-16,0-6 158 0</inkml:trace>
  <inkml:trace contextRef="#ctx0" brushRef="#br0" timeOffset="-49536.86">6701 7184 51 0,'5'-14'186'0,"1"4"-20"0,0 1-16 15,3 0-1-15,6 2-10 0,-3 3-7 0,7 0-7 16,0 5-6-16,0 2-7 0,7 4-11 0,-7 4-10 0,3 0-10 15,-2 7-5-15,-6-3-9 0,3 5-8 0,-8-4 1 16,-3 9-10-16,-2-5-8 0,-5-3-5 0,-3 9-11 16,-2-4-16-16,-2-3-23 0,-5 3-24 15,-2-2-13-15,2-5-32 0,-2-1-22 0,3-2-24 16,-2-3-18-16,6-2-100 0,-3-1-265 0,3-5 119 0</inkml:trace>
  <inkml:trace contextRef="#ctx0" brushRef="#br0" timeOffset="-49331.86">7026 6918 230 0,'3'-11'231'0,"-2"1"-13"0,-1 2-22 0,0 8-21 16,4-6-18-16,-4 6-11 0,0 0-2 16,11 14-1-16,-4 5-5 0,0 7-8 0,0 5-14 15,0 14-8-15,-3 1-10 0,0 3-10 0,-2-2-6 0,2-1-8 16,-1-13-19-16,0 2-20 0,-5-3-23 0,2-2-31 15,2-1-36-15,0-1-41 0,1-2-46 16,3-7-38-16,0 0-168 0,-2-4-376 0,1-5 167 16</inkml:trace>
  <inkml:trace contextRef="#ctx0" brushRef="#br0" timeOffset="-49002.61">7435 7105 49 0,'-6'-9'245'0,"-1"0"-27"0,-2 6-20 16,0 1-16-16,-1 3-15 0,0 4-4 0,-5 9-7 16,-5 5 0-16,0 7-15 0,1 1-11 0,5 2-15 15,3 0-12-15,3-3-9 0,-1 2-11 16,6-4-9-16,2-5-6 0,2 1-9 0,4-4 0 16,3-1-11-16,3-3-4 0,-1 0-13 0,2-5-13 0,-1-3-10 15,1 1-10-15,2-3-11 0,-2-1-1 0,0-2-1 16,6-4-6-16,-4-1-2 0,2-2-4 0,-2-2 5 15,0-3-3-15,-4 0 5 0,1-4 0 0,-4 0 1 16,0-1 4-16,-1 0 4 0,1 1 0 0,0 2 21 16,-5 4 5-16,1 0 7 0,-2 4-3 15,0 0-4-15,-1 7-1 0,0 0-2 0,0 0-4 0,0 0 8 16,0 0-6-16,8 26-1 0,-5-7-2 0,-5 6-13 16,1 1-30-16,-2 1-31 0,0-1-46 15,1 0-45-15,-2-1-44 0,-1-6-119 0,0 0-348 0,2 4 154 16</inkml:trace>
  <inkml:trace contextRef="#ctx0" brushRef="#br0" timeOffset="-48649.51">7630 7271 167 0,'4'-4'205'0,"-4"4"-19"0,11 0-15 0,-11 0-7 16,11 7-13-16,-5 1-2 0,2 3-13 0,-3 5-15 15,0 0-5-15,2 1-12 0,-1-1-11 0,-1 0-7 16,-1 0-10-16,0-4-5 0,-1-1-6 0,-1-2-9 16,-1-3-4-16,1 1-5 0,-2-7-4 15,2 10 0-15,-2-10-7 0,1 4-1 0,-1-4-2 0,0 0-5 16,0 0-5-16,0 0-4 0,0 0-4 0,-5-24-3 16,5 14 3-16,2-5-5 0,3-3 1 0,-2-1 4 15,3-7-4-15,3 0-7 0,-2 1 2 0,5-1-1 16,1 4 2-16,-1 6 1 0,-2 2 0 0,1 6-2 15,0 1-3-15,1 1 0 0,-2 3 3 0,3 5 1 16,-2-2-1-16,2 6 0 0,0 5 0 16,-2 3 3-16,1 1-4 0,-3 4 1 0,-4-2-1 0,4 10-1 15,-4-3-11-15,-3 2-15 0,1-1-25 0,-2-6-37 16,1-1-34-16,-1 2-49 0,1-3-56 0,-3 0-112 16,4-8-362-16,-1 3 160 0</inkml:trace>
  <inkml:trace contextRef="#ctx0" brushRef="#br0" timeOffset="-48407.99">8192 6982 2210 0,'-4'-51'-11'0,"1"2"83"16,0 17-19-16,0 5 33 0,-1 8 1 0,3 3-15 16,-1 5-16-16,1 2-11 0,0 4-15 0,1 5-2 15,0 0-6-15,0 0 0 0,0 0 9 0,6 34 11 16,-2 1 10-16,-4 16 3 0,2 4 1 0,-3 0-7 15,1 6-7-15,-1 20 0 0,0-30-5 0,-4 1 1 16,3-7-7-16,1-9-1 0,1-3-5 0,-1 0-2 16,0-3-18-16,2 0-21 0,-2-7-27 0,1-3-23 15,-3-2-38-15,3-2-43 0,-3-3-29 0,2-4-23 16,1-3-22-16,0-6-172 0,0 0-426 0,0 0 188 16</inkml:trace>
  <inkml:trace contextRef="#ctx0" brushRef="#br0" timeOffset="-47950.49">8074 7165 1742 0,'-4'-16'15'16,"2"5"39"-16,0 0-18 0,1 3-19 0,1 8-1 15,0-8-8-15,0 8 1 0,8-2-3 0,-8 2 20 16,19 1-20-16,-6 0-1 0,6 0 6 0,1 1 1 16,10-1-4-16,0 3 0 0,2-1 6 0,-1-2-9 15,3-2-4-15,0 4 0 0,-5-3-7 0,2 0-10 16,-2 0-7-16,-10 0 4 0,0 0-11 0,-1-2 3 15,-5 1-1-15,-3 1 7 0,-2-1 0 0,-8 1 15 16,11 0 0-16,-11 0 8 0,0 0-3 0,0 0-1 16,0 0 2-16,0 0 14 0,0 0 6 0,0 0 16 15,-38 14 7-15,22-6 10 0,-6 8 9 0,3 3 6 16,-2-2 2-16,0 6-4 0,2 1-4 0,2 2 1 16,1-1-3-16,0-3-4 0,4 4-4 0,2-9-9 15,2 1-3-15,6-1-2 0,-2 0-3 0,4 0-1 16,0-5-8-16,4-3 0 0,1 0-2 0,3 1-1 15,0-4-5-15,3 0-11 0,0-3-10 0,1 0-7 16,-1-3-8-16,3-2-5 0,2-3-2 0,-2 0-6 0,-2 0 3 16,0-2 4-16,1 0-1 0,-3-5-4 0,-1 3-1 15,0-4 5-15,-1-2 0 0,-1 2 3 16,0-3 1-16,-2 5 5 0,-2 0 7 0,0 2 4 16,0 1 0-16,-1 3 2 0,-2 5-1 0,4-5 8 0,-4 5 12 15,0 0 7-15,0 0 10 0,4 18 1 16,-5-9-2-16,1 7 0 0,-2 1-5 0,0 0-3 15,3 1-1-15,0-1-17 0,1 1-19 0,2-1-12 16,3 0-11-16,-1 1-45 0,6-5-82 0,-2 3-236 0,3-4-432 16,-4-3 193-16</inkml:trace>
  <inkml:trace contextRef="#ctx0" brushRef="#br0" timeOffset="-47687.32">8796 6975 2142 0,'0'-48'20'0,"0"16"30"0,-1 4 2 0,1 8 9 16,0 4 7-16,-3 2-10 0,3 4-15 15,0 4-15-15,0 6-7 0,3-9 1 0,-3 9 0 16,0 0 13-16,3 23 9 0,-1 4 5 0,-2 3-5 0,-2 16 2 16,2 1-9-16,2 4 1 0,-5-2-5 0,2 1-4 15,-4-1-1-15,4-4-2 0,-1 1-1 0,0-12-5 16,-1-4 0-16,1 1-5 0,2-3-13 15,-4-1-19-15,0-1-17 0,0-8-19 0,0 9-24 0,2-12-14 16,-2 3-9-16,3-7-16 0,1 0-39 0,0-1-29 16,0-4-27-16,0-6-129 0,0 0-369 15,0 0 163-15</inkml:trace>
  <inkml:trace contextRef="#ctx0" brushRef="#br0" timeOffset="-47387.41">8629 7159 160 0,'-8'-3'183'0,"3"0"-23"0,5 3-13 16,-10-3-16-16,10 3-11 0,0 0-14 15,0 0-11-15,0 0-4 0,-7 7-9 0,7-7-9 0,14 10-8 16,-2-6-3-16,7 2-10 0,8-3-3 0,0-1-6 16,2-2-1-16,2 0-6 0,-2 0-5 0,-2-1 0 15,-5 0-2-15,-2 0-4 0,-2 0-1 16,0-3-7-16,-7 4-2 0,-2 0 2 0,3 0-3 0,-6 3 0 15,-6-3-1-15,13 2 2 0,-8-1-3 0,-5-1 0 16,10 4 6-16,-6 2 11 0,0 3 0 0,0 0 3 16,0 6 2-16,1 1-4 0,-3 3 2 0,1 5 1 15,-2 3-3-15,-2-1-1 0,-1-3-4 0,0 4-2 16,-4 2-17-16,2-2-29 0,0-3-28 0,-4 0-39 16,4-3-30-16,2-2-46 0,-4-1-145 0,-1-4-338 15,2-5 150-15</inkml:trace>
  <inkml:trace contextRef="#ctx0" brushRef="#br0" timeOffset="-47235.41">8952 7067 2068 0,'2'-33'-34'0,"-2"4"29"0,3 2-11 15,-2 12-44-15,-1 6-65 0,2 2-17 0,-2 7 1 16,5-3 1-16,-5 3-95 0,0 0-253 0,4 19 112 15</inkml:trace>
  <inkml:trace contextRef="#ctx0" brushRef="#br0" timeOffset="-46680.46">9072 7291 1769 0,'0'0'37'0,"0"0"49"15,-6 5-10-15,6-5-49 0,0 0-15 0,-4 6-6 16,4-6-1-16,0 0-2 0,-3 6 9 0,3-6 8 15,0 12 27-15,-1-1-3 0,0 1 2 0,-1 5-6 16,2-1-3-16,2 1-3 0,-2 4-4 0,1-3 1 16,2 0-3-16,0-1-3 0,1 1-3 0,1-8 0 15,0 1-6-15,2 1-2 0,-1-3-4 0,2 0-6 16,1-3-3-16,-2 0 1 0,0-4-5 0,-1 1 0 16,-6-3-17-16,0 0 1 0,17-8 6 0,-12 4-5 15,-1-2-3-15,0-4 1 0,-3 0-2 0,-1-6 3 16,-1 0-1-16,1 0 0 0,-3-3 5 0,-1-6 2 0,3 6-4 15,0-8 8-15,-2 1-3 0,3 2 4 16,-1-1 11-16,2 4 1 0,-2 5 1 0,3 5 3 16,1-1-5-16,1 4 0 0,2-1-1 0,3 6 5 15,-1-1-6-15,0 4-2 0,-8 0 3 0,23 7 2 0,-9 4 9 16,1 0-1-16,-3 3-1 0,0 4 2 16,-2-1 1-16,-1 1 1 0,0-1 0 0,-2-1 1 15,-2-2 1-15,-1 2 0 0,0 0-1 0,-4-6-1 16,-2-2-1-16,0 3 4 0,-3-4-2 0,1-1 1 0,-2 0-2 15,-1-2 1-15,-1-1-2 0,2-2 0 0,6-1 1 16,0 0-4-16,-13-7-3 0,7 0-2 16,3-1 5-16,3-2-4 0,2-3-6 0,1-2 2 0,4-4-3 15,0-5-3-15,2-2-8 0,6 2 0 0,1 1 2 16,2 1 4-16,1 3-1 0,-2 8-2 16,-2-1 5-16,2 5-5 0,2 1 4 0,-7 5-4 15,0 6 14-15,-1 1 2 0,2 5 3 0,0 1 3 16,-3 6 9-16,-1 6 2 0,-2 1 3 0,-5 0-2 0,1 0-3 15,-2-1-2-15,-5-3 0 0,3 5-3 0,0-6-2 16,1-2-11-16,-2 0-22 0,1-1-33 16,2-1-20-16,1-4-38 0,4-2-67 0,-1 0-223 0,-1-3-430 15,1-3 190-15</inkml:trace>
  <inkml:trace contextRef="#ctx0" brushRef="#br0" timeOffset="-46530.76">9610 7251 153 0,'0'0'227'0,"0"0"-30"0,0 0-31 0,0 0-25 15,0 0-28-15,0 0-41 0,0 0-60 0,0 0-43 16,0 0-56-16,5 29-74 0,0-22-174 0,3 3 77 16</inkml:trace>
  <inkml:trace contextRef="#ctx0" brushRef="#br0" timeOffset="-46398.6">9730 7529 239 0,'0'0'241'0,"0"0"-9"15,0 0-18-15,0 0-17 0,0 0-21 0,0 0-39 16,0 0-72-16,0 0-82 0,0 0-75 0,0 0-140 16,0 0-252-16,13-26 112 0</inkml:trace>
  <inkml:trace contextRef="#ctx0" brushRef="#br0" timeOffset="-46259.71">9978 7376 47 0,'0'0'279'0,"9"-5"-25"0,-9 5-26 16,0 0-23-16,0 0-22 0,0 0-26 0,0 0-58 16,5-4-60-16,-5 4-70 0,5-7-56 0,-5 7-143 15,7-6-247-15,-7 6 110 0</inkml:trace>
  <inkml:trace contextRef="#ctx0" brushRef="#br0" timeOffset="-45394.11">3681 8022 48 0,'-11'-2'93'0,"2"2"-1"15,-1-1 17-15,10 1-6 0,-14 0 3 0,14 0-5 0,-11-1-6 16,11 1-12-16,0 0-7 0,-11-3-6 16,11 3-11-16,0 0-6 0,0 0-11 0,0 0-2 15,0 0-3-15,0 0-2 0,0 0-5 0,0 0 2 16,27 5 4-16,-8-3-9 0,3-2 5 0,10 2-1 15,6 2 3-15,-1-3 1 0,18 2 0 0,2-2-2 16,1 1 0-16,7-2-3 0,2 0-2 0,27-2-2 16,-2 2 4-16,2-4-5 0,-5 3-2 0,0-2-1 15,-26 3-3-15,32-1 2 0,-29 1-4 0,33-2 0 16,-9 0-3-16,1 5 1 0,-26-2-4 0,32 2 0 16,-7-1 0-16,1 2 0 0,-1 0-3 0,-24-2-1 15,24 3 3-15,2-3-1 0,-25 0 2 0,27 4-2 16,-27-4 3-16,30-1 1 0,-4 3 4 0,-28-1 6 15,26 1 9-15,-2 4-8 0,-26-3-5 0,30 0 5 16,-30-2 0-16,30 3-3 0,-3-1 2 0,-25-1 1 16,32 1 4-16,0 0-1 0,-1-5-3 0,1 2 4 15,-2-4-1-15,2 2 0 0,6 1-3 0,2-6 0 16,4 2-2-16,-3 1 1 0,0 0-2 0,-4-4-4 16,4 2 1-16,-5-2-2 0,-2 4 2 0,2-1-4 0,-3 0 6 15,0-2-1-15,-3 5 2 0,1-6-2 0,-4 5 1 16,-26-1-1-16,25 2 0 0,-26-1-2 15,26-2-1-15,-30 3-1 0,5 0 5 0,-8 2-1 16,2-4 4-16,-5 4 0 0,-15-1-2 0,-2 0-1 16,2 1 1-16,-8-1 0 0,0 5-4 0,-4-3-5 0,-9 0 2 15,2 0-8-15,-4 0-15 0,-4-2-17 16,-2 2-22-16,-4 2-38 0,-7-5-39 0,12 4-53 16,-7 0-49-16,-5-4-157 0,0 0-416 0,0 0 184 15</inkml:trace>
  <inkml:trace contextRef="#ctx0" brushRef="#br0" timeOffset="-45255.26">10201 7992 2029 0,'11'-6'-29'0,"-11"6"-78"0,8-8-97 0,-8 8-52 15,0 0 16-15,0 0-258 0,0 0 115 0</inkml:trace>
  <inkml:trace contextRef="#ctx0" brushRef="#br0" timeOffset="-41340.22">10178 8817 73 0,'-3'-10'125'0,"3"10"-15"16,-1-7-2-16,1 7-3 0,0 0-14 0,0 0 2 15,-1-10-13-15,1 10-7 0,0 0-9 0,0 0-10 16,0 0-4-16,0 0-3 0,0 0-11 0,0 0-1 16,0 0 0-16,0 0-8 0,0 0-3 0,0 0-4 15,0 0-1-15,8 22-1 0,-4-14 3 0,0 3-5 16,0 1 1-16,-2 0 2 0,5 5-1 0,-3-2-4 16,3 2 3-16,1 1 0 0,-4 2-3 0,4 5-4 15,-2 1 8-15,3-2-2 0,-4 2-5 0,1 2-1 16,0 0 2-16,-3-1-3 0,5 1 6 0,-3 3-3 15,-1-1 0-15,0 0 0 0,0 0-3 0,-1 0 2 16,1 0 1-16,1 0-11 0,-3 1 9 0,3 4 3 16,-3-2-2-16,2-3 0 0,0 3 0 0,-3-2-5 15,1 1 15-15,0-3-11 0,-1 3 4 0,2-2-5 16,1-1-2-16,-3 0 2 0,1-3 3 0,1 5-1 16,0-4 0-16,0 4-6 0,0-3 10 0,-2 1-2 15,1-3 1-15,-1 4-7 0,0-3 5 0,1-1 4 16,-2 0-1-16,1 0 4 0,1-1-3 0,0 0-14 0,0-5 17 15,2-1-3-15,-3 7-3 0,0-6 3 16,2 6-1-16,0-1 10 0,-1-5-10 0,1-2-3 16,3 8 3-16,-2-7 0 0,2-2-2 0,-3 3 3 15,2-1-7-15,0-1 2 0,-1 2 2 0,1-1-1 16,0 0-1-16,3 5-4 0,-3-7 2 0,-1 1-2 16,-2 0-2-16,4-3-5 0,-3-1-8 0,0 0-5 15,2 1-11-15,-3 1-8 0,-2 1 8 0,3-3 2 16,-2-2-3-16,2 3-38 0,-2-5-3 0,0 1-28 0,2-1-7 15,0-3-23-15,0-1-19 0,0 0-99 0,-3-6-260 16,6 7 116-16</inkml:trace>
  <inkml:trace contextRef="#ctx0" brushRef="#br0" timeOffset="-39145.76">10139 8886 45 0,'0'0'107'0,"-6"-9"-6"16,6 9-3-16,-4-10-24 0,1 6 5 0,3 4-7 15,-4-8-3-15,4 8-7 0,0 0 2 0,-3-7-13 16,3 7-4-16,0 0-3 0,0 0-6 0,0 0-2 16,-3-9-4-16,3 9-5 0,0 0 0 0,0 0-7 15,0 0 3-15,0 0-6 0,0 0 4 0,0 0 1 0,14 0-5 16,-14 0-3-16,24 4 3 0,-5-1-10 16,9-1 23-16,4-1-19 0,1 1 12 0,5 0 5 15,0-1-3-15,17-4-2 0,-1 7 1 0,4-6 2 0,-2-2-7 16,4 3 7-16,0-2-1 0,5-1-4 0,30-4 3 15,-3 4-1-15,-30 1-3 0,34-1-4 0,-4 1-3 16,0-1 3-16,-28 4-9 0,27-2 0 16,-2-1-2-16,-25 3 4 0,28 0-1 0,-28 0-7 0,3-3-1 15,25 1-3-15,-2 2 9 0,-22-2-4 0,26-1 0 16,-2-1 2-16,-26 3-1 0,32-4-1 0,-6 3 4 16,-2 0-7-16,0-3 7 0,-23 3-5 0,27 1-3 15,-4-3 1-15,-27 3-4 0,4-5 4 0,25-3 1 16,-26 5 0-16,30-8 11 0,4 3 1 0,-8-1 5 15,-2 3-6-15,-1-3 5 0,-23 4-2 0,25-4-6 16,-28 7 2-16,0 2 5 0,2-5-5 0,1 1 4 16,-2-1 1-16,24 1 4 0,-25-1 1 0,-2 4-3 15,4-5 5-15,-2 3-2 0,-3 1 0 0,1-2 4 16,1-3-17-16,-5 4 7 0,-1 1 0 0,-3-5 0 16,-1 7 0-16,-1-2 0 0,-12 1-3 0,14-3-10 15,-3 2 8-15,1 0-1 0,-14 3 8 0,2-1-8 16,14 2-3-16,-14-2 3 0,14 1-3 0,-2-1-3 15,-12 1 3-15,-1-3-8 0,13 3 2 0,-12-1 0 0,13 0 1 16,-14 1 3-16,12 0-8 0,-10-1-1 16,-2-1 3-16,0 1-3 0,2-2 4 0,0 2 0 15,-2-4 1-15,0 3-4 0,-3 1 10 0,-6-2-10 16,-1 2 4-16,-8-1 3 0,-1 2-2 0,-3-1 1 0,-3-1-1 16,-3 1 0-16,1 1 8 0,-11 0 2 0,12-3 0 15,-7 2 8-15,-5 1-5 0,10-2-4 16,-10 2 1-16,0 0 0 0,11 0 1 0,-11 0-7 15,5-3 2-15,-5 3-4 0,0 0 1 0,0 0-1 0,0 0 0 16,0 0-2-16,0 0 2 0,12 1-2 0,-12-1 2 16,0 0-3-16,0 0 1 0,11 2 3 15,-11-2-3-15,6 3-3 0,-6-3 6 0,8 3-3 16,-3 0 0-16,-5-3 3 0,15 0 2 0,-7 3-3 0,1-2 1 16,3-1-2-16,-2 2-1 0,0 2 3 0,3-3-6 15,0 2 2-15,1-1 4 0,-1 1-4 0,1-3-2 16,1 0 0-16,-4 0 5 0,3 0 0 0,-1 0-1 15,0 1-5-15,-3-2 3 0,-1 1-2 0,3 0 9 16,-12 0-4-16,12 0 1 0,-12 0 0 0,12-2-3 16,-12 2 1-16,9 0 2 0,-9 0-1 0,0 0 3 15,0 0-2-15,9 0 0 0,-9 0-3 0,0 0 2 16,0 0 1-16,6-2-4 0,-6 2 5 0,0 0-1 16,0 0-2-16,0 0 0 0,0 0-1 0,0 0-5 15,0 0 9-15,0 0-4 0,0 0-2 0,0 0 0 16,8 4 4-16,-8-4-1 0,0 0-1 0,0 0-4 15,5 5 5-15,-5-5 4 0,0 0-7 0,5 9 5 16,-5-9 5-16,4 9-6 0,-1-4 4 0,-2 3-2 16,1-1 4-16,2 3 2 0,-2-4-3 0,0 5-2 15,1-2-1-15,2 3 4 0,-2 3-1 0,1-4 0 16,-1 1-2-16,-2 1 0 0,2-2-1 0,-2 4 2 0,3 2-1 16,-3-2 3-16,-1 2 1 0,2-3-1 15,-1 1-1-15,-1 1 3 0,1-3 0 0,3 3 3 0,-3-1-4 16,-1 2 6-16,1 0-3 0,-1 1 0 15,0-1 2-15,-1 2 5 0,1 6-2 0,0-6-2 16,0 2-2-16,-1-2 2 0,1 7-2 0,-3-6 0 0,3 5 0 16,0 0-1-16,-2-1-5 0,3 1 5 0,-2-6-4 15,1 7 0-15,0-7-3 0,-1 0 5 0,1 0 0 16,-2 1-1-16,1 3-3 0,2 2 2 16,-1-5-4-16,2-2 3 0,-2 1-1 0,0 1 3 15,1-1 0-15,-2 0 0 0,2 7-1 0,-2-5 3 0,-1-3 2 16,2 1-1-16,-1 2-1 0,-2 3 0 0,1-5 0 15,2 0-1-15,-3 7-1 0,2-6 2 0,1-1-2 16,-1 1 4-16,2-1 1 0,-2 7 2 0,1 1-2 16,0-1-5-16,1-6 4 0,0 7 0 0,2 0-1 15,-3-2 2-15,0 1 3 0,1 0-8 0,-2 1-3 16,2-3 2-16,-2-3-2 0,2 4 3 0,-1 1-3 16,0-7 2-16,0 5-2 0,0 1-3 0,0-6-1 15,3 7 2-15,-3-8-2 0,0 2 3 0,0-3-2 16,-2 2 3-16,2-2-4 0,-1-2 2 0,-2 2-2 15,2-6 2-15,-1 1 1 0,-1-2-5 0,-1-1 2 16,0 2-1-16,-1 1-1 0,2-4 2 0,-3 1-4 16,4-1 1-16,-2 0 2 0,0-2 7 0,1 0-7 15,-2 3 1-15,-1-4-4 0,-2 0 4 0,2 2-2 16,-3-1 0-16,-2-2-2 0,-4 5 2 0,-2-1 6 0,-3-1-7 16,0-1 2-16,-7 4 1 0,-3-3-2 15,-1-1-2-15,-4-1 2 0,-1 4 3 0,1-4-4 16,-16 4-2-16,0-5 0 0,-2 1 6 0,-2-2-2 15,-4 3-1-15,-3 0-1 0,-4-1 1 0,-23-1-6 0,24 1 3 16,0-2 2-16,-25-1 2 0,28 3-4 0,-5-1 6 16,3 0-3-16,-2 0 0 0,-1 0 2 0,2-3 1 15,-24 3-5-15,27-1 4 0,-1 0-2 16,-27 0 7-16,29 0-9 0,-2 2 0 0,-1-5 1 0,-2 1 1 16,-1-1-1-16,-25 1-1 0,27-1 4 0,-23 3 1 15,23 0-3-15,-1-3 3 0,-23 3-4 0,26-4 2 16,-26 3-2-16,26-2 0 0,-4-1-1 0,3 4 2 15,-29 1 0-15,30-2 2 0,-1-3 1 0,1 1-4 16,-2-2 1-16,0 1 2 0,0 2-2 0,0 0 1 16,-2-2-2-16,1 2 2 0,7-1-1 15,-1 0-1-15,-6 2-2 0,4-2 4 0,6 0-1 0,-3 2 0 16,3 0 0-16,0 1 1 0,2-3-3 0,3 3 0 16,-3-6 1-16,1 6 2 0,-1 1-4 0,3-1 3 15,-3 1-2-15,2-1 2 0,-1 3-1 0,1-1-2 16,0-1 1-16,0-1 2 0,-1 1-1 0,-1 2 0 0,4-1-3 15,10-4 4-15,2 3 0 0,-14 1 2 16,15-3-4-16,1-3 2 0,0 2-1 0,4 1-1 16,-3-2-1-16,4 1 5 0,-4 1-2 0,3-2-1 15,2 0 0-15,-1 0 0 0,4 0-1 0,5 1 1 16,1 0 5-16,0-3-1 0,2 2-4 0,-3 1 6 16,1-4-6-16,-6 3 3 0,5 2-2 0,-5-2-3 15,7 0 3-15,-11 1-2 0,2 0 1 0,8 0 0 16,0-2 1-16,-6 2 1 0,5 0-2 0,2 1 0 0,-1-2 1 15,1 1 0-15,0 0-2 0,3-1 4 16,3 2-5-16,0-2-2 0,1 1 2 0,-1 0 5 16,2 1-1-16,2-2 1 0,-3 2-2 0,6-2 2 0,7 0 2 15,-18 1-6-15,11-1 2 0,7 0-1 0,-15 0 4 16,6-1-2-16,9 1 1 0,-14-2-3 0,6 2-1 16,8 0 2-16,-11 0 1 0,11 0 1 0,-12 0 0 15,5-2-2-15,7 2 1 0,-16-4-3 0,7 3-2 16,-1 0 6-16,1 1-4 0,0-2 2 0,-2 1-6 15,-1 1 8-15,3 1-3 0,9-1-2 0,-20-2 3 16,12 1 0-16,8 1 2 0,-13 0-1 0,13 0-4 16,-12-1 5-16,12 1-1 0,-8 0-7 0,8 0 0 15,0 0-5-15,-9-2-14 0,9 2-18 0,0 0-23 16,0 0-24-16,-9 3-20 0,9-3-41 0,0 0-36 16,0 0-215-16,0 0-434 0,1 11 193 0</inkml:trace>
  <inkml:trace contextRef="#ctx0" brushRef="#br0" timeOffset="-38106.86">11589 9840 38 0,'0'0'190'0,"-2"-11"-5"0,2 11-7 0,0-10-10 16,0 10-7-16,2-9-17 0,-2 9-20 16,0 0-12-16,3-7-13 0,-3 7-13 0,0 0-1 15,16 8-7-15,-9 1-7 0,1 0 3 0,5 4-6 16,-3 4-1-16,-1 6-8 0,1 2-2 0,-2-3-5 0,-2 2-2 15,1-5-5-15,-1 0-3 0,0 0-6 16,-3-1-5-16,1-3-3 0,-3-3-2 0,4-2-4 16,-5 0 1-16,2-1-6 0,-2-2 3 0,0-7 7 15,2 9 7-15,-2-9 12 0,1 6-1 0,-1-6-4 0,0 0-3 16,0 0-8-16,0 0 1 0,0 0-3 0,-16-17-5 16,10 7-4-16,5-1-3 0,-1-7-2 0,0 1 2 15,2-2 0-15,5-7-7 0,1-3-4 0,1 1 1 16,5 0-1-16,-1 0-3 0,11 2 1 0,-5-1 1 15,4 6 0-15,-3 1 0 0,4 4-4 0,-6 2 6 16,-1 5-9-16,0-1 1 0,-2 7-1 0,0 2 4 16,-1 2-3-16,0 2 5 0,1 2-2 0,1 7-5 15,1-1 3-15,-2 3 6 0,-3 2-2 0,3 5 1 16,-4-3-1-16,-3 2 4 0,6 4 0 0,-6-5 0 16,-1 0 1-16,1 5-2 0,-2-5-18 0,-2-1-27 15,-1 1-32-15,4 0-44 0,-3 0-30 0,1-2-39 16,3-2-45-16,-4-3-131 0,3-3-388 0,6-1 173 15</inkml:trace>
  <inkml:trace contextRef="#ctx0" brushRef="#br0" timeOffset="-37930.57">12347 9999 146 0,'0'0'178'0,"6"-4"-14"0,-6 4-18 15,9-5-10-15,-3 2-11 0,3-1-17 0,1 0-13 16,4 1-19-16,2-2-28 0,4 2-34 0,-3-1-17 16,4-1-34-16,2 1-19 0,-1 1-48 0,-4 1-69 15,0-1-188-15,-7 2 84 0</inkml:trace>
  <inkml:trace contextRef="#ctx0" brushRef="#br0" timeOffset="-37570.46">12607 10029 3 0,'0'0'144'0,"0"0"-4"0,0 0 4 0,0 0 5 16,10-22-4-16,-3 10-10 0,-1 2-4 16,3-4-12-16,2-5 2 0,0 2-3 0,5-5-4 0,0-1-16 15,-2 1-3-15,1 0-11 0,-1-1-7 16,1 0-11-16,-2-3-3 0,1 1-4 0,-3-1-6 0,1-1-3 16,-1 3-6-16,-2 6 1 0,-2 1 6 15,-3 1 4-15,-1 4-1 0,-1 2-4 0,0 1-5 0,-4 2-5 16,2 7-2-16,-5-9-7 0,5 9-2 15,-11-3-6-15,11 3-1 0,-16 6 1 0,3-1-8 0,1 6 2 16,-4 3-4-16,1-2 1 0,2 4-2 0,1 0-3 16,4 1-1-16,3-1-5 0,3 0 2 15,4-1 0-15,3 2 1 0,3-1-4 0,4-3 3 16,1 1 0-16,5 3-2 0,-2-5-4 0,6 6 5 0,-4-7-2 16,-2-2-1-16,-3 4-2 0,3-3 3 0,-3 3-3 15,-3-5 4-15,-4 3-2 0,1-3-1 16,-2 3 0-16,-4 1-4 0,2-3-7 0,-1 3-9 0,-4-4-21 15,-2 3-2-15,-3-2-35 0,0 2-21 0,-4-2-11 16,2-1-21-16,0-3-22 0,-1 3-22 0,6-3-147 16,-3-2-347-16,7-3 154 0</inkml:trace>
  <inkml:trace contextRef="#ctx0" brushRef="#br0" timeOffset="-36906.92">12985 9803 160 0,'0'-7'189'0,"2"0"2"0,-2 7-5 0,1-10-9 0,-1 10-24 16,2-8-7-16,-2 8-18 0,0 0-2 0,0 0-3 16,0 0-7-16,0 0-11 0,0 0-11 0,10 25-9 15,-7-14-8-15,5 0-10 0,-2-1-5 0,2 1-6 16,5 0-3-16,2-2-15 0,-2 1-1 0,3-1-6 0,-1-2-15 16,1-1-4-16,1-3-8 0,-5-1-1 15,1-1-4-15,1-2 2 0,-3-1-1 0,0-1-4 16,-1-3 2-16,-1 1-4 0,-1-1 3 0,-3-3 4 15,0 0 1-15,-1-1-4 0,-2 0 5 0,-2-4-1 0,0-1-1 16,-2-2 0-16,0 1 5 0,0 3 8 16,-1 1 4-16,1-1 3 0,-1 3 6 0,3-1 9 15,-2 5-4-15,2 6-6 0,0-10-4 0,0 10-3 16,0 0 0-16,0 0 3 0,0 0-1 0,0 0 1 0,0 0 1 16,10 20-2-16,-6-10 1 0,1 2-2 0,-1-2-1 15,2 6-2-15,3-4-1 0,-1-1-2 0,0-1 0 16,1-2-2-16,-2 2-1 0,4-3-2 15,0-3-1-15,1-1-5 0,-1-2-7 0,2 1-3 0,-1-6-3 16,-1 0 2-16,0-3-4 0,-2 1 1 16,0-2-5-16,-2-4 1 0,-3 2 5 0,3-6-3 0,-4-1 4 15,-1 1-5-15,0-5 6 0,-2-3-3 0,-2-2 1 16,-2-1 2-16,4 4 1 0,-6-1 1 0,6 5 8 16,0 6 3-16,-4 1 7 0,4 3-1 0,-2 1 2 15,2 8-7-15,0-10-4 0,0 10-1 0,0 0 2 16,0 0 2-16,0 0 4 0,0 0 2 0,2 30 3 15,2-14 0-15,-4 4 0 0,5-1-4 0,-4 0 6 16,1 0-6-16,0 0-3 0,2-1 0 0,-2-2 4 16,1 1-4-16,-3-6 3 0,0 1-3 0,4-2 6 15,-2-4-7-15,0 3-2 0,0-4-2 0,-2-5 4 16,4 9-3-16,0-6 1 0,-4-3 0 0,9 2 3 16,-9-2-4-16,15-2-1 0,-1-2-3 0,-1 2-1 15,-1-2 2-15,1 1-1 0,-1 0-5 0,1 2 3 16,-2 1 1-16,1 0-5 0,-2 2 0 0,-3 1 5 15,-1 0-1-15,2 1 3 0,-2 1 3 0,-4 1-2 16,-1 1 1-16,-1 0 0 0,-1 4 0 0,-3 0 2 16,-2-1-1-16,-4 1-3 0,1 3 0 0,-4 0-16 15,-3-2-18-15,-5 4-22 0,2-5-32 0,-6 0-42 16,5-3-47-16,2 2-46 0,-2-1-158 0,7-4-412 16,3-3 182-16</inkml:trace>
  <inkml:trace contextRef="#ctx0" brushRef="#br0" timeOffset="-36090.89">13670 9861 19 0,'21'-19'118'0,"0"0"-1"0,0 0-3 0,-1 1-1 16,-6 3-8-16,4-5-10 0,-7 4-17 16,0 0 13-16,0 0-11 0,-4 1-5 0,0 4 10 0,-3 3 4 15,0-2-8-15,-4 4-7 0,0 6-3 0,-2-11-8 16,2 11-7-16,-7-7-6 0,-1 5-8 0,8 2 0 15,-17 0-6-15,7 2-2 0,-1 3-4 0,-1 1-5 16,3 2-3-16,1 0-3 0,-2 1-1 0,4 1-13 16,1 0 10-16,1 3 1 0,4-3 3 0,0 2-9 15,2-1-3-15,5 0 2 0,1 2-4 0,4-1 2 16,-1-1 1-16,3-4-5 0,-1 5 2 0,3-1-3 16,-3-2-1-16,0 4 2 0,-3-5-1 0,-1 3-1 15,-3-2-1-15,0 2-3 0,-5 0-2 0,-2 0 1 16,-1-1-8-16,-4 2-7 0,1 0-15 0,-5 0-22 15,-4-1-30-15,1 2-10 0,-1-4-26 0,1 2-133 0,-4-4-274 16,7-1 121-16</inkml:trace>
  <inkml:trace contextRef="#ctx0" brushRef="#br0" timeOffset="-35857.61">14009 9509 73 0,'0'-10'210'0,"-2"1"-12"0,2 9-15 0,-2-13-19 0,2 13-17 16,0 0-11-16,0 0 11 0,0 0 1 0,0 0-10 15,4 41-10-15,-2-12-5 0,0 5-12 0,-2 2-12 16,0 0-9-16,0-1-4 0,1 13-14 16,-1-19-7-16,0 2-8 0,4-2-8 0,-4 1-19 0,6-4-17 15,-3 0-30-15,2-7-21 0,-1-2-35 0,1 1-42 16,-5-2-36-16,2 1-52 0,-4-1-109 15,-1-6-338-15,1-1 150 0</inkml:trace>
  <inkml:trace contextRef="#ctx0" brushRef="#br0" timeOffset="-35376.82">14058 9775 56 0,'21'-7'188'0,"-3"0"-2"0,2 4-3 16,-2-2-8-16,4 2-3 0,-2 3-8 0,-3 4-16 15,0 0-10-15,-1 3-11 0,-3 2-16 0,3 0-8 16,-5-1-7-16,1 4-9 0,-5-2-9 0,-3-1-11 16,2 4-4-16,-3-4-6 0,-1 5-5 0,-3-3-4 15,0 0-4-15,-6 0-11 0,2-2-10 0,-1 1-4 16,-1-5-7-16,3 2 4 0,-3-3-4 0,3 2 2 16,4-6-6-16,-9 1 3 0,9-1-4 0,0 0-2 15,0 0-7-15,0 0-8 0,-5-14-4 0,5 14-5 16,7-22 7-16,0 7 1 0,1 1-1 0,4-3 2 15,5-3-1-15,0 2 5 0,2-3-1 0,-5 8 5 16,5-4 0-16,-6 5-1 0,0 1 3 0,-2 3 4 16,-2 0 5-16,-2 2 0 0,2 1 0 0,-2 0 1 15,-3 2-3-15,1 0 3 0,-5 3 1 0,0 0 7 16,13 4 4-16,-13-4 1 0,5 8 0 0,-5-1-4 16,0-7 2-16,0 12-3 0,0-5 2 0,0-7-9 0,0 14-1 15,2-9-1-15,1 2-1 0,0 0-1 16,0-1-4-16,1-1-3 0,3-2-3 0,-1 1 1 0,2 0-7 15,3-4-5-15,0 0 0 0,0-2-6 16,1-1 2-16,-1-1 2 0,2 2 0 0,-4 0 1 0,2-2 1 16,-4 1 4-16,-1 2-2 0,-6 1 2 0,9-4 1 15,-9 4-3-15,0 0 3 0,8 0 4 16,-8 0-6-16,5 8 6 0,-5-8-7 0,2 10 3 16,-2-3-24-16,0 2-10 0,0 2-31 0,2-2-23 0,0-1-39 15,2 0-27-15,-1-1-149 0,-2-1-338 0,-1-6 149 16</inkml:trace>
  <inkml:trace contextRef="#ctx0" brushRef="#br0" timeOffset="-35162.11">14734 9482 110 0,'0'-14'228'0,"0"4"-5"15,0 3-14-15,0 7-19 0,0-10-22 0,0 10-11 16,0 0-9-16,0 0 2 0,0 0-2 0,6 33-15 15,-6-4-7-15,-2 0-13 0,4 2-12 0,-2 2-5 16,0-1-10-16,0 0-6 0,1 1-12 0,1-2-9 16,1 0-12-16,1-2-23 0,0-3-22 0,-1-7-28 15,4 8-44-15,-2-3-36 0,1-7-38 0,0 0-48 16,-3 1-163-16,-1-8-384 0,3-1 169 0</inkml:trace>
  <inkml:trace contextRef="#ctx0" brushRef="#br0" timeOffset="-35033.02">14726 9674 103 0,'0'0'86'0,"6"-10"-29"0,0 7-39 16,0 1-22-16,-6 2-40 0,13 2-46 0,-5 4 20 16</inkml:trace>
  <inkml:trace contextRef="#ctx0" brushRef="#br0" timeOffset="-34774.83">14959 9877 153 0,'7'-8'183'0,"4"0"-3"15,2-3-7-15,-1 0 10 0,2-3-19 0,-1-2-6 0,3-3-15 16,-3 3-9-16,-2 0-15 0,1 0-12 16,-2 0-9-16,-1 0-8 0,1 1-10 0,-2 1-8 15,-5 4-9-15,3 0-4 0,-3 1-5 0,-2 6-6 16,-1 3-5-16,0 0-5 0,-5-12-9 0,5 12-1 0,0 0 0 15,-22 9-3-15,12-2 0 0,1 8 1 0,-5-1-1 16,1 3-2-16,3-1-5 0,-3 6 0 16,7-4-3-16,0-1-2 0,1-2 0 0,3-1-5 15,4 2-10-15,0-1-11 0,3-5-10 0,1-1-25 0,3 1-17 16,2-2-35-16,1-2-32 0,-2 0-38 0,2-1-178 16,-5-3-376-16,-7-2 167 0</inkml:trace>
  <inkml:trace contextRef="#ctx0" brushRef="#br0" timeOffset="-34611.52">14616 9694 39 0,'0'0'141'0,"19"-8"-20"15,0 0-13-15,12 1-39 0,5-4-32 0,16-2-32 16,-3 2-92-16,-14 1-94 0,4 0 42 0</inkml:trace>
  <inkml:trace contextRef="#ctx0" brushRef="#br0" timeOffset="-30413.62">10452 8478 50 0,'0'-7'121'0,"2"-3"-2"0,-2 10-3 0,0-15 3 16,1 7 1-16,-1 8-6 0,0-13-3 0,0 13-11 15,0-6-17-15,0 6-8 0,0 0-7 0,2-6-4 16,-2 6-7-16,0 0-1 0,0 0-14 0,0 0 0 16,0 0-2-16,0 0 0 0,0 0-6 0,0 0 2 15,12 27-5-15,-11-16 0 0,4 6 0 0,-3 1-3 16,1-1 1-16,4 9 3 0,-6 1 6 0,3 0-7 16,-2-2 3-16,2 0 1 0,-2 0-3 0,-2 2-4 15,1-1 1-15,-1-1-7 0,-3-4 2 0,3-4-2 16,0 8-2-16,0-7-3 0,0-2 1 0,3 0-1 0,-1 0-2 15,0-4 1-15,-1-2-7 0,0 2 2 16,-1-3-3-16,0-2-1 0,2 3-4 0,0-3-7 16,-1 0-14-16,1-1-16 0,-2-6-17 0,1 11-10 0,3-7-26 15,-4-4-10-15,0 0-14 0,0 0-30 16,0 0-130-16,0 0-292 0,0 0 129 0</inkml:trace>
  <inkml:trace contextRef="#ctx0" brushRef="#br0" timeOffset="-29708.81">10519 8346 82 0,'-7'-8'109'16,"7"8"-14"-16,-3-7-3 0,3 7-8 0,0 0 1 16,-6-6-10-16,6 6 1 0,0 0-17 0,0 0-2 15,0 0-5-15,0 0-15 0,9-8 5 16,-1 6-1-16,2 0 7 0,4-1-1 0,5-1-15 0,11-2 8 16,1 2-1-16,2-2-1 0,1 2 3 0,2-1-8 15,2-2-3-15,12-2-3 0,3 1-2 0,-14 4-2 16,-3-2 1-16,1 1-7 0,1 1-4 15,-2 1 6-15,0-1-6 0,-3 1-1 0,-2 0-2 0,-3 3-1 16,-6-1-1-16,-3 1-8 0,0-2 2 0,-6 2 2 16,1 0 2-16,-4 0 4 0,2-2-4 0,-5 4-10 15,-7-2 7-15,14 0-5 0,-7 0 7 0,-7 0-2 16,9 4 4-16,-9-4-11 0,9 2 13 0,-9-2-6 16,6 1-3-16,-6-1 4 0,0 0 2 0,8 3-3 15,-8-3 1-15,3 4-2 0,-3-4 9 0,4 6-4 16,-4-6 3-16,4 8 1 0,-2-1 7 0,-2-7-2 15,1 14-1-15,0-7 7 0,0 1-8 0,2 2 8 16,-1 0 2-16,-2 1-4 0,2 1-1 0,-2 1 9 16,0-2-2-16,1 7-3 0,0 1 5 0,1-2-7 15,1 1 7-15,-3 9 2 0,2-6-1 0,-2 3 1 16,3 0-5-16,-3-3 5 0,2-2-6 0,-1 1 2 16,3-1-2-16,-2 6-3 0,0-7 0 0,0 2-4 15,1-1 2-15,-2-2-4 0,0 0-4 0,1 0 3 16,-1 0-3-16,0-6 0 0,-1 1-2 0,3-3 1 15,-1 4-2-15,-4-3-3 0,2-1 5 0,2-1-1 0,-2-1 0 16,0-7-5-16,-5 12 1 0,5-12 1 16,-1 8-1-16,1-8 1 0,-1 9-4 0,1-9 6 15,-7 7-1-15,2-4 2 0,5-3-6 0,-11 5-3 16,0-3 4-16,0 0-1 0,-3-1 1 0,-3 0 0 0,-2 2-4 16,1-2 3-16,-4 3-2 0,1 0 3 0,-9-1-7 15,2 3 4-15,6-3-4 0,1 2 0 0,-1-2 0 16,-5 2-8-16,7-1-10 0,2 1-17 0,0 2-24 15,0-2-17-15,4-1-33 0,1 0-29 0,3 0-49 16,-4-1-110-16,5 3-324 0,9-6 144 0</inkml:trace>
  <inkml:trace contextRef="#ctx0" brushRef="#br0" timeOffset="-29144.54">12341 8283 5 0,'-1'-10'176'0,"-2"4"-7"15,3 6-11-15,-1-10 2 0,1 10-5 0,-3-8-11 16,3 8-19-16,0 0-16 0,0 0-15 0,0 0-3 16,0 0-10-16,0 0-2 0,0 0 0 0,10 38-7 15,-6-12 6-15,0 5-1 0,1 3-6 0,-1 2-2 16,0 9-9-16,2-11-6 0,-4 0-4 0,2 2-2 15,-2-3-6-15,0-2-3 0,1-2-2 0,-3-2-6 16,6 1 0-16,-4-8-1 0,1-1-5 0,0-1-3 16,-3 1-2-16,4-3 1 0,-4 0-3 0,0 0-4 15,0-5-4-15,0-2-18 0,0 3-6 0,-4-2-28 16,4-3-17-16,-5 2-19 0,4-2-20 0,1-7-35 16,-4 10-31-16,0-6-161 0,4-4-352 0,-11 0 156 15</inkml:trace>
  <inkml:trace contextRef="#ctx0" brushRef="#br0" timeOffset="-28563.77">12391 8333 74 0,'10'-6'116'0,"3"-1"-11"0,2-3-7 0,2 3-1 15,3 1-19-15,-2 0-7 0,2 1 16 0,1 1-26 16,10 0-12-16,-4 1 2 0,-7 2-1 0,9 1 9 16,1 0-3-16,-1 1-9 0,0 2-3 0,-2-3-2 15,2 4-7-15,0 0-2 0,-9-3 0 0,7 3-5 16,-6-2 4-16,-1 1-9 0,2 1-1 0,-2-1 2 16,7 1 3-16,-4 0-4 0,-5-1 7 0,4-1-8 15,-1 1-5-15,-2 0 3 0,0 0 8 0,-2-3-6 16,-1 0 2-16,-3 2 0 0,2 0-4 0,-5-3-3 15,2 2 0-15,-3 1 0 0,-2 0 4 0,3 0 2 16,-2-1-7-16,-2 1 0 0,-6-2-3 0,11 0-4 16,-11 0 3-16,7 3 4 0,-7-3-7 0,7 3-3 15,-7-3-7-15,5 3 15 0,-5-3 1 0,6 6-5 16,-4 0 4-16,1-1 1 0,-3-5 8 0,4 16-5 16,-2-4 14-16,0-1 11 0,3 8-1 0,-2-3-6 15,-1 4 2-15,0 4-1 0,0 1 1 0,-2-7-3 0,-4 8 1 16,4 1-3-16,-4-2-2 0,3-1-3 15,-4 1-2-15,1 0 0 0,2-7-7 0,2 2 2 16,-3-3-3-16,1 0 2 0,-2-1-4 0,2 0 2 0,0-1-5 16,-1-2-2-16,1-3-1 0,0-1 1 15,0-2-2-15,-1 0-1 0,1 0 1 0,2-7-3 16,-5 11-2-16,5-4 3 0,-4-3 1 0,-2-1 0 16,-1 1-3-16,-5-1-6 0,1-1 0 0,-5 0-5 0,-1-1-1 15,-2-3 0-15,2 1-2 0,-4-3-1 0,1 0-9 16,2 2 1-16,-2-3-10 0,1 2-3 0,-2 1-15 15,2-1 1-15,2 1-21 0,-2-1 3 0,-1 3-16 16,2 0-17-16,0 3-11 0,3 0-11 0,-6-1-24 16,8 2-18-16,-5 1-110 0,0 0-291 0,7-1 129 15</inkml:trace>
  <inkml:trace contextRef="#ctx0" brushRef="#br0" timeOffset="-28040.64">14187 8185 98 0,'2'-6'177'0,"0"1"-1"0,-2 5-3 16,3-11-13-16,-3 11-10 0,2-5-20 0,-2 5-12 0,0 0-17 15,0 0-13-15,6-3-5 0,-6 3-6 16,0 0 8-16,7 22 4 0,-2-6-10 0,0 9-2 16,-2 1-9-16,2 0-7 0,-3 3 1 0,3 0-2 15,-3 2-4-15,0 2-3 0,0-2-2 0,0 1-5 0,1 0 1 16,-3-4-7-16,1 2 0 0,1-5-8 0,-2-5-1 15,1-1-3-15,-1 0-1 0,-1 2-2 16,1-5-6-16,0 2 0 0,0-1-2 0,-3-1-10 0,0-4-22 16,1-1-13-16,0 0-20 0,2-2-17 0,-2 0-12 15,1-3-30-15,1-6-27 0,0 8-25 0,0-8-178 16,0 0-363-16,0 0 161 0</inkml:trace>
  <inkml:trace contextRef="#ctx0" brushRef="#br0" timeOffset="-27279.94">14216 8185 10 0,'0'0'84'0,"0"0"-4"16,0 0-12-16,5-11 7 0,-5 11-10 0,8-4-2 15,-1 2-13-15,5-2 5 0,-1 1-2 0,7 1 0 16,1 0-4-16,2 0 9 0,-1-1-9 0,2 0-3 16,6 1 4-16,3 0-4 0,2-1 2 0,-1-1-6 15,7 1-9-15,-1-1 4 0,2 1-3 0,11-3-3 16,-13 1 2-16,13 1 2 0,-16-2-8 0,-1 3 0 16,0-1 2-16,-5 0-6 0,-7 1 1 0,-2 0 2 0,0 2-6 15,-4-1-3-15,-2 0-2 0,-1 0-1 16,-1 1-4-16,-2 1 1 0,-3-1 1 0,5 1-1 15,-12 0 0-15,13 0-2 0,-5-1-3 0,-8 1 0 16,14 1 6-16,-9 0 1 0,-5-1-8 0,13 1 10 0,-4-1-9 16,-9 0 9-16,10 2-5 0,-10-2 4 0,9 2-2 15,-9-2 1-15,11 0-2 0,-11 0 0 16,11 3 0-16,-5-2 4 0,-6-1-7 0,9 4 5 16,-9-4 0-16,9 1-1 0,-9-1-4 0,9 4 1 0,-9-4 2 15,5 3-2-15,-5-3 4 0,4 3-7 16,-4-3 2-16,0 0-1 0,4 7-1 0,-4-7 0 15,8 4-2-15,-8-4 10 0,6 7 1 0,-5-2 2 0,3 1 5 16,-4-6-5-16,4 11-1 0,-1-3-1 0,-1-1 3 16,-1 0-1-16,3 2-2 0,-4 2 1 0,4-2 5 15,-3 3-8-15,1-2 3 0,0 2-3 0,-2-1 7 16,2 5-1-16,0-3-2 0,-2 0-1 0,2 3-2 16,-1-1 1-16,2-1-4 0,-2 4 3 0,-2-2 4 15,1 0 1-15,1 0-5 0,1-4 3 0,-2 0-1 16,1 5 1-16,0-7-2 0,-1 3-6 0,3-1 2 15,-2 1 0-15,3-1-2 0,-3 2-1 0,3-3 2 16,-3 0 0-16,3 0 1 0,-1 1-7 0,-1-3 6 16,0 1-9-16,3 0 4 0,-4-2 0 0,3 0 1 15,-2 2-3-15,-1-5 0 0,-1-5-1 0,1 12 3 16,1-7-4-16,-2-5-1 0,2 10 6 0,-2-10-6 16,0 9 0-16,0-9 2 0,-2 9 0 0,2-9 6 15,-4 5-5-15,-1 1-1 0,5-6-1 0,-10 4 0 16,-1-1-4-16,0-1-2 0,0 0 2 0,-2 3-3 15,-1-2 1-15,-3-1-2 0,-2 3-5 0,-3-1-2 16,-3 4-1-16,-5-4-11 0,2 1 7 0,-1 1-9 16,-3-1-4-16,1 1 2 0,0 0-7 0,1 0-6 15,-1-1-4-15,4 1-6 0,2 0-19 0,2-2-14 0,8-1-23 16,-2 0-26-16,5 0-147 0,-2-2-305 0,3 0 135 16</inkml:trace>
  <inkml:trace contextRef="#ctx0" brushRef="#br0" timeOffset="-27107.3">14832 8707 50 0,'0'0'104'0,"0"0"-21"0,0 0-27 16,0 0-37-16,0 0-28 0,0 0-42 0,0 0-54 15,0 0 23-15</inkml:trace>
  <inkml:trace contextRef="#ctx0" brushRef="#br0" timeOffset="-20452.62">10498 8919 28 0,'0'0'66'0,"-4"-8"-6"0,4 8 4 15,-3-5-5-15,3 5-7 0,0 0 4 0,-4-6 1 16,4 6-4-16,0 0-2 0,-4-9-9 0,4 9-8 15,0-8 0-15,0 8-3 0,0 0 0 0,0-11-11 16,0 11-4-16,4-7 5 0,-4 7 2 0,0 0-5 16,0 0 6-16,0-11-14 0,0 11 8 0,0 0-9 15,0 0 3-15,1-7-3 0,-1 7 5 0,0 0 8 0,0 0-5 16,0 0-11-16,0 0 11 0,0 0-2 16,0 0-8-16,0 0 1 0,0 0-6 0,0 0 2 15,0 0-6-15,0 0 4 0,0 0 3 0,0 0 0 16,0 0 0-16,0 0-6 0,0 0 1 0,0 0 1 0,0 0 0 15,0 0 5-15,0 0-7 0,0 0 7 0,0 0-2 16,0 0-1-16,0 0-5 0,0 0 7 0,0 0 0 16,0 0-3-16,0 0 5 0,0 0 3 15,0 0 4-15,0 0-3 0,0 0 1 0,0 0-8 0,0 0 12 16,0 0-2-16,0 0 7 0,0 0-2 0,0 0 4 16,0 0 0-16,0 0-4 0,0 0 6 0,0 0 9 15,3 22-11-15,-3-22 6 0,1 12 3 0,-1-6 2 16,1 1-5-16,-1 3-3 0,1 0-20 15,-1-2 11-15,2 2 3 0,-2 0-4 0,0 2 8 0,-2-1-10 16,4 1 10-16,-4-2-5 0,2 6 2 0,0-4 6 16,2-1-11-16,0 3 12 0,0-3-8 0,0-1 3 15,-1 1-4-15,1 1-4 0,-1-1 2 0,3 0-1 16,-2-2 2-16,0 2 5 0,0 2 7 0,2-3 0 16,-2-1 0-16,1 4 0 0,1-3-8 0,-1-2-2 15,0 0 3-15,1 1 6 0,-1 2 1 0,1-3-4 16,2 2 3-16,-4-3-3 0,4 1-4 0,-3 0-2 15,3-1-1-15,-4 1-1 0,2 0-1 0,2 1 3 16,-2-2-6-16,1 2 1 0,0 0-1 0,1-1 2 16,-4-2-5-16,3 0 3 0,2-1-3 0,-1 2-1 15,-1 0 3-15,0-2-4 0,2 1-1 0,-1 0 3 16,-1-1 0-16,3 2-2 0,-2-2 2 0,1 0-3 16,0-1 3-16,2 2 2 0,-2 1-3 0,-1-3 1 15,3 2 1-15,-1 0 2 0,-1-3-1 0,-2 0 2 16,3 1 1-16,-3-1-5 0,3 0 3 0,-2 0-1 0,2 0 3 15,1-1-4-15,0 2-1 0,0-2-4 16,1 0 5-16,0 0-1 0,0 1-1 0,3-1-1 16,-3-2 0-16,4 0 7 0,-1 0-5 0,-1 0-2 15,0-1 4-15,1-2-7 0,0 3-2 0,-1-1 3 0,1-1 1 16,1 0 1-16,-3 1-1 0,3-1-2 16,-1-1 0-16,1 1-4 0,-3-4 5 0,2 5-3 15,1-4 2-15,-1 2 0 0,1-1 0 0,-4 1-4 16,3-1 4-16,-2 0 0 0,1-1-3 0,1 2 2 0,-3-4 1 15,0 3-4-15,1 0 0 0,-3-1-3 0,3 1 6 16,-4 0-4-16,1-4 3 0,0 5-4 0,-1-4 1 16,0 1 1-16,0-3-1 0,-2 3 2 15,-1 3 1-15,0-2-3 0,0-1 2 0,0 0-3 0,0 0 0 16,2-2 2-16,-2 3-1 0,1-2-1 0,-3 2 6 16,2-1-5-16,0-3 0 0,1 3-1 0,-3-4-2 15,4 3 3-15,-1-1-1 0,-1 1 1 0,1-1 0 16,0-1 1-16,0 1-3 0,2-2-2 0,0 3 4 15,-1 0-3-15,0-1 4 0,-1-2-4 0,1 1 4 16,-2 2 0-16,1-2 1 0,0-1-4 0,2 1-3 16,-5-1 0-16,1 1 8 0,1-3-2 15,-1 3-4-15,-3-3 1 0,3 3 5 0,-2-1-4 0,1-1-1 16,-4 0 3-16,2 4 0 0,0 7-2 0,-4-18 1 16,2 9 1-16,1 2 0 0,-3 0-4 0,1 0 6 15,1-2-4-15,0 2 4 0,-3 1-7 0,3-3 8 16,-1 2-1-16,3 7 0 0,-1-13-1 0,-3 7 3 15,3-1-6-15,1 7 3 0,-3-12 1 0,2 5 1 16,1 7-2-16,-5-11 3 0,5 6-2 0,0 5-1 16,-4-14-1-16,2 5 7 0,0 2-5 0,0-1-1 15,2 8-1-15,-3-12 0 0,-1 3-3 0,2 0 2 16,2 1-1-16,-2 0-2 0,2 8 0 0,-5-13 4 16,5 6-4-16,-5 1 5 0,5 6-2 0,-4-10-3 15,3 4 0-15,1 6 2 0,-2-9-2 0,2 9-1 16,-4-5-9-16,4 5-16 0,0 0-18 0,-3-6-17 15,3 6-22-15,0 0-17 0,0 0-12 0,0 0-28 16,0 0-16-16,0 0-41 0,-10 20-146 0,6-14-373 16,0 4 165-16</inkml:trace>
  <inkml:trace contextRef="#ctx0" brushRef="#br0" timeOffset="-19936.86">10728 8977 52 0,'0'0'150'0,"-3"-14"-3"0,3 14 13 16,0-11-2-16,-2 5-10 0,2 6-9 16,-2-9-4-16,2 9-8 0,0 0-17 0,-2-9-1 0,2 9-15 15,0 0-10-15,0 0-8 0,0 0-8 0,0 0-4 16,0 0-1-16,0 0-4 0,0 0 1 0,8 21 5 15,-4-5 1-15,1 1-3 0,0 7 3 0,0 3-9 16,0-3-2-16,-1 1-4 0,0 0 2 0,2 1-5 16,-3-6 5-16,-1 5-12 0,1-9-4 0,0 10-1 15,-1-7 0-15,1-3-5 0,-1 0-3 0,1-2-5 16,-1-2 0-16,0 0-2 0,-2-5 0 0,2 3-7 16,1-1 0-16,-1-1-2 0,-2-1-1 0,0-7 0 15,2 13-3-15,-1-5 2 0,-1-8 0 0,-1 7-3 16,1-7 2-16,0 9-8 0,0-9-1 0,0 8-17 15,0-8-12-15,0 0-15 0,-3 8-17 0,3-8-15 16,-6 7-26-16,6-7-8 0,-7 5-36 0,7-5-2 16,-6 5-25-16,6-5-4 0,-5 3-141 0,5-3-343 15,0 0 153-15</inkml:trace>
  <inkml:trace contextRef="#ctx0" brushRef="#br0" timeOffset="-19660.02">10748 9082 87 0,'0'0'111'0,"10"-8"-10"0,-1 2-3 0,0 2-3 16,2-1-4-16,3 1-4 0,4 3-2 0,1 1-5 16,0 0-5-16,-7 1-5 0,5 2-1 0,-3 0-3 15,-4 3-8-15,1-2-4 0,-3 3 0 0,0-1-5 0,-3 3-3 16,0-1-4-16,-1 1-7 0,-3-2 1 15,-4 2 3-15,-1 1-2 0,-4-1-2 0,-3-1-6 16,-1 3 0-16,-4-1-4 0,-1 1 2 0,2-3-1 0,4-4-3 16,-2 2-3-16,0 0-6 0,-1-1-5 15,4 0-9-15,0-2-26 0,2 0-25 0,2-2-26 16,6-1-35-16,-9 3-144 0,9-3-278 0,0 0 123 16</inkml:trace>
  <inkml:trace contextRef="#ctx0" brushRef="#br0" timeOffset="-18443.11">12410 8704 70 0,'0'0'129'0,"0"0"-11"0,-6-5-3 15,6 5-12-15,0 0-4 0,0 0-14 0,0 0-21 16,-3-4 6-16,3 4-9 0,0 0 2 0,0 0-1 15,0 0 1-15,0 0 8 0,1 23-10 0,-1-13 5 16,0 1-1-16,2 5 0 0,-2 0-4 0,-2 0-5 16,2 0-1-16,0 3 0 0,2-2-8 0,-2-1 0 15,1 2-2-15,-1 0-3 0,1 1-4 0,-1 0 0 0,4 1 1 16,-2-1-3-16,0-1 3 0,1-1-4 16,3 1-6-16,-1-1 0 0,0-1 0 0,-1 1 0 15,2 2 1-15,1-4-3 0,-2 2-2 0,2-2-2 16,4-1 0-16,-5-1-3 0,1-4 5 0,1 1-1 0,4 0 1 15,-3 0 1-15,1-4-3 0,5 3 0 0,-3-4 3 16,3 0-6-16,2 0 0 0,2-2-3 0,-1 0 4 16,-1 0-2-16,2-3-3 0,0 2 3 15,0-2-3-15,-1 1-3 0,5-2 0 0,-4 1-2 0,4-2 2 16,-4 1-5-16,2-1 4 0,-2 0-4 0,0 0 1 16,2-1 0-16,-2 0 1 0,0 2-1 0,-1-1-1 15,1-1 1-15,-6 0-3 0,-2 2-1 16,1-1 6-16,0 0-3 0,-5 1-2 0,3-2 2 0,0 0 2 15,1-1-2-15,-5 1 4 0,3-2-1 0,-1 0 2 16,-3 1-3-16,1-1 0 0,4 0 1 16,-2-3-3-16,-1 2-2 0,1-4 5 0,0 2-5 0,1-2-1 15,-5 1-1-15,3-2 5 0,0 2-4 0,-2-4 0 16,-1-2-2-16,-2 4-2 0,2-2 2 0,-4-3 0 16,3 4-1-16,-3 0 0 0,0-1-2 0,0 2 2 15,0-2 0-15,0 1 2 0,0 1-3 0,0-1-1 16,-3 2 2-16,3-2-1 0,-2 1 1 0,2-1-3 15,-2 1 0-15,0-2 1 0,0 3 2 0,0 0 2 16,-1 0-2-16,1-1 3 0,-2 1-3 0,1 1 0 16,0-1-2-16,-3 0 4 0,2-1-3 0,1 3 2 15,-1-2-3-15,0 0 3 0,2 5-6 0,0-3 11 16,2 8-7-16,-4-12 4 0,0 7-8 0,4 5 3 16,-4-10-3-16,1 5-4 0,3 5-6 0,-4-12-6 15,2 8-9-15,2 4-13 0,-6-8-14 0,6 8-12 0,-1-5-18 16,1 5-3-16,0 0-15 0,0 0-16 0,-5-6-4 15,5 6-8-15,0 0 15 0,0 0-9 16,0 0 15-16,0 0 3 0,0 0-2 0,0 0-15 16,-4 19-11-16,2-12-86 0,1 2-238 0,-1-1 106 0</inkml:trace>
  <inkml:trace contextRef="#ctx0" brushRef="#br0" timeOffset="-18126.62">12686 8791 103 0,'-4'-5'198'16,"4"5"-9"-16,-2-12-5 0,-1 9-11 0,3 3-15 15,0 0-22-15,-2-10-8 0,2 10-18 0,0 0-8 16,0 0 1-16,0 0 0 0,2 36-8 0,1-16-3 15,1 9-4-15,-2-2-5 0,0 4-4 0,0 0-7 16,-1-1-4-16,3-1-6 0,-4-2-4 0,4 1-5 16,-4-9-6-16,2 6-6 0,-2-1 3 0,1-5-8 15,2-1-5-15,-1-5-4 0,0-1 0 0,-2 3-7 16,0-3-13-16,0-1-18 0,0-1-27 0,-2-1-27 16,2 0-25-16,-4-3-19 0,0 1-28 0,0-4-26 15,4-3-21-15,-13 8-136 0,1-6-347 0,12-2 153 16</inkml:trace>
  <inkml:trace contextRef="#ctx0" brushRef="#br0" timeOffset="-17902.81">12682 8939 70 0,'9'-7'135'0,"1"1"3"0,2 0-11 0,-1 4 11 15,1-1-2-15,-1 4-5 0,0 1-3 0,-1 2-6 16,-2 0-10-16,1 3-9 0,-3 1-3 0,2-2-11 15,-4 2-5-15,-2 1-12 0,-2 2 0 0,0 1-12 16,-4-2 2-16,-3 2-4 0,-2 1-5 0,-2 0-7 16,-3-1-4-16,1 2-6 0,2-3-2 0,-1-2-14 15,-1 0-18-15,-1 1-17 0,3-3-22 0,1-2-23 16,0-2-39-16,-1 2-33 0,2-1-41 0,9-4-103 16,-16 0-299-16,16 0 132 0</inkml:trace>
  <inkml:trace contextRef="#ctx0" brushRef="#br0" timeOffset="-16733.41">14352 8549 63 0,'0'0'63'0,"0"0"-12"0,-2-6 8 0,2 6-5 16,0 0-8-16,0 0 2 0,0 0-3 0,0 0-6 16,0 0-4-16,0 0-1 0,0 0 0 0,0 0-5 15,0 0 14-15,0 0 5 0,0 0-5 0,0 0 1 16,0 0 9-16,-10 15-3 0,7-10 8 0,3-5 0 16,-5 8 4-16,5-8-3 0,-2 12-7 0,0-9-4 0,2-3-8 15,-4 9 2-15,1-5-8 0,3-4 3 0,-4 5-3 16,4-5-6-16,-11 7 5 0,5-4-10 15,0 1 5-15,6-4-10 0,-9 4-1 0,9-4 3 0,-11 1-2 16,11-1-4-16,-7 0 0 0,7 0-4 0,0 0 0 16,-7 2-1-16,7-2 1 0,0 0-6 15,0 0-1-15,-6 6 1 0,6-6 3 0,0 0-6 0,-4 11 3 16,4-11 2-16,0 10-2 0,0-2 5 0,0 1 12 16,0 3 4-16,0 0 0 0,2 4 4 0,0 3 4 15,0-4-7-15,2 1-1 0,3 2 1 0,-2 0 7 16,0 1 5-16,5-1 2 0,-3-1-2 0,7 6-2 15,-1-2 4-15,-4-3 0 0,1 0-2 0,3-2-1 16,-2 0-3-16,3 0-4 0,-4-3 1 0,7 0-2 16,-4-1 2-16,3 1-6 0,2-3 1 0,0-1 0 15,-1 1-4-15,6-2 3 0,1 1 0 0,-2-2-2 16,3-1 0-16,3 0-5 0,1-3-2 0,-2 1 0 16,2-1 2-16,-2-5-8 0,2 1 2 0,0 1-1 15,1-4-2-15,-1-1 1 0,0 2-1 0,1-2 3 16,-10 3 0-16,2-2-5 0,0 1 2 0,-2 0 0 15,1-1 3-15,2 0-1 0,-3 0 2 0,-2-1-4 16,-1 1 3-16,-1 0-2 0,-4 0 3 0,1 1-6 16,6-1 5-16,-8 0-2 0,1-1 4 0,0 0-6 15,-1 0 9-15,3-2-6 0,-4 2-3 0,3-2 0 16,-3 0 0-16,3-5-1 0,0 2 2 0,-3 0 0 16,-1 1-1-16,1-3-2 0,-1-3 3 0,-5 2-5 15,5-2 2-15,-5-5 0 0,-2 1-3 0,2 1-1 16,-3-7 3-16,-1 6-7 0,3-7 4 0,-3 0 2 15,-4 1-4-15,0 4 1 0,2 3 3 0,-2 1-1 0,-1-1-3 16,1 1 0-16,-3 1 2 0,0-1-2 16,0 8 1-16,3-3-2 0,-3-3 0 0,3 7 5 0,0-1-3 15,-1 1 0-15,3 3 0 0,2 5-3 0,-5-9 2 16,5 9-5-16,-3-7-8 0,3 7-17 0,0 0-8 16,-4-7-14-16,4 7-10 0,0 0-11 15,0 0-21-15,-18 14-19 0,13-10-10 0,-1 2-16 0,-1 2-20 16,-3 2-17-16,0 1-14 0,-3 0-108 0,-1 1-323 15,5-4 144-15</inkml:trace>
  <inkml:trace contextRef="#ctx0" brushRef="#br0" timeOffset="-16346.83">14705 8650 167 0,'0'0'196'0,"-2"-11"-3"0,2 11-15 16,-3-11-9-16,3 11-12 0,-1-8-17 0,1 8-10 15,0 0-17-15,0 0-11 0,0 0-9 0,0 0-7 16,0 0-3-16,0 0 0 0,4 23-5 0,1-6-6 15,-5 1-2-15,2-1-3 0,0 9-3 0,-1 0-2 16,1 0-7-16,0-2 2 0,-2-4-6 0,4 0-4 16,-4-2-4-16,0 1-3 0,0-1-1 0,2-1-6 15,-1-4-4-15,1 0 0 0,-2-2-2 0,4 1-6 0,-4 1 1 16,2-4-3-16,0-1-2 0,1 0 3 16,0 1-8-16,-2-4-1 0,0 2-3 0,-1-7-9 15,2 14-13-15,-2-10-19 0,0-4-11 0,2 8-16 0,-2-8-16 16,0 0-26-16,0 9-16 0,0-9-31 0,0 0-32 15,-6 7-171-15,6-7-379 0,-13 0 168 16</inkml:trace>
  <inkml:trace contextRef="#ctx0" brushRef="#br0" timeOffset="-16121.46">14757 8781 118 0,'18'-2'155'0,"-5"1"3"0,1 0-18 16,-1 3-2-16,-4 1-3 0,3 1-10 0,-5 0-9 15,1 1-12-15,0 3-10 0,-4-1-6 0,-1 1-10 16,-3 3-8-16,-1-1-1 0,-5 0-5 0,-2 4-8 16,-2 0-9-16,-3 0-16 0,-1-1-24 0,-3-1-24 15,1 1-33-15,-8 0-26 0,7-1-35 0,-2-3-146 16,-1-1-278-16,4-1 123 0</inkml:trace>
  <inkml:trace contextRef="#ctx0" brushRef="#br0" timeOffset="-8235.25">10446 8939 11 0,'0'0'14'0,"0"0"-4"16,0 0-6-16,0 0-11 0,0 0-7 0,0 0 3 15</inkml:trace>
  <inkml:trace contextRef="#ctx0" brushRef="#br0" timeOffset="-4591.33">10658 9032 11 0,'0'0'109'0,"0"0"-5"0,5-6 3 0,-5 6-6 15,0 0-11-15,0 0 2 0,0 0-5 0,0 0 0 0,4-5-3 16,-4 5-6-16,0 0-1 0,0 0-5 15,0 0-7-15,0 0-5 0,0 0-7 0,0 0-4 16,0 0-7-16,0 0-3 0,0 0-8 0,-12-8-4 16,12 8-6-16,0 0-4 0,0 0-7 0,-10 0-3 15,10 0-9-15,0 0-2 0,0 0 0 0,-14 6-18 16,14-6 10-16,-7 7-5 0,3-5 5 0,4-2-6 0,-8 4-4 16,8-4-1-16,-8 3-3 0,8-3-7 15,0 0 6-15,-5 5-2 0,5-5 4 0,0 0-4 0,-2 6 6 16,2-6-9-16,0 0-1 0,0 0 6 0,0 0 2 15,-2 8-11-15,2-8 12 0,0 0 5 0,0 0-3 16,0 0 4-16,8 6 9 0,-8-6-9 0,0 0 7 16,12 3-1-16,-12-3 4 0,6 1 2 0,-6-1 0 15,6 3-1-15,-6-3 6 0,0 0-3 0,9 0-1 16,-9 0 3-16,0 0 4 0,0 0 6 0,10 2-6 16,-10-2 4-16,0 0 5 0,0 0 5 0,0 0-2 15,0 0 11-15,0 0-2 0,6 2 9 0,-6-2 5 16,0 0-5-16,0 0-7 0,0 0-1 0,0 0-1 15,0 0 1-15,-32 15 4 0,11-8 0 0,-5 9-5 16,-6-2-1-16,-4 2-5 0,-14 8 9 16,-1-3 4-16,-4-2-13 0,1 0 8 0,2 1-5 0,-6-2-6 15,-3 0 9-15,-1 1-3 0,2-1-4 0,-1-2-3 16,2 0 2-16,-2 1-9 0,-2-3 6 0,3 1-1 16,3 1-7-16,3-2-9 0,3-1-6 0,11-4-5 15,3-1-1-15,1 0-17 0,6 2-2 0,-1-3-7 16,4 2-10-16,7-4 0 0,2 2-13 0,-2-2-4 15,3 1-9-15,4-1-11 0,2-2-72 0,2 1-175 16,-3-3 78-16</inkml:trace>
  <inkml:trace contextRef="#ctx0" brushRef="#br0" timeOffset="-4304.41">9303 9239 56 0,'0'0'107'0,"0"0"-1"16,-2-11-9-16,2 11-8 0,0 0-7 0,0 0-3 0,-23 24-8 15,9-9-6-15,-8 5 8 0,-1 4-12 0,-1 0-1 16,-2 2-8-16,2-1-6 0,0-1-4 0,1-3-3 16,3-1 0-16,6-4-6 0,-2 4-3 15,2-4 0-15,2-4-4 0,6-2-9 0,-1-2-3 0,0 1 3 16,4-2-4-16,1-1 2 0,2-6-5 0,1 10-2 15,4-4 3-15,5-2-6 0,3-1-4 0,7 0-17 16,11 2-11-16,0-3-3 0,5 0-12 0,1 0-7 16,2 0-25-16,12 0-11 0,-12-1-19 0,-3 2-58 15,2-2-174-15,-4-1 77 0</inkml:trace>
  <inkml:trace contextRef="#ctx0" brushRef="#br0" timeOffset="11154.93">1784 8751 150 0,'0'-16'159'0,"-2"5"10"0,1 1-5 16,1 0 0-16,0 1-10 0,-1 0-6 0,1 9-12 15,-2-9-15-15,2 9-14 0,0 0-18 0,0-13-8 16,0 13-11-16,0 0-11 0,0 0-6 0,0 0-8 16,9 23 0-16,-1-1-4 0,0 7-2 0,-2 4-6 15,2 11-1-15,0 6-5 0,-3-1-3 0,1-2 3 16,0 1-8-16,-2-2 1 0,-1-10-5 0,-1 10 4 16,0-10 0-16,-1-3-7 0,2-2-1 0,-2-1 2 15,1-3 1-15,3 0-6 0,-3-2-3 0,-2-6-22 16,1-1-29-16,0-1-34 0,0-3-20 0,1-2-38 15,0-3-34-15,0 2-119 0,-4-4-313 0,2-7 139 16</inkml:trace>
  <inkml:trace contextRef="#ctx0" brushRef="#br0" timeOffset="12129.6">1854 9069 58 0,'0'0'172'0,"13"-11"-17"0,-3 3-17 16,5-3-13-16,8-5-15 0,1 3-9 0,1 0-12 16,2-2-5-16,-3 0-18 0,1-1-7 0,-7 4-1 15,-1 1-6-15,0 1-10 0,-4-2-1 0,-1 3-7 16,-2-1-2-16,-1 1-1 0,3-4-4 0,-7 2-6 16,3-2 2-16,-4 1-7 0,-1 0 4 15,-1 1 5-15,-2 0 0 0,0 0-1 0,0 1 0 0,-2 4 5 16,2 6-4-16,0-13 1 0,0 13-6 0,0-8-4 15,0 8-6-15,0 0-1 0,0 0-4 0,0 0-2 16,5 24 3-16,-1-7 6 0,-1 8 4 0,1 1-4 16,1 2 2-16,-1 1-3 0,-2 4 0 0,2-2 2 15,-3 1-3-15,4-2 3 0,-1 0-7 0,0-1 6 16,-1-4-1-16,-1-2-3 0,2-6-1 0,-1 1-3 16,-2-7 6-16,1 0-3 0,-2-1 0 0,0-2-2 15,2-2 1-15,-2-6-2 0,2 12 4 0,-2-12 0 16,3 6-2-16,-3-6 4 0,0 0 1 0,3 5-2 15,-3-5 0-15,0 0-13 0,0 0 1 0,13-16-8 16,-7 8 4-16,-1 0-2 0,5-1 2 0,-1 1-7 16,0 2 8-16,1-1-4 0,1 1 4 0,-2 5-2 15,3-3 3-15,-1 4 2 0,5 0-5 0,-4 1 2 16,6 2 2-16,-1-2-3 0,2 3 4 0,0 0 4 16,-1-2-3-16,3 1-1 0,-5 1 2 0,5-3 3 15,-2 0-1-15,-1 0 2 0,2-2 2 0,-2-1 0 16,0-3 3-16,-1-3-6 0,-3 4 8 0,-1 0-7 15,-2-1 2-15,-1-1-2 0,-2-1 4 0,-2-1-4 16,2-1 1-16,-3 0 2 0,-1-2-4 0,-3-2 0 16,0 3-4-16,-1-2 7 0,2 0-2 0,-5 0 1 15,2 0 0-15,-2 3 8 0,1 0 4 0,0 2 3 16,2 7-3-16,-3-10-5 0,3 10-8 0,-5-6 5 16,5 6-5-16,0 0 8 0,0 0-8 0,0 0-5 15,0 0 4-15,-16 21-4 0,12-10 3 0,0 4 0 16,1 3 2-16,-1-3-1 0,3 1-2 0,2 1 7 15,1-5-7-15,1-2 3 0,1 2-1 16,1 0 2-16,0-2-2 0,2-2-2 0,0-1 0 0,1 1-1 16,-1-3 5-16,1-2-1 0,2 2 1 0,-2-4 0 15,0 2-2-15,-8-3 3 0,15-3-1 0,-9 0-4 16,2 0 3-16,0-2 0 0,1-1-8 0,-2-2-3 16,1 1-3-16,0-3 1 0,1 0 5 0,-2 1-7 15,2-6-2-15,-1 4 1 0,3-2 0 0,-2 1 0 16,0 2 0-16,1 1 6 0,3-2-2 0,-4 5-10 15,1 1 7-15,1 3-4 0,-4 2 5 0,5 1 0 16,-4 2 4-16,1 3-4 0,1 0 3 0,-1 4 8 16,-2-2-12-16,2 3 2 0,5-1 7 0,-3 2-2 15,-1-4 7-15,0 1-5 0,4-1 6 16,-3-2 2-16,2-2 5 0,1-1 6 0,3-2-1 0,2-1 5 16,0-2-7-16,8-2 1 0,-6-5 1 0,4-3 1 15,1 0-4-15,-8 1-1 0,3-4 1 0,-4 1 1 16,-2 1 1-16,-1-1-1 0,-1 0 10 0,-3-1-3 15,1 0-3-15,-4-1 5 0,-2-2-3 0,-1 1 3 16,-1 2 2-16,-5-1 2 0,1 3 2 0,0 4 11 16,0 2 1-16,1 7-1 0,-3-12-4 0,3 12-4 15,-4-5-4-15,4 5-5 0,0 0-5 0,-15 5 0 16,6 3 0-16,-5 7-4 0,2 0-4 0,2 2-4 16,-2 6-15-16,2-1-19 0,5-3-29 0,1-1-38 15,4 0-36-15,3 0-26 0,2-1-33 0,2-2-136 16,4-3-353-16,4-2 157 0</inkml:trace>
  <inkml:trace contextRef="#ctx0" brushRef="#br0" timeOffset="13887.34">4456 8800 56 0,'-4'-4'146'16,"4"4"-4"-16,-13-6-8 0,8 6-10 0,5 0-12 15,-20 0-14-15,10 3-5 0,-3 3-8 0,-3 2-9 16,2 3-2-16,-5 7-5 0,6-4-6 0,1 3-4 16,-3 3-5-16,4-4-9 0,2 0-2 0,1 2-4 15,3-3-7-15,3 1 0 0,-1-1-4 0,2-4 18 16,2 1-25-16,2 0-1 0,-1-1-2 16,2-2-1-16,1-1-1 0,2 0 4 0,2-1-2 0,-1 1-3 15,1-3-4-15,2-1 1 0,0 0 2 0,-2-2-6 16,1 0 3-16,-1-4 2 0,2 2-2 0,-4-2 1 15,-7 2 0-15,15-6-2 0,-8 1-7 0,1-2 3 16,-3 0 6-16,-1-3-14 0,2 2 3 0,-4-2 1 16,1 0-1-16,-3 1 0 0,1-2 0 0,-1-1 0 15,0 3 0-15,0-1 3 0,-1 0-7 0,1 10 1 16,-1-12-2-16,1 12-2 0,-2-7 6 0,2 7-5 16,0 0-3-16,0 0-1 0,0 0-1 0,0 0 6 15,0 0-2-15,0 0 0 0,9 21 7 0,-3-10 4 16,-1 0-5-16,2 4 6 0,1 3-2 0,-2-2 0 15,2-2 0-15,2 0 5 0,-1 1-2 0,-1-5-5 16,1 2 6-16,0-2-3 0,-2-3-3 0,3 0 0 16,-2-1 2-16,-3 0-1 0,4-1 2 0,-2 0 3 15,-1-4-3-15,-6-1-4 0,13 3 2 0,-13-3-3 16,13-4-2-16,-6 1-8 0,0-7 2 0,-1 4 0 0,1-5 0 16,-1-1 2-16,2-2-6 0,-3-1-5 15,-1-2 6-15,1 1-3 0,-1 0-1 0,-1-2 9 16,4 4-10-16,-2-2 8 0,3 3-4 0,-3 2-3 15,1 3 3-15,-2 3-2 0,1 0 1 0,0 1 0 16,-5 4-4-16,13-1 13 0,-3 5-6 0,-1 1 10 0,0 1-5 16,1 4 3-16,3 1 2 0,-1 4 3 15,-1-3 6-15,-2 3-2 0,0-1 1 0,4 0 7 16,-3-1 2-16,0-1 3 0,0-3 4 0,1-2-1 16,0 0-4-16,6 2 2 0,-6-6 5 0,7 0 0 15,-5 0 0-15,1-3 4 0,-1-2-1 0,5 0-3 16,-7-2 3-16,1-1 0 0,0-2-3 0,-1 0-2 15,0-1 1-15,-1-4 3 0,-3 1-1 0,2-1-5 16,-2-3-3-16,-3-3-1 0,-1 0-4 0,-2 1 2 16,2-2-2-16,-2-1 0 0,-2 2-3 0,1 3-1 15,-3 3-2-15,2 2 5 0,-1 4 0 0,2 6 1 0,-3-11-9 16,3 11-3-16,-7-5-1 0,7 5 0 16,0 0-1-16,-13 13-1 0,7-2 0 0,0 5-9 15,1 2-23-15,0 5-33 0,3-4-43 0,4 1-39 16,3 5-37-16,1-8-126 0,2-1-338 0,3 0 150 0</inkml:trace>
  <inkml:trace contextRef="#ctx0" brushRef="#br0" timeOffset="14108.71">5545 8858 20 0,'4'-11'271'0,"-3"0"1"0,2 1 0 16,-3 3-5-16,1 1-16 0,-1 6-22 15,1-10-21-15,-1 10-27 0,3-6-25 0,-3 6-14 16,0 0-16-16,0 0-15 0,0 0-10 0,5 31-9 0,-3-13-7 16,-2 1-10-16,0 0-7 0,0 6-8 15,1 1-3-15,-1-3-24 0,0 2-23 0,0-5-30 16,0-1-42-16,0 0-43 0,0 0-45 0,2-2-47 16,-2-1-229-16,-3-3-461 0,3-2 205 0</inkml:trace>
  <inkml:trace contextRef="#ctx0" brushRef="#br0" timeOffset="14269.97">5471 8591 2051 0,'-12'-26'5'0,"6"9"-7"16,1 1-4-16,-1 5-3 0,4 3-54 0,-1 4-14 15,3 4 6-15,0 0-5 0,0 0 4 16,0 0-10-16,24 6-26 0,-9 6-16 0,3 6-104 15,2 1-247-15,4-2 109 0</inkml:trace>
  <inkml:trace contextRef="#ctx0" brushRef="#br0" timeOffset="14788.6">5839 8854 117 0,'-4'6'191'0,"-1"3"-8"16,1 1-4-16,0 0-11 0,-2 0-15 0,2 0-12 15,1 1-15-15,-3 0-9 0,6 2-11 0,0-1-12 16,1-1-5-16,3 0-9 0,0-1-11 16,1-1-2-16,0 0-9 0,2 0-7 0,1-2-7 0,0 0-8 15,0-1-27-15,0-1-7 0,0-2-10 0,-1-1-9 16,-1-1-10-16,-6-1 0 0,13 0-17 0,-13 0 3 16,13-7-9-16,-9 3 5 0,1-5-5 0,-4-2 2 15,2-1 6-15,-2-1-2 0,-1-6 10 16,-1 2 10-16,-2-1-5 0,0 0 8 0,0-8 4 0,-1 7 10 15,2 1 16-15,0-1 10 0,3 3 3 0,-2 5 11 16,1-2-5-16,0 7 0 0,2-2-3 0,-2 8-2 16,8-5-1-16,0 6 15 0,3 3 0 0,1 4 4 15,3 5-2-15,-1 1 3 0,4 8 1 0,-3-1-1 16,1 1 4-16,-2-1-8 0,-3 1 0 0,-1-5 1 16,-1-3-9-16,-1 1-1 0,0 0 0 0,-3-4-4 15,0-3-5-15,-1 1 2 0,-2-4 1 0,0 2 1 16,-2-7 11-16,2 7 10 0,-2-7-4 0,0 0 2 15,0 0-6-15,0 0-5 0,0 0-5 0,0 0-1 16,-23-11 7-16,19 5-7 0,1-4 2 0,0-2-4 16,2-2-3-16,-1-5-6 0,4 2 2 0,-1-4-3 15,5-3-4-15,2 6 3 0,2 0-6 16,1 1-2-16,0 2-1 0,1 3 0 0,-3 5-5 0,3 2 1 16,0 5-4-16,-1 3 1 0,2 0 6 0,2 6-1 15,1 2-1-15,-3 4 2 0,0-2 3 0,0 3-1 16,1 7 1-16,-2-1 4 0,-1 0-3 0,0 1-7 15,-5-4-32-15,-1-1-52 0,-1 1-68 0,0 1-67 16,-4-2-184-16,1 2-435 0,0-4 193 0</inkml:trace>
  <inkml:trace contextRef="#ctx0" brushRef="#br0" timeOffset="15352.06">6553 8718 1823 0,'5'-35'27'0,"2"-1"21"0,-3 3-23 0,-1 5-3 16,1 10 9-16,-1 6-5 0,-1 1-11 16,1-1-8-16,-2 6 0 0,-1 6-2 0,0 0-1 0,0 0-3 15,18 14 7-15,-7 3 5 0,-3 11 8 0,0 0 0 16,-3 8 1-16,1 11-6 0,-1-2 2 0,1-11 0 15,-3 0 1-15,-1-3-1 0,0-1-6 0,-2-2 4 16,2-2-3-16,-1-6-2 0,0-4 1 0,-1-2 0 16,1-3-1-16,-1 0 3 0,0-2-5 15,0-4 0-15,0-5 2 0,2 11-2 0,-2-11 5 0,1 6 9 16,-1-6 7-16,0 0 4 0,0 0-5 0,0 0-5 16,0 0 2-16,0 0-4 0,0 0-2 0,22-21-3 15,-8 8-3-15,0 1-1 0,3 1-7 0,3 0 5 16,5-2-7-16,-4 5 4 0,-2 4-5 0,0 0 0 15,-1 4-3-15,-5 0 0 0,0 2 0 0,-2 2 0 16,-2 1-9-16,-1 3 7 0,-3 0 0 0,-3 3 1 16,-3 1-2-16,-5 4 0 0,-7 4 2 0,-4 2-15 15,-1-2-15-15,-6 2-6 0,-1-7-13 0,-3 2-16 16,1-1-15-16,5-3-19 0,3-5-20 0,1 0-36 16,1-2-174-16,4-2-357 0,1-1 159 0</inkml:trace>
  <inkml:trace contextRef="#ctx0" brushRef="#br0" timeOffset="15653.19">6890 9115 1464 0,'17'-3'115'0,"0"-2"-76"0,-6 1-19 16,3 0-22-16,-2-2 37 0,-1 1-6 0,1 0 3 16,-3 0 7-16,1-2 3 0,3 1 2 0,-3-1-4 0,0-1-1 15,2 0-4-15,1-5-4 0,-1 1-6 16,0-1 0-16,-1-3-2 0,3 1-2 0,2-6-2 15,-4 6-5-15,4-8 2 0,-4 1-5 0,-4 4 1 16,-1 2-4-16,-2 1 3 0,-3 3-2 0,0 1 0 0,0 1 2 16,-2-1 2-16,-4 3 2 0,1 3 4 0,3 5-2 15,-11-10-3-15,6 8-1 0,-3 2-2 16,8 0 3-16,-21 8-1 0,9 0-2 0,1 5 1 16,0-1-3-16,1 4 2 0,3 1-4 0,0-2 5 0,5 1 2 15,0 1-5-15,2 0 2 0,4-3-14 0,0-2-9 16,5 5-33-16,2-5-28 0,2-2-42 0,4 0-31 15,0-1-31-15,3-5-135 0,2 0-338 0,-2-4 150 16</inkml:trace>
  <inkml:trace contextRef="#ctx0" brushRef="#br0" timeOffset="15949.89">7474 8790 12 0,'-5'-4'188'15,"-2"2"-4"-15,7 2 0 0,-17 2-4 0,3 3-8 16,1 4-5-16,-3 3-8 0,-2 5-12 0,4-1-12 15,0 6-14-15,5-7-11 0,0 2-8 0,4 0-10 16,2-5-10-16,2 2-5 0,1-2-6 16,1-1-5-16,2 2-9 0,2-3-4 0,0-1-19 0,1-1-7 15,2-2-14-15,2-1-12 0,0-3-8 0,-1-2-4 16,2 0-10-16,-2-2 2 0,2-4 2 0,-3 0-3 16,2-1 3-16,0-2 1 0,-3-1 0 0,-1-5 1 15,-2-1-2-15,0 5 4 0,-1 0 3 0,1 0 13 16,-3 1 0-16,2 5 13 0,0-2 3 0,-3 7-6 15,5-9-6-15,-5 9 1 0,0 0-1 0,4-4 1 16,-4 4-3-16,0 0-1 0,9 17 2 0,-6-7-1 16,1 2-8-16,0 3-27 0,2 1-29 0,0-1-47 15,0 2-48-15,3-2-178 0,-5 0-359 0,1-4 160 16</inkml:trace>
  <inkml:trace contextRef="#ctx0" brushRef="#br0" timeOffset="16673.26">7668 8893 126 0,'0'-9'201'0,"0"9"-22"15,0 0-10-15,0 0-5 0,0 0-10 0,0 0-1 0,0 0-5 16,0 29-9-16,0-19-11 0,-2 3-15 0,1 0-8 16,4-1-9-16,-3 1-10 0,0-2-7 15,0 0-10-15,-2-2-7 0,4-1-6 0,-2-8-5 16,0 11-3-16,1-6 2 0,-1-5-5 0,1 10-3 0,-1-10-11 15,0 0 2-15,0 0-1 0,0 0-3 0,0 0-4 16,0 0-3-16,-10-21-3 0,8 10-1 0,1 0-1 16,2-7-3-16,1 1-2 0,2-2 1 15,1-5-4-15,1-2 0 0,4 2-2 0,2 3 3 0,3-1-7 16,-1 7 1-16,0 4-7 0,0 0 6 0,3 4-1 16,-3 4-1-16,0 3-2 0,4 3-1 0,-3 3-3 15,1 2 5-15,-3 3 0 0,0 1 5 0,-1 2-2 16,0 0 3-16,-2-2-6 0,-1 3 5 0,-2-1-2 15,0-1-3-15,-2-2-3 0,-1-2 10 0,-2 0-3 16,0-1 0-16,0-1 0 0,-2-7 3 0,1 11 1 16,-1-11 1-16,3 8 0 0,-3-8-1 0,3 5 6 15,-3-5-6-15,0 0-2 0,0 0 1 16,0 0-2-16,0 0 6 0,0 0-6 0,0 0-2 0,-6-26-2 16,6 26 2-16,4-19 1 0,-2 4-4 0,3-1-7 15,1 1 0-15,-1-4-2 0,4 2-2 0,-1 2 1 16,2 1 3-16,1 1 1 0,-1 4-2 0,2 1-3 15,-2 3 2-15,-1 4-4 0,4 1 5 0,-3 5 0 16,1 2 3-16,3 4-2 0,-3 2-1 0,1 1 7 16,-2-1-2-16,1 3 2 0,0 0 6 0,-1-2-1 15,0 0 2-15,1-2-3 0,1 2 5 0,-3-6-2 16,2 0 0-16,1-3 0 0,2-4 2 0,7 1-1 16,-2-5-1-16,7-4-2 0,1-3 4 0,-9 1-2 15,1-2 0-15,4-5 1 0,-9 2 0 0,4-5-5 16,-4-2 2-16,-3 4 1 0,0-8-3 0,-2 1-2 15,-2-3 3-15,-2 0-2 0,0 3 1 16,-3 7-2-16,-1 0 2 0,1 5-1 0,-1 0 6 0,-2 4 2 16,1 1-5-16,0 7-4 0,0 0 1 0,-3-8-1 15,3 8 1-15,0 0-3 0,-11 17 2 0,6-2-1 16,1 3 5-16,0 3-1 0,3 3 1 0,-2 3-3 16,1 0 2-16,3 0-5 0,-1-2 4 0,0 2-2 15,2-2 1-15,0-7-2 0,2 7 1 0,-3-7 0 16,3-1 6-16,-3-1-4 0,0 1-13 0,1 1-20 15,-4-3-17-15,-2 0-25 0,-2 1-25 0,-2 1-24 16,-3 0-46-16,-6 2-38 0,-6 3-158 0,-5-6-394 16,-3 1 175-16</inkml:trace>
  <inkml:trace contextRef="#ctx0" brushRef="#br0" timeOffset="17273.38">2132 9950 152 0,'0'-8'195'16,"0"8"-20"-16,0-9-22 0,0 9-19 16,0 0-11-16,0 0-15 0,0 0-7 0,0 0-5 0,9 32 11 15,-5-4-19-15,-1 5-10 0,2-1-2 0,-1 16-21 16,-2 1-4-16,1-1-1 0,-2 2-13 0,2-4 2 16,-1-12 4-16,0 1-12 0,3-2-2 15,-3-1 2-15,1-3-4 0,3 0-5 0,-3-3-13 0,1-1-37 16,-1-5-37-16,1-3-33 0,1 0-41 15,-2-3-141-15,-3-4-304 0,1-3 135 0</inkml:trace>
  <inkml:trace contextRef="#ctx0" brushRef="#br0" timeOffset="18221.05">2245 10326 82 0,'4'-11'168'16,"1"1"-11"-16,3-5-23 0,3 1-3 0,2-1-14 0,0 0-11 15,-1 1-10-15,4-1-8 0,3-2-9 16,3 0-8-16,-9 5-5 0,2-1-5 0,-5 0-10 16,1 1-6-16,2-1-1 0,-6 0-2 0,2 0-6 15,-1-2 0-15,-4 3-4 0,-1 1-10 0,-1 0 6 16,2-1 1-16,-4 1-2 0,0 3 2 0,2 1-2 0,-2 7 2 16,0-12-10-16,0 12 2 0,0-8-8 0,0 8-4 15,0 0-1-15,0 0 0 0,9 23 3 16,-4-5 3-16,2 9 1 0,0 5-2 0,-1 3-1 0,3 11 4 15,-3-10-3-15,0-1-2 0,0-3 0 16,0-2 0-16,1 2-1 0,-2-7-2 0,0 2-3 16,-1-9-1-16,1-1 1 0,-1-7 5 0,-2 2-5 0,3-3 4 15,-2-2 2-15,-1-2-5 0,0 0 4 0,-2-5 0 16,4 9 0-16,-4-9-2 0,3 1-1 16,-3-1 2-16,0 0-7 0,0 0 9 0,20-16-8 15,-14 5 1-15,0-1 7 0,6-12-8 0,2 3-3 0,-5 4 0 16,0 0 2-16,4 3-6 0,-3 7 0 0,-2-3 5 15,0 7-7-15,1-3-3 0,-2 4 6 16,4 3 0-16,0 0-4 0,-2 5 3 0,1-3 2 16,1 7 1-16,0-3-2 0,4 2 6 0,-2 1-8 15,2 2-13-15,0-2-10 0,0-1-13 0,2-1-11 16,0-2-1-16,-1-2 0 0,2-1-4 0,0-3-10 0,3 0-1 16,-2-2 8-16,-2-4-18 0,2 0 1 15,-3-3 10-15,2 1 8 0,-5 0 6 0,1-5 7 0,-4 2 12 16,-3 0 0-16,1-6 7 0,-2 0 7 15,-1-1 0-15,-1-1 9 0,-4 0-8 0,0-1 23 16,0 5 18-16,0-2 5 0,-3 6 10 0,2-1 8 0,-2 5 8 16,1-1 5-16,0 1-4 0,2 7-4 15,-7-4-8-15,7 4 3 0,0 0 4 0,-18 19 1 16,6-4-3-16,-4 6 4 0,3 4-10 0,-1 1-1 16,4 2-4-16,1-2-7 0,1-2-1 0,4-5-2 15,2-3-4-15,0 0-4 0,4-4-7 0,0-2-3 0,1 0 3 16,1-4-6-16,1-1-19 0,0 0 6 15,0-1-1-15,3-3-4 0,-2 1-2 0,-6-2 8 16,15 0-11-16,-15 0 5 0,13-10-2 0,-5 1-5 0,-2 1 9 16,0-2-6-16,-3-1 4 0,0-5 2 15,2 0 2-15,-5 0 2 0,4 1-1 0,-4 4 5 0,2 5 10 16,-2-1 10-16,0 7-7 0,0-11-1 0,0 11-4 16,0 0-2-16,0-8-6 0,0 8-1 0,0 0 1 15,0 0 2-15,0 0 14 0,18 22-5 0,-12-15-4 16,3 2 1-16,-1 1 2 0,1-1-7 15,1-1 10-15,0 1-3 0,2-3 2 0,1 1 0 0,1-4-3 16,2 0 3-16,4-3 1 0,-1-3-6 0,0-2 3 16,0-1 1-16,1-3-2 0,-3-1-2 15,6-5-2-15,-5 4-2 0,-5-4 8 0,-3 1-6 0,3-3 1 16,-7-1-1-16,1-1 1 0,-4-1 1 16,-1-3 0-16,0-4-4 0,-2-2 1 0,-4 2-5 0,2-2 3 15,-2 3 2-15,-1-3-2 0,2 12 14 0,-1 0 9 16,3 8 19-16,-1-1-1 0,0 3-5 0,-1 2-11 15,3 5-5-15,0 0-1 0,0 0-3 0,0 0-3 16,0 0 3-16,-2 35 3 0,2-8-2 16,-1 5-2-16,1-1-2 0,-1 3 3 0,2 1-3 0,-1 1-3 15,3-4-13-15,-3 1-23 0,5-2-22 0,-3-3-25 16,1-3-44-16,1 1-37 0,-1-8-166 0,0 0-347 16,-2-2 153-16</inkml:trace>
  <inkml:trace contextRef="#ctx0" brushRef="#br0" timeOffset="19022.8">4154 10078 84 0,'0'0'248'0,"-48"-1"-17"0,31 7-10 0,-1 0-17 15,3 2-16-15,-2 3-19 0,3 1-15 0,-1 3-15 16,-3 2-15-16,4-1-9 0,4-1-16 15,3-1-9-15,1-1-5 0,1 1-12 0,2-3-6 16,6 1-7-16,-3-2-3 0,5 0-7 0,0-1-5 16,3-2-9-16,-1 0-13 0,2-2-12 0,3-3-11 0,-1 0-8 15,3-2-6-15,3-3-4 0,1-2-5 0,-1-1-3 16,-2-4 4-16,-1 0 4 0,-3-2 0 0,-3-2 2 16,-2-1 3-16,3 0 1 0,-5-3 3 15,1 0-4-15,-5-3 3 0,3-3-3 0,-3 5 7 16,0 1 11-16,1 1 7 0,-2 4 15 0,2 5 10 15,-1 8-3-15,-2-14-2 0,2 14-6 0,0 0-5 16,-2-13-7-16,2 13 2 0,0 0-4 0,0 0 2 16,0 0-2-16,9 32-1 0,-5-16-1 0,-1 2 10 15,3-1-13-15,-1 0 4 0,3-1-3 0,-2 0 1 16,5-3 0-16,-1-1 0 0,-3-1-2 0,1 0 1 0,1-2 0 16,1-5 1-16,-1 2-2 0,-2-2 0 0,0 0 2 15,1-3 6-15,-8-1-7 0,11 0-2 0,-11 0-4 16,14-7 1-16,-9 3-6 0,3-3 2 15,-1-3-1-15,-2-1 6 0,2-3-10 0,-2-3 6 16,2 0-11-16,-2 0 0 0,3 1-1 0,-1-1 0 0,2 0 1 16,0 0-1-16,-1 8 4 0,1-2-3 15,1 4 0-15,-2 1-1 0,1 5 2 0,0 1 2 0,1 1-4 16,1 5 4-16,0 1-1 0,4 5 2 0,-1-1 1 16,0 1 4-16,0 1-3 0,2 0 7 15,-1-3-4-15,-1 0 0 0,1 0 2 0,2-1 0 0,-1-1 2 16,2-4 4-16,3-3-2 0,-1 0 0 0,1-3 0 15,-1-5-2-15,4-4 2 0,1 0 1 0,-9-1 0 16,1 2-1-16,-4-3-1 0,-1-2 2 16,-3 1 0-16,0-2-4 0,-3 3 6 0,-4-4-1 15,-1-1 0-15,-1 7 5 0,-2-7-3 0,-3 2 1 0,-1 5 15 16,0 1 8-16,0 2-3 0,-2 3-4 0,0 1-4 16,-1-1-1-16,-3 5-5 0,0 5 1 0,-3 3-7 15,-2 3 4-15,3 3-14 0,-5 10-29 0,2-1-34 16,6 1-51-16,2-1-67 0,4-3-53 15,-2 3-144-15,7-4-409 0,7 0 181 0</inkml:trace>
  <inkml:trace contextRef="#ctx0" brushRef="#br0" timeOffset="19229.21">5276 9958 173 0,'-1'-7'297'0,"1"7"-17"15,-2-12-25-15,2 12-30 0,-3-8-26 0,3 8-23 16,0 0-19-16,0 0-14 0,0 0-15 0,0 0-11 16,-6 37-10-16,4-19-11 0,2 8-7 15,2 1-8-15,0-1-14 0,2 1-18 0,1 0-28 16,-1-2-42-16,2 0-39 0,-1 0-43 0,1-9-44 0,-1 2-46 16,0-3-163-16,-3-1-386 0,1-4 170 0</inkml:trace>
  <inkml:trace contextRef="#ctx0" brushRef="#br0" timeOffset="19387.74">5123 9700 16 0,'0'0'59'0,"0"0"-19"0,20 7-16 16,-7 5-11-16,6 8-39 0,0 5-27 0,1 0 12 15</inkml:trace>
  <inkml:trace contextRef="#ctx0" brushRef="#br0" timeOffset="19764.57">5524 10173 29 0,'0'0'218'16,"0"0"-21"-16,0 0-1 0,0 0-7 0,0 0-10 15,-5-28-11-15,1 12-2 0,1 5-5 0,1-6-18 0,2-2-3 16,0-7-14-16,2 1-11 0,4-2-12 0,3 1-10 15,2 0-8-15,5 3-14 0,0 4-4 16,-2 3-11-16,3 7-5 0,-2 2-6 0,3 2-7 16,0 5-5-16,-5 1-3 0,6 3-3 0,-4 4-4 15,3 3 0-15,-2-1-2 0,-1 2-5 0,2 8 0 0,-6-5-1 16,-1 2-3-16,-2-1 2 0,0 0 2 16,0-1-4-16,-2-1-3 0,-4-4 0 0,2-1 1 15,-1-2-7-15,-3-7-2 0,2 13-1 0,-2-13-1 16,0 0 3-16,0 0-4 0,2 8-9 0,-2-8 1 15,0 0-5-15,0 0-2 0,0 0 3 0,0 0 2 0,-6-38-3 16,8 23 1-16,0 1 0 0,2-2 1 16,0-2 0-16,5 0 1 0,-3 1-3 0,5 2 10 15,-3 5-8-15,1 1 1 0,0 0 0 0,3 5 1 16,-1 2-3-16,-11 2 5 0,22 3 6 0,-13 4 6 16,-1 4-3-16,4 2 6 0,-1 4-2 0,-1 6 1 0,-4 2-3 15,3 0 0-15,-5 0-18 0,-1 1-40 0,-2-6-47 16,-1-1-72-16,-3 6-216 0,-1-7-423 15,3-2 187-15</inkml:trace>
  <inkml:trace contextRef="#ctx0" brushRef="#br0" timeOffset="20000.36">6181 9661 125 0,'-2'-16'277'0,"-1"6"-23"15,1-1-32-15,0 5-22 0,2 6-27 0,0 0-11 16,0 0-9-16,0 0-3 0,5 41-5 0,-1-10-12 0,1 3-6 16,2 14-14-16,-2 3-8 0,0 6-6 15,0-2-12-15,-1 1-8 0,-2-1-6 0,2-5-8 16,0-1-9-16,-3 0-10 0,-1-14-16 0,-1 0-35 16,-1-3-33-16,-2-1-35 0,0 0-23 0,0-4-40 0,0-9-32 15,2-1-39-15,-2-5-152 0,-3-4-388 0,0-1 172 16</inkml:trace>
  <inkml:trace contextRef="#ctx0" brushRef="#br0" timeOffset="20191.23">6163 9933 31 0,'13'-15'214'0,"0"4"-12"0,2 3-18 0,-1 3 2 15,2 3-13-15,-1 4-3 0,2-2-15 0,-1 6-9 16,-3 1-10-16,1 1-5 0,-2 5-15 0,0 0-9 15,-4 3-7-15,-3 1-9 0,2-1-12 0,-5 1-10 0,-2 2-6 16,-1-4-7-16,-3 2-27 0,-4 0-38 0,-1 0-44 16,-9 4-72-16,2-2-57 0,-10-2-164 15,2-2-373-15,-2-1 166 0</inkml:trace>
  <inkml:trace contextRef="#ctx0" brushRef="#br0" timeOffset="20603.64">6616 9756 174 0,'-3'-7'231'0,"1"1"-27"16,2 6-20-16,-3-7-18 0,3 7-19 0,0 0-13 15,0 0-7-15,0 0-5 0,4 29-5 0,-4-3-4 16,1 5-11-16,-2 5-7 0,1 13-8 0,-1 1-8 16,-3-4-7-16,1-12-7 0,2 0-7 0,0-1-13 15,2-1-22-15,0-3-29 0,3 0-30 0,-1-4-40 16,-1-5-25-16,2-4-21 0,1 3-35 0,3-6-12 16,-3-3-111-16,2-2-303 0,-1-4 134 0</inkml:trace>
  <inkml:trace contextRef="#ctx0" brushRef="#br0" timeOffset="20881.44">6820 9971 8 0,'-5'-6'201'0,"-3"0"-9"0,1 6-13 0,-5-1-5 16,1 4-14-16,-3 5-16 0,-3-1-11 16,4 5-11-16,1 0-14 0,0 3-11 0,-1 1-6 15,6-1-10-15,0 0-9 0,6-3-4 0,0 0-6 16,2-1-5-16,3 0-6 0,1 0-3 0,4-4-3 15,0 1-7-15,1-2-2 0,3-1-4 0,-2 0-8 16,1-3-4-16,2-2-2 0,-1-1-2 0,1-3-1 16,-3 0-3-16,-1-1 1 0,2-3-1 0,-2 2 0 15,-1 1-3-15,0-2 3 0,-3 4 3 0,-6 3 7 16,8-5-5-16,-8 5-1 0,5-3-5 0,-5 3-6 16,0 0-12-16,0 0-5 0,0 0-18 0,12 9-33 15,-11-1-32-15,1 1-30 0,1 2-37 0,-2-2-27 0,-1 3-106 16,4-1-318-16,0-2 141 0</inkml:trace>
  <inkml:trace contextRef="#ctx0" brushRef="#br0" timeOffset="21075.21">7061 10126 174 0,'1'-19'198'0,"1"4"-5"0,3-2 4 0,2 0 0 0,-2 4-17 15,1-3-7-15,3 0-10 0,0 8-14 16,0-1-14-16,-1 3-13 0,2-1-13 0,2 7-11 0,-2 0-12 15,2 4-7-15,0 2-7 0,2 4-7 0,-2 2-7 16,-2 2-3-16,-4 5-10 0,2-2-3 0,-3 2-24 16,-1 6-30-16,-2-6-35 0,1 0-36 15,-2-2-49-15,1 0-48 0,-2-1-179 0,1-3-390 0,0-4 173 16</inkml:trace>
  <inkml:trace contextRef="#ctx0" brushRef="#br0" timeOffset="21289.27">7299 9900 1650 0,'-5'-32'-16'16,"1"3"68"-16,1 1 35 0,-2 9 21 0,2 2 15 15,2 6-11-15,-2 1-24 0,3 2-18 0,-2 3-16 16,2 5-9-16,0 0-5 0,0 0-6 0,0 0 13 16,0 0 1-16,5 32-2 0,-1-2-5 0,-1 2 1 15,-1 0-8-15,0 4 2 0,5 10-3 0,-5-12-3 16,1 0-2-16,1-1-11 0,-2-1-26 0,1-4-26 15,-1 2-35-15,2-1-56 0,0-4-41 0,0-6-54 16,-3-3-150-16,2-4-401 0,-1-1 178 0</inkml:trace>
  <inkml:trace contextRef="#ctx0" brushRef="#br0" timeOffset="21427.87">7269 9953 53 0,'1'-11'164'0,"3"5"-36"0,0-1-37 16,5 1-36-16,0 2-34 0,0 2-35 0,-2 2-69 16,5 5-91-16,-2-1 41 0</inkml:trace>
  <inkml:trace contextRef="#ctx0" brushRef="#br0" timeOffset="22026.43">7544 10155 81 0,'7'-9'200'0,"0"0"-3"0,4-6-6 0,-1 0-10 16,1-2-16-16,1-6-10 0,-1-1-19 0,-5 9-11 0,4-9-14 16,-1-1-11-16,-2 7-11 0,0 2-13 0,-2 0-5 15,-1 2-4-15,-1 4-11 0,-2 1-5 16,-1 3-7-16,0 6-2 0,0 0-7 0,-5-12-4 16,5 12 0-16,-12-1-7 0,12 1 1 0,-16 11-4 0,7-2-2 15,-1 5-1-15,1 1-1 0,3 1 2 0,-1 2-9 16,2-1 3-16,2-1-2 0,6 1 0 0,-1-1-3 15,6-1-5-15,-2-5-16 0,5 3-23 16,3-3-18-16,1-1-20 0,3-2-16 0,1-3-12 0,11-4-1 16,-1-3-19-16,2-1 16 0,-2-5-4 0,-1-1 12 15,1-2 3-15,-2 2 15 0,-3-5 4 0,-7 4 13 16,5-4 16-16,-8 0 18 0,0 3 3 0,-5-1 19 16,0-1 13-16,-3 2 7 0,-2-1 19 0,-3 2 10 15,2-1 12-15,-4 3 9 0,-1-2 11 0,-2 3 0 16,-1 2-5-16,-2 2 4 0,7 4 2 0,-14-4-1 15,2 4-5-15,2 3-3 0,0 4 1 0,-3-1-6 16,-1 4-4-16,2 4-1 0,0 2-2 0,3 0-8 16,1 1 1-16,0-2-6 0,3 1-2 0,1-1-2 15,3-1-4-15,2-1-3 0,3-4-5 0,1 1 3 16,2-1-5-16,0 0 1 0,0-5-2 0,3-1-3 16,4-2-8-16,-1-1-10 0,5-6-5 0,-7 2-8 15,6-3-4-15,-3-1 2 0,-5 0-2 0,4-9-1 16,-6 3 2-16,1-3 4 0,-3-3-1 0,-4-7 0 15,1 1-3-15,-4-2 0 0,-1-2 1 0,-1 0-1 16,-1-2-1-16,1 2 1 0,-1-5 7 0,1 3-6 16,0 4 10-16,3 1 17 0,-3 11 12 0,4-1 16 15,-1 5 6-15,-1 3-7 0,2 2-4 0,0 7-6 16,0 0-4-16,0 0-3 0,0 0 9 0,2 26 3 16,-2 2 1-16,0 1-5 0,0 4 0 0,-3 13 2 0,3 2-12 15,-1-13 4-15,1 13 1 0,0-12-9 16,1 0-20-16,-2-4-37 0,2 2-40 0,2-3-57 0,-2-1-48 15,1 0-230-15,-4-7-449 0,-1-3 199 16</inkml:trace>
  <inkml:trace contextRef="#ctx0" brushRef="#br0" timeOffset="22521.74">2506 11040 47 0,'-2'-11'251'0,"0"2"-29"0,1 3-22 15,1 6-19-15,-2-9-25 0,2 9-14 0,0 0-15 16,0 0-12-16,0 0-8 0,5 37-12 0,-2-10-23 0,2 1-5 16,-4 7-8-16,2 9-3 0,1-10-7 0,-3 1-22 15,3-1-16-15,-3-3-26 0,3-1-29 0,-1 1-29 16,-2-11-34-16,5 6-30 0,-1 0-131 15,-4-9-291-15,2-5 129 0</inkml:trace>
  <inkml:trace contextRef="#ctx0" brushRef="#br0" timeOffset="22660.62">2488 10908 76 0,'0'0'47'0,"0"0"-24"0,0 0-36 0,0 0-10 0,-5 35-24 16,11-6 11-16</inkml:trace>
  <inkml:trace contextRef="#ctx0" brushRef="#br0" timeOffset="22878.33">2846 11349 115 0,'1'-12'216'0,"-1"0"-10"15,0-5-6-15,1-9-6 0,4 0-8 0,-1-1-14 16,3-1-15-16,0 2-19 0,5 0-12 0,-1 1-7 16,-2 10-17-16,5 0-12 0,-2 2-11 0,-3 7-10 15,3-1-8-15,3 6-6 0,2 6-9 0,0 1-8 16,1 6 1-16,3 8-3 0,-4 2-4 0,0 3-6 16,-3 3-9-16,-1 1-28 0,-1 2-29 0,-1 1-38 15,-1 0-48-15,-4-4-38 0,2 0-38 0,-2-1-115 16,6-3-342-16,-2-10 151 0</inkml:trace>
  <inkml:trace contextRef="#ctx0" brushRef="#br0" timeOffset="23092.64">3647 10972 119 0,'0'-7'265'16,"0"7"-29"-16,0-10-29 0,0 10-21 0,0 0-12 0,0 0-22 15,0 0-8-15,-1 37-10 0,-3-9-9 16,1 6-10-16,-2 0-10 0,3 13-13 0,-1 0-10 16,3-12-7-16,1 1-8 0,-1-3-11 0,4-1-24 15,-3-3-29-15,3 2-32 0,-1-2-40 0,-1-3-38 16,2-9-39-16,1 1-52 0,-4-8-106 0,-1 1-328 16,2-5 145-16</inkml:trace>
  <inkml:trace contextRef="#ctx0" brushRef="#br0" timeOffset="23496.21">3609 11249 194 0,'9'-16'182'15,"3"0"-21"-15,5-4-14 0,3 0 2 0,-1 0-14 16,1 0-5-16,0 0-6 0,1 2-15 0,-9 2-3 16,5 5-14-16,-4-3-3 0,-3 1-10 0,1 1-8 15,-3 4-4-15,-1 0-6 0,-2 0-3 0,0 2-2 0,-1 2 6 16,-2-3-9-16,-2 7-2 0,5-6-9 15,-5 6-9-15,0 0-5 0,0 0-4 0,0 0-2 16,0 0-7-16,5 17 2 0,-2 1 1 0,-2 1-4 16,-1 9-3-16,4 1-2 0,-1-2-1 0,-2 1 1 15,0-2-3-15,7-1 2 0,-3-6-2 0,1 0 2 16,3-4-5-16,1 0 0 0,-2-2 4 0,4 0 3 16,-2-7-2-16,1-1-2 0,7-2 3 0,-2-1 0 15,3-4-1-15,-1-1-1 0,0-4 3 0,-2 0-2 16,2-2-2-16,-4-1 6 0,0-1-5 0,-2 0 6 0,-2-2-7 15,-2-1-2-15,-3-2 2 0,-1 4 2 0,-3-3-2 16,-1 0 3-16,0 2 10 0,-1 4 6 16,-3-2 2-16,-3 2-3 0,3 5-2 0,-1-1-4 15,-2 2-2-15,7 3-5 0,-12 0-2 0,4 5 1 16,-2 5-1-16,0 6 1 0,1 1-4 0,-2 8-8 0,0 1-34 16,8 4-37-16,0-5-50 0,7 1-47 0,1 2-54 15,1-3-143-15,7 0-396 0,1-3 175 16</inkml:trace>
  <inkml:trace contextRef="#ctx0" brushRef="#br0" timeOffset="23793.08">4575 11373 2114 0,'13'-23'45'0,"-2"1"-7"0,-1 5-3 0,2-5-12 15,-1-2-1-15,5 0 1 0,-2-2-7 0,2-1 2 16,-2 1 9-16,4 0 17 0,-2 0 3 0,-2 4 7 15,-4 6-1-15,3 0 3 0,-2-1-10 0,-2 4 7 16,0 4-6-16,-3 0-4 0,-2 2-6 0,3 3 5 16,-3-1-17-16,-4 5-5 0,6-2-3 0,-6 2 3 15,0 0-7-15,14 15 2 0,-6 0-2 0,-4 2 3 16,6 7-4-16,-4 3 4 0,0 3-4 0,2 2 3 0,-3 0 0 16,-1 0-4-16,-4 2 1 0,0-1 1 0,0 0 1 15,2-4-2-15,-3 3 1 0,0 0 0 0,0 0-3 16,-2-2 0-16,3 1-13 0,-2-4-24 0,-3-1-32 15,3-2-44-15,-2-7-41 0,3 2-53 16,-4-2-43-16,-1 0-165 0,-2-6-438 0,0-4 193 0</inkml:trace>
  <inkml:trace contextRef="#ctx0" brushRef="#br0" timeOffset="23971.28">4559 10954 3106 0,'-28'-41'-13'0,"8"14"26"16,1 3-27-16,6 9 8 0,3 1-17 0,2-1-25 15,2 8-25-15,2 3-34 0,-3-2-13 0,7 6-30 16,0 0-16-16,0 0-24 0,0 0-179 0,0 0-398 16,0 0 176-16</inkml:trace>
  <inkml:trace contextRef="#ctx0" brushRef="#br0" timeOffset="24256.12">4763 10985 192 0,'0'0'247'0,"0"0"-22"0,0 0-2 0,0 0 1 16,1 6-4-16,-1-6-3 0,0 0-6 0,0 0-14 15,0 0-19-15,0 0-13 0,0 0-20 0,0 0-11 16,0 0-16-16,6-24-13 0,-4 15-9 0,-1-3-9 15,0 1-8-15,4-5-10 0,-1 1-11 0,4-1 4 16,-2 0-14-16,-2 4-9 0,2 2-6 0,2 0-7 16,-2 0-2-16,-1 3-6 0,1 0-3 0,-1 4-2 15,0-1-3-15,3 2-1 0,-8 2-3 0,19 3 0 16,-10 3-4-16,5 4 3 0,1 4-3 16,-1 1-3-16,3 8-12 0,-1 0-18 0,0 2-41 0,-1 4-47 15,-3-1-50-15,1-1-68 0,-1 3-241 0,-2-3-517 16,-2-3 228-16</inkml:trace>
  <inkml:trace contextRef="#ctx0" brushRef="#br0" timeOffset="24688.64">5183 11664 2 0,'0'0'311'0,"0"0"-4"0,0 0-1 16,8-3-10-16,-8 3-4 0,0 0-33 0,0 0-22 0,0 0-26 15,0 0-14-15,3-6-28 0,-3 6-20 0,0 0-27 16,0 0-33-16,0 0-54 0,0 0-58 0,0 0-83 16,0 0-87-16,0 0-251 0,0 0-480 15,0 0 213-15</inkml:trace>
  <inkml:trace contextRef="#ctx0" brushRef="#br0" timeOffset="33796.44">16686 10065 56 0,'0'0'70'0,"29"3"10"0,-18-3-15 0,4 0-10 16,4 0 12-16,4 0-4 0,8-1-10 0,2-1 3 16,3 2-6-16,1 0-10 0,1-1-3 0,1 1 3 15,0 0-7-15,0 3 2 0,13-1-5 16,-16 2 2-16,3-2-16 0,-2 1 4 0,-2 0 1 0,-2 0-20 16,-1-1 15-16,-1 2 0 0,-8-2 0 0,-3 0-7 15,2 1 10-15,-2 0-2 0,-2 0-8 0,0-3-1 16,-5 4 3-16,0-3-3 0,-2 0-5 0,2 0 6 15,-3-1-6-15,-2 1 2 0,-8-1 1 0,13 3 5 16,-8-3-5-16,-5 0 1 0,8 3 10 0,-8-3-1 16,0 0 1-16,10 0 3 0,-10 0 8 0,0 0-9 15,0 0 4-15,0 0-1 0,5 2-1 0,-5-2-5 16,0 0 3-16,0 0-5 0,0 0-4 0,2 7 3 16,-2-7 0-16,0 0 3 0,0 0-2 0,-10 20 10 15,5-11-9-15,-1 0 1 0,-2 2 1 0,-2 1-4 16,1 2 2-16,-3 2-3 0,1 0 2 0,-1 1-1 15,2-2 0-15,-1-1-16 0,0 2-25 0,2-2-23 16,2-3-23-16,-1 0-32 0,2 0-109 0,-1-2-232 16,2 1 103-16</inkml:trace>
  <inkml:trace contextRef="#ctx0" brushRef="#br0" timeOffset="34006.95">17494 9997 30 0,'-11'-15'191'16,"-4"-8"-3"-16,6 7 4 0,-2-1-7 15,-2 2-11-15,4 1-12 0,-2-2-15 0,0 3-16 16,2 4-12-16,3 1-13 0,-3 2-9 0,5 0-15 0,-1 2-11 16,5 4-27-16,-5-9-35 0,5 9-31 0,-5-4-49 15,5 4-28-15,0 0-7 0,0 0-21 0,0 0-124 16,0 0-271-16,0 0 120 0</inkml:trace>
  <inkml:trace contextRef="#ctx0" brushRef="#br0" timeOffset="34673.25">18372 9885 30 0,'-9'-5'177'0,"2"3"-8"0,0 1-5 16,-5 1-13-16,12 0-9 0,-23 4-13 0,5 5-5 15,-3 6-15-15,-1 6-4 0,1 4-8 0,0 2-8 16,-7 12-4-16,12-7-8 0,-7 10-9 0,10-8-6 15,0-1-2-15,6 0-8 0,2-1-5 0,2 0-6 16,5-2-2-16,3-3-4 0,1-2-3 0,4 3-2 16,1-7-2-16,0 2-3 0,1-9-2 0,0 2-2 15,5-4 3-15,0-1-6 0,0-2 1 0,0-2-4 16,2-2 1-16,2 0-2 0,-1-2-1 0,1-3-4 16,-3 0 2-16,-4-1 0 0,-1-3-5 0,-1 0 3 15,-3 0-1-15,0-1-3 0,-3-1-3 0,-2 0 0 0,-1-1 4 16,-1-2-6-16,-2 0 2 0,0-4-2 15,0 4-1-15,-4-2 0 0,2 0 1 0,1 0 0 16,-3 1 2-16,1-1-2 0,1 1 3 0,-1 3-2 16,3 7-4-16,-1-12 4 0,1 12-2 0,1-11-10 15,-1 11 9-15,5-10-1 0,2 9 0 0,-7 1 1 0,10-2 0 16,-10 2-4-16,14 3 6 0,-4 1 0 0,-1 2 3 16,0 3 0-16,3 1 2 0,-2 1 0 15,-2 3 2-15,2 1-1 0,-3-2 0 0,2 2-3 0,-5-2 3 16,3 2 1-16,-2 1-3 0,-3-4 0 0,1 5-9 15,-2 0-29-15,2-4-19 0,-2-2-21 0,-1 1-30 16,-3 4-20-16,2-3-29 0,-2-3-162 0,1 1-340 16,-4 0 151-16</inkml:trace>
  <inkml:trace contextRef="#ctx0" brushRef="#br0" timeOffset="35261.71">18567 10329 1559 0,'12'-28'56'16,"-6"10"-3"-16,3 4-7 0,-2-1-22 0,0 8-15 16,3 0 5-16,-1 3 7 0,-1 3 13 0,2 1 5 15,3 1-11-15,-1 3 5 0,-1 2 6 0,3 3 1 16,-1 3-1-16,0-3-4 0,-2 3-1 0,1 3-6 16,-2-3 1-16,-2-1-7 0,2 2-1 15,-4-2 0-15,-1 0-1 0,-1-1-4 0,1 0-1 0,-1-2-1 16,0-3 0-16,0 2-1 0,-3-1 0 0,-1-6-1 15,3 10-2-15,-3-10 1 0,0 0 2 0,-3 9 1 16,3-9-4-16,0 0-2 0,0 0 3 0,0 0-3 16,-13-3-2-16,13 3 1 0,0 0-4 0,-5-14-3 15,5 5-7-15,0 9-8 0,7-21 7 0,-2 10-4 16,6-4 1-16,-1-2-5 0,7-4 8 0,1-1-3 16,2 1 3-16,1 1-2 0,1 1 3 0,2 0 0 15,-6 6-1-15,-4 2 0 0,-4 3 6 0,0 1 3 16,-2-1 4-16,-3 2 2 0,0 3 1 0,-1-1-3 15,-4 4 4-15,7-4-6 0,-7 4-3 0,0 0 2 16,0 0 1-16,0 0 2 0,0 0 5 0,-13 25-1 16,2-12 2-16,-3 4 0 0,4-1 0 0,-4 4 2 0,-1 3-1 15,6-6-8-15,1-1 9 0,-2 1-6 16,5-2 0-16,1 2 1 0,1-7 1 0,2 2 0 16,2-1-1-16,2-1-3 0,2-2 3 0,0 0-4 15,3-4 3-15,1 2 0 0,2-3 3 0,2-1-8 0,5-2 0 16,1-1-8-16,-2-3 4 0,1-1 1 15,-1-2 1-15,-3 0-5 0,-3 0 9 0,0-1-5 16,1-4-1-16,-3 3-2 0,-2-2 1 0,0-1 4 16,-2 1-2-16,-1 0-1 0,-2 3 7 0,1 1 0 0,-1 1-3 15,-2 6 3-15,5-9-3 0,-5 9-4 0,0 0 0 16,0 0 3-16,0 0-1 0,0 0 0 0,0 0 3 16,0 27-3-16,-2-16 1 0,4 5 1 0,-2 0-19 15,0 1-28-15,2-2-48 0,0 1-47 0,1-4-38 16,-1 2-167-16,3-1-373 0,1-5 165 0</inkml:trace>
  <inkml:trace contextRef="#ctx0" brushRef="#br0" timeOffset="35869.93">19425 10247 95 0,'-9'-6'221'0,"-1"5"-22"15,-2-3-14-15,0 7-22 0,-4 1-6 0,-2 5-10 16,0 0-11-16,-6 8-11 0,1 2-10 0,0-2-14 16,4 2-8-16,5-2-7 0,5-2-13 0,-1 3-7 15,2-2-6-15,4-5-4 0,3 1-6 0,2 1-2 16,2-3-9-16,3 0 3 0,0-1-5 0,2-1-5 16,4-2-3-16,4-1-5 0,2-2-7 0,0-2-3 15,0-2-8-15,0-4-1 0,1-1-2 0,-4-4-2 16,4 1 0-16,-2-5-3 0,-3 0 2 0,0-9 0 0,0 0 1 15,-5-5 4-15,1-2-6 0,-3-4-1 16,-2-1 0-16,-3-10 2 0,0 10-5 0,-1-12 0 16,0 11 9-16,-6-11 0 0,4 12 3 0,-2 2 7 15,-1 3 4-15,6 6 5 0,-4-2 11 0,0 10 14 0,-2 0 2 16,2 5 3-16,-1 2-2 0,2 3-7 16,1 6-5-16,-4-8-7 0,4 8-7 0,0 0 0 15,0 0-5-15,-8 18 2 0,6 0-5 0,-3 12 2 16,-2 1-4-16,2 3 0 0,1 13-4 0,3-11 5 0,2-3-6 15,4-2 1-15,3 4 1 0,1-2 2 0,1-3-5 16,3-2 2-16,2-1-3 0,3-1 9 16,-1-5-11-16,3-4 3 0,3 0-2 0,-6-7 2 15,7 2-19-15,2-4-1 0,-7-2-10 0,1-2-10 0,2-4-1 16,0-2-5-16,-4-1-1 0,1-3 3 0,-2-1 2 16,-2-4 1-16,-1 0 1 0,0-3 6 0,-4 0-1 15,0-2 4-15,-1 0 1 0,-4 0-1 0,-1 0 2 16,-1-2 6-16,-3 7 5 0,-1-1 3 0,-3 2 0 15,0 0 11-15,-1 2 1 0,-4 1 0 0,-1 3-2 16,-1 4 2-16,-3 0-1 0,0 0 2 0,-4 7-3 16,3 0 4-16,-3 2-3 0,5 4 3 0,1-3-3 15,3 4 0-15,2 0-3 0,5-2 2 0,2 3-5 16,0-2-12-16,3-2-26 0,4 0-32 0,3 1-22 16,7-2-33-16,1-2-18 0,9-2-28 0,3-3-23 15,2 0-120-15,0-4-341 0,-1-1 151 0</inkml:trace>
  <inkml:trace contextRef="#ctx0" brushRef="#br0" timeOffset="36252.49">20124 10213 65 0,'1'-9'181'0,"-1"-1"-2"15,0 10 4-15,-2-16-4 0,-1 13 11 0,1-4-8 16,2 7-11-16,-8-10-9 0,1 8-17 0,7 2-15 16,-16 0-8-16,6 2-15 0,-2 1-8 0,-3 7-7 15,1-1-10-15,-2 3-11 0,2 1-7 0,2 0-8 16,1 1-5-16,4 0-6 0,0-2-3 0,6-1-4 15,-1-1-5-15,3 1 1 0,3 0-5 0,2 0-5 16,0-3-1-16,3 1-4 0,3-3-8 0,-2-2-11 16,3-1-2-16,1 0-5 0,-1-3-6 0,3-4 2 15,-4 0 2-15,-2-2-2 0,5-3 0 0,-3-3 4 16,-1-1 1-16,-3-2 0 0,1-2 0 0,-3-1 0 16,1-8-2-16,-4-3 4 0,-3 1 2 0,3 0-5 15,-4-5 5-15,1 1 0 0,0-2 0 0,-4 2-2 16,-1-2 4-16,1-1 1 0,2 6 1 0,-1 0 9 15,2 5 17-15,-2 7 15 0,2 5 10 0,0 2-2 0,-1 3-6 16,2 7-7-16,0-11-7 0,0 11-7 0,0 0-2 16,0 0-1-16,0 0 6 0,0 0-4 15,-4 38 10-15,4-10-10 0,2-3-1 0,-2 4-4 0,0 3 1 16,0-2-2-16,2-2 1 0,3 1-6 0,1 0-9 16,-3 0-33-16,5-1-43 0,-2-1-44 0,1 2-37 15,2-4-39-15,0-2-45 0,-6-3-173 0,5-2-444 16,-1-3 196-16</inkml:trace>
  <inkml:trace contextRef="#ctx0" brushRef="#br0" timeOffset="38133.97">20819 10233 30 0,'0'0'215'0,"0"0"-10"0,-4-7-16 0,4 7-20 0,0 0-15 16,4-16-14-16,3 9-14 0,0-2-6 0,5-7-18 16,-1 3-7-16,3-2-10 0,6-3-4 0,-5 4-19 15,-2-1 3-15,4-4-11 0,-5 4-4 0,1-1 0 16,-2 2-4-16,0 1 5 0,-3 4-3 0,0-1 5 16,-3 2 4-16,-1 2-4 0,0 0 0 0,-4 6-9 15,5-9 2-15,-5 9-11 0,5-6-7 0,-5 6-5 16,0 0-1-16,0 0-3 0,8 13 2 15,-4-3 0-15,-1 5-1 0,0 12 2 0,2 1 0 0,-4 3-1 16,1 2-3-16,0 13 0 0,1-10-2 0,-6 10-3 16,3-13 1-16,0 1-5 0,3 0-1 0,-1-3 3 15,0-2-2-15,-1 0 2 0,-1-1-3 0,1-3-2 16,0-4 1-16,1-2-6 0,-4 0-8 0,4-1-11 16,-2-1-7-16,0-1-12 0,0 0-19 0,-3 0-23 15,1-2-34-15,-2-2-22 0,-1-1-23 0,-2-1-33 16,0 0-148-16,-4-4-365 0,-1 2 162 0</inkml:trace>
  <inkml:trace contextRef="#ctx0" brushRef="#br0" timeOffset="38350">20634 9811 121 0,'-3'-3'129'0,"1"-2"-22"0,2 5-23 0,0 0-24 16,4-12-24-16,-4 12-30 0,11-6-33 0,-1 4-59 16,3-2-94-16,1 4 42 0</inkml:trace>
  <inkml:trace contextRef="#ctx0" brushRef="#br0" timeOffset="38815.38">21119 9723 26 0,'0'0'169'0,"-1"-10"-15"0,1 10-15 0,0 0-14 15,0 0-7-15,0 0 9 0,0 0 1 16,13 26-11-16,-4-7-8 0,1 5-10 0,2 2-8 0,-5 2-6 16,1 0-12-16,0 0-1 0,-2-4-9 15,-2-5-1-15,0 1-11 0,2-3-4 0,-2-6-3 0,-2 0-5 16,0-2-4-16,0-3 5 0,-2-6 9 0,3 9 15 15,-3-9 10-15,0 8 0 0,0-8-8 16,0 0-3-16,0 0-9 0,0 0-5 0,-15-22-3 16,12 11-3-16,-1-4-1 0,0-2-10 0,4-3-4 0,3-5 0 15,2 0 1-15,5-3-16 0,2 0 1 0,3-1-3 16,0-2-5-16,3 5 1 0,2 1 0 0,2 1-1 16,-1 3-1-16,-2 4-5 0,-2 6 1 0,-2 1-1 15,-2 5-1-15,0 4 0 0,-1 1-2 0,1 1 2 16,-1 5-2-16,3 4 1 0,0 0-1 0,-1 6 0 15,1 0 6-15,-4 0-6 0,4 7 4 0,-3 2-2 16,-3 1-3-16,0-2-24 0,-3 4-39 0,3-1-40 16,-4 2-50-16,-2 2-52 0,-3-1-164 0,-2-1-404 15,1-1 180-15</inkml:trace>
  <inkml:trace contextRef="#ctx0" brushRef="#br0" timeOffset="38988.47">21665 10401 2460 0,'7'2'65'0,"-7"-2"0"0,7 1 0 0,-7-1-15 16,0 0 11-16,8 1 15 0,-8-1 2 0,0 0 2 0,0 0-9 15,0 0 8-15,0 0-22 0,9-6-4 16,-9 6-9-16,0 0-16 0,0 0-29 0,6-3-43 16,-6 3-55-16,0 0-61 0,0 0-70 0,0 0-237 15,0 0-505-15,0 0 223 0</inkml:trace>
  <inkml:trace contextRef="#ctx0" brushRef="#br0" timeOffset="42427.45">22445 10085 74 0,'0'0'165'0,"0"0"-8"0,17 19-1 0,-10-9-7 0,-2 4-11 16,2 4-6-16,-2 1-11 0,1 6-11 0,2 0-3 15,-2-1-14-15,-1-1-10 0,-1-3-6 0,0-1-5 16,0-1-10-16,-2-1-9 0,2-2 2 0,-1-2-11 16,-2-2-3-16,0-2-2 0,0-2 1 0,-1-1-4 15,0-6-2-15,2 10 6 0,-2-10 4 0,1 7 1 16,-1-7 0-16,0 0-5 0,0 0-6 0,0 0 0 15,0 0-4-15,-13-17-1 0,11 6 0 0,2-2-3 16,0-4-5-16,2-3 0 0,5-6-5 0,2-3-2 16,0-1-2-16,3 0-1 0,2 0 1 0,8 0-3 15,-5 9-1-15,1-1-1 0,-5 7-1 0,2 2-1 16,-2 5-4-16,4 1 0 0,-4 5 0 0,1 3 1 16,3 6 4-16,-1 1 4 0,-1 6-2 0,-1-2-5 15,1 8 7-15,3 3-1 0,-7 1-1 0,-2 1 3 16,0 1-3-16,0-2 1 0,-2 1-2 0,-2-6-7 15,-3 0-19-15,6 0-26 0,-6-2-21 0,2 0-36 16,1-1-33-16,-1-4-28 0,0 0-25 0,0-2-138 16,1-1-352-16,-1-2 156 0</inkml:trace>
  <inkml:trace contextRef="#ctx0" brushRef="#br0" timeOffset="42683.73">23035 10290 6 0,'0'0'154'0,"0"0"-8"16,13 13 1-16,-7-6-6 0,-1-2-4 0,2 0-13 16,2 1-7-16,4 0-3 0,-2-2-12 0,2-1-9 15,5-1-7-15,1-1-6 0,-1-1-6 0,1-5-5 16,-1 1-11-16,1-2-9 0,-2 1 0 0,-6 0 0 16,3-5-6-16,-4 4 4 0,-3-1 5 0,-2 1-3 15,-1-3-3-15,-3 2-6 0,-1 7-5 0,-6-15-5 16,-1 7-3-16,-2 0-6 0,-3 2-2 0,-4 2-8 15,-3-3-2-15,-3 5-8 0,3 2-14 0,-1 0-17 0,-2 1-17 16,4 2-33-16,-1 0-21 0,1 1-23 16,7 0-34-16,2 1-121 0,3-1-302 0,6-4 134 15</inkml:trace>
  <inkml:trace contextRef="#ctx0" brushRef="#br0" timeOffset="42885.32">23378 10049 1895 0,'8'-18'-53'0,"-2"-1"85"15,-4 3 60-15,1 5-34 0,-2 0 12 0,2 2-6 16,-3 4-1-16,0 5-7 0,1-10-11 0,-1 10-8 0,1-7-1 16,-1 7 6-16,0 0 16 0,0 0 14 0,-2 35-3 15,-1-6-5-15,-1 3-4 0,2 13-6 0,-3 2-2 16,4 0-6-16,-1-12-3 0,1 1-5 16,1-2-5-16,1 0-9 0,1-2-16 0,0-3-34 0,2-2-29 15,1 1-34-15,-3-9-46 0,2-2-53 0,0 0-58 16,-4 0-141-16,1-4-418 0,1-3 184 0</inkml:trace>
  <inkml:trace contextRef="#ctx0" brushRef="#br0" timeOffset="43033.38">23325 10247 81 0,'12'-7'166'16,"3"-1"-16"-16,2-1-24 0,8-1-19 0,1 1-39 15,3-1-37-15,2 2-49 0,0 0-101 0,-1 5-128 16,5-5 57-16</inkml:trace>
  <inkml:trace contextRef="#ctx0" brushRef="#br0" timeOffset="43239.75">23932 9997 22 0,'0'0'212'0,"4"-4"-13"15,-4 4 1-15,0 0 7 0,0 0-8 0,12 22 3 16,-9-1-2-16,1 5-19 0,2 4-11 0,-3 3-17 16,-1 1-15-16,-2 1-14 0,0-3-9 0,-2 2-14 15,-3-1-12-15,4 0-5 0,-2-4-17 0,2-1-17 16,0-4-29-16,1 1-28 0,-2-8-37 0,2-2-40 16,-1 1-30-16,1-4-55 0,0-3-53 0,-1 0-127 15,1-9-379-15,0 0 168 0</inkml:trace>
  <inkml:trace contextRef="#ctx0" brushRef="#br0" timeOffset="43726.63">23949 10243 5 0,'5'-14'155'0,"4"0"-7"0,0-4-3 16,4 2-5-16,0 0-7 0,4-5-6 0,1-1-12 15,3 3-9-15,-1-3-6 0,-3 3-4 0,-3 5-7 16,-3-1-4-16,1 2-1 0,-3 3-5 0,-3 1 2 15,-1 3-6-15,2 1-3 0,-1 0-4 0,-3 1-4 16,-3 4-11-16,6-7-12 0,-6 7-2 0,0 0-3 16,0 0-7-16,12 8 2 0,-8 3-4 0,-2 0 5 15,4 8-3-15,-2 7 4 0,1 2-5 0,-5 2-1 16,2 2-2-16,-4 0 1 0,4 2-5 0,-6-4-1 16,1 0-3-16,3-2-2 0,-1-3-2 0,2-4 0 0,-1-2-1 15,1-4-1-15,2 1-8 0,-3-5-6 0,3-1-8 16,-2-1-3-16,1-2 0 0,1-1 0 15,1-1-3-15,1 0 5 0,3-3 0 0,-1 0 5 16,4-2-5-16,0 0 1 0,3 0 6 0,-4 0 0 0,2-1-2 16,-1 1 4-16,3-1 3 0,-2-1 1 15,6-1 4-15,-7 1 9 0,2 0-5 0,0-3 4 16,4 2-5-16,-1-3 1 0,1 2 0 0,2-2-2 0,-1-2 1 16,-4-1-3-16,2-1 2 0,-3 1 2 0,1-2-2 15,0-2 3-15,-3 1-3 0,-5 2 2 0,1 0-2 16,-1 0 1-16,-2-3 0 0,-3 3 1 0,-2-1 5 15,-1-2 0-15,-2 4-2 0,0 1 8 0,2 2-4 16,-6-1 0-16,-1 1-6 0,4 3-3 0,5 3 2 16,-14 1-3-16,5 6-1 0,-4 3 1 0,1 2-1 15,-1 4 1-15,1 1-4 0,2 1 1 0,4 0-15 16,-1 6-30-16,2-6-41 0,3 0-37 0,4 0-62 16,1 0-199-16,3-4-412 0,3-1 183 0</inkml:trace>
  <inkml:trace contextRef="#ctx0" brushRef="#br0" timeOffset="44375.1">25379 10165 58 0,'-12'2'173'0,"-1"2"-4"16,-3 5-6-16,-7 5-6 0,5 7-6 0,-2-3-11 15,2 7-10-15,3 0-10 0,1 1-7 0,3-3-15 16,5-4-9-16,2 2-5 0,0-3-9 0,6-1-5 16,1-2-6-16,1-4-2 0,3 0-6 0,0-1-6 15,7-2-1-15,-1-3-4 0,5-4-4 0,4-1-2 16,-2-1-5-16,8-5-3 0,-1-3-2 0,2-1 0 16,-4-3-6-16,-1 1-3 0,-8-1 1 0,0 1-4 15,-3-1-2-15,-2-1 2 0,-2-1-8 0,0 0-1 16,-4-1-1-16,-3 1 0 0,-2 2-1 0,0 0 0 0,0 4-1 15,0-1 7-15,0 10 1 0,-2-10-4 16,2 10-1-16,0-10-4 0,0 10-3 0,0 0 0 16,0 0 1-16,0 0 1 0,0 0 3 0,-5 29 2 15,5-14-4-15,3 1-4 0,-3 0 7 0,4 4 2 16,1-2-6-16,1-3 5 0,3 2-4 0,0-2-3 16,0-2-19-16,5-3-22 0,1 2-41 0,-1-5-38 15,3 0-35-15,6-6-47 0,-5 1-128 0,4-4-355 16,-1-2 157-16</inkml:trace>
  <inkml:trace contextRef="#ctx0" brushRef="#br0" timeOffset="44746.23">25889 9943 38 0,'0'-11'211'0,"0"1"-9"0,0 3-12 0,0-1-21 0,0 8-25 15,2-8-8-15,-2 8-5 0,0 0-4 16,6 20 4-16,1 6-4 0,-1 3-8 0,-4 4-11 15,-1 14-7-15,1-1-10 0,1 0-8 0,1-11-9 0,-4 0-7 16,1-4-7-16,3-1-4 0,-2-4-6 0,2 0-4 16,-2-9-5-16,-1-1-7 0,1-3-3 0,0-5 1 15,-2 0 1-15,0-2-4 0,0-6-1 16,0 8 0-16,0-8 0 0,0 0-6 0,0 0 1 0,0 0-6 16,0 0-4-16,0 0-5 0,0 0-7 0,-4-26 3 15,6 7-12-15,0 2-1 0,0-3 0 0,6-4-2 16,2 1-1-16,-3 6 3 0,2 1-2 0,2 5 1 15,-2 2-3-15,0 3 3 0,1 4-2 0,2 1 1 16,1 3 1-16,-3 3 1 0,5 3 0 0,-1 3 4 16,-3 3 2-16,1 0-2 0,-3 3 7 0,-3-2-4 15,1 0 1-15,-1 3 3 0,-2-2 1 0,-2 0 3 16,-2 2-3-16,0-2 2 0,-3 0-9 0,2-3-12 16,-5 1-21-16,0-2-37 0,1-2-36 0,-4 1-55 15,0-3-42-15,-2-1-139 0,2-1-374 0,-3-3 166 16</inkml:trace>
  <inkml:trace contextRef="#ctx0" brushRef="#br0" timeOffset="45539.2">26142 10200 26 0,'13'-4'212'0,"6"2"-14"15,-4-1-8-15,3 3-5 0,1 3-10 0,-6-1-8 16,0-1-14-16,-3 6-11 0,2-1-15 0,0 3-8 15,-5 0-12-15,4 3-5 0,-2 2-13 0,0-1-6 16,-5 1-8-16,-3-2-7 0,3 4-5 0,0-1-5 0,-4-3-7 16,0 0-6-16,-4-2-10 0,2-1 1 15,-1 1-3-15,-1-2-2 0,2-1-5 0,0 1 0 16,-3-4-5-16,5-4-4 0,-3 9 2 0,3-9 0 16,-2 5-1-16,2-5-6 0,0 0-6 0,0 0-2 15,0 0-8-15,0 0 1 0,0 0 0 0,-4-33-1 16,8 21 0-16,6-5 1 0,3-8-1 0,0 4 0 15,5-3 3-15,1 2 0 0,-2 0-2 0,4 1 0 16,-2 0 3-16,-1 2-1 0,-1 6 0 0,-6 1 3 16,-1 3 2-16,0 1 0 0,-3 1-6 0,-3 2 2 0,0 1-2 15,1 1-3-15,-5 3 1 0,0 0 2 16,14 2 0-16,-14-2 3 0,8 10 2 0,-5-2 4 16,1 3 4-16,2 5 2 0,-3-2-1 0,0 2-4 15,1 0 1-15,-2-1 0 0,1 0-1 0,1 1-3 0,-2-3 4 16,0-3 0-16,0 1-4 0,3-1 4 0,0-3-1 15,-1 0-2-15,1 0-1 0,3-2 4 0,-3-2-5 16,5-2 4-16,-2-1-3 0,3-1 3 16,1-4-7-16,-3 1 4 0,-1-4 0 0,-1 0-3 0,3-2 1 15,0-4-5-15,-3 0-1 0,-1-2 0 0,-2 4 3 16,0-3 1-16,-4 2-4 0,0-3-1 0,0 0 2 16,0 4 2-16,-2 2-3 0,0 1 3 15,2 1-1-15,0 8 1 0,-3-9-4 0,3 9 1 0,0 0-6 16,0 0-1-16,0 0-3 0,0 0 10 0,0 0 1 15,0 0 2-15,3 28 0 0,-1-14 2 0,0 1 1 16,2-1-2-16,-2-2-1 0,3 0 3 0,1 0-4 16,-1-2 6-16,4-2-1 0,0-1 1 0,0-1-2 15,5-2 5-15,-3-2-3 0,9-4 2 0,-7-1-1 16,6-2-2-16,-2-4-2 0,-5 3 1 0,3-5-2 16,3-1 6-16,-7-1-2 0,1-3-2 0,-3-1-2 15,-2-1 3-15,-1-5-3 0,0-1 2 0,-6 0 0 16,1-5-2-16,-2 3 0 0,-1-3-1 0,2 1-1 15,-4 3 5-15,0 7 2 0,2 2 11 0,-1 6 6 16,3 0 10-16,-2 4-2 0,2 6-5 0,-2-11-6 16,2 11-4-16,0 0-2 0,0 0-3 0,0 0 13 15,0 0 9-15,0 51 3 0,0-21-1 0,0 0 7 16,-2 6-8-16,0 10-3 0,2 0-5 0,0-13 0 16,0 1-2-16,0 0-2 0,2-1-3 0,-2-1 0 15,2-1-2-15,0 0-2 0,0-5-3 0,3 0-3 16,-1 1-7-16,-4-1-18 0,0-7-25 0,0 4-36 15,0-5-42-15,-4-1-38 0,4 0-47 0,-5-1-50 16,-3-1-191-16,0-4-480 0,2 0 213 0</inkml:trace>
  <inkml:trace contextRef="#ctx0" brushRef="#br0" timeOffset="45756.68">27016 10155 210 0,'14'-15'208'16,"3"3"-7"-16,-1 3-10 0,2-1-9 0,0 5-14 16,-3 1-13-16,-1 3-17 0,-1-1-14 15,-1 5-7-15,-1 0-15 0,2 0-7 0,-3 2-14 16,-2 4-6-16,-5 0-3 0,-1 1-12 0,0 2-3 16,-2 4-10-16,-2-5-24 0,-5 5-26 0,1-1-29 15,-4-1-26-15,1 0-38 0,3-2-39 0,-3-2-47 0,-3 2-118 16,6-5-325-16,3-2 143 0</inkml:trace>
  <inkml:trace contextRef="#ctx0" brushRef="#br0" timeOffset="45975.41">27283 9903 44 0,'4'-9'234'0,"-3"2"-23"0,-1 7-22 0,4-9-3 16,-4 9-3-16,0 0-8 0,0 0 4 0,12 22 1 15,-6-6-10-15,-1 3-1 0,3 6-23 0,-3 5-8 16,-1-1-16-16,1 0-10 0,-2 1-11 0,-1 0-6 16,2-1-15-16,-2-2-4 0,3 0-11 0,-3-7 0 15,-2 5-21-15,4-6-19 0,-2 0-34 0,3-2-38 16,-2 1-36-16,-3-1-55 0,0-6-56 0,0 1-226 16,0-1-455-16,-3-4 201 0</inkml:trace>
  <inkml:trace contextRef="#ctx0" brushRef="#br0" timeOffset="46136.48">27229 10219 2018 0,'0'-15'27'0,"-2"5"26"15,2-1-10-15,2 5-8 0,-2 6-23 0,0-14 1 16,2 7 3-16,3-2 5 0,4 1 2 0,2-4-1 16,6 3-2-16,4-5-4 0,4 2 2 0,2 1-10 15,2-1-35-15,3 5-50 0,5-4-56 0,2 3-47 16,-1-2-142-16,16 0-348 0,-3-3 155 0</inkml:trace>
  <inkml:trace contextRef="#ctx0" brushRef="#br0" timeOffset="46777.16">27775 10259 106 0,'0'0'205'0,"13"-19"-7"0,-7 12-9 0,4-4-16 0,1 0-14 16,3-4-11-16,0 0-11 0,6-5-8 0,-3 1-11 16,-3 4-5-16,-1-1-6 0,3-4-3 0,-3 6-10 15,-1-2-3-15,0 0-6 0,-1 2-3 0,-6 3-3 16,1 1 2-16,-2 1 7 0,0 3 2 0,-1 1-3 15,-1-2-5-15,-2 7-12 0,5-9-8 16,-5 9-11-16,0 0-7 0,0 0-6 0,0 0 0 0,0 0-7 16,13 21-4-16,-11-2-2 0,1 10 6 0,-3 2-9 15,4 3-4-15,-2 10-1 0,0-8 3 0,-2 12-7 16,3-15 7-16,-1 1-10 0,0-4 5 16,0 2-3-16,0-3 0 0,1 0-3 0,-3-1-2 0,3-2 4 15,-3-2-6-15,2-6-2 0,0 0-11 0,-2 3-18 16,4-4-22-16,-4-2-38 0,0 2-42 0,-1-2-46 15,-2-8-43-15,1 5-229 0,-3-7-481 0,1 0 214 16</inkml:trace>
  <inkml:trace contextRef="#ctx0" brushRef="#br0" timeOffset="46933.35">27798 9957 2259 0,'2'-31'8'0,"1"-1"-26"0,-2 6 12 0,1 7 1 0,-1 3-11 16,1 6-34-16,0 2-40 0,-2-1-30 16,4 3-38-16,-4 6-143 0,0-9-326 0,0 9 145 15</inkml:trace>
  <inkml:trace contextRef="#ctx0" brushRef="#br0" timeOffset="47279.34">28137 9761 1666 0,'9'-3'48'0,"-2"0"36"0,-1 1-65 16,2 0 11-16,-8 2-22 0,12 5 15 15,-7 0 7-15,-1 1 10 0,5 2 4 0,-4 4-1 0,-1 0 8 16,0 2-1-16,-3 1 0 0,3 1 2 0,-4-4 3 16,0 1-2-16,0-1 1 0,2-2-5 15,-4-1 2-15,2 1-2 0,0-3-5 0,0-7 4 0,-2 9 6 16,2-9 9-16,0 7 0 0,0-7-4 0,0 0-3 15,0 0-5-15,0 0-9 0,0 0-3 0,0 0-3 16,-3-30-6-16,8 14 12 0,0-2-17 0,4-1-8 16,2-4-2-16,2-1 4 0,5 3-5 0,1 0-1 0,0 5-4 15,0-1 0-15,-4 6-1 0,2 3-4 16,-1 0-2-16,-2 4-2 0,-1 4-2 0,-1 3 2 16,1 1 1-16,4 5-5 0,-2 4 3 0,-1 2-1 15,1 5 5-15,1 4-1 0,-6 1-5 0,-2 7-19 0,1 3-32 16,-2 10-39-16,-4-9-42 0,1-1-72 15,-2 11-45-15,-4-12-172 0,2-3-459 0,-2 0 203 16</inkml:trace>
  <inkml:trace contextRef="#ctx0" brushRef="#br0" timeOffset="47430.17">28653 10405 64 0,'3'9'259'0,"-3"-9"-14"0,2 6-3 0,-2-6 7 16,0 0 8-16,0 0-22 0,3 6-21 0,-3-6-25 0,0 0-16 15,0 0-22-15,0 0-25 0,3 4-42 0,-3-4-51 16,0 0-69-16,0 0-83 0,0 0-79 0,0 0-164 16,0 0-391-16,0 0 173 0</inkml:trace>
  <inkml:trace contextRef="#ctx0" brushRef="#br0" timeOffset="62236.03">18588 11380 22 0,'0'0'68'0,"0"0"-9"0,0 0 3 15,0 0-6-15,0 0-2 0,0 0 2 0,0 0-6 16,0 0-10-16,0 0 2 0,0 0 1 0,0 0-5 16,0 0-3-16,0 0 0 0,0 0-3 0,9-15 5 15,-9 15-3-15,0 0-6 0,0 0-10 0,0 0 9 16,0 0-1-16,4-4-5 0,-4 4-6 0,0 0 7 16,0 0 0-16,0 0 3 0,0 0-7 15,0 0-3-15,0 0 4 0,0 0-5 0,0 0 0 0,0 0-2 16,0 0-2-16,0 0-3 0,0 0-3 0,0 0 6 15,0 0-2-15,0 0 10 0,0 0-1 0,0 0-2 16,0 0 1-16,0 0 2 0,0 0-7 0,0 0 12 16,0 0-11-16,0 0 1 0,0 0-2 0,0 0-4 15,0 0 6-15,0 0-8 0,0 0 4 0,0 0-1 16,0 0-2-16,0 0-2 0,0 0 1 0,0 0 3 0,0 0-2 16,0 0-2-16,0 0-6 0,0 0 6 0,0 0-3 15,0 0 4-15,0 0-5 0,7-3 0 16,-7 3 9-16,0 0-10 0,0 0 1 0,4-5 2 15,-4 5 4-15,0 0-2 0,4-7 6 0,-4 7-3 0,0 0-4 16,0 0 7-16,4-7 4 0,-4 7 5 0,0 0 4 16,2-7 6-16,-2 7 1 0,0 0-2 0,-1-10-10 15,1 10 4-15,-5-8-3 0,5 8-4 0,-6-6 2 16,6 6-3-16,-12-5-6 0,6 2 10 0,-2 0-11 16,-1 0 0-16,-1 1-5 0,-3 1 2 0,3 2 0 15,-2-1 5-15,0 2-12 0,0-2 9 0,-1 3 0 16,2 1-4-16,0 0-1 0,0 1 2 0,1-1-3 15,1 3 2-15,-1 0-5 0,1 5-1 0,1-2 4 16,1 4-1-16,2-3 0 0,2-1-4 0,0 0 3 16,4 2 5-16,1-1 0 0,1 1 4 0,4-1-7 15,2 2 1-15,-1-3-1 0,3-1 3 0,3 1-3 16,-1-3 4-16,5 0 1 0,-4-3 0 0,1 2 0 16,5-6 0-16,-1 0-1 0,1 0-4 0,-2-2 4 15,-2-2 3-15,-4 1-8 0,1-1-9 0,-3-2 13 16,0 0 4-16,-2 0 2 0,-2-1-7 0,-2 0-2 15,1-2 3-15,-2-1 2 0,-1 0 0 0,1 0 6 16,-3 0-11-16,0 0 2 0,0 10 2 0,0-13 12 16,0 13 0-16,-3-12 0 0,3 12-4 0,0 0-4 0,0-7-5 15,0 7 4-15,0 0 1 0,0 0-8 0,0 0 3 16,7 36 6-16,-7-10-4 0,0 5 3 16,1 3 6-16,-1 14-1 0,-3-2-5 0,3 2 5 15,-1 2-2-15,-4-3 0 0,3 2 1 0,-4-4-1 0,4-11 4 16,-6 12-3-16,3-12-4 0,-1 1-2 0,-1-2 4 15,1-1-3-15,-2-2-3 0,2-2 0 0,-3-1-1 16,1-3-2-16,0-7 4 0,-3-1 0 0,3 0 3 16,1 1-3-16,0-7-2 0,-2 1 8 0,2-3-3 15,-1-1-2-15,-1-1 3 0,-1-4-7 0,0 2-7 16,-1-4-11-16,0 0-28 0,1-4-37 16,-2-2-4-16,1-6-50 0,0-2-37 0,1 0-93 0,1-4-287 15,3-1 128-15</inkml:trace>
  <inkml:trace contextRef="#ctx0" brushRef="#br0" timeOffset="62844.83">18866 11392 148 0,'12'5'141'0,"-2"3"-9"0,3 5-3 16,-3 1-12-16,0 3-8 0,0 5-7 0,0 3-11 15,-4 2-4-15,-1 0-12 0,-2 0-8 0,-1 0-6 16,-1-1-4-16,-1-7-8 0,0 0 2 0,-1-1-9 16,1-1 3-16,-5-6-14 0,5 2 2 0,-1-4 3 15,-2 1-11-15,2-4 2 0,1-6-4 0,-1 10 12 16,1-10-6-16,-4 7 0 0,4-7-5 0,-5 2-1 16,5-2 0-16,0 0 0 0,0 0-4 0,0 0-9 15,-6-22 1-15,9 10 9 0,1 2-9 0,2-6-5 0,5 0 4 16,5-4-2-16,-2-4-4 0,5 0-2 15,0 2 5-15,1 1 2 0,0-3-3 0,1 1-6 16,-5 0 4-16,5 3 1 0,-5 2 3 0,-3 2-4 16,-1 3-2-16,0 1 2 0,-5 1 0 0,-1 3 7 15,-2 2 9-15,1-3 9 0,-2 5-3 0,-1-1 2 16,-2 5-2-16,5-7-7 0,-5 7-1 0,0 0-6 16,0 0-2-16,0 0 2 0,0 0 3 0,0 0-7 15,-24 20 1-15,14-7 3 0,0 4-2 0,2-1-4 16,0 2 1-16,1 0-1 0,2-1 3 0,1 0-7 0,2-2 4 15,2 2 3-15,0-5-3 0,2 0-1 16,2-2 0-16,1 3-1 0,2-5-2 0,0 1-1 16,2-3-7-16,-2 1-2 0,5-4 5 0,-2 1-3 0,3-2-3 15,0-2 5-15,-2-2-3 0,0 0 2 0,-1-3-2 16,-1-2 0-16,2 1-3 0,-2-2 2 0,-1-1-2 16,-2-1 7-16,2 1 4 0,-3-1-7 0,-1 1 5 15,-2 2-1-15,1 1 6 0,2 2-1 0,-5 4 1 16,4-9 3-16,-4 9-11 0,5-9 1 0,-5 9 3 15,0 0 0-15,0 0 0 0,3 19-3 0,-1-10 5 16,0 1-1-16,2 7-1 0,0-2 5 0,-3 1-9 16,2 1-17-16,2-1-12 0,3-1-24 0,-3-3-22 15,1-2-8-15,5-2-18 0,0 0-9 0,4 0-11 16,3-4-11-16,0 1-6 0,2-3-86 0,0-1-246 16,1-2 110-16</inkml:trace>
  <inkml:trace contextRef="#ctx0" brushRef="#br0" timeOffset="63744.49">19758 11539 100 0,'-3'-10'115'0,"-2"3"9"16,-3-1-5-16,0 2 8 0,-3 2 0 0,-2 0-1 15,1 1-1-15,-6 2-6 0,-2 5-9 0,1 4 0 16,-7 2-11-16,1 2-12 0,1 3-6 0,-2 0-9 16,4 4-7-16,2 0-3 0,7-4-6 0,-1-1-7 15,5 1-9-15,0-1-2 0,5-2-3 0,0-2-3 16,4 3-3-16,2-3-1 0,5 0-3 0,0-2-2 15,3-1 2-15,4-3-4 0,5-2-5 0,2-1 0 16,7-1-4-16,-2-5-2 0,1-1-1 0,-9-2-4 16,3-2 4-16,-1-6-4 0,-1-3-3 0,-1-1 0 15,-4-2 1-15,-2-2-1 0,-3-4-4 0,-2-1 5 16,-1 1-2-16,-3-3 3 0,1-3-4 0,-4 2-5 16,0-4 5-16,-2 1 1 0,-1-11 1 0,2 15 3 15,-2 1 3-15,1-1 9 0,0 6 9 0,0 6 2 0,-2 3 12 16,3 5 2-16,-1 2 3 0,1 3-14 0,1 6-4 15,-1-8-5-15,1 8-7 0,0 0 4 0,0 0-4 16,-1 36-1-16,1-11 0 0,-2 8-3 16,-3 1 9-16,1 2-10 0,-3 10 2 0,3 4-1 0,1-5-1 15,2-11 1-15,0 0-3 0,3-3-2 0,3-2 0 16,1-2 1-16,1 0-1 0,6-2 0 0,-1-4-1 16,-1-4-3-16,3-3 4 0,4-1-3 0,-1-1-7 15,2-5-2-15,2-3-10 0,-1 0-11 0,8-4-7 16,0-1-7-16,-1-6 0 0,-1 0-5 0,0-3-2 15,-4-5 1-15,0 0 1 0,-10 2 0 0,1-2 2 16,0-3-1-16,0-3 8 0,-6 5 7 0,1 1 2 16,-4 5 7-16,-3-1 12 0,0 2 11 0,-1 2 1 15,-2-2 4-15,2 9-1 0,-8-10 2 0,2 7 0 16,6 3 4-16,-18 3-4 0,5 2 4 0,0 0-2 16,1 3-4-16,1 0 2 0,1 1-2 0,1 2 1 15,4-1-3-15,1 3-15 0,2-3-17 0,0 1-3 16,6-1-17-16,3 0 0 0,5 0-6 0,5-3-16 15,2 0-5-15,6 1-8 0,4-7-1 0,3 1 4 16,0-2-8-16,0-4 11 0,0-1 6 0,-3-1 13 16,-1-1 0-16,0-3 9 0,-7 3 4 0,-5-2 5 15,1 0 1-15,-4-2 22 0,-3 3 5 0,-1-2 18 16,-3 2 18-16,-2 2 21 0,-1-4-1 0,-3 5-3 16,0 5 4-16,-5-11 7 0,-1 6-7 0,6 5 25 15,-16-1 0-15,3 2-3 0,0 3-1 0,-5 2-4 16,-1 3-3-16,-4 5-5 0,0-1-7 0,7 0-1 15,3 2-9-15,2-1-2 0,1 1-1 0,3 0-6 16,4-2-2-16,2 0-5 0,2-2-5 0,2-1 7 16,4-1-6-16,2 1 0 0,-1-7-8 0,5 2 2 15,1-2-12-15,-3-3-4 0,7-3 1 0,-1 0-2 16,1-4 1-16,-3-2-2 0,2-3 3 0,-3-1-2 16,0-3 0-16,0-4 2 0,-1-2 0 0,-2-4-2 15,-4 0 5-15,-2 1-3 0,0-3 4 0,-4 1-5 16,3-4 7-16,-4 0 2 0,-2-1-5 0,4 2 4 15,-1-1 10-15,0 6 4 0,-1 6 13 0,2 4 14 0,-1 2 4 16,-1 3 0-16,1 1-3 0,1 3-7 16,-2 6-9-16,0 0 1 0,0 0-1 0,0 0 0 0,10 26-1 15,-8-8-1-15,0 8-5 0,0 3 0 16,-1 1-6-16,-2 2 3 0,1 2-6 0,0 0-23 0,1 0-23 16,-1 1-38-16,3-2-32 0,-2-3-42 15,0 3-32-15,1-2-184 0,-2-3-390 0,5 0 173 16</inkml:trace>
  <inkml:trace contextRef="#ctx0" brushRef="#br0" timeOffset="64241.25">20850 11740 188 0,'16'-21'181'0,"-1"-1"7"0,-3 3-2 0,6-4-4 16,-4-2-7-16,4 2-3 0,-1-5-5 0,-2 0-18 15,3 3-12-15,-1-1-13 0,0 1-10 0,-2-1-8 16,0 1-5-16,-4 2-11 0,-3 5-11 0,1 3-6 15,-4 3 5-15,2 1 6 0,-4 3 4 0,-1 1-5 16,0 2-4-16,-2 5-9 0,5-10-9 0,-5 10-9 16,0 0-7-16,0 0-3 0,0 0-4 0,0 0-7 15,0 0-5-15,-16 29 2 0,8-5-5 0,0-5-2 16,1 5-2-16,-1 2-2 0,3 2-6 0,2-3 1 16,1-5 1-16,-1-4-1 0,3 3-6 0,4-4-1 15,-1-3 4-15,-1-2-1 0,2-2-1 0,1 2 0 16,0-6-1-16,0 0-2 0,5-1-2 0,-2-1 3 15,3-5 2-15,0 0-3 0,-1-3-3 0,2-1 1 16,-3-3-2-16,2-2 3 0,1-1-3 0,2-3 4 16,-4-1-2-16,-2-2-1 0,6-3 3 0,-5 6-8 15,2-1 1-15,-5 2 2 0,0 4 1 0,-1 2 2 16,-1 1-4-16,-2 3 3 0,-2 5-5 0,4-10 0 16,-4 10 2-16,4-4-4 0,-4 4 1 0,0 0 3 15,0 0-3-15,0 0 1 0,3 17 1 0,-1-10 2 16,-1 2-3-16,0 3 6 0,1-2 1 0,-1 0-5 15,2 0 1-15,0 1 2 0,1-5 1 0,1 1-2 16,4 0 4-16,-2 0-1 0,-1-3 1 0,2-1-1 16,3-1-2-16,-2 0 4 0,0 1-5 0,3-3 11 15,-6 1-11-15,2 0-9 0,-3 2-12 0,-5-3-11 16,12 4-11-16,-6-1-10 0,-2 1-15 0,-2 2-18 16,1 0-22-16,-3-6-31 0,-2 13-30 0,0-6-37 15,-3 3-209-15,-3-3-449 0,-2 2 199 0</inkml:trace>
  <inkml:trace contextRef="#ctx0" brushRef="#br0" timeOffset="64415.84">21163 11162 111 0,'-14'-10'216'16,"-3"1"-25"-16,7 5-19 0,0-2-21 0,1 6-30 0,1-1-36 15,8 1-43-15,-11 4-43 0,6 1-57 0,0 3-114 16,5-8-186-16,0 0 83 0</inkml:trace>
  <inkml:trace contextRef="#ctx0" brushRef="#br0" timeOffset="64791.32">21609 11243 1674 0,'10'-35'-30'0,"2"2"36"16,-2 1 30-16,-2 3-11 0,-3 9 18 0,0 4 17 16,-1 6 2-16,-2 0-4 0,2 3-7 15,-3 1-6-15,-1 6-6 0,3-8-7 0,-3 8-2 0,0 0 5 16,0 0 0-16,6 31 11 0,-4-4-1 0,-4 4-3 16,2 3 0-16,-1 13-4 0,-3-1-4 0,2 2-4 15,-2-3-2-15,1-11-3 0,3 0-2 16,3 1 2-16,-1-5-6 0,1-1-2 0,1 0-8 0,0-2-21 15,1-1-32-15,-1-1-33 0,-2-5-46 0,2-4-41 16,0 1-204-16,-6-4-397 0,0-2 175 0</inkml:trace>
  <inkml:trace contextRef="#ctx0" brushRef="#br0" timeOffset="64940.47">21485 11369 167 0,'10'-7'155'0,"8"0"-36"0,-1 2-28 16,2 0-57-16,1 4-39 0,2 1-89 0,-3 3-102 15,-6 1 46-15</inkml:trace>
  <inkml:trace contextRef="#ctx0" brushRef="#br0" timeOffset="65364.84">21925 11646 140 0,'9'-4'196'16,"2"-3"0"-16,2-3-7 0,2 0-9 0,1-4-20 15,-4 2-12-15,2-2-15 0,-1-1-14 0,0 1-7 16,0-2-12-16,-2 0-14 0,-1-2-4 0,2-3-12 16,-6 1-7-16,-1 4-6 0,-1-1 1 0,-4 2-16 15,-1 2-2-15,-2 2-3 0,-2 1-3 0,0 0-9 16,-2 2 2-16,-2 3-9 0,-7 1-4 0,0 2 2 0,2 2-4 15,-6 3-3-15,3 4 1 0,0 2 0 0,2 3 0 16,-2 1-1-16,4 3 2 0,2-1-7 16,1 1 3-16,1 8 0 0,3-7-1 0,5 2-2 15,0-1 1-15,2-2 0 0,4 0-1 0,7-1 1 16,-2-3-2-16,7 0 4 0,3-4-2 0,-1 1 0 16,8-6-1-16,-5 0-1 0,6-3-1 0,-6-2-2 0,4-2-1 15,-5 1-3-15,-1-3 3 0,-3-1-3 16,0-3 1-16,-2 0-4 0,-1-2-1 0,-2-1 4 0,1-4 4 15,-4 1-2-15,2 3 3 0,-5 1-1 0,-1 1 11 16,0 0 14-16,-1 2 13 0,-1 3-1 0,-1 0 0 16,-2 6-6-16,5-9-6 0,-5 9-4 0,3-3-7 15,-3 3 0-15,0 0 2 0,0 0-2 0,4 22 0 16,-7-11-21-16,2 2-19 0,0 3-31 0,-1 9-30 16,0-7-32-16,2 1-31 0,1-1-41 0,-2 0-162 15,1-2-383-15,1-4 170 0</inkml:trace>
  <inkml:trace contextRef="#ctx0" brushRef="#br0" timeOffset="65999">22503 11569 27 0,'4'-7'209'16,"-4"7"-21"-16,0 0-13 0,4-6-16 0,-4 6-10 15,0 0-6-15,0 0-13 0,0 0-6 0,0 0-7 0,0 0-14 16,0 0-8-16,0 0-9 0,0 0-6 15,0 0-3-15,0 0-4 0,0 0 5 0,0 0 11 16,0 0 4-16,0 0-1 0,0 0-9 0,0 0-8 16,0 0-9-16,4-7-2 0,-4 7-9 0,0 0-4 0,-5-16-6 15,4 10-3-15,-1-2-7 0,4-1 1 0,-1-3-12 16,2 2 1-16,0-7-5 0,1 5 0 16,1 2-7-16,3-3-1 0,0 4-1 0,-1-2-1 15,6 0-3-15,-4 3-1 0,0 5-1 0,1-1-4 0,0 1-1 16,1 2 8-16,-1 3-8 0,0 1-1 0,0 3 2 15,-2 2 2-15,1 1-2 0,-1 3 1 16,-1 3 3-16,-2-5-1 0,3-1-1 0,-4 3 2 16,0-3-2-16,0 0-1 0,-2-2 0 0,1 0 4 0,-2-1-3 15,-1-6 0-15,3 8 1 0,-3-8 3 0,2 8-5 16,-2-8 7-16,1 5 0 0,-1-5 3 0,0 0-4 16,0 0 3-16,0 0-7 0,0 0-2 0,0 0-5 15,0 0 0-15,9-21-2 0,-4 12-6 0,-1-2-4 16,3 2-3-16,-2-3 0 0,5 2-2 0,0-4-5 15,1 2 2-15,-3 5 1 0,1-1 4 0,-1 3-4 16,-2 2 2-16,3 0 3 0,-1 3 1 0,-8 0-2 16,14 4 4-16,-6-1 0 0,1 4 1 0,-2 2 2 15,2 0 10-15,1 1-4 0,-1-2 3 0,0-1-5 16,0 0 4-16,2-1 0 0,-2-1 6 0,1 0-2 16,0-2 0-16,2-3 3 0,0 0-2 0,0-3-1 15,-1-2 4-15,7-5-2 0,0 0 6 0,-5 0-8 16,-3 1 3-16,1-2-2 0,-4 0-1 0,3-3 2 15,-2 1 0-15,-4 0-3 0,-1 1 5 0,0 1-5 16,0-1 4-16,-1 3 1 0,-1-1 6 0,-1 4 5 16,0 6-3-16,2-10-5 0,-2 10-3 0,0 0 1 15,0 0 2-15,0 0-2 0,0 0 3 0,0 0-1 16,-4 43-2-16,0-24-1 0,0 5 3 0,-2 5-4 16,0-2-19-16,-1 2-27 0,1-1-48 0,0 2-54 15,1-5-40-15,4-5-43 0,1 5-145 0,4-9-403 16,4-2 178-16</inkml:trace>
  <inkml:trace contextRef="#ctx0" brushRef="#br0" timeOffset="66581.56">23614 11339 3 0,'1'-6'281'0,"-1"6"-30"0,2-6-26 0,-2 6-14 16,0 0-20-16,0 0-6 0,-17 23-13 0,7-10-9 0,2-1-13 15,-1 5-14-15,-1 5-10 0,2 3-10 0,4-7-11 16,4-2-7-16,2 2-11 0,-1-1-9 16,4-2 2-16,4-1-16 0,3-2-1 0,0 1-10 15,4-4-1-15,0-3-9 0,3-1-5 0,0-5 3 0,-2 0-14 16,0-1-5-16,-3-1 7 0,3-2-13 0,-6-2-5 16,-1-1-7-16,-1-6-2 0,1 4-10 15,-3-5-4-15,-2-2-3 0,-2-1-4 0,-1 0-5 16,-4-2 3-16,-2 1-2 0,-3 1 6 0,1 2-2 0,-4 0 13 15,3 4 5-15,1 1 9 0,2 3 5 0,-1 2 1 16,2 0-3-16,3 5-2 0,-7-7-7 0,7 7 4 16,-8-1-4-16,8 1 4 0,0 0-6 0,0 0 5 15,0 0-3-15,0 0 3 0,0 0 1 0,17 25 1 16,-1-21-12-16,6-3-1 0,5 1-11 16,4-4 1-16,2 1-3 0,1-3 4 0,1-4 0 0,-1-1-2 15,0-1-2-15,-4-1 5 0,-3-3-1 0,-1 0 4 16,-2 0-2-16,-10 1 4 0,0-3 2 0,-4 0-1 15,-2-1 1-15,-4-2 4 0,-2 0 0 0,0 0-3 16,-2 1 5-16,-3 3 5 0,2 2 6 0,0 1 11 16,-2 3 8-16,0-1-1 0,3 10 3 0,-2-9-16 15,2 9-2-15,0 0 0 0,0 0 4 0,-18 25-1 16,9 0 0-16,-3 6 7 0,-3 12 7 0,1 5 1 16,-1-2 0-16,5 4-1 0,-2 6 2 0,2 1-6 15,1-5 1-15,4 1-1 0,1-3-7 0,3 1-3 16,-2-1 2-16,-1-4-1 0,3-8-3 0,1-6-4 15,0 1 0-15,0-4 1 0,0 2-3 0,-1-5 1 16,1-6-15-16,1 0-12 0,-2-2-14 0,-1-1-16 16,1-4-17-16,-4 1-22 0,0-5-29 0,0 0-27 15,-2-1-23-15,2-4-31 0,2 0-38 0,-4 0-151 16,7-4-419-16,-8 0 186 0</inkml:trace>
  <inkml:trace contextRef="#ctx0" brushRef="#br0" timeOffset="66749.92">24023 11769 135 0,'0'0'269'15,"-1"-9"-36"-15,1 9-17 0,0-9-23 0,0 9-24 0,8-8-13 16,2 1-14-16,8-1-16 0,8-2-20 0,6-1-31 16,6-2-40-16,14-1-45 0,0-2-65 0,-1 1-52 15,-16 3-148-15,16-4-295 0,-18 3 130 16</inkml:trace>
  <inkml:trace contextRef="#ctx0" brushRef="#br0" timeOffset="68070.68">25304 11308 11 0,'-5'-14'157'0,"3"9"10"16,2 5-4-16,-7-12-4 0,3 7-12 15,-3 1-11-15,1 1-9 0,6 3-12 0,-14-1-3 0,1 2-15 16,0 2 1-16,-1 6-8 0,-2 1 0 0,-4 7-5 16,-1 4-4-16,2 3-1 0,1 3 1 0,0 1-14 15,5 1 1-15,0 3-9 0,7-2-8 0,2 1-3 16,3-2 0-16,1-2-8 0,5 2 1 0,0-1-5 15,4-4-5-15,0 0-3 0,4 0-10 0,3-2-21 16,5-2-24-16,-1-4-28 0,4-2-20 0,1-2-30 16,2-2-20-16,2-4-15 0,3-3-11 0,1 0-7 15,-1-5-124-15,-1-1-306 0,1-2 135 0</inkml:trace>
  <inkml:trace contextRef="#ctx0" brushRef="#br0" timeOffset="69153.39">25702 11430 75 0,'-7'-11'178'16,"-4"3"-8"-16,0 2 5 0,-3 2-11 0,1 2-5 16,-6 3-9-16,-1 4-2 0,-4 6-9 0,0 1-7 15,-1 6-12-15,-1 4-10 0,4-1-13 0,2 4-9 16,0 0-9-16,8-2-8 0,4 1-3 0,1 1-9 16,4-6-4-16,3-2-8 0,4-1-8 0,5-1-6 15,1-1-6-15,1-1-8 0,3-2-6 0,-3-5-7 16,5 0-3-16,3-1-5 0,-6-3-3 0,0-4-2 0,5 2 0 15,-5-3 3-15,1-3-2 0,-3-1 0 16,0-3-3-16,-1 0 1 0,-2-4-3 0,-2-1 0 16,-1 3 0-16,-1-5 2 0,-4 0 1 0,1-4 2 15,2 6-4-15,-6 2 8 0,3 2 4 0,0 0 8 16,0 6 4-16,0 5-5 0,3-11-3 0,-3 11-2 16,1-6 0-16,-1 6 1 0,0 0 1 0,0 0 3 15,0 0-2-15,7 26 4 0,-4-10 1 0,-1 0 0 0,-1 4-3 16,2 0-3-16,1 4 9 0,0-4-6 0,4 3 2 15,-3-6 3-15,3 2-3 0,1-2-3 0,1-2 4 16,3-1-3-16,1-3 2 0,-1-1 0 16,2-2-2-16,3-2-2 0,-7-3 4 0,9-2-3 0,-1 1 0 15,-2-4-3-15,2-1 4 0,-4-2-2 0,3-2 0 16,-4-3-10-16,0-1 4 0,-3 0-10 0,2-2 1 16,-6-3-2-16,-1-1-1 0,1-8-2 0,-3 1-5 15,-4-3 3-15,-2 1 0 0,0 6 3 0,-4-5-2 16,1 6 5-16,-4-4 5 0,0 8-2 0,0 0 6 15,0 5 9-15,-2-4 4 0,2 6-2 0,0-1 3 16,-1 0-3-16,2 3-2 0,3 0 4 0,-1-2-2 16,2 5 2-16,4 3-2 0,-8-4-6 0,8 4 0 15,-5-5 1-15,5 5 0 0,0 0 0 0,0 0 0 16,23-5-4-16,-10 3 1 0,8 1 1 0,6-2 1 16,0 2-5-16,2-1 2 0,-2 0-4 0,-7 2 7 15,-1-1-8-15,-7 1 6 0,2 1-5 0,-3 1 2 16,-2 2-1-16,1-1 0 0,-2 2 1 0,-1 3-4 15,1 0 4-15,-4 2 0 0,0 5 5 0,-2-3-2 16,0 6 3-16,-1-1 4 0,1 7 4 0,-2-6 1 16,0 1-2-16,0 0 0 0,0 5-2 0,0-3 1 15,4-2-2-15,-2-1 1 0,1 0-3 0,1 0 2 16,3-1-3-16,4-2 0 0,-2-1-1 0,7-3 9 16,-3 0-8-16,5-3 4 0,-2-1-8 0,4-2 7 15,-2-3-6-15,0-2-3 0,-2-2-1 0,2-2-6 0,-4 1-4 16,3-5-8-16,-7 2-5 0,0-2-3 15,1-5-14-15,-3-3-6 0,-2 0-1 0,-3 0 6 16,-3-2-2-16,0-2 7 0,-5-5 0 0,-6 0 6 16,2 1 3-16,-2 8 3 0,-5-6 9 0,5 5 4 0,-1 7 2 15,-1-6 12-15,2 4 6 0,1 3 4 0,4 1 1 16,1 3 0-16,-3-2-1 0,5 5-2 16,3 2-6-16,-5-8 0 0,5 8 1 0,0 0 0 15,0 0-4-15,14-8-2 0,-3 7 3 0,3 0 0 0,6 1 2 16,0 2-2-16,1 1-3 0,-4 2 0 0,2 0-1 15,-4 2 3-15,1 4 0 0,-3 0 4 0,1 3-3 16,-3 1 6-16,-4-1-4 0,0 3 5 16,2-2-4-16,-3 2 1 0,-2-1-2 0,3 1 1 0,-2 0-3 15,2-2-1-15,0 0 6 0,-1-4-3 0,3 3-1 16,-2-5 5-16,2-1-3 0,2-1 1 0,1 0 0 16,1-2 3-16,5-1-3 0,-5-4 0 0,5 0 0 15,0-6 1-15,2 1 0 0,-3-3 1 0,-2 1-2 16,1-3-1-16,-1-3-1 0,-2-1 1 0,-3 0-2 15,-1-2-1-15,-1-2 0 0,-2 0 0 0,-2-1 1 16,-2-1 0-16,0 1 0 0,1 2-1 0,-1 1 13 16,-4 4 11-16,2 3 5 0,0 2 7 0,0 7-8 15,-1-13-1-15,1 13-12 0,0 0-1 0,-2-7-4 16,2 7 1-16,0 0-1 0,0 0 3 0,-11 26-4 16,4-9 1-16,3 1-5 0,2 2 4 0,-1-1-5 15,-3 0 9-15,4 4-17 0,2 3-20 0,0-9-28 16,2 3-33-16,-2-1-30 0,0-1-35 0,2-6-35 15,0 2-50-15,-2-1-133 0,2-3-396 0,-2-3 175 16</inkml:trace>
  <inkml:trace contextRef="#ctx0" brushRef="#br0" timeOffset="69323.35">26818 11351 89 0,'0'0'84'0,"0"0"-13"0,0 0-24 16,-11 24-16-16,14-14-18 0,-1 5-19 0,2 3-15 15,3 0-9-15,-1 8-17 0,3-3-50 0,3-1 22 0</inkml:trace>
  <inkml:trace contextRef="#ctx0" brushRef="#br0" timeOffset="69723.57">26924 11590 5 0,'13'8'48'0,"-4"-3"17"15,0 0-6-15,1 0 3 0,-2-3 0 0,-1 0 9 16,-1-1-3-16,-6-1 2 0,16 0-9 0,-11-3 4 15,3-1 5-15,-3 1-5 0,5-4-5 0,-2 0-6 0,-1-2-1 16,1-1-3-16,0 0-2 0,-3 0 12 0,-1 1 15 16,2-2 0-16,-3 2 10 0,-1-3-3 0,0 5 4 15,-2-2-2-15,2 0 4 0,-2 9-6 16,-4-11 2-16,4 11-10 0,-5-6-7 0,5 6-4 0,-9 0-7 16,9 0-8-16,-16 9-3 0,1-1-3 0,3 4-7 15,-1 1-2-15,3 3-3 0,-2 0-4 16,3 0 0-16,5 3-4 0,-1-3-2 0,3 0-1 15,2 1-3-15,2-4 1 0,7 2 0 0,0-2-2 0,4-3-3 16,-4 0-1-16,8-4 4 0,2 2-4 0,1-2 2 16,-2-3-5-16,3-1-3 0,-1-2 4 0,-2-2-4 15,0 1-4-15,0-5 2 0,-7 0-3 16,2-1-2-16,3-2-2 0,-7 0 2 0,3-4 1 0,-1 0-1 16,-5 2 0-16,3-7 1 0,-2 0 1 0,-2 1-3 15,-1-1 0-15,1-1 3 0,-1 3 0 0,0 5-2 16,0-1 2-16,-3 2 5 0,4 0 0 0,-1 2 5 15,-2 3-8-15,-2 5 1 0,5-8 3 0,-5 8 12 16,10 2 4-16,-10-2 0 0,10 8 2 0,-7 0 1 16,3 1-3-16,-4 3 1 0,2-2-2 0,-1 2-3 15,1 1-2-15,2 2-6 0,-2-4-15 0,0 5-31 16,1 0-43-16,-3-4-54 0,2 2-49 0,1-2-218 16,-1 0-432-16,1-2 191 0</inkml:trace>
  <inkml:trace contextRef="#ctx0" brushRef="#br0" timeOffset="70677.57">28422 11223 112 0,'-9'-5'189'0,"-4"2"-13"16,-8 2-2-16,2 4-9 0,-7 3-10 0,-5 3 0 15,4 5-9-15,-1 2-13 0,2 4-10 0,2 3-10 16,5 2-10-16,1 1-11 0,5-1-7 16,2 1-9-16,4 0-8 0,2 0-5 0,3-6-4 0,7 6-7 15,-1-7-3-15,4 0-7 0,7 2-1 0,2-1-5 16,-1-8 3-16,11 3-8 0,1-3-2 0,0 0-9 15,4-7-13-15,0 0-6 0,-1-1-17 0,0-3-10 16,-4-2-12-16,1-2-1 0,-9-3-8 0,2 1-6 16,-3-3 3-16,1 0-2 0,-1-4 2 0,-2 1-2 15,0-3-1-15,-3-3 10 0,2-3 1 0,-7 1 9 16,1 3 0-16,0 1 22 0,-4-2 7 0,-1 6 6 16,-4-1 8-16,2 0 15 0,-1 5 13 0,-1 1 4 15,0 6 1-15,3-12-5 0,-3 12-5 0,0-5-8 16,0 5-4-16,0 0 9 0,0 0 7 0,0 0-1 15,-6 23-1-15,6-7-2 0,0 1-5 0,0 2 2 16,0-2-2-16,0 2-3 0,2-2-6 0,3 0 3 16,2-3 0-16,0 1-4 0,1-1-2 0,1-5 3 15,1 0-3-15,-1-2-2 0,1-3 3 0,2 2-3 16,-2-3-3-16,0-3 2 0,2 0-3 0,-2-3 0 16,-4-1-4-16,1 0-7 0,0-3-7 0,-3-4-19 15,1 1-9-15,-3-1-3 0,-2-5-3 0,-2-2-3 16,1 0 13-16,-4-1-3 0,1-6 4 0,-5 1-3 15,5 6 8-15,1 0-4 0,-1 3 5 0,1 4 0 16,0 1 7-16,3 0 1 0,0 10 1 0,3-11 0 16,2 8 1-16,1 2 3 0,-6 1 8 0,26 4 1 0,-14 2-1 15,7 4 9-15,1 8 6 0,1-4 4 16,-2 5-1-16,-6-4 0 0,7 4 3 0,-8-5-2 16,0 2 2-16,-4-2 0 0,1-2-1 0,-4-2 3 15,1 0-8-15,-3-4 1 0,1 0-3 0,-1-2 7 0,-3-4-2 16,6 8 14-16,-3-4 6 0,-3-4 2 0,0 0-4 15,0 0-1-15,0 0-9 0,0 0 1 16,0 0-4-16,1-22 1 0,0 11-7 0,-1-2-3 16,1-4-5-16,3 0-2 0,1-2-4 0,5-4-1 15,2 1-1-15,1 7 1 0,0 0-1 0,0 2-3 16,2 2 3-16,1 3-2 0,-3 5 1 0,0 2-1 0,1 1 7 16,-3 1-3-16,2 3 6 0,-3 0 6 15,2 6 1-15,-3-1 4 0,1 5 0 0,-2 0-2 0,1 0-3 16,-3 3 0-16,-2-2 4 0,1 0-8 0,-4 2 0 15,2-3-14-15,-2-2-28 0,0 0-37 16,2-1-31-16,1-1-48 0,-3-3-54 0,0 0-154 16,2-3-390-16,3-1 173 0</inkml:trace>
  <inkml:trace contextRef="#ctx0" brushRef="#br0" timeOffset="71031.68">29464 11255 133 0,'-10'-1'193'0,"0"1"-14"0,-1 4-4 0,-2 2-2 16,-1 5-3-16,-1 1-11 0,2 4-10 0,1 0-13 15,-2 8-11-15,3-2-10 0,3-2-9 0,4 5-10 16,4-5-6-16,3-3-12 0,6 7 0 0,0-8-10 16,2-3-3-16,7-1-6 0,0-1-6 0,0-3-2 15,3-3-8-15,7 2-1 0,3-5-2 0,-4-1-8 16,-6-2 0-16,8-7-4 0,-2 1-4 0,-2-2-4 15,-8-2 1-15,1-2-8 0,-3 1-2 0,-2-4-6 16,-1 0-8-16,-2-1 1 0,-3-6-7 0,-4 4-3 16,-3 0 3-16,-3 0 3 0,1-1-2 0,-5 3 0 15,-1 1 6-15,1 5 13 0,1 1 0 0,-2 1 3 16,-2 1 1-16,3 5-4 0,0 3-2 0,7 0-1 16,-19 7 3-16,8 2-3 0,0 3-2 0,-1 2 5 15,6 4-2-15,-2 0-4 0,4 1-19 0,4 7-34 16,2-2-27-16,3 0-25 0,4-2-36 0,0-5-15 15,5-1-28-15,5 3-27 0,-5-8-115 0,3 0-347 16,3-4 153-16</inkml:trace>
  <inkml:trace contextRef="#ctx0" brushRef="#br0" timeOffset="71223.78">29896 11433 56 0,'7'-16'160'0,"3"-7"26"0,-1 4 5 0,1 3 4 16,1 1-10-16,-1 1-7 0,-1 6-17 0,0 0-7 15,2 1-20-15,-2 3-11 0,3 1-13 0,-1 1-10 16,-2 4-7-16,-1-1-10 0,3 5-10 0,1-2-6 16,-3 3-5-16,2 0-9 0,-3 3-2 0,1-1-2 15,-3 1-9-15,-1 0-31 0,3 1-21 0,-3-3-34 16,-1 3-42-16,1-1-39 0,0 0-50 0,0 0-168 16,-2-2-372-16,2-4 166 0</inkml:trace>
  <inkml:trace contextRef="#ctx0" brushRef="#br0" timeOffset="71451.57">30355 10946 74 0,'-1'-11'290'0,"0"3"-33"0,-2 3-24 0,3 5-23 15,0 0-24-15,0 0-1 0,0 0-10 0,0 0-12 16,-2 32-9-16,2-2 10 0,-1 3-15 0,-2 1-13 0,2 12-14 15,-2-10-12-15,2 0-7 0,-2 10-8 0,2-1-9 16,-3-9-11-16,3-4-10 0,-1-1-18 0,1 1-21 16,0-1-43-16,0-1-47 0,-1-3-49 0,1 1-52 15,0-4-45-15,-3-6-213 0,2-2-458 0,-1-6 203 16</inkml:trace>
  <inkml:trace contextRef="#ctx0" brushRef="#br0" timeOffset="71997.34">30368 11282 42 0,'10'-7'215'0,"2"0"-8"0,1 3-10 0,1 2-9 0,4 0-7 16,-4 2-3-16,2 2-16 0,-2 0-12 0,3 1-12 16,1 3-14-16,-7 2-12 0,5-2-8 0,-5 1-12 15,-2 0-10-15,1 2-5 0,-2-1-9 0,-3 0-6 16,-2-1-7-16,-1-1-5 0,0 1-2 0,-2-7-6 15,-4 13-3-15,0-8-3 0,-1 2-4 0,1-3 1 16,-8 2-7-16,7-2-2 0,5-4 1 0,-9 3-4 16,9-3-4-16,-9 3-5 0,9-3-7 0,0 0-8 15,-12-8-8-15,12 8-3 0,-3-8 0 0,3 8-4 16,4-14-1-16,2 3-3 0,1 0-2 0,5-3 4 16,4 0 4-16,-2 0 0 0,7-5 4 0,0 3-2 15,-1-1 0-15,-3 3 0 0,-3 2 6 0,3 0 1 16,-8 3 9-16,0 4 2 0,-4 0 2 0,1 2 1 15,-2 0-2-15,-4 3 1 0,8-4 8 0,-8 4 10 16,0 0 13-16,0 0 8 0,-3 18 1 0,-1-7-2 16,-1 1-3-16,-1 2-3 0,1 2-5 0,0-3 5 15,-1-2-10-15,2 1-1 0,3-3-1 0,-1 2-2 16,2 2-2-16,1-5-2 0,1 1-2 0,4-1-5 16,1-2-6-16,0-2-7 0,4-2-6 0,-1-1 0 15,3-2-3-15,3-1-4 0,-1-4-2 0,4-2 2 16,-1-1 4-16,-3 0 0 0,-1-3-3 0,-1-1-1 15,-1 1 4-15,-3-1-2 0,-2-2 1 0,0 5 1 16,-2 0 7-16,-1 1 11 0,1 4 6 0,-2 0 0 16,-3 5-1-16,3-10-5 0,-3 10-2 0,0 0-3 0,0 0 1 15,0 0 4-15,0 0 1 0,0 0-1 16,0 26-3-16,-1-13 2 0,1-4-8 0,1 3-16 16,0-1-37-16,1 1-39 0,0-1-49 0,2-1-55 15,0 0-41-15,-1-1-165 0,4 0-436 0,-2-3 193 16</inkml:trace>
  <inkml:trace contextRef="#ctx0" brushRef="#br0" timeOffset="72235.48">31122 10917 218 0,'1'-12'283'0,"2"1"-12"0,-2 2-26 0,0 2-26 16,-1 7-18-16,3-4-20 0,-3 4-7 0,0 0 10 15,4 25 1-15,-4-5-22 0,1 9-7 0,-3 2-11 16,-1 3-16-16,0-1-7 0,5 2-15 0,-6-2-7 16,0 2-7-16,0-3-9 0,1-1-8 0,1 3-9 15,0-2-6-15,0-5-11 0,2 1-15 0,-2-2-25 16,-1-7-40-16,1 0-42 0,0 0-38 0,0-2-59 16,1-4-44-16,-1-2-44 0,0 1-195 0,-2-3-488 15,4-9 216-15</inkml:trace>
  <inkml:trace contextRef="#ctx0" brushRef="#br0" timeOffset="72503.72">31035 11250 1887 0,'-4'-14'50'15,"-3"-2"10"-15,4 6-2 0,-1 1-16 0,3 2-11 16,-1 1 6-16,2 6 5 0,0-11-4 0,0 11-6 16,7-12 6-16,2 6 3 0,3-1-2 0,4-2 1 15,3 1 0-15,8-1-7 0,0 1 4 0,0 0-3 16,2 2-5-16,-2-3-5 0,0 4-1 0,-5-2 4 15,-2 2-4-15,-1 0-3 0,2 3 2 0,-6-1-5 16,-5 0 0-16,1 1-3 0,1 2-2 0,-5 1-1 16,0 0 8-16,0 3 4 0,2 4 7 0,-3 0 6 15,-1 1 1-15,0 2-6 0,-2 1 0 0,-3 4-1 16,1 1-1-16,2 0-5 0,-6-1-1 0,3 1 1 16,-1-2-15-16,-4 3-23 0,-2-2-39 0,2 0-37 15,1-2-51-15,1-1-58 0,0-2-58 0,-2 1-145 16,1-2-435-16,4-10 192 0</inkml:trace>
  <inkml:trace contextRef="#ctx0" brushRef="#br0" timeOffset="72660.75">31382 10919 171 0,'-3'-5'144'15,"3"5"-62"-15,-3-9-52 0,3 9-25 0,0 0-77 0,0 0-78 16,0 0 34-16</inkml:trace>
  <inkml:trace contextRef="#ctx0" brushRef="#br0" timeOffset="73193.19">31669 11081 93 0,'0'0'251'15,"0"0"-22"-15,0 0-11 0,0 0-16 0,-14 6-24 16,9-2-14-16,5-4-14 0,-14 10-14 0,5 0-12 0,-1 2-14 16,-2 2-8-16,3-1-10 0,0-1-11 0,1 2-5 15,4-2-8-15,1 0-8 0,3-2-3 16,1 2-10-16,3-3 1 0,1 3-9 0,4-4-3 16,0 1-6-16,0-4-3 0,2 1-6 0,1-2-8 15,1-1 4-15,-3-3-6 0,0 1 1 0,-1 1 1 0,0-4-3 16,-9 2-3-16,13-6-1 0,-8 1-1 0,1-3-2 15,-2 2 0-15,0-3 4 0,-1-3-6 16,-1 2-3-16,-2-3-2 0,2-3-1 0,-2 0 0 0,1 0 3 16,0-1 1-16,2 2 0 0,-1 3-4 15,2 1 0-15,2-1 2 0,1 4 0 0,2 1 0 0,0 2-1 16,3 1 6-16,0 2 1 0,-1 2 1 0,2 3-1 16,-1 3 1-16,0-1 9 0,1 6-5 0,0 0 13 15,-4-2-4-15,1 5 2 0,2-2 5 0,-6-1 0 16,1 0-7-16,-2-1 5 0,-1-1 2 15,-2-2-8-15,-1 0 0 0,-1-7-1 0,5 10 1 0,-5-10 1 16,3 7 5-16,-1-4-1 0,-2-3 2 0,0 0 1 16,0 0-3-16,0 0-1 0,0 0-1 0,0 0-2 15,0 0 0-15,0 0 0 0,0 0-4 16,-1-28-3-16,5 17 1 0,1 0-2 0,4-4-3 16,4-2 1-16,8-2 0 0,-8 5-3 0,3 4 2 0,-2 0 0 15,1 2-5-15,-2 3 3 0,-2 0-1 0,1 2 5 16,-3 5 1-16,0-1-6 0,0 4 0 0,4 1 8 15,-3 2-11-15,-2 2 3 0,4 2-1 0,-3 1 4 16,0 0 1-16,-4-2-19 0,-1 4-31 16,0 1-33-16,0 1-49 0,1-1-44 0,-1-5-62 0,-2 1-215 15,2 0-483-15,1-3 214 0</inkml:trace>
  <inkml:trace contextRef="#ctx0" brushRef="#br0" timeOffset="73356.28">32440 11262 2134 0,'7'0'231'0,"-7"0"-107"0,11-3-57 16,-11 3-25-16,7 0-3 0,-7 0 5 0,0 0 0 16,0 0-3-16,0 0-9 0,9 1 2 0,-9-1-9 15,-1 9 5-15,1-9-8 0,0 0-11 16,-8 16-32-16,3-11-41 0,-3 2-45 0,0 0-54 16,1 0-62-16,-4 0-168 0,2 0-425 0,-4-2 188 0</inkml:trace>
  <inkml:trace contextRef="#ctx0" brushRef="#br0" timeOffset="86051.64">4650 12305 88 0,'0'0'125'0,"-10"-6"-12"0,1 5-12 16,-1 0-8-16,-2 2-11 0,-6 2-13 0,-2 1-9 15,2 4-7-15,-6 3 1 0,5-2-11 0,2 1 2 16,0 4-11-16,3-2 2 0,-1 4-4 0,3-3-3 16,3 2-3-16,-2 1-1 0,5-1-3 15,-1 1-1-15,6-4-10 0,1 1 11 0,3 0-8 0,0 0 1 16,4-3-2-16,3-1-4 0,4 2-3 0,3-2 6 16,-2-2-1-16,4-2 0 0,-1 1 0 0,1-5-1 15,0 2-3-15,-2-2 4 0,-3-1-2 0,-1-1-5 16,-4 0 1-16,0 2 3 0,-2-4 5 0,-7 3 13 15,11 0 9-15,-11 0-8 0,0 0 1 0,6-3-6 16,-6 3 0-16,0 0-1 0,0 0-7 0,0 0 5 16,0 0-6-16,-26 7 3 0,15-2 7 0,-5 2-8 15,0 2-6-15,-8 5 2 0,3 1-1 16,5-2-2-16,-6 4 6 0,4 1-2 0,4-3-6 0,4 0 7 16,-2 2-4-16,2-2 7 0,4 1-7 0,1-3-4 15,2 1-2-15,3-3 3 0,3 0-3 0,2 2 7 16,2-1-1-16,3-1-5 0,3-1-5 0,5-1-7 15,0 0-15-15,4-5-16 0,5 3-15 0,2-5-16 16,-1-2-19-16,0 0-14 0,0-3-10 0,-1-3-103 16,-6 1-233-16,-1-1 104 0</inkml:trace>
  <inkml:trace contextRef="#ctx0" brushRef="#br0" timeOffset="86269.25">4890 12591 45 0,'0'0'163'15,"0"-10"-11"-15,0 10 0 0,3-8-15 0,-3 8-11 16,0 0-17-16,1-7-12 0,-1 7-11 0,0 0-7 16,0 0-1-16,5 21 4 0,-2-4-2 0,1 7 1 15,-3-5-12-15,-1 10-4 0,0-1-6 0,1 0-8 16,1 0 0-16,-1 2-11 0,-1-2 4 0,0 1-9 16,4-1-5-16,-2-2-1 0,-1 1-6 0,2-2-10 15,0 1-21-15,-2-1-18 0,3 0-33 0,-2-8-30 16,4-1-25-16,-6 3-23 0,1-2-121 0,-1 0-278 15,-3-5 123-15</inkml:trace>
  <inkml:trace contextRef="#ctx0" brushRef="#br0" timeOffset="86509.5">4995 12501 99 0,'19'-3'121'0,"-1"6"-9"0,3-1-7 16,0 6-10-16,4 2 5 0,-3 6-15 0,-1 1-3 15,-3 4-10-15,-3 1-4 0,-4 2-13 0,-4 4-5 16,-6-4-6-16,1 4-1 0,-5 0-3 0,-6-4-2 16,2 5-8-16,-2-7-7 0,-1-3-4 0,-7 2-20 15,7-3-32-15,-7 2-21 0,-1-1-24 0,4-6-32 16,3-1-58-16,-3-3-181 0,5-4 80 0</inkml:trace>
  <inkml:trace contextRef="#ctx0" brushRef="#br0" timeOffset="86700.14">5267 12681 1389 0,'11'-17'80'0,"-1"2"-23"16,-5 3 15-16,0 3-12 0,-2 2-15 0,1 2-12 15,-1 0 4-15,-3 5-2 0,3-8-4 0,-3 8 4 16,4-6 0-16,-4 6 5 0,0 0-3 0,0 0-7 15,0 0 4-15,9 14-1 0,-8-6 1 0,1 4-6 16,0 4-3-16,0 2-2 0,1 0 0 0,-2 3-4 16,1-1-20-16,1 5-28 0,-4-7-35 0,2 1-40 15,3-1-47-15,-6 1-164 0,-1 1-341 0,-1-5 152 16</inkml:trace>
  <inkml:trace contextRef="#ctx0" brushRef="#br0" timeOffset="86867.96">5257 12372 47 0,'-4'-4'116'0,"1"0"-45"16,3 4-27-16,0 0-33 0,0 0-32 0,0 0-24 15,0 0-49-15,0 0 22 0</inkml:trace>
  <inkml:trace contextRef="#ctx0" brushRef="#br0" timeOffset="87076.73">5726 12198 20 0,'0'0'201'0,"0"0"1"16,-1-11-20-16,1 11-19 0,0 0-19 0,0 0-12 15,0 0-9-15,0 0 3 0,6 28 7 0,-6 0-5 16,2 5-10-16,-2 14-9 0,1 2-12 0,-1 1-4 15,-1-1-15-15,3-2-7 0,-3-12-4 0,-2-5-7 16,2 4-7-16,-1-4-8 0,2 0-11 0,-2-3-19 16,2-1-28-16,-5-2-33 0,0-5-38 0,1-2-45 15,0 0-39-15,-1-2-158 0,-1-5-353 0,2-5 156 16</inkml:trace>
  <inkml:trace contextRef="#ctx0" brushRef="#br0" timeOffset="87520.24">5547 12514 101 0,'9'-6'139'15,"8"-2"-12"-15,1 0-9 0,7 0-8 0,1-1-11 16,3 1-11-16,1 3-15 0,4-1 1 0,-2-1-15 16,0 1 1-16,1-1-8 0,-2 2-4 0,-3 1-6 15,0 0-5-15,-7 0 0 0,-5 0-4 0,-2 2 3 16,-2 1-9-16,-3 0-2 0,-2 0-5 15,0-1 7-15,-7 2 7 0,0 0-3 0,9 0-2 0,-9 0-1 16,0 0 2-16,0 0-11 0,-26 18 14 0,4-5 1 16,-2 2 13-16,-3 6-1 0,2 2 2 0,1-1-6 15,0 2-1-15,2 1 7 0,2 0-14 0,8-2-3 16,3-5-2-16,-3 4-2 0,7-4-7 0,2-6-1 0,3-1-1 16,2 2-2-16,0-3 3 0,5-2-5 15,2-1 3-15,3-2-4 0,1-3 0 0,6-1-3 16,3-2 3-16,5-8-3 0,-8 2 0 0,8-5-3 15,-2-3-1-15,-3 1-2 0,-3-3 4 0,-5 2-2 16,-1 1 0-16,-4-3-1 0,0 3-1 0,-4-3 2 0,0 1-1 16,-1 1-1-16,-2 1 0 0,-2 4 4 15,0 0 10-15,1 4 2 0,-1 6 2 0,1-10-6 16,-1 10-8-16,0 0 2 0,0 0-1 0,0 0-1 16,0 0 2-16,0 0-1 0,3 34-1 0,0-16 2 15,0 2-7-15,-1 0-19 0,5 4-36 0,-1-1-39 16,1-5-44-16,2 0-49 0,-2-3-150 0,4-2-362 15,-4-3 161-15</inkml:trace>
  <inkml:trace contextRef="#ctx0" brushRef="#br0" timeOffset="87727.31">6251 12378 163 0,'-1'-5'231'0,"1"5"-26"15,-2-8-19-15,2 8-16 0,0 0-11 0,0 0-6 0,18 14-15 16,-4-2-12-16,-3 4-11 0,2-1-10 16,2 6-12-16,-2-5-7 0,2 4-12 0,-3-3-9 15,3 5-20-15,-5-5-14 0,1 1-32 0,-1-2-36 16,-2 0-21-16,-2-2-31 0,3 0-30 0,-4-4-31 16,-1 0-133-16,-3-3-304 0,0-1 135 0</inkml:trace>
  <inkml:trace contextRef="#ctx0" brushRef="#br0" timeOffset="87897.47">6445 12426 92 0,'-3'-7'237'0,"0"2"-15"0,3 5-16 0,-6-6-13 0,6 6-1 16,0 0-14-16,0 0-3 0,-23 16-18 16,11 0-12-16,-4 7-12 0,-1 5-14 0,1 0-14 15,-2 3-6-15,0-1-13 0,0 1-20 0,4-3-25 16,-3-2-35-16,4-1-45 0,3-1-57 0,4-6-58 0,2-2-207 15,2-4-391-15,2-3 174 0</inkml:trace>
  <inkml:trace contextRef="#ctx0" brushRef="#br0" timeOffset="88085.32">6595 12473 1858 0,'2'-6'82'0,"-1"1"29"0,-1 5-55 16,1-11-34-16,-1 11-5 0,0 0-5 15,5-3-3-15,-5 3 6 0,0 0 7 0,7 17 5 16,-4-5-2-16,-1 3-3 0,0 2-3 0,0 1 3 0,-1 9-4 16,1-3 1-16,-2-5-10 0,3 6-30 15,1-6-23-15,-2-1-42 0,6 0-48 0,-6-2-40 16,1-4-144-16,2-2-344 0,-2-1 152 0</inkml:trace>
  <inkml:trace contextRef="#ctx0" brushRef="#br0" timeOffset="88243.34">6456 12160 75 0,'-5'-4'139'0,"1"1"-22"0,4 3-32 0,0 0-30 16,0 0-28-16,0 0-34 0,11 29-41 0,0-11-27 15,4 3-79-15,6-1 35 0</inkml:trace>
  <inkml:trace contextRef="#ctx0" brushRef="#br0" timeOffset="88561.06">7027 12323 64 0,'0'0'173'0,"0"0"1"0,-10-14 20 16,4 10 3-16,-6 0 6 0,2 4-5 16,-2-1-8-16,0 4-12 0,0 1-18 0,-6 3-14 15,2 5-13-15,-6 5-16 0,7-3-12 0,-5 7-6 0,1 1-11 16,5 1-10-16,5-6-10 0,0 1-5 0,4-1-8 15,4-5-7-15,2 4 0 0,2-4-8 0,2-1-2 16,1-1-4-16,4-3-7 0,1 0-9 16,-1-3-4-16,3-3-5 0,0-1-10 0,0-1-4 15,0-2 2-15,0-3-2 0,-1 2 2 0,-1-2-5 0,-1-2 2 16,-2 0 1-16,-2 0 1 0,0-2 1 0,-1 1 1 16,-4 2-4-16,3 1 7 0,-3-1 1 0,-1 7 1 15,2-10 5-15,-2 10 3 0,3-6-10 16,-3 6 0-16,0 0-3 0,0 0 3 0,0 0-3 0,0 0 4 15,4 21-2-15,-3-9 7 0,3 4-10 0,-1 1-27 16,0 0-28-16,1 1-39 0,3-2-40 0,-2 0-44 16,1-2-40-16,-1-3-148 0,0-2-400 0,2-4 177 15</inkml:trace>
  <inkml:trace contextRef="#ctx0" brushRef="#br0" timeOffset="88767.3">7187 12090 132 0,'0'-19'295'0,"0"3"-1"0,1 6-12 0,1 0-29 0,-4 5-27 15,2 5-27-15,0 0-18 0,0 0-12 0,0 0-9 16,0 0-6-16,13 39 1 0,-10-7-30 0,-2 3-9 16,0 18-10-16,-1-5-8 0,1 1-12 0,-2-3-15 15,0-10-29-15,0-1-38 0,3 1-46 0,-2 10-52 16,1-13-56-16,2 0-63 0,1-2-229 0,-2-2-479 15,2-5 213-15</inkml:trace>
  <inkml:trace contextRef="#ctx0" brushRef="#br0" timeOffset="89326.64">7932 12162 171 0,'-10'-6'198'0,"-2"1"-16"0,-2 4-10 0,-4 4-11 16,-2 2-7-16,-6 9-19 0,0 4-10 0,0 6-11 15,0 3-9-15,6 3-15 0,0 0-5 0,5 2-11 0,3 0-7 16,3-3-7-16,1-2-5 0,7-2-6 0,1-6-5 16,4-2 12-16,3-3-11 0,3-1-8 15,3-3-5-15,4-3-5 0,-2-3-5 0,-1-4-2 16,4-3-4-16,3-2-2 0,-3-2-2 0,1-1 0 0,-3-4-3 15,0 2 0-15,-2-2 1 0,-4-1-2 0,-4 3 2 16,0-1-2-16,-4-2-2 0,3 2-1 0,-4 3 3 16,-1 1 1-16,0 7 2 0,2-12 2 15,-1 7-6-15,-1 5-2 0,0 0-3 0,0 0-1 16,0 0 11-16,0 0 1 0,1 24 10 0,0 0 2 16,1 7 3-16,0 1 6 0,-2 2 0 0,4 13-3 0,-4-11 2 15,-1 8-1-15,1-10-4 0,-3 1 3 16,2-1-2-16,0-2-3 0,-2 0 0 0,1-1-3 15,-3-1 2-15,-2 1-4 0,-2-2 2 0,-1 1-3 16,-7 0-5-16,1-3-1 0,-5-2-3 0,-2-1-12 0,0-3-22 16,1-4-29-16,3-7-41 0,-3 3-45 0,5-8-55 15,-2-1-226-15,-3-4-454 0,5-3 202 16</inkml:trace>
  <inkml:trace contextRef="#ctx0" brushRef="#br0" timeOffset="89872.11">7908 12362 1878 0,'19'-27'68'0,"0"6"-59"0,-7 6-7 0,-1 3-4 0,-1 5-8 15,1 2 8-15,1 3 6 0,0 1 8 0,2 2 8 16,-3 1 0-16,1 1 3 0,2 1 13 0,3 4-7 16,0 1 2-16,-4 3 5 0,3 3-3 0,4 2-1 15,-8-2-3-15,-1 0-4 0,2 2 8 0,-3-2-12 16,-1-1-2-16,0-1 4 0,-5-1-3 15,0-1-5-15,-2-3 2 0,-1 0 1 0,2 0-2 0,-3-8-2 16,1 8 2-16,-1-8 4 0,-1 9 3 16,1-9-3-16,0 0 0 0,0 0-4 0,0 0 3 0,0 0-4 15,0 0 1-15,-20-17 0 0,18 6-1 0,1-1-2 16,1-3-2-16,1-3-3 0,6-7 0 0,0 0-2 16,0 2-3-16,3-3 0 0,7 0 2 0,-5 3-5 15,6-3-1-15,-2 4 5 0,-6 6-2 16,1 1-1-16,-2 6-2 0,0 1-1 0,-4 2-3 0,4 1 1 15,-2 4-2-15,-7 1 4 0,0 0-1 0,11 8 5 16,-10 2 4-16,1 6 5 0,-4 3-3 0,0 7 6 16,-2 0-1-16,-2 0-1 0,3-1 4 0,-1-5-2 15,-2 3-5-15,3-3 2 0,2-2-1 0,2-3-2 16,1 1-1-16,-1-5 1 0,4 2 2 0,-1-5-3 16,2 2 0-16,6-5-1 0,-2 0 3 0,1-2 3 15,6-2-3-15,-5-3-1 0,5-2-1 0,4-2-2 16,-6-5 1-16,3 2 0 0,-4-1 1 0,0-2-1 15,-2-2-2-15,-3 1-4 0,0-2 1 0,-4 5-4 16,-3-6-5-16,-2 4 0 0,-1-6-4 0,-5 2-2 16,-3 0-1-16,-2 1-1 0,-1 3 0 0,-4 1 5 15,6 4-1-15,-4 1-1 0,-1-1 3 0,-2 2-1 16,0 2 0-16,2 5 0 0,2-1-1 0,-1 1-16 16,3 3-28-16,2-1-23 0,0 3-38 15,4-1-33-15,2 1-39 0,2 3-172 0,1-10-390 0,0 0 173 16</inkml:trace>
  <inkml:trace contextRef="#ctx0" brushRef="#br0" timeOffset="90277.13">8788 12265 17 0,'-7'16'199'0,"2"-6"-4"0,-1 0 6 0,0 3 1 0,0-3-8 15,1 1-15-15,-1 0-12 0,3 0-13 0,-1 1-15 16,2 1-13-16,2-1-12 0,0 1-11 0,2-3-11 15,2 0-9-15,1 0-4 0,1-1-6 0,3-2-6 16,1-2-7-16,2-1-7 0,6-1-3 0,-4-3-9 16,0 0 3-16,-1-2-15 0,1-1-2 0,-3-1-5 15,2-1-1-15,-2 0-2 0,0-1-7 0,-5-2-6 16,3 2-5-16,-3-2 0 0,1 0-6 0,-3 2 2 16,0 0-2-16,-2 1 1 0,-2 5-1 0,6-8-3 15,-6 8-2-15,7-6-3 0,-7 6 5 0,0 0-4 16,0 0 3-16,13 9-1 0,-11-4 3 0,3 2 2 15,-1 0-1-15,2 0 1 0,0 2 4 0,1-2 0 16,0-1 0-16,3 1 8 0,-3-4-10 0,3 0 7 16,0-2-4-16,0-3 3 0,3 0-1 0,-2-3-1 15,3-3 0-15,1-1 9 0,-4-3-7 0,-1-2 6 16,-4 4-5-16,1-5 4 0,-2-1 0 0,0 2 4 16,-5 1-2-16,-1 0 1 0,-3-3-2 0,0 0-2 15,-4 0-10-15,-2 2-10 0,0 0-15 0,1 6-22 16,-1 0-23-16,1 1-26 0,2 3-34 0,1-1-29 15,6 5-28-15,-10-5-145 0,5 2-362 0,5 3 160 16</inkml:trace>
  <inkml:trace contextRef="#ctx0" brushRef="#br0" timeOffset="90488.33">9191 12135 102 0,'5'-9'226'0,"-1"-3"-20"15,1 2-2-15,-1 0 2 0,0 1 4 0,-2 1 2 16,1 3 1-16,-1-1-9 0,-2 6-16 0,7-7-15 15,-7 7-29-15,0 0-9 0,0 0-2 0,10 10-6 16,-8 7-4-16,0 2 0 0,0 9-23 0,0 6-1 16,-4 0-15-16,1 0-8 0,-3 0-5 0,2 1-5 0,-2-2-8 15,0-1-15-15,-2-1-25 0,2-1-34 16,0-4-40-16,0 0-42 0,2-10-44 0,-1 1-49 16,0-5-36-16,2-2-38 0,0-4-161 0,1-6-460 15,-4 6 205-15</inkml:trace>
  <inkml:trace contextRef="#ctx0" brushRef="#br0" timeOffset="90853.76">9233 12330 137 0,'-1'-13'205'0,"2"1"-8"0,0 2-4 0,1 0-20 15,1 0-14-15,1-2-10 0,3-2-12 0,3 0-6 16,-2 2-5-16,3 0-7 0,4-3-10 16,-2 1-13-16,4 0-6 0,-3 0-9 0,1 1-8 15,-3 1-4-15,3 1-6 0,-3 0-5 0,-2 2-4 16,-1 1-1-16,-3 3 1 0,0-1-4 0,0 2 0 0,-1 0-12 15,-5 4-7-15,7-5-4 0,-7 5-4 16,0 0-6-16,8-1 1 0,-8 1 0 0,9 13 6 0,-5-2-3 16,-2 7 6-16,1 6-3 0,-3 3 1 15,-1 2-1-15,-1 1-1 0,0-1 1 0,-2 0-2 16,3-5-3-16,-2-5-5 0,3-2 2 0,-1-3 0 0,1-4-3 16,-1-1 1-16,1-2-4 0,0-7 4 0,-2 10-2 15,2-10 5-15,0 0-1 0,3 6 2 0,-3-6-8 16,0 0 1-16,0 0 3 0,22-22-8 15,-12 11-1-15,1-2 5 0,2-2-2 0,-1 4 3 0,-3 3-5 16,1 1 2-16,-3 0-3 0,-1 4-5 0,0-1 2 16,2 1 0-16,-8 3-3 0,11 3 2 0,-6 1-1 15,-1 2 5-15,0 5-3 0,1-1-13 0,-1 1-17 16,0 4-33-16,-2 0-44 0,-2 1-53 16,4 1-61-16,-5-1-234 0,1-5-490 0,0-1 217 0</inkml:trace>
  <inkml:trace contextRef="#ctx0" brushRef="#br0" timeOffset="91021.64">9925 12365 2792 0,'1'-7'144'15,"-1"7"-40"-15,0-9-3 0,0 9-19 0,0 0 11 16,-1-12-4-16,1 12-14 0,0 0-16 0,-3-10-12 16,3 10-4-16,-3-6-12 0,3 6-6 0,0 0-35 15,0 0-51-15,-2-10-58 0,2 10-60 16,0 0-34-16,0 0-53 0,0 0-208 0,0 0-512 0,0 0 228 15</inkml:trace>
  <inkml:trace contextRef="#ctx0" brushRef="#br0" timeOffset="91680.98">3670 13600 8 0,'0'0'153'0,"0"0"-25"0,0 0-6 0,0 0-12 16,0 0-2-16,0 0-4 0,0 0-4 16,40-2-7-16,-7 2-6 0,6-2-1 0,19 0 0 15,7-3-3-15,26-2 1 0,-2-4-2 0,4 2-7 16,-1-1 1-16,2-1 0 0,3 3-4 0,-1 1-6 16,2-2-1-16,12 0-3 0,-2-1 1 0,9 2-2 15,8 1 0-15,8-4-6 0,4-3 2 0,1 3-5 16,9 1-2-16,9-2-2 0,4-2-2 0,-1-1-1 15,1 1-7-15,5 3-4 0,7-2 5 0,2 1-2 16,0 0-3-16,-5-4-2 0,9 3-3 0,-6-2 0 16,2 2 0-16,-4 0-4 0,-5-2 0 0,1 1-3 15,-8 0 1-15,2 4 0 0,-5-3-3 0,-7-2-2 16,-9 3 0-16,-5-3 4 0,-4 5-1 0,-9-4-3 16,-5 4 1-16,-11-3 6 0,-12 5 4 0,-5-2 4 15,-29 4 6-15,-3 3-3 0,-3-3-5 0,-16 1 4 16,-5 2-2-16,-4 0-6 0,-10 0-3 0,-4 1-5 15,-3 0-4-15,-11 2-13 0,18 0-10 0,-18 0-27 0,0 0-33 16,14 0-46-16,-14 0-63 0,0 0-70 16,0 0-206-16,0 0-491 0,0 0 217 0</inkml:trace>
  <inkml:trace contextRef="#ctx0" brushRef="#br0" timeOffset="95849.15">11738 13264 123 0,'0'0'116'0,"0"0"1"0,-4-7-5 16,4 7-7-16,0 0-2 0,0 0-5 16,0 0-12-16,0 0-5 0,0 0-6 0,0 0-9 15,0 0-11-15,0 0-2 0,0 0-12 0,0 0-3 0,0 0-1 16,0 0 5-16,0 0 3 0,7 24-2 0,-4-9-11 15,3 4 13-15,-4 7-1 0,0 0-9 16,2 3-2-16,4 2 0 0,-3-1 1 0,-2 2 3 16,4 0-12-16,-2 2 8 0,3 2-7 0,1 9-4 0,3 1-3 15,-5-1 3-15,1-10-2 0,-5 0 1 0,8 13 4 16,-2 0 7-16,-1-2-5 0,1 0-1 0,1 0 1 16,-6-11-4-16,3 11 0 0,-1-9 0 0,2 9 4 15,-5-10-10-15,2 10 1 0,-2 0 1 0,2-10-4 16,-1-3 1-16,0 2-1 0,6 10 3 15,-4-12-3-15,-2 1-2 0,5-2 2 0,-4-1-3 16,4-2-1-16,0-1 0 0,-1 0-14 0,2-3-5 0,-3 0 6 16,0-7 2-16,-1-1-3 0,-2 0-2 0,1-5-13 15,-2-1-10-15,-1 1-13 0,0 0-20 0,0-3-19 16,-2-3-46-16,0 2-14 0,0-8-41 0,-4 7-95 16,4-7-297-16,0 0 133 0</inkml:trace>
  <inkml:trace contextRef="#ctx0" brushRef="#br0" timeOffset="97335.54">11761 13217 103 0,'0'0'91'0,"0"0"-7"0,0 0-9 0,0 0-10 16,0 0 0-16,29 6-5 0,-16-5-1 0,1 1 0 15,3-4-6-15,2 1-7 0,3 1-2 0,8-4-9 16,1 2 4-16,3-4 0 0,2 0-17 0,4 1 10 16,10-3-1-16,1-2 0 0,3 3-4 0,-2-4 2 15,2 2 2-15,1 0-11 0,2 0 5 0,-1 0-3 16,7-5 7-16,2 7-4 0,22-10 6 0,4 6 6 15,1-3-2-15,-27 7-18 0,29-5 21 0,-4 6-9 16,-25-2-5-16,29-2 4 0,0 2-5 0,-1-1 3 16,-1 2 2-16,4 0-12 0,4-3 2 0,-2 4 2 15,-1-3-6-15,3-3 3 0,-3 3-1 0,5-1 4 16,-1-3 1-16,0 2-1 0,3 1-3 0,-2-1-2 16,2 0-3-16,-5 0-2 0,1 0 3 0,1 3 6 15,1-4-3-15,-1 1 1 0,2 2-6 0,0 0 6 16,-1-1-3-16,-2-1-9 0,-4 6-2 0,1-2 1 15,-3-2 11-15,0 3-6 0,-1 0-5 0,-1-4 4 0,2 6 4 16,-2-3-5-16,-24 4 0 0,25-3-5 16,-27 3 6-16,27 0-3 0,-31 2-1 0,0 1-1 15,2-2 3-15,0-1-3 0,-2 2 2 0,0 1 9 0,-5-2-15 16,1 2-1-16,-7 0 3 0,-10 0 3 0,-3 0-6 16,0 0 6-16,-3-2-2 0,-1 3 1 0,-4 0-5 15,-2 2 7-15,-8-3 3 0,-2 0 0 0,-4 1-5 16,-2-2-3-16,-1 2 0 0,-3-1 3 0,-2 1 0 15,-6-1-1-15,12-1 2 0,-12 1 7 0,9 0 0 16,-9 0-7-16,7 1 1 0,-7-1-1 0,0 0 0 16,0 0 0-16,9 1-1 0,-9-1 2 0,0 0-1 15,0 0-2-15,8 3 6 0,-8-3 5 0,0 0 3 16,6 6 4-16,-3-3-2 0,-3-3-1 0,6 6-2 16,-4 1-5-16,0-1 5 0,2 1-1 0,0 2-9 15,0 1 9-15,-2 3-2 0,-2 3-1 0,1 0 4 16,1-1-3-16,-1 2-3 0,0 0 2 0,1 2 0 15,-2 1-2-15,1 6 1 0,0 2 1 0,1 0 2 16,-2-2-2-16,2 4 2 0,-1 2-3 0,2-4 2 16,-4 3-1-16,3 1 7 0,-2-1-8 0,0 2 5 15,0-1-2-15,3 2 3 0,-4-1 3 0,1 0 2 16,0 1 3-16,1 0-1 0,0 0 0 0,-3 1-2 16,3 10 0-16,1-10-1 0,0-2 0 0,0 3 2 15,1 11-3-15,-1-14 3 0,-2 2-6 0,1 1-2 16,3 10 3-16,-4-12-6 0,2 0 1 0,0 1 4 15,1 11-10-15,-1-12 22 0,0 1-5 0,-2 0 0 16,0-3-2-16,1 0-4 0,-1-1 1 0,1-2-4 16,-3-1 0-16,4 1 0 0,-6-4-5 0,-1-1 1 15,3-5-2-15,-2 7-2 0,-1-7 0 0,-2 1 3 16,2-5-2-16,-2 3 1 0,0-1-3 0,-1 0 3 16,-2-1-3-16,1 1-1 0,-1 1 1 0,-3-5 2 15,2 3-3-15,-2-4 1 0,0-1-2 0,-2 2 3 16,0-4 0-16,-3 2 2 0,0-3-3 0,-9 0 3 0,-2 0-3 15,-5 0 1-15,1 1 1 0,-3-3-3 0,-2 0 3 16,-12 3-1-16,-2-4-5 0,-1 0 1 0,0 3-2 16,-5-5 4-16,-3 3-3 0,-1-1 6 15,-27-2-5-15,28 3 3 0,-31-2-4 0,25 0-20 16,-30 1 6-16,2 1-1 0,-2 1 5 0,5-1-3 0,0-2 8 16,2 1-4-16,-1-1-1 0,0 3 2 15,-1 0-5-15,-1 1 8 0,-3-1-7 0,0-1 5 16,0 1 1-16,6-1 1 0,-5 3 0 0,2-6 1 15,1 3 2-15,1 1-1 0,-5 2 0 0,-1-4 2 16,2 4-1-16,-3-4 5 0,5-1-2 0,-6 3 0 0,5-2 1 16,-2 1-4-16,3-2 2 0,-1 0-1 0,0-4 4 15,2 2-5-15,4-2 1 0,21 0 5 16,2 0-7-16,-27-1 5 0,29-1 5 0,2-3-9 16,0 0 0-16,3 1 1 0,-3-3 0 0,5 1 2 15,3 1-4-15,1-3 7 0,14 0-2 0,-3 4 3 0,3-2-1 16,0 0 6-16,2 0 0 0,-2 0-1 0,1 1-2 15,1 4 2-15,3-5-2 0,-3 2 3 0,2-1-2 16,3 2-2-16,0 1 2 0,4 1 0 16,-3 0-5-16,3-2-1 0,0 0 3 0,4 5-1 15,2-2 1-15,-6 0-4 0,4 1 4 0,-4-1 0 16,5 0-5-16,-5 3 1 0,-2-3 1 0,2 0-1 0,4 2-2 16,0-2 4-16,2 1-1 0,-7 0-4 0,8 0 2 15,0 0-3-15,2-1 0 0,-3 0 3 0,4 0-2 16,-4-1-4-16,1 0-1 0,1 0 1 0,3 0-2 15,2-1 5-15,2-1-10 0,-1 2-2 16,2-1-8-16,1-2-13 0,2 1-20 0,0 0-13 0,3 0-12 16,5 3-23-16,-12-6-23 0,12 6-24 0,-11-9-13 15,11 9-18-15,-7-6-2 0,7 6-13 16,-7-10-117-16,7 10-339 0,-7-6 151 0</inkml:trace>
  <inkml:trace contextRef="#ctx0" brushRef="#br0" timeOffset="97985.04">13270 13973 31 0,'0'0'151'0,"0"0"-13"16,25 18-7-16,-18-10-8 0,1 4-1 15,1 1 2-15,1 2-9 0,-4 0-15 0,1-1-6 16,-1 1-7-16,2 0-12 0,-2-2-5 0,-3-2-2 16,1 0-4-16,2 0-7 0,-4-2 2 0,1 1-6 15,0-3-2-15,-1 0 0 0,-2-7 2 0,4 9 3 16,-4-9 4-16,1 8 1 0,-1-8 9 0,4 7 0 16,-4-7 0-16,0 0-2 0,0 0-5 0,0 0-2 15,0 0-9-15,0 0 0 0,0 0-7 0,0 0-3 0,-5-29-6 16,5 16-6-16,3 2-3 0,3-6-4 0,-2 3-4 15,5-2-1-15,1 1 0 0,3 2-3 16,3-1-2-16,-3 4-2 0,6 1-4 0,-2 5 0 0,1 1-3 16,1 1 0-16,-6 5-3 0,0 2 0 15,5 4 0-15,-5 1-17 0,1 7 1 0,-3-1 7 0,3 7-7 16,-5-1-22-16,0 2-36 0,-5 1-36 16,0-2-43-16,-1-2-38 0,-3 4-179 0,0 0-398 15,-5-10 177-15</inkml:trace>
  <inkml:trace contextRef="#ctx0" brushRef="#br0" timeOffset="98135.26">13938 14158 13 0,'0'0'130'0,"0"0"-20"15,6-5-24-15,-6 5-40 0,7-3-37 0,-7 3-46 16,15 0-23-16,-15 0-64 0,25-2 28 0</inkml:trace>
  <inkml:trace contextRef="#ctx0" brushRef="#br0" timeOffset="98570.04">14390 14208 101 0,'0'0'189'0,"0"0"-8"0,0 0 1 0,-21-15-2 0,21 15-11 0,0-12-14 15,0 3-8-15,2-3-12 0,-2 1-8 16,3-2-8-16,0-2-11 0,2-5-9 0,4-2-13 16,4-1-6-16,-6 4-12 0,4-5-3 0,-1-3-4 15,1 1-11-15,1-3-1 0,-2 0-7 0,-3-2-2 16,1 3-4-16,-1-2-5 0,2 3-2 0,-4 2-1 16,1 5-7-16,-3 5-1 0,1 0-3 0,-2 3 3 15,-2 4-3-15,0 2 2 0,0 6-6 0,3-9-3 16,-3 9-2-16,0 0-2 0,0 0 0 0,0 0 0 15,0 0-1-15,0 0 0 0,-23 23-1 0,14-7 0 16,0 3 2-16,1-3 4 0,-1 3-10 0,4 1 3 16,4-2-1-16,0 0-2 0,1 0 0 0,1-2 3 15,2 1-3-15,4 0 1 0,-2-1 0 0,3-1-5 16,-1 0 11-16,5-1-9 0,-1 1 2 0,3-1-3 16,-1 2 1-16,5 3 0 0,-3-6-1 0,1 1 0 15,-5-1-1-15,1 2 3 0,-1-1-4 0,-4-2 3 16,-1 1-2-16,3 2 2 0,-7-5 2 0,2 3-3 0,-2 0-4 15,-2-3-2-15,-6 3-9 0,2-2-8 16,-5 4-13-16,-2-1-13 0,1-5-36 0,-3 2-12 16,-3-1-30-16,1-3-32 0,-1 0-26 0,2 3-131 15,2-7-345-15,0-1 152 0</inkml:trace>
  <inkml:trace contextRef="#ctx0" brushRef="#br0" timeOffset="98970.78">14746 13850 157 0,'3'-9'180'0,"-3"9"-14"0,1-5-6 16,-1 5-13-16,0 0-17 0,0 0-8 0,0 0 0 16,0 0-8-16,0 0-10 0,0 0-6 0,4 24-7 15,-4-11-6-15,0 4-9 0,0 1-4 0,1-3-6 16,-1 2-11-16,2 0-3 0,3-2-5 0,-3 0-5 15,3-3-3-15,-1 0-2 0,2-1-5 0,1 0-2 16,-1-3 0-16,4 1-7 0,1-3 0 0,-2-1-3 16,3-2 1-16,0-1 0 0,-1 0-5 0,1-4 0 15,-2 2-2-15,-2-3 3 0,2-2-6 0,-2 2-1 16,-2-4 4-16,0-1-7 0,1-1 5 16,-3 0 1-16,2 0-5 0,-3-2-1 0,-1 0 2 0,2 1-3 15,0 0 0-15,-2 1-1 0,-1 2 0 0,-1 7 2 16,3-9-4-16,-3 9-6 0,4-7 5 0,-4 7-3 15,0 0 5-15,0 0 5 0,0 0 5 0,17 16 0 16,-12-9 0-16,1 3-6 0,-1 0 3 0,0 0 1 16,-1 2-3-16,1-1-5 0,2 0-10 0,0-3-22 15,-2 1-27-15,3-2-32 0,-1-1-31 16,3-3-28-16,-2-1-27 0,-8-2-7 0,24-3-129 0,-10-1-335 16,4-3 148-16</inkml:trace>
  <inkml:trace contextRef="#ctx0" brushRef="#br0" timeOffset="99283.66">15195 13966 309 0,'7'-14'6'0,"-2"-2"5"0,-1-1 16 0,-2-1-4 15,0 0 4-15,1-7 3 0,-5 6 19 0,1-1 12 16,-1 2 6-16,0 1 21 0,2 1 2 0,-1 4 18 16,0 3 9-16,1 9-4 0,-2-13-11 0,2 13-14 15,0 0-9-15,0 0-2 0,0 0-2 0,0 0 12 16,0 0 7-16,13 30 3 0,-11-9-11 0,0 5-2 16,-2 0-12-16,0 3-2 0,3-2-6 0,0-1-4 15,-1-1-7-15,-1-7-3 0,0 1-4 0,0-2-1 16,1-6-6-16,-1 1-8 0,-1-2-4 0,3-2 0 15,-3-1-4-15,0-7 2 0,1 9-4 0,-1-9 2 16,1 6-2-16,-1-6 1 0,0 0-1 0,0 0-6 16,19-13-2-16,-10 5 0 0,3-4-7 0,3 1-3 15,-1-1-4-15,2 1 0 0,2 2-3 0,-3-1 2 16,-4 3-4-16,1 2 2 0,-3 2 0 0,2 2 0 16,-3 1-2-16,-8 0 3 0,15 3-3 0,-9 0 3 15,-1 0 3-15,-2 4 5 0,0 3-2 0,-3 0 4 16,-3 0-2-16,-2 3-7 0,-1 3-24 0,-4 1-40 15,-4 4-50-15,1-7-63 0,-4 7-217 0,4-10-428 16,3-1 190-16</inkml:trace>
  <inkml:trace contextRef="#ctx0" brushRef="#br0" timeOffset="99672.4">15647 13965 126 0,'15'-25'127'0,"1"-4"-3"16,5 1-8-16,-3-1-8 0,3 2 6 0,-3-1-4 15,0 2-1-15,-6 11-4 0,0-2 4 0,-2 4 1 16,-5 3-3-16,0 1-1 0,-2 1-6 0,-1 4-8 16,-2 4-10-16,-1-12-9 0,1 12-6 0,0 0-8 15,-9-6-7-15,9 6-3 0,0 0-6 0,-19 11-8 16,8-3-2-16,2-3-7 0,-2 9-1 0,2-1-6 16,2 1-2-16,3 1-8 0,3-2-2 0,-1 2-2 15,4 0-5-15,2 1 0 0,-1 0 3 0,0-3-6 16,2 2 1-16,0 0 0 0,-2-3-11 0,-1 0-16 15,1 0-19-15,-1 2-19 0,-2-1-25 0,2-3-29 0,-4 2-39 16,0-2-129-16,-3-1-312 0,1-4 139 16</inkml:trace>
  <inkml:trace contextRef="#ctx0" brushRef="#br0" timeOffset="99879.34">15864 13679 45 0,'4'-3'180'0,"5"2"-10"0,-9 1 8 0,14 5-3 16,-5 5-6-16,-1-1-14 0,1 9-10 0,2 6-8 15,-2 6-10-15,-2-3-15 0,-1 2-5 0,0-2-15 0,-3 5-7 16,-2-4-8-16,2 1-7 0,-6-4-15 16,6-1-24-16,-4-5-22 0,-3 0-26 0,2-3-40 15,0-1-27-15,1-3-31 0,-1-2-37 0,0 0-131 16,-3-1-306-16,2-2 136 0</inkml:trace>
  <inkml:trace contextRef="#ctx0" brushRef="#br0" timeOffset="100278.78">15986 13939 115 0,'6'0'157'0,"-6"0"-4"15,17 1-1-15,-11 2-9 0,1-2-6 0,3 4-7 16,-4-1-14-16,-1 0-8 0,-1 1-10 0,3-1-7 15,-4 1-9-15,2 1-13 0,0-1-2 0,-1 0-7 16,0-1 3-16,0 1-14 0,-4-5-4 0,4 6-4 16,-4-6-4-16,5 5 2 0,-5-5-4 0,0 0-4 0,10 1-5 15,-10-1-2-15,0 0-6 0,8-12-9 16,0 2-1-16,6-3-3 0,1-7 2 0,-1 4-6 16,5-4 3-16,2-2-1 0,-2 4-3 0,3 1 1 15,-1 2 1-15,-7 3 3 0,3 2 2 0,-8 1-3 16,2 6-1-16,-4-3 2 0,-2 1-1 0,1 2 2 0,-2-1 2 15,-4 4 0-15,0 0 2 0,0 0 8 0,0 0-1 16,13 6 0-16,-13-6-1 0,0 9-1 16,0-9-4-16,0 9 1 0,0-9 0 0,1 8-2 15,-1-8 2-15,3 6-4 0,-3-6 1 0,6 5-1 0,-1-2 0 16,-5-3-2-16,14 1-2 0,-3-1 2 16,-1 0-1-16,2 1 2 0,-1 2-7 0,-2 0 1 0,2 0 1 15,-2 2-1-15,0 2 0 0,1-1 7 0,-3 1-8 16,-2 1-6-16,0 2-31 0,-1-1-40 15,0-2-44-15,2 2-41 0,-5 0-172 0,-2-2-360 0,1-7 160 16</inkml:trace>
  <inkml:trace contextRef="#ctx0" brushRef="#br0" timeOffset="100483.43">16569 13562 40 0,'0'0'186'0,"0"0"6"0,0 0 6 16,0 0 8-16,9 17-12 0,-4-1-14 0,2 8-8 16,1 4-14-16,-4-3-17 0,1 4-12 15,1 0-14-15,1 2-11 0,-4-2-9 0,1-1-14 0,-2 1-29 16,-4-4-46-16,0 1-36 0,-2-7-42 0,1-2-34 16,1-1-44-16,-3 0-166 0,0-5-341 0,1-3 151 15</inkml:trace>
  <inkml:trace contextRef="#ctx0" brushRef="#br0" timeOffset="100811.09">16824 13893 19 0,'9'-8'131'0,"-3"-4"3"16,-2 4-14-16,1-4-6 0,-1 2-11 0,-4 3 8 16,2-2-3-16,0 0 3 0,-2 9 2 0,-2-13 5 15,2 13-1-15,-3-8-5 0,3 8-13 0,-8-2-5 16,8 2-1-16,-10 12-6 0,1-5-3 15,3 5-10-15,1-2-6 0,1 4-8 0,0 2-9 0,0-3-16 16,5-2-40-16,1 0-27 0,0-1-44 0,3 0-36 16,3-5-50-16,0 1-134 0,4-4-318 0,1 0 140 15</inkml:trace>
  <inkml:trace contextRef="#ctx0" brushRef="#br0" timeOffset="101749.16">11502 12564 36 0,'3'-9'121'0,"0"-2"-9"0,-1 0 9 16,0 0-10-16,0 2-4 0,0-3-6 0,0 2-12 15,1 0 2-15,-1-3-7 0,1 4-4 0,-3-1 13 0,1 2-1 16,3-1-7-16,-4 0-7 0,0 9-7 15,1-12-4-15,-1 6-9 0,0 6-5 0,0 0-5 16,3-11-1-16,-3 11-6 0,0 0-7 0,0 0-5 16,0-9-2-16,0 9-3 0,0 0-4 0,0 0-5 15,0 0-2-15,0 0-3 0,0 0 4 0,0 0-2 16,1 33-5-16,0-14 3 0,3 9-2 0,0 3 4 16,0 3 2-16,3 0 4 0,0 13 1 0,3 0-3 15,0 0 5-15,-1-2 4 0,0 1 0 0,-1-12-2 16,2 14-1-16,0-4 4 0,2 2-6 0,-3-14-1 0,1 0 3 15,1 2-3-15,-4-2 2 0,6 0-1 0,-4 0 0 16,2-3-1-16,1 1 0 0,-1-4-2 16,2 2 0-16,1-2-3 0,-1-3 2 0,1 0-1 15,-8-5 0-15,3-1-3 0,-4 0-1 0,0-5-2 16,-1-1-1-16,0 1 1 0,1-1-10 0,-1-1-14 0,-4-1-24 16,3-2-29-16,-3-7-24 0,2 8-24 15,-2-8-13-15,4 6-28 0,-4-6-166 0,0 0-349 0,0 0 155 16</inkml:trace>
  <inkml:trace contextRef="#ctx0" brushRef="#br0" timeOffset="103542.64">11536 12463 81 0,'-11'-1'79'0,"11"1"1"0,0 0-1 16,-11 0 1-16,11 0-1 0,0 0-5 0,0 0-7 0,0 0 3 16,-7-2-11-16,7 2-1 0,0 0-9 0,0 0-11 15,0 0 3-15,0 0-14 0,0 0 8 0,0 0-3 16,0 0-3-16,0 0-8 0,0 0 9 0,29-4-12 15,-19 4 0-15,2-2 0 0,2 1 5 0,-3-1-9 16,7 0 4-16,2-1 0 0,-1 1 2 0,1 1 1 16,4-5 2-16,-2 6-2 0,6-4 3 0,3 3-3 15,-1-2-1-15,5 0-4 0,-1 1 4 16,-3-1-3-16,10-1-3 0,-4-1-6 0,3 3 13 0,-1 0-11 16,12-1-4-16,-12 2 0 0,0 1 3 0,-1-4-5 15,0 5 3-15,0-2-1 0,3 1 10 0,-3 1-7 16,0 1 5-16,0-2-7 0,1 0 6 0,1-2-4 15,-2 1 4-15,0 1 1 0,1-2 3 0,10 2 8 16,-11-4 1-16,18 0 3 0,0 0 4 0,1-1-2 16,3-1 0-16,-3-1 2 0,4-1 3 0,1 1 3 15,-1-3-3-15,0 2-6 0,29-6-1 0,-31 7 2 16,0-2-2-16,4 3-5 0,-1-2 3 0,4 0-2 16,26-2-4-16,-29 2 0 0,-2 0 0 0,4 2 2 15,25-4 1-15,-30-3-3 0,1 5 7 0,0-3-3 16,2 3-5-16,0-2 2 0,25-3-1 0,-29 3 0 15,4 2-2-15,27-9-2 0,-30 7 1 0,3 1-3 0,2-2-2 16,1 1 1-16,21-6-4 0,-27 6 0 16,3-2 0-16,2 2-1 0,-1-2 0 0,2 2 0 15,-2 0 1-15,2 0-6 0,-3 1 5 0,-1 0-4 16,0 0 1-16,-3 3-1 0,1-2 1 0,-4 2-4 0,-1 2 4 16,1-4-4-16,1 0 10 0,-1 2-3 15,-1 1-6-15,1-5 0 0,-1 4 0 0,0-4-1 0,1 2 2 16,-3-1-3-16,-1 2 1 0,-1-3 5 15,-1 2-7-15,-11 1 3 0,-1 1 2 0,13-2-3 0,-2-2 0 16,-14 4-2-16,2-1-1 0,2-1 4 0,-1 1 0 16,-2 0-2-16,1 0 2 0,-1 0 2 0,0 1-3 15,-2 0 2-15,2 0-2 0,0-1 1 16,-2 0-3-16,-1 5 0 0,2-1-1 0,1-1 3 0,-3 3 0 16,0-1-3-16,-1-1 0 0,-1 2 1 0,-1-1 3 15,-3 0-2-15,-4 0 0 0,5 4 3 0,-8-1-3 16,1-2-1-16,0-1-1 0,-5 2 2 0,2-1-2 15,-5-1 4-15,1 2 1 0,-2 0-1 0,-1-2 2 16,0 1 1-16,-3 0 7 0,0-1-5 0,-8 2 1 16,14-1 1-16,-8-1 6 0,-6 2 5 0,11-2-4 15,-5 0 2-15,-6 2-1 0,10-1-6 16,-10 1 2-16,8-2-2 0,-8 2-1 0,0 0-2 16,6-3 0-16,-6 3 1 0,0 0-3 0,0 0-2 0,0 0-2 15,8-4 5-15,-8 4-4 0,9-2 1 0,-9 2-3 16,10-2 1-16,-1 2-1 0,-9 0 1 0,22-2-1 15,-4 1-2-15,-6 0 3 0,6-1-2 0,0 0-1 16,1 1 4-16,-2 1-4 0,2 0 2 0,0 0-1 16,-6 0 1-16,2 0-2 0,-3 0 3 0,-2-2-3 15,2 4 3-15,-6-2-3 0,-6 0-2 0,12 0 1 16,-12 0 0-16,11 0-3 0,-11 0 4 0,0 0-2 16,8 1 0-16,-8-1-5 0,0 0 3 0,0 0-1 15,7 2 1-15,-7-2 0 0,0 0 0 0,3 6 1 16,-3-6 1-16,4 8 4 0,-4-1-6 0,1 1 3 15,0-1 1-15,1 5 1 0,-1-3-2 0,1 2 3 16,0 2 3-16,-1 2 0 0,-1 2 8 0,1-1-5 16,-1 1 1-16,1-1-1 0,-3-3 0 0,2-1 1 15,-1 0-3-15,3 5-1 0,-3-2-1 0,1 3 1 16,1-1 1-16,-2-2-1 0,1 2 1 0,0 1 3 16,0-1-5-16,-1-4-1 0,3 2 0 0,-2 0 1 15,0 1 1-15,0-2 3 0,0 0 0 0,1 4 1 16,-1-2 1-16,0-2-3 0,0 2-2 0,2 1 4 15,-2-2 1-15,0-3-3 0,-2 0 0 0,2 4-2 16,0-5 2-16,0 1 0 0,0 1 1 0,0 2-4 0,2-5 0 16,-2 0 0-16,1-1-1 0,-1 3-1 0,1-3 0 15,-1 2 1-15,2 0 1 0,-1-1-2 16,0-2 3-16,1 1-2 0,-1-1-2 0,-1-1-1 16,0-7 5-16,0 14-8 0,0-9 6 0,0-5 0 0,1 12-3 15,0-7 2-15,-1-5-3 0,3 9 2 16,-3-9 0-16,0 10 2 0,0-10 1 0,0 9-5 15,0-9 4-15,4 9-3 0,-3-4 0 0,-1-5 1 0,5 8 0 16,-5-8 1-16,3 9 1 0,-3-9-5 0,3 6 3 16,-3-6-3-16,2 6 2 0,-2-6-1 0,0 0 5 15,2 8-6-15,-2-8 4 0,0 0-3 0,0 0 2 16,2 7 1-16,-2-7-1 0,0 0-1 0,0 0 5 16,2 6-6-16,-2-6 5 0,0 0-2 0,0 0 2 15,0 0-1-15,0 0-1 0,0 0-1 0,0 0 0 16,-6 8-2-16,6-8 5 0,-8 4-3 0,8-4 1 15,-10 4 3-15,5-1-4 0,-4-2-1 0,0 4 2 16,-3-1-3-16,1 1 4 0,-2-2-2 0,2 4-2 16,-6-2 0-16,-1 1 1 0,0 4-2 0,-1-7 2 15,0 2-1-15,2 2 4 0,-2-3-5 0,3 1 5 16,0 3-3-16,1-5 2 0,3 1-1 0,1-1-4 16,1-1 4-16,-1 3 0 0,5-1-3 0,-5-2 2 15,3 0-3-15,8-2 1 0,-14 4 1 0,6-1-2 16,2 1 0-16,-2-2 1 0,8-2 2 0,-10 7 2 15,2-4-4-15,3 0 2 0,5-3 1 0,-10 4-2 16,5-2 2-16,5-2 1 0,-12 7-2 0,12-7 1 16,-7 2 0-16,3 1-2 0,4-3 2 0,-9 5-2 15,9-5 3-15,0 0-2 0,-12 2-3 0,7 1-7 16,-1-1-7-16,-2-1-4 0,-2 4-7 0,0-3 1 16,-1 0-4-16,0 3-2 0,2-1 2 0,0-1-5 15,1 0-4-15,2-2-1 0,6-1 1 0,-10 5-3 16,4-2-6-16,-1 1-14 0,7-4-10 0,-12 4-12 15,7-2-12-15,-1 1-17 0,1 1-24 0,-4-2-25 16,9-2-23-16,-12 5-137 0,2-3-349 0,0 0 154 16</inkml:trace>
  <inkml:trace contextRef="#ctx0" brushRef="#br0" timeOffset="104272.95">12825 12621 23 0,'-2'-12'182'0,"2"2"6"0,0 0 5 0,-2 3-3 16,2 7-12-16,-2-10-17 0,2 10-18 0,-1-9-22 15,1 9-6-15,0 0-19 0,0 0-8 0,0 0 0 0,0 0-13 16,0 0 1-16,12 23-4 0,-9-6 9 0,3 2-5 16,-2 6 4-16,-2 0-11 0,3 1-5 15,-1 2-5-15,1-1-5 0,-4-1-2 0,1 0-7 16,0-1 1-16,-2 1-6 0,0 0-4 0,0 0-3 16,0-7-2-16,2-1-7 0,0 6 1 0,0-6 1 15,1 0 1-15,-3-1-17 0,0-2-26 0,2-2-32 16,-2-1-35-16,2-2-36 0,0 0-50 0,-2-1-38 15,2 1-165-15,-4-3-401 0,-2-1 179 0</inkml:trace>
  <inkml:trace contextRef="#ctx0" brushRef="#br0" timeOffset="104511.21">12843 12675 160 0,'17'-13'171'0,"6"1"-10"16,-2 3-7-16,0 4-21 0,-2 2-7 16,-1 3-11-16,0 0-13 0,0 8-11 0,-5 1-7 15,1 3-10-15,-1-1-4 0,-5 5-9 0,-4 0-3 16,-2 2-7-16,-2 2-4 0,-2-3-5 0,-4 8-2 0,0-7-5 16,-2 0-3-16,1-2-3 0,-2 2-8 0,-5 2-26 15,2-3-25-15,0-1-43 0,-3-2-43 16,6-6-31-16,-5 3-101 0,1-3-269 0,1-5 120 15</inkml:trace>
  <inkml:trace contextRef="#ctx0" brushRef="#br0" timeOffset="104653.51">13273 12821 86 0,'10'-1'79'0,"-10"1"-26"0,10-2-37 15,-10 2-55-15,0 0-43 0,13-1 19 0</inkml:trace>
  <inkml:trace contextRef="#ctx0" brushRef="#br0" timeOffset="104854.06">13562 12605 105 0,'0'0'242'0,"2"-8"-5"0,-2 8-14 0,0 0-17 15,0 0-19-15,5-6-21 0,-5 6-13 0,0 0-7 16,0 0 0-16,0 0-4 0,5 22-12 0,-3-9-13 0,0 4-6 16,0 2-16-16,0 2-4 0,-2 4-11 15,-2-1-9-15,0 2-6 0,2-7-21 0,-4 5-20 0,2-4-38 16,2-1-36-16,0-2-48 0,0-1-43 16,0 0-52-16,2-4-189 0,-2-2-412 0,0-10 183 0</inkml:trace>
  <inkml:trace contextRef="#ctx0" brushRef="#br0" timeOffset="105213.53">13593 12779 174 0,'10'-6'172'0,"1"-1"-6"0,-1 3-8 0,3-2-5 0,0 3-9 15,5 0-12-15,-5 2-18 0,5 1-10 0,-5 1-10 16,-1 2-10-16,-1 0-7 0,0 1-8 0,1-1-8 15,-3 2-5-15,-1-1-2 0,2 3-5 0,-1-4-6 16,-1 4-2-16,-3-4-3 0,-1 0-8 0,4 0 0 16,-8-3-4-16,8 5 2 0,-1-4-7 0,-7-1 3 15,14 1-4-15,-5-2-1 0,-9 1-1 16,15-6 1-16,-4 2-7 0,0-4 0 0,-2 1-1 0,1 0-3 16,-2-2 3-16,-3 2-5 0,4-1 2 0,-2 1 0 15,-3 3 4-15,-1-1-1 0,-3 5-4 0,6-6-1 16,-6 6-1-16,0 0 14 0,0 0 10 0,9 10-2 15,-4-3-2-15,-1 1 6 0,-4 3-1 0,1 0 0 16,0 2-5-16,2 2 0 0,-3 2-6 0,2 1-2 16,-2-4 1-16,2-2-5 0,2 1-22 0,-4-1-34 15,2-1-37-15,-1 0-37 0,1-4-48 0,2 1-53 16,-4-2-118-16,0-6-363 0,0 0 162 0</inkml:trace>
  <inkml:trace contextRef="#ctx0" brushRef="#br0" timeOffset="105441.84">14135 12537 259 0,'0'-9'253'0,"0"2"-15"16,0 7-21-16,0-10-22 0,0 10-12 0,0 0 0 16,0 0-9-16,0 0-1 0,27 19-7 0,-18 0-19 15,5 4-12-15,-6 3-13 0,1 0-9 0,-3 3-11 16,2 0-9-16,-6-2-9 0,1 0-8 0,-2 3-9 15,2-4-10-15,-3 2-3 0,0-3-15 0,0 2-19 16,0-2-31-16,0-8-29 0,0 2-44 0,-2-3-45 16,0-1-40-16,3-4-36 0,-1-1-214 15,0-10-454-15,-3 13 202 0</inkml:trace>
  <inkml:trace contextRef="#ctx0" brushRef="#br0" timeOffset="105832.25">14273 12616 140 0,'8'-5'184'0,"5"1"-8"0,-6 2-14 0,2 1-8 15,-9 1-13-15,13 5-10 0,-8-1-8 0,2 4-19 16,-4 1-7-16,-3 2-10 0,0 2-6 0,-6 2-11 16,0 2-11-16,-3 0-2 0,-5-2-26 0,5-1-1 15,0 2-5-15,1-6-7 0,3-2-6 0,0-1-11 16,1-1-4-16,0 0 0 0,4-6-2 0,-3 7-2 15,3-7 9-15,0 0-5 0,7 9 5 0,-7-9 4 16,16-1 2-16,-3-1 0 0,5-4-2 0,2 0 4 16,7-5 3-16,0 1-2 0,0-4 6 0,1 2-3 15,0-4 6-15,-2 1-2 0,-2 0 3 0,5-2-1 16,-5-1 5-16,-1 1-7 0,-4 0 1 0,-4 4-4 16,-2-4 6-16,-2 3-1 0,-3-1 4 0,-3 4 10 15,-2 0 1-15,-1 0-1 0,0 0 5 0,-4 1 3 16,-2 0-7-16,-1 4 2 0,-3 1 2 0,1 1 3 15,-3 3-4-15,10 1-4 0,-21 7-3 0,11-1 0 16,0 3-4-16,-3 5-4 0,3 2-4 0,1 3 3 16,3 0-5-16,0 0-23 0,2 0-32 0,1-2-45 15,-1-1-40-15,4 2-37 0,3-3-46 0,-3 1-152 16,1-4-386-16,-1-2 171 0</inkml:trace>
  <inkml:trace contextRef="#ctx0" brushRef="#br0" timeOffset="106162.55">13440 12847 134 0,'0'0'201'0,"0"0"-19"0,0 0-10 0,-6-14-19 15,6 14-7-15,0 0-2 0,-9-6-32 0,9 6-13 16,0 0-9-16,0 0-22 0,0-6-26 0,0 6-30 15,0 0-24-15,0 0-35 0,13-6-43 0,1 2-145 16,-3 1-254-16,8-2 113 0</inkml:trace>
  <inkml:trace contextRef="#ctx0" brushRef="#br0" timeOffset="108972.15">10857 12950 113 0,'0'0'112'16,"-17"-4"0"-16,9 4-7 0,8 0 9 0,-14 0-16 0,14 0-4 15,-12-3-3-15,12 3-13 0,-9 0 0 16,9 0-5-16,0 0-12 0,-12 0 0 0,12 0-9 15,0 0-10-15,0 0 0 0,0 0 1 0,0 0-4 16,21-10-6-16,-3 4-2 0,13-4 2 0,0 4-6 0,3-2-7 16,0-1-3-16,2-2 6 0,-1 3-13 0,2-3 6 15,-4 4-4-15,0 0-1 0,-2 0 0 0,-3 1-6 16,-1 2 1-16,-8 1 9 0,-3 3 1 16,-3-2-3-16,-2 1 0 0,0 0-5 0,-3 2-1 0,-8-1 2 15,14 1-5-15,-9 1 0 0,-5-2-1 0,10 2 1 16,-10-2 2-16,5 2-3 0,-5-2 0 0,0 0-1 15,6 5 0-15,-6-5 0 0,0 0 0 0,0 10-2 16,0-10-3-16,0 0 0 0,-6 12 3 0,6-12 2 16,-7 12-1-16,-1-4 2 0,2 1-1 0,-2 1-4 15,-3 2 0-15,2 3-16 0,-2-1-19 16,3 0-22-16,-1 0-29 0,0 3-28 0,2-2-128 16,-3 1-263-16,2-2 117 0</inkml:trace>
  <inkml:trace contextRef="#ctx0" brushRef="#br0" timeOffset="109188.9">11224 12773 71 0,'-15'-11'189'0,"-2"-2"-10"16,1 3-10-16,-1-2-9 0,2 3-13 0,-1-2-12 15,2 2-13-15,3 4-13 0,1-1-14 0,4 2-16 16,0 0-31-16,1 1-45 0,5 3-54 0,-5-7-43 16,5 7-31-16,0 0-81 0,0 0-224 0,0 0 100 15</inkml:trace>
  <inkml:trace contextRef="#ctx0" brushRef="#br0" timeOffset="110207.84">17959 13890 131 0,'17'-4'133'0,"1"-3"-10"0,3 4 2 0,1-2-30 0,9 0-7 15,-1-1-8-15,1 3-5 0,0-1-2 16,2 0-14-16,1 2-4 0,1-2-8 0,2 2-8 0,0 1 1 15,3-2-7-15,-1 2-13 0,1-2-17 0,-2 3-16 16,3-2-6-16,-3 4-15 0,-2-2-6 0,-4 3 0 16,0-3 3-16,-5 0-2 0,-7-2 3 0,-2 4 6 15,-2-2-6-15,-2 0 13 0,-3 0-2 0,-1 0 3 16,-2 0 5-16,-8 0 14 0,14 0 7 0,-14 0 14 16,10 3 5-16,-10-3 11 0,4 1 1 0,-4-1 6 15,0 0 1-15,0 0 0 0,0 0-1 16,0 0 2-16,0 0-5 0,0 0-2 0,0 0-2 15,0 0-2-15,-14 13-1 0,5-4 0 0,-1 2 5 0,0 4-8 16,-4-1-13-16,-3 5 4 0,-2 1-5 0,0 1-6 16,5-6-27-16,-7 2-19 0,7-2-10 0,-5 2-24 15,5-3-22-15,-1 0-103 0,2-2-213 16,3-2 95-16</inkml:trace>
  <inkml:trace contextRef="#ctx0" brushRef="#br0" timeOffset="110373.15">18772 13654 7 0,'-26'-14'170'0,"2"1"-12"0,5 5-6 16,-2 1-12-16,1 0-11 0,0 3-19 0,1 1-11 16,4 3-14-16,4 0-33 0,2 0-39 0,1 3-39 15,2 1-66-15,1 0-75 0,5-4-180 0,0 0 80 16</inkml:trace>
  <inkml:trace contextRef="#ctx0" brushRef="#br0" timeOffset="110935.43">19407 13839 67 0,'0'0'159'0,"0"0"-8"0,0 0 7 15,0 0 4-15,5 26-9 0,-5-10-12 0,0 12-9 16,-4 2-14-16,-3-1 3 0,1 2-11 16,-5 4-11-16,5-5-11 0,-3 1-7 0,-2 0-4 0,3-4-1 15,1-3-14-15,2-7-6 0,1-6-9 16,-1 0 1-16,0-2-6 0,2-4 15 0,3-5 17 16,-1 11 0-16,1-11 3 0,-5 3-10 0,5-3-6 15,0 0-5-15,-5-19-9 0,4 6-2 0,-1-5-6 0,2-10-5 16,2 1-5-16,0-5 0 0,2-3-5 0,4 0 2 15,0-13-7-15,0 13-1 0,4-10 0 0,-1-5-2 16,1 5-2-16,-3 10-1 0,3 0-5 0,-1 4 3 16,3 3-4-16,-1 5 2 0,-4 8-3 0,2 0 0 15,-6 7-4-15,3 1 1 0,-2 3-5 0,4 3 2 16,2 2-3-16,1 5 5 0,3 5 3 0,5 6 7 16,-2 2 0-16,0 4-8 0,0 2 0 0,-1 2 1 15,-1 3 2-15,-3-1-2 0,-4 2-1 16,4-3 1-16,-2 1-2 0,-2 0-1 0,-3-3 1 0,1 0 4 15,-3 0-3-15,0-6-6 0,-1-2-27 0,0-1-24 16,-3 1-31-16,-1-3-34 0,-1-3-35 0,0 2-31 16,-4-2-37-16,0-2-158 0,-2 0-410 0,-3-3 181 15</inkml:trace>
  <inkml:trace contextRef="#ctx0" brushRef="#br0" timeOffset="111399.37">19404 14104 154 0,'0'0'160'16,"0"0"-14"-16,0 0-16 0,0 0-12 0,20-17-9 16,-2 9-11-16,2 0-17 0,7-5-20 0,3 2-24 15,4-2-17-15,-2 0-16 0,2 0-21 0,-1 0-3 16,1-1 4-16,0-4-5 0,-3 4 7 0,-2-5 7 16,-1 1 3-16,-2 0 4 0,-3-4 19 0,-5 3 6 15,0 0 13-15,-4-1 11 0,-4 4 5 0,-2 2 8 16,-1-1-3-16,-3 2-4 0,0 4 1 0,0-2 7 15,-2 3 3-15,-1 2 2 0,-1 6-11 0,3-8-5 16,-3 8-2-16,0 0 3 0,0 0 7 0,0 0 3 16,16 27 11-16,-14-9 8 0,3 2-10 0,-1 8 4 15,-3-2-11-15,2 0-6 0,1 1-3 0,-3-1-2 16,-1 1-5-16,1-8-3 0,-1 0-4 0,1-2-4 16,-1-2-6-16,-1-4 2 0,1-1-9 0,0-3 10 15,0-7-11-15,0 12-3 0,0-12 0 0,0 9 3 16,0-9 2-16,0 0-1 0,1 8-3 0,-1-8 1 15,0 0-6-15,0 0-3 0,0 0-5 0,0 0-2 16,10-23-4-16,-3 14 1 0,5-4-3 0,-1 1-5 16,2 1 0-16,1 0 0 0,-4 5-3 15,2 1 5-15,1 0-4 0,-2 2-1 0,0 2 4 0,0 2-1 16,-2 0-2-16,0 3 3 0,-2 2-2 0,-3 0-1 16,0 0 5-16,-2 4 2 0,0-2-3 0,-6 3 2 15,0 3 0-15,-4-1 0 0,-1 1-2 0,-5 1-22 16,2-1-31-16,-4-2-37 0,0 0-53 0,-1-1-48 15,0 0-220-15,1-2-446 0,3-4 197 0</inkml:trace>
  <inkml:trace contextRef="#ctx0" brushRef="#br0" timeOffset="112374.15">20224 13913 94 0,'-9'-4'179'16,"9"4"-21"-16,0 0-20 0,0 0-4 0,0 0 10 0,0 0-3 15,0 0-12-15,16 25-8 0,-5-16 0 0,4 5-13 16,2-2-9-16,4 5 10 0,0 1-13 15,-2-1-9-15,-3-4-11 0,-3 0-6 0,4-2-5 16,-6 2-10-16,-3-5-3 0,1 0-7 0,-3 0-3 16,-1 1-5-16,1-2-2 0,-3-4 0 0,1 3-6 0,-4-6-1 15,7 7 0-15,-7-7 1 0,2 3 1 16,-2-3-2-16,0 0 0 0,0 0-3 0,0 0-2 16,0 0-7-16,0 0 5 0,0 0-7 0,1-29-3 15,1 18-8-15,4-3-3 0,2-5-3 0,2 1 2 0,5-3 2 16,3-1-5-16,-1-1-1 0,1 3 0 0,0 1 2 15,2 2 2-15,-6 5 2 0,-2 0-4 16,-3 4 1-16,1-2 1 0,-1 4-4 0,-4 2 3 16,-1-1-2-16,0 2-2 0,-4 3 1 0,7-3 5 15,-7 3 3-15,0 0 5 0,10 8 12 0,-10-8 4 0,2 11 7 16,-1-3-9-16,-1-8-3 0,1 15 1 0,1-6-1 16,-1-2-1-16,0 0-2 0,2-1-2 15,-2 1 1-15,2 0-18 0,-3-7 5 0,5 9-4 16,1-4 1-16,0-3 1 0,1 1 2 0,4-2-2 0,2-2 1 15,0 0 4-15,1-3-1 0,3-2-4 16,-1 0 6-16,-2-3-1 0,-2 3-2 0,-3-2 1 0,-2-1 0 16,1 0 2-16,-2-1-2 0,-1 1 0 15,-1-1-3-15,-2 4 1 0,0-1-1 0,-1-1 5 16,-1 8-3-16,2-7 4 0,-2 7-2 0,0-10-4 16,0 10-2-16,0 0-4 0,0 0 5 0,0 0-6 0,0 0 4 15,0 0-7-15,0 0 6 0,5 21 0 0,-3-13 1 16,1 1 4-16,1 1-9 0,1-1 9 0,-1-1-2 15,3-1 1-15,1 1-3 0,1-4 2 0,1 1-2 16,1-5 0-16,0 0-3 0,2-4-1 0,4-1 3 16,-2-3-3-16,0-1-3 0,-1-2 3 0,1-3-2 15,-1 1 0-15,-2-2 6 0,-1-3 1 16,0-6-2-16,-5 8 1 0,0-3 1 0,-1 0 0 0,-3-6-1 16,-2 7 4-16,-2-7-2 0,2 8 0 0,-1-2 1 15,0 2-1-15,0 5 6 0,1 2 13 16,-2-1 2-16,0 4 6 0,2 7-7 0,-3-11-6 0,3 11-3 15,0 0 2-15,0 0 5 0,0 0 5 0,0 0-1 16,-2 39 0-16,2-14 3 0,-4 2 4 0,1 5 2 16,2 0-8-16,0-1-1 0,1 2-4 15,1 0-4-15,-1-1 5 0,1-2-3 0,3-1 3 16,-2 1-1-16,-1-2-6 0,0 0-15 0,2-5-22 0,-3-3-25 16,-2-1-30-16,1 0-32 0,1-3-34 0,-1-2-32 15,0-2-54-15,-1-3-181 0,0-1-445 16,-2-3 198-16</inkml:trace>
  <inkml:trace contextRef="#ctx0" brushRef="#br0" timeOffset="112577.38">21112 13730 112 0,'14'-7'173'0,"-1"5"-4"0,2-1-6 0,2 2-8 0,-5-1-10 16,1 5-9-16,-1 0-13 0,-3 3-15 15,0 1-3-15,1 0-9 0,-4 2-13 0,-2 3-10 0,-1-1-7 16,-5 5 4-16,1-1-17 0,-3 0-15 0,-2 2-26 16,-3-3-23-16,0-5-29 0,0 1-43 0,0-3-24 15,1 0-27-15,2-2-118 0,6-5-271 16,-12 3 121-16</inkml:trace>
  <inkml:trace contextRef="#ctx0" brushRef="#br0" timeOffset="112761.4">21325 13619 163 0,'0'0'169'0,"5"-5"10"16,-5 5 4-16,0 0 3 0,12 13-11 15,-7-1 8-15,1 2-2 0,1 4-7 0,-3 8-20 0,-1 4-9 16,-4 1-18-16,-1 2-13 0,-1-2-9 0,-2 1-9 16,0 0-11-16,-3-1-21 0,0-2-31 15,-2 0-35-15,4-3-38 0,-1-2-41 0,2-6-47 16,-1-3-34-16,-2 2-189 0,2-9-379 0,2-1 167 15</inkml:trace>
  <inkml:trace contextRef="#ctx0" brushRef="#br0" timeOffset="112894.73">21288 13818 62 0,'0'0'127'0,"2"-13"-15"0,-2 13-13 16,11-7-30-16,-2 1-50 0,3 3-47 0,1-2-49 0,7-2-84 15,5 2 38-15</inkml:trace>
  <inkml:trace contextRef="#ctx0" brushRef="#br0" timeOffset="113191.98">21792 13780 171 0,'1'-7'211'0,"-1"7"-2"16,2-16-12-16,2 6-12 0,0-6-12 0,4 2-13 15,0-2-9-15,2 0-12 0,-1 2-9 16,2-2-12-16,2 2-5 0,-3-1-4 0,2 7-3 16,-5-1 9-16,0 1-15 0,-1 2-9 0,-1 1-12 0,0 1-12 15,-5 4-5-15,8-1-9 0,-8 1-2 0,10 5-6 16,-4 3 3-16,1 2-5 0,-2 6-1 16,0 3-2-16,2 7-5 0,-6 3-1 0,0 4-3 15,1-1-3-15,-4 2 0 0,1-3-5 0,0 0 4 16,-2-1-4-16,1 0 5 0,-1 0-10 0,-2 0-1 0,-3-5-4 15,5 2 1-15,-4-1-4 0,1-1-3 0,0-7-28 16,3-2-20-16,-4-1-35 0,2-3-33 0,0-1-41 16,3-1-32-16,-2-4-37 0,0 0-206 15,-3-3-459-15,7-3 203 0</inkml:trace>
  <inkml:trace contextRef="#ctx0" brushRef="#br0" timeOffset="113581.61">22086 13550 139 0,'2'-6'209'16,"-2"6"-9"-16,2-16-13 0,-1 5 4 0,-1-5-12 16,1 1-6-16,3-5-16 0,2 3-14 0,3-6-7 0,0-2-12 15,0 8 0-15,0-1-14 0,0 2 0 0,1 3-8 16,-1 2-6-16,-1 6-10 0,-2-1-11 15,1 4-9-15,4 1-1 0,-11 1-3 0,16 7-7 16,-6 1-3-16,-1 8-4 0,0-1-7 0,1 8-1 0,-3 0-7 16,-1 3-1-16,-1-7-27 0,0 7-40 0,-4 0-43 15,2 0-61-15,-2-6-52 0,0 4-243 16,-2-6-468-16,1-2 208 0</inkml:trace>
  <inkml:trace contextRef="#ctx0" brushRef="#br0" timeOffset="113738.38">22500 13893 244 0,'0'0'243'0,"6"2"-22"0,-6-2-20 16,0 0-23-16,5 3-16 0,-5-3-15 0,0 0-19 0,0 0-56 16,0 0-72-16,0 0-72 0,-10 15-182 0,0-11-276 15,-2-2 123-15</inkml:trace>
  <inkml:trace contextRef="#ctx0" brushRef="#br0" timeOffset="113967.39">20960 14811 89 0,'87'-21'51'0,"1"-5"-24"16,3-3-33-16,3-4-22 0,-6-1-28 0,4-6 13 16</inkml:trace>
  <inkml:trace contextRef="#ctx0" brushRef="#br0" timeOffset="114105.76">22427 14345 74 0,'-12'14'187'0,"7"-11"-23"0,5-3-13 0,-11 7-18 16,6-6-20-16,5-1-20 0,0 0-44 0,-9 3-67 16,9-3-140-16,0 0-171 0,0 0 75 0</inkml:trace>
  <inkml:trace contextRef="#ctx0" brushRef="#br0" timeOffset="148587.84">1625 15296 64 0,'0'-9'118'0,"0"9"6"0,-1-12-9 0,1 4-13 16,0 8-7-16,-2-13 2 0,4 6-3 16,-2 7-5-16,0 0-12 0,-3-13-9 0,3 13-14 15,0 0-1-15,1-6-10 0,-1 6 2 0,0 0-9 16,0 0 2-16,0 0-2 0,15 24-5 0,-6-7-1 16,2 9 1-16,-1 5 1 0,2 2-4 0,-1 15 1 0,-2-1-3 15,-5 4-4-15,1 1 3 0,-2-1-7 0,-7-2-3 16,4-3 0-16,0-12-2 0,-2-1 0 15,2-1-3-15,-2 0-1 0,1-3-1 0,0-2 0 16,1-1-2-16,2-1-3 0,-2-4 0 0,2-2-2 16,-2-1-1-16,0 1-19 0,3 0-14 0,-3-2-31 15,3 0-9-15,-6 0-33 0,3-2-21 0,-5 3-90 16,0-1-236-16,-1-7 105 0</inkml:trace>
  <inkml:trace contextRef="#ctx0" brushRef="#br0" timeOffset="148861.47">1721 15530 90 0,'18'-1'97'0,"0"-1"-15"0,0 4-3 16,-2 2-14-16,-3 1-6 0,3 2-1 0,0 3-7 15,-3 2-9-15,0 0-3 0,-1 1 6 0,-4 2-2 16,-3 1-5-16,3 2-10 0,-6 2 0 0,-2-1 1 16,-5 5-7-16,0 1 5 0,-3-1-9 0,-3 0 2 15,-2-1-3-15,3-6 2 0,-4 4-8 0,-3 2 0 16,6-8 1-16,-3-1-1 0,1-1-13 0,0 0-13 16,3-1-25-16,1-2-29 0,3-4-84 0,-2 1-165 15,2-4 73-15</inkml:trace>
  <inkml:trace contextRef="#ctx0" brushRef="#br0" timeOffset="149018.41">2116 15752 44 0,'16'-4'115'0,"2"3"-11"0,-1-3-32 0,0 2-34 0,2-1-40 16,-6 2-30-16,3 1-25 0,-3 1-61 15,-13-1 27-15</inkml:trace>
  <inkml:trace contextRef="#ctx0" brushRef="#br0" timeOffset="149343.21">2425 15675 47 0,'0'0'126'0,"0"0"-6"0,0 0-8 0,16 10-1 16,-8-4-11-16,-3 2-4 0,2 2-9 0,-2 1-12 15,-2 0-8-15,3 2-1 0,-1 2-7 0,-4-3-3 16,1 1-6-16,-2 0-6 0,0-2-1 0,0-11-4 16,0 17-3-16,0-17 4 0,-2 15 10 0,2-15 14 15,0 8 14-15,0-8 8 0,0 0-10 0,0 0-4 16,0 0-11-16,0 0-5 0,0 0 3 0,0 0-14 16,0 0 1-16,8-48-10 0,-2 29-4 15,3-4-2-15,5-1-5 0,2 1 0 0,2 1-3 0,-2 3-5 16,-2 6 1-16,-1 1-6 0,2 1-2 15,-4 4-1-15,-1 2-2 0,1 3 2 0,0 2-5 16,3 1 4-16,-3 3-2 0,0 2 2 0,1 0 0 0,0 8-4 16,-1-2 5-16,-1 2-4 0,-1 3 0 0,3 6 1 15,-3-6-13-15,-3 1-23 0,-2 1-44 16,0-1-34-16,4 6-45 0,-2-7-182 0,-1 0-364 16,3-3 162-16</inkml:trace>
  <inkml:trace contextRef="#ctx0" brushRef="#br0" timeOffset="149997.04">3170 15607 18 0,'0'0'200'0,"-1"-10"-18"0,4 3-13 16,-3 7-18-16,5-14-16 0,-1 5-11 0,-1 0-14 16,5 0-8-16,-2-2-10 0,5-2-8 0,-4 4-9 15,1-2-5-15,2 0-10 0,-1 2-6 0,-1 0-2 16,-1 1 4-16,-1 3-7 0,-4-1-5 0,3 1-1 16,-5 5-8-16,5-7-6 0,-5 7-7 0,0 0 2 15,8-4-9-15,-8 4 0 0,0 0-3 0,0 0-1 16,10 13 0-16,-6-1 1 0,3 5 0 0,-4 8-1 15,1 3-9-15,2 2 13 0,-2 1-2 0,0 4 1 16,-1-1 3-16,1-1-3 0,-1 2 2 0,0-3-2 16,1 0-4-16,1-3 0 0,0-2 1 0,-2 2 4 15,0-1-12-15,1-4 7 0,1 2-4 16,-2-6 5-16,1-2-1 0,-2 7-3 0,-1 1-4 0,1-7-9 16,-2 0-29-16,-3 0-30 0,1-1-29 0,-6-2-48 15,0 1-50-15,-3-2-99 0,-1 0-316 16,1-4 140-16</inkml:trace>
  <inkml:trace contextRef="#ctx0" brushRef="#br0" timeOffset="150375.34">2966 15031 132 0,'12'-15'200'0,"0"4"-19"16,0 7-11-16,2 2-23 0,-2 4-11 0,2 1-14 16,-1 2-6-16,1 4-20 0,-1 3-10 0,1-2-8 15,-4 3-2-15,-3-3-14 0,-2 0-2 16,1 1-11-16,-1-2-1 0,-2 0-6 0,-1-3-2 16,0-2 3-16,-2-4 12 0,2 9 10 0,-2-9 7 15,0 0 3-15,0 7 3 0,0-7-5 0,0 0-5 16,0 0-8-16,0 0-6 0,0 0-4 0,-6-33-5 15,5 22-7-15,2-7-3 0,1 0-4 0,4 2-3 16,-1-3-5-16,4 4-5 0,3-1 0 0,6-2-1 16,-1 7-5-16,1 1-2 0,-2 3 0 0,2 5-7 15,0 2 3-15,9 6-4 0,0 3 1 0,-4 5 3 16,0 5-3-16,1 1 0 0,-3 4-2 0,-1 4-2 16,-3 2-15-16,-1-1-20 0,-4 5-24 0,1 10-45 15,-1 2-35-15,-4-10-46 0,1 9-198 0,-3-14-416 16,-1 1 184-16</inkml:trace>
  <inkml:trace contextRef="#ctx0" brushRef="#br0" timeOffset="153395.29">4034 15411 28 0,'-1'-10'90'0,"1"10"-6"0,0 0-3 16,-3-15 5-16,3 15-7 0,0 0-9 0,-4-11 4 0,4 11-11 15,0 0-3-15,0 0-3 0,0 0-15 0,-3-3 2 16,3 3-9-16,0 0-11 0,0 0-4 0,0 0 8 15,9 20-9-15</inkml:trace>
  <inkml:trace contextRef="#ctx0" brushRef="#br0">4133 15866 731 0,'2'6'124'0,"-3"-1"-276"0,1 1 390 0,-1-3-456 0,1 4 275 0,-2-5 18 15,4 1-83-15,-1 1 82 0,-1-4-8 0,0 0 98 16,0 0-36-16,0 0-47 0,-1 10 16 0,1-10-77 15,0 0-22-15,0 0 13 0,0 0-25 0,0 0 42 16,0 0-26-16,-8-24-3 0,8 13-28 0,0 0 37 16,1-1-45-16,4-2 57 0,-1-2-49 0,6 1-10 15,-2-1 15-15,5 3-34 0,-1-3 50 0,7 5 14 16,-2 1-39-16,1 4-21 0,3 1 54 16,-1 3 6-16,-1 3-24 0,0 3 29 0,-1 1-136 15,-1 2 105-15,0 2-11 0,-5 1 19 0,0 1-8 16,-1 4 29-16,-3-2-24 0,-3 3-20 0,-2 1 53 15,-2-1-70-15,-2 1-11 0,-3-2 57 0,-1-1-5 16,-2 1-57-16,1-3 42 0,-2-1 6 16,-4 2 43-16,0-1-92 0,1-5 45 0,0 2-100 15,-3-1 37-15,3-2-63 0,2-1-47 0</inkml:trace>
  <inkml:trace contextRef="#ctx0" brushRef="#br0" timeOffset="154256.16">4064 15495 11 0,'0'0'68'0,"0"0"-7"16,0 0-3-16,0 0-1 0,0-9-2 0,0 9-11 15,0 0-10-15,0 0 3 0,0 0-3 0,0 0-3 16,0 0-12-16,0 0 14 0,0 0 9 0,0 0 5 16,0 0-5-16,9 21 6 0,-6-11-15 15,1-1 4-15,2 1-6 0,-4 3-1 0,0-1 1 0,4 4 3 16,-4 1-12-16,1 2 1 0,-1-1-4 0,2 0 6 16,1 8-4-16,-1-2-8 0,2 2 3 0,-3 0 0 15,1-1-9-15,-3 1 0 0,3-1-7 16,-3 1 10-16,0 0 0 0,-1-2 1 0</inkml:trace>
  <inkml:trace contextRef="#ctx0" brushRef="#br0">4152 16080 800 0,'1'-4'182'16,"-4"1"-304"-16,2 2 404 0,0-2-509 0,1-2 234 0,-3-1 93 0,3 6-81 0,0 0-71 0,0 0 104 15,-5-38-92-15,5 24 31 0,-1-2 25 0,1 1-18 16,1-2-32-16,7 0 24 0,1-2 11 0,0 2 52 15,3 1-123-15,1 0 104 0,1 2-73 0,2 2 79 16,0 1-83-16,0 1 20 0,1 5 19 16,-4 2-26-16,1 2 56 0,-1 3-54 0,0 1-46 0,-2 4 60 15,0-2-28-15,-2 5 72 0,2 2-146 0,-4 3 139 16,-2 0-93-16,-1 2 54 0,-3 1-59 0,-2 1 79 16,-3 0-74-16,0-1 15 0,-3-1 18 0,1-2 73 15,-3 3-72-15,-1-1-14 0,0-3 46 0,-3 0-14 16,3-2-48-16,-3 0 77 0,3-3-124 15</inkml:trace>
  <inkml:trace contextRef="#ctx0" brushRef="#br0" timeOffset="155389.7">4107 15537 20 0,'0'0'124'0,"-4"-19"2"0,3 13-1 0,1 6-11 15,-3-13-11-15,3 13-12 0,0 0-14 0,-3-10-3 16,3 10-8-16,0 0-8 0,0 0-8 0,0 0-11 15,0 0 1-15,0 0-5 0,0 0 8 0,0 0-12 16,0 0-5-16,5 32-1 0,-1-13-1 0,1 0-10 16,1 5 9-16,-6 4-14 0,1-2 11 0,0 3-6 15,-1-3-4-15,2 0 2 0,-2 0-5 0,0-7 1 16,1 1 4-16,4-3-7 0,-4 2 3 0,1 0-1 16,0-3-3-16,0 1-1 0,-1-5 0 0,1 1-1 15,0-1-4-15,0 0 2 0,2-4 1 0,-1 3-1 16,-2-3-4-16,1-1 1 0,-2 0 3 0,0-7 3 15,0 9-4-15,0-9-1 0,3 6 3 0,-3-6 9 16,0 0-4-16,0 0-7 0,0 0 5 0,0 0-1 16,0 0 2-16,0 0-2 0,-20-11 0 0,20 11-5 15,-12-12 7-15,7 3-8 0,-3 0 10 0,3 1-6 16,0-3 5-16,1 3-7 0,0-2 2 0,3 1-3 16,1-1 2-16,0 10-1 0,7-18 4 15,-1 10-6-15,4-2 2 0,4 1-1 0,3 0 3 0,-1 3 1 16,6 2 1-16,-3 0-6 0,3 1 5 15,1 3-2-15,0 3 4 0,-4 2-7 0,2 1 1 0,-3 2-2 16,-1 2 3-16,-5 2-5 0,1-1 5 0,-3 2-2 16,-2 2 6-16,-2-3-5 0,-1 3 4 0,-4-2-2 15,-2 1-3-15,-2-2 1 0,-3 1 4 16,0-3-5-16,-3-1 4 0,-4 4 2 0,-2-4 4 16,-1 2-1-16,-3-2-3 0,-8 0-3 0,8-2 5 15,0-2-8-15,0-1-7 0,0 1-16 0,1-3-28 16,0-3-30-16,5 1-27 0,0 0-91 0,-8-4-219 0,9 2 98 15</inkml:trace>
  <inkml:trace contextRef="#ctx0" brushRef="#br0" timeOffset="156256.34">4733 15693 91 0,'-9'-8'114'0,"4"2"-5"0,0 0-12 15,-1 3 1-15,-3-1-2 0,0-1-20 0,9 5 2 16,-14 0-10-16,5 2-9 0,0 3-8 0,0 3 0 15,-1 5-4-15,-2 2-5 0,2 2 1 0,2-1-1 16,1 1-7-16,2 0-4 0,2 2-5 0,0-2-1 16,3 0-3-16,3-1 0 0,0-3-3 0,-1-3 4 15,4 3-9-15,1-4 3 0,0 1-7 0,0-2 5 16,1-2 2-16,3-2-1 0,1-2-6 0,2-2 1 16,-3-2 0-16,2-2-2 0,1-2 5 0,0-2-3 15,1-2-7-15,-2-2 3 0,-1 4 0 16,-3-6-1-16,-3 3 1 0,-1-2 2 0,0-1-3 0,-2 1 4 15,-3 1-6-15,0 0 9 0,0 2 4 0,-3 0 3 16,2 2 0-16,1 8 2 0,-1-11 3 0,1 11-3 16,-3-8-5-16,3 8-1 0,0 0-2 15,0 0-4-15,0 0 3 0,-17 18-3 0,12-6-4 16,0-1 4-16,1 5-4 0,3 0 1 0,0 0-5 16,2-3 11-16,0-1-4 0,2-1-1 0,-2 1 2 0,6-3-7 15,-1-1 0-15,2-2 3 0,-2 0 1 0,5-2 11 16,-3-1-10-16,3-2 2 0,1-2-5 0,-3-3 3 15,0 1-4-15,3-3 0 0,-1-3 0 16,2 0 1-16,1-4-3 0,-2-2 1 0,-1 2 2 16,-1-1-6-16,-3-2 1 0,-3 5 4 0,-3-5 14 15,0 3-25-15,-1 1-1 0,-1-5 3 0,0 6-5 16,-2-1 2-16,0 1 2 0,1 2 2 0,0 4-2 0,2 5-2 16,-5-10 2-16,5 10 0 0,0 0-2 0,0 0 8 15,0 0-6-15,0 0 2 0,0 25 1 16,3-10-4-16,1 2 7 0,1 1-1 0,0 0-4 15,1 2 10-15,-1-2-7 0,3 0 7 0,-4 1-2 16,4-2-2-16,-1-2-1 0,-2-2 3 0,1-3-7 16,-4 0 6-16,2-3-1 0,0 0-1 0,-3-1 0 15,2-1 0-15,-3-5 5 0,5 7-3 0,-5-7 5 16,0 0-2-16,3 5 7 0,-3-5-10 0,0 0 0 0,0 0-2 16,9-21-3-16,-3 12 0 0,-1-1 1 15,4-5 11-15,-3-1-8 0,3-2-5 0,-1 2 2 16,2-3-1-16,1 2-4 0,2-4-3 0,-3 6 8 15,-1-1-2-15,-5 3 2 0,1 3-1 0,2 0 5 16,-5 1-3-16,1 4-5 0,-1-1 0 0,-2 6 1 16,2-8 1-16,-2 8 3 0,0 0 8 0,0 0-7 15,0 0 12-15,0 0-2 0,-14 26 4 0,6-13-5 16,0 2-1-16,0 0 2 0,-2 2 0 0,7 0-5 16,-3-1 1-16,3 1-14 0,0-1-29 0,4-4-27 15,2 1-35-15,2-2-28 0,1 1-145 0,3-4-294 16,2-2 131-16</inkml:trace>
  <inkml:trace contextRef="#ctx0" brushRef="#br0" timeOffset="156595.29">5495 15654 146 0,'-14'9'152'0,"-1"1"-9"16,-1 3-10-16,3 3-6 0,-4 4-15 0,0 1-8 15,5 2-11-15,-3-3-8 0,4 2-9 0,3-5-7 16,3-1-8-16,-2 2-6 0,4-6-12 0,3 0-5 16,0 0-1-16,3-2-8 0,1 0 3 0,0-5-11 15,1 0 2-15,5-3-6 0,3 0-2 0,-3-3-8 16,2-1 5-16,5-6-6 0,-6 3 2 0,6-6-2 16,-2-2-1-16,-1-3-1 0,1-6 0 0,-2-2-2 15,-1-1 2-15,2-4-3 0,-8 0-1 0,-1-4 5 16,0 2 0-16,-1-2-7 0,-5-1 6 15,-2 1-3-15,1-13 2 0,-3 14 5 0,-1-2 5 0,-4 0-6 16,1 2 12-16,-1 0 13 0,1 7 16 0,2 0 4 16,1 9 10-16,-1 2 1 0,3 4 7 0,-2 1-6 15,3 3-5-15,-1 0-10 0,4 6-6 16,0 0-4-16,0 0-6 0,0 0 2 0,-2 27-5 16,7 2-2-16,1 85 1 0</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5:01:02.852"/>
    </inkml:context>
    <inkml:brush xml:id="br0">
      <inkml:brushProperty name="width" value="0.05292" units="cm"/>
      <inkml:brushProperty name="height" value="0.05292" units="cm"/>
      <inkml:brushProperty name="color" value="#FF0000"/>
    </inkml:brush>
  </inkml:definitions>
  <inkml:trace contextRef="#ctx0" brushRef="#br0">28326 6435 5 0,'-7'-6'79'16,"7"6"-6"-16,-7-5-8 0,7 5-8 0,-9-5 0 0,9 5-4 15,-4-4-4-15,4 4-6 0,-5-7 0 16,5 7-4-16,-5-6 7 0,5 6-14 0,-5-3-2 15,5 3 2-15,-6-7-3 0,6 7-7 0,0 0-3 0,-6-7 0 16,6 7 9-16,-7-3-4 0,7 3-11 16,-6-4-1-16,6 4 0 0,0 0 2 0,-10-3-7 15,10 3 0-15,0 0 1 0,-11-1-4 0,11 1 3 16,0 0-3-16,-8-4 4 0,8 4-2 0,-8-2-5 16,8 2 1-16,0 0 1 0,-7-2 0 0,7 2-3 0,0 0 2 15,-9-3 3-15,9 3-4 0,0 0 4 16,0 0 9-16,-8 0-3 0,8 0-1 0,0 0-3 15,0 0 7-15,0 0-7 0,0 0-1 0,0 0 4 16,-10-2 1-16,10 2-5 0,0 0-3 0,0 0-1 16,0 0-3-16,0 0 2 0,0 0-1 0,0 0 0 15,0 0-5-15,0 0 4 0,0 0-1 0,0 0 4 16,0 0-6-16,23 12 6 0,-12-10-2 0,2 2-3 16,0-1 6-16,6 1-2 0,3-1 0 0,3 1-3 15,4 0 6-15,1-2-5 0,1 1 1 0,0 1 10 0,1-1-11 16,-1 1 1-16,3-1-2 0,4-1 3 0,-1-1 0 15,14 1 4-15,-11-2-7 0,-1 3 2 0,15-3 3 16,-4-3 9-16,-12 3-14 0,1-2 10 16,-2 2-11-16,-1-1 5 0,-2 1-3 0,2-2-1 15,-4 0 7-15,1 0 2 0,-6-1-4 0,1 0 2 16,-1 3-8-16,1-1 4 0,0-2-1 0,0 0 8 16,3 1-2-16,-2 0-5 0,3-1 9 0,0 2-1 0,0-1-7 15,1-1 5-15,1 2-3 0,-1-1 3 16,4-1-3-16,-4 2 1 0,3-1 3 0,-2-1-2 0,1 2-8 15,-5 0 7-15,4 1-4 0,-4-2 7 0,1 2-2 16,1 0-5-16,-3 2-3 0,-1-2 7 0,1 1-10 16,0 1 6-16,-1 0-6 0,-6-2 8 0,0 2 0 15,4-1 2-15,1 2-7 0,1-2 5 0,-6-1 0 16,6 2-4-16,-1-1-3 0,2-1 6 0,2 2-10 16,0-4 2-16,1 2 3 0,3-2 2 0,1 0-4 15,-4-1 0-15,1 1 2 0,-1-1-1 16,-1 1 4-16,-4-1 1 0,1 0-2 0,-7 0-6 0,0 2 8 15,0-2 2-15,-2 0-10 0,0 1 1 0,4 1 4 16,-2 0-5-16,0-2 10 0,2 0-5 0,-2 1 1 16,7 0 1-16,1 1-11 0,-2-1 12 0,0-2-1 15,-4 3-3-15,-3 0 6 0,2-1-9 0,6 1 4 16,0-1 7-16,-6 0-9 0,6 0 8 0,-7 2-15 16,9 0 11-16,-9 0 0 0,9-1 4 0,-9-1-5 15,-1 1 2-15,2 0-8 0,-2 1 11 0,0-2-3 16,-7 2-1-16,2 0-5 0,4 0 11 0,-2-3-4 15,-5 2-1-15,0 0 2 0,-2-1 2 0,3 2-2 16,0-3 3-16,-1 1 0 0,0 1-1 0,-3-1-3 16,3 0-2-16,-1 1 5 0,1-2 1 0,-1 3-3 15,-5-1-3-15,3-2-2 0,1 3 2 0,2-1 6 16,-2-2-7-16,1 2-14 0,1-1 5 0,2 0-5 16,-1 2-6-16,5-1-19 0,0 0 0 0,2 0-11 15,-1 2-7-15,3-1-19 0,-2 0-66 0,-3-1-154 16,3-1 68-16</inkml:trace>
  <inkml:trace contextRef="#ctx0" brushRef="#br0" timeOffset="21203.86">10427 8749 36 0,'-5'-8'34'0,"5"8"-10"0,-4-5-10 15,4 5-19-15,-7-1-13 0,7 1-18 0,0 0 8 16</inkml:trace>
  <inkml:trace contextRef="#ctx0" brushRef="#br0" timeOffset="22739.4">10198 8920 1 0,'0'0'6'16,"0"0"-1"-16,0 0 5 0,0 0-2 0,0 0-2 15,0 0 2-15,0 0 2 0,0 0 1 0,0 0-2 16,0 0 3-16,0 0-3 0,0 0-1 0,0 0-6 16,0 0 4-16,0 0-2 0,0 0-4 0,0 0 4 15,0 0-7-15,0 0 5 0,0 0-2 0,0 0 2 16,0 0 4-16,0 0-6 0,0 0-2 0,0 0 4 16,0 0-1-16,0 0-1 0,5 13-1 0,-5-13-2 15,0 0 4-15,0 0 1 0,0 0-2 0,1 6 1 0,-1-6-2 16,0 0-1-16,0 0-4 0,0 0 9 15,4 5-7-15,-4-5 0 0,0 0 9 0,0 0-9 16,4 7 7-16,-4-7-3 0,0 0 2 0,0 0 3 16,2 7-2-16,-2-7-8 0,0 0 5 0,3 5-1 0,-3-5-5 15,0 0 6-15,3 8 3 0,-3-8 0 16,1 7 2-16,-1-7-6 0,0 0 2 0,0 10 0 16,0-10-1-16,1 9 5 0,-1-9-3 0,2 9 1 15,-2-9-2-15,1 9-4 0,-1-9 4 0,1 8 1 16,-1-8 0-16,1 6-2 0,-1-6 1 0,2 9-3 0,-2-9 5 15,1 8-2-15,-1-8 1 0,1 9-1 0,-1-9-1 16,2 12-2-16,-1-5 7 0,-1-7-8 16,2 10 3-16,0-4 3 0,-1-1 0 0,-1-5 2 15,4 12-5-15,-2-5 0 0,-1 2 2 0,2 0-1 0,-2-2-4 16,2 4 7-16,-1-3-3 0,1 1-6 16,0 1 4-16,-1 0 5 0,2 0-10 0,-1-1 12 15,-1 3-3-15,1-2 0 0,-1 1-3 0,2-1 0 16,-1 2 1-16,-2-2 0 0,1 1 0 0,1 0 1 0,-2 1-5 15,1 0 3-15,-1 0 0 0,1 0-1 0,0 1-3 16,-1-2 7-16,0 1-7 0,2 1 0 0,-2 4 8 16,0-4-5-16,2 3 1 0,-1-3-3 15,0-1-1-15,-1 0 4 0,4 4 0 0,-1-2 0 0,0-2 3 16,0 4-3-16,1-2-1 0,-2 2-6 0,3-2 5 16,-3-1-1-16,1 2 3 0,-1 0-1 0,0-1 1 15,2 1-4-15,0 0 2 0,-3-1 3 0,3 0-3 16,-1 3 3-16,-1-1-3 0,1 0 0 15,-2-1 3-15,1 2 0 0,-2-1-4 0,3 4 1 0,-3-1 4 16,0 6-2-16,-1-5-3 0,2-1 3 0,-1 5 1 16,1 1 1-16,1-10 0 0,0 5-1 0,-1-1-3 15,1-2 0-15,1 2-3 0,-2 0 0 0,2 0 0 16,3-1-2-16,-1 7 2 0,-2-7-2 0,-2 0 1 16,2 3 4-16,1 3 3 0,-2 1-7 0,-2-6 0 15,3 0 1-15,-4-1-8 0,1 1 13 0,0 0-2 16,-1 0-3-16,0-2-5 0,1 2 11 0,1-2 0 15,-2-2-3-15,2 2-6 0,2-2 12 0,-1 3-5 16,-2-1 0-16,2-4 0 0,-1 4 0 0,1-4 2 16,-2 2-3-16,3-2-2 0,-2 3 2 0,1-2 3 15,-2-1 3-15,0-1-1 0,2 3 1 0,0-1-4 16,-2-2 3-16,-1-2-1 0,1 2 3 0,2-3-3 16,-2 1-1-16,2 1 1 0,-2-3 2 0,3 2-1 15,-2 2 2-15,2-3-2 0,-2 4 0 0,1-4 3 16,0 1 2-16,1 1-5 0,-2-1 3 0,2 1 0 15,0 0-2-15,-2 1 2 0,1 0-3 0,1 0 1 16,-2 0-7-16,1 0 8 0,1 2-8 0,-1-4 4 16,1 2-2-16,2 3 6 0,-3-3-3 0,4 4-4 15,-4-4 2-15,4-1-2 0,-2-2 2 0,3 2-3 16,-2-1 5-16,-1 0-3 0,2-2 3 0,0 0-2 16,3-1 4-16,-3-1-2 0,0 2-2 0,1-4-2 0,2 1 3 15,-1 0 2-15,2-2-1 0,0 0-1 0,-3-1 2 16,1 2 5-16,5-2 2 0,-3 1-3 0,2-2 0 15,1 0-2-15,-1 1 4 0,1-4-2 16,-1 2-1-16,-2 0-2 0,2 0-3 0,0 0 3 0,1 2-2 16,-3-2-3-16,3 1-3 0,-1-1 5 15,0-1-3-15,0 1 0 0,1 0 0 0,1 0 0 16,1-2 6-16,-1 1-2 0,0-2 0 0,4 0-9 16,-6 2-1-16,5-2 4 0,-5 1 2 0,6-3-11 15,-6 0-16-15,3 2-29 0,1-3 14 0</inkml:trace>
  <inkml:trace contextRef="#ctx0" brushRef="#br0" timeOffset="27698.59">11615 9885 41 0,'-4'-8'56'0,"4"8"-10"0,-2-6 0 0,2 6-1 16,0 0-1-16,-1-12 0 0,1 12-5 0,-4-7 5 15,4 7-10-15,-4-8 1 0,4 8-8 0,-3-8 2 16,3 8 2-16,-5-9 3 0,5 9-7 0,-6-8-3 16,3 3 11-16,3 5-11 0,-5-8 3 15,5 8 3-15,-5-7-4 0,5 7-7 0,-5-9 8 0,5 9-8 16,-5-6 12-16,5 6-8 0,-3-6 4 0,3 6 2 16,0 0-7-16,-2-7 6 0,2 7-10 0,0 0-5 15,-4-9-7-15,4 9 10 0,0 0 0 0,0 0-3 16,0-7 2-16,0 7 0 0,0 0-8 0,0 0-1 15,0 0-2-15,0 0-8 0,0 0 6 0,0 0 1 16,0 0 2-16,0 0-7 0,0 0 0 0,0 0 2 16,0 0-6-16,14 20 11 0,-12-11-14 15,1 1 14-15,0 3 5 0,4 2 1 0,-1 0 0 0,-1 2 0 16,2 0 3-16,0-1-22 0,-1 2 18 0,4 5 0 16,-1-5 1-16,-2-3-5 0,-1 2 7 0,2 1 2 15,0-2-5-15,-1 0-6 0,1-3 7 0,-1 1-3 16,0-2-5-16,-2-1 3 0,0 0 8 0,-3-1-5 0,4 0 8 15,-2 0-6-15,-1-1-3 0,1 0-2 16,-1-2 1-16,0-1 0 0,-3-6 2 0,4 9-4 16,-1-4 2-16,-3-5 0 0,1 7 2 0,-1-7-1 15,4 7 9-15,-4-7 10 0,0 0 1 0,1 5 9 16,-1-5 2-16,0 0 3 0,0 0 4 0,0 0 1 16,0 0 1-16,0 0-6 0,0 0-1 0,0 0-7 15,0 0-2-15,0 0 3 0,0 0-4 0,0 0-2 16,0 0-2-16,0 0-4 0,0 0-3 0,0 0-4 0,0 0 1 15,-10-19-5-15,10 19 4 0,0 0-7 0,-4-6 0 16,4 6 2-16,0 0-6 0,0 0 4 16,-4-9-1-16,4 9-2 0,0 0-1 0,-5-9 0 15,5 9-1-15,0 0 0 0,-1-9 0 0,1 9-2 0,-1-9 0 16,1 9 2-16,0-11-5 0,0 11 3 0,0-17-1 16,0 7-1-16,1 1-3 0,3-1 2 15,-2-2 4-15,2 1-5 0,-1-2 1 0,-1-2 1 16,1-2 0-16,2 7-1 0,1-6-3 0,2 2 0 0,-2-1 0 15,3 1-5-15,-2 3 3 0,2-5 1 0,-2 6-2 16,2 0 0-16,-1-4 0 0,2 5 2 0,1-7 4 16,0 5-14-16,-4 2 8 0,4-4 3 0,-2 4 0 15,0 0 0-15,0 1 1 0,-2-2 1 0,0 4 0 16,2-1 4-16,-4 1-1 0,1 1-7 0,-3 1-1 16,2 0 0-16,-5 4 10 0,9-6-3 0,-5 2 0 15,-4 4-6-15,0 0 9 0,6-3-4 0,-6 3-2 16,0 0 5-16,0 0-9 0,4-6 7 0,-4 6-3 15,0 0 1-15,0 0-5 0,0 0 5 0,0 0-3 16,0 0 5-16,0 0-4 0,0 0-1 0,0 0 1 16,0 0-4-16,9 11 6 0,-7-5-7 0,0 1 7 15,-2-7-3-15,2 15 4 0,2-5-7 0,-2 2 8 16,-2 1-3-16,2 1 4 0,-1 3-8 0,0 1 8 16,-1 1-3-16,2 5 0 0,-1-5 4 0,0 0 1 15,-1 0-3-15,0-2-1 0,3 3 6 0,-1 1-7 16,-2-2 5-16,4-2-4 0,0 2 2 0,2 0-4 15,-1-2 1-15,-1 2-15 0,2-3-19 0,1 0-10 16,1 0-12-16,-2 1-17 0,1-3-18 0,1 1 2 16,-1-1-15-16,4-2-6 0,-4 0-4 0,1-4-10 15,0 1-64-15,1 0-204 0,-4-3 91 0</inkml:trace>
  <inkml:trace contextRef="#ctx0" brushRef="#br0" timeOffset="27980.32">12399 9982 47 0,'0'0'59'0,"15"-5"-6"16,-11 2-9-16,7 0-18 0,-1 0-18 0,1 0-23 16,-1-1-22-16,0 2-41 0,3-2 18 0</inkml:trace>
  <inkml:trace contextRef="#ctx0" brushRef="#br0" timeOffset="28852.27">15213 9903 21 0,'0'0'126'0,"0"0"-3"0,0 0-13 0,6-3-3 16,-6 3-9-16,0 0-3 0,0 0-7 16,0 0-11-16,0 0-6 0,0 0-10 0,0 0-2 15,0 0-9-15,0 0-4 0,0 0-8 0,0 0 2 0,0 0-12 16,8-3 2-16,-8 3-2 0,0 0-4 15,0 0-4-15,0 0-6 0,0 0 2 0,0 0-9 0,0 0 1 16,0 0-2-16,0 0-7 0,0 0-1 16,0 0-4-16,0 0 6 0,8 6-1 0,-8-6-12 0,0 0-7 15,0 0-5-15,3 6-6 0,-3-6 0 0,4 6-12 16,-4-6-13-16,4 3-14 0,-4-3-8 0,5 5-14 16,-5-5-62-16,0 0-166 0,0 0 73 0</inkml:trace>
  <inkml:trace contextRef="#ctx0" brushRef="#br0" timeOffset="29810.82">14708 10062 61 0,'0'0'74'0,"6"2"-3"0,-6-2-12 16,0 0-6-16,0 0 0 0,0 0-7 0,0 0-9 15,0 0-6-15,0 0-2 0,0 0-6 0,0 0 6 0,7 1-4 16,-7-1-3-16,0 0-2 0,0 0 0 16,0 0-9-16,0 0-1 0,0 0 0 0,0 0-1 15,0 0 4-15,0 0-4 0,0 0 2 0,0 0-3 16,0 0-3-16,0 0-7 0,0 0 8 0,0 0 2 0,0 0 2 16,0 0-18-16,0 0 19 0,0 0-10 0,0 0-4 15,0 0 5-15,5 4 2 0,-5-4 0 0,0 0-15 16,0 0 13-16,0 0 1 0,0 0 1 15,0 0 1-15,0 0-5 0,0 0 2 0,0 0 6 0,0 0-5 16,0 0 0-16,0 0 2 0,0 0-5 0,0 0-5 16,0 0 9-16,0 0 0 0,0 0-7 0,0 0 1 15,0 0-1-15,0 0 8 0,0 0-5 16,0 0 3-16,0 0 3 0,0 0-9 0,0 0 8 0,0 0-3 16,0 0 0-16,0 0-4 0,4 4-6 0,-4-4 8 15,0 0 1-15,0 0-3 0,0 0 1 0,0 0 3 16,4 5 2-16,-4-5-4 0,0 0-1 0,6 5-1 15,-6-5 9-15,0 0-8 0,0 0-1 0,0 0 1 16,4 4-13-16,-4-4-12 0,0 0-5 0,0 0-16 16,0 0-11-16,0 0-48 0,0 0-113 0,0 0 51 15</inkml:trace>
  <inkml:trace contextRef="#ctx0" brushRef="#br0" timeOffset="30885.68">10590 8201 25 0,'-4'-6'39'0,"4"6"-12"0,0 0-12 16,0 0-33-16,0 0-19 0,0 0 8 0</inkml:trace>
  <inkml:trace contextRef="#ctx0" brushRef="#br0" timeOffset="32958.53">10466 8609 8 0,'-1'-12'20'0,"0"1"0"0,-1-1-1 0,1 1 1 15,1-2 2-15,-1 2-5 0,1-1-2 0,-1 0-2 16,1 1-5-16,-4 2-4 0,4-2 0 0,-3 1-1 16,3-1-1-16,-1-1-3 0,0-1 1 0,0 3-7 15,1-1 10-15,-2 1-4 0,0 0 3 0,0 3 5 16,2-2 4-16,0 9-5 0,0-14 2 0,-1 6 1 15,1 8-2-15,-2-13-1 0,2 8-4 0,0 5 1 0,-2-12 0 16,2 12 4-16,-1-7 2 0,1 7-5 0,-3-8 5 16,3 8-4-16,0 0 1 0,0-10-2 15,0 10 7-15,0 0-9 0,-2-9 0 0,2 9 1 16,0 0 2-16,0 0-4 0,-3-7-2 0,3 7 2 16,0 0-1-16,0 0 3 0,0 0-1 0,0 0 2 15,0 0-4-15,0 0 3 0,-6-4-7 0,6 4 4 16,0 0 0-16,0 0-3 0,0 0 4 0,0 0-2 15,0 0 3-15,0 0-6 0,0 0 5 0,0 0-8 16,0 0 0-16,0 0 7 0,0 0-4 0,0 0 6 0,0 0-7 16,0 0 5-16,0 0-6 0,0 0 5 15,0 0-1-15,0 0-1 0,0 0 2 0,18 11 0 0,-18-11 4 16,9 1-5-16,-9-1 2 0,12 3 0 16,-4-1 2-16,2 0 0 0,2-2 5 0,1 1-6 0,1-1 3 15,1 2-7-15,4-4 5 0,-2 2-7 0,5-1 7 16,-3-1-1-16,-3 2 2 0,5-2-4 0,-3 0 1 15,1-2-1-15,3 3 3 0,-1-1-3 16,6-2 1-16,0 1-1 0,-7 1 0 0,1-2 2 0,1 0-3 16,4-1 0-16,-3 1-1 0,4 1-1 0,-7-1 1 15,1 2-1-15,6-4 9 0,-5 3-8 0,-3-1 4 16,1 0-1-16,-2 1 3 0,1 0-2 0,-1 0-2 16,-7 3-6-16,1-1 8 0,2-1-2 0,-2 1 2 15,0 0-5-15,-1 1 2 0,1-2 0 0,-2 2-6 16,0 0 7-16,-10 0-5 0,15 0-1 0,-15 0-4 15,14-2-4-15,-8 4-1 0,-6-2 5 0,11 0-1 16,-11 0 5-16,10 2-2 0,-10-2 0 0,9 1 2 16,-1 0-1-16,-8-1 3 0,7 2 1 0,-7-2-1 15,9 0 3-15,-9 0-2 0,0 0 0 0,11 0 6 16,-11 0-4-16,0 0 0 0,14-3 2 0,-14 3-1 16,9 0 0-16,-9 0-3 0,11-1 1 0,-2 1 3 15,0-2-2-15,-9 2 2 0,17 0-4 0,-6-2 7 16,2 2 1-16,-2-2-3 0,0 2-5 0,-1-1 7 15,0-1-5-15,0 1 4 0,-10 1 1 0,14 1-3 16,-7-1 1-16,-7 0 0 0,11 0-5 0,-11 0 7 16,9-1 1-16,-9 1 4 0,0 0-3 0,10 0 1 15,-10 0 1-15,0 0 1 0,0 0 1 0,8 1 2 16,-8-1 0-16,0 0 5 0,0 0-9 0,0 0 7 16,0 0-7-16,0 0 5 0,0 0-6 0,0 0 0 15,0 0-2-15,0 0 4 0,6 3-3 0,-6-3-3 16,0 0-2-16,0 0 5 0,0 0-1 0,0 0 0 15,4 4-2-15,-4-4 5 0,0 0-6 0,0 0 0 16,8 6 4-16,-8-6-2 0,0 0-2 0,5 5 6 16,-5-5-4-16,3 6 1 0,-3-6-1 0,5 5 0 15,-5-5 2-15,1 9-5 0,-1-9 4 0,1 10 2 16,1-5 0-16,-2-5-7 0,1 10 9 0,-1-2-4 16,0-8 0-16,0 13-1 0,0-6-1 0,0-7 0 15,-1 16 5-15,1-9-5 0,-2 5-3 0,1-3 9 16,1 0-4-16,0 1 0 0,0 2-5 0,-1-3 2 0,2 4 3 15,-1-3-4-15,-1-1-5 0,1 1 5 16,0-4 2-16,0 6 2 0,0-5-3 0,-1 3 0 16,1-2-2-16,0 3 0 0,0-4 1 0,1 3 1 15,0-1 0-15,-1-9-1 0,1 16 0 0,1-6 3 0,-2 1 3 16,1-2-6-16,1 1-1 0,1 1 1 0,-3-1-9 16,3 1 9-16,-2-2-6 0,0 4 7 15,0-4-2-15,-1 1-3 0,2-1-3 0,-1 2-2 0,1-1 2 16,-2-2-7-16,3 0 5 0,-3 2-3 0,0 0 0 15,0-2-6-15,2 0-3 0,-2 2 6 0,0-4 7 16,0-6-1-16,2 15-2 0,-2-10 4 16,0-5-3-16,1 14 5 0,-1-14 1 0,0 9-1 0,0-9-6 15,0 9 6-15,0-9-10 0,-3 12 2 16,3-12-12-16,-2 9-27 0,-3-4 13 0</inkml:trace>
  <inkml:trace contextRef="#ctx0" brushRef="#br0" timeOffset="33080.97">11518 8853 4 0,'-6'2'2'0,"-6"1"2"16,3 0 2-16,-4 1 1 0,-4-1-2 0,0 1 1 15,-1 1 5-15,-5-1-8 0,-5-1 3 0,3 2-6 16,-4-1 6-16,1 3 1 0,0-3-1 0,0-2 2 16,5 2-2-16,-4 0-5 0,7 0 6 0,-1-2-9 15,0 0-6-15,3 1-7 0,-4 0-15 16,0 0 8-16</inkml:trace>
  <inkml:trace contextRef="#ctx0" brushRef="#br0" timeOffset="33588.25">10281 8410 30 0,'-4'-7'30'0,"4"7"-4"0,0 0-1 0,-5-4-3 16,5 4-3-16,0 0-5 0,0 0-3 16,0 0 2-16,-13 11 0 0,12-5-3 0,1-6 2 15,-3 16 1-15,2-5-5 0,0 5-4 0,0-4-1 16,2 7 3-16,-1-2 0 0,0 1 7 0,2 0-12 0,2 2 4 15,0 4-4-15,1 0-2 0,0-6 4 16,-1 2 0-16,3-1 0 0,-2 0-1 0,1-2 5 16,2 2-4-16,-3-3-2 0,1 0 5 0,2 0-6 15,0-1-3-15,-1-5-6 0,2-1-4 0,-1-1-4 16,2 1-6-16,0-2-19 0,1-3-44 0,0 2 19 0</inkml:trace>
  <inkml:trace contextRef="#ctx0" brushRef="#br0" timeOffset="34152.67">12167 8356 10 0,'2'12'39'0,"-1"3"-1"16,3 2-1-16,-2 4 2 0,-2 4-3 0,5 2-8 15,-5-3-3-15,0 4 1 0,0 0-3 0,2 0-2 16,-1-3-3-16,-1 4-17 0,0-4-8 0,-1-6-9 15,-1-1-7-15,2 1-27 0,0 0-53 0,0-4 24 16</inkml:trace>
  <inkml:trace contextRef="#ctx0" brushRef="#br0" timeOffset="38885.11">10749 9084 7 0,'0'0'24'0,"0"0"-13"0,0 0-11 16,0 0-7-16,0 0-9 0,0 0 4 0</inkml:trace>
  <inkml:trace contextRef="#ctx0" brushRef="#br0" timeOffset="120402.02">11732 13325 4 0,'0'0'19'0,"0"0"0"0,0 0-7 16,0 0 7-16,0 0-5 0,0 0-9 15,0 0-5-15,-2-10 0 0,2 10 0 0,0 0-5 0,0 0 5 16,-4-8-2-16,4 8-2 0,-5-6 2 0,5 6-4 16,-7-7 2-16,4 2-1 0,3 5 0 15,-6-10-6-15,3 7 11 0,3 3-3 0,-4-10 3 16,0 4-3-16,4 6-4 0,-7-10 8 0,4 7-1 0,-2-3-3 15,5 6-3-15,-6-11-6 0,2 7 3 0</inkml:trace>
  <inkml:trace contextRef="#ctx0" brushRef="#br0" timeOffset="128924.11">19156 14637 56 0,'-6'-3'62'0,"6"3"-7"0,-14-1-4 0,6 1-2 16,8 0-4-16,-14-2 0 0,14 2-2 15,-12 2 12-15,12-2-13 0,-11-2 7 0,11 2 0 16,-11-1-9-16,11 1 16 0,-9-2-6 0,9 2-1 16,0 0-1-16,-9-1 14 0,9 1-17 0,0 0 6 0,0 0-12 15,0 0-2-15,0 0 11 0,0 0-14 0,0 0-12 16,-10 0 9-16,10 0-8 0,0 0-4 0,0 0 0 15,0 0-4-15,0 0 4 0,0 0-5 0,0 0 2 16,0 0-3-16,37 1 0 0,-24 1 11 0,4-1-4 16,4-1-1-16,1-1 2 0,8 2 6 0,2-4-10 15,0 2-1-15,5-1-7 0,4-2-1 16,10 1-2-16,-1 0 8 0,5 3 0 0,-3-4-1 0,3 0-2 16,0 4 5-16,3 0 3 0,-1-2-6 15,1 2 0-15,3 2 5 0,-3-2-1 0,3-3-1 16,2 3-2-16,27 0 5 0,-27-4 1 0,25 3 3 0,-24-2 1 15,31 1 4-15,-30 1 1 0,32-1-2 16,-4 2 0-16,-29-1-4 0,32-3 1 0,-32 5 2 16,33-1 4-16,-6-5-1 0,0 5-4 0,-29 0-5 0,32-2 5 15,-29 3-2-15,28-2 0 0,-30 1 1 16,3 0-5-16,-1-4 2 0,0 4 7 0,-1-1 9 0,0 2-8 16,-4-1-2-16,3-1 0 0,-4 1 0 15,-4 1 2-15,-3-1-1 0,0 3 2 0,-14-2-1 16,-3-5 5-16,2 3 0 0,-2-5-1 0,-3 5-5 0,-4 1 0 15,-9 1-3-15,0-2-2 0,-1 0 5 0,-6 0 1 16,-1 1-3-16,-2 0 1 0,-1-1 6 0,-8 1 5 16,10 0 1-16,-10 0 3 0,9 1 1 0,-9-1 9 15,0 0 2-15,10 2-4 0,-10-2 3 0,0 0 2 16,5 1-2-16,-5-1 0 0,0 0 2 0,0 0-9 16,0 0 0-16,0 0-9 0,0 0-3 0,0 0-2 15,0 0 0-15,0 0-4 0,0 0-4 0,0 0-1 16,0 0-7-16,0 0-1 0,0 0-5 0,-30-1-16 15,23 2-23-15,7-1-26 0,-10 4-41 16,10-4-43-16,-13 3-60 0,7-2-69 0,-7 3-232 0,3-3-541 16,10-1 240-16</inkml:trace>
  <inkml:trace contextRef="#ctx0" brushRef="#br0" timeOffset="131002.18">20948 14369 20 0,'0'0'59'0,"-5"-5"-2"0,5 5-19 0,0 0-9 15,0 0-13-15,0 0-14 0,0 0-40 0,0 0-39 16,0 0 18-16</inkml:trace>
  <inkml:trace contextRef="#ctx0" brushRef="#br0" timeOffset="135670.29">1562 16412 81 0,'0'0'113'0,"-8"-5"-9"16,8 5-11-16,0 0-15 0,0 0-7 0,0 0-8 15,-9-5-13-15,9 5 3 0,0 0-6 0,0 0-9 16,0 0-4-16,0 0 5 0,0 0-15 0,0 0 7 15,0 0-1-15,0 0-8 0,0 0-5 0,0 0 0 16,0 0-4-16,0 0-1 0,0 0-5 0,0 0 9 16,0 0-14-16,0 0 9 0,-11 14-4 0,11-14-4 15,0 0 4-15,0 0-5 0,0 0 1 0,12 22-1 16,-12-22 0-16,14 7 1 0,-3-1 2 0,5-2-5 16,4 1 9-16,7 1-3 0,4 0 0 15,-1-2-10-15,3-1 10 0,5 2 0 0,13-3-2 16,1 3-2-16,-2-1 4 0,4-2-4 0,-1 3-1 15,4-2 2-15,1-1 2 0,5 0-3 0,2-3 7 16,26 1-1-16,-25-1 1 0,35-4-4 0,-3-2 4 16,0 2 2-16,0 3-3 0,-3-7-5 0,1 3 12 15,3 5-7-15,0-2 4 0,-2 4-1 0,4 0 0 16,0-2 2-16,3 2 10 0,-2-1-6 0,-1-2-4 16,1 0 10-16,-4-2-4 0,4 4-2 0,1 2 1 15,-7-4-6-15,1 4 5 0,-1-4 5 0,-3 5 3 16,0-4 9-16,-1 3-10 0,-25-3 5 0,30-2-3 15,-4-1 2-15,0 2 6 0,-2 0-4 0,-2-4-4 16,-23 4-3-16,26-4 4 0,-27 1-4 0,29-4 1 16,-30 3-3-16,28-7-2 0,-29 5 2 0,0-2 0 15,1 0-4-15,-2 3 5 0,0-3-1 16,-4 1-1-16,-1 2 2 0,-4-5-2 0,-3 5 0 16,-10 0 1-16,-3-1-12 0,1 4 9 0,1-1-4 15,-8 0 2-15,1-1-2 0,-3 3-3 0,-8 3 1 16,-2 0-3-16,-2 0-9 0,-17 0-6 0,22 0-19 15,-22 0-2-15,0 0-10 0,18 3-16 0,-18-3-20 0,0 0-44 16,6 15-34-16,-6-15-130 0,0 0-302 0,-28 29 134 16</inkml:trace>
  <inkml:trace contextRef="#ctx0" brushRef="#br0" timeOffset="136631.91">6204 15704 95 0,'-4'-5'136'0,"4"5"-7"15,0 0-16-15,0 0 3 0,-9-2-23 0,9 2-9 16,0 0-5-16,-14 9-3 0,7 0-6 0,-1 1-1 16,-4 3-7-16,-1 9 2 0,-2-1-10 0,5-2-6 15,-1 3-2-15,3-3-4 0,-1 5-2 0,1-6-2 16,6-2-6-16,-1 1-4 0,3-1 0 0,0-4-7 16,5 0-2-16,-2-1-1 0,3 1-3 0,-1-4 3 15,3 2 1-15,0-3-6 0,1 1 2 0,-2-2-6 16,2-2 4-16,-2-2-3 0,2 1-1 0,-2-2 5 15,1 0-4-15,-8-1 1 0,0 0-5 0,18-3 4 16,-12-1-7-16,-1 0 5 0,-1-2-6 0,3-2 6 16,-2-1-3-16,-1 0-1 0,-3-1-5 15,0 0-1-15,-1-2-2 0,-1 1-2 0,0 0-3 0,-3-1 6 16,1 1-8-16,-1 1 8 0,1 0-5 0,-1-2 6 16,1 5-3-16,1 0 5 0,-1 2-2 0,3 5 0 15,-3-11-7-15,3 11 2 0,0-7-12 16,0 7 21-16,0 0-7 0,0 0 2 0,15-2 0 15,-15 2 2-15,20 6-2 0,-7 3-1 0,2 0-3 16,1 1 14-16,0 1-10 0,-1-1 7 0,1 0-6 16,-1 2 3-16,0-2-4 0,-2-1 3 0,0 1-2 0,-4-1 7 15,1-3-5-15,-1 1 1 0,-4-2-5 0,2-1 4 16,-4 1 2-16,3 0 1 0,-4-1-2 16,-2-4 5-16,9 3 7 0,-9-3 1 0,0 0-2 15,4 3 10-15,-4-3-10 0,0 0-1 0,0 0-4 16,0 0 1-16,-8-22-1 0,8 14 2 0,0-4-2 0,3-3-2 15,-1-2 0-15,2 1 0 0,1 1-1 0,4-3-2 16,-1 0 1-16,2 5 4 0,0-2-11 16,-2 5 4-16,1 1-3 0,0 1 5 0,0 3-7 15,-3 1 2-15,6 2 6 0,-2 0-3 0,-1 4-3 16,1 0 2-16,-1 3 4 0,1 2-1 0,0 3-1 16,1 2 2-16,-4-2-3 0,2 6 3 0,-4-4-28 0,3 2-21 15,-1 1-32-15,0 2-29 0,1 0-37 16,-2 1-98-16,-2-7-263 0,5 5 117 0</inkml:trace>
  <inkml:trace contextRef="#ctx0" brushRef="#br0" timeOffset="138455.6">7426 15957 112 0,'0'0'127'0,"-4"-20"-8"0,4 20 4 0,5-19-15 16,3 4-5-16,-2-3-3 0,7-5-9 0,-4-1 0 16,2-2-4-16,2-3-12 0,1 0-4 0,-2 0-6 15,1-4-6-15,3-1-8 0,2-11 0 0,-4 15-11 16,-2-1 3-16,2-3-5 0,-3 4-5 0,1 4 6 16,-5 1 1-16,1 3-2 0,-3 6 4 0,-2 4 12 15,-2 1 5-15,0 2-7 0,-1 9 0 0,0-13-10 16,0 13 0-16,-6-9-11 0,6 9-4 0,-10-2 0 15,10 2-2-15,-21 5-10 0,3 3 3 0,-1 1-2 16,-5 5-4-16,-3 1-3 0,2 4 4 0,3-1-7 16,1 2 3-16,7-5-6 0,0-1-1 0,5-1-4 15,4-3 2-15,3 2-3 0,4-1 0 16,2 0 1-16,10 5 2 0,4-6-4 0,9 7 7 0,3-4-3 16,2 1 4-16,3-3-3 0,12 5 0 0,-11-6-3 15,-4 0 4-15,1 0-5 0,-1 2 3 0,-4-2-5 16,-5 3 5-16,-5-4-4 0,-4 4 2 0,0-2 3 15,-6 0-2-15,-2-2 1 0,-2 0 1 0,0 2-2 16,-5 1-3-16,-4-1-10 0,0 3-5 16,-6 2-17-16,1-3-19 0,-5 0-17 0,3-2-16 15,-3 2-35-15,1-4-17 0,0 1-27 0,4-4-88 0,-3-1-274 16,1-1 121-16</inkml:trace>
  <inkml:trace contextRef="#ctx0" brushRef="#br0" timeOffset="138688.03">7872 15385 148 0,'1'-12'147'16,"-1"12"-15"-16,4-7-13 0,-4 7-15 0,0 0-1 16,0 0 12-16,0 0 4 0,7 24-3 0,-6-6-5 15,0 9-4-15,-2 5-9 0,0 3-8 0,-1 12-14 0,1 1-3 16,0-2-7-16,1-1-3 0,0-12-12 15,0-2-3-15,-2-2-16 0,5 2-13 0,-3-3-9 16,4-2-18-16,-3 1-25 0,3-2-28 0,-1 1-33 16,-1-8-23-16,-1-1-20 0,-1-1-113 0,-1 1-271 15,0-7 121-15</inkml:trace>
  <inkml:trace contextRef="#ctx0" brushRef="#br0" timeOffset="139190.03">7991 15698 22 0,'15'-10'141'0,"1"3"-13"0,-2 5-4 0,-2 0 1 15,2 2-3-15,4 4-5 0,-1 1-13 0,-3 4 4 16,-1-1-15-16,1 4-6 0,-3 1-8 0,-2 2-6 16,0-2-7-16,-1 2-5 0,-2 0-8 0,-1-3-5 15,-2-2-3-15,1 1-3 0,-2-1 4 0,0-5-10 16,-1 2-2-16,0 0-6 0,-1-7-4 0,2 8 7 15,-2-8 5-15,0 0-2 0,0 0-7 16,0 0 4-16,0 0-11 0,0 0-1 0,0 0 1 0,0 0-4 16,-9-20-5-16,9 20-1 0,2-28-1 15,2 12 4-15,0-1-8 0,3 0-1 0,1-3-9 16,-2 3 11-16,2 0-6 0,0 1 4 0,2 4-4 0,-5 2 3 16,2 2-4-16,-4 4-4 0,0-2 6 0,2 2-2 15,-5 4-4-15,0 0 9 0,0 0-8 0,0 0 5 16,15 7-2-16,-12-1-2 0,-3-6 1 0,5 9 5 15,-4-2-3-15,1 0 8 0,-2-7-9 0,5 9 4 16,-4-4-4-16,-1-5 2 0,5 10-3 16,-1-8 7-16,-4-2-3 0,9 3 1 0,-9-3-3 15,10-1 3-15,-10 1-2 0,17-6 1 0,-8-2-1 0,1 0 1 16,1-3 0-16,0-1 2 0,-1 3-6 0,0-5 2 16,-2 4 2-16,-2 1 1 0,2 1-7 0,-3 2 2 15,-3 2-2-15,-2 4 1 0,7-6-1 0,-7 6 5 16,0 0 0-16,0 0-1 0,9 11 0 15,-5-1 2-15,-3 1-4 0,0-1 2 0,0 2-2 16,1 3 4-16,-1-1-22 0,3 1-26 0,-2 1-31 16,2-4-21-16,0-1-23 0,1-1-26 0,3-1-120 15,-2-1-288-15,2-3 127 0</inkml:trace>
  <inkml:trace contextRef="#ctx0" brushRef="#br0" timeOffset="139386.46">8690 15538 146 0,'-17'5'146'0,"5"3"-2"0,-5 1-6 15,-2 8-9-15,5-2-10 0,-5 8-10 0,3 1-7 16,3 0-12-16,2-1-14 0,2 0-3 0,4-4-9 16,2 0-17-16,2-2-18 0,4 0-20 0,2-3-31 15,2-5-15-15,4 4-30 0,-2-5-16 0,4-2-17 16,3 1-86-16,2-4-201 0,-5-1 89 15</inkml:trace>
  <inkml:trace contextRef="#ctx0" brushRef="#br0" timeOffset="139612.96">8900 15266 144 0,'-4'-10'206'0,"0"1"-9"16,0 3-18-16,0 0-19 0,4 6-16 0,0 0-14 15,0 0 9-15,0 0-6 0,-11 31-8 16,7-6-8-16,0 8-7 0,1 2-8 0,-2 1-11 0,0 13-7 16,1 1-9-16,2-3-5 0,1-9-7 0,1-4-5 15,0 0-11-15,1-5-20 0,0 3-15 0,0-5-23 16,-1-2-27-16,2 1-25 0,0-9-23 0,1-1-31 16,-1-4-27-16,1-2-24 0,1 0-130 0,-3-3-322 15,-1-7 142-15</inkml:trace>
  <inkml:trace contextRef="#ctx0" brushRef="#br0" timeOffset="139989.07">8846 15591 109 0,'0'0'112'0,"0"0"-15"0,6-12-4 0,-6 12-6 16,13-9-2-16,-3 3 2 0,2 4-2 0,-1-1 1 15,1 2-1-15,-1 2 17 0,2 0-1 0,-1 2-18 16,-1 4 1-16,1 0-1 0,0 5 2 0,-3 1-7 15,-1 3-1-15,0 0-7 0,-1-1-4 0,0 2-3 16,-2 2-7-16,0-2-5 0,0-1-4 0,4-2-6 16,-3 2-5-16,1-1-1 0,-2-6-2 0,4 2-4 15,-3-4-4-15,2 2 0 0,0-4-4 0,-1-2 0 16,2-2-1-16,-1 0-3 0,-8-1-3 0,21-6 0 16,-10 2-3-16,-2-3 1 0,1-4-4 0,-1 3-3 15,-3-2 3-15,1-2 1 0,0-2-5 0,-2-2 4 16,-2-1-7-16,-3 1 3 0,0 3 1 0,0-3-1 15,-1 6-2-15,-1-2 1 0,4 4 2 0,-2 8 3 16,-2-13 2-16,1 8 0 0,1 5-4 0,0 0 2 16,-4-9-4-16,4 9 1 0,0 0 4 0,0 0 8 15,0 0-3-15,-9 25 3 0,8-15-5 0,0 4-2 16,1 1 1-16,1 3-4 0,0-3-12 0,2 1-27 16,2-1-32-16,1 3-47 0,1-3-56 0,2-1-194 15,0-5-389-15,6 4 172 0</inkml:trace>
  <inkml:trace contextRef="#ctx0" brushRef="#br0" timeOffset="141936.1">9436 15602 26 0,'0'0'145'0,"-1"-10"-4"16,-1 6-2-16,2 4-12 0,-3-9-1 0,3 9-10 16,-5-9-4-16,5 9-10 0,0 0-7 0,-4-8-14 15,4 8 0-15,-3-5-12 0,3 5-8 0,0 0-6 16,0 0-6-16,0 0-9 0,0 0 4 0,0 0-9 16,0 0-5-16,-1-9-7 0,1 9 2 15,0 0-3-15,0 0-4 0,0 0-1 0,0 0 0 0,0 0-6 16,0 0 3-16,0 0-5 0,0 0 2 0,0 0-1 15,0 0-2-15,0 0 2 0,0 0-1 0,0 0-6 16,0 0 2-16,0 0 0 0,0 0-1 0,0 0-3 16,0 0 5-16,0 0-5 0,0 0 5 15,0 0-5-15,12 15 0 0,-12-15 0 16,0 0-2-16,0 0 1 0,0 0-1 0,0 0 0 0,0 0 4 16,5 6-5-16,-5-6 1 0,0 0-2 0,0 0-1 0,0 0-1 15,0 0 2-15,0 0 0 0,0 0 3 0,0 0-4 16,0 0-3-16,4 4-1 0,-4-4 8 0,0 0-1 15,0 0-1-15,0 0 3 0,0 0-5 0,0 0 3 16,0 0 0-16,0 0-5 0,0 0 6 16,0 0-2-16,0 0 2 0,0 0-4 0,0 0 6 15,0 0-8-15,0 0 5 0,0 0-3 0,0 0 3 16,0 0 1-16,0 0-2 0,0 0 3 0,3 6 2 0,-3-6-3 16,0 0 1-16,0 0-3 0,0 0-3 0,3 6 5 15,-3-6-1-15,0 0-2 0,4 7 0 16,-4-7-1-16,0 0 7 0,4 6 0 0,-4-6-1 15,0 0-4-15,3 5-3 0,-3-5 0 0,0 0 3 16,6 6 8-16,-6-6-12 0,0 0-2 0,0 0 8 16,6 4-5-16,-6-4 2 0,0 0 2 0,0 0-3 15,0 0 0-15,5 3 2 0,-5-3-7 0,0 0 6 16,0 0-3-16,0 0-2 0,0 0-1 0,0 0 1 16,0 0-6-16,0 0 1 0,0 0 6 0,0 0-6 15,6 4 6-15,-6-4-1 0,0 0 3 0,0 0 1 16,0 0-4-16,0 0 5 0,0 0-5 0,0 0-2 15,0 0 9-15,0 0-7 0,0 0 3 0,0 0 4 16,0 0 3-16,0 0-5 0,0 0 2 0,0 0 1 16,0 0 4-16,0 0-4 0,0 0-5 0,0 0 2 15,0 0 0-15,0 0 0 0,0 0 0 0,0 0-2 16,0 0 4-16,0 0-2 0,0 0-5 0,0 0 1 16,0 0 1-16,0 0 3 0,0 0-4 0,0 0 5 15,0 0 0-15,0 0-1 0,0 0 1 0,0 0 5 0,0 0-7 16,0 0 4-16,0 0 0 0,0 0-4 15,0 0 0-15,0 0 6 0,0 0-6 0,0 0 3 16,0 0-1-16,0 0 16 0,0 0-19 0,0 0 5 16,0 0-2-16,0 0-1 0,0 0-3 0,0 0 7 15,7 1-4-15,-7-1 7 0,0 0-11 0,0 0 9 16,0 0-8-16,0 0 7 0,0 0-4 0,0 0 3 16,0 0-5-16,0 0 5 0,0 0-2 0,0 0-2 15,0 0 10-15,0 0-10 0,0 0 0 0,0 0-2 16,0 0-3-16,0 0 2 0,0 0 3 0,0 0-7 15,0 0 6-15,0 0-7 0,0 0 4 0,0 0 1 16,0 0 5-16,0 0-7 0,0 0 15 0,0 0-13 16,0 0 2-16,0 0 0 0,0 0 5 0,0 0-5 15,0 0 4-15,0 0-3 0,0 0 0 0,0 0 7 16,0 0-9-16,0 0 4 0,0 0 4 0,0 0-7 16,0 0 6-16,0 0 0 0,0 0-7 0,0 0 1 15,0 0 14-15,0 0-14 0,0 0 4 0,0 0-7 16,0 0 5-16,0 0 1 0,0 0 4 0,0 0-4 15,9 0 1-15,-9 0 1 0,0 0-3 0,0 0 9 16,0 0-3-16,0 0-2 0,0 0 0 0,0 0-1 16,0 0 1-16,0 0 3 0,0 0-3 0,0 0 3 15,0 0-4-15,0 0 16 0,0 0-19 0,0 0 3 16,0 0-1-16,0 0 2 0,0 0-1 0,0 0 3 16,0 0-8-16,0 0 11 0,0 0-5 0,0 0 5 15,0 0-15-15,0 0 14 0,0 0-7 0,0 0 1 16,0 0 2-16,0 0 0 0,0 0-1 0,0 0 13 15,0 0-13-15,0 0 8 0,0 0 3 0,0 0-4 16,0 0-3-16,0 0 6 0,0 0-5 0,0 0 6 16,0 0-4-16,0 0 1 0,0 0 0 0,0 0-1 15,0 0 2-15,0 0-2 0,0 0-2 0,0 0 0 16,0 0 2-16,0 0-6 0,0 0 4 0,0 0-4 16,0 0 3-16,0 0-4 0,0 0 1 0,0 0 1 15,0 0-1-15,0 0 1 0,0 0-1 0,0 0 3 16,0 0-6-16,0 0 6 0,0 0-2 0,0 0-2 15,0 0-1-15,0 0 7 0,0 0-9 0,0 0 3 16,0 0 0-16,0 0 3 0,0 0-5 0,0 0 5 16,0 0-2-16,0 0-1 0,0 0-4 15,0 0 1-15,0 0 5 0,0 0-1 0,0 0 9 16,0 0-10-16,0 0-4 0,0 0 2 0,0 0 3 0,0 0 3 16,0 0-8-16,0 0 1 0,0 0-1 0,0 0 4 15,0 0-3-15,0 0 4 0,0 0-4 0,0 0 6 16,0 0-8-16,0 0 7 0,0 0 4 0,0 0-6 15,0 0-2-15,0 0 4 0,0 0-3 0,0 0 5 16,0 0-4-16,0 0-1 0,0 0-1 16,0 0-1-16,0 0 3 0,0 0-3 0,0 0 4 0,0 0-1 15,0 0-1-15,0 0 4 0,0 0 1 0,0 0-5 16,0 0 0-16,0 0 0 0,0 0 1 0,0 0 2 16,0 0-4-16,0 0-3 0,0 0-5 15,0 0-7-15,0 0-8 0,0 0-7 0,0 0 0 0,0 0-6 16,0 0-12-16,0 0 6 0,0 0 0 15,0 0 2-15,0 0-3 0,0 0 3 0,0 0-4 16,0 0 2-16,0 0 2 0,9 1-10 0,-9-1 0 0,0 0-8 16,0 0-4-16,0 0-71 0,3 5-146 0,-3-5 65 15</inkml:trace>
  <inkml:trace contextRef="#ctx0" brushRef="#br0" timeOffset="144099.87">8806 15535 106 0,'0'0'99'0,"-6"-5"-9"15,6 5-1-15,-5-4 8 0,5 4-3 0,0 0 4 16,0 0-8-16,-8-6-3 0,8 6-2 0,0 0-7 0,0 0-8 15,0 0-7-15,0 0-14 0,0 0-3 16,-4-4-6-16,4 4-1 0,0 0-8 0,0 0 0 16,0 0-2-16,0 0-7 0,19-9-10 0,-12 7-5 15,4-4-9-15,1 2-12 0,1 0-22 0,1 1-19 16,4-2-3-16,-3 3-16 0,2 0-15 16,3-1-22-16,-7 3-59 0,1-1-182 0,-1-1 81 0</inkml:trace>
  <inkml:trace contextRef="#ctx0" brushRef="#br0" timeOffset="144858.26">9380 15808 16 0,'0'0'113'0,"17"-10"-6"0,-12 5-17 0,4-2-6 15,-3-2-7-15,3-1-2 0,0 1-2 0,2-5-6 16,-2-1-10-16,-1 2 10 0,1-4-4 0,-3 2-4 16,1-3-6-16,-3 3 8 0,0-1-10 15,-3 1 0-15,1 0 5 0,-2 3-2 0,-1-1-2 16,-1 2 6-16,0 1-7 0,-3-2-2 0,1 1-2 16,-2 1-4-16,-3 4-7 0,1-1 2 0,-2 3-3 0,1 0-7 15,-2 1 2-15,0 3-9 0,-1 0 4 0,3-3-2 16,-4 2-6-16,13 1 0 0,-13 0-4 0,13 0-3 15,-9 1 3-15,9-1-1 0,0 0-2 16,-1 8-6-16,1-8 5 0,0 0-5 0,13 11 8 16,-2-5-6-16,-1-3 2 0,3 1-2 0,5 0-2 15,1-1 1-15,-1 0-4 0,3 0 6 0,-2 1-3 0,-1 1-1 16,-1 0-1-16,0 0 0 0,-4 2-1 0,1 2-2 16,-4 0-4-16,0 0 6 0,-3 2-3 15,3 2 4-15,-2 1-4 0,-5 0 6 0,1-4-10 16,0 4 6-16,0-1-2 0,-3 0 6 0,3-1-2 15,-1-1-2-15,1-1-2 0,1 1 2 0,0-3 2 16,-1-1-2-16,-1-2-2 0,5 2 8 0,0-5-4 16,2 2-1-16,-1-3 3 0,4-1 3 0,-1-4-6 15,0 0 5-15,2 1-6 0,0-5-2 0,0 2 3 16,-2-1-1-16,2-3 1 0,-3 0 2 0,-2 1-5 16,-1-1 6-16,1-1 0 0,-4 1-3 0,-1-2 2 15,-2 2-4-15,1-2 2 0,-3 1 6 0,-3 2-8 16,1-4 5-16,-2 6-6 0,-1-2-1 0,-2 1-1 0,-1 3 6 15,-1-1 6-15,-2 5-10 0,-1-1-1 16,-3 4 2-16,-4 2 1 0,1 2-1 0,0 4-1 16,1-3 3-16,1 6-4 0,2 0 3 0,4 3 2 15,0-3-1-15,0 3 7 0,6 2-9 0,0-3-21 16,4 1 1-16,3-2-36 0,4 0-23 0,1-5-32 16,3-2-17-16,6 1-30 0,-2-3-82 0,-1-1-261 15,7-2 117-15</inkml:trace>
  <inkml:trace contextRef="#ctx0" brushRef="#br0" timeOffset="145030.09">10064 15607 15 0,'0'0'170'0,"0"0"-23"0,-10-14-9 0,10 14-17 15,0 0-12-15,0 0-7 0,0 0-7 0,0 0-14 16,0 0-13-16,0 0-42 0,-17 22-35 0,14-15-40 15,-1 2-42-15,-2 1-64 0,2 0-165 0,2-2 73 16</inkml:trace>
  <inkml:trace contextRef="#ctx0" brushRef="#br0" timeOffset="145160.23">10073 15861 54 0,'0'0'118'0,"6"5"-32"15,-1-5-41-15,-5 0-40 0,0 0-57 0,0 0-55 16,0 0 24-16</inkml:trace>
  <inkml:trace contextRef="#ctx0" brushRef="#br0" timeOffset="145314.1">10276 15703 1834 0,'10'-8'30'0,"-2"4"7"0,-3-1-10 16,-5 5-21-16,11-5 14 0,-7 4-13 0,-4 1-6 15,8-5 1-15,-8 5 1 0,0 0 0 0,11 0 1 16,-11 0-12-16,0 0-22 0,5 9-28 0,-5-9-31 16,0 7-47-16,0-7-140 0,-10 11-298 15,10-11 131-15</inkml:trace>
  <inkml:trace contextRef="#ctx0" brushRef="#br0" timeOffset="146117.18">6007 16241 99 0,'0'0'103'0,"-7"-2"-16"16,7 2 2-16,0 0-9 0,0 0-13 0,0 0 24 16,25-4-37-16,-7 3-2 0,4-2-3 0,9 3 7 15,3-4-6-15,3 2-4 0,-1-3 2 0,15 3 0 16,-13-1-5-16,19 0-5 0,-5-2 3 0,3 5-6 15,4 0 0-15,-2 1 4 0,3-1-10 16,7-3 4-16,-2 3-1 0,28-2 2 0,-3 0 1 0,-2 0 4 16,-23 2-2-16,25 0-2 0,2 2 2 0,0-6-6 15,-3 1 1-15,-21 4-4 0,30 1 0 0,2-1 0 16,-3 3-3-16,3-7-2 0,1 3-6 0,-2 0 0 16,9 0-2-16,-4-2 4 0,4-1-3 0,3-5-2 15,3 3 4-15,-4 1-4 0,2 0-3 16,-3-2 6-16,2-3 4 0,1 1 4 0,-6 1 2 15,1-1 4-15,-4 3 1 0,-5-4 4 0,0 4-8 16,-4-9 2-16,-3 8-3 0,-25-1 2 0,30 2 1 0,-6-2 0 16,-29 7 0-16,2-7 0 0,1 3-1 0,1 4-5 15,-5 0-1-15,-5-2-4 0,-3 2-2 0,-15 2-9 16,-3 1-4-16,-4 0-22 0,1 2-40 0,-11-1-39 16,1 1-27-16,-10-1-49 0,-1 4-156 15,-2-3-357-15,-8-5 157 0</inkml:trace>
  <inkml:trace contextRef="#ctx0" brushRef="#br0" timeOffset="148266.21">1685 16333 17 0,'0'0'32'0,"0"0"-5"16,0 0-3-16,0 0-1 0,-10 0-1 0,10 0-8 15,0 0 4-15,0 0-5 0,0 0-1 0,-15-4 2 16,15 4-2-16,0 0 4 0,-13-2-11 0,13 2 13 15,0 0 5-15,-13-4-3 0,13 4-1 16,-9-4-2-16,9 4 8 0,-10-7 4 0,10 7-16 16,-10-7 7-16,10 7-3 0,-13-8 3 0,3 3-3 15,5 0 0-15,5 5 5 0,-17-10 6 0,9 4-8 16,-2-2 6-16,2 1-15 0,-3-2 30 0,0 0-18 16,-2-2 0-16,4 3 5 0,0-2 3 0,0 0-8 15,-1-3 4-15,-2 2-4 0,3-4 11 0,2 5-3 16,-2-7 3-16,1 1-3 0,-2 1-3 0,1 1 3 15,2-4 3-15,-4 4-8 0,6-3 7 0,-2 0-1 16,0-2-8-16,-1 2 4 0,-1-7-7 16,3 1-2-16,1 4-4 0,-3-7-2 0,0-1 7 15,-1 1-9-15,2 1-2 0,-2-1 2 0,3-1 3 16,-1-1 2-16,-2 1 2 0,2 2-10 0,1-2 13 16,-3-2-23-16,1 1 15 0,-1 5-1 0,1-5 2 15,2 4 2-15,-2 5-3 0,-1-3-12 0,2 3 13 16,-2-4-1-16,3 4 1 0,-3 1 0 0,0 0-8 15,1 2 2-15,2-2-2 0,1 1-3 0,-3 0 2 16,4-1 2-16,-2 3 1 0,0 0-3 0,3-1 1 16,-1 5-10-16,4-1 7 0,0 0 1 0,0 0-4 15,3 2 0-15,-1-3 4 0,4-5-3 0,4 2-2 16,0 0-1-16,5-5 5 0,-2 6-3 0,5-6-2 16,0 3 3-16,2 3 1 0,1-3 5 0,2 3-2 15,0-2-2-15,2 2-4 0,2-3 3 0,0 1 1 16,0 3-6-16,2-3-6 0,2 2 4 0,1 3 5 15,1 1 3-15,3-1 3 0,-3 0-7 0,2 2 15 16,1 2-16-16,2-4 7 0,0 3-5 16,12-4 1-16,1 0-2 0,-13 6-1 0,13-5 4 0,2 0-2 15,-2 2 3-15,0-2 3 0,-13 6-5 0,16-6-2 16,0 2 1-16,2-1 3 0,0 0 0 0,4 5-1 16,1-6 3-16,2 1-7 0,28-4 8 15,-30 4-3-15,29-4-10 0,-28 4 13 0,29-7-4 16,0 0 1-16,-26 5-2 0,32-1 5 0,-1-3 0 15,-4 2-6-15,3-1 5 0,-2 1-2 0,0 4 2 16,2-6-7-16,-2 8 4 0,5-4-3 0,-1 0 0 16,1 5 11-16,0-4-6 0,3 3-2 0,5 1 0 15,-6-2 3-15,2 4-3 0,0 0 1 0,4 1-9 16,0-3 9-16,-1 4 3 0,1-2-4 0,3 6 3 16,-2 0 7-16,2-3-11 0,-3 1 10 0,6-4-11 15,1 6 8-15,-2 1-10 0,8-2 2 0,-4-1 0 16,1 2 2-16,2 0-2 0,-3 3 0 0,5-2 2 15,0 4 5-15,-2-5-2 0,-1-1-2 0,-2 2-6 16,-2 0 6-16,-3-1-1 0,-3 2 7 0,3-2-6 16,-4 0-2-16,2 4 10 0,-4-6-10 0,-4 4-2 15,2 1 5-15,-7 0-6 0,-1-3 10 0,1 4-6 16,-6-3 3-16,2 3-4 0,-26 0 7 0,27-3-9 16,-25 2 1-16,26 2 2 0,-28-1-1 15,-4-4-4-15,30 6 6 0,-33-2-6 0,2-3 6 0,0 4-3 16,0-1 2-16,-4 2-3 0,-2-3 6 15,-3 1-6-15,-13-1 7 0,2 2-12 0,-1 1 6 16,-3-2 1-16,-1 1 0 0,-1 3-3 0,-3-1 2 16,0 3-4-16,-3-5 11 0,0 1-9 0,1 2-1 15,-1 1 1-15,0 0 0 0,2 0-3 0,-5-3 5 16,0 3 0-16,3 2 4 0,-4 0-6 0,-4-2 6 16,-3 0-4-16,2 1-2 0,-2 1 3 0,-2 2 0 15,-1-1 1-15,2-1 0 0,-1 2 1 0,0 3-3 16,-2 0-2-16,0-3-2 0,-2 4 3 0,5 5-1 15,-5-1-2-15,1-4 4 0,-1 1 0 0,1 3-6 16,-3 4-5-16,2-4 14 0,-4-2-2 0,2 7-4 16,2-2 0-16,-2-1-1 0,-1-5 7 0,4 7-6 15,-5-6 1-15,4 5 6 0,0 2-3 0,0-1-3 16,-1 1 5-16,2 1-1 0,-1-3 3 0,1 4-2 16,0-3-2-16,-1 2-2 0,0-1 3 15,2 2 2-15,-4-3 0 0,-1 0-1 0,2-1 2 16,-2 0-3-16,-3 2 3 0,0-2 1 0,0 2-6 15,1-2 6-15,-1 1-9 0,-2 4 6 0,-3-3 0 0,0 4 2 16,-3-2-1-16,2-2 2 0,0 1-5 0,-2 0-4 16,-2 0 4-16,1 0 2 0,-2-1-4 0,5-1 7 15,-4 1-3-15,-2 0 1 0,3-8 1 16,-3 6-4-16,3-7 0 0,-1 1-1 0,-2 1-3 16,1-4 3-16,-3 2 1 0,0 0-3 0,4-2 0 15,-3 2-3-15,-2-3-25 0,0 2-16 0,0 2-11 16,-3-5-27-16,0 1-42 0,-3-1-126 0,0 0-272 15,-2-4 120-15</inkml:trace>
  <inkml:trace contextRef="#ctx0" brushRef="#br0" timeOffset="211494.75">10344 8311 21 0,'-3'-5'32'0,"3"5"-4"0,-5-13-2 0,4 7 0 0,-3 1 1 16,4 5 4-16,-4-10-4 0,4 10 1 16,-1-11 1-16,1 11-6 0,0-8-9 0,0 8 6 15,0 0-5-15,1-11 1 0,-1 11 2 0,0 0-7 0,4-7-2 16,-4 7-4-16,11-4 2 0,-2 1-1 0,4-1 0 16,4-1-4-16,3-1-2 0,1 2-2 15,0 0-7-15,9-2-4 0,-1 3 7 0,-1-2-7 0,0 4-2 16,0-2-3-16,1 3-1 0,-1 0 5 0,1 0-2 15,2 0-1-15,-3 3 4 0,4-3 1 0,1 2 1 16,0 2 2-16,-1 0-3 0,-1-1 6 16,0 3 0-16,0-2-5 0,-1 1 3 0,-2 1-3 0,0-1 8 15,2-1-3-15,-9-1 5 0,7 3-8 16,-1-1 10-16,1-1-3 0,-6-1 2 0,5 0 0 0,-5 3-2 16,-1-5 1-16,2 2-10 0,3 0 2 0,-5 0-3 15,0 1-11-15,-3-3-22 0,2 3 9 0</inkml:trace>
  <inkml:trace contextRef="#ctx0" brushRef="#br0" timeOffset="211782.25">11785 8416 12 0,'1'16'14'0,"3"-2"2"0,-2 4-5 16,1 1 0-16,1 1 1 0,-4-2-4 16,4 0-1-16,-4 1 0 0,2 0 1 0,0-1-1 0,1 0 0 15,0 0 0-15,-3 0 0 0,4 0-6 0,-3-3-4 16,2 2 0-16,-2-1-3 0,1-5 1 0,-2 5-1 15,0-4 0-15,2 1-2 0,0-3-9 0,0 0-17 16,-2-1 7-16</inkml:trace>
  <inkml:trace contextRef="#ctx0" brushRef="#br0" timeOffset="212537.23">10501 8291 9 0,'0'0'15'0,"0"0"0"0,0 0-2 0,-8 6-4 15,8-6 1-15,0 0 0 0,-1 9-5 0,1-9-3 16,-3 9 4-16,3-9-4 0,-1 10 5 0,1-10 1 16,-4 11-2-16,4-5-2 0,0-6 4 0,-1 16-8 15,2-6 3-15,-2 1 5 0,1 0 5 0,-1 2-4 16,-1 5 4-16,1-1 2 0,-3 2-3 0,2-2 1 15,-3 4-10-15,-2 3 3 0,0 2 6 0,2-7-4 16,-1 4 0-16,3-4 4 0,-1-2-9 16,1 1 2-16,0-1-2 0,1-1 2 0,2 0 2 15,0 0 0-15,1-4-6 0,2 5 10 0,1-2-3 0,2 0 0 16,-1-3-4-16,5 1 0 0,-1 0 6 0,0 1-7 16,4-2-3-16,-1 1 0 0,2-2 6 15,1-1-8-15,0 0 8 0,3-1-4 0,-2-1-2 0,0 1 5 16,2-5 1-16,0 2-6 0,1-4-6 0,-1 1-5 15,2-1-6-15,2 0-7 0,-3-2-28 0,3-3-55 16,-2 1 24-16</inkml:trace>
  <inkml:trace contextRef="#ctx0" brushRef="#br0" timeOffset="213330.34">10728 8273 43 0,'0'0'45'0,"0"0"-7"0,17-9-7 0,-5 8-1 15,1-4-4-15,5 3 0 0,11-3-1 0,-3 2-8 16,6-1 1-16,0 1 0 0,-2-2 0 0,0 4-10 16,0-3-4-16,0 1 8 0,0 0-2 0,-3 0 2 15,-4 3-11-15,-3-3 5 0,2 2 2 0,-2 1-6 0,1-1 3 16,-1 1-3-16,-1-2 0 0,-2 2-4 15,1 0 5-15,-5 0 0 0,-2 2-1 0,-1-2 4 16,2 1-2-16,-1 0-1 0,-3-1-7 0,0 1 4 16,-8-1-3-16,14 0 4 0,-14 0 4 0,10 0-3 15,-10 0 3-15,8 2 1 0,-8-2-16 0,7 0 11 16,-7 0 0-16,10 2 5 0,-10-2-6 0,9 1 3 16,-9-1-1-16,9 1-1 0,-9-1 0 0,11 2-14 15,-11-2 14-15,9 1 1 0,-9-1 1 0,9 2-1 0,-3-1-5 16,-6-1 2-16,9 3 0 0,-9-3 4 0,8 3-3 15,-5 0 3-15,-3-3-7 0,8 6 2 16,-4-3 5-16,-4-3 0 0,7 7-2 0,-4-3 1 16,-3-4-5-16,6 10 5 0,-2-4-1 0,-2 0 1 0,0 1 0 15,0 0-1-15,1 2 2 0,2 0-7 0,-2 1 3 16,-1 0 6-16,1-1-1 0,-2 2 0 16,3 3 0-16,-1-1-2 0,-1 2 4 0,0 2 2 15,-1 1-5-15,0 0 2 0,1 1 0 0,-2-2 2 16,-2 0-1-16,2 1-4 0,-2 0 0 0,2 1-1 0,-2-2 5 15,2 0-6-15,-2 0 0 0,-1 1 1 0,3-3 3 16,-4 4 2-16,2-2 0 0,2 0-3 0,-4-3 3 16,3 2-1-16,-1 0-5 0,-1-3 3 15,1 0 2-15,2-2-5 0,-1 1 6 0,0-1-2 0,1-2 2 16,-3 0-3-16,2-2-8 0,1-7 4 0,-3 13 2 16,1-6-2-16,-1-2 2 0,-1 2-2 0,0-2-1 15,-4-1 0-15,0 2 4 0,2-2-3 16,-4 2-1-16,-2-2 1 0,-1 1-3 0,-4 0-4 0,-1-1 7 15,-3 1-7-15,-1-1 3 0,-6 2 1 0,-1 0 2 16,2-2-4-16,-3-1 3 0,2 0-1 0,-1 2-5 16,1-3 1-16,0 1 1 0,6-1-11 0,-5 0-5 15,-1 1-2-15,7-1-4 0,-9-2-38 0,3 1-71 16,5-1 32-16</inkml:trace>
  <inkml:trace contextRef="#ctx0" brushRef="#br0" timeOffset="-214608.76">10616 8282 33 0,'19'-4'28'0,"11"-1"-4"0,-1-3-5 16,4 2-1-16,2 0-9 0,3 0 0 0,13 0-6 15,-11 0 6-15,8 0-1 0,-12 1-1 0,1 1-2 16,-1-1 3-16,-3 0-5 0,0 4 7 0,-1-3-6 0,-1 0-2 16,-2 3-2-16,-1-2-8 0,0 3 9 15,-6-1 4-15,-1-2-3 0,-2 5-1 0,-2-4 4 16,-4 2-12-16,-1 0 6 0,0-1 6 0,0 1-5 15,-3 0-2-15,-9 0 4 0,14 1 3 0,-9 1-4 0,-5-2 2 16,11 0 1-16,-11 0-4 0,8 1-2 0,-8-1 5 16,0 0-5-16,11 3 4 0,-6-1-1 0,-5-2 0 15,4 4 0-15,-4-4-1 0,4 5 0 16,-4-5 3-16,6 9-6 0,-3-4 14 0,0 0-5 16,2-1-1-16,-3 4 1 0,0-1-5 0,2 1 3 0,-1 0 2 15,-1 3 0-15,2 1-5 0,0 4 5 0,-3-2 0 16,4 5-6-16,-2 5 7 0,-4 2-1 0,3-6 0 15,-2 5-3-15,0-1-2 0,0-5 0 0,0 2 7 16,1 3-5-16,1-2 1 0,-1-3-1 0,0 0 1 16,1-1-4-16,0 0-10 0,1 2 14 15,-2-3-6-15,-1 0 5 0,3-1 6 0,-2-4-7 0,0 4 0 16,3-5-3-16,-4 0 4 0,0-1-2 0,0-1-2 16,0 0-2-16,0-1 2 0,0-8 1 0,0 13-8 15,-4-7 4-15,-1 1-8 0,-3-1-2 0,-4 1-8 16,-3-2 3-16,-5 2-23 0,1-1-45 0,-11-1 20 15</inkml:trace>
  <inkml:trace contextRef="#ctx0" brushRef="#br0" timeOffset="-214195.15">10455 8353 3 0,'0'0'32'15,"0"0"-1"-15,0 0-2 0,0 0-6 0,0 0-1 16,0 0-3-16,0 0-1 0,9 29 0 0,-7-16-2 15,0 2-2-15,-1 3 3 0,0 3-13 0,-1 4-2 16,-1 0-13-16,0 1-4 0,-1 0-5 0,1 0-14 16,-2 0-36-16,0-7 15 0</inkml:trace>
  <inkml:trace contextRef="#ctx0" brushRef="#br0" timeOffset="23486.25">20277 10744 5 0,'-18'0'17'0,"7"1"1"0,1 0-3 0,-2 2 0 15,-2 1-2-15,1-2-1 0,-1 1-3 0,-4 0 1 0,1 0-2 16,-1 0-1-16,-2 2 1 0,0-2 2 0,-1 0-2 16,2 1 3-16,-2 0 2 0,1-2-3 15,0 2-1-15,0-4 7 0,0 0 4 0,0 2 1 0,3-2 14 16,-1 2-7-16,6-2-4 0,-1 0 5 0,3 1-7 16,2-1-3-16,8 0 5 0,-14 3-6 0,14-3-1 15,-8 1-1-15,8-1 0 0,0 0-6 0,-5 3 2 16,5-3 0-16,0 0 3 0,0 0 2 0,31 5 5 15,-11-5-2-15,15 2 1 0,2 0 1 0,19-1 1 16,2-1-2-16,7-3-2 0,27 1 6 0,-4-2-7 16,4-1 9-16,1 4-3 0,7-7-3 0,-3 0-3 15,-1 3-1-15,-3-1-9 0,2 1 7 0,-4 0 3 16,-26 1-9-16,29 1 2 0,-2-7-1 0,-28 7 6 16,0-2 0-16,1 4 4 0,-2-6-11 0,-5 5 10 15,-5 2-4-15,-16-1-1 0,-1 2 5 0,-4-2-1 16,-10-2-4-16,-5 2-2 0,-5 1 1 0,1 0 13 15,-6-1 21-15,2 0 7 0,-9 1 10 0,11-1 12 16,-11 1 5-16,0 0-15 0,5-5-9 0,-5 5-7 16,0 0-3-16,-4-11-4 0,4 11-7 0,0 0-2 15,-10-12-4-15,5 10-1 0,5 2-10 0,-9-2-7 16,9 2-13-16,-13-4-26 0,6 4-28 0,7 0-15 16,-11 2-32-16,11-2-27 0,-11 7-123 0,3 2-273 0,3 0 121 15</inkml:trace>
  <inkml:trace contextRef="#ctx0" brushRef="#br0" timeOffset="38607.35">13182 14133 21 0,'0'0'32'15,"0"0"-6"-15,0 0-5 0,0 0 2 0,0 0-4 16,0 0-9-16,0 0-5 0,0 0-14 0,0 0-3 16,0 0-11-16,9 8-25 0,-9-8 12 0</inkml:trace>
  <inkml:trace contextRef="#ctx0" brushRef="#br0" timeOffset="60346.23">10571 15897 32 0,'0'0'72'0,"0"0"-3"0,0 0-12 0,0 0-9 16,0 0-4-16,0 0-1 0,0 0-6 0,0 0-6 16,-6 2 4-16,6-2-7 0,0 0 2 0,0 0 7 15,0 0-4-15,0 0 10 0,0 0-3 0,0 0 1 16,15 9-6-16,-15-9-2 0,8 4-5 0,-8-4 5 16,11 3-2-16,-4 0-2 0,3 0 2 0,-2-3 1 15,3 3 12-15,4-1-4 0,2-2-5 0,3 0 12 16,2 1-1-16,7 0 7 0,1-3-8 15,2 2 1-15,-2-1-9 0,2 1 4 0,0-1-5 16,2-3-3-16,-1 2 0 0,0 2-4 0,2-3-4 0,-1-3-3 16,2 5 4-16,2-2-3 0,-1 1 1 0,2 1-3 15,0-2 1-15,0 2-3 0,-2 1-2 0,-1 0 1 16,-1 0-1-16,-1 1-1 0,-1-2-5 0,-4 8 4 16,1-7-7-16,-1 4 4 0,0-2-2 15,-8-1-1-15,-2 2-5 0,2-2 10 0,-1 1-7 16,-2 0 5-16,0 2-5 0,-7-3-3 0,3 1 1 15,-1 0 1-15,-1 1-3 0,-1-3 5 0,-1 2 1 0,-2-1 0 16,-1 2 2-16,1-3 3 0,-8 0 0 0,11 0-1 16,-6 2 1-16,-5-2 1 0,0 0-4 0,12 0 4 15,-12 0-4-15,8 0-1 0,-8 0-6 0,0 0 7 16,9 0 5-16,-9 0-9 0,0 0-4 16,9 1 0-16,-9-1 4 0,0 0-3 0,0 0-3 15,8 2 2-15,-8-2-7 0,0 0 6 0,0 0 1 16,6 4-1-16,-6-4-1 0,0 0 2 0,0 0 2 15,0 0-5-15,0 0-1 0,0 0 2 0,0 0-1 0,0 0 0 16,0 0-1-16,0 0 0 0,0 0-1 16,0 0 5-16,0 0-9 0,0 0 7 0,0 0-9 15,0 0 6-15,0 0 10 0,0 0-9 0,0 0-3 16,0 0 6-16,0 0-10 0,0 0 8 0,0 0-5 16,0 0 9-16,0 0-5 0,0 0 0 0,0 0-2 15,-3 10 2-15,3-10 5 0,0 0-7 0,0 0 1 16,0 0 4-16,0 0 1 0,0 0-5 0,0 0 10 15,0 0-7-15,0 0-2 0,0 0 0 0,0 0 0 16,0 0 0-16,0 0-2 0,0 0 0 0,0 0-2 16,0 0 4-16,0 0-2 0,0 0 1 0,0 0 0 15,0 0 1-15,0 0-2 0,0 0 3 0,0 0-3 16,0 0 1-16,-1 13 4 0,1-13-1 0,-2 10-3 16,2-10 2-16,-7 10-1 0,3 0-3 0,4-10 2 15,-9 15 2-15,4-6-2 0,0 0 1 0,0 1 0 16,-3-1 2-16,2 1 3 0,2-1-3 0,-2 0-1 15,2-3 4-15,-1 2-7 0,0 0 5 0,5-8-3 16,-7 13 3-16,5-6-4 0,2-7 5 0,-5 9-5 16,5-9 1-16,-3 9-2 0,3-9-7 0,-5 11-20 15,5-11-23-15,-3 8-17 0,3-8-32 0,0 0-22 16,-2 10-15-16,0-6-122 0,2-4-281 0,0 0 126 16</inkml:trace>
  <inkml:trace contextRef="#ctx0" brushRef="#br0" timeOffset="60571.57">11817 15925 72 0,'0'-13'165'16,"0"13"-9"-16,-4-28-12 0,4 17-5 0,-3 0-7 16,0 1-7-16,-1-1-15 0,0-1-5 0,-1 1-12 15,1 0-3-15,-1 1-8 0,1-1 3 0,-3 2-5 16,2-1-5-16,-1 1-7 0,-1 2-7 15,3-3-10-15,-4 6-1 0,2-5-9 0,2 4-2 0,-1 0-5 16,5 5-7-16,-8-9-14 0,2 6-24 16,6 3-25-16,0 0-28 0,-9-5-35 0,9 5-44 0,0 0-138 15,0 0-305-15,0 0 136 0</inkml:trace>
  <inkml:trace contextRef="#ctx0" brushRef="#br0" timeOffset="61892.97">12736 16053 102 0,'0'0'97'0,"0"0"-1"16,0 0-3-16,0 0-7 0,0 0 1 0,0 0-9 16,0 0-5-16,0 0-4 0,0 0 0 0,0 0-14 15,0 0-9-15,0 0 0 0,0 0-7 0,0 0 0 16,0 0-2-16,0 0-6 0,0 0 5 0,0 0-2 15,0 0 1-15,0 0-5 0,0 0-4 0,0 0-1 16,0 0 12-16,0 0-14 0,0 0-2 0,0 0 1 16,0 0 1-16,0 0 0 0,0 0-7 0,0 0 6 15,0 0-8-15,0 0 5 0,2-9 2 0,2 6-5 0,7-3-4 16,6-2 4-16,10-6-9 0,17-9 2 16,6-2 5-16,1-1 26 0,5 2-1 0,3-6-6 15,24-7 0-15,-28 11-8 0,4-1 1 0,0-2 2 16,20-10-6-16,-27 16 1 0,-2-1-3 0,-4 1-1 15,-1 1 1-15,-12 7-4 0,-1 0 6 0,-5 1-7 16,-2 5 4-16,-8-1-5 0,-1 5 0 0,-3-1 0 16,-3 3 1-16,-4 0-2 0,1 1 4 0,-3-2 3 15,-4 4 4-15,10-4 0 0,-10 4-3 0,6-2-6 16,-6 2 8-16,0 0-12 0,0 0 1 0,7-3-1 16,-7 3-5-16,0 0-3 0,0 0 0 0,0 0-18 15,0 0-1-15,0 0-15 0,0 0-32 0,4 13-38 16,-4-13-32-16,-4 13-49 0,0-3-113 0,-3 4-317 15,0-3 141-15</inkml:trace>
  <inkml:trace contextRef="#ctx0" brushRef="#br0" timeOffset="62534.03">12864 16304 98 0,'0'0'99'0,"0"0"9"16,0 0-19-16,0 0-8 0,0 0-6 0,0 0-6 16,0 0-12-16,-4-5-7 0,4 5 1 0,0 0-18 15,0 0 9-15,0 0-8 0,0 0 2 0,0 0 6 16,24 13 2-16,-12-7 3 0,3-1-4 0,3 3 1 16,1 0 3-16,0 0-12 0,2-1-3 0,2 6-5 15,4 0 4-15,-2 0-19 0,-2 2 11 0,0-1-4 16,-2 2 3-16,0 1-2 0,-3-2 13 0,-5-2-21 15,1 1 4-15,4 2-1 0,0 2 8 0,-7-4-12 16,5 1 8-16,-3-2-4 0,-2 0-5 0,1-1 5 16,-5-2-4-16,1 1-5 0,-3-2 7 15,4 0 0-15,0-1 2 0,-7-2-10 0,5 0 5 16,-3-1 2-16,2-1-1 0,-2 0-3 0,-4-4 2 16,6 7-3-16,-3-4-2 0,-3-3 1 0,4 4 5 15,-4-4-7-15,6 5 5 0,-6-5-2 0,0 0-3 0,0 0-19 16,0 0-23-16,12 6-21 0,-12-6-19 0,0 0-28 15,7 7-27-15,-5-6-87 0,-2-1-238 0,0 0 105 16</inkml:trace>
  <inkml:trace contextRef="#ctx0" brushRef="#br0" timeOffset="63037.05">12797 17120 1 0,'0'0'122'16,"0"0"-5"-16,0 0-8 0,0 0-14 0,0 0-15 0,0 0-5 16,0 0-12-16,0 0 3 0,0 0-1 15,0 0-1-15,0 0 3 0,21 14 0 0,-11-7-14 16,1 3 8-16,2 0-1 0,3 2 1 0,-1 2-6 15,6 2-7-15,0 2 0 0,0 1 2 0,2 2 32 16,0-1-9-16,2 2-3 0,2 0-7 0,-1 2 1 16,-1 1-3-16,2-4-5 0,2 0 2 0,-4 1-2 15,2 2-4-15,-2-5-7 0,-1 3-2 0,3 0-4 16,-4-2-11-16,-1 1 1 0,-6 0 2 0,2-1-1 16,-5-5-3-16,-1 1-6 0,1-2 2 0,-6-5-10 15,6 4 6-15,-6-4-2 0,-3-2-4 0,5 0-1 16,-5-1-1-16,-4-6-18 0,10 10-23 0,-6-7-28 15,-4-3-38-15,7 8-62 0,-7-8-195 0,0 0-381 16,0 0 168-16</inkml:trace>
  <inkml:trace contextRef="#ctx0" brushRef="#br0" timeOffset="63212.09">13465 17226 1597 0,'5'-13'-184'0,"6"-2"64"0,-6 1-129 0,1 5 75 16,1-1-189-16,-3 2 83 0</inkml:trace>
  <inkml:trace contextRef="#ctx0" brushRef="#br0" timeOffset="65874.95">14519 15175 94 0,'0'-10'125'0,"0"10"-15"0,0 0-7 0,0 0-1 15,0 0-2-15,0 0-5 0,-2-9-13 0,2 9-7 16,0 0 1-16,0 0-1 0,-3-8 1 0,3 8-5 0,0 0 2 16,0 0-7-16,-6-7 1 0,6 7-1 0,0 0 1 15,0 0-5-15,-3-7-9 0,3 7-3 16,0 0-15-16,0 0 2 0,0 0-5 0,0 0-8 16,0 0-2-16,0 0-5 0,0 0 1 0,-4 25-12 15,4-13 7-15,0 6 3 0,-2 1-4 0,0 10-3 16,-2 4-1-16,3-4 4 0,-2 1-1 0,6 0-1 0,-8 1-3 15,5 0-2-15,0-3 3 0,0-2-8 16,0-2 3-16,0 2 4 0,0-2-3 0,0-4-2 16,2-4 5-16,-2 1-9 0,5 1 4 0,-2-3 1 15,-1 1 1-15,2-5-6 0,-1 0 9 0,1-1 20 16,-4-1 0-16,4 1-6 0,-2-4-2 0,1 2-16 0,-2 1-13 16,-1-3-27-16,0-6-22 0,-1 13-48 15,1-13-36-15,-5 10-152 0,-1-7-319 0,3 0 142 16</inkml:trace>
  <inkml:trace contextRef="#ctx0" brushRef="#br0" timeOffset="66117.64">14517 15480 4 0,'14'-3'104'0,"3"-2"-13"0,3 1 3 0,-1 2-11 16,1-3-6-16,2-2-17 0,-1 2 4 0,7 0-3 15,-8 4-2-15,1-2-16 0,0 2-6 0,-6-1-11 16,5 2-7-16,-7 0-18 0,0-2-8 0,-3 4-18 16,-2-2-10-16,0 3-17 0,-1 0-12 0,-7-3-43 15,12 1-116-15,-9 2 52 0</inkml:trace>
  <inkml:trace contextRef="#ctx0" brushRef="#br0" timeOffset="66345.78">14856 15237 140 0,'-4'-10'176'16,"-1"-5"-9"-16,3 5 0 0,-1-1-18 0,-1 2-5 15,4 3-5-15,0 6-16 0,-4-10-14 0,4 10-15 16,-2-6-10-16,2 6-10 0,0 0-3 15,0 0-2-15,2 29-7 0,0-13-3 0,-2 13-6 16,2 3 1-16,-2 1-6 0,3-3-3 0,-2 4-4 16,-1-2-6-16,-1 1-3 0,2 0-7 0,0-4-2 0,1-1-20 15,0-1-19-15,-2 0-30 0,2-8-33 16,1 1-39-16,0-2-37 0,-1-2-141 0,-2 1-319 16,2-6 141-16</inkml:trace>
  <inkml:trace contextRef="#ctx0" brushRef="#br0" timeOffset="67116.36">15081 15449 49 0,'0'0'162'0,"0"0"-10"16,0 0-6-16,0 0-9 0,-17 17-9 0,11-7-10 15,-2 3-10-15,0 3-8 0,1 1-11 0,1 2-7 16,4 1-10-16,0-2-8 0,-1-1-7 0,1 0-2 15,2 0-6-15,2-2-4 0,1-4-11 0,1-1 4 16,-2 0-5-16,7 0-3 0,-1-3-3 0,-2-3 0 16,2 1-2-16,2-2-4 0,-1-2-3 0,1-1-1 15,0 0-3-15,3-2 1 0,-6-3-2 0,4 0 1 16,-2-1-2-16,-4 2-3 0,2-4-2 0,-4 0-3 16,-3-3-4-16,2 2-9 0,-5-3 6 0,1-1-5 15,-5-1-1-15,4 2 2 0,-2 0-1 0,-1 0 1 16,-2-1 8-16,-1 0-5 0,4 2-6 0,-1 0 8 15,2 2 1-15,3 2 0 0,-4 1-8 0,5 6 7 16,-2-9-5-16,2 9 7 0,0 0-4 0,9-11-2 16,-9 11-3-16,18-6 4 0,-6 5 2 0,2 2-5 15,-1 2 1-15,4 0 5 0,-1 5-7 0,3-1 11 16,-2 3-6-16,-1 0 3 0,0 2-7 0,-1-2 3 16,-5-1 1-16,3 2 4 0,-3 2 2 0,-3-4-5 15,-1-1 1-15,2 0 3 0,-3 2 0 0,-1-5-2 16,-3 0 2-16,1 2 4 0,1-2 3 0,-3-5 10 15,3 6 1-15,-3-6 8 0,0 0-6 0,0 0 1 16,-9 7-1-16,9-7-5 0,0 0 8 0,0 0 0 16,0 0-8-16,-21-13 4 0,19 5-10 0,2-1 6 15,0-3-2-15,2-6-5 0,1 2 4 0,3 1-2 16,0-2-6-16,3-1 2 0,0-1 1 0,4 4 12 16,-1 2-17-16,2 2-1 0,0 0 4 0,0 6-5 15,-3-1-3-15,2 4 0 0,0 4-1 0,-2-2 3 16,6 7-2-16,-3 2 1 0,-1 4-2 0,-4-4 3 15,4 4 4-15,-3 1-4 0,-2 0 0 0,-1 0 0 16,-2-4 1-16,0 2-2 0,-1-3 0 0,0 2-1 16,-2-1 1-16,0-3 2 0,-1-2 3 0,0 2-3 15,-1-7 0-15,2 8 5 0,-2-8 0 0,1 6 2 16,-1-6 0-16,0 0-2 0,0 0-1 0,0 0 0 16,0 0-3-16,0 0 1 0,8-27-1 15,-4 16 1-15,3-5-1 0,-1 2 0 0,2-3-3 0,0 3 3 16,5 0-3-16,-4 0 2 0,0 5-1 0,-2 0-3 15,-1 5 6-15,1-3-6 0,-1 3-3 0,1 2 3 16,-7 2 0-16,19 4-2 0,-13 0 2 0,3 1 1 16,0 2 3-16,-1 3 2 0,0 0-7 0,0 2 2 15,-1 4 3-15,-1-1-3 0,-1 0 0 0,-1 0-1 16,3-1-7-16,-1 0-19 0,-2-1-29 16,-2-2-32-16,2 0-35 0,-1-3-29 0,1 2-135 15,-3-3-313-15,-1-7 140 0</inkml:trace>
  <inkml:trace contextRef="#ctx0" brushRef="#br0" timeOffset="67393.48">15986 15508 59 0,'0'0'142'0,"0"0"-8"0,0 0 4 16,0 0-25-16,-12 28-10 0,8-16-8 0,3-2-11 15,1-1-6-15,0 3-8 0,0-2-7 0,1-5-5 0,3 4-3 16,0 0-7-16,0-3-5 0,2-2-4 0,1 0-4 15,4-5 1-15,1-1 2 0,-1-1 2 16,6-4 1-16,-1-1-7 0,1-3 4 0,-2 0-4 16,-2 0 9-16,-4 1-4 0,-1 0 3 0,-2-2 2 15,-2 1 0-15,-3-1-5 0,-1-6-2 0,-2 4 11 16,-2 1-6-16,-1 3-3 0,-5-3-8 0,-1 1 2 0,1 3-1 16,-1 2-10-16,0 1-1 0,-3 4-9 15,2 2-11-15,-4 2-23 0,3 1-23 0,2 3-43 16,0 1-37-16,1 3-58 0,1 0-105 0,4 0-311 15,0-1 138-15</inkml:trace>
  <inkml:trace contextRef="#ctx0" brushRef="#br0" timeOffset="67926.09">16427 15570 17 0,'0'0'128'15,"0"0"-3"-15,-2-8-11 0,2 8-18 0,0 0-6 0,11-10-2 16,-4 3-11-16,4-2-4 0,1-3-8 16,2 0-1-16,-1-1-1 0,0 2-3 0,-1 0 0 15,-1 0 8-15,-3-1-1 0,-2 2 1 0,0 1-6 16,1-1 1-16,-2 0-7 0,-1 3-2 0,0 1 4 15,-1-4 4-15,0 5 3 0,-3 5-9 0,4-7-4 16,-4 7-11-16,2-7 1 0,-2 7-11 0,0 0-6 16,0 0 3-16,0 0-16 0,0 0 6 0,13 18 1 15,-8-7-3-15,-1 7 4 0,0 1-6 0,1 8-2 16,-1 1 1-16,0 0-4 0,-1 3 1 0,3-2 23 16,-4 0-3-16,2-3-5 0,-1 3 0 0,-1-4-4 15,1 0-2-15,-2-6 1 0,0 0-6 16,-1 2 3-16,0-2-4 0,0-4-1 0,0 3-4 15,-1 0-10-15,1-3-4 0,-3-2-23 0,0 3-32 0,-1-2-35 16,1-2-41-16,-1-2-46 0,-2-3-131 0,1 0-341 16,-1-2 151-16</inkml:trace>
  <inkml:trace contextRef="#ctx0" brushRef="#br0" timeOffset="68083.84">16474 15348 1243 0,'-9'-32'0'0,"-1"2"6"0,1 6 20 16,1 7-8-16,-1 5-14 0,3 1 2 0,2 4-33 15,0-3-38-15,0 7-26 0,2-2-96 0,2 5-202 16,0 0 89-16</inkml:trace>
  <inkml:trace contextRef="#ctx0" brushRef="#br0" timeOffset="68470.35">16809 15112 128 0,'5'4'133'0,"0"1"-12"15,-1 1-12-15,1-1 23 0,1 4-25 0,-3 6-3 16,-1-1-4-16,0 1-12 0,-2-1-10 15,1-4-5-15,-1 3-6 0,-1-1-2 0,-1-3-1 16,1-2 6-16,-1 0 3 0,2-7 6 0,-3 12 10 0,3-12 5 16,-7 4-3-16,7-4-3 0,-7 3-5 0,7-3-8 15,0 0-4-15,-13-6-9 0,13 6-4 0,-9-9-6 16,8 2-3-16,-1-3-8 0,0 0-3 0,1-2-4 16,4-5-5-16,5 1-2 0,-1-2-5 15,2 0-5-15,2 2-1 0,2-2-2 0,2 4-1 16,1 2-4-16,-2 1-2 0,2 2 0 0,-3 2-5 15,0 5 2-15,0 1-4 0,2 2 4 0,0 5-3 0,-1 0 4 16,1 3-5-16,-3 4-1 0,6 5 0 16,-6 6 3-16,3-3-1 0,-3 3 0 0,-2 2 1 15,0-2-14-15,-4 2-23 0,1 2-36 0,-1-2-47 16,-2-8-57-16,0 2-206 0,-2-1-413 0,-2-1 182 16</inkml:trace>
  <inkml:trace contextRef="#ctx0" brushRef="#br0" timeOffset="68621.03">17403 15381 42 0,'0'0'128'0,"0"0"-39"0,0 0-48 0,9 6-52 0,-9-6-38 15,0 0-51-15,0 0 23 0</inkml:trace>
  <inkml:trace contextRef="#ctx0" brushRef="#br0" timeOffset="69775.31">14656 16194 158 0,'-2'-11'162'0,"2"11"-26"0,0 0 1 0,0 0-23 0,0 0 1 16,0 0-4-16,11 35 0 0,-9-10-10 15,-2 3-3-15,2 4-34 0,-2 2-8 0,0-1-4 0,2-1-13 16,-2 0 7-16,1-1-3 0,3-5-4 16,-1 1-9-16,1-2-4 0,-1-5 5 0,0-2-7 15,-2 2 1-15,1-2-4 0,0 0-14 0,0-1-23 16,1-2-19-16,-2-3-33 0,0-1-44 0,1-3-38 15,-4 3-78-15,2-11-246 0,-5 10 108 0</inkml:trace>
  <inkml:trace contextRef="#ctx0" brushRef="#br0" timeOffset="70139.59">14676 16479 108 0,'14'-6'117'0,"9"0"-12"0,5-3-5 16,-1 0-10-16,-2 1-9 0,2 1-16 0,0 0 5 16,-7 4-15-16,0-2 1 0,-1 3-20 0,0 0-12 15,-5-1-10-15,0 2 0 0,-1-1-4 16,-3 2 0-16,-10 0-5 0,15-1 5 0,-15 1 0 0,11-3-8 16,-11 3 1-16,0 0 3 0,9-5 2 0,-9 5 1 15,0 0 2-15,5-10 3 0,-5 10 10 16,0 0 7-16,-4-13 3 0,4 13-11 0,0 0 8 15,-6-19-6-15,4 12 16 0,2 7 6 0,-5-10 1 0,5 10 15 16,-2-8 6-16,2 8 1 0,-4-6-13 16,4 6-1-16,0 0-8 0,0 0-6 0,0 0-7 15,0 0 1-15,0 0 1 0,0 0-1 0,5 31 1 16,-4-14-4-16,2 2 1 0,1 8-6 0,-2-1-3 16,-1 1 4-16,1 2-7 0,0-3 0 0,1-1-13 0,-1 1-26 15,-2-7-27-15,2 2-35 0,-1-3-37 16,-1 1-41-16,1-1-129 0,-2 0-309 0,1-2 137 15</inkml:trace>
  <inkml:trace contextRef="#ctx0" brushRef="#br0" timeOffset="70432.77">15179 16712 75 0,'14'-9'141'0,"-1"3"7"16,3-3-8-16,-1 0-5 0,-1-3-14 15,-3 6-11-15,0-3-12 0,0 2-3 0,1-5-9 0,-3 2 1 16,-2 0-20-16,1 0 0 0,-2-1-9 0,1-4-7 16,-3 5 2-16,-3-1-6 0,0-1-2 0,-1 3 1 15,0 1 1-15,-2 0-7 0,-4 0-3 16,3 2-4-16,-4-2 0 0,2 6-10 0,5 2 5 16,-13-5-1-16,3 8-7 0,10-3 0 0,-15 9-2 15,6 1-2-15,-4 3 1 0,3 3-2 0,-1 1-4 16,3 8-2-16,3-7 2 0,-1 0-5 0,3 0 4 15,3-1-1-15,6 0-5 0,-2-2-10 0,5 1-17 16,2-5-29-16,1 1-27 0,4-3-41 0,2-3-15 16,1-1-147-16,1-2-305 0,-1-4 136 0</inkml:trace>
  <inkml:trace contextRef="#ctx0" brushRef="#br0" timeOffset="70662.16">15702 16283 171 0,'0'0'227'0,"0"0"-28"0,1-16-19 0,-1 16-25 15,2-6-15-15,-2 6-14 0,0 0-12 0,0 0-7 16,11 33-9-16,-7-7-1 0,0-1-9 0,-3 3-9 16,2 4-6-16,-6-2-10 0,3-2-1 0,-1 2-9 15,1-2-2-15,-3-1-6 0,1 1-7 0,0-9-3 16,1 6-9-16,0-5-31 0,0-3-28 0,-1 1-39 15,1-7-42-15,-3 6-42 0,3-1-153 0,-3-4-333 16,-1 0 149-16</inkml:trace>
  <inkml:trace contextRef="#ctx0" brushRef="#br0" timeOffset="71164.09">15708 16529 153 0,'13'-5'165'0,"5"-3"-14"0,0 7-15 16,3-1-2-16,-2 4-14 0,9 2-8 0,-14 1-9 15,1 1-6-15,-2 4-12 0,0 3-3 0,-2 0-11 16,1 0-5-16,-2 1-10 0,-4-1-4 0,-1-1-7 16,-2-1 0-16,0 0-9 0,-1-2 2 0,-2 1-6 15,1-2-4-15,1-2-1 0,-2-6 0 0,0 10-2 16,0-10-2-16,-2 10 0 0,2-10 0 15,0 0 4-15,-6 4-2 0,6-4 1 0,0 0 4 16,0 0-4-16,0 0 0 0,-10-16-4 0,10 16 1 16,-2-17-6-16,6 4-1 0,1-4-1 0,-2 2-2 0,5-2 1 15,1-1-8-15,-3 1 8 0,6-5-6 0,0 7 3 16,2-6 2-16,-6 8 3 0,0 3-2 0,1 1-6 16,-4 2 4-16,0 0-2 0,-5 7-7 0,13-6 6 15,-7 3-8-15,2 4 4 0,-8-1-2 16,15 3 2-16,-7 1 0 0,-4 1-3 0,5 2 1 0,-2 0-5 15,-1 0 4-15,2 1 2 0,-1-1 0 16,0 1 2-16,0-3-4 0,-2 0 0 0,-1 0 2 16,5-1-1-16,-3-2-1 0,3 0 6 0,-9-2-6 15,20-3 4-15,-10-1-6 0,1-1 8 0,-3-1-4 0,2 1 3 16,-5-4 1-16,0 1 0 0,-3 0 6 0,1-2-6 16,-3-1 3-16,-3-1-3 0,0 2 0 0,-4 2-1 15,3-1-4-15,-6 2-3 0,2 1-5 16,-1-2-18-16,-2 5-16 0,0 0-16 0,-1 3-35 15,12 0-35-15,-19 4-48 0,15 1-162 0,4-5-364 16,-13 11 162-16</inkml:trace>
  <inkml:trace contextRef="#ctx0" brushRef="#br0" timeOffset="71553.72">16540 16519 30 0,'0'0'113'0,"19"-16"0"0,-7 11-13 0,8-5-23 16,-1-1 17-16,6-3-8 0,3-1-2 0,0 1-7 15,0-1 7-15,-1-2-5 0,-1 3 11 0,-7-1-7 16,-1 4 6-16,-1-3 5 0,-2 4-2 0,-1 0 5 15,-3 3 4-15,-4-1 5 0,0 3-8 0,-1 1-9 16,-3-1-10-16,-3 5-5 0,8-4-11 16,-8 4-9-16,6-2-2 0,-6 2-9 0,7 9-3 15,-2-2-3-15,-2 6-2 0,-1 5-4 0,-1 0-4 16,6 10-2-16,-5-9-3 0,1 7 0 0,-1 1 1 0,1 1-6 16,-3-5-4-16,0 2-1 0,-1-6 2 15,-1-1-4-15,4 0 4 0,-5-1-6 0,2 0 2 0,1-3-4 16,0 0 3-16,0-2-4 0,0-2-5 15,2 1-11-15,-2-11-23 0,3 16-23 0,-2-9-30 0,-1-7-38 16,3 12-28-16,-3-12-42 0,2 8-132 16,-2-8-353-16,0 0 156 0</inkml:trace>
  <inkml:trace contextRef="#ctx0" brushRef="#br0" timeOffset="71737.73">16569 16162 144 0,'0'0'141'0,"3"-7"-34"0,4 5-43 0,-7 2-45 16,15 4-40-16,-7-2-55 0,0 2-82 0,-2 3 37 15</inkml:trace>
  <inkml:trace contextRef="#ctx0" brushRef="#br0" timeOffset="72093.92">17080 16154 47 0,'6'-1'197'0,"-6"1"-11"0,13 1-16 16,-5 0-15-16,2 4-10 0,-4-2-13 0,3 5-14 0,-4-2-14 15,3 3-9-15,-3 1-7 0,-1 1-8 0,-3-2-7 16,-1 2-5-16,0-4-7 0,0 0-5 16,0-7 0-16,-1 13 13 0,1-13 18 0,0 8 4 15,0-8-5-15,0 0-9 0,0 0-7 0,0 0-7 16,0 0-8-16,0 0-4 0,-10-21-7 0,10 10-5 16,0-1-4-16,3-5-4 0,3-3 0 0,0-6-5 15,3 0-4-15,5 0-1 0,-2 3-2 0,3 0-2 0,2-1-1 16,0 4-4-16,-3 7-1 0,3 0-1 15,-2 3-1-15,3 3-2 0,-6 3 2 0,4 1-2 16,-2 5-4-16,-1 3 1 0,1 2-1 0,1 6 1 16,0 2-2-16,0 0 0 0,-2 9 4 0,-3 4-3 15,0 2-20-15,-1-3-36 0,-1 1-53 0,-4-2-63 16,1 0-65-16,-7-5-149 0,2 3-414 0,-3-3 183 16</inkml:trace>
  <inkml:trace contextRef="#ctx0" brushRef="#br0" timeOffset="73257.1">14907 17240 59 0,'-8'1'119'0,"-4"3"-5"0,1 2-7 0,-4 2-7 15,1 2-14-15,-1 1-3 0,2-1-6 0,1 2-11 16,0 1-5-16,7-3-5 0,-1 1-7 16,1 0 1-16,1 0-5 0,4 0-7 0,0-11-2 0,7 22-6 15,-1-12-2-15,6 4-5 0,1-3 5 16,1 1-8-16,2-2 0 0,2 0 6 0,-1 0-17 15,2 1 7-15,-4-1 6 0,-1 3 6 0,-1-4-20 16,-2-1 4-16,1-1 3 0,-4 1-4 0,-2 3 1 16,-1-2 11-16,0 1 8 0,-3 2 8 0,-2-12-1 15,-4 19 0-15,-6-5-1 0,-2-1-7 0,-3 0 1 16,-2-4-4-16,-7 5-2 0,5-3-1 0,-7-3-3 16,-2 3 1-16,1-3-38 0,0-1-12 0,5-2-14 15,5 0-28-15,0-2-24 0,6 0-46 0,-3-3-102 16,14 0-262-16,-22-6 116 0</inkml:trace>
  <inkml:trace contextRef="#ctx0" brushRef="#br0" timeOffset="73537.66">15265 17393 65 0,'0'0'122'0,"-24"3"-3"0,7-1-12 0,3 2-3 16,-4 5-8-16,3-3-18 0,-1 3 1 0,5-2-8 15,-1 5-9-15,0-3 0 0,0 5-1 0,3-1-11 16,2-2-3-16,3 1-7 0,2 0 1 0,1 3-7 16,1-15-1-16,7 31-9 0,-1-17 5 15,4 0-5-15,-1 1 4 0,2-4-6 0,5 2 1 16,1-3-2-16,0-1-1 0,1 1-15 0,3-5-33 15,-1 1-23-15,2-1-42 0,-1-3-36 0,0 1-66 16,-4-3-211-16,3 0 95 0</inkml:trace>
  <inkml:trace contextRef="#ctx0" brushRef="#br0" timeOffset="73932.03">15604 17179 84 0,'0'0'161'0,"-4"-9"-21"0,4 9-19 16,0 0-8-16,0 0-12 0,0 0-13 0,0 0-1 15,1 31-17-15,-1-6 3 0,1 5-10 0,-1 3-6 16,2 2-5-16,-4 1-2 0,2 12 1 0,-2-15-9 16,2 3-4-16,1-2-1 0,2-4-6 0,-2-1-1 15,1-2-4-15,-2-8-4 0,3-2 0 16,0-3-5-16,-3-3-2 0,2-3 1 0,-2 2 1 15,0-10-7-15,1 12 5 0,-1-12 10 0,0 8 15 16,0-8-1-16,0 0-10 0,0 0 2 0,0 0-3 16,0 0-2-16,20-31-8 0,-10 7 2 0,-1 7-1 15,5-9-3-15,3-1-2 0,0 3-2 0,-1 3 1 16,3 1-3-16,0 1-3 0,-6 5 0 0,-3 7-3 16,3-1 1-16,-2 2-3 0,2 3 0 0,-4 3 2 15,-9 0-3-15,23 2-1 0,-12 4 3 0,-1 0-3 16,-2 1-1-16,0 3 0 0,-2 2 0 0,1-1 4 15,-2 6-3-15,0-2-22 0,-1-1-15 0,-2 3-25 16,1 0-42-16,1-6-29 0,-2 1-32 0,-2 1-86 16,0-13-271-16,0 16 121 0</inkml:trace>
  <inkml:trace contextRef="#ctx0" brushRef="#br0" timeOffset="74251.66">16080 17484 39 0,'0'0'139'0,"0"0"-11"16,0 0-12-16,0 0-17 0,-29 25-5 0,28-13-16 16,1-12-4-16,-7 19-2 0,9-8-6 0,-2-11 6 15,1 23-21-15,1-13-1 0,2 1-5 0,-4-11-6 16,8 14 2-16,-8-14-6 0,13 13-7 0,-8-9 0 15,4 0 4-15,3 0 2 0,-1-5-9 0,-11 1 4 16,25-8 1-16,-9 2 0 0,-5 0 0 16,-1-2-6-16,-1 2 3 0,0 0-3 0,-4-3-3 0,-1 0-1 15,-4 9-4-15,1-16 0 0,-1 8-3 16,0 8-3-16,-9-20 2 0,6 15-11 0,-5-1 2 16,8 6-12-16,-14-7-15 0,14 7-13 0,-14-2-29 0,14 2-27 15,0 0-26-15,-32 8-106 0,22-4-242 0,2 2 108 16</inkml:trace>
  <inkml:trace contextRef="#ctx0" brushRef="#br0" timeOffset="76559.78">16262 17258 38 0,'1'-11'71'15,"-1"11"-12"-15,1-12-3 0,-1 12 3 0,0 0 13 16,0 0-2-16,-2-19 14 0,2 19 6 0,0 0 4 16,-1-12-3-16,1 12-7 0,0 0-6 0,0 0-10 15,-3-9-4-15,3 9-3 0,0 0-9 0,0 0-7 0,0 0 14 16,0 0-3-16,15 33-3 0,-6-16-2 16,-2 2-5-16,2 5 1 0,1 1-7 0,-4 0 0 15,1 2-8-15,-1-1-2 0,-2-6-3 16,2 7 7-16,-1-8-13 0,-1 1 1 0,0 0 1 0,-1-1-5 15,-2 2-1-15,1 3-7 0,0-6-17 0,-2 2-21 16,-3-2-20-16,3-2-31 0,0-4-30 0,-1 1-47 16,-3 0-84-16,-1-4-259 0,5-9 116 0</inkml:trace>
  <inkml:trace contextRef="#ctx0" brushRef="#br0" timeOffset="76722.6">16261 17484 37 0,'11'-8'88'15,"0"3"-13"-15,1 2 0 0,5-4-28 0,-5 3-23 16,1-1-20-16,5 1-28 0,-1-3-31 0,-1 3-59 16,-3 0 27-16</inkml:trace>
  <inkml:trace contextRef="#ctx0" brushRef="#br0" timeOffset="76902.19">16487 17341 39 0,'0'-12'45'15,"-1"-4"-1"-15,-2 1 13 0,0 1-3 0,-2-1 10 16,3 4 32-16,-2-2 0 0,1 7 7 0,3 6-6 16,-6-13-5-16,6 13-2 0,-5-9-16 0,5 9-1 15,0 0-11-15,0 0-8 0,0 0-3 0,0 0-5 16,0 0 3-16,1 37 2 0,2-12-6 0,-2 4 0 16,-2 1-6-16,1 1-5 0,0-3 0 15,1 6-3-15,-1 0 2 0,0-4-14 0,0 4-11 16,0-4-34-16,4-2-13 0,-3 0-29 0,-1-4-40 15,1-5-123-15,-2-3-250 0,2 1 111 0</inkml:trace>
  <inkml:trace contextRef="#ctx0" brushRef="#br0" timeOffset="77232.56">16460 17409 123 0,'0'0'116'0,"13"-6"-7"0,-4 2-7 0,3 1-21 0,-1 1 1 16,3-1-18-16,-2 1-19 0,5 0-16 16,-3-1-29-16,-1 0-14 0,5-1-21 0,-7 4-17 15,2-3-3-15,-4-1 5 0,1 0 4 0,-1-2 8 16,0-1 4-16,1-1 23 0,-4 1 3 0,-3-5 11 0,0 1-1 16,-3-2 18-16,0 1 7 0,0 12 2 15,-4-24 11-15,3 12 11 0,-3 0-8 0,1 3 9 0,1 1 16 16,2 8 1-16,-5-13 1 0,5 13-3 15,-3-9-13-15,3 9-7 0,0 0 1 0,0 0-4 16,0 0 8-16,-4 34 4 0,2-15-1 0,2 11-4 16,-3 1-5-16,2 0-3 0,-3 1 2 0,2 3-9 15,0 1-3-15,0-4 0 0,2-3-6 0,0 0-9 16,2 0-24-16,2-2-25 0,-3-7-31 0,2-2-51 16,1 5-125-16,-4-4-258 0,0-8 115 0</inkml:trace>
  <inkml:trace contextRef="#ctx0" brushRef="#br0" timeOffset="77832.2">16828 17319 52 0,'0'0'147'0,"0"0"-8"0,-29 7-19 0,12 5-15 15,-5 4-7-15,-1 2-14 0,-2-1-7 0,-1 5-4 16,-1-2-8-16,3-2-6 0,1 1-17 0,2-2-21 15,6-4 6-15,2-2-19 0,4-1-4 0,-1-3-4 16,6-3-1-16,4-4-4 0,-9 10-5 16,9-10 13-16,-1 8-8 0,1-8 4 0,0 0 6 0,0 0 6 15,24 6 9-15,-11-6 6 0,6 0 6 16,1 0-9-16,8-2 1 0,-7 2 2 0,9-1 3 0,-1 1-4 16,1-2 6-16,1 2 1 0,-1 2-4 0,-8-5-6 15,-1 0 6-15,1 2-8 0,-4-2-1 0,1 0 3 16,-6 0-4-16,1 1-6 0,-2-2 4 15,-2 1 1-15,-10 3 5 0,14-5-2 0,-14 5 1 0,9-8-3 16,-5 4-3-16,-4 4 3 0,6-10-3 16,-6 10-3-16,-1-12 2 0,1 12 2 0,0 0-3 15,0 0 2-15,-4-16-2 0,4 16 0 0,0 0-5 16,0 0-2-16,0 0 0 0,4-11-5 0,-4 11 3 16,0 0-3-16,0 0 4 0,0 0-8 0,0 0 3 15,0 0-1-15,0 0 1 0,0 0 0 0,16 21-1 16,-16-21 4-16,12 8-3 0,-7-5-1 0,-5-3 4 15,10 6-6-15,-10-6 6 0,14 1 1 0,-14-1 3 16,17 0-2-16,-17 0 1 0,13-4-6 16,-13 4 4-16,14-5-1 0,-7-2-2 0,0-1 3 15,0 1 1-15,-2 0 3 0,2-2-4 0,-3 1 1 16,-4 8 1-16,6-12-1 0,-2 5 1 0,-4 7 12 16,6-10-2-16,-6 10 0 0,5-6 0 0,-5 6-4 0,0 0-4 15,0 0-2-15,0 0 11 0,0 0-1 0,0 0 8 16,20 18-2-16,-15-8 5 0,0 5-5 0,-3 3 7 15,2 6-7-15,-1-6-3 0,-2 1 3 16,0 6-4-16,-1-7-4 0,-1 1 7 0,2 8-6 16,-2-3-5-16,0 2 1 0,0-6-36 0,-1-2-50 15,2 1-43-15,3 1-53 0,-2-2-151 0,-1-2-349 16,5-4 156-16</inkml:trace>
  <inkml:trace contextRef="#ctx0" brushRef="#br0" timeOffset="78230">17410 17462 47 0,'13'-14'126'0,"-4"4"-9"0,4-2-8 0,0-3-1 16,9-2-11-16,-3 0-8 0,3-2-5 0,-8 5-6 16,2 1 2-16,-3 1-5 0,0-4-1 0,-3 3 1 15,-1 0-5-15,0 5 4 0,-3 0 2 0,-2-1-3 16,-4 9 6-16,0 0 0 0,8-13-4 16,-8 13-3-16,0 0-11 0,6-11-5 0,-6 11-9 0,0 0-7 15,0 0-5-15,0 0-4 0,0 0-4 16,7 26 3-16,-6-7 0 0,-1 8-2 0,0 2-5 15,0 2 2-15,-1-1-4 0,-1 0 0 0,2 1-1 0,3-1-3 16,-3 0-3-16,-1-2-1 0,-1-4 1 0,2 2-3 16,0-7-4-16,0 1 4 0,-1-1-2 0,1-1 0 15,-4-2-2-15,1 1-9 0,-3 0-18 16,4 0-38-16,-5-1-47 0,3-4-50 0,-1 3-47 16,-1-3-102-16,0-4-329 0,-2 1 146 0</inkml:trace>
  <inkml:trace contextRef="#ctx0" brushRef="#br0" timeOffset="78821.64">17703 17062 73 0,'0'0'96'0,"0"0"-21"0,0 0 5 0,8 7-17 16,-8-7 4-16,0 0-1 0,0 0-9 15,1 4 2-15,-1-4 6 0,0 0 5 0,0 0-9 16,0 0-9-16,0 0 6 0,0 0-9 0,0 0 4 16,-10 8-5-16,10-8 2 0,-10 0 5 0,10 0-5 15,0 0-1-15,0 0-8 0,-14-8 4 0,11 4-13 16,3 4-2-16,-2-16-1 0,2 6-2 0,1 0-3 16,3-2-11-16,0 0 7 0,2 2 1 0,3 1-2 15,4-1 0-15,-2 3-1 0,2 3 3 16,5 1-1-16,-4 4-3 0,4 2 7 0,1 2 0 0,-1 3 3 15,-1 2-7-15,-3 2 3 0,1 2 1 0,-2 1-6 16,-2 2 3-16,5 3-8 0,-5-3-9 0,-2 1-20 16,0 0-38-16,0-3-52 0,0 0-56 0,-1 2-97 15,-1-5-280-15,2-5 123 0</inkml:trace>
  <inkml:trace contextRef="#ctx0" brushRef="#br0" timeOffset="79820.98">18042 15529 69 0,'0'0'91'0,"0"0"-6"0,0 0-1 0,0 0 0 16,-28 5-8-16,23-4 3 0,5-1 0 0,-12 2-8 15,12-2 1-15,-11 1 2 0,11-1 2 0,-10 2-12 0,10-2-5 16,-9 1 7-16,9-1 4 0,0 0-18 0,-11 3 8 16,11-3-3-16,-6 1-6 0,6-1-11 15,0 0 5-15,0 0-10 0,-6 3 2 0,6-3-7 16,0 0-1-16,0 0 0 0,0 0-7 0,0 0-1 15,0 0-1-15,0 0 1 0,23 1-4 0,-9-2 4 16,5 1 3-16,3-3-7 0,11 2-3 0,-1-3-2 16,0 2 1-16,2-1-2 0,1 2-2 0,-1-6 5 15,-2 5-8-15,-2 1 2 0,-2-3 0 0,-8 2-4 16,-1 1 6-16,-1 1-7 0,1-5-2 0,-5 4 4 16,-2 1-1-16,-4-2 3 0,1 2 6 0,-9 0 3 15,14-1 11-15,-14 1 8 0,9-1 3 0,-9 1 6 16,7-2 6-16,-7 2 1 0,0 0-3 0,0 0-4 0,0 0-3 15,0 0-3-15,0 0-1 0,10 2-8 16,-10-2-1-16,0 0-6 0,0 0-32 0,0 0-35 16,0 0-47-16,0 0-57 0,0 0-39 0,0 0-152 15,0 0-366-15,0 0 162 0</inkml:trace>
  <inkml:trace contextRef="#ctx0" brushRef="#br0" timeOffset="82132.11">19245 15157 83 0,'1'-9'148'16,"-1"9"-12"-16,1-8-9 0,-1 8 7 0,0 0-8 0,0 0-1 15,0 0-15-15,-2-12-9 0,2 12-6 0,0 0-17 16,0 0-12-16,0 0-6 0,0 0-4 16,0 0-9-16,0 0-4 0,0 0-4 0,0 0-3 15,2 33-1-15,1-14-5 0,-2 0-2 0,2 8 0 16,1 1 1-16,-1 1-6 0,1 0 3 0,-1 0-5 15,0 0-4-15,1-1-1 0,3-2-2 0,-5 1 6 0,2-2-6 16,1-2-5-16,-1-4 5 0,2 7-1 16,0-1-5-16,0-2 2 0,-3-6 1 0,0 0-5 15,2 0-1-15,-1 1 6 0,-1-6-6 0,1 1 4 16,-2 0-5-16,1-3 3 0,1 3-4 0,-3-5-13 16,2 3-20-16,-2-1-22 0,1-3-35 0,0 1-20 15,-2-8-23-15,-2 10-25 0,2-10-88 0,-5 8-262 16,0-4 115-16</inkml:trace>
  <inkml:trace contextRef="#ctx0" brushRef="#br0" timeOffset="82391.6">19343 15291 22 0,'10'-6'115'0,"0"2"6"0,2 0-16 16,2 3-4-16,4 1-11 0,1 0-8 0,-7-1-10 16,5 5-7-16,-2 1-3 0,-3 2-8 0,-3 0-3 15,-1 3-6-15,-3-2 8 0,0 3-16 0,-1 5 0 16,-5 2-6-16,-6 1 0 0,-3 5-3 16,-1-3 0-16,-3-3 2 0,-3 1-7 0,-1 0-4 0,4-5-6 15,-1 0-12-15,1-2-14 0,0 0-31 0,1-2-30 16,3-1-29-16,1-1-78 0,-2-2-195 0,5-2 87 15</inkml:trace>
  <inkml:trace contextRef="#ctx0" brushRef="#br0" timeOffset="82657.07">19930 15097 63 0,'0'0'148'0,"4"-6"6"0,-4 6-22 0,0 0-11 16,5-5-15-16,-5 5-4 0,0 0-9 0,0 0 5 0,8 12 4 15,-5-2-2-15,1 1-5 0,-1 7-1 0,-1-1-13 16,2 2-7-16,0 7-4 0,2-3-9 0,-5 2-3 16,2 1-6-16,-3-5-5 0,1-2-4 0,-1 1-7 15,3 4-1-15,-2-6 1 0,-1 1-5 16,0-1-19-16,0-1-25 0,1-1-29 0,-1 1-36 15,0-6-35-15,-1 1-45 0,1-3-116 0,-4 0-296 0,2-3 132 16</inkml:trace>
  <inkml:trace contextRef="#ctx0" brushRef="#br0" timeOffset="83102.5">19876 15331 69 0,'0'0'122'0,"0"0"-17"0,14-11 4 16,-4 6-5-16,3-1 0 0,4 2-14 16,3-3 1-16,7 0-11 0,0 1-11 0,1 1 1 15,-1 1-8-15,-7 1 0 0,1 3-7 0,-3-2-17 16,-4 3-1-16,0 2-4 0,0-1 3 0,-4 5-10 16,0-1 5-16,4 4-2 0,-6-2-4 0,0 0 0 15,-2 2 0-15,3-2 1 0,-3 2-6 0,1-2-1 16,-3 1-4-16,-2-2 1 0,4 0 1 0,-6-7 0 15,7 14-4-15,-1-10 5 0,-1 1-7 0,-5-5-2 16,16 6 5-16,-6-2 3 0,-10-4 0 0,10 0 1 16,-10 0 6-16,21-7-6 0,-11 2 8 0,3 0-3 15,-6-3-1-15,2 2-2 0,0-1 1 0,-3-1 1 16,1-1-1-16,-2 0-3 0,3 0 3 0,-3 0 1 16,-3 1 4-16,2-1 2 0,-3 2-1 0,1 1 4 15,-2 6-4-15,4-11-2 0,-2 7 1 0,-2 4-8 16,3-5-4-16,-3 5-6 0,0 0-2 0,0 0 2 15,0 0-5-15,0 0 8 0,0 0-2 0,0 0-9 16,10 31 11-16,-9-14-4 0,-1-1-2 0,4 2 3 16,-3 3-5-16,1-2 5 0,-1 5-4 0,-1-5 3 15,4-1-6-15,-2 0-14 0,0 1-33 0,0 1-31 16,-1-2-21-16,2-1-39 0,-3-2-35 0,-1-2-125 16,1-2-322-16,0 0 143 0</inkml:trace>
  <inkml:trace contextRef="#ctx0" brushRef="#br0" timeOffset="83359.64">20644 15086 154 0,'-1'-11'200'0,"-2"0"1"15,2 3-12-15,0 0-15 0,1 8-16 0,-3-10-23 16,3 10-12-16,0 0-12 0,0 0-8 0,0 0-10 15,7 31 0-15,-4-7-4 0,0 5-9 0,2-1-6 16,-4 5-10-16,0-4-3 0,-1 2-8 0,3 2-1 16,-2-2-6-16,1-1-5 0,-2-1-4 0,1-1-1 15,3-2-7-15,-2-2-2 0,0-5-10 0,2-2-17 16,-2-1-27-16,-1 1-34 0,1 0-44 16,0-4-33-16,-2-2-28 0,1 1-159 0,-6-2-350 0,3-1 155 15</inkml:trace>
  <inkml:trace contextRef="#ctx0" brushRef="#br0" timeOffset="83766.92">20740 15252 139 0,'17'-8'165'0,"-2"1"-4"0,-2 4-15 0,-3 2-17 15,-2-1-8-15,-8 2-12 0,12 3-9 0,-12-3-7 16,7 11-4-16,-7-11-11 0,-3 20-10 0,-1-9-3 15,-3 4-7-15,-2 2-8 0,-1-3-5 0,-2 1 0 16,1-5-6-16,0 1-7 0,2 1-2 16,0-6-4-16,2 1-1 0,3 0-3 0,-1-3-3 15,5-4-4-15,-5 5 2 0,5-5-9 0,-4 8-4 0,4-8 4 16,0 0 0-16,0 0-2 0,11 2-2 0,-11-2 2 16,23-5 0-16,-10 0-2 0,5-3 2 15,0 0-2-15,2 1 2 0,7-4-3 0,-1-1 1 16,-8 2 1-16,-2 1-4 0,0 1 3 0,0-3-1 15,-2 1 0-15,-1 0-1 0,1 0 3 0,-5 2 8 16,-1 1-6-16,-2-1 6 0,-6 8 6 0,6-12 6 16,-4 5 3-16,-1 1-2 0,-1 6 3 0,-1-11-2 15,1 11 7-15,0 0 0 0,-8-7 0 0,8 7-8 16,-13 3-2-16,13-3-1 0,-18 12-2 0,11 1 0 16,-6 1-2-16,4 1-3 0,4 0-2 0,0 2-4 15,2 0 3-15,3-1-20 0,3 0-23 0,3-1-44 16,3 0-61-16,6-1-64 0,-3-4-138 0,8-1-363 15,6-1 161-15</inkml:trace>
  <inkml:trace contextRef="#ctx0" brushRef="#br0" timeOffset="84341.07">21720 15158 95 0,'-6'-4'166'0,"-5"0"-11"0,-2 4-10 0,-2 0-7 16,-4 4 2-16,0 3-20 0,-7 3-4 0,2 7-11 15,3-1-7-15,1 4-11 0,-1 3-8 16,3-1-3-16,2 3-6 0,2-3-8 0,7-3-8 0,2-1-2 16,2 8-6-16,0-10-6 0,2 0-4 0,6-1-1 15,-2-2-4-15,3-3-4 0,1-2-2 0,4 1-2 16,-3-5-1-16,2-1-2 0,3-3 0 0,-2 0-4 15,3-3 0-15,2-3 0 0,1-1-3 0,-2-5-3 16,0 2 3-16,-2-1 1 0,1-2-6 0,-3-3 5 16,-2 1-5-16,-1 0 5 0,1 0-5 15,-5-1 2-15,1 0 4 0,-4-3 2 0,3 4-7 0,-3 2-2 16,1 0 2-16,-2 2 5 0,0 1 4 0,1 4 0 16,-1 6 7-16,-1-16 1 0,1 16-2 0,-2-8-1 15,2 8-7-15,0 0-4 0,0-8-2 0,0 8-3 16,0 0 7-16,0 0 0 0,0 0 0 15,4 23-3-15,-1-11 0 0,-3-1 3 0,0 6-1 16,1 1 3-16,1 1-8 0,0 0 5 0,-1-3-5 0,0 0 5 16,3 4-2-16,-1-3-2 0,1 0-2 0,-1-1-34 15,0-6-21-15,0 1-55 0,-1 0-33 0,3 0-51 16,-2-4-174-16,-3-7-391 0,-2 15 173 0</inkml:trace>
  <inkml:trace contextRef="#ctx0" brushRef="#br0" timeOffset="84673.63">21816 15273 8 0,'0'0'157'0,"0"0"-2"16,0 0 3-16,0 0-5 0,19 22-10 0,-14-13-6 16,-1 3-12-16,0 5-10 0,1-2-13 0,0 0-7 15,-2-2-13-15,-1 3-5 0,1-1-4 0,-2-4-12 16,3 0-2-16,-4-1-4 0,1-5-7 0,-1-5 0 0,2 11 8 15,-2-11 10-15,0 7-1 0,0-7-3 16,0 0-6-16,0 0-9 0,0 0 1 0,0 0-7 16,-6-25-2-16,6 14-5 0,0 11-4 0,4-24-1 15,0 7-1-15,4 2-6 0,-2-5 4 0,1 5-6 16,0 0-1-16,5 2-2 0,-3 0-3 0,-3 3 1 16,1 2-4-16,1 2 1 0,0 2-3 0,-8 4-3 15,17 0 0-15,-17 0 2 0,19 6 1 0,-11 1-3 16,0 1 0-16,0 7-1 0,0-1 1 0,-2 0-1 15,-2 3-12-15,0-2-33 0,-2 0-36 0,2 2-52 16,-1-6-50-16,-2 2-197 0,-1-2-405 0,0 0 180 16</inkml:trace>
  <inkml:trace contextRef="#ctx0" brushRef="#br0" timeOffset="85081.59">22316 15272 83 0,'0'0'178'0,"-7"-15"-3"0,7 15-7 16,-12-5-4-16,1 3-10 0,11 2-9 0,-21 6-14 16,9 0-12-16,-6 4-10 0,2 3-9 0,-2 4-10 15,2-1-7-15,5-4-8 0,-1 2-10 0,0 1-7 16,3-1-4-16,3-2-6 0,4-3-4 0,1 2-4 16,2-4-3-16,1 1-6 0,1-2 1 0,1-1-4 15,5 1-5-15,1-3 4 0,2-3-6 0,-1 0-1 16,3-1-2-16,-1-3-3 0,0 0 0 0,1-3 0 15,2-4-1-15,-3 0 2 0,0-4-1 0,-3 3 0 16,-1-2-2-16,0-3 7 0,-3 1-1 0,1-3-4 16,-5-5 1-16,2 0-4 0,-3 6-1 0,-1-10 3 15,0 10-1-15,-1-10-5 0,-3 4 5 0,-2-4-3 16,0 1 0-16,2 9 1 0,-3-7 5 0,5 7 10 16,-2 5 12-16,1 1 6 0,2 2 4 0,0 2-1 15,-2 2-10-15,3 6-9 0,0 0-5 0,0 0-4 16,0 0-4-16,0 0 4 0,7 24-4 15,-3-5-2-15,2 9 0 0,-1 3-1 0,-1-2-5 0,2 3 6 16,-5 0-5-16,2 1-2 0,0 0-27 0,-3-2-20 16,2-1-41-16,1-3-50 0,1 1-65 0,-3-2-57 15,-4-7-135-15,3-1-420 0,0-3 186 16</inkml:trace>
  <inkml:trace contextRef="#ctx0" brushRef="#br0" timeOffset="85405.54">22601 15257 111 0,'0'0'179'0,"0"0"-8"0,0 0-7 0,10 19-8 16,-7-14-8-16,-3-5-19 0,1 17-3 0,0-6-14 16,2-2-9-16,-3 3-9 0,1-2-9 0,3 0-4 15,-3-4-9-15,0 1-8 0,-1-7-4 0,1 12-4 16,-1-12 9-16,0 8 8 0,0-8 6 0,0 0-5 15,4 3-6-15,-4-3-5 0,0 0-10 0,0 0-3 16,0 0-5-16,9-33-4 0,-3 21-6 0,2-3-2 16,-1-2-6-16,2-1 1 0,6-4-4 0,-1 0 0 15,3 0-6-15,-3 6-2 0,-3 2 0 0,2 1-3 16,-3 3-1-16,-2 1-3 0,3 4-3 0,-4 1-2 0,-7 4 1 16,14-1-2-16,-14 1 4 0,15 7-2 15,-7-1 3-15,-3 0-5 0,0 3-1 0,0 3 2 16,-4-1-5-16,1 6-29 0,-6-1-40 0,3 1-53 15,1 2-63-15,-3-1-217 0,1-1-436 0,0-1 194 16</inkml:trace>
  <inkml:trace contextRef="#ctx0" brushRef="#br0" timeOffset="85823.72">23195 14969 149 0,'0'0'194'0,"0"-9"-17"0,0 9-16 0,0 0-20 16,0 0-14-16,0 0-6 0,0 0 2 0,0 0-1 15,8 30-7-15,-7-5-7 0,3 3-5 0,-4 2-13 16,1 0-3-16,0 1-11 0,-1 1-9 0,-1 0-2 0,1-3-6 15,1 0-7-15,-1-1 3 0,2-3-15 16,-2 1-1-16,-2-8-5 0,1 1-12 0,-3 0-30 16,2-3-27-16,-1-1-32 0,1-4-45 0,-2 0-50 15,1-1-163-15,-5-1-350 0,2-2 155 0</inkml:trace>
  <inkml:trace contextRef="#ctx0" brushRef="#br0" timeOffset="86228.26">23121 15212 84 0,'0'0'127'0,"9"-5"-2"0,-3 1 6 15,-6 4-10-15,17-6 2 0,-6 3-5 0,3 0-11 16,-1 2-7-16,0-1-15 0,6 0-7 0,-2 1-3 16,1 1-10-16,-4 1-5 0,0 1-6 0,-3-1-7 15,2 3-6-15,-4 0 2 0,0 1-1 0,1-2-7 16,-1 5 1-16,-1-2-7 0,-2 0 2 0,-1 2-4 15,2-1-4-15,-2-2-3 0,-5-5 8 0,10 13-8 16,-5-6-6-16,0-2 3 0,-5-5 0 0,8 7-3 16,-3-3 3-16,-5-4-3 0,14 5 1 0,-14-5-2 15,13 0 1-15,-3 0-3 0,-10 0 2 0,17-7 0 16,-11 4 1-16,-6 3 0 0,13-10 3 0,-6 3-2 16,0 1-4-16,-1-2 2 0,-1 0 1 0,2 1 3 15,-3-1-1-15,-1 1-4 0,0 0 3 0,0 1 4 16,-3 6 3-16,5-8-7 0,-3 4-3 0,-2 4-1 15,0 0-6-15,0 0 3 0,0 0 6 0,0 0 0 16,17 14 0-16,-13-3-2 0,-2 0 1 0,2 4-4 16,-1 3 2-16,-1-1-1 0,0 5 2 0,0-4-4 15,2 1-2-15,-3-1-16 0,2 1-21 0,-2-1-27 16,0-1-42-16,2-6-34 0,-2 0-59 0,-2 0-123 16,1-11-342-16,-3 19 152 0</inkml:trace>
  <inkml:trace contextRef="#ctx0" brushRef="#br0" timeOffset="86469.92">23754 14963 166 0,'0'-13'197'0,"-2"4"3"0,2 9-9 0,-1-14-22 15,1 14-17-15,0 0-17 0,0 0-14 0,0 0-10 16,0 0-11-16,11 34-7 0,-7-6-5 0,3 4-6 15,-4 1-3-15,4 14-9 0,-4-14-7 16,-2 2-4-16,1-2-6 0,-2 0-3 0,4 3-3 16,0-7-2-16,-2 1-10 0,1-1 0 0,1-2-6 0,1-4-4 15,-1-3-19-15,-3-4-37 0,-1 3-49 0,-1-3-46 16,-2-3-58-16,-1 1-146 0,1-3-358 0,-6-2 158 16</inkml:trace>
  <inkml:trace contextRef="#ctx0" brushRef="#br0" timeOffset="86898.9">23861 15150 85 0,'13'0'151'0,"-2"0"-10"0,-11 0-7 0,17 7-10 0,-8-3-14 15,-3 4-8-15,-2 2-16 0,-3 0-9 0,-3 3-6 16,-5 2-4-16,0 2-1 0,-1-4-9 15,-2 2-8-15,-4-1 1 0,3-1-2 0,-1-3-17 16,3 0-3-16,0-3-2 0,4-2-7 0,5-5-4 0,-13 8 1 16,13-8-4-16,-5 8-4 0,5-8-2 15,-3 8 2-15,3-8 5 0,0 0-5 0,0 0 3 16,17 5-6-16,-17-5 1 0,22 0-2 0,-3-2 1 16,0-2-3-16,0-1 3 0,1 1-6 0,7-3 1 15,-2-1 5-15,-5 3-1 0,0-3 3 0,5-4 1 16,-6 3 2-16,-1-1-6 0,-1 0-1 0,-2-2 3 0,-4 2 0 15,2-1-1-15,-3-4 2 0,-2 5 0 16,-3 0-1-16,-4 0 6 0,3 1 7 0,-3-1-2 16,1 2 9-16,-2 8-1 0,0-11 5 0,0 11 0 15,-3-10 1-15,3 10-4 0,-4-6-2 0,4 6-4 16,0 0-4-16,0 0 6 0,-15 13-4 0,7-4-4 16,1 1-2-16,2 3 3 0,-1 2-2 0,1 0-4 15,4 1-15-15,1-4-15 0,0 1-41 0,6 2-34 16,-2-1-44-16,8-2-33 0,-6-3-99 0,8 0-292 15,2 0 129-15</inkml:trace>
  <inkml:trace contextRef="#ctx0" brushRef="#br0" timeOffset="89179.4">25960 14883 32 0,'-4'-8'92'0,"4"8"-22"0,0 0-14 16,0 0-23-16,0 0-18 0,0 0-35 0,0 0-27 0,0 0-50 16,-2 30 22-16</inkml:trace>
  <inkml:trace contextRef="#ctx0" brushRef="#br0" timeOffset="96275.69">25320 15121 11 0,'0'0'33'0,"0"0"1"16,0 0-3-16,0 0-2 0,0 0 3 0,0 0 2 16,0 0-3-16,0 0 1 0,0 0-3 0,0 0 5 15,0 0-3-15,0 0 2 0,0 0 3 0,0 0 1 16,0 0-4-16,0 0-7 0,0 0-3 0,0 0-10 15,0 0 2-15,0 0 0 0,0 0 6 0,0 0-8 16,0 0 1-16,0 0 0 0,12-13-4 16,-12 13 4-16,0 0-6 0,0 0 9 0,0 0-14 0,0 0 3 15,0 0-4-15,0 0-1 0,6-3 3 0,-6 3-9 16,0 0 0-16,0 0-1 0,0 0-6 0,0 0-4 16,0 0-1-16,0 0-8 0,0 0 9 0,0 0-4 15,0 0 2-15,0 0-1 0,0 0-2 0,0 0 0 16,0 0-6-16,0 0-7 0,0 0-6 15,0 0-30-15,0 0-76 0,0 0 35 0</inkml:trace>
  <inkml:trace contextRef="#ctx0" brushRef="#br0" timeOffset="102395.86">24565 15116 47 0,'0'0'128'16,"-9"-1"-1"-16,9 1-15 0,0 0-14 0,0 0-8 15,-9 4 0-15,9-4-1 0,-8 10-6 0,6-5-9 16,-2 2-7-16,4-7-9 0,-5 13-1 0,4-6 6 16,1 2-16-16,-2 1-4 0,2 0-3 0,2-1-2 15,-2 0-4-15,0 0-2 0,2-4-5 0,2 1 7 16,0 0-9-16,2 0 3 0,-3-1 5 0,7 0-2 15,-2-1 4-15,-2-1-4 0,2 1 3 0,1-3-6 16,1-1-1-16,-10 0-3 0,14-3-1 0,-6 1-5 16,-1-1 7-16,0 2-1 0,-7 1-1 0,10-8-4 15,-5 0-2-15,-1 4-2 0,0-5-3 0,-2 0 12 16,2-1-13-16,-4 3-9 0,-2-3 1 0,-1-1-2 16,0 3 1-16,-2-3-2 0,0 0-3 0,0 1-2 15,-4 1 1-15,3 2-4 0,-4-2 2 0,1 4 0 16,-1 0 3-16,-1 0-2 0,4 1 1 0,0 2 0 15,7 2-1-15,-14-2 4 0,14 2-1 0,-10-1-9 16,10 1 7-16,0 0 2 0,0 0-1 0,0 0-3 0,-7 5-2 16,7-5 6-16,0 0-4 0,0 0 0 15,25 1 3-15,-14-1 1 0,3-3 4 0,5-2-5 16,-1 1 4-16,0-3-1 0,0 1-9 0,-1 0-2 16,-2-1 2-16,-3-1 1 0,3 0 4 0,-6 2 1 0,0-5-2 15,2 0 0-15,-4 0 7 0,-1 0 4 0,-1-4 9 16,-1 4-7-16,1 2 6 0,-3-2 10 15,-1 4 2-15,0 1 4 0,-1 6 4 0,2-13 1 16,-2 13-11-16,0-5-3 0,0 5-1 0,0 0-8 0,0 0 6 16,0 0 6-16,-1 38-2 0,-1-10 5 0,2 1-1 15,0 1-1-15,2 2-2 0,-2 1 0 0,1-2-3 16,1 1-7-16,0 2 1 0,3-7 2 0,-5 0-1 16,3 2 0-16,0-4-4 0,2 0-3 0,-5-8-1 15,0 1-16-15,1-3-25 0,-2-2-27 0,1 2-47 16,-2-4-44-16,-1 0-46 0,-3-1-110 0,0-5-334 15,6-5 149-15</inkml:trace>
  <inkml:trace contextRef="#ctx0" brushRef="#br0" timeOffset="102548.12">24777 15244 1746 0,'9'-14'25'0,"1"-1"-18"15,-2 4-20-15,1 4 19 0,-1-2-4 0,-1 2 7 0,2 2-8 16,3-1 0-16,-2-1-4 0,3 3 6 0,2-3-20 15,-3 2-26-15,0-1-23 0,-1 3-37 0,1-1-37 16,-7 1-97-16,-5 3-255 0,9-6 114 16</inkml:trace>
  <inkml:trace contextRef="#ctx0" brushRef="#br0" timeOffset="102741.14">25014 14923 32 0,'4'-10'159'0,"-4"10"-11"0,3-10-13 15,-3 10-16-15,0 0-10 0,5-8 10 0,-5 8-3 16,0 0 0-16,13 12 2 0,-6-2 1 0,-1 5-10 16,1 2-9-16,-1 7-6 0,-5 1-12 0,2 4-4 15,-5 0-12-15,0 0-4 0,-5 1-6 0,2-4-6 16,-2 0-17-16,1 1-22 0,1-3-21 0,-1-5-36 16,3-3-26-16,-2 0-41 0,2-4-34 0,-1-2-128 15,-2-1-295-15,6-9 130 0</inkml:trace>
  <inkml:trace contextRef="#ctx0" brushRef="#br0" timeOffset="103265.95">24993 15159 1320 0,'4'-9'26'0,"1"0"-1"0,-1 0-28 0,-4 9 4 16,6-9-9-16,-6 9 2 0,7-10-5 0,0 5 7 16,0-1 10-16,2-2-1 0,1 0-2 0,2 2 7 15,1-5-3-15,1 1 4 0,-1 1-2 0,-1 2 2 16,-3-2 1-16,0 1 5 0,-1 1 8 0,0 1 11 15,-1-3 3-15,-1 2 6 0,-1 0-1 0,0-1 2 16,3-1 1-16,-7 2 3 0,2-2-10 0,2 0 1 16,-5 4 0-16,0 5-1 0,4-11-7 0,-4 11-4 15,2-6-12-15,-2 6 0 0,0 0-2 0,0 0 4 16,13 12-4-16,-9-1-5 0,4 4 1 0,-5 4 6 16,3 6-2-16,-3-6 3 0,1 8-5 0,3 1-2 15,-5-3 1-15,-2-6 1 0,3 0-6 0,-3-3 2 16,2 2 0-16,0-3-3 0,0 0 5 0,2-2-1 15,-4-4-4-15,0-9-1 0,1 14-5 0,-1-14-3 16,2 11 9-16,-2-11-3 0,0 0-3 0,0 0 1 16,0 0-6-16,0 0 4 0,26-15-1 0,-19 8 3 15,9-3-3-15,-7 1 1 0,5-2-3 0,-1 2 1 16,5 0 0-16,-7 3-1 0,4-1 3 0,-1 4-2 16,-3-1 9-16,3 3-4 0,-2-1-1 15,1 1 3-15,-2 0 2 0,-11 1-2 0,20 2 1 0,-12-2 3 16,2 2-6-16,-10-2 0 0,14 1 3 0,-14-1 3 15,13 0 0-15,-13 0 2 0,0 0-7 0,13-6 4 16,-13 6 1-16,10-8 0 0,-6 3-1 0,-1-2 1 16,1-2 7-16,0-1 1 0,-2-2 2 0,-2 2 4 15,0 1 3-15,0-1 2 0,0 10 0 0,-4-16 3 16,4 10-9-16,0 6 3 0,-5-11-8 0,1 9 0 16,4 2-5-16,-14 2 1 0,14-2-2 0,-19 13-11 15,4-3-25-15,2 4-28 0,-5 6-36 0,7-5-44 16,-1 0-39-16,-1 3-187 0,1-4-389 0,7 1 172 15</inkml:trace>
  <inkml:trace contextRef="#ctx0" brushRef="#br0" timeOffset="103632.01">25834 15150 27 0,'13'-16'192'0,"1"3"2"0,-3-3-5 15,6-5-3-15,-8 3-7 0,4-4-9 0,-2 4-16 16,-2-5-12-16,0-3-16 0,1 2-10 16,-2-2-8-16,-3 7-8 0,-1 0-5 0,0 3-4 15,-2 5 6-15,0-2-7 0,-1 3-4 0,2 2-7 16,-6 1-9-16,3 7-8 0,0-10-1 0,0 10-16 16,-3-7-4-16,3 7-6 0,0 0-5 0,-15 10-4 0,6-1-2 15,-4 5-4-15,4-1-4 0,0 3-10 0,-3 1-10 16,8-1-13-16,0 0-3 0,3 1-4 15,2-2-9-15,5 1 1 0,-2 2 3 0,6-5 0 16,-1 2 2-16,4-4 1 0,3 1 4 0,-5 0 4 16,5-2 3-16,-3-1-1 0,-4 0 2 0,3-1-1 0,-2-1-3 15,-1 1 5-15,-1 1 5 0,-2-3-5 0,-3 0 6 16,-1 1-1-16,2 1 0 0,-4 1-1 0,0-9-23 16,-9 15-23-16,3-8-35 0,-2-1-34 0,-1 3-17 15,1-3-18-15,-1-1-20 0,-3-1-97 16,1 0-298-16,11-4 132 0</inkml:trace>
  <inkml:trace contextRef="#ctx0" brushRef="#br0" timeOffset="103921.66">26241 14938 67 0,'6'-8'194'0,"-1"3"-3"16,-5 5-15-16,9-8-11 0,-9 8-14 15,0 0-14-15,0 0-8 0,0 0-8 0,0 0-5 16,0 0-12-16,-24 15-8 0,17-7-11 0,-3 2-8 15,4-1-5-15,1 1-8 0,-1 5-3 0,2-5-8 0,-1 1-2 16,0-3-8-16,5 5 0 0,0-13-10 16,-2 12-1-16,2-12-1 0,2 10-3 0,0-5-1 15,-2-5-7-15,0 0 3 0,16 1-4 0,-16-1-1 16,16-3-1-16,-16 3-1 0,20-7-3 0,-11 0 0 16,3 4-1-16,-12 3 4 0,13-8-7 0,-13 8 0 0,11-5-4 15,-11 5-6-15,7-2 2 0,-7 2 1 16,9 3-2-16,-9-3 0 0,0 0-8 0,8 16-13 15,-7-6-29-15,1 2-38 0,-2 0-39 0,0-12-35 16,-3 22-43-16,-3-11-108 0,2 0-340 0,4-11 151 16</inkml:trace>
  <inkml:trace contextRef="#ctx0" brushRef="#br0" timeOffset="104481.65">26468 15048 25 0,'5'-8'178'15,"-5"8"0"-15,0-9-8 0,0 9 4 0,0-10-6 16,0 10-6-16,-5-8-4 0,5 8-11 0,-1-9-9 16,1 9-4-16,-4-6-1 0,4 6-12 0,-2-9-4 15,2 9 0-15,-2-9-9 0,2 9-8 0,-3-8-4 16,3 8-6-16,0-10-11 0,0 10-2 0,0-11-8 16,0 11-10-16,3-13-2 0,1 7 1 0,-2 1-17 15,-2 5-2-15,6-11-8 0,-2 7-3 0,-4 4-6 16,6-9 1-16,-1 7-6 0,-5 2-1 0,0 0-2 15,11 0-2-15,-11 0 0 0,14 8-4 0,-6 0-4 16,-3-3 1-16,-1 4 2 0,6 0 0 0,-6 0 4 16,0 2-6-16,1-2-3 0,-3 1 2 0,0-3 1 15,0 0 1-15,0-1-9 0,-2-6 0 0,3 10 1 16,-3-10-1-16,3 4 2 0,-3-4-1 0,0 0-4 16,0 0-12-16,0 0-5 0,0 0 0 0,13-10 3 15,-11 2 3-15,2 1 3 0,3-1-5 0,0-3 4 16,0 2 0-16,4-4 4 0,-1 0 5 0,0 2-12 15,-3 4 5-15,2-2 2 0,-2 3 1 0,0 0 3 16,-1 2-4-16,3 3-2 0,0 0 2 0,-9 1 0 16,18 4-1-16,-8 1 8 0,0-1-3 15,-3 1-2-15,4 1 3 0,-1-1-1 0,-2 2 3 0,1-2 1 16,1 0 1-16,3-3 4 0,1 1 1 0,-1-3 2 16,5-2 4-16,0-1 0 0,2-3 4 0,-2-3-4 15,0 0 4-15,0-3 1 0,-5 3 2 0,3-2-1 16,-3-2 9-16,-4 0-7 0,-2 1 1 0,3-3-4 15,-6 0 2-15,2-1-2 0,-1 4 4 0,-1 2 0 16,-6 1-1-16,2 9 1 0,-2-15-2 16,2 15-8-16,-5-9 1 0,5 9-6 0,0 0 3 0,-25 8-2 15,10 3 1-15,-3 6-2 0,0 2-16 0,-2 4-29 16,-1 2-38-16,4-1-54 0,3-1-63 0,1 0-64 16,-1 0-153-16,9-8-448 0,1-2 199 0</inkml:trace>
  <inkml:trace contextRef="#ctx0" brushRef="#br0" timeOffset="105307.76">23879 15780 56 0,'2'4'146'15,"-2"-4"-13"-15,3 8-7 0,-3-8-11 0,0 0 1 16,1 10-5-16,-1-10 15 0,0 0-1 0,4 2 3 16,-4-2 2-16,0 0-3 0,0 0-4 0,0 0-8 15,0 0-11-15,0 0-8 0,0 0-7 0,0 0-6 16,0 0 20-16,0 0-11 0,-18-16-5 0,15 9-14 15,2-2-6-15,1 1-6 0,0-3-6 0,0 1 1 16,0-3-13-16,3 0-1 0,2 1-8 16,4-2-5-16,0-1 0 0,2 3-4 0,5 2-4 0,-1 0-1 15,4 1-3-15,-1 5-6 0,2 2 0 16,0 2-1-16,-1 1-3 0,1 4 3 0,6 7-4 16,-9-3 0-16,0 1-3 0,-1 3 0 0,-4-1 0 15,0 2 1-15,-1-1-3 0,-2 0 0 0,-2-1-2 0,-3-3 2 16,2 0 2-16,-2 1-1 0,0-2-1 0,-2-1 4 15,1-3-4-15,-2 3 1 0,-1-7 3 0,1 6 0 16,-1-6-1-16,0 0-4 0,0 0 4 0,0 0-1 16,0 0-3-16,0 0-4 0,0 0 1 15,0 0-5-15,-2-24-1 0,4 14-2 0,2-6-2 16,3 1-3-16,0-1 4 0,3 0-2 0,2 3 0 16,1 1 1-16,-3 4 0 0,-1 1-2 0,2 0 3 0,-2 6 4 15,3 2-3-15,-2 2 5 0,-1 1-6 0,1 3 3 16,-2 4 3-16,1 3-1 0,-3 1 2 0,-2 3-1 15,-1 1-18-15,-1-2-26 0,0 0-26 0,-1 1-33 16,0-2-33-16,-1-3-32 0,2 3-25 16,-2-4-137-16,0-1-363 0,3-4 160 0</inkml:trace>
  <inkml:trace contextRef="#ctx0" brushRef="#br0" timeOffset="105645.7">24642 15708 3 0,'0'0'167'0,"1"-11"-17"0,-1 11 3 0,0 0-7 16,-14-6 2-16,14 6-4 0,-21 6-4 0,4 1-8 16,1 2-7-16,3 1-12 0,-2 4-12 0,4-3-10 15,-1 4-8-15,2 1-9 0,1-1-5 0,0-5-8 16,4 7-5-16,5-7-7 0,-3 0-4 0,1 2-4 16,3-3-1-16,-1-9-6 0,4 14 0 0,-1-10-6 15,0 0 2-15,-3-4-7 0,12 5-3 0,-12-5-2 16,0 0-3-16,18-5-1 0,-11 2-2 0,0-2 8 15,0 0-8-15,1-3-1 0,-4-1-1 0,6 2 0 16,-9-2-3-16,2-2 1 0,-2 2-2 0,1-1 0 16,0 4 1-16,-2 6 5 0,4-13 0 0,-4 8-9 15,0 5-2-15,0 0 1 0,3-7-2 0,-3 7 2 16,0 0-1-16,0 0 2 0,12 20 1 0,-11-13-2 16,3 5 0-16,-1-3-1 0,1 2 6 0,-2 1-7 15,2-1-19-15,1 1-27 0,-1-2-29 0,-1 0-38 16,0-2-32-16,3 1-35 0,-1-2-142 0,-5-7-348 15,9 6 153-15</inkml:trace>
  <inkml:trace contextRef="#ctx0" brushRef="#br0" timeOffset="105853.75">24798 15540 116 0,'-2'-10'224'0,"2"10"-7"16,-4-13-13-16,4 13-25 0,-2-8-16 0,2 8-16 15,0 0-11-15,0 0 0 0,0 0-9 0,8 31-5 16,-3-7-17-16,-5 4-12 0,0 1-7 16,1-1-7-16,3 2-6 0,-2-1-10 0,0 1-8 0,-1-2-7 15,1-4-12-15,0 2-26 0,0-8-36 0,-2 1-39 16,3 0-50-16,-4-2-18 0,1-1-51 0,-4 0-132 16,0-6-343-16,0 0 152 0</inkml:trace>
  <inkml:trace contextRef="#ctx0" brushRef="#br0" timeOffset="105996.74">24765 15686 1 0,'0'0'130'0,"15"0"-35"0,-15 0-46 0,14 6-51 15,-7 1-44-15,0-1-50 0,-2 2 23 0</inkml:trace>
  <inkml:trace contextRef="#ctx0" brushRef="#br0" timeOffset="106636.06">25002 15851 149 0,'16'-8'181'0,"1"-1"4"0,0 0-8 0,-2 0-1 15,1-2-13-15,-5 5-8 0,1-5-15 0,-2 3-10 16,-3 0-6-16,1-1-9 0,-4 0-13 0,-1 2-6 15,-1-3-6-15,-2 4-11 0,-2-3-9 16,-2 0-4-16,1 1-8 0,-1 2-6 0,-3-1-7 0,-3 0-2 16,2 5-7-16,0-1-2 0,-3 2-7 0,11 1 2 15,-19 4-6-15,7-1-1 0,3 4-2 0,1 3-1 16,1-2-4-16,-5 7-1 0,8-1-3 0,-1 2-1 16,1-3-1-16,4 2 0 0,0 1 3 0,0 0-6 15,3-5 3-15,-1 0-2 0,4 2 1 0,-2-4-2 16,4 1-1-16,-4-4 2 0,3 2 3 15,0-1-6-15,-1-2 2 0,1-2 1 0,2 1-5 0,2-2 5 16,-1-2 1-16,-10 0-5 0,17-5 3 0,-8 3-1 16,3-3 0-16,-2-2 1 0,0 2-2 0,-1-3 2 15,-1 2 2-15,0-2 1 0,-2 0-5 0,1-2 2 16,0 0 1-16,1 1-2 0,-1-5-2 0,2 5 1 16,-1-6 2-16,0 4-1 0,-2 1-1 15,4-3 0-15,-1 1 1 0,-2 4-3 0,-1 0-3 16,1-1 0-16,0 4 2 0,-2 1-4 0,-5 4 0 0,10-5 4 15,-5 4-6-15,-5 1 2 0,13 7 7 16,-6-1 4-16,-2 3-3 0,2 1 1 0,-3 0-1 0,1 2 1 16,1-1 1-16,-1 5-1 0,-3-5-2 15,2 1 2-15,1 1 0 0,-1-4 1 0,1 1-3 16,-1-1-1-16,0-1 0 0,1-5 2 0,-3 3 2 16,-2-6 0-16,0 0 1 0,12 6-3 0,-7-6 2 15,-5 0 1-15,12-6-2 0,-6 2 0 0,0-1-1 0,3-5-2 16,-4 3 0-16,3-5 1 0,-4 2 1 0,2-2 2 15,-2-4-6-15,0-1 2 0,1 2 1 16,-3 0-3-16,1 1 4 0,0-1-4 0,0 5 2 16,0 0-3-16,-1 5 1 0,0-2-1 0,-2 7-3 15,2-6 0-15,-2 6 1 0,0 0-4 0,0 0 4 16,0 0 2-16,9 16-2 0,-7-7 2 16,-2 2 1-16,0 1-2 0,-2 0 1 0,2 2-23 0,0-2-24 15,0-1-30-15,0 2-38 0,0-1-40 0,0-2-54 16,0-10-193-16,-2 15-436 0,2-15 193 0</inkml:trace>
  <inkml:trace contextRef="#ctx0" brushRef="#br0" timeOffset="106795.79">25452 15512 160 0,'0'0'142'0,"0"0"-16"0,0 0-28 15,0 0-36-15,0 0-40 0,-13 33-38 0,13-18-33 16,-4-2-43-16,3 3-97 0,1-16 43 0</inkml:trace>
  <inkml:trace contextRef="#ctx0" brushRef="#br0" timeOffset="107123.26">25617 15659 149 0,'6'-5'215'0,"-3"2"-3"0,-3 3-3 0,8-6-10 0,-8 6-8 16,3-2-12-16,-3 2-12 0,0 0-21 0,0 0-11 15,0 0-15-15,0 0-12 0,0 0-10 0,-14 13-8 16,1-1-8-16,2 0-9 0,-1-1-7 16,1 2-7-16,4 1-6 0,0-3-5 0,1 3-2 0,0-4-5 15,4 0-6-15,-2-2-4 0,0 0-6 16,4-3-1-16,0-5-1 0,0 0-3 0,4 10-1 16,2-7-2-16,-6-3 0 0,17-4-3 0,-8 0-2 0,2-4-4 15,2 4 6-15,2-7-3 0,-4 3 0 0,3-3-1 16,-4 1 1-16,-1-2 1 0,0 0 0 0,-4 2 3 15,1 0 6-15,-1 3 8 0,-1 1 0 16,-1 2 5-16,-3 4-11 0,6-6 0 0,-6 6-8 16,5-4-3-16,-5 4-1 0,0 0 4 0,0 0-5 15,5 11 2-15,-5-11 3 0,4 16-5 0,-4-5 1 16,0 1 0-16,2-1-19 0,-2-1-26 0,2 0-28 0,-2 1-34 16,1 0-32-16,-1-11-60 0,4 14-59 15,0-8-178-15,-4-6-459 0,0 0 204 0</inkml:trace>
  <inkml:trace contextRef="#ctx0" brushRef="#br0" timeOffset="107319.45">25796 15428 6 0,'0'0'278'0,"0"-13"-15"15,0 13-21-15,0 0-10 0,0 0-7 0,0 0-8 16,0 0 3-16,0 0-6 0,-9 37-21 0,9-9-20 15,-2-3-18-15,0 4-11 0,4-2-20 0,0 3-13 16,0-3-8-16,0 2-31 0,-2-3-43 0,3-2-43 16,-1 1-49-16,-1-4-65 0,-1-6-94 0,-1 4-207 15,-1-2-465-15,4-6 205 0</inkml:trace>
  <inkml:trace contextRef="#ctx0" brushRef="#br0" timeOffset="107834.09">26312 15437 190 0,'-2'-11'221'0,"2"11"-16"0,-8-5-10 15,8 5-12-15,-7-3-16 0,7 3-15 0,-14 0-13 0,5 4-15 16,1 2-14-16,-2 1-10 0,1 1-7 0,-2 3-13 16,3-1-7-16,0 1-6 0,2-1-10 0,-1 3-6 15,3-3-3-15,2 0-4 0,2 2-5 16,2 1-3-16,0-1-9 0,4-1 5 0,1 2-5 16,3-3-3-16,-2-1-2 0,8 1-5 0,-5-2 0 0,3 5 0 15,2-3-4-15,-3 0-1 0,1-1-4 0,-1 1 1 16,-5-5-3-16,4 2 3 0,-5-1-5 0,-1 1-1 15,-1-2 1-15,-1 1 2 0,0-2-2 0,0 3 0 16,-4-7 0-16,0 13 5 0,0-13-5 16,-10 16 0-16,3-9-7 0,-1 0-19 0,-6 4-27 15,-1-3-39-15,6-2-45 0,-3 1-45 0,-1 0-187 0,1-2-395 16,1-2 175-16</inkml:trace>
  <inkml:trace contextRef="#ctx0" brushRef="#br0" timeOffset="108111.2">26452 15754 53 0,'13'-7'210'0,"1"-3"-4"15,-3 1-6-15,1 2-13 0,-3-2-2 0,1 1-13 16,-3 1-11-16,1-1-6 0,-6 0-5 16,2 0-14-16,0-2-3 0,-4 1-5 0,1-2-12 15,-1 0-4-15,2 1 6 0,-2 10 6 0,-3-11 2 16,1 3-4-16,2 8-9 0,-4-10-11 0,4 10-8 15,-2-8-12-15,2 8-15 0,0 0-9 0,0 0-1 16,0 0-5-16,0 0-5 0,-8 24-5 0,6-13-5 16,2 4-4-16,0 3 4 0,0-1-12 0,2-2-2 15,1 2-1-15,0-6-7 0,3 6-21 0,-2-4-26 16,1-3-35-16,-1 0-37 0,1 0-45 16,4-2-58-16,-4-1-56 0,-1-2-216 0,0-3-519 0,-4-2 230 15</inkml:trace>
  <inkml:trace contextRef="#ctx0" brushRef="#br0" timeOffset="108273.63">26589 15444 73 0,'0'0'195'0,"0"0"-21"0,-2-10-17 0,2 10-19 15,0 0-11-15,0 0-22 0,0 0-42 0,0 0-55 16,7 28-66-16,-7-17-106 0,0-11-178 0,0 25 80 15</inkml:trace>
  <inkml:trace contextRef="#ctx0" brushRef="#br0" timeOffset="108397.61">26749 15691 94 0,'0'0'277'0,"7"6"-27"16,-5-2-17-16,-2-4-18 0,6 7-7 0,-6-7-17 15,2 9-16-15,0-4-14 0,-2-5-16 0,0 12-47 16,0-12-81-16,-4 11-114 0,-4-6-232 0,8-5-354 15,-17 6 157-15</inkml:trace>
  <inkml:trace contextRef="#ctx0" brushRef="#br0" timeOffset="123388.58">18133 16451 17 0,'0'0'116'0,"0"0"-13"0,-4-18-1 0,4 18 4 15,0 0-1-15,-3-6-1 0,3 6 3 0,0 0-5 16,0 0-11-16,-5-5-5 0,5 5-7 0,0 0-6 16,0 0-10-16,0 0-8 0,0 0 0 0,0 0-11 15,0 0-5-15,0 0 0 0,0 0-8 16,0 0-4-16,0 0-1 0,0 0-3 0,0 0-1 0,0 0-4 15,0 0 1-15,0 0 0 0,0 0-6 0,0 0-1 16,0 0 3-16,0 0-3 0,0 0 3 0,0 0-4 16,0 0-3-16,0 0 0 0,0 0 0 0,0 0 1 15,0 0-4-15,0 0 1 0,0 0 9 16,0 0 5-16,0 0 3 0,0 0-3 0,0 0 6 16,0 0-14-16,26 12 7 0,-13-15 1 0,-1 2-5 15,1 0 5-15,6-2-5 0,-3 1 3 0,0-1-6 16,3-1 7-16,-2 0 0 0,1 2-2 0,-5 0-4 15,-2 1 2-15,0 0-3 0,-1-1 1 0,-3 2 2 0,-7 0-7 16,11-3 5-16,-11 3-6 0,9 0 3 16,-9 0 2-16,0 0 0 0,0 0-1 0,10 0 3 15,-10 0-1-15,0 0-1 0,0 0 1 0,0 0-2 16,0 0-3-16,0 0 1 0,0 0-2 0,7 1-4 16,-7-1 7-16,0 0-14 0,0 0-19 15,0 0-21-15,0 0-24 0,0 0-25 0,0 0-38 0,2 8-50 16,-2-8-116-16,0 0-322 0,0 0 143 0</inkml:trace>
  <inkml:trace contextRef="#ctx0" brushRef="#br0" timeOffset="127683.12">19243 16383 116 0,'-5'-6'140'0,"-2"2"-3"15,-2-3-3-15,0 2-13 0,0 0-8 0,-3 0-7 16,-1 2-11-16,1 2-4 0,0-2-4 0,-3 2-3 0,2 1-4 15,-5 1-5-15,5 2-5 0,-3 1 0 0,3 2-9 16,1 0-7-16,-1 4-4 0,1 0-4 16,2-4-5-16,0 4 0 0,1-1-9 0,2 0 2 15,2 1-7-15,0 1-1 0,4-2-3 0,1 2-4 16,0-3 4-16,2-1-4 0,5 0-2 0,-2-1 0 16,1 2-3-16,-1-3 3 0,7-1-5 0,-1-2-1 15,3 1 1-15,4-4-2 0,1-1-2 0,-2-2 5 16,5-2-5-16,-3-1 3 0,1-2-1 0,5-3-3 15,-1-1-1-15,-7 0 0 0,-2-1-4 0,-2 0 0 16,3-6 7-16,-2-4-3 0,-2 2-2 0,-5 2 3 16,0-6-3-16,1 0-2 0,-3 2 4 0,-4-6-4 15,3-1 1-15,-4-2 0 0,0 0-5 0,0 5 10 16,0 1 3-16,-2 9 11 0,-1 1 12 0,1 5 8 16,2 2-1-16,0 10 3 0,2-15-9 0,-2 15-4 15,0 0-5-15,-2-11-4 0,2 11-7 16,0 0 1-16,0 0-2 0,0 0-3 0,0 0-2 15,0 0 5-15,-6 36-8 0,5-5 4 0,-2 2-4 0,1 0-2 16,-1 0 5-16,2 1-8 0,-2-2 5 0,2 1-1 16,1-1 0-16,1-6-1 0,2 0 2 0,1 0-2 15,1-3-3-15,-1-5 4 0,2-1 0 0,1-2-1 16,0-5 0-16,-1 1 2 0,1-1-2 16,3-3 1-16,1-2-1 0,0-1 6 0,4 1-5 0,-2-5-2 15,1 2-1-15,4-4-1 0,1-1 2 16,-1-3 2-16,-2-2 5 0,0-2-7 0,-2 2-2 15,-1-5 2-15,-1 2 1 0,-3 0 2 0,-1 0-5 16,0 0 4-16,-2 0 0 0,-2 3 0 0,-2-2-6 16,-2 10 7-16,6-12-9 0,-6 12 3 0,6-8-3 15,-5 4 1-15,-1 4-6 0,0 0-2 0,7-3 1 16,-7 3 4-16,0 0 0 0,0 0-1 0,5 16 4 16,-1-8-1-16,-3-3 1 0,1 5 2 0,4-1-2 15,-3-1 1-15,2-2 0 0,0-1 4 0,2-1-2 16,3 2 4-16,2-2-7 0,0-2 4 0,8-2 2 15,-4-2-3-15,3-2 1 0,3-2-1 0,-4 2 1 16,0-4-2-16,-3 1 1 0,-2 1 3 0,-3-1-1 16,-1-1 2-16,-1 0-4 0,-2-2 0 0,2 3 0 15,-2-4 1-15,-3 3-2 0,2 2 4 0,-2-4-3 16,-3 10 2-16,3-10-1 0,-3 10 2 0,3-7-8 16,-3 7-1-16,0 0-3 0,0 0 5 0,0 0-1 15,0 0-2-15,0 0 4 0,-4 27-2 0,-2-13-1 16,3 3 6-16,-1-1-6 0,3 1 6 0,0 0-2 15,0 2 1-15,2-4-16 0,-1 2-18 16,1-6-26-16,-1 3-44 0,0-4-35 0,1-1-57 16,-1 1-174-16,0-10-399 0,-2 13 177 0</inkml:trace>
  <inkml:trace contextRef="#ctx0" brushRef="#br0" timeOffset="127845.83">19624 16264 1432 0,'-7'-16'95'0,"-1"-1"-10"0,4 1-31 16,-1 6-12-16,5 10-22 0,-4-12 1 0,4 12-13 15,0 0 0-15,3-18-5 0,-3 18-29 0,12-6-28 16,-12 6-43-16,25 0-169 0,-12 1-287 0,6-1 128 16</inkml:trace>
  <inkml:trace contextRef="#ctx0" brushRef="#br0" timeOffset="128371.65">20160 16433 50 0,'19'-25'162'0,"3"3"-1"0,-3-1-12 0,-1-2 1 15,-1-2-16-15,0 3-3 0,-2-2-14 0,-2-1-10 16,0-2-7-16,-3 1-9 0,-1 3 0 0,-2 0-5 16,0 1 6-16,-5 9-4 0,-1 3 1 0,-1 2-1 15,1 1-7-15,-2 2-10 0,1 7-8 0,-10-11-5 16,3 9-3-16,0 0-12 0,-5 5-5 0,-1 3-2 16,-3 3-2-16,-1 2-6 0,0 2-3 0,1 8 0 15,3-4-3-15,2-2-4 0,3 3-3 0,3 0 4 16,1-1-8-16,4 2 0 0,1 0 0 0,6-1 0 15,3 7-2-15,3-3-3 0,2-2 3 0,4 0-4 16,0-2 0-16,-2-4-2 0,3 4 4 0,-3-6-4 16,1 2 4-16,-7-3-5 0,2 1 1 0,-4-2-2 15,-1-2 5-15,-3 1-9 0,0 0-3 0,0 1-2 16,-4 0-7-16,-1-2-14 0,-5 1-14 0,0 0-35 16,-1-1-16-16,-3-1-39 0,1 1-34 0,-3-3-28 15,-1 1-115-15,1-2-335 0,0-1 149 0</inkml:trace>
  <inkml:trace contextRef="#ctx0" brushRef="#br0" timeOffset="128553.49">20541 16209 93 0,'2'-4'203'0,"2"0"-17"0,-4 4-23 15,0 0-10-15,0 0-14 0,0 0 2 0,13 11-13 16,-11-2-10-16,-3 2-12 0,2 8-10 15,-2 0-3-15,1 1-12 0,-5 5-24 0,4 0-36 0,-3-1-40 16,0-5-46-16,0 0-68 0,-1 0-128 16,0-5-281-16,-4 2 124 0</inkml:trace>
  <inkml:trace contextRef="#ctx0" brushRef="#br0" timeOffset="129295.74">20731 16503 36 0,'0'0'200'0,"6"-6"-5"0,-6 6-11 16,2-7-5-16,-2 7-8 0,5-9-16 0,-4 2-14 16,0 0-12-16,3-3-13 0,0-2-15 0,1 3-6 15,0-2-7-15,3-5-9 0,-1 6-7 16,1 0-7-16,-1 0-2 0,0 0-6 0,2 4-5 15,-1 0-2-15,1 0-10 0,4 5-2 0,-3 2 0 16,0-1 0-16,1 3-6 0,0 4-2 0,-2-2-2 16,1 0-5-16,-1 3-2 0,-1-1-1 0,-2 1-1 15,0 0-1-15,2-1-7 0,-4-1 1 0,0 0 0 16,-2-2-2-16,-2-4-2 0,4 9 4 0,-4-9-2 16,4 4 3-16,-4-4-1 0,0 0 1 0,0 0-6 15,0 0 5-15,0 0-3 0,0 0-6 0,0 0 8 16,11-16-5-16,-8 6-4 0,3 0 1 0,0 2 0 15,2-6-1-15,1 1-1 0,-1 4 0 0,1 1-2 16,0-2 4-16,1 1-6 0,2 4 0 0,-2-2 0 16,-1 3 2-16,0 0-2 0,-9 4 0 0,20 0-2 15,-11 4 0-15,4 0-1 0,-3 2 2 0,0-1 0 16,1 4 2-16,-1-1 2 0,-1 2-1 0,2 2 1 16,1-1-6-16,1 1 4 0,-2-4 2 0,-2-1 4 15,4-3-2-15,-3 4 0 0,2-5 0 0,1 0-1 16,-1-1 7-16,0-3-4 0,-1 0 0 0,1-2-1 15,-1 0 1-15,-2-1-1 0,-1-3 1 0,-1-1 0 16,2-2 1-16,-4 0-2 0,1 3-3 16,-4-4 3-16,2-6 3 0,-3 5-6 0,1-2 3 0,-2 0-1 15,-2 3-2-15,1 1 6 0,1 10 0 16,-1-18 0-16,1 18 0 0,0-12-1 0,0 12-2 16,0 0-3-16,-3-9-3 0,3 9-3 0,0 0 11 0,0 0-5 15,0 0 0-15,-2 32 1 0,2-19-1 16,-2 2 3-16,1 2-2 0,0-1-4 0,2 0-29 15,-1 0-25-15,-1-3-30 0,2 1-29 0,2-3-50 16,-5 0-39-16,2-1-151 0,0-10-385 0,0 11 171 16</inkml:trace>
  <inkml:trace contextRef="#ctx0" brushRef="#br0" timeOffset="129454.73">21245 16072 61 0,'0'0'94'0,"0"0"-49"15,0 0-46-15,0 0-33 0,0 0-35 0,0 0 16 16</inkml:trace>
  <inkml:trace contextRef="#ctx0" brushRef="#br0" timeOffset="129803.86">21401 15999 205 0,'-3'-6'228'0,"3"6"-23"0,-3-7-26 0,3 7-17 16,0 0-14-16,0 0-16 0,0 0-12 0,0 0-12 15,7 36-10-15,-3-8-9 0,-2-2-6 0,1 1-6 16,-2 5-8-16,2 0-5 0,-3-1-7 0,1 2-8 15,-2-3-5-15,2-2-14 0,0-1-24 0,-1-2-29 0,0-5-29 16,4-1-35-16,-1-2-46 0,-1 1-177 16,-1-2-335-16,6-2 147 0</inkml:trace>
  <inkml:trace contextRef="#ctx0" brushRef="#br0" timeOffset="130384.58">21766 16306 21 0,'0'0'201'0,"1"-9"-22"0,-1 9-20 15,0 0-8-15,-11-8-18 0,5 8-7 0,6 0-14 16,-22 4-7-16,8 1-13 0,-2 3-6 0,-1 4-10 16,-1-1-6-16,-3 8-7 0,5-5-6 0,4-1-7 15,-1 1-4-15,2 2-7 0,6-5-2 0,1-1-2 16,0 2-8-16,1-5 0 0,1 3-8 15,4-3-9-15,-2-7 1 0,4 10 2 0,0-6-7 0,4-1 1 16,0-2-3-16,2-1-4 0,1-1 3 0,1-4-6 16,2 1 5-16,-3-3 4 0,2 1-3 0,-1-4 2 15,0-2-1-15,1-1-3 0,-3-1 1 16,-1 1 1-16,-1 2 1 0,0-3 3 0,1 0 1 16,-4 2-2-16,0-4-1 0,-3 4 7 0,2 0 10 15,-1 2 2-15,-3 10 11 0,5-10 1 0,-5 10 2 16,1-9-11-16,-1 9-4 0,0 0-1 0,0 0-4 15,0 0-1-15,0 0-2 0,0 0-3 0,0 0 3 16,0 0-4-16,0 36-3 0,0-21 1 0,0-3 1 0,1 6-3 16,3-4-1-16,-1 2-1 0,1-5 2 15,1-1-3-15,0 0-1 0,0-2-1 0,0 1 5 16,3-2-3-16,1 0 1 0,-2-2-2 0,2-1-1 16,-1 0 4-16,0-2 1 0,-1 1-4 0,0-2 5 15,-7-1-1-15,12-2 0 0,-12 2-2 0,0 0 0 16,13-8 0-16,-13 8 1 0,8-12-2 0,-7 5 1 15,3-1-1-15,-1-3-3 0,-1 0 2 0,1 2 0 16,-3 9 1-16,2-20 0 0,-2 20 0 0,3-16 2 16,-1 10 6-16,-2 6 0 0,0 0-4 0,2-13 3 15,-2 13-2-15,0 0-3 0,0 0 0 0,0 0 3 16,0 0-2-16,0 0 4 0,0 0 1 0,23 21 2 16,-18-10-5-16,1 5 0 0,-2-5-13 0,-1 3-30 15,2 2-46-15,2-2-59 0,1 1-55 0,-7-1-174 16,2-4-399-16,-3-10 176 0</inkml:trace>
  <inkml:trace contextRef="#ctx0" brushRef="#br0" timeOffset="130982.57">22432 16394 82 0,'0'0'130'0,"0"0"3"0,0 0-3 0,0 0 0 0,0 0-9 15,0 0-11-15,0 0-6 0,-10 13-8 16,10-13-12-16,0 0 1 0,0 0-1 0,0 0-2 15,-3 6 0-15,3-6 2 0,0 0 5 0,0 0 0 16,0 0 4-16,0 0-7 0,0 0-11 0,0 0-1 16,-18-5-13-16,13 0-4 0,-1 0 0 0,-2-3-9 15,-1 1-7-15,3-5-4 0,-1 3-1 0,2-2-1 0,0 0-6 16,0-4-1-16,4-1-3 0,-2-3-5 16,7 4 5-16,-1 3-8 0,2 3-5 0,1-2 1 15,3 2-4-15,4 2-1 0,0 4-2 0,6 1-3 16,0 5 3-16,3 3-4 0,3 6 1 0,2 3-5 15,-6 3 5-15,0 3-1 0,0 1 3 0,-3-2-4 16,-2-1-1-16,-5-1-1 0,0 0 5 0,-1-1-5 16,1-2 4-16,-5 0-7 0,-1-2 7 0,-3-4-3 15,2 1 0-15,0-3-1 0,-3-1 6 0,1-1 0 16,-2-5 0-16,0 8 2 0,0-8-2 0,0 0 2 16,0 0 0-16,0 0 2 0,0 0-4 0,0 0-2 15,0 0 3-15,0 0-6 0,-7-30 1 0,11 18-8 16,0-5 3-16,1-1-7 0,3 1 4 15,1 4-6-15,-2 0 6 0,4-1-4 0,-3 6 4 0,0-1-2 16,3 5 0-16,-4 1 0 0,3 2 1 16,-10 1-1-16,16 7 2 0,-5-1 4 0,-2 3-4 0,-2 0 2 15,3 4 2-15,-3 5-3 0,-1-3-2 0,-4 1-26 16,2-1-29-16,-4 0-46 0,1 1-23 0,1-4-48 16,-2-2-159-16,-2 1-367 0,2-11 164 0</inkml:trace>
  <inkml:trace contextRef="#ctx0" brushRef="#br0" timeOffset="131350.06">23103 16330 72 0,'0'0'158'0,"0"0"-2"0,-9-7-8 0,9 7-10 16,-14 3-10-16,4 1-11 0,-2 6 0 0,-2 1-12 15,3 4-12-15,0-1-9 0,0 1-6 16,3 3-8-16,-1-2-6 0,2-2-2 0,3-2-15 15,3 4 0-15,-1-4-5 0,2-2-3 0,3-2-5 16,-2 2-6-16,3-5 6 0,1 0-6 0,0-1-6 16,2-2 1-16,3-2-1 0,0-1-4 0,0-4 0 15,-1 0 2-15,1-3-6 0,-2 1 3 0,0-3 6 16,1-4 0-16,-2 0 2 0,0 3-3 0,-3-1 3 16,1-1 1-16,0-1-1 0,-3 4 6 0,1 0 0 15,-1 3 6-15,0 1-3 0,-2 6-6 0,2-9-3 16,-2 9-5-16,0 0-5 0,0 0 0 0,0 0-1 15,0 0 1-15,0 0-8 0,8 27 1 0,-7-16-1 16,2 1 5-16,-1 0-3 0,1 2-4 0,0-2 2 16,2-2-3-16,0 0-1 0,2 0-15 0,2-2-5 15,4-2-27-15,-1-1-26 0,0-1-26 0,8-1-33 16,-1-3-21-16,-4 0-30 0,4-3-128 16,-3-2-331-16,-4-1 146 0</inkml:trace>
  <inkml:trace contextRef="#ctx0" brushRef="#br0" timeOffset="131533.63">23396 16176 61 0,'0'-21'132'16,"2"4"6"-16,-1 5 11 0,-1 12-10 15,3-18-1-15,-3 18-19 0,3-9 1 0,-3 9-3 16,0 0 4-16,0 0 2 0,20 20-2 0,-14-4-14 16,5 7-6-16,-4 2-8 0,0-1-14 0,-2 4 0 15,-1 0-12-15,-2 1-5 0,1-1-7 0,-3-3-3 16,0 1-11-16,0 0-24 0,-4-7-33 0,0 6-48 15,3-7-48-15,-4-3-59 0,0 1-141 0,2-7-337 0,-2 1 149 16</inkml:trace>
  <inkml:trace contextRef="#ctx0" brushRef="#br0" timeOffset="131683.15">23427 16270 5 0,'10'3'-2'0,"-10"-3"0"0</inkml:trace>
  <inkml:trace contextRef="#ctx0" brushRef="#br0" timeOffset="132296.53">23572 16509 82 0,'13'-1'179'0,"-2"0"18"0,2-1-1 0,-3-2-6 16,2-1-2-16,-2 0-23 0,3 0-17 15,-2-2-12-15,-1-1-8 0,1-1-16 0,-1-2-9 16,-2 0-8-16,-1-5-13 0,0 0-7 0,-2-2-6 16,-1 1-8-16,-6 1-5 0,2 4-9 0,-5-4-3 15,1 2-4-15,-1 2-5 0,1 1-4 0,-1 3-4 0,5 8-1 16,-10-11-6-16,5 8-6 0,5 3-1 15,0 0-3-15,-14 0 0 0,14 0-5 0,-9 14 2 16,4-3 0-16,0 6 1 0,0 0-4 0,1 1-1 16,4 1 2-16,-3-2-3 0,3 2 3 0,1-2-3 15,-1-6-4-15,4 6 7 0,2-5-4 0,-3-2 0 16,4 0 0-16,0 0 3 0,0-3 1 0,2 0 0 16,0-2-2-16,2-1 2 0,-1-1 0 0,-2-3 0 15,5 0 1-15,-2-3 0 0,2-1-3 0,0 1 1 16,0-3 1-16,2-3 1 0,-1 0-7 0,0-1 4 15,-1-1-1-15,1 2 2 0,-1-4-4 0,1 0 5 16,-4 0 0-16,0-1-3 0,4-1-2 0,-2-1 1 16,1 2-2-16,-5 4 1 0,4-3 1 0,-4 5 1 15,2-1-6-15,-1 4 3 0,-3 2-3 16,-6 3 1-16,17-2 0 0,-17 2 0 0,14 8 3 16,-6 2-4-16,-1-1 2 0,0 6-1 0,-2-1 0 15,-1 2 1-15,0-5 2 0,-2 1-4 0,1-1 4 0,2 2-1 16,-2-2 0-16,0-1-2 0,2 0 3 15,-2-3 1-15,1-1 1 0,2 1 4 0,0-3-1 0,2-1 4 16,-2-2-1-16,-6-1 2 0,17-2-1 16,-7 0-1-16,-1-3 5 0,3 0-2 0,-3-1 1 0,0-1-2 15,1-2 1-15,-3-1-5 0,0-1 0 16,-2 0 4-16,1-4-5 0,2 3 2 0,-3 1-1 16,-1-1-3-16,0 0 0 0,-2 4 1 0,-2 8-2 15,3-15 1-15,-3 15-2 0,3-9-5 0,-3 9 0 16,0 0-1-16,2-1 0 0,-2 1 3 0,0 0-3 15,0 0-14-15,-2 23-15 0,2-23-35 0,-6 25-52 0,4-12-60 16,-5 1-220-16,-3-2-432 0,4-1 192 0</inkml:trace>
  <inkml:trace contextRef="#ctx0" brushRef="#br0" timeOffset="133388.12">24474 16256 142 0,'0'0'221'0,"0"-8"-16"0,0 8-16 16,0 0-16-16,0 0-14 0,0 0-14 0,-28 15-12 16,14-5-14-16,0 4-9 0,-6 4-11 0,2 2-13 15,1-1-7-15,4-2-7 0,1-2-33 0,4-1-2 16,1-2-6-16,4 3 0 0,0-3-6 0,2-3-2 15,1 0-1-15,1-2-5 0,-1-7 2 0,6 12-2 16,0-9-5-16,1 0 1 0,3-3 3 0,1 0-3 16,-1-1-4-16,1-4 3 0,1-1-3 0,3-2 2 15,1-1-6-15,-2-1 2 0,-2-2-1 0,-1-2-1 16,0 1-3-16,1-1 6 0,-2-1 7 0,0 1-3 16,-2-2 1-16,-3 1 5 0,-1-2-4 0,0 1 0 15,-2-1-4-15,-1 5 11 0,1 2 9 0,-2 10 3 16,0-14 1-16,0 14-7 0,1-10-1 0,-1 10-7 15,0 0-4-15,0 0-2 0,0 0-4 0,0 0 4 16,0 0-10-16,0 0 8 0,-10 30-2 16,10-14-1-16,-2-1-2 0,2 1 2 0,0-5-1 15,2 0 1-15,2 1-1 0,-3 0 0 0,1-5-1 0,2 3 1 16,6-3 1-16,-1-2-1 0,3-1 2 0,2-1-1 16,5-3 0-16,-4-3 4 0,5 0-4 0,-2-4-1 15,-1 2 3-15,-1-4 1 0,-2-2-2 0,-1 0 5 16,-2-1 4-16,1-1 4 0,-3-2-6 15,-2-2 1-15,0-1-1 0,-1-7-4 0,-1 2 2 0,-3 2-1 16,-2-7 2-16,2-3-8 0,-3 3 2 0,-2 2-2 16,-1 8 0-16,2 2 6 0,0 2 12 15,0 3 1-15,1 2 3 0,1 9 0 0,-2-14-6 16,2 14-9-16,0 0 1 0,0 0-2 0,0 0-3 16,0 0-1-16,0 0 2 0,-10 39-2 0,10-7 2 0,-4 1-4 15,2 1 2-15,-1-1-1 0,-1-1-3 16,2-1 3-16,0-4-7 0,2 2 5 0,4-2-1 15,-2-1 0-15,1-7-1 0,1 0-1 0,1-5 0 16,4 1 2-16,-2-4 0 0,1-3 1 0,-1-1-1 16,4 0 1-16,0-2 2 0,0-4-2 0,7-1 0 15,1-3-1-15,-1 0 0 0,7-9-1 0,-6 5 2 16,4-9-2-16,0-1 1 0,-1-3-1 0,-3 1 0 16,-2 0 0-16,1-1 2 0,-5-2 0 0,-4 6-3 15,1 0 2-15,-2 0-2 0,-1 5 0 0,-2 3-2 16,-2 1 1-16,1 0-1 0,0 1-6 0,-4 6-5 15,2-5 5-15,-2 5 3 0,0 0-4 0,0 0 0 16,0 0 0-16,-4 32 0 0,-2-17 2 0,2 3-2 16,-2 0 8-16,1 2-5 0,3-4 2 0,-4 4-4 15,1-2 3-15,3 0-2 0,-1-1-1 0,3-1 2 16,0-2 1-16,0-3 0 0,-2 2 9 16,2-2-11-16,0-1 2 0,-2 0-1 0,1-1-14 0,1 0-29 15,-4-2-47-15,4-7-47 0,-4 11-71 0,-2-6-74 16,6-5-144-16,-17 4-465 0,17-4 206 0</inkml:trace>
  <inkml:trace contextRef="#ctx0" brushRef="#br0" timeOffset="133539.44">25199 16449 2273 0,'13'-2'57'0,"-2"3"-34"0,-11-1-29 0,21-1 3 0,-12 1 1 15,-9 0-3-15,15 1 13 0,-15-1 0 0,0 0-2 16,14 0-2-16,-14 0 4 0,0 0-12 0,0 0-50 15,0 0-52-15,0 0-65 0,0 0-169 16,0 0-367-16,0 0 162 0</inkml:trace>
  <inkml:trace contextRef="#ctx0" brushRef="#br0" timeOffset="136371.19">19100 16796 124 0,'-1'-10'175'15,"0"3"-2"-15,-1-2-15 0,0 2-10 0,2 7-15 16,-4-8-11-16,4 8-9 0,0 0-15 0,-3-7-11 16,3 7-10-16,0 0-7 0,0 0-5 0,0 0-11 15,-6 31-3-15,5-13-7 0,-2 7-14 0,2 5 5 16,0 1-3-16,1 2-1 0,1-4-4 0,4 3 2 15,-1-3-9-15,4-1 1 0,1-2 29 0,1 0-1 16,0-4-7-16,2-8-6 0,0 1-3 0,2-4-4 16,0-1-1-16,-2-3 1 0,-1-2-8 0,3 0 6 15,-2-4-8-15,-12-1 1 0,27-3-3 0,-9-2 1 16,-3-3-2-16,2 0 1 0,-5-3-5 0,5-1 2 16,1-5-4-16,-4 2 1 0,0-5-1 0,-5 5-2 15,5 0 1-15,-6-5-3 0,-3 2 4 0,6-5-8 16,-4 3 3-16,-5 1 2 0,5 2-1 15,-3 3-4-15,-4 14 4 0,8-21 3 0,-8 21 0 0,4-11-3 16,-4 11 1-16,0 0-3 0,0 0-3 0,1-16-1 16,-1 16-2-16,0 0 1 0,0 0 10 0,0 0-9 15,0 0 3-15,6 38-4 0,-6-38 7 0,1 31-3 16,1-20-6-16,2 6 3 0,-1-5-1 0,-2 4 1 16,4-1 4-16,-1-4-6 0,0-1 4 15,-4-10 1-15,9 15-1 0,-3-7 2 0,-6-8 0 16,14 9 0-16,-14-9 2 0,18 1-1 0,-18-1 2 15,22-5-2-15,-10-1-1 0,0-6 0 0,1 3 1 16,0-2-2-16,-2-3 0 0,0-1 3 0,0 0-1 16,-2-2 0-16,0-1 1 0,-3-6-2 0,1 6 3 15,-4 1-4-15,3-1 4 0,-5 6-1 0,1 0-1 16,-2 12 1-16,0-21 1 0,0 21-7 0,0-16 4 16,0 16 1-16,0 0-5 0,0 0 1 0,-6-11-4 15,6 11 0-15,0 0 6 0,0 0-6 0,-19 29 3 16,15-14 1-16,2-2-4 0,0 4-1 0,4-1 2 15,-1-2-1-15,3 3 4 0,1-2-2 0,2 1 1 16,0-1 0-16,0 0 0 0,1-5-3 0,0 1 1 16,-1-2-1-16,2 0 0 0,3 3-2 0,-2-5 3 15,-2 1-5-15,-2 0 6 0,1-1-4 0,-1-1-7 16,-6-6-2-16,9 11-9 0,-9-11-14 0,4 9-15 16,-4-9-22-16,0 0-26 0,0 18-34 15,0-18-49-15,0 0-150 0,-11 15-361 0,11-15 159 0</inkml:trace>
  <inkml:trace contextRef="#ctx0" brushRef="#br0" timeOffset="136735.27">19918 16839 2 0,'5'-15'213'0,"-5"15"-15"15,4-9-22-15,-4 9-27 0,0 0-12 0,0 0-10 16,0 0-4-16,0 0-7 0,0 0-11 0,7 30-2 15,-7-13-12-15,-2 1-8 0,1-1-9 0,2-1-6 16,3 1-9-16,-1-2-5 0,2-1-15 16,-2-3 9-16,3-1-3 0,0-2-8 0,1 1-4 0,1-3 0 15,1 0-1-15,-9-6-10 0,16 7 6 0,-16-7-5 16,20-1-3-16,-20 1-5 0,23-10 8 0,-14 4-4 16,3-6-3-16,-2 4 7 0,-3-4-5 0,4-1 0 15,-2-1 0-15,-4 3-3 0,-5 11 3 0,10-23-1 16,-6 7-5-16,-2 7 3 0,-2 9 3 0,7-15-3 15,-7 15 4-15,4-9-2 0,-4 9-12 16,0 0 0-16,6-8 1 0,-6 8 1 0,0 0 0 16,0 0 0-16,0 0-2 0,18 27 3 0,-14-18-2 15,1 3 1-15,1-1-2 0,1 3-5 0,0-1-18 16,0-3-28-16,-7-10-21 0,14 19-28 0,-7-10-37 16,5-1-26-16,-2-1-18 0,-10-7-143 0,24 7-345 0,-7-7 153 15</inkml:trace>
  <inkml:trace contextRef="#ctx0" brushRef="#br0" timeOffset="137753.34">20525 16867 63 0,'14'-15'139'0,"-6"7"3"0,0-2-1 0,-8 10-4 16,10-16-3-16,-10 16-9 0,4-10-7 0,-4 10-11 15,0 0-7-15,0 0-10 0,0 0-1 0,0 0-5 16,0 0 0-16,0 0-4 0,-57 26-7 0,45-12-8 16,0 0-9-16,3-1-4 0,1 2-2 0,1-4-9 15,3 4-4-15,2-4 1 0,2-11-6 0,-4 18 3 16,4-18-5-16,1 20-3 0,-1-20-2 0,6 11-3 15,-6-11-3-15,7 10-2 0,-7-10-3 0,0 0 0 16,15 3-2-16,-15-3-4 0,0 0 3 0,0 0-1 16,23-12 0-16,-23 12-3 0,9-8-3 0,-9 8 5 15,9-15 1-15,-3 8 0 0,-2-2-1 0,-4 9 0 16,4-15 1-16,-4 15-2 0,3-12 6 0,-3 12-7 16,0 0-3-16,0 0-1 0,5-12-4 0,-5 12 3 15,0 0 2-15,0 0-6 0,0 0 7 0,0 0-4 16,16 24-1-16,-12-14 2 0,-4-10 1 15,10 21 2-15,-4-11-2 0,2-1-1 0,-1 1-3 0,2 0 4 16,-1-1 3-16,2-3 1 0,1-1-1 16,2-1-1-16,1 0 1 0,-14-4-1 0,28-2 2 15,-15-1-1-15,1-1 5 0,3-3-2 0,-6 0 4 0,-2-2 1 16,0 1 4-16,-1 0 1 0,0-1 2 0,-2-1 3 16,-1-3 4-16,-3 1-4 0,-2 12-5 0,4-23 6 15,-5 4-6-15,-2 2 0 0,0 1-4 0,-1-3-1 16,-2 0-9-16,3 1 10 0,-2 0-7 15,-2-7 2-15,2 8 3 0,0 1-10 0,1 0 8 16,2 5 11-16,2 11 2 0,-3-15-2 0,3 15 0 16,-4-11-7-16,4 11-1 0,0 0 3 0,0 0-2 15,0 0 3-15,0 0-1 0,17 33 1 16,-12-16 0-16,3 11 1 0,-1-4-2 0,-2 2-2 16,2 2-3-16,-3-8 3 0,1 5-1 0,-1 0-6 0,1 2 3 15,-3-10-2-15,3 1-2 0,2-2 3 0,0-1-1 16,0-1-1-16,-2-4-5 0,3 0 2 0,-1-3 1 15,3-2 4-15,-10-5-2 0,20 4-1 0,-20-4-2 16,24-3 3-16,-12-3-2 0,3-1 1 0,-1-2-7 16,1-2 8-16,-2-3-1 0,0-1-4 0,-1 1 3 15,-2-4-3-15,0 0 2 0,-1 1 2 0,0-6 0 16,-6 3-3-16,0 2 0 0,1 0 2 16,-2 0-5-16,-2 0 0 0,2 6 5 0,-2 12-5 15,0-22-3-15,0 22 0 0,1-13 0 0,-1 13-8 16,0 0 3-16,0 0 2 0,0 0-1 0,0 0 2 15,0 0 2-15,0 0 2 0,0 0 0 0,9 49 0 16,-5-31-2-16,-4 1 4 0,4 5-5 0,-4-5 5 16,3 1-1-16,-1-4 3 0,4 1 1 0,0 0-3 15,0-6-3-15,4 2 8 0,-1-4-1 0,-2-1 8 16,2-2-8-16,0 1 2 0,4-2 3 0,-13-5 2 16,20 1-5-16,-20-1 2 0,21-1 2 0,-21 1-3 15,22-9-8-15,-12 2-4 0,3 1 12 0,-4-4-14 16,1-2 14-16,0 2-8 0,0-3 5 0,1 0 3 15,-3 6-1-15,-1-2 0 0,-7 9 1 0,7-12-5 16,-7 12-5-16,0 0 1 0,10-8-3 0,-10 8 1 16,0 0-3-16,0 0 3 0,0 0-3 0,0 0 6 15,0 0-8-15,19 20 8 0,-19-20-2 0,5 12 1 16,-5-12 2-16,7 11-5 0,-7-11 2 0,7 10-1 16,-7-10 2-16,9 8 5 0,-9-8-6 0,6 7 4 15,-6-7 0-15,0 0 0 0,0 0 1 0,19-3-2 16,-19 3 2-16,0 0 2 0,17-8-11 0,-17 8 8 15,13-8-4-15,-13 8-1 0,11-6 2 16,-11 6-6-16,0 0 2 0,0 0 3 0,0 0-2 16,23 8 3-16,-18-1-4 0,-5-7 4 0,7 22 1 15,-3-5-1-15,-1 0-1 0,-1 0 3 0,-2 2-4 16,-2-1 6-16,1 1-23 0,0 1-18 0,-2-1-13 16,1 0-39-16,-3 1-34 0,1-5-47 0,0 0-45 0,1 1-61 15,-2-4-143-15,5-12-453 0,-2 19 201 16</inkml:trace>
  <inkml:trace contextRef="#ctx0" brushRef="#br0" timeOffset="138771.61">21939 16934 131 0,'0'0'195'0,"0"0"-3"16,0 0-17-16,0 0-18 0,0 0-17 0,0 0-12 16,0 0-7-16,0 0-13 0,0 0-2 0,0 0-8 15,0 0-13-15,5 49-4 0,-1-34-8 0,-3 0-5 16,3-3-10-16,0 4-11 0,-1-6 2 0,4 0-7 16,-1 0-3-16,2-1-2 0,0-1-5 0,-1-1 0 15,1-3-2-15,3 0-2 0,-2-1-5 0,4-1-3 16,-13-2 2-16,19-2-5 0,-6-2 1 0,-3 0-2 15,-1 0 3-15,1-1-7 0,-1-3 2 0,-1 1-3 16,-3 0-3-16,0 0 4 0,2-2-1 0,-4-1-3 16,1 2-1-16,-1-1-2 0,-3 9-3 0,4-12 1 15,-4 12-3-15,4-9 4 0,-4 9-7 0,0 0 2 16,5-6-2-16,-5 6 0 0,0 0-3 0,0 0 10 16,20 8-3-16,-12-2-2 0,1 0-2 0,0 1 0 15,0 0-1-15,-2 0 3 0,5-1 1 0,-2 1-1 16,-1-1 4-16,1-3-3 0,0 0 7 0,1-1-3 15,-1 0 2-15,-10-2-4 0,20-2 1 0,-20 2 0 16,14-3-8-16,-14 3-1 0,12-5-14 0,-12 5-7 16,6-10-14-16,-6 10 8 0,4-12-3 0,-4 12 0 15,0-20 8-15,0 20 0 0,-7-22 0 0,3 12 0 16,0-2 6-16,0 0 6 0,4 12 10 0,-7-19 0 16,6 9 6-16,1 10 6 0,-7-12-8 15,7 12-1-15,0 0-4 0,-3-12 6 0,3 12-2 0,0 0-7 16,0 0 11-16,0 0-4 0,22-8 3 15,-22 8 0-15,16-1-3 0,-16 1 4 0,20-4-2 0,-8 4 0 16,-12 0-1-16,18-3 3 0,-18 3-2 16,18-1 4-16,-18 1-4 0,13-2 2 0,-13 2 2 15,0 0 0-15,15 3 14 0,-15-3 9 0,10 4-4 16,-4 1 5-16,-6-5 1 0,12 12-2 0,-7-7 0 16,2 5-3-16,-3-2 1 0,1 2-6 0,0 0 1 15,0-1-2-15,-4 1-17 0,3 1-29 0,-4-11-26 16,7 22-44-16,-4-12-40 0,-1-1-63 0,-1 2-107 15,-1-11-335-15,0 16 148 0</inkml:trace>
  <inkml:trace contextRef="#ctx0" brushRef="#br0" timeOffset="139114.5">22640 16812 135 0,'0'0'180'0,"0"0"6"0,0 0-8 0,0 0-6 0,21 12-1 16,-16-2-5-16,1-1-6 0,-2 2-8 16,0 5-16-16,4 1-12 0,-5 2-10 0,1 1-15 15,-1 5-6-15,-2-6-14 0,0 0-13 0,1 1-27 16,-1-2-20-16,2 2-22 0,-5-4-32 0,4 1-26 16,-4-6-57-16,1 0-59 0,-2 0-136 0,3-11-339 15,-6 16 151-15</inkml:trace>
  <inkml:trace contextRef="#ctx0" brushRef="#br0" timeOffset="139492.14">22699 16966 37 0,'5'-7'155'0,"-5"7"-11"16,14-14-18-16,-5 10 1 0,2-3-19 0,-1 0 0 16,0 1-4-16,-1-2 0 0,1 3-6 0,-10 5-4 15,21-15-4-15,-11 7 4 0,-1 2 3 0,-3-2 5 16,3 3 0-16,2-3 3 0,-11 8-2 0,11-13 6 15,-11 13-8-15,6-13 4 0,-6 13-2 16,5-10-9-16,-5 10-11 0,0 0-9 0,5-10-8 16,-5 10-9-16,0 0-3 0,0 0-8 0,0 0-3 15,0 0-7-15,16 36 2 0,-12-24-12 0,-1 7 5 0,1-3-4 16,1 5-2-16,-2-3 0 0,-2 0-6 0,0 0-8 16,1-5-7-16,-1-1-7 0,0-2-17 15,1 1-1-15,-2-11-7 0,0 11-1 0,0-11 3 16,3 11 1-16,-3-11 7 0,0 0 1 0,0 0 2 15,14-2 2-15,-14 2 0 0,0 0 0 0,21-24 3 16,-12 14 2-16,0 1 4 0,2-1-2 0,1-2 2 16,-1-1 3-16,-2 7 7 0,-1-1-13 0,-8 7 11 15,14-4 0-15,-14 4 1 0,14 3 1 0,-14-3 1 0,15 5-1 16,-6 2-5-16,0 1-13 0,0-1-32 16,0 2-29-16,3 3-63 0,-2-2-46 0,-1-1-216 15,1 1-431-15,0-4 190 0</inkml:trace>
  <inkml:trace contextRef="#ctx0" brushRef="#br0" timeOffset="140565.7">23600 16930 137 0,'0'0'219'0,"0"0"-13"0,-6-15-17 0,6 15-17 16,-14-3-15-16,14 3-13 0,-22 4-17 0,8 0-9 15,-3 2-16-15,1 2-6 0,-1 3-13 0,1 1-6 16,3 0-12-16,-1 3-3 0,1 0-10 0,2 2 0 16,1-3-5-16,4 0-6 0,1 3-4 0,4-5-5 15,-1 1 0-15,4-4-3 0,0-1-3 0,3 1-10 16,2-3 5-16,3-3-3 0,-1 0-7 0,1-1 5 16,3-3-3-16,1 1 4 0,0-5-4 0,3 0-2 15,0-2 0-15,0-3-1 0,0 1 0 0,-3-1 6 16,0-3 0-16,-3 1 2 0,1-1-2 0,-5-1 2 15,1 0 0-15,0-1 4 0,-1-2-4 0,-3-2 3 16,-1 2-3-16,-1 0 1 0,1-7-2 0,-3 6 5 16,0-1-3-16,-3-7 3 0,2 9 0 0,0-1 0 15,-1 1 0-15,1 5 20 0,-1 1 6 0,2 11 4 16,-4-15-7-16,3 5-1 0,1 10-2 0,-4-10-13 16,4 10-6-16,0 0-1 0,0 0-11 0,0 0 10 15,0 0 0-15,5 39-6 0,-1-14 4 0,-3 4-3 16,0-2-1-16,0-1-2 0,2-1-2 0,0 0-2 15,-1-7 3-15,2 1-17 0,-1 0 16 16,1-4-3-16,1 0 0 0,1-4 0 0,2-1 0 0,-1-1-2 16,5-1 3-16,-3-4-11 0,1-1 10 0,1 0-2 15,2-2 2-15,0-2-1 0,0-5-1 0,-2 3 0 16,6-6 0-16,-2 2-1 0,-2-4 4 0,1 1-5 16,-2-3 3-16,-1-1-3 0,-5-1 0 0,2 1-3 15,0 0 4-15,-4-2 1 0,-1-1-1 0,0 4 0 16,-3 3-3-16,1 0 3 0,-1 10-5 15,2-12-1-15,-2 12-2 0,0 0-3 0,0-13-2 16,0 13 0-16,0 0 6 0,0 0-3 0,0 0 7 0,0 0-5 16,2 41-10-16,-2-25 7 0,-1 0 6 15,1-5 1-15,1 0-1 0,3 4 1 0,-1-3 0 16,0-1-3-16,1-1-19 0,4-2 17 0,0-1-2 16,-1 0-9-16,3-2 0 0,-1-3-17 0,2 1-1 15,1-2-5-15,-1-1 2 0,-1-1-3 0,0-1 3 16,-1-1 0-16,-3 0 5 0,3-3 2 0,0-1 5 15,-4 1-1-15,1-1 5 0,-1-1 0 0,0 0 8 16,-3-2 1-16,3 0 6 0,-3-1 4 0,-2 11 3 0,1-19 8 16,-1 19 8-16,0-11 6 0,0 11 5 15,0-12 3-15,0 12 4 0,0 0-8 0,0 0-6 16,0 0-14-16,0 0 11 0,0 0 4 0,0 0-4 16,0 0-3-16,0 0 2 0,1 29-5 0,0-10 0 15,1-3-2-15,-4 2 4 0,1 0-7 16,1 0 3-16,0-3-4 0,1 1 0 0,-1-4-3 0,0 4 2 15,-1-6-2-15,2-1 2 0,-2 0 1 0,1-9-1 16,1 11 3-16,-1-11-2 0,2 8-6 0,-2-8 11 16,0 0 0-16,0 0-1 0,0 0 2 0,0 0-6 15,0 0-1-15,0-29 4 0,1 18-16 0,-1-6 13 16,1-1 1-16,2-1-3 0,-1-6 1 0,2 0-2 16,-1-3 1-16,1-2-2 0,2-1 1 0,-1 0-1 15,2 3 1-15,0 1-2 0,2 2 4 0,-1 6-4 16,2 3-4-16,-3 3 3 0,0 4-7 0,1 2 5 15,-2 4-1-15,6 1-2 0,-12 2-19 0,20 5-10 16,-10 3-28-16,1 0-40 0,-5 7-52 0,-2 1-72 16,-4 3-259-16,0-1-522 0,-7 0 231 0</inkml:trace>
  <inkml:trace contextRef="#ctx0" brushRef="#br0" timeOffset="140953.65">24139 17006 83 0,'11'9'184'0,"-11"-9"-9"0,11 0 2 0,-11 0-11 16,13-2-11-16,-13 2-6 0,15-4-17 0,-6 1-14 15,0 0-8-15,-9 3-13 0,19-6-8 0,-8 3-4 16,-5 1 4-16,0 0 2 0,-6 2-3 0,13-2-1 16,-13 2-6-16,9-1-9 0,-9 1-8 0,0 0-4 15,9 5-2-15,-9-5-6 0,8 5 1 0,-5 0-5 16,4 1 1-16,-3 5-3 0,0-4-10 0,-1 5-1 15,0-2-5-15,3 2-1 0,-1-1-4 0,-2-2 0 16,0 1-2-16,0 1-3 0,1-5-4 0,-4 2 0 16,3-3-2-16,-3-5-5 0,2 10 3 0,-2-10-2 15,3 4 0-15,-3-4-1 0,0 0-5 0,0 0-2 16,0 0 5-16,11-14-7 0,-8 9 3 0,-2-8 1 16,3 1-3-16,-4-4 2 0,1 0-2 0,2-3-4 15,2 1 6-15,-2-6-1 0,0-2 4 0,-1 0-5 16,4-3 8-16,-1-1-1 0,-1 2-1 0,4 2 1 15,-1 7 5-15,0 1-3 0,0 0 1 0,-1 3-2 16,-1 5-3-16,2-1-1 0,1 5-4 16,-3 1-18-16,4 1-29 0,-9 4-34 0,0 0-40 15,0 0-50-15,30 10-63 0,-27-2-173 0,-3-8-439 0,5 19 195 16</inkml:trace>
  <inkml:trace contextRef="#ctx0" brushRef="#br0" timeOffset="141101.51">24506 16997 70 0,'7'3'220'0,"-7"-3"-11"0,0 0-22 0,0 0-15 15,0 0-17-15,12 2-17 0,-12-2-23 0,0 0-59 16,0 0-71-16,21-8-102 0,-21 8-82 0,6-8-215 16,-6 8 96-16</inkml:trace>
  <inkml:trace contextRef="#ctx0" brushRef="#br0" timeOffset="141679.7">24828 16722 60 0,'0'-7'226'0,"0"7"3"0,-2-13-5 0,2 13-6 16,2-8-19-16,-2 8-18 0,0 0-23 0,0-8-14 15,0 8-17-15,0 0-12 0,0 0-11 0,14 33-4 16,-11-22-13-16,1 13-5 0,-2-4-8 0,2 12-1 16,-4-4-11-16,0-2-9 0,2-6-2 15,-2-1-5-15,0 7-4 0,-2-10-6 0,2-3-2 16,0 2-3-16,0-4-7 0,-2-2 0 0,0-1-4 16,2-8 5-16,-1 10-6 0,1-10 4 0,-4 10 1 15,4-10 7-15,0 0-4 0,-2 5-2 0,2-5 0 0,0 0 4 16,0 0 4-16,0 0-7 0,0 0-10 15,0 0 5-15,0 0-7 0,0 0 1 0,2-33-3 0,7 25 2 16,4-4-4-16,-1-1-1 0,7 2 2 16,4 0-4-16,-4 5-1 0,0 0-1 0,0 2-3 15,3 2-3-15,-4 2 1 0,2 0 0 0,-2 3 1 16,-2 1-1-16,-4 2 1 0,-2 2 0 0,-1 0-1 16,0 1-2-16,-4 0 4 0,-3 1-3 0,-4 1 3 15,0 0 3-15,-7 3-2 0,0 1 0 0,-4-1 0 0,-1 0 27 16,0-3 0-16,-4-2-11 0,3-1-27 15,-2 0-4-15,-1-2-30 0,3-1-32 0,3-3-26 16,0-1-40-16,1-1-45 0,4 0-49 0,7 0-192 16,-14-5-461-16,14 5 204 0</inkml:trace>
  <inkml:trace contextRef="#ctx0" brushRef="#br0" timeOffset="142057.31">25286 16863 152 0,'0'-9'203'15,"0"9"-6"-15,-4-19-7 0,4 19-12 0,-8-13-14 16,5 9-17-16,-6-2-13 0,-2 2-14 0,11 4-12 16,-19 3-10-16,9 1-11 0,1 3-11 15,-1 1-1-15,1 5-9 0,-3 2-4 0,2 0-8 16,5 1-3-16,-4-1-8 0,5-3-6 0,2 0-1 0,-1-1-2 15,3 1-4-15,0-1-4 0,0 0 2 16,5-1-5-16,-3-6-3 0,3 4-4 0,-1-4-3 16,1-1-1-16,4-2-6 0,-9-1 1 0,0 0 0 15,19-3-1-15,-19 3 1 0,17-8-1 0,-9 3 3 16,1-1-8-16,1-2 1 0,-2-1 2 0,-1-1-1 16,-1 1 1-16,-1 1-3 0,1-3 10 0,-1 3 4 15,0 1 6-15,-5 7 2 0,6-10 0 0,-6 10-7 16,5-11-2-16,-5 11-8 0,0 0 10 0,0 0-1 15,0 0 1-15,0 0-2 0,19 16 0 0,-15-7-8 16,0 1-22-16,-2-1-35 0,1 2-40 0,-1-2-72 16,3 2-243-16,-5-11-439 0,-2 18 195 0</inkml:trace>
  <inkml:trace contextRef="#ctx0" brushRef="#br0" timeOffset="142377.17">25479 16886 140 0,'0'0'219'0,"10"16"-12"0,-10-16-11 15,2 13-18-15,-2-13-9 0,0 12-12 0,0-12-18 16,0 14-16-16,0-14-5 0,-2 13-16 0,2-13-4 16,0 11-5-16,0-11-1 0,-6 8 5 0,6-8 3 15,0 0-5-15,0 0-3 0,0 0 2 0,0 0-5 16,0 0-7-16,0 0 0 0,0 0-13 15,0 0 0-15,0-39-8 0,8 28-4 0,-2-4-3 16,4-8-2-16,1 6-5 0,-2-6-7 0,4 10-6 16,-3-3-2-16,3 7 0 0,0-2-6 0,-2 4-3 15,-2 4-1-15,2-3-5 0,1 6 0 0,-12 0-16 0,17 3 15 16,-7 3-4-16,-3 2 1 0,-1 2-2 16,-2 7-2-16,-2-6-8 0,1 6-28 0,-3 1-42 0,-4-7-67 15,2 6-74-15,-1-2-297 0,-2-5-547 16,5-10 242-16</inkml:trace>
  <inkml:trace contextRef="#ctx0" brushRef="#br0" timeOffset="142789.18">25884 16808 29 0,'-3'-15'232'0,"3"15"-5"0,0 0 0 0,-11-3-13 16,11 3-14-16,0 0-18 0,-29 11-13 0,16-1-19 15,1 3-12-15,-1-2-13 0,-1 3-11 0,5 0-15 16,-2 0-8-16,2 1-9 0,3-4-10 0,1-1-7 16,3 0-4-16,-2 1-17 0,4-5 6 0,0-6-3 15,0 11-5-15,4-6-2 0,-4-5-6 0,13 2-2 16,-13-2-10-16,18-4 5 0,-18 4-1 16,21-9-7-16,-11 4-7 0,0-1 7 0,1-3 6 15,-4-1 0-15,6-2 1 0,-2-5-5 0,-2 2 0 0,-2 5-10 16,0-7 13-16,-2 4-1 0,-3-5-2 0,0 1-7 15,0-2 6-15,0 0-6 0,-4 1 3 0,-2-1-6 16,2-7 3-16,-6 1-4 0,6 0-2 16,-2 7 4-16,1 0 4 0,3 3 11 0,-2 5 13 15,2 10 7-15,0-14-4 0,0 14-4 0,-4-12-7 16,4 12-1-16,0 0-6 0,0 0 7 0,0 0 10 16,15 36-5-16,-7-9-2 0,-6 1-1 0,-2 2-1 15,2-2-4-15,0 1-4 0,-2 1 3 0,-2 3-7 16,0-3-6-16,0-2-15 0,2 0-28 0,-5-2-38 0,4-7-58 15,-1-1-55-15,0 0-72 0,-2 2-282 16,4-9-575-16,-4 4 255 0</inkml:trace>
  <inkml:trace contextRef="#ctx0" brushRef="#br0" timeOffset="143387.84">26281 16711 134 0,'-7'-14'202'16,"7"14"-1"-16,-8-7-18 0,-4 6-8 0,-1 0-15 0,2 5-15 15,-3-1-14-15,-1 4-12 0,-3 0-10 16,4 3-13-16,-2 2-7 0,5-2-11 0,1 2-8 15,-2-4-8-15,7 3-1 0,1 0-9 0,-3-1-6 16,2-1-3-16,5-9-3 0,-2 13-6 0,2-13-4 16,0 14 4-16,0-14-5 0,7 10-8 0,-7-10 1 15,9 4 1-15,-9-4-2 0,17-6-5 0,-17 6 0 16,21-6-1-16,-12 0 0 0,0 0-4 0,2-1-2 16,-2 0 4-16,1-1-1 0,-2 1 5 0,-3 1-3 15,3-1-5-15,2 1 4 0,-10 6-6 0,7-9 1 16,-7 9 1-16,8-2-2 0,-8 2 6 0,0 0 6 15,0 0 2-15,21 16 1 0,-15-1-2 0,3 9 1 16,-2-5-1-16,-4 5-4 0,1-5 1 0,0 8-3 16,-1 2 0-16,-3-5-8 0,2 2 7 0,-2-7-3 15,0 6 1-15,0-8-4 0,0 0-6 0,-5-1 5 16,1-4 5-16,0-2-5 0,-1 3-1 0,-2-4 4 16,-2 0-1-16,0-1-8 0,-5 2-11 0,6-6-25 15,-5 0-23-15,-1-2-29 0,5 1-48 0,-3-3-45 16,1-1-216-16,-2-5-430 0,1 1 191 0</inkml:trace>
  <inkml:trace contextRef="#ctx0" brushRef="#br0" timeOffset="144002.16">26515 16686 33 0,'2'-5'234'0,"-2"5"-10"0,4-5-14 0,-4 5-17 0,0 0-13 15,0 0-17-15,0 0-9 0,-22 10-10 16,13 1-15-16,-4 1-11 0,-1 1-14 0,1 3-16 16,1-2-1-16,1 0-6 0,3 0-13 0,3 1-2 15,1 1-8-15,-3-6-7 0,6 3 0 0,1-13-5 16,2 14-8-16,4-8-1 0,-6-6-4 0,9 4-6 16,-1-1-3-16,-8-3-5 0,25-4-1 0,-10-2 1 15,2 0-4-15,-2-5 1 0,1 1-5 0,-1-1-2 16,-1-1 4-16,-3 4-4 0,-1-4 0 0,-1 3 0 15,1-5-1-15,-3 7 3 0,-2-3 0 0,-3 0 5 16,3 3 5-16,-5 2-2 0,0 5 4 0,4-8-8 16,-4 8-2-16,0 0-2 0,0 0 0 0,0 0 1 15,0 0-1-15,0 0 3 0,0 0-3 0,-9 24-1 16,5-14-2-16,4-1 0 0,0 2-8 0,0-2 9 16,0-2-6-16,2 1 7 0,-2-8 4 0,5 13-10 15,-1-8 5-15,3 0 8 0,1-2-7 0,0-3 1 16,3 0 0-16,2-2-3 0,5-2-2 0,-3-2 3 15,4 1-1-15,1-4-2 0,-5-1 1 0,1 0 0 16,-3-1 0-16,0 0 5 0,-5 2 3 0,-1-3 2 16,1-3-2-16,0 1-2 0,-4-2 4 0,-2 4 0 15,1-6-1-15,-3 1 0 0,-3-1 0 0,1-3 0 16,0 3 0-16,0-5-1 0,-6-1 4 0,4-1-1 16,0 8 0-16,2-1 17 0,-1 6 5 0,-1 1 5 15,2 2 7-15,2 9-3 0,-2-12-9 16,2 12-4-16,0 0-7 0,0 0 0 0,0 0 5 15,0 0-14-15,8 36 9 0,-1-8 4 0,-3-2-3 16,0 3 3-16,-3-3-6 0,2 5-2 0,-3-3 2 0,2 5-10 16,0-6 8-16,-2 0-11 0,4-1 10 0,-2 0-6 15,1 0 1-15,1-8-7 0,-4 3-11 16,2-6 2-16,0 3-21 0,-2-2-24 0,0-5-37 16,0 1-47-16,0-2-60 0,0-10-62 0,-4 15-73 15,-2-8-206-15,6-7-570 0,-11 7 252 0</inkml:trace>
  <inkml:trace contextRef="#ctx0" brushRef="#br0" timeOffset="144500.51">26829 16697 156 0,'5'-5'216'15,"7"-1"-1"-15,-6 4-11 0,5-1-10 0,1 1-8 16,-4-1-19-16,1 3-13 0,3 0-14 0,-1 3-15 15,-2-1-10-15,0 1-14 0,-4 2-10 0,1-1-10 16,-2 1-7-16,-1 2-10 0,-3-7-5 16,0 10-11-16,0-10-3 0,0 9-11 0,-5-2-8 0,5-7-9 15,-8 10-3-15,5-7-1 0,-2 2-4 16,5-5 0-16,-6 5 1 0,3-1-3 0,3-4-1 0,0 0-4 16,0 0 1-16,0 0-4 0,-2 8 7 0,2-8-4 15,0 0 2-15,0 0 1 0,0 0-5 0,34-11 2 16,-18 5 4-16,-1-3-5 0,2 0 7 0,-2 0 6 15,7-7-2-15,3 0 2 0,0 2 2 16,-3-4 1-16,-1 1 5 0,1 1 2 0,-4-3-1 16,-4 5 6-16,-3-1 5 0,-3 3 3 0,2-4 5 15,-2 5 1-15,-5 2-1 0,-1-2 9 0,0 0-7 16,0 2 7-16,-2 9 0 0,0-10-5 0,0 10-8 16,0 0-8-16,0 0 1 0,0 0-7 0,0 0-4 15,0 0 3-15,0 0-21 0,0 0 18 0,-29 21-3 16,24-6-3-16,-3-1-3 0,4 2 3 0,-4 0-3 15,4-1-5-15,2 2 2 0,0-1-2 0,1-4-3 16,4 5 2-16,-1-2-1 0,0-4 1 0,6 4 1 16,-6-4-4-16,0-1 3 0,2 2-4 0,2-3 2 15,-3 1 3-15,1-1-3 0,0 0-6 0,-4-9 4 16,2 12 2-16,-2-12 2 0,0 16-8 0,0-16-23 16,-8 13-36-16,2-4-39 0,6-9-45 0,-16 12-55 15,9-8-65-15,-4 1-193 0,-2-2-496 0,13-3 220 16</inkml:trace>
  <inkml:trace contextRef="#ctx0" brushRef="#br0" timeOffset="144634.41">27247 16730 2136 0,'16'-8'159'0,"-2"5"-79"0,-8-1-53 16,3 1-14-16,0 0-4 0,0 2-4 0,-9 1-1 16,9 1-1-16,-9-1-4 0,0 0-14 0,0 0-32 15,0 0-45-15,0 0-81 0,-18 27-179 16,3-19-380-16,-6 0 168 0</inkml:trace>
  <inkml:trace contextRef="#ctx0" brushRef="#br0" timeOffset="145895.73">18374 17530 18 0,'0'0'29'0,"-10"5"-1"0,10-5-7 16,0 0 0-16,0 0 2 0,0 0-6 0,0 0-5 15,0 0-1-15,0 0-6 0,0 0-5 0,0 0-3 16,0 0-10-16,-2 14-4 0,2-14-9 0,0 0-27 15,-6 9 12-15</inkml:trace>
  <inkml:trace contextRef="#ctx0" brushRef="#br0" timeOffset="146349.65">18322 17602 42 0,'0'0'55'0,"0"0"-1"0,0 0 4 0,0 0 12 16,0 0 0-16,0 0 11 0,-10 9 3 15,10-9 3-15,0 0 5 0,0 0-2 0,-9 1 3 16,9-1-7-16,0 0 5 0,0 0-14 0,0 0 11 16,-9 4-10-16,9-4-3 0,0 0-10 0,0 0-2 15,0 0-7-15,0 0-3 0,0 0-6 0,0 0 1 16,0 0-15-16,-10 4 5 0,10-4-8 0,0 0-5 16,0 0 1-16,0 0 0 0,0 0-6 0,0 0 9 15,0 0-1-15,0 0 10 0,0 0-2 0,0 0 4 16,0 0-1-16,21 11-5 0,-9-9 3 0,-12-2 0 15,18 2-4-15,-6-2 2 0,-1 1-6 0,0-1-6 16,3 2 9-16,-1-1-7 0,1-1 0 0,-1 2-3 16,1-4 1-16,-1 4-2 0,3-2-2 0,-3 0-1 15,0-2-8-15,-13 2 9 0,32 2 0 0,-18-2-8 16,-1 0 6-16,1 0 1 0,-3 0-4 0,-11 0 0 16,23 0 1-16,-12 0 1 0,-11 0-2 0,12 0 3 15,-12 0 3-15,12-2 1 0,-12 2 6 0,0 0 3 16,11 2 3-16,-11-2 2 0,0 0-4 15,0 0 6-15,0 0 0 0,10 3-6 0,-10-3 2 0,0 0 0 16,0 0-2-16,0 0-7 0,0 0 4 16,0 0-5-16,0 0-12 0,0 0 5 0,0 0 1 15,0 0-13-15,0 0-25 0,0 0-28 0,0 0-37 0,0 0-45 16,0 0-51-16,0 0-81 0,-24 28-154 0,19-23-451 16,5-5 200-16</inkml:trace>
  <inkml:trace contextRef="#ctx0" brushRef="#br0" timeOffset="149307.76">19218 17556 35 0,'-3'-8'162'0,"3"8"-19"0,-2-6-13 0,2 6-12 0,0 0-17 16,0 0-5-16,0 0-13 0,0 0-9 0,0 0-3 15,0 0-3-15,5 32 1 0,-4-20-8 0,4 4-3 16,0 1-4-16,-5 0-7 0,3 2-2 16,1-3 2-16,-3-4-12 0,0 3-1 0,0 0-6 0,1-3-26 15,-4-3-4-15,2-9 2 0,0 17 1 0,0-17 0 16,0 11 11-16,0-6 12 0,0-5 0 0,0 7 13 16,0-7 11-16,0 0 4 0,0 0-7 0,0 0-7 15,0 0-1-15,0 0-5 0,0 0 3 0,-22-19-9 16,16 9-4-16,1-2 3 0,-1-2-1 15,1-6-6-15,4 1 2 0,-2 1 0 0,0-1-4 0,3-5 0 16,0 4 0-16,3 2-5 0,0 1-3 16,2 1 0-16,1 5 3 0,-1-1-4 0,3 2 3 15,-2-1-3-15,1 4 0 0,1 0-9 0,3 2 2 16,-1 1 3-16,-10 4-3 0,22 0-6 0,-22 0 7 16,30 9 1-16,-14-1-5 0,-1 0 4 0,2 2-1 15,-2 3 3-15,5 3-3 0,2 0 2 0,-4 3 2 16,-6-6-1-16,-2 3 0 0,1-1 1 0,-3-1-4 15,2 0-1-15,-3-4 2 0,-2-1-1 0,-1-1 3 16,-2 0-3-16,-2-8 3 0,4 9 3 16,-4-9-3-16,4 7 2 0,-4-7 0 0,0 0 1 0,0 0-2 15,0 0 1-15,0 0 0 0,0 0-2 16,0 0 5-16,0 0-7 0,0 0-1 0,-26-26 3 16,26 26-2-16,4-22 2 0,1 5 1 0,0 3-5 0,2-3 0 15,4 0 3-15,1 3 0 0,2 0-4 16,-1-1 2-16,1 6 1 0,0-3-3 0,-3 7 0 15,6-3-1-15,-4 6 0 0,-1 0-3 0,0 4-3 0,1 2 6 16,-2 1-2-16,-1 3 3 0,-2 1 2 16,1 1-3-16,0 7 2 0,0-1-3 0,-3-1 4 15,1 3-9-15,0-1 11 0,-2-2-3 0,3 0 3 16,-3-4-1-16,1-1-5 0,0-1 1 0,0-1 5 16,1 0-1-16,0-2 4 0,2-2-4 0,-9-4 2 15,17 6 2-15,-5-6 1 0,-12 0-4 0,23-5 0 16,-7 0-2-16,-6-1 6 0,3-2-5 0,-4 1 0 15,0-3 4-15,1 1 1 0,-2-2-3 0,-2 2-1 16,-1-7-1-16,-1 0 1 0,0 5 3 0,-2-1-2 16,-2-1-1-16,-2 2-1 0,-2 1 2 15,1-1-2-15,0 3 1 0,-3-1 6 0,6 9-13 16,-6-9 5-16,6 9 0 0,-9-5 2 0,9 5 1 16,0 0-1-16,-23 10-7 0,14 1 6 0,-1 4-4 15,1-1-1-15,1 4 9 0,-2-1-6 0,4 1-4 16,2-1 4-16,3 4 1 0,-2-2 0 0,4 1 3 15,2-4-3-15,2 0-6 0,0 0-20 0,3 0-24 16,1-4-23-16,2 0-34 0,1-4-34 0,-1-1-27 16,3-2-123-16,3 5-316 0,-6-8 140 0</inkml:trace>
  <inkml:trace contextRef="#ctx0" brushRef="#br0" timeOffset="149540.06">20143 17470 112 0,'0'0'206'0,"0"-19"1"0,0 19-18 0,1-12-15 16,-1 12-18-16,0 0-18 0,0 0-13 0,0 0-7 15,0 0-9-15,0 0-8 0,0 0-10 16,11 38-7-16,-10-18-3 0,4 8-12 0,-5-2-3 16,0 2-6-16,1-4-4 0,-2 3-9 0,1 1-3 15,0 0 1-15,-1-2-8 0,-3-7-6 0,6 1-1 16,-2 4-6-16,2-6-16 0,-2-2-25 0,-2 4-32 15,-1-4-39-15,1-3-40 0,4-2-44 16,-4 0-154-16,0-2-353 0,2-9 156 0</inkml:trace>
  <inkml:trace contextRef="#ctx0" brushRef="#br0" timeOffset="150251.04">20046 17583 33 0,'0'0'117'0,"25"-7"-9"0,-12 7 2 16,-13 0-20-16,35 0-5 0,-15 3-8 0,8-3-9 15,-6 0-8-15,4 0 0 0,2 1-10 0,4-4-1 16,-12 3-6-16,2 0-5 0,-4-3-7 0,0 2-3 16,-5-1-4-16,-13 2 1 0,22 0 2 0,-22 0-7 15,16-1 13-15,-16 1 8 0,0 0 12 16,0 0 8-16,15 1 11 0,-15-1-3 0,0 0-10 15,0 0-5-15,0 0 1 0,0 0-15 0,0 0-3 0,0 0-9 16,0 0 6-16,0 0-6 0,-37 24 0 0,22-10 1 16,1-1-4-16,-2 1 3 0,7 2 0 0,-1-3-5 15,0 2-8-15,4 0 3 0,2-1-5 0,1-1 5 16,1-3-1-16,2 1-8 0,0-11 3 0,6 19 1 16,2-11 1-16,2-3 0 0,1 0-2 0,5-1-1 15,0-3 0-15,0-1-5 0,0-4 3 16,-2 2-4-16,4-4 0 0,-1-2-2 0,-6 1 2 15,1 1-3-15,-2-2 8 0,-3-1-4 0,-1 0-1 16,-2-1 0-16,-4 10-4 0,6-15 2 0,-6 15 5 16,3-13-3-16,-3 13-6 0,0 0 3 0,0 0 1 15,-9-19 0-15,9 19 0 0,0 0-8 0,-10-6 4 16,10 6 1-16,0 0 0 0,0 0 5 0,0 0 0 16,-18 24-3-16,16-15 4 0,1 1 1 0,1-10-4 15,3 20-1-15,-2-9 2 0,4-1 3 16,-3-2-3-16,4 0-1 0,-1 0 5 0,0-2-5 15,-5-6 0-15,15 10 9 0,-8-8-7 0,4-1-1 16,-11-1 2-16,24-3 0 0,-12 0 1 0,6-5-1 16,-3 2-2-16,-5-1 0 0,-1 0 1 0,-1-1-2 0,1-3-4 15,0-4 2-15,-1-1 5 0,-2-1-2 0,0 0-6 16,-2-2 4-16,-1 1 1 0,1-9-2 0,-2 3 1 16,-2 5 0-16,3-1-1 0,-1 1 2 15,1-6 0-15,-3 7-2 0,0 0 1 0,1 4 7 16,0 4 9-16,1-1 6 0,-2 11 8 0,2-14-3 15,-2 14-5-15,0 0-4 0,0 0 9 0,0 0 5 16,0 0 0-16,0 0-3 0,0 0 5 0,-4 41-2 16,1-22 3-16,0 2-5 0,0 5 1 0,2-1-3 15,-1 2-5-15,-1 0 1 0,-1-3 3 0,4 2-6 16,0-2-5-16,1-5-2 0,1-1 0 0,0 1-19 16,2 0-38-16,-4-3-35 0,3 1-63 0,1 0-46 15,1-3-52-15,1 2-153 0,-1-6-422 0,3-2 187 16</inkml:trace>
  <inkml:trace contextRef="#ctx0" brushRef="#br0" timeOffset="150802.54">21521 17433 155 0,'0'0'191'0,"0"0"-9"16,0 0-21-16,5-7-12 0,-5 7-13 0,0 0-21 15,0 0-10-15,0 0-9 0,0 0-7 0,0 0-1 0,0 0-12 16,-13 30-2-16,4-21-8 0,-1 6-3 16,-4 8-2-16,0-7-6 0,-4 5-3 15,3 1 2-15,-3 0-7 0,0 5 0 0,1-2-3 0,2 0-8 16,1 1 1-16,0-1-5 0,-1-4-2 0,4 2-2 16,2 0-7-16,-1-5-1 0,2 0 1 0,1-3-4 15,0 2 0-15,3-5-3 0,-1 0 2 16,3 0-4-16,1-5-4 0,1-7 5 0,0 13-5 15,0-13 2-15,3 12-1 0,-3-12-3 0,12 4 1 0,-2-4 0 16,-10 0 0-16,23-4 2 0,-13-2-3 16,6-4-2-16,-7 1 3 0,3-2-1 0,-3 1 2 0,0-3-5 15,-2-3 2-15,-3-1 2 0,-1 0-4 16,-3 0 0-16,0-4 0 0,-6 2-1 0,0 1 2 16,-3 0 0-16,-8-6-2 0,-1 1 0 0,-5 2 1 15,0 5-1-15,-2-1 1 0,-6 4 1 0,4 2 3 16,-2 2-3-16,3 3-4 0,6 4 4 0,2 1-2 15,5 1-4-15,13 0-10 0,-23 6-35 0,14-2-40 16,9-4-59-16,-15 10-52 0,15-10-152 0,-5 15-379 16,5-15 168-16</inkml:trace>
  <inkml:trace contextRef="#ctx0" brushRef="#br0" timeOffset="152738.17">22095 17487 39 0,'0'0'150'0,"-25"-2"-7"15,11 4-11-15,1 3-11 0,0-2-13 0,2 4-9 16,-7 0-16-16,3 5 4 0,1 0-7 0,0 0-11 16,4 5-4-16,-3-2-9 0,5 3-4 0,2 0-7 15,-1 2 0-15,6-1-5 0,-3-4-8 0,4-2 0 16,4 3 2-16,5 0-7 0,-4-4 2 0,6 2-4 15,-3-3 7-15,3-3-2 0,3 5 0 0,2-9-6 16,3-2-2-16,-1 1 2 0,3-2-3 0,-2-2 1 16,-5-1-2-16,6-1-3 0,-9 0-3 0,0-1 5 15,1 2 2-15,-2-6 3 0,-1 2 5 0,0-1-8 16,-2-2 1-16,-1 0 1 0,-1-2 5 0,-1-1 2 16,1-2-4-16,-5-1 2 0,1 3-3 15,1-3 4-15,-4 4 3 0,-1 0-3 0,2-1 7 16,1 12 0-16,-2-19 4 0,0 12 8 0,2 7 6 0,-4-11-6 15,4 11-4-15,0 0-6 0,-2-12-8 0,2 12-4 16,0 0-2-16,0 0 2 0,0 0-3 0,0 0-3 16,5 34 1-16,-1-17-1 0,-2 3-2 15,7 3 2-15,-2 2-11 0,-1 3 6 0,-1-9-32 16,-1 5-2-16,1 1-18 0,4-2-32 0,0 1-38 16,-1-6-48-16,3 5-56 0,-3-4-159 0,3-4-400 15,1 0 178-15</inkml:trace>
  <inkml:trace contextRef="#ctx0" brushRef="#br0" timeOffset="153396.04">23185 17448 153 0,'0'-11'176'15,"0"11"-5"-15,0 0-9 0,-4-13-9 0,4 13-12 16,0 0-11-16,-5-8-6 0,5 8-21 0,0 0-8 16,-13-3-4-16,13 3-9 0,0 0-5 15,-27 14-9-15,12-4-5 0,-6 7-4 0,2 2-10 0,5-7-4 16,3 4-2-16,-2-2-6 0,4 0-3 16,1-1-4-16,6-1-4 0,-6 4-1 0,7-5 0 15,1-11-7-15,7 24 3 0,-3-13-4 0,3-2-3 0,3 5 4 16,4 0-5-16,-1-4-3 0,3 1 3 0,1-1 1 15,3 0-7-15,-3-2 3 0,1 3-2 0,-3-4-4 16,2 0 4-16,-6 0-4 0,2-2 1 16,-4 1-3-16,-2 0 1 0,1 0 2 0,-3-2-12 15,-5-4 11-15,3 12-4 0,-3-12 1 0,-8 14 7 16,1-8-3-16,-2 4-4 0,-5-1 2 0,-4 1-1 16,-8-1-5-16,7 0-7 0,-1-1-5 0,-6 2-8 15,5-6-19-15,1 1-20 0,-1 1-17 0,8-3-24 16,-4 0-23-16,6-1-39 0,-1 0-127 0,12-2-314 15,-19 1 139-15</inkml:trace>
  <inkml:trace contextRef="#ctx0" brushRef="#br0" timeOffset="153682.15">23370 17416 177 0,'-4'-13'236'0,"4"13"-16"0,-4-9-18 0,4 9-24 16,0 0-15-16,0 0-22 0,0 0-8 0,0 0-1 15,0 0-10-15,0 0-7 0,4 40 0 0,-3-20-18 16,2 6-1-16,-2 3-9 0,1 3-11 0,-1 1-4 16,-1-4-2-16,0 3-11 0,1 2-3 15,0-6-7-15,-1 1-2 0,2 0-2 0,-2-1-11 16,1-4-3-16,2 4 3 0,-2-4-6 0,0-6-2 15,1 0-6-15,-1-1-21 0,0 2-31 0,3-5-31 16,-2 2-32-16,1-5-25 0,2 0-39 0,0-3-31 16,-1-2-178-16,0 2-396 0,-4-8 175 0</inkml:trace>
  <inkml:trace contextRef="#ctx0" brushRef="#br0" timeOffset="153934.51">23789 17599 126 0,'-2'-20'196'0,"2"20"-8"0,-12-9-9 15,12 9-8-15,0 0-14 0,-28 4-8 0,28-4-4 16,-36 16-12-16,13 0-6 0,7 4-6 0,-3 1-11 16,1 1-7-16,4-1-9 0,2 1-4 15,4-2-7-15,3-3-10 0,1 0-7 0,3 2-5 16,1-1-5-16,4-1-3 0,1-3-5 0,-1-3-3 15,7 3-4-15,4-2-7 0,0-2-23 0,4-2-42 16,8 1-36-16,0-6-49 0,3-2-55 16,2-3-52-16,2-1-119 0,3-6-371 0,1 2 164 0</inkml:trace>
  <inkml:trace contextRef="#ctx0" brushRef="#br0" timeOffset="154063.44">24183 17760 1861 0,'0'0'228'0,"10"-9"-81"0,-10 9-60 0,0 0-13 0,1-14 4 16,-1 14 7-16,0 0 1 0,0 0-15 0,0 0-6 15,0 0-6-15,-15-15-10 0,15 15-5 16,0 0-11-16,0 0-35 0,0 0-60 0,0 0-76 0,0 0-88 16,0 0-198-16,0 0-458 0,0 0 203 15</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39:26.170"/>
    </inkml:context>
    <inkml:brush xml:id="br0">
      <inkml:brushProperty name="width" value="0.05292" units="cm"/>
      <inkml:brushProperty name="height" value="0.05292" units="cm"/>
      <inkml:brushProperty name="color" value="#FF0000"/>
    </inkml:brush>
  </inkml:definitions>
  <inkml:trace contextRef="#ctx0" brushRef="#br0">25288 9047 14 0,'0'0'42'0,"0"0"3"15,0 0-7-15,0 0 10 0,0 0-22 0,0 0-1 16,0 0-1-16,0 0-2 0,0 0-3 0,0 0 3 16,0 0-8-16,0 0 1 0,0 0-4 0,0 0 0 15,0 0-1-15,0 0-6 0,0 0 1 0,0 0 2 16,0 0 4-16,0 0-4 0,0 0-1 0,0 0 0 16,0 0-2-16,0 0-4 0,0 0 3 0,0 0 2 15,0 0 1-15,0 0-5 0,0 0 0 0,0 0 4 16,0 0-3-16,0 0-1 0,0 0-3 0,0 0 1 0,0 0 0 15,0 0 7-15,0 0-3 0,0 0-8 0,0 0 6 16,0 0 1-16,0 0-1 0,0 0 0 16,0 0 7-16,0 0-6 0,0 0-1 0,0 0 0 15,0 0-3-15,0 0 2 0,0 0-4 0,0 0 4 0,0 0 2 16,0 0-3-16,0 0 0 0,0 0-2 0,0 0 2 16,0 0 3-16,0 0-4 0,0 0 1 0,0 0 1 15,0 0 2-15,0 0-1 0,0 0-6 0,0 0 6 16,0 0-5-16,0 0-2 0,0 0 0 0,0 0 0 15,0 0 2-15,0 0-3 0,0 0 4 0,0 0-3 16,0 0-1-16,0 0-4 0,0 0-4 0,0 0-9 16,0 0-1-16,0 0-33 0,0 0-61 0,0 0 28 15</inkml:trace>
  <inkml:trace contextRef="#ctx0" brushRef="#br0" timeOffset="13464.17">24763 4671 9 0,'0'0'23'15,"0"0"-10"-15,0 0 5 0,0 0-3 0,0 0-4 16,0 0-1-16,0 0-1 0,0 0 1 0,0 0 1 15,0 0-1-15,0 0-2 0,0 0 1 0,0 0-7 16,0 0 3-16,0 0 2 0,0 0-5 0,-2-7 3 16,2 7-1-16,0 0 0 0,0 0 0 0,0 0 1 15,0 0 4-15,0 0-3 0,-4-7 1 0,4 7-1 16,0 0-3-16,0 0 5 0,0 0-5 0,0 0-2 16,-3-7 6-16,3 7-4 0,0 0-4 0,0 0 8 15,-2-9-2-15,2 9-4 0,0 0 4 0,0 0-5 16,0 0-12-16,-7-3-10 0,7 3-17 0,0 0-42 15,0 0 20-15</inkml:trace>
  <inkml:trace contextRef="#ctx0" brushRef="#br0" timeOffset="14376.27">24275 6873 6 0,'0'0'72'0,"0"0"-15"16,0 0-6-16,0 0-1 0,0 0 1 0,0 0-12 15,0 0-5-15,0 0-3 0,0 0-7 0,0 0-2 16,0 0-4-16,0 0 1 0,0 0-1 0,0 0-10 15,0 0 4-15,0 0-4 0,0 0-8 0,0 0 0 16,0 0-11-16,0 0 3 0,0 0-15 0,0 0-6 16,0 0-12-16,0 0-27 0,0 0-74 0,-1 10 32 15</inkml:trace>
  <inkml:trace contextRef="#ctx0" brushRef="#br0" timeOffset="15609.91">23949 8707 5 0,'0'0'70'0,"0"0"-8"15,0 0-12-15,0 0-9 0,0 0-10 0,0 0-9 16,0 0-31-16,0 0-37 0,0 0-49 0,0 0 22 16</inkml:trace>
  <inkml:trace contextRef="#ctx0" brushRef="#br0" timeOffset="-108657.36">11482 6014 3 0,'0'0'2'0,"0"0"1"0,0 0 0 0,0 0 0 0,0 0 2 16,0 0-5-16,0 0 2 0,0 0-6 0,0 0 3 16,0 0 1-16,0 0 0 0,0 0 0 0,0 0 3 15,0 0-4-15,0 0 0 0,0 0 0 0,0 0 0 16,0 0 3-16,0 0 1 0,0 0-1 0,0 0-1 15,0 0 3-15,0 0-6 0,0 0 3 0,0 0-6 16,0 0-4-16,0 0 16 0,0 0-7 0,0 0 2 16,0 0 2-16,0 0-2 0,0 0-4 0,0 0 4 15,0 0-1-15,0 0-2 0,0 0 1 0,0 0 2 16,0 0-1-16,0 0-3 0,0 0 3 0,0 0 0 16,0 0-1-16,0 0-5 0,0 0 8 0,0 0-8 15,0 0 4-15,0 0-3 0,0 0 1 0,0 0 0 16,0 0-2-16,0 0 0 0</inkml:trace>
  <inkml:trace contextRef="#ctx0" brushRef="#br0" timeOffset="-106912.86">23670 5403 69 0,'0'0'64'0,"0"0"-3"15,0 0-8-15,0 0-5 0,0 0-6 0,0 0-8 16,0 0-4-16,0 0-7 0,0 0-14 16,0 0-8-16,0 0-11 0,-14-2-5 0,14 2 0 0,0 0-8 15,-6 9-2-15,2-5-3 0,0 1-25 0,4-5-58 16,-7 10 25-16</inkml:trace>
  <inkml:trace contextRef="#ctx0" brushRef="#br0" timeOffset="-105933.27">23867 7588 16 0,'0'0'31'0,"0"0"-8"16,0 0 2-16,0 0-3 0,0 0-2 0,0 0-3 15,0 0 0-15,0 0-2 0,0 0 1 0,0 0 3 16,0 0-4-16,0 0 0 0,0 0 1 0,0 0 1 16,0 0-1-16,0 0 1 0,0 0-5 0,0 0 3 15,0 0 2-15,0 0 1 0,0 0-5 0,0 0 5 16,0 0 3-16,0 0 7 0,0 0-4 0,0 0 4 15,0 0 1-15,0 0-1 0,0 0 0 0,0 0 1 16,0 0 0-16,0 0-2 0,0 0-2 0,0 0-5 16,0 0 3-16,0 0-2 0,0 0-3 0,0 0 1 15,0 0-7-15,0 0 5 0,0 0 2 0,0 0 8 0,0 0-12 16,8 2-3-16,-8-2 10 0,0 0-7 16,0 0-6-16,0 0 4 0,0 0-2 0,0 0-3 0,0 0 1 15,0 0 3-15,0 0-4 0,0 0-2 0,0 0-4 16,0 0 5-16,0 0-2 0,0 0 0 15,0 0 2-15,0 0-7 0,0 0 9 0,0 0-7 0,0 0 0 16,0 0 3-16,0 0-4 0,0 0 9 0,0 0-11 16,0 0 5-16,0 0 0 0,0 0 6 0,0 0-10 15,0 0 3-15,0 0-2 0,0 0 4 0,0 0-10 16,0 0 7-16,0 0-5 0,0 0 2 0,0 0 3 16,0 0-5-16,0 0 0 0,0 0 5 0,0 0-7 15,0 0 5-15,0 0-2 0,0 0-2 0,0 0 5 16,0 0 3-16,0 0-1 0,0 0-2 0,0 0-2 0,0 0-1 15,0 0 2-15,0 0-8 0,0 0 2 16,0 0-8-16,0 0 2 0,0 0 4 0,0 0-7 16,0 0 2-16,0 0-4 0,0 0 1 0,0 0 0 15,0 0-4-15,0 0-9 0,0 0-3 0,0 0-6 16,0 0 0-16,0 0-6 0,0 0-2 0,0 0-2 16,0 0-3-16,0 0-52 0,0 0-113 0,1-14 50 15</inkml:trace>
  <inkml:trace contextRef="#ctx0" brushRef="#br0" timeOffset="-98755.15">27820 7077 3 0,'0'0'8'0,"0"0"0"16,9 1 1-16,-9-1-1 0,0 0 1 15,0 0-7-15,0 0 4 0,0 0-3 0,0 0-13 16,0 0-10-16,0 0 5 0</inkml:trace>
  <inkml:trace contextRef="#ctx0" brushRef="#br0" timeOffset="-94049.54">10732 10782 12 0,'0'0'10'0,"9"-1"-1"16,-9 1-2-16,0 0 0 0,0 0-1 0,12 0 1 15,-12 0-5-15,0 0-1 0,10 2 6 0,-10-2-2 16,13 2-3-16,-7-1 1 0,-6-1 3 0,15 0-3 0,-4 0-1 16,-1 0 1-16,4 0-3 0,-1 0 1 15,4 0 0-15,3 0 3 0,1 0-1 0,9 0-1 16,-1-3-2-16,-1 3 1 0,3-1 2 0,4-1-3 15,0 0 2-15,1 2-2 0,4 0 5 0,-1-1 2 16,0-4-4-16,12 1 4 0,-13 3-1 0,14-2 0 0,-16 1 5 16,1 1-7-16,1-2-3 0,-3 3 8 0,3-2-1 15,-4 2-1-15,3 0-2 0,0 2 1 16,0-2-4-16,0 1 5 0,-1 1-7 0,0 0 9 16,2-2-8-16,-2 1 2 0,3 2-2 0,0-3-1 0,0 1 4 15,1 2-4-15,12-3 1 0,-13 0 1 0,1 2-2 16,-2-2 6-16,0 0-3 0,0 2 0 0,1-2-6 15,-2 0-1-15,1 0 7 0,0-2-5 16,14 2 5-16,-14-1 0 0,-2 1-3 0,3 0 6 0,-1 0-8 16,-3 1 4-16,2 1-3 0,0-2 6 0,2-2-5 15,-3 2 4-15,0-1-6 0,4 1 2 0,-3 0-1 16,-4 0-2-16,5-3 2 0,-2 3 3 0,0-1 0 16,-3 0-6-16,-1-2 6 0,1 2 2 15,-3 1-3-15,1-2 2 0,3 0-4 0,0-2 4 0,0 2-1 16,0 0-1-16,1 0-4 0,-1-3 4 0,2 3 2 15,-1-1-4-15,-1 0 5 0,3 0 0 0,-4 0-6 16,1 2 8-16,-1-5-1 0,1 3 3 0,-2 1-10 16,-1-2 5-16,2 3 6 0,-3-2-5 0,-1 1 0 15,2-1 2-15,-5-1 2 0,-4 3-2 0,0 0 0 16,5-4 0-16,2 2-4 0,-2 1 7 0,2-2-4 16,-8 3 3-16,1 0-2 0,3 0 0 0,-2 1 1 15,6-1 4-15,-2-1-6 0,0 1 4 0,-5 1-5 16,5-1 1-16,2-1 1 0,-7 2 3 0,1 0-6 15,4 0 2-15,-7 0-3 0,2 0-2 0,1 0 2 16,2 0 1-16,-3 0-4 0,1 0 3 0,4-2-3 16,-7 1 8-16,2 2-11 0,7-3 5 0,-2 2-3 15,-4 0 1-15,5 0 4 0,-1-2 0 0,1 1-12 16,-1 1 12-16,0 0-13 0,-4-1 8 0,5 1-13 16,0 1-2-16,-8-2-10 0,0 1-35 0,3 0-67 15,-3-2 29-15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07T10:36:36.965"/>
    </inkml:context>
    <inkml:brush xml:id="br0">
      <inkml:brushProperty name="width" value="0.05292" units="cm"/>
      <inkml:brushProperty name="height" value="0.05292" units="cm"/>
      <inkml:brushProperty name="color" value="#FF0000"/>
    </inkml:brush>
  </inkml:definitions>
  <inkml:trace contextRef="#ctx0" brushRef="#br0">8714 11364 18 0,'0'0'24'16,"-8"-3"-2"-16,8 3-8 0,0 0-1 0,0 0-1 16,0 0 0-16,0 0-3 0,20-14 3 0,-13 12-8 15,5 0-1-15,-1-2 0 0,3 1 5 0,4-1-12 16,3 0 8-16,2 2-2 0,5-1-2 0,4-1-6 16,1 0 2-16,2 0-7 0,4-2-2 0,16 1-8 15,-3-1-22-15,1-2 10 0</inkml:trace>
  <inkml:trace contextRef="#ctx0" brushRef="#br0" timeOffset="25555.72">20192 8264 10 0,'1'-7'42'0,"-1"7"-6"0,0 0 1 16,0 0-3-16,2-6-4 0,-2 6-3 0,0 0-4 15,0 0-3-15,0 0 0 0,4-5-1 0,-4 5-6 16,0 0-5-16,0 0 5 0,0 0-5 0,0 0-8 15,0 0-3-15,0 0-14 0,0 0-8 0,0 0 6 0,0 0-6 16,0 0-18-16,0 0-44 0,0 0 20 16</inkml:trace>
  <inkml:trace contextRef="#ctx0" brushRef="#br0" timeOffset="70963.47">22423 8881 33 0,'-6'-3'40'0,"6"3"-1"0,0 0-8 0,0 0-10 16,0 0-6-16,0 0-2 0,0 0-11 0,0 0-6 15,0 0-6-15,0 0-20 0,-11 6-33 0,11-6 14 16</inkml:trace>
  <inkml:trace contextRef="#ctx0" brushRef="#br0" timeOffset="77677.2">26536 8813 45 0,'0'0'62'16,"0"0"-15"-16,0 0 1 0,0 0-14 0,0 0-3 15,0 0-17-15,0 0-10 0,-15-10-9 0,15 10-23 16,-15 0-14-16,1 0-46 0,4 0 20 0</inkml:trace>
  <inkml:trace contextRef="#ctx0" brushRef="#br0" timeOffset="78045.2">24113 8810 19 0,'0'0'66'0,"0"0"-15"0,0 0-6 16,0 0 2-16,0 0-8 0,0 0-4 0,0 0 2 16,0 0-2-16,0 0-5 0,0 0-2 0,0 0-1 0,0 0-9 15,0 0-2-15,0 0-1 0,0 0-3 0,0 0-5 16,0 0-1-16,0 0-13 0,0 0-10 0,0 0-11 15,0 0-2-15,0 0-13 0,0 0-25 0,0 0-74 16,0 0 32-16</inkml:trace>
  <inkml:trace contextRef="#ctx0" brushRef="#br0" timeOffset="102768.35">23583 6995 17 0,'0'0'36'0,"0"0"-11"15,0 0-5-15,0 0-10 0,0 0-8 0,0 0-5 0,0 0-16 16,0 0-18-16,0 0 8 0</inkml:trace>
  <inkml:trace contextRef="#ctx0" brushRef="#br0" timeOffset="103127.3">24799 7032 25 0,'0'0'25'16,"0"0"-8"-16,-19 6-13 0,19-6-8 0,-8 2-8 15,8-2-12-15,-7 4 6 0</inkml:trace>
  <inkml:trace contextRef="#ctx0" brushRef="#br0" timeOffset="106050.45">23684 6939 12 0,'0'0'35'16,"0"0"-9"-16,0 0 7 0,0 0-10 0,0 0 0 0,0 0-2 15,0 0-6-15,0 0 8 0,0 0-4 0,0 0-5 16,0 0-4-16,0 0 2 0,0 0-3 16,0 0 3-16,0 0 0 0,0 0 4 0,0 0-11 15,0 0 6-15,0 0-5 0,0 0 3 0,0 0-4 16,0 0 2-16,0 0 3 0,0 0-6 0,0 0-1 16,0 0 8-16,0 0-12 0,11 11 6 0,-11-11-5 0,0 0 12 15,0 0-5-15,0 0 3 0,0 0-4 16,0 0-5-16,0 0 0 0,0 0 4 0,0 0 3 0,0 0-4 15,0 0 7-15,0 0-8 0,0 0 1 0,0 0 5 16,0 0 1-16,0 0 4 0,0 0-1 0,0 0 1 16,0 0-9-16,0 0 3 0,0 0-2 15,0 0 0-15,0 0-1 0,0 0-2 0,0 0 3 0,0 0 2 16,0 0-1-16,0 0-1 0,0 0 0 0,0 0-2 16,0 0 2-16,0 0-7 0,0 0 3 0,0 0-1 15,0 0 4-15,0 0-4 0,0 0 4 0,0 0-1 16,0 0 0-16,0 0 0 0,0 0 2 0,0 0-4 15,0 0-6-15,0 0 7 0,0 0-2 0,0 0-2 16,0 0 2-16,0 0 6 0,0 0-6 0,0 0-3 16,0 0 6-16,0 0-6 0,0 0 2 0,0 0-3 15,0 0 1-15,0 0 2 0,0 0 3 0,0 0-4 16,0 0 1-16,0 0 5 0,0 0-7 0,0 0 0 16,0 0 3-16,0 0-2 0,0 0-9 0,0 0 13 15,0 0 1-15,0 0-3 0,0 0 4 0,0 0-3 16,0 0 3-16,0 0 0 0,0 0-4 0,0 0-6 15,0 0 1-15,0 0 7 0,0 0 2 0,0 0 0 16,0 0-2-16,0 0-3 0,0 0 1 0,0 0 2 16,0 0-2-16,0 0-7 0,0 0 3 0,0 0 1 0,0 0 2 15,0 0 1-15,0 0 0 0,0 0-7 16,0 0 4-16,0 0 7 0,0 0-1 0,0 0-2 16,0 0-4-16,0 0 9 0,0 0-5 0,0 0-5 15,0 0-2-15,0 0 3 0,0 0-1 0,0 0-8 0,11-15 2 16,-11 15-8-16,0 0-5 0,0 0-1 0,0 0-5 15,9-3-3-15,-9 3-7 0,0 0-3 16,0 0-32-16,0 0-77 0,0 0 34 0</inkml:trace>
  <inkml:trace contextRef="#ctx0" brushRef="#br0" timeOffset="132971.04">24215 12922 4 0,'29'-5'15'0,"-1"-1"-6"0,0-1-12 0,-5 2-2 16,-5 1-4-16,2 1 2 0</inkml:trace>
  <inkml:trace contextRef="#ctx0" brushRef="#br0" timeOffset="133129.34">24673 12857 7 0,'0'0'6'0,"0"0"0"0,7 2 1 0,-7-2 1 16,0 0-5-16,8 3-4 0,-8-3-1 0,0 0-4 15,0 0-6-15,6 2 3 0</inkml:trace>
  <inkml:trace contextRef="#ctx0" brushRef="#br0" timeOffset="134057.25">23543 12954 3 0,'0'0'16'0,"8"5"-6"15,-8-5 8-15,7 3-9 0,-7-3-5 0,8 4-5 16,-3-2 3-16,-5-2-13 0,9 4-11 0,-9-4 6 16</inkml:trace>
  <inkml:trace contextRef="#ctx0" brushRef="#br0" timeOffset="136772.81">23467 12871 3 0,'0'0'22'0,"0"0"-5"0,-8-3-5 15,8 3-5-15,0 0-4 0,-11-2-1 0,11 2-7 16,0 0-6-16,-10-2-11 0,10 2 6 15</inkml:trace>
  <inkml:trace contextRef="#ctx0" brushRef="#br0" timeOffset="146397.78">24920 12749 7 0,'-6'-3'87'0,"6"3"-1"0,0 0-2 16,-7-3-8-16,7 3 5 0,0 0-24 0,0 0 11 16,0 0-15-16,0 0-8 0,0 0-5 0,0 0-4 15,0 0 9-15,0 0-4 0,0 0 3 0,0 0-10 16,9 20 2-16,-3-11 0 0,1-2-7 0,3 1-9 16,-1 1 7-16,7 3-1 0,-3 0-6 0,3 0-2 15,5 5 3-15,-4-7-5 0,5 6 9 16,4 0-6-16,1 0-8 0,-1 1 5 0,0-1-2 0,2-1-2 15,0 3 2-15,0-2-5 0,4 2 7 0,1-4-3 16,-1 2 1-16,5 1-1 0,8 2-1 0,-14-2 1 16,1-2 5-16,2-2-4 0,0 2 4 0,-1 2-17 15,1-3 9-15,-3 0-5 0,3-2 4 0,-3 1-7 0,1 0 7 16,-1-1-13-16,0 1 7 0,-1-1 1 0,-1-1-4 16,0-3-2-16,-3 3 7 0,3 0-2 15,-2-1 0-15,-8-5-5 0,2 3 5 0,0 0-8 16,-2-1 4-16,-1 1-3 0,-5 0 6 0,3 1-3 0,-2-3-9 15,-2 0 4-15,0 2 1 0,-1-3 1 0,1 0 4 16,-1 3-6-16,-2-2 2 0,0 0 5 0,-2 1-6 16,-1-3-11-16,1 4 4 0,3-2 6 15,-6-1 0-15,3-1-8 0,-3 0 6 0,0 1-3 0,1-1 8 16,2-1-8-16,-3 2 6 0,-4-5-5 0,7 6 1 16,-3-3-4-16,-4-3 7 0,3 5 1 0,-3-5-2 15,6 4-3-15,-6-4 1 0,5 6 1 0,-5-6-6 16,5 5 9-16,-5-5 3 0,4 4-8 0,-4-4 10 15,0 0 0-15,2 10 0 0,-2-10-6 0,0 0 9 16,-6 9 0-16,6-9-15 0,-10 8 20 0,4-3-9 16,-1-1 24-16,-2 4-1 0,-3 0-6 0,2-3 12 15,-1 2-2-15,-3 2-3 0,-1 0 1 0,0 0-6 16,4-1-6-16,0-1 5 0,-2 3-1 0,2-3-2 16,-1 0 2-16,3 2-9 0,-1 0-8 0,0-3-14 15,3 0-21-15,3-1-10 0,-1 1-13 0,-1-1-21 16,0 0-16-16,2-1-90 0,4-4-200 0,-4 5 90 15</inkml:trace>
  <inkml:trace contextRef="#ctx0" brushRef="#br0" timeOffset="146615.99">26212 13399 59 0,'-9'-9'155'0,"0"-2"-24"0,-2 0 11 16,-1 1-3-16,1 1 0 0,2 1-5 0,2-1-14 16,-4 2-14-16,6-3-12 0,-4 2-7 0,5 4-8 15,0-3-15-15,0 2-15 0,4 5-19 0,-5-9-12 0,5 9-21 16,-3-7-23-16,3 7-30 0,0 0-26 0,0-9-30 16,0 9-100-16,0 0-229 0,10-8 102 15</inkml:trace>
  <inkml:trace contextRef="#ctx0" brushRef="#br0" timeOffset="147274.69">27342 13086 92 0,'-14'-4'127'0,"-2"1"-3"16,-2 3-14-16,-2-3 0 0,0 3-7 0,-7 3-7 15,6 0 3-15,-8 1-8 0,10 0-5 0,-2 2-8 16,3 2-5-16,0 1-7 0,0 0-12 16,2-1 0-16,3 3-5 0,0 2-7 0,4-4-5 0,1 1-5 15,2-1 2-15,4 1-6 0,-1 1-5 0,3 2-2 16,2-1 0-16,-1 0-4 0,7 1-4 16,0-2 2-16,3 2-1 0,3 0-3 0,-1 0 0 0,2-2-1 15,5 1 0-15,1 2-4 0,-3-4 2 0,0 2-1 16,0-3-3-16,-3 2 1 0,-2-1-2 0,-1 2 3 15,-1-1 0-15,-4-1-5 0,0-1 1 0,-2 1-2 16,-1 0 10-16,0-1-8 0,-2 3-1 0,-1-2 5 16,-6 0-3-16,3 2 1 0,-5-3-4 0,-4 1 2 15,0 0-5-15,-4-1 9 0,0 0-3 0,-3 0-2 16,1-3-1-16,0 2-4 0,0-3-6 0,-1 1-10 16,7-4 3-16,-1 1-15 0,-1 2-13 0,4-3-15 15,0 0-7-15,2-2-12 0,7 0-13 0,-9 0-17 16,9 0-9-16,0 0-80 0,-6-7-213 0,6 7 96 15</inkml:trace>
  <inkml:trace contextRef="#ctx0" brushRef="#br0" timeOffset="147546.25">27454 13180 90 0,'3'-9'134'0,"1"1"-6"0,-4 2-5 16,0 6-9-16,2-12-1 0,-2 12-4 0,0-9-7 15,0 9-13-15,0-8-10 0,0 8-9 0,0 0-7 16,0 0-8-16,0 0 9 0,0 0-1 0,0 0 5 16,5 25-9-16,-5-10-6 0,0 3-2 0,0 0-4 15,0 8-1-15,2-2-3 0,-2 3-5 0,0-3-2 0,-2 3-4 16,1-1-4-16,-1 0-2 0,-2-2-4 16,2 2-1-16,0-1-4 0,-2-1-3 0,2-5 1 15,-2 1-9-15,2 5-10 0,-1-8-4 0,-3 4-22 0,2-5-9 16,-1 2-15-16,0-3-20 0,1 1-16 0,2 0-15 15,-1-3-20-15,-1 3-19 0,2-4-81 16,-1-4-242-16,3-2 107 0</inkml:trace>
  <inkml:trace contextRef="#ctx0" brushRef="#br0" timeOffset="147805.31">27587 13279 98 0,'15'-10'121'0,"1"1"-11"0,1 3-6 16,-1 2-3-16,-4 1-10 0,0 3-4 15,-2 0-3-15,1 3-10 0,-1-1-4 0,-1 3-10 0,-1 0-5 16,-1 2-1-16,0 0-3 0,-2 2-9 0,-3 1-2 16,0 0-4-16,-2 7-9 0,-3-6 5 0,-3 5-4 15,-1 0-5-15,-4 1-1 0,2-1 1 0,-1-3-8 16,1 2 0-16,-3-2-4 0,0 1-20 0,-1-3-10 15,4 1-18-15,-3-3-16 0,5-2-22 0,-1 0-18 16,-1-1-21-16,4 0-65 0,0-3-195 0,5-3 87 16</inkml:trace>
  <inkml:trace contextRef="#ctx0" brushRef="#br0" timeOffset="148175.91">27824 13298 112 0,'-9'3'148'0,"-3"1"-13"0,2 2-13 16,-1 1-7-16,0 1-4 0,1 5-16 0,1-2-9 15,3 1-9-15,0 2-11 0,-2 0-4 0,5 1-6 16,3-2-5-16,0-1-5 0,1-1-11 0,1 1 3 16,5-2-5-16,0 2-10 0,2-5-3 0,1 1-8 15,0-1 2-15,1-3-3 0,3-1 1 0,-1-2-2 16,1-1-13-16,-3-3 16 0,2 0-7 0,-1-1-2 15,-2 0 9-15,2-7 2 0,-1 3 8 0,-2-2 6 16,-2 1 1-16,3-1 2 0,-6-1 6 0,0 0-3 16,2 1 16-16,-3 0 23 0,-3 1 1 0,2 3-11 15,-2 6-3-15,0-11-13 0,0 11 5 0,2-9-11 16,-2 9-3-16,0 0-8 0,0 0-2 0,0 0-4 16,0 0-4-16,0 0 0 0,0 0-1 0,0 0-5 15,-6 24 1-15,8-15 0 0,-2 1-7 0,0-1-6 16,4 3-14-16,-2-2-23 0,1 1-14 0,2 1-31 15,-5-3-27-15,2-1-18 0,3 2-30 0,-2-3-21 16,0-2-110-16,3 2-308 0,-1-5 136 0</inkml:trace>
  <inkml:trace contextRef="#ctx0" brushRef="#br0" timeOffset="148543.69">28185 13282 92 0,'-5'-6'128'0,"5"6"-2"0,0 0 1 16,0 0 6-16,-19 7-19 0,13 1-4 16,-1 1-11-16,1 2-14 0,-1 1-8 0,2-2-1 15,0 5-13-15,0-3-5 0,3 0-9 0,0 3 1 16,2-3-9-16,3 0 0 0,1-1 2 0,5-1-9 0,1-2-2 16,-2 1-8-16,3-2 3 0,3-2-8 15,-1-2 1-15,1 1-1 0,-1-3-8 0,6-1-3 16,-2-1 6-16,2-1 2 0,-6-1-7 0,0-2 3 15,0 0 2-15,0-1-3 0,-3-2 2 0,1 1 0 0,-1-2 5 16,-3 1 2-16,0-2-2 0,-1 1-3 16,-2 2 8-16,1-1-1 0,-1 0 10 0,-2 3 8 15,-2 5 13-15,0-11-6 0,0 11-4 0,-6-8-3 16,6 8 2-16,-12-2-2 0,12 2 1 0,-17 6-6 0,5-1-4 16,-3 3-2-16,1 2-5 0,4-4-1 0,0 3-6 15,2-1-3-15,2 4-1 0,3-2-10 0,0 1-8 16,2 0-26-16,3 0-25 0,3-1-23 0,6 5-39 15,0-4-32-15,1-1-44 0,2 1-116 0,3-3-335 16,0-3 147-16</inkml:trace>
  <inkml:trace contextRef="#ctx0" brushRef="#br0" timeOffset="149147.18">28920 13197 115 0,'-6'-5'110'0,"6"5"-12"0,-9-6 5 0,0 3-6 0,9 3 2 15,-17 2-10-15,5 3 8 0,0 0-8 0,0 3-2 16,0 3-12-16,0 1-3 0,0-1-6 0,2 5-5 16,0 0-6-16,-1 0-5 0,5 0-1 0,4 1-10 15,-2-2-5-15,3-1-2 0,2-2-2 0,3 4-12 16,3-1 6-16,0-4 0 0,3 3-7 16,2-2-9-16,4-3-6 0,1 0-20 0,4-1-28 0,4 0-7 15,-8-5-13-15,4 1-19 0,-1-1-13 0,-4-3-20 16,2 0-75-16,0-3-209 0,-3 1 93 0</inkml:trace>
  <inkml:trace contextRef="#ctx0" brushRef="#br0" timeOffset="150700.04">29077 13033 82 0,'0'0'117'0,"0"0"-9"16,2-10-4-16,-2 10-3 0,0 0-2 15,0 0 2-15,0 0-5 0,14 23 1 0,-13-7-1 0,1 1-8 16,-2 8-3-16,0 1 2 0,-2 2-17 0,-2 0-3 16,0 0-9-16,2-1 0 0,1 1-7 0,-1-2-4 15,2 1-6-15,-1-8-4 0,1-1-3 0,1-1 3 16,1-3-9-16,-1-3-5 0,0-1-2 0,-1-3 1 16,0-7-6-16,1 12 3 0,-1-12-3 0,4 7 4 15,-4-7-1-15,0 0-6 0,4 3 2 0,-4-3-1 16,0 0-5-16,14-17 2 0,-9 8-3 0,3-4 1 15,3-2 0-15,0 1-3 0,-1 0 2 0,0 0 0 16,2 0-4-16,-1 2-2 0,-1 2 2 0,1 3-3 16,-3 0-4-16,1 2 7 0,0 2-4 0,-2 2-5 15,-7 1 6-15,14 1 5 0,-7 2 0 0,0 1-1 16,2 3 0-16,-3-2 2 0,1 2-5 0,-1 2 4 16,0 0-2-16,2 1-2 0,-2 0-19 0,1 0-6 15,0-1-16-15,2 1-9 0,0 0-16 0,-2-1-6 16,2-4-10-16,1 1-2 0,-1 0-10 0,1-3 14 15,3 2-13-15,-2-5 7 0,1 2 6 0,-1-5 5 16,2-1 11-16,-2 1 3 0,1-3 2 0,-4 0 3 16,2-2 6-16,-1-1 12 0,0-5 2 0,0-1 2 15,-3-1 12-15,-2-1 9 0,-1-2 5 0,-1 4 12 16,-1-2 12-16,-1 6 12 0,-1-1 18 0,1-1 2 16,-2 4 8-16,-2-1 0 0,1 4 8 0,3 6 2 15,-5-9-1-15,0 5-1 0,5 4 6 0,-13 1 0 16,13-1-3-16,-19 11-3 0,10-4-1 0,0 2-5 15,-4 3-8-15,6 1-1 0,-2 1-7 0,2-3-3 16,2 1-2-16,3-1-4 0,-1 2 1 0,5 0-3 16,-1-2-7-16,1 0-1 0,5-1-5 0,-2 0 2 15,1-1-2-15,1-1-3 0,1-2-3 0,1-1-2 0,0-2 1 16,3-3-1-16,-2 2-2 0,0-4-2 16,2 1-3-16,-5-1 1 0,2-2-2 0,-2 1-2 15,0-4-3-15,1 0 1 0,-3-1-2 0,0-2 3 16,2 0-1-16,-5 0 0 0,2 0 0 0,-1 1 1 15,-2 2-5-15,-1 7 8 0,2-13-3 0,-2 13 6 16,0-8-5-16,0 8-1 0,2-7-4 0,-2 7 0 16,0 0 3-16,0 0-1 0,0 0 0 0,0 0 4 15,0 0-1-15,0 0 3 0,13 15-1 0,-11-8 6 16,3 1-6-16,2 1 4 0,-4-4-6 0,4 4 1 16,-3-2-2-16,5-2 4 0,-2 1-2 0,2 0 8 15,0-3-9-15,0 0 0 0,-3-2 2 0,-6-1-1 16,12 0 0-16,-12 0-1 0,15-4-8 0,-8 3-1 15,2-4 4-15,-1-1 0 0,-1 2-5 0,2-3-3 16,-3 0-4-16,2-1-4 0,2 1-1 0,-2 0 0 0,0 0 3 16,-1 1 0-16,2-1 0 0,-2 4 7 15,-4 0-5-15,-3 3 1 0,10-6-4 0,-10 6 2 16,7-2 5-16,-7 2 0 0,0 0 3 0,10 0 7 16,-10 0 0-16,7 5 0 0,-7-5 1 0,5 8 9 15,-3-3-4-15,0 1 1 0,-2-6-1 0,3 12 0 0,0-6 2 16,-2 1-4-16,2 3-1 0,-1 0 2 0,1-2-6 15,-2 0-8-15,1-2-12 0,1 2-2 16,1-2-5-16,0-2-4 0,2 1-19 0,1 0 0 16,-1-2-9-16,2-1-1 0,2 0-6 0,0-1 2 0,2-1 0 15,1-3 6-15,-2 1 7 0,-1-1 6 0,3-1 0 16,-4-3 3-16,1 1 13 0,0-1-5 16,-1-3 6-16,-1 2 6 0,0-3 11 0,-2 0 9 0,-2 1-2 15,0-1 6-15,-3 0 12 0,-1-1 10 16,0 1-1-16,-1 0 8 0,0 3 6 0,-3-3 5 0,1 4 9 15,-1 0-4-15,-2 4 5 0,1-1-3 0,-2-1 2 16,7 5-1-16,-14-2 3 0,14 2-5 0,-17 5-3 16,7 1-3-16,0 1-5 0,3 1 1 0,-1 0-10 15,2 3 2-15,0 0-6 0,1 1 1 16,4-1 0-16,0 0-10 0,1-1-5 0,2 0-1 0,3 1-7 16,-1-4-6-16,1 1-1 0,2-1-6 0,-1-2-3 15,3 0-2-15,-3-1 6 0,4-1 0 0,-4-1 2 16,3-2 1-16,-9 0-3 0,14-2 5 15,-14 2-6-15,13-3 9 0,-6-1-5 0,-2 0 1 0,1 1 3 16,-6 3 0-16,9-8 0 0,-6 4 7 0,2-1-7 16,-5 5 5-16,7-5 2 0,-7 5 6 0,8-2 1 15,-8 2 8-15,10 6 13 0,-3 1-1 16,-2 2 10-16,-2 4 6 0,1 2 0 0,0 2 1 0,-2 2 7 16,0 8-5-16,-5-1-3 0,2 2 8 0,-2-1-16 15,-1 2 2-15,0-3-5 0,-1-1 0 0,3 0 2 16,-6 0-5-16,4-6-5 0,-2-2-6 0,2 0 2 15,-1 1-4-15,-3-3-2 0,1 0 5 0,2-5-6 16,-2 0-1-16,1-2 1 0,1-2-5 0,-2-1-1 16,3-1 1-16,4-4-2 0,-9 2-4 0,9-2-4 15,0 0-12-15,-13-7-3 0,9 2-11 0,0-4 4 16,3-1-3-16,-1-4-5 0,5-1-1 0,-1-2-1 16,5-2 1-16,5-7 0 0,1-1 4 0,4-1-1 15,-2 5 1-15,6-5-1 0,-2 0 0 0,1 1-3 16,3 0-1-16,-1-2-4 0,0 0-4 0,0 1 7 15,-1-1 1-15,0 3 0 0,-1-1 8 0,-5 2 1 16,2 2 5-16,-2 1 1 0,-4 6 12 0,-2 4 0 16,-5 0 0-16,2 1 3 0,-4 3 13 0,1-1 7 15,-3 4 4-15,2-3-6 0,-2 8 7 0,0-10 2 16,0 10-3-16,-5-8 1 0,5 8 2 0,-7-3 1 16,7 3 2-16,-14 2 6 0,3 3-3 0,1 2-1 15,1 0-5-15,-2 5-4 0,-1 1-3 0,3-1 1 16,2 2 1-16,3 0-7 0,0 1-9 0,3-4-7 15,2 2-14-15,5 2-18 0,-1-3-14 0,4 2-17 16,4-1-21-16,1-2-18 0,3 0-16 0,1 0-17 16,9-2-5-16,-7-1-12 0,-1-3-102 0,2-1-277 15,7 4 123-15</inkml:trace>
  <inkml:trace contextRef="#ctx0" brushRef="#br0" timeOffset="151480.29">30571 13439 312 0,'11'2'-2'0,"-2"1"27"0,-2-2 5 0,-7-1 21 15,0 0 6-15,18-1 20 0,-13 0 3 0,0-3 5 16,-5 4 5-16,13-9-1 0,-9 4 22 0,2-2 7 15,0 0-8-15,2-3-4 0,0-1-2 0,-2 0-7 16,1-3-2-16,0 3-10 0,0-4-6 0,-1-1-5 16,1 0-2-16,-2-1-7 0,0 2-9 0,0-2 0 15,-1 0-9-15,-2 0-3 0,2-2 0 0,-3 0-11 16,1-1 1-16,-1-5-7 0,0 1-2 0,-1 5 0 16,-1-2-2-16,1 2-6 0,-1 4 2 0,1-2-4 15,-3 5 3-15,1 2 0 0,-1-1-1 0,-1 1-3 16,2 4 1-16,-1-2-1 0,3 8-4 0,-6-6-1 15,6 6-1-15,-3-8-3 0,3 8-4 0,0 0 1 16,0 0 0-16,0 0 1 0,0 0-3 0,0 0 2 16,0 0-5-16,0 0 2 0,0 24-1 0,0-24-1 15,8 12 0-15,-3-5 0 0,0 0 3 0,0-1-1 16,2 1-3-16,-1-1 0 0,2 2 0 0,-2 1 3 16,-1-1 3-16,0-2-4 0,-1 4 2 0,0 0-1 15,0 0 2-15,-3 3 2 0,0-3 6 0,1 0-2 16,-4 2-5-16,2 1 4 0,2-1 0 0,-4 1 0 15,1-1-2-15,2-1 0 0,3-2-3 0,-1 2 10 16,1-3-9-16,-1 3-18 0,3-4 6 0,1 1 1 16,1-3-3-16,1 2 7 0,1-4-2 0,4 0 5 15,-1-3-7-15,3-1 7 0,2-2-4 0,0 1 5 16,-1-2-2-16,-1 0 2 0,1-2 1 0,-4-1-5 16,-3 1-3-16,5-3-1 0,-4 0 2 0,0 1-5 15,-1-4 2-15,2 0-1 0,-2-2 3 0,-4 4-3 16,3-3-2-16,-5-3-3 0,1 2 5 0,-2 2 0 15,1 0 6-15,-3 2 1 0,-1-2-1 0,1 5 7 16,-1 7 2-16,3-11 3 0,-3 11-9 0,0-8 3 16,0 8-2-16,0 0 0 0,0 0 1 0,0 0-1 0,-27 13-1 15,19-2 3-15,-2 3 0 0,2 1 3 0,1 0-4 16,3-1 0-16,0 2 2 0,0-4-4 16,3 3 1-16,5-2 5 0,-2-2-7 0,2-1 5 15,1-1-4-15,4 0 3 0,0 0 4 0,3-3-6 16,-1-2 3-16,1-1-3 0,2 0 2 0,4-3-2 0,-6 0-1 15,1-3-2-15,0-1 2 0,0-2-1 16,0 2 0-16,1-6 3 0,-5 3-4 0,2-2 0 16,-1 1 2-16,-2-3-2 0,3-1 1 0,0-1-2 15,-3-2-4-15,-1 6 2 0,3-5 5 0,-2 0 8 16,-4 5-10-16,0 1 5 0,2 0 8 0,-4 4 2 0,-2 4-3 16,6-8-3-16,-6 8-1 0,5-5 1 0,-5 5-5 15,0 0 6-15,0 0-3 0,0 0 2 16,8 14 4-16,-8-4-1 0,1 2 4 0,-4 1-1 15,2 3-1-15,0 4 1 0,-1-3-1 0,1 0 4 16,-1 1-5-16,-1 2 1 0,-2 4-3 0,2-4-2 16,1-2 1-16,2-1-6 0,-2-1-11 0,-1 0-22 15,1-3-16-15,1-2-26 0,-1 1-19 0,2-2-29 16,1 0-27-16,-1-2-22 0,0-8-138 0,-1 11-334 16,1-11 148-16</inkml:trace>
  <inkml:trace contextRef="#ctx0" brushRef="#br0" timeOffset="151680.26">31458 13103 3 0,'5'-2'160'0,"-5"2"-11"0,0 0-10 0,9 10-10 0,-9-10-6 15,4 15-14-15,-4-5-15 0,0 0-6 0,3 1-9 16,-3 3-5-16,1 0-11 0,-2 1-37 15,1 1-7-15,-3-2-27 0,4-4-33 0,-2 3-28 16,1-2-25-16,0 0-81 0,-2 0-187 0,-2-2 83 16</inkml:trace>
  <inkml:trace contextRef="#ctx0" brushRef="#br0" timeOffset="152357.7">31576 13059 22 0,'1'3'129'0,"-1"-3"2"0,0 0-2 15,3 9-2-15,-3-9-10 0,-1 10-4 0,1-10-3 16,1 13-9-16,-1-7-7 0,2 3-7 0,1 0-9 16,-3 1-10-16,2-1-8 0,1 1-4 0,-2-1-3 15,2-1-8-15,-1 0-5 0,2 1 2 0,0-1-6 16,1-3-3-16,0 0-9 0,0-1 4 0,0 0-1 15,1 0-6-15,0-3-2 0,-6-1 1 0,13-1-8 16,-13 1 5-16,11-3-6 0,-6-1 3 0,1 0 0 16,-3-2 0-16,5-1-3 0,-4-2-4 0,0 2 1 15,2-5-3-15,-3 3-1 0,2-1 2 0,1 0-4 16,0-3 3-16,-2 1-11 0,0 3 3 0,1-2 1 16,-2 2-4-16,3 0 0 0,-1 4 9 0,-2-2-7 15,2 2 2-15,-5 5-6 0,6-4 2 0,0 1 2 16,-6 3 6-16,0 0 7 0,0 0 1 0,13 8-6 15,-13-8 9-15,4 11 3 0,-2-6 1 0,0 5 1 16,-2-2-4-16,1-1 2 0,2 2-1 0,-2 1-6 16,1-3 4-16,-2 0-2 0,0-7 4 0,1 11-8 15,-1-11-2-15,2 8 5 0,1-5-2 0,-3-3 6 0,0 0-2 16,5 6-3-16,-5-6 3 0,0 0-1 16,0 0 0-16,15-8-3 0,-8 3-5 0,3 1-1 15,-1-2 1-15,1 1 5 0,2-2-5 0,-2 0-1 16,0 1 4-16,2 1-6 0,-6 3 1 0,0-1-1 0,1-1 4 15,-7 4 1-15,12 0 6 0,-12 0 1 16,10 4 2-16,-10-4-3 0,7 6 2 0,-3 1 1 16,-3-1-3-16,4 0 0 0,-5-6-2 0,4 10-3 15,-3 0-15-15,2-1-16 0,-2-1-21 0,1 1-29 16,-1 0-35-16,3-2-31 0,-3 0-33 0,0-1-119 16,-1-6-316-16,6 10 140 0</inkml:trace>
  <inkml:trace contextRef="#ctx0" brushRef="#br0" timeOffset="152513.29">32163 13098 18 0,'0'0'40'0,"0"0"-30"0,0 0-22 0,0 0-12 16,0 0 6-16</inkml:trace>
  <inkml:trace contextRef="#ctx0" brushRef="#br0" timeOffset="152970.03">32504 12589 36 0,'0'0'137'0,"10"8"-9"0,-9 0 10 16,0 4-3-16,-1 7-4 0,-2 7-1 0,-3 5-7 15,-4-1-8-15,0 5-8 0,-9 10-8 0,1 1-9 16,0 3-9-16,1 3-2 0,-7-4-14 0,4-2-5 16,-2 0-22-16,1 1-26 0,10-13-22 0,-9 11-22 15,1-2-33-15,5-11-23 0,7 1-33 0,-5 0-111 16,-5-5-250-16,4 0 110 0</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4:52:27.605"/>
    </inkml:context>
    <inkml:brush xml:id="br0">
      <inkml:brushProperty name="width" value="0.05292" units="cm"/>
      <inkml:brushProperty name="height" value="0.05292" units="cm"/>
      <inkml:brushProperty name="color" value="#FF0000"/>
    </inkml:brush>
  </inkml:definitions>
  <inkml:trace contextRef="#ctx0" brushRef="#br0">9605 13977 11 0,'0'0'18'0,"0"0"-5"0,0 0 3 16,0 0-2-16,0 0 1 0,0 0 1 0,0 0-7 16,0 0 4-16,0 0-4 0,0 0-1 0,0 0 0 15,0 0-4-15,0 0 0 0,0 0 1 0,0 0-5 16,0 0-6-16,0 0 2 0,0 0 2 0,0 0 4 16,0 0-6-16,0 0-1 0,4 5-2 0,-4-5 0 15,0 0 0-15,0 0-1 0,0 0-12 0,0 0-21 16,0 0 10-16</inkml:trace>
  <inkml:trace contextRef="#ctx0" brushRef="#br0" timeOffset="15090.39">24687 12482 1 0,'6'25'18'0,"-1"0"-12"0,-3-4-11 0,1 4-4 16,-2-6 2-16</inkml:trace>
  <inkml:trace contextRef="#ctx0" brushRef="#br0" timeOffset="15525.22">24511 13768 19 0,'-10'4'37'0,"-3"0"-6"0,0 0-5 0,1-2-19 15,2 1-19-15,-2-1-6 0,-1 4-20 0,-2-1 9 16</inkml:trace>
  <inkml:trace contextRef="#ctx0" brushRef="#br0" timeOffset="27367.27">26042 7974 19 0,'0'0'18'0,"0"0"-5"0,0 0-7 0,-8-4-3 15,8 4-14-15,0 0-9 0,0 0 4 0</inkml:trace>
  <inkml:trace contextRef="#ctx0" brushRef="#br0" timeOffset="28719.65">25976 7827 10 0,'0'0'23'0,"0"0"1"16,0 0-5-16,0 0-2 0,0 0-1 0,0 0-2 15,0 0 0-15,0 0-2 0,0 0 2 0,0 0-5 16,0 0 4-16,0 0 2 0,0 0-1 0,0 0-7 15,0 0 3-15,0 0 0 0,0 0-1 0,0 0-5 16,0 0 10-16,0 0-4 0,0 0 2 0,0 0-1 16,0 0-4-16,0 0 1 0,0 0-1 0,0 0 7 15,0 0-13-15,0 0 11 0,0 0-6 0,0 0 3 16,0 0 0-16,0 0 0 0,0 0-6 0,0 0 3 16,0 0-1-16,0 0-2 0,0 0-1 0,0 0 2 15,0 0-4-15,0 0 5 0,0 0 6 0,0 0-4 0,0 0-9 16,0 0 4-16,0 0 8 0,0 0 1 0,0 0 0 15,0 0-8-15,0 0 11 0,0 0-9 0,0 0 6 16,0 0-5-16,0 0 3 0,0 0 1 16,0 0-2-16,0 0-7 0,0 0-4 0,0 0-2 15,0 0-9-15,0 0-4 0,0 0-8 0,0 0-5 16,0 0 0-16,0 0-2 0,0 0-2 0,0 0-21 16,0 0-59-16,0 0 26 0</inkml:trace>
  <inkml:trace contextRef="#ctx0" brushRef="#br0" timeOffset="35529.37">22406 9333 6 0,'0'0'47'0,"0"0"1"0,0-9-8 0,0 9-9 15,0 0-15-15,0 0-27 0,0 0-19 0,0 0-32 16,0 0 15-16</inkml:trace>
  <inkml:trace contextRef="#ctx0" brushRef="#br0" timeOffset="39794.05">25659 7578 8 0,'0'-8'59'15,"0"8"-2"-15,0 0-15 0,0 0-12 0,0 0-19 0,0 0-10 16,0 0-15-16,0 0-19 0,-6-10-35 16,6 10 16-16</inkml:trace>
  <inkml:trace contextRef="#ctx0" brushRef="#br0" timeOffset="47226.14">23555 7686 34 0,'0'0'37'0,"0"0"-6"0,0 0-3 16,0 0-7-16,0 0-1 0,0 0-6 0,0 0 2 15,0 0-5-15,0 0-10 0,0 0-7 0,0 0-3 16,0 0-4-16,0 0 2 0,0 0 5 0,-9 20-9 16,9-20-11-16,0 0-28 0,-5 6 13 0</inkml:trace>
  <inkml:trace contextRef="#ctx0" brushRef="#br0" timeOffset="51929.98">23628 7686 2 0,'-20'-3'14'0,"20"3"5"0,0 0-11 15,0 0 1-15,0 0-1 0,0 0 4 0,0 0-1 16,0 0-2-16,0 0-5 0,0 0 4 0,0 0-1 16,0 0-2-16,0 0 0 0,0 0-1 0,0 0 2 15,0 0-2-15,0 0-3 0,0 0 2 0,0 0-2 16,0 0 3-16,-8-5-2 0,8 5 5 0,0 0-8 16,0 0 5-16,0 0-4 0,0 0 3 0,0 0 1 0,0 0 1 15,0 0-4-15,0 0-2 0,-6-3 0 16,6 3 5-16,0 0-4 0,0 0-1 0,0 0 1 15,0 0 0-15,0 0-2 0,0 0 2 0,0 0-4 16,0 0 1-16,0 0 2 0,-13 3-4 0,13-3-6 0,0 0 1 16,-9 4-13-16,9-4-24 0,0 0 11 0</inkml:trace>
  <inkml:trace contextRef="#ctx0" brushRef="#br0" timeOffset="61532.15">22970 12941 2 0,'1'-10'26'0,"1"0"-1"0,1-2-2 0,0 0-3 0,0 0-4 16,0-2-7-16,4-2-9 0,-5 4 0 0,2-4 0 15,3 0-9-15,-2-1-1 0,0 2 0 0,4-2-6 16,-3-2-16-16,1 0 7 0</inkml:trace>
  <inkml:trace contextRef="#ctx0" brushRef="#br0" timeOffset="83073.69">25960 7725 5 0,'0'0'9'15,"0"0"2"-15,0 0-16 0,0 0-4 0,0 0 2 16</inkml:trace>
  <inkml:trace contextRef="#ctx0" brushRef="#br0" timeOffset="92085.75">21489 8247 44 0,'-12'-12'49'16,"12"12"1"-16,0 0-6 0,0 0-10 0,0 0-6 0,0 0-10 16,0 0-9-16,0 0-10 0,0 0-10 0,0 0-9 15,0 0 2-15,0 0 2 0,0 0-19 16,0 0-39-16,0 0 18 0</inkml:trace>
  <inkml:trace contextRef="#ctx0" brushRef="#br0" timeOffset="95390.77">25302 8282 61 0,'0'0'59'0,"0"0"-1"0,0 0-5 0,0 0-9 16,0 0-31-16,0 0-34 0,0 0-24 15,0 0-48-15,0 0 21 0</inkml:trace>
  <inkml:trace contextRef="#ctx0" brushRef="#br0" timeOffset="96948.9">22437 8190 23 0,'0'0'20'15,"0"0"-12"-15,0 0-17 0,-16-2-9 0,16 2 4 16</inkml:trace>
  <inkml:trace contextRef="#ctx0" brushRef="#br0" timeOffset="118826.24">24718 13072 13 0,'5'-3'19'16,"2"1"-1"-16,-1-2-3 0,-6 4 5 0,14-3-2 0,-9 1-3 16,1-1-4-16,-6 3 1 0,11-5-6 15,-4 4-3-15,-1-2-15 0,-6 3-11 0,11-3-26 16,-4 3 12-16</inkml:trace>
  <inkml:trace contextRef="#ctx0" brushRef="#br0" timeOffset="143102.31">25994 14076 7 0,'0'0'46'0,"0"0"-1"0,0 0-9 0,0 0-2 0,0 0-5 16,0 0-4-16,0 0 1 0,0 0-6 0,0 0-4 16,0 0 0-16,-21 1-2 0,21-1-2 0,0 0-3 15,-11 4 1-15,11-4-2 0,-6 2 4 0,6-2-5 16,-7 2 1-16,7-2-1 0,-9 1 2 0,9-1 3 15,-9 0 1-15,9 0 5 0,-11 3-2 0,11-3-1 16,-12 1 10-16,6 0-4 0,6-1-3 0,-11 2 3 16,11-2-5-16,-14 0 5 0,14 0-2 0,-13 0 3 15,6-1 0-15,7 1 1 0,-18 1 6 0,11 0 7 16,7-1-3-16,-12 0-7 0,12 0 10 0,-8 1 0 16,8-1-1-16,0 0 4 0,-11 0-5 0,11 0-4 15,0 0 8-15,0 0-10 0,0 0 2 0,0 0-4 16,-10 0 2-16,10 0-5 0,0 0 5 0,0 0-13 15,0 0 0-15,0 0-3 0,0 0 0 0,0 0 4 16,0 0-4-16,0 0-6 0,0 0 1 0,0 0 5 16,0 0 13-16,0 0 6 0,21 6 3 0,-7-5-5 15,3 1 7-15,2-2-2 0,2-2-2 0,6 1 3 16,-6 1-7-16,2 0-2 0,-2-1-4 0,0 1 1 16,0 0-7-16,-6 0-4 0,-1 0-1 0,-6 0-2 15,3 0 2-15,1 1-1 0,-3-1 2 0,0 0 12 16,-2 1-17-16,-7-1 2 0,13 0-1 0,-13 0-3 15,11 0-2-15,-11 0 1 0,8 0-1 0,-8 0 1 16,0 0 20-16,10 2-22 0,-10-2-2 0,0 0 5 16,7 1-4-16,-7-1-3 0,0 0 6 0,0 0-9 15,0 0 6-15,0 0-4 0,0 0-10 0,6 6-14 16,-6-6-15-16,3 4-25 0,-3-4-16 0,0 0-27 16,5 6-25-16,-5-6-95 0,0 0-247 0,0 0 110 15</inkml:trace>
  <inkml:trace contextRef="#ctx0" brushRef="#br0" timeOffset="143870.21">26036 13943 69 0,'0'0'108'0,"0"0"-4"0,0 0-11 0,0 0-4 0,0 0-9 15,2-6-4-15,-2 6 0 0,0 0 0 0,0 0-9 16,0 0-5-16,0 0-6 0,0 0-11 0,0 0-4 16,0 0-4-16,0 0-1 0,0 0-4 0,0 0 6 15,0 0-10-15,0 0-9 0,0 0 2 0,0 0-3 16,0 0-1-16,0 0-5 0,0 0 2 0,0 0-6 16,0 0 6-16,0 0 1 0,0 0 10 0,0 0-5 15,0 0 5-15,0 0-2 0,0 0-1 0,-2 22-1 16,2-22 9-16,0 0-3 0,-2 13-2 0,0-6 5 15,2-7-6-15,-2 8-3 0,2-8 0 0,-2 11-3 16,2-11 3-16,-1 9 2 0,1-3 2 0,0-6-1 16,-4 8-7-16,4-8 2 0,-4 10-1 0,2-7-6 15,2-3 3-15,-2 9-6 0,2-9 3 0,-1 8-4 16,1-8 1-16,0 7 5 0,0-7-9 0,0 0-2 16,-2 10 0-16,2-10-1 0,0 0-1 0,0 9-1 15,0-9 3-15,2 8-4 0,-2-8 5 0,0 8 0 16,0-8 4-16,0 8 0 0,0-8 2 0,0 13 3 15,0-7 0-15,0-6-1 0,1 10-5 0,-1-1 2 16,2-3 11-16,-2 3 0 0,2 1 5 0,-2 1-1 16,0 0 0-16,2 1 4 0,-4-1-3 0,2 5 0 15,0-4 1-15,2 0-4 0,-4 1 4 0,2 4-2 16,2-6-1-16,-4 2-2 0,2-1-3 0,0-1-3 16,0 0-3-16,2-1 5 0,-2-1-4 0,0-3-2 0,0-6 1 15,-2 13-1-15,2-13 0 0,2 10-1 16,-2-10-3-16,2 8 4 0,-2-8-1 0,0 9 5 15,0-9 6-15,0 0 9 0,0 0 7 0,0 7 4 16,0-7 2-16,0 0 1 0,0 0 5 0,0 0 0 16,0 0-1-16,0 0-6 0,0 0-5 0,0 0-2 15,0 0-4-15,0 0-1 0,0 0-4 0,0 0-2 0,0 0-11 16,0 0-14-16,0 0-20 0,0 0-28 16,0 0-33-16,0 0-40 0,0 0-28 0,0 0-29 15,0 0-19-15,0 0-16 0,-25-11-137 0,21 6-379 16,4 5 167-16</inkml:trace>
  <inkml:trace contextRef="#ctx0" brushRef="#br0" timeOffset="145675.31">21431 14176 60 0,'0'0'55'0,"0"0"13"15,0 0-15-15,0 0 2 0,0 0-1 0,0 0 0 16,4-6-4-16,-4 6-5 0,0 0-2 0,0 0-7 16,0 0-4-16,0 0 4 0,0 0-8 0,0 0-2 15,0 0-4-15,0 0-3 0,0 0 3 0,0 0-7 16,0 0 2-16,0 0-1 0,0 0-3 0,0 0 4 16,0 0-7-16,0 0 5 0,0 0 1 0,0 0-4 15,0 0 0-15,-23 2 0 0,23-2 2 0,0 0-2 16,0 0 8-16,-11 3-14 0,11-3 1 0,-7 2 1 15,7-2-5-15,-7 4 17 0,7-4-11 0,-8 1-2 16,8-1 1-16,-9 1-2 0,9-1-2 0,-6 3 5 16,6-3-7-16,0 0 11 0,-9 2-5 0,9-2 6 15,0 0-10-15,0 0 7 0,-9 2-2 0,9-2-1 16,0 0 4-16,-8 3 0 0,8-3-4 0,0 0 5 16,0 0-5-16,-6 2-3 0,6-2 6 0,0 0-2 15,0 0-6-15,-9 3 6 0,9-3-4 0,0 0 3 16,0 0 7-16,-8 6-4 0,8-6-8 0,-4 3 2 15,4-3-4-15,0 0 1 0,-5 4-1 0,5-4 0 16,0 0 0-16,0 0-1 0,0 0-1 0,0 0 5 16,0 0-3-16,-6 3 1 0,6-3-2 0,0 0 11 15,0 0 0-15,0 0 9 0,0 0-1 0,0 0 4 16,0 0-4-16,0 0 0 0,0 0 2 0,0 0-9 16,0 0 1-16,0 0 3 0,0 0 3 0,0 0-6 15,0 0 0-15,0 0-5 0,0 0-4 0,0 0 8 16,0 0-5-16,0 0-2 0,0 0 0 0,0 0-5 15,0 0 6-15,0 0-1 0,0 0-5 0,28 1 9 16,-18-1-1-16,0-3 7 0,6 2-8 0,3-2 6 16,1 0-3-16,7 2 1 0,1-2-2 0,-9 0 4 15,10 1-4-15,-1 1 3 0,-8 1-5 0,2-2 4 16,-3 2-2-16,3-3-6 0,-3 3 6 0,-1-1-4 16,1 1 1-16,-8 0-1 0,3 0-7 0,-2-1 13 15,1 1-3-15,-2 0-5 0,-1 0 1 0,1 0 2 16,-2 1-1-16,1-1-1 0,-4 1-2 0,-6-1 5 15,12-1 0-15,-12 1 4 0,9 3 4 0,-9-3 12 0,0 0 1 16,9-2 7-16,-9 2 5 0,0 0 0 16,0 0 5-16,0 0 4 0,7-1-2 0,-7 1 4 15,0 0 1-15,0 0 3 0,0 0 2 0,0 0-4 16,0 0 1-16,0 0-2 0,0 0 0 0,0 0-4 16,0 0-6-16,0 0-3 0,0 0-5 0,0 0-6 0,0 0-3 15,0 0-2-15,0 0-3 0,0 0-3 0,0 0-3 16,0 0-9-16,0 0-11 0,0 0-16 0,0 0-17 15,0 0-23-15,0 0-20 0,0 0-9 16,0 0-14-16,0 0-31 0,0 0-27 0,-11 16-32 16,6-6-127-16,-3-4-348 0,0-1 155 0</inkml:trace>
  <inkml:trace contextRef="#ctx0" brushRef="#br0" timeOffset="148132.18">23840 14712 2 0,'0'0'32'0,"0"0"-2"0,0 0-5 16,0 0-2-16,0 0 2 0,0 0 3 15,0 0-5-15,2 23-5 0,-2-23 5 0,0 0 9 0,0 0 1 16,-8 9-4-16,8-9-2 0,-8 4-6 15,3-2 2-15,5-2-6 0,-11 5 2 0,7-2-5 0,4-3 5 16,-10 5 3-16,2-2-7 0,8-3 0 16,-10 2-3-16,3 2 7 0,7-4-6 0,-12 3-2 15,4-2-5-15,8-1 6 0,-13 1-6 0,5 1 5 0,1 0 1 16,7-2-1-16,-10 2-7 0,10-2 14 0,-11 2-10 16,4-1-3-16,7-1 4 0,-11 0-5 0,11 0 2 15,-10-1-1-15,10 1 5 0,-14-2 0 16,14 2 3-16,-10-4 4 0,10 4-2 0,-9 0 12 15,9 0-8-15,-13-3 2 0,13 3-5 0,-11 0-4 0,11 0 2 16,-14-1-4-16,6 1-4 0,-2 1 5 0,-2-1-1 16,2 0 7-16,1 0-13 0,-2 1 3 15,-1-2-3-15,1 1 3 0,-2 0 14 0,1-1-7 16,2 1 2-16,-3-2-3 0,4 4 6 0,-3-4 4 0,0 1-2 16,2-1 9-16,-2 1-4 0,3-1 1 0,2-1-2 15,7 3 3-15,-14-3 5 0,6 1 3 0,8 2-1 16,-12-2-4-16,7-1-1 0,5 3-3 0,-8-2-3 15,8 2 1-15,0 0-8 0,-9-2 3 0,9 2-6 16,0 0 1-16,0 0-7 0,0 0 5 0,-10-1-10 16,10 1 4-16,0 0-2 0,0 0-3 0,-11 0 7 15,11 0-2-15,0 0-4 0,0 0 1 0,0 0-1 16,-9-1 5-16,9 1 4 0,0 0-1 0,0 0 3 16,0 0 0-16,0 0 0 0,0 0 6 0,0 0-4 15,0 0 3-15,0 0 0 0,0 0 1 0,0 0-4 16,0 0 4-16,0 0-1 0,0 0-4 0,0 0 1 15,0 0-5-15,0 0-2 0,0 0 1 16,0 0-1-16,0 0-3 0,0 0-5 0,0 0 0 16,0 0 4-16,0 0 2 0,0 0-4 0,0 0 3 0,0 0-1 15,0 0-5-15,27 4 12 0,-17-3-12 0,3 0 8 16,-3-1 13-16,3 0-19 0,5 1 9 0,0 1-9 16,-2-1-1-16,3-1 1 0,1 1 1 0,0-1-2 15,2-1 1-15,5 1-1 0,1 1 3 16,-1-2-2-16,3 1 2 0,1 0-4 0,-3-1 1 0,4 1-1 15,-5 0 2-15,1 0 3 0,3-2-2 0,-3 1 2 16,2 0 2-16,0-2-5 0,1 3 6 0,-1-5-2 16,1 3-1-16,-2-1 1 0,2 0 2 0,0-1 1 15,1 2-2-15,-2 1-5 0,2-1 4 0,-2 0-3 16,0-1 3-16,1 1-2 0,1-2 2 0,0 2 0 16,1-2 0-16,-2 4 0 0,1-4-4 0,0 2 5 15,2-1 1-15,-3 3-4 0,0 0 0 0,1-2 2 16,-4 2 1-16,0 2 2 0,0-2-2 0,-5 0-1 15,4 0 0-15,-7 0-4 0,3 0 3 0,-3 0-1 16,2 0-1-16,1 0-2 0,4 3 0 0,0 0 2 16,-7 0 0-16,7-2 10 0,2 1 0 0,-2-2-7 15,0 1 1-15,4 1 6 0,-3-2 0 0,1 0-2 16,1 1 0-16,-2-2 2 0,4 1 1 0,-3-3-2 16,-2 1 2-16,-5 4 0 0,-3-2 6 0,1 1-6 15,-3-2 0-15,-3 2-1 0,-3-2 2 0,3 1-3 16,-7 0-1-16,1 0-1 0,-8 0-1 0,11-2 2 15,-11 2-7-15,10 0 3 0,-10 0-3 0,0 0 1 16,9 0 0-16,-9 0-1 0,0 0 4 0,0 0 0 16,10 0-5-16,-10 0 2 0,0 0-4 0,0 0-1 15,0 0 0-15,0 0 0 0,0 0 0 0,0 0-1 16,0 0 2-16,0 0-2 0,0 0 2 0,11 2 2 16,-11-2-2-16,0 0 3 0,2 6-15 0,-2-6-23 15,3 7-34-15,-3-7-28 0,0 0-24 0,3 12-27 16,-3-12-17-16,-3 9-151 0,3-9-340 0,-16 9 151 0</inkml:trace>
  <inkml:trace contextRef="#ctx0" brushRef="#br0" timeOffset="149091.37">23304 14488 49 0,'0'0'83'0,"0"0"-2"16,0 0-4-16,3-6-3 0,-3 6-7 0,0 0-6 16,0 0-4-16,0 0-14 0,0 0-5 0,0 0-4 15,0 0-4-15,0 0-1 0,0 0-9 0,0 0 5 16,0 0-1-16,0 0-7 0,0 0-1 0,0 0-2 15,0 0-2-15,0 0 1 0,0 0 4 0,0 0 12 16,0 0-17-16,0 0 2 0,0 0-10 0,0 0-2 16,0 0-11-16,0 0 5 0,0 0-4 0,0 0 1 15,0 0 1-15,0 0 1 0,0 0 0 16,8-5 5-16,-8 5-4 0,8-1-4 0,-8 1 4 0,10 0 0 16,-10 0-1-16,9-1-1 0,-9 1 5 0,0 0-1 15,12 0 5-15,-12 0-7 0,0 0-6 0,10 2 2 16,-10-2 3-16,0 0 6 0,9 2-2 0,-9-2-3 15,0 0 6-15,0 0 2 0,7 2 0 0,-7-2 3 16,3 5 1-16,-3-5 4 0,-1 11 14 16,1-11-1-16,-4 11 3 0,-1 0 8 0,-3 4-5 0,-2-1 8 15,-2 3-5-15,1-1 3 0,-6 5-6 0,-1 1 0 16,2-3-5-16,3-4 4 0,-1 3-7 0,2-4 2 16,-3 0-4-16,5 0 3 0,-4 2-8 0,1-1 0 15,3-2 0-15,-2-2 0 0,3 1-4 0,1-3 2 16,0-1-5-16,1 1 4 0,0-4 1 0,3 0-2 15,0-1-4-15,4-4 1 0,-7 6-1 0,7-6 3 16,-6 4-2-16,6-4 7 0,0 0-5 0,-4 6 3 16,4-6 1-16,0 0-1 0,0 0 3 0,0 0-8 15,0 0 4-15,0 0-4 0,0 0-3 0,0 0 2 16,0 0-1-16,12 6 3 0,-12-6 4 0,10 3 11 16,-4-2-10-16,5 2-13 0,1 1 4 0,1 0 6 15,6 0-1-15,2-1 1 0,-2 3 0 0,9 1 4 16,3 0 0-16,1-2 1 0,-2 0 1 0,2 1-2 15,2 0 3-15,0 0-2 0,-2-1 1 0,1 3-2 16,0-3-4-16,-1 0-4 0,-5 0 1 0,3 1-2 16,-9 0 1-16,6 0-1 0,-8 0-27 0,-2 0-11 15,-1-1-25-15,-3 0-15 0,0-1-10 0,0 0-28 16,-3 1-21-16,0-2-17 0,-1 0-77 0,-5 1-241 16,-4-4 106-16</inkml:trace>
  <inkml:trace contextRef="#ctx0" brushRef="#br0" timeOffset="150047.06">24537 14290 67 0,'-8'-14'85'0,"8"14"-10"0,0 0-4 16,-9-7-6-16,9 7-9 0,-10-3 3 0,10 3-8 0,-15-4 0 16,15 4 0-16,-20 0 5 0,9 4-14 0,-2-3 9 15,-3 2-6-15,3 3 1 0,-1 0-15 0,0 1 1 16,0 0 2-16,-2 1-3 0,6 0-5 0,0 0-6 15,2 0-1-15,-1 0 0 0,3 0-4 16,1 1-2-16,-2 0-1 0,4-1 2 0,-1 2 3 0,2-4-6 16,2 3 6-16,0-9-2 0,4 14-5 15,0-5 5-15,4-1-2 0,1-2-7 0,-2 1 6 0,4-3-7 16,0 0 3-16,1 3 6 0,0-5-5 16,0 0-3-16,1 2-1 0,-1-4-2 0,-3 3 5 15,-9-3 1-15,18 1-6 0,-18-1 8 0,13 1-5 0,-13-1-3 16,9 0 0-16,-9 0-4 0,0 0 7 0,0 0 2 15,14 0-5-15,-14 0 0 0,0 0-1 0,0 0 2 16,0 0-2-16,0 0 9 0,0 0-5 16,0 0 5-16,0 0 0 0,0 0 9 0,13 2 6 15,-13-2-3-15,0 0 1 0,0 0-1 0,0 0-8 0,0 0-2 16,0 0 0-16,0 0 2 0,-40-2-3 0,26 2-2 16,-1 4 5-16,-3 0-3 0,0-3-4 0,0 2-2 15,1 2 4-15,2-1 2 0,-3 2-2 16,2 0 2-16,3-1 2 0,-4 2-7 0,1 2 6 0,3-3-3 15,3 1 0-15,1 0 0 0,0 0-5 0,2 1 11 16,4-3-5-16,-1 3 1 0,0 0-9 0,3-1 11 16,-1 2-3-16,4 2 0 0,1-6 12 15,3 4 2-15,3 1-5 0,3-2 4 0,4 3 5 0,11-4-4 16,-1 0-1-16,5-3 1 0,2-1-4 16,0-3 0-16,-1-1-4 0,0 2-1 0,0 0 0 0,-2-1-6 15,-2-2 1-15,-8 1 0 0,0 0 3 0,-3-3-5 16,-6 2-9-16,1 0-9 0,-1-1-19 0,-11 3-10 15,14-2-22-15,-5 0-19 0,-9 2-17 0,13-3-16 16,-13 3-12-16,0 0-18 0,10-2-107 16,-10 2-269-16,0 0 119 0</inkml:trace>
  <inkml:trace contextRef="#ctx0" brushRef="#br0" timeOffset="181511.84">23288 13272 43 0,'0'0'85'15,"0"0"-24"-15,0 0-20 0,5-4-19 0,-5 4-14 16,0 0-9-16,0 0-4 0,0 0-38 0,0 0-46 0,0 0 21 15</inkml:trace>
  <inkml:trace contextRef="#ctx0" brushRef="#br0" timeOffset="181812.16">21116 13426 20 0,'0'0'43'0,"0"0"-8"0,0 0-7 16,0 0-22-16,0 0-11 0,1 17-17 0,-1-17-22 15,0 0 10-15</inkml:trace>
  <inkml:trace contextRef="#ctx0" brushRef="#br0" timeOffset="194959.97">26199 14205 39 0,'0'0'51'16,"0"0"-8"-16,0 0-2 0,0 0-6 0,0 0-6 15,0 0-10-15,0 0-15 0,0 0-15 0,0 0-9 16,0 0-19-16,0 0-42 0,-21 10 20 0</inkml:trace>
  <inkml:trace contextRef="#ctx0" brushRef="#br0" timeOffset="196499.16">19815 14115 25 0,'0'0'46'0,"0"0"-6"0,9 1-5 15,-9-1-3-15,0 0 1 0,0 0-8 16,0 0 0-16,0 0 4 0,9 0-10 0,-9 0 2 15,0 0-1-15,0 0 1 0,0 0 2 0,0 0-4 16,0 0-5-16,0 0 3 0,0 0-6 16,0 0 0-16,0 0-2 0,0 0 2 0,0 0 1 0,0 0 4 0,0 0 2 15,0 0-7-15,0 0 2 0,0 0 2 16,0 0 2-16,7 1-1 0,-7-1 2 0,0 0-4 16,0 0 3-16,0 0-9 0,0 0 3 0,0 0 0 15,0 0-2-15,0 0 0 0,0 0 1 0,0 0-4 16,0 0 5-16,0 0-7 0,0 0-2 0,0 0-4 15,0 0 4-15,0 0-1 0,0 0 2 0,0 0-1 16,0 0 0-16,0 0-2 0,0 0 8 0,0 0-4 16,0 0 2-16,0 0 2 0,0 0 5 0,0 0 0 0,0 0 2 15,0 0 6-15,0 0 1 0,0 0-4 0,0 0 3 16,0 0-6-16,0 0 5 0,0 0-1 0,0 0-4 16,0 0 2-16,0 0-1 0,0 0-7 15,0 0 11-15,0 0-9 0,0 0 0 0,0 0-4 0,0 0 3 16,0 0-4-16,0 0 1 0,0 0-5 0,0 0 0 15,0 0 3-15,0 0-2 0,0 0-4 0,0 0 0 16,0 0 3-16,0 0 5 0,0 0-6 16,0 0 0-16,0 0 1 0,0 0-4 0,0 0 1 0,0 0 5 15,0 0-7-15,0 0 5 0,0 0-1 0,0 0-2 16,0 0 4-16,0 0 2 0,0 0-3 0,0 0 2 16,0 0 5-16,0 0-8 0,0 0 1 0,0 0 3 15,0 0-9-15,0 0 11 0,0 0-9 0,0 0-1 16,0 0 3-16,0 0 4 0,0 0-10 0,0 0 11 15,0 0-4-15,0 0 0 0,0 0-4 0,0 0 0 16,0 0 3-16,0 0-1 0,0 0 8 16,0 0-9-16,0 0-4 0,0 0 15 0,0 0-5 15,0 0-2-15,0 0 0 0,0 0 3 0,0 0-4 0,0 0 1 16,0 0 5-16,0 0 4 0,0 0-3 0,0 0 9 16,0 0-9-16,0 0 4 0,0 0-1 0,0 0 3 15,0 0-9-15,0 0 9 0,0 0-3 0,0 0-10 16,0 0 13-16,0 0-7 0,0 0-6 0,0 0 2 15,0 0 3-15,0 0-3 0,0 0-1 0,0 0 4 16,0 0-6-16,0 0 3 0,0 0-5 0,0 0 2 16,-5-17-2-16,5 17 10 0,0 0-9 0,0 0 4 0,0 0-7 15,0 0 7-15,1-7 0 0,-1 7-1 16,0 0-7-16,0 0 0 0,0 0 5 0,0 0 2 16,0 0 0-16,0 0 5 0,0 0-7 0,0 0 2 15,-1-10-2-15,1 10 0 0,0 0-2 0,0 0 6 0,0 0-10 16,0 0 5-16,0 0 1 0,0 0-2 0,0 0 4 15,0 0-4-15,0 0-10 0,0 0 9 16,0 0 2-16,0 0-5 0,0 0 1 0,0 0-2 16,0 0 3-16,0 0 0 0,0 0 5 0,0 0-1 0,0 0 3 15,0 0-8-15,0 0-16 0,0 0 17 16,0 0-23-16,0 0-7 0,0 0-4 0,0 0-5 16,0 0-1-16,0 0-2 0,0 0 1 0,0 0-4 15,0 0-3-15,0 0-10 0,0 0-12 0,0 0-49 16,0 0-133-16,0 0 59 0</inkml:trace>
  <inkml:trace contextRef="#ctx0" brushRef="#br0" timeOffset="-199810.13">24299 13893 6 0,'-11'-7'42'0,"-3"0"-9"0,3-1-1 0,2 0-8 16,1-1-16-16,0 2-15 0,0-1-16 0,-1 0-26 15,3 2 12-15</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29:43.865"/>
    </inkml:context>
    <inkml:brush xml:id="br0">
      <inkml:brushProperty name="width" value="0.05292" units="cm"/>
      <inkml:brushProperty name="height" value="0.05292" units="cm"/>
      <inkml:brushProperty name="color" value="#FF0000"/>
    </inkml:brush>
  </inkml:definitions>
  <inkml:trace contextRef="#ctx0" brushRef="#br0">25610 13294 14 0,'0'0'12'0,"0"0"-2"0,0 0-4 0,0 0-9 0,0 0-4 16,0 0-7-16,0 0 3 0</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8T05:42:29.247"/>
    </inkml:context>
    <inkml:brush xml:id="br0">
      <inkml:brushProperty name="width" value="0.05292" units="cm"/>
      <inkml:brushProperty name="height" value="0.05292" units="cm"/>
      <inkml:brushProperty name="color" value="#FF0000"/>
    </inkml:brush>
  </inkml:definitions>
  <inkml:trace contextRef="#ctx0" brushRef="#br0">25745 8967 20 0,'0'0'21'16,"0"0"-1"-16,0 0 5 0,0 0-5 0,0 0 0 15,0 0 2-15,0 0-4 0,0 0 1 0,2-7-10 16,-2 7 7-16,0 0-1 0,0 0 7 0,4-5 0 15,-4 5-2-15,0 0-7 0,0 0 7 0,6-8-8 16,-6 8 2-16,0 0-3 0,8-5-2 0,-8 5 0 16,0 0 1-16,0 0-3 0,0 0-2 0,0 0 4 15,3-5-1-15,-3 5-8 0,0 0 2 0,0 0 2 16,0 0-13-16,0 0 13 0,0 0-3 0,0 0 0 16,0 0-5-16,0 0 0 0,0 0-4 0,0 0-7 15,0 0-3-15,0 0 2 0,0 0-7 0,4-5-7 16,-4 5 0-16,0 0-16 0,0 0-48 0,0 0 21 15</inkml:trace>
  <inkml:trace contextRef="#ctx0" brushRef="#br0" timeOffset="698.02">25753 8942 1 0,'0'0'19'0,"0"0"-3"16,0 0 0-16,0 0-1 0,0 0 2 0,0 0-7 16,0 0-3-16,0 0 1 0,0 0-5 0,0 0 6 15,0 0-1-15,0 0-2 0,0 0-1 0,0 0-4 16,0 0-3-16,0 0 0 0,0 0 3 0,0 0-3 16,0 0-2-16,0 0 6 0,0 0-5 0,0 0-5 15,0 0 7-15,0 0 2 0,0 0-5 0,0 0 3 16,0 0-1-16,0 0 4 0,0 0-4 0,0 0 0 15,0 0-3-15,0 0 3 0,0 0-1 0,0 0 5 16,0 0-6-16,0 0 1 0,0 0-2 0,0 0 2 16,0 0-13-16,0 0 14 0,0 0-5 0,0 0 5 0,0 0-3 15,0 0-1-15,0 0 5 0,0 0-4 0,0 0-4 16,0 0-8-16,0 0 5 0</inkml:trace>
  <inkml:trace contextRef="#ctx0" brushRef="#br0" timeOffset="2792.28">25678 9074 98 0,'0'0'85'0,"0"0"-9"0,0 0-9 0,0 0-13 16,0 0-6-16,0 0-5 0,0 0-14 0,0 0-3 15,0 0-12-15,0 0-2 0,0 0-13 0,0 0 4 16,0 0-18-16,0 0-7 0,0 0-15 0,0 0-7 0,0 0-29 16,0 0-79-16,0 0 35 0</inkml:trace>
  <inkml:trace contextRef="#ctx0" brushRef="#br0" timeOffset="3797.76">25508 9001 30 0,'0'0'32'0,"0"0"-2"0,10-1-7 0,-10 1-9 0,0 0-13 16,0 0-12-16,0 0-10 0,0 0-21 0,0 0 11 15</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43:41.480"/>
    </inkml:context>
    <inkml:brush xml:id="br0">
      <inkml:brushProperty name="width" value="0.05292" units="cm"/>
      <inkml:brushProperty name="height" value="0.05292" units="cm"/>
      <inkml:brushProperty name="color" value="#FF0000"/>
    </inkml:brush>
  </inkml:definitions>
  <inkml:trace contextRef="#ctx0" brushRef="#br0">10543 8253 2 0,'0'0'40'0,"0"0"-4"0,0 0 1 0,0 0-7 16,0 0-2-16,0 0-2 0,0 0-1 0,0 0-5 16,0 0-4-16,0 0 4 0,0 0-4 0,0 0-13 15,0 0-8-15,0 0-44 0,-5-9-54 0,5 9 24 16</inkml:trace>
  <inkml:trace contextRef="#ctx0" brushRef="#br0" timeOffset="9546.82">24763 6953 26 0,'0'0'31'16,"0"0"3"-16,0 0-5 0,0 0-5 0,0 0-6 16,0 0 5-16,0 0-2 0,0 0 1 15,0 0-5-15,0 0-2 0,0 0 2 0,0 0 1 16,0 0-1-16,0 0-6 0,0 0 0 0,0 0-5 0,0 0 4 15,0 0-3-15,0 0-10 0,0 0-3 0,0 0-16 16,0 0-33-16,0 0-59 0,0 0 27 16</inkml:trace>
  <inkml:trace contextRef="#ctx0" brushRef="#br0" timeOffset="9971.19">24687 6964 28 0,'0'0'68'0,"0"0"2"16,0 0-6-16,0 0 6 0,0 0-7 0,0 0 7 15,0 0-2-15,0 0-9 0,0 0-1 0,0 0-4 16,0 0-10-16,0 0-6 0,0 0-3 0,0 0 0 15,0 0-5-15,0 0-9 0,0 0 2 0,0 0 3 16,0 0-16-16,0 0 1 0,-13-1 7 0,13 1 1 16,0 0-4-16,0 0-17 0,0 0-22 0,0 0-24 15,0 0-20-15,0 0-17 0,0 0-44 0,0 0-139 16,-5 7 62-16</inkml:trace>
  <inkml:trace contextRef="#ctx0" brushRef="#br0" timeOffset="10827.7">24763 7010 7 0,'0'0'57'0,"0"0"-1"16,0 0-13-16,0 0-22 0,0 0-7 0,0 0-9 0,0 0-20 15,0 0-17-15,-8 5-33 0,8-5 14 0</inkml:trace>
  <inkml:trace contextRef="#ctx0" brushRef="#br0" timeOffset="11653.31">23504 7001 47 0,'0'0'99'0,"0"0"-8"0,0 0-8 0,0 0-3 16,0 0-9-16,0 0-7 0,0 0-5 0,0 0 3 15,0 0-3-15,0 0-7 0,0 0-3 16,0 0-9-16,0 0 5 0,0 0-6 0,0 0-8 15,2-12-5-15,-2 12 7 0,0 0-5 0,0 0-10 0,0 0-5 16,0 0 4-16,0 0 0 0,0 0-4 0,0 0-3 16,0 0-5-16,0 0 7 0,0 0 4 0,-4-14-6 15,4 14 3-15,0 0-8 0,0 0 0 0,0 0-1 16,0 0 4-16,0 0-1 0,0 0-11 0,0 0 5 16,0 0-5-16,0 0 2 0,0 0-1 0,0 0-12 15,0 0-4-15,0 0-9 0,0 0-9 0,0 0-11 16,0 0-2-16,0 0-12 0,0 0-6 0,0 0-9 15,0 0-60-15,0 0-146 0,0 0 65 0</inkml:trace>
  <inkml:trace contextRef="#ctx0" brushRef="#br0" timeOffset="19746.46">24663 7675 37 0,'0'0'56'0,"0"0"-3"0,0 0-9 0,0 0-3 16,0 0-3-16,0 0-4 0,0 0-6 0,0 0 1 16,0 0-10-16,0 0 8 0,0 0-6 15,0 0-2-15,0 0-1 0,0 0-5 0,0 0 2 0,0 0-5 16,0 0 8-16,0 0-9 0,0 0-2 0,0 0-2 15,0 0-4-15,0 0 5 0,0 0 3 0,0 0 0 16,0 0 0-16,0 0 1 0,0 0-4 0,0 0 0 16,0 0-5-16,0 0 7 0,0 0-2 0,0 0-4 15,0 0 7-15,0 0-20 0,0 0 15 0,0 0 4 16,0 0-5-16,0 0-1 0,0 0 2 0,0 0-1 16,0 0-3-16,0 0 3 0,0 0-3 0,0 0-3 15,0 0 3-15,0 0 3 0,0 0 1 0,0 0-2 16,0 0-2-16,0 0 6 0,0 0-7 0,0 0-4 15,0 0 0-15,0 0 4 0,0 0 3 0,0 0-1 16,0 0-1-16,0 0-8 0,0 0 11 0,0 0-4 16,0 0 0-16,0 0-1 0,0 0 2 0,0 0 3 15,0 0-7-15,0 0 4 0,0 0-2 0,0 0 2 16,0 0-3-16,0 0 0 0,0 0 4 0,0 0 4 16,0 0-8-16,0 0 1 0,0 0 2 0,0 0-7 15,0 0 0-15,0 0 0 0,0 0-7 0,0 0-2 0,0 0 1 16,0 0-1-16,0 0-3 0,0 0 0 0,0 0 1 15,0 0 0-15,0 0 0 0,0 0 2 16,0 0-1-16,0 0-3 0,0 0 2 0,0 0 1 16,0 0 5-16,0 0-2 0,0 0 6 0,0 0 2 0,0 0-1 15,0 0-2-15,0 0-3 0,0 0 4 16,0 0 1-16,0 0 1 0,0 0-3 0,0 0 3 0,0 0-1 16,0 0-3-16,0 0-1 0,0 0-6 15,0 0-19-15,0 0-39 0,0 0 17 0</inkml:trace>
  <inkml:trace contextRef="#ctx0" brushRef="#br0" timeOffset="21269.39">23461 7018 11 0,'0'0'65'16,"0"0"-11"-16,0 0-8 0,0 0-2 0,0-9-4 16,0 9-3-16,0 0-5 0,0 0-9 0,0 0 0 15,0 0-18-15,0 0 3 0,0 0-13 0,0 0-10 16,0 0-8-16,1-10-35 0,-1 10-63 0,0 0 29 15</inkml:trace>
  <inkml:trace contextRef="#ctx0" brushRef="#br0" timeOffset="45526.54">23893 12988 8 0,'9'0'17'0,"-9"0"3"15,9 1 0-15,-9-1 4 0,10 1-4 0,-10-1 2 16,0 0-7-16,14-1-4 0,-14 1 4 0,11 0-5 16,-11 0-1-16,9 1-3 0,-9-1 5 0,9 3-7 15,-9-3 0-15,11 1 2 0,-5 1 2 0,-6-2 0 16,13 2 1-16,-7-2 1 0,-6 0 0 16,13 5 9-16,-7-4-7 0,1 0 2 0,-7-1-3 0,14 2-2 15,-8-1-2-15,1 0 0 0,-7-1-4 0,14 2 3 16,-7 0-4-16,0-1 1 0,0 2 3 0,-7-3-3 15,14 2-1-15,-9 0 4 0,-5-2-1 0,13 2 11 16,-13-2 0-16,13 0-4 0,-5-1-2 0,-8 1 1 16,14 0-8-16,-7 1 3 0,1 1 1 0,-8-2-4 15,17-1-1-15,-10 2 0 0,1 0-1 0,0 0 4 16,-8-1-5-16,18 4 1 0,-9-4 0 0,-2 1 0 16,1 1 4-16,3 0-6 0,-3-1 2 0,1 1 0 15,2-2 2-15,-11 0-4 0,16 0 7 0,-10 0-14 16,4 1 2-16,-10-1 4 0,13-3-3 0,-13 3-5 15,12 0 5-15,-12 0-6 0,10 0 7 0,-10 0-1 16,10-1 2-16,-10 1-1 0,12-2-3 0,-12 2 9 0,10 0-8 16,-10 0 2-16,11-1 5 0,-11 1-4 15,11-2-6-15,-6 1 9 0,-5 1 1 0,13-3-3 16,-7 2-1-16,-6 1 5 0,13-3-5 0,-7 1 4 16,1-1 3-16,0 0-4 0,1 2 4 0,-8 1-2 0,14-2 4 15,-3-2-9-15,-4 1 3 0,-1 2-6 0,1-2 3 16,-7 3 0-16,14-3 4 0,-7 1-2 15,-7 2 4-15,13-2-5 0,-5-1 2 0,-8 3-3 16,11-2 2-16,-3 1 2 0,-8 1-1 0,12-1-2 0,-8-3 2 16,-4 4 2-16,12-2-2 0,-6-2-2 0,2 3-4 15,-8 1 6-15,10-7-4 0,-3 6 10 16,-7 1-7-16,14-5 1 0,-8 4-4 0,-2-3 8 16,-4 4-6-16,10-4 2 0,-3 2-1 0,-7 2-2 0,10-6 2 15,-5 3 2-15,-5 3-2 0,8-3-4 0,-8 3-12 16,10-4 0-16,-10 4-4 0,9-5-7 0,-5 4-22 15,-4 1-54-15,0 0 24 0</inkml:trace>
  <inkml:trace contextRef="#ctx0" brushRef="#br0" timeOffset="91755">24754 12750 14 0,'0'0'51'0,"0"0"-8"16,0 0-5-16,0 0-8 0,0 0-7 0,0 0-6 15,0 0-10-15,0 0-22 0,0 0-20 0,0 0-38 16,0 0 18-16</inkml:trace>
  <inkml:trace contextRef="#ctx0" brushRef="#br0" timeOffset="122522.38">24766 6802 54 0,'0'0'100'0,"0"0"-15"0,0 0 8 15,0 0-18-15,0 0-1 0,0 0-2 0,0 0-3 0,0 0-2 16,0 0-2-16,0 0-20 0,0 0 8 15,0 0-7-15,0 0-4 0,0 0-7 0,0 0 0 16,0 0-4-16,0 0-6 0,0 0 4 0,0 0-4 16,0 0-8-16,0 0-3 0,0 0 1 0,0 0-1 0,0 0 1 15,0 0-3-15,0 0-3 0,0 0-1 0,0 0 1 16,0 0-4-16,0 0-1 0,0 0 4 0,0 0-5 16,0 0 1-16,0 0-14 0,0 0-17 15,0 0-9-15,0 0-9 0,0 0-14 0,0 0-22 0,-22 9-17 16,22-9-53-16,-9 3-162 0,9-3 72 0</inkml:trace>
  <inkml:trace contextRef="#ctx0" brushRef="#br0" timeOffset="127545.06">24753 7070 23 0,'0'0'79'15,"0"0"-13"-15,0 0-3 0,0 0-16 0,0 0 4 16,0 0-9-16,0 0-4 0,0 0-3 0,0 0-6 15,0 0-11-15,0 0-12 0,0 0-16 0,0 0-21 16,0 0-45-16,0 0-83 0,0 0 37 0</inkml:trace>
  <inkml:trace contextRef="#ctx0" brushRef="#br0" timeOffset="135953.13">24840 6946 32 0,'0'0'69'0,"0"0"-8"16,0 0-5-16,0 0-12 0,0 0 2 0,0 0-8 15,0 0 2-15,0 0-8 0,0 0-8 16,0 0 7-16,0 0-15 0,0 0 2 0,0 0-5 0,0 0 0 16,0 0-11-16,-4 7-12 0,4-7-13 0,0 0-12 15,0 0-44-15,-5 6-83 0,5-6 37 0</inkml:trace>
  <inkml:trace contextRef="#ctx0" brushRef="#br0" timeOffset="-143336.15">23199 14781 1 0,'0'0'29'0,"0"0"-9"0,0 0-11 0,0 0-7 0,0 0-13 15,0 0-11-15,0 0 6 0</inkml:trace>
  <inkml:trace contextRef="#ctx0" brushRef="#br0" timeOffset="-143004.22">25173 14781 19 0,'0'0'76'15,"0"0"-7"-15,0 0-4 0,0 0-8 0,0 0-5 16,0 0-15-16,0 0-18 0,0 0-14 0,0 0-19 16,0 0-51-16,3-22-69 0,-3 22 31 0</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4:54:28.770"/>
    </inkml:context>
    <inkml:brush xml:id="br0">
      <inkml:brushProperty name="width" value="0.05292" units="cm"/>
      <inkml:brushProperty name="height" value="0.05292" units="cm"/>
      <inkml:brushProperty name="color" value="#FF0000"/>
    </inkml:brush>
  </inkml:definitions>
  <inkml:trace contextRef="#ctx0" brushRef="#br0">12259 9649 62 0,'-10'2'80'0,"10"-2"-1"0,-10 1-6 15,10-1-2-15,-7 1 7 0,7-1-1 0,-10 1-6 16,10-1 5-16,-7 1-6 0,7-1-4 16,-8 3 2-16,8-3-9 0,0 0 9 0,0 0-11 0,0 0-9 15,0 0-6-15,0 0-1 0,0 0-8 0,0 0 8 16,0 0-5-16,39-4 2 0,-19 1-6 0,7-3 4 16,6 0-8-16,-1-1 3 0,0-1-6 0,1 1 4 15,4-1-6-15,-6 2-5 0,1-1-7 0,1 1 6 16,-5 2-5-16,1 0 2 0,-3 0-5 0,-6 0-10 15,-2 1-16-15,-6 3-15 0,1-2-26 0,-2 1-30 16,-2 0-34-16,-2 1-96 0,-7 0-234 0,0 0 104 16</inkml:trace>
  <inkml:trace contextRef="#ctx0" brushRef="#br0" timeOffset="464.81">12464 9577 72 0,'0'0'102'16,"0"0"-7"-16,0 0-12 0,0 0-2 0,0 0-15 15,0 0-8-15,0 0 0 0,0 0 11 0,-8 9-10 0,8-9 4 16,0 11 1-16,-1-1 4 0,1 1 5 15,-1 2-11-15,2-2-6 0,0 5 0 0,-1 2-7 16,4 0 2-16,-4 0 1 0,0-1-10 0,0 12 1 16,0-4-7-16,0 3-1 0,2-2 4 0,-4 4-9 15,2-1 3-15,-4 1-3 0,3 1 3 0,0 2-6 16,-3-3-3-16,2 3 4 0,-3-2-2 0,3-1-4 16,2-2-4-16,-2-1 0 0,2-8-3 0,-2 2 1 15,2-2-6-15,0-1 1 0,0-2-5 0,0-2-8 0,0-2 14 16,-2 0-5-16,0-2 0 0,0-2 2 15,-1 0 14-15,3-3 9 0,-5 1 5 0,-1-2 4 16,1 0-2-16,5-4 1 0,-20 4-4 0,9-5-3 16,-2 1-2-16,-6-2-2 0,-2-2-1 0,2 1-4 0,-8-4 4 15,2-2-5-15,3 3 0 0,2-1-5 0,-1 0-3 16,3 0-3-16,0 1 2 0,4 2-5 0,4 0 1 16,-1 0-19-16,1 2-23 0,3 0-28 15,7 2-40-15,-8-3-36 0,8 3-21 0,0 0-25 0,0 0-116 16,0 0-321-16,0 0 143 0</inkml:trace>
  <inkml:trace contextRef="#ctx0" brushRef="#br0" timeOffset="1026.83">12958 10175 67 0,'0'0'157'0,"-2"-14"4"0,0 8 3 16,0 0-6-16,2 6 2 0,-4-10-7 0,4 10-11 15,-4-8-14-15,4 8-13 0,-2-8-16 0,2 8-15 16,0 0-10-16,0 0-2 0,0 0-11 0,0 0-7 16,0 0-11-16,-2 22 5 0,2-6-6 0,2 10 0 15,-4 0 2-15,2 0-5 0,-2 3-2 0,2-1-3 16,-3 2-4-16,3-2 2 0,-2-1-4 0,0-3 1 16,4 3-1-16,-2-3-10 0,0 1 4 0,2-6-3 0,1-1-2 15,-3-1 4-15,4 1-5 0,-2 0-2 0,2-2 3 16,0-6-6-16,-2 1 1 0,0 1-2 15,0-3-1-15,0 1 0 0,-1 0-2 0,3-3-3 16,-4-1-7-16,0 1-18 0,0-7-11 0,2 12-34 16,-2-12-21-16,-2 13-36 0,-2-8-25 0,4-5-28 15,-7 9-137-15,-1-6-339 0,4 0 151 0</inkml:trace>
  <inkml:trace contextRef="#ctx0" brushRef="#br0" timeOffset="1384.44">12931 10096 5 0,'0'0'145'0,"-2"-10"-2"15,2 10-17-15,-2-7-3 0,2 7-9 0,2-10-22 16,4 6 0-16,1-1-9 0,7-2-4 0,1 0-20 16,4 4 9-16,2 1 0 0,0 0-4 0,-1 2-8 15,-2 4-5-15,0-1-7 0,-3 4 2 0,-3 0-12 16,-3 1 0-16,-2 3-6 0,-2 2 1 0,-1 2 2 16,-8 3-2-16,-1 1-6 0,-6 6 2 0,-4 0-9 15,-2-3 1-15,-3 1 0 0,0-2-3 16,-2-2 4-16,1 1-1 0,-4-2-5 0,5-2 2 0,4-3-4 15,-1-1-2-15,0-3-22 0,5-3-20 0,0 2-20 16,5-3-22-16,-2-1-32 0,5 0-35 0,-3-2-92 16,7-2-253-16,-7 4 112 0</inkml:trace>
  <inkml:trace contextRef="#ctx0" brushRef="#br0" timeOffset="1948.16">13935 9626 132 0,'0'0'173'0,"2"-10"-11"0,-2 10-13 16,-5-9-19-16,5 9-6 0,0 0-21 0,-6-2-2 15,6 2-2-15,-13 11-11 0,-1 5 5 0,-1 5-3 16,-2 3-3-16,0 6-4 0,1 0-2 0,1 2-8 15,-2 13-6-15,2 2-1 0,-1-1-4 0,5 1-1 16,7-13-5-16,-4-2-1 0,6 2-6 0,2-1-4 16,0-2-6-16,0-2-4 0,4 1-5 0,2-2 1 15,2-2-6-15,-1-3 3 0,-1-3-5 0,4 3 5 16,1-6-7-16,-2-2-4 0,3 2-21 0,0-3-23 16,3-1-39-16,-2-2-36 0,3-1-45 0,-1-1-37 15,-2-4-146-15,3-2-357 0,3 0 158 0</inkml:trace>
  <inkml:trace contextRef="#ctx0" brushRef="#br0" timeOffset="3063.31">14395 9972 84 0,'-9'-5'168'0,"-4"-1"1"15,-1 4-14-15,-1 0-19 0,-3 3-8 0,2 0-15 16,-4 4-7-16,4 3-11 0,0 2-6 16,0 1-9-16,-1 6-5 0,0-3-10 0,4 7-10 15,3-4-6-15,0 6-3 0,1 0-4 0,3-5-2 0,3 0-4 16,0-1-3-16,3 0-4 0,2 1-3 0,0-1-4 16,0-7 3-16,5 2-2 0,-3-1-3 0,6-3 0 15,-2-2-4-15,-1 1 1 0,5-5-3 0,1 0 4 16,4-4-1-16,1-2-18 0,-1-2 9 0,4-4-4 15,-5-3-2-15,4-4-2 0,-1-5 2 0,-3 2-3 16,-1-5-6-16,-4 1 1 0,0-4-4 0,-6-3 0 16,-1 1 11-16,-1-2-6 0,-4-3 1 0,-1-1-8 15,-2 1 8-15,2-1-6 0,-6-9 8 0,2 10 6 16,2 0-1-16,-1 0 2 0,0 1 4 0,-3 0 4 16,2 1 3-16,0-1 10 0,0 6 0 0,1 9 16 15,3 1 5-15,-2 6-3 0,2 0 0 0,1 3-6 16,-1 0-4-16,-1 1-3 0,3 8-8 0,-2-7-6 15,2 7-1-15,0 0 0 0,0 0-6 0,0 0 5 16,0 0-5-16,12 38-1 0,-8-12-3 0,2 6 3 16,1-3-2-16,-3 6-4 0,2 12 2 0,-6-11 6 15,2 9-3-15,0 1 0 0,-2 1-1 0,1-15 0 16,-2 4-1-16,2-1 0 0,0-3-1 0,1 1 2 16,1-8-3-16,4 3 8 0,-3-4-6 0,0-4-1 15,3-2 3-15,-2-1-6 0,-1-6 0 0,3 3 6 16,-1-3-2-16,2-1-2 0,-2-1-1 0,3-2 3 15,-4-3-2-15,4 1 1 0,0 0-1 0,3-4 3 16,2-2-2-16,-2-1 1 0,6-2-3 0,0-2-3 16,0-3 3-16,-1 0-5 0,6-5 2 0,-3-5-13 15,-2 0-1-15,4 1-1 0,-5-5-8 0,0-1 4 0,-3 2 1 16,-3 0-2-16,-4 3 6 0,-1 1-4 16,1-1 2-16,-4 0-1 0,2 3 2 0,-5-2 2 15,0 2-2-15,-3 4 3 0,0 3 4 0,1-1-2 16,-2 0 2-16,-5 1-1 0,2 2 5 0,3 0-6 0,-3 3-1 15,-2 0 8-15,2 2-3 0,0-1 0 0,-1 1 1 16,8 2 3-16,-15-2-2 0,9 2-1 16,6 0 4-16,-10-1-7 0,10 1 5 0,0 0-5 15,-10 2 3-15,10-2-1 0,0 0 3 0,-4 6 0 0,4-6 1 16,0 0-1-16,0 0 3 0,18 8 3 0,-7-8-6 16,-1 0 5-16,4 0-1 0,2-2 1 15,4 0-4-15,-3 1 3 0,-2-1 1 0,-1 1-2 0,-1-1 2 16,0 1-3-16,1 1 2 0,-4 0 0 0,1-2-4 15,-5 4 4-15,3-2-4 0,-9 0 1 0,11 3 0 16,-4-2 2-16,-1 2-3 0,-3 1-1 16,4 3 2-16,-4-2-3 0,0 4 2 0,1 0 7 0,0 1-5 15,-3-1 2-15,2 3-2 0,-3 1 1 0,2-2 2 16,0 4-3-16,-2 2 0 0,4-2-2 0,-2-3 7 16,-1 1-3-16,2-3-2 0,0 0 2 0,0 0 0 15,0-1 1-15,2 1 2 0,0-3-4 0,2 0 5 16,-3-2 2-16,5-2 0 0,2 1 1 0,-6-2-2 15,6 0 1-15,1 0 0 0,-2-4 1 0,2 0 0 16,3-1 0-16,-3-3-1 0,0-1-1 0,2-2-3 16,2-1 1-16,-4 0-2 0,1-3 4 0,-4 3 0 15,1-4 0-15,-2 1 0 0,2 2-5 0,-6 0 6 16,1-2 3-16,-1 2-2 0,-1-1 3 0,-3-2-6 16,1 4 6-16,-1-2-2 0,-3 2 6 0,3 10 3 15,-1-10 4-15,1 10-3 0,-1-11 0 0,1 11-2 16,-3-7-2-16,3 7-10 0,0 0 0 0,0 0-1 15,0 0 1-15,0 0-3 0,0 0-2 0,0 0 2 16,-8 25 2-16,7-12 2 0,0-1-3 0,0 1-1 16,1 2-1-16,0-2-2 0,1 2 2 0,1-3 4 15,1 1-4-15,1 2-9 0,1-5-11 0,-1 1-20 16,1 0-37-16,1-1-36 0,-1-2-32 0,-1 1-32 16,1-1-166-16,-3-3-369 0,3-1 165 0</inkml:trace>
  <inkml:trace contextRef="#ctx0" brushRef="#br0" timeOffset="3229.58">15029 9637 112 0,'0'0'141'0,"-3"-5"-20"0,3 5-14 0,0 0-12 0,0 0-28 16,0 0-37-16,0 0-39 0,22 4-30 0,-12 0-66 15,1 1-112-15,5-1 49 0</inkml:trace>
  <inkml:trace contextRef="#ctx0" brushRef="#br0" timeOffset="3682.34">15307 9704 14 0,'0'0'223'0,"-6"-26"-3"0,6 26-9 16,0 0-1-16,-2-7-10 0,2 7-19 0,0 0-21 15,0 0-19-15,0 0-16 0,0 0-14 0,0 0-11 16,0 0-9-16,0 0-12 0,2 32-6 0,0-15-6 16,1 9-7-16,-2 0-6 0,0-2-6 0,3 3-1 15,-2 1-6-15,-2-1-3 0,2 0-4 0,1 0 2 16,-1-1-10-16,1-7-1 0,1 0-2 0,-2-1-2 16,1 0-3-16,-2-1-1 0,2-1-6 0,-1 3 4 0,-1-7 1 15,2 0-7-15,-2 0 4 0,1-3-2 16,-2 2-2-16,1-4-1 0,0 0-3 0,-1-7 2 15,3 10-8-15,-1-5 0 0,-2-5 1 0,1 8 2 16,-1-8-4-16,0 0 3 0,0 0-9 0,0 0-16 16,0 0-13-16,0 0-11 0,0 0-3 0,5-26-5 15,-5 14-1-15,2-8 2 0,-1-5-2 0,2-4-5 0,-2 3 3 16,1-3 2-16,1-2 9 0,-2 3-7 16,3-4 4-16,-1 1 11 0,-3-1 1 0,5 2 0 0,-3-2 8 15,2 0-1-15,-4 2 10 0,3 2 3 0,-3 0-3 16,2 3 10-16,0 5 6 0,-2 0 6 0,2 5 11 15,-1 2 10-15,1 3 1 0,-1 0-3 16,0 3-1-16,-1 7-4 0,2-10-4 0,1 6-2 0,-3 4 3 16,11-5-4-16,-5 4 2 0,-6 1-1 0,17 3 3 15,-6 0-9-15,1 0-24 0,-1 3-26 0,3 2-30 16,-4 1-39-16,3 3-45 0,-6 0-97 0,-1 1-282 16,-2 5 125-16</inkml:trace>
  <inkml:trace contextRef="#ctx0" brushRef="#br0" timeOffset="3854.55">15321 10019 104 0,'-5'5'209'16,"5"-5"4"-16,0 0-5 0,0 0-12 0,0 0-17 16,0 0-16-16,0 0-19 0,0 0-16 0,0 0-13 15,25-10-17-15,-8 5-29 0,1-3-36 0,8-3-39 16,2-1-38-16,3-4-45 0,0 3-49 0,-2-3-126 15,3-2-286-15,-2-1 127 0</inkml:trace>
  <inkml:trace contextRef="#ctx0" brushRef="#br0" timeOffset="4153.39">15715 9568 85 0,'0'0'229'16,"-4"-10"-13"-16,4 10-4 0,-3-8-4 0,3 8-12 15,-2-8-14-15,2 8-17 0,-3-5-20 0,3 5-18 16,0 0-17-16,0 0-6 0,0 0-11 0,0 0-9 16,-4 19-7-16,3-7-7 0,-1 6-6 0,-2 3-4 0,4 5-6 15,-4 0-5-15,3 1-4 0,0-3 1 16,-1 1-9-16,1-5-7 0,1 7 2 0,-1-9-7 16,5 5 0-16,-4-4-5 0,0 0 1 0,1 0-3 15,0 5-2-15,3-7-6 0,-4-3 5 0,4 0-1 16,-2-3 1-16,1 0-8 0,2-1 4 0,-1-1-3 15,2-2 1-15,-2 0-2 0,1-1-1 0,0-1-8 16,2-1-11-16,2 1-16 0,1-1-19 0,-3-3-18 16,2 1-26-16,-9-2-37 0,23-3-26 0,-12-1-26 15,0 0-38-15,-5-4-117 0,3 1-363 0,-2-3 160 0</inkml:trace>
  <inkml:trace contextRef="#ctx0" brushRef="#br0" timeOffset="4322.75">15565 9815 126 0,'-6'-1'175'0,"6"1"-1"0,-11-3-7 0,11 3-10 0,0 0-14 15,-8-2-8-15,8 2-13 0,0 0-15 16,0 0-9-16,18-8-17 0,-4 4-30 0,5-1-36 0,8-4-46 16,5 1-25-16,-2-2-38 0,2 1-40 0,-6-1-72 15,-1 0-224-15,0-2 100 0</inkml:trace>
  <inkml:trace contextRef="#ctx0" brushRef="#br0" timeOffset="4559.41">15912 9378 219 0,'0'-10'218'0,"1"3"-12"0,-1 7-10 16,0-11-25-16,0 11-17 0,1-7-18 0,-1 7-12 15,0 0-7-15,22 21-1 0,-9-6-14 0,1 11-3 16,1 4-8-16,1 14-7 0,0 0-7 0,-3 2-8 15,2 0-7-15,-6-11-5 0,1 10-2 0,-2-11-9 16,-3 2-2-16,-4 9-4 0,2-13-6 0,-3 0-6 16,0-2 6-16,-3 1-5 0,-2 2-5 0,-2-7-3 15,-1 4-9-15,-4-4-11 0,-2 1-21 0,2-4-21 16,-1-1-39-16,-1-5-32 0,3-2-40 0,0-2-30 16,-2 0-165-16,2-2-375 0,-1-5 166 0</inkml:trace>
  <inkml:trace contextRef="#ctx0" brushRef="#br0" timeOffset="4887.18">16595 9813 85 0,'-7'-7'211'0,"2"2"-12"0,0 1 7 0,5 4-13 16,-11-5-3-16,6 2-11 0,5 3-9 15,-5-5-13-15,5 5-15 0,0 0-11 0,-9-5-12 0,9 5-13 16,0 0-12-16,0 0-7 0,0 0-11 0,0 0-4 16,0 0-9-16,0 0-8 0,17-7-3 0,-7 6-7 15,5-2 0-15,2 2-8 0,5-2-3 0,-1 1-2 16,0 0-4-16,6-2-1 0,-6 1-1 0,1-2-2 15,5 2-14-15,-5 0-17 0,-1 0-25 0,1 0-27 16,-3 0-37-16,0 1-40 0,-1-1-36 0,-4 1-33 16,-2-4-160-16,-1 1-396 0,-2 0 176 0</inkml:trace>
  <inkml:trace contextRef="#ctx0" brushRef="#br0" timeOffset="5104.41">16837 9578 1599 0,'-13'-9'57'0,"4"1"11"0,0 2 6 0,-2 0-7 16,1-1-6-16,4 4 7 0,0 1-9 0,6 2-1 16,-11-6-4-16,7 3 0 0,4 3-7 0,0 0 14 15,-12 11 3-15,8-6-3 0,2 6-2 0,-5 5 0 16,2 3-3-16,3 7-4 0,-2 0-5 0,1 1 1 16,2-1-9-16,0 1-1 0,2-1-4 0,-1-1-4 15,1 2-4-15,2-8-10 0,1 1-19 0,1-1-31 16,-1 4-28-16,-2-3-59 0,1-3-52 0,-2 2-67 15,-1 1-148-15,-5-5-419 0,2 3 186 0</inkml:trace>
  <inkml:trace contextRef="#ctx0" brushRef="#br0" timeOffset="5609">17715 9484 59 0,'0'0'174'0,"-10"-3"1"0,10 3-15 0,0 0-3 15,-8-4-8-15,8 4-18 0,0 0-10 0,-8-3-11 16,8 3-8-16,0 0-10 0,18-9 0 0,-5 7-11 16,14-6-6-16,2 0-8 0,3 0-5 0,4-3-4 0,2 1-6 15,-2 2-6-15,2 1-5 0,-3 0-17 0,-2 4-28 16,-3 0-26-16,-9 3-43 0,0-2-46 15,-5 1-40-15,-5 4-116 0,-3-2-295 0,-2 1 130 16</inkml:trace>
  <inkml:trace contextRef="#ctx0" brushRef="#br0" timeOffset="5922.37">17947 9429 27 0,'0'0'209'0,"0"0"2"15,2-11-10-15,-2 11-13 0,0 0-19 0,0 0-19 16,0 0-12-16,0 0-17 0,0 0-8 0,0 0-5 16,0 0-3-16,15 25-5 0,-10-5-10 0,2 6-8 15,-4 4-9-15,-3 2-7 0,0 2-3 16,-3-2-7-16,0 1-5 0,-2 0-3 0,1-2-7 0,-2 1-2 16,1-3-2-16,3 0-7 0,-2-2-1 0,1 0-7 15,0-2 3-15,-1-7-6 0,1-1 2 0,0-2 1 16,-2-2-7-16,0-2 0 0,-1-1 1 0,1 1-5 15,-1-1 3-15,-2-3-1 0,-1 1-6 0,-1-2 5 16,0-3-3-16,-3-1-6 0,-1-1-10 0,1-3-20 16,-6-6-24-16,1 2-21 0,0-3-9 0,2 1-15 15,-2 0-22-15,1-2-17 0,3 1-16 0,4 3-13 16,-1 0-19-16,3 2-98 0,0-2-305 0,3 2 136 16</inkml:trace>
  <inkml:trace contextRef="#ctx0" brushRef="#br0" timeOffset="6236.46">18281 9842 40 0,'-1'-11'265'0,"-3"2"-4"0,1-2-16 0,2 3-7 0,-1 2-16 15,2 6-19-15,-3-10-15 0,3 10-20 16,-4-8-22-16,4 8-19 0,0 0-14 0,0 0 2 16,0 0-21-16,0 0-11 0,-2 29-7 0,2-11-5 0,0 0-9 15,0 9-8-15,0-1 2 0,1 1-7 0,0 0-8 16,-2-2-2-16,2-5 0 0,2 6-12 0,-3-7 6 16,1 1-8-16,0 0 1 0,2-2-6 0,-1-2-2 15,1 2-9-15,-2-6-8 0,3 4-20 0,-3-6-22 16,2 2-26-16,-1-1-38 0,1-1-43 0,-3-4-33 15,0-6-30-15,1 12-186 0,-1-12-431 0,0 6 191 16</inkml:trace>
  <inkml:trace contextRef="#ctx0" brushRef="#br0" timeOffset="6488.65">18220 9631 121 0,'11'-15'180'0,"6"3"0"16,6-4-11-16,2 2 0 0,4 8-14 0,-1-1-3 16,-2 5-11-16,-5 6-12 0,-2 1-14 0,-1 2-13 15,-4 5-8-15,-1 2-8 0,0 8-9 0,-7-4-7 16,-2 0-6-16,-2 7-8 0,-5 0-6 0,-1-1-5 16,-3-6-4-16,-2 6 1 0,-2 0-7 0,-1-8-2 15,2 0-3-15,-4-5-7 0,0 3-9 0,-3 1-12 16,2-5-26-16,0 3-25 0,-1-3-18 0,0-1-29 15,4-5-28-15,2 1-34 0,1-1-152 0,1-4-336 16,8 0 150-16</inkml:trace>
  <inkml:trace contextRef="#ctx0" brushRef="#br0" timeOffset="6751.23">18861 9342 232 0,'3'-6'224'0,"-3"6"-16"16,1-10-20-16,-1 10-24 0,0 0-14 0,0 0-7 15,0 0-6-15,-19 28 1 0,4-1-8 0,2 7-5 0,-5 11-10 16,3 2-7-16,-1-3-14 0,9-9-4 0,0-2-14 16,1-1-6-16,3 0-2 0,2-2-8 0,1 0-4 15,2-1-3-15,2-10-9 0,1 0-2 16,5 7-7-16,-2-10-1 0,3 0 0 0,0-1-8 0,4-1-21 15,1-2-25-15,2-2-39 0,-2 0-56 0,3-6-57 16,1 3-49-16,-4-4-156 0,2 0-409 0,-5-3 180 16</inkml:trace>
  <inkml:trace contextRef="#ctx0" brushRef="#br0" timeOffset="7380.87">19283 9674 1980 0,'4'-15'72'0,"-3"3"52"0,-1 1-45 0,-1 1-20 16,-4-2-3-16,1 5 7 0,-3-3 4 0,2 6-9 16,-6-2 1-16,1 2 1 0,-8 1-7 0,1 3 1 15,-3 5-10-15,-6 2 0 0,-1 2-11 0,4 4 1 16,-2 2 0-16,3 1-6 0,2-1-8 0,7-1 3 16,2 2-3-16,1-1-3 0,5-5-2 0,3 3 0 15,2-2 4-15,1 0-8 0,2 0-4 0,2-1 4 16,2 0 0-16,2-4 0 0,3 1-3 0,2-2 1 15,4-1 2-15,0-1-2 0,1-3-3 0,-3-3 5 16,-2 0-4-16,3-3-1 0,1-1-2 0,-4-1-3 16,-1-3 6-16,-2-3-2 0,0-1-2 0,0-1 0 15,1-8 0-15,-2-1-3 0,1 0-1 0,-3-6 3 16,0 1 0-16,-1-2-1 0,0-2 4 0,-1-2-4 16,-2 0 3-16,0-11-4 0,-2 13 5 0,1 3 2 15,-2-1-4-15,3 4 8 0,-4 2 3 0,0 7 14 16,0 3 3-16,0 5 4 0,0 1 4 0,0 3-9 0,0 7 5 15,0-11-15-15,0 11-4 0,0-7-8 0,0 7-1 16,0 0 0-16,0 0 1 0,-1 32-2 16,1-9 0-16,-2 9 0 0,4 0-4 0,-1 4 1 15,-1 10 3-15,4 1-3 0,-3-12 3 0,1 1-3 0,1-4 0 16,1 0-2-16,1-5 0 0,0 1 11 16,4-4-10-16,-4-5-2 0,2-2 0 0,-1-3-3 15,2-3 6-15,-1-1 1 0,2-2 1 0,-1-1-2 16,2 0 1-16,3-4-1 0,-4 1 1 0,5-2 3 0,-3-2 2 15,2-2-2-15,0-2 1 0,-3 1-4 0,7-6-3 16,-3-1 4-16,0-1 0 0,-1-2-2 0,-3 1 4 16,1-4-8-16,-2 2 3 0,-1-1 2 0,-3-1-3 15,3 0-1-15,-4 0 3 0,-2 6-1 0,1 1 4 16,-3 2-5-16,1 0-3 0,-1 7 3 0,3-8-9 16,-3 8 9-16,0 0-11 0,0 0 5 0,0 0-6 15,0 0 15-15,0 0-10 0,5 19-2 16,-4-8 0-16,-1 0 1 0,3 1-3 0,0-1-4 0,1 1-20 15,1 3-25-15,-1-3-37 0,1 0-37 0,1 3-42 16,-1-8-44-16,2 3-32 0,-2 0-200 0,2-3-486 16,-2-1 215-16</inkml:trace>
  <inkml:trace contextRef="#ctx0" brushRef="#br0" timeOffset="7544.38">19537 9335 97 0,'0'0'154'0,"0"0"-26"0,0 0-22 15,0 0-40-15,0 0-29 0,0 0-42 0,12 23-38 0,-6-13-47 16,3-2-98-16,9 2 43 0</inkml:trace>
  <inkml:trace contextRef="#ctx0" brushRef="#br0" timeOffset="7798.33">19905 9278 208 0,'-2'-9'233'0,"-1"0"15"0,-1-1-10 15,1 2-5-15,0 2-9 0,0-1-20 0,3 7-24 16,-3-10-22-16,3 10-18 0,0 0-13 0,0 0-12 0,-8 28-8 16,4-1-5-16,-1 6-9 0,-3 17-2 15,1 2-2-15,-1 0-12 0,0 0-2 0,2-1-8 16,5-2-7-16,-3-13-7 0,1-4-2 0,3 4-8 15,-2-3-2-15,3-1-4 0,-1-1-4 0,1 0-7 0,1-2 3 16,0-3-7-16,-1-1 2 0,2-6-1 0,0-3-1 16,-1-1-21-16,1-1-7 0,-1-5-31 0,0 1-35 15,-1-3-32-15,0-1-36 0,-1-6-22 16,0 9-46-16,0-9-54 0,0 0-153 0,-10 2-447 0,10-2 198 16</inkml:trace>
  <inkml:trace contextRef="#ctx0" brushRef="#br0" timeOffset="8168.19">19728 9686 1662 0,'0'-12'28'0,"0"5"56"16,1-1-64-16,-1 8-4 0,3-10-6 0,0 4-4 15,4 3-3-15,2-2-1 0,2 1 2 0,6-1-1 16,2 0 3-16,0 0-6 0,11-2 1 0,-1 1-12 16,2 0-22-16,-1-3-24 0,0 3-21 0,-1-1-12 15,-1-3-10-15,-1 3-8 0,-7-2-5 0,0 1 9 16,-2-2 5-16,-2-1 8 0,0-1 14 0,-4-2 14 15,0 2 16-15,-3-5 13 0,-3 2 28 0,1-3 5 16,-5 0 6-16,-2-1 11 0,-2 0 22 0,2 0 10 16,-3-2 3-16,1-2 12 0,-1 4 7 0,-1 2 14 15,2 4 12-15,-1 1 17 0,2 2 6 0,-1 5 1 16,2 5-5-16,-2-11-14 0,-1 7-10 0,3 4-14 16,0 0-1-16,0 0 10 0,-4 20 11 0,1 5-3 15,1 4 4-15,1 3 5 0,-3 14-9 0,0-10-6 16,2 0-4-16,-1 9-9 0,1-11-7 0,0-1-9 15,2-4-2-15,0 1-5 0,0-2-7 0,0-2-6 16,2 0 1-16,-1-8-6 0,0 3-2 0,2-3-3 16,1 0-19-16,0 0-24 0,-2-2-31 0,-1-5-40 15,2-2-44-15,-1 0-45 0,1-4-32 0,-2 1-42 16,-1-6-153-16,0 0-432 0,0 0 192 0</inkml:trace>
  <inkml:trace contextRef="#ctx0" brushRef="#br0" timeOffset="8326.11">20049 9641 106 0,'0'0'226'0,"-3"-6"-26"0,3 6-14 15,0 0-15-15,0 0-20 0,0 0-17 16,5-12-13-16,4 11-10 0,4-2-11 0,5 0-30 16,9 0-33-16,3-3-48 0,4-2-51 0,1 3-33 0,3 1-34 15,-2-3-91-15,1 2-237 0,-2-2 104 0</inkml:trace>
  <inkml:trace contextRef="#ctx0" brushRef="#br0" timeOffset="8472.42">20582 9536 89 0,'0'0'230'15,"0"0"-6"-15,0 0 5 0,0 0-1 0,0 0-1 16,0 0-8-16,0 0-9 0,0 0-22 16,0 0-19-16,0 0-19 0,0 0-19 0,0 0-30 0,0 0-36 15,0 0-56-15,0 0-46 0,0 0-34 0,0 0-58 16,0 0-85-16,0 0-123 0,-24 6-364 0,24-6 162 15</inkml:trace>
  <inkml:trace contextRef="#ctx0" brushRef="#br0" timeOffset="9031.68">20829 9213 4 0,'0'0'59'0,"0"0"13"0,0 0 5 15,0 0 12-15,0 0 4 0,0 0 5 0,0 0-2 16,0 0 4-16,0 0 0 0,0 0 4 0,0 0-7 16,0 0-3-16,0 0-1 0,0 0-2 0,0 0-11 15,0 0-11-15,0 0-4 0,0 0 8 0,0 0 16 16,0 0 2-16,31 18-4 0,-13-7-4 0,6 5-3 16,3 6-5-16,9 9-2 0,-3 7-7 0,-4 1-1 15,-2 4-4-15,-2 3-6 0,-7 2-7 0,-8 0-1 16,-3-2-7-16,-3 3-3 0,-5-13-4 15,-3 9 2-15,-6 3-7 0,-2 0-1 0,-2-3 2 16,-5 0-5-16,-5-2-3 0,-3-1-7 0,0 0-20 0,-5-4-25 16,0-1-21-16,-1-3-34 0,5-9-43 0,0-4-35 15,0 2-64-15,-3-5-117 0,3-4-373 0,9-5 165 16</inkml:trace>
  <inkml:trace contextRef="#ctx0" brushRef="#br0" timeOffset="9602.34">21838 9564 48 0,'2'-5'216'0,"-2"5"-12"0,0 0-22 15,0-10-2-15,0 10-8 0,0 0-20 0,-1-10-1 16,1 10-14-16,0 0-8 0,-5-7-10 0,5 7-8 15,0 0-13-15,-4-7-5 0,4 7-11 0,-6-3-3 16,6 3-12-16,0 0-4 0,-9-4-7 0,9 4 1 16,0 0-11-16,-9 0-2 0,9 0-7 0,0 0 0 15,-14 1-5-15,14-1 0 0,-10 3-3 0,10-3 5 16,0 0-4-16,-9 1 2 0,9-1 0 0,-7 2-1 16,7-2 0-16,0 0-2 0,-11 2 4 0,11-2-1 15,-7 2-2-15,7-2 5 0,-6 4-2 0,6-4 3 16,0 0-7-16,0 0 0 0,0 0-2 0,-9 0 3 15,9 0-4-15,0 0-3 0,0 0-2 0,0 0-1 16,0 0-5-16,0 0 4 0,0 0-5 0,0 0 1 16,36-4-1-16,-20 2-1 0,6 1-3 0,6-3 5 15,-1-1-5-15,5 2 4 0,-3-2-5 0,-1 2-1 16,-1 0-1-16,-7 0 3 0,-1 2-7 0,-5-1 2 16,-2 1-3-16,3 1-1 0,-3-2-12 0,-1 4-23 15,-5-1-27-15,2 1-25 0,-1 0-29 0,-7-2-42 16,8 3-33-16,-8-3-27 0,5 6-27 0,-5-6-148 15,-1 9-422-15,1-9 186 0</inkml:trace>
  <inkml:trace contextRef="#ctx0" brushRef="#br0" timeOffset="10144.34">21746 9731 132 0,'0'0'160'0,"0"0"2"16,0 0-10-16,-8 4-10 0,8-4-6 0,0 0-8 15,-5 2-11-15,5-2-3 0,0 0-8 0,0 0-5 16,0 0-6-16,-10 2-4 0,10-2-5 16,0 0-3-16,0 0-5 0,0 0-2 0,0 0-10 0,-8 3 1 15,8-3-3-15,0 0 0 0,0 0-1 0,0 0-4 16,-6 3-2-16,6-3-3 0,0 0-1 0,-7 1-7 16,7-1 0-16,0 0-3 0,0 0 0 15,0 0-2-15,0 0-5 0,-7 4-3 0,7-4-4 16,0 0-2-16,0 0-6 0,0 0-1 0,0 0 3 0,0 0 6 15,0 0 4-15,27 6-2 0,-12-7 4 0,4 0-1 16,9 0 3-16,3-2-3 0,-2-1 0 16,4 1 1-16,6-1 1 0,-4 1-5 0,-3-1-3 0,0 0 1 15,-4 2-3-15,-7 0 0 0,-3 0-1 0,1 0-7 16,-5 1-3-16,-2 2-2 0,-4-2-2 0,-8 1 3 16,13-1 2-16,-7-2-4 0,-6 3-2 0,0 0 6 15,12-1 5-15,-12 1-1 0,0 0 3 0,8 0 3 16,-8 0-4-16,0 0 0 0,0 0-1 0,0 0-3 15,0 0-1-15,0 0 1 0,8-2-12 0,-8 2-15 16,0 0-15-16,0 0-48 0,0 0-46 0,0 0-56 16,0 0-57-16,0 0-55 0,0 0-188 0,0 0-513 15,0 0 227-15</inkml:trace>
  <inkml:trace contextRef="#ctx0" brushRef="#br0" timeOffset="11959.51">22948 9372 84 0,'0'0'155'0,"-10"-1"-8"0,10 1-7 0,-6-4-4 16,6 4-4-16,0 0-7 0,0 0-5 0,-9-2-11 15,9 2-4-15,0 0-10 0,0 0-3 0,-8-2-4 16,8 2-6-16,0 0-1 0,0 0-6 0,0 0-6 16,-9-2-3-16,9 2-10 0,0 0-3 0,-10 6-3 15,10-6-7-15,-9 4-5 0,4-1 0 0,-4 2-4 16,1 2 5-16,1 0-8 0,-2 0-2 0,0 0-3 16,0-1 3-16,2 1-8 0,1 2-3 0,-2-1 0 15,2 1 2-15,1 0-4 0,0 1 1 0,0-1-3 16,1 2-2-16,1-2-3 0,1 3 5 0,-1-3-5 15,-1 2 0-15,3 0-1 0,-1-1 2 0,0 2-2 16,2-2-1-16,0 1-3 0,-1-1 4 0,1 0-4 16,0 1 1-16,1 0 1 0,2-1-2 0,-2 0-2 15,4 0 2-15,-2 0 2 0,-1 0-2 0,2-1 1 0,1 0-2 16,2 1 0-16,-1-1 0 0,3-1 0 0,0 1 0 16,0-3 3-16,1 1 0 0,5 0-2 0,-2-2 3 15,0-1-2-15,5 1 3 0,-2-1-4 16,2-1 0-16,-5-2 0 0,6-1 3 0,-5-1-3 15,4-1 1-15,0 2-4 0,0-5 4 0,2 1-5 0,-2-2 4 16,0-1 2-16,-1-1-2 0,2-1 2 0,-2 0-3 16,2 1 2-16,-1-2-2 0,-3-1 0 0,0 0 2 15,1 1-2-15,-2-4 0 0,-2 0 2 16,1-1-3-16,3-5 1 0,-5 6 1 0,1-3-1 0,-3 0-1 16,0-2 2-16,-1 1 0 0,-1-7-2 0,-3 8 1 15,-2-2 1-15,1 3-3 0,-4-3-1 0,1-1 1 16,-3 4-5-16,-4 0 4 0,2 0 2 15,-3 1 1-15,-4 1-3 0,-1 3 4 0,-1-1 0 0,-1 2-1 16,-3-1-2-16,-2 6 0 0,-7-3 0 16,1 2 4-16,-1 1-4 0,-2 7 4 0,1-2-6 0,-3 1 6 15,4 5-8-15,6-2 3 0,0-1 3 0,-7 4-4 16,7 0 2-16,4 1-1 0,-1-1-2 0,1 3-5 16,0-1-21-16,2 0-21 0,2 0-32 0,1 2-32 15,3-2-41-15,1 2-32 0,1-1-183 0,2 0-398 16,-1 0 177-16</inkml:trace>
  <inkml:trace contextRef="#ctx0" brushRef="#br0" timeOffset="12832.89">25334 9354 105 0,'0'-12'217'0,"0"12"-21"16,-6-10-13-16,2 4-2 0,4 6-8 0,-9-8-18 16,3 6-10-16,-6 2-8 0,2 0-15 0,-3 2-10 15,-1 2-3-15,0 5-12 0,-4-1-8 0,2 4-8 16,-6 5-7-16,3 1-7 0,2 1-9 0,-2 4-5 16,7-6-3-16,2-1-6 0,1 2-3 0,2 0-6 15,1-1-5-15,6 1-1 0,0-1-2 0,2-2-2 16,2-2-6-16,1 2 2 0,3-4-3 0,3 0 2 0,0-3-2 15,5 1-6-15,-1-4 4 0,4 0-5 0,-2-3 6 16,3-2-5-16,1-1 1 0,-2-4-3 16,1 1 5-16,0-3-6 0,1-2-6 0,-3-1 1 0,4-5 3 15,-5 3-4-15,-5-1 0 0,6-7-3 0,-7 4 2 16,-1-1 0-16,-1-1 1 0,-3 1-2 16,-3-1 2-16,1-1-1 0,-2 1 2 0,-2 1-4 0,3 0 4 15,-2 5-2-15,-2-3 0 0,1 6 6 0,0 1 3 16,0 8 0-16,-3-11-1 0,3 11-2 0,0-9 2 15,0 9-9-15,0 0 2 0,0 0-4 16,0 0-1-16,0 0 4 0,0 0 1 0,5 28-2 16,-4-17 2-16,-1 7-1 0,2 0 1 0,0 0-3 0,-2 2 4 15,0-3-2-15,2 0-2 0,0-1 0 0,4-1 2 16,1 1-1-16,-2-5-7 0,2 0-16 0,0-1-17 16,1-1-21-16,-1-1-33 0,7-2-33 0,-5-1-22 15,4-2-30-15,0-1-26 0,0-2-146 0,6-5-379 16,-3 2 168-16</inkml:trace>
  <inkml:trace contextRef="#ctx0" brushRef="#br0" timeOffset="13065.41">25843 9126 18 0,'-2'-9'231'0,"0"-1"-18"0,0 2 0 0,-1 2-11 15,3 6-16-15,-2-9-23 0,2 9-15 0,0 0-11 16,0 0-7-16,0 0-2 0,0 0 3 0,-4 38-4 15,2-12-9-15,4 4 0 0,-2 1-13 0,2 2-11 16,-2-4-11-16,0 1-6 0,3 0-10 0,-3-3-3 16,4 2-9-16,-2-4-4 0,0 2-5 0,0-3-3 15,-2-6-4-15,2 1-5 0,0-4-15 0,3-1-19 16,-5-1-30-16,3-1-29 0,-1-2-44 0,-2-1-31 16,1-2-39-16,-1-7-29 0,-3 12-189 0,-4-7-421 15,2-3 187-15</inkml:trace>
  <inkml:trace contextRef="#ctx0" brushRef="#br0" timeOffset="13219.91">25659 9390 1861 0,'-5'-11'98'0,"2"4"-50"0,2 0-31 0,1 7 6 16,-2-11-18-16,2 11-6 0,3-11 8 0,3 7-3 16,1-2 3-16,6 1-1 0,5-2-2 0,0 1-4 15,9 1 1-15,2-1-14 0,1 2-36 16,1 1-42-16,1 0-52 0,-1 1-155 0,3-2-322 15,-3 1 143-15</inkml:trace>
  <inkml:trace contextRef="#ctx0" brushRef="#br0" timeOffset="14600.53">26601 9511 102 0,'0'0'199'0,"6"-12"-16"0,-2 2-13 0,1 2-4 16,5-8-8-16,3 5-7 0,-3-1-2 0,4-1-11 15,-3-3-14-15,6-4-12 0,-5 6-10 0,-1-1-5 16,3 1-11-16,-5-1-5 0,-2-1-12 0,2 2-2 16,-4-1-8-16,-1 3 3 0,-2 2-8 0,-2-2-4 15,0 2-5-15,-2 1-8 0,-4-1-4 0,1 2 1 16,-5-1-11-16,0 3 1 0,-3 3-4 0,-8-1 0 16,0 6-3-16,-1 0 0 0,-6 6-2 0,1 3 1 15,-1 0 2-15,4 2 4 0,3 4-8 0,3 0-3 0,5-1 2 16,2 0 2-16,4 0-1 0,-2 3-3 15,4-3-2-15,3 4 2 0,4-1-1 0,0-2 1 0,6-1-1 16,1-1 0-16,6 0 2 0,7 0-3 16,1-1 1-16,6-3 0 0,-1-4-15 0,7 0-11 15,-3-4-17-15,1-4-28 0,1 0-8 0,-1-2-10 0,-3-1-6 16,1-1-6-16,-2-2-5 0,1-3 5 0,-3 0 8 16,2-2 5-16,-6-1 9 0,1-2-9 15,-2 0 21-15,1-4 6 0,0 1 3 0,-8-2 6 0,3-4 22 16,-7 7 8-16,0-4 13 0,-1-3 14 0,-6 4 12 15,0 4 14-15,-3-3 7 0,0 2 8 0,-2 1 10 16,-4 7 4-16,-1-2 5 0,-2 2 2 0,0 0-5 16,-1 3 1-16,-3 4-6 0,-1 3-8 0,0 4 0 15,-4 5-2-15,-7 5-5 0,1 4-1 0,-1 6-7 16,1 2 2-16,-2 2-9 0,6-1-5 0,3 1-5 16,3-4 3-16,5 1-5 0,4-2-1 0,4-6-4 15,0-1 0-15,4-1 2 0,0-4-9 0,6-1-1 16,-1-3-6-16,2 0-7 0,1-4-5 0,5 1 0 15,1-4 0-15,1-2-6 0,-4-2 7 0,6 0-4 16,-11-6 2-16,3 2 0 0,1-3 1 0,0-3-1 16,1-1 6-16,-6 1-2 0,3-1-2 0,-3 1 2 15,-2 2 0-15,1 0 1 0,-2 1 1 0,-2 1 7 16,0 1 3-16,-2 4-1 0,-2 4-4 0,5-7-5 16,-5 7-2-16,0 0 3 0,0 0 2 0,13 11 1 15,-10 2 3-15,1 4-1 0,1 9 4 0,-1 2-3 16,-4-1-1-16,0 2 1 0,0 3-3 0,0-4-1 15,0 1 2-15,0 0-3 0,-2-2 1 0,2-8-3 16,2 0 1-16,-2-3 1 0,0-1 1 0,2-1 1 16,-2-4 0-16,2 0-1 0,-2-4 0 0,2 0-1 15,-2-6 5-15,3 10 0 0,-3-10 2 0,0 6-2 16,0-6 2-16,0 0-1 0,0 0 2 0,0 0-11 16,0 0-1-16,16-22-5 0,-12 8-4 0,5-4-7 15,3-9 0-15,1 2-7 0,0-5 0 0,1 0-4 0,-1-3 3 16,1 0 2-16,8-9 0 0,-8 8 2 15,1 2 7-15,1-12 1 0,-3 11 2 0,-1 1-4 0,3-13 6 16,-3 16 1-16,-3 1 7 0,-1 5 6 16,-5 4 14-16,3 3 14 0,-6 1-6 0,3 4 0 0,0 2 5 15,-2 2 1-15,0 1 1 0,-1 6 1 0,2-8-2 16,-2 8-11-16,0-7-1 0,0 7-8 16,0 0 3-16,0 0-6 0,0 0-1 0,0 0 2 0,4 34 1 15,-4-15-3-15,0 0 3 0,0-2-5 0,0 3 1 16,4-1-3-16,-3-1 1 0,1 2 1 0,2-4 0 15,1-2-2-15,2-2 4 0,-5-1-5 0,7 0 3 16,-1-1-4-16,-3-3 2 0,4 0 1 16,0-1 0-16,0 0-4 0,-2-3-2 0,4-1-3 0,-6-1 1 15,-5-1 6-15,18-3-6 0,-7-2 0 0,-2 0 2 16,0-2-4-16,0-1 3 0,-1-2-5 0,2-3 5 16,-3-3-6-16,-1 0 3 0,-1 0 0 0,-1 1 1 15,1 3 0-15,-3 0 1 0,3 1 1 0,-3 3 1 16,1 2-4-16,-1 0 3 0,-2 6-2 0,1-11-2 15,-1 11-2-15,0 0 1 0,0 0 0 0,0 0 4 16,0 0-2-16,7 20 3 0,-4-11-4 0,-3 2 4 16,3-1-1-16,0 3 3 0,-3-2-1 0,5-1 2 15,1-1 0-15,-1 1 0 0,0-1-1 0,3-2 2 16,0-2 1-16,2 0 2 0,-1-2-4 0,3 0 3 16,-1-3 0-16,8-3 1 0,-9 2-1 0,3-4 0 15,1 0-2-15,-5 1 4 0,2-4-3 0,3-2 0 16,-5 1-2-16,0 0 1 0,-2-2 1 0,-3 0 3 15,1 0 2-15,-1-1-2 0,-2 1-4 0,2-2 2 16,-3 3-2-16,1 1 3 0,-1 2 5 0,-1 7 2 16,-1-14 5-16,1 14-5 0,1-5-4 0,-1 5-1 15,0 0-4-15,0 0 1 0,0 0-1 0,0 0 2 16,0 0 2-16,0 0-1 0,0 0-5 0,-6 26 3 16,4-16 5-16,2 0-8 0,0 2 1 0,0-2-7 15,2 0-17-15,0 0-21 0,2 1-31 0,2 0-35 16,-1-3-48-16,1 0-46 0,1-1-44 0,-1-3-143 0,-6-4-423 15,12 8 188-15</inkml:trace>
  <inkml:trace contextRef="#ctx0" brushRef="#br0" timeOffset="14755.41">27809 8997 171 0,'-5'-5'154'15,"5"5"-35"-15,-4-7-25 0,4 7-24 0,0 0-29 16,0 0-28-16,0 0-39 0,0 0-80 0,20 2-116 16,-8-2 52-16</inkml:trace>
  <inkml:trace contextRef="#ctx0" brushRef="#br0" timeOffset="14980.59">28179 8915 62 0,'-1'-14'235'0,"-2"6"4"15,3 8 3-15,-3-10-4 0,1 4-14 0,2 6-6 16,-3-10-10-16,3 10-19 0,-4-6-23 0,4 6-19 16,0 0-16-16,0 0-12 0,0 0-15 0,6 42-6 15,-5-17-7-15,1 8-10 0,-1 2-10 0,1 1-5 16,-2 11 0-16,0-12-3 0,0 0-12 0,3 0-8 16,-2-2-1-16,-1-3-3 0,0-2-3 0,0 0-5 15,0-2-12-15,0-1-20 0,1-7-27 0,0 1-35 16,1-1-46-16,-1-7-49 0,0 0-52 0,2 0-61 15,-3-4-143-15,0-7-447 0,4 9 198 0</inkml:trace>
  <inkml:trace contextRef="#ctx0" brushRef="#br0" timeOffset="15659.54">28533 9015 30 0,'0'0'91'0,"0"0"-10"0,0 0-3 0,0 0-8 15,0 0 3-15,-3-8-3 0,3 8 12 0,0 0 4 16,0 0 16-16,0 0 1 0,0 0 4 0,0 0 3 16,0 0-5-16,-5-3-1 0,5 3 2 0,0 0-1 15,0 0-1-15,0 0 1 0,0 0-4 0,0 0 0 16,0 0-8-16,0 0-5 0,0 0-9 0,0 0-7 15,0 0-5-15,0 0-1 0,0 0-13 16,0 0-3-16,0 0-7 0,0 0-3 0,0 0-6 16,0 0 0-16,0 0-5 0,0 0-3 0,0 0-6 0,0 0 1 15,0 0-3-15,0 0-3 0,0 0-3 0,0 0-3 16,0 0 4-16,0 0-4 0,0 0 3 0,0 0-5 16,0 0 1-16,0 0 1 0,0 0-2 0,0 0-3 15,0 0-4-15,0 0 5 0,0 0 6 0,0 0-6 16,0 0-1-16,0 0-4 0,0 0 2 0,0 0 3 15,0 0-3-15,0 0-1 0,0 0 3 0,0 0-3 16,0 0-1-16,0 0 3 0,0 0 0 0,0 0-1 16,0 0-2-16,0 0 4 0,0 0 0 0,0 0-7 15,0 0 3-15,0 0 0 0,0 0 2 0,0 0 1 16,0 0-2-16,0 0-3 0,0 0 4 0,0 0 2 16,0 0-2-16,0 0 0 0,0 0 1 0,0 0 1 0,0 0 5 15,0 0 4-15,0 0-2 0,0 0 6 16,0 0-2-16,0 0 1 0,0 0-3 0,0 0 2 15,0 0-4-15,0 0-2 0,0 0-1 0,0 0 0 16,0 0 0-16,0 0-2 0,0 0-3 0,0 0 4 0,0 0-5 16,0 0 1-16,0 0 1 0,0 0-1 15,0 0 0-15,0 0-1 0,0 0 3 0,0 0-1 16,0 0-3-16,0 0-1 0,0 0 1 0,0 0 1 16,0 0-1-16,0 0 1 0,0 0 2 0,0 0-3 0,0 0-1 15,0 0 6-15,0 0-6 0,0 0 6 0,0 0-6 16,0 0 5-16,0 0-5 0,0 0-2 0,0 0-1 15,0 0 4-15,0 0 0 0,0 0 0 0,0 0-5 16,0 0-2-16,0 0-7 0,0 0-10 0,0 0-18 16,0 0-22-16,0 0-32 0,0 0-38 0,0 0-37 15,0 0-51-15,0 0-176 0,0 0-430 0,0 0 191 16</inkml:trace>
  <inkml:trace contextRef="#ctx0" brushRef="#br0" timeOffset="16227.39">28408 9232 16 0,'-4'-6'197'15,"1"0"-4"-15,3 6 3 0,-9-9-5 0,7 4-7 16,2 5-6-16,-6-6-14 0,6 6-14 0,-5-7-21 16,5 7-8-16,0 0-17 0,-2-6-10 0,2 6-15 15,0 0-3-15,0 0-8 0,-1 23-4 0,1-6-5 16,0-2-1-16,-1 6-9 0,2 3-3 0,-5-5-3 16,0 6-3-16,4-6-1 0,0 0-8 0,2 5-4 15,-2-7-2-15,3 2-17 0,-1-2-32 0,-2-5-31 16,1 5-32-16,0 0-39 0,0-6-35 0,3 0-202 15,-4-3-393-15,0-3 174 0</inkml:trace>
  <inkml:trace contextRef="#ctx0" brushRef="#br0" timeOffset="16386.4">28384 8960 50 0,'-2'-5'100'0,"2"5"-53"0,-4-9-42 0,4 9-39 16,0 0-36-16,-1-7 15 0</inkml:trace>
  <inkml:trace contextRef="#ctx0" brushRef="#br0" timeOffset="16798.47">28613 8826 125 0,'0'0'179'0,"-1"-6"-13"16,1 6-13-16,0 0-6 0,0 0 10 0,3 27 2 15,-3-3-7-15,4 8-11 0,-2 11-11 0,2 4-12 16,0 1-9-16,1-1-5 0,-3-2-13 0,1-10-9 16,0 1-6-16,-1-1-7 0,2-7-10 0,-1 2-4 15,-1-6-6-15,1-5-2 0,-1-5-10 0,-2-3-3 16,1-2 4-16,-1-1-1 0,2-2-4 0,-2-6 3 15,1 11 4-15,-1-11 0 0,0 0-6 0,-4 8 0 16,4-8-3-16,0 0-4 0,0 0-2 0,0 0-3 16,-11-26 0-16,9 13-2 0,4 0-3 0,-1-3 1 15,4-1-6-15,0-2 0 0,3 1-1 0,1 0-3 16,1 2-2-16,1 1 2 0,2 1-2 0,1 2-5 16,-3 6 2-16,0 3-1 0,3-1-1 0,-3 3-3 15,2 2 0-15,-1 3 1 0,-2 1 0 0,-1 2 3 16,-1 0-2-16,-1 1-2 0,-4 3 1 0,2 0-2 15,-4 0 1-15,1 2 1 0,-2-4 1 0,-5 7 2 16,-1 0-1-16,-1-3 3 0,-2 0-4 0,-3 0 7 16,-1-2-6-16,1 1-7 0,0-5-15 0,-2 2-24 0,-2-1-21 15,3-2-28-15,-4-1-29 0,5-3-34 16,0-1-34-16,3-2-190 0,1-1-412 0,-2 0 183 16</inkml:trace>
  <inkml:trace contextRef="#ctx0" brushRef="#br0" timeOffset="17182.34">28846 9107 164 0,'9'2'175'0,"4"-1"-1"0,-1 3 4 16,0 4 3-16,6 1-12 0,-5 2-16 0,3 2-6 16,-4 3-5-16,3-3-10 0,1 9-14 15,-6-6-10-15,1 3-12 0,-2-4-12 0,-1 0-5 0,-1-5-10 16,-1 1-5-16,-4-2-4 0,1-1-2 0,-2-2-5 15,2 0-3-15,-3-6-6 0,0 11 0 0,0-11-6 16,0 0-1-16,0 0-7 0,-9 3 0 0,9-3-4 16,0 0-1-16,-12-17-8 0,11 9 2 0,0-2-6 15,1 0 3-15,0-2-5 0,1 2 1 0,3-7-5 16,3-1-3-16,1 3 1 0,1 0-4 0,1-2 1 16,-1 3 0-16,3-2-2 0,-1 2 1 0,1 1-3 15,-1-1 4-15,1 2-3 0,-3 2 2 0,-2 1-1 16,1 2 3-16,-2 1-4 0,-1 2 7 0,-1-2-7 15,0 2 2-15,-4 4-1 0,8-5 0 0,-8 5-5 16,6-2 2-16,-6 2-1 0,0 0 3 0,0 0-1 16,12 7 3-16,-10-1-1 0,3 2 5 0,1 2-4 15,-4 0 3-15,3 2-3 0,-1-1-2 0,0 4-23 16,-4 2-44-16,2 1-43 0,-3-3-49 0,0 0-56 16,-6 2-162-16,0-1-408 0,0-4 180 0</inkml:trace>
  <inkml:trace contextRef="#ctx0" brushRef="#br0" timeOffset="17339.18">29047 8906 20 0,'0'-7'101'0,"0"7"-38"0,4-7-30 0,-4 7-30 0,0 0-40 16,0 0-40-16,0 0 18 0</inkml:trace>
  <inkml:trace contextRef="#ctx0" brushRef="#br0" timeOffset="17663.41">29300 9055 32 0,'5'4'187'0,"-5"-4"-15"0,0 0-12 0,0 0-10 15,5 6 1-15,-5-6-6 0,1 11-2 0,0-4-16 0,2 3-12 16,-2 2-8-16,2-2-12 0,1 6-11 0,0-4-6 15,-1 3-8-15,5-4-5 0,-2 1-7 0,1-2-5 16,2-1-6-16,1-3 0 0,0 3-8 16,-2-2-2-16,5-4-1 0,-4-2-4 0,-2 0-5 0,5-3-1 15,-2-1-3-15,-2-1-1 0,-1-3-3 0,2 0 1 16,-1-6-3-16,-3 3 0 0,-1 0-5 0,1-1 1 16,-1-1-1-16,0 0 0 0,-3-4-6 0,0 1 1 15,-2 3 3-15,2 3 12 0,-1 2 5 0,1 1 8 16,-1 6-2-16,2-11-4 0,-2 11-7 0,0-8-3 15,0 8-2-15,0 0-1 0,0 0-3 0,0 0-2 16,0 0-2-16,4 24 1 0,-3-12 4 0,-1 6-3 16,2-2-8-16,1 1-22 0,-2-1-28 0,5 1-31 15,1-2-30-15,-3 1-42 0,1-4-36 0,-2 0-177 16,-1 0-393-16,6-5 174 0</inkml:trace>
  <inkml:trace contextRef="#ctx0" brushRef="#br0" timeOffset="18124.08">29650 9260 36 0,'0'-10'200'16,"0"10"3"-16,0 0 2 0,0 0-2 0,0 0 1 15,0 0-13-15,-7-14-5 0,7 14-11 0,-3-13-17 16,3 7-16-16,0 6-1 0,-3-14-9 0,3 5-10 16,0-1-6-16,3-1-17 0,2-4-9 0,1-1-7 15,-2 2-7-15,5-2-3 0,4-1-17 0,-6 1-2 0,5 1-6 16,1 1-8-16,-2-1-4 0,2 3-2 15,1 3-4-15,-5 2-7 0,2 3-1 0,-2 0-4 16,2 1-3-16,0 4-5 0,1-1-2 0,-2 6 0 16,3 1-1-16,-2 4 1 0,-1 3 0 0,-1-4-4 0,0 6 9 15,-1 1-8-15,0-2-1 0,-1 2-2 0,-2-3 1 16,-2-3-1-16,1-1 0 0,-2-1 10 0,1 0-11 16,0-4 5-16,-1-1-2 0,-2-4 11 0,1 9 8 15,-1-9 13-15,3 8 7 0,-3-8 3 0,0 0 1 16,0 0-5-16,0 0-5 0,0 0-7 15,0 0-2-15,0 0 1 0,-3-26-4 0,3 16-4 0,3 0-1 16,1-2 1-16,-1 0-5 0,4-4-4 0,3-8-1 16,-1 9-5-16,3-2 2 0,5-4-2 0,-5 8-6 15,1-1-5-15,2 2 8 0,-2 3-7 0,-2 2 1 16,1 3-1-16,-3 0-2 0,2 4 3 16,-3 2-5-16,1 4 2 0,2 0-3 0,-2 0 1 15,0 4 4-15,-2 0-3 0,2 2-1 0,-4 2 3 0,0 2 1 16,0 0 4-16,-2 0-11 0,-1 0-24 0,1 1-32 15,-2-1-32-15,-1 0-37 0,-1-3-49 0,-1-3-51 16,0 0-263-16,-1 1-540 0,1-5 240 16</inkml:trace>
  <inkml:trace contextRef="#ctx0" brushRef="#br0" timeOffset="18259.96">30215 9109 44 0,'0'0'153'0,"0"0"-18"16,0 0-40-16,-12 0-37 0,12 0-57 0,0 0-82 16,-16 4-88-16,12-2 39 0</inkml:trace>
  <inkml:trace contextRef="#ctx0" brushRef="#br0" timeOffset="19144.45">12339 11430 146 0,'-12'-3'155'0,"5"0"-8"0,-2 2 1 0,9 1-5 15,-14-4-7-15,8 2-10 0,6 2-15 0,-9 0-8 16,9 0-16-16,-6-3-6 0,6 3-16 0,0 0 1 16,0 0-2-16,0 0-7 0,0 0 4 0,0 0-4 15,0 0-3-15,24 0-2 0,-4-3-8 0,1 2-2 16,8-6-5-16,2 1-6 0,0 1-2 0,1-2-2 0,-2 2-4 15,3 0-7-15,-2-1-23 0,-6 0-28 0,-7 2-21 16,2 3-18-16,-5-2-29 0,-1 1-16 16,-3 0-19-16,-4 2-14 0,2 0-86 0,-9 0-257 15,11 3 114-15</inkml:trace>
  <inkml:trace contextRef="#ctx0" brushRef="#br0" timeOffset="19438.4">12529 11394 55 0,'0'0'136'0,"0"0"-4"0,-14 1-17 0,14-1-16 16,-4 4 12-16,4-4-1 0,0 10 1 0,0-1-1 16,4 6-4-16,1 4 2 0,-2 8-8 15,3 1-6-15,-2 0-11 0,3 2-4 0,-3 2-5 16,4-1-7-16,-4-1-5 0,1-1-4 0,1-2-2 0,-2 2-5 16,-2 0-4-16,-1-3-5 0,1 2-1 0,-2-11-7 15,0 2 2-15,-2 0-5 0,-1-2-5 0,-1 2 0 16,2-3 8-16,-5-2 4 0,-2 2 7 0,-2-3-6 15,-2-1 3-15,1-1-5 0,1-2 0 0,-5-3-4 16,0 1 5-16,2-2-4 0,1-5-1 0,-5 0-4 16,3 0-1-16,2-3-6 0,-4-2 2 0,-1 0-8 15,1-3-6-15,3 0-10 0,1 2-16 0,4-2-11 16,-1 3-31-16,2-1-44 0,-1-1-27 0,4 3-36 16,0 0-28-16,5 4-149 0,-6-4-370 0,6 4 164 15</inkml:trace>
  <inkml:trace contextRef="#ctx0" brushRef="#br0" timeOffset="19796.28">12676 11937 146 0,'6'3'175'15,"-2"2"5"-15,0 1-14 0,1 0-6 0,1 1-12 16,-2 1-11-16,2-2-8 0,-1 3-8 0,-1 1-5 15,2-2-11-15,-1-2-6 0,-3 0-10 0,1 0-8 16,-3-6 3-16,4 7-9 0,-2-4 6 0,-2-3 3 16,0 0 3-16,3 10 3 0,-3-10 6 0,0 0-8 15,0 0-7-15,0 0-8 0,0 0 1 0,0 0 0 16,0 0-3-16,-14-17-13 0,14 17 2 0,-2-17-5 16,0 6-10-16,2-6-5 0,4-1-1 0,1 1-8 0,-1-1 0 15,3 1-5-15,0 0-3 0,3 1-8 16,0 1 2-16,-3 6 0 0,1 0-4 0,2 0-3 15,-1 3-5-15,1 2 0 0,0 4 2 0,3-3-4 16,-4 6 0-16,3 1-1 0,-4 1 1 0,1 0 0 0,0 1 0 16,5 7 1-16,-7-4-3 0,1 5-15 15,-2-2-28-15,0 5-39 0,-2 0-46 0,-2 0-55 16,5 0-50-16,-7 1-227 0,2-3-496 0,0-1 219 16</inkml:trace>
  <inkml:trace contextRef="#ctx0" brushRef="#br0" timeOffset="20253.43">13670 11385 150 0,'0'0'201'0,"-9"-3"-22"16,9 3-16-16,-11 9-4 0,4 1-11 0,-6 12-3 0,1 5-3 15,1 2-3-15,2 5-8 0,0-2-5 0,-2 13-10 16,7-9-8-16,2 0-4 0,-1-3-8 0,6 2-7 16,-3-5-5-16,2-2-11 0,4 1-6 15,1-1-4-15,4-4-9 0,-4-6-3 0,4 0-3 0,0-1-3 16,3-2-9-16,1-2 1 0,1-1-12 0,0-1-23 15,2-2-31-15,0-1-34 0,2-1-44 0,-2-3-38 16,3-1-34-16,0-3-42 0,-2-1-119 0,3-3-368 16,2-3 163-16</inkml:trace>
  <inkml:trace contextRef="#ctx0" brushRef="#br0" timeOffset="21110.8">14148 11694 47 0,'-6'-12'220'0,"-3"5"0"15,0-1-9-15,-1 2-4 0,-3-1-6 0,-5 2-12 16,-1 2-8-16,-2 2-16 0,2 3-15 0,-2 4-14 16,0-1-13-16,-6 9-14 0,7 0-12 15,2 4-8-15,-2 1-8 0,7-2-10 0,0 5-6 0,5-6-6 16,3 0-6-16,4 1-7 0,-2-6-4 0,6 0-6 16,-1 2 2-16,4-3-4 0,1-1 3 0,4-1-11 15,1-3-11-15,1-1 0 0,-2 0-5 0,2-3-7 16,1-1 1-16,-1-2-4 0,1-1-4 0,-1-1-2 15,-4-3 1-15,7-2-2 0,-5-4 1 0,-1-1 0 16,-3-3-2-16,-1-1-1 0,3-7 5 0,-7-1-2 16,3-4 2-16,-5 2-1 0,0-5 4 0,3-3-2 15,-3 0 2-15,-3 0 0 0,0-11 0 0,1 13-2 16,0 0 3-16,-1-1 5 0,-1 6 7 0,0 0 4 16,4 1 2-16,-2 10 8 0,-1 1 9 0,1 5-11 15,0 1 6-15,0 3-5 0,2 1-4 0,0 7-8 16,-5-10 0-16,5 10-1 0,0 0-1 0,0 0-1 0,0 0-3 15,7 27-2-15,-2-10 3 0,-1 11-2 0,0 5-3 16,3 0 1-16,3 1 10 0,-4 12-9 16,3-2-3-16,-3-13 3 0,2 1-3 0,1 2 4 15,-3-4-2-15,3-4-1 0,-2 3 1 0,2-5-3 16,0 1 1-16,-3-6 1 0,4-2-1 0,-1-2-2 0,-1-2 2 16,2-4-1-16,-1 1-1 0,-1-2-3 15,1-2-5-15,-1-1-2 0,0-4 0 0,1 2-1 16,0-3 3-16,2-3-3 0,-2 0-1 0,-1-2-5 15,4-1-2-15,-3-3-1 0,0-5-4 0,1 0-6 0,-1 0 8 16,-3-3 0-16,-6 0 0 0,4-2-5 16,-4 0 4-16,3 0 0 0,-6 1 3 0,1 0 0 0,0 1 5 15,-2 2 1-15,2 3 3 0,-3 3 10 16,1 0 8-16,-1 0 2 0,3 3 5 0,2 6-5 0,-5-9 2 16,5 9-5-16,-2-6 0 0,2 6-5 0,0 0 6 15,0 0-7-15,9-8 0 0,-2 5 1 16,-7 3 0-16,22 0-2 0,-9 1 1 0,6 2 3 0,-1 2-5 15,-4 0-2-15,1 0 6 0,-3 3-6 0,2 2 0 16,-2 3 1-16,0-1 1 0,-4 1 0 0,1 2 1 16,-3 2-2-16,2-2 6 0,-6-5-6 15,2 2 6-15,-2-2 0 0,-1-1-3 0,1 1-2 0,0-2 2 16,2 0 3-16,-1-5-3 0,0 3 2 0,1-3 1 16,1 3 1-16,-5-6 1 0,8 4 1 0,-8-4 1 15,13 0-5-15,-4-4 2 0,2-2-1 0,-2-1 1 16,3-1-1-16,-1 1 2 0,-1-7-2 15,3 2 4-15,-4-1-3 0,-3-1 0 0,4 0-1 0,-2 0 0 16,-4-2 4-16,-1-1 0 0,-1 1-1 0,-2 3 4 16,0 1 3-16,0 2 9 0,0 0 7 0,-3 0 4 15,3 10-2-15,-1-11-4 0,1 11-6 0,0-8 0 16,0 8-8-16,0 0 2 0,0 0-4 0,0 0 5 16,0 0-8-16,0 0 3 0,1 28-5 0,0-13 1 15,1 2 0-15,0-2 0 0,2 1-7 0,1 0-13 16,-2 0-33-16,2-3-39 0,-1 2-39 0,0 2-48 15,1-4-37-15,-1 3-236 0,-4-6-481 0,5 0 213 16</inkml:trace>
  <inkml:trace contextRef="#ctx0" brushRef="#br0" timeOffset="21277.48">14571 11421 1917 0,'-13'-24'8'0,"3"8"21"0,1 6 12 0,4-2-9 16,-3 4-20-16,4 0-41 0,-1 2-19 0,5 6-2 16,-3-5-7-16,3 5-16 0,0 0-32 0,0 0-31 0,0 0-122 15,19 14-278-15,-9-9 124 0</inkml:trace>
  <inkml:trace contextRef="#ctx0" brushRef="#br0" timeOffset="21646.88">14882 11353 170 0,'1'-10'257'0,"-1"10"-13"0,0 0-21 0,1-8-25 15,-1 8-18-15,0 0-22 0,0 0-17 0,0 0-13 0,5 19-3 16,-1-2-9-16,-1 2-9 0,0 9-8 0,-1 3-7 16,-2-2-11-16,2 3-6 0,1-3-11 15,-1-1-6-15,1-1-2 0,-2-1-6 0,3-1-3 16,2-8-2-16,-4-1-10 0,-1-2-1 0,0-2-6 0,-1-2-5 15,4 0 4-15,-4-4 0 0,1 1-9 0,-1-7 2 16,2 12 1-16,-2-12 14 0,0 0 10 0,0 0 12 16,0 0-15-16,0 0-3 0,0 0-5 15,0 0-4-15,-11-22-4 0,6 6-1 0,0-1-1 16,0-9-5-16,1 0-3 0,0 1 2 0,2-5-6 0,-1-1-3 16,1-1 0-16,-1-2-5 0,1-1 0 0,2 2-3 15,2-2-2-15,2 2 13 0,1 0-14 0,3 2 3 16,-2 5-1-16,8 2 0 0,-6 7-5 15,-3 2-7-15,3 4-10 0,2 3-12 0,-1 2-16 0,2 2-10 16,0 2-26-16,-1 3-34 0,-2 4-28 0,4 2-39 16,-3 3-20-16,0 4-39 0,-6 3-126 0,3 1-402 15,-3 1 177-15</inkml:trace>
  <inkml:trace contextRef="#ctx0" brushRef="#br0" timeOffset="21805.24">15012 11558 206 0,'0'0'210'0,"0"0"3"16,0 0 0-16,-3 7-7 0,3-7-17 0,0 0-17 16,0 0-17-16,0 0-16 0,0 0-19 0,0 0-22 15,0 0-23-15,0 0-30 0,30-11-45 0,-19 5-48 16,5-3-47-16,1-1-34 0,5-5-38 0,-6 5-100 16,-1-5-290-16,5-2 128 0</inkml:trace>
  <inkml:trace contextRef="#ctx0" brushRef="#br0" timeOffset="22033.83">15237 11232 111 0,'0'0'203'16,"0"-10"-13"-16,0 10-5 0,-2-9-7 0,2 9-9 15,0 0-12-15,0 0-15 0,3-6 3 0,-3 6 16 16,0 0-3-16,8 19-7 0,-5-8-10 0,4 7-6 16,0 2-4-16,-3 5-6 0,2-2-13 0,-3 5-9 15,0-7-10-15,0 2-9 0,-2 1-3 0,0-4-6 16,-1-1-13-16,5-1-1 0,0 0-12 0,2-2 3 15,-2 0 1-15,0-5-14 0,0 0-4 0,3 0-5 16,-2-5-12-16,1 2-21 0,0-2-24 0,3 1-24 16,-3-3-35-16,-2-2-34 0,3 0-38 0,2-2-48 15,-10 0-61-15,0 0-152 0,0 0-453 0,14-9 201 16</inkml:trace>
  <inkml:trace contextRef="#ctx0" brushRef="#br0" timeOffset="22192.79">15188 11468 41 0,'0'0'213'0,"0"0"-9"16,-7-6-10-16,7 6-16 0,0 0-9 15,0 0-18-15,16-11-18 0,-2 1-7 0,3 2-15 0,11-3-12 16,2 0-37-16,0 0-38 0,7 2-52 16,-2-4-61-16,-3 4-64 0,-1-2-87 0,-2 0-259 15,-4 1 116-15</inkml:trace>
  <inkml:trace contextRef="#ctx0" brushRef="#br0" timeOffset="22469.38">15583 10992 220 0,'-5'-9'261'0,"2"3"-22"0,1-2-24 15,2 8-20-15,-3-7-22 0,3 7-12 0,0 0-4 16,0 0-7-16,21 13-5 0,-2 8-7 0,0 4-13 16,3 4-10-16,5 13-12 0,-3-1-3 0,-7-7-13 15,4 9-5-15,-7 2-11 0,-7-9-5 0,2 12-7 16,-4-4-4-16,-5 3-5 0,0 1-5 0,-3-12-2 16,-3 9-5-16,1-10-4 0,-5-1-7 0,-2-3-18 15,1 2-24-15,-3 2-36 0,-1-5-52 0,-1-1-73 16,2-3-52-16,-7-1-204 0,2-4-468 0,6-7 207 15</inkml:trace>
  <inkml:trace contextRef="#ctx0" brushRef="#br0" timeOffset="22860.04">16415 11351 112 0,'-8'-1'214'0,"8"1"0"0,-19-3-8 0,9 2-2 15,2 0-12-15,8 1-14 0,-11-2-18 0,11 2-13 0,-9-3-16 16,9 3-17-16,0 0-11 0,0 0-6 16,0 0-10-16,0 0-8 0,0 0-12 0,0 0-5 0,29 2-3 15,-16-2-16-15,6 0-9 0,2-2-17 0,-1 1-18 16,2 1-32-16,0 0-28 0,-3 0-36 0,0 0-37 15,-4 0-33-15,-1 0-172 0,-3 0-365 0,-2-2 162 16</inkml:trace>
  <inkml:trace contextRef="#ctx0" brushRef="#br0" timeOffset="23056.55">16429 11251 174 0,'-5'-3'237'0,"5"3"-12"0,0 0-8 0,-8-5-26 15,8 5-16-15,0 0-6 0,0 0 5 0,0 0-10 16,-5 15 7-16,5-5-16 0,0 6-14 0,0 1-16 16,2 2-9-16,0 5-14 0,1-5-13 0,-1 8-6 15,-2-3-10-15,2-5-22 0,-1 1-28 0,1 6-38 16,1 2-55-16,1 0-61 0,0-4-61 0,-2 1-217 16,-1-8-441-16,3-1 196 0</inkml:trace>
  <inkml:trace contextRef="#ctx0" brushRef="#br0" timeOffset="23372.24">17337 11114 1589 0,'-9'-4'25'0,"0"1"45"15,4-3 4-15,5 6-5 0,-9-6-21 0,6 3-9 16,3 3-8-16,0 0-5 0,-3-7-2 0,3 7 5 16,12-8-4-16,1 3 4 0,3-4 0 0,11 0-8 15,0-2 4-15,4 1-4 0,1 0-3 0,-3 1-1 16,0 0-11-16,-9 3-14 0,7-3-24 0,-10 5-29 15,-5 2-29-15,1 0-27 0,-6-1-24 0,0 1-25 16,-7 2-101-16,6-2-289 0,-6 2 128 0</inkml:trace>
  <inkml:trace contextRef="#ctx0" brushRef="#br0" timeOffset="23635.41">17444 11010 37 0,'0'0'134'0,"0"0"-3"0,-8 3-7 0,8-3 7 16,0 0-9-16,0 0 18 0,8 16-2 0,-3-5 2 15,3 7-5-15,3 5-2 0,-3 3-2 0,3 3-11 16,-3 3-5-16,0 1-11 0,-1 1-9 0,-2-1-8 16,1 0-11-16,-5-1-5 0,1 0-6 0,0-2-8 15,-1-1 5-15,-2 0-16 0,-1-3 0 0,0 0-6 16,-5-2 2-16,-1 1 1 0,-4-2 1 0,0 0-1 16,0-6-4-16,-4-4-3 0,-4 6-1 0,-2-5 0 15,-1-1-3-15,-5-3-3 0,1-2-1 0,6-3-6 16,-1-3 8-16,-5-2-11 0,7-2 0 0,-1-3-8 0,3-2-9 15,0-4-12-15,0 0-35 0,-1-5-34 0,8 2-34 16,1-1-34-16,4-4-38 0,6 2-38 16,3 4-142-16,5-5-395 0,4-6 175 0</inkml:trace>
  <inkml:trace contextRef="#ctx0" brushRef="#br0" timeOffset="24060.54">17677 11512 70 0,'0'-5'269'0,"0"5"-4"16,0 0-14-16,1-11-13 0,-1 11-20 0,0 0-17 15,0-9-24-15,0 9-22 0,0 0-20 0,0 0-16 16,0 0-13-16,0 0-5 0,0 0-11 0,10 16-6 15,-6-5-9-15,0 1-5 0,-1 5-5 0,-1 0-4 16,2-2-12-16,-2 2-10 0,5-1-5 0,-7-1-3 16,1-2-6-16,0-3 0 0,-2-1-2 0,2-3-1 15,-1-6-1-15,2 10-3 0,-2-10 3 0,0 7 7 16,0-7 2-16,0 0 5 0,0 0-2 0,0 0-7 16,0 0-4-16,0 0 2 0,0 0-7 0,2-23 1 15,1 10-4-15,4-3-1 0,0-1-1 0,4-6 2 16,4-1-4-16,-2 2 0 0,4 1 1 0,-3 0-8 15,0 8 3-15,-1 1-1 0,-2 1-3 0,-1 4 2 16,-1 2-4-16,0 0 1 0,0 3-3 0,0-1 2 0,-9 3-1 16,16 3 0-16,-9 0 0 0,1 2 0 15,0 3 0-15,-3 2 4 0,0 2-3 0,0-2-2 16,0 6-26-16,-4 3-37 0,2-2-40 0,-3 2-58 16,2-2-59-16,-3 1-247 0,4 0-506 0,-3-6 224 0</inkml:trace>
  <inkml:trace contextRef="#ctx0" brushRef="#br0" timeOffset="24480.06">18539 10982 87 0,'-4'-5'230'0,"4"5"-20"0,-9-4-15 16,9 4-8-16,-16 11-7 0,6 4-8 0,-7 6-6 16,3 5-7-16,-1 6-7 0,2 1-10 0,-2 13-10 15,6-12-5-15,2 1-10 0,3-2-11 0,2 0-5 16,2 0-6-16,2-4-9 0,3 0-10 0,3-2-1 16,2 0-11-16,3-2-8 0,-1-9 0 0,5 4-4 15,1 0-12-15,-1-8-20 0,6 4-26 0,-5-7-43 16,7 1-42-16,-4-2-50 0,-2-4-30 0,0-2-50 15,3 1-180-15,5-4-435 0,0-7 193 0</inkml:trace>
  <inkml:trace contextRef="#ctx0" brushRef="#br0" timeOffset="25089.39">19076 11157 149 0,'-10'-7'226'0,"-2"2"-17"15,-4 1-12-15,-1 4-8 0,-3 4-16 0,1 3-8 16,-6 3-18-16,6 1-6 0,-3 9-17 0,2-3-12 16,1 3-5-16,3 1-14 0,7-4-12 0,3 1-4 15,1-1-12-15,2 0-3 0,3-5-6 0,1 1 0 16,2-2-10-16,3 0-1 0,1-2-7 0,2 1 0 0,0-2-7 16,4-1-1-16,1-3-1 0,-2 0-5 15,6-4-5-15,-1-2-2 0,-3 2 1 0,-1-6-10 16,-2 0-1-16,3-6 4 0,-1 2-4 0,-2-2 0 15,-3-4-2-15,-1-3-1 0,0-6 3 0,0 1-3 0,-5-3-2 16,-1-5 2-16,-1-1-1 0,-1-2 0 16,0 2 0-16,-5-3 1 0,2 1 0 0,-1-1 0 15,1 4 0-15,-1 0 15 0,2 4 4 0,-5 4 10 16,5 7 7-16,0 7 10 0,1-2-1 0,-1 6-3 0,2-1-8 16,1-2-4-16,0 9-10 0,-3-9-3 0,3 9 2 15,0 0-5-15,0 0 0 0,5 27-2 0,-2 0-3 16,-1 3-1-16,1 5 3 0,2 8 0 0,-3-8-4 15,0 2-1-15,3-4 0 0,-1 0-2 0,0-3 3 16,2 1-3-16,3-4-1 0,-1-4-2 0,-3-5 0 16,4-2 1-16,1 1 1 0,-1-3-2 0,2-1 4 15,0-1-4-15,0-5 3 0,-1 0-2 0,3-2 0 16,4 0 4-16,1-4-6 0,-2 0 3 0,-2-3-1 16,3-4 3-16,2-1-2 0,0-3-2 0,-2 1 1 15,-2-5 1-15,-2 0-3 0,0-2-1 0,0 1-2 16,-6-3-2-16,2 1 2 0,-3-2 0 0,-2 2-2 15,0 1 0-15,-3 0 5 0,-1 4-5 0,-1 2 2 16,-1-1 2-16,2 3 5 0,0 8 3 0,-3-11 1 16,3 11-8-16,-1-6-2 0,1 6 2 0,0 0-4 15,0 0 0-15,0 0 3 0,0 0-2 0,-2 33-1 16,4-22 3-16,-1 2-3 0,0 4 3 0,2-6-4 16,2 5-3-16,0-1-17 0,-1-2-24 0,1 0-32 15,0 1-40-15,0-5-47 0,3 1-45 0,-2-1-46 16,1-1-199-16,-3-3-491 0,-4-5 216 0</inkml:trace>
  <inkml:trace contextRef="#ctx0" brushRef="#br0" timeOffset="25244.1">19289 10997 1680 0,'-10'-16'29'0,"2"0"26"15,0 7-26-15,1-1 5 0,2 3-37 16,3 1-22-16,-2 2-21 0,4 4 6 0,-3-6-12 15,3 6-26-15,0 0-24 0,0 0-37 0,0 0-85 16,0 0-243-16,0 0 108 0</inkml:trace>
  <inkml:trace contextRef="#ctx0" brushRef="#br0" timeOffset="25578.2">19486 10965 50 0,'0'0'170'16,"5"7"12"-16,-5-7 16 0,4 10 0 0,-1-2-5 0,1 3-9 15,-2 3-10-15,2 4-16 0,2 7-9 0,1-1-14 16,-5 1-6-16,1 3-17 0,1-3-7 16,-2-4-10-16,0-2-7 0,-1 0-8 0,1-1-8 0,5 1-5 15,-4 0-5-15,0-4-8 0,-2-4-5 0,1 2-5 16,0-4-2-16,0-2-7 0,0 2-2 0,-1-3-1 16,-1-6-1-16,2 10 8 0,-2-10 24 15,1 7 2-15,-1-7-5 0,0 0-7 0,0 0-4 0,0 0-8 16,0 0-2-16,-12-26-6 0,10 11-3 0,-3-3-3 15,0-1 0-15,2-9-3 0,-1-1-8 0,2-2-3 16,-1-3 0-16,-1-12-3 0,2 10-3 16,2 1-4-16,0-10 11 0,0 10-14 0,1 6 2 0,2 0-3 15,0 5-5-15,1 6-3 0,-1 3-5 0,1-2-11 16,1 8-10-16,1 1-13 0,1 1-23 0,3 2-16 16,1 1-28-16,1 5-22 0,-2 3-34 0,4 1-42 15,1 6-45-15,-2 1-136 0,-4 5-425 0,-1 1 188 16</inkml:trace>
  <inkml:trace contextRef="#ctx0" brushRef="#br0" timeOffset="25729.62">19596 11230 72 0,'0'0'215'16,"0"0"-10"-16,0 0-18 0,0 0-13 0,0 0-16 15,21-12-12-15,-11 6-18 0,4 1-16 0,0-4-40 16,4 5-43-16,-1-4-45 0,2-1-50 0,-3 1-55 15,2 1-96-15,-3-1-233 0,-1 0 104 0</inkml:trace>
  <inkml:trace contextRef="#ctx0" brushRef="#br0" timeOffset="26114.1">19802 10941 197 0,'-1'-5'230'15,"1"5"-3"-15,-4-9-10 0,4 9-16 0,-3-5-18 16,3 5-19-16,0 0-18 0,0 0-2 0,0 0 16 0,0 0-5 15,5 32-3-15,-1-14-6 0,0 10-10 0,-1 0-8 16,-2 2-10-16,-1-1-11 0,-1 1-4 16,-2 2-7-16,2-5 1 0,-1 0-20 0,0-1-6 15,-1-1-1-15,2-6-16 0,1 2-3 0,-1-4-4 0,2-1-4 16,-1 0-2-16,3-5-7 0,-2-3-6 0,0-1-14 16,-1-7-11-16,3 11-10 0,-2-8-15 0,-1-3-14 15,3 8-6-15,-3-8-27 0,0 0-20 16,0 0-14-16,0 0-8 0,12-18 2 0,-8 3 2 0,1 0 8 15,0-3 12-15,-2-7 0 0,0 0 8 16,-3-1 0-16,1-3 19 0,0-1 1 0,-1-1 1 0,-2 0 10 16,2-2 5-16,-3 1 4 0,3 1 5 15,-3 0 16-15,2 5 1 0,1-1 10 0,1 8 6 0,-1 7 5 16,0 0 6-16,2 1-5 0,-1 4 1 0,0-4-1 16,2 3 5-16,2 2-4 0,0-1 0 0,1 3-3 15,3 2-1-15,4-1 0 0,-1 0 0 0,0 3-4 16,6 2-1-16,-5 2-5 0,1-2-25 0,2 4-32 15,-4-1-47-15,2 4-31 0,2 1-162 0,-10 0-329 16,2 0 146-16</inkml:trace>
  <inkml:trace contextRef="#ctx0" brushRef="#br0" timeOffset="26271.35">19895 11188 124 0,'-2'3'212'0,"2"-3"-3"16,0 0-4-16,-6 6-7 0,6-6-8 0,0 0-13 15,0 0-18-15,0 0-12 0,0 0-20 0,0 0-7 16,21 1-23-16,-7-4-29 0,3-3-54 0,2-1-58 16,6-3-67-16,-7 2-67 0,0-2-108 0,6-3-309 15,-8 2 136-15</inkml:trace>
  <inkml:trace contextRef="#ctx0" brushRef="#br0" timeOffset="26483.92">20162 10785 104 0,'4'-4'218'0,"-4"4"-2"0,12-1 11 16,-12 1-19-16,16 10-4 0,-2 4-5 0,0 8-8 15,-2 3-13-15,-2 3-12 0,0 3-22 0,-2 2-9 16,-3 2-12-16,-1 0-15 0,-1 1-4 0,-5 0-17 16,2 9-10-16,-5-10-5 0,-1-2-6 0,-2 2-5 15,-6 10-10-15,2-14-3 0,-3 0-11 0,-2 1-28 16,-2-4-30-16,1 4-38 0,-1-2-61 0,0-6-59 15,0 0-62-15,-2-3-162 0,7-6-435 0,4-7 193 16</inkml:trace>
  <inkml:trace contextRef="#ctx0" brushRef="#br0" timeOffset="26697.48">20870 11028 266 0,'-6'-6'290'16,"6"6"-17"-16,0 0-20 0,-3-7-19 0,3 7-20 15,0 0-16-15,0 0-25 0,0 0-15 0,5-11-18 16,2 8-22-16,3 1-32 0,4-3-43 0,3 2-46 16,2-2-61-16,0 3-55 0,-1-1-45 0,-5 1-186 15,-1 2-378-15,-1 0 167 0</inkml:trace>
  <inkml:trace contextRef="#ctx0" brushRef="#br0" timeOffset="26854.15">20863 11171 19 0,'-8'6'267'0,"3"-2"-7"0,0 1-1 0,-2-3 4 16,1 1 0-16,6-3 3 0,-8 4-10 0,8-4-26 16,0 0-24-16,-4 3-25 0,4-3-19 0,0 0-10 15,0 0-22-15,0 0-26 0,27-2-40 0,-6-4-44 16,8-1-52-16,2-3-67 0,3-1-68 0,3 0-75 15,-1 1-185-15,15-7-464 0,-2 6 206 0</inkml:trace>
  <inkml:trace contextRef="#ctx0" brushRef="#br0" timeOffset="27434.52">22079 10845 5 0,'-5'-8'253'0,"5"8"-12"15,-10-4-14-15,5 0-13 0,-3 1-15 0,8 3-9 0,-14 2-16 16,1 0-11-16,4 0-15 0,-2 3-11 16,1 1-7-16,-3 4-15 0,-2 4-11 0,2 1-6 0,0 0-10 15,-2 5-7-15,-1 2-7 0,4 1-8 0,0 0-4 16,4-4-4-16,-1 7-6 0,3-1-6 0,1-2-3 15,1 3-2-15,4-8-6 0,0 0-3 16,0 0-3-16,3-1-3 0,-1-2 7 0,3 2-10 0,3-4-1 16,-2-2-2-16,4 3-4 0,1-6 5 0,-1 1-4 15,3-6-1-15,4 3-2 0,3-2-1 0,0-2-1 16,0-2 2-16,0-2-2 0,2-2-2 0,-2 0-3 16,1-1 3-16,-1-4-3 0,-1-1 1 0,-2-1-2 15,3-6 0-15,-4 3 1 0,-5-1-2 0,2-2 2 16,-2-6 5-16,0 0-6 0,-3-5 0 0,-2 2-3 15,-5 0 11-15,-2-3-12 0,-3 1-2 0,-3 2 1 16,-1 1-2-16,-4 2 4 0,-2 1-1 0,1 7 4 16,-7-3 2-16,-2 6-2 0,-2 0-6 0,-4 7 3 15,-6 3-4-15,2 4-14 0,0 3-21 0,-1 3-28 16,-1 6-37-16,0 3-43 0,1 2-52 0,6 2-49 16,0 0-206-16,6 0-490 0,8-6 217 0</inkml:trace>
  <inkml:trace contextRef="#ctx0" brushRef="#br0" timeOffset="27816.47">21462 11654 159 0,'18'8'215'0,"1"-8"-21"0,3 0-19 0,8-1-15 16,5-1-20-16,2 1-32 0,3-3-46 0,16-3-42 16,0-3-48-16,3-1-51 0,2-1-109 0,3-1-204 15,0 1 91-15</inkml:trace>
  <inkml:trace contextRef="#ctx0" brushRef="#br0" timeOffset="33108.42">12911 10871 37 0,'0'0'76'16,"0"0"8"-16,0 0-3 0,0 0 6 0,0 0-30 15,0 0 8-15,0 0-5 0,0 0-7 0,-1-11-9 16,1 11 6-16,0 0-12 0,0 0 4 0,0 0-8 15,0 0 1-15,0 0 0 0,0 0 2 0,0 0 0 16,0 0-3-16,0 0 1 0,0 0-9 0,0 0 5 16,0 0-20-16,0 0 16 0,0 0-3 0,0 0-6 15,0 0-4-15,0 0 2 0,0 0-3 0,0 0 2 16,0 0 2-16,0 0-6 0,0 0-2 0,-15 2 7 16,15-2-14-16,0 0 3 0,0 0 0 0,-9-3-2 15,9 3 0-15,0 0-4 0,0 0 3 0,-13 3-4 16,13-3 6-16,-9 2-2 0,9-2-2 0,0 0 1 15,-12 1 4-15,12-1-3 0,-7 3-2 0,7-3 6 16,-6 3-2-16,6-3-6 0,-7 3 1 0,7-3 2 0,-7 2-1 16,7-2 1-16,0 0-1 0,-7 3 6 15,7-3 1-15,0 0-7 0,0 0 6 0,-10 3-3 16,10-3 5-16,0 0 1 0,0 0 1 0,-5 4-5 16,5-4-1-16,0 0 3 0,-6 4-5 0,6-4-2 0,-6 3 7 15,6-3-2-15,0 0-16 0,0 0 15 0,-8 3-1 16,8-3-3-16,0 0 6 0,0 0-5 0,0 0 2 15,-5 5 1-15,5-5 3 0,0 0-13 16,-8 4 15-16,8-4-1 0,0 0 9 0,0 0-4 16,0 0-6-16,-6 3 7 0,6-3 2 0,0 0-2 0,0 0 4 15,0 0-1-15,0 0-2 0,0 0-7 0,0 0 5 16,0 0-1-16,-6 2 1 0,6-2 1 0,0 0-4 16,0 0 6-16,0 0-10 0,0 0 3 15,0 0-5-15,0 0 10 0,0 0 0 0,0 0-8 0,0 0 1 16,0 0 0-16,0 0 2 0,0 0 0 0,0 0-7 15,0 0 3-15,0 0-2 0,0 0 2 0,0 0 2 16,0 0-8-16,0 0 11 0,0 0-11 0,0 0 0 16,0 0 8-16,0 0 7 0,0 0-9 0,0 0 0 15,0 0 5-15,0 0-3 0,0 0-2 0,0 0 0 16,0 0 1-16,0 0 1 0,0 0 2 0,0 0-3 16,0 0-1-16,0 0-2 0,0 0-3 0,0 0 0 15,0 0 5-15,0 0-2 0,0 0-3 0,0 0 3 16,0 0-1-16,0 0-2 0,0 0-3 0,0 0 5 15,0 0 3-15,0 0 10 0,0 0-6 0,23 0-2 16,-15 0 7-16,4 2-1 0,1-2-1 0,1 0 5 16,4-2-3-16,4 2 2 0,-2-3 3 0,9-3 2 15,0 2-2-15,1-2 3 0,1 2 2 0,0-4-1 16,-1 4-2-16,1-2 0 0,-2-1-4 0,-2 3-1 16,-6-2-1-16,2 3-2 0,-4-1 2 0,0-1 0 15,-6 2-1-15,-1 2-7 0,-2 0 2 0,-3-1 2 0,0 2-3 16,-7 0-1-16,11-3 1 0,-11 3 12 15,9-2 4-15,-9 2 7 0,6-2 1 0,-6 2 5 16,0 0 3-16,0 0 5 0,0 0 5 0,0 0 0 16,10-2 9-16,-10 2-8 0,0 0 0 0,0 0-3 15,0 0 0-15,0 0-3 0,0 0-2 0,0 0-5 16,0 0 5-16,0 0-10 0,0 0 0 0,0 0-6 16,0 0 1-16,0 0-6 0,0 0-4 0,0 0 7 15,0 0-10-15,0 0-2 0,0 0-20 0,0 0-25 16,0 0-32-16,0 0-47 0,0 0-53 0,0 0-41 15,0 0-37-15,0 0-166 0,0 0-441 0,0 0 195 0</inkml:trace>
  <inkml:trace contextRef="#ctx0" brushRef="#br0" timeOffset="34244.43">12714 12376 47 0,'0'-8'96'0,"0"8"1"15,0 0 1-15,0 0-20 0,0 0 1 0,2-9 3 16,-2 9-12-16,0 0 3 0,0 0 1 0,0-9-2 16,0 9 4-16,0 0-3 0,0 0-7 15,0 0-1-15,0-7-4 0,0 7-2 0,0 0 4 0,2-10 1 16,-2 10 1-16,0 0-3 0,0 0-7 0,0 0-4 15,0 0-12-15,0 0 2 0,0-9-4 0,0 9 0 16,0 0-10-16,0 0 7 0,0 0-6 0,0 0 4 16,0 0 5-16,0 0-6 0,0 0 2 0,0 0 1 15,0 0-2-15,0 0-3 0,0 0 2 0,0 0-6 16,0 0-1-16,0 0-8 0,0 0 1 0,0 0-3 16,0 0 0-16,0 0-1 0,0 0-3 0,0 0-2 15,0 0 0-15,0 0-3 0,0 0-2 0,4-5 3 16,-4 5-3-16,0 0 1 0,9 0 5 0,-9 0-1 15,20 3 2-15,-9-4-2 0,1-1 8 0,3 1-3 16,2-1-1-16,0 3 4 0,1-4 2 0,1 2 2 16,0-1-2-16,-1 0-1 0,0 0-1 0,0-1 2 15,-5 2-3-15,1-2 1 0,-1 2 1 0,-1-1-3 16,-3 0 0-16,0 2-4 0,-9 0 5 0,14 2-2 16,-14-2 4-16,9-3 1 0,-9 3 5 0,8 0 6 15,-8 0-1-15,0 0-1 0,10-2-3 0,-10 2-4 16,0 0 0-16,0 0-4 0,0 0-11 0,0 0-29 15,0 0-34-15,6 5-49 0,-6-5-71 0,0 7-235 16,0-7-445-16,0 0 198 0</inkml:trace>
  <inkml:trace contextRef="#ctx0" brushRef="#br0" timeOffset="36668.61">23205 8961 154 0,'-4'-22'165'0,"4"22"-21"0,0-8 6 0,0 8-9 0,0-11-11 16,0 11-14-16,0-11-10 0,2 5-7 16,3 0-15-16,-5 6-6 0,6-8-11 0,1 2-2 0,2 0-15 15,3 1-2-15,2-2-2 0,5 0-6 0,1 2-3 16,7-2-8-16,-1 0-1 0,-4 4-4 0,6 3-4 16,-6 0-5-16,0 0-1 0,-1 3-1 0,1 0-4 15,-3 3 2-15,3 1 0 0,-5 1-5 16,0 2 2-16,5 6-2 0,-6-2 1 0,5 3 0 0,-4 4 2 15,1 1-6-15,1-2 1 0,-4 4-6 0,2 1 8 16,-7 2 0-16,2 2-4 0,0 0 4 0,1 3 0 16,-3-3-3-16,-1 3 5 0,-2 0-2 0,1-1-1 15,-1 1 1-15,2-1-5 0,0 4 4 0,1-1-5 16,0 0 6-16,1 1-4 0,0 10 1 0,-2-12 2 16,0 2-5-16,0 13 0 0,-1-1 1 0,-1-12 0 15,0 13 0-15,2 5 2 0,1 0 0 0,0 0 5 16,2 1-2-16,2 1-3 0,-3 2 2 0,2 0-2 15,-4-3-1-15,0 2-1 0,2-3 2 0,-3-1-1 16,0 1-1-16,1-3 1 0,1-1 1 0,-2 2 0 16,2-4 3-16,-1 3-1 0,1-4-1 0,-1 1-2 15,4-2 5-15,-4 1-3 0,0-11-3 0,-2 11 5 16,2-11 1-16,-2 0-4 0,-2-2-4 0,1 1 5 16,-3-3-2-16,2 0 2 0,-3 0-7 0,-2-3 4 15,-4-3-4-15,-1 0 7 0,2-7-1 0,-4-3-2 0,1 2 3 16,-3-2 0-16,-3-1-2 0,-3-1 3 0,-8 0 0 15,-5 2 8-15,-3-2 4 0,-2 1 1 0,-16 3-2 16,-2-2-5-16,-10-1 3 0,-27 9-5 16,26-3-7-16,-23 2-10 0,27-1-19 0,-3-2-4 0,2-1-18 15,4 2-39-15,3-5-38 0,-1-1-43 0,5-3-123 16,10-2-315-16,2-6 139 0</inkml:trace>
  <inkml:trace contextRef="#ctx0" brushRef="#br0" timeOffset="211368.33">14287 13771 26 0,'0'0'16'0,"0"0"1"16,-8-3-10-16,8 3-8 0,0 0-3 0,0 0-7 16,0 0 15-16,0 0-5 0,0 0 1 0,-7-4 8 15,7 4 3-15,0 0 9 0,0 0-1 0,0 0 11 16,0 0 0-16,0 0-1 0,0 0 3 0,0 0 2 15,0 0 1-15,-2-8 2 0,2 8 0 0,0 0 8 16,0 0-1-16,0 0-10 0,1-11 9 0,-1 11 7 16,-4-8-4-16,4 8 10 0,0 0-1 0,-2-10-4 15,2 10 3-15,-4-9-6 0,1 6 8 0,3 3 7 16,-4-10 2-16,4 10-1 0,-4-7-8 0,4 7-17 16,-2-8 11-16,2 8-23 0,0 0 17 0,-3-6-7 15,3 6-10-15,0 0-1 0,0 0 1 0,0 0-3 16,0 0-6-16,0 0-8 0,0 0-1 0,0 0 10 0,0 0-7 15,0 0-7-15,0 0-3 0,0 0 10 16,9 29-6-16,-2-14-1 0,-1 4 3 0,4 7-1 0,-4-2 1 16,-1 5-5-16,1-1 2 0,-1 1 5 15,-1 1-8-15,1 1 3 0,0 1-2 0,-1-1-3 0,-4-1 2 16,0 2-7-16,0-3 10 0,-4 0 2 0,4-2 1 16,0 0-3-16,-2-7-1 0,1 0 2 0,-1 4-13 15,2-7 0-15,0 1-2 0,-2-2-12 16,4-5-18-16,-2 0-7 0,0-1-10 0,0 1-12 15,0-5-12-15,0 0-8 0,0-6-15 0,0 10-2 0,0-10-72 16,0 0-191-16,0 0 85 0</inkml:trace>
  <inkml:trace contextRef="#ctx0" brushRef="#br0" timeOffset="211680.01">14139 13807 61 0,'46'-21'113'15,"-9"8"-17"-15,18-2-6 0,-2 4 0 0,1 3-14 0,-16 6-7 16,3 4-1-16,-3 0-9 0,-4 6 0 0,1 2-11 16,-6 4-7-16,-3 5 4 0,-2 2-9 0,-6 2 0 15,0 4-4-15,-9-1 1 0,0 2-2 16,-4 3-4-16,-8 0 1 0,1-1 5 0,-3 1-7 15,-3 1 1-15,-1-3 0 0,-5 0-3 0,1-1 4 0,-1 0 0 16,-3-5-3-16,-4 3-1 0,4-2-1 0,-4-1-4 16,0-2-3-16,-2 1 1 0,0-6-1 0,2 3-1 15,3-6-4-15,2-1-26 0,-1-2-5 0,3 2-21 16,0-4-27-16,5-2-25 0,-1-1-32 0,-3-1-65 16,5-4-204-16,8 0 90 0</inkml:trace>
  <inkml:trace contextRef="#ctx0" brushRef="#br0" timeOffset="211892.56">14790 14077 1375 0,'17'-21'15'15,"-5"5"43"-15,1 3 20 0,-7 4-19 0,1 0-27 16,-1 2-8-16,-2 1-13 0,0 2 3 0,-4 4-3 16,6-7-1-16,-6 7-5 0,6-3 0 0,-6 3 14 15,0 0 0-15,11 8-5 0,-6 1 3 0,2 3-3 16,-2 3 2-16,3 9-3 0,-1 1 0 0,-1 0-1 15,0 3 1-15,1-2-3 0,-5 2-17 0,2-2-19 16,-2 1-15-16,1-1-14 0,1-1-27 0,-3-6-25 16,-1-1-18-16,1 0-111 0,-2 1-256 0,1-7 114 15</inkml:trace>
  <inkml:trace contextRef="#ctx0" brushRef="#br0" timeOffset="212336.5">15193 13653 45 0,'0'-7'188'0,"-1"-3"-20"0,1 10-14 0,0-10-20 15,0 10-16-15,0 0-10 0,0 0-10 0,0 0-11 16,0 0-8-16,0 0-9 0,8 36-10 0,-8-6-2 15,0 5-6-15,-4 13-1 0,-1 0-6 0,-2 1-9 16,2 1-1-16,-1-3-1 0,0 1-8 0,0-15-2 16,3 2 2-16,-1-2-11 0,4-2 1 0,-1-1-2 15,2-2 1-15,1 0-3 0,-2-3-2 0,2-6-1 16,-1 6 0-16,1-6-5 0,0 1 0 0,0-2 1 16,0 7-1-16,-2-7-19 0,2 0-15 0,-1-1-21 15,1-6-28-15,-4 4-22 0,2-1-34 0,-3-3-99 16,-1-4-253-16,2 0 112 0</inkml:trace>
  <inkml:trace contextRef="#ctx0" brushRef="#br0" timeOffset="212500.53">15089 14108 30 0,'10'-8'111'16,"6"1"-11"-16,3 0-23 0,2 0-21 0,6-4-20 15,0 2-24-15,2 1-7 0,-2-3-16 0,-3 5-13 16,1-6-14-16,-8 5-21 0,-1 0-65 0,-4 0 29 16</inkml:trace>
  <inkml:trace contextRef="#ctx0" brushRef="#br0" timeOffset="212702.53">15475 13723 47 0,'-4'-19'85'0,"-1"1"9"15,-3 1 0-15,4 2-3 0,-2 4 12 0,1 2 6 16,0 1 3-16,0 3-18 0,2-1-3 0,3 6-19 15,-7-3-6-15,7 3 4 0,0 0 4 0,-6 20 5 16,2 7 2-16,0 5 1 0,1 3-4 0,-1 12-10 16,-1 6-6-16,1-2-5 0,4 2-2 0,-2-4 2 15,0-3-14-15,-2 0-7 0,3-13-2 0,-2-1-3 16,0 1-6-16,0-4-17 0,3 0-17 0,-1-2-18 16,1-2-28-16,0-6-23 0,1-2-24 0,0-5-33 15,-2 0-19-15,1-2-86 0,-1-5-260 0,1-5 115 16</inkml:trace>
  <inkml:trace contextRef="#ctx0" brushRef="#br0" timeOffset="213388.96">15384 13963 80 0,'13'-9'83'0,"3"1"-14"0,11-2 2 0,0-1-8 16,1-1-10-16,0 1-2 0,2 0 1 0,-2-1-9 15,0 2-3-15,-11 3-1 0,4-3-6 0,-3 3-4 16,-1-1 10-16,-5 4-7 0,-1-1 6 0,-4 2 2 16,-2 0 4-16,2-1-3 0,-1 0-3 0,-6 4-11 15,7-3-4-15,-7 3 5 0,0 0-1 0,0 0-7 16,11 5 11-16,-8 1 7 0,-2 2 5 0,3 5-4 16,-3-1-4-16,1 5 2 0,-2 1 1 0,2 1-7 15,0 2 0-15,1-4-9 0,0-1 2 0,3 2-2 16,-3-3 0-16,0-3-4 0,4-2-1 0,-1 0-2 15,0-2 2-15,1-4-4 0,-2 2 1 0,6-3-3 16,-2-2 2-16,3-1 0 0,1-4 9 0,3-3-19 16,1-2 7-16,2-3-3 0,3-2 2 0,-2-5-6 15,2 0 4-15,-5 0-2 0,-1-2-4 0,-7 7 3 16,4-9-2-16,-5 7 2 0,-5-2-3 0,0-1-3 16,0 2 3-16,-3 0-8 0,0 6 7 0,0-1 1 15,-2 2 1-15,4 3-9 0,-2 7 3 0,-3-11 0 16,3 11 0-16,0 0-5 0,0 0 4 0,0 0 4 0,0 0 4 15,0 0-2-15,0 28 0 0,-1-9-3 16,-2-1 9-16,3 2-6 0,0-3 0 0,-1 2-4 16,0-2 4-16,3-1 0 0,-1 0 8 0,2-5-13 15,1-2 8-15,2-1-1 0,-1-3 2 0,3 0 2 16,2-2 3-16,1-2 4 0,-1-1-2 0,2-3 4 0,6-5-5 16,-1-1 0-16,-1-2 4 0,3 1-2 15,1-8-2-15,0-1 1 0,-3-3-1 0,-3 8-2 0,-2-4 3 16,2-2-7-16,-4 1 3 0,-4 2-5 15,-2 0 2-15,3 0 7 0,-5 2-5 0,3 0-5 0,-4 3-1 16,-1 4 4-16,0 2-4 0,0 6-2 16,0-10-2-16,0 10 3 0,0 0 0 0,-7-6-4 15,7 6 4-15,0 0-5 0,-13 15 0 0,9-2 5 16,-1-2-2-16,2 6-3 0,0-1 8 0,1 9 1 16,1-6-4-16,2-2-3 0,1 3 2 0,1-2 4 0,0 0 8 15,-1-1-7-15,2-2-2 0,-1-1-2 16,1 0 2-16,-2-2-1 0,1-2-2 0,0-1 3 0,0 2-2 15,0-2 2-15,-1 3 4 0,0-3-15 16,-5 0-23-16,-1 3-22 0,1-3-34 0,-1 1-15 0,-2-3-35 16,1 3-115-16,-4-3-272 0,2-2 120 15</inkml:trace>
  <inkml:trace contextRef="#ctx0" brushRef="#br0" timeOffset="213588.23">16512 13679 190 0,'3'-7'170'0,"0"3"-12"16,-3 4-23-16,0 0-12 0,6-6-14 0,-6 6-8 15,0 0-8-15,9 17-7 0,-5-5-5 16,-1 4-10-16,3 9-3 0,-3 1-6 0,4 0-8 0,-4 1-4 16,0-4-10-16,1 2-4 0,-1-1-23 0,-1-5-20 15,-1 1-27-15,2-3-42 0,-2-1-34 0,2 0-126 16,-3-5-255-16,1-3 113 0</inkml:trace>
  <inkml:trace contextRef="#ctx0" brushRef="#br0" timeOffset="214286.7">16699 13672 55 0,'0'0'170'0,"0"0"-17"16,0 0-14-16,0 0-9 0,0 0-12 0,1 4 2 16,-1-4-15-16,-5 22-10 0,3-11-12 0,-4 8-6 15,1 6-9-15,1-6-7 0,-1-1-8 0,4 0-3 16,1-3-7-16,1 1-1 0,2-1-9 0,2-3-1 16,0-3-7-16,3-1 1 0,-3 0-8 0,1-1 0 15,2-4-4-15,1 0 0 0,-1-2 2 0,3-2-8 16,-1-3 3-16,-1-1-8 0,4-2 4 0,-3 0 1 15,-3-3-2-15,-1 2-1 0,0-3-8 0,-2-1 2 16,-1 0-1-16,1-5-5 0,-6 1 1 0,2 3 8 16,-1-3-13-16,-3 5 3 0,0-5 0 0,1-1 2 15,-1 4-5-15,0 2 2 0,1-1 14 0,1 3 2 16,1 3-4-16,1 6-6 0,-3-11-3 0,3 11 6 16,4-6-5-16,-4 6 5 0,11 0-1 0,-11 0 5 15,21 6-1-15,-3-1 5 0,-4 3-5 0,2-1 2 16,0 3-5-16,0 1 3 0,1-1 2 0,-2-3 0 15,-6 1-1-15,0 0 2 0,1-3-3 0,-5 1 1 16,1-1 1-16,-3-2 2 0,3 0 2 0,-6-3 1 16,5 5 2-16,-5-5 0 0,0 0-3 15,0 0-2-15,0 0 2 0,0 0-4 0,0-18 0 16,0 18 1-16,-2-18-2 0,4 7-1 0,1-2 5 0,0 2-6 16,1-4-2-16,2 0 2 0,-2 3-3 0,5-2-4 15,0 3 5-15,-1 2-6 0,-1 0 6 0,5 4-1 16,-2 0-7-16,0 3 7 0,3 3-3 0,-3 3 1 15,3 0-1-15,0 2 5 0,0 4-1 0,-2 3 1 16,-1 2-6-16,-1 1 9 0,-2 1-10 0,0 7-10 16,-3-6-8-16,1 2-29 0,2 2-35 0,0 2 5 15,3-7-22-15,7 2-26 0,4-1-97 0,3-7-247 16,5-3 109-16</inkml:trace>
  <inkml:trace contextRef="#ctx0" brushRef="#br0" timeOffset="-213900.16">18167 13362 54 0,'-15'-11'188'0,"1"3"-17"15,-4-1-16-15,1 4-8 0,0 2-14 0,0 3-16 16,-5 0-11-16,3 5-1 0,1 4-11 0,-5 4-9 15,1 3-6-15,6 4-4 0,-5 2-10 0,5 3-4 16,0-2-6-16,5 4-7 0,3-1-1 0,2 1-10 16,5 0 2-16,-1-2-8 0,6-5 4 0,0-1-6 15,4 0-4-15,3 3 1 0,1-7-4 0,2 0-2 16,6 2-1-16,-3-5-5 0,1-5 3 0,1 1-2 16,3-3-4-16,-1-1 2 0,9 3-7 0,-11-6 1 15,9-4-4-15,-6-1-6 0,3-4-2 0,2 0 0 16,-9 0-3-16,4-8 2 0,-6 2-3 0,5-5-5 15,-1-1-3-15,-3-1 2 0,-2-1-2 0,-2-2 1 0,1-2 6 16,-4 2-3-16,-2-3 1 0,-2 1 3 16,1-2-3-16,-5 1 10 0,-1 8-4 0,-1 0 9 15,2 2 6-15,-2 7 5 0,1 0 2 0,0 3-2 16,-1 7-10-16,2-11 1 0,-2 11-2 0,0 0 1 16,0 0-2-16,0 0 1 0,2 35 0 0,-2-11 0 15,-1 1 3-15,2 3-1 0,-2-1-3 0,2 2 4 16,-1 2-5-16,3-5 1 0,1 0 2 0,1-7-3 15,2-1-2-15,1-1 7 0,0-1-6 0,-2-5 2 16,3-2 3-16,0 1-2 0,0-2 2 0,2-3 2 16,-2-2-7-16,3-1 7 0,1-2-9 0,-1-2 4 15,-1-1 0-15,5-4 1 0,-4 1 0 0,4-3 0 16,-3-5-7-16,2 2 5 0,0-4 0 0,-3 1 0 16,-1-2-2-16,-4 0 3 0,0-1-7 0,0-1 0 15,-3 0-4-15,-3-6 6 0,2 8 1 0,-3 1 1 0,0 1 1 16,-1 4 3-16,2 0 6 0,-1 4 3 15,0 0-2-15,0 7-7 0,0-10-2 0,0 10 0 16,0 0-3-16,0 0 8 0,0 0-6 0,0 0 3 16,0 0 0-16,10 25 2 0,-7-13-4 0,2 6 8 0,-1-1-2 15,-1-1 0-15,4 2-5 0,-2-3-1 0,-1 1 3 16,1-2-4-16,4 1 2 0,-4-5-1 0,3-1-2 16,-1 0 2-16,2-1 2 0,-1-1 0 0,1 0-3 15,0 0 0-15,-2-4 1 0,1-1 3 16,1 0 0-16,3-2-3 0,-3-1 1 0,1-2 5 15,2 0-4-15,-1-4 1 0,0 0-5 0,2-4 1 16,-3-2-6-16,2 1-2 0,-5-2-3 0,0-1-2 0,-3 0-2 16,-2-1-4-16,-3-3-2 0,-2 2 0 15,0-1 4-15,-1 1 2 0,-1 0 0 0,-3 2 7 0,2 3 2 16,0 1-3-16,1 0 15 0,0 1 3 0,-1 3-1 16,0 0 1-16,2 2-1 0,0 0-2 0,4 5 0 15,-7-7-6-15,7 7 0 0,-4-6-14 0,4 6-1 16,0 0 4-16,0 0 0 0,0 0 0 15,13-6 4-15,-1 7 1 0,1 1-2 0,-1-2 2 0,9 1 3 16,-1-1 0-16,1 3-2 0,-2-2-4 0,0 3 4 16,-4 1 2-16,2 2-7 0,-5-2 7 0,-3 2 0 15,2 1 3-15,-2 4 3 0,-3 0 5 0,1 2 1 16,-2 1 2-16,-5 1-2 0,1 0 4 0,-1-5 0 16,1 3 2-16,-2 0-5 0,1-1 0 0,1-1 0 15,-1-1-2-15,2 0-5 0,-1-3 3 0,1 1 0 16,2-2-2-16,0-3 3 0,3 1 3 0,-1-2-3 15,4-1 0-15,0-2 0 0,2 0-2 16,1-2 3-16,-2-2 0 0,3 0-1 0,2-3-2 0,-5 1-2 16,-1 1 0-16,1-3 1 0,0-2 0 0,-3 3 0 15,-2-3 3-15,-1-1-10 0,0 0 2 0,-1-1-1 16,-4 0-6-16,-2 0-8 0,-1-4 3 0,-2 1 1 16,0 1 2-16,-2-1-1 0,1 4 2 0,0 2 1 15,2 0 3-15,1 4 2 0,1-1 0 0,2 6-5 16,-5-12 4-16,5 12-4 0,-3-6-3 0,3 6 3 15,0 0-1-15,0 0 0 0,9-7 2 0,-9 7 0 16,14 3 3-16,-6 2-4 0,1 0 1 0,0 3 1 16,-1 2 3-16,1 4-1 0,0-1 0 0,0 2 3 15,-2-1 0-15,0 3-2 0,-1 0 5 0,-1-3-8 16,1 1 7-16,-2-3-6 0,1 0 7 0,-1-2-2 16,0 1 2-16,1-2-2 0,1 0 3 0,-1-3 5 15,-1-2 3-15,2 2-3 0,1-3 6 0,-1 0 1 16,6-2 0-16,-2-2-2 0,0-1-1 0,3-2 1 15,-3-2 1-15,3 1-2 0,0-6 1 0,-3 1-4 16,0-2 1-16,-2 3 0 0,-2-3-1 0,-1-3-2 16,-3 1-1-16,0-3 0 0,1 3 2 0,-7-3-2 15,1 1 3-15,3 4 4 0,-3 1-1 0,-1 0 18 16,1 5-2-16,1 0 0 0,2 6-4 0,-7-9-7 16,7 9 1-16,-10 1-7 0,10-1-9 0,-15 14-8 15,4-3-27-15,0 5-29 0,1-2-42 0,5 3-34 16,1 1-31-16,0 0-144 0,3-1-339 0,3-5 151 15</inkml:trace>
  <inkml:trace contextRef="#ctx0" brushRef="#br0" timeOffset="-213667.34">19673 13497 135 0,'-2'-14'153'0,"2"-1"4"0,0-3-1 0,0 1-6 16,3-2-7-16,-2-1-7 0,3 2-11 0,0 0-12 15,1 1-12-15,5 2-8 0,-1 2-12 0,2 4-8 16,1 3-9-16,0 1-6 0,6 1-6 0,-4 4-4 16,0 1 13-16,2 5-18 0,0 3-4 0,-2 3-5 15,-1 1-2-15,-2 0-3 0,2 3-1 0,-5 1-1 16,0-1-7-16,-1 1 2 0,-3 1-4 0,-2-1-10 16,0 2-14-16,-1-2-25 0,0-3-8 0,0 0-49 15,2-4-40-15,2 2-53 0,-4-5-107 0,6 1-312 16,-2-3 138-16</inkml:trace>
  <inkml:trace contextRef="#ctx0" brushRef="#br0" timeOffset="-213412.39">20253 13100 162 0,'-5'-6'227'0,"5"6"-25"0,-3-8-22 15,3 8-17-15,0 0-18 0,0 0-11 0,0 0-2 16,2 28-8-16,1-9-11 0,2 7-8 0,-3 2-10 0,-2 3-6 16,4 1-9-16,-2 0-7 0,-2 0-6 15,5 0-7-15,-5-1-7 0,2-1-5 0,-1-3-6 16,-1 0-3-16,3-1-2 0,-3-2-4 0,1-4-8 16,-1-1-17-16,1-1-23 0,-2 0-32 0,1-2-24 15,-3 0-25-15,5-4-44 0,-2-1-44 0,-2-1-131 0,2-10-339 16,-1 11 150-16</inkml:trace>
  <inkml:trace contextRef="#ctx0" brushRef="#br0" timeOffset="-213248.25">20128 13354 99 0,'0'0'134'0,"7"-6"-7"0,4 1-17 0,6 1-16 15,0-3-36-15,14 2-14 0,2 1-22 0,19-5-22 16,5 0-35-16,7 2-75 0,28-12-117 0,-27 11 53 0</inkml:trace>
  <inkml:trace contextRef="#ctx0" brushRef="#br0" timeOffset="-212472.87">20744 13741 119 0,'-5'-15'145'0,"5"15"-6"15,9-13-12-15,-3 3-8 0,4-2-17 0,4-2-9 16,-1-1-5-16,4-6-8 0,-1 2-6 0,1-2-7 0,-3 1-12 15,-1 3 1-15,-3 0-11 0,-2 1 0 0,-3-1-4 16,1 1-3-16,-5 4 4 0,2 1-6 0,-3 0-2 16,0 3 0-16,0 1-1 0,0 7-6 15,-4-12-2-15,4 12-5 0,-9-3-3 0,9 3-2 0,0 0-1 16,0 0-1-16,-15 13 0 0,8-4-4 0,2 1-3 16,0 3 7-16,1 2-7 0,2 2 3 0,-1-1-1 15,3-4-3-15,2-1 1 0,1 5 1 16,3-7 1-16,-1-1 0 0,3-2-1 0,2-1 2 0,0-1-1 15,5-2-1-15,-2-2 0 0,6-2 11 0,-1-3-9 16,1-2 1-16,0 0-3 0,-2-3 1 0,1 0-3 16,-5 0-1-16,3-4 6 0,-6 1-5 0,-2 0 2 15,1-2-1-15,-4 4-1 0,0 0 1 0,-3-2 0 16,0 3-1-16,-1-2 1 0,1 5-1 0,-2-3 6 16,0 10-2-16,-2-9 3 0,2 9-8 0,0 0 0 15,0 0-1-15,0 0-4 0,0 0 5 16,0 0-3-16,2 32 1 0,-4-13 4 0,0 6-2 0,2-1 4 15,-1 2-5-15,1-6 3 0,1 5-3 0,0-2-3 16,0 4-12-16,-2-8-15 0,0-1-27 0,2 3-17 16,-1-2-28-16,-1 0-30 0,1-2-24 0,-4 1-104 15,0-2-276-15,-1-5 123 0</inkml:trace>
  <inkml:trace contextRef="#ctx0" brushRef="#br0" timeOffset="-212311.16">20794 13371 45 0,'0'0'67'0,"9"-2"-29"0,-9 2-36 16,14 13-28-16,-5-6-27 0,-2 2 12 0</inkml:trace>
  <inkml:trace contextRef="#ctx0" brushRef="#br0" timeOffset="-211406.37">21442 13455 14 0,'2'-6'157'0,"2"0"-1"0,-4-1-5 0,0 7-5 15,1-13-1-15,-1 13-11 0,-4-9-15 0,4 9-14 16,-10-6-9-16,2 5-10 0,-4 3-10 0,0 2-7 15,-6 3-9-15,4 1-6 0,-1 3-8 0,5-3 1 16,2 1-5-16,2-1-5 0,-1 1-2 0,4 0-8 16,0 0-3-16,0 1 6 0,3 0-6 0,3-2-4 15,1 3 2-15,1-7 12 0,1 3-19 0,3-1 1 16,0-3-4-16,4 0-1 0,0-1-2 0,4-3 1 16,0 0 2-16,2-2-4 0,2-2-6 0,-3-4 2 0,-1 1 1 15,-1-4-2-15,-1 1 1 0,-1-4 1 16,0-7-2-16,-3-1-3 0,-1-4-4 0,-1-1 2 15,-3 0 3-15,-1-3 0 0,-3-2-1 0,-1 3-2 16,0-3-1-16,-3-2 0 0,0 1 6 0,-2 1-6 0,0 3 1 16,-1 2 0-16,0 2 2 0,3 9 5 15,-1 2 6-15,1 3 3 0,-1 3-3 0,2 2 2 16,1 7-3-16,-3-8-4 0,3 8-4 0,0 0 4 16,0 0-2-16,0 0 1 0,-5 32 2 0,0-4-1 15,0 3-3-15,0 1 2 0,1 3-3 0,0 11 1 0,2-12 3 16,0 0-3-16,4-2 0 0,-1 0-2 0,1-2 1 15,4-4 0-15,-2-5-3 0,3-4 3 0,2 2 0 16,0-4-2-16,2-2 2 0,1 0 3 16,0-3-3-16,-1-1 1 0,-1-4 4 0,2-1-3 15,0-1-2-15,0-1-3 0,2-4 2 0,-1 0 0 0,3-4-2 16,-1-2 1-16,1-3-3 0,-4-2-3 16,-1-2 10-16,3 0-9 0,-5-3-3 0,0 0 6 15,0 1 0-15,-3-2-1 0,1 2-2 0,-3 1-1 16,-2 6 1-16,2 0 6 0,1 1 0 0,-2 4 0 0,-3 5-1 15,2-7-6-15,-2 7 12 0,0 0-7 0,0 0 1 16,16 8 0-16,-11 3 1 0,0-1 4 16,0 2-3-16,0 4 1 0,-1-5-2 0,1 4 3 15,1 1-5-15,-1-5 3 0,2 1 1 0,-2-2-3 16,1-2-1-16,0 0 3 0,-1-3-1 0,3 1 4 0,1 0 0 16,1-3-2-16,-2-1-2 0,3-2-1 0,0-1 3 15,-1 0 0-15,1-3-1 0,0-1-1 16,-1 0-1-16,-1-2-1 0,2-1-3 0,-3 0 0 15,1-4-8-15,-2 2 0 0,-1-1 2 0,-2 2-2 16,2-3-5-16,-2 4 5 0,-1 1-2 0,1 2 1 0,-4 5 0 16,3-11-1-16,-3 11 4 0,8-2-5 0,-8 2 4 15,0 0 0-15,0 0 2 0,17 10 1 0,-12-6 2 16,1 2 1-16,1 2-1 0,1-3 3 0,0 1-1 16,-1-2 0-16,3 2 4 0,-1-4 0 0,1-1 1 15,3-1 2-15,0-1-2 0,-2-3 0 0,6-4 1 16,-2 1 1-16,2-1 2 0,-3-2-1 0,-2-2-3 15,1 3 2-15,-5-1 4 0,2 0 1 16,-2-4 4-16,-3 2-4 0,-2 1 2 0,-1-1-5 16,-3 1 1-16,-2 1 0 0,-1-2 0 0,2 3 1 0,-5 2 1 15,0 1-1-15,-3 2-3 0,-1 1-1 0,1 5 0 16,-4 2 3-16,-1 5-8 0,-1 3 2 0,2 2 2 16,-1 10-3-16,2-2-1 0,7 4-9 0,-1 0-29 15,7 0-20-15,5-1-38 0,7-3-36 0,0 0-41 16,0-8-92-16,10 1-290 0,-3-6 128 0</inkml:trace>
  <inkml:trace contextRef="#ctx0" brushRef="#br0" timeOffset="-211158.41">22806 12982 9 0,'0'-27'169'16,"-2"8"3"-16,1 1 2 0,1 7 0 0,1-1-8 15,1 4-17-15,-2 2-20 0,0 6-13 0,0 0-12 16,0 0-2-16,0 0-14 0,9 33-5 0,-7-6-7 16,-1 7-8-16,-2 12-7 0,1-1-6 0,-2-10-6 15,1 1-3-15,-2 10-2 0,2-11-13 0,0-1-25 16,-2 0-28-16,3-5-28 0,0 0-15 0,0-4-14 16,2 1-19-16,0-10-6 0,-2 1-6 0,-1-6-2 15,2 0-5-15,-1-2 8 0,0-2-9 0,0-7-64 16,-2 9-196-16,2-9 87 0</inkml:trace>
  <inkml:trace contextRef="#ctx0" brushRef="#br0" timeOffset="-210894.27">22790 13207 24 0,'14'-4'122'0,"-14"4"-13"15,19 2 4-15,-7 1 1 0,0 0-15 0,1 2 5 16,0 0-3-16,4 0-8 0,-1 0-8 0,1 3-9 15,2-4-3-15,-1 0-4 0,1-2-3 0,-1-4-3 16,2 2 8-16,1-4-6 0,-2 1 3 0,-2-4 0 16,-1 0-4-16,-4 2 7 0,0-4 15 0,-4 1 4 15,0-1-13-15,-4 1-7 0,-3-4-4 0,-4 3-7 16,0-3-7-16,-5-2-4 0,-5 4-7 0,-2 0-6 16,-3 1 2-16,0 2-7 0,-9-1-4 0,-2 6-6 15,2 2-17-15,5 2-12 0,-6 3-19 0,1 1-28 16,8 1-34-16,1 1-43 0,7 3-35 0,3 0-161 15,4-2-357-15,4-3 157 0</inkml:trace>
  <inkml:trace contextRef="#ctx0" brushRef="#br0" timeOffset="-210628.62">23658 12732 61 0,'-8'-17'192'0,"1"0"-21"0,2 7-12 16,0 1-4-16,3-1-15 0,-1 5-19 15,3 5-15-15,-4-6-12 0,4 6-5 0,0 0-10 0,-1 21-8 16,2-4-4-16,-2 10-4 0,1 1-2 0,-1 6-6 16,-2-1-5-16,-2 3-7 0,3 0 2 0,-2 11-9 15,-3-12-3-15,4-2 0 0,-1 3-7 0,0-4 1 16,0 0-9-16,-1 0-12 0,0-3-25 0,0-3-31 15,2 1-27-15,1-1-34 0,-2-7-34 0,-1 0-122 16,-2-4-288-16,3-2 127 0</inkml:trace>
  <inkml:trace contextRef="#ctx0" brushRef="#br0" timeOffset="-210069.16">23646 12927 78 0,'21'-22'104'0,"-1"2"-16"0,2 1-9 16,-1-1-1-16,-3 2-1 0,-2 4-14 0,-2 1 0 16,0-1-4-16,-3 2 7 0,-4 0 1 0,-1 3-8 15,-1-2-3-15,0 0-3 0,-1 0-4 0,-3 1-3 16,2 0 3-16,0 3 3 0,-3-1-2 0,0 1 0 16,0 7 0-16,2-11-10 0,-2 11-10 0,1-8 3 15,-1 8-5-15,0 0-3 0,0 0 6 0,6 19 1 16,-5-4 9-16,3 10 1 0,-1 2-2 0,-3 0-1 15,4 3 1-15,-4 1-4 0,4-2-3 0,0 2-1 16,0 1-3-16,0-5-6 0,-2-1-1 0,1-7-4 16,2 1-1-16,-3-5-2 0,1-4 2 0,-2-1-3 15,0-4 0-15,1 1 0 0,-2-7 2 0,1 10-5 16,-1-10-5-16,4 2 5 0,-4-2 1 0,0 0-9 16,9-14 2-16,-3 3 2 0,4-4 0 0,2-2-6 15,3-5 2-15,3 1-2 0,1-3-1 0,4 2-1 16,-1 5 1-16,1 1-1 0,-1 2-2 0,-5 6 1 15,0 1 2-15,-5 2-9 0,2 3 7 0,-4 2 3 16,2 0 2-16,0 2 1 0,-1 3 5 0,1-1-4 16,5 2 1-16,1 2-1 0,-1-3 1 0,2 0-7 0,1 0 4 15,-1-1 4-15,3-3-3 0,0 1 1 16,5-6-3-16,1-2 11 0,0-1-9 0,1-5 0 16,-1-1 3-16,-2 0 4 0,-2-2 1 0,0 0-1 0,-7-3 1 15,-1 4-1-15,-6-3 4 0,-3 2-5 0,2-1 7 16,-2-3-4-16,-4 4-3 0,-1-2-2 0,-5 5 4 15,-1 0-4-15,-6 3-3 0,0 1 2 0,-9 3-4 16,-2 3 1-16,-6 5-2 0,-5 6 0 16,0 4 5-16,-1 4-6 0,3 5 6 0,1 3-6 0,1 1 1 15,4 1-12-15,5 5-26 0,2-2-33 0,3 1-44 16,7 3-27-16,0 0-38 0,1-1-129 0,2-2-332 16,3-2 148-16</inkml:trace>
  <inkml:trace contextRef="#ctx0" brushRef="#br0" timeOffset="-209304.36">14966 15618 100 0,'0'0'126'0,"4"-7"2"0,-4 7-10 15,0 0 4-15,0 0 4 0,0 0-14 0,23 18-2 16,-18-8-12-16,3 5-4 0,-3-1-5 0,2 2-12 16,1-2-5-16,-5-3-6 0,-1 2-4 0,1-4-5 15,-3 1-6-15,-3-3 2 0,1 1-4 0,-1-3 1 16,-5 3-3-16,-2-2-4 0,0-1 1 0,-3-4 0 15,-1-1 2-15,0-1-6 0,-4-6-1 0,4 0-2 16,-3-3 0-16,5-2-3 0,-2-5-4 0,2-6-4 16,3-4 2-16,2 1-9 0,2-4-3 0,5-5-1 15,5 2-6-15,6-18-1 0,3 4-2 0,6 4-1 16,7 1-3-16,6 3-1 0,5 4-3 0,3 4 4 16,6 3-2-16,-1 12 1 0,4 3 1 0,-12 8-2 0,0 6 0 15,2 7-3-15,-4 5 1 0,-3 3 0 16,-2 5 4-16,2 15-1 0,-12-10 1 0,-4 2-2 15,-2 1-2-15,-6 1 5 0,-1-1-1 0,-4-3-1 16,0-7 1-16,-4-2-1 0,-3-1 1 0,2-4 3 16,-2-2 0-16,0 2-2 0,-3-4 3 0,-1-1-2 15,-3 1 0-15,-1-6 0 0,1 0 1 0,-3-2 3 16,3-4-1-16,1-2-3 0,-1-4 3 0,4-1-2 16,-1-6-9-16,3-1-1 0,2-12-8 0,2-1-5 15,6-1-7-15,4-3 2 0,10-7 2 0,0 14-5 16,13-11 9-16,-6 15 0 0,0 3 0 0,2 3 0 15,2 7 3-15,-4 2 0 0,1 6 2 0,-6 4 1 16,-3 6 2-16,1-2 1 0,5 9 3 0,-5 3-1 16,-2 5 3-16,-2 2 7 0,-3 0-5 0,0 2 0 15,-5 0-2-15,-1 1 1 0,1-2-4 0,1 1-5 16,-5-7-20-16,1 9-9 0,-1-11-45 0,0 3-37 16,0-2-16-16,1-2-18 0,2-4-100 0,-3 0-278 15,0-5 123-15</inkml:trace>
  <inkml:trace contextRef="#ctx0" brushRef="#br0" timeOffset="-208970.08">16161 15228 78 0,'0'0'130'0,"-18"-4"0"0,6 5-6 0,12-1-3 0,-28 12 12 16,5 3-24-16,2 2-9 0,1 5-4 0,-1-1-9 15,4 2-7-15,2 3-8 0,4-2-6 16,3-5-7-16,1-2-8 0,2-1-4 0,3-4-7 15,2 1 0-15,1-5-5 0,1 2-3 0,-2-10-5 0,11 13-1 16,-5-10 7-16,3 3-15 0,-9-6-1 16,18 0 5-16,-18 0-6 0,20-8-4 0,-8 2 3 0,-2-2-6 15,0-6 4-15,2 1-1 0,-5-3 2 0,0 1 10 16,-2 0-10-16,1-1 4 0,-1 5 7 16,-1-1 10-16,0 1 1 0,0 1-4 0,-4 10-7 15,4-13-1-15,-4 13-4 0,6-3-6 0,-6 3 5 16,0 0 0-16,12 16 2 0,-6-6 0 0,0 6-2 15,0 4 0-15,0 7 1 0,1-2-3 0,-1 7-2 16,-1-4-8-16,0 1-13 0,0-2-20 0,0 0-23 0,0-2-19 16,2-7-44-16,-4-1-26 0,3-1-38 15,-2 1-114-15,2-6-312 0,-4-2 139 0</inkml:trace>
  <inkml:trace contextRef="#ctx0" brushRef="#br0" timeOffset="-208669.65">16396 15503 1394 0,'10'-23'-23'0,"-3"5"85"0,-1 0-21 0,0 2-20 16,1-3 7-16,-2 4-19 0,3-2-1 0,-1 1 0 16,3-2 3-16,1-7 23 0,-1 2-15 0,1-1 3 15,-2 0 4-15,-1 8 2 0,0-2 5 0,-1 2 11 16,-3-2-13-16,1 0 6 0,-1 2 1 0,-1 5 8 16,-1-1-1-16,1 2-3 0,-1 1 1 0,-2 3-7 15,0 6-5-15,3-9-5 0,-3 9-2 0,0 0-2 16,0 0-3-16,0 0-3 0,18 20 0 0,-9-3-2 15,5 8 1-15,-3 8-1 0,10 10-4 0,-3 2-1 16,0 0 2-16,-6-2-3 0,2 2 2 0,-2-10 1 16,-2-2-5-16,-2 3-3 0,-1 9 2 0,0-13 0 15,-1-1 0-15,1 1-4 0,-2-1 0 0,-3-2-4 16,1-2-1-16,1-2-12 0,-2-4-25 0,0-3-16 16,0-1-19-16,-1-2-22 0,2-2-19 0,-1-3-36 15,0 2-147-15,-4-3-325 0,2-9 143 0</inkml:trace>
  <inkml:trace contextRef="#ctx0" brushRef="#br0" timeOffset="-208514.14">16281 15225 1562 0,'-28'-39'-48'15,"9"11"48"-15,3 2 17 0,5 10-5 0,3 3-33 16,2 4-39-16,2 4-26 0,1 2-4 0,3 3-5 0,0 0-21 15,0 0-64-15,0 0-194 0,0 0 87 0</inkml:trace>
  <inkml:trace contextRef="#ctx0" brushRef="#br0" timeOffset="-208249.84">16865 15243 112 0,'10'9'128'0,"1"2"-22"15,-4-1-12-15,2-2-6 0,0 2-2 16,-1-1-2-16,2 0-12 0,-1-2-1 0,0-3-3 16,2 1 4-16,0-5-11 0,-2 3 7 0,-9-3-6 15,23-4-3-15,-13-4-7 0,0 1 9 0,-2 0-15 16,-3-4 11-16,1-4-3 0,-1 0-2 0,-1-1 11 16,-4 4-13-16,-6-4-1 0,-2 1-9 0,-2-1-2 0,-7 3-9 15,-5-2 2-15,-4 4-4 0,0 1-7 16,-3 7-1-16,1 3-3 0,6 3-14 0,-5 3-19 15,3 7-22-15,1 1-28 0,2 5-36 0,7 1-26 16,0 5-135-16,6-2-286 0,5-4 127 0</inkml:trace>
  <inkml:trace contextRef="#ctx0" brushRef="#br0" timeOffset="-207680.54">17192 15125 64 0,'-2'-6'184'0,"2"6"-21"16,-3-7-15-16,3 7-15 0,0 0-10 0,14-4-1 16,-2 4-10-16,7 3-7 0,1 4-6 0,7 2-7 15,1 2-16-15,2 5-1 0,-2-1-12 0,-2 1-3 16,1 1-8-16,-5 0-6 0,0 1-3 0,-8-5-2 16,0-2-4-16,-2 4-2 0,-1-1-8 0,-6-2-5 15,-1-2 0-15,-2-1-1 0,0-2 1 0,-4-1-4 16,2-6 3-16,-9 11-12 0,-1-8-10 0,-1-2-3 15,-2-1-1-15,-1-4 5 0,-1 0-4 0,-3-2-2 16,4-2 4-16,2-1-5 0,5 0 6 0,0-2-5 16,3-2 3-16,4-3 0 0,1-1-4 0,6-2-11 15,-1 1 8-15,7-6-2 0,1 0 1 0,0 2-1 16,4 0 3-16,1 1 4 0,-1-1-6 0,0 1 7 16,-1 0-3-16,1 1 3 0,-7 5-4 0,-1 1 6 15,1-2 4-15,-2 3-5 0,-3 2 8 0,0-1-2 16,-1 1-2-16,1 0 0 0,-3-1 15 0,1 4 0 15,-2-1 4-15,-1 2-8 0,-1-3 1 0,2 4-4 16,-2 6-1-16,0-12-11 0,0 12 1 0,0 0 2 16,5-4 2-16,-5 4 1 0,0 0 3 0,13 28-5 15,-6-12 6-15,5 11-2 0,-4 4-5 0,2 2 4 16,0 0-13-16,-1 2-22 0,-1-1-28 0,2-1-26 16,0 0-30-16,-4-2-26 0,-1 0-120 0,3-2-281 15,-2-11 126-15</inkml:trace>
  <inkml:trace contextRef="#ctx0" brushRef="#br0" timeOffset="-207528.78">17568 14916 895 0,'-17'-26'56'0,"1"4"-52"0,0 2-14 15,6 9-5-15,0 3-43 0,1 4-26 0,1 2-12 16,8 2-20-16,-14 4-124 0,14-4 55 0</inkml:trace>
  <inkml:trace contextRef="#ctx0" brushRef="#br0" timeOffset="-207303.28">17770 14659 57 0,'4'-5'155'0,"5"1"-7"0,-1 1-2 16,3 3 1-16,4 3-6 0,0 1-15 0,3 7 0 15,3 5-10-15,-2 3-7 0,-2 7-2 0,-2 1-13 16,-1 5-4-16,-4 0-12 0,3 14-9 0,-5-11-5 16,-2-1-7-16,-2 0-3 0,0 1-5 0,-3-5-13 15,-1-1-12-15,0-1-18 0,0-3-13 0,-1-7-24 16,-1 1-16-16,0-3-21 0,2-2-19 0,0-3-21 16,-1-2-12-16,-2 0-7 0,3-9-107 0,-9 10-254 15,9-10 112-15</inkml:trace>
  <inkml:trace contextRef="#ctx0" brushRef="#br0" timeOffset="-206918.53">17848 15058 101 0,'-5'-10'153'0,"2"0"-9"15,3 10-11-15,-5-12-14 0,5 12-9 0,-1-13-12 16,1 13-6-16,4-16-11 0,3 7-3 0,6-4-2 0,-1 0-8 16,2 4-5-16,1-4-2 0,3 4-5 0,-1-1-5 15,2 4-7-15,-4-1-4 0,3 4-2 0,-5 1-3 16,-1 1-7-16,0 2-2 0,1 1-4 0,-1 4 3 15,1-2-4-15,0-1-1 0,0 4-1 16,3 3 6-16,-4-4-10 0,2 4 2 0,-3-2-2 16,0-3-3-16,1 3 0 0,-1-1-4 0,0-2 6 0,1 0-3 15,-2-1-3-15,-1 0-2 0,2-2 1 0,-3 2-3 16,0-3 6-16,-1 0 4 0,-7-1-7 0,13 3-1 16,-13-3 0-16,9 0 1 0,-9 0-3 0,12-1 4 15,-12 1-10-15,5-8 7 0,-5 8 1 16,5-7 5-16,-1 3 6 0,-4 4 0 0,4-5 3 15,-4 5-12-15,0 0 5 0,0 0-6 0,0 0 4 0,0 0 6 16,12 9 4-16,-9 2 2 0,2 4 8 0,-1 4-7 16,0 7-1-16,0 0 1 0,-2 1-2 15,-1 2-6-15,1-2 0 0,0 1 1 0,-2 5-3 16,3-4 1-16,-2 3-8 0,-1-1-13 0,1-3-21 16,0 2-19-16,-1-4-35 0,2 2-40 0,-1-1-35 15,0-1-33-15,-3-7-108 0,3-1-320 0,2-2 143 0</inkml:trace>
  <inkml:trace contextRef="#ctx0" brushRef="#br0" timeOffset="-206618.54">19251 14566 135 0,'-4'-10'155'0,"-2"1"-18"0,-4 2-16 0,1 1-13 15,-3 4-10-15,-6 4-6 0,-5 11 2 0,0 3-11 16,-4 7 6-16,-6 14-9 0,-1 2-4 0,4 1-8 16,0 6-1-16,7-2-9 0,4-1-2 0,4 1-6 15,11-12-7-15,3-3 0 0,6 0-7 0,4-3-2 16,4 1 0-16,2-4-10 0,6-2-8 0,1-4-19 15,6-3-14-15,4-3-34 0,2 2-17 0,6-8-24 0,-2-3-18 16,16-2-11-16,-15-2-102 0,0-5-241 16,0-3 107-16</inkml:trace>
  <inkml:trace contextRef="#ctx0" brushRef="#br0" timeOffset="-205601.17">19739 14718 83 0,'-5'-10'128'16,"-5"1"-16"-16,0 4 0 0,-3 1-7 0,-1 4-1 15,-4 2-7-15,-1 6 0 0,-7 6-9 0,1 2-1 16,3 4-12-16,-2 5-5 0,1 1-4 0,5 2-1 16,0 0-7-16,0 0-6 0,6-2-9 0,6-7 3 15,1 0-14-15,4-2-3 0,1-4-4 0,1-1 1 16,4-2 2-16,0-2-4 0,4-2-11 0,1-2 2 16,2 0 0-16,-1-4-1 0,6-4 0 0,0 1 2 15,-1-5-16-15,2-1 12 0,-4-1-5 0,0 0-3 16,-1-6 3-16,-1 2 0 0,-2-3-5 0,-3 3 7 15,-1-5-3-15,0 2 1 0,-2-1 3 0,-4 2-1 16,0 3 5-16,0 2 7 0,0 11 4 0,-3-20 10 16,1 14-2-16,0 0 1 0,2 6 1 0,-2-11-10 15,2 11-3-15,0 0-2 0,0 0 0 0,0 0-8 16,0 0 1-16,0 0-2 0,2 35 2 0,1-18 0 16,-4 1-1-16,3 0 1 0,3 1-7 0,3-2 2 15,0-2-3-15,1 1 3 0,1-2-3 0,1-2-1 16,1-1-2-16,-1-2 6 0,0-2-3 0,1-3-2 15,6-2 2-15,-5 0-1 0,5-2 4 0,1-3 0 16,-4-2-2-16,2 1 0 0,-2-4-7 0,-2 1 5 16,-1-3-1-16,-1-2-4 0,1-2-5 0,-6-2-2 15,0 0-3-15,-3-1 1 0,-2-2-10 0,-1-2 6 16,-2 2-4-16,-1-5 2 0,-6-1-2 0,-1 2 1 16,-4 0 3-16,1 9 3 0,-6-5 2 0,5 3 4 15,-1 4 0-15,-2 1 1 0,4 2 12 0,3 3 4 16,0 1 0-16,3 0-5 0,7 5 5 0,-10-3-6 15,10 3-4-15,-6-6-2 0,6 6-3 0,0 0 1 16,0 0-5-16,0 0 2 0,0 0 2 0,23-12 3 16,-11 10-4-16,8-1 7 0,-1-1-3 0,2 4-4 15,-1-2 3-15,-1 0 2 0,0 4-4 0,-2 0 3 16,-3 2 0-16,-1 0-2 0,-4 2 2 0,1 4 4 16,1 2 3-16,-2 2 5 0,-1 5 3 0,-1-1-2 15,0 8 6-15,-1-3-4 0,-2-4 1 0,5 7-2 16,-3-3 0-16,1 2 0 0,-1-9-7 0,1 2 0 15,1 0 0-15,1-5 3 0,2 1 2 16,1-1-5-16,-3-3-4 0,0-2 5 0,4-3-1 16,-1-2 1-16,3 1-3 0,-3-5-1 0,0 1 0 15,2-3 0-15,2-4-1 0,-5 1-7 0,2-5-4 0,-5 2-1 16,3-4 2-16,-3-2-3 0,-2-2-3 0,-1-1-9 16,-5 2 4-16,-1-2 0 0,-1-1-2 0,-2 0 4 15,-1-1 3-15,-2 2-1 0,-1 0 0 0,1 2 2 16,-1 0 3-16,3 0 1 0,1 6 3 0,2 0-2 15,-1 1 0-15,3 9-1 0,-5-11-4 16,5 11 6-16,0 0 0 0,0 0 4 0,11-11-9 0,-11 11 5 16,0 0 1-16,18 6 2 0,-18-6 3 0,18 13-2 15,-7-6-2-15,-1 2 5 0,4 4 3 0,-5-3-1 16,2 2-1-16,-2-2 5 0,3 2 1 0,2-2 1 16,-3 4 1-16,-2-6-1 0,0 1 3 15,3 2-4-15,-5-4 1 0,3 0-4 0,1 0 0 16,-1-1 4-16,1-3-6 0,0 0 5 0,1-3 1 0,-1 2-3 15,-2-4-2-15,0-1 3 0,1 0 4 0,-3-3-6 16,-7 6 0-16,9-14-1 0,-6 4 0 0,1 0 1 16,-4 0 6-16,-3-6-7 0,2 4 1 15,0-1-4-15,-3-4-5 0,-1-1 4 0,1 2 5 16,-1 2-2-16,-2 5 0 0,1-1 10 0,2 1 2 16,4 9 5-16,-6-8-6 0,6 8 0 0,0 0-4 0,-7-5-1 15,7 5 0-15,0 0-1 0,0 0 7 0,-14 32-4 16,8-13 0-16,1-2 2 0,1 9-6 15,1-2 1-15,1-4 1 0,3 6-1 0,-1-2 1 16,3 1-15-16,-2-6-23 0,3-2-13 0,2 0-17 16,1 0-47-16,0-3-27 0,1 2-39 0,-3-5-150 15,0-1-347-15,-1-2 154 0</inkml:trace>
  <inkml:trace contextRef="#ctx0" brushRef="#br0" timeOffset="-204158.37">20665 14864 23 0,'0'0'54'0,"0"0"-13"15,-3 9-8-15,3-9-14 0,0 0-12 0,-8 6 2 16,8-6 0-16,0 0 7 0,0 0 3 0,0 0 7 15,0 0 11-15,0 0-1 0,-16-11 8 0,16 11-1 16,-4-6 5-16,4 6 20 0,-3-7-3 0,3 7 1 16,0 0 5-16,0 0 8 0,2-11-9 0,-2 11 3 15,0 0-7-15,0 0 1 0,1-10-3 0,-1 10-1 16,0 0 2-16,2-8-11 0,-2 8 8 0,0 0-12 16,4-9 3-16,-4 9-5 0,5-6-3 0,-2 0-4 15,2 2 0-15,-3-3-5 0,4-1 3 16,-1-2 1-16,0 1-2 0,1-4-7 0,2-4 0 0,-2 0-1 15,3-7 4-15,3 1-6 0,-3-5 0 0,1 1-3 16,-1 0-2-16,2 2 0 0,-4 7 4 0,-2 0-4 16,1 0 2-16,-1 3 1 0,-3 3 1 0,0-2 0 15,-1 6-2-15,-1-1-9 0,0 9 7 0,-3-14-5 16,-2 10-2-16,5 4-7 0,-9-6 4 0,1 4-1 16,-1 1-2-16,-4 2-1 0,0 1 0 0,1 2-2 15,-1-2 0-15,1 1-2 0,0 2 1 0,1 1-3 16,1-2-1-16,3 0-2 0,0 0 1 0,1 0 1 15,1-1-3-15,5-3 0 0,-9 6-1 0,9-6 1 16,-5 4 1-16,5-4-2 0,-3 7 1 0,3-7 1 16,0 0-3-16,0 0 3 0,0 0 0 0,-3 8-7 15,3-8 7-15,0 0-4 0,0 0 1 0,0 0 0 16,0 0-1-16,0 0 3 0,0 0 4 0,0 8-3 16,0-8-4-16,0 0 2 0,0 0 2 15,7 7 0-15,-7-7 0 0,4 4 0 0,-4-4 0 16,0 0 1-16,6 5-2 0,-6-5 3 0,4 5-2 0,-4-5-1 15,0 0 0-15,0 0 4 0,0 0-5 0,2 5 4 16,-2-5-2-16,0 0 3 0,0 0-6 0,0 0 3 16,0 0-2-16,0 0-1 0,2 6 1 0,-2-6 1 15,0 0 2-15,0 10-2 0,0-10 3 0,0 0-2 16,-4 10-1-16,4-10 3 0,-1 8-1 0,1-8-4 16,0 9 3-16,0-9-1 0,0 10 4 0,0-10-6 15,0 13 3-15,1-5-2 0,-1-1 0 0,2-1 0 16,0 1 3-16,0-1 1 0,1 0 1 0,1 5-4 15,0-2 1-15,-2-4-1 0,1 2 2 0,3 2 1 16,-2-4 2-16,1-2-4 0,-1 3 3 16,0-1-6-16,2-1 2 0,0 0 2 0,-1-1 2 0,1 0-3 15,-6-3 2-15,13 3-1 0,-2-3 2 0,-1 0 0 16,0 0-1-16,4-3-4 0,-2-1 1 0,7-2-3 16,-2-1-6-16,2-2 2 0,-1 2-1 0,0-5 3 15,5-4-1-15,0 2 3 0,-8 2-4 16,5-7 5-16,-5 4 0 0,2-4-2 0,-4 8-3 15,-1-5 4-15,-2-1 1 0,-1 2 3 0,0 0-1 0,-4 0-6 16,-1-1 2-16,-3 0 0 0,0 4-2 0,-5-4 2 16,2 5-1-16,-1-2 0 0,-4 4 2 0,0-1-2 15,0 3 5-15,-1 0-3 0,-3 2-1 0,2-1-1 16,-1 2 0-16,3 1 5 0,1 0 0 0,6 3-1 16,-11-1 1-16,11 1-1 0,-11-1-1 0,11 1 2 15,0 0 3-15,-14 1-6 0,14-1 0 16,0 0-4-16,-7 4 3 0,7-4-2 0,0 0 3 0,0 0 2 15,0 0-1-15,0 0 2 0,17 10 4 0,-4-7-3 16,-4-1-2-16,8-2 1 0,-4 1 1 0,0-1-3 16,-3 3 3-16,1-2-2 0,-1 4-2 0,-3-5 1 15,1 4 4-15,-1-1-1 0,3 3 1 0,-3 3 3 16,0-2 8-16,-3 4-1 0,-2-1-4 0,1 1 4 16,-1 6-1-16,-2-2-1 0,2 0-1 0,-2 1-1 15,0-5 0-15,1 4 1 0,-1-3-5 0,4 0 3 16,-1 4-3-16,-1-6 3 0,2 0-5 0,1-4 5 15,0 0-1-15,-5-6 2 0,19 4-1 0,-9-4 0 16,4-2 1-16,3-2 2 0,-1-3-3 0,0 1 0 16,-1-4 0-16,1 2-1 0,-2-2 1 0,-2-1 2 15,0-2-2-15,1-2 0 0,-3 0-3 0,1 0 1 16,-4 1-3-16,-3-4 4 0,-1 5-3 16,0-2-2-16,-2 0 2 0,1 4 0 0,-2 0 0 0,-2 2-1 15,1 0 1-15,1 9-4 0,-3-10 2 0,3 10 1 16,-3-7-7-16,3 7 4 0,0 0 1 0,0 0-4 15,0 0 3-15,-18 22-1 0,13-11 1 0,1 0 2 16,1 5-1-16,-1 0-4 0,-1 0 3 16,4 1 0-16,-2-1 1 0,5 0-1 0,-1 0 1 0,0-1-2 15,2-2 6-15,-1 2-5 0,1-3 0 0,1 0 1 16,-3 1 1-16,2-1-1 0,-3 0-1 0,1 1 6 16,-1 0-5-16,-1 3 1 0,-2-5-12 15,-1 5-30-15,-1-1-40 0,0 2-47 0,-1-3-38 0,-2 2-158 16,2-5-353-16,0-3 156 0</inkml:trace>
  <inkml:trace contextRef="#ctx0" brushRef="#br0" timeOffset="-204004.53">21615 14591 44 0,'9'-6'209'0,"-3"1"-3"15,1 1-7-15,-2 0-19 0,-1-1-18 16,-4 5-13-16,5-8-15 0,-5 8-27 0,0 0-49 0,0 0-45 15,3-11-79-15,-3 11-67 0,0 0-78 0,0 0-228 16,-21-7 102-16</inkml:trace>
  <inkml:trace contextRef="#ctx0" brushRef="#br0" timeOffset="-13446.35">11557 5237 4 0,'0'0'35'0,"0"0"-5"0,0 0 2 0,0 0-5 16,0 0-1-16,0 0-6 0,0 0 0 0,0 0-1 15,0 0-1-15,0 0-5 0,0 0 2 0,0 0-6 16,0 0 4-16,0 0-2 0,0 0-2 0,0 0-2 16,0 0 1-16,0 0-4 0,0 0 3 0,0 0 5 15,0 0-9-15,0 0-1 0,0 0 1 0,0 0 4 16,0 0-2-16,0 0 0 0,0 0 2 0,0 0 2 16,0 0 2-16,0 0-3 0,0 0 2 0,0 0 0 15,0 0 4-15,0 0-5 0,0 0 5 0,0 0-3 16,0 0 1-16,0 0 1 0,0 0 1 0,0 0-4 15,0 0 0-15,5 3 0 0,-5-3-1 0,0 0-4 16,0 0-1-16,0 0 1 0,0 0-1 0,0 0-2 16,0 0 0-16,0 0 2 0,0 0 7 15,0 0-16-15,0 0 1 0,0 0 4 0,0 0-11 0,0 0-5 16,0 0-10-16,0 0-13 0,0 0-42 0,0 0-86 16,0 0 38-16</inkml:trace>
  <inkml:trace contextRef="#ctx0" brushRef="#br0" timeOffset="-12352.79">18420 5205 28 0,'0'0'36'0,"0"0"-9"15,0 0-1-15,0 0-7 0,0 0 1 0,0 0-6 16,0 0-4-16,0 0-7 0,0 0-3 0,6 4 1 16,-6-4-7-16,0 0-8 0,0 0-14 0,0 0-29 15,0 0 12-15</inkml:trace>
  <inkml:trace contextRef="#ctx0" brushRef="#br0" timeOffset="-10796.85">29834 5166 28 0,'0'0'84'0,"0"0"-11"0,0 0-7 0,0 0-5 16,0 0-30-16,0 0-20 0,0 0-24 0,0 0-19 15,0 0-20-15,0 0-56 0,0 0 25 0</inkml:trace>
  <inkml:trace contextRef="#ctx0" brushRef="#br0" timeOffset="-9388.08">6896 6470 10 0,'0'0'19'16,"0"0"-4"-16,0 0 1 0,3-6-4 0,-3 6 2 16,0 0-1-16,0 0 3 0,3-7-8 0,-3 7 9 15,0 0-4-15,0 0 0 0,0 0 0 0,0 0-4 16,0 0 2-16,0 0-2 0,0 0 0 0,0 0 6 15,0 0-5-15,0 0-2 0,0 0 4 0,0 0-1 16,0 0-3-16,0 0-2 0,0 0-1 0,0 0 5 16,0 0-5-16,0 0-3 0,0-7-2 0,0 7 5 15,0 0-7-15,0 0 3 0,0 0 2 0,0 0 2 16,0 0-3-16,0 0-4 0,0 0-6 0,0 0-7 16,0 0 3-16,0 0 3 0,0 0 2 0,0 0 1 15,0 0 3-15,0 0 1 0,0 0-3 0,0 0-2 16,0 0 1-16,0 0-3 0,0 0-2 0,0 0-6 15,0 0-17-15,0 0-38 0,0 0 17 0</inkml:trace>
  <inkml:trace contextRef="#ctx0" brushRef="#br0" timeOffset="-7512.67">17924 6109 36 0,'0'0'58'0,"0"0"-2"0,0 0-9 0,0 0-2 16,0 0-9-16,0 0-17 0,0 0 11 0,0 0-5 15,0 0-6-15,0 0 1 0,0 0-6 0,0 0-4 16,0 0-6-16,0 0-1 0,0 0 0 0,0 0-3 16,0 0 6-16,0 0 2 0,0 0 0 0,0 0-5 15,0 0 1-15,0 0 2 0,0 0-3 0,0 0-1 16,0 0 3-16,0 0 2 0,0 0-1 0,0 0-4 16,0 0 13-16,0 0-8 0,0 0 1 0,0 0-2 15,0 0-1-15,0 0 1 0,0 0 1 0,0 0 0 16,0 0-3-16,0 0-8 0,0 0 7 0,0 0-12 15,0 0 13-15,0 0-4 0,0 0 3 0,0 0-1 16,0 0-5-16,0 0 7 0,0 0-5 0,0 0 8 16,0 0-7-16,0 0 2 0,0 0 0 0,0 0 0 15,0 0 3-15,0 0-7 0,0 0 3 0,0 0 2 16,0 0-1-16,0 0-2 0,0 0 6 0,0 0 1 16,0 0-8-16,0 0 3 0,0 0 0 0,0 0 5 15,0 0-6-15,0 0-4 0,0 0-2 0,0 0-16 16,0 0-2-16,0 0-14 0,0 0-2 0,0 0-3 15,0 0 2-15,0 0-25 0,0 0-69 0,13 6 31 16</inkml:trace>
  <inkml:trace contextRef="#ctx0" brushRef="#br0" timeOffset="-6246.59">23043 6260 64 0,'0'0'52'0,"0"0"-2"0,0 0-3 0,0 0-6 16,0 0 0-16,0 0-5 0,0 0-2 0,0 0-6 0,0 0-2 16,0 0-5-16,0 0 0 0,0 0-1 15,0 0-7-15,0 0-1 0,0 0-5 0,0 0 8 16,0 0-6-16,0 0 3 0,0 0-3 0,0 0 5 15,0 0-6-15,0 0 2 0,0 0-4 0,0 0 0 0,0 0 3 16,0 0-4-16,0 0 6 0,0 0-8 0,0 0 6 16,0 0 3-16,0 0-5 0,0 0 2 15,0 0-4-15,0 0-2 0,0 0 3 0,0 0-6 16,0 0-2-16,0 0 2 0,0 0 5 0,0 0 3 16,0 0-7-16,0 0 1 0,0 0 1 0,0 0-8 0,0 0 7 15,0 0-1-15,0 0 7 0,0 0-5 0,0 0 2 16,0 0-5-16,0 0-10 0,0 0 13 0,0 0 5 15,0 0-2-15,0 0-10 0,0 0 5 0,0 0 3 16,0 0-6-16,0 0-3 0,0 0 5 0,0 0 2 16,0 0 1-16,0 0-7 0,0 0 2 0,0 0-1 15,0 0 3-15,0 0 3 0,0 0-6 0,0 0 11 16,0 0-5-16,0 0 3 0,0 0-2 0,0 0-5 16,0 0 0-16,0 0 4 0,0 0 2 0,0 0-7 15,0 0 3-15,0 0 10 0,0 0-2 0,0 0-3 16,0 0-2-16,0 0 3 0,0 0-5 0,0 0-1 15,0 0 9-15,0 0-12 0,0 0 8 0,0 0-10 16,0 0 10-16,0 0-4 0,0 0 8 0,0 0-10 16,0 0 1-16,0 0-2 0,0 0 1 0,0 0-2 15,0 0-3-15,0 0 5 0,0 0 2 0,0 0-1 16,0 0-4-16,0 0 7 0,0 0-2 0,0 0-4 16,0 0-3-16,0 0 6 0,0 0-3 0,0 0 1 15,0 0 6-15,0 0-5 0,0 0-2 0,0 0 2 16,0 0 0-16,0 0 0 0,0 0 4 0,0 0-2 15,6 1-8-15,-6-1 12 0,0 0-2 0,0 0-8 16,0 0 5-16,0 0-2 0,0 0 1 0,0 0 0 16,0 0 4-16,0 0-6 0,0 0 4 0,0 0 5 15,0 0-7-15,0 0-3 0,0 0 5 0,0 0-1 0,0 0 2 16,0 0 6-16,0 0-4 0,0 0 4 0,0 0-3 16,0 0-1-16,0 0 3 0,0 0 2 15,0 0-4-15,0 0 1 0,0 0 4 0,0 0-5 16,0 0 1-16,0 0-6 0,0 0 4 0,0 0-4 0,0 0-5 15,0 0-7-15,0 0-8 0,0 0-23 0,0 0-12 16,0 0-77-16,0 0-141 0,0 0 62 16</inkml:trace>
  <inkml:trace contextRef="#ctx0" brushRef="#br0" timeOffset="-2319.36">12443 7538 8 0,'0'0'33'0,"0"0"2"0,0 0-1 0,0 0-4 15,0 0-10-15,5 4 9 0,-5-4-5 0,0 0-5 16,0 0-2-16,0 0-3 0,0 0 1 0,0 0-3 16,0 0-1-16,0 0 5 0,0 0-4 0,0 0-3 15,2 8 4-15,-2-8 0 0,0 0 0 0,0 0-2 16,0 0-5-16,0 0 4 0,0 0-3 0,0 0 3 15,0 0-4-15,0 0 6 0,0 0-4 0,0 0-2 16,0 0 0-16,0 0 5 0,0 0-5 0,0 0 2 16,0 0 0-16,0 0-4 0,0 0 8 0,2 5-5 15,-2-5-2-15,0 0 3 0,0 0-4 0,0 0-1 16,0 0 3-16,0 0-1 0,0 0 6 0,0 0-4 16,0 0 0-16,0 0 2 0,0 0 3 0,0 0-2 15,0 0 0-15,0 0 4 0,0 0-5 0,0 0 7 0,0 0-6 16,0 0-2-16,0 0 14 0,0 0-13 0,0 0 3 15,0 0-1-15,0 0 1 0,0 0 1 0,0 0-4 16,0 0-1-16,0 0 7 0,0 0-5 16,0 0 1-16,0 0 0 0,0 0-4 0,0 0 10 0,0 0-4 15,0 0-4-15,0 0 0 0,0 0-1 0,0 0 3 16,0 0-2-16,0 0-4 0,0 0 7 0,0 0-1 16,0 0-11-16,0 0 14 0,0 0 2 15,0 0-3-15,0 0-6 0,0 0-4 0,0 0 9 16,0 0 2-16,0 0-8 0,0 0-2 0,0 0 0 0,0 0-5 15,0 0 2-15,0 0 2 0,0 0-2 16,0 0 1-16,0 0-1 0,0 0 10 0,0 0-4 0,0 0 5 16,0 0 6-16,0 0-10 0,0 0-10 0,0 0 17 15,0 0-4-15,0 0-5 0,0 0 8 0,0 0-3 16,0 0-5-16,0 0 0 0,0 0-1 0,0 0-7 16,0 0 7-16,0 0 3 0,0 0-7 0,0 0 6 15,0 0-4-15,0 0-14 0,0 0 6 0,0 0 10 16,0 0-7-16,0 0 9 0,0 0-1 0,0 0 1 15,0 0-7-15,0 0-2 0,0 0 1 0,0 0 5 16,0 0-11-16,0 0 9 0,0 0-2 0,0 0 3 16,0 0-13-16,0 0 1 0,0 0-5 0,0 0-9 15,0 0-11-15,0 0-1 0,0 0-15 0,0 0-9 16,10 0-12-16,-10 0-9 0,6 4-53 0,-6-4-143 16,0 0 64-16</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8T05:03:44.597"/>
    </inkml:context>
    <inkml:brush xml:id="br0">
      <inkml:brushProperty name="width" value="0.05292" units="cm"/>
      <inkml:brushProperty name="height" value="0.05292" units="cm"/>
      <inkml:brushProperty name="color" value="#FF0000"/>
    </inkml:brush>
  </inkml:definitions>
  <inkml:trace contextRef="#ctx0" brushRef="#br0">13026 10564 16 0,'0'0'57'0,"0"0"-6"0,0 0-7 0,0 0-11 16,0 0-13-16,0 0-16 0,18-9-42 0,-18 9-41 15,6 3 19-15</inkml:trace>
  <inkml:trace contextRef="#ctx0" brushRef="#br0" timeOffset="388.41">14642 10516 29 0,'0'0'51'0,"0"0"-7"0,0 0-5 0,0 0-14 15,0 0-12-15,0 0-29 0,0 0-16 0,0 0-32 16,10 0 14-16</inkml:trace>
  <inkml:trace contextRef="#ctx0" brushRef="#br0" timeOffset="142199.75">12638 10604 18 0,'-2'-7'49'16,"2"7"-9"-16,0 0 2 0,0 0-8 0,0 0-6 16,0 0-17-16,14-4-26 0,-14 4-20 0,20 4-37 15,-6-2 17-15</inkml:trace>
  <inkml:trace contextRef="#ctx0" brushRef="#br0" timeOffset="143949.26">24125 9672 58 0,'0'0'54'0,"0"0"-3"0,0 0-5 15,0 0-2-15,0 0-13 0,0 0-2 0,0 0-1 16,0 0-1-16,0 0-3 0,0 0-2 0,0 0-1 16,0 0-3-16,0 0-1 0,0 0-5 0,0 0 3 15,0 0-4-15,0 0 0 0,0 0-2 0,14-8 11 16,-14 8-10-16,0 0-4 0,0 0 0 0,6-4 4 16,-6 4-3-16,0 0-3 0,5-3-2 0,-5 3 3 15,0 0 1-15,0 0-2 0,0 0-1 0,0 0 5 16,0 0 1-16,0 0-3 0,0 0 3 0,0 0-2 15,0 0-4-15,0 0 4 0,6-4-2 0,-6 4-1 16,0 0-6-16,0 0-4 0,0 0-11 0,0 0-4 16,0 0-11-16,0 0-16 0,0 0-43 0,0 0-98 15,0 0 43-15</inkml:trace>
  <inkml:trace contextRef="#ctx0" brushRef="#br0" timeOffset="148509.78">25906 9960 3 0,'-15'-3'73'0,"-4"-2"3"0,7 0-8 0,-1 3 5 16,0-2-17-16,0-1 3 0,1 2 0 0,2-1-4 15,-4 1-4-15,3 3-12 0,2-3 4 0,-2 1 2 16,4 0-13-16,7 2-11 0,-15-2 6 0,15 2 2 15,-12-1 5-15,12 1 5 0,-9 0-9 0,9 0 6 16,0 0-3-16,-9-3 2 0,9 3-4 0,0 0 5 16,0 0-1-16,-7-2 1 0,7 2-5 0,0 0 1 15,0 0-3-15,0 0-5 0,0 0-7 0,0 0 0 16,0 0 1-16,0 0-1 0,25 3-1 0,-3-6 5 0,10 6 2 16,6-6-3-16,18 1 0 0,5-2 2 0,31 0-4 15,-27 2 4-15,38 0 1 0,3-5 1 16,3 0-3-16,6-2 1 0,5 4-5 0,-4-1 6 15,2 4-8-15,2-4 0 0,5-5-1 0,4 4 0 16,2-1 3-16,-1 2-4 0,7 2-4 0,-4-5 6 16,1 3 6-16,4 3-1 0,0-1-2 0,1-1-6 15,-6 3 6-15,-8 1 0 0,1 1 1 0,-8-2-2 0,-4 2-3 16,-9 3-13-16,-5-1 10 0,-8-2-1 0,-31 0 1 16,-1 2-1-16,0-4 3 0,-6 1-6 0,-14 2 1 15,-7-2 3-15,-3 1 0 0,1-1 2 0,-9 0 2 16,-4-1 8-16,-6 0 8 0,2 2 0 0,-3-1 11 15,-2-1 0-15,-3 1 10 0,-6 1-2 0,10-4 0 16,-10 4-5-16,8-6 4 0,-4 2-8 0,-4 4-3 16,1-11-7-16,-1 11-4 0,-1-10 2 15,1 10-2-15,-3-7-1 0,3 7-5 0,0 0-3 0,0-10-1 16,0 10-8-16,0 0-22 0,0 0-20 0,0 0-33 16,0-11-36-16,0 11-34 0,0 0-13 0,0 0-6 15,0 0-33-15,-20 14-125 0,4-5-340 16,-9 1 151-16</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08:05.499"/>
    </inkml:context>
    <inkml:brush xml:id="br0">
      <inkml:brushProperty name="width" value="0.05292" units="cm"/>
      <inkml:brushProperty name="height" value="0.05292" units="cm"/>
      <inkml:brushProperty name="color" value="#FF0000"/>
    </inkml:brush>
  </inkml:definitions>
  <inkml:trace contextRef="#ctx0" brushRef="#br0">4999 6227 1 0,'0'0'72'0,"-4"-8"-1"0,4 8-5 16,0 0-8-16,0 0 6 0,0 0-8 16,-2-7-2-16,2 7 5 0,0 0-5 0,0 0-7 0,0 0 4 15,-3-6-9-15,3 6 3 0,0 0-12 0,0 0 4 16,0 0-14-16,0 0 1 0,0 0 5 0,0 0-12 16,0 0 6-16,0 0-4 0,0 0-10 0,0 0 0 15,0 0 7-15,0 0-1 0,0 0-7 16,-4-5-4-16,4 5-1 0,0 0-3 0,0 0 4 0,0 0 2 15,0 0-17-15,0 0 5 0,0 0 0 0,0 0 3 16,0 0-4-16,0 0-6 0,0 0 11 16,0 0 6-16,0 0-12 0,0 0 0 0,0 0 4 0,16 11-2 15,-16-11 1-15,8 5 0 0,-2-1-3 0,0-1 7 16,-1 0-4-16,7 2-3 0,-5 1-1 0,4-1 1 16,-1 0 3-16,1 1-1 0,2 0-1 0,4 1-3 15,-2 0 6-15,3 0-8 0,1-2 6 0,-1 1-3 16,2 1-1-16,0-1 2 0,8 0 4 0,-8 1-5 15,8-4-3-15,0 0 5 0,0-2-10 0,1 2 7 16,0-2-7-16,2 1 2 0,-1-4-5 0,2 4 8 16,1-5 3-16,1 0-1 0,-2 2-4 0,0-3 1 15,3 2-5-15,0 2-1 0,1 0 5 0,1-3-5 16,-2 3-2-16,3-4 1 0,0 4-4 0,-1-3 6 16,4 1-11-16,11-2-1 0,-13 2-2 0,0 1 0 15,0 1-3-15,0-2 5 0,1 1-23 0,-3-2-56 16,0 1 25-16</inkml:trace>
  <inkml:trace contextRef="#ctx0" brushRef="#br0" timeOffset="554.57">7402 6383 24 0,'14'-1'40'0,"-7"-1"-3"0,5 1-3 15,1 0-7-15,3 0-3 0,2 2 0 0,1-2 0 16,2-1-5-16,2 2-2 0,6 0-1 0,1-2 3 15,-1 2-14-15,4 0 8 0,-1-1 2 16,3 1-2-16,2 0-4 0,2-2-7 0,11 2 5 0,1 0 1 16,2 0-3-16,-3 0-6 0,5 0 8 0,-2 2 1 15,0-4-2-15,4 2-5 0,1 0 4 0,-1 2 5 16,1-2-9-16,-3 0 7 0,-4 0-8 0,1 0 0 16,0 1 1-16,-16 0-2 0,-1 0 0 0,1-1 6 15,-4 4-3-15,-2-3-2 0,-2 1 0 0,-1 1 0 16,-8-1 4-16,-3 0 1 0,-2 0-5 0,-3-1 0 15,1 0 4-15,-3 2-7 0,-2-3-1 0,-7 0 1 16,12 3 0-16,-12-3 2 0,8 3-2 0,-8-3-4 16,8 3-4-16,-8-3-5 0,0 0-19 0,6 3-25 15,-6-3-65-15,0 0 28 0</inkml:trace>
  <inkml:trace contextRef="#ctx0" brushRef="#br0" timeOffset="1287.62">12676 6347 5 0,'-4'-5'63'0,"4"5"-2"0,0 0 0 15,0 0-9-15,0 0 3 0,0-11 5 0,0 11 5 16,0 0-3-16,0 0-15 0,0 0 1 0,0-9 4 15,0 9-8-15,0 0-6 0,0 0-1 0,0 0-6 16,0 0-4-16,0 0-5 0,0 0-3 0,0 0 2 16,0 0 2-16,10-4-9 0,-10 4-3 0,17-3 8 15,0 1-5-15,3 0 1 0,8-1-10 0,5 1 7 16,5 1-4-16,0 1 6 0,16-3-6 0,2 3-5 16,0 0-13-16,6-1 12 0,1 2 1 0,5-1 3 15,24 3-8-15,1-2 5 0,-28-1-9 0,31 4 2 16,-8 0 6-16,-23-3-8 0,27 3 5 0,-31-2-8 15,2 2 6-15,-1-4-2 0,-5 3-2 0,1 1-1 0,3 2 2 16,0-3 1-16,-1 0 7 0,-2-2-4 16,2 1-9-16,-2 0 5 0,-1-2 8 0,1 2-4 15,-6-3-6-15,-12 0 8 0,-3-2 2 0,-1 1 5 16,-3 1-5-16,-4 0-18 0,-7 0 14 0,-1-2 6 16,-5 1-2-16,-2 1 1 0,-4 1-3 0,-1-1 10 0,-9 1 4 15,14-2-1-15,-14 2 5 0,9-1-11 16,-9 1 13-16,9-2-14 0,-9 2-1 0,5-4 1 15,-5 4-1-15,0 0 1 0,0 0-10 0,6-4-12 16,-6 4-6-16,0 0-24 0,0 0-11 0,0 0-94 16,0 0-163-16,0 0 73 0</inkml:trace>
  <inkml:trace contextRef="#ctx0" brushRef="#br0" timeOffset="1908.64">18013 6457 23 0,'-6'-3'61'0,"6"3"-10"0,0 0-4 0,0 0-3 16,0 0 2-16,0 0-7 0,0 0-1 16,0 0-2-16,0 0-9 0,0 0 0 0,0 0-6 15,0 0 3-15,13-12-7 0,-5 10 1 0,5 0 0 0,-2 1-10 16,8-1 8-16,1-4-5 0,1 4 2 0,9-4-4 16,-1 3 1-16,2 1-9 0,1-2 7 0,0 0 2 15,4-2 4-15,-1 4 7 0,5-1-8 16,10-3-13-16,3 4 10 0,1-2 3 0,4-1-1 0,3-1 10 15,1 5-8-15,2-4-2 0,2 1 2 0,27 1-3 16,-30 1 3-16,27 0-2 0,-27 2-1 0,1-3 4 16,30 2-5-16,-28-2 1 0,24-2-3 0,-24 2 3 15,0 1-5-15,26-7 0 0,-29 9 4 16,-1-2-5-16,-2 0 0 0,-1 2-4 0,-4-3 8 0,-3-1-3 16,-16 4-13-16,-3-1 7 0,-1 1 9 0,-9 0-4 15,-5 0-4-15,0 0 4 0,-6-1-7 0,-1 1 5 16,-4 0 1-16,-7 0 1 0,10 0-4 0,-10 0-2 15,9-3 8-15,-9 3-12 0,0 0-9 0,0 0-15 16,0 0-5-16,0 0-25 0,0 0-76 0,0 0-146 16,0 0 65-16</inkml:trace>
  <inkml:trace contextRef="#ctx0" brushRef="#br0" timeOffset="2233.83">21624 6457 28 0,'0'0'152'0,"0"0"-13"16,6-3 1-16,-6 3-6 0,0 0-7 0,0 0-3 0,6-4-12 15,-6 4-13-15,5-4-13 0,-5 4-13 0,10 1-3 16,0-1-6-16,4 2-10 0,6-1-6 16,9 3-3-16,4-1-4 0,3 4-9 0,-2-1 1 15,15 3-1-15,-8-6-8 0,-3 2-6 0,15 1-13 0,-14 0-10 16,0-3-30-16,14 1-17 0,-13 0-5 0,11-2-17 16,-14-1-8-16,0 3-22 0,0-4-21 0,0 2-66 15,-1-3-208-15,-4-2 93 0</inkml:trace>
  <inkml:trace contextRef="#ctx0" brushRef="#br0" timeOffset="2400">22916 6496 22 0,'11'1'120'16,"1"-1"-18"-16,1 0-11 0,1 2-8 0,4-2-21 15,1 0-34-15,0 0-12 0,2 0-29 0,1 0-73 16,6-3-92-16,2 0 41 0</inkml:trace>
  <inkml:trace contextRef="#ctx0" brushRef="#br0" timeOffset="17113.34">12641 10439 42 0,'0'0'33'0,"0"0"-8"0,0 0-2 15,0 0-13-15,-5 5-9 0,5-5-24 0,0 0-24 16,-2 8 11-16</inkml:trace>
  <inkml:trace contextRef="#ctx0" brushRef="#br0" timeOffset="21342.78">12446 10853 5 0,'0'0'49'0,"0"0"-24"16,0 0-32-16,0 0-5 0,0 0-13 0,0 0 5 15</inkml:trace>
  <inkml:trace contextRef="#ctx0" brushRef="#br0" timeOffset="22015.38">15143 10619 6 0,'0'0'46'0,"0"0"0"0,0 0-6 0,0 0-7 0,0 0-2 15,0 0 0-15,0 0-10 0,0 0 6 0,0 0-9 16,0 0-7-16,0 0 7 0,0 0-6 16,0 0 11-16,0 0-7 0,0 0-1 0,0 0-12 15,0 0 8-15,0 0 0 0,0 0 0 0,0 0-7 0,0 0 6 16,0 0-7-16,0 0 4 0,0 0 2 0,5-4-2 16,-5 4 4-16,0 0-3 0,0 0-3 15,0 0 2-15,0 0-2 0,0 0 2 0,0 0-12 0,0 0 1 16,0 0-12-16,0 0-9 0,0 0-5 0,0 0 1 15,0 0-5-15,0 0-28 0,0 0-67 0,0 0 29 16</inkml:trace>
  <inkml:trace contextRef="#ctx0" brushRef="#br0" timeOffset="23912.16">13281 10620 14 0,'12'9'19'0,"-8"-5"-9"0,-4-4-10 0,2 9-8 16,-1-2-8-16,-1-7 4 0</inkml:trace>
  <inkml:trace contextRef="#ctx0" brushRef="#br0" timeOffset="27725.87">15702 10279 15 0,'0'0'62'0,"0"0"-18"0,0 0 0 0,0 0 2 15,0 0-12-15,0 0-2 0,0 0 0 0,0 0 0 16,0 0-8-16,0 0 6 0,0 0-5 0,0 0-8 16,0 0 1-16,0 0 3 0,0 0 1 0,0 0 1 0,0 0 1 15,0 0 1-15,0 0-8 0,0 0 7 0,0 0 0 16,0 0-2-16,0 0-7 0,0 0 16 16,0 0-10-16,0 0 5 0,0 0-6 0,0 0-2 15,0 0 1-15,0 0-5 0,0 0 1 0,0 0-4 0,0 0 5 16,0 0-6-16,0 0-5 0,0 0 6 0,0 0 3 15,0 0-7-15,0 0 0 0,0 0-3 16,0 0 12-16,0 0-4 0,0 0-10 0,0 0-2 16,0 0 2-16,0 0 2 0,0 0-3 0,0 0 1 0,0 0 2 15,-3-25 0-15,3 25 1 0,0 0-1 0,0 0 0 16,0 0-8-16,0 0 0 0,0 0-13 0,0 0-6 16,0 0-13-16,0 0-28 0,0 0-6 15,0 0-58-15,0 0-138 0,0 0 62 0</inkml:trace>
  <inkml:trace contextRef="#ctx0" brushRef="#br0" timeOffset="28436.77">18997 10154 35 0,'0'0'86'16,"0"0"-13"-16,0 0-3 0,0 0-15 0,0 0 3 15,0 0-13-15,0 0 0 0,0 0-11 0,0 0 2 16,0 0 1-16,0 0-12 0,0 0-1 0,0 0-4 16,0 0-12-16,0 0-13 0,0 0-16 0,0 0-17 15,0 0-61-15,0 0-105 0,0 0 47 0</inkml:trace>
  <inkml:trace contextRef="#ctx0" brushRef="#br0" timeOffset="29138.64">20348 10012 19 0,'0'0'99'0,"0"0"1"16,0 0-1-16,0 0-8 0,0 0-2 15,0 0-9-15,0 0-1 0,0 0-8 0,0 0-3 16,0 0-12-16,0 0 0 0,0 0-7 0,0 0-3 0,0 0 7 16,10-2-19-16,-10 2 11 0,0 0-12 0,0 0 2 15,0 0-4-15,0 0 0 0,0 0-2 0,0 0-2 16,0 0-6-16,0 0-1 0,0 0-7 0,0 0 1 15,0 0 0-15,0 0-8 0,0 0 4 0,0 0 0 16,0 0-2-16,0 0 0 0,0 0-2 0,0 0 4 16,0 0-3-16,0 0 0 0,0 0-8 0,0 0 7 15,0 0-11-15,0 0 14 0,0 0-13 0,0 0 6 16,0 0 1-16,0 0-3 0,0 0 3 0,0 0 3 16,0 0-10-16,0 0 2 0,0 0 3 0,0 0-1 0,0 0 4 15,0 0-1-15,0 0-1 0,0 0-4 16,0 0 7-16,0 0-8 0,0 0 3 0,0 0-1 15,0 0 1-15,0 0 6 0,0 0-8 0,0 0 0 16,0 0 4-16,0 0 4 0,0 0-6 0,0 0 1 16,0 0-4-16,0 0 8 0,0 0-9 0,0 0 5 15,0 0 5-15,0 0-5 0,0 0 2 0,0 0-5 0,6-6 6 16,-6 6-12-16,0 0 4 0,0 0 7 0,0 0-8 16,0 0 6-16,0 0-9 0,0 0 9 0,0 0 2 15,0 0-5-15,0 0-11 0,0 0-2 0,0 0-8 16,0 0-1-16,0 0-10 0,0 0-8 0,0 0-23 15,0 0-22-15,0 0-113 0,-5 18-215 0,5-18 95 16</inkml:trace>
  <inkml:trace contextRef="#ctx0" brushRef="#br0" timeOffset="29663.98">22610 9933 118 0,'0'0'141'0,"0"0"-6"0,0 0-6 0,0 0-6 0,0 0-1 16,0 0 8-16,0 0-6 0,0 0-14 0,0 0-4 15,0 0-10-15,0 0-12 0,0 0-8 0,0 0-8 16,0 0-5-16,0 0-5 0,0 0-4 0,0 0-10 0,0 0-5 15,0 0-9-15,0 0-13 0,0 0-15 0,0 0-22 16,0 0-25-16,0 0-36 0,0 0-40 16,0 0-146-16,0 0-290 0,0 0 128 0</inkml:trace>
  <inkml:trace contextRef="#ctx0" brushRef="#br0" timeOffset="31816.55">23422 9887 28 0,'0'0'119'0,"0"0"-7"16,0 0 0-16,0 0-13 0,0 0-8 0,0 0-8 15,0 0-7-15,0 0-2 0,0 0-15 0,0 0-3 16,0 0-1-16,0 0 5 0,0 0-17 0,0 0 1 16,0 0 4-16,0 0-12 0,0 0 2 0,0 0-6 15,0 0 3-15,-14 4-7 0,14-4-2 0,0 0-9 16,0 0 1-16,0 0 0 0,0 0-5 0,0 0-3 15,0 0 5-15,0 0 0 0,0 0-6 0,0 0-3 16,0 0 5-16,0 0-5 0,0 0 0 0,0 0-6 16,0 0 10-16,0 0-2 0,0 0 0 0,0 0-6 0,0 0 0 15,0 0-2-15,0 0 2 0,0 0 3 16,0 0-6-16,0 0 2 0,0 0 0 0,0 0-2 16,0 0 3-16,0 0-5 0,0 0 3 0,0 0 2 0,0 0-1 15,0 0-1-15,0 0 5 0,0 0-4 0,0 0-1 16,0 0-2-16,0 0 4 0,0 0-17 0,0 0 16 15,0 0-2-15,0 0 5 0,0 0-10 0,0 0 12 16,0 0-3-16,0 0 1 0,0 0-4 0,0 0 1 16,0 0 2-16,0 0-1 0,0 0-1 0,0 0 5 15,0 0-5-15,0 0-1 0,0 0-10 0,0 0 9 16,0 0 4-16,0 0-12 0,0 0-3 0,0 0 7 16,0 0-6-16,0 0 2 0,0 0 1 0,0 0 0 15,0 0-4-15,0 0 2 0,0 0-8 0,0 0 2 16,0 0 3-16,0 0-5 0,0 0-18 0,0 0 20 15,0 0-6-15,0 0-5 0,0 0-7 0,0 0 3 16,0 0-1-16,0 0 7 0,0 0-1 0,0 0-4 16,0 0 2-16,0 0-7 0,-2 8 2 0,2-8-6 15,0 0-9-15,0 0-5 0,-7 5-12 0,7-5-71 0,0 0-148 16,-7 3 66-16</inkml:trace>
  <inkml:trace contextRef="#ctx0" brushRef="#br0" timeOffset="34042.75">16235 11827 13 0,'0'0'82'0,"0"0"-11"0,0 0-7 15,0 0-11-15,0 0 2 0,0 0-7 0,0 0-12 16,0 0 0-16,0 0-1 0,0 0-13 0,0 0 0 15,0 0-8-15,0 0-2 0,0 0-6 0,0 0-16 16,0 0-10-16,0 0-13 0,0 0-7 0,0 0-38 16,0 0-84-16,0 0 37 0</inkml:trace>
  <inkml:trace contextRef="#ctx0" brushRef="#br0" timeOffset="36616.65">14740 11848 54 0,'0'0'42'0,"0"0"-20"0,0 0-16 0,0 0-27 16,0 0-23-16,0 0 10 0</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03:09.733"/>
    </inkml:context>
    <inkml:brush xml:id="br0">
      <inkml:brushProperty name="width" value="0.05292" units="cm"/>
      <inkml:brushProperty name="height" value="0.05292" units="cm"/>
      <inkml:brushProperty name="color" value="#FF0000"/>
    </inkml:brush>
  </inkml:definitions>
  <inkml:trace contextRef="#ctx0" brushRef="#br0">16531 9905 18 0,'0'0'16'0,"0"0"0"16,0 0 1-16,0 0-7 0,0 0 0 0,-10-2-2 15,10 2-5-15,0 0 1 0,0 0 3 0,-10 1-2 16,10-1 2-16,0 0 0 0,-8 5-3 0,8-5 1 15,0 0-2-15,-5 4-5 0,5-4 3 0,0 0 0 16,0 0-1-16,-4 4 3 0,4-4-1 0,0 0-4 16,0 0 5-16,0 0-2 0,0 0 1 0,0 0 1 15,0 0 0-15,-3 7-4 0,3-7 0 0,0 0 5 16,0 0-4-16,0 0 1 0,0 0-2 0,0 0 0 16,0 9 0-16,0-9 0 0,0 0-1 0,0 0 4 15,0 0 2-15,0 0-3 0,0 0 2 0,0 0-2 16,0 0 0-16,0 0-1 0,0 0 2 0,0 0 0 15,0 0 5-15,0 0 3 0,0 0-7 0,0 0 1 16,0 0 0-16,0 0-3 0,0 0 1 0,0 0 2 16,0 0 3-16,0 0-4 0,0 0 4 0,0 0-3 15,0 0 0-15,0 0-3 0,0 0 5 0,0 0-4 16,0 0 3-16,0 0-4 0,0 0-3 0,0 0 0 16,0 0 0-16,0 0-2 0,0 0-1 0,0 0-10 15,0 0 3-15,0 0-7 0,0 0 2 0,0 0 4 16,0 0-13-16,0 0-27 0,0 0 12 0</inkml:trace>
  <inkml:trace contextRef="#ctx0" brushRef="#br0" timeOffset="1978.03">14882 10854 35 0,'0'0'46'0,"0"0"-1"0,3-4-5 0,-3 4-8 0,0 0 3 16,0 0-8-16,0 0-2 0,0 0 1 15,0 0-8-15,0 0 1 0,0 0-1 0,0 0-4 0,0 0 3 16,0 0-1-16,0 0 0 0,0 0-8 0,0 0 5 16,0 0-2-16,0 0-5 0,0 0 5 0,0 0-16 15,4-5 15-15,-4 5-14 0,0 0 12 0,0 0 4 16,0 0-5-16,0 0-7 0,0 0-10 0,0 0-9 16,0 0-13-16,0 0-43 0,0 0-80 0,0 0 36 15</inkml:trace>
  <inkml:trace contextRef="#ctx0" brushRef="#br0" timeOffset="26515.56">19361 14886 16 0,'0'0'23'0,"0"0"-5"0,0 0 5 0,0 0-6 0,0 0-5 15,0 0 0-15,0 0-5 0,0 0-6 0,0 0 0 16,0 0 1-16,0 0-2 0,0 0 0 15,0 0-3-15,0 0 3 0,0 0-4 0,0 0 8 16,0 0-4-16,0 0 2 0,0 0-1 0,0 0-1 16,0 0 3-16,0 0-2 0,0 0 4 0,0 0 0 0,0 0 0 15,0 0 1-15,0 0 2 0,0 0-5 0,0 0-2 16,0 0 1-16,0 0 1 0,0 0 0 16,0 0-3-16,0 0 3 0,0 0-3 0,0 0 0 15,0 0 3-15,0 0-3 0,0 0 0 0,13-17-6 16,-13 17 12-16,0 0 0 0,0 0-4 0,0 0 7 0,0 0 1 15,0 0-3-15,4-3 2 0,-4 3 6 16,0 0-1-16,0 0-8 0,0 0-4 0,0 0 7 16,0 0-8-16,0 0 5 0,5-4-7 0,-5 4 1 0,0 0 5 15,0 0-6-15,0 0 3 0,0 0 1 16,0 0 1-16,0 0-7 0,0 0 7 0,0 0-4 16,0 0 6-16,0 0-8 0,0 0 0 0,0 0-2 15,0 0 2-15,0 0-7 0,0 0 6 0,0 0 0 16,0 0-3-16,0 0 6 0,0 0-3 0,0 0 2 15,2 14 1-15,-2-14-2 0,0 0 2 0,0 0 3 16,0 0-2-16,0 0 1 0,0 0-8 0,5 4 4 16,-5-4-1-16,0 0 0 0,0 0 4 0,0 0-2 0,3 9 6 15,-3-9-6-15,0 0 5 0,0 0-9 16,0 0 7-16,5 5-7 0,-5-5 5 0,0 0-3 16,0 0 4-16,0 0 1 0,0 0 1 0,3 4-3 15,-3-4 1-15,0 0 6 0,0 0-3 0,0 0-2 16,0 0 1-16,0 0-5 0,0 0 5 0,0 0 1 0,0 0-1 15,0 0-1-15,0 0 0 0,0 0-6 0,0 0 7 16,0 0 1-16,0 0-2 0,0 0 4 16,0 0-7-16,0 0-1 0,0 0 2 0,0 0 4 15,0 0 3-15,0 0 6 0,0 0-1 0,0 0-1 16,0 0-3-16,0 0-2 0,0 0 6 0,0 0-2 0,0 0 5 16,0 0-9-16,0 0-1 0,0 0 3 0,0 0-3 15,0 0-5-15,0 0 0 0,0 0 1 16,0 0-1-16,0 0 6 0,0 0-4 0,0 0-2 15,0 0 1-15,0 0-1 0,0 0 0 0,0 0 2 16,0 0-2-16,0 0 2 0,0 0 0 0,0 0 0 0,0 0 1 16,0 0 1-16,0 0 0 0,0 0 4 0,0 0 8 15,0 0-9-15,0 0 2 0,0 0-4 0,0 0 3 16,0 0 5-16,0 0-14 0,0 0-4 0,0 0 10 16,0 0-2-16,0 0 1 0,0 0-1 15,0 0-7-15,0 0 1 0,0 0 0 0,0 0-5 16,0 0-5-16,0 0-7 0,0 0-5 0,0 0-9 0,0 0-35 15,0 0-73-15,0 0 32 0</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09:11.886"/>
    </inkml:context>
    <inkml:brush xml:id="br0">
      <inkml:brushProperty name="width" value="0.05292" units="cm"/>
      <inkml:brushProperty name="height" value="0.05292" units="cm"/>
      <inkml:brushProperty name="color" value="#FF0000"/>
    </inkml:brush>
  </inkml:definitions>
  <inkml:trace contextRef="#ctx0" brushRef="#br0">19072 5770 5 0,'0'0'3'0,"0"0"5"15,0 0 3-15,0 0-6 0,0 0-3 0,0 0 13 16,0 0-9-16,0 0-1 0,0 0 1 0,0 0-5 16,0 0 2-16,0 0 3 0,0 0-1 0,0 0-1 15,0 0-1-15,0 0 4 0,0 0-4 0,0 0 3 16,0 0-2-16,0 0 4 0,0 0-7 0,3-7 5 16,-3 7-2-16,0 0 1 0,0 0-8 0,0 0 3 15,0 0 5-15,0 0-2 0,0 0-2 0,0 0 1 16,0 0-2-16,0 0 11 0,0 0-11 0,0 0 0 15,0 0 1-15,0 0 3 0,0 0-7 0,0 0 4 16,0 0 5-16,0 0-9 0,0 0 2 0,0 0 8 16,0 0-5-16,0 0-3 0,0 0 0 0,0 0-1 15,0 0 3-15,0 0 0 0,0 0-2 0,0 0 3 16,0 0-2-16,0 0-2 0,0 0 3 0,0 0-3 16,0 0 0-16,0 0 1 0,0 0 2 0,0 0 0 15,0 0-2-15,2-8-4 0,-2 8 5 0,0 0 3 16,0 0 3-16,0 0-9 0,0 0 0 0,0 0-8 15,0 0-14-15,0 0-26 0,0 0 12 0</inkml:trace>
  <inkml:trace contextRef="#ctx0" brushRef="#br0" timeOffset="14664.26">25938 8086 62 0,'0'0'86'0,"-9"-3"-9"0,9 3-9 15,-6-3-7-15,6 3 9 0,0 0-4 0,-10-4 1 16,10 4-6-16,0 0-7 0,-7-5-7 0,7 5-4 16,0 0-5-16,-8-4 1 0,8 4-8 0,-5-3-5 15,5 3 2-15,-9-3-9 0,9 3 2 0,0 0 3 16,-7-4-9-16,7 4 7 0,-7-3-14 0,7 3 11 15,-4-4-16-15,4 4 11 0,0 0-7 0,-9-4 1 16,9 4-5-16,0 0 2 0,-10-2-5 0,10 2 9 16,0 0-5-16,0 0-3 0,-8-3 0 0,8 3 4 15,0 0-2-15,0 0 2 0,0 0 4 0,0 0-4 16,0 0 1-16,0 0-9 0,0 0 0 0,0 0 6 16,0 0-6-16,0 0 2 0,0 0 4 0,0 0 2 15,38 11-4-15,-9-5 17 0,5-3-7 0,20 3-6 16,9 0 9-16,29-2-4 0,-2 2 15 0,6-2-7 15,-2-4-4-15,1 3-3 0,-1-2-4 0,-27 3-1 16,31-3-18-16,-31 4 4 0,25-3-13 0,-27 1-23 16,23 2-17-16,-30-1-19 0,1 0-97 0,-2 2-190 15,2 0 85-15</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6:48:30.402"/>
    </inkml:context>
    <inkml:brush xml:id="br0">
      <inkml:brushProperty name="width" value="0.05292" units="cm"/>
      <inkml:brushProperty name="height" value="0.05292" units="cm"/>
      <inkml:brushProperty name="color" value="#FF0000"/>
    </inkml:brush>
  </inkml:definitions>
  <inkml:trace contextRef="#ctx0" brushRef="#br0">19355 3825 23 0,'0'0'104'0,"0"0"-2"0,0 0-5 0,0 0-8 16,0 0 3-16,0 0 2 0,0 0-17 0,0 0-1 16,0 0-8-16,0 0-9 0,0 0-2 0,0 0-10 15,0 0 1-15,0 0-5 0,0 0-6 0,0 0 0 16,0 0-5-16,0 0-2 0,0 0-3 0,0 0-2 15,0 0-1-15,0 0-6 0,6 13 4 0,-6-13-6 16,0 0 0-16,0 0 1 0,0 0-3 0,0 0-1 16,0 0-1-16,0 0-3 0,0 0 7 0,0 0-6 15,0 0-1-15,0 0-1 0,0 0-1 0,0 0-1 16,0 0 5-16,0 0-3 0,0 0 9 0,-10 3 0 16,10-3-6-16,0 0 3 0,-8 2-2 0,8-2-1 15,0 0 3-15,0 0 1 0,-8 3 4 0,8-3-18 16,0 0 9-16,-6 2-1 0,6-2-5 0,0 0 0 15,0 0 0-15,0 0 4 0,-9 2 2 0,9-2-4 16,0 0 9-16,0 0 5 0,0 0 1 0,0 0 5 16,0 0-3-16,0 0-1 0,0 0-2 0,-10 0-1 15,10 0-2-15,0 0 3 0,0 0-4 0,0 0 0 16,0 0 0-16,0 0-2 0,0 0 0 0,0 0-5 16,0 0 3-16,0 0 2 0,0 0-7 0,0 0 3 15,0 0 0-15,0 0 1 0,0 0-2 0,0 0-4 16,0 0 3-16,0 0 0 0,0 0-4 0,0 0 3 15,0 0-3-15,0 0 0 0,0 0-4 0,0 0 1 16,0 0 8-16,0 0-8 0,0 0 1 0,0 0 0 16,0 0-2-16,0 0-2 0,0 0 2 0,0 0-1 15,0 0 6-15,0 0-8 0,0 0 2 0,0 0-2 16,0 0 6-16,0 0-7 0,0 0 3 0,0 0 0 16,0 0-1-16,0 0 0 0,0 0 1 0,0 0 1 15,0 0-2-15,0 0 4 0,0 0-4 0,21 9 6 16,-21-9-1-16,12 0-1 0,-5 0 2 0,-7 0-2 15,13 3 3-15,-5-2-3 0,-8-1 2 0,19 1 1 16,-10 1-3-16,-1-1-3 0,0 1 5 0,2-1-2 16,-4 1-3-16,5 0 0 0,-3-1 4 0,3 1-1 15,-4-1 1-15,2 0 3 0,3-1-3 0,-2 0 9 16,0 3 1-16,0-2-3 0,1 0 3 0,1 0-2 16,-1-2-1-16,0 2-2 0,1-1 1 0,0 2-1 15,-1-2-1-15,3-3 2 0,-3 4-5 0,1 1-3 16,-1-2 2-16,-2 2 0 0,3-3 0 0,-2 2-2 15,-1-1-1-15,2 2 4 0,0-1-2 0,-1-1 2 16,1 0-2-16,-2 1-1 0,3-1 1 0,-3 0 1 16,2 2-2-16,0-1 1 0,1 1 3 0,0-2 1 15,2 0 9-15,2 0-4 0,2 0 0 0,-2 0-4 16,-2 0 3-16,0 0-2 0,-3 0-1 0,10 0-3 16,-7 0 4-16,-3 2-3 0,3-2-1 0,0 1 3 15,3 0-2-15,1-1 1 0,1 0 13 0,-6-1-2 16,7 0 0-16,-2 2-3 0,0-1-2 0,-1 0 1 15,2 1-1-15,0-1-3 0,0 0-2 0,3-1 2 16,-3 0-1-16,7 2-5 0,-7-1 7 0,0-3-2 16,0 3-1-16,0 0-3 0,2 0 2 0,-5 0-2 15,3 0 1-15,0 0-4 0,0 0 4 0,0-2-1 16,-3 2 1-16,3 0 2 0,-2-1-3 0,-3-1-5 16,4 2 5-16,-4-1 0 0,-1 2 1 0,5 1-4 15,-5-2 3-15,6-2-1 0,-6 2 6 0,4 2 3 16,-4-1-3-16,2-1 2 0,-2-1-4 0,-2 1-1 15,1 0-1-15,0 1 1 0,1-1-1 0,-3 0 1 16,1-1-3-16,1 1 1 0,-2 0 0 0,5 1 0 16,-3-1-1-16,8 2 4 0,-7-2 2 0,0 0-8 15,6 0 1-15,-2-2 1 0,-1 4 0 0,2 0-6 16,-4-4 6-16,5 2-4 0,-1-2 2 0,2 4-1 16,-1-4 2-16,1 1-1 0,2-2 1 0,-3 4 1 15,0-3-9-15,3 3 9 0,5-1-2 0,-7 0 2 16,8 0-2-16,-7-1 2 0,2 1-3 0,4-3 0 15,1 2 3-15,-6-1-3 0,4 1 1 0,1-1 1 16,-5 1-3-16,6 1 0 0,-6-2 3 0,-1 2-4 16,1-2 1-16,-1 0 2 0,-1 2 1 0,2 2-1 15,-4-5-2-15,2 3 3 0,-2 0-2 0,1 1 3 16,-1-2 2-16,-1 1-2 0,1 0-1 0,2 0 4 16,-3 0 7-16,2 0 7 0,0 0-3 0,1-1-3 15,2 0 0-15,-4-2 0 0,3 1-3 0,-1 2 0 16,-1 0-4-16,0 2 1 0,-2-2-1 0,3-3-2 15,8 3 3-15,-6-2-3 0,-3 1 0 0,10 0 0 16,-9-1-4-16,2 2 3 0,-2-1-2 0,7 1-1 16,-5 0 3-16,1-2 1 0,5 0 0 0,-8 0-2 15,7 1 0-15,-5 1 0 0,5-2 1 0,-7 2-2 16,2-3 1-16,-2 2 1 0,-2 0-4 0,5-1 2 16,-1 2-3-16,-3 2 3 0,0-4-1 0,0 1 0 15,-7 0-1-15,7 2-1 0,-6-2 2 0,0-2-1 16,2 2 2-16,-3 0 1 0,0-1-2 0,0 4-2 15,-2-4 3-15,3 2-1 0,-2 0-2 0,1 0 3 16,-2 0-1-16,2-3 10 0,-1 3 1 0,-1 0-1 16,-1-2 2-16,3 2-2 0,-12 0-5 15,15-2 1-15,-7 3 0 0,1-2 0 0,-9 1-1 0,12-2 2 16,-12 2-2-16,12-1 0 0,-3 1-1 0,-9 0 4 16,13-1-7-16,-13 1-2 0,14 1 3 0,-14-1 0 15,15 0 0-15,-6-4 1 0,-9 4-3 0,18 1-1 16,-18-1 3-16,14-1 0 0,-1 0-1 0,-13 1 7 15,11-2-3-15,-11 2 10 0,15 2-8 16,-15-2 1-16,13-2-1 0,-13 2-1 0,13 0 2 0,-13 0-4 16,0 0 0-16,13 0 4 0,-13 0-4 0,0 0-1 15,0 0 1-15,18 0 4 0,-18 0 2 0,0 0-2 16,11 0-3-16,-11 0 1 0,0 0 2 0,0 0 1 16,0 0 5-16,14 0 0 0,-14 0-2 0,0 0 0 15,0 0-3-15,0 0 5 0,0 0-2 16,0 0 3-16,10 2-1 0,-10-2-1 0,0 0-2 0,0 0 2 15,0 0 3-15,0 0-6 0,0 0 0 0,0 0 3 16,0 0 3-16,0 0-6 0,0 0 0 0,0 0-2 16,0 0 2-16,0 0-4 0,0 0 14 0,0 0-12 15,0 0-3-15,0 0-2 0,0 0 3 16,0 0 1-16,0 0-5 0,0 0 0 0,0 0 1 0,0 0 0 16,0 0-1-16,0 0-2 0,0 0-1 0,0 0 3 15,0 0-4-15,0 0-4 0,0 0-13 0,0 0-16 16,0 0-24-16,0 0-24 0,0 0-31 0,0 0-50 15,0 0-70-15,0 0-265 0,0 0-539 0,-47-2 239 16</inkml:trace>
  <inkml:trace contextRef="#ctx0" brushRef="#br0" timeOffset="1265.47">18829 3850 95 0,'0'0'180'0,"7"-4"-5"16,-7 4 0-16,0 0-8 0,0 0-6 0,0 0-5 16,0 0-12-16,0 0-2 0,0 0-14 0,0 0 0 15,0 0-17-15,0 0-7 0,0 0-8 0,0 0-9 16,0 0-7-16,0 0-10 0,0 0-11 0,0 0-5 16,0 0-4-16,0 0-7 0,0 0-5 0,-18-5-4 15,18 5-5-15,-12 1-4 0,12-1 3 0,-18 3-7 16,7-1-5-16,0 1-1 0,-1 0-7 0,2 0 3 15,0 1-3-15,-1 2 3 0,-2-2-5 0,1 1 6 16,1 3-2-16,-4 0-7 0,1 3 0 0,3-4 0 0,0 1-1 16,4 2-1-16,-2-3 0 0,0 5 0 15,4-5-2-15,0 3 0 0,-1 0 2 0,4-1-2 16,-1 0-2-16,2 1 0 0,0-5 4 0,1-5-2 16,1 14 1-16,2-4-3 0,3-3 4 0,-2-2 1 15,4 2-1-15,2-1 1 0,-1-1 1 0,2-1-3 16,2 0 3-16,4-1-1 0,-2-1 0 0,0 0-4 0,-1-1 2 15,-1-1 0-15,1 0-5 0,-4 0 2 16,2 0-3-16,-3-1 6 0,-9 1-1 0,13-2 3 16,-8 0 0-16,-5 2 0 0,9-1 2 0,-9 1-1 15,7-2 2-15,-7 2 3 0,0 0 1 0,0 0 0 16,9-2 4-16,-9 2-9 0,0 0-1 0,0 0-2 16,0 0-3-16,0 0-1 0,0 0 1 0,0 0-1 15,-32-3 1-15,23 3 2 0,-5 3-5 0,3 1 0 16,-6 1 2-16,4-1 1 0,-4 4-1 0,-1 0 1 15,-2 3-6-15,-1 4 6 0,3-3 0 0,-4 2-1 16,8-4 2-16,-1 3-1 0,3-2-1 0,2-3-1 16,1 1 3-16,0 1-3 0,3-1 1 0,-3-1 1 15,4 1-1-15,0-1-2 0,2-3 2 0,0 3-3 16,1-2 6-16,-1 1-2 0,3-7 1 0,2 12 1 16,-2-12 0-16,3 11 1 0,1-7 0 0,-1 0 0 15,-3-4-1-15,10 6 6 0,-4-4-3 0,3 1-2 16,2 0 7-16,0-2-2 0,2 0 1 0,0-1 0 15,5 0-2-15,-1 0-3 0,-4 0-7 0,5-1-21 16,-5-2-28-16,0 1-28 0,1-1-38 0,2-1-42 16,0 1-38-16,-5 1-143 0,1-2-371 0,-1-1 163 15</inkml:trace>
  <inkml:trace contextRef="#ctx0" brushRef="#br0" timeOffset="1682.56">19033 4172 140 0,'0'0'253'0,"0"0"-12"0,0 0-13 15,0 0-12-15,6-2-15 0,-6 2-11 0,0 0-27 16,0 0-14-16,0 0-8 0,0 0-8 0,0 0-12 15,0 0-8-15,0 0-7 0,0 0-6 0,0 0-11 16,-18-7-13-16,18 7-6 0,0 0-10 0,-15 3-7 16,4 0-5-16,4 0-3 0,-2 0-7 0,0 4-2 15,-4-1-10-15,3 2 4 0,-4 2-9 0,0 1 4 16,2 2-1-16,-2-2 2 0,4 1-1 16,1-2-5-16,-1 1 1 0,1 0-8 0,2-1 4 0,1-3-2 15,1 2-5-15,-3 0 1 0,5-1-3 0,-1-1-1 16,2-1-2-16,2-6-2 0,-2 11 3 0,2-11 1 15,4 11-2-15,-2-4 3 0,3-2-3 0,5 1 6 16,-1-2-3-16,3 0 2 0,1-2-1 0,0 0-3 16,4 0-2-16,-4-2-8 0,1 0-7 15,-1 0-9-15,4 0-15 0,-6 0-25 0,1 0-43 0,-1-2-45 16,1-3-70-16,-2 2-61 0,-3-1-141 16,3-2-455-16,-3 0 201 0</inkml:trace>
  <inkml:trace contextRef="#ctx0" brushRef="#br0" timeOffset="1832.45">19277 4251 154 0,'0'0'163'0,"0"0"-20"0,0 0-26 0,0 0-60 15,0 0-55-15,0 0-108 0,0 0-116 16,0 0 52-16</inkml:trace>
  <inkml:trace contextRef="#ctx0" brushRef="#br0" timeOffset="6781.2">19457 6835 103 0,'0'0'102'0,"0"0"0"16,0 0-2-16,0 0-11 0,0 0-1 0,0 0 3 15,0 0-12-15,0 0-6 0,0 0-3 0,0 0-13 0,0 0 3 16,0 0-10-16,0 0-2 0,0 0-2 0,0 0-2 16,0 0-8-16,0 0 4 0,0 0-1 0,0 0-2 15,0 0-1-15,0 0-2 0,0 0 0 16,0 0-2-16,0 0-5 0,0 0-1 0,0 0-2 0,0 0 2 15,0 0-7-15,0 0-2 0,0 0-1 0,0 0 0 16,0 0-2-16,0 0-2 0,0 0 1 0,0 0 4 16,0 0-6-16,0 0 2 0,0 0 0 0,0 0 0 15,0 0 2-15,0 0-4 0,0 0 1 0,0 0-4 16,0 0-6-16,0 0 1 0,0 0 3 0,0 0-1 16,0 0 1-16,0 0 0 0,0 0-5 0,0 0 1 15,0 0 2-15,0 0-2 0,0 0 0 0,0 0 3 16,0 0-4-16,0 0 2 0,0 0 7 0,0 0 0 15,0 0 6-15,0 0-4 0,0 0 4 0,0 0-4 16,0 0 1-16,0 0-1 0,0 0-3 0,0 0 2 0,-23 7 2 16,23-7 3-16,0 0 8 0,0 0-1 15,0 0 2-15,0 0-2 0,0 0 2 0,0 0 3 16,0 0-3-16,0 0 0 0,0 0 0 0,0 0 3 0,0 0-4 16,0 0 1-16,0 0 0 0,0 0-2 0,0 0 1 15,0 0 0-15,0 0-3 0,0 0 0 16,0 0-1-16,0 0 0 0,0 0-1 0,0 0-2 15,0 0-3-15,0 0 3 0,0 0-6 0,0 0 0 0,0 0 12 16,0 0-13-16,0 0-1 0,0 0-2 0,0 0 2 16,0 0-3-16,0 0-1 0,0 0-1 15,0 0 8-15,0 0-9 0,0 0 0 0,0 0 0 16,0 0 1-16,0 0-4 0,0 0 3 0,0 0 0 0,0 0-1 16,0 0 2-16,0 0-3 0,0 0-1 0,0 0 2 15,0 0-2-15,0 0-3 0,0 0 1 0,0 0-2 16,0 0 4-16,0 0-2 0,0 0 1 0,0 0 0 15,0 0 3-15,0 0-2 0,24 4 3 0,-18-3-1 16,-6-1 7-16,11 1 2 0,-2-1-11 0,-2 2 3 16,-7-2 0-16,14-2 2 0,-2 2-1 0,-2 0 0 15,0-1-3-15,4 1 7 0,-1-1-2 0,0 1-2 16,0 0 3-16,-3 0 1 0,3 1-1 0,1-2-1 16,2 1-2-16,1-1-2 0,1 1 2 0,1-1 2 15,-2 2-1-15,1-1 8 0,0 1 1 0,1-2-1 16,-3 1-3-16,2 0 0 0,3 0 1 0,-3 0-5 15,3 0 1-15,-2 0 1 0,-2 0 0 0,5-1-3 16,-3 0 1-16,0 2 3 0,0-2-2 0,-1 2-1 16,0-2-2-16,-5 1-2 0,6 0 10 0,-6 0-7 15,1-3-1-15,3 5 3 0,2-4-4 0,-7 4 12 16,2-2-2-16,-1 0-1 0,1-2 0 0,-1 0-4 16,-1 2 2-16,2 0-4 0,-2 0 2 0,5 2-2 15,-4-2 2-15,5-2-1 0,-2 1-1 0,-3 1-2 16,0 1-1-16,2-1 2 0,-2-1-1 0,1 1 1 0,-2-2-2 15,2 2-2-15,0 0 3 0,-3 0-1 0,7-4-2 16,-5 4 1-16,2 0 1 0,2 0 0 16,2 0 0-16,-6 0 1 0,5 0-3 0,-6-2 0 15,2 1 1-15,4 1 0 0,0-1-2 0,-5 1 0 0,5 0 1 16,-4-2-1-16,4 1 1 0,1 0 0 0,-6 1 0 16,5-1 1-16,0 1 2 0,-1 1 4 0,-4-1-3 15,6 0-3-15,-3 0 3 0,-1 0 0 16,2-1 0-16,-3 2-5 0,-1-1 5 0,4 0-1 0,0 2-2 15,2-2 4-15,-6-1-1 0,7 1 4 0,-7 0-8 16,6-1 1-16,-1 1-1 0,-4-1 0 0,4 2 0 16,0-2-1-16,1 1-1 0,-2 0 5 0,-2 1-3 15,4-1 1-15,1-1-1 0,-3 2 1 0,3 0 3 16,0-3-3-16,-1 3 2 0,-1 0 0 0,3-1-2 16,-2 3-1-16,-1-2-1 0,1 0 2 0,-1 1 0 15,1-1-1-15,1-2 2 0,-3 1-2 0,2 0-1 16,0 1 2-16,2-1-3 0,-3 0 3 0,2 3 1 15,-1-3 2-15,3 0-4 0,-4 0 7 0,2 0 2 16,2 0 1-16,-1 2-4 0,0-1-1 0,0-1-2 16,-1 2 5-16,2 0-2 0,0-1 0 0,6-1-3 15,-9 1-1-15,4-1 4 0,-1 0-3 0,-2-1 0 16,7 1 0-16,-7 0-1 0,1-1 0 0,-3 1 3 16,2 2-2-16,-2-3-6 0,2 1 6 0,1 0 7 15,-3 0 0-15,2 0 0 0,1 0 4 0,-5 0-5 16,5 1-2-16,-3-3-2 0,0 3-1 0,1-1-1 15,-1-1 3-15,-1-1 0 0,0 5 0 0,4-4-1 16,-1-1-2-16,-2 0 2 0,-4 2-3 0,-1 0-1 16,6-1 2-16,-6 1-3 0,2 0 5 0,2-2-5 15,0 2 3-15,0 0-2 0,-2-4 8 0,3 4-1 16,0 0-1-16,1 0-2 0,-2 0 1 0,1 0 3 16,-4-2-7-16,0 1 5 0,0 0 1 0,5 1-9 15,-6 0 5-15,1-2 0 0,4 1-1 0,0 1 1 16,0 0 0-16,1-1-5 0,-1 1 4 0,1 0-3 15,0 0 0-15,-2 0-4 0,2-1 4 0,-6 1-1 0,6 0 2 16,1 0-1-16,-2-5 0 0,1 7 2 16,-1-4-2-16,0 2-1 0,-5 0 1 0,2 0 0 15,-3 0 3-15,1 2-1 0,-3-1-1 0,1-1 10 16,2 2-2-16,-1-5 2 0,-2 1 3 0,1 0-14 16,-3 2 11-16,2 0-6 0,0 0 2 0,-10 0-1 0,16-1-1 15,-7 2-4-15,-9-1 6 0,14 0-2 16,-8 0-3-16,-6 0 2 0,15-2-2 0,-7 3-2 15,-8-1-3-15,13-1 6 0,-4 1-2 0,-9 0 3 16,14-2-3-16,-6 2 0 0,-8 0 1 0,15-1 1 0,-7 1-2 16,-8 0 2-16,16-1 5 0,-5-1 0 15,-1 2 2-15,2-1-2 0,-3 1-3 0,2-2 4 16,0 2-10-16,-1-2 0 0,-1 2 2 0,-9 0 2 16,17 0-2-16,-11 0 3 0,-6 0 1 0,16-3-5 0,-10 1 1 15,-6 2 3-15,9-1-5 0,-1 1 2 0,-8 0 4 16,12-1 2-16,-12 1 0 0,15-2 3 15,-4 2-1-15,-1 0-3 0,-10 0-4 0,14 0 0 0,-5 0 15 16,-9 0-16-16,14-1 1 0,-14 1 0 0,13-1-3 16,-7 1 6-16,-6 0-5 0,9-3 3 0,-9 3-1 15,0 0-3-15,13 3 14 0,-13-3-17 0,0 0 2 16,12-2 2-16,-12 2-6 0,7 0 7 0,-7 0 0 16,9-2-1-16,-9 2 1 0,12-2-4 0,-12 2 3 15,9 0 6-15,-9 0 2 0,10-2-3 0,-10 2 2 16,13-1-6-16,-13 1 5 0,10-1 0 0,-10 1 4 15,7-2 1-15,-7 2-9 0,0 0 0 0,0 0 5 16,10-1-4-16,-10 1-2 0,0 0 5 0,0 0 0 16,0 0 1-16,0 0-3 0,0 0 13 0,0 0-6 15,0 0 1-15,0 0 2 0,0 0-2 0,0 0 2 16,0 0-2-16,0 0-2 0,0 0-1 0,0 0-2 16,0 0 3-16,0 0 0 0,0 0 2 0,0 0 4 15,7 3-13-15,-7-3 7 0,0 0 5 0,0 0-5 16,0 0-1-16,0 0-5 0,0 0 4 0,0 0 4 15,0 0-9-15,0 0-15 0,0 0-20 0,0 0-20 16,0 0-23-16,0 0-30 0,0 0-34 0,0 0-50 16,0 0-57-16,0 0-59 0,-34-5-228 0,13 3-576 15,1 2 255-15</inkml:trace>
  <inkml:trace contextRef="#ctx0" brushRef="#br0" timeOffset="8065.36">18732 7044 89 0,'0'0'198'0,"0"0"-2"16,0 0-10-16,0 0-7 0,0 0-17 15,5-6-2-15,-5 6-16 0,0 0-9 0,0 0-14 16,0 0-11-16,0 0-12 0,0 0-10 0,0 0-8 16,-20-4-13-16,20 4-3 0,-13 0-4 0,13 0-6 15,-11 1 2-15,3 1-9 0,8-2 1 0,-17 1-9 0,11 1-1 16,-2 2-5-16,-3-2-2 0,3 3-6 16,2 0 0-16,-5-1-4 0,3 4-1 0,-1 1-5 15,0-2-3-15,0 1 0 0,2-1-1 0,0 3-4 0,3-2 0 16,0 0 1-16,1-1-3 0,3 2-1 0,-1 0 0 15,1 0 0-15,1-1 2 0,2-2-2 0,2 2 2 16,1 1 0-16,2 0 2 0,-3-2-3 16,5-3 2-16,-1 3 1 0,2-2-1 0,0-2 0 0,1 0-3 15,-1 1 1-15,1-4 4 0,-2 3 0 0,-1-2-1 16,-2-1 2-16,-7 0 0 0,12 1-3 0,-12-1 6 16,13-1-3-16,-13 1 2 0,9-1 2 15,-9 1 2-15,0 0 1 0,9-3 6 0,-9 3 2 16,0 0 1-16,0 0-2 0,9 0 4 0,-9 0-3 0,0 0 3 15,0 0-8-15,0 0-3 0,0 0 1 0,0 0-2 16,0 0-6-16,0 0-4 0,0 0 2 0,0 0 0 16,0 0-3-16,-27-3-1 0,17 8-3 15,1-2 3-15,2 1-3 0,-3 1 2 0,1 0-3 0,1 1 1 16,-1 4-2-16,-1-3-2 0,0 0 3 0,2 3 1 16,-1-2 3-16,-1 2 1 0,4 1-2 0,-1 0 2 15,-2-1-1-15,6 0-4 0,-3 0-2 0,0-1 4 16,6-5 1-16,-3 4-3 0,2 0 1 0,1-8 4 15,-1 12-6-15,1-12 2 0,0 9 1 0,1-3-2 16,-1-6 0-16,7 8 3 0,-2-4 1 0,0-1 0 16,1 0 1-16,3-1 2 0,4 2-1 0,0-3-2 15,0-1-9-15,-1 2-12 0,2-2-21 0,4-2-23 16,0 2-33-16,0-3-36 0,3 1-35 0,-2-4-32 16,1 0-24-16,-2 3-164 0,-1-4-416 0,-2-1 185 15</inkml:trace>
  <inkml:trace contextRef="#ctx0" brushRef="#br0" timeOffset="8657.21">18941 7274 150 0,'-6'-4'199'0,"6"4"3"0,0 0-5 15,-2-6-4-15,2 6-2 0,0 0-5 0,0 0-4 16,0 0-8-16,0 0-7 0,-7-4-4 0,7 4-2 15,0 0-6-15,0 0-3 0,0 0-9 0,0 0-5 0,0 0-11 16,0 0-9-16,0 0-5 0,0 0-6 16,0 0-9-16,0 0-15 0,0 0-4 0,0 0-4 15,0 0-11-15,0 0-10 0,0 0-3 0,0 0-8 16,0 0-4-16,0 0-10 0,0 0 2 0,0 0-9 16,0 0-3-16,0 0-2 0,0 0 1 0,0 0-3 15,18 16-3-15,-14-12 0 0,1 2-10 0,2-1 6 0,-4 0-2 16,5 2 4-16,-3 0-3 0,2 2-2 15,-1-1 14-15,2 1-13 0,-3-2 2 0,3 1-6 16,-2 1 7-16,0-1-5 0,-1 0-1 0,2 1-6 0,-3-3 3 16,2 0 6-16,-1 1-5 0,0 0-1 15,-1 1 2-15,1-4 1 0,-1 4 0 0,0-4-4 16,1 3 7-16,0-3-1 0,-1 0 0 0,-2 1-5 16,2 1 2-16,-4-6 3 0,7 6 3 0,-5-1-3 0,-2-5 1 15,7 6-1-15,-7-6 4 0,5 4-8 0,-5-4 17 16,5 4 17-16,-5-4 6 0,0 0 0 0,0 0 15 15,0 0 9-15,0 0 2 0,0 0-4 0,0 0 7 16,0 0-18-16,13-13-4 0,-9 7-6 0,-1 0-6 16,4-1-1-16,-4-5-2 0,4 3-2 0,-2-2-4 15,-1 0-8-15,5-4-1 0,-3 5-8 0,-2-2 9 16,1 3 4-16,-1-2-1 0,1 2 1 0,-1 0-9 16,0 2-2-16,-2 1 3 0,2 1-4 0,-1-2-1 15,-3 7-4-15,2-8 3 0,-2 8-5 0,4-7 1 16,-4 7-1-16,0 0-2 0,3-7 0 0,-3 7-11 15,0 0-18-15,2-7-23 0,-2 7-15 0,0 0-18 16,0 0-18-16,0 0-21 0,0 0-23 0,0 0-22 16,0 0-18-16,0 0-36 0,0 0-38 0,0 0-30 15,0 0-16-15,0 0-211 0,0 0-559 0,0 0 247 16</inkml:trace>
  <inkml:trace contextRef="#ctx0" brushRef="#br0" timeOffset="17715.41">25807 3698 34 0,'0'0'36'0,"0"0"-5"16,0 0-10-16,-8 3 0 0,8-3 4 15,0 0-2-15,0 0-3 0,0 0 4 0,0 0-12 16,-8 1 2-16,8-1 4 0,0 0-1 0,-6 3-9 16,6-3 0-16,0 0 0 0,-7 4 6 0,7-4-9 0,0 0 1 15,-9 4 0-15,9-4-1 0,0 0 7 0,0 0-1 16,-9 1-1-16,9-1 6 0,0 0 1 0,0 0-6 15,-6 3 10-15,6-3-3 0,0 0 2 0,0 0 8 16,-7 1 1-16,7-1-7 0,0 0 11 16,0 0-2-16,0 0 6 0,-9 3-14 0,9-3 4 15,0 0-1-15,0 0 0 0,0 0 7 0,0 0-1 0,0 0-4 16,0 0 10-16,0 0-3 0,-10 0-2 16,10 0 9-16,0 0-11 0,0 0 2 0,0 0 1 15,0 0-6-15,0 0 1 0,0 0 2 0,0 0-5 16,0 0 2-16,0 0 0 0,0 0 0 0,0 0-8 15,0 0 9-15,0 0-12 0,0 0 5 0,0 0-9 16,0 0-2-16,0 0 5 0,0 0-4 0,0 0 1 0,0 0-2 16,-6 3 0-16,6-3 2 0,0 0-7 0,0 0-7 15,0 0 6-15,0 0 2 0,0 0-4 16,0 0 6-16,0 0 8 0,0 0-5 0,0 0-7 16,0 0-1-16,0 0-8 0,0 0 4 0,0 0 4 15,0 0-2-15,0 0 1 0,0 0-2 0,25-1-1 16,-25 1 8-16,0 0-3 0,16-2-5 0,-16 2 5 0,11 2-2 15,-5-1-1-15,-6-1 4 0,16 0-4 16,-16 0 1-16,13 1 7 0,-6-1 4 0,1 2-7 16,-8-2 4-16,17-2-1 0,-6 2 1 0,-5 2 0 15,-6-2-8-15,19 0 2 0,-10 0 3 0,2 1 3 16,-4-1-8-16,1 0 7 0,3 2-3 0,-3-2 14 16,5 2-2-16,-3-2-3 0,0 1-5 0,2-2 5 0,-1 3 8 15,2-3-4-15,-3 2 1 0,3-1-7 16,-2 0 3-16,1-1-3 0,-1 1-3 0,0-1 3 15,0 2-5-15,0-1 1 0,1 0-1 0,-5 0-3 16,3-1 0-16,-1-1 3 0,-9 2-1 0,14 0 2 16,-5 0-4-16,0 0-2 0,-9 0 2 0,18 0 0 15,-9 0-2-15,-2 0 0 0,-7 0 0 0,15 0 2 16,-15 0-1-16,17 0 1 0,-13 2-8 0,5-2 4 16,2-2 2-16,0 2 1 0,0 0-2 0,-2 0 0 15,5 0-2-15,-3-3-2 0,1 4 5 0,-1 1-1 16,2-2 1-16,-1 0-1 0,-2 0-4 0,-3 0 3 15,-7 0 2-15,20-2-5 0,-11 4 5 0,1-2-4 0,-10 0 3 16,17-2 0-16,-8 4 2 0,5-2 4 16,-5 0 0-16,5-2 1 0,-1 2 2 0,0 0-1 15,1-1-2-15,-1 1 0 0,5-2-1 0,-2 2 3 16,4 0-5-16,-6 0 1 0,3-2 0 0,2 0-2 16,-2 2 1-16,2-1-1 0,-2 1-1 0,1-2 1 15,-4 1-1-15,6-1 1 0,-2 2-2 0,-2 1-1 16,-2-2 2-16,3 0-3 0,1 1 5 0,-5-1 3 15,4 1-2-15,0-2-5 0,-3 1 4 0,-1 0-1 16,6-1 1-16,-4 1 0 0,-1 0 1 0,5 0 2 16,-2-1-3-16,-4 1 0 0,1 1-1 0,1-2 1 15,3 2-2-15,-3 2 4 0,-3-4-5 0,1 1 4 16,1 1-3-16,0-1-1 0,0 1 3 0,3-1-2 16,-3 0-1-16,5 1 2 0,-2-2 0 0,2 2-2 15,-5 0 0-15,-1-2 2 0,1 2-6 0,4-2 4 16,-2 1-4-16,-1 1 0 0,1 1 4 0,-2-1-3 15,1-1 1-15,1 1-1 0,0-1-1 0,2 1 4 16,-3-2-2-16,1 2 4 0,6 0 9 0,-3-1 0 16,-1 2 0-16,2-4-5 0,0 3-2 0,-2 0 2 15,0 0-2-15,-1-2-1 0,0 2-2 0,2 0 10 16,-5 0-13-16,-1 0 3 0,0-1-1 0,4 1 1 16,-3 0-4-16,-1 0 4 0,1 0-2 0,3-1 1 15,3 1-1-15,-7 0-3 0,4 0 0 0,2-1 3 16,-4 1-1-16,2-2 1 0,-3 2-2 0,2-1 0 15,2 0 0-15,2 0 5 0,-1 2-5 0,0-1 3 16,1 0-2-16,-4 0 4 0,5 0-4 0,-8 0-1 16,5-1 5-16,0 1-3 0,-4 0-1 0,-1 1 4 15,4-2-5-15,-4 1 0 0,2 0-1 0,2-2 2 16,1 2-2-16,-2 2 5 0,-3-4-3 0,3 2-2 16,0 0 8-16,1 0 0 0,-3 2-7 0,2-5-1 15,3 6 7-15,-6-3 5 0,2 0 27 0,1 0-3 16,2 0-3-16,0 0-2 0,-6-3-5 0,2 3-1 15,-2 0-3-15,5 0-1 0,-4 1-4 0,0 2-2 16,-1-6 0-16,0 2 1 0,1 1-3 0,1 0 0 16,-3 1-1-16,3-1 0 0,-1 0-3 0,0-1 13 15,1 0-5-15,-2 1 4 0,3 0-8 0,1 0 4 16,-2 0-5-16,1-2 0 0,-1 2-5 0,2 2 1 16,2-2-2-16,-1-2 3 0,-5 2-4 0,6 0 1 15,-4-1 4-15,-2 1-2 0,2 0-3 0,-1 1-1 16,1-2 2-16,-1-1-1 0,6 2 1 0,-6 0 2 15,6 0-2-15,-3-2-2 0,-3 2-1 16,0 0-3-16,0 2 4 0,1-4 2 0,0 2-1 0,5-1-1 16,-7 2-1-16,5 1 0 0,-2-2-1 0,-2 0 7 15,2 0-6-15,-4-2 2 0,1 1-4 0,-1 2 2 16,-1-1-2-16,-1-1 4 0,-9 1-1 0,18 0 11 16,-12 0-6-16,-6 0 5 0,15 0-3 15,-8 0-1-15,-7 0-9 0,14 3 13 0,-14-3-7 0,9 0 6 16,-9 0-7-16,10-2 1 0,-10 2-2 15,0 0 2-15,12 0-2 0,-12 0 0 0,0 0-3 0,12 0 4 16,-12 0-2-16,0 0 4 0,11 0-4 0,-11 0-1 16,0 0 0-16,8 0 0 0,-8 0 2 0,0 0 1 15,9-1-5-15,-9 1 12 0,7-1-1 0,-7 1 1 16,0 0-2-16,0 0 1 0,14 1-5 0,-14-1 3 16,8-1-1-16,-8 1-2 0,11-2 2 0,-11 2 1 15,9 0-3-15,-9 0 5 0,11 0-9 0,-11 0 10 16,0 0 2-16,14 0 0 0,-14 0 0 0,9 2-3 15,-9-2-1-15,7-3 3 0,-7 3-7 0,9 1 5 16,-9-1-4-16,0 0-1 0,12-1-1 16,-12 1-1-16,0 0-1 0,0 0 0 0,10 0 2 15,-10 0-2-15,0 0-1 0,0 0 1 0,0 0-2 16,9-1 3-16,-9 1-1 0,0 0 1 0,0 0-4 0,0 0 3 16,0 0-3-16,0 0-6 0,9-2 6 0,-9 2 4 15,0 0-1-15,0 0-4 0,0 0 1 0,0 0 3 16,11 0 1-16,-11 0-3 0,0 0 0 15,0 0 4-15,9 0-2 0,-9 0 0 0,0 0 2 16,0 0-6-16,10 0 5 0,-10 0-3 0,0 0 4 16,0 0 2-16,0 0-4 0,0 0 2 0,11 0-2 15,-11 0 7-15,0 0-8 0,0 0 0 0,0 0-3 0,0 0 3 16,9-2 10-16,-9 2 2 0,0 0 0 0,14 0 2 16,-14 0-4-16,14-1-1 0,-5 0 1 0,0 2-3 15,1-2 1-15,-10 1-2 0,14-2 4 16,-14 2-3-16,12 0-6 0,-12 0 5 0,10 2 4 15,-10-2-9-15,7 0-2 0,-7 0 2 0,0 0-3 16,0 0 8-16,9 0-4 0,-9 0-5 0,0 0 4 0,0 0 0 16,0 0 6-16,0 0 2 0,0 0 3 0,9 0-8 15,-9 0 2-15,0 0-2 0,0 0 2 16,0 0-3-16,0 0-6 0,0 0-1 0,0 0-8 16,0 0-15-16,0 0-15 0,0 0-25 0,0 0-24 15,0 0-32-15,0 0-43 0,0 0-62 0,0 0-61 16,-29 2-198-16,17 0-524 0,-3 0 232 0</inkml:trace>
  <inkml:trace contextRef="#ctx0" brushRef="#br0" timeOffset="20264.59">25837 6773 80 0,'0'0'80'0,"0"0"-1"0,0 0-3 16,0 0-8-16,0 0-4 0,0 0-8 0,0 0-1 0,0 0-11 16,0 0 0-16,0 0-5 0,0 0-4 0,0 0-1 15,0 0 0-15,0 0-3 0,0 0-17 16,0 0 11-16,0 0-6 0,-25-6 1 0,25 6-9 15,0 0 3-15,0 0 0 0,0 0-2 0,0 0 4 0,0 0-1 16,-11 0-6-16,11 0 6 0,0 0 1 0,0 0 6 16,0 0-3-16,-12 3 2 0,12-3 4 0,0 0 9 15,-9 3-3-15,9-3 3 0,0 0-4 0,0 0 10 16,-8-2-15-16,8 2 2 0,0 0 3 0,-7 3 8 16,7-3 1-16,0 0 5 0,0 0-3 0,0 0-1 15,0 0 6-15,-11-1-3 0,11 1-5 0,0 0-2 16,0 0-5-16,0 0-3 0,0 0 0 15,-13-2-3-15,13 2-4 0,0 0-1 0,0 0-5 16,-12 0 3-16,12 0-3 0,0 0-3 0,-7 2-11 0,7-2 11 16,0 0 2-16,0 0-5 0,-7 1 2 0,7-1 8 15,0 0-2-15,0 0 4 0,0 0 3 0,0 0-4 16,-11 0 4-16,11 0-6 0,0 0 6 0,0 0-5 16,0 0 3-16,0 0-2 0,0 0-5 0,0 0-4 15,0 0 4-15,0 0-2 0,0 0 0 0,0 0-5 16,0 0 1-16,0 0 0 0,0 0 0 0,0 0-4 15,0 0 0-15,0 0 4 0,0 0-5 0,0 0-2 16,0 0 2-16,0 0-5 0,0 0 3 0,0 0-2 16,0 0 1-16,0 0 2 0,0 0-1 0,0 0 2 15,0 0 0-15,0 0-2 0,0 0 5 0,0 0-2 16,0 0 4-16,34 2 7 0,-23-1 4 0,0-1-9 16,3 0 2-16,-1 0-3 0,3 0 4 0,1-1-7 15,2 2 2-15,-1-1 2 0,0 0 0 0,4 1 3 16,1-2 7-16,3 1 1 0,1 0-4 0,0-1-1 15,1 3-6-15,-1-3 3 0,4 0 3 0,-4-1-9 16,4 2 4-16,-1 2-4 0,-8-2-2 0,5 1 2 16,2 1-2-16,0-3 2 0,2 2 1 0,-4 1-1 15,1-1 1-15,1-2 9 0,0 2 2 0,0 0-3 16,-1-2 1-16,1 1-4 0,2 1-1 0,-2-2-3 16,-2 2 4-16,5-1 3 0,-12-1-8 0,9 2 1 0,-9 3-4 15,7-5-1-15,-4 1-2 0,-3 1 0 16,2-1 1-16,-3 0 1 0,2 0 2 0,0-2 5 15,2 3 2-15,-2 0-2 0,2-2-2 0,-4 2 2 16,10-1-2-16,-10 1-3 0,2-1 1 0,2 0-3 16,4 1 4-16,-5-1-3 0,5 2 1 0,-3-4 0 0,-5 1-1 15,3 2 9-15,-2-2 10 0,3 1-10 0,4 0-1 16,-1 0-1-16,-5 1-1 0,8 1-4 16,-2-2 9-16,0-2-7 0,0 2-3 0,-1 0-2 15,-3 2-2-15,4-2 1 0,2-3-2 0,-1 2 3 16,-6 1 3-16,7 0-2 0,-3 1-1 0,-5-1-1 0,1 0-2 15,-4 1 7-15,5-1 7 0,4-2-2 0,-4 1-1 16,0 0-3-16,-4 2-4 0,3 0 5 16,-1-1-3-16,6 2-1 0,-5 0-2 0,0-4 1 0,6 1 1 15,1 1-1-15,-2-1 0 0,-1 1 0 0,3 0 1 16,-8-1-2-16,0 1 2 0,0 0-3 0,6-1 0 16,-6 1-2-16,6 1 2 0,-5-4-4 15,-2 3 6-15,1 2-1 0,8-2-3 0,-6 0 0 0,3 0 3 16,-5 1 1-16,2-1-1 0,-4-1 8 0,5 1 0 15,-3 0-2-15,-2 0-3 0,2 0-1 0,-1 0 1 16,2-2-1-16,-3 4 2 0,4-2-3 0,-2-2 2 16,-2 2-4-16,3 0 0 0,-1 2 0 0,-3-1 0 15,4-1-5-15,-3-1 11 0,12-1-5 0,-13 2 2 16,0-1-2-16,3 1 7 0,-2 1 0 0,1-1-6 16,-2 0 1-16,1 0-1 0,1 0-2 0,-1-1 5 15,2 2-2-15,-3-2-3 0,1 1-1 0,1 1 1 16,0-1-1-16,1 0 1 0,-2 2-2 0,2-2 1 15,1 1 7-15,-2-2-4 0,-1 1-3 0,3-2 2 16,0 2 1-16,-2-2 0 0,3 0-2 0,-1 4 0 16,-3-2 0-16,3-2 3 0,-1 4 2 0,1-2-10 15,-1 0 4-15,-2-2 1 0,1 1 0 0,-2 2-2 16,4-1 4-16,-4 0-4 0,-4 2 2 0,4-4 3 16,1 2 5-16,-3 0-6 0,2-2 2 0,-2 2-2 15,0 0 4-15,-3 0-7 0,1 0 2 0,5 0 1 16,-5 0 0-16,4 0-4 0,0 0-1 0,3 0 4 15,-7 0-2-15,1 0 3 0,3 0 2 0,1 1-3 16,-5-1 2-16,3 0 3 0,0-1-4 0,0 2-3 16,1-1 14-16,-5-1-14 0,2 2-1 0,2-2 4 15,1 1-3-15,-3 1-3 0,3-2 2 0,-5 1 1 16,1 0 6-16,4 0 0 0,-4 1 11 0,0-1-12 16,4 0 3-16,1 0-1 0,-5 1-3 0,4-1 10 15,-5 2-11-15,1-2-4 0,4 0 0 0,1-2 0 16,-7 4 3-16,1-2-2 0,3-2-3 0,-4 4 1 0,4-2 15 15,-6 0-17-15,1 0 1 0,1 0 0 16,-2 0 1-16,4 0 3 0,-6-2-3 0,-8 2-1 16,16-1 1-16,-7 2 3 0,-1-2-7 0,-8 1 5 15,15 0 3-15,-8 1-7 0,1-1-2 0,-8 0 7 0,12 2-2 16,-3-2-1-16,-9 0 5 0,12 0-3 16,-12 0-2-16,15-2 7 0,-9 2-4 0,-6 0-2 15,16 0-2-15,-9 0 3 0,-7 0-3 0,15-2-6 16,-9 3-1-16,-6-1 9 0,13 0 12 0,-13 0 0 0,10 0-5 15,-10 0 16-15,13 0-14 0,-6 0-9 0,-7 0 7 16,14 0-4-16,-7-1 1 0,-7 1 0 0,14 0 2 16,-14 0-6-16,10-1 2 0,-10 1 1 15,12-2-6-15,-12 2 3 0,11 0 1 0,-11 0 0 0,12 0-4 16,-12 0 3-16,12 0 4 0,-12 0-11 0,0 0 12 16,9-1-7-16,-9 1 2 0,0 0-7 0,0 0 7 15,8 1 3-15,-8-1-3 0,0 0-4 0,0 0 3 16,0 0 1-16,0 0-2 0,0 0-11 0,0 0 0 15,11-3-23-15,-11 3-18 0,0 0-12 0,0 0-14 16,0 0-36-16,0 0-63 0,0 0-58 0,2-7-44 16,-2 7-232-16,0 0-552 0,-14-12 244 0</inkml:trace>
  <inkml:trace contextRef="#ctx0" brushRef="#br0" timeOffset="21799.22">25602 3739 33 0,'0'0'43'0,"0"0"-2"0,0 0 18 16,-6 1-17-16,6-1 2 0,0 0 0 0,0 0-1 15,0 0-1-15,0 0-7 0,0 0-4 0,0 0-1 16,-15 2 6-16,15-2-5 0,0 0 1 0,-10 3 3 16,10-3-8-16,0 0-1 0,0 0-5 0,-13 0-1 15,13 0-1-15,0 0-3 0,0 0 4 0,-14 4 4 16,14-4-2-16,0 0 11 0,0 0-1 0,-11 0-7 15,11 0 6-15,0 0 3 0,0 0 0 0,0 0-9 16,-11 3-2-16,11-3 5 0,0 0 0 0,0 0-3 16,0 0-3-16,0 0-2 0,0 0 0 0,0 0 3 15,0 0-3-15,0 0-7 0,0 0 2 0,0 0-1 16,0 0-6-16,0 0 1 0,0 0 2 0,0 0 2 16,0 0 3-16,0 0 2 0,0 0-7 0,0 0-4 15,0 0-2-15,0 0 9 0,0 0-13 0,0 0 0 16,0 0 4-16,0 0-3 0,0 0 15 0,0 0-14 15,0 0 0-15,0 0 1 0,0 0 0 0,0 0 11 16,0 0-25-16,0 0 10 0,0 0 5 0,32-3 7 16,-23 4 0-16,1-2-7 0,3 2 12 15,0-1-2-15,1 0-5 0,5 1-4 0,-1-1 9 16,-3 1-9-16,6 0 12 0,2-1 16 0,4-1-1 0,2 2-1 16,-2-4-3-16,1 2 5 0,0-3-11 0,-6 2 2 15,6 1-3-15,-8-1-2 0,0 1 2 0,0 1-2 16,-2-4 4-16,2 4-2 0,-6-1-2 0,-3 1-3 15,0-1-2-15,-3 0 0 0,2 1 2 0,-1-2-3 16,-1 2-4-16,-8 0-7 0,12 0 5 0,-12 0-5 16,13 0-8-16,-13 0-16 0,0 0-23 0,17 2-17 15,-17-2-22-15,15 1-22 0,-15-1-23 0,20 2-135 16,-13 1-284-16,-7-3 126 0</inkml:trace>
  <inkml:trace contextRef="#ctx0" brushRef="#br0" timeOffset="22879.42">29424 3643 34 0,'0'0'65'0,"0"0"2"0,-7 3-1 15,7-3-1-15,0 0 2 0,0 0 0 0,0 0 11 16,0 0-13-16,0 0 9 0,0 0-12 0,0 0 5 16,0 0-5-16,0 0-4 0,0 0-1 0,0 0-3 15,0 0-6-15,0 0 3 0,0 0-11 0,0 0-2 16,0 0-4-16,0 0 0 0,0 0 4 0,0 0 6 15,0 0-5-15,0 0 0 0,0 0-2 0,0 0 3 16,30 0-3-16,-18 1-1 0,3 1 5 0,4 0 7 16,-1-3-1-16,2 1-3 0,0 0-2 0,0 1 0 15,7-1-5-15,-7 0-1 0,0 0 3 0,2 0-7 0,0 2-1 16,1-4-2-16,5 2 4 0,0-1-1 16,-6 0 3-16,8 1-5 0,-8 0-8 0,-1 0 0 15,0-2 0-15,0 2-1 0,-2-1-3 0,0 2-5 16,0-1 4-16,-2 2-5 0,1-2 4 0,-8 0 4 15,3 0 4-15,-2 0-3 0,-2-2 3 0,-1 4-5 16,-8-2 3-16,14-2-7 0,-14 2-1 0,9 0 0 16,-9 0 0-16,0 0 4 0,11-1-1 0,-11 1 2 15,0 0-1-15,0 0-5 0,9 0 2 0,-9 0 1 16,0 0-4-16,0 0 0 0,0 0 1 0,0 0-3 16,0 0 2-16,9 0-2 0,-9 0-1 0,0 0-3 15,0 0 0-15,0 0 2 0,0 0-2 0,0 0-3 16,0 0 2-16,0 0-2 0,0 0 0 0,0 0-2 15,0 0-11-15,0 0-21 0,0 0-19 0,0 0-32 16,0 0-45-16,0 0-43 0,0 0-210 0,0 0-410 16,0 0 181-16</inkml:trace>
  <inkml:trace contextRef="#ctx0" brushRef="#br0" timeOffset="26348.43">30599 3644 106 0,'0'0'192'0,"0"0"-1"0,-6-11 8 16,2 6-11-16,4 5-8 0,-4-7-11 0,4 7-8 0,-7-4-16 16,7 4-10-16,-7-6-18 0,7 6-11 0,-7-3-9 15,7 3-12-15,-11-3-8 0,11 3-6 0,-11-2-11 16,11 2-8-16,-15 0-3 0,4 2-5 0,2 0-4 15,1 0-8-15,-4 3 0 0,0-2-5 0,1 0-4 16,2 1-3-16,0 2-1 0,3-2-3 16,-2 3-6-16,2-4-1 0,2 6 0 0,-4-3 4 15,4 0-4-15,4-6-1 0,0 10 0 0,0-10-2 0,7 12 0 16,-5-6 2-16,6 0-3 0,-2-3 2 0,6 2 0 16,-3 1 3-16,4-3-4 0,-2-1-6 15,1 1 3-15,-2-1 0 0,4-2-2 0,-4 1 0 16,3 3 2-16,-2-4-2 0,0 0 1 0,-3 0-3 15,-1 2 2-15,-7-2-1 0,11 0 2 0,-11 0-1 16,8 0 0-16,-8 0 0 0,0 0 2 0,0 0 0 16,11 0-1-16,-11 0 2 0,0 0-1 0,0 0-1 0,0 0-2 15,0 0 3-15,0 0-5 0,0 0 0 16,0 0-3-16,0 0 5 0,0 0-3 0,0 0 1 16,0 0-3-16,0 0 4 0,-35 0-3 0,28 3 0 15,-2-2-1-15,3 2 4 0,-2 0-2 0,1 0 1 16,-2 3 0-16,0 0 1 0,-1-2-2 0,2 5 5 15,0-1-5-15,-1 1 3 0,2 1-2 0,2-3 2 0,1 2-3 16,0-3 0-16,1 1 0 0,1-1 2 16,2-6-1-16,1 15-1 0,0-10-1 0,-1-5 7 15,4 12 0-15,0-7 1 0,5 1-1 0,-3-1 3 16,5-1-3-16,-2 2 2 0,3-2 4 0,0-1-7 16,-1-2-12-16,5 3-17 0,-4-2-22 0,4-1-28 15,-5-1-33-15,8-1-45 0,-2-1-36 0,1 0-167 16,-6 0-388-16,1-1 173 0</inkml:trace>
  <inkml:trace contextRef="#ctx0" brushRef="#br0" timeOffset="26665.51">30923 3774 70 0,'0'0'234'0,"0"0"-16"0,0 0-14 0,0 0-9 16,-13-11-7-16,13 11-10 0,-9-1-9 0,9 1-17 16,-11 0-11-16,11 0-18 0,-15 4-15 0,5-2-6 15,1 3-4-15,-2-2-9 0,1 4-9 0,-1 2-9 16,2-3-7-16,1 5-4 0,0-5-11 0,0 4-4 16,2-1-3-16,-4 0-8 0,4 0-1 0,4 1-4 15,1-5-1-15,-1 3-5 0,1 0-1 16,1-8-2-16,1 13 0 0,1-7-2 0,0 0 0 15,2-1-3-15,1-1 3 0,4 2-1 0,0-1-2 0,1-1 2 16,3 0-3-16,-1-2-3 0,0-2-15 0,2 1-3 16,3 1-24-16,-3-2-21 0,-2 0-34 15,-1-2-41-15,1 0-56 0,-3 1-55 0,-1-1-146 16,1-2-416-16,-2 1 184 0</inkml:trace>
  <inkml:trace contextRef="#ctx0" brushRef="#br0" timeOffset="29335.09">30915 7038 85 0,'0'0'166'15,"-5"-4"-1"-15,5 4-17 0,0 0-10 0,-10-3-22 0,10 3-10 16,-9-4-10-16,9 4-4 0,-10 0-10 15,10 0-4-15,-14 0-8 0,14 0-9 0,-13 1-4 0,5 2-8 16,1 0-4-16,0-2 0 0,2 4-10 16,-2-1-3-16,1-1-3 0,0 3-6 0,1-2 1 0,0 2-4 15,1 0 1-15,0-1-6 0,1 3 0 16,1-3 1-16,2-5-5 0,0 13 1 0,2-7 1 16,-2-6-3-16,4 12 4 0,1-5-4 0,0-3 2 15,1 1-3-15,1-1 5 0,-1 0 0 0,1-1 9 16,1-1-6-16,-2 1 1 0,2-2-3 0,-2 2 0 15,-6-3-1-15,10 2-1 0,-10-2-1 0,10 1 13 0,-10-1 4 16,0 0 5-16,9 0 2 0,-9 0-3 16,0 0-2-16,0 0 0 0,0 0-6 0,0 0-1 15,0 0 1-15,0 0-5 0,0 0-4 0,0 0-3 0,0 0 0 16,0 0 15-16,0 0-18 0,-21-8-1 0,21 8 1 16,-16 1-3-16,6 0 0 0,-1 4 1 0,0-2-3 15,0 1 2-15,-1 0 0 0,3 3-1 0,-2 1 0 16,-1-1 2-16,1 0-3 0,3 2 0 0,-2-1-1 15,2 2 1-15,2-1 4 0,0 0-1 0,1 1-5 16,1-3 3-16,1 2 2 0,2-2-5 0,1-7 6 16,2 15-5-16,1-8 1 0,2-1 2 0,2 0-1 15,3 0 2-15,-3 0-4 0,5-1 2 0,1-2 5 16,5 1-3-16,-1 1-4 0,0-3-14 0,2 0-17 16,-1-1-41-16,-1 2-37 0,2-5-48 0,-2 2-47 15,-4 0-153-15,-1-1-381 0,2-2 169 0</inkml:trace>
  <inkml:trace contextRef="#ctx0" brushRef="#br0" timeOffset="29728.08">31084 7199 94 0,'0'0'252'15,"0"0"-6"-15,0 0-9 0,0 0-17 0,0 0-14 16,0 0-20-16,1-7-17 0,-1 7-17 0,0 0-42 15,0 0-11-15,0 0-12 0,0 0-14 0,0 0-5 16,0 0-8-16,0 0-6 0,10 14-6 0,-6-8-5 16,-1 4-1-16,2 0-7 0,-3 1-2 15,2 1-2-15,3 0-4 0,-2-1-3 0,-2 0-1 0,1-1-1 16,0 0-4-16,0 0-1 0,1-1-3 0,-1 1 1 16,4-1-1-16,-3-2 1 0,-3 0-4 0,2-1 0 15,0-3-5-15,-4-3 6 0,5 10-5 0,-2-7 2 16,-3-3 0-16,5 8 16 0,-5-8 17 15,4 2 2-15,-4-2 10 0,0 0 8 0,6 3 12 0,-6-3 4 16,0 0-4-16,12-3-1 0,-12 3 6 0,13-6-6 16,-6 1-8-16,3-3-1 0,-1 1 3 0,-3-3-7 15,6 0-3-15,-5-1-13 0,3-3 3 0,0 1-5 16,-2-1-4-16,2-2-4 0,0 1 8 0,-2 1-24 16,-4-2 0-16,6 3-14 0,-5 0-16 0,-1 4-9 15,2-3-16-15,-1 5-11 0,-3 0-44 0,0 1-36 16,2 0-55-16,-2 1-63 0,-2 5-57 0,0 0-199 15,0 0-542-15,0 0 240 0</inkml:trace>
  <inkml:trace contextRef="#ctx0" brushRef="#br0" timeOffset="29888.41">31436 7273 57 0,'0'0'230'0,"0"0"-15"15,0 0-12-15,0 0-26 0,0 0-18 0,0 0-16 16,4 3-40-16,-4-3-52 0,0 0-74 0,0 0-84 16,0 0-95-16,0 0-218 0,0 0 97 0</inkml:trace>
  <inkml:trace contextRef="#ctx0" brushRef="#br0" timeOffset="34318.55">19771 2656 19 0,'0'0'198'0,"0"0"-16"0,0 0-15 15,0 0-4-15,0 0 0 0,0 0-11 16,0 0 1-16,0 0-7 0,0 0-6 0,-6-13-7 15,6 13-3-15,0 0-6 0,0 0-6 0,0 0-3 16,0 0-17-16,-4-5-8 0,4 5-10 0,0 0-10 0,0 0-6 16,0 0-7-16,0 0-11 0,0 0-6 0,0 0-8 15,0 0-2-15,0 0-4 0,0 0-5 0,0 0 4 16,0 0-9-16,-3 21 0 0,2-11-4 16,-1 2 0-16,0 3-4 0,1-1 1 0,0 3-1 15,1 0 1-15,0-1-2 0,0-5 1 0,0 5 2 16,1 0-2-16,0-3-2 0,-1-1 1 0,2 0 0 15,0 3-1-15,-2-2-1 0,1-2-2 0,-2 2 0 16,2-3 3-16,-1 2-2 0,2-1 1 0,-1 0-3 16,-1 0 2-16,0-3 1 0,0 2-8 0,0-2-7 15,0 2-8-15,0-10-10 0,-3 13-18 0,2-7-19 16,1-6-30-16,0 0-27 0,-5 15-37 0,5-15-37 16,-5 8-175-16,5-8-403 0,0 0 179 0</inkml:trace>
  <inkml:trace contextRef="#ctx0" brushRef="#br0" timeOffset="34598.58">19811 2649 77 0,'11'-6'149'0,"0"2"-20"0,-2 2-9 0,2 0-16 0,1 2-7 15,-2 0-16-15,1 0-2 0,1 2-3 0,-3 0-12 16,2 4-12-16,-2-3 0 0,-2 4-5 16,1 0-3-16,-3 1 11 0,-2 1 10 0,-2 0-4 15,-2-2-5-15,0 4-1 0,-4-2-6 0,-3 1-3 0,0-1-1 16,1 0-3-16,-5-1-7 0,2 0 2 16,-2-1-17-16,1 0-3 0,0-2-18 0,0-2-14 0,-1 1-27 15,0 0-17-15,2 1-29 0,0-3-18 16,3-1-135-16,7-1-261 0,-15 0 117 0</inkml:trace>
  <inkml:trace contextRef="#ctx0" brushRef="#br0" timeOffset="34822.4">20225 2837 95 0,'0'0'200'0,"0"0"-19"0,0 0-23 0,0 0-12 0,0 0-17 16,0 0-11-16,0 0-14 0,13-2-25 0,-13 2-19 16,0 0-38-16,16 0-47 0,-8 0-41 15,2 0-135-15,-10 0-216 0,21 2 95 0</inkml:trace>
  <inkml:trace contextRef="#ctx0" brushRef="#br0" timeOffset="35098.87">20555 2614 219 0,'0'0'237'0,"0"-8"-11"0,0 8-26 15,0 0-21-15,0 0-20 0,0 0-22 0,1-8-14 16,-1 8-16-16,0 0-11 0,0 0-1 0,4 22-9 16,-3-6-4-16,-1 0-6 0,1 1-3 0,-1-2-7 15,0 3-5-15,0-3 3 0,0 1-6 0,0-3-4 16,1 0-6-16,-1-2-3 0,-1 4-2 0,0-2-15 16,1-2-9-16,-1 0-13 0,1-1-16 0,-2 1-33 15,0-3-40-15,2 2-56 0,-1-4-55 0,1-6-159 16,0 0-383-16,-8 17 169 0</inkml:trace>
  <inkml:trace contextRef="#ctx0" brushRef="#br0" timeOffset="35598.58">20553 2749 101 0,'17'0'123'0,"-11"0"-15"16,3 0 6-16,0 0-2 0,1 0-6 0,-2 0-12 16,-8 0-4-16,17 0-14 0,-10 0-9 15,-7 0-3-15,13 0-10 0,-13 0-1 0,13 2 1 0,-13-2-16 16,10 1 3-16,-5 0-7 0,-5-1-4 0,10 2-1 16,-3 0-2-16,-7-2-6 0,9 5 1 0,-4-1-5 15,1-2 3-15,-2 3-1 0,-4-5 1 16,8 7-1-16,-4-2-5 0,-4-5 1 0,6 9-2 15,-3-6-1-15,-3-3 4 0,7 6-4 0,-3-3-5 16,-4-3 2-16,7 5 1 0,-7-5-2 0,6 5 5 16,-6-5-10-16,6 4 4 0,-6-4 0 0,9 3 0 15,-9-3 2-15,7 0-1 0,-7 0 1 0,9 0 2 16,-9 0-5-16,0 0 2 0,12-3 9 0,-12 3 9 16,8-5 8-16,-4 1-4 0,-4 4-3 0,9-7 0 15,-4 2 12-15,1 0 1 0,-2-2 0 0,1 2 3 16,-1 1 3-16,0-1 12 0,-4 5-1 0,5-7-1 15,-5 7-2-15,4-5-4 0,-4 5-9 0,0 0-6 16,6-4-1-16,-6 4-8 0,0 0-7 0,0 0-4 16,0 0 7-16,0 0-3 0,0 0-2 0,7 16 2 15,-9-8-3-15,2 2 12 0,0 1-6 0,-1 1 0 16,1-2-2-16,-1 6 0 0,-1-5-2 0,1 0 3 16,1 0-13-16,0-2-11 0,0 2-18 0,0-2-22 15,0 0-47-15,0-9-61 0,1 18-45 0,-1-11-191 16,0-7-418-16,2 11 184 0</inkml:trace>
  <inkml:trace contextRef="#ctx0" brushRef="#br0" timeOffset="35848.64">21070 2619 18 0,'0'0'273'0,"0"-9"-21"0,0 9-21 0,1-8-28 15,-1 8-20-15,0 0-18 0,0 0-22 16,0 0-12-16,0 0-14 0,0 0-13 0,0 0-3 16,0 27-9-16,-1-9-8 0,-1-1-8 0,1 2-6 15,-1 0-5-15,-2 0 0 0,1 1-5 0,-1-1-2 16,2 0-3-16,-1 0-5 0,1-3-5 0,-2 2-5 16,0-4-5-16,3 2-15 0,-2-4-17 0,1-1-21 15,-1-1-37-15,0 1-45 0,2-1-59 0,-1-5-58 16,2-5-148-16,-8 12-396 0,8-12 175 0</inkml:trace>
  <inkml:trace contextRef="#ctx0" brushRef="#br0" timeOffset="36298.44">21108 2733 85 0,'0'0'112'0,"8"1"-13"15,-8-1-7-15,0 0-10 0,6 5-7 0,-6-5 10 16,4 7 5-16,-4-7-7 0,1 9-14 0,-1-9-3 16,0 0-4-16,-8 14-4 0,8-14-10 0,-5 9-8 15,5-9 0-15,-6 6 4 0,6-6-13 0,-4 3-2 16,4-3-3-16,0 0-1 0,-4 7-4 16,4-7-4-16,0 0 1 0,0 0-7 0,0 0-6 15,0 0 9-15,0 0-6 0,7 10 9 0,-7-10-10 16,12 1 4-16,-4 0 0 0,2-1-1 0,3-1-4 15,0 0 4-15,1-1-5 0,3 1 8 0,2-3-7 0,-2 1-3 16,2-2 3-16,0 1 6 0,-4-1-7 0,2 0 3 16,-1 0-4-16,-3 1 5 0,-1-2-5 15,-2 1 7-15,-1-1 3 0,-3 3 9 0,1-2-6 16,-4-2 8-16,3 2 12 0,-4-1-1 0,1 0-3 16,-3 6-4-16,1-15 8 0,-1 15 5 0,-4-11-7 15,2 5 5-15,-2 0 1 0,-3 1-5 0,1 0-6 16,-4 1 0-16,-1 1-1 0,1 3 4 0,10 0-3 15,-20 3 1-15,9 3 0 0,-1 1-5 0,3 2-5 0,0-1 0 16,-4 4-6-16,8 0 2 0,-1-1 2 16,0-2-3-16,3 1-2 0,1 2 2 0,4-2-6 15,0 0-22-15,3 1-47 0,2-2-40 0,2-1-81 16,3-2-167-16,5 2-375 0,3-3 167 0</inkml:trace>
  <inkml:trace contextRef="#ctx0" brushRef="#br0" timeOffset="37449.37">26666 2629 42 0,'0'0'254'0,"0"0"-17"0,0 0-18 16,-5-9-15-16,5 9-20 0,0 0-13 0,0 0-19 16,0 0-19-16,0 0-18 0,0 0-15 15,0 0-4-15,0 0-18 0,0 0-4 0,0 0-8 16,0 0-3-16,0 0-7 0,-7 27-4 0,3-17-3 15,1 2-7-15,3-2 0 0,-4 0-8 0,2 2 0 16,0-2-6-16,1 2-2 0,-3-2-2 0,4 0-2 0,-2 0-2 16,2-10-20-16,-2 20-6 0,2-20-12 0,0 12-28 15,0-12-29-15,0 0-37 0,0 18-39 16,0-18-34-16,0 0-153 0,4 14-365 0,-4-14 161 16</inkml:trace>
  <inkml:trace contextRef="#ctx0" brushRef="#br0" timeOffset="37615.37">26657 2701 25 0,'0'0'123'0,"17"-1"-12"0,-8 1-14 0,3-2-11 15,-12 2 0-15,33 3-13 0,-15-1-6 16,2-2-8-16,-1 4-9 0,-2-1-7 0,4-2-19 0,-3 3-36 15,0-2-46-15,-4 0-71 0,-4 2-140 0,-10-4 62 16</inkml:trace>
  <inkml:trace contextRef="#ctx0" brushRef="#br0" timeOffset="37831.37">26959 2609 105 0,'0'0'199'15,"0"0"-14"-15,0 0-10 0,0-14-20 0,0 14-14 16,0 0-17-16,0 0-14 0,0 0-15 0,0 0-12 16,0 0-10-16,0 0-5 0,0 0-7 0,0 0-5 15,10 29 2-15,-10-16-14 0,2 3 1 0,-2 1-6 16,0 1-13-16,2-3-15 0,1-1-33 0,-1 2-26 16,0-3-63-16,2 0-40 0,-4-3-103 0,0-10-275 15,5 20 122-15</inkml:trace>
  <inkml:trace contextRef="#ctx0" brushRef="#br0" timeOffset="38081.18">27319 2527 232 0,'0'-12'246'0,"0"12"-24"16,0 0-24-16,0-11-23 0,0 11-24 0,0 0-15 15,0 0-15-15,0 0-9 0,0 0 8 0,0 0-12 16,0 0-6-16,-4 41-12 0,4-24-8 0,-1 0-5 16,-3 1-8-16,4-1-7 0,-2 0-3 0,0 0-5 15,2-1-5-15,-2-1-5 0,-1 1-3 0,3-4-18 16,-1 0-13-16,-1-1-20 0,2-11-29 0,-2 19-46 16,2-19-64-16,0 17-58 0,0-17-143 0,-4 13-377 15,4-13 168-15</inkml:trace>
  <inkml:trace contextRef="#ctx0" brushRef="#br0" timeOffset="38515.56">27344 2641 61 0,'11'-2'145'16,"-11"2"-8"-16,20 0 2 0,-9-1-8 0,-11 1-16 0,21 0-9 15,-11 1-14-15,-10-1-1 0,14 4-12 0,-7-2 1 16,-7-2 7-16,13 4-5 0,-5 0 2 16,-8-4-6-16,9 6-3 0,-9-6 5 0,6 8-8 15,-1-2 1-15,-5-6-11 0,4 11-8 0,-4-11-6 16,7 10 1-16,-3-4-9 0,-4-6-2 0,9 10-3 16,-5-6-2-16,-4-4-3 0,9 9-2 0,-3-5-4 15,-6-4 0-15,13 3 0 0,-13-3-3 0,18 0-3 16,-7 2-2-16,-11-2 1 0,18-2-4 0,-18 2 2 15,18-3-1-15,-10 1-1 0,-8 2-1 0,12-8 4 16,-6 4-4-16,-6 4 1 0,10-11-6 0,-6 4 11 16,-4 7-5-16,5-12 1 0,-3 6 3 0,-2 6 1 15,3-12-1-15,-3 12 7 0,2-9 1 0,-2 9 1 16,0 0-7-16,4-9-5 0,-4 9-7 0,0 0-3 16,0 0-2-16,0 0 0 0,0 0-3 0,0 0 2 15,0 0 2-15,0 0-2 0,0 0 4 0,-2 38-6 16,0-25 1-16,2 2 6 0,-2-3-6 0,0 0 3 15,2 0-15-15,2 0-21 0,-2-12-27 0,1 23-52 16,0-12-66-16,-1-11-50 0,2 16-122 16,-2-16-379-16,0 13 168 0</inkml:trace>
  <inkml:trace contextRef="#ctx0" brushRef="#br0" timeOffset="38765.37">27798 2595 218 0,'0'0'259'0,"0"-20"1"16,0 10-6-16,0 10-12 0,0-10-21 0,0 10-25 15,0 0-21-15,0 0-21 0,0 0-21 0,0 0-14 16,0 0-11-16,0 0-13 0,0 0 2 0,0 0-9 16,0 47-9-16,-4-20-5 0,2-8-5 0,-2 7-5 15,2 0-8-15,0-1-4 0,0-7-4 0,0 1-4 16,0 0-16-16,-1-1-10 0,3 0-18 0,-2-5-24 15,-2 3-22-15,4 0-26 0,-2-5-45 0,0 1-49 16,2-12-48-16,-4 20-205 0,4-20-454 0,-5 12 202 16</inkml:trace>
  <inkml:trace contextRef="#ctx0" brushRef="#br0" timeOffset="39199.9">27851 2691 76 0,'0'0'125'16,"19"-2"-13"-16,-19 2-3 0,0 0-13 0,0 0-11 15,18 9-7-15,-18-9-3 0,2 10-11 0,-2-10 5 16,0 0-12-16,-5 21-6 0,5-21-4 0,-7 14-4 16,7-14-2-16,-8 12 10 0,8-12-11 0,-9 8-1 15,9-8-5-15,-10 7 3 0,10-7 1 0,0 0-6 16,-8 9-2-16,8-9-1 0,0 0 2 0,0 0 0 15,0 0-8-15,0 0-2 0,0 0-3 0,0 0 6 16,0 0 0-16,0 0-5 0,0 0 1 0,31 1-3 16,-31-1 0-16,25-5-1 0,-13 1-5 0,3 2 1 15,-2-1-1-15,1-2 0 0,-3 0-4 0,2 0 3 16,0 0-1-16,1-3-3 0,-2 3 9 0,-1-1 3 16,-5-1 0-16,3 1 10 0,-4-1 4 0,3 0 5 15,-3-1-2-15,-5 8-2 0,3-11 2 0,-3 11 3 16,0-12 2-16,0 12 5 0,0 0 8 15,-8-16-3-15,8 16-3 0,-5-7 3 0,5 7-6 16,-8-5-4-16,8 5-11 0,0 0 2 0,-18 4 2 0,18-4-4 16,-18 8-2-16,12 1-7 0,-3-1 1 0,3-1 0 15,-2 1-3-15,6 2-4 0,-2-2 4 16,1 2-2-16,3-10 1 0,5 19-17 0,-1-8-26 16,6-5-55-16,-10-6-83 0,19 12-250 0,-2-7-447 15,2-2 199-15</inkml:trace>
  <inkml:trace contextRef="#ctx0" brushRef="#br0" timeOffset="39358.5">28467 2721 2646 0,'11'-4'167'0,"-11"4"-85"0,11-3-36 0,-11 3 8 16,9-4 31-16,-9 4 19 0,0 0 6 0,11-4 3 16,-11 4-20-16,0 0-6 0,0 0-15 0,10-4-6 15,-10 4-7-15,0 0-16 0,0 0-31 0,0 0-47 16,0 0-53-16,0 0-56 0,0 0-56 0,0 0-85 15,0 0-230-15,0 0-557 0,0 0 247 0</inkml:trace>
  <inkml:trace contextRef="#ctx0" brushRef="#br0" timeOffset="43630.37">19545 6476 33 0,'0'0'96'0,"0"0"-14"0,0 0 3 16,0 0-11-16,0 0-8 0,0 0-1 0,-6-5-6 15,6 5 3-15,0 0-18 0,0 0-1 0,0 0-3 16,0 0-18-16,0 0 13 0,0 0-8 0,0 0-2 16,-8-2-3-16,8 2 7 0,0 0-11 0,0 0 3 15,0 0-9-15,-9-1-6 0,9 1 16 0,0 0 6 16,0 0-1-16,-10 0-10 0,10 0 4 0,0 0 1 15,0 0-5-15,-13 1 9 0,13-1-2 0,0 0-2 16,0 0-15-16,-10-1 21 0,10 1 5 0,0 0-4 16,0 0-1-16,-9 2 3 0,9-2-3 0,0 0 1 15,0 0 0-15,0 0 3 0,0 0-1 0,-9 1 6 16,9-1-3-16,0 0 2 0,0 0-4 0,0 0 1 16,0 0-5-16,-9 3 6 0,9-3-1 0,0 0-1 15,0 0 2-15,0 0-9 0,0 0 1 0,0 0-1 16,0 0 6-16,0 0-8 0,0 0-2 0,0 0 2 15,0 0-4-15,0 0-1 0,0 0-2 0,0 0-2 16,0 0 0-16,0 0 5 0,0 0-6 0,0 0-2 16,0 0 0-16,0 0-2 0,0 0-1 0,0 0-3 15,0 0 0-15,0 0-1 0,0 0 2 0,0 0 0 16,0 0-1-16,0 0-1 0,0 0 4 0,0 0 1 16,0 0 1-16,0 0 4 0,0 0 2 0,0 0 4 15,0 0-3-15,0 0 3 0,0 0 4 0,0 0-1 16,0 0 1-16,0 0 1 0,0 0-4 0,0 0-2 15,0 0 0-15,0 0-3 0,-12-3 5 0,12 3-2 16,0 0 1-16,0 0-3 0,0 0 0 0,0 0-5 16,0 0-3-16,0 0 5 0,0 0-2 0,0 0-3 15,0 0-4-15,0 0 0 0,0 0 2 0,0 0 2 16,0 0-1-16,0 0-5 0,0 0-1 0,0 0 2 16,0 0-2-16,0 0 3 0,0 0 2 0,0 0 0 15,0 0 1-15,0 0 3 0,0 0-2 0,31 3 0 0,-22-3-4 16,-9 0 5-16,17-1-5 0,-8-1 2 0,0 2 1 15,-9 0 3-15,15-1 5 0,-5 1 0 0,0-1 2 16,-1 1-2-16,3-1-5 0,-12 1-2 16,16-1 20-16,-9 1-2 0,-7 0 0 0,13-1-5 15,-13 1 0-15,12-2-4 0,-12 2 0 0,10 0 0 0,-10 0-1 16,8 0 3-16,-8 0 5 0,8-3-2 16,-8 3 2-16,0 0-5 0,0 0 5 0,0 0-7 15,11-1-2-15,-11 1-1 0,0 0-4 0,0 0-1 16,0 0 1-16,0 0-1 0,0 0-8 0,0 0-12 0,0 0-12 15,0 0-19-15,0 0-24 0,0 0-36 0,0 0-45 16,0 0-57-16,0 0-53 0,0 0-152 0,0 0-441 16,0 0 195-16</inkml:trace>
  <inkml:trace contextRef="#ctx0" brushRef="#br0" timeOffset="44193.65">20038 6416 79 0,'0'0'146'0,"0"0"-14"0,0 0-9 0,0 0-10 16,0 0-4-16,0 0-6 0,0 0-2 0,0 0-2 16,0 0 8-16,0 0-14 0,0 0-2 15,-27-3 2-15,27 3-5 0,0 0-2 0,0 0-1 16,-12-1-2-16,12 1-4 0,0 0 0 0,-9 0-12 0,9 0-4 16,0 0-4-16,0 0-2 0,0 0-1 0,-11-3-2 15,11 3-3-15,0 0-5 0,0 0-4 0,0 0-3 16,0 0-3-16,0 0-1 0,0 0 0 0,0 0-2 15,0 0-3-15,-10 0-4 0,10 0-3 0,0 0-1 16,0 0 1-16,0 0-3 0,0 0 2 0,0 0 0 16,0 0 0-16,0 0-2 0,0 0-1 0,0 0-1 15,29 1 5-15,-29-1-7 0,15 0 5 0,-8 0 0 16,4 0-5-16,-1 0 3 0,0 0 1 0,0 0 3 16,0 0 0-16,-2 0-5 0,-8 0-1 0,18-1-1 15,-10 1-3-15,-8 0-1 0,14 0-1 0,-8 0-2 16,-6 0 0-16,14-1 2 0,-14 1 1 0,8-2-1 15,-8 2 6-15,11 0-3 0,-11 0 3 0,0 0-2 16,0 0-1-16,11 0-1 0,-11 0-1 0,0 0-1 16,0 0-3-16,0 0 4 0,0 0-3 0,0 0-1 15,10 0-5-15,-10 0-6 0,0 0-17 0,0 0-19 16,0 0-18-16,0 0-29 0,0 0-41 0,0 0-15 16,0 0-29-16,0 0-42 0,0 0-195 0,0 0-441 15,0 0 195-15</inkml:trace>
  <inkml:trace contextRef="#ctx0" brushRef="#br0" timeOffset="44564.2">20433 6428 83 0,'0'0'235'16,"0"0"-1"-16,0 0-6 0,0 0-14 0,7 3-9 15,-7-3-8-15,0 0-21 0,0 0-12 0,0 0-20 16,0 0-10-16,0 0-9 0,0 0-12 0,0 0-7 16,0 0-12-16,0 0-4 0,0 0-6 0,7 3-3 15,-7-3-4-15,0 0 0 0,13-2-9 0,-13 2-4 16,13-1-7-16,-7-2-5 0,-6 3-7 0,19-3 0 16,-12 2 1-16,0 0-1 0,1-1-3 0,5 2-6 15,-3-2-1-15,0 1-4 0,3-1-1 0,-5 1-3 16,2 0-4-16,1 1-2 0,-3-1-3 0,-8 1 1 15,14-1-2-15,-6-1-1 0,-8 2-5 0,10-1 3 16,-10 1-2-16,10-1-1 0,-10 1-5 0,10-2-1 16,-10 2-4-16,0 0 1 0,10 0-2 0,-10 0-15 15,0 0-18-15,0 0-17 0,0 0-18 0,0 0-22 16,10 0-25-16,-10 0-31 0,0 0-33 0,0 0-35 16,0 0-34-16,4 7-169 0,-4-7-452 0,0 0 200 15</inkml:trace>
  <inkml:trace contextRef="#ctx0" brushRef="#br0" timeOffset="44913.49">20952 6413 90 0,'0'0'236'15,"0"0"-11"-15,0 0-6 0,0 0-12 0,0 0-14 16,0 0-9-16,0 0-15 0,0 0-14 0,0 0-15 15,0 0-10-15,0 0-14 0,0 0-11 0,0 0-4 16,0 0-5-16,0 0-7 0,0 0-8 0,0 0-7 16,0 0-4-16,14 0-8 0,-14 0-2 0,12-1-4 15,-12 1-6-15,14 0 1 0,-5-2-3 0,1 1 6 16,-1 1-4-16,1 0-5 0,-1 0 0 0,1 0-6 16,2-1-4-16,-2-1-2 0,-2 2-5 0,3 0 1 15,-11 0-4-15,12-1-1 0,-5-2-5 0,-7 3 2 16,14 0-3-16,-14 0 1 0,11-2-2 0,-11 2-8 15,7 0 2-15,-7 0 3 0,9-1-4 0,-9 1 0 16,0 0-5-16,0 0-1 0,9-2-14 0,-9 2-15 16,0 0-18-16,0 0-23 0,0 0-28 0,0 0-41 0,0 0-37 15,0 0-30-15,0 0-43 0,0 0-186 16,7 5-464-16,-7-5 205 0</inkml:trace>
  <inkml:trace contextRef="#ctx0" brushRef="#br0" timeOffset="45233.9">21465 6385 114 0,'0'0'249'0,"0"0"-7"0,0 0-11 16,0 0-17-16,0 0-10 0,0 0-12 0,0 0-17 0,0 0-10 15,0 0-9-15,0 0-6 0,0 0-11 16,5 2-6-16,-5-2-11 0,0 0-10 0,0 0-9 15,0 0-6-15,10-1-9 0,-10 1-1 0,0 0-9 16,15-1-4-16,-15 1-6 0,12-2 0 0,-5 2-7 0,-7 0-2 16,12-3-10-16,-12 3 0 0,13 0-5 15,-4-1-15-15,0-1 5 0,-2 0-8 0,1 1-1 0,-8 1 1 16,14-1-1-16,-8 1-2 0,-6 0-3 16,13-3-4-16,-13 3-1 0,9 0-7 0,-9 0-17 15,8 0-22-15,-8 0-23 0,0 0-20 0,0 0-19 0,10 0-34 16,-10 0-37-16,0 0-33 0,0 0-24 0,9 3-34 15,-9-3-170-15,2 5-459 0,-2-5 204 0</inkml:trace>
  <inkml:trace contextRef="#ctx0" brushRef="#br0" timeOffset="45515.52">21891 6375 247 0,'0'0'254'0,"8"2"-9"15,-8-2-12-15,0 0-13 0,0 0-11 0,0 0-13 16,0 0-7-16,8 1-16 0,-8-1-8 0,0 0-8 16,11-1-6-16,-11 1-13 0,0 0-4 0,0 0-12 15,12-3-5-15,-12 3-5 0,0 0-5 16,11-1-10-16,-11 1-15 0,9-1 6 0,-9 1-20 16,9-2-11-16,-9 2 5 0,12-2-14 0,-5 2 3 0,-7 0-14 15,12-1-4-15,-12 1 7 0,11-1-12 16,-11 1-6-16,13-2-1 0,-13 2-15 0,7-1-19 0,-7 1-27 15,10-3-25-15,-10 3-19 0,9-1-27 0,-9 1-38 16,0 0-37-16,10-2-36 0,-10 2-33 0,10 0-209 16,-10 0-503-16,10-1 222 0</inkml:trace>
  <inkml:trace contextRef="#ctx0" brushRef="#br0" timeOffset="45747.95">22322 6354 9 0,'0'0'252'15,"9"0"-3"-15,-9 0-2 0,0 0-8 0,0 0-11 16,0 0-10-16,8 2-10 0,-8-2-9 0,0 0-18 16,0 0-10-16,0 0-7 0,6 3-15 0,-6-3-8 15,0 0-7-15,0 0-4 0,0 0-18 16,0 0-12-16,8 1-11 0,-8-1-8 0,0 0-7 0,11-3-6 16,-11 3-7-16,0 0-6 0,14-1-8 0,-14 1-2 15,8 0-30-15,-8 0-28 0,8-2-23 0,-8 2-24 16,7-1-26-16,-7 1-37 0,9-3-39 0,-9 3-45 15,9 0-36-15,-9 0-213 0,9-1-494 0,-9 1 218 16</inkml:trace>
  <inkml:trace contextRef="#ctx0" brushRef="#br0" timeOffset="45932.25">22614 6342 15 0,'10'0'218'0,"-10"0"1"0,0 0 6 15,10 1-1-15,-10-1-2 0,9 0-7 0,-9 0-5 16,13 1-8-16,-7-1-7 0,-6 0-12 0,13 0 1 15,-7 0-2-15,-6 0-4 0,17 0-9 0,-7-1-10 16,-1 1-19-16,-1-1-17 0,-8 1-13 0,18-1-10 16,-10 0-6-16,0 1-13 0,0-2-30 0,-8 2-27 15,15-2-36-15,-8 0-40 0,-7 2-35 0,14-5-45 16,-4 3-49-16,0-1-43 0,0 0-34 0,3 2-206 16,-7 0-500-16,5 0 221 0</inkml:trace>
  <inkml:trace contextRef="#ctx0" brushRef="#br0" timeOffset="46082">22974 6315 55 0,'0'0'144'0,"8"0"9"16,-8 0-1-16,7 0 8 0,-7 0 1 0,13-1-7 16,-13 1-13-16,13 0-6 0,-6-1-14 0,4-1-13 15,-11 2-9-15,16-1-11 0,-3-3-2 0,0 4-15 16,1-3-7-16,-1 1-21 0,-1 0-38 0,0-1-53 16,1-2-54-16,-2 3-44 0,1-1-128 15,-2 1-298-15,1-3 132 0</inkml:trace>
  <inkml:trace contextRef="#ctx0" brushRef="#br0" timeOffset="46220.39">23318 6276 213 0,'0'0'224'0,"0"0"3"15,7 2-10-15,-7-2-12 0,0 0-13 0,0 0-16 16,0 0-13-16,0 0-15 0,0 0-12 0,9 1-13 16,-9-1-10-16,0 0-15 0,0 0-11 0,0 0-25 15,9-5-36-15,-9 5-51 0,0 0-57 0,9-4-62 16,-9 4-59-16,7-3-123 0,-7 3-354 0,11-4 157 15</inkml:trace>
  <inkml:trace contextRef="#ctx0" brushRef="#br0" timeOffset="46368.37">23517 6222 48 0,'0'0'143'0,"0"0"-22"15,0 0-27-15,0 0-31 0,0 0-50 0,0 0-94 16,0 0-87-16,0 0 39 0</inkml:trace>
  <inkml:trace contextRef="#ctx0" brushRef="#br0" timeOffset="47564.9">18791 6325 13 0,'0'0'209'0,"-14"0"-1"0,3 0-13 0,0 0-13 15,1 2-10-15,-4-1-9 0,1 0-13 0,5 1-13 16,-3 1-10-16,-2 0-13 0,1 1-4 16,2-1-7-16,1 0-8 0,-1 1-11 0,5 2-10 0,-4-2-6 15,5 1-9-15,0 1-7 0,1-1-3 0,-2 0-5 16,5-5-5-16,-2 10-4 0,2-10 0 0,2 10-7 16,1-3 3-16,2-3-7 0,1-1 5 0,0 0-5 15,2-1 4-15,-1 2-4 0,1-2-3 0,2 0-3 16,2 0-1-16,-3 1-5 0,-2-2 5 0,-7-1 0 15,14 0-3-15,-7 0-3 0,-7 0 1 0,11 0-4 16,-11 0 0-16,9 0 5 0,-9 0-1 0,0 0 0 16,0 0-1-16,0 0-2 0,0 0-4 0,0 0-1 15,0 0 1-15,0 0-4 0,0 0 1 0,0 0-2 16,0 0 2-16,0 0 1 0,-27 2 0 0,16 1-3 16,2 2 0-16,-1-1 1 0,0 1 2 0,-1-2 2 15,-1 4 1-15,3-3 2 0,1 3 0 0,0-3-1 16,1 5 0-16,-1-4-3 0,3 2 3 0,1-2-3 15,4-5-2-15,-6 8 0 0,3-2 1 0,3-6 1 16,-4 10 3-16,4-10-1 0,4 11 0 0,-4-11 0 16,3 7 4-16,2-3-3 0,4 0 4 0,0 0 3 15,2 1-6-15,2-2-2 0,0-3-15 0,-1 2-16 16,0-1-25-16,2-1-45 0,-2 3-49 0,5-3-49 16,-4-3-44-16,1 3-154 0,-1 0-422 0,1 0 187 15</inkml:trace>
  <inkml:trace contextRef="#ctx0" brushRef="#br0" timeOffset="48083.48">18933 6521 37 0,'0'0'257'0,"0"0"-13"16,0 0-12-16,1-8 8 0,-1 8-22 0,0 0-19 16,0 0-22-16,0 0-21 0,0 0-10 0,0 0-10 15,0 0-6-15,0 0-12 0,1 19-8 0,-1-19-12 16,-2 14-6-16,0-7-8 0,0 3-7 0,2-3-7 15,0-7-6-15,-1 13-4 0,-1-7-8 0,2-6-3 0,0 13-8 16,0-13 1-16,-2 9-3 0,2-9-9 0,-1 8 1 16,1-8-7-16,0 0 3 0,0 8-1 15,0-8 0-15,0 0 18 0,0 0 12 0,0 0 11 16,-2 8 8-16,2-8 15 0,0 0 5 0,0 0-7 0,0 0-8 16,0 0 4-16,0 0-3 0,0 0-10 15,0 0-26-15,8-21 12 0,-6 13-9 0,2-3-3 16,0 0-2-16,4-3-10 0,0 1-5 0,-2 2-3 15,2-6-2-15,-2 1-5 0,2 3 7 0,-3 1-6 0,1 2-3 16,2-7-5-16,-3 8 0 0,0 1 6 0,1-1 9 16,-2 3-9-16,0 0 6 0,-1 1-6 15,-3 5 1-15,2-8-2 0,-2 8-8 0,5-4 1 16,-5 4-20-16,0 0 13 0,7-7-6 0,-7 7 0 16,0 0-3-16,0 0 14 0,11 7 2 0,-6-1-15 0,-1-2 1 15,0 3 7-15,1 2-4 0,-1-1 7 0,1 3 1 16,-2-1 2-16,0 2-3 0,1 1 7 0,-1-4-19 15,-1 4 12-15,0-3 8 0,2 1-7 0,-2-2 2 16,1 3 3-16,-1-3-6 0,1 1 2 0,1 1-2 16,-4-5 3-16,2 0 1 0,-2-6-4 0,4 11 4 15,-3-5-3-15,3 0 2 0,-3 1-14 0,-1-7-11 16,2 7-7-16,-2-7-22 0,1 8-38 16,-1-8-23-16,1 8-26 0,-1-8-24 0,0 0-27 0,0 0-52 15,-1 9-46-15,1-9-63 0,0 0-198 0,-9 1-587 16,9-1 259-16</inkml:trace>
  <inkml:trace contextRef="#ctx0" brushRef="#br0" timeOffset="48260.17">18953 6557 230 0,'0'0'246'0,"0"0"-15"16,0 0-18-16,0 0-13 0,0 0-25 0,18-9-16 15,-9 6-16-15,3 0-15 0,-1 1-12 0,1-2-34 16,0 3-58-16,1-2-78 0,4-1-99 0,-7-1-137 16,8-1-315-16,-5 1 140 0</inkml:trace>
  <inkml:trace contextRef="#ctx0" brushRef="#br0" timeOffset="51661.25">25697 4236 28 0,'5'5'87'0,"-5"-5"-6"16,0 0-2-16,0 0-7 0,0 0-8 0,0 0-5 15,0 0-10-15,0 0 3 0,0 0-6 0,0 0-7 16,0 0-6-16,0 0-9 0,0 0 0 0,0 0-1 16,0 0 3-16,0 0 0 0,0 0-8 0,0 0-4 15,0 0 4-15,0 0 9 0,0 0-14 0,-23 5 9 16,23-5 7-16,0 0 0 0,-6 0-3 0,6 0 0 15,0 0-7-15,0 0 11 0,-10 1-15 0,10-1 3 16,0 0 2-16,0 0 3 0,-9 2-4 0,9-2-4 16,0 0-1-16,0 0 2 0,-8 1 4 0,8-1 0 15,0 0 6-15,0 0-1 0,0 0-7 0,0 0 15 16,-9 3-10-16,9-3 5 0,0 0 9 0,0 0 1 16,0 0-1-16,-7 0-4 0,7 0 13 0,0 0-4 15,0 0 4-15,0 0-4 0,0 0 4 0,0 0-5 16,0 0 2-16,0 0-4 0,-9 0 0 0,9 0-2 15,0 0-3-15,0 0-2 0,0 0 0 16,0 0-6-16,0 0-5 0,0 0 3 0,0 0-4 0,0 0 1 16,0 0-2-16,-7 4 1 0,7-4 0 0,0 0 2 15,0 0-1-15,0 0-1 0,0 0 1 0,0 0 3 16,0 0 1-16,0 0 0 0,0 0 4 0,0 0 0 16,0 0 1-16,0 0-2 0,0 0 1 0,0 0-2 15,0 0-4-15,0 0 7 0,0 0-4 0,0 0-9 16,0 0-2-16,0 0 0 0,0 0-2 0,0 0-2 15,0 0-3-15,0 0 1 0,0 0 1 0,0 0-3 16,0 0 3-16,0 0-4 0,0 0 2 0,0 0-4 16,0 0-1-16,0 0-1 0,-9 3 3 0,9-3-4 15,0 0 1-15,0 0 2 0,0 0-2 0,0 0 0 16,0 0 3-16,-9 1-3 0,9-1 0 0,0 0-3 16,0 0 2-16,-9 0 0 0,9 0 4 0,0 0-4 15,0 0-2-15,-8 2 1 0,8-2 3 0,0 0 2 16,0 0 1-16,0 0 3 0,0 0 0 0,0 0-3 15,0 0 4-15,0 0-4 0,-8 2 0 0,8-2-3 16,0 0 5-16,0 0-5 0,0 0 5 16,0 0-5-16,0 0-1 0,0 0-1 0,0 0 3 0,0 0-4 15,0 0 3-15,0 0 1 0,0 0-1 0,0 0-2 16,0 0-2-16,0 0-1 0,0 0 1 0,0 0 1 16,0 0 10-16,0 0 2 0,0 0 1 0,0 0 0 15,28 3-4-15,-17-5-2 0,-11 2 5 0,17 0 0 16,-4-1-1-16,-3-1-2 0,3 2-2 0,2 0-1 15,-2-2 8-15,1 1-8 0,-3 1 5 0,2-1 2 16,3 1-1-16,-5 0 4 0,3-2-5 0,-2 2-1 16,2 0 7-16,-1-1 5 0,-3 0 1 0,3-1-1 15,-2 2 5-15,-2 0 1 0,3-2-2 0,-5 1 0 16,-7 1 2-16,10-1-2 0,-10 1 5 0,10-2 6 16,-10 2-3-16,0 0 3 0,11-1 4 0,-11 1 11 15,0 0-8-15,0 0 0 0,9 0 4 0,-9 0-5 16,0 0 0-16,0 0-6 0,0 0-1 0,0 0 7 15,0 0-11-15,0 0-3 0,0 0-10 16,0 0-6-16,9 0-6 0,-9 0-15 0,0 0-9 16,0 0-23-16,0 0-27 0,0 0-33 0,0 0-43 15,0 0-45-15,0 0-57 0,0 0-59 0,0 0-188 0,0 0-531 16,0 0 236-16</inkml:trace>
  <inkml:trace contextRef="#ctx0" brushRef="#br0" timeOffset="52152.02">26400 4202 36 0,'0'0'113'0,"0"0"4"0,0 0 2 0,0 0 2 16,0 0-1-16,0 0 2 0,0 0 1 0,0 0 2 15,0 0-1-15,0 0-5 0,0 0-4 0,0 0 0 16,0 0 5-16,0 0-6 0,-27 3-4 0,27-3 0 16,0 0-5-16,0 0-3 0,0 0-2 0,0 0-12 15,-9 1-11-15,9-1-8 0,0 0-5 0,0 0-5 16,0 0-5-16,0 0-6 0,0 0 0 0,0 0-4 15,0 0-1-15,0 0-3 0,0 0 0 0,0 0-1 0,27 0-3 16,-15 1-3-16,1-1-4 0,-2 0 1 16,3 1-4-16,-1-1 2 0,6-1-9 0,-6 1 0 15,-2 1-5-15,3-1 0 0,-1 0-1 0,-4 1-3 16,2-2 1-16,0 2 0 0,-4-1-2 0,2 1 1 16,-9-1-2-16,11 0 0 0,-11 0-5 0,9-2 2 15,-9 2 0-15,8 1 2 0,-8-1-1 0,0 0-1 16,10 1 0-16,-10-1-1 0,0 0 1 0,0 0-1 15,0 0-3-15,0 0 1 0,0 0-11 0,0 0-10 16,11-1-15-16,-11 1-20 0,0 0-23 0,0 0-29 16,0 0-41-16,0 0-50 0,0 0-31 0,0 0-181 15,0 0-443-15,0 0 196 0</inkml:trace>
  <inkml:trace contextRef="#ctx0" brushRef="#br0" timeOffset="52503.33">27074 4251 200 0,'0'0'216'16,"6"2"-15"-16,-6-2-2 0,0 0-19 0,0 0-9 16,0 0-12-16,0 0-12 0,0 0-14 0,0 0-10 15,8 2-15-15,-8-2-5 0,0 0-13 0,0 0 1 16,0 0-2-16,11 1-4 0,-5 0-5 0,-6-1-3 15,17 0-10-15,-7 0-4 0,1 2-4 0,-1-1 0 16,3-1-2-16,-2 1-5 0,3 1-1 0,5-2 0 16,-6 2-7-16,0-2-6 0,-1 0-2 0,-2 1-2 15,-1-1-6-15,1 0-2 0,-1 0 8 0,-9 0 1 16,15-1 0-16,-8 1 2 0,-7 0-8 0,11 1 0 16,-11-1-3-16,9 0-3 0,-9 0-2 0,10 0-6 15,-10 0 0-15,0 0-2 0,0 0 3 0,10-1-3 16,-10 1-11-16,0 0-15 0,0 0-22 0,0 0-24 15,9-2-30-15,-9 2-43 0,0 0-27 0,0 0-40 16,0 0-34-16,12 2-191 0,-12-2-459 0,0 0 203 16</inkml:trace>
  <inkml:trace contextRef="#ctx0" brushRef="#br0" timeOffset="52831.27">27934 4279 165 0,'0'0'232'0,"0"0"-7"0,5 1-7 0,-5-1-13 0,0 0-11 15,0 0-14-15,0 0-10 0,7 2-12 0,-7-2-10 16,0 0-9-16,0 0-5 0,13 0-1 16,-13 0-24-16,12 0-13 0,-6 0-9 0,5 0-7 0,0 0-8 15,-2 0-1-15,5 0 1 0,-3 0-4 0,1 0-6 16,-1 0 0-16,2 0-8 0,1 0 2 0,-4 0-18 15,4 0 0-15,-3 0 0 0,0 0-6 0,3 0-7 16,-5 1 9-16,0 1-10 0,1-2-8 16,-2 0 3-16,-8 0-6 0,12 0 3 0,-12 0-5 0,9 0 5 15,-9 0-7-15,8 0 1 0,-8 0-3 0,0 0-5 16,7 2-15-16,-7-2-19 0,0 0-23 0,0 0-19 16,0 0-27-16,0 0-32 0,0 0-47 15,0 0-33-15,0 0-36 0,0 0-166 0,0 0-449 16,0 0 198-16</inkml:trace>
  <inkml:trace contextRef="#ctx0" brushRef="#br0" timeOffset="53134.63">28588 4279 115 0,'0'0'231'0,"0"0"-12"0,6 1-13 0,-6-1-15 15,0 0-17-15,0 0-14 0,8 2-9 0,-8-2-4 0,9 1-5 16,-9-1-12-16,10 2-10 0,-2-2-10 16,1 0-7-16,-9 0-7 0,15 0-7 0,-6 2-4 15,-1-1-6-15,-8-1-7 0,14 3-6 0,-6-2-3 16,-1 0 2-16,1-1-5 0,-8 0-2 0,14 2-6 16,-4-1-2-16,-10-1-2 0,12 1-11 0,-5 0-3 15,-7-1-1-15,12 1 2 0,-12-1-5 0,8 0-1 16,-8 0-8-16,11 0 2 0,-11 0-11 0,9 0-17 15,-9 0-14-15,0 0-24 0,0 0-28 0,0 0-27 16,0 0-52-16,0 0-52 0,0 0-49 0,0 0-166 16,0 0-450-16,0 0 199 0</inkml:trace>
  <inkml:trace contextRef="#ctx0" brushRef="#br0" timeOffset="53415.21">29185 4302 199 0,'6'2'228'0,"-6"-2"-13"0,0 0-12 0,0 0-17 16,0 0-7-16,0 0-5 0,10 1-3 0,-10-1-7 16,7 1-9-16,-7-1-8 0,14 0-6 0,-14 0-9 15,11 3-13-15,-3-2-10 0,1 0-3 0,0-2-7 16,-1 2-11-16,3 1-6 0,-1-2-9 0,-3 1-8 15,-7-1-4-15,15-1-9 0,-15 1-2 0,10-2-9 16,-10 2-6-16,9-1-24 0,-9 1-28 0,9 1-37 16,-9-1-34-16,0 0-50 0,12 0-51 0,-12 0-47 15,0 0-192-15,0 0-463 0,0 0 206 0</inkml:trace>
  <inkml:trace contextRef="#ctx0" brushRef="#br0" timeOffset="53632.01">29637 4321 67 0,'0'0'242'0,"13"0"-1"0,-13 0-2 15,10 0-12-15,-10 0-7 0,12 0-11 0,-5 0-8 16,-7 0-9-16,13 2-17 0,-13-2-9 0,9 1-16 16,-9-1-9-16,0 0-16 0,11 0-13 0,-11 0-15 15,9 0-10-15,-9 0-6 0,10 1-8 0,-10-1-10 16,0 0-28-16,11 0-26 0,-11 0-33 0,10-1-26 15,-10 1-33-15,0 0-41 0,18 1-52 0,-10 1-44 16,-8-2-193-16,11 1-447 0,-11-1 198 0</inkml:trace>
  <inkml:trace contextRef="#ctx0" brushRef="#br0" timeOffset="53796.43">30047 4321 83 0,'11'0'238'0,"-11"0"1"0,7 0-7 0,-7 0-2 0,12 0-5 15,-12 0-19-15,9 0-8 0,-9 0-5 16,9 3-10-16,-3-3-18 0,-6 0-14 0,15 1-17 16,-6-2-12-16,3 2-7 0,-2-1-20 0,0 2-24 15,0-1-36-15,-2-1-42 0,-8 0-52 0,17-1-68 0,-8-1-69 16,-9 2-225-16,13-1-457 0,-13 1 202 0</inkml:trace>
  <inkml:trace contextRef="#ctx0" brushRef="#br0" timeOffset="53945.51">30400 4301 76 0,'0'0'235'16,"0"0"3"-16,0 0 2 0,10-3-5 0,-10 3-14 0,0 0-22 15,0 0-22-15,0 0-16 0,10 0-15 0,-10 0-20 16,0 0-28-16,0 0-40 0,0 0-43 16,0 0-66-16,7-3-71 0,-7 3-82 0,0 0-104 15,0 0-334-15,0 0 147 0</inkml:trace>
  <inkml:trace contextRef="#ctx0" brushRef="#br0" timeOffset="55750.36">25249 4409 101 0,'0'0'212'0,"0"0"-4"0,0 0-8 0,0 0-13 15,0 0-23-15,0 0-12 0,0 0-15 0,0 0-17 16,-9-9-10-16,9 9-12 0,-10-2-8 0,10 2-8 16,-11 0-9-16,11 0-3 0,-16 2-1 0,7 0-4 15,0 3-8-15,0 2-5 0,0-2-5 0,-1 3-2 16,2-4-8-16,-1 2 1 0,3 0-5 0,1-1-3 16,-2 2-4-16,2 2-5 0,1-3 0 0,-1 3-4 15,4-2 3-15,1 0-5 0,0-7-4 0,9 18 6 16,-3-10-3-16,4 0 1 0,0-1-1 0,4 2-4 15,-3-6 2-15,7 4-1 0,-5-3 1 16,1-1-3-16,1 0-5 0,0-3-1 0,-2 3 1 0,-4-3 4 16,2 2 0-16,-11-2-2 0,16 0-1 0,-16 0-5 15,11 1 7-15,-11-1-2 0,0 0-1 0,13 0 2 16,-13 0 2-16,0 0-2 0,0 0 0 0,12 1-1 16,-12-1 0-16,0 0 1 0,0 0-4 15,0 0 0-15,0 0-2 0,0 0 3 0,0 0-4 16,0 0 4-16,0 0-6 0,0 0 0 0,0 0 0 0,0 0 1 15,-41 4 1-15,30-3-1 0,1 3 1 0,2 2-4 16,-3-4 3-16,1 3 0 0,-2 1 3 0,3 0 2 16,-1 0-7-16,0 2 5 0,1-2-4 0,4 2 3 15,-4-2-2-15,2 1 4 0,1-1-5 16,3-1 1-16,-1 0 1 0,1 2 4 0,3-7-3 16,-4 11 0-16,4-11 0 0,0 10 3 0,0-10-4 0,4 9 1 15,-4-9 3-15,8 9 2 0,-3-5-1 0,1-3-1 16,7 2 0-16,-4 0-11 0,4-2-19 0,-3 1-28 15,0-2-41-15,-10 0-37 0,28 2-41 0,-11-6-32 16,-3 4-148-16,-14 0-382 0,23 2 169 16</inkml:trace>
  <inkml:trace contextRef="#ctx0" brushRef="#br0" timeOffset="56032.07">25508 4582 54 0,'0'0'259'0,"0"0"-7"16,0 0-1-16,-4-13-14 0,4 13-8 0,0 0-24 16,0 0-9-16,-2-8-24 0,2 8-17 0,0 0-18 15,0 0-16-15,0 0-13 0,0 0-4 0,0 0-20 16,0 0-8-16,0 0-7 0,0 0-5 0,0 0-8 16,0 0-2-16,4 37 2 0,-4-29-11 0,0-8-7 15,1 17 0-15,0-6-6 0,-1 0 1 0,0-11-5 16,-2 19 0-16,2-9-2 0,2-1-1 0,-2-9-3 15,-1 17-5-15,1-17 1 0,0 14-13 0,0-14-15 0,1 11-17 16,-1-11-22-16,2 11-22 0,-2-11-37 16,-4 10-47-16,4-10-44 0,0 0-31 0,0 13-178 15,0-13-441-15,0 0 195 0</inkml:trace>
  <inkml:trace contextRef="#ctx0" brushRef="#br0" timeOffset="56282.25">25504 4556 70 0,'12'-3'203'0,"-1"0"-12"0,-2 2-12 16,-9 1-7-16,25 0-13 0,-13 1-13 0,1 2-3 16,0 1-9-16,3 2-19 0,-5-1-8 0,-1 1-15 15,2 2-2-15,-5-3 9 0,2 5-3 0,-2-1 5 16,-3 3-5-16,-2-2-2 0,-2 1-4 0,-2 0-9 15,-2-2 0-15,-3 2-9 0,-3 2-4 0,2-3-5 16,-8 2-4-16,1 0-8 0,0-1-17 0,-2-1-20 16,1-2-26-16,-11 1-37 0,8-1-54 0,0-4-63 15,6 1-67-15,-8-2-157 0,8-1-422 0,-1-1 187 16</inkml:trace>
  <inkml:trace contextRef="#ctx0" brushRef="#br0" timeOffset="59914.49">25884 3492 106 0,'0'0'192'0,"-3"-5"-15"16,3 5-3-16,0 0-9 0,0 0 12 0,-6-5-14 15,6 5-15-15,0 0-13 0,0 0-15 0,0 0-8 16,0 0-12-16,-9-4-2 0,9 4-11 0,0 0-8 16,0 0-4-16,0 0-10 0,0 0-9 0,0 0-6 15,0 0-4-15,0 0-6 0,0 0-4 0,0 0-4 16,0 0-2-16,0 0-2 0,0 0 5 0,0 0-2 15,0 0-2-15,0 0-2 0,27 0-3 0,-21 0 0 16,3-3 0-16,-9 3 1 0,12-1-5 0,-5 0-1 16,-7 1-1-16,11-3-1 0,-11 3-2 0,8-1-2 15,-8 1 1-15,0 0-1 0,12-3-1 0,-12 3 1 16,6-3-3-16,-6 3 1 0,7-7 0 0,-5 3-2 16,-2 4 1-16,3-9-2 0,-3 9-2 0,3-8-2 15,-3 8 2-15,0 0-2 0,-4-12 3 0,4 12-10 16,-4-8 6-16,4 8-3 0,-9-6 1 0,5 3-2 15,-5 1 1-15,9 2-1 0,-16-3 1 0,5 3-2 16,-1 1-3-16,-1 1 2 0,-1-1 2 0,1 3-3 16,-2 1 0-16,1 1 2 0,-1 1-6 0,3 0 4 15,-3 2-2-15,3 3 1 0,1-4 2 0,0 3-3 16,-1 2 5-16,4-3-1 0,1 0-3 0,1 0 2 16,0 2 3-16,4-2 0 0,-2 0 0 15,4 1 9-15,0 0 3 0,4-1 1 0,-1-3-2 16,4 1 4-16,-1 2 1 0,1-3 9 0,3-1 1 0,2 0 0 15,-1-4-2-15,3 1-2 0,1 0-2 0,6-2 2 16,-1-2-16-16,0 1-16 0,-1 0-24 0,0-1-38 16,4-3-57-16,-2 1-67 0,-2-1-72 0,-7 0-136 15,5-3-437-15,-2 0 194 0</inkml:trace>
  <inkml:trace contextRef="#ctx0" brushRef="#br0" timeOffset="60365.41">25837 3188 3 0,'-5'4'235'0,"5"-4"-12"15,0 0-8-15,0 0-10 0,0 0-21 0,0 0-16 16,0 0-10-16,0 0-15 0,0 0-14 0,0 0-5 15,0 0-17-15,0 0-8 0,0 0-8 0,0 0-5 16,0 0-3-16,25 3-9 0,-20-3 4 0,-5 0-9 16,17 0-7-16,-10 0-13 0,2-2 7 0,0 1-11 15,0 1 1-15,0-1-5 0,-9 1-2 0,14-2-6 16,-6 1-1-16,2 0-2 0,-10 1-6 0,10 0 0 16,-10 0-3-16,9 0-2 0,-9 0-2 0,8-2 0 15,-8 2-3-15,0 0-8 0,0 0-13 16,0 0-20-16,0 0-27 0,9 0-48 0,-9 0-54 0,0 0-50 15,0 0-211-15,0 0-450 0,0 0 199 0</inkml:trace>
  <inkml:trace contextRef="#ctx0" brushRef="#br0" timeOffset="60882.16">26279 3517 206 0,'0'0'224'0,"0"0"-15"0,0 0-13 15,0 0-11-15,0 0-12 0,0 0-12 16,0 0-3-16,0 0-14 0,12 0-11 0,-12 0-8 16,0 0-8-16,19-7-4 0,-9 4-3 0,-3 1-3 15,1-2-1-15,-3 1-3 0,4 0-7 0,-9 3-3 16,9-4-3-16,-3 0-8 0,1-1-20 0,-5 1 7 16,-2 4-9-16,8-8 3 0,-4 4-7 0,-4 4-8 15,2-7 11-15,-2 7-10 0,0 0-7 0,-2-12-3 16,2 12-6-16,0 0-7 0,-10-7 0 0,10 7-1 15,-11-2-3-15,3-1-8 0,-4 3 1 0,12 0-2 16,-17 3-3-16,8-1-6 0,-1 3 9 0,-1-1-4 16,2 2 0-16,-4-1-4 0,4 3-15 0,0-1 15 15,0 0-3-15,0 2 4 0,4 0-2 0,-1 1 0 16,-1-3 3-16,2 4-2 0,1-3-1 0,2 2 3 16,1-3-6-16,1-7 6 0,0 13-1 0,3-5 0 15,1 0 0-15,0-1 4 0,6 0-1 0,-1-1-1 16,-1-1 1-16,4-1 0 0,-1 2-15 0,2-4-8 15,6 0-21-15,-3 1-35 0,1-3-56 0,-3 1-60 16,-1-3-93-16,-2 0-237 0,3 0-558 0,-5-2 248 16</inkml:trace>
  <inkml:trace contextRef="#ctx0" brushRef="#br0" timeOffset="61182.18">26461 3270 37 0,'0'0'275'0,"0"0"-22"16,-9-1-16-16,9 1-20 0,0 0-15 0,0 0-21 16,0 0-17-16,0 0-2 0,0 0-5 0,0 0-10 15,0 0-11-15,0 0-13 0,0 0-8 16,30 0-15-16,-30 0-8 0,12 0-13 0,-12 0 3 0,12-2 2 15,-12 2-10-15,0 0-10 0,11 2-2 0,-11-2-6 16,7-3 2-16,-7 3-16 0,0 0 2 0,0 0-9 16,0 0 1-16,12-1-4 0,-12 1-1 0,0 0-15 15,0 0-19-15,11-1-29 0,-11 1-29 0,8-2-43 16,-8 2-65-16,10 0-69 0,-10 0-227 16,13-5-503-16,-2 4 223 0</inkml:trace>
  <inkml:trace contextRef="#ctx0" brushRef="#br0" timeOffset="61681.3">26978 3546 56 0,'0'0'250'0,"0"0"-7"0,0 0-11 16,0 0-11-16,0 0-10 0,0 0-14 0,0 0-11 16,0 0-9-16,0 0-16 0,0 0-15 0,13 2-9 15,-13-2-6-15,0 0-16 0,16-5-9 0,-16 5 6 16,9-4-14-16,-5 1-11 0,3 0-4 0,-7 3-11 15,7-5-2-15,-3 1-11 0,-4 4-1 0,5-5-3 16,-5 5-4-16,2-8-4 0,-2 8-2 0,2-7-8 16,-2 7-6-16,0 0 6 0,-9-12-1 0,9 12-18 15,-8-7 19-15,8 7-10 0,-10-3-2 0,1 2-8 16,1-1 9-16,-2 2-10 0,-3 3 1 0,4-2-5 16,-3 3-2-16,-1 0-3 0,5 0 3 0,-6 1-3 15,5 1-3-15,2 2 0 0,-4-3-2 0,6 3-17 16,-1-1 19-16,1 0 2 0,1-1-4 0,2 0-1 15,0 4 2-15,2-10-1 0,2 12 5 0,0-4 1 16,0 0 3-16,5-1 3 0,1-2 3 0,2 0-14 16,1-2 16-16,4 1-9 0,3 0-9 0,1-2-29 15,-2 1-36-15,-3-2-37 0,-1-1-44 0,0 0-62 16,-1 0-72-16,-1-1-231 0,-1-3-551 0,-10 4 244 16</inkml:trace>
  <inkml:trace contextRef="#ctx0" brushRef="#br0" timeOffset="61941.5">27236 3252 93 0,'0'0'280'0,"-7"-3"-18"0,7 3-15 0,0 0-15 16,0 0-11-16,-7-1-18 0,7 1-7 0,0 0-5 15,0 0-10-15,0 0-4 0,0 0-9 0,0 0-15 16,32 5-6-16,-23-5-7 0,5 0-17 0,-4 2-6 0,3-1-13 16,-3-1-10-16,1 0-14 0,-2 0-2 0,0 0-10 15,-9 0-5-15,9-1-14 0,-9 1-19 0,11 1-27 16,-11-1-40-16,10-1-45 0,-10 1-54 16,0 0-83-16,0 0-90 0,10 1-178 0,-10-1-526 15,0 0 233-15</inkml:trace>
  <inkml:trace contextRef="#ctx0" brushRef="#br0" timeOffset="64499.71">19735 7045 180 0,'4'-7'197'15,"-4"7"-8"-15,0 0-9 0,0 0-14 0,0 0-9 16,0 0-16-16,0 0-6 0,0 0-6 0,0 0-10 16,0 0-9-16,0 0-9 0,0 0-11 0,0 0-9 15,0 0-9-15,0 0-5 0,0 0-7 0,-20 17-4 16,15-13 6-16,-2 4-5 0,0-2-4 0,-2 3-5 16,0-1-1-16,1 1 0 0,-1 1-1 0,2-1-3 15,-1 0-2-15,0 2-4 0,2-2-11 0,-3 1 1 16,4 0-4-16,1 1 0 0,-1-3-1 0,1 5-3 15,0-6-1-15,3 4-2 0,-3-3-1 0,3 3-2 16,2-4 1-16,-2 4 1 0,2-4-5 0,-1 0-1 16,4 1 0-16,0-3 3 0,1 1-1 0,1 0-1 15,-1 0 15-15,5-2 2 0,1-1-1 0,-1 1 5 16,3-3 10-16,-2 1-14 0,2-1 3 0,1-2-5 16,-2-1 4-16,0 0 1 0,0 1-5 0,-2-3 1 0,1-1-1 15,1 1-2-15,-2-2 0 0,-1 3 1 16,1-3 2-16,-2 0 2 0,1-3-5 0,-3 1-7 15,0-2 2-15,-1 1-1 0,-1-1 2 0,-2 0 6 16,-1-2-8-16,1 5-5 0,-4-6 5 0,1 1-1 0,-3 1-6 16,-1-1 0-16,-1-3 5 0,1 4-3 0,-3 1-12 15,2 1 6-15,-2 2-4 0,0-3 5 0,-1 4 1 16,3 0-4-16,-1 2-1 0,-2 0-3 16,1 0-1-16,-1 3-1 0,-2 1 10 0,0 0-13 15,1 1 1-15,-1 1-3 0,0 1-11 0,3 0-18 0,-1 2-17 16,2 1-27-16,-1-2-13 0,3 4-23 0,0 1-45 15,2-4-52-15,3 3-52 0,0-8-187 0,2 13-487 16,1-10 215-16</inkml:trace>
  <inkml:trace contextRef="#ctx0" brushRef="#br0" timeOffset="64783.64">20077 7071 136 0,'-8'-2'254'0,"8"2"-11"0,0 0-15 16,-9-5-11-16,9 5-13 0,0 0-13 0,-5-1-14 16,5 1-17-16,0 0-14 0,0 0-16 0,0 0-13 15,0 0-14-15,0 0-8 0,0 0-8 0,0 0-8 16,0 0 0-16,0 0-15 0,0 0-7 0,0 0-4 15,0 0-4-15,0 0-14 0,0 0-8 0,29 1-8 16,-29-1-17-16,14 0-20 0,-9 0-30 0,-5 0-32 16,12 0-35-16,-12 0-30 0,13 0-29 0,-13 0-17 15,9 0-19-15,-9 0-119 0,0 0-356 0,0 0 158 16</inkml:trace>
  <inkml:trace contextRef="#ctx0" brushRef="#br0" timeOffset="64964.71">20146 7025 103 0,'-3'-7'150'0,"3"7"19"15,-2-8 2-15,2 8 4 0,-3-9-1 0,3 9-1 16,0 0 0-16,-4-6-11 0,4 6-5 0,0 0-18 16,0 0-14-16,0 0-11 0,0 0-16 0,0 0-12 15,0 0-9-15,0 0-8 0,0 0-5 0,0 0-3 16,0 0-5-16,-2 26-4 0,2-15-7 0,-3-3-2 16,2 5-7-16,1-2-9 0,0 3-18 0,-3 0-31 15,2 2-49-15,0-3-54 0,2-2-52 0,-1 6-209 16,-1-6-418-16,1 2 185 0</inkml:trace>
  <inkml:trace contextRef="#ctx0" brushRef="#br0" timeOffset="65349.38">20475 7174 233 0,'0'0'274'0,"0"0"-16"16,-7-3-15-16,7 3-22 0,0 0-17 0,0 0-20 16,0 0-20-16,0 0-15 0,0 0-16 0,-12 12-11 15,12-12-14-15,-1 10-11 0,1-10-10 0,-1 12-6 16,1-12-8-16,2 12-8 0,1-5-8 0,-1-2-3 16,5 3-4-16,-4-3-4 0,4 0-4 0,-2 0-5 15,2-1-2-15,-2 0-3 0,3-3-1 0,-1 5 0 16,-1-5-2-16,3 1 0 0,-9-2 0 0,13 0-5 0,-13 0 8 15,12-3-6-15,-7 1 0 0,-5 2 1 16,10-8-3-16,-6 3 3 0,-4 5-3 0,5-10 2 16,-4 3-3-16,0 0 0 0,1 0-2 0,-2 7-1 15,-3-15-2-15,3 8-4 0,-2 0-6 0,-4-1-2 0,2 3 0 16,-1-1-4-16,-2 2-5 0,0 0-8 0,7 4-14 16,-14-5-14-16,5 6-18 0,9-1-16 0,-18 4-34 15,7-2-35-15,3 2-37 0,3-1-27 16,5-3-47-16,-8 7-161 0,8-7-448 0,-3 5 199 0</inkml:trace>
  <inkml:trace contextRef="#ctx0" brushRef="#br0" timeOffset="65542">20782 7057 215 0,'0'0'231'0,"0"0"-14"15,0 0-12-15,0 0-22 0,0 0-18 0,0 0-17 16,0 0-14-16,10 0-11 0,-3-1-12 0,-7 1-12 16,19 0-9-16,-10 1-21 0,4-1-28 0,-3-1-40 15,0 2-49-15,4-2-48 0,-4 1-53 0,-2 1-142 16,-8-1-313-16,11-1 139 0</inkml:trace>
  <inkml:trace contextRef="#ctx0" brushRef="#br0" timeOffset="65731.92">20870 6986 166 0,'0'0'219'0,"0"0"-11"15,0 0-16-15,0 0-18 0,0 0-8 0,0 0-12 16,0 0-9-16,0 0 2 0,-7 19-13 0,5-9-13 16,2 2-10-16,-1 1-11 0,1 2-7 0,-1 1-10 15,0 2-7-15,-1-1-14 0,1 2-32 0,1-4-52 16,-1 1-71-16,2-5-75 0,-1 1-182 0,1-1-379 15,1-1 167-15</inkml:trace>
  <inkml:trace contextRef="#ctx0" brushRef="#br0" timeOffset="66098.89">21213 7141 117 0,'0'0'278'16,"0"0"-17"-16,-8-1-16 0,8 1-18 0,0 0-12 16,0 0-6-16,-13 17-16 0,11-11-14 0,-2 4-8 15,1 0-22-15,2 0-17 0,1 0-14 0,1-3-12 16,1 4-12-16,-2-5-9 0,2 3-5 0,0 1-5 16,-1-4-8-16,3 0-5 0,1 1-3 0,1-2-6 15,0-1-4-15,5 0-1 0,-3-2-4 0,2 0-1 16,0-2-4-16,-2 1-1 0,3-2 0 0,-11 1 8 0,14-2 9 15,-7 0-18-15,1-2-2 0,-3 1-7 0,-1-1 6 16,1-2 7-16,-1-1-2 0,2-1-1 16,-5-2-5-16,-1-1-2 0,-1 3 3 0,-1-3 9 15,-2 4-19-15,0-5-1 0,-1 4-6 0,1-1-2 0,-2 3 1 16,-1-1-5-16,1 1-14 0,0 1-10 0,-1 1-5 16,0 2-10-16,7 2-9 0,-17-2-26 0,10 2-28 15,7 0-25-15,-20 5-31 0,9-2-38 16,2 1-55-16,3-1-61 0,1 1-171 0,5-4-512 0,0 0 227 15</inkml:trace>
  <inkml:trace contextRef="#ctx0" brushRef="#br0" timeOffset="66318.52">21522 7060 204 0,'0'0'319'0,"0"0"-30"0,0 0-17 0,0 0-17 0,0 0-18 16,0 0-24-16,0 0-23 0,0 0-21 0,0 0-12 16,3-6-16-16,-3 6-14 0,11 0-11 0,-3-1-10 15,3-1-2-15,0 1-32 0,2 0-17 0,-2-1-26 16,0 2-24-16,2 0-25 0,-3 0-39 0,2-1-49 16,-5 1-54-16,-7 0-48 0,12 0-208 0,-12 0-451 15,6-1 200-15</inkml:trace>
  <inkml:trace contextRef="#ctx0" brushRef="#br0" timeOffset="66499.95">21658 6981 111 0,'-3'-9'238'0,"3"9"1"0,0 0-4 0,0 0-9 16,0 0-15-16,-3-8-15 0,3 8-19 0,0 0-17 16,0 0-19-16,0 0-10 0,0 0 10 0,0 0-8 15,0 0-12-15,-2 26-6 0,-1-15-13 0,3 0-12 16,-1-2-7-16,-2 1-8 0,3 1-7 0,-2 2-20 15,1 0-25-15,1-2-28 0,-2 3-47 0,1 2-72 16,1-4-73-16,-4 2-251 0,4-2-485 0,-1-2 215 16</inkml:trace>
  <inkml:trace contextRef="#ctx0" brushRef="#br0" timeOffset="66899.89">22107 7142 171 0,'-6'-10'352'0,"6"10"-12"15,0 0-22-15,-6-5-10 0,6 5-21 16,0 0-20-16,0 0-20 0,0 0-32 0,0 0-26 16,-16 11-9-16,14-6-26 0,-1 3-4 0,-2 0-20 15,0 2-11-15,1 0-19 0,3-3-7 0,-3 2-4 0,4 2-11 16,-1-2-6-16,2 1-7 0,0-1-5 0,2-1-1 15,-2 0-6-15,3-2-5 0,1 2-5 16,1-1-7-16,2-1 1 0,1-3 1 0,0 0-8 0,0 1-5 16,3-2 6-16,0-2-3 0,-3 0-6 0,3-2 0 15,-1 1-4-15,-2-3-3 0,0 2 9 0,-1-2 3 16,-2 1-5-16,2-5 10 0,-3-1-23 0,1 0 9 16,-2 0-1-16,-1-2 2 0,-2 2-12 0,-2-3 3 15,-2 2-9-15,-1 0 1 0,2-2 4 0,-2 2-1 16,-2-3-4-16,0 5 1 0,1 0-3 0,-4 1 0 15,3 1-20-15,-2 2 1 0,-1 0-35 0,-3 2-14 16,1 2-18-16,1 1-23 0,-3 1-20 0,0 2-20 16,5 2-42-16,-3 0-55 0,6-2-59 0,1 2-245 15,1-1-596-15,3-5 264 0</inkml:trace>
  <inkml:trace contextRef="#ctx0" brushRef="#br0" timeOffset="67144.38">22446 7060 139 0,'0'0'305'0,"0"0"-8"0,0 0-16 0,-3-10-19 0,3 10-23 16,0 0-19-16,0 0-24 0,0 0-17 15,0 0-20-15,8-4-13 0,-8 4-12 0,9 0-15 16,-9 0-14-16,14 0-12 0,-4 0-19 0,-2-1-15 15,5 0-25-15,-2-1-22 0,0 2-24 0,0-2-31 0,-3 2-36 16,-8 0-30-16,15 0-46 0,-9-2-23 0,-6 2-23 16,9-1-23-16,-9 1-118 0,4-3-371 15,-4 3 164-15</inkml:trace>
  <inkml:trace contextRef="#ctx0" brushRef="#br0" timeOffset="67315.57">22570 6992 154 0,'0'0'170'0,"-4"-6"4"0,4 6 5 0,-2-5 5 16,2 5 3-16,0 0 6 0,-4-7-4 0,4 7 4 15,0 0-4-15,0 0-19 0,-6-4-10 16,6 4-17-16,0 0-13 0,0 0-11 0,0 0 3 0,-8 13-10 16,5-6-14-16,3-7-14 0,-4 15 7 0,0-5-17 15,2-1-10-15,-1 2-1 0,0-1-30 0,1 1-32 16,1 0-40-16,-1 0-61 0,2-1-98 0,-3 1-293 16,2-4-529-16,-1-1 234 0</inkml:trace>
  <inkml:trace contextRef="#ctx0" brushRef="#br0" timeOffset="67898.88">23035 7156 324 0,'0'0'320'15,"0"0"-11"-15,-4-10-15 0,4 10-15 0,0 0-25 0,0 0-7 16,0 0-30-16,0 0-20 0,-19 7-17 16,19-7-17-16,-9 10-25 0,4-4-12 0,0 4-9 15,-1-3-11-15,1 6-12 0,1-4-8 0,-4 2-9 16,5-2-4-16,0 2-9 0,1 0-12 0,1-3 3 0,0 2-9 15,1-10-3-15,2 12 10 0,1-6-20 0,-1 1-1 16,2-4-2-16,0 1-5 0,1 0 5 16,-5-4 1-16,16 4-4 0,-6-3 1 0,-2-1-6 15,-8 0-2-15,17-3 8 0,-6 0-12 0,-4 0 2 0,5-1 2 16,-7 1-3-16,3-4 11 0,-2 0-6 16,0 1-8-16,1-2-1 0,-5 1 7 0,0 1-7 0,0-5 0 15,-3 2-4-15,0-1 14 0,-5 1-21 0,5-1 6 16,-3 2-2-16,2-1-3 0,-4 4-11 0,2-2-5 15,-2 3-11-15,6 4-15 0,-10-10-17 0,5 7-30 16,-2 0-17-16,7 3-13 0,-13-1-19 0,13 1-37 16,-14 3-62-16,14-3-54 0,-9 3-245 0,9-3-575 15,0 0 255-15</inkml:trace>
  <inkml:trace contextRef="#ctx0" brushRef="#br0" timeOffset="68134.88">23328 7027 213 0,'0'0'284'16,"0"0"-16"-16,0 0-18 0,0 0-18 0,0 0-18 16,0 0-15-16,0 0-22 0,0 0-12 0,0 0-11 15,0 0-10-15,0 0-17 0,28 4-9 0,-18-4-13 16,2 0-8-16,2-3-23 0,-1 2-23 0,-1-1-22 15,2 1-31-15,-1-1-36 0,0 1-33 0,-3-1-45 16,-2 1-32-16,-2 1-37 0,2-3-24 0,-8 3-147 16,10-3-384-16,-10 3 170 0</inkml:trace>
  <inkml:trace contextRef="#ctx0" brushRef="#br0" timeOffset="68297.85">23503 6972 101 0,'-4'-8'198'0,"4"8"2"0,-4-5 8 15,4 5 0-15,0 0 1 0,-2-9-6 0,2 9-4 16,0 0-7-16,0 0-13 0,0 0-16 0,0 0-19 15,0 0-15-15,0 0-13 0,0 0-9 0,-14 13-11 16,10-4-14-16,-1 1-3 0,-2 4-10 0,2-1 2 16,-4 2-26-16,3-1-21 0,0 2-34 0,-2 0-59 15,3-4-95-15,0 3-107 0,1-6-147 0,0-1-454 16,3 3 201-16</inkml:trace>
  <inkml:trace contextRef="#ctx0" brushRef="#br0" timeOffset="68452.53">23535 7146 258 0,'0'0'378'0,"11"0"-21"0,-11 0-40 16,0 0-13-16,0 0-51 0,0 0-30 0,0 0-40 16,8-1-56-16,-8 1-55 0,0 0-62 0,0 0-85 15,0 0-102-15,0 0-195 0,0 0-403 0,0 0 178 0</inkml:trace>
  <inkml:trace contextRef="#ctx0" brushRef="#br0" timeOffset="81441.14">25538 3760 2 0,'0'0'108'0,"0"0"-5"0,0 0-3 0,0 0-3 16,0 0-2-16,0 0-5 0,0 0-4 0,0 0-9 15,0 0 2-15,0 0-7 0,0 0 8 0,0 0-5 16,0 0-2-16,0 0-1 0,0 0-3 0,0 0-2 15,0 0 4-15,0 0-6 0,0 0 0 16,0 0 3-16,0 0-4 0,0 0 0 0,0 0-2 0,0 0-2 16,0 0-7-16,0 0-2 0,0 0-6 0,0 0 0 15,0 0-9-15,0 0 1 0,0 0-6 0,0 0-3 16,0 0-6-16,0 0 0 0,0 0-3 0,0 0 0 16,0 0-8-16,0 0 7 0,0 0-3 0,0 0-4 15,-4-11 3-15,4 11-7 0,0 0 1 0,0 0 1 16,0 0 1-16,0 0 11 0,0 0 4 0,-7-8 0 15,7 8-9-15,0 0 0 0,0 0 0 0,0 0-4 16,-6-4 6-16,6 4 0 0,0 0 1 0,0 0-4 16,-3-7-1-16,3 7-1 0,0 0-3 0,-2-9 1 15,2 9 1-15,-3-6 10 0,3 6-2 0,-5-6-2 16,5 6-3-16,-4-7 0 0,4 7 1 0,-2-6-4 16,2 6 1-16,0-9-4 0,0 9 2 0,0 0 0 15,-5-9-3-15,5 9 1 0,-4-9-2 0,4 9 3 16,-4-6-3-16,-1 0 6 0,5 6-8 0,-5-8 5 15,3 3 3-15,2 5 3 0,-2-8-1 16,-3 2-2-16,5 6 5 0,-4-7-7 0,4 7-2 16,-8-12-4-16,5 8 0 0,3 4 4 0,-7-9 8 15,2 4-2-15,5 5 3 0,-6-9-5 0,2 4-2 0,0 0-2 16,-1 1-2-16,5 4 6 0,-8-10-6 0,4 3-1 16,4 7 2-16,-6-7 1 0,3 2-4 0,3 5 2 15,-4-8-2-15,-1 3 0 0,0 0 0 0,5 5 3 16,-6-8 0-16,3 4-3 0,3 4 0 0,-6-11-2 15,4 6 1-15,-4-1-2 0,3-1-2 16,-2 1 3-16,-1 0-3 0,1-1 3 0,-4 1-4 0,3-2 4 16,-2 0-4-16,2 1 8 0,-1 3-10 0,0-5 3 15,-2 4-1-15,1-2 31 0,3 0-2 0,-3 2-2 16,2 0-4-16,-3 0-2 0,3 0-3 16,2 0 5-16,-3 1-3 0,0-3-2 0,-1 2-4 15,2 0-2-15,-1 0 1 0,-2 0 0 0,3 1-3 16,1-1-8-16,5 5 10 0,-11-10-4 0,7 7 2 0,4 3 4 15,-9-7-1-15,4 4 5 0,-1-1-13 0,1-1 8 16,5 5-10-16,-10-7 5 0,2 0 1 0,3 3 0 16,-1-1 1-16,6 5 2 0,-12-7-2 15,6 3 1-15,-1 0-4 0,1 1 0 0,1-1 0 16,5 4-2-16,-14-7-10 0,8 4 16 0,-1 0-6 16,-3-2 1-16,6 2 1 0,-5-2-5 0,1 2 0 15,3-1 0-15,-3 1 1 0,8 3 4 0,-13-5 2 16,5 0-5-16,-1 1 3 0,1 1-6 0,2 1 4 15,-4-2-18-15,-2 1 19 0,7 0 0 0,-5-1-16 0,-2-2 21 16,3 3-4-16,2 0-3 0,-1 2 2 16,2-3-2-16,6 4 3 0,-13-5 9 0,4 4-8 15,0-2-1-15,0 0-1 0,0 0-1 0,0 1-12 0,2 1 13 16,7 1-2-16,-15-7-2 0,4 7 1 0,-1-4 6 16,3 1-8-16,-3 1 2 0,2 0 0 0,-1 1-11 15,-1-1 13-15,3 1-3 0,1 0 0 16,-2-2-2-16,-1 1 1 0,11 2-10 0,-11-3 15 15,3 1-3-15,8 2 0 0,-12-2-2 0,5 1 1 16,7 1 2-16,-14-3-15 0,5 2 13 0,9 1 2 0,-15 0-3 16,15 0 0-16,-16-2 2 0,7 2 0 15,9 0-2-15,-15 0-2 0,8 0 2 0,-3-1-1 16,10 1 2-16,-19 0-2 0,10 1-3 0,-3-1 3 16,1 1 5-16,1-1-7 0,1 0 3 0,9 0-15 15,-14 0 16-15,6 1-1 0,0 0 1 0,8-1-1 16,-14 0 1-16,6 2-4 0,8-2 4 0,-14 2 1 15,7-2-2-15,7 0 2 0,-11 2-5 0,11-2 2 0,-12 2-1 16,3-2 1-16,9 0-1 0,-11 3 0 0,4-1 2 16,-1-2 1-16,1 3-2 0,-1-1 2 15,8-2 1-15,-17 4-1 0,8-2-1 0,0 2-3 16,0-3 6-16,1 2-5 0,0-3 2 0,2 3 3 16,6-3-6-16,-14 3-4 0,8-1 7 0,-1 0-12 15,7-2 13-15,-15 3-3 0,6 0 5 0,1 0-4 16,1-1 4-16,-2-1-3 0,9-1 2 0,-12 3-1 15,6-1 1-15,-3 0-7 0,2 2 5 0,-1-1 6 16,-4 1-4-16,3-1-3 0,-1 0 3 0,-2 0 0 16,3 3-2-16,-2-1-4 0,0-2 2 0,0 0-12 15,1 1 15-15,-1-2 1 0,2 2 0 0,-3 0-2 16,1 0-1-16,2-1 4 0,0-1-1 0,-2 2-1 16,2-1 1-16,3 0 0 0,-5 1-4 0,0 1-1 15,4-2 9-15,-2 1-6 0,-3-1 4 0,3 2-2 16,-1 0-14-16,0 0 11 0,1-2 2 0,4 3-1 15,-4-5 0-15,0 3-1 0,2-2 1 0,-2 3 0 16,1-1-2-16,0-1 6 0,2 0-5 0,-3 1-6 16,-3 2 7-16,1-2-2 0,2-1 5 0,0 1-3 15,0 0 0-15,2 0 1 0,0 0-7 0,-3-1 10 16,-1 3-3-16,3-1-1 0,-2 0 0 0,0-1-1 16,0 1 5-16,0 0-12 0,1 1 5 0,0-2 6 15,-4 2-2-15,4 0-2 0,0-2 4 0,-2 2-2 16,0-1 0-16,4 0 1 0,-5 1 0 0,3-1-3 15,0 0 2-15,2-1 1 0,-3 2-3 0,3-2-12 16,-1 1 15-16,1-1 4 0,-3 2-5 0,3-3 0 16,1 1 3-16,-1 1-3 0,-2-1-4 0,3-1 5 15,-2 1-3-15,3 2-1 0,-1-3 3 0,6-3 1 16,-14 6-1-16,6 0 6 0,0-2-9 0,1-1 1 16,-1 0-2-16,3 1 1 0,-2 0 2 0,2-1 0 15,-2 0 0-15,2 1 0 0,-3 0-1 0,3 0-1 16,-3-1 2-16,3 1 1 0,-1-1 1 0,1 1-4 15,-2 0-5-15,7-4 10 0,-11 7-4 0,6-4-1 16,-2 1 2-16,2 0 1 0,-1-1 3 0,-1 1-6 16,1 0 6-16,0 1-5 0,-1-1 3 0,1 0-3 15,-2-1 5-15,0 3-2 0,-1-1-4 0,3-1 0 16,-4 0 4-16,2 0 1 0,-1 1 1 0,3 0-4 16,0-1 2-16,-3-1-5 0,1 1 8 15,-1-1-2-15,1 2-4 0,-1 0-2 0,0-2 5 0,2 2 0 16,0-1-3-16,2 0 3 0,-1-1-2 0,-1 1-3 15,0-1 0-15,0 1 7 0,7-4-5 16,-9 6-6-16,3-3 8 0,0-1 0 0,-1 2-1 16,7-4-2-16,-11 7 3 0,6-4-1 0,-2 0 2 15,2 1-3-15,5-4-5 0,-10 9 7 0,5-6-3 16,0 0 3-16,5-3-1 0,-10 6-3 0,6-2 1 0,4-4 1 16,-8 7 1-16,4-4-3 0,4-3 8 0,-6 3-4 15,-1 1 1-15,7-4 0 0,-7 8 0 0,3-5 0 16,4-3-1-16,-9 6 2 0,5-2-1 0,4-4-1 15,-9 7 0-15,4-4-3 0,5-3 4 16,-8 9-5-16,4-7 9 0,4-2-10 0,-6 7 4 16,0-3 0-16,6-4-1 0,-8 7 3 0,4-4-7 0,2 2 4 15,2-5-1-15,-9 9 1 0,4-4-2 0,2-1 6 16,3-4-8-16,-6 9 1 0,2-5 2 0,4-4-3 16,-5 6 8-16,5-6-1 0,-4 9-4 0,0-5 0 15,4-4 4-15,-6 7-5 0,6-7 2 16,-4 6 2-16,4-6 0 0,-4 6-4 0,4-6 3 15,-4 3 3-15,4-3-3 0,0 0-1 0,-6 4 2 0,6-4-3 16,0 0 2-16,0 0-9 0,0 0 15 0,0 0-2 16,-2 7-2-16,2-7-5 0,0 0-10 15,0 0-8-15,0 0-9 0,0 0-10 0,0 0-15 16,0 0-14-16,0 0-20 0,0 0-24 0,0 0-36 16,0 0-47-16,0 0-52 0,0 0-195 0,0 0-481 15,0 0 213-15</inkml:trace>
  <inkml:trace contextRef="#ctx0" brushRef="#br0" timeOffset="81999.88">22998 3592 66 0,'0'0'213'0,"0"0"-12"0,0 0-8 15,0 0-19-15,0 0-13 0,0 0-21 0,0 0-14 0,0 0-12 16,0 0-15-16,0 0-10 0,0 0-4 0,0 0-18 16,0 0-5-16,0 0-8 0,0 0-3 0,0 0-6 15,0 0 16-15,-2 25-8 0,-1-18-3 0,-2 5-5 16,1 3 7-16,0-3-15 0,-3 4-1 0,-2 1 1 16,0 1 11-16,5 0-5 0,-4 1 0 0,2-1-5 15,-3-2-3-15,0 8-4 0,3-8-1 0,-3 1 2 16,-2-2-4-16,4 0-5 0,-4-3-3 0,5-4 1 15,1-2-4-15,3 1 3 0,-2-2-4 16,0 2 2-16,1-3-4 0,3-4 6 0,-5 9-8 16,5-9 1-16,-4 7-5 0,4-7 3 0,0 0-3 15,-1 6-3-15,1-6-1 0,0 0-2 0,-4 4-3 16,4-4 1-16,0 0-1 0,0 0 0 0,0 0 2 0,0 0-2 16,6 9 2-16,0-5 6 0,0-1-6 0,-6-3 3 15,19 3 0-15,-10 0 6 0,4 1 5 0,6-3-3 16,1 2 3-16,9-3-3 0,0 1-1 15,2-1-14-15,1 1-22 0,-2-1-30 0,2 0-52 0,1 0-81 16,1 0-243-16,-4-2-466 0,0-2 206 16</inkml:trace>
  <inkml:trace contextRef="#ctx0" brushRef="#br0" timeOffset="82698.5">23586 3192 88 0,'0'0'202'0,"0"0"-13"0,0 0-15 0,0 0-15 15,0 0-18-15,1-9-11 0,-1 9-12 0,7-5-10 16,-2 1-10-16,-5 4-10 0,10-10-6 0,-2 5 4 16,-1-1-1-16,0 2-3 0,0-4-9 0,-3 5 4 15,1-1-5-15,-1 0-8 0,-4 4-8 0,9-10-9 16,-6 5 3-16,1-3 3 0,1 4-7 0,-4-3-3 16,1 0-2-16,-2 7-1 0,4-11 4 0,-1 6-4 15,-3 5-3-15,0-12-3 0,0 12 7 0,0-12 0 16,0 12 3-16,0-10-10 0,0 10-5 0,-3-9-3 15,3 9-3-15,-4-7-4 0,4 7 5 0,-5-6-10 16,5 6-2-16,-8-4 1 0,8 4-2 0,-12-3-1 16,12 3-7-16,-17 5 3 0,8 1-3 0,0-2-2 15,2 3 1-15,-3 0 2 0,1 1-4 0,-2 5 0 16,0 0 4-16,3-2-3 0,0-1 1 0,1 1-1 16,2 0 32-16,1 1-2 0,-1-1-5 0,0 5-1 15,2-6-7-15,1 1-2 0,0 1 6 0,4-2-4 16,-1 1-1-16,-1-3-3 0,4 4 2 0,1-4-1 15,0 1 0-15,4-2-1 0,0 2 2 0,1-4-4 16,-2 0-4-16,4 1 9 0,0-1-4 0,2-3 3 16,1 1-2-16,4-2-3 0,-2 1-1 0,2-2 5 15,-1-3-4-15,3 2 1 0,-2-2-16 0,0-2-23 16,0 0-31-16,-1 0-43 0,-1 0-48 0,1-4-65 16,-3 0-53-16,0 0-172 0,-3-3-475 0,2 1 211 15</inkml:trace>
  <inkml:trace contextRef="#ctx0" brushRef="#br0" timeOffset="83239.33">23773 2856 33 0,'0'0'260'0,"-9"1"-11"16,9-1-14-16,0 0-13 0,0 0-14 0,0 0-18 15,0 0-14-15,0 0-13 0,0 0-7 0,0 0-10 16,0 0-9-16,-13 0-9 0,13 0-3 0,0 0-10 15,0 0-4-15,0 0-6 0,0 0-5 0,0 0-10 0,0 0-7 16,0 0-7-16,0 0-6 0,0 0-8 16,0 0-4-16,0 0-10 0,0 0-2 0,0 0-4 0,0 0-2 15,0 0 8-15,0 0 6 0,31-5-1 16,-19 2 0-16,5-1 3 0,2 0-1 0,-1 0-5 16,0 0-2-16,0 1 8 0,-2-3-7 0,2 2-2 15,-5 0 4-15,-1 2-4 0,0-2-4 0,-1 0-4 16,0 2 6-16,-2-1-2 0,0 1-1 0,-1 0 6 15,-8 2 0-15,11-2 5 0,-11 2 1 0,8-4 3 16,-8 4 5-16,6-2 4 0,-6 2-4 0,0 0 3 16,0 0 4-16,0 0 2 0,0 0-1 0,0 0 0 15,10-1-2-15,-10 1 3 0,0 0-6 0,0 0-1 16,0 0-5-16,0 0-11 0,0 0-1 0,0 0-9 16,0 0-1-16,0 0-2 0,0 0-5 0,0 0-5 15,0 0-5-15,0 0-21 0,0 0-18 0,0 0-31 16,0 0-41-16,0 0-55 0,0 0-74 0,0 0-51 15,0 0-68-15,0 0-94 0,0 0-265 0,0 0-756 16,0 0 335-16</inkml:trace>
  <inkml:trace contextRef="#ctx0" brushRef="#br0" timeOffset="89815.4">25641 6535 57 0,'0'0'101'0,"0"0"-12"0,0 0 13 15,0 0-1-15,-5-4-5 0,5 4-1 0,0 0 1 16,0 0-19-16,0 0 10 0,0 0-6 0,0 0-4 16,0 0-10-16,0 0-4 0,0 0 1 0,-6-7-5 15,6 7-3-15,0 0-9 0,0 0 0 0,0 0 3 16,0 0-7-16,0 0 5 0,0 0-8 0,0 0 2 15,0 0-3-15,0 0-1 0,-6-3 2 0,6 3-1 16,0 0 0-16,0 0 1 0,0 0 2 0,0 0-3 16,0 0 6-16,0 0-3 0,0 0-2 0,-5-6-2 15,5 6-1-15,0 0-4 0,0 0 3 0,0 0-5 16,0 0-5-16,0 0 0 0,0 0-3 0,0 0-5 16,0 0 18-16,0 0-8 0,0 0 0 0,0 0-4 15,0 0 0-15,0 0 1 0,0 0-2 0,0 0-3 16,0 0 0-16,0 0-4 0,0 0-2 0,0 0-2 15,0 0-1-15,0 0 1 0,0 0-5 0,0 0 0 0,0 0 2 16,0 0-4-16,0 0 1 0,0 0-2 16,0 0 0-16,0 0-3 0,0 0 1 0,0 0-1 15,0 0-1-15,0 0-3 0,0 0 2 0,0 0-1 16,0 0-1-16,0 0 0 0,0 0-2 0,0 0 0 0,0 0 1 16,0 0 0-16,0 0 7 0,0 0-9 0,0 0 0 15,9 20 1-15,-9-20 0 0,6 6 0 16,-6-6 3-16,6 9 0 0,-4-4 2 0,2 0-3 15,0 2 2-15,-1-1 0 0,-1 0 2 0,-2-6 2 16,6 10-3-16,-4-3 0 0,3 0 0 0,0 0-1 0,-3 1 3 16,0-2-2-16,0 2 1 0,1-3 3 15,1 1-3-15,-2 0 3 0,-2 0-2 0,0-6 3 16,4 9-5-16,-1-3 0 0,-3-6 2 0,4 7 2 16,-4-7-4-16,3 6 3 0,-3-6-1 0,3 6 1 0,-3-6-3 15,0 0 3-15,1 7 2 0,-1-7-1 0,0 0-1 16,0 0-1-16,0 0 2 0,0 0-1 0,0 0 4 15,3 6-1-15,-3-6 11 0,0 0 1 0,0 0 1 16,0 0 2-16,0 0-8 0,-14 4 0 16,5-2-7-16,-2 0-4 0,-5 1-13 0,-6 2-2 0,-2 0-17 15,-4 3-11-15,-5 2-8 0,-1 0-18 0,-5 2-25 16,-9 2-15-16,14 1-35 0,-12 4-18 0,10-5-21 16,-8 9-147-16,6-10-353 0,8 2 157 0</inkml:trace>
  <inkml:trace contextRef="#ctx0" brushRef="#br0" timeOffset="90948.66">24405 6916 216 0,'0'0'230'0,"0"0"-15"0,0 0-12 15,-3-10-14-15,3 10-13 0,0 0-17 16,0 0-13-16,0 0-15 0,-6-5-11 0,6 5-13 16,0 0-13-16,0 0-8 0,0 0-9 0,0 0-8 15,0 0-4-15,-16 9-9 0,11-1-3 0,1-4-3 0,-1 5-3 16,0-1-3-16,1 2-1 0,0-2 1 16,1 2-7-16,1-2-5 0,-2 0-4 0,3 1 0 15,-1 1-4-15,1 0 0 0,1-1-2 0,3 2-1 16,-2-5-2-16,3 2-2 0,-2 2 0 0,2-2-1 15,0-2-2-15,2 2 1 0,0-2-2 0,-1-1-1 16,1-1-1-16,2 3 1 0,-2-4 0 0,1 0 3 16,1 0-7-16,0-2 11 0,2 0-8 0,-1-2-1 15,3 0 0-15,-1 0-3 0,-1-1 2 0,0-2 1 16,-3-2-2-16,2 0-1 0,0 2-1 0,0 0 4 0,-3-3-2 16,2 0 5-16,1-1-6 0,-3 1 0 0,-3 0 4 15,2-2-1-15,0-1-3 0,-2 1 1 16,-2-3-2-16,-1 3-1 0,0 0 1 0,2-2 0 15,-2 11 1-15,0-16 0 0,-5 6-2 0,4 4-2 0,-4-1-1 16,1 3-2-16,4 4-2 0,-6-12 4 0,2 8-3 16,4 4-2-16,-9-8 0 0,4 7 2 0,5 1-6 15,-8-4-6-15,8 4-11 0,-9-2-6 16,9 2-14-16,-15 0-15 0,15 0-11 0,-11 6-21 0,4-5-38 16,0 4-29-16,3-1-26 0,0 1-23 0,4-5-163 15,-8 11-400-15,8-11 176 0</inkml:trace>
  <inkml:trace contextRef="#ctx0" brushRef="#br0" timeOffset="91181.64">24777 6854 199 0,'0'0'232'0,"0"0"-18"16,0 0-14-16,0 0-21 0,3-7-19 0,-3 7-16 15,0 0-14-15,0 0-14 0,0 0-12 0,10-2-7 16,-10 2-13-16,13-2-6 0,-1 1-8 0,-1-1-8 16,3 4-5-16,-3-4-6 0,8 0-6 0,-3 1-7 15,-1 1-22-15,-2 0-26 0,-3-2-32 0,0-1-31 16,-2 3-28-16,1 3-29 0,-9-3-28 0,15 0-136 16,-15 0-318-16,6 0 141 0</inkml:trace>
  <inkml:trace contextRef="#ctx0" brushRef="#br0" timeOffset="91376.51">24890 6757 166 0,'0'0'204'0,"0"0"-14"0,0 0-24 16,-5-3-11-16,5 3-25 0,0 0-17 0,0 0-13 16,0 0-9-16,0 0-4 0,-2 20-2 0,2-8-8 15,2-2-4-15,-1 0-10 0,0 7-2 0,0 2-4 16,1-8-5-16,3 6-2 0,-3 1-4 15,2 0-6-15,-3 0-45 0,1 0-37 0,1-3-65 0,-3 3-74 16,2-2-98-16,-1-1-301 0,-1-3 133 0</inkml:trace>
  <inkml:trace contextRef="#ctx0" brushRef="#br0" timeOffset="91544.5">24967 6988 109 0,'0'0'203'16,"0"-7"-27"-16,0 7-15 0,0 0-24 0,0 0-25 15,0 0-49-15,0 0-51 0,0 0-39 0,3-7-41 16,-3 7-79-16,0 0-159 0,0 0 72 0</inkml:trace>
  <inkml:trace contextRef="#ctx0" brushRef="#br0" timeOffset="102200.06">31646 3389 18 0,'0'0'74'0,"0"0"-1"0,0 0-13 0,0 0-7 15,0 0-8-15,0 0 0 0,0 0-3 0,0 0-6 16,0 0 1-16,15 13-14 0,-15-13 10 0,8 11-7 16,-5-5-1-16,3 3-3 0,-2 0-7 0,0 1 3 15,1 2-5-15,-1-2 3 0,2 4-12 0,0 1 8 16,1 1-3-16,-1 3 2 0,1-4-3 0,0 3 0 15,2 0 0-15,-2 0 3 0,2 5 1 0,-4-5-4 0,4 7-4 16,-4-6 1-16,0 5-1 0,-1-5 14 16,0 10-15-16,1-6 3 0,-2-3 3 0,3 8-3 15,-3-2 0-15,0 2 9 0,1-2-16 0,-3 3 3 16,0 0-3-16,-1 0 1 0,0 1-7 0,-1 2 12 16,1-3-7-16,-1 2 3 0,-2 2-3 0,2-4 5 15,0 0-10-15,-3 2-3 0,1-3-3 0,2 2 3 16,-2-1 0-16,0-1-5 0,-1-1-1 0,1-1-2 15,-2 1 4-15,1 2 0 0,2-2-3 0,-2 5 7 16,0-3-3-16,-2 0 3 0,3 2-5 0,1-5-2 16,0 5 4-16,0-1 10 0,-1 1-9 0,2 1-2 15,-3 1 6-15,0 1-1 0,0-1 5 0,-2 0 3 16,1-1-5-16,0 1 4 0,-2-2-7 0,0 1 7 16,0-1-7-16,1-1 5 0,0 0 4 0,0 1 3 15,3 1-6-15,-1-4 7 0,-2 3-4 0,4-4 0 16,1 4-1-16,-3-2 10 0,4 0 1 0,-3 1 0 15,2-2 9-15,1 2-8 0,0-5-1 16,1 4 11-16,-1-3 4 0,0 3-8 0,0-2 2 16,2 2 1-16,-4-1-9 0,1-1 0 0,0 1-3 15,1 2 9-15,-3-3-7 0,1 1 6 0,0 0-2 16,0-2-2-16,-1 2-3 0,3-2-1 0,-1 2-6 0,2-2 5 16,2 3 3-16,-1-1-5 0,4 1 5 0,-1 2 1 15,3-1 12-15,0 1 11 0,0 1-13 16,0-1 1-16,-1 3-2 0,2-3 7 0,-2 1-11 15,2 4-2-15,-3-5-5 0,3 2 8 0,-3 1 1 16,2-1-4-16,-4-3-8 0,1 1 10 0,1-1-8 16,1 1 3-16,-5-5-10 0,1 2 9 0,1 0-6 15,0-3 1-15,-4-6 4 0,1 1 3 0,-2 6-16 16,-2-7-11-16,-1 4-4 0,0-7-9 0,-1-4-11 0,0 0-11 16,5-12-4-16,-14 21-11 0,5-12-25 15,-5 1-47-15,0 0-149 0,14-10 65 0</inkml:trace>
  <inkml:trace contextRef="#ctx0" brushRef="#br0" timeOffset="103203.45">32667 3375 135 0,'0'0'211'0,"1"-6"-8"0,-1 6-7 16,0 0 6-16,-1-10-6 0,1 10-5 0,0 0-8 16,0 0-12-16,-1-10-8 0,1 10-8 0,0 0-7 15,0 0-10-15,0 0-12 0,0 0-12 0,0 0-6 16,-4-6-10-16,4 6-11 0,0 0-13 0,-10-1-7 16,10 1-7-16,-23 5-5 0,10-1-9 0,-1 5-2 15,-4-3-1-15,3 3-5 0,1-2-7 0,2-1-1 16,1 2-6-16,1-3 1 0,-1 1-6 0,0 3 0 15,2-1-1-15,1 0-4 0,2-1 3 0,-2 0-9 16,3 0 2-16,5-7-3 0,-5 13-4 16,4-5-5-16,1-8-5 0,0 13 3 0,0-13 2 15,7 15-3-15,0-7 4 0,2 1-2 0,5 0-1 16,1-1-5-16,3 1-1 0,1-1-11 0,-1-1 7 16,1 3 1-16,-1-3-2 0,-18-7 4 0,40 16-4 0,-40-16-1 15,32 14-1-15,-32-14 2 0,0 0 2 16,33 16 1-16,-33-16-1 0,0 0 2 0,22 14 4 15,-22-14-2-15,0 0 1 0,0 0 4 0,0 0-3 16,0 0 5-16,14 20-1 0,-14-20-5 0,0 0 11 16,-14 11-3-16,2-6 1 0,1-3 2 0,-2 3-1 15,-5-3 0-15,3-2-1 0,-2 3 2 0,3-3 1 16,2 3-10-16,1-3-5 0,-2 1-18 0,13-1-24 16,-19 2-28-16,19-2-34 0,0 0-45 0,-22-3-52 15,22 3-213-15,0 0-461 0,-14-1 205 16</inkml:trace>
  <inkml:trace contextRef="#ctx0" brushRef="#br0" timeOffset="103597.85">33001 3547 273 0,'0'0'287'0,"0"0"-12"16,0 0-9-16,0 0-21 0,0 0 5 0,0 0-16 15,0 0-10-15,0 0-9 0,0 0-12 0,0 0-10 16,0 0-13-16,0 0-15 0,0 0-17 0,0 0-9 16,0 0-8-16,0 0-15 0,0 0-14 0,0 0-20 15,0 0-4-15,0 0-6 0,0 0-9 0,0 0-6 16,0 0-12-16,0 0-3 0,0 0-22 0,0 0 5 15,0 0 3-15,0 0-10 0,0 0-4 0,0 0-2 16,0 0-1-16,0 0 0 0,0 0-1 16,0 0-3-16,0 0 0 0,0 0-1 0,0 0 5 0,0 0-1 15,5 70-7-15,-5-70-4 0,0 0 3 0,0 0 6 16,-5 40-2-16,5-40 3 0,0 0 2 0,0 0 0 16,-5 40-22-16,5-40-33 0,0 0-18 0,0 0-23 15,0 0-20-15,0 35-15 0,0-35-22 16,0 0-53-16,0 0-68 0,0 0-287 0,0 0-596 15,-3 32 265-15</inkml:trace>
  <inkml:trace contextRef="#ctx0" brushRef="#br0" timeOffset="103828.43">33093 3332 3784 0,'0'0'177'0,"-40"-34"-15"0,40 34-72 0,-16-17-13 16,16 17-20-16,0 0 30 0,0 0-1 0,-21-22-3 16,21 22 17-16,0 0 0 0,0 0 6 0,0 0-3 15,0 0-21-15,0 0 7 0,0 0-16 0,-19-18-13 16,19 18-26-16,0 0-36 0,0 0-60 0,0 0-63 16,0 0-88-16,0 0-38 0,0 0-57 15,0 0-68-15,0 0-294 0,0 0-724 0,0 0 321 16</inkml:trace>
  <inkml:trace contextRef="#ctx0" brushRef="#br0" timeOffset="104914.45">32007 4657 7 0,'0'0'195'16,"0"0"-3"-16,0 0-8 0,0 0-7 0,0 0-6 16,0 0-9-16,0 0-12 0,0 0-17 15,0 0-2-15,0 0-17 0,0 0-8 0,0 0 2 0,0 0-11 16,0 0-6-16,0 0-11 0,26-7-8 16,-17 3-9-16,0-2 8 0,-1 0-7 0,1-1-8 0,1 1 0 15,0-1-8-15,-2-3-2 0,1 3 0 0,-1-1-1 16,-2 4 2-16,-2 1 2 0,0-4-9 15,0 0-3-15,-4 7-12 0,3-15-5 0,1 8 0 0,-3-1 2 16,-1 8 3-16,2-11 0 0,-2 4-8 16,0 7 0-16,0 0-2 0,-2-13-3 0,2 13-2 15,-7-9 0-15,7 9-6 0,0 0-1 0,-7-3-3 0,7 3-1 16,-14 1 0-16,14-1 0 0,-19 9-3 0,4-1 3 16,-2 3-2-16,3 1 2 0,-5 5-2 0,7-1 0 15,0 0 2-15,1 0-2 0,1-1 0 16,4 1 1-16,2 1-3 0,-1 0 4 0,2-2-1 15,2 0 2-15,2-2-2 0,3-1 7 0,-1-2-5 16,3 1 6-16,3-3-11 0,0 2-14 0,1-1-30 0,7-3-33 16,-2 1-48-16,4-3-60 0,-1 2-41 15,-2-5-158-15,-5-1-421 0,7 2 187 0</inkml:trace>
  <inkml:trace contextRef="#ctx0" brushRef="#br0" timeOffset="105949.88">32247 4578 39 0,'1'-9'189'15,"-1"9"-12"-15,0 0-28 0,0 0-15 0,0 0-18 16,0 0-8-16,0 0 2 0,0 0 4 0,5 22-9 16,-3-11-8-16,-4 1-7 0,5 4-10 0,-2-1-8 15,0-3-8-15,3 2-3 0,-1 0-7 0,-3-4-3 16,1 1 0-16,0-2-12 0,2 1 0 0,-3-4-5 15,2 1-5-15,-2-7 1 0,2 10-5 0,-2-10 0 16,-2 7 1-16,2-7 2 0,2 8 20 0,-2-8 7 16,0 0 9-16,2 7 0 0,-2-7 1 0,0 0-8 15,0 0-5-15,0 0-6 0,0 0-6 0,0 0-3 16,0 0-4-16,5-25-4 0,1 14-5 0,0 2-3 16,0-2 2-16,4-5-10 0,1 1 1 0,1 0-2 15,-1-1-4-15,3 2 3 0,-3-3-9 0,2 5 1 16,-4 2-3-16,0 2 1 0,-1 2-2 0,2 0 1 15,-3-1-3-15,-1 4-2 0,1 0-3 0,-2 0 2 16,-5 3-4-16,13 0-2 0,-13 0 4 0,10 3 3 16,-2 8-1-16,-3-3 0 0,1 0 1 0,1 3 2 15,-3-1-29-15,-3-1 4 0,4 1 7 0,-1-1-3 16,1 2 6-16,-1-3 3 0,0 1-1 0,0-2 1 16,-1 1 3-16,1-2 3 0,0-1 0 0,-1 3 8 15,7-3-3-15,-2 0 1 0,1-2 0 0,2 1 5 16,-1-2 1-16,2-1 0 0,0-1 1 0,-1 0-4 15,1 0 4-15,-4-1-2 0,0-1 1 0,-8 2 1 16,0 0 2-16,0 0-4 0,0 0 1 0,0 0-2 16,0 0 1-16,41-29 2 0,-41 29 0 0,0 0-3 15,0 0 0-15,12-33-5 0,-12 33 2 0,0 0 2 16,4-31 1-16,-6 21-2 0,0 0 3 16,1 3 1-16,0-1 11 0,1 8-3 0,-5-14-2 15,0 9 1-15,5 5-1 0,-5-10 0 0,2 6 0 0,3 4-4 16,-6-7 1-16,6 7-2 0,-7-7-3 0,7 7 1 15,-9-4-1-15,9 4-3 0,-7 0 0 0,7 0-2 16,-11 4 1-16,11-4-3 0,-9 10 1 0,4-3 4 16,0 0-5-16,4 3 4 0,-2 1-2 15,1-1 0-15,2-1 4 0,1 2-3 0,-1 0 1 16,3-2-2-16,1 1 6 0,-1-4-3 0,5 5 4 16,-2-4 2-16,2-1-5 0,-1 1 6 0,-7-7-3 15,0 0 0-15,0 0 1 0,42 21-1 0,-42-21 3 16,0 0 0-16,41 5-5 0,-41-5 1 0,34 3 4 15,-34-3 1-15,0 0 0 0,45-6-2 0,-45 6 2 16,0 0-7-16,41-16 0 0,-41 16 0 0,24-13-4 16,-24 13 1-16,24-22-1 0,-24 22-3 0,23-19-10 15,-23 19 3-15,17-28 5 0,-17 28-5 0,11-28 0 16,-11 28-5-16,4-30 7 0,-4 30 3 0,0 0-1 16,0 0-4-16,0 0 3 0,-13-50 1 0,13 50 2 15,0 0 0-15,-15-21 2 0,15 21-9 0,0 0 6 16,0 0 2-16,0 0 2 0,-27-18-1 0,27 18-3 15,0 0 3-15,0 0-3 0,0 0 3 0,0 0-6 16,0 0 2-16,0 0-6 0,0 0 11 0,0 0 3 16,0 0-2-16,0 0 0 0,0 0 0 0,0 0 4 15,0 0 2-15,0 0-1 0,0 0 4 0,0 0-1 16,0 0-5-16,0 0 4 0,0 0-2 0,0 0 0 16,0 0-1-16,0 0 0 0,0 0 2 0,90 16-7 15,-90-16 6-15,0 0-2 0,0 0-6 16,0 0 5-16,0 0-2 0,0 0-1 0,0 0 0 0,0 0 3 15,0 0 1-15,28 26-2 0,-28-26 15 0,0 0 2 16,0 0-6-16,9 28 3 0,-9-28-1 0,0 0-6 16,6 27 6-16,-6-27 5 0,0 0-4 0,0 0 5 15,5 43-7-15,-5-43 5 0,0 0-10 0,5 32-20 16,-5-32-23-16,0 0-37 0,7 28-39 16,-7-28-38-16,0 0-35 0,0 0-137 0,14 26-352 15,-14-26 156-15</inkml:trace>
  <inkml:trace contextRef="#ctx0" brushRef="#br0" timeOffset="106367.03">33311 4544 68 0,'0'0'201'0,"0"0"-9"15,0 0-9-15,0 0-15 0,0 0-1 0,-39-26-15 16,39 26-12-16,0 0-4 0,0 0-12 0,0 0-12 15,0 0-10-15,-61 35-9 0,61-35-13 0,-16 19-5 16,16-19-10-16,0 0-6 0,-14 24-6 0,14-24-4 16,0 0-7-16,0 0-3 0,0 0-2 0,0 0 3 15,0 0-4-15,0 0-9 0,0 0 0 0,0 0-7 16,27 51 0-16,-27-51-7 0,0 0-2 0,0 0-5 16,0 0 6-16,0 0-2 0,36 0-1 0,-36 0-1 15,0 0-1-15,0 0-4 0,0 0 4 0,0 0-6 16,0 0 5-16,0 0-5 0,0 0 3 15,0 0-5-15,47-34 5 0,-47 34 1 0,0 0-4 0,0 0-1 16,0 0-1-16,0 0-3 0,0 0-2 16,0 0 2-16,0 0-1 0,0 0 1 0,0 0-2 0,0 0 0 15,0 0 5-15,28 29-4 0,-28-29 44 0,0 0 1 16,0 35 2-16,0-35-6 0,0 0-1 0,0 41 0 16,0-41 4-16,0 0 1 0,0 0 4 0,-10 46-3 15,10-46-5-15,0 0 0 0,-14 32 1 16,14-32-7-16,0 0-13 0,-16 27-14 0,16-27-30 15,0 0-36-15,-20 19-55 0,20-19-63 0,0 0-275 16,0 0-493-16,0 0 218 0</inkml:trace>
  <inkml:trace contextRef="#ctx0" brushRef="#br0" timeOffset="106782.14">33467 4530 178 0,'0'0'202'0,"0"0"-22"0,0 0 3 0,0 0-4 16,0 0-7-16,0 0-12 0,0 0-15 0,0 0-16 15,0 0-8-15,0 0-13 0,0 0-11 0,36 47-10 16,-36-47-4-16,0 0-10 0,16 27-9 0,-16-27-4 16,0 0-12-16,21 21 5 0,-21-21-5 0,0 0-4 15,22 12-4-15,-22-12 0 0,0 0-7 16,0 0 15-16,28 13 11 0,-28-13 5 0,0 0 8 15,0 0 0-15,0 0-6 0,0 0-4 0,0 0-6 16,0 0-5-16,0 0-4 0,0 0 8 0,0 0-3 16,37-32-6-16,-37 32 9 0,0 0-1 0,0 0 1 15,0 0 5-15,0 0 3 0,9-33-4 0,-9 33-8 16,0 0-4-16,0 0-1 0,0 0-10 0,0 0-6 16,0 0-6-16,0 0-8 0,0 0-6 0,0 0 11 15,0 0 2-15,0 0-1 0,0 0-1 0,0 0 2 16,0 0-7-16,0 0 1 0,0 0-5 0,-10 88-1 15,10-88-3-15,-7 37 4 0,7-37 0 0,-6 36-16 16,6-36-31-16,-5 43-32 0,5-43-26 0,-3 45-30 16,3-45-58-16,-1 36-73 0,1-36-300 0,-6 36-601 15,6-36 266-15</inkml:trace>
  <inkml:trace contextRef="#ctx0" brushRef="#br0" timeOffset="107448.12">32395 5243 48 0,'-3'-5'284'16,"3"5"-5"-16,0-11-15 0,0 11-22 0,-1-9-23 15,1 9-24-15,0 0-25 0,0 0-21 0,0 0-17 16,0 0-18-16,0 0-10 0,0 0-10 0,0 0-10 16,8 23-10-16,-7-7-6 0,0 0-1 0,6 7-8 15,-6-4-7-15,0 0-5 0,1 0-5 0,-2-2 0 16,1-5-5-16,1-3-3 0,-2 1 0 0,2-1-1 15,-2 1-5-15,0-5 5 0,0-5-6 0,0 13 1 16,1-8-2-16,-1-5-1 0,0 8-1 0,0-8 1 16,0 0-4-16,0 0 3 0,1 8-10 0,-1-8 10 15,0 0-7-15,0 0 4 0,0 0-7 0,0 0 1 16,5 4-9-16,-5-4-6 0,15-10-6 0,-5 4 0 16,6-2-13-16,6 1 3 0,-4 2 1 15,4-1 1-15,-3 3 0 0,0-1-6 0,0 1 1 0,-1 3 1 16,-4 2 3-16,-14-2 0 0,0 0 0 0,33 11-1 15,-33-11 2-15,0 0 4 0,0 0 1 0,22 18 2 16,-23-10 3-16,-3-1-2 0,-2 2-4 0,-6 4 2 16,-2-3 5-16,-4 0-3 0,-7 1-1 0,-2 0 5 15,-1-3-4-15,2 1-2 0,-2-4 1 0,8-2-10 16,0-2-12-16,4 1-16 0,2-1-22 0,2 0-33 16,12-1-56-16,-18-4-64 0,18 4-179 0,-11-7-432 15,11 7 193-15</inkml:trace>
  <inkml:trace contextRef="#ctx0" brushRef="#br0" timeOffset="107845.05">32910 5283 155 0,'0'0'230'0,"0"0"-10"16,0 0-4-16,0 0-15 0,0 0-10 0,0 0-14 15,0 0-12-15,0 0-17 0,0 0-10 0,-73 27-13 16,73-27-13-16,0 0-11 0,-25 31-8 0,25-31-7 16,-12 26-11-16,12-26-8 0,-6 24-5 0,6-24-6 15,0 0-7-15,0 0-3 0,0 0-33 0,9 46-1 16,-9-46-3-16,0 0-6 0,0 0-3 0,24 19 0 16,-24-19 0-16,0 0 0 0,0 0-7 0,40 7 7 15,-40-7 2-15,0 0-4 0,0 0 3 0,0 0 0 16,48-13-5-16,-48 13 3 0,0 0 0 0,0 0 5 15,28-25 6-15,-28 25-10 0,13-20 12 0,-13 20-4 16,0 0 15-16,15-27-3 0,-15 27 10 0,0 0-2 16,0 0-2-16,0 0-5 0,0 0-5 0,14-21-5 15,-14 21-2-15,0 0-4 0,0 0-3 0,0 0-1 16,0 0 1-16,0 0 1 0,0 0 3 0,0 0-4 16,0 0 1-16,0 0-2 0,0 0-4 0,0 0-12 15,7 79-13-15,-7-79-14 0,0 0-31 0,1 34-48 16,-1-34-82-16,0 0-214 0,0 0-450 0,0 0 199 15</inkml:trace>
  <inkml:trace contextRef="#ctx0" brushRef="#br0" timeOffset="108215.29">33131 5357 55 0,'0'0'178'0,"0"0"-9"0,0 0-17 0,0 0 8 16,0 0-10-16,0 0-14 0,0 0-16 16,0 0-8-16,13 71-14 0,-13-71-4 0,0 0-18 15,0 0-5-15,4 28-1 0,-4-28-5 0,0 0-13 16,0 0 3-16,0 0-2 0,0 0 17 0,0 0 11 0,0 0 9 16,0 0 16-16,0 0 0 0,0 0-5 0,0 0-13 15,0 0-10-15,0 0-8 0,0 0-8 16,0 0-7-16,0 0-8 0,0 0-4 0,0 0-6 15,0 0-9-15,57-54-6 0,-57 54 3 0,28-28-1 16,-12 15-11-16,-16 13 0 0,28-20-6 0,-28 20 1 16,20-12-5-16,-20 12 6 0,0 0-12 0,0 0 2 15,31-12-3-15,-31 12 0 0,0 0 2 0,0 0-1 16,0 0-1-16,0 0 3 0,0 0 0 0,38 31 4 16,-38-31-2-16,0 0-2 0,9 35-7 0,-9-35-12 15,0 0-23-15,0 36-36 0,0-36-52 0,0 0-68 16,0 0-227-16,-4 40-461 0,4-40 204 0</inkml:trace>
  <inkml:trace contextRef="#ctx0" brushRef="#br0" timeOffset="108665.26">33595 5331 17 0,'0'0'237'0,"0"0"-17"0,0 0-5 0,0 0-7 15,0 0-9-15,0 0-17 0,0 0-12 0,-54-12-19 0,54 12-16 16,0 0-14-16,0 0-3 0,-52 32-8 0,52-32-11 16,-21 22-10-16,21-22-9 0,-17 25-3 0,17-25-13 15,-11 21-6-15,11-21-10 0,0 0-2 0,0 0 2 16,-1 40-8-16,1-40-4 0,0 0-4 16,0 0 28-16,28 23-8 0,-28-23-9 0,0 0-11 15,40 5-5-15,-40-5-4 0,0 0-9 0,48-7-7 16,-48 7-1-16,0 0-1 0,36-14-6 0,-36 14 2 15,0 0 1-15,27-25 1 0,-27 25-3 0,13-31-3 16,-13 31 4-16,9-32-4 0,-9 32-5 0,4-36 7 16,-4 36 2-16,1-38-3 0,-1 38 11 0,-4-38 2 15,4 38 0-15,-2-45 3 0,2 45 17 0,-6-34 4 16,6 34 22-16,-5-28 4 0,5 28 9 0,0 0 9 16,0 0 13-16,-5-32-12 0,5 32-12 0,0 0-9 15,0 0-24-15,0 0 9 0,0 0-8 0,0 0-5 16,0 0-7-16,0 0-5 0,0 0 3 0,0 0 1 15,0 0-1-15,-20 108-2 0,17-77 1 0,1 3-12 16,0 0-11-16,1 1-36 0,1 1-37 0,-1-2-34 16,2 2-47-16,-1-36-66 0,1 67-104 15,-3-33-193-15,-2-1-563 0,-5-1 249 0</inkml:trace>
  <inkml:trace contextRef="#ctx0" brushRef="#br0" timeOffset="109370.22">32634 6037 95 0,'-5'-10'293'0,"-1"3"-9"0,-1 0-29 0,-1 0-15 15,1 2-15-15,-7 0-10 0,3 4-9 0,-2-2-23 16,-4 2-17-16,-1 5-13 0,1 1-17 0,-1 0-17 16,8 0-10-16,-1 4-16 0,2-4-18 0,0 3-6 15,2 1-4-15,0-1-5 0,2 0-7 0,3-1 0 16,2 3-10-16,0-1-5 0,3 3-4 0,1-2-7 15,2-1-4-15,0-2-2 0,4 0-9 0,0-3-2 16,1 1-8-16,1-4-2 0,-1 2-4 0,3-3 3 16,-3 0-1-16,0-3 1 0,1 2 0 0,-5-3 7 15,5-1-2-15,-6-2 4 0,3-1 6 0,-4 0-2 16,3 0-1-16,-4 2 1 0,1-2 1 0,-3 2-1 16,1-1 1-16,-3 7 7 0,4-7 1 0,-4 7-10 15,5-7-1-15,-5 7-6 0,0 0-1 0,5-2-6 16,-5 2 4-16,0 0-5 0,5 18 2 0,-5-7-1 15,3 14 3-15,-3-5 0 0,1 6 1 0,-1 3-1 16,0-1 4-16,-1 1-4 0,1 0 2 0,0-1 0 16,-3 2-2-16,-2 0-9 0,0-3 13 0,0-1 2 15,-2 1 2-15,0-10-4 0,-2 2 5 0,1-2-1 16,-4-1 1-16,-1-1 2 0,-3 0-4 0,-2-3 0 16,4-1-2-16,-5-5 1 0,4-1-4 0,1-1-4 15,2-1-9-15,1-3-20 0,-1-1-23 0,1-1-42 16,0-5-42-16,4 0-59 0,0-2-47 0,2-1-227 15,3-6-510-15,0-3 226 0</inkml:trace>
  <inkml:trace contextRef="#ctx0" brushRef="#br0" timeOffset="109767.24">32933 6027 241 0,'0'0'246'0,"0"0"-6"0,0 0-1 16,0 0-26-16,0 0-9 0,0 0-17 16,0 0-8-16,0 0-14 0,-87 27-17 0,87-27-14 0,-23 19-16 15,23-19-15-15,-19 24-9 0,19-24-9 0,-12 24-6 16,12-24-8-16,0 0-4 0,-10 31-8 16,10-31-7-16,0 0-12 0,0 0 5 0,0 0-7 15,0 0-11-15,0 0-1 0,23 39-4 0,-23-39-5 16,0 0-3-16,0 0 0 0,35 11-7 0,-35-11-3 15,0 0-1-15,0 0 2 0,0 0-1 0,0 0-4 16,0 0 1-16,55-27 3 0,-55 27 1 0,0 0-4 0,16-25 3 16,-16 25-1-16,0 0 7 0,11-29 1 15,-11 29 3-15,0 0-1 0,0 0 3 0,0 0 2 16,7-34 1-16,-7 34-4 0,0 0-3 0,0 0-6 16,0 0-1-16,0 0-7 0,0 0 0 0,0 0 7 15,0 0-3-15,0 0 1 0,0 0 0 0,0 0-1 16,0 0-2-16,0 0 3 0,0 0 1 0,0 0-4 0,0 0-9 15,10 80-11-15,-10-80-16 0,0 0-25 16,12 34-39-16,-12-34-44 0,0 0-55 0,14 20-62 16,-14-20-162-16,0 0-457 0,0 0 202 0</inkml:trace>
  <inkml:trace contextRef="#ctx0" brushRef="#br0" timeOffset="110015.37">33109 5954 1 0,'0'0'290'0,"0"0"-7"0,0 0-16 16,0 0-16-16,0 0-27 0,0-55-25 0,0 55-26 15,0 0-20-15,0 0-16 0,0 0 12 0,0 0-7 16,0 0-13-16,0 0-16 0,0 0 1 0,0 0 0 16,2 106-7-16,-2-106 2 0,-2 52-9 0,2-52-10 15,-2 51-9-15,3-25-2 0,-1-26-11 0,-1 43-5 16,1-43-17-16,0 44 5 0,0-44-3 0,0 33-32 15,0-33-32-15,0 0-29 0,-1 39-27 0,1-39-30 16,0 0-57-16,0 0-49 0,0 34-53 0,0-34-195 16,0 0-494-16,0 0 219 0</inkml:trace>
  <inkml:trace contextRef="#ctx0" brushRef="#br0" timeOffset="110232.29">33160 6022 185 0,'0'0'197'0,"0"0"-3"0,0 0-24 0,54-7-11 16,-54 7-3-16,0 0-12 0,0 0-16 15,44 19-9-15,-44-19-11 0,19 15 0 0,-19-15-11 16,18 19-6-16,-18-19-6 0,0 0 4 0,14 24 4 16,-14-24-6-16,0 0-6 0,0 0-1 0,0 0-19 15,0 0-26-15,-31 60-28 0,12-49-39 0,19-11-49 0,-40 15-48 16,40-15-73-16,-48 13-137 0,26-9-367 0,22-4 164 15</inkml:trace>
  <inkml:trace contextRef="#ctx0" brushRef="#br0" timeOffset="110899.82">32377 7059 14 0,'-8'5'297'0,"8"-5"-16"0,0 0-13 0,-6 3-8 15,6-3-10-15,0 0-18 0,0 0-12 0,0 0-18 16,0 0-21-16,0 0-11 0,14-17-9 0,-2 12-19 16,-1-5-10-16,1 6-17 0,2-6-10 0,1 1-5 15,-1-2-17-15,-1 0-3 0,1-2-11 0,-3 0 0 16,0 0-24-16,-2 0 10 0,-4 0-1 0,4-2 6 16,-4 0-22-16,-3-1-3 0,2 4 1 0,0 4 8 15,-3-1 5-15,0 2-4 0,-1 7-8 0,-1-12 1 16,2 5 3-16,-1 7-6 0,0 0-1 0,-1-11-5 15,1 11-8-15,0 0-3 0,0 0-10 0,0 0-2 16,0 0 1-16,0 0 2 0,-15 15-3 0,10-5-4 16,1 0 0-16,1 2-3 0,1-2 2 0,2 3 3 15,0-1 1-15,1-1-5 0,0-1 7 0,5-1-5 16,-1 0 4-16,2 0 4 0,3-3-9 0,0 0-1 16,1-2 2-16,8-2-4 0,-1 1 5 0,-18-3-9 15,0 0 4-15,0 0 6 0,72-9 11 0,-72 9-13 16,33-12-2-16,-33 12-2 0,25-12-1 0,-25 12 1 15,23-16 0-15,-23 16 1 0,18-18 4 0,-18 18-11 16,0 0-2-16,22-30 4 0,-22 30 10 0,9-21-8 16,-9 21-1-16,0 0 6 0,0 0-1 0,13-31-1 15,-13 31 4-15,0 0 1 0,0 0-4 0,0 0-8 16,0 0 8-16,0 0-9 0,0 0-3 0,0 0 6 16,0 0-2-16,0 0-5 0,0 0 10 0,0 0 1 15,0 0 3-15,0 0-1 0,0 0-13 0,0 0 29 16,0 0-5-16,0 0-4 0,0 0 4 0,-18 107-12 15,18-107-21-15,0 0-32 0,-7 42-26 0,7-42-26 16,-5 28-49-16,5-28-68 0,0 0-84 0,-12 35-232 16,12-35-583-16,0 0 258 0</inkml:trace>
  <inkml:trace contextRef="#ctx0" brushRef="#br0" timeOffset="111062.17">32515 6641 48 0,'0'0'204'0,"0"0"-44"0,0 0-66 0,14 1-59 0,-14-1-67 16,22 12-54-16,-4-9-91 0,1 4 41 0</inkml:trace>
  <inkml:trace contextRef="#ctx0" brushRef="#br0" timeOffset="111528.49">33008 7086 31 0,'0'0'322'15,"0"0"-28"-15,0 0-9 0,31-32-12 0,-31 32-19 16,18-23-16-16,-18 23-14 0,26-29-19 0,-9 10-11 15,0-3-28-15,4 0-11 0,-1 2-22 16,-2 0-3-16,0-2-31 0,-1 2 6 0,-17 20-16 16,24-38-2-16,-10 15-10 0,-4 1-9 0,-10 22-9 15,13-32-39-15,-13 32-2 0,9-29 2 0,-9 29 1 0,0 0 2 16,0 0 1-16,-2-36-3 0,2 36-7 0,0 0-1 16,0 0 0-16,0 0-3 0,-32-23-2 0,32 23-1 15,0 0-2-15,-42 2 4 0,42-2-9 16,0 0-1-16,-47 22 4 0,47-22 8 0,-28 15-13 15,28-15-4-15,-19 17-6 0,19-17-15 0,0 0 0 16,-18 23 1-16,18-23-16 0,0 0 0 0,0 0 7 0,0 40 3 16,0-40-4-16,0 0 5 0,0 0 1 15,24 38 1-15,-24-38 2 0,22 21 3 0,-22-21 5 16,27 25 1-16,-27-25-5 0,24 24 5 0,-24-24-1 16,17 18 7-16,-17-18-2 0,15 19 2 0,-15-19-1 15,0 0 4-15,0 0-2 0,17 26 3 0,-17-26 3 16,0 0 10-16,0 0-1 0,0 0 2 0,0 0 3 15,0 0-3-15,0 0-1 0,0 0 5 0,-22 51 2 0,22-51-17 16,0 0-9-16,0 0-13 0,-22 15-17 16,22-15-29-16,0 0-45 0,0 0-54 0,0 0-47 15,0 0-199-15,0 0-451 0,0 0 200 0</inkml:trace>
  <inkml:trace contextRef="#ctx0" brushRef="#br0" timeOffset="111882.09">33384 6795 39 0,'0'0'224'0,"0"0"-6"16,0 0 2-16,0 0-12 0,0 0-7 0,0 0-14 15,0 0-9-15,0 0-19 0,0 0-16 0,-78 28-17 16,78-28-10-16,0 0-12 0,-16 25-10 0,16-25-8 16,0 0-10-16,-6 29-6 0,6-29-4 0,0 0-9 15,0 0 0-15,0 0-12 0,0 0 3 0,26 42-17 16,-26-42 4-16,0 0-7 0,29 12-1 0,-29-12-4 15,0 0 2-15,0 0-5 0,41 1 3 0,-41-1-6 16,0 0-2-16,0 0 2 0,0 0-2 0,0 0-3 16,0 0 2-16,41-27-2 0,-41 27 0 0,0 0 17 15,0 0 5-15,0 0 7 0,16-26-6 16,-16 26-3-16,0 0-4 0,0 0-9 0,0 0 0 16,0 0-10-16,0 0 8 0,0 0-14 0,0 0 3 15,0 0 0-15,0 0 2 0,0 0-2 0,0 0-3 0,0 0-11 16,0 0-13-16,0 0-19 0,0 0-23 0,0 0-37 15,-12 76-48-15,12-76-59 0,0 0-37 0,0 0-175 16,0 0-454-16,-4 38 202 0</inkml:trace>
  <inkml:trace contextRef="#ctx0" brushRef="#br0" timeOffset="112598.5">33493 6910 50 0,'0'0'160'0,"0"0"19"0,0 0-5 0,0 0-12 16,0 0-1-16,0 0-8 0,0 0-13 16,0 0-6-16,0 0-6 0,0 0-12 0,0 0-6 15,0 0-9-15,0 0 3 0,0 0-7 0,0 0-8 16,0 0-8-16,20 55 3 0,-20-55 0 0,0 0 5 16,0 0 10-16,0 0 6 0,0 0 5 0,0 0 7 15,0 0-5-15,0 0-10 0,0 0-15 0,0 0 6 16,0 0-14-16,0 0-15 0,0 0-5 0,0 0-11 0,0 0 1 15,0 0-9-15,0 0-4 0,0 0-8 16,0 0-11-16,0 0 0 0,0 0-14 0,0 0-1 16,0 0 1-16,-7-87-22 0,7 87 5 15,0 0 6-15,15-27-9 0,-15 27 1 0,0 0-2 0,0 0 2 16,23-14 1-16,-23 14 0 0,0 0-2 0,0 0 8 16,0 0-6-16,0 0 3 0,0 0 3 0,0 0 0 15,46 42 3-15,-46-42-2 0,0 0 0 0,10 35 2 16,-10-35 0-16,0 0 4 0,5 28-7 0,-5-28 6 15,0 0-2-15,0 0 6 0,7 28-1 0,-7-28 2 16,0 0 1-16,0 0 5 0,0 0-3 0,0 0 1 16,0 0 3-16,0 0-1 0,0 0 2 0,0 0 3 15,0 0-7-15,0 0-3 0,0 0 2 0,0 0-3 16,0 0-7-16,0 0 0 0,0 0-2 0,0 0 1 16,0 0-11-16,0 0 3 0,0 0-5 0,25-69-3 15,-25 69 0-15,0 0 3 0,14-24-2 16,-14 24 1-16,0 0-2 0,0 0 5 0,0 0-1 0,0 0-1 15,0 0 3-15,0 0 4 0,0 0 1 0,0 0 1 16,0 0-1-16,0 0 4 0,0 0-2 16,0 0 1-16,0 0 0 0,0 0 4 0,46 41-1 15,-46-41 4-15,0 0-1 0,0 0 2 0,0 0 4 16,13 23 7-16,-13-23 2 0,0 0 1 0,0 0-1 16,0 0-1-16,0 0 5 0,0 0-4 0,0 0 6 15,0 0-3-15,0 0-3 0,0 0 2 0,0 0-1 16,55-26-2-16,-55 26 2 0,0 0-1 0,11-26-4 0,-11 26 0 15,0 0 4-15,6-30-3 0,-6 30-5 0,0 0 8 16,0 0-9-16,1-37 0 0,-1 37-2 0,0 0 2 16,0 0-1-16,0 0 4 0,0 0-5 15,0 0 0-15,0 0 1 0,0 0 1 0,0 0 6 16,0 0 2-16,0 0-3 0,0 0 0 0,0 0-1 16,0 0-1-16,-73 60-1 0,73-60-2 0,-9 20-13 15,9-20-14-15,0 0-19 0,0 0-21 0,0 0-45 16,0 0-41-16,36 53-41 0,-36-53-82 0,37 10-169 15</inkml:trace>
  <inkml:trace contextRef="#ctx0" brushRef="#br0" timeOffset="112898.07">33361 7400 136 0,'0'0'109'0,"0"0"-70"0,90-30-87 15,-62 17-51-15,4 1 23 0</inkml:trace>
  <inkml:trace contextRef="#ctx0" brushRef="#br0" timeOffset="120530.03">25567 3756 39 0,'0'0'62'0,"0"0"-9"0,0 0 3 0,0 0-13 0,0 0 2 15,0 0-2-15,0 0-9 0,0 0-1 0,0 0-1 16,0 0-2-16,0 0-8 0,0 0 1 0,0 0-15 16,0 0-11-16,0 0-16 0,0 0-8 15,0 0-6-15,0 0-41 0,0 0-80 0,0 0 36 0</inkml:trace>
  <inkml:trace contextRef="#ctx0" brushRef="#br0" timeOffset="121160.48">25559 3774 69 0,'0'0'78'0,"0"0"-12"0,0 0-8 16,0 0 11-16,0 0-40 0,0 0-7 15,0 0-24-15,0 0-29 0,0 0-29 0,0 0-65 0,0 0 29 16</inkml:trace>
  <inkml:trace contextRef="#ctx0" brushRef="#br0" timeOffset="125181.12">26214 3810 15 0,'0'0'78'0,"0"0"-5"0,0 0-4 0,0 0-7 16,0 0-2-16,0 0 2 0,0 0-9 0,0 0 7 15,0 0-6-15,0 0-13 0,0 0 9 0,0 0-13 16,0 0-2-16,0 0-10 0,0 0 6 0,0 0-3 16,0 0-11-16,0 0 2 0,0 0-4 0,0 0 5 15,0 0-2-15,0 0-3 0,0 0-3 0,0 0-4 16,0 0 4-16,0 0-4 0,0 0 3 0,0 0-9 15,0 0 4-15,0 0-6 0,0 0 6 0,0 0 0 16,0 0-2-16,0 0-3 0,0 0 5 0,0 0-3 16,0 0 1-16,0 0-14 0,0 0 2 0,0 0-7 15,0 0-1-15,0 0-15 0,0 0-6 0,0 0-8 16,0 0-14-16,0 0-16 0,0 0-47 0,0 0-132 16,-7 7 58-16</inkml:trace>
  <inkml:trace contextRef="#ctx0" brushRef="#br0" timeOffset="127328.37">23470 6832 79 0,'0'0'123'0,"0"0"-2"0,0 0-7 0,0 0-5 15,0 0-5-15,0 0-8 0,0 0-1 0,0 0-4 16,0 0-4-16,0 0 10 0,0 0-22 0,0 0 0 16,0 0-4-16,0 0-5 0,0 0 0 0,0 0-6 15,0 0 0-15,0 0 1 0,0 0-5 0,0 0-2 16,0 0-7-16,0 0-4 0,0 0-4 0,0 0-3 15,0 0-3-15,0 0-1 0,0 0-4 0,0 0-8 16,0 0 2-16,0 0-4 0,0 0-2 0,0 0 1 0,0 0 0 16,0 0-6-16,0 0 0 0,0 0-5 15,0 0 4-15,0 0-11 0,0 0-5 0,0 0-17 16,0 0-5-16,0 0-14 0,0 0-17 0,0 0-16 16,0 0-18-16,0 0-9 0,0 0-8 0,0 0-14 0,0 0-12 15,0 0-93-15,0 0-246 0,0 0 109 16</inkml:trace>
  <inkml:trace contextRef="#ctx0" brushRef="#br0" timeOffset="128958.19">25684 6759 30 0,'0'0'153'15,"0"0"-4"-15,0 0-5 0,0 0-7 0,0 0-6 16,0 0-8-16,0 0-2 0,0 0-11 0,0 0-5 15,0 0 2-15,0 0-10 0,0 0 0 0,0 0-6 16,0 0-7-16,0 0-3 0,0 0-11 0,0 0-6 16,0 0-10-16,0 0-1 0,0 0-7 0,0 0 2 15,0 0-6-15,0 0-11 0,0 0 1 0,0 0-3 16,4 5-4-16,-4-5-1 0,0 0-2 0,0 0-3 16,0 0-4-16,0 0 1 0,0 0-6 0,0 0 1 15,0 0 2-15,0 0-4 0,0 0-4 0,0 0 4 16,0 0-3-16,0 0 2 0,0 0 0 0,0 0-4 15,0 0 2-15,0 0 1 0,0 0-2 0,0 0 0 16,0 0-1-16,0 0 0 0,0 0-1 0,0 0 1 16,0 0 3-16,0 0-10 0,0 0 8 0,0 0-2 15,0 0 0-15,0 0 0 0,0 0-1 0,0 0 1 16,0 0 0-16,0 0 0 0,0 0 1 0,0 0-3 16,0 0-1-16,0 0 6 0,0 0-3 0,0 0-6 15,0 0 7-15,0 0-2 0,0 0 0 0,0 0-1 16,0 0-4-16,0 0 3 0,0 0 0 0,0 0 0 15,0 0 1-15,0 0 2 0,0 0-3 0,0 0 1 16,0 0 1-16,0 0 0 0,0 0-3 0,0 0 2 0,0 0-2 16,0 0 7-16,0 0-5 0,0 0 4 0,0 0 0 15,0 0-5-15,0 0 2 0,0 0-2 16,0 0 0-16,0 0 3 0,0 0-4 0,0 0 3 16,0 0-1-16,0 0 1 0,0 0-3 0,0 0 0 0,0 0-1 15,0 0 6-15,0 0-3 0,0 0 1 0,0 0-3 16,0 0 1-16,0 0 3 0,0 0-2 0,0 0 0 15,0 0-3-15,0 0 2 0,0 0 3 0,0 0-4 16,0 0 2-16,0 0-2 0,0 0 2 0,0 0 2 16,0 0-6-16,0 0 6 0,0 0-4 0,0 0 1 15,0 0-1-15,0 0 2 0,0 0 1 0,0 0-5 16,0 0 2-16,0 0-2 0,0 0 4 0,0 0-4 16,0 0 2-16,0 0 0 0,0 0-1 0,0 0-4 15,0 0 2-15,0 0-2 0,0 0 1 0,0 0 1 16,0 0-4-16,0 0 0 0,0 0 2 0,0 0-5 15,0 0 0-15,0 0-5 0,0 0 2 0,0 0 2 16,0 0-8-16,0 0-1 0,0 0-4 0,0 0 1 16,0 0-3-16,0 0-3 0,0 0-1 0,0 0-13 15,0 0-5-15,0 0 3 0,0 0-9 0,0 0 1 16,0 0-7-16,0 0-5 0,0 0 1 0,0 0-8 16,0 0-3-16,0 0-11 0,0 0-1 0,0 0-4 15,0 0-6-15,0 0-5 0,0 0-98 0,0 0-218 16,0 0 97-16</inkml:trace>
  <inkml:trace contextRef="#ctx0" brushRef="#br0" timeOffset="129548.26">25720 6773 32 0,'0'0'106'0,"0"0"-2"0,0 0-20 0,0 0-1 15,0 0-9-15,0 0-12 0,0 0-6 0,0 0 0 0,0 0-8 16,0 0-5-16,0 0-7 0,0 0-1 16,0 0-6-16,0 0-5 0,0 0-9 0,0 0-14 15,0 0-15-15,0 0-9 0,0 0-10 0,0 0-16 16,0 0-12-16,0 0-57 0,0 0-129 0,0 0 57 16</inkml:trace>
  <inkml:trace contextRef="#ctx0" brushRef="#br0" timeOffset="180081.27">10420 9773 31 0,'0'0'114'0,"-1"-11"-3"0,1 11 0 15,0 0-2-15,0 0-5 0,0 0 1 0,0 0-8 16,0 0-5-16,0 0-1 0,0 0-2 0,0 0-3 16,0 0-4-16,0 0-4 0,0 0-7 0,0 0-7 15,0 0-7-15,0 0 0 0,0 0-1 0,0 0-3 16,0 0 0-16,0 0-6 0,0 0-1 0,0 0 2 16,0 0 0-16,0 0-1 0,0 0-7 0,0 0-2 15,0 0-8-15,0 0-3 0,-6-6-6 0,6 6-4 16,0 0 2-16,-8-2-6 0,8 2 3 0,0 0-4 15,-8-1-2-15,8 1 1 0,-10-2-5 0,10 2 2 16,0 0-2-16,0 0-3 0,-15 0-4 0,15 0 4 16,-13 2-5-16,13-2 2 0,-13 0-3 0,7 0 2 0,6 0-2 15,-13 1 4-15,5-1-1 0,8 0 1 16,-14 1-1-16,8 0-2 0,6-1 0 0,0 0 2 16,-15 2 1-16,15-2 1 0,-11 0-5 0,11 0 2 0,-12 2 2 15,5-1-8-15,7-1-27 0,-19 1 8 0,8 1-1 16,0-1 5-16,-1 2-3 0,3-2 7 0,1-1-3 15,8 0 5-15,-15 2 1 0,15-2 7 16,-11 0-2-16,11 0 2 0,-11 1 1 0,11-1-2 0,-12 0 1 16,12 0 2-16,-10 1 2 0,10-1-2 0,-10 0 3 15,10 0-3-15,-10 1 0 0,10-1 7 16,-12-1-7-16,12 1 7 0,-13 1-5 0,13-1 3 16,-9 1-1-16,9-1 1 0,0 0-3 0,0 0 4 0,-10 0 0 15,10 0 8-15,0 0-5 0,0 0 7 0,0 0-1 16,-11 2-1-16,11-2 0 0,0 0-5 0,0 0 3 15,0 0-3-15,0 0-1 0,0 0-7 0,0 0 4 16,0 0 1-16,0 0 1 0,0 0-2 0,0 0 2 16,0 0-2-16,0 0-1 0,32 4 5 0,-21-6-4 15,1 2 1-15,-1-1-4 0,7 1 9 0,1 0-5 16,-6 0 1-16,5-3 1 0,-4 2-3 0,5 0-3 16,-2 0 5-16,-3 0-3 0,4-1 14 0,0 2-15 15,-2-1-1-15,3 0 3 0,-1-1-1 0,-1 2-1 16,-2 0 3-16,3 0-1 0,0-1 3 0,-5-1-5 0,7 1 6 15,-1 0 1-15,-2-1 1 0,1 0-6 0,-4 1 5 16,4 0-6-16,-1 0 3 0,2-2-3 16,-6 3 4-16,4-2-1 0,-4 0-1 0,1 2-1 15,4-1 3-15,-4 1 0 0,-1-2 1 0,-2 1-3 0,2 0-1 16,-1-1 5-16,-1 2-4 0,1 0-2 0,-2 0-3 16,3 0 7-16,-3 0-3 0,3 0 3 15,-2 0-5-15,-1 0 3 0,3 2-2 0,-1-2 4 0,2 0-5 16,-3 1 4-16,1-2 4 0,2 1-7 0,-1 0 5 15,-1 0-6-15,1 0 2 0,0 1 0 0,1 0 5 16,-2-1-5-16,0 0 5 0,0-1-5 0,1 1 2 16,-1 0-1-16,1 0 0 0,0 0 0 0,-2 0 0 15,1 0-1-15,1 0 1 0,-3-1 1 0,1 1 0 16,0 0-2-16,-1 0 2 0,3 1-1 0,-3-1 2 16,0 0-5-16,1 0 3 0,0 0-3 0,-1 0 0 15,3 0 4-15,-2 0 1 0,0 0-2 0,1 0 0 16,-3 0 3-16,3-1-3 0,-2-1 2 0,0 2-3 15,2 0-1-15,0 0 3 0,-1 0 1 0,-1 0 1 16,0-2 0-16,0 2-2 0,2 0 1 0,-2-2-5 16,-1 2 5-16,2 0-1 0,-11 0-1 0,16 0 0 15,-8-2 2-15,0 4 1 0,3-4-4 0,-2 1 2 16,-9 1-3-16,15 0 0 0,-5-1 1 0,-10 1 3 0,14 0-4 16,-6-2 2-16,-8 2 2 0,14 0 0 15,-5 0-3-15,-9 0-1 0,13-1 1 0,-5-1 3 16,-8 2-2-16,16 0 0 0,-6-2 0 0,-2 2 1 15,2-1-4-15,-10 1 3 0,13-1 2 0,-5-1 0 0,-8 2 0 16,14 0-2-16,-14 0-3 0,14-1 4 0,-5 1 1 16,-2 1-2-16,-7-1 3 0,17-2-4 15,-4 2 1-15,-3-1 0 0,-2 2 2 0,-8-1-3 0,17 0-2 16,-6 0 3-16,0-1-3 0,1-1 5 0,-1 2-1 16,1 0-1-16,-2 0-3 0,-1 0 7 0,-9 0-5 15,14 2 2-15,-8-2-2 0,-6 0 4 0,14 0-3 16,-14 0 2-16,11 0 1 0,-4 0-6 0,-7 0 3 15,11 0 4-15,-11 0 0 0,10 1-1 0,-2-1-2 16,-8 0 4-16,11 0-5 0,-11 0 4 0,11 0 0 16,-11 0-2-16,9-1-1 0,-9 1-2 0,9 1 3 15,-9-1-3-15,0 0 2 0,0 0 0 0,0 0-5 16,10 0-12-16,-10 0-24 0,0 0-31 0,0 0-31 16,0 0-27-16,0 0-25 0,0 0-99 0,-25 6-274 15,6-4 122-15</inkml:trace>
  <inkml:trace contextRef="#ctx0" brushRef="#br0" timeOffset="181133.05">10153 9541 47 0,'0'0'105'0,"0"0"-1"15,0 0-1-15,0 0-8 0,0 0 0 0,0 0 0 16,0 0-5-16,0 0 3 0,0 0-11 15,0 0-6-15,0 0-1 0,0 0-7 0,0 0-3 0,0 0-1 16,0 0-15-16,0 0-3 0,0 0-4 0,0 0-6 16,0 0-3-16,0 0 0 0,0 0-3 0,0 0-5 15,0 0-6-15,0 0-4 0,0 0 1 0,0 0 1 16,0 0-3-16,0 0 5 0,0 0 6 0,0 11-1 16,0-11 0-16,-6 11 1 0,2-5-2 0,2 0 7 15,-5 2-5-15,1 1 0 0,-2 0 1 0,0 1-3 16,-2 3 2-16,0 0-3 0,-4 0-3 0,0-2-1 15,0 0-1-15,1 0-1 0,3-3-2 0,-2 1 1 16,2 0-4-16,0-3 2 0,-4 5-4 0,5-5 2 16,-1 3-1-16,1-2-1 0,0 0 1 0,0 0-5 15,-1 0 1-15,4-3 2 0,0 2-2 0,2-2 0 16,4-4-3-16,-10 6 2 0,7-3-4 0,3-3 2 16,0 0-1-16,-7 7 1 0,7-7-3 0,-5 2 7 0,5-2-7 15,0 0 2-15,0 0-3 0,0 0 1 0,-6 6-1 16,6-6-2-16,0 0 2 0,0 0 2 0,0 0 0 15,0 0-3-15,0 0 3 0,0 0-5 16,0 0 1-16,0 0 2 0,0 0-1 0,-1 7 2 16,1-7-3-16,0 0 2 0,0 0-1 0,0 0 0 0,0 0-1 15,7 8 6-15,-7-8-3 0,7 5 2 16,-3-3 1-16,4 1 1 0,-3 1-5 0,0-1-1 0,3 0 4 16,-2-1-2-16,7 3 0 0,-4-2 1 0,2 1-2 15,1-1 7-15,-2-1-5 0,0 2 1 0,3 0 1 16,-3 1-3-16,4-2 2 0,-5 0-1 0,3-1-2 15,0 2 3-15,0 0 0 0,2-2-2 0,3 2 4 16,-3-3-3-16,-1 3 2 0,6 0-2 0,-8-2 2 16,1 0-2-16,2 0 0 0,-3 1 1 0,1 0 1 15,-3-2-1-15,-2 0 1 0,0 2 0 0,0-1-5 16,-7-2 0-16,13 0 2 0,-13 0 4 0,9 2-4 16,-9-2 5-16,9 0-4 0,-9 0 0 0,0 0-1 15,8 2 1-15,-8-2-2 0,0 0 2 0,0 0 0 16,0 0 3-16,0 0-6 0,0 0 2 0,0 0 1 15,7 1-7-15,-7-1-26 0,0 0-32 0,0 0-26 16,0 0-27-16,0 0-27 0,0 0-18 0,-11 14-106 16,3-8-289-16,-1 0 127 0</inkml:trace>
  <inkml:trace contextRef="#ctx0" brushRef="#br0" timeOffset="181749.41">9789 9971 24 0,'0'0'145'0,"0"0"-9"0,0 0-11 15,3-7-16-15,-3 7-4 0,0 0-20 0,0 0-4 16,0 0-8-16,0 0 13 0,0 0-5 0,0 0 11 16,0 0-9-16,-4 29-3 0,2-18-8 0,1-1-5 15,0 0 3-15,0 2-5 0,-1-2-6 0,1 2-1 16,-3-1-7-16,3 3-1 0,1-3-3 0,0 1-2 16,0 0 12-16,1-2 4 0,-1 4-2 0,3-2-13 15,-3 2 4-15,2 1-10 0,0-4-2 0,0 0-4 16,-1 0-1-16,1-1-6 0,2 0 0 0,-2 0-1 15,2-1-6-15,-1-2-2 0,-1 0 1 0,2 2-7 16,1-4 4-16,-1 2 1 0,0-2-3 0,1 0-3 16,-1 0 3-16,0 0-3 0,1-2-1 0,-5-3 3 15,7 9-1-15,-4-7-4 0,-3-2 1 0,7 5 0 0,-7-5-1 16,4 4-3-16,-4-4 3 0,7 4 1 16,-7-4 1-16,6 4-4 0,-6-4 3 0,0 0-4 15,0 0 3-15,8 1-2 0,-8-1-8 0,0 0-14 16,0 0-18-16,0 0-30 0,0 0-39 0,0 0-23 15,10-13-12-15,-10 8-18 0,0 5-15 0,0-12-140 0,0 12-337 16,0 0 150-16</inkml:trace>
  <inkml:trace contextRef="#ctx0" brushRef="#br0" timeOffset="182015.43">9825 10159 26 0,'0'0'171'0,"0"0"4"0,0 0-10 16,0 0-13-16,0 0-15 0,0 0-6 0,-11-1-7 15,11 1-6-15,0 0-13 0,0 0-10 16,0 0-10-16,0 0-5 0,0 0-9 0,0 0-10 16,0 0-3-16,0 0-1 0,22-7-4 0,-10 3-6 0,-1 1-4 15,2-1-4-15,0 0-6 0,-2 0 1 0,2 0-4 16,-1-1-4-16,-2 2-1 0,3 0-12 0,-2 0-19 15,1-2-11-15,-2 3-23 0,-10 2-26 0,13-4-26 16,-13 4-29-16,15-3-9 0,-9 0-26 0,-6 3-99 16,11-3-276-16,-11 3 124 0</inkml:trace>
  <inkml:trace contextRef="#ctx0" brushRef="#br0" timeOffset="182268.13">9813 9942 180 0,'-6'4'175'16,"6"-4"-18"-16,0 0-18 0,0 0-6 0,0 0-20 15,0 0-8-15,0 0-9 0,0 0-14 0,0 0-5 16,0 0-9-16,0 0-4 0,37-10-6 0,-28 7-8 15,3 3-3-15,-12 0-1 0,22-1-26 0,-11-3-18 16,0 2-22-16,-1 2-40 0,-10 0-19 0,23-2-17 16,-15 2-20-16,-8 0-92 0,0 0-223 0,0 0 99 15</inkml:trace>
  <inkml:trace contextRef="#ctx0" brushRef="#br0" timeOffset="183137.18">9913 10464 104 0,'0'0'116'0,"0"0"-7"16,0 0 3-16,0 0 0 0,0 0 1 0,0 0 3 16,0 0-2-16,0 0 2 0,0 0-3 0,0 0 0 15,0 0-1-15,0 0 2 0,0 0-6 0,0 0-3 16,0 9-1-16,0-9 1 0,0 0-4 0,0 0-5 16,0 0-7-16,0 0 0 0,0 0-1 0,0 0-10 15,0 0-2-15,0 0-5 0,0 0-4 0,0 0-3 0,0 0 1 16,0 0 0-16,0 0 2 0,0 0-8 15,0 0-2-15,0 0 2 0,0 0-8 0,0 0-1 16,0 0-2-16,0 0-4 0,0 0-4 0,0 0-5 16,0 0-2-16,0 0-7 0,0 0 1 0,0 0-5 0,0 0 1 15,0 0-2-15,-17-5-3 0,17 5-3 0,0 0 0 16,0 0 4-16,0 0-8 0,0 0 3 16,0 0 1-16,0 0 0 0,0 0-2 0,0 0 1 15,0 0-2-15,0 0 0 0,0 0-5 0,0 0 4 0,0 0-6 16,0 0 6-16,0 0-6 0,0 0-1 0,0 0-2 15,0 0-5-15,0 0-1 0,0 0-2 0,0 0-1 16,0 0-5-16,0 0-2 0,0 0 7 0,0 0-3 16,0 0-2-16,0 0-2 0,0 0-7 15,0 0-1-15,0 0-11 0,0 0-4 0,0 0-8 0,0 0-6 16,0 0 0-16,0 0-6 0,-5-9-12 0,5 9-18 16,0 0-9-16,0 0 5 0,-2-7 5 0,2 7 9 15,0 0 1-15,-4-7 8 0,4 7 7 0,0 0-1 16,-5-5 9-16,5 5 11 0,0 0-3 0,-7-7 5 15,7 7 2-15,-5-6 3 0,5 6-8 0,-6-7-2 16,6 7-2-16,-5-7-4 0,1 3 5 0,4 4 2 16,-5-5 4-16,5 5 13 0,-5-4-7 15,5 4 2-15,0 0 9 0,-8-6 7 0,8 6 3 0,0 0 5 16,0 0 4-16,0 0 3 0,-5-7 2 0,5 7 6 16,0 0 3-16,0 0 1 0,0 0 1 0,0 0-5 15,0 0-1-15,0 0 3 0,0 0 2 0,0 0-5 16,0 0 0-16,-5-3 1 0,5 3 0 0,0 0-5 15,0 0 8-15,0 0-2 0,0 0 0 0,0 0 6 16,0 0 6-16,0 0 4 0,21 0 0 0,-21 0-5 16,12-1-5-16,-12 1 6 0,15 0-6 0,-4-2 5 15,-1 0-2-15,2 2 0 0,8-2-1 0,-8 2-4 16,1-2 4-16,6 0-2 0,-8 2 4 0,0-2-2 16,3 0-6-16,0 1 8 0,0 0-4 0,-3-1-1 15,1 2-1-15,-1-1 0 0,-1 1-2 0,-1 0-1 16,-9 0 0-16,14-2-2 0,-14 2 0 0,11-1-3 15,-4 2 2-15,-7-1-5 0,0 0-5 0,11-2-22 16,-11 2-35-16,0 0-41 0,0 0-36 0,11-2-31 16,-11 2-142-16,0 0-336 0,0 0 149 0</inkml:trace>
  <inkml:trace contextRef="#ctx0" brushRef="#br0" timeOffset="184528.31">11779 5325 2 0,'4'11'3'15,"-4"-5"-2"-15,1 2-2 0,-1-8-2 0</inkml:trace>
  <inkml:trace contextRef="#ctx0" brushRef="#br0" timeOffset="185150.36">11817 9143 6 0,'0'0'133'0,"0"0"-25"0,0 0-4 0,0 0-8 0,0 0-6 15,0 0-16-15,0 0-4 0,0 0-9 0,0 0 0 16,0 0-12-16,0 0-17 0,0 0-8 0,0 0-13 16,0 0-24-16,0 0-18 0,0 0-20 0,0 0-87 15,0 0-149-15,0 0 66 0</inkml:trace>
  <inkml:trace contextRef="#ctx0" brushRef="#br0" timeOffset="186278.34">9862 5223 5 0,'0'0'13'15,"0"0"1"-15,0 0-2 0,0 0 0 0,0 0-1 16,0 0-1-16,0 0-3 0,0 0-2 0,0 0-1 15,0 0 2-15,0 0-4 0,0 0 0 0,0 0 1 16,0 0 2-16,0 0-4 0,0 0 1 0,0 0 1 16,0 0-9-16,0 0 1 0,0 0 0 0,0 0-4 15,-7 28-7-15,6-22-16 0,-1 3 7 0</inkml:trace>
  <inkml:trace contextRef="#ctx0" brushRef="#br0" timeOffset="187765.34">9853 9187 33 0,'0'0'93'15,"0"0"2"-15,5 4-5 0,-5-4-3 0,0 0-7 16,0 0-6-16,0 0-15 0,0 0-5 0,0 0-19 16,0 0 11-16,0 0 0 0,0 0-8 0,0 0-7 15,0 0 1-15,0 0-5 0,0 0-7 0,0 0 11 16,0 0-13-16,0 0 1 0,0 0 3 0,0 0-16 16,0 0 9-16,0 0-3 0,0 0-4 0,0 0-1 15,0 0-5-15,0 0 2 0,0 0-13 0,0 0-2 16,0 0 2-16,0 0-10 0,0 0-5 0,0 0 0 0,0 0-6 15,-1 10 1-15,1-10-8 0,0 0 3 0,0 0-11 16,0 0-5-16,0 0-18 0,-7 7-49 16,7-7-125-16,0 0 57 0</inkml:trace>
  <inkml:trace contextRef="#ctx0" brushRef="#br0" timeOffset="191597.77">10036 10000 14 0,'0'0'54'0,"0"0"1"0,1-10-9 16,-1 10-2-16,0 0-2 0,0 0-8 0,0 0 0 15,0 0-9-15,0-8 3 0,0 8-9 0,0 0-1 16,0 0-14-16,0 0 1 0,-7-6-4 0,7 6 3 0,0 0 3 16,0 0-1-16,0 0-13 0,-8-2 10 0,8 2 3 15,0 0 0-15,-5-5-2 0,5 5-1 16,0 0 1-16,0 0-8 0,0 0-1 0,-9-5-5 0,9 5-4 15,0 0-4-15,0 0-2 0,-8-3 10 0,8 3-13 16,0 0 6-16,0 0-4 0,0 0 4 0,0 0 7 16,0 0-3-16,-8-3 2 0,8 3-1 0,0 0 4 15,0 0 5-15,0 0 2 0,0 0-6 0,0 0 7 16,0 0-2-16,0 0 1 0,0 0 1 0,0 0-1 16,0 0-2-16,0 0 3 0,0 0-2 0,0 0 5 15,0 0 1-15,0 0-7 0,0 0 2 16,-6-6 0-16,6 6 3 0,0 0 7 0,0 0 8 0,0 0-3 15,-3-7 6-15,3 7-1 0,0 0 5 0,0 0-6 16,0 0 5-16,-4-9-2 0,4 9 6 0,0 0-6 16,0 0 9-16,0 0-15 0,-3-5-4 0,3 5 8 15,0 0 0-15,0 0-2 0,0 0-8 0,-3-7 1 16,3 7 1-16,0 0 2 0,0 0-1 0,-5-6 4 16,5 6 4-16,0 0-4 0,0 0-3 0,-6-3-3 15,6 3 9-15,0 0 4 0,0 0 2 0,0 0-2 16,-7-5 2-16,7 5-9 0,0 0 13 0,0 0-11 15,-5-3 9-15,5 3-6 0,0 0-1 0,0 0-8 16,0 0 5-16,0 0 0 0,0 0-5 0,-12 0 1 0,12 0-4 16,0 0-3-16,-11 3 5 0,11-3-3 15,0 0 0-15,-9 3-5 0,9-3 6 0,-8 2-10 16,8-2 10-16,0 0 3 0,-7 3 1 0,7-3-3 0,0 0 3 16,0 0-1-16,-8 1-1 0,8-1-3 0,0 0 4 15,0 0-7-15,0 0-1 0,0 0 7 0,-8 3-6 16,8-3 0-16,0 0 0 0,0 0-2 0,0 0-4 15,-5 4 3-15,5-4 4 0,0 0-7 0,0 0 9 16,0 0-9-16,-6 5 2 0,6-5 0 0,0 0 5 16,-4 5-3-16,4-5-4 0,0 0 0 0,-6 5 4 15,6-5-2-15,-4 8-1 0,4-8 3 0,-3 6 0 16,3-6-5-16,-4 9 5 0,4-9-4 0,-3 7 1 16,3-7-2-16,-4 6 4 0,4-6-2 0,-4 8-5 15,4-8 7-15,-3 5-4 0,3-5-4 0,-3 7 4 16,3-7-2-16,-4 7 14 0,4-7-9 0,0 0 5 15,-3 6-8-15,3-6 7 0,0 0-1 0,-2 7-3 16,2-7-5-16,0 0 8 0,0 0 0 0,-3 6 0 0,3-6-4 16,0 0 1-16,0 0-2 0,0 0 2 0,-4 6 0 15,4-6-2-15,0 0-2 0,-2 6 3 16,2-6 4-16,0 0-1 0,0 0 1 0,0 0-5 16,-6 4 3-16,6-4 6 0,0 0-3 0,0 0 2 0,0 0 0 15,0 0-1-15,0 0-1 0,0 0 5 0,0 0-8 16,0 0 1-16,0 0 11 0,0 0-13 0,0 0 1 15,0 0 2-15,-3 7-3 0,3-7 3 0,0 0 1 16,0 0-2-16,0 0-7 0,0 0 5 0,0 0-3 16,0 0 6-16,0 0-6 0,0 0-1 0,-3 7 2 15,3-7 2-15,0 0-5 0,0 0 2 0,0 8 7 16,0-8-2-16,0 0-6 0,0 0 4 0,4 13-2 16,-4-13 6-16,0 10-6 0,1-5 4 0,-1-5-1 15,-1 10 5-15,1-10-7 0,4 9-3 0,-4-9 0 16,0 10 1-16,0-10 3 0,1 7 1 0,-1-7-3 15,1 8-3-15,-1-8 3 0,0 9 10 0,0-9-2 16,3 9-3-16,-3-9 1 0,1 8-1 0,-1-8 2 16,2 8-2-16,-2-8-1 0,0 10 5 0,0-10-11 0,0 0 6 15,0 9 0-15,0-9 2 0,0 0-3 16,0 8 1-16,0-8-1 0,0 0-1 0,0 0 0 16,1 7-1-16,-1-7 0 0,0 0 8 0,0 0-7 15,0 9 1-15,0-9-2 0,0 0 3 0,0 0-2 0,0 0 3 16,0 9-9-16,0-9 5 0,0 0 2 0,0 0-2 15,0 0 1-15,0 7 1 0,0-7 4 0,0 0-6 16,0 0-2-16,0 0 7 0,0 0-5 16,1 7 3-16,-1-7-9 0,0 0 8 0,0 0-4 0,0 0 1 15,1 8-1-15,-1-8 3 0,0 0-5 0,0 0 3 16,0 0 8-16,0 0-7 0,2 8 1 0,-2-8-1 16,0 0 0-16,0 0-1 0,0 0 6 15,0 0-12-15,0 0 1 0,-3 8 6 0,3-8-16 0,0 0 17 16,0 0-3-16,0 0 2 0,0 0 3 0,4 8-3 15,-4-8-4-15,0 0 7 0,1 6-3 0,-1-6 3 16,0 0-3-16,0 0 5 0,2 10-7 0,-2-10 3 16,1 6-1-16,-1-6 1 0,0 0-2 0,0 0 1 15,0 8 2-15,0-8-2 0,0 0 0 0,0 0-5 16,4 10 12-16,-4-10-3 0,0 0-3 16,0 5-13-16,0-5 17 0,0 0-2 0,3 7 1 0,-3-7 0 15,2 7 8-15,-2-7 1 0,2 7 5 0,-2-7-6 16,0 0 3-16,1 11-4 0,-1-11 1 0,0 6-1 15,0-6 5-15,2 7-8 0,-2-7-6 0,0 0 8 16,2 9-8-16,-2-9 3 0,2 5 3 0,-2-5-5 16,3 6 2-16,-3-6 2 0,3 8 0 0,-3-8-6 15,1 6 4-15,-1-6-1 0,0 0 1 0,4 7 3 16,-4-7-5-16,0 0 4 0,3 7-6 0,-3-7 5 16,0 0-6-16,0 0 2 0,4 4 3 0,-4-4-2 0,0 0-2 15,0 0 5-15,0 0-8 0,5 6 1 16,-5-6 6-16,0 0-7 0,0 0 4 0,5 4 7 15,-5-4-6-15,0 0 4 0,0 0 2 0,6 3-1 0,-6-3 4 16,8 0 2-16,-8 0-9 0,0 0 6 0,12 2-1 16,-12-2-1-16,8 0 1 0,-8 0 2 0,11 0-6 15,-11 0 5-15,11 0-1 0,-11 0-6 16,10-1 5-16,-10 1-4 0,11-2 15 0,-4 0 5 0,-7 2 0 16,12-3-2-16,-12 3 0 0,11-3-1 0,-3 2-4 15,-8 1-2-15,11-2 1 0,-11 2-6 0,8-4 1 16,-8 4-1-16,9-1-1 0,-2-1-1 0,-7 2 0 15,9-4 1-15,-9 4-1 0,10-3 0 0,-10 3 2 16,8-2 1-16,-8 2-3 0,7-3-1 0,-7 3 2 16,0 0-4-16,0 0 2 0,7-4 1 15,-7 4 0-15,0 0-4 0,0 0 1 0,0 0-3 0,8-3-1 16,-8 3 3-16,5-4 0 0,-5 4-1 0,0 0 4 16,9-5-4-16,-9 5-3 0,4-4-15 0,-4 4-20 15,0 0-8-15,0 0-27 0,6-2-21 0,-6 2-21 16,0 0-20-16,0 0-23 0,0 0-111 0,0 0-285 15,-2-12 127-15</inkml:trace>
  <inkml:trace contextRef="#ctx0" brushRef="#br0" timeOffset="192081.61">9898 10200 16 0,'0'0'108'0,"0"0"-13"16,0 0-12-16,0 0-3 0,0 0-2 0,6 9-1 16,-6-9-2-16,0 0-11 0,12-2 9 15,-12 2-3-15,11 0-7 0,-11 0-3 0,18-4-9 16,-6 1 3-16,-1 0 0 0,0 2-1 0,1-1-3 0,3-1-1 16,-4-1 1-16,6 2 4 0,-4 0-5 0,2 0-5 15,-2-1-7-15,0 0 0 0,0 3-7 0,-2-4 1 16,1 4-5-16,-3-3 3 0,-1 2 3 0,0-1 8 15,-8 2 1-15,11-2 0 0,-11 2 5 0,9-2-2 16,-9 2 6-16,6 0-3 0,-6 0 2 0,0 0-8 16,8-3 2-16,-8 3-2 0,0 0-5 0,0 0-1 15,0 0-9-15,0 0-1 0,7-2 0 0,-7 2-2 16,0 0-15-16,0 0 8 0,0 0-7 0,0 0-22 16,0 0-28-16,0 0-48 0,0 0-46 0,0 0-14 15,0 0-25-15,0 0-120 0,0 0-317 0,0 0 142 16</inkml:trace>
  <inkml:trace contextRef="#ctx0" brushRef="#br0" timeOffset="193876.34">11799 9939 20 0,'0'0'64'0,"0"0"-11"15,0 0-15-15,0 0-7 0,0 0-24 0,0 0 3 16,0 0-17-16,0 0-29 0,0 0-39 0,0 0 17 16</inkml:trace>
  <inkml:trace contextRef="#ctx0" brushRef="#br0" timeOffset="194832">9550 9192 15 0,'0'0'93'0,"0"0"-1"16,0 0-1-16,0 0-4 0,4 5-12 0,-4-5-5 15,0 0-8-15,0 0-8 0,0 0-6 0,0 0-3 16,0 0-4-16,0 0-3 0,0 0 3 0,0 0-4 15,0 0-3-15,0 0 1 0,0 0-3 0,0 0-4 16,3 6-3-16,-3-6 5 0,0 0-3 0,0 0 0 16,0 0-7-16,0 0 9 0,0 0-10 0,0 0 3 15,0 0 3-15,0 0 2 0,0 0 2 0,0 0-5 16,0 0 4-16,0 0-1 0,0 0-2 0,0 0 0 16,0 0-2-16,0 0-7 0,0 0-1 0,0 0 2 15,0 0-3-15,0 0 5 0,0 0-5 0,0 0-4 16,0 0-2-16,0 0-1 0,0 0 3 0,0 0-7 15,0 0 7-15,0 0-5 0,0 0-2 0,0 0 0 16,0 0 4-16,0 0 6 0,0 0-8 0,0 0-7 0,0 0 7 16,0 0-2-16,0 0-1 0,0 0 2 15,0 0-1-15,0 0-3 0,0 0 6 0,0 0-1 0,0 0-6 16,0 0 3-16,0 0 8 0,0 0 0 0,0 0 0 16,0 0-3-16,0 0 7 0,0 0-4 0,0 0-4 15,0 0-1-15,0 0 1 0,0 0-7 0,0 0 6 16,0 0-3-16,0 0 3 0,0 0-1 0,0 0 0 15,0 0-4-15,0 0 5 0,0 0-5 0,0 0 0 16,0 0 0-16,0 0-1 0,0 0-2 0,0 0 5 16,0 0 0-16,0 0 1 0,0 0 1 0,0 0-3 15,0 0 1-15,0 0-1 0,0 0-2 0,0 0-2 16,0 0-2-16,0 0-7 0,0 0-7 0,0 0-28 16,0 0-21-16,0 0-24 0,0 0-12 0,0 0-9 15,0 0-14-15,11 1-70 0,-11-1-212 0,2 5 94 16</inkml:trace>
  <inkml:trace contextRef="#ctx0" brushRef="#br0" timeOffset="196030.18">11706 9712 53 0,'0'0'57'0,"0"0"-15"0,0 0-3 0,0 0 0 16,3 6-13-16,-3-6-14 0,0 0-10 0,0 0-22 15,0 10-22-15,0-10-45 0,0 0 20 0</inkml:trace>
  <inkml:trace contextRef="#ctx0" brushRef="#br0" timeOffset="196332.23">11940 9700 33 0,'0'0'117'0,"0"0"-8"0,0 0-5 0,0 0-17 15,0 0-5-15,0 0-9 0,0 0-9 16,0 0-8-16,0 0-11 0,0 0-12 0,0 0-11 0,0 0-20 16,0 0-16-16,0 0-16 0,0 0-20 0,0 0-1 15,0 0-9-15,0 0-44 0,-31 0-113 0,31 0 51 16</inkml:trace>
  <inkml:trace contextRef="#ctx0" brushRef="#br0" timeOffset="197344.56">10100 9678 102 0,'0'0'100'0,"0"0"-1"16,0 0-7-16,0 0-5 0,0 0-10 0,0 0-1 0,0 0 1 16,0 0-6-16,0 0-5 0,0 0 6 0,0 0-12 15,0 0 2-15,0 0-18 0,0 0 10 0,0 0-1 16,0 0-7-16,0 0-4 0,0 0-12 0,0 0 11 15,0 0-6-15,0 0-9 0,0 0 0 0,0 0 0 16,0 0-3-16,0 0 5 0,0 0 0 0,0 0-3 16,0 0 0-16,0 0 1 0,0 0-7 0,0 0 4 15,0 0-2-15,0 0-4 0,0 0 3 0,0 0-6 16,0 0-2-16,0 0-3 0,0 0-3 0,0 0-1 16,0 0-5-16,0 0-9 0,0 0-20 0,0 0-2 15,0 0-18-15,0 0-23 0,0 0-14 0,0 0-17 0,0 0-21 16,0 0-87-16,0 0-228 0,0 0 102 15</inkml:trace>
  <inkml:trace contextRef="#ctx0" brushRef="#br0" timeOffset="197935.15">11826 9713 6 0,'0'0'90'0,"0"0"-9"16,0 0-8-16,0 0-5 0,0 0-6 0,0 0-11 15,0 0-7-15,0 0-9 0,0 0-10 16,0 0-10-16,0 0-16 0,0 0-16 0,0 0-12 0,0 0-15 16,0 0-33-16,0 0-83 0,0 0 37 0</inkml:trace>
  <inkml:trace contextRef="#ctx0" brushRef="#br0" timeOffset="-206274.33">21033 11714 29 0,'0'0'97'0,"0"0"-14"0,0 0-1 16,0 0-2-16,0 0-21 0,0 0 0 0,0 0-2 15,0 0-12-15,0 0-3 0,0 0-5 0,0 0 0 16,0 0-7-16,0 0-3 0,0 0-3 0,0 0 0 15,0 0-4-15,0 0 8 0,0 0-5 0,0 0 3 16,0 0-2-16,0 0-6 0,0 0 10 0,0 0-10 16,0 0 8-16,0 0-7 0,0 0-1 0,0 0-4 0,0 0 1 15,0 0-2-15,0 0 0 0,0 0-5 16,0 0-2-16,0 0 2 0,0 0-5 0,0 0 3 16,0 0-2-16,0 0 5 0,0 0-8 0,0 0 5 15,0 0-4-15,0 0 5 0,0 0 0 0,-26 5-6 16,26-5 1-16,0 0 8 0,0 0-7 0,0 0-2 15,-9 2-9-15,9-2 12 0,0 0-6 0,0 0-3 16,0 0 7-16,0 0-2 0,0 0 3 0,0 0 0 16,0 0-5-16,0 0 11 0,0 0-11 0,0 0 6 0,0 0 2 15,-9 0 4-15,9 0-11 0,0 0 9 16,0 0 0-16,0 0-2 0,0 0 7 0,0 0 5 16,0 0-2-16,0 0 4 0,0 0-1 0,0 0 5 15,0 0-2-15,0 0-3 0,0 0 5 0,0 0-5 0,0 0-3 16,0 0-2-16,0 0-2 0,0 0 6 15,0 0-6-15,0 0 0 0,0 0-5 0,0 0 2 0,0 0 6 16,0 0 9-16,0 0-4 0,0 0 3 16,0 0-3-16,0 0 7 0,0 0-1 0,0 0-2 0,0 0-5 15,0 0 2-15,0 0-5 0,0 0 2 0,0 0-6 16,0 0 1-16,0 0-2 0,0 0 2 16,0 0-4-16,0 0 3 0,0 0-6 0,0 0 0 0,0 0 0 15,0 0-1-15,0 0 3 0,0 0-4 0,0 0 4 16,0 0-6-16,0 0 3 0,0 0-1 0,0 0-6 15,0 0 3-15,-7-5-9 0,7 5 5 0,0 0 5 16,0 0 1-16,0 0 1 0,0 0-4 0,0 0 7 16,0 0-1-16,0 0 6 0,0 0-10 0,0 0 1 15,0 0 0-15,0 0-1 0,0 0 1 0,0 0 2 16,0 0-4-16,0 0 3 0,0 0-6 0,0 0 6 16,0 0 3-16,0 0-1 0,0 0 3 0,0 0-6 15,0 0-9-15,0 0 8 0,0 0 4 0,0 0-2 16,0 0 0-16,0 0-3 0,0 0 2 0,0 0-3 15,0 0 2-15,0 0 5 0,0 0-5 0,0 0-6 16,0 0 2-16,0 0 2 0,0 0 1 0,0 0 2 16,0 0-4-16,0 0 4 0,0 0-4 0,0 0-2 15,0 0 6-15,0 0-2 0,0 0-1 0,0 0 8 16,0 0-10-16,0 0 1 0,0 0 2 0,0 0-2 16,0 0 2-16,0 0 3 0,0 0 0 0,0 0-4 0,0 0 2 15,0 0-1-15,0 0 2 0,0 0-8 0,0 0 2 16,0 0 5-16,0 0-3 0,0 0-1 15,0 0 3-15,0 0-5 0,0 0 2 0,0 0 2 0,0 0 0 16,0 0 0-16,0 0 1 0,0 0-5 0,0 0 2 16,0 0 2-16,0 0 0 0,0 0-1 15,0 0 2-15,0 0-2 0,0 0 7 0,0 0 2 16,0 0 0-16,0 0-1 0,0 0 2 0,0 0-4 0,0 0 5 16,0 0 2-16,0 0-7 0,0 0 8 0,0 0-9 15,0 0 5-15,0 0-7 0,0 0 4 0,0 0-3 16,0 0 0-16,0 0 0 0,0 0 1 0,0 0 0 15,0 0-3-15,0 0 4 0,0 0-1 0,0 0-2 16,0 0 2-16,0 0 2 0,0 0-6 0,0 0 5 16,0 0 2-16,0 0-5 0,0 0 5 0,0 0 3 15,0 0-2-15,0 0-3 0,0 0-1 0,0 0 4 16,0 0-1-16,0 0-1 0,0 0-4 0,0 0 1 16,0 0 2-16,0 0-2 0,0 0-1 0,0 0-1 15,0 0-1-15,0 0-1 0,0 0 4 0,0 0-2 16,0 0 0-16,0 0-2 0,0 0 6 0,0 0-4 15,0 0 4-15,0 0-6 0,0 0 4 0,0 0-4 16,0 0 0-16,0 0 3 0,0 0-2 0,0 0-2 16,0 0 5-16,0 0-1 0,0 0 2 0,0 0-5 15,0 0 1-15,0 0-5 0,0 0 6 0,0 0 0 0,0 0 1 16,0 0-3-16,0 0-1 0,0 0 1 16,0 0 1-16,0 0-3 0,0 0 4 0,0 0-2 15,0 0 1-15,0 0 2 0,0 0 5 0,0 0-4 16,0 0 1-16,0 0-6 0,0 0 6 0,0 0 3 0,25 3-1 15,-25-3-3-15,0 0 3 0,9 2 0 0,-9-2 4 16,0 0 2-16,11 0-4 0,-11 0-3 16,11-2 3-16,-11 2-4 0,9 0 6 0,-9 0 3 15,12 0 3-15,-12 0 0 0,15 2-1 0,-3-2 2 0,-1 0-5 16,-1 0 1-16,4-2-2 0,-3 2-4 0,3 0 1 16,-1 2-5-16,-1-4 5 0,0 1-2 15,1 0 0-15,1 2-3 0,-2-2 0 0,-2 2 3 16,4-1-1-16,-1 0-1 0,1 0 1 0,-1 0-1 0,-1 0-4 15,0 0 3-15,0 0 0 0,0 0-3 0,0 0 4 16,-1 0-3-16,2 0 0 0,-3 0 3 0,3 0-3 16,-3 1-2-16,1-1 3 0,1-1 0 0,0 2 1 15,2-1-4-15,-4 2 2 0,3-2 1 0,1 0-1 16,-1 0 2-16,-1 1-3 0,0 0-1 0,1 0 2 16,1-1 0-16,-1 2 3 0,0-4-4 0,0 2 3 15,1 2-2-15,-1-2 2 0,0 1-4 0,2-1 1 16,-3 1 0-16,2 1-1 0,-3-2 2 0,3 2-3 15,1-2 4-15,-4 1-5 0,0-1 2 0,1 2 2 16,1-2-1-16,-2 2-1 0,0-2 1 0,0 0 2 16,-1 2-3-16,2-2 1 0,-1 0 0 0,-1 1 1 15,0 0-3-15,1-1 6 0,-1 0-1 0,0 2-2 16,0-2 1-16,1 2 3 0,-2-4-2 0,0 4-2 16,-9-2 12-16,14 1-1 0,-4-1-1 0,-1 1 3 15,-9-1-5-15,14 2 0 0,-4-2 1 0,-2 1 0 16,2-1-3-16,-2 0 1 0,-8 0-2 0,19 0 1 15,-9 0 0-15,3 0-3 0,0 0 0 0,1 0 2 16,-1 1-6-16,-1-1 7 0,8 0-3 0,-3 0-2 16,-4 0-1-16,5 0 3 0,-4 1 0 0,4-1-3 0,-1 0 1 15,-1 0 1-15,2 0-3 0,1 2 3 16,-2-3 0-16,1 1 0 0,2 0-6 0,-2 1 4 16,4-1 3-16,-2 0 1 0,2 1 11 0,5-1 1 15,-7 2-2-15,2-2 2 0,-1 0-8 0,0 0-1 0,9 0 0 16,-10 1 1-16,-1-2-2 0,3 1 1 15,6 1-2-15,-9-1 3 0,9 0-4 0,-6 1 1 0,1-1-1 16,4-1 0-16,2 3 1 0,-3-2 3 16,-4 0-4-16,6 0-2 0,-7 2-2 0,0-2 2 0,8 0-2 15,-8 0 0-15,8 0-3 0,-2 0 6 16,-5-2-6-16,5 4 5 0,1-2 0 0,-1 0-4 0,1 0 2 16,-2 2-2-16,3-2 4 0,-6 1-3 0,3-2 1 15,4 1 0-15,-3 0 5 0,0 1-9 0,1-2 4 16,-7 2 0-16,1 1 0 0,-1-4 3 15,7 1-2-15,-8 1 3 0,3 1 1 0,4-1 0 0,0 0-3 16,-4 0 5-16,-2 0-2 0,8 2-1 0,-3-2 4 16,-4 1-6-16,6-1 0 0,0 1-4 0,2-1 4 15,-9 0 3-15,6 0-3 0,0 0-1 0,-5 0-1 16,6 0 1-16,-1 0-1 0,1 2 1 0,0 0-4 16,1 0 3-16,-8-2 0 0,10 0 3 0,-3 1-3 15,1-1 3-15,2 2-2 0,-2-2 1 0,1 0-2 16,-2-1 1-16,0 1 0 0,3 0 0 0,-2 0-3 15,-1 0 4-15,1 1-3 0,1-2 2 0,0 1 1 16,0 1-1-16,-2 0-3 0,4-1 5 0,-3-2-2 16,3 3 2-16,-3 0-2 0,2 1 0 0,1-2-2 15,-2 1 2-15,2 0-2 0,-2 1 6 0,1-1-4 16,1 0-2-16,0-2 3 0,1 3-1 0,0-1-4 16,3 0 3-16,-4-1 3 0,1 0-3 0,-2 1 0 15,4-2 1-15,-3 1-2 0,2 0 3 0,-2 0 5 0,1-1-8 16,0 2-1-16,-2 0 2 0,-2-1-1 15,3 2 3-15,-6-4-1 0,3 1-3 0,-2 2 3 16,-4-2-2-16,-4 2-2 0,2-1 5 0,6 0-2 16,0 0 0-16,-6 2-2 0,1-2 3 0,7 0-1 0,-8 1-1 15,1-1 2-15,-5 0 1 0,4-1-4 0,-1 1 2 16,0 0-2-16,-1 0 3 0,3 1 0 16,-2-2 5-16,-1 1 4 0,1-2 2 0,1 4-4 15,2-2 1-15,4 0-3 0,-6 1 4 0,1-2-3 0,0-1-1 16,-3 2 6-16,2 0 2 0,0 0-13 15,0 0 10-15,0 2-9 0,0-2 2 0,-1 0-3 0,2-2 1 16,5 1-2-16,-4 1 5 0,-2 0-6 0,0 0 2 16,7 0 1-16,-6 0-3 0,7-1 0 0,-8 2-3 15,8-1 6-15,-7 1-3 0,3-1 6 0,2 2-4 16,2-2-1-16,-6 1 1 0,6-1-2 0,-9 1 3 16,9-2 0-16,-6 1-3 0,4-1 0 0,2 1 0 15,-2 0 2-15,-7 0 4 0,2-3-3 0,5 3 2 16,3 0 6-16,-11 0 1 0,4 0-4 0,4-1 2 15,-4 1-4-15,6 1 0 0,-9-2 2 0,9 0 1 16,-11 0 3-16,3 2-2 0,-2-2 5 0,0 0-12 16,0 1 2-16,2-1-1 0,-3-1-1 0,0 1-1 15,2 2-1-15,-2-1 2 0,2 2-2 0,-3-4 3 16,0 2-5-16,-3 2 5 0,3-4-4 0,-3 4 1 16,3-2-2-16,-4 0 1 0,-1 0 1 0,1 1-1 15,-3-1 2-15,-1 0 1 0,0 0-1 0,0 1-3 16,-9-1 6-16,14 0-6 0,-8 0 2 0,-6 0-1 15,10 1 2-15,-10-1 0 0,11 0-2 0,-11 0 1 16,8 0-1-16,-8 0 0 0,0 0 0 0,12-2-3 16,-12 2 12-16,9 0-9 0,-9 0-4 0,13-3 5 15,-13 3 0-15,11 3 0 0,-11-3-2 0,13-1 4 16,-6 1-4-16,-7 0 2 0,14 0 0 0,-7 0-1 16,-7 0 0-16,18 1 2 0,-7-1-3 0,-2 0 1 15,3 1-1-15,-2-2 5 0,-1 2-8 0,3-1 4 0,-1 0-2 16,1 1 1-16,1-1 0 0,-2 0 2 15,2 0-3-15,-2 0 2 0,1 1 0 0,1-1 3 16,0 0-4-16,-1 1-1 0,1-2 1 0,-1 1 5 0,-1 1-7 16,2-1 6-16,1-2-3 0,-3 3 3 15,0 0-3-15,-1-1 2 0,0 1-3 0,-1-1-3 0,3-1 5 16,-1 2-2-16,-2-2-2 0,-9 1 3 16,16 1 0-16,-8-2 3 0,-1 2-3 0,-7-1 0 0,16 0 0 15,-9 0-2-15,0 2 4 0,-7-2 0 0,18 0-4 16,-12 1 4-16,-6-1 1 0,14 1-3 15,-7-2 1-15,1-2 0 0,-8 3 6 0,15 0 0 16,-7 2-8-16,-1-1-1 0,-7-1-2 0,14 0 6 0,-6 0-1 16,-8 0-4-16,13 0 2 0,-13 0 6 0,13 0 4 15,-7 0 11-15,-6 0-5 0,9 0 3 0,-9 0-1 16,0 0-2-16,13 0-2 0,-13 0 0 0,7 2 4 16,-7-2-3-16,8 0-1 0,-8 0 0 0,0 0 0 15,10 0-3-15,-10 0-1 0,0 0 5 0,9-1-5 16,-9 1 1-16,0 0-1 0,0 0-2 0,0 0 0 15,11-1-2-15,-11 1 0 0,0 0 8 0,0 0 5 16,0 0 4-16,0 0 2 0,0 0-2 0,0 0 6 16,9 1 4-16,-9-1-3 0,0 0 5 0,0 0-4 15,0 0-1-15,0 0 5 0,0 0-3 0,0 0-1 16,0 0 1-16,0 0-7 0,0 0-6 0,0 0 5 16,0 0 1-16,0 0-6 0,0 0-2 0,0 0-5 15,0 0 2-15,7-4 0 0,-7 4-4 0,0 0 5 16,0 0-8-16,0 0 1 0,0 0 3 0,0 0-3 15,0 0 4-15,0 0-1 0,0 0-5 0,0 0 2 0,0 0 1 16,0 0 5-16,0 0-9 0,0 0-2 16,0 0 4-16,0 0 0 0,0 0-9 0,0 0 3 15,0 0 4-15,0 0-2 0,0 0 0 0,0 0 1 16,0 0-4-16,0 0 0 0,0 0 16 0,0 0-14 0,0 0 2 16,0 0-3-16,0 0 0 0,0 0 0 0,0 0 1 15,0 0 4-15,0 0-7 0,0 0 0 16,0 0-5-16,0 0 6 0,0 0 2 0,0 0 1 15,0 0-1-15,0 0-1 0,0 0 2 0,0 0-4 0,0 0 3 16,0 0 0-16,0 0-7 0,0 0-1 0,0 0 8 16,0 0 3-16,0 0-11 0,0 0-2 15,0 0 8-15,0 0-29 0,0 0-10 0,0 0-5 0,0 0-10 16,0 0-3-16,0 0-7 0,0 0-7 0,0 0-6 16,0 0-7-16,-11-15 0 0,11 15 0 0,0 0-9 15,0 0-11-15,-5-7-16 0,5 7-26 0,0 0-37 16,0 0-48-16,0-11-42 0,0 11-162 0,-3-7-472 15,3 7 209-15</inkml:trace>
  <inkml:trace contextRef="#ctx0" brushRef="#br0" timeOffset="-200547.57">24017 9372 69 0,'-2'-9'75'0,"2"9"-6"0,0 0-3 16,-1-8-2-16,1 8-5 0,0 0 10 0,0 0-8 0,0 0 1 16,0 0 5-16,-2-9-8 0,2 9-16 0,0 0 2 15,0 0-1-15,-2-10 5 0,2 10-2 16,0 0-8-16,0 0 6 0,-1-10-11 0,1 10-5 15,0 0-3-15,0-9-1 0,0 9 8 0,0 0-2 0,0 0 6 16,-4-8 5-16,4 8-7 0,0 0 2 0,0 0-2 16,0 0 0-16,0 0 5 0,-1-9 1 0,1 9-2 15,0 0-11-15,0 0 8 0,0 0-4 0,0 0-2 16,0 0 0-16,0 0-1 0,0 0-4 0,0-10-1 16,0 10 0-16,0 0-6 0,0 0 4 0,0 0 0 15,0 0-4-15,0 0-7 0,0 0 5 0,0 0 1 16,0 0-7-16,0 0 0 0,0 0-4 0,0 0-2 15,0 0 8-15,0 0-7 0,0 0-2 0,0 0-4 16,0 0 4-16,0 0-5 0,0 0-1 0,0 0 3 16,0 0-1-16,0 0-2 0,0 0-14 0,0 0 17 15,0 0 3-15,0 0-3 0,0 0-1 0,0 0 1 16,0 0 1-16,0 0 0 0,0 0 0 0,0 0 2 16,0 0-7-16,0 0 3 0,0 0 6 0,0 0-7 15,0 0 5-15,0 0-3 0,0 0-2 0,0 0-1 16,0 0 2-16,0 0 1 0,0 0 2 0,0 0 3 15,0 0-4-15,0 0-1 0,0 0 1 0,0 0 1 16,0 0 1-16,0 0 4 0,0 0 10 0,0 0 4 16,0 0 0-16,0 0 6 0,0 0-2 0,0 0 1 15,0 0-2-15,0 0 0 0,0 0 1 0,0 0-3 0,0 0-4 16,0 0 2-16,0 0-4 0,0 0 3 16,0 0-6-16,0 0 3 0,0 0-5 0,0 0 3 15,0 0-1-15,0 0-5 0,0 0-4 0,0 0 5 0,0 0 0 16,0 0-2-16,0 0-3 0,4-7 2 0,-4 7 2 15,0 0 7-15,0 0 2 0,0 0-1 0,0 0 1 16,0 0-1-16,0 0 0 0,0 0-1 0,0 0 3 16,0 0 4-16,0 0-2 0,0 0-2 0,0 0-5 15,0 0 4-15,0 0-4 0,0 0-2 0,0 0-2 16,0 0 2-16,0 0-3 0,0 0-1 0,0 0 2 16,0 0 0-16,0 0-5 0,0 0 0 0,0 0-1 15,0 0 4-15,0 0-8 0,0 0 0 0,0 0 2 16,0 0-3-16,0 0 0 0,0 0 0 0,0 0-5 15,0 0 0-15,0 0 0 0,0 0 1 0,0 0 1 16,0 0 1-16,0 0-1 0,0 0-2 0,0 0 6 16,0 0-3-16,0 0-3 0,0 0 4 0,0 0-1 15,0 0-2-15,-3 28 1 0,3-28 0 0,0 8 1 16,0-8 0-16,0 10 4 0,0-10 0 0,3 12-3 16,-3-12 0-16,0 11-4 0,0-4 8 0,1 1-1 15,-1-8-3-15,1 15 0 0,1-6 4 0,-2 0-1 16,1 0 0-16,0 0 0 0,-1 1 0 0,1-1-2 15,-1 2 4-15,2-1-4 0,-1 0-1 0,0 3 4 16,1-2-1-16,-1 1-3 0,0 1-2 0,0-2 5 16,-1 3 0-16,2-2 2 0,0-2-4 0,-2 3 4 0,3-2-8 15,-3 1 6-15,1-1 0 0,0 1 2 16,-1 0-2-16,2-1 2 0,-2 0 1 0,1 3-1 16,-2-2-3-16,2-2 0 0,-1 1-4 0,0-2 7 0,0 4-1 15,2-3-2-15,-4 0 4 0,2-1 1 0,-1 1-4 16,1 2 0-16,0-3-1 0,-2 1-3 15,2 1 6-15,2-1 0 0,-4-1-1 0,2 2-3 0,0-2 2 16,0 1 0-16,-1 2 1 0,1-3 3 0,0 0-2 16,-1 2-2-16,0-1 0 0,1 0-1 0,0 2 1 15,-2 0 1-15,2 0-1 0,0-1 2 0,-1-1-1 16,-2 2-3-16,2-1 5 0,0 2-7 0,1-1 6 16,0-1-3-16,-3 2 1 0,3-1 2 0,-1-2 0 15,1 1-3-15,-1 4 0 0,-1-5-1 0,2 3 1 16,2-2 1-16,-2 0 3 0,0 0-4 0,0-2 1 15,0 3 1-15,0-2 0 0,0 1-5 0,0-2 7 16,0 3-2-16,1-2 1 0,-1 0-1 0,0 0 0 16,0 1-3-16,0 0 4 0,0-1-2 0,1 0 0 15,1 0-3-15,-4 2 7 0,2-4-5 0,2 3-1 16,-1-1 7-16,-2 0-7 0,1-2 3 0,0 3-2 16,0-4 2-16,2 4 0 0,-1-2-1 0,-1 2 1 15,0-3-1-15,0 1 0 0,0-9-3 0,0 16 1 16,2-7-2-16,-4 1 9 0,2 0-2 0,0 0-4 15,2-2 3-15,-4 3-3 0,4-2-1 0,-2-2 4 16,1 2-2-16,-1 2 3 0,0-2-3 0,0 3 3 16,0-5-4-16,1 4 2 0,-2-2-4 0,2-1 5 15,-2 2-4-15,1 1 6 0,-1-3-3 0,1-8 2 16,1 18-3-16,-1-10 1 0,-1 1-2 0,1 1 4 16,0-1-4-16,0 1 0 0,1 0-3 0,-1 0 4 15,1-1 0-15,-1-3 0 0,0 3-4 0,0 1 4 16,2-1-1-16,-2-9 4 0,0 17-1 0,-2-5 1 15,2-2-1-15,0 0-1 0,-1 0-5 0,2 2 6 0,-1-4 3 16,0 3-4-16,2-2-1 0,-2 1 1 16,-2 1 0-16,2-2-2 0,2 1 1 0,-4-1 1 15,2-9-1-15,0 17 2 0,2-10-2 0,-2 3 0 16,0-3-2-16,0 1 4 0,0 2-5 0,-2 1 4 0,2-2-1 16,-1 1 0-16,2 0-3 0,-2 0 3 15,1-1-2-15,0 1 1 0,-1-1 4 0,2 1-2 16,-1-1 2-16,-1 3-2 0,1-3-1 0,0-1 0 15,0 3 1-15,0-2 0 0,0 3-3 0,0-3 3 0,-2 1-3 16,4 0 1-16,-2 1 1 0,0-1 2 0,0 0-2 16,0 0 0-16,-2 1 2 0,2-1-1 0,0 2-3 15,-2-2 0-15,2 1 3 0,0-1 2 0,-1-2-3 16,1 3 0-16,-2-3-2 0,2 2 1 0,0 1 4 16,-1-3-3-16,1-8 2 0,0 17-5 0,0-8 1 15,0 1 2-15,-1-1-2 0,1 0 3 0,-2-1 0 16,2 2 2-16,-1-3-6 0,0 3 2 0,0-1 2 15,1 0-2-15,-2-2 4 0,2-7-2 0,0 17-1 16,0-9 1-16,-1-1 1 0,1 2-5 0,0-9 3 16,-1 15 0-16,-2-7 0 0,2 3 1 0,-2-3-1 15,2-1 2-15,1 2 1 0,-1 2-3 0,0-1 3 16,-1 0-6-16,2-1 3 0,-1 1 1 0,0 1-4 16,-1-3 2-16,0-1 2 0,1 3-1 0,1-1-1 15,-2 1 1-15,2 0 0 0,-1 0 3 0,1 0-1 16,-3 0-4-16,2 0-2 0,1 3 8 0,-1-4-1 15,-2 1-3-15,3 4-1 0,-1-2 11 0,-1 0 3 16,-1 2 1-16,3 1-3 0,-1-3-2 0,2 0 4 16,-3 5-3-16,0-5-4 0,4 1 3 0,-5 0-1 15,2-2 7-15,-1 4-7 0,1-2 3 0,0-1-4 16,1 5-2-16,-1-2 2 0,-1-2-1 0,1-2 0 16,1 4-1-16,-4 0-2 0,1-1 4 0,2-3 1 15,1 1 4-15,-1 1 3 0,0-2-1 0,-3 1-5 16,3 3 10-16,1-4 6 0,-3 6-1 0,3-1 4 0,-1-2-9 15,1 3 0-15,-1 0-2 0,-1-2 2 0,2 1-5 16,-2 1-3-16,0-5-2 0,2 5 0 16,-1-5 1-16,1 4-4 0,-2 1 3 0,-1 0 15 15,2-2 0-15,-1 1-4 0,1 0-2 0,0 0 0 0,0-1-2 16,-1-2-4-16,1 4 0 0,-3-2 0 0,3-4-1 16,1 5-3-16,-1 0 0 0,-1-2 0 0,1-2 2 15,1 4-5-15,0-4-1 0,-1-1-1 0,0 2 5 16,1-1-4-16,-2-2 0 0,1 3 1 0,1-1-1 15,0-2 3-15,-1 1-5 0,1 1 2 0,-2 0 7 16,2 0-5-16,-1 1-4 0,0-1-1 0,1-1 4 16,-1 0 2-16,1 2-2 0,0-3-2 15,0-1 3-15,-2 1 1 0,2 0-6 0,0 2 4 0,0-1 1 16,-1-1-5-16,0 0-1 0,2 1 6 0,-2-2 1 16,1 2-4-16,-2-1-1 0,2 1 1 0,-1 2 8 15,1-4-2-15,-1 3 2 0,1-1 1 0,-1 0-5 16,1 0-1-16,0-1 1 0,-2 2 4 0,2 1-8 15,0-3 6-15,0 3-5 0,0-3 0 0,-1 3 1 16,1-4 3-16,0 4 2 0,1-1-5 0,-2-2 4 16,1 3-2-16,1-4 1 0,-2 3-1 0,1-2 1 15,0 2-5-15,0-1 1 0,0 0 0 0,0-1 1 16,0-1 0-16,-1 4 1 0,2-2-3 0,-1-1 3 16,0 1-3-16,0 0 0 0,-1-2 3 0,2 4-5 15,-1 0-5-15,0-3 9 0,-1 2-3 0,2-2-2 0,-1 3 0 16,0-3-2-16,0 1 2 0,0 0 2 15,0 0 2-15,0 1-1 0,1-2 0 0,1 2 4 16,-2-4 4-16,0 4 3 0,1 1-4 0,0-4 3 16,-1 4-3-16,1-3 1 0,-1 0 6 0,0 2-9 15,2-2-1-15,-2 1 3 0,-2 0 0 0,2-1-2 0,0 0 1 16,2 1-5-16,-2 1 14 0,0-1 8 16,1 0-7-16,-1-1 0 0,0 2-3 0,0-2-1 15,0 0-2-15,-3 2-10 0,5 0 9 0,-1-3-1 16,-1 3-2-16,3-1 1 0,-3 1 2 0,1 0-2 0,-1-1 13 15,1 0-22-15,-1 0 4 0,1 1 1 0,1-1 2 16,-1-1 4-16,0 2-14 0,-1-2 10 16,0 0 0-16,0 2 0 0,2-3 4 0,-1 0-5 15,1 1 1-15,0-2-1 0,-2 2-1 0,0-1 3 0,0 2-6 16,1-3 18-16,3 2-16 0,-8 0-1 0,5 0 2 16,-1-1 1-16,0-2 11 0,-1 3-15 0,2-1 4 15,-1-2 1-15,0-7-2 0,0 17-2 0,3-9-1 16,-3-2 6-16,0 2 13 0,0 2-19 0,-3-2 2 15,2-1-5-15,1-7 6 0,0 17-7 0,-1-8 6 16,2 0 11-16,-2-2-12 0,-2 0 0 0,3-7 1 16,-1 15 0-16,1-11 16 0,-1 7-10 0,1-11 1 15,0 11 0-15,0-2 1 0,0-9-5 0,-2 13-1 16,2-7 10-16,0-6-10 0,-1 15 7 0,0-6-5 16,1-2-1-16,0 3 9 0,0-10-9 0,-3 16 6 15,3-10-10-15,-1 4 1 0,1-10 13 0,0 13-17 16,0-5-1-16,0 0 8 0,0 1-2 15,-1 1-4-15,1-10 2 0,-2 14-3 0,4-6 16 0,-4 2-15 16,2-2-4-16,0 3 6 0,-1 0-1 0,0-2-4 16,1 2 3-16,0 0 0 0,-3-1 3 0,3-1 4 15,-1-1-15-15,0 3 25 0,-1-3-19 16,2 1 0-16,0-9 2 0,-1 13 5 0,0-7-3 0,1-6 1 16,-3 11-10-16,2-4 8 0,1-7-3 0,0 11 2 15,0-11-2-15,0 11 4 0,-1-5 14 0,1-6-13 16,-1 9-5-16,1-9-4 0,0 10 5 0,0-10-1 15,-3 10 1-15,3-10 6 0,-3 10 0 0,3-10-4 16,-1 9 1-16,1-9-3 0,-3 10-3 0,1-4-9 16,2-6-11-16,-5 8-5 0,1-3 6 0,0-1-25 15,4-4-6-15,-9 7-17 0,5-3-14 0,4-4-17 16,-9 2-19-16,9-2-32 0,0 0-46 0,-15-6-43 16,11 1-54-16,-1-4-248 0,3-2-588 0,-2-6 261 15</inkml:trace>
  <inkml:trace contextRef="#ctx0" brushRef="#br0" timeOffset="-199194.66">19882 12079 84 0,'0'0'141'0,"0"0"-12"0,0 0 1 0,0 0-9 16,0 0 2-16,0 0-5 0,0 0-11 0,0 0-12 15,0 0-7-15,-19-8-9 0,19 8 2 16,0 0-9-16,0 0 10 0,0 0-9 0,-9-2-5 15,9 2-6-15,0 0 2 0,0 0-6 0,0 0 0 0,0 0-2 16,0 0 0-16,-11 0 6 0,11 0-7 0,0 0 3 16,0 0 0-16,0 0-5 0,0 0-4 15,0 0 2-15,0 0-9 0,0 0-6 0,0 0-4 0,0 0 1 16,0 0-7-16,0 0 4 0,0 0-6 0,0 0-5 16,0 0-1-16,0 0-3 0,0 0 0 0,0 0-3 15,0 0-4-15,0 0 1 0,0 0 0 0,25-7-2 16,-16 5-2-16,3 0 4 0,-1 1-3 0,3-2-3 15,-1 2 0-15,0-2 2 0,2 2-1 0,-2-2 1 16,1 3 0-16,-1-3-1 0,1 1-4 0,-4 2 3 16,0-4-10-16,-1 4-21 0,-9 0-25 0,12-2-33 15,-12 2-36-15,9 0-25 0,-9 0-31 0,0 0-16 16,10 0-124-16,-10 0-343 0,0 0 152 0</inkml:trace>
  <inkml:trace contextRef="#ctx0" brushRef="#br0" timeOffset="-198910.68">19859 12024 50 0,'0'0'158'0,"0"0"-9"0,0 0-19 16,0 0-1-16,-9 6 12 0,9-6-12 0,-3 10-6 15,-1-3-9-15,1 4 7 0,-1 0-5 0,2 2-12 16,-2 3-11-16,1 1 19 0,0 3-10 15,-4-2-8-15,2 8-11 0,1-7 2 0,-1 6-4 0,1-7-3 16,2 2-6-16,-5 4-4 0,2-8-9 0,2 1-4 16,1-2-6-16,0-2-5 0,-1 3-7 0,2-6 0 15,-2 3-7-15,2-3-1 0,-2 2 0 0,2-4-2 16,0 3-7-16,-2-4 0 0,2 1 0 0,1-8-12 0,-3 10-10 16,0-2-15-16,3-8-35 0,-4 8-38 0,4-8-33 15,-4 8-42-15,4-8-34 0,-4 4-159 16,4-4-389-16,0 0 172 0</inkml:trace>
  <inkml:trace contextRef="#ctx0" brushRef="#br0" timeOffset="-198746.99">19785 12316 125 0,'0'0'149'0,"16"0"-10"0,-5-2-12 16,2 1-20-16,4-1-6 0,0-2-8 0,1 1-14 15,1 0-7-15,2 0-21 0,-1-1-57 0,-2 2-63 16,-5 0-93-16,0 1-175 0,-3-1 78 0</inkml:trace>
  <inkml:trace contextRef="#ctx0" brushRef="#br0" timeOffset="-194981.32">20079 12381 59 0,'0'0'98'0,"0"0"-8"0,3-6-1 0,-3 6-6 15,0 0-8-15,0 0-7 0,0 0-1 16,0 0-4-16,0 0-7 0,0 0-2 0,0 0-1 0,0 0-10 16,0 0-7-16,0 0 1 0,0 0-6 0,0 0-1 15,0 0-1-15,0 0-5 0,0 0-9 16,0 0 2-16,0 0 1 0,0 0-4 0,0 0-4 15,0 0-1-15,0 0 3 0,0 0 5 0,0 0-1 16,0 0 1-16,0 0 8 0,0 0 3 0,0 0-5 0,0 0 3 16,0 0 2-16,0 0-5 0,0 0-1 0,0 0-2 15,0 0 5-15,0 0-7 0,0 0 3 0,0 0 0 16,2-9 0-16,-2 9 1 0,0 0 7 16,0 0-4-16,0 0-2 0,0 0 3 0,0 0-2 0,0 0-5 15,0 0-3-15,0 0 8 0,0 0-5 0,0 0-5 16,0 0-1-16,0-8 3 0,0 8 9 0,0 0 8 15,0 0-5-15,0 0 7 0,0-8-1 0,0 8-3 16,0 0-3-16,0 0 4 0,0 0-1 0,0 0 3 16,0 0-1-16,0 0-1 0,0 0-3 0,0 0-5 15,0 0 0-15,0 0-3 0,0 0-1 0,0 0-7 16,0 0 0-16,0 0-4 0,0 0-3 0,0 0-3 16,0 0 3-16,0 0 2 0,0 0-2 0,0 0-2 15,0 0 6-15,-5 27 10 0,4-13-3 0,0 0-3 16,-1-2 1-16,2 7 9 0,-2-1 11 0,-1 9-4 15,2-7 3-15,0-1-5 0,-1 5 3 0,1-4 7 16,-3-1-1-16,2 1-3 0,-1-2 0 0,1-2 3 16,-1 1 2-16,4-2-5 0,-2 1-2 0,0-5-5 15,-2 1-4-15,2-2 0 0,1-1 0 0,-1 1-1 16,-1-3-3-16,2-7-5 0,-2 12 3 0,1-6-3 16,1-6-4-16,0 10-2 0,0-10 2 0,-3 7 0 15,3-7 1-15,0 0 0 0,-1 7-2 0,1-7-1 16,0 0 3-16,0 0-2 0,0 0 0 0,0 0-4 15,0 0-15-15,0 0-20 0,-5 5-15 0,5-5-17 16,0 0-26-16,0 0-29 0,0 0-45 0,0 0-20 16,-4-20-35-16,4 20-173 0,-1-13-419 0,2 3 186 15</inkml:trace>
  <inkml:trace contextRef="#ctx0" brushRef="#br0" timeOffset="-194631.72">20070 12314 109 0,'1'-7'138'0,"-1"7"-13"0,4-8-6 16,0 4-9-16,1 0-5 0,1 0 2 0,-6 4-11 0,13-7-7 15,-6 3-7-15,2 3-8 0,0-2-5 0,-2 3-8 16,2-4-2-16,-1 2-11 0,-8 2 5 16,18 3 0-16,-10 0-2 0,1 0 0 0,-2 0-7 15,0 5 2-15,-4-4 4 0,5 3 5 0,-5-1-6 0,-2 2 4 16,0 0 2-16,-2 3-2 0,-2 0-9 16,-2-2-3-16,-2 3-7 0,-2-1 2 0,-1 3-6 0,-1-1-2 15,0-2-4-15,-2 0-10 0,1-3-14 0,1-2-28 16,-1 1-29-16,2-2-31 0,0-2-49 0,1 1-188 15,-1-1-350-15,3-2 155 0</inkml:trace>
  <inkml:trace contextRef="#ctx0" brushRef="#br0" timeOffset="-194491.13">20279 12333 85 0,'0'0'152'0,"10"0"-26"0,-10 0-42 16,10 3-50-16,-10-3-57 0,8 5-54 0,-8-5-82 16,11 5 36-16</inkml:trace>
  <inkml:trace contextRef="#ctx0" brushRef="#br0" timeOffset="-192710.03">28424 12028 143 0,'0'0'147'0,"-7"-1"3"15,7 1-2-15,0 0-8 0,-11-1-10 0,11 1-11 16,0 0-2-16,-6-3-9 0,6 3-4 0,0 0-10 15,0 0-4-15,0 0-4 0,0 0-7 0,-10 0-6 16,10 0-4-16,0 0-5 0,0 0-6 0,0 0 4 16,0 0-11-16,0 0 1 0,0 0-4 0,0 0-1 15,0 0-2-15,0 0 3 0,0 0-6 0,0 0 0 16,0 0-3-16,-8-4-2 0,8 4-3 0,0 0-2 16,0 0-2-16,0 0-4 0,0 0-4 0,0 0-2 15,29-8-2-15,-16 5-1 0,0-1-1 0,5-2-1 16,1 2-5-16,-1 0-1 0,0 0 0 0,-3 1-2 0,-3 1 0 15,-1-1-3-15,0 1 0 0,-1 1-11 0,-4-2-13 16,-6 3-19-16,13-1-14 0,-13 1-25 16,11-2-18-16,-11 2-26 0,8 0-15 0,-8 0-13 15,0 0-5-15,0 0-3 0,0 0-2 0,0 0-97 16,0 0-277-16,0 0 123 0</inkml:trace>
  <inkml:trace contextRef="#ctx0" brushRef="#br0" timeOffset="-192451.94">28474 11992 113 0,'0'0'119'0,"0"0"-1"0,-11 2-15 0,11-2-2 16,0 0-8-16,-8 0-8 0,8 0-7 0,0 0 4 15,-4 6 3-15,4-6 4 0,-4 11-5 0,4-5 7 16,0-6-5-16,-2 16-9 0,0-6-4 16,2 4-8-16,-1-2 12 0,-1 1-4 0,0 3-3 0,2 1 3 15,-3 0-10-15,1 0 1 0,1-1 9 0,-2 1-6 16,1-1 1-16,1 0-8 0,-3 0-4 0,4-2-5 15,-3-2-4-15,2-2-10 0,-2 2 5 0,1-3-6 16,-3 2-2-16,3-1-5 0,-1-1-2 0,0 0-1 16,-2-2-9-16,2 3-9 0,1-3-24 0,-2-2-38 15,4-5-27-15,-4 9-37 0,4-9-29 0,-3 7-28 16,3-7-167-16,0 0-370 0,0 0 164 0</inkml:trace>
  <inkml:trace contextRef="#ctx0" brushRef="#br0" timeOffset="-192264.72">28447 12220 106 0,'0'0'145'0,"0"0"-7"15,5-6-5-15,-5 6-13 0,8-3-1 0,-1-1-8 16,4 0-17-16,-2 1-7 0,4-1-8 0,5 0-7 16,1 2-13-16,-3-2 1 0,5 0-9 0,-3 4-7 15,1-1 1-15,-6-1-36 0,-1 2-35 0,0 0-34 16,1 2-45-16,-7-1-109 0,-6-1-232 0,8 4 104 15</inkml:trace>
  <inkml:trace contextRef="#ctx0" brushRef="#br0" timeOffset="-191898.14">28685 12244 174 0,'-1'7'173'15,"1"-7"-7"-15,0 12-11 0,0-12-7 0,0 12-11 16,1-6-13-16,-1-6-6 0,0 17 2 0,4-7-9 16,-4-4-10-16,0 3-14 0,1-2-6 0,-1-7 7 15,1 13-1-15,0-9-9 0,-1-4-5 0,0 10-5 16,0-10 8-16,2 7 0 0,-2-7 8 0,0 0 3 16,0 9 2-16,0-9 5 0,0 0 2 0,0 0 0 15,0 0 5-15,0 0-2 0,0 0-3 0,0 0-5 16,0 0-11-16,0 0-5 0,0 0-11 0,0 0-7 15,0 0-4-15,0 0-11 0,11-19-3 0,-7 14-1 16,3-3-11-16,2-3-7 0,-2 3 10 0,2 0-12 16,3-2-3-16,-3 3-1 0,-1 0-1 0,3 2 1 15,0 1-6-15,0 1-7 0,0 1 1 0,-3 4 0 16,-1 0-7-16,1 1 12 0,2 1-8 0,-1 3-1 16,-3-1 1-16,2 3-3 0,-4-1-23 0,2 3-18 0,-2 0-25 15,-2 0-42-15,-2 1-64 0,1 2-100 16,-2-4-237-16,-1 2-555 0,1-2 246 0</inkml:trace>
  <inkml:trace contextRef="#ctx0" brushRef="#br0" timeOffset="-189347.33">23366 15154 55 0,'0'0'99'0,"-4"-7"-3"0,4 7-14 0,-3-7-4 15,3 7-2-15,-4-6-8 0,4 6 9 0,0 0 1 16,-4-8 1-16,4 8-16 0,0 0 11 0,-4-9-6 15,4 9 11-15,0 0-3 0,-4-8 5 0,4 8-1 16,0 0-1-16,0 0-7 0,-4-4-4 0,4 4 2 16,0 0-1-16,0 0 1 0,0 0 0 0,0 0 1 15,0 0-2-15,0 0-2 0,0 0-7 0,0 0 0 16,0 0-9-16,0 0 1 0,0 0-7 0,0 0-5 16,0 0 5-16,-5-4-15 0,5 4-3 0,0 0-2 15,0 0-2-15,0 0-6 0,0 0 0 0,0 0-2 16,0 0 0-16,21-6-3 0,-10 4-1 0,2-1 0 15,6 1-2-15,0-2 1 0,2 0-7 0,0 0-13 16,-1 0-13-16,0 1-33 0,-2 0-44 0,-1 1-39 16,-5 1-28-16,-3 0-38 0,-9 1-111 0,15-5-341 15,-15 5 150-15</inkml:trace>
  <inkml:trace contextRef="#ctx0" brushRef="#br0" timeOffset="-188831.53">23506 15041 6 0,'0'0'151'15,"-3"6"-6"-15,0 1 8 0,1 2-9 0,-2 1-7 16,1 3-6-16,-2 3-1 0,0 1-14 0,2 1-4 16,-1 2-15-16,1-4-5 0,2 2-12 0,-2-1-19 15,2 0 4-15,0-1-7 0,-1 1-8 0,2 1-3 16,2-1-4-16,-2-1-3 0,-2-3-6 0,4-1-3 15,-4-2 0-15,4-4-8 0,-2 6 7 0,1-4-9 16,0-2-5-16,0 1 1 0,-1-7 1 0,0 12-5 16,2-5 3-16,-2-7-4 0,-2 10 2 0,2-10-4 15,2 10 1-15,-2-10-1 0,-3 8 3 0,3-8-1 16,-2 9-6-16,2-9 3 0,-3 6-1 16,3-6 0-16,-3 7-2 0,3-7 2 0,-5 5-2 0,5-5-1 15,0 0 3-15,-7 5-4 0,7-5-1 0,0 0 1 16,-8 2 2-16,8-2-3 0,0 0 1 0,-6 2-2 15,6-2-3-15,0 0-1 0,-11 1 2 0,11-1-2 16,0 0 0-16,-12-1-5 0,12 1 6 16,0 0 1-16,-16 0-2 0,16 0 0 0,-14-3 1 0,14 3 0 15,-14 3 0-15,7-3 0 0,7 0 1 0,-13 0 0 16,13 0-3-16,-9 0 4 0,9 0-1 0,-10 0 1 16,10 0 1-16,0 0 5 0,-9 0-8 0,9 0 3 15,0 0-3-15,0 0-1 0,0 0 7 0,0 0-10 16,-8 1 6-16,8-1-9 0,0 0 9 15,0 0 0-15,0 0-4 0,0 0 3 0,24-4 1 0,-15 2 6 16,3-2-6-16,0 2-2 0,1-1 1 0,1 0-6 16,4-1-30-16,-4 3-30 0,0-6-20 15,4 4-47-15,-1-2-27 0,-4 1-9 0,-2 1-100 0,-2 1-289 16,1-3 129-16</inkml:trace>
  <inkml:trace contextRef="#ctx0" brushRef="#br0" timeOffset="-188482.14">23626 15395 39 0,'0'0'143'0,"0"0"0"16,-2 14-3-16,2-14-13 0,0 0-12 0,-2 13-2 16,-1-10-2-16,3-3-6 0,-1 9 1 0,1-9 5 15,-4 6 6-15,4-6 2 0,0 0 5 0,-2 5 1 16,2-5 2-16,0 0-8 0,0 0-10 0,0 0-9 15,0 0-8-15,0 0-9 0,0 0-3 0,0 0-11 16,0 0-9-16,0 0-5 0,0 0-9 0,6-30-5 16,-2 24-4-16,0-2-8 0,-4 8-4 0,9-12-5 15,-3 3-2-15,-1 4-3 0,3-2-1 0,-8 7-3 16,8-7-3-16,-8 7-1 0,10-5-4 0,-10 5 1 16,7-4-4-16,-7 4 1 0,0 0-2 0,16 2 1 15,-16-2-2-15,12 5 2 0,-6 1-2 0,-6-6 5 16,11 11-4-16,-3-2 4 0,-6-3-1 0,2 2 0 15,-1 2-18-15,-1 1-8 0,1-1-20 0,-2 0-38 16,0-1-36-16,-1-9-41 0,3 14-50 0,-3-14-169 16,-1 12-408-16,1-12 180 0</inkml:trace>
  <inkml:trace contextRef="#ctx0" brushRef="#br0" timeOffset="-188229.72">23895 15097 16 0,'0'0'209'0,"2"-11"-24"15,-2 11-22-15,1-4-16 0,-1 4-15 0,0 0 7 16,0 0-4-16,0 0-6 0,0 0-5 0,-1 39 1 16,-2-23-11-16,3 5-7 0,-3 3-14 0,2-4-8 15,-3 4-4-15,4 0-10 0,0 2-4 0,0-3-8 16,-2-2-1-16,2-4-6 0,-3 2-11 15,1-2 0-15,2 1-3 0,-1 0-5 0,-2-2-18 0,3-4-16 16,-1 0-26-16,-1-2-46 0,2-10-33 0,-1 16-45 16,1-12-42-16,-3 2-125 0,3-6-345 0,0 0 152 15</inkml:trace>
  <inkml:trace contextRef="#ctx0" brushRef="#br0" timeOffset="-188079.01">23821 15230 30 0,'8'-8'123'16,"-8"8"-8"-16,10-4-16 0,-10 4-6 0,20-3-7 15,-20 3-24-15,20 6-59 0,-8-5-51 16,-3 3-47-16,0 1-100 0,2 1 44 0</inkml:trace>
  <inkml:trace contextRef="#ctx0" brushRef="#br0" timeOffset="-187596.55">24038 15447 53 0,'7'-3'170'16,"4"0"-14"-16,0-4-6 0,0 1-3 0,1-1-11 0,3-5-4 16,-2 2-9-16,-2 0-5 0,2-3-12 0,-7 3 4 15,3-2-6-15,-1 2-9 0,-4-1-12 16,1 0-7-16,-3-2-5 0,-2 4-2 0,0-1-6 15,-2 0-5-15,3 1-6 0,-5 3 1 0,4 6-2 16,-6-11-2-16,0 9-8 0,1-3-4 0,-2 1-7 16,7 4-2-16,-14 1 4 0,4 2-10 0,3 4-4 15,-3-3-2-15,1 3-2 0,0 3-1 0,4-1-1 16,-3 5-1-16,2 1-4 0,1-3 4 0,-1 3-2 16,4-1 1-16,1 0-4 0,1-3 3 0,1 0-4 15,2-2-1-15,1 1 1 0,2-1 3 0,0 1-1 16,2-3-1-16,-1-1 4 0,0 1-4 0,3-3 0 15,-1-3-1-15,-2 1 0 0,2 0 0 0,-2-2-2 0,5-2 0 16,-12 2 2-16,15-2-6 0,-6-3 6 16,-1 0 0-16,1-1-2 0,-3-2 6 0,2 1-8 15,-2-3 3-15,2 0-1 0,0 1-2 0,-2-1 1 16,-1-1 2-16,3 2-4 0,-1 2 0 0,-2-2-6 16,2-1 6-16,-1 4-1 0,0 1-3 0,-3-1-1 15,4 4-1-15,-7 2-1 0,7-3 2 0,-7 3-4 0,0 0 3 16,0 0 6-16,13 12-5 0,-10-6 2 15,-2 1 0-15,0 3 0 0,3 1 8 0,-1 4-7 16,-3-1 4-16,0-3-2 0,0 1-6 0,-2 0-27 16,0 0-40-16,-2 0-54 0,4-2-64 0,-1-1-173 15,1-9-394-15,-3 13 175 0</inkml:trace>
  <inkml:trace contextRef="#ctx0" brushRef="#br0" timeOffset="-187328.08">24509 15090 231 0,'1'-8'212'0,"-1"8"-11"16,0 0 5-16,0 0-14 0,0 0-8 0,0 0-24 16,-13 25-12-16,11-10-19 0,-1 4-4 0,-1 7-10 15,0 4-2-15,-2-2-5 0,3 1-7 0,-2 2-7 16,-1 2 1-16,2-2 9 0,-2-1-23 0,1 0-6 15,-2 0-5-15,1-3-7 0,0 0-6 0,0-3-7 16,1-5 0-16,1-1-8 0,4-2 2 0,-5-3-20 16,0 2-20-16,3-5-15 0,0 0-20 0,-1-1-20 15,3-2-29-15,-3-2-42 0,3-5-47 0,-4 8-41 16,4-8-191-16,-6 4-435 0,6-4 193 0</inkml:trace>
  <inkml:trace contextRef="#ctx0" brushRef="#br0" timeOffset="-186897.92">24320 15407 18 0,'-2'-15'180'0,"2"15"-21"0,3-9-15 0,-3 9-18 15,8-11-13-15,1 5-5 0,3 1-10 0,2-4-13 16,5 2-4-16,1-1-11 0,0 5-7 0,8-7-6 16,-1 2-5-16,0 1-4 0,-7 2-3 0,6-4-10 15,-6 4-1-15,-2 2 0 0,-1-1-4 0,-6 0 1 16,1 1-9-16,-3-1-3 0,-9 4 10 0,11-3 13 15,-11 3 0-15,9-3-3 0,-9 3-2 0,0 0 14 16,0 0 4-16,0 0 5 0,0 0-1 0,0 0-2 16,-27 24-2-16,17-15 9 0,0 1-2 0,0 2-4 15,0 0-8-15,2-1-7 0,0-2-5 16,3 0-2-16,-3 1-3 0,3 1-4 0,4-4 1 16,-3 1-7-16,4-8 1 0,-2 11-5 0,2-11-1 0,0 0-5 15,6 15 0-15,-6-15-2 0,8 6-1 0,-8-6 0 16,9 3-2-16,-9-3-1 0,0 0 1 0,0 0-1 15,25-9-2-15,-25 9 0 0,10-6 0 0,-7-1-1 16,-3 7 0-16,10-10-2 0,-5 4 2 16,2-2-3-16,-3 2 4 0,-4 6-4 0,6-9 2 15,-6 9-4-15,5-9-2 0,-5 9-5 0,0 0 1 0,9-5 2 16,-9 5 0-16,0 0-1 0,0 0 10 0,6 14-5 16,-6-14 2-16,0 15-1 0,-1-7-2 0,2 2-23 15,-1-10-26-15,-1 20-42 0,-1-8-56 0,2-12-47 16,2 16-185-16,-2-16-413 0,0 13 183 15</inkml:trace>
  <inkml:trace contextRef="#ctx0" brushRef="#br0" timeOffset="-186514.64">24901 15247 160 0,'-2'-10'185'0,"2"10"0"0,0 0-5 15,0 0 3-15,-12 17-14 0,12-17-13 0,-13 23-15 0,7-10-10 16,-3 2 0-16,-1 8-16 0,5-4-7 16,-4-1-13-16,4-2-10 0,1 1-7 0,0-6-10 15,5 2-4-15,-1-1-6 0,3-2-2 0,1 0-8 16,2-1-4-16,5-4-1 0,1-1-7 0,7-1-1 16,-1-2-2-16,6-5-5 0,1-2-2 0,4-6-4 15,-10 6 3-15,7-5-6 0,-6 0-3 0,-3 3 3 0,6-8-4 16,-8 5 2-16,-1-4-4 0,-1 2 1 15,-3-2 0-15,-3 0-5 0,0 0 1 0,-3 2-1 16,-1 2-2-16,-1-2-3 0,0 3 0 0,-4 0 1 16,2 10-2-16,-5-14 9 0,-1 10 7 0,1-2 2 15,-1 3-3-15,6 3 2 0,-15 1 6 0,15-1-10 16,-17 8 1-16,8-1-3 0,1 2 1 0,0 2-4 16,3-2-1-16,0 3 2 0,2-1-2 0,3 0 3 15,2-2-12-15,0 3-19 0,2-2-20 0,4-2-31 16,3-2-43-16,0-2-49 0,7-1-50 0,0-2-205 15,3 1-449-15,1-3 198 0</inkml:trace>
  <inkml:trace contextRef="#ctx0" brushRef="#br0" timeOffset="-183415.73">23095 15684 76 0,'0'0'177'15,"0"0"-14"-15,0 0-19 0,3 21 8 0,-3-4-14 16,-1-1-20-16,1 4-5 0,0 3 2 0,0 3-10 16,-3 1-7-16,2-3-11 0,1-5-4 0,-2 7-10 15,1-9-7-15,0 1-7 0,0 0-8 0,-1-6-3 16,0 1-5-16,-1-1-7 0,2 0 2 0,0 1-5 15,0-7 4-15,1 0-4 0,0-6 1 0,-2 11-2 16,2-11 0-16,-1 11 2 0,1-11 11 0,-1 6 5 16,1-6 0-16,0 0 8 0,0 0-4 0,-3 8-8 15,3-8-1-15,0 0-6 0,0 0-5 0,0 0-1 16,0 0 1-16,0 0-13 0,0 0-3 0,0 0 0 16,-5-22-2-16,5 22-2 0,6-14-3 0,1 6-8 15,3 1-3-15,0 0 2 0,2-1-1 0,2 5-1 16,-3-1-2-16,2 1-5 0,0 3 4 0,-2 2-5 15,1 1 2-15,-1 1 0 0,-2 2 2 0,0 0 0 16,-1 5 4-16,-2-2 0 0,-2 1 0 0,-1 1 0 16,-2 0 3-16,-1 1 0 0,-1-1-4 0,-3 1 0 15,0-1 2-15,-1-1-1 0,-2 0-3 16,0-1-1-16,-2-4 2 0,1 3-2 0,2-5 1 0,-3 1 4 16,0-3-2-16,9-1 0 0,-17-4 4 0,8 3-3 15,9 1 3-15,-10-6-9 0,5 1 6 0,1-2-3 16,4 7 1-16,-3-11-2 0,3 11-1 0,0-9-2 15,0 9 2-15,4-8-2 0,-4 8 2 0,8-6 0 16,-1 3 1-16,0 2 1 0,-7 1 0 0,18-4 2 16,-5 5 0-16,-2-3-5 0,6 3 7 0,-2-1-3 15,4-1 3-15,1 0-5 0,0-1 7 0,-1 0-4 16,2-2 2-16,-1 1-3 0,-1-1 4 0,-1-2-1 16,0 1 2-16,-3-4-1 0,-4 6 2 0,1-4 1 15,-1 3-5-15,-4-4 0 0,2 2 3 0,-2-1 1 16,-2 0-1-16,-1 3-2 0,-4 4 1 0,4-11-1 15,-3 6-1-15,-1 5-3 0,-3-12 3 0,3 12-2 16,-4-13 0-16,0 9 1 0,4 4 2 0,-7-8-2 16,2 4-1-16,-3 3 1 0,0-2-1 0,8 3 1 15,-16 1 4-15,8 2-7 0,-1 0 2 0,-1 3-5 16,1 1 5-16,0 2-3 0,-1 2-2 0,3 1 1 16,1-1 4-16,1 0-5 0,1 5 5 0,2-4 1 15,2 5-1-15,1-5-1 0,0-1 0 16,3-1 6-16,1 0-3 0,3 0 5 0,-1-1-5 15,4-2-1-15,0-4-7 0,1 1-6 0,5-1-8 0,0-1-5 16,2-5-2-16,-3-3-3 0,3-1-1 16,-3-5 7-16,1 6 4 0,-4-5 2 0,2 1-2 0,-6 1 3 15,-2-2 0-15,0 2 3 0,-2-4 2 16,-1 3 4-16,0-4 6 0,-4 3-4 0,1-5 1 16,-1-1 5-16,0 2-3 0,-1 2-1 0,1-4 3 15,0 6 7-15,-1 2 9 0,1 0 5 0,0 9 4 0,-2-14-6 16,4 8 1-16,-2 6-7 0,0 0-2 15,2-6-1-15,-2 6-1 0,0 0 11 0,0 0 4 0,8 23 13 16,-6-6-1-16,0 1 3 0,0 6 2 16,-2-5 0-16,0 6-4 0,0 3-1 0,-1-1 1 0,2-3-8 15,-1 2 2-15,-1-8-5 0,0 1 2 16,1-2-18-16,-2-1-12 0,1 0-20 0,0-6-26 0,0 3-42 16,1-13-56-16,-3 16-55 0,0-6-184 0,3-10-418 15,-7 10 185-15</inkml:trace>
  <inkml:trace contextRef="#ctx0" brushRef="#br0" timeOffset="-183280.54">23543 16021 129 0,'5'-9'134'0,"-5"9"-10"0,0 0-11 0,11-4-15 15,-11 4-4-15,11-3-26 0,-11 3-49 0,13-1-55 16,-13 1-89-16,0 0-133 0,15 2 60 0</inkml:trace>
  <inkml:trace contextRef="#ctx0" brushRef="#br0" timeOffset="-183048.62">23713 15963 19 0,'0'0'203'0,"-4"-9"-4"0,1 3-15 0,1 1-11 16,2 5-28-16,-2-11-8 0,2 11-8 0,3-14-4 15,-3 7-11-15,4 1-5 0,0-3-6 0,-1 3-10 16,3 0-9-16,-3-1-7 0,-3 7-10 0,9-7-6 16,-4 4-6-16,-5 3-9 0,12-1-4 0,-12 1-6 15,13 5-2-15,-7 0-6 0,0 3-2 0,1 4 0 16,2 3-1-16,-3 1-1 0,-1 2-16 16,-1 8-43-16,-3-7-63 0,2 0-71 0,-2 6-176 0,1-6-374 15,-2 0 165-15</inkml:trace>
  <inkml:trace contextRef="#ctx0" brushRef="#br0" timeOffset="-182797.96">24100 15903 140 0,'0'0'268'0,"0"-8"-18"0,0 8-24 0,0 0-23 16,0 0-21-16,0 0-7 0,0 0 29 15,0 0-8-15,0 0-14 0,4 23 1 0,-6-4-24 16,0-2 7-16,-2 9-13 0,2 0-6 0,2 1-12 16,-4 3-15-16,2-3-15 0,-3 2-5 0,0 0-10 15,1-1-9-15,2-1-10 0,0-1-9 0,-1-6-15 0,1-2-26 16,1 0-34-16,-1 0-34 0,2 0-31 16,-2-1-43-16,0-2-65 0,-1-6-85 0,-1 4-221 15,0-2-533-15,-1-2 236 0</inkml:trace>
  <inkml:trace contextRef="#ctx0" brushRef="#br0" timeOffset="-182564.72">24092 16100 70 0,'15'-12'216'0,"2"4"-10"0,1 0-5 0,-1 5-14 15,-2 1-20-15,-2 1-7 0,2 2 1 0,-3 2-12 16,-1 3-3-16,1 1-5 0,-5 0-7 0,1 2-15 15,-1 1 7-15,-3 0-9 0,-1 2-6 0,-2 1-14 16,-3 3-11-16,-4 0 3 0,-2-2-4 0,-1 1-19 16,-2-1 0-16,-4-2-18 0,4 1-18 0,0-6-25 15,0 0-22-15,1-1-35 0,-2 0-59 0,3-5-64 16,9-1-60-16,-19 2-165 0,8-4-431 0,11 2 191 16</inkml:trace>
  <inkml:trace contextRef="#ctx0" brushRef="#br0" timeOffset="-182434.72">24261 16133 163 0,'0'0'189'0,"11"-2"-1"0,-11 2-16 0,16-4-6 15,-9 2-28-15,-7 2-11 0,18-3-12 0,-4 3-11 0,-14 0-15 16,26-1-28-16,-26 1-59 0,25-2-70 0,-13 1-70 16,-12 1-80-16,22-6-237 0,-22 6 105 0</inkml:trace>
  <inkml:trace contextRef="#ctx0" brushRef="#br0" timeOffset="-182097.15">24651 15965 31 0,'0'0'226'0,"0"0"-22"0,0 0 5 16,11-4 0-16,-11 4-7 0,0 0-14 0,0 0-19 16,4 20-8-16,-1-11-8 0,-2 1-15 0,3 5-8 15,-3-2-17-15,2-1-7 0,-2 0-14 0,1 0-5 16,2 0-5-16,-2-2-8 0,-1-1 10 0,0 1 6 15,-1-10-7-15,4 12-2 0,-4-12 9 0,0 9 5 16,0-9-8-16,0 0 25 0,1 12 3 0,-1-12-13 16,0 0-11-16,0 0 3 0,0 0-16 0,0 0-6 15,0 0-5-15,26-31-15 0,-17 19-4 0,1-2-3 16,3 0-3-16,0 0-3 0,2 0-10 0,-1 1 0 16,1-1-4-16,-1 2-6 0,-4 5-6 0,-1 1 1 15,2 0-21-15,-2 1 15 0,-1 2-2 0,-8 3-1 16,17 0 2-16,-17 0-2 0,15 8-19 15,-10-3 19-15,3 2 5 0,-3 3-7 0,-1 2 1 0,0 0 3 16,0 2-15-16,-2-2-30 0,0 4-33 0,-2 1-44 16,-2-5-52-16,-3 5-85 0,4-6-102 0,-4 1-197 15,5-12-597-15,-5 19 265 0</inkml:trace>
  <inkml:trace contextRef="#ctx0" brushRef="#br0" timeOffset="-181953.85">25120 16077 60 0,'0'0'244'0,"0"0"-23"0,0 0-24 16,0 0-19-16,7-7-21 0,-7 7-18 15,0 0-37-15,0 0-66 0,0 0-75 0,0 0-85 16,0 0-72-16,0 0-211 0,0 0 94 0</inkml:trace>
  <inkml:trace contextRef="#ctx0" brushRef="#br0" timeOffset="-178481.25">20585 9697 66 0,'-10'0'60'0,"10"0"15"0,0 0-9 15,0 0 1-15,-9 0-8 0,9 0-4 0,0 0-10 0,0 0 2 16,-11-2-5-16,11 2 1 0,0 0 2 0,-9-1-10 16,9 1 3-16,0 0-6 0,-8-3 1 0,8 3-1 15,0 0-2-15,0 0-3 0,-10 0-2 16,10 0 1-16,0 0 8 0,-10 2 5 0,10-2 4 0,0 0-9 16,0 0-9-16,0 0 6 0,0 0-11 0,0 0-1 15,-9 0 1-15,9 0-1 0,0 0-2 0,0 0 1 16,0 0-5-16,0 0 13 0,0 0 2 0,0 0-4 15,0 0-6-15,0 0 2 0,0 0-17 0,0 0 14 16,0 0 0-16,0 0-6 0,0 0 0 0,0 0-2 16,0 0 1-16,-6 3 0 0,6-3-5 0,0 0 3 15,0 0 1-15,0 0 0 0,0 0-7 0,0 0 9 16,0 0-11-16,0 0 3 0,22 4 7 0,-22-4-3 16,14 3-6-16,-6-2 1 0,0 0 1 0,3 1-2 15,-1-2-3-15,1 0 7 0,0 0-4 0,2 2 4 16,1-2-1-16,-1-2 2 0,1 2-8 0,5 2 5 15,-1-4 0-15,-1 2 12 0,0 0-16 0,0 0 3 16,1 0-4-16,1-3 0 0,-4 2 3 0,4-1 5 16,-2 2-8-16,1-1 3 0,-5 1 4 0,1 0-4 15,-1 0-3-15,4 0 5 0,-4 0-4 0,3 1 4 16,0-2-2-16,3 2 3 0,-2-1-2 0,2 0-4 16,0 2-2-16,-6-4 6 0,6 2-2 0,-2 0 1 15,3 0-6-15,1 0-6 0,-5 2 8 0,4-2-4 0,-2 1 0 16,1 0-7-16,-3-1 0 0,2 0-11 0,0 2-12 15,-1-2-9-15,0 0-9 0,2 0-11 0,-2 0-6 16,0 0-13-16,1 0-2 0,-5 0-5 16,-1 0-2-16,3-2-55 0,-2 1-160 0,0 1 71 0</inkml:trace>
  <inkml:trace contextRef="#ctx0" brushRef="#br0" timeOffset="-178047.04">21273 9707 36 0,'0'0'95'0,"0"0"-4"0,0 0 0 16,0 0-4-16,0 0-8 0,0 0-4 0,0 0-10 15,0 0 3-15,0 0-1 0,0 0 3 0,0 0-8 16,0 0-3-16,34 3-8 0,-22-3 2 0,1 0-10 15,-1 0-1-15,4 0-5 0,0 0-5 0,2 0 1 16,0 0-7-16,1 0-3 0,2-1 0 0,-1 2-7 16,2-1 5-16,0 0-3 0,-2 0-2 0,3 0 0 15,-1 0-1-15,7-1-2 0,-8 1 4 0,7-2-17 16,-6 2-2-16,6 0-31 0,-8 0-6 0,-1 0-31 16,3 0-13-16,-2 0-26 0,0-2-75 0,0 2-200 15,2-1 89-15</inkml:trace>
  <inkml:trace contextRef="#ctx0" brushRef="#br0" timeOffset="-175083.5">21572 9755 22 0,'0'0'66'0,"0"0"-7"0,0 0 2 16,0 0-13-16,0 0-6 0,0 0 6 0,0 0-14 15,0 0 5-15,0 0-5 0,0 0-1 16,0 0-1-16,0 0-4 0,0 0 3 0,0 0 3 16,0 0-7-16,24-6 0 0,-24 6-1 0,15-1-2 15,-8-1-11-15,1 2 27 0,-1-1-12 0,5-2 6 16,-5 2-3-16,-7 1 9 0,17-2-10 0,-11 2-7 15,2-2 1-15,-8 2 2 0,15-1-3 0,-7 1-8 16,-8 0 2-16,13-1 3 0,-13 1-6 0,11-2 0 16,-11 2 13-16,11-2-1 0,-11 2-1 0,10-2-11 0,-10 2 2 15,10 0 4-15,-10 0 1 0,10 0 1 16,-10 0 0-16,11 0-6 0,-11 0-3 0,12 0 3 16,-12 0-1-16,11 0 3 0,-4 0 6 0,-7 0-4 0,21 0 0 15,-12-1-1-15,3 1-6 0,0 0-12 0,1-2 12 16,1 2 2-16,-1 0 2 0,6 0-5 15,-6-2 2-15,4 1-8 0,0 0 0 0,3 2 6 0,-6-2-3 16,4-1-6-16,1 1 6 0,-1-1-2 0,0 2-4 16,1 0 3-16,-2-2-9 0,3 1 11 0,-4 0 1 15,3-2-4-15,1 3 0 0,0-1 4 0,0-1-10 16,2 2-1-16,5-2 15 0,-6 1-11 0,1 0 0 16,5-1 0-16,-5 1 0 0,-1 0 3 0,6-1-13 15,-4 1 10-15,-2 1-1 0,0-2 6 0,0 1-10 16,1-1 7-16,-1 1-6 0,7-1 4 0,2 1 1 15,-9-2-2-15,8 1 14 0,-4-1 0 0,-3 2 4 16,0 0 5-16,-1 0-4 0,9-1-4 0,-12 0 0 16,-1 1-8-16,3 1 2 0,-2-2 1 0,-5 1-2 15,2 1 0-15,-2 0 0 0,-1-1 2 0,1-1-8 16,-1-1 4-16,0 2-1 0,-1 1-1 0,0 0 0 16,-1-1 5-16,2 1-7 0,-3 0 0 0,0 0-2 15,-9 0 2-15,14 0 1 0,-9-1-4 0,-5 1-7 16,11 1 11-16,-11-1 1 0,0 0-1 0,11 0 3 15,-11 0-4-15,0 0-3 0,0 0-1 0,7 1 7 16,-7-1 5-16,0 0 4 0,0 0-7 0,0 0 3 16,0 0-2-16,0 0 1 0,0 0-9 0,10 1 5 0,-10-1-3 15,0 0 6-15,0 0-4 0,0 0 1 16,0 0-1-16,0 0 3 0,0 0 0 0,0 0-1 16,9 0-1-16,-9 0 2 0,0 0-3 0,0 0 1 15,0 0 0-15,0 0 0 0,8 2 5 0,-8-2-9 0,0 0 4 16,0 0-8-16,0 0 6 0,0 0 2 15,0 0-2-15,10 0 1 0,-10 0 0 0,0 0-3 16,0 0-4-16,0 0 1 0,8 1-8 0,-8-1 9 0,0 0 1 16,0 0-11-16,0 0-18 0,0 0-19 0,3 6-32 15,-3-6-29-15,0 0-30 0,0 0-148 16,0 0-309-16,0 0 136 0</inkml:trace>
  <inkml:trace contextRef="#ctx0" brushRef="#br0" timeOffset="-174189.54">21333 8771 199 0,'-4'-10'188'16,"4"10"0"-16,-4-7 2 0,4 7-9 0,-3-7-16 15,3 7-15-15,-4-5-13 0,4 5-17 0,0 0-11 16,0 0-10-16,0 0-12 0,0 0-5 0,0 0-14 15,0 0-8-15,0 0-9 0,0 0-2 0,0 0-10 16,0 0 18-16,0 0-2 0,-2 23-5 0,1-11 12 16,2 2-3-16,1 5 2 0,-2-1 3 0,0 0-4 15,1 1-6-15,-2-2-4 0,1 2-3 0,1 2 7 16,-1-4-6-16,-1 2 1 0,1-2-9 0,-2 1-1 16,1-1 4-16,1-1-8 0,0 3-5 0,-1-4-1 15,1-3-2-15,-2 0 7 0,2 1 2 0,-1 0-7 16,0-4 4-16,1 3-9 0,0 4-2 0,0-7-3 0,0 0 2 15,-1 1-2-15,-1-3-7 0,2-7 4 0,-2 12 1 16,2-12-6-16,-2 12 1 0,2-12 3 16,-1 7-14-16,1-7-9 0,-1 6-11 0,1-6-7 15,0 0-9-15,-1 8-13 0,1-8-25 0,0 0-31 0,0 0-27 16,-5 6-37-16,5-6-30 0,0 0-39 0,-9 0-172 16,9 0-441-16,0 0 195 0</inkml:trace>
  <inkml:trace contextRef="#ctx0" brushRef="#br0" timeOffset="-173832.38">21351 8714 120 0,'4'-5'144'16,"2"1"-3"-16,0 0 0 0,1 0-13 0,1 0-6 16,3-2-9-16,1 2-12 0,-1 1-4 0,3 1-10 15,-2 1-6-15,2-1-13 0,-3 2-1 0,-1 2-14 16,2 1-7-16,-3 2 5 0,0 0-12 0,-2 2 2 16,1 1 11-16,-3 2-1 0,-1-1 6 0,0 2 1 15,-1-1 2-15,-5 2-1 0,1-1-3 0,-2-1-13 16,1 2 3-16,-5-1 5 0,1 0-1 0,-3-1-7 15,-1 1-3-15,-2-2-2 0,-2 0 1 0,0 0-7 16,-4 0-3-16,4-1-7 0,-2-1-20 0,-1 0-27 16,-1-2-37-16,3 2-47 0,-2-4-29 0,6-1-56 15,-1 1-130-15,1-1-350 0,4-2 155 0</inkml:trace>
  <inkml:trace contextRef="#ctx0" brushRef="#br0" timeOffset="-172704.49">22263 8614 129 0,'0'0'146'0,"0"0"-10"16,0 0 4-16,0 0-12 0,0 0-2 0,0 0-10 0,0 0-2 15,0 0-2-15,0 0-3 0,0 0-3 0,0 0-7 16,0 0 0-16,0 0 0 0,0 0 0 0,0 0-4 16,0 0-5-16,0 0-3 0,0 0-3 15,0 0-10-15,-25 5 1 0,25-5 4 0,0 0-8 0,0 0-7 16,0 0-2-16,-8-5-5 0,8 5-7 0,0 0-7 16,0 0-3-16,0 0-5 0,0 0-4 0,0 0-6 15,0 0-2-15,0 0-3 0,0 0 0 0,0 0-3 16,0 0 2-16,0 0-4 0,0 0-1 0,0 0-3 15,28 8 1-15,-16-8 0 0,2 0 0 0,-1 0-4 16,-1 1 1-16,2-1 3 0,-1 2-4 0,-1-2 3 16,0 2 3-16,0-1-5 0,1-1 5 0,-6 0-6 15,4 1 1-15,-11-1 1 0,15 0 0 0,-9 0 6 16,-6 0 4-16,14 0 6 0,-14 0-9 0,11 2 2 16,-11-2 2-16,7 0 10 0,-7 0-6 0,0 0-1 15,8 0 2-15,-8 0-1 0,0 0 0 0,0 0 1 16,0 0-2-16,0 0 10 0,11-2-17 0,-11 2 2 15,0 0-4-15,0 0-3 0,0 0 1 0,0 0-3 16,0 0 0-16,0 0 0 0,0 0-2 0,9 0-7 16,-9 0-13-16,0 0-16 0,0 0-18 0,0 0-26 15,0 0-29-15,0 0-49 0,0 0-59 0,0 0-35 16,0 0-212-16,0 0-492 0,0 0 219 0</inkml:trace>
  <inkml:trace contextRef="#ctx0" brushRef="#br0" timeOffset="-167681.48">25797 10994 84 0,'0'0'99'15,"0"0"-10"-15,0 0 7 0,0 0-15 0,0 0-8 0,0 0 7 16,0 0-12-16,0 0-7 0,0 0 16 0,0 0-12 16,0 0 0-16,0 0-4 0,0 0-7 0,0 0-7 15,0 0-4-15,0 0 5 0,0 0-8 16,0 0-1-16,0 0-9 0,0 0 2 0,0 0-2 0,0 0-4 15,0 0-1-15,0 0 0 0,0 0 3 0,0 0-3 16,0 0-1-16,0 0-8 0,0 0 4 0,0 0 2 16,0 0-3-16,0 0 0 0,0 0 8 0,0 0-4 15,0 0-4-15,0 0 0 0,0 0-4 0,0 0 2 16,0 0 1-16,0 0-2 0,0 0-6 0,0 0 1 16,0 0 0-16,0 0-2 0,0 0-2 0,0 0 4 15,0 0-4-15,0 0 0 0,0 0-5 0,0 0 1 16,0 0 5-16,0 0-3 0,0 0-1 0,0 0-3 15,9-3 5-15,-9 3-7 0,12 0 8 0,-12 0-6 16,15 0 5-16,-5 0-7 0,2 0 2 0,-1-1-1 16,-2 1 4-16,5 0-4 0,-4 1-2 0,2-1-5 15,2 1-12-15,-1-1-20 0,7 0-8 0,-5 2-15 16,2 0-14-16,-2-1-21 0,-1 1-17 0,3-2-14 16,-3 1-88-16,-1 0-233 0,5 1 103 0</inkml:trace>
  <inkml:trace contextRef="#ctx0" brushRef="#br0" timeOffset="-167504.6">26404 11010 65 0,'10'1'62'0,"-10"-1"-5"0,13-2-5 0,-6 2 2 16,-7 0-14-16,16 0-4 0,-7 0-3 0,-9 0-18 15,16 1-16-15,-9-1-10 0,3-1-20 0,0 1-32 0,1 0-66 16,0 1 29-16</inkml:trace>
  <inkml:trace contextRef="#ctx0" brushRef="#br0" timeOffset="-167333.09">26787 10994 32 0,'0'0'59'0,"11"0"-10"0,-3 0-2 0,0 0-4 16,3 0 2-16,-11 0-11 0,20-2-14 0,-13 2-11 15,4 0-15-15,-1 0-17 0,0 0-29 0,-10 0-56 16,14 0 25-16</inkml:trace>
  <inkml:trace contextRef="#ctx0" brushRef="#br0" timeOffset="-167188.72">27054 10987 56 0,'0'0'75'0,"0"0"-1"16,0 0-12-16,9 0-6 0,-9 0 1 0,0 0-8 15,0 0-5-15,13 2-8 0,-13-2-5 0,9 1-10 16,-9-1-17-16,14 0-22 0,-5 0-36 0,-1 1-29 16,-8-1-89-16,19 0 40 0</inkml:trace>
  <inkml:trace contextRef="#ctx0" brushRef="#br0" timeOffset="-167026.72">27380 10987 128 0,'0'0'119'0,"10"2"-13"0,-10-2-5 0,0 0-11 16,10 0-11-16,-10 0-2 0,9 2-17 0,-9-2-1 15,11 1-14-15,-4-1-27 0,-7 0-33 0,16 2-19 16,-10-4-32-16,6 2-63 0,-5 2-138 0,1-2 62 15</inkml:trace>
  <inkml:trace contextRef="#ctx0" brushRef="#br0" timeOffset="-166882.49">27620 10982 125 0,'7'-4'117'0,"-7"4"-5"0,0 0-10 0,0 0-7 15,0 0-9-15,10-1-10 0,-10 1-7 0,10 0-10 16,-10 0-8-16,14-2-11 0,-8 2-23 0,6-2-23 15,-2 1-34-15,2-2-23 0,1 2-77 0,-4 1-152 16,5 0 67-16</inkml:trace>
  <inkml:trace contextRef="#ctx0" brushRef="#br0" timeOffset="-166734.65">27872 10956 39 0,'0'0'173'15,"0"0"0"-15,0 0-11 0,8-2-18 0,-8 2-10 16,0 0-16-16,0 0-17 0,0 0-10 0,8-3-3 15,-8 3-9-15,0 0-13 0,10 0-6 0,-10 0-22 0,0 0-29 16,9 2-29-16,-9-2-42 0,0 0-39 16,12 0-115-16,-12 0-233 0,11 1 103 0</inkml:trace>
  <inkml:trace contextRef="#ctx0" brushRef="#br0" timeOffset="-166595.81">28013 10935 132 0,'0'0'132'0,"0"0"-6"0,0 0-7 15,9-2-20-15,-9 2 3 0,0 0-15 0,0 0-5 0,0 0-13 16,0 0-4-16,0 0-14 0,0 0-1 0,0 0-18 16,9 4-30-16,-9-4-44 0,0 0-37 0,0 0-93 15,0 0-185-15,0 0 82 0</inkml:trace>
  <inkml:trace contextRef="#ctx0" brushRef="#br0" timeOffset="-159881.68">21149 13444 19 0,'0'0'32'0,"0"0"-8"15,0 0 3-15,0 0-4 0,0 0 1 16,0 0-6-16,-5 5-3 0,5-5-11 0,0 0 12 16,0 0-1-16,-8 6-2 0,8-6-4 0,-8 4 1 15,8-4 1-15,-9 5 2 0,4-3-5 0,-2 1-1 0,0 0 0 16,1 0-1-16,6-3 0 0,-10 2 1 0,2 0-3 15,8-2 0-15,-10 2 1 0,10-2-8 16,-9 2 9-16,9-2-3 0,-9 2 0 0,9-2 1 16,0 0-7-16,-10 2 1 0,10-2 6 0,-7 2-1 0,7-2 1 15,0 0-4-15,0 0-1 0,-10 1 2 16,10-1 2-16,0 0-1 0,-9 1 3 0,9-1 6 0,0 0 0 16,0 0 2-16,0 0 9 0,0 0 0 0,-8 1-2 15,8-1 6-15,0 0 13 0,0 0-10 0,0 0 2 16,0 0-2-16,0 0-4 0,0 0 6 0,0 0 2 15,0 0-1-15,0 0-2 0,0 0 0 0,-10-3 9 16,10 3-4-16,0 0 0 0,0 0 3 0,0 0 0 16,0 0-5-16,0 0-1 0,0 0 9 0,0 0-6 15,0 0-5-15,0 0-1 0,0 0 3 0,-5-6-4 16,5 6-5-16,0 0 0 0,0 0 8 0,0 0 1 16,0 0-2-16,0 0 4 0,0 0-6 0,0 0-7 15,0 0-4-15,0 0-3 0,0 0 1 0,0 0-4 16,0 0 4-16,0 0-2 0,0 0-10 0,0 0 6 15,0 0-1-15,0 0-3 0,0 0-1 0,0 0-5 16,0 0 6-16,0 0 3 0,0 0-3 0,22-1 0 16,-22 1-2-16,15 0-1 0,-7-1 4 0,3 1 2 15,3 0-5-15,3-1-4 0,4 1 2 0,-1-3-6 16,8 2-4-16,-7 1-1 0,7-1-5 0,-7 2-4 16,1-2-4-16,7-1 1 0,-9 4-11 0,1-2-5 15,0 0 3-15,-1 0-6 0,1 0-6 0,-3 0 7 16,1 1-5-16,0 0-3 0,-1 2 9 0,0-2 2 15,0 0-1-15,-4 0 6 0,2 1-4 0,2 0-1 16,0 1-1-16,-1-2 3 0,0 0 2 0,2 0-2 16,0-1 1-16,0 0 3 0,-1 1 1 0,2-2-4 15,-1 2 14-15,-1-2 2 0,0 2-1 0,0-2 2 16,0 1 2-16,-5 0 2 0,4 0 2 0,-4 0 4 16,1 0-4-16,-1-1 8 0,0 1-4 0,1 0 10 15,-1 0-7-15,1-1 4 0,-1 1-3 0,-1 0 6 16,2-1-3-16,-1 1 2 0,3 0 6 0,-4 0-3 15,2-1 2-15,3 1-3 0,-2 0 4 0,1 0-3 0,2-2 6 16,-4 1-6-16,0 0 0 0,0 1 0 16,0 0 1-16,-1 0-4 0,1-2 1 0,-3 2 3 15,1 0-2-15,-1-1-5 0,1 2 8 0,-2-2-8 16,-10 1 9-16,15 0-3 0,-7 0-5 0,-8 0 3 0,14 0-2 16,-14 0 4-16,11 1-1 0,-4-1-4 0,-7 0-2 15,11 2 3-15,-11-2 2 0,12 1-6 16,-6 0-5-16,-6-1-8 0,16 0-3 0,-9 0-19 15,-7 0-11-15,14 0-41 0,-6 0-98 0,-8 0 43 16</inkml:trace>
  <inkml:trace contextRef="#ctx0" brushRef="#br0" timeOffset="-159729.25">22518 13481 35 0,'7'-2'66'0,"-7"2"-6"0,9-2-5 16,-9 2-3-16,9 0-8 0,-9 0-14 0,0 0-23 16,13 0-24-16,-13 0-39 0,9 0-59 15,-9 0 26-15</inkml:trace>
  <inkml:trace contextRef="#ctx0" brushRef="#br0" timeOffset="-159374.97">22311 13481 20 0,'14'-1'94'0,"-7"0"-11"0,5-1-6 0,-2 2-11 0,2 0-7 15,0-1-5-15,0 1-1 0,1 0-10 0,1-1-1 16,2 1-6-16,2 0-5 0,-5 0 6 15,5-2-21-15,-5 2-28 0,1-2-27 0,-1 2-71 0,-2-3-120 16,-1 3 54-16</inkml:trace>
  <inkml:trace contextRef="#ctx0" brushRef="#br0" timeOffset="-159196.04">22574 13471 45 0,'0'0'78'0,"14"0"-8"0,-5 0-4 15,-1 1-9-15,-8-1-4 0,19-1-8 0,-12 1-13 0,1 0-34 16,-8 0-34-16,10-2-32 0,-10 2-74 0,9-1 32 16</inkml:trace>
  <inkml:trace contextRef="#ctx0" brushRef="#br0" timeOffset="-159052.93">22668 13477 51 0,'0'0'73'0,"16"2"1"0,-10-2-20 16,3 0-31-16,-1 1-37 0,-8-1-30 15,12 1-47-15,-12-1 21 0</inkml:trace>
  <inkml:trace contextRef="#ctx0" brushRef="#br0" timeOffset="-156298.03">25612 13992 106 0,'0'0'128'0,"0"0"-9"16,-9-1-5-16,9 1 1 0,0 0-10 15,-9-4-4-15,9 4-4 0,-8-2-3 0,8 2 3 16,0 0-9-16,-7-3-3 0,7 3-8 0,0 0-1 16,-8-3 4-16,8 3-14 0,0 0-10 0,0 0-2 15,0 0 0-15,0 0-4 0,0 0 5 0,0 0-9 16,-9 0-4-16,9 0-2 0,0 0 0 0,0 0-6 0,0 0-4 16,0 0-7-16,0 0 2 0,0 0 0 15,0 0-8-15,0 0 3 0,0 0-6 0,0 0 0 16,0 0 2-16,0 0-3 0,0 0-1 0,0 0-10 15,34 3-11-15,-27-3-2 0,4 0-13 0,1 3-19 0,2-2-13 16,5-2-15-16,0 2-14 0,2-2-10 16,8 1-9-16,3 0-3 0,-3-1-2 0,1-1 1 15,1 1 6-15,-2-1 4 0,-6 2 10 0,-3-2-1 16,8 1 9-16,-7 0 6 0,-3-1 6 0,-2 1 10 16,2 0 5-16,0-1 6 0,0 1 6 0,-6 1 19 0,1 0-1 15,-2 0 27-15,0 1 3 0,-2-1 17 0,0 0 7 16,0 0-2-16,-9 0 3 0,12 2 19 15,-12-2 5-15,12 0 8 0,-4 0-4 0,1 1 1 16,-3 0 4-16,-6-1-5 0,16 0-6 0,-9 2-1 0,2-1-10 16,-9-1-1-16,20 0-6 0,-9 0 3 15,0 1-13-15,1 1 5 0,1-2-1 0,1 0-14 16,-1 0-19-16,7 0-35 0,-2 0-24 0,-2-2-17 16,1 2-16-16,2-1-21 0,-1 0-65 0,-3 1-197 15,-1-2 87-15</inkml:trace>
  <inkml:trace contextRef="#ctx0" brushRef="#br0" timeOffset="-156131.54">26758 13949 81 0,'6'0'86'0,"-6"0"-11"0,17 0-4 0,-7 0-7 0,1 0-9 16,1-1 5-16,1 0-18 0,1 0 0 0,-1-2-7 15,0 3-4-15,6-2-14 0,-6 2-19 0,1-1-25 16,3 0-9-16,-3-2-21 0,3 1-33 15,2 0-97-15,-1 1 44 0</inkml:trace>
  <inkml:trace contextRef="#ctx0" brushRef="#br0" timeOffset="-155872.42">27847 13876 28 0,'0'0'98'0,"0"0"-14"0,11-3-4 15,-11 3-14-15,0 0-7 0,10-2-11 0,-5 0-30 16,-5 2-38-16,17-3-58 0,-11 3-83 0,-6 0 38 0</inkml:trace>
  <inkml:trace contextRef="#ctx0" brushRef="#br0" timeOffset="-155570.93">28445 13844 42 0,'0'0'47'0,"0"0"-38"0,0 0-26 0,0 0-17 16,0 0 7-16</inkml:trace>
  <inkml:trace contextRef="#ctx0" brushRef="#br0" timeOffset="-150531.75">23118 9682 23 0,'0'0'66'0,"0"0"-11"16,0 0-2-16,0 0-9 0,0 0 0 15,0 0-2-15,0 0-6 0,0 0 1 0,0 0-11 16,0 0 8-16,0 0 2 0,0 0-9 0,0 0-4 0,0 0 4 15,0 0-6-15,0 0 1 0,0 0-11 0,0 0-1 16,0 0 9-16,0 0-11 0,0 0 4 16,0 0-7-16,0 0 7 0,0 0-7 0,0 0-14 15,0 0 17-15,0 0-6 0,0 0-2 0,0 0 0 0,0 0 11 16,0 0-1-16,0 0 6 0,0 0-5 16,0 0 3-16,0 0-3 0,0 0 6 0,1 23 4 0,-1-23-6 15,7 2 10-15,-7-2-8 0,8 2-2 16,-1-1 1-16,-7-1 2 0,16 0 9 0,-5 2-6 0,2-2 0 15,-2 0-2-15,1 1 1 0,2-1-5 0,-1 0 5 16,5 0-10-16,-4 0-1 0,0 0 2 0,0 0 0 16,0 0-7-16,0 0 8 0,4-1-6 0,-1 1-2 15,-4 0 5-15,4-2-1 0,-3 1-3 0,-1-1-3 16,0 2-7-16,1-3 6 0,-3 2 5 0,2-1-12 16,-3 1-9-16,3 1-7 0,-3 0-9 0,-2-1-7 15,5-1-21-15,-3 2 1 0,0 0-26 0,3-1-57 16,-3 2-151-16,1-2 68 0</inkml:trace>
  <inkml:trace contextRef="#ctx0" brushRef="#br0" timeOffset="-150370.62">23968 9694 36 0,'13'2'48'0,"-8"-1"-9"15,3 1-11-15,1-1-17 0,2-1-10 16,-1 0-15-16,2 1-12 0,2-1-26 0,1 2 12 16</inkml:trace>
  <inkml:trace contextRef="#ctx0" brushRef="#br0" timeOffset="-150210.68">24285 9705 33 0,'5'2'48'0,"-5"-2"11"0,10 0-9 0,-10 0-2 15,12 0-8-15,-3 0 2 0,0 0-5 0,1 0-3 0,3-2-7 16,0 2-1-16,6-1-3 0,-6 0-8 0,4-1-8 16,3 0-9-16,-6 2-8 0,3-2-6 15,1 2-5-15,0-2-11 0,-1 1-36 0,-3 0-74 16,-4-1 32-16</inkml:trace>
  <inkml:trace contextRef="#ctx0" brushRef="#br0" timeOffset="-149944.28">24599 9691 117 0,'0'0'-2'0,"12"-1"2"15,-12 1 4-15,0 0 1 0,10 1 2 0,-10-1 1 16,0 0-5-16,10 3-2 0,-10-3-2 15,8 2 10-15,-8-2-5 0,9 1 1 0,-3 1-2 16,-6-2 2-16,13 1-7 0,-6 0-2 0,0-1 2 0,5 0-11 16,-2 3 0-16,0-3 5 0,4 0-1 0,-3 1 2 15,3-1 5-15,-1 0 4 0,-1-1 11 16,1 2 1-16,-2-1 7 0,0 0 12 0,-4 0 9 16,-7 0 9-16,14-1 2 0,-5 1 7 0,-9 0 7 0,11 1 5 15,-11-1-6-15,11 2 13 0,-11-2-4 0,10-2-4 16,-10 2 5-16,11 0 1 0,-11 0-9 0,8-2-4 15,-8 2-4-15,11-2 6 0,-11 2-17 0,11 0-8 16,-3-2-3-16,1 0-1 0,0 1-2 0,1 1-1 16,1-1-14-16,1 0-9 0,1 0-43 0,5-2-18 15,1 3-17-15,-1-3-29 0,2 2-114 0,-1-1-227 16,2 0 100-16</inkml:trace>
  <inkml:trace contextRef="#ctx0" brushRef="#br0" timeOffset="-149797.55">25452 9687 30 0,'0'0'159'0,"10"0"-7"16,-10 0-4-16,13-1-18 0,-8-1-9 0,-5 2-17 15,18 0-8-15,-10 0-22 0,4 0 7 0,1-1-13 16,-2 0-30-16,3 1-34 0,2 0-38 0,2-1-25 16,-5 1-49-16,5 0-60 0,1 0-181 0,0-2 80 15</inkml:trace>
  <inkml:trace contextRef="#ctx0" brushRef="#br0" timeOffset="-149660.37">26075 9676 122 0,'9'-2'151'0,"-9"2"-18"0,11 0-16 0,-4-2-12 16,-7 2-9-16,15-1-11 0,-8-1-27 0,5 1-27 15,-1 0-30-15,2-1-27 0,1 2-22 0,-5-1-90 0,5-2-149 16,-1 2 67-16</inkml:trace>
  <inkml:trace contextRef="#ctx0" brushRef="#br0" timeOffset="-149532.53">26546 9649 36 0,'7'-2'163'0,"-7"2"-27"16,14-1-13-16,-7 1-12 0,3 0-9 0,2 0-14 15,1 1-14-15,0-2-22 0,6 1-42 0,1-3-58 16,-2 2-94-16,6 0-152 0,4-1 67 0</inkml:trace>
  <inkml:trace contextRef="#ctx0" brushRef="#br0" timeOffset="-149376.58">27306 9623 105 0,'11'1'200'0,"-11"-1"-21"0,11-1-17 0,-11 1-14 0,12 0-16 16,-4 1-18-16,-1-1-5 0,5 2-31 0,0-2-44 15,-1 2-48-15,2-2-39 0,-5 1-49 0,1 1-80 16,-9-2-198-16,12 0 88 0</inkml:trace>
  <inkml:trace contextRef="#ctx0" brushRef="#br0" timeOffset="-146231.45">23089 9743 51 0,'0'0'84'0,"0"0"-2"0,0 0-5 16,0 0-9-16,0 0-8 0,0 0 0 0,0 0 4 15,0 0-2-15,0 0 5 0,0 0-5 0,0 0-3 16,0 0-3-16,22-4-4 0,-22 4 5 0,0 0-8 15,14-3 1-15,-9 0 5 0,-5 3-6 0,10-1-2 16,-10 1-8-16,11-3 3 0,-11 3-5 0,12-1-10 16,-7-1 5-16,-5 2-5 0,13 0 0 0,-7-2 1 15,-6 2-6-15,12 0-2 0,-12 0 6 0,13-2-4 16,-7 0 0-16,-6 2 1 0,12-1-4 0,-6 0 0 16,-6 1-9-16,14-3 11 0,-6 3-1 0,-2-2 0 15,3 1 0-15,-9 1-7 0,14-2 8 0,-6 2-4 0,1 0-5 16,-9 0-2-16,14-1 1 0,-7 1-2 0,-7 0 7 15,17-2-5-15,-9 2-7 0,-8 0 5 16,16 0 1-16,-9 0-2 0,-7 0 1 0,15 0 14 16,-6 0-6-16,-9 0-1 0,15 0 0 0,-7 0-2 0,-8 0-6 15,17 0 3-15,-10 0 1 0,-7 0-4 0,13 0 0 16,-7 2-4-16,-6-2 2 0,12 1 4 16,-12-1-4-16,14 0-1 0,-8 0-2 0,-6 0 6 15,13 3-2-15,-4-3 9 0,-3 1 14 0,5 0-9 0,-1 1 6 16,0-1 1-16,2 0-5 0,-2 0-1 15,0 1-3-15,2-1-1 0,-1 0-2 0,1 1 0 0,-2-2-2 16,4 0-4-16,-4 2 2 0,2-1-3 16,0 1 0-16,-1-1 2 0,1 0-5 0,0 2 6 0,-2-2 9 15,0 1 0-15,-1 0-4 0,-1-2 3 0,-8 0-8 16,15 4 1-16,-8-3 0 0,0-1-1 0,1 2 2 16,1 0-2-16,-1 1-1 0,-2-2-2 15,4 0-1-15,0 2 1 0,-1-1-2 0,0-1-1 0,1 2 0 16,-2-2 1-16,1 1-1 0,1 0-2 0,-2 0 0 15,-2 0 1-15,2-1-3 0,-8-1-1 0,15 1 4 16,-8 2-2-16,1 0-5 0,-2-1 1 0,1 0 5 16,-7-2 3-16,12 2 7 0,-5 1 1 0,-2-1-2 15,-5-2 1-15,14 5-5 0,-9-2 3 0,-5-3-1 16,9 3-1-16,-2-2 1 0,0 1-1 0,-7-2 0 16,10 3 10-16,-5-2-3 0,-5-1 2 0,13 3-4 15,-8-1-4-15,-5-2 1 0,10 3 1 0,-5-1-2 16,-5-2-2-16,13 3 1 0,-9-1 1 0,2 0-4 15,-6-2 12-15,13 2-1 0,-7 0-2 0,-6-2 0 16,11 2-1-16,-6 1-2 0,-5-3 5 0,14 1-6 16,-8 1-1-16,2 1-4 0,-2-3 3 0,-6 0-1 15,13 4-2-15,-7-3-3 0,-6-1 2 0,12 3-4 16,-6-2 6-16,-6-1-4 0,11 3-1 0,-11-3 0 16,11 4 1-16,-6-4 0 0,-5 0 1 0,12 3-1 0,-6-1-2 15,-6-2 0-15,13 2-1 0,-7 0 5 0,-6-2-7 16,11 4-1-16,-6-2 2 0,-5-2 6 15,11 4-5-15,-5-4-1 0,1 3-5 0,-7-3 7 16,10 3 0-16,-5 0 4 0,2-1 12 0,-7-2-10 0,11 4-1 16,-4-2-2-16,-7-2 3 0,12 3-4 0,-8 1 3 15,-4-4-1-15,9 3 6 0,-4 0-8 16,-5-3-5-16,10 3 3 0,-10-3 1 0,10 4-3 16,-10-4 3-16,8 3-1 0,-8-3 1 0,7 4-2 0,-7-4 0 15,10 2 1-15,-6 1 2 0,-4-3-3 0,7 5-1 16,-3-3 0-16,-4-2-2 0,8 6 2 0,-8-6 0 15,9 4 8-15,-4 0 1 0,-5-4-1 0,9 5 3 16,-5-3-4-16,-4-2-2 0,9 7 0 0,-6-4 1 16,-3-3-1-16,7 7-2 0,-2-6 0 0,-1 3 0 15,-4-4-1-15,9 5 1 0,-9-5-2 0,7 5 4 16,-4-1-2-16,-3-4-3 0,9 4 5 0,-4 1-1 16,-5-5-1-16,9 5-2 0,-5-2-1 15,2 0 1-15,-6-3 0 0,8 4 0 0,-3-1-2 16,-5-3 2-16,9 6-2 0,-4-3 4 0,-5-3-3 0,5 3-2 15,-1 1-2-15,-4-4 7 0,8 6-1 0,-4-3-4 16,-4-3 3-16,7 6 0 0,-3-3 1 0,-4-3-2 16,6 7 1-16,-6-7-3 0,7 6-2 0,-7-6 4 15,4 5 3-15,-4-5-6 0,6 6 3 0,-6-6 0 16,5 6 0-16,-5-6 0 0,5 5-1 0,-5-5 2 16,4 5 2-16,-4-5 3 0,5 8-7 0,-1-4 1 15,-4-4-1-15,4 5-1 0,-4-5 4 0,4 6-5 16,-4-6 4-16,4 6 7 0,-4-6 1 0,3 6-12 15,-3-6 12-15,6 7 1 0,-6-7-2 0,5 7 0 16,-1-5 1-16,-4-2-2 0,5 8 2 0,-5-8-3 16,6 8 0-16,-4-5 0 0,-2-3 5 0,7 6-9 15,-7-6 1-15,2 8 4 0,-2-8-2 0,7 3 0 16,-3 1-3-16,-4-4 0 0,5 6-3 0,-5-6 6 16,5 6-3-16,-5-6 0 0,6 6 0 0,-6-6 7 0,5 7 7 15,-1-3 3-15,0 0-2 0,0 0-4 0,-4-4 2 16,10 7-2-16,-6-2 3 0,1-1-4 15,2 1 0-15,0 0 0 0,-3 0-2 0,1-2 5 16,1 1-8-16,-2 0 1 0,3 2 1 0,-2-2-4 0,0 1 3 16,-1-2-3-16,-4-3 1 0,9 9-2 0,-5-4-2 15,-1-1-2-15,1 2 4 0,3-2-4 0,-7-4 2 16,6 6 1-16,-1-2-1 0,-5-4-9 16,5 9 12-16,-2-8-3 0,2 4-2 0,-5-5-2 0,7 7 18 15,-2-1-13-15,-2-3 0 0,2 0-6 0,0 2 13 16,-2 0 2-16,3-1 0 0,-1-1-1 15,1 1-2-15,-3 1 0 0,4 0-1 0,-3-1 0 16,3 1 1-16,-2 0 0 0,1 0-1 0,-1-1-4 0,-1 1 1 16,2 0 2-16,1 0-2 0,0 1-3 0,-3-2 2 15,3 2 13-15,-3-3-16 0,4 2 4 16,-4 0-2-16,2 0-4 0,-1-1 19 0,2 0-19 0,0-1 5 16,-2 1-2-16,-1 2-2 0,1-3 3 0,-5-3-3 15,10 8 0-15,-4-4-1 0,0 0-3 0,-2-1 9 16,1 3-7-16,-1-2 4 0,1-1-4 0,2 1 1 15,-3-1 1-15,-4-3 1 0,9 7-1 0,-5-3 8 16,0 0-5-16,1-1-4 0,-5-3 6 0,10 8-3 16,-6-4 2-16,0 0-7 0,-4-4 0 0,9 6 3 15,-5-3 1-15,1 1-2 0,0 1 10 0,-5-5-11 16,8 7 3-16,-3-2-2 0,-1-3 15 0,1 2-14 16,0 2 0-16,-5-6-3 0,9 6 4 0,-5 0 1 15,0-1-4-15,3-1 1 0,-3 1-6 0,1-2 5 16,-5-3 5-16,8 7-5 0,-3-1 13 0,1-2-14 15,-2-1 0-15,3 1 0 0,-4 1-3 0,-3-5 8 16,10 9-3-16,-5-5 1 0,-2 0 14 0,5 3-16 0,-6-4 1 16,5 1 6-16,-3-1 0 0,0 2-9 15,1-1 8-15,-1 1-5 0,2-3 0 0,-6-2 4 16,9 8 0-16,-5-3-6 0,2-2 6 0,-2 0-5 16,2-1 2-16,-2 4-3 0,3-2 5 0,-3 0 1 15,-4-4-3-15,7 4 5 0,-3 0-8 0,-4-4 6 0,9 7-5 16,-4-4 5-16,-1 1-3 0,0 0-5 0,-4-4 4 15,9 6 12-15,-3-3-14 0,0 1 7 16,-1-1-1-16,-5-3-4 0,10 5 2 0,-7-2-2 0,4 1 4 16,-7-4 2-16,9 7-10 0,-3-5 6 15,1 3 3-15,0-2-1 0,0-1 1 0,-2 2 5 16,1-3 4-16,0 3 2 0,2 0-5 0,-8-4-1 16,11 4 1-16,-7-2 1 0,2 0 1 0,-6-2 5 0,10 6-8 15,-5-3-3-15,-5-3-6 0,8 3 3 0,-8-3 5 16,7 5-5-16,-7-5 2 0,9 4-2 0,-9-4 1 15,7 3 1-15,-2-2 0 0,-5-1-7 0,6 3 4 16,-6-3-2-16,6 2 3 0,-6-2 0 0,0 0 2 16,10 4-5-16,-10-4 0 0,9 5 0 0,-5-3 3 15,-4-2 0-15,9 5-2 0,-4-4 3 0,-5-1-5 16,9 4 3-16,-4-2-2 0,-5-2-1 16,12 4 5-16,-7-1-4 0,-5-3 2 0,12 4 1 0,-6-2-4 15,-1 1 5-15,2-1-6 0,-7-2 3 16,11 4 1-16,-5-1 3 0,1-1-8 0,0 2 11 0,0 0-7 15,-1-2 4-15,3 0-5 0,-1 2-3 0,-2-1 3 16,1 0-3-16,-1 0 6 0,3-1-1 0,-2 0-2 16,-2 2 4-16,1-2-5 0,1 1 5 0,0-1-6 15,0 2 7-15,0-3 8 0,-1 2-1 0,1 1 5 16,0-2 0-16,0-1-10 0,-1 1 0 0,1 0 1 16,-1 1 6-16,-6-3-5 0,16 3-4 0,-9 0 4 15,-1-2-6-15,-6-1 1 0,12 4-3 0,-6-2 3 16,-1-1 6-16,2 2-3 0,-7-3-1 0,14 2 1 15,-8 1-4-15,-1-1-3 0,3 1 2 0,-8-3 0 16,10 2 4-16,-10-2-3 0,8 2-2 0,-8-2 0 0,7 2 1 16,-7-2-2-16,6 3-1 0,-6-3 1 15,8 2 3-15,-8-2-7 0,9 3 0 0,-9-3 6 16,8 2 1-16,-8-2-2 0,10 2 15 0,-10-2-12 16,13 2-3-16,-9-1-9 0,-4-1 9 0,11-1-1 0,-3 2 3 15,-8-1-3-15,8 3-3 0,-8-3 8 0,11 2-2 16,-5-1 3-16,-6-1-5 0,10 1 1 15,-10-1 3-15,9 0-4 0,-9 0 4 0,12 0-3 16,-12 0 7-16,9 1-9 0,-9-1-2 0,7 1-1 0,-7-1 8 16,0 0-2-16,10 1 0 0,-10-1-5 0,10 0 2 15,-10 0 0-15,0 0 1 0,9 2 1 16,-9-2 6-16,0 0-9 0,8 0 7 0,-8 0-8 0,0 0-1 16,0 0 3-16,0 0 8 0,0 0 0 0,10 1-11 15,-10-1 7-15,0 0 5 0,0 0-8 0,0 0-1 16,0 0-13-16,0 0-13 0,0 0-30 0,0 0-19 15,0 0-32-15,0 0-24 0,0 0-24 0,-27-4-47 16,27 4-47-16,-18 0-57 0,9 0-229 0,0 0-579 16,-1-1 256-16</inkml:trace>
  <inkml:trace contextRef="#ctx0" brushRef="#br0" timeOffset="-143375.89">26138 10983 67 0,'0'0'65'0,"0"0"-7"0,-12 0-9 0,12 0 1 16,0 0-7-16,0 0-1 0,0 0-6 0,-11 1-10 16,11-1 2-16,0 0 1 0,-9 2-14 0,9-2 7 0,0 0-2 15,0 0 0-15,0 0-3 0,-9 1 2 16,9-1 1-16,0 0 10 0,0 0-2 0,0 0 1 15,0 0 7-15,0 0 4 0,0 0-13 0,0 0 9 16,0 0-10-16,-9 2-3 0,9-2-1 0,0 0-9 16,0 0-5-16,0 0 11 0,0 0-3 0,-9 3-2 15,9-3-6-15,0 0-2 0,0 0 3 0,0 0-8 16,0 0 12-16,0 0 2 0,0 0 1 0,0 0 15 16,0 0-3-16,0 0-6 0,0 0 8 0,0 0-6 0,0 0 4 15,0 0 2-15,0 0-6 0,0 0 7 0,0 0 3 16,0 0-6-16,0 0 2 0,26 7-9 15,-22-6 0-15,-4-1 3 0,9 1 0 0,-9-1-7 16,12 2 4-16,-4-2-2 0,-1 1 13 0,1 0 6 0,-8-1-7 16,16 2-5-16,-9-1-3 0,4-1 2 0,1 1-6 15,-1-1 4-15,0 1-9 0,3-2 3 16,-2 2-6-16,3 0 14 0,2-1 4 0,3 0 0 16,-4 0-4-16,4 0-3 0,-1 2 2 0,0-2-6 0,2 1-3 15,-3-1 1-15,2 0-5 0,0 1 2 0,-4 1 0 16,2-2 1-16,2 1-6 0,-2-2 1 0,2 2 1 15,-2 0-6-15,2-2 0 0,1 0 3 0,-4 1-2 16,2 0 14-16,-1 0-1 0,-1 0-3 0,-1 0 3 16,0-2-6-16,0 2-1 0,-1 0 1 0,-1-1-4 15,3 2 1-15,-4-2-4 0,0 2 4 0,5 1-3 16,-5-1 1-16,-2 0-9 0,5-1 10 0,-3 0-4 16,5 1-5-16,-5 1 5 0,-1-2 2 0,1 1 4 15,1 1 5-15,-3-1-2 0,4 0-5 0,0 0 2 16,-3-1 0-16,2 1-1 0,-3 0 4 15,3-1-4-15,-1 2-3 0,-1-2 2 0,6 1-2 0,-7 1-1 16,7-2 1-16,1 0 1 0,-2 0-2 0,-3 1-2 16,1-4-1-16,6 5-2 0,-9-1 4 0,1-1-2 15,0 0 1-15,0 0 2 0,1 0-2 0,-1 0 1 16,1 0-4-16,-3 0 3 0,2 0-4 0,0 0 1 0,-2 1-1 16,2 1 0-16,0-2 5 0,-3 0-4 15,0 0 0-15,3 0 4 0,1 3-6 0,-1-2 3 16,0-1 2-16,7-1-3 0,-3-1 3 0,-2 2-3 0,4 2 1 15,-2-4 1-15,2 2 3 0,-6-1-2 0,5 1-1 16,-3 0 2-16,-1 0-3 0,4-3 3 16,-4 3 0-16,-2-1-7 0,0-2 6 0,1 3 1 15,-1 0-4-15,1 0 3 0,-2 0-3 0,3 0 3 0,-1-2 2 16,-1 2-3-16,1 0 1 0,-2-1 2 0,-1 1-5 16,2 0-1-16,0-1 2 0,2 0-1 15,-2 1 13-15,0-1 1 0,-1 2 0 0,0-2-2 0,-1 0 1 16,1 1-1-16,-1 0 0 0,4-2-2 0,-7 2-3 15,4-1 3-15,1 0-1 0,-1 0-4 0,0 1 1 16,1-1 1-16,-2 0 0 0,3 1-4 0,-3 0 3 16,1 0-4-16,1-1 2 0,-4 1 2 0,-8 0-1 15,17 0-1-15,-9 0 0 0,-1 0 13 0,2-2-2 16,-9 2 1-16,13 0 1 0,-13 0-3 0,13-1-2 16,-6 0 1-16,-7 1-4 0,14-2 0 0,-7 1 2 15,4 0-7-15,0 0 5 0,-11 1-5 0,14-1 6 16,-8 1-7-16,3-2 1 0,2 2-2 0,-2 0 0 15,1-1 2-15,-1 0-1 0,4-1-3 0,-13 2 1 16,14 0-1-16,-5-1 4 0,-9 1-1 0,15-1-1 16,-5-2-2-16,-2 1 1 0,-2 2 2 0,-6 0 0 15,13-3 2-15,-13 3 0 0,10-1 0 0,-10 1 11 16,10-1 2-16,-10 1-5 0,7-3-1 0,-7 3 1 16,0 0 1-16,8-1-3 0,-8 1-2 0,0 0 1 15,0 0-5-15,0 0-1 0,0 0 4 0,6-2 6 16,-6 2-19-16,0 0-16 0,0 0-31 0,0 0-25 15,0 0-45-15,0 0-36 0,0 0-34 0,0 0-28 16,-27-4-148-16,27 4-396 0,-14 2 175 0</inkml:trace>
  <inkml:trace contextRef="#ctx0" brushRef="#br0" timeOffset="-142863.78">27420 11005 39 0,'0'0'176'0,"-7"-1"-11"0,7 1-16 0,0 0-14 0,0 0-17 16,0 0-4-16,23-4-7 0,-12 4-10 0,3-3-5 16,4 3-12-16,-1-3-4 0,3 3-13 0,-1-2-2 15,1 1-2-15,0-1 1 0,2 2-7 0,-1-2-4 16,1 2-3-16,5-1-7 0,2 0-3 0,-8 2 2 16,1-2 2-16,8 1 2 0,-8-1-5 0,4 1-4 15,-7 0-6-15,8-2 6 0,-5 1-8 0,-2 1-6 16,1-2 2-16,-4 2-3 0,4-2 2 0,-3 2 5 15,0-2 0-15,0 2-2 0,0 0 0 0,0-2 0 16,-3 2-5-16,-1 0-2 0,3-1-2 0,-5 1 2 16,1-1-1-16,-1 2-4 0,1-2 0 0,-2-2-2 15,1 4-1-15,0-2 1 0,-4 1-4 0,1-1 0 16,-9 1 6-16,9 0 10 0,-9 0-1 0,13 0 3 16,-13 0 7-16,7 1-2 0,-7-1 3 0,0 0 1 15,0 0 1-15,9-4-5 0,-9 4 1 0,0 0-9 16,0 0 1-16,0 0-1 0,0 0-4 0,0 0-5 15,0 0-7-15,0 0-17 0,0 0-26 0,0 0-34 16,0 0-43-16,0 0-42 0,0 0-59 0,0 0-148 16,0 0-394-16,-23 13 175 0</inkml:trace>
  <inkml:trace contextRef="#ctx0" brushRef="#br0" timeOffset="-140864.78">28849 10890 5 0,'0'0'165'0,"0"0"-2"0,0 0-9 0,0 0-9 0,0 0-3 16,-6-8-11-16,6 8 0 0,0 0-4 16,0 0-7-16,0 0-10 0,0 0-3 0,0 0-5 0,0 0-10 15,0 0-9-15,0 0-6 0,0 0-8 0,0 0-9 16,0 0-2-16,0 0-9 0,0 0-5 0,0 0-3 16,0 0-6-16,0 0-1 0,0 0-8 0,0 0 4 15,0 0-6-15,-10-1-3 0,10 1-1 0,0 0-2 16,0 0 0-16,0 0-6 0,0 0 2 0,0 0-2 15,0 0 1-15,0 0-3 0,0 0-3 0,0 0 3 16,0 0-2-16,0 0-1 0,0 0-1 0,0 0 0 16,0 0 1-16,0 0 1 0,0 0-1 0,0 0-1 15,0 0-2-15,0 0-3 0,0 0 2 0,0 0 0 16,0 0 1-16,0 0 2 0,0 0-2 0,-2-9-4 16,2 9 3-16,0 0 2 0,0 0 10 0,0 0 7 15,0 0-4-15,0 0 1 0,0 0-2 0,1-10-2 16,-1 10 3-16,0 0 4 0,0 0-4 0,-1-8 2 15,1 8-7-15,0 0 3 0,0 0 2 0,0 0 1 0,0 0-1 16,0 0 5-16,-2-13-5 0,2 13-2 0,0 0 0 16,0 0 1-16,0 0-3 0,0 0-5 0,0 0 0 15,0 0-1-15,0 0-1 0,0 0 2 16,0 0-9-16,0 0 4 0,0 0-2 0,0 0-2 16,0 0 0-16,0 0-3 0,0 0-1 0,0 0 0 0,0 0-2 15,0 0 5-15,0 0-2 0,0 0-1 16,0 0 1-16,0 0 0 0,0 0 0 0,0 0-1 0,0 0 0 15,0 0 1-15,0 0 0 0,0 0 0 0,0 0-2 16,-3 24 2-16,3-24 7 0,-2 10-6 0,2-10-9 16,-2 13 7-16,2-4-3 0,0 1 2 0,-3-2-2 15,3 3 0-15,-1-2 0 0,-2-1 2 0,1-1 2 16,-1 3 1-16,3-1-1 0,-2 1 6 0,1 2 3 16,-1-2 2-16,4-1 0 0,-5 2 1 0,2-2-1 15,-1 1 11-15,2-1-1 0,-1 1 6 0,0-4-11 16,1-6-2-16,-3 16 0 0,3-9-1 0,0-7 2 15,-1 12-6-15,2-5 2 0,-1-7 1 0,0 10-1 16,0-10 1-16,3 9-1 0,-2-2 1 0,2-3-1 16,-3-4 0-16,5 9-1 0,-3-5 3 0,3 0-1 15,2 0-4-15,-7-4 1 0,10 6 2 0,-4-5-1 16,2 2-1-16,0 0 2 0,-1-3 0 0,1 0 0 16,1 1-2-16,-9-1-1 0,14 0 3 0,-7 0-4 15,-7 0 1-15,15-1-4 0,-5-2 3 0,-1 2-6 0,4-1-4 16,-4-1-11-16,2 0-10 0,-2-2-13 15,1 2-15-15,-1-1-25 0,0 0-29 0,-1 0-32 16,-2 0-36-16,4-2-30 0,-3 3-12 0,-3-2-138 16,-4 5-385-16,9-10 170 0</inkml:trace>
  <inkml:trace contextRef="#ctx0" brushRef="#br0" timeOffset="-140632.09">28974 11005 69 0,'0'0'175'0,"0"0"-14"0,-8-2-10 15,8 2-11-15,0 0-13 0,0 0-19 0,0 0-5 16,0 0-11-16,0 0-6 0,0 0-1 0,0 0-6 16,31-3-14-16,-22 0-9 0,1 2-2 0,1-1-6 15,1 0 0-15,-2 1-7 0,2 0-22 0,-2-2-29 16,-1 3-21-16,4-1-33 0,-13 1-23 0,16-1-22 15,-8 1-30-15,0-2-73 0,-8 2-229 0,14-2 102 16</inkml:trace>
  <inkml:trace contextRef="#ctx0" brushRef="#br0" timeOffset="-140413.78">29044 10818 7 0,'0'0'145'0,"0"0"-12"16,0 0-5-16,0 0-11 0,22-5-13 0,-13 2-12 15,2 2 0-15,5-1-16 0,0-1-12 0,5 0-6 16,-2 2-2-16,1 1-5 0,1-3-7 0,-1 2-12 16,-1 1-25-16,1-2-31 0,-1 2-43 0,-6 0-33 15,-1 0-70-15,1 3-183 0,-1-3 82 0</inkml:trace>
  <inkml:trace contextRef="#ctx0" brushRef="#br0" timeOffset="-139963.96">29599 11094 50 0,'0'0'172'0,"0"0"-3"0,0 0-8 0,-7-8-12 16,7 8-16-16,0 0-10 0,-9-3-5 0,9 3-5 15,-11-3 0-15,11 3-7 0,-13-2-3 0,5 4-12 16,8-2-6-16,-15 0-5 0,9 2-11 0,-2-1 3 0,-1 2 0 16,0 1-6-16,3-2-3 0,-6 3-9 0,7 1-4 15,-4 1-6-15,1-1-6 0,5 0 0 0,-6 1-5 16,4-1-2-16,0-1 0 0,1 1 0 16,1 0-9-16,3-6 13 0,-4 12-6 0,3-5-3 0,1-7 2 15,-1 8-5-15,1-8-1 0,2 11 1 0,2-6-1 16,0 1-2-16,1 0-4 0,4-1 3 0,0-2 0 15,1 2-2-15,1-2-3 0,0 0-11 0,0 0-20 16,1 0-25-16,2-2-26 0,-1 1-38 0,1-1-25 16,-1-1-32-16,2-1-23 0,-2 1-162 0,2-2-376 15,-2 0 167-15</inkml:trace>
  <inkml:trace contextRef="#ctx0" brushRef="#br0" timeOffset="-139826.72">29816 11133 122 0,'0'0'166'0,"0"0"1"0,3-5-11 0,-3 5-18 0,0 0-20 16,0 0-6-16,0 0-9 0,0 0-14 0,0 0-9 15,0 0-18-15,0 0-39 0,0 0-48 0,0 0-45 16,0 0-138-16,0 0-223 0,0 0 99 0</inkml:trace>
  <inkml:trace contextRef="#ctx0" brushRef="#br0" timeOffset="-137861.59">26502 9069 40 0,'0'0'205'16,"-5"-14"-10"-16,5 9 2 0,0 5-5 0,-2-10-15 16,2 10-10-16,2-9-5 0,-2 9-7 0,0 0-12 15,-2-10-18-15,2 10-14 0,0 0-15 0,0 0-12 16,0 0-8-16,0 0-11 0,0 0-7 0,0 0-1 15,0 0-9-15,7 22-4 0,-5-11-7 0,0 2 0 16,0-2-6-16,-1 4-5 0,1-2 4 0,0 4-4 16,0-7-9-16,-2 0 3 0,0 0-1 0,2-2 1 15,0-1-6-15,-2-7 3 0,0 10 0 0,0-10-1 16,0 7 4-16,0-7 13 0,0 0 13 0,0 0 5 16,0 0 5-16,0 0-9 0,0 0-2 0,0 0-6 15,0 0-4-15,0 0-4 0,0 0-3 0,-6-29-3 16,6 18-7-16,0-2 1 0,2 1-3 0,2-3-1 15,-1-2-2-15,3 1-6 0,2-1-6 0,0 3-3 0,3-1 1 16,-1 3 0-16,-1 1-4 0,-3 2 5 16,3 1-3-16,1 3 3 0,-2-1-4 0,1 2 1 15,1 4-4-15,0-3 3 0,-3 3-5 0,4 3 4 16,1 0-1-16,-4 3 0 0,3 0 0 0,-1 1 1 0,-1 1 4 16,1-2-1-16,-2 4-2 0,1-1 2 15,-1 1-3-15,-3 0 7 0,4 2-7 0,-4-2 2 0,-1 0 2 16,2-1 3-16,-3 1-4 0,-1-1-10 15,2 2-20-15,-4 0-36 0,0-2-57 0,0-1-66 0,0 0-62 16,-6 0-164-16,3 0-452 0,-1 1 200 0</inkml:trace>
  <inkml:trace contextRef="#ctx0" brushRef="#br0" timeOffset="-137648.35">27066 8911 96 0,'0'0'207'15,"2"-5"-15"-15,-2 5-14 0,0 0-15 0,8-5-13 16,-8 5-13-16,14-2-12 0,-3-1-14 0,0 1-12 16,3 1-9-16,-1 1-8 0,6-1-12 0,-6 1-12 15,1-1-12-15,-2 2-41 0,1-1-49 0,-1 0-37 16,-5 1-40-16,-7-1-140 0,12 1-282 0,-6 1 124 15</inkml:trace>
  <inkml:trace contextRef="#ctx0" brushRef="#br0" timeOffset="-137445.65">27220 8799 143 0,'0'0'239'15,"0"-9"-2"-15,0 9-6 0,-2-8-9 0,2 8-19 16,0 0-17-16,0 0-23 0,-2-6-16 0,2 6-18 0,0 0-15 15,0 0-10-15,0 0 7 0,0 0-19 16,-6 25-6-16,4-14-6 0,-2 6-8 0,2-1-4 16,-2 0-10-16,2 2-18 0,-1 0-17 0,-1 0-23 15,0 2-35-15,1 0-67 0,1-1-51 0,-1 0-51 0,3 1-172 16,0 5-407-16,0-6 180 0</inkml:trace>
  <inkml:trace contextRef="#ctx0" brushRef="#br0" timeOffset="-136513.81">27116 9687 56 0,'0'0'210'0,"0"0"-3"15,0 0-2-15,-6-9-11 0,6 9-23 0,0 0-21 16,0 0-15-16,0 0-16 0,0 0-18 0,-4-6-8 0,4 6-11 16,0 0-11-16,0 0-7 0,0 0-8 0,0 0-5 15,0 28-6-15,0-15 20 0,-1 5-7 0,0-1-6 16,1 3-7-16,-1 9 2 0,-3 0 1 16,4 3-3-16,-2 0-6 0,0 0-2 0,2 1-3 0,-2 2-1 15,-1-2-3-15,3 0 4 0,-2 1 16 0,-3-1-6 16,3 2-7-16,0-2-1 0,-1 0-3 0,3 0-1 15,0 0-2-15,-4-3 8 0,2-1-1 0,-1 0 1 16,2-2-3-16,1 0-2 0,-3-1-2 0,1-2 5 16,2 1-11-16,0-6-5 0,0 6 7 0,-2-7 2 15,0 6 1-15,-2-5-4 0,4 0 4 0,-1 0-6 16,1 0 2-16,-3-2-3 0,1 2 0 0,2-1 2 16,-2-5 0-16,0 2 1 0,0-2-4 0,1-4 1 15,-1 1 0-15,0 1 7 0,0-5-13 0,0 1 0 16,2-7-3-16,0 10-4 0,0-10 3 0,-2 9-1 15,2-9-2-15,-2 7 2 0,2-7 2 0,0 0-6 16,0 0 10-16,-4 7-9 0,4-7-5 0,0 0 2 16,0 0 0-16,0 0-2 0,0 0-3 0,0 0 11 15,0 7-12-15,0-7 2 0,0 0-1 0,0 0-3 16,-4 5 3-16,4-5 2 0,0 0-2 0,0 0 9 0,0 0-7 16,-4 6-11-16,4-6-6 0,0 0-7 15,0 0-13-15,-5 2-18 0,5-2-15 0,0 0-21 16,-10 2-33-16,10-2-36 0,0 0-33 0,-12-2-24 15,12 2-41-15,-9-5-167 0,9 5-457 0,-5-9 203 0</inkml:trace>
  <inkml:trace contextRef="#ctx0" brushRef="#br0" timeOffset="-135869.52">27122 9712 7 0,'0'0'116'0,"0"0"5"15,-2-9-5-15,2 9 2 0,0 0-5 0,0 0-7 16,0 0-4-16,0 0-2 0,6-7-4 0,-6 7-5 16,0 0-14-16,0 0 0 0,0 0-8 0,0 0-4 15,0 0-5-15,0 0-2 0,0 0-4 0,0 0-6 16,0 0 2-16,0 0-10 0,0 0-1 0,0 0-3 16,0 0 0-16,0 0 1 0,0 0 4 0,0 0 0 15,0 0 1-15,0 0 5 0,0 0-2 0,0 0 0 16,0 0-7-16,0 0 1 0,0 0-8 0,0 0-4 15,0 0-1-15,0 0-12 0,0 0 3 0,0 0-5 0,0 0-2 16,0 0 3-16,-18 11 6 0,11-3 13 0,1 3 4 16,-8 2-8-16,3 2 0 0,-2-1-1 15,-8 5 0-15,1 2-4 0,0-2 1 0,0-1-6 16,-1-2-1-16,8-2-2 0,1-3 0 0,1-1-4 0,3-2 0 16,1-1-4-16,-1 1 12 0,0-1-12 15,3 0 0-15,-1-1-1 0,-2 0 2 0,4-1-3 16,4-5 1-16,-6 7-2 0,1-4 1 0,5-3-25 0,-4 7-21 15,4-7-27-15,-5 4-37 0,5-4-25 0,0 0-26 16,0 0-32-16,0 0-149 0,0 0-363 0,0 0 161 16</inkml:trace>
  <inkml:trace contextRef="#ctx0" brushRef="#br0" timeOffset="-135598.8">27108 9686 45 0,'0'0'149'0,"0"0"-8"0,11 0-4 0,-11 0-15 15,0 0 15-15,13 4-11 0,-6-4-6 0,-2 4-5 16,4 2-13-16,0-1-9 0,-2 2-9 0,4-1-10 16,-2 2 16-16,0-1-6 0,3 1-7 0,1 2-6 15,-5 0-9-15,8 0-3 0,-7 0-2 0,2 1 11 16,1 3-6-16,-4-6-4 0,3 5-8 0,-3-3-3 15,1-1-6-15,-1-1 0 0,1 3-14 0,1 1-19 16,-4-3-42-16,3 2-39 0,1 2-45 0,-6-2-51 16,3 1-157-16,-5 1-353 0,2-2 157 0</inkml:trace>
  <inkml:trace contextRef="#ctx0" brushRef="#br0" timeOffset="-134864.78">27085 10665 135 0,'0'0'179'0,"0"-6"-6"0,0 6-2 15,0 0-7-15,-4-9-9 0,4 9-15 0,0 0-10 16,0 0-15-16,0 0-13 0,0 0-13 0,0 0-10 0,0 0-11 16,0 0-6-16,0 0-3 0,0 0 6 15,0 0 0-15,0 0-9 0,0 0-2 0,-9 22-4 0,9-13-7 16,0 1 0-16,-2 2 24 0,0 4 0 15,1 1-7-15,-5 0-4 0,6 2-6 0,-4-1-2 0,-1 1 11 16,2-2-7-16,-3 3-3 0,1 5-6 0,1-8-5 16,0 2-5-16,1 0-1 0,0-4 0 15,-1-1-8-15,0-1 1 0,4-2-1 0,-3 0-4 0,3-1-3 16,-2-1-1-16,2 0-1 0,0-9-7 0,0 10 6 16,0-10-4-16,-2 11-3 0,2-11 6 0,-2 6-3 15,2-6-2-15,0 0 8 0,0 0-4 0,0 10-2 16,0-10 8-16,0 0-12 0,0 0-13 0,0 0-6 15,0 0-33-15,0 0-45 0,0 0-39 0,0 0-44 16,0 0-32-16,0 0-42 0,-14-16-126 0,14 16-405 16,-2-13 180-16</inkml:trace>
  <inkml:trace contextRef="#ctx0" brushRef="#br0" timeOffset="-134465.28">26913 10830 191 0,'0'0'218'15,"0"0"-13"-15,0 0-20 0,0 0-16 0,0 0-21 16,0-8-16-16,0 8-17 0,0 0-10 0,0 0-14 16,0 0-8-16,0 0 0 0,0 0 21 0,0 0-9 0,8 24-9 15,-5-16-7-15,-1 3-4 0,0 1 11 0,3 1-5 16,-1-2-5-16,-1 5-7 0,1-4-8 15,0 0-3-15,-1 0-8 0,3 2-6 0,-1-2-2 16,2-2-3-16,-5 0-6 0,2-1-2 0,1 0-4 0,-1-1-2 16,0-1-2-16,-1 0 8 0,-1-3-9 15,-2-4 26-15,10 7 2 0,-8-3 4 0,4 0 5 16,-6-4-3-16,7 3 0 0,-7-3 2 0,6 1-2 16,-6-1 0-16,0 0-3 0,14-3-9 0,-14 3-4 0,13-6 0 15,-7 0 0-15,3 2-6 0,-5-2-2 0,5-1-9 16,-5-1 0-16,6 0-7 0,0-2-4 0,-1 0-15 15,3-2-14-15,-1-1-19 0,-2 2-14 0,2-2-16 16,-4 3-26-16,0-1-34 0,-1 1-44 0,4-1-41 16,0-2-41-16,-1-1-214 0,-1 3-503 0,-2 0 223 15</inkml:trace>
  <inkml:trace contextRef="#ctx0" brushRef="#br0" timeOffset="-133486.66">27613 10423 137 0,'0'0'211'16,"0"0"-10"-16,0 0-5 0,0 0-14 0,0 0-16 15,0 0-18-15,0 0-13 0,0 0-8 0,0 0-6 16,0 0-10-16,0 0-3 0,0 0-2 0,0 0-2 16,0 0-3-16,3-6 0 0,-3 6-11 0,0 0 0 15,8-3-8-15,-8 3-5 0,7-4-7 0,-7 4-6 16,7-5-5-16,-7 5 0 0,9-2-6 0,-9 2-5 15,7-7-7-15,-3 5-5 0,2-3 2 0,-1 1-8 16,4 0-2-16,-2-2-5 0,2-1-3 0,0 0 2 16,-2 0-4-16,2 1-5 0,-1-1 3 0,-3 1-2 15,2 0-3-15,-2 3 0 0,-1-3 0 0,-4 6 1 16,8-6-1-16,-8 6 2 0,5-7-5 0,-5 7 2 16,4-6 2-16,-4 6 5 0,4-5-1 0,-4 5-4 15,0 0 0-15,2-6 0 0,-2 6-3 0,0 0-3 16,0 0 2-16,0-9-6 0,0 9 2 0,0 0 5 0,0 0-4 15,0 0 5-15,0 0-6 0,-4-12-2 0,4 12-1 16,-6-5 2-16,6 5-4 0,0 0 3 16,-5-6-3-16,5 6 0 0,0 0-1 0,-6-5 3 15,6 5 0-15,0 0 7 0,-7-2-10 0,7 2-1 0,0 0 1 16,-11-1 0-16,11 1-2 0,0 0 1 0,-13 2 0 16,13-2 2-16,-13 1 0 0,13-1-2 0,-10 2 1 15,10-2 1-15,-8 4-2 0,8-4 2 0,-9 2-2 16,9-2 4-16,-7 3-1 0,7-3-4 0,-9 4 1 15,2-1 8-15,3 0-10 0,4-3 1 0,-12 7-1 16,3-3 3-16,2 1-1 0,1 0 0 0,1 3-2 16,-4-4 4-16,5 1-1 0,-1 2-1 0,-1 1-1 15,2 0 3-15,-4 0-3 0,4 0 4 0,-1 2-2 16,1-2-2-16,0 4 1 0,-1-3 0 0,3 2 2 16,-2-1-1-16,0 1 2 0,3 0 0 0,-2 0 0 15,1 1 3-15,0 0-4 0,0-2 2 0,1-1 5 16,-1 1-2-16,1 0 1 0,1-3 2 0,-1 3-1 15,1-10-3-15,0 16 0 0,1-10 12 0,-1 1-8 16,3 0 5-16,-2-2 0 0,-1-5-4 0,4 11-5 16,-2-6 9-16,1 1 1 0,-3-6-5 0,7 8 2 15,-5-2-1-15,3-2-2 0,-1 1 2 0,2-2-1 16,-6-3 1-16,9 9-2 0,-4-5-1 0,2-3 2 16,0 4 2-16,-1-2-4 0,3-1 0 0,-2 0 0 15,2 0-2-15,0-1 1 0,0 0 0 0,2 1 0 16,0-2-2-16,0 1 1 0,0-2 6 0,1-1-5 15,2 1-3-15,-4 0 6 0,2-1-2 0,1-1-1 16,-2 0-5-16,1 1 3 0,-1 0 2 0,-1-1-1 16,3-1 3-16,-4 0 1 0,-1 3 19 0,0-3 1 0,2 1-2 15,-5-2-1-15,2 3 2 0,0-2 5 0,-1 0-2 16,-6 4 2-16,9-7-6 0,-5 5 5 16,-4 2-4-16,5-4 6 0,-5 4-11 0,7-4-1 15,-7 4 9-15,0 0-14 0,6-4-1 0,-6 4 15 0,0 0-24 16,3-5-15-16,-3 5-7 0,0 0-17 0,0 0-33 15,0 0-20-15,0 0-26 0,-11-11-34 0,11 11-50 16,0 0-51-16,-9-1-58 0,9 1-192 16,-11-2-537-16,11 2 238 0</inkml:trace>
  <inkml:trace contextRef="#ctx0" brushRef="#br0" timeOffset="-132781.45">28088 10271 211 0,'0'0'212'0,"-5"-6"1"16,5 6-10-16,0 0-8 0,-4-6-13 0,4 6-9 16,0 0-14-16,-4-6-9 0,4 6-13 0,0 0-11 15,0 0-9-15,0 0-8 0,0 0-8 0,0 0-15 0,0 0-2 16,0 0-14-16,0 0-9 0,0 0-7 15,0 0-8-15,0 0-4 0,0 0-5 0,0 0-1 16,0 0-8-16,6 23 12 0,-2-16-4 0,-1 3 0 16,1 1 0-16,0 0-6 0,1 1 8 0,1 4 16 0,-1-1-14 15,1 0-5-15,-1-1 6 0,-1-1-10 16,1-3-2-16,0 5 11 0,4 0-2 0,-5-4-2 16,2 0-4-16,-3-1 1 0,4 0-8 0,-3 0-3 15,-1-2-2-15,2-1-1 0,-3-3-1 0,1 2-1 0,0 0-2 16,-3-6-4-16,5 9 4 0,-4-5-3 0,-1-4 1 15,5 5-3-15,-5-5 1 0,0 0 6 0,3 5 20 16,-3-5 14-16,0 0 20 0,0 0 6 0,0 0-6 16,0 0-4-16,0 0-7 0,0 0-11 0,0 0 1 15,11-16-13-15,-7 9-1 0,1-2 3 0,-1-2-1 16,3 0-8-16,-2-4 1 0,4-1-8 0,-1-1 10 16,6-5-13-16,0 1 5 0,-3 3-11 0,0 0-5 15,-2 2 1-15,2-1 1 0,-4 2-2 0,3 1 9 16,-2 1-10-16,-2 1 1 0,-1 2 3 0,0 0-5 15,-1 2-9-15,1-2 9 0,-1 2-1 0,-2 2 2 16,1-1 1-16,-3 7-1 0,5-8-8 0,-5 8 1 16,4-6-1-16,-4 6 1 0,0 0-5 0,2-6 13 15,-2 6-13-15,0 0-1 0,0 0-4 0,4-5-13 16,-4 5-6-16,0 0-23 0,0 0-23 0,0 0-26 16,0 0-23-16,0 0-12 0,0 0-23 0,-11 24-43 15,7-16-43-15,-1-1-33 0,3 3-264 0,-5 1-587 16,5 0 260-16</inkml:trace>
  <inkml:trace contextRef="#ctx0" brushRef="#br0" timeOffset="-132397.78">28520 10381 140 0,'0'0'183'0,"0"0"6"0,0 0-11 0,0 0-10 16,0 0-2-16,-2 10-10 0,2-10-11 15,-6 12 5-15,3-7-4 0,-4 2-2 0,1 0-6 16,1 3-7-16,-2-2-10 0,1 1-4 0,-1 0-9 0,3 0-8 16,0-1-4-16,-1 2-6 0,-1-1-9 0,4 1-4 15,-3 0-8-15,5-5-5 0,0 2-5 0,0-7-7 16,0 14-9-16,0-14-1 0,2 12-5 16,-2-9-4-16,4 4 1 0,1-4-2 0,-1 3-4 0,3-5-1 15,0 3 2-15,3-2-5 0,1-1-2 0,1 1 12 16,0-4 12-16,2 1-12 0,0 0-1 0,-1-2 5 15,-1-2-1-15,1 1-7 0,0-1-3 0,2-3 2 16,-1-2-6-16,-5 1 4 0,0 0-5 0,-1-1-1 16,1 0 0-16,-4 0-6 0,0-2 0 0,-1 2-1 15,0-4-3-15,-4 2 1 0,0 1 0 0,0-2-5 16,-3 1-1-16,0 2 0 0,-4-1-1 16,3 1-8-16,-3 3 2 0,-1 0-14 0,-1 3-11 0,-1 3-19 15,-2 1-24-15,-3 1-27 0,0 3-55 0,-5 3-75 16,3-1-82-16,-1 2-193 0,1 0-543 0,2-1 240 15</inkml:trace>
  <inkml:trace contextRef="#ctx0" brushRef="#br0" timeOffset="-117815.8">22258 13536 14 0,'0'0'109'0,"-6"-2"-10"16,6 2-13-16,0 0 8 0,0 0-5 0,0 0-6 15,0 0-3-15,0 0-12 0,0 0-2 0,0 0-7 16,0 0 2-16,0 0-4 0,0 0-6 0,0 0-5 15,0 0-3-15,0 0 1 0,0 0-1 0,0 0-4 16,0 0-9-16,0 0-5 0,0 0-1 0,0 0 1 16,13-15-3-16,-13 15-8 0,10-3 8 0,-5 1-10 15,-5 2 3-15,14-3-8 0,-6 3 1 0,-1-2 5 16,5 0-14-16,-5 2 9 0,4-3 1 0,-1 0 1 16,1 2-1-16,0 0-9 0,0-1 6 0,-1 0 0 15,2 2-3-15,1-1 3 0,-2 0 1 0,2-1-15 16,-3 2 15-16,1-2-5 0,1 2-1 0,0-2 3 15,-2 0 0-15,4 2 2 0,-2-2-4 0,0 1 0 16,1 1 0-16,0-1 5 0,-2 1-5 0,1-1 1 16,1 0-2-16,-2 1-2 0,-1 0 1 0,2 0 7 15,-2 0-7-15,0 0 4 0,0 1-9 0,1-1 2 0,-2 0 5 16,1 0 2-16,0 0-7 0,0 0 5 16,-1 0-3-16,2-1-9 0,-11 1 12 0,19 0-6 15,-9-2 4-15,-2 2 5 0,2 2-7 0,-10-2 4 16,16-3 0-16,-5 4 1 0,1-2-7 0,-3 1 6 15,4-1-4-15,-3 1 3 0,-2 0-1 0,2 0-2 0,3 0 4 16,-3 0-2-16,-2-2 6 0,5 2-2 16,-3 0-4-16,3-1 0 0,-3 1 2 0,2 0-5 15,0-1 1-15,0 1 3 0,-1 0 1 0,1 0-6 16,-2 0 5-16,1-2-1 0,1 1 8 0,-3-1-5 0,2 2-4 16,-3 0 2-16,2 0 6 0,-2-2 1 0,-8 2-9 15,17 0 1-15,-8 0 8 0,2-1-2 16,-1 1-6-16,1 0 3 0,0-1 1 0,-1 0 0 15,3 1-4-15,0-2 4 0,0 1 1 0,1 0-5 0,-3 1 4 16,1-1-2-16,3 1 0 0,-2-1 4 0,1 0-4 16,0 0-4-16,-1-1 2 0,-1 1 3 0,2 1 0 15,-2 0 14-15,0-3-9 0,-1 3 6 16,0 0-7-16,0-2 3 0,1 1 0 0,-1 1-3 0,-1-1-2 16,1-1 0-16,1 2-6 0,-1 0 8 0,0-1-3 15,-1 1 3-15,3-1-3 0,-3-1-4 0,1 2 5 16,2 0-2-16,-3 0 8 0,1-1-10 0,0-1 0 15,1 1 0-15,0 1-6 0,-1-1 7 0,-2-1-4 16,3 4 6-16,-1-4-3 0,-2 2-1 0,3-2 3 16,-1 1-7-16,0 1 8 0,-1 0 1 0,2 1 4 15,-1 1 7-15,2-4-7 0,-1 2 0 0,-4 0-1 16,4 0-3-16,0 0 6 0,0 2-5 0,0-4-1 16,-1 1-1-16,3 1 2 0,-1 1-5 0,0-2 4 15,0 1-2-15,-1 0-3 0,-1-2 3 0,2 2 0 16,-1 0 4-16,0 0-4 0,-1-2 2 0,2 2 7 15,-3-1-10-15,4 1 1 0,-2 1 0 0,-1-1 2 16,2 0-2-16,0 0 0 0,0 0 2 0,-2 0 4 16,-1 2 2-16,3-2-2 0,-3 0 0 0,-1 0-2 15,3 1-2-15,-2-1 3 0,-2 1-4 0,3-2 2 16,-1 1-5-16,1 1 12 0,0-1-9 0,-1 0 3 16,1 1 2-16,0-1-2 0,0 2-2 0,1-2 3 15,-2 0 7-15,-1 2-2 0,4-1-3 0,-1 0 1 16,-2 2-1-16,1-3-3 0,0 3 1 0,-1-2-5 15,-1 1 4-15,1-1-3 0,-1 2 4 0,2-1 4 0,-2 0-3 16,2 1 2-16,1-2 0 0,-3 0-2 16,3 1-8-16,0 1 2 0,-1 0 1 0,-1-1 6 15,1 3-4-15,2-3 0 0,-5 1-5 0,3-2 7 16,-2 2-11-16,4 0 4 0,-7 1 6 0,3-1 4 16,2 0 5-16,-4-2-1 0,4 3 0 0,-1-1 1 0,0 0-1 15,0 1-3-15,-1-1-3 0,3 0 0 16,-2-1-1-16,0 0 0 0,3 2-1 0,-5-2-1 15,1 4-6-15,1-3 4 0,-3-1-1 0,1 2 0 16,1 0 1-16,0 0 9 0,0-1-1 0,0 1-1 0,-1 1-3 16,0 0 1-16,1 0 1 0,2 1-3 0,-2-2-1 15,-2 0 1-15,1-1-4 0,-2 0 1 16,3 2 1-16,-2-1 0 0,-1 0-3 0,2 1 3 16,0-1-2-16,-2-1 7 0,-1 1-4 0,0-1 1 15,3 0 0-15,-2 2 0 0,0-2-2 0,0 1 3 0,-1-1-2 16,0 1-1-16,0-1-2 0,1 0 0 0,-1 2-3 15,1-1 2-15,0 0 0 0,-1-1 0 0,1 1 1 16,-2 2 2-16,4-2-4 0,-4-1-4 16,0 1 5-16,1 0-2 0,2 1-1 0,-2-2 0 0,-1 0 2 15,1 1 2-15,1 0-2 0,-1 1 1 0,-5-5 1 16,9 7 0-16,-6-3-4 0,3-1-3 0,-6-3 7 16,10 9-1-16,-5-5 0 0,0-2 2 0,2 2-4 15,-2-1 11-15,1 1 2 0,-2-1 0 0,2 1-1 16,0-1-1-16,0 2-1 0,1-1-1 0,-3-2-3 15,4 3 0-15,-1 0-1 0,1 0 1 0,-1-1-2 16,-2 1 3-16,2 0-2 0,1 0-2 0,1 0-1 16,-4-2 4-16,4 1 2 0,-5 0 1 0,3-1 0 15,-1 0 1-15,4 2-3 0,-5-2 1 0,1 2 0 16,2 0-2-16,-3-2 3 0,5 2 2 0,-4-2-2 16,5 2 0-16,-6-2 4 0,5 2 3 0,-2-2-1 15,-3 2-1-15,3-1-1 0,-2-3-2 0,0 2-2 16,1-1 0-16,-2 2 3 0,1-1-8 0,3 0 6 15,-4 1-5-15,1 0 1 0,0-1 2 0,3-1-4 16,-3 2 1-16,2 0-1 0,-3-2 1 0,3 1 0 16,1 2 6-16,-2-3 0 0,2 3 1 0,-3-3 2 15,2 0-1-15,-1-1-7 0,-1 3 7 0,1-2-6 16,-1 1 0-16,1-1 0 0,0 1 2 0,-2-1-4 16,3 0-1-16,-1-1 2 0,-7-1 1 0,12 4-2 15,-4-2 0-15,-1 0 4 0,3-1-3 0,-2-1-2 16,1 1 2-16,0 1 0 0,0-1-1 0,-9-1-1 15,13 3 3-15,-6-1 16 0,0-1-1 0,-7-1 0 16,13 2-5-16,-8-1-5 0,-5-1 2 0,14 2-1 16,-8 0 1-16,3-1-2 0,-4 0 1 0,4 0-1 15,-9-1-1-15,15 2-2 0,-8-1-3 0,3 0-1 16,-2-1 4-16,0 2-4 0,0-1-1 0,1 2-3 16,-1-1 7-16,1-1-4 0,-1 1 2 0,-1-1 4 15,1 0-6-15,-8-1-1 0,12 2 3 0,-6-2-4 16,3 0 4-16,-3 4-4 0,6-4 3 0,-3 0-4 15,2 0 2-15,-1 0-2 0,-3 0 1 0,-7 0 3 16,19 0-2-16,-9 2-3 0,-2-1 3 0,-8-1-3 0,18 0 0 16,-8 0-1-16,0 0 1 0,4 0 1 15,-5 0 3-15,2-1-2 0,1 1-1 0,1 0 0 16,1 1 0-16,-1-2 0 0,-2 2 1 0,3-1 0 16,-1 0-1-16,1-1 0 0,-1-1 3 0,1 2-1 0,-3 0-5 15,2 2 3-15,5-4-5 0,-7 0 3 0,1 0 2 16,1 2 1-16,-4-2-1 0,4 0 0 15,1 2-3-15,-4-2 3 0,2 1-2 0,-1-2-7 16,1 1-1-16,-1 1-2 0,1-2-3 0,-4 0-9 16,1 2-9-16,-2 0-9 0,5 0-18 0,-12 1-12 0,17-4-36 15,-5 1-33-15,-1 2-47 0,0-1-47 0,0-1-196 16,0-1-464-16,3-1 205 0</inkml:trace>
  <inkml:trace contextRef="#ctx0" brushRef="#br0" timeOffset="-116481.68">26027 13922 29 0,'0'0'77'0,"9"2"-8"15,-9-2 17-15,12 0-27 0,-6 0 6 0,-6 0-7 16,11 0 10-16,-11 0-5 0,14 0-1 0,-7 1-8 15,4 0-1-15,-3-1-8 0,0 1-1 0,-8-1-2 16,15 3 1-16,-9-2-12 0,2 0-5 0,1 1-4 16,-3 0-1-16,6 1-4 0,-5-1-4 0,-1 1 1 15,1 0 7-15,5-1-4 0,-1 2 2 0,-2 0-17 16,4-2 5-16,-2 1 2 0,1-2-1 0,-3 2 0 16,2-1 4-16,1-1 0 0,-2 2-3 0,-1-2-7 15,3 1 1-15,-5-1-1 0,1 0 6 0,3 1-6 16,-3-2-1-16,-8 0-1 0,17-2-2 0,-3 4 6 15,-8-2 3-15,5 0-7 0,1 0 4 0,-1 0-6 16,0 0 1-16,-1 2 3 0,-2-2 0 0,1 0 0 16,1 1 6-16,-2-1-10 0,1 0 2 0,3-1 9 15,-3 1 7-15,1 0 1 0,2 0-1 0,-3 0 3 16,4 0-4-16,-1 0 0 0,-1 1-1 0,2-1-2 16,1 0 2-16,-1-1-3 0,3 1 7 0,0 0-7 15,-3 0 4-15,1 0-2 0,-1 0 6 0,0 0-2 16,-2 0 7-16,4 0-6 0,-3 0 4 0,2 0-3 15,-3-2-7-15,-2 4 3 0,5-1-5 0,-5-1 4 16,3-1-1-16,-1 2-5 0,1-1 6 0,1 0-3 16,-3 0-5-16,-1 0-2 0,3 0-1 0,-1 0 14 15,-3 0-4-15,4 0-2 0,-1 2-7 0,0-2-2 16,3 0 2-16,-3 0-3 0,1 1 2 0,-1-1-1 16,0 0 5-16,3 1 4 0,-1 0 4 0,1-1 2 15,-1-1 1-15,1 2-1 0,1 1 1 0,-2-2-2 16,6-2-3-16,-1 2 4 0,-5 0-7 0,1 2-1 15,-1-2 3-15,0 0-5 0,3-2 0 0,-3 2-3 16,1 0 4-16,-1 0-1 0,1-1-4 0,-3 1-3 16,2 0 6-16,1 1 0 0,-1-2-2 0,-1 2 0 15,-1-1-3-15,2-1 2 0,-1 2 1 0,-1-1-4 16,3 2 6-16,-1-1 7 0,1-1-9 0,1 0 1 16,3 1-7-16,-2-1 5 0,-2 0 2 0,-1 0-5 15,5-1 3-15,0 2-4 0,0-2 3 0,0 2-5 16,0-2 6-16,-3 0 2 0,1 2-5 0,-5-2-10 15,3-1-8-15,-1 2-15 0,-1 0-13 0,-1 0-15 0,0 0-13 16,-2 0 2-16,-9 0-28 0,14-2-23 0,-10 1-21 16,-4 1-78-16,11-2-241 0,-11 2 106 15</inkml:trace>
  <inkml:trace contextRef="#ctx0" brushRef="#br0" timeOffset="-115881.52">26980 14004 48 0,'0'0'92'16,"0"0"6"-16,25-6-7 0,-25 6-1 0,17-3-8 0,-5 2 0 15,-1-2-7-15,3 1-4 0,3-1 2 0,2 2-3 16,0-2-8-16,2 0-6 0,-1 3-8 15,0-2 0-15,0 0-7 0,-1-2 0 0,2 0 1 16,7-1-11-16,-8 5-5 0,3-3-2 0,-4 1-2 16,2-2 0-16,2 1 2 0,-4 2-7 0,0-1 4 0,3 1-7 15,-4-2-4-15,2 3 4 0,-4-2-4 0,4 1-1 16,-2 0 0-16,0 1 0 0,2-2-3 16,-2 2 4-16,5-3-6 0,-1 5 2 0,-1-4-4 15,1 2 7-15,-2 0-6 0,1 0-1 0,-4-2 0 0,3 2 7 16,-2-1 0-16,0 1-9 0,1-1 0 0,-1-2 4 15,-5 2 5-15,0-1-1 0,2 1-7 0,-2 0 2 16,-2-2 0-16,0 2-4 0,0 1 1 16,5-1 5-16,1-2-1 0,-3 1 0 0,-1-1 1 15,0 3 1-15,2-1-6 0,-2-2 3 0,5 2 1 0,-5 1-4 16,-1-3-4-16,1 3 2 0,1-1 1 0,-3-1 5 16,0 2-4-16,0 0 1 0,-3 0-4 0,0 0-1 15,-8 0 8-15,14-2-3 0,-14 2-10 0,11 2 0 16,-6-2-28-16,-5 0-17 0,8 2-9 15,-8-2-10-15,10 1-16 0,-10-1-13 0,0 0-90 0,0 0-208 16,7 4 92-16</inkml:trace>
  <inkml:trace contextRef="#ctx0" brushRef="#br0" timeOffset="-115712.79">28170 13913 68 0,'0'0'73'0,"10"0"-11"0,-10 0-4 0,13-1-13 15,-13 1-28-15,13 0-20 0,-13 0-51 0,11 0-58 0,-11 0 26 16</inkml:trace>
  <inkml:trace contextRef="#ctx0" brushRef="#br0" timeOffset="-115552.5">28406 13882 60 0,'0'0'137'0,"0"0"-11"16,9-3-6-16,-9 3-22 0,0 0-6 0,7-2-31 0,-7 2-35 16,0 0-39-16,11-1-39 0,-11 1-58 0,0 0-118 15,9-1 53-15</inkml:trace>
  <inkml:trace contextRef="#ctx0" brushRef="#br0" timeOffset="-104956.79">29433 11289 101 0,'0'0'134'16,"0"0"-12"-16,-3 11-5 0,3-11-4 0,0 0 1 0,0 0-5 15,0 0-6-15,0 0-6 0,0 0-2 0,0 0-1 16,0 0 0-16,0 0-3 0,0 0-6 0,0 0-3 16,0 0-7-16,0 0-4 0,0 0-3 0,0 0-5 15,0 0-1-15,0 0-3 0,0 0-3 0,0 0-1 16,0 0-4-16,0 0 1 0,0 0-5 0,0 0-2 15,0 0-3-15,0 0-6 0,0 0-1 0,0 0 2 16,0 0-10-16,0 0 0 0,0 0-3 0,0 0-7 16,0 0 2-16,0 0-1 0,0 0-6 0,0 0-1 15,0 0 0-15,0 0 0 0,0 0-1 0,0 0-2 16,0 0-2-16,0 0 2 0,0 0-4 0,0 0-1 16,0 0-2-16,0 0-3 0,0 0-4 0,0 0 5 15,0 0-7-15,0 0 6 0,0 0-4 0,0 0-4 16,0 0-5-16,0 0-1 0,0 0-4 0,0 0-2 15,0 0-3-15,0 0-1 0,0 0-2 0,0 0-8 16,0 0-2-16,0 0-4 0,0 0-11 0,0 0-5 16,-6 5-9-16,6-5-11 0,0 0-10 0,0 0-15 15,0 0-6-15,0 0-19 0,0 0-18 0,0 0-103 16,0 0-268-16,-8 5 118 0</inkml:trace>
  <inkml:trace contextRef="#ctx0" brushRef="#br0" timeOffset="-103726.68">28515 11310 4 0,'0'0'74'0,"10"0"-13"0,-10 0-12 0,0 0-22 16,8 3-27-16,-8-3-37 0,0 0-38 0,8 2 17 15</inkml:trace>
  <inkml:trace contextRef="#ctx0" brushRef="#br0" timeOffset="-103482.79">28952 11301 98 0,'8'3'146'0,"-8"-3"5"16,0 0-12-16,0 0-5 0,0 0-8 0,0 0-15 0,0 0-11 15,0 0-5-15,0 0-4 0,0 0-15 0,0 0-3 16,0 0-9-16,0 0-7 0,0 0-5 0,0 0-8 15,0 0-3-15,0 0 2 0,0 0-12 0,0 0-13 16,0 0-25-16,0 0-46 0,0 0-32 0,0 0-41 16,0 0-111-16,-13 17-256 0,13-17 113 0</inkml:trace>
  <inkml:trace contextRef="#ctx0" brushRef="#br0" timeOffset="-102562.13">28726 12465 85 0,'6'0'155'0,"-6"0"-10"0,0 0-4 16,0 0-9-16,0 0-8 0,0 0-8 15,0 0-7-15,0 0-17 0,0 0 0 0,0 0-9 16,0 0-9-16,0 0-7 0,0 0-10 0,0 0-5 15,0 0-3-15,0 0-6 0,0 0-6 0,0 0-4 0,0 0-2 16,0 0-4-16,0 0 0 0,0 0-1 0,0 0-7 16,0 0 0-16,0 0-4 0,0 0-1 15,0 0-3-15,0 0 0 0,0 0-1 0,0 0-1 0,0 0-1 16,0 0-2-16,0 0 1 0,0 0-4 0,0 0 3 16,0 0 0-16,0 0 7 0,0 0-7 0,0 0-3 15,0 0-1-15,0 0 1 0,0 0-4 0,0 0 2 16,0 0 2-16,7 3-1 0,-7-3-4 0,0 0 4 15,0 0 1-15,0 0 0 0,0 0-1 0,2 7-4 16,-2-7 1-16,0 0 0 0,0 0 2 0,0 0-4 16,0 0-8-16,0 0-9 0,0 0-11 0,2 7-5 15,-2-7-16-15,0 0-5 0,0 0-16 0,0 0-18 16,0 0-7-16,1 7 0 0,-1-7-4 0,0 0-11 16,0 0-87-16,0 0-214 0,0 0 94 0</inkml:trace>
  <inkml:trace contextRef="#ctx0" brushRef="#br0" timeOffset="-100374.71">27863 11983 100 0,'0'0'140'16,"0"0"-10"-16,0 0-8 0,0 0-9 0,0 0-6 15,0 0-14-15,0 0-7 0,0 0-9 0,0 0-8 16,0 0-3-16,0 0 4 0,0 0-8 0,0 0 2 16,0 0-3-16,0 0-2 0,0 0-6 0,0 0-2 15,0 0-10-15,0 0-1 0,0 0-8 0,0 0 0 16,0 0-3-16,0 0-9 0,0 0-11 0,0 0-21 15,0 0-25-15,0 0-25 0,0 0-27 0,0 0-27 16,0 0-119-16,0 0-256 0,-19-2 114 0</inkml:trace>
  <inkml:trace contextRef="#ctx0" brushRef="#br0" timeOffset="-98381.52">28897 13896 143 0,'0'-11'196'0,"0"11"-12"15,0-13-10-15,0 13 1 0,-2-10 0 0,2 10-10 16,-3-9-2-16,3 9-7 0,-5-8-1 0,4 3-14 16,1 5-7-16,-4-6-12 0,4 6-6 0,-8-7-3 0,8 7-12 15,-6-5-6-15,6 5-11 0,-8-3-7 16,2 1-9-16,6 2-7 0,-11 0-9 0,11 0-2 15,-14 2-8-15,7 0-2 0,2 2-6 0,5-4-2 0,-12 8-6 16,6-5-3-16,2 4 0 0,0-3 1 16,-1-1-7-16,5-3 0 0,-4 13-3 0,3-7 0 15,1-6-4-15,0 13 0 0,0-7-8 0,0-6-2 16,6 10-6-16,-3-6-1 0,-1 3 1 0,3-3 2 0,1 1-6 16,-1-1-3-16,2-1-4 0,-2 2 0 0,1-3 4 15,-1 0 0-15,-1 3 0 0,-4-5 4 16,12 4-4-16,-12-4 0 0,5 3 2 0,-5-3-2 15,6 2 4-15,-6-2-2 0,0 0 1 0,0 0 0 0,7 4 16 16,-7-4 1-16,0 0-4 0,0 0 0 0,0 0 4 16,0 0-3-16,0 0-1 0,-9 13 3 0,2-10-4 15,1 2 2-15,0 1-1 0,-2-3 2 16,-1 6-2-16,2-2 3 0,-1-1-4 0,3 1-2 0,0-1 0 16,1-1 1-16,-1 0 0 0,-3 2-1 0,5-1 1 15,-3 0 2-15,4 2 2 0,-2-1 1 0,0 0-1 16,2 1-1-16,0-2 1 0,1 2 3 15,1-8-4-15,0 12-1 0,-1-3 2 0,1-9-3 0,3 12 2 16,-2-5 1-16,1-2 1 0,3 1-1 0,0 1 1 16,-1-5-4-16,1 3 3 0,1-1 1 0,-6-4-3 15,16 7 3-15,-9-6-9 0,1 1-5 0,-1-1-6 16,3-1-15-16,-10 0-24 0,17 0-22 0,-6 2-28 16,-2-4-25-16,2 4-16 0,0-2-13 0,-2 0-7 15,3 0 5-15,-1-3-6 0,-1 1 5 0,0 1 11 16,-1 1 4-16,0-2 5 0,-9 2 10 0,15-4-79 15,-8 2-225-15,-7 2 100 0</inkml:trace>
  <inkml:trace contextRef="#ctx0" brushRef="#br0" timeOffset="-98011.89">29010 14145 617 0,'0'0'-54'0,"5"-6"14"0,-5 6 17 16,5-8 10-16,-5 8 17 0,2-6 14 0,-2 6 9 15,3-8 28-15,-3 8-7 0,0 0 17 0,0-12 4 16,0 12 5-16,2-6 6 0,-2 6 3 0,0 0 11 16,0-8 7-16,0 8 8 0,0 0-1 0,0 0 1 15,2-9-6-15,-2 9-7 0,0 0-4 0,0 0-11 16,0 0-5-16,0 0-12 0,0 0-9 0,0 0-5 15,0 0-3-15,0 0-1 0,0 0 5 0,0 0 9 16,0 0 6-16,13 16-7 0,-11-12-6 0,2 3 10 16,-1-1-16-16,0 4-5 0,2-2 10 0,-2 2-5 15,1-3-7-15,-1 2-4 0,4-1 2 16,0 1-5-16,-1 0 3 0,-1-1 0 0,-1-3-1 0,0 2-1 16,-1-1-8-16,3-1 3 0,-2 1-3 0,2-1-3 15,-2 0-3-15,-2 0 1 0,-2-5-1 0,7 8-2 16,-5-5 0-16,-2-3 9 0,5 5 7 0,-5-5 6 15,5 2 1-15,-5-2-7 0,0 0 1 0,0 0-1 16,18-8-5-16,-13 5-3 0,3-5-4 0,0-2 0 16,1 2-2-16,-2-1-4 0,2 1-4 0,0-3 0 15,1 0 2-15,2-4 7 0,-4 4-14 0,1-3 2 16,-2 0-1-16,0 0-8 0,0 2-3 0,0 2-5 16,-2 0-1-16,-3 2 1 0,5 0-6 0,-5 1-26 15,-2 7-10-15,4-8-16 0,-1 3-15 0,-3 5-19 16,0 0-27-16,0 0-27 0,0 0-35 0,0 0-18 15,0 0-41-15,0 0-158 0,-18-2-438 0,18 2 194 16</inkml:trace>
  <inkml:trace contextRef="#ctx0" brushRef="#br0" timeOffset="-97858.96">29484 14154 130 0,'0'0'154'0,"0"0"-5"0,0 0-24 0,10 3-16 16,-10-3-15-16,0 0-29 0,8 3-56 0,-8-3-50 16,3 6-92-16,-3-6-143 0,6 4 64 0</inkml:trace>
  <inkml:trace contextRef="#ctx0" brushRef="#br0" timeOffset="-96481.63">20133 13493 7 0,'-3'-7'181'16,"3"7"-9"-16,0 0-5 0,-9-5 6 0,9 5-17 15,-7-4-10-15,7 4-14 0,-11-2-10 0,11 2-12 16,-12-2-1-16,12 2-8 0,-14 2-12 0,6-2-6 16,-1 2-8-16,-1 3-9 0,-2-2-3 0,2 2-9 15,-1-1-2-15,3 1-10 0,-2 1-5 0,5 0-1 16,-1-1-2-16,3 1-6 0,-1 2-2 0,4-8-3 15,-3 11 1-15,4-3-5 0,-1-8-2 0,6 13-1 16,-1-6-3-16,0 1 0 0,1 1-3 0,3-2 1 16,-2 1 2-16,0-2-4 0,2 1 0 0,0-2 0 15,-2-1-1-15,2 0 1 0,-1 1-4 0,-3-1 3 16,1 0 1-16,-1-1-3 0,-5-3-2 0,8 3 3 16,-8-3-4-16,8 2 2 0,-8-2 1 0,4 3 2 15,-4-3-5-15,0 0 2 0,0 0 1 0,0 0 0 16,0 0-5-16,0 0 0 0,0 0 1 0,0 0 0 15,0 0-2-15,0 0-4 0,-29-1 3 0,21 1 0 16,1 3 1-16,-4-1 0 0,2 2-1 0,-2-1-2 16,2 3 0-16,-3 1 4 0,2-3-3 0,-1 2 1 15,2-1-2-15,0 0-1 0,1 1-3 0,3 0 7 16,0 2 2-16,0-1-1 0,0 2 2 0,2 1-5 16,2-1 4-16,2 0 5 0,-1-9-2 0,3 14 3 15,3-6-3-15,-1 1 4 0,2-1-1 0,-1-2-2 16,4 1 2-16,0 0 0 0,2 0-4 0,4-1 3 15,-3-3-12-15,0 0-10 0,0 0-23 0,-2 1-26 0,3-1-27 16,-2-1-33-16,1-1-27 0,-3-1-19 0,1 0-155 16,-3 2-350-16,-8-2 155 0</inkml:trace>
  <inkml:trace contextRef="#ctx0" brushRef="#br0" timeOffset="-96139.88">20197 13756 101 0,'0'0'176'0,"0"0"-22"0,-3-9-14 16,3 9-2-16,0 0 9 0,0 0-12 0,0 0-4 15,12 19 3-15,-7-13-13 0,-1 4-13 0,2 1-10 16,3 1-7-16,-4 0-15 0,2 4 4 16,1-2 4-16,4 1-8 0,-7-5-3 0,0 1-10 15,2-1-6-15,0-1-5 0,0 0-4 0,-2 1-2 0,0-1-7 16,0-5 0-16,0 3-8 0,-2-4 3 0,-3-3-6 15,3 6 11-15,-3-6 10 0,6 5 5 0,-6-5 4 16,3 4 2-16,-3-4-2 0,0 0-4 0,0 0-9 16,0 0-3-16,9-12-3 0,-9 12-5 0,3-15-2 15,-2 4-4-15,3-2-3 0,-1-4-2 0,3 1-1 16,-7-1-2-16,3-2-3 0,0 2-2 0,-1 4-5 16,0-3 3-16,-1 0-1 0,1 5-4 0,1 1-10 15,-1 1-6-15,2 3-14 0,-3 6-17 0,-2-10-23 16,2 10-36-16,3-9-54 0,-3 9-29 0,4-5-39 15,-4 5-193-15,0 0-446 0,0 0 198 0</inkml:trace>
  <inkml:trace contextRef="#ctx0" brushRef="#br0" timeOffset="-95983.05">20512 13736 30 0,'0'0'189'0,"0"0"-19"0,6-4-17 0,-6 4-19 15,0 0-8-15,0 0-12 0,0 0-16 0,0 0-6 16,12-1-39-16,-12 1-45 0,0 0-49 0,13 3-56 16,-13-3-75-16,7 3-186 0,-7-3 82 0</inkml:trace>
  <inkml:trace contextRef="#ctx0" brushRef="#br0" timeOffset="-90714.88">27130 9662 5 0,'0'0'101'15,"0"0"1"-15,0 0-16 0,0 0 3 0,0 0-8 16,0 0-2-16,0 0-7 0,0 0-2 0,0 0-8 16,0 0-6-16,0 0 1 0,0 0-10 0,3-5-11 15,-3 5 8-15,0 0-13 0,0 0-1 0,0 0-3 16,0 0-6-16,0 0-1 0,0 0 0 0,0 0-2 15,0 0-9-15,0 0-4 0,0 0-6 0,0 0-8 0,0 0-6 16,0 0-9-16,0 0-9 0,0 0-10 0,0 0-15 16,0 0-4-16,0 0-7 0,4 17-74 15,-4-17-154-15,2 9 68 0</inkml:trace>
  <inkml:trace contextRef="#ctx0" brushRef="#br0" timeOffset="-90202.68">26961 11154 103 0,'0'0'127'0,"0"0"-2"0,0 0-12 15,0 0-14-15,0 0-3 0,0 0-14 0,0 0-3 16,0 0-12-16,0 0-10 0,0 0-7 0,0 0-8 16,0 0-13-16,0 0-13 0,0 0-15 0,0 0-14 0,0 0-9 15,0 0-18-15,0 0-20 0,0 0-16 16,0 0-71-16,0 0-157 0,-2-26 70 0</inkml:trace>
  <inkml:trace contextRef="#ctx0" brushRef="#br0" timeOffset="-89727.85">27267 9661 34 0,'0'0'35'0,"0"0"-9"0,0 0 3 0,0 0-1 16,0 0-1-16,0 0-9 0,0 0-7 0,0 0-4 16,0 0-44-16,0 0-38 0,0 0 17 0</inkml:trace>
  <inkml:trace contextRef="#ctx0" brushRef="#br0" timeOffset="-89209.16">27015 11087 13 0,'0'0'77'0,"0"0"-9"16,0 0-8-16,0 0-8 0,0 0-4 0,0 0-22 15,0 0-15-15,0 0-23 0,0 0-46 0,0 0-61 16,0 0 27-16</inkml:trace>
  <inkml:trace contextRef="#ctx0" brushRef="#br0" timeOffset="-88306.71">27005 11265 18 0,'0'0'81'0,"0"0"-10"0,4-6-5 0,-4 6-4 0,0 0-16 16,6-4-2-16,-6 4-14 0,0 0-14 0,0 0-13 16,0 0-27-16,0 0-46 0,0 0-74 0,0 0 33 15</inkml:trace>
  <inkml:trace contextRef="#ctx0" brushRef="#br0" timeOffset="-87414.93">27015 11068 8 0,'0'0'84'0,"0"0"-14"0,0 0-7 16,0 0-7-16,0 0-8 0,0 0-16 0,0 0-16 15,0 0-25-15,0 0-24 0,12-7-24 0,-12 7-60 0,0 0 28 16</inkml:trace>
  <inkml:trace contextRef="#ctx0" brushRef="#br0" timeOffset="-74999.64">9935 9719 11 0,'0'0'64'0,"0"0"-2"0,0 0-4 0,0 0-13 16,0 0 7-16,0 0-15 0,0 0 0 0,0 0-6 16,0 0-13-16,0 0 6 0,0 0 1 0,0 0-2 15,0 0-12-15,0 0 11 0,0 0-2 0,0 0-3 16,0 0-10-16,0 0 6 0,0 0-4 0,0 0-4 16,0 0 0-16,0 0-3 0,0 0-1 0,0 0-1 15,0 0-7-15,0 0 0 0,0 0-6 0,0 0 7 16,0 0-3-16,0 0-2 0,0 0-9 0,0 0 3 15,0 0-5-15,0 0-2 0,0 0-2 0,0 0-11 16,0 0-30-16,0 0-72 0,0 0 31 0</inkml:trace>
  <inkml:trace contextRef="#ctx0" brushRef="#br0" timeOffset="-74252.39">11756 9768 103 0,'7'-3'102'0,"-7"3"-2"16,0 0-6-16,0 0-9 0,0 0-8 0,0 0-2 16,0 0-10-16,0 0-8 0,0 0-7 0,0 0-4 15,0 0 0-15,0 0-3 0,0 0-15 0,0 0 2 16,0 0-1-16,0 0-18 0,0 0-16 0,0 0-27 15,0 0-10-15,0 0-8 0,0 0-15 0,0 0-77 16,0 0-152-16,0 0 67 0</inkml:trace>
  <inkml:trace contextRef="#ctx0" brushRef="#br0" timeOffset="-73995.13">11857 9790 39 0,'0'0'91'15,"0"0"-2"-15,0 0-13 0,0 0 0 0,0 0-8 0,0 0-12 16,0 0-9-16,0 0 1 0,0 0-16 0,0 0-10 15,0 0-15-15,0 0-13 0,0 0-13 0,0 0-9 16,0 0-15-16,0 0-50 0,0 0-100 0,0 0 44 16</inkml:trace>
  <inkml:trace contextRef="#ctx0" brushRef="#br0" timeOffset="-73293.33">9931 9804 105 0,'0'0'108'15,"0"0"11"-15,0 0-23 0,0 0 2 0,0 0-12 16,0 0 3-16,0 0-4 0,0 0-4 0,0 0-8 15,0 0 2-15,0 0 0 0,0 0-5 0,0 0-6 16,0 0-7-16,0 0-5 0,0 0 0 0,0 0-10 16,0 0-2-16,-8-5-10 0,8 5-1 0,0 0-2 15,0 0-2-15,0 0-4 0,0 0 0 0,0 0-11 0,0 0-11 16,0 0-4-16,0 0-21 0,0 0-27 0,0 0-19 16,0 0-22-16,0 0-2 0,0 0-8 15,0 0-8-15,0 0-67 0,0 0-191 0,0 0 84 16</inkml:trace>
  <inkml:trace contextRef="#ctx0" brushRef="#br0" timeOffset="-72924.58">11589 9801 71 0,'0'0'94'15,"0"0"-9"-15,0 0-9 0,0 0-5 0,0 0-11 16,0 0-5-16,0 0-17 0,0 0-15 0,0 0-19 16,0 0-16-16,0 0-12 0,0 0-23 0,-21 7-36 15,11-6-89-15,-3 0 39 0</inkml:trace>
  <inkml:trace contextRef="#ctx0" brushRef="#br0" timeOffset="-72325.73">9940 9823 42 0,'0'0'132'0,"0"0"-14"15,0 0-8-15,0 0-7 0,0 0-6 0,0 0-4 16,0 0-15-16,0 0 0 0,0 0-8 0,0 0-10 16,0 0-1-16,0 0-8 0,0 0 1 0,0 0 0 15,0 0 2-15,0 0 0 0,0 0-4 0,0 0-4 16,0 0-5-16,0 0 5 0,0 0 4 0,0 0-6 15,0 0-1-15,0 0-4 0,0 0-1 0,0 0-6 16,0 0 1-16,0 0-7 0,0 0-1 0,0 0 0 16,0 0-3-16,0 0 6 0,0 0-15 0,0 0 3 15,0 0-3-15,0 0-4 0,0 0 5 0,0 0-6 16,0 0 0-16,0 0 0 0,0 0-1 0,0 0-4 16,0 0 3-16,0 0-1 0,0 0 0 0,0 0-2 15,0 0 3-15,0 0 1 0,0 0-1 0,0 0-5 16,0 0 3-16,0 0-4 0,0 0 1 0,0 0 1 0,0 0-1 15,0 0-1-15,0 0-2 0,0 0 3 16,0 0-2-16,0 0-10 0,0 0-3 0,0 0-6 16,0 0-12-16,0 0-19 0,0 0-15 0,0 0-9 15,0 0-10-15,0 0-13 0,0 0-10 0,0 0-12 0,0 0-8 16,11 8-77-16,-11-8-222 0,0 0 99 16</inkml:trace>
  <inkml:trace contextRef="#ctx0" brushRef="#br0" timeOffset="-71602.9">11637 9784 35 0,'5'3'116'0,"-5"-3"-13"15,0 0-9-15,0 0-12 0,0 0-3 0,0 0-14 16,0 0 1-16,0 0-27 0,0 0-15 0,0 0-21 16,0 0-31-16,0 0-17 0,0 0-61 0,0 0-115 0,0 0 52 15</inkml:trace>
  <inkml:trace contextRef="#ctx0" brushRef="#br0" timeOffset="-71199.66">10515 9831 21 0,'0'0'79'16,"0"0"-7"-16,0 0 2 0,0 0-7 0,0 0-8 16,0 0-18-16,0 0-12 0,0 0-10 0,0 0-10 15,0 0-15-15,0 0-11 0,0 0-19 0,0 0-33 16,0 0-74-16,0 0 32 0</inkml:trace>
  <inkml:trace contextRef="#ctx0" brushRef="#br0" timeOffset="-69018.86">27793 11111 7 0,'0'0'53'0,"0"0"4"0,0 0 4 16,0 0-8-16,0 0 0 0,0 0 1 0,0 0 1 15,0 0-12-15,0 0-5 0,0 0 5 0,5-4-4 16,-5 4-7-16,0 0-12 0,0 0 12 0,0 0-12 16,0 0-12-16,0 0 8 0,0 0 1 0,0 0-8 15,0 0-10-15,0 0-5 0,0 0-7 0,0 0 0 16,0 0-11-16,0 0-13 0,0 0-17 0,0 0-40 15,0 0-101-15,0 0 44 0</inkml:trace>
  <inkml:trace contextRef="#ctx0" brushRef="#br0" timeOffset="-59998.58">9314 14125 33 0,'5'-3'31'0,"-5"3"11"0,0 0-11 16,0 0-3-16,0 0-4 0,0 0-3 0,0 0-6 15,0 0-3-15,0 0-13 0,0 0-11 0,0 0-6 16,0 0-17-16,9-4-37 0,-9 4 16 0</inkml:trace>
  <inkml:trace contextRef="#ctx0" brushRef="#br0" timeOffset="-59831.6">9411 14085 11 0,'0'0'19'0,"0"0"4"0,0 0-6 16,9-2-1-16,-9 2 3 0,0 0-4 0,6-2 1 15,-6 2 0-15,0 0-6 0,0 0 3 0,0 0 5 16,0 0-6-16,0 0-3 0,0 0 0 0,0 0 0 16,0 0-2-16,0 0-2 0,0 0-3 0,0 0-13 15,-28 1-11-15,18 0-14 0,-2 2-38 0,-4-2 16 16</inkml:trace>
  <inkml:trace contextRef="#ctx0" brushRef="#br0" timeOffset="-59602.8">8213 13957 13 0,'-10'-4'113'0,"10"4"-14"0,-6-4-8 0,6 4-8 15,0 0-14-15,-7-3-6 0,7 3-6 0,0 0-18 16,0 0 1-16,0 0-26 0,0 0-20 0,0 0-30 16,0 0-18-16,0 0-44 0,0 0-106 0,0 0 47 15</inkml:trace>
  <inkml:trace contextRef="#ctx0" brushRef="#br0" timeOffset="-18163.09">21240 7751 25 0,'0'0'14'0,"0"0"-21"0,0 0-7 16,0 0 3-16</inkml:trace>
  <inkml:trace contextRef="#ctx0" brushRef="#br0" timeOffset="-16925.57">20141 7376 61 0,'0'0'73'0,"0"0"-2"16,-2 10 2-16,2-10-5 0,0 0-3 0,0 0-10 15,0 0-6-15,0 0-10 0,0 0-1 0,0 0-4 16,-1 7-4-16,1-7 11 0,0 0-17 0,0 0-17 16,0 0-20-16,0 0-17 0,0 0-16 0,0 0-61 15,0 0-115-15,-13-23 51 0</inkml:trace>
  <inkml:trace contextRef="#ctx0" brushRef="#br0" timeOffset="-15514.45">27627 8212 31 0,'0'0'163'0,"0"0"-20"0,0 0-20 16,2 3-14-16,-2-3-22 0,0 0-2 0,6 4-16 15,-6-4-5-15,0 0-6 0,5 3-4 0,-5-3-7 16,0 0-5-16,0 0-5 0,0 0-49 0,0 0-39 15,0 0-125-15,0 0-188 0,0 0 83 0</inkml:trace>
  <inkml:trace contextRef="#ctx0" brushRef="#br0" timeOffset="-13568.81">19012 6625 17 0,'0'0'50'0,"0"0"-8"0,0 0-10 15,0 0 5-15,0 0-2 0,0 0-6 0,0 0-6 16,0 0 2-16,0 0-3 0,0 0-2 0,0 0 0 16,0 0-1-16,0 0-4 0,0 0-1 15,0 0 2-15,0 0 1 0,0 0-3 0,0 0-3 0,0 0 4 16,0 0-5-16,0 0-1 0,0 0 1 0,0 0-2 16,0 0 2-16,0 0-1 0,0 0 1 0,0 0-4 15,0 0-2-15,0 0 4 0,0 0-4 0,0 0 2 16,0 0-1-16,0 0-2 0,0 0-1 0,0 0 0 15,0 0-1-15,0 0 5 0,0 0 1 0,0 0 2 16,0 0-12-16,0 0 8 0,0 0-10 0,0 0 7 16,0 0 2-16,0 0-1 0,0 0 5 0,0 0-3 15,0 0-1-15,0 0 1 0,0 0-7 0,0 0 13 16,0 0-7-16,0 0 1 0,0 0 5 0,0 0-2 16,0 0-4-16,0 0 4 0,0 0 2 0,0 0-5 15,0 0-3-15,0 0 5 0,0 0-6 0,0 0 5 16,0 0-3-16,0 0 0 0,0 0-7 0,0 0 7 15,0 0 3-15,0 0-8 0,0 0 9 0,0 0 1 16,0 0 3-16,0 0-4 0,0 0 0 0,0 0-8 16,0 0 8-16,0 0 3 0,0 0-4 0,0 0-2 15,0 0 0-15,0 0-1 0,0 0 0 0,0 0 2 16,0 0-5-16,0 0 3 0,0 0 3 0,0 0-6 16,0 0 2-16,0 0-2 0,0 0 0 0,8 3 1 15,-8-3 0-15,0 0-1 0,0 0 6 0,0 0-4 16,0 0 0-16,0 0-2 0,0 0 5 0,0 0-7 15,0 0 2-15,0 0 0 0,0 0-1 0,0 0 4 16,0 0-8-16,0 0 5 0,0 0-10 0,0 0 14 16,0 0-8-16,0 0-3 0,0 0-2 0,0 0-8 15,0 0-2-15,0 0-5 0,0 0-12 0,0 0-8 16,0 0-13-16,0 0-44 0,0 0-107 0,0 0 48 16</inkml:trace>
  <inkml:trace contextRef="#ctx0" brushRef="#br0" timeOffset="-12837.38">19080 6641 23 0,'0'0'57'15,"0"0"-11"-15,0 0 0 0,0 0-5 0,0 0-2 0,0 0-9 16,0 0 1-16,0 0-7 0,0 0-8 0,0 0-1 15,0 0-1-15,0 0-1 0,0 0-1 16,0 0-4-16,0 0 0 0,0 0-3 0,0 0-3 16,0 0-6-16,0 0-1 0,0 0 3 0,0 0-10 0,0 0-10 15,0 0-3-15,0 0-35 0,0 0-65 0,0 0 28 16</inkml:trace>
  <inkml:trace contextRef="#ctx0" brushRef="#br0" timeOffset="-11114.17">28204 4265 30 0,'0'0'35'0,"0"0"-5"16,0 0 0-16,0 0-1 0,0 0-10 0,0 0-5 15,0 0 0-15,0 0 0 0,0 0-3 0,0 0-9 16,0 0-7-16,0 0-33 0,0 0-40 0,0 0 18 16</inkml:trace>
  <inkml:trace contextRef="#ctx0" brushRef="#br0" timeOffset="1791.56">23520 6847 16 0,'-3'-7'74'0,"3"7"2"16,0 0-5-16,-4-8-7 0,4 8-3 0,-4-5-10 15,4 5-2-15,0 0 4 0,-5-8 9 0,5 8-12 16,0 0 9-16,-2-6-6 0,2 6 2 0,0 0-4 0,-4-9-8 15,4 9-7-15,0 0 16 0,-4-9 1 16,4 9 8-16,0 0 5 0,0 0 5 0,0-9-7 16,0 9-1-16,0 0-4 0,0 0-1 0,-1-8-4 0,1 8-10 15,0 0-6-15,-3-7-3 0,3 7 15 0,0 0-3 16,0 0-2-16,-2-8-7 0,2 8 0 0,0 0-5 16,0 0-4-16,0 0-4 0,-3-7 1 15,3 7-6-15,0 0 2 0,0 0-3 0,0 0-6 0,0 0 0 16,0 0-2-16,0 0-1 0,0 0-4 0,0 0 0 15,0 0-3-15,0 0 1 0,0 0-4 0,0 0-1 16,0 0 5-16,0 0-7 0,0 0 6 0,0 0 0 16,0 0 0-16,0 0-2 0,6 26 3 0,-4-20-6 15,0-1 5-15,0 4 0 0,1 0-1 0,1 0 3 16,-1-1-6-16,2 2 4 0,1-2 10 0,-1 0 11 16,1 1-5-16,-3-2-3 0,3 1 0 0,-3 1 1 15,2 0-5-15,-2-2 1 0,-1 4-3 0,1-6-2 16,2 3 3-16,-2 0-3 0,1-2-2 0,0 3-1 15,-1 0 5-15,4 1-5 0,-4-1 2 0,4 1-3 16,-2-1-2-16,0 0 3 0,0 1-1 0,2-1 3 16,-2 3-3-16,1-2-4 0,-2 0 5 0,0 1 4 15,3-1-4-15,-3 0-2 0,1 1-1 0,1 0 0 16,0 0-2-16,2 2 4 0,0 2 0 0,1-3-2 16,-2 1-1-16,3-1 0 0,-2-2 1 0,1 0-2 0,-2 1 2 15,1-1 2-15,0 1-1 0,1-2 0 16,-2 0-3-16,2 2 4 0,-1-2-3 0,-3-2 1 15,3 3-3-15,1-3 5 0,-4 1-4 0,1 1 0 16,1-4 6-16,-1 2-6 0,2-1 0 0,-1 0 0 16,-2-1-1-16,1-1 0 0,2 3 0 0,-1-3 2 15,-2 2 1-15,3-2 3 0,-1 2-5 0,2 0 3 16,0 1-1-16,-1-1-1 0,2 1 2 0,-1-3 0 16,-1 2-3-16,1 0 0 0,1-2 4 0,-2 1 3 0,-3 0-3 15,1-3-3-15,2 2 4 0,-3-1-1 0,1-1-1 16,-1 1 2-16,-5-3-3 0,12 7 0 0,-7-6 3 15,0 1-2-15,3 2 0 0,-3-2-2 16,0 2 1-16,2-3 0 0,-7-1 3 0,12 4-1 0,-5-3-3 16,0 2-1-16,-1-1 0 0,3 1 5 0,-2-1-5 15,4 1 3-15,-2 0-1 0,0 1-5 0,0-2 2 16,3-1 2-16,-2 3 4 0,1-1-3 16,-2-1-2-16,2-1 1 0,-1 0 0 0,-1 2-1 0,1 1 5 15,-2-2-6-15,3 0 2 0,-2-1 2 0,3 2-2 16,-1-3 2-16,-1 2-4 0,3-1 0 0,-3 1 3 15,2-1 0-15,-1 2 0 0,-2-3-3 0,2 0 3 16,1 0-1-16,-1 0 0 0,-2 2 0 0,2-2-1 16,-1 2 2-16,-10-2-1 0,18 0 1 0,-10 0 1 15,1 0-3-15,-9 0 4 0,16-2-3 0,-5 2 1 16,-1 0 0-16,-10 0-1 0,15-2-3 0,-9 2 3 16,-6 0-2-16,13 0 0 0,-13 0 3 0,13 0-1 15,-5-2-1-15,-2 0 0 0,-6 2 3 0,19-2-6 16,-12 1 6-16,3 1-6 0,1-2 7 0,1 2-2 15,-4 0-1-15,3-2 0 0,1 0 1 0,0 2-2 16,-1-3 0-16,0 1 1 0,1-1 1 0,-2 0-2 16,1 1 2-16,2-2 1 0,-3 2-2 0,3-2 1 15,-1 2-2-15,-1-2 3 0,2 0-1 0,-1 0 1 16,0 0 1-16,-2 1 1 0,1-1-1 0,0 1 6 0,-1-3-8 16,1 2-3-16,1-1 6 0,-3-1 0 15,3 2-3-15,0-3-1 0,0 3 2 0,5-4-3 16,-3 0 3-16,-3 4-3 0,1-1 0 0,-2 1 2 15,-1-1-1-15,1 1 1 0,-1 0 0 0,0 0 0 0,2 0-5 16,-4-3 4-16,-1 6 2 0,3-4-3 0,0-2 1 16,-2 4 0-16,-1-1-1 0,2 1-1 15,0-1 2-15,2 0 0 0,-2-1-6 0,2 0 5 0,-2 0 2 16,3 0 1-16,-4 1 0 0,3-2-6 16,-2 1 4-16,-1 0 2 0,3 1-1 0,-2-2-1 0,1 2-1 15,-1-2 1-15,0 0 3 0,3 2-1 0,-3-2 2 16,1 0 4-16,-1 1-2 0,-1 0 0 15,1 1 3-15,-3-1 0 0,4-1 2 0,-2-1-4 16,0 0 2-16,6 0 1 0,-4 1-1 0,-3 0 1 0,3 2 1 16,1-5-2-16,-3 5 1 0,3-3-2 15,-6 2 1-15,6 0-3 0,-1-3-2 0,-2 3 1 16,3 0 0-16,0-1-3 0,-4-1 2 0,3 0-1 16,1 1 0-16,-3-1 2 0,1 0 0 0,-3 2-3 0,4-1 4 15,-2-1-1-15,1 1 9 0,-3 1 4 0,-1 0-2 16,2-1 0-16,2 0 0 0,-3-2-5 0,1 5-1 15,1-4-2-15,0 0 1 0,-1 2 2 0,-1-3-5 16,1 2 0-16,-1 0 0 0,0 1 0 0,-1 0 15 16,1-1-9-16,-5 6 0 0,4-13-2 0,-1 9-1 15,-3 4 0-15,6-12-2 0,-2 7-1 0,0 1 0 16,-4 4 2-16,6-6-3 0,-2 1-3 0,-4 5 2 16,4-11 0-16,1 9 1 0,-5 2-1 0,4-12-1 15,-3 9 2-15,-1 3-1 0,7-6 0 0,-7 6 4 16,4-9 3-16,-4 9 6 0,3-8-5 0,-3 8 3 15,4-8 5-15,-4 8-11 0,4-6-4 0,-4 6 7 16,2-9-11-16,-2 9 7 0,3-9-4 0,1 3 0 16,-4 6 2-16,4-10-2 0,-1 6 0 0,1-1-2 15,-4 5 2-15,3-10-3 0,-1 5-2 0,-2 5 2 16,4-8 2-16,-3 3 1 0,-1 5-3 0,0 0 1 16,4-9 5-16,-4 9-9 0,0 0 1 0,4-6 3 15,-4 6-2-15,0 0 1 0,0 0 0 0,2-8-2 16,-2 8-2-16,0 0 16 0,0 0-17 0,0 0-2 15,0 0 4-15,0 0-1 0,2-5-7 0,-2 5-5 16,0 0-8-16,0 0-2 0,0 0-12 0,0 0-6 0,0 0-17 16,0 0-17-16,0 0-26 0,0 0-23 0,0 0-19 15,0 0-38-15,0 0-37 0,0 0-174 0,0 0-426 16,0 0 189-16</inkml:trace>
  <inkml:trace contextRef="#ctx0" brushRef="#br0" timeOffset="2667.32">25358 6722 130 0,'0'0'145'0,"0"0"-9"0,0 0-13 15,0 0-7-15,0 0-15 0,0 0-4 0,0 0-13 16,0 0-4-16,0 0-3 0,0 0 3 0,0 0-15 16,-4-4 1-16,4 4-9 0,0 0 7 0,0 0-12 0,0 0-2 15,0 0-4-15,0 0-13 0,0 0 7 0,0 0-6 16,0 0-4-16,0 0-2 0,0 0 3 0,0 0 0 15,0 0-7-15,0 0-5 0,0 0-1 16,0 0 0-16,0 0-6 0,0 0 1 0,0 0 1 0,0 0 5 16,0 0-7-16,0 0-5 0,0 0-3 0,0 0 6 15,0 0 0-15,0 0 0 0,0 0 8 0,0 0 2 16,0 0 6-16,0 0 2 0,0 0 4 16,0 0-3-16,0 0 5 0,0 0-6 0,0 0 1 0,0 0-2 15,0 0 3-15,0 0-3 0,0 0 0 0,0 0 2 16,0 0-3-16,0 0-1 0,0 0-2 0,0 0-4 15,0 0-4-15,0 0 1 0,0 0-1 0,0 0-1 16,0 0-1-16,0 0-4 0,0 0 1 0,0 0-2 16,0 0 0-16,0 0-3 0,0 0 4 0,0 0-4 15,0 0 1-15,0 0-2 0,0 0 1 0,0 0 0 16,0 0-8-16,0 0 8 0,0 0-5 0,0 0 1 16,0 0 0-16,0 0 0 0,0 0 0 0,0 0-3 15,0 0 1-15,0 0-2 0,0 0 1 0,0 0 3 16,0 0-2-16,0 0-6 0,0 0 4 0,0 0 0 15,0 0 0-15,0 0-1 0,0 0 10 0,0 0-8 16,26 4 2-16,-13-1-1 0,0-3 0 0,0 3 1 16,7-2-1-16,-7 1 1 0,4 2-3 0,-3-4 1 15,3 3 4-15,-4-2-2 0,1 1-1 0,3 1 4 16,-3-2-2-16,-1 1-3 0,-1-2 3 0,1 3 2 16,1-2-4-16,-3-1 1 0,0 1 0 0,1 1-1 15,-2 0 3-15,-3-1-1 0,0-1-3 0,2 0 2 16,-9 0-3-16,11 0 3 0,-11 0-1 0,14 2-2 15,-14-2 2-15,9 4-2 0,-9-4 1 0,4 0 0 16,-4 0-5-16,0 0 5 0,9 2-2 0,-9-2 0 0,0 0 2 16,0 0-1-16,0 0-2 0,0 0 4 0,10 3-1 15,-10-3-1-15,0 0-3 0,0 0 0 16,4 3 3-16,-4-3 1 0,0 0-3 0,2 7 3 16,-2-7 2-16,2 7-4 0,-2-7 1 0,1 14 3 0,-2-4-2 15,-1 1 1-15,0 4-2 0,-4 1 6 0,-4 9 22 16,-1-2-6-16,2-2 3 0,-5 3-1 15,1 1-3-15,0-3-4 0,-1 1 5 0,0-2-5 0,3 1 2 16,-2 0-3-16,2-4-15 0,2-3-20 0,0 1-38 16,-1 1-34-16,1 1-38 0,-1-2-47 0,-2 0-188 15,-3 4-397-15,3-6 175 0</inkml:trace>
  <inkml:trace contextRef="#ctx0" brushRef="#br0" timeOffset="3336.02">25382 6618 50 0,'0'0'130'0,"0"0"-12"0,0 0-6 16,0 0-10-16,0 0-9 0,0 0-2 15,-5-7-16-15,5 7-13 0,0 0 3 0,0 0-8 16,0 0-7-16,0 0 2 0,0 0-10 0,0 0-13 16,0 0 5-16,0 0-5 0,0 0-7 0,0 0 6 0,0 0-11 15,0 0-1-15,0 0-1 0,0 0-4 16,0 0 3-16,0 0-3 0,0 0 1 0,0 0 5 15,0 0-12-15,0 0 1 0,0 0 3 0,22 11-2 16,-15-9 6-16,2-1-11 0,2 3-2 0,0-1 11 0,0 1-5 16,3-1-4-16,-1 0 1 0,-2 1 3 0,5 0 4 15,-5 0-5-15,3-2 5 0,-5 2-4 16,3-1 2-16,-1-1-5 0,1 3-1 0,0-1 2 16,-1-1 3-16,0 0-1 0,-1 0 0 0,2 1-3 0,1 1-3 15,-3-2 1-15,1 1 5 0,1-1-5 0,-3 3 0 16,-3-3 2-16,1 1 0 0,0 0-12 0,-2-1 6 15,-1 3-1-15,1-3-2 0,-1 3 8 0,0-1 1 16,-2 3 10-16,-1-1 5 0,1 4 6 0,-3-1-5 16,0 3 5-16,0 3-1 0,-3 0-11 0,0 1 7 15,-3-1-2-15,1 0 7 0,-2 0-10 0,2 2 1 16,-1-2-2-16,0 0 3 0,-2 0-5 0,0 0-14 16,1-3-22-16,-1 3-29 0,1 0-28 0,0 0-30 15,1-2-25-15,-5-2-87 0,4 0-242 0,3-3 107 16</inkml:trace>
  <inkml:trace contextRef="#ctx0" brushRef="#br0" timeOffset="3968.19">25448 6702 35 0,'0'0'120'0,"0"0"-8"0,0 0-2 15,0 0-14-15,0 0-3 0,0 0-15 0,0 0 0 16,0 0-12-16,0 0-10 0,0 0-10 0,0 0 1 0,0 0-14 16,0 0 7-16,0 0-6 0,0 0-1 0,0 0-6 15,0 0 0-15,0 0-8 0,0 0 1 16,0 0-2-16,24 3 4 0,-24-3-6 0,19 4-18 16,-6-2 16-16,1 1 0 0,2 1-2 0,2-1 0 15,-5-1-9-15,5 3 11 0,-2-2-12 0,2-1 7 16,-1 3-1-16,-1-1-2 0,-5-4-2 0,3 3-3 0,-3 0-4 15,-2 0 4-15,2 0 3 0,-2 2-6 16,0 0 1-16,1 1-3 0,-6-3-2 0,3 2 14 16,-1 3-11-16,-4-1 3 0,0 2 16 0,0 3-10 0,-2-1 2 15,-1 2 7-15,-2 2-8 0,-1 2 4 16,-3 5-3-16,-1 4 4 0,1-10 1 0,0 1-9 16,-2 6 8-16,-3 2 5 0,1-3-40 0,0 2-35 15,-1 2-35-15,1 0-119 0,-3-4-230 0,1 0 101 0</inkml:trace>
  <inkml:trace contextRef="#ctx0" brushRef="#br0" timeOffset="13092.79">25740 3691 33 0,'0'0'56'0,"0"0"-9"0,0 0-4 0,0 0-11 0,0 0-2 16,0 0 4-16,0 0-5 0,0 0-8 0,0 0 3 16,0 0-14-16,0 0-9 0,0 0-3 0,0 0-2 15,0 0-13-15,0 0-7 0,0 0-3 0,0 0-21 16,0 0-52-16,0 0 23 0</inkml:trace>
  <inkml:trace contextRef="#ctx0" brushRef="#br0" timeOffset="21911.08">11885 8618 49 0,'0'0'49'0,"0"0"-1"16,0 0-6-16,0 0-5 0,0 0-1 0,0 0-5 15,0 0 0-15,0 0-3 0,0 0-7 0,0 0 4 16,0 0 3-16,0 0 1 0,0 0 4 0,0 0-4 15,0 0-9-15,0 0 3 0,0 0 7 0,0 0-8 16,0 0 3-16,0 0 3 0,0 0-7 0,0 0 2 16,0 0 8-16,0 0-5 0,0 0-5 0,0 0 20 15,0 0-16-15,0 0-2 0,0 0 4 0,0 0-7 16,0 0 8-16,0 0 12 0,0 0-18 0,0 0 2 16,0 0 3-16,0 0 8 0,0 0-7 0,0 0-5 15,0 0 5-15,0 0-1 0,0 0-3 0,0 0-4 16,0 0 9-16,0 0-8 0,0 0-7 0,0 0 0 15,0 0-4-15,0 0 2 0,0 0 2 0,0 0-8 16,0 0 5-16,0 0-2 0,0 0 2 0,0 0-5 16,0 0 2-16,0 0 2 0,0 0-11 0,0 0 7 0,0 0-3 15,0 0-6-15,0 0 9 0,0 0-10 16,0 0 7-16,0 0-6 0,0 0 6 0,0 0 8 16,0 0-8-16,0 0-9 0,0 0 6 0,0 0-1 15,0 0 0-15,0 0 2 0,0 0-2 0,0 0 6 0,0 0-4 16,0 0-2-16,0 0-5 0,0 0 3 0,0 0-1 15,0 0 2-15,0 0 0 0,0 0 3 16,0 0 3-16,0 0-5 0,0 0 17 0,0 0-16 16,0 0-2-16,0 0 2 0,0 0 5 0,0 0-5 0,0 0 0 15,0 0-4-15,0 0 5 0,0 0 2 0,0 0-4 16,0 0 2-16,0 0 4 0,0 0-4 0,0 0-2 16,0 0-7-16,0 0 8 0,0 0-3 15,0 0 5-15,0 0 1 0,0 0-10 0,0 0 12 0,0 0-3 16,0 0-2-16,0 0 2 0,0 0-1 0,0 0 2 15,0 0-6-15,0 0 1 0,0 0-6 0,0 0 7 16,0 0 10-16,0 0-14 0,0 0-1 0,0 0 5 16,0 0 1-16,0 0 0 0,0 0-5 0,0 0 2 15,0 0 3-15,0 0-2 0,0 0-12 0,0 0 5 16,0 0-4-16,0 0 3 0,0 0 3 0,0 0-1 16,0 0-14-16,0 0 20 0,0 0 3 0,0 0-7 15,0 0-3-15,0 0 5 0,0 0 0 0,0 0-2 16,0 0 0-16,0 0-2 0,0 0-7 0,0 0 1 15,0 0-11-15,0 0-7 0,0 0 3 0,0 0-3 16,0 0-1-16,0 0-4 0,0 0-8 0,0 0-1 16,0 0 0-16,0 0-8 0,0 0 0 0,0 0-3 15,0 0-9-15,0 0-54 0,0 0-129 0,0 0 57 16</inkml:trace>
  <inkml:trace contextRef="#ctx0" brushRef="#br0" timeOffset="22403.24">11880 8600 18 0,'0'0'53'0,"0"0"-9"0,0 0 6 15,0 0-7-15,0 0-4 0,0 0 1 0,0 0-4 16,0 0 1-16,0 0-6 0,0 0 6 0,0 0-2 16,0 0 5-16,0 0-14 0,0 0-5 0,0 0 2 15,0 0 2-15,0 0-2 0,0 0-8 0,0 0 2 16,0 0 7-16,0 0-4 0,0 0-8 0,0 0 2 16,0 0-2-16,0 0 0 0,0 0-2 0,0 0 2 15,0 0-2-15,0 0 1 0,0 0-5 0,0 0 1 16,0 0-5-16,0 0 3 0,0 0 0 0,0 0 0 15,0 0-3-15,0 0 4 0,0 0-7 0,0 0-5 16,0 0 1-16,0 0-13 0,0 0-11 0,0 0-5 16,0 0 2-16,0 0-9 0,0 0-5 0,0 0-57 15,0 0-111-15,0 0 48 0</inkml:trace>
  <inkml:trace contextRef="#ctx0" brushRef="#br0" timeOffset="25530.12">8745 8113 27 0,'0'0'37'0,"0"0"-6"15,0 0-6-15,0 0-3 0,0 0-1 0,0 0-2 16,0 0-6-16,0 0 0 0,0 0 4 0,0 0-6 16,0 0 9-16,5 3-9 0,-5-3-4 0,0 0 3 15,0 0 1-15,0 0-2 0,0 0-4 0,0 0 4 16,0 0-2-16,0 0 0 0,0 0 0 0,0 0 3 15,0 0-7-15,0 0 2 0,0 0 4 0,0 0 0 16,0 0 1-16,0 0-1 0,0 0 2 0,0 0-3 16,0 0 0-16,0 0-2 0,0 0 6 0,0 0-6 15,0 0 5-15,0 0-3 0,0 0 5 0,0 0-6 16,0 0 6-16,0 0-1 0,0 0 1 0,0 0-1 16,0 0 4-16,0 0-3 0,0 0 4 0,0 0-5 15,0 0-6-15,0 0 6 0,0 0-3 0,0 0-1 16,0 0-2-16,0 0-2 0,0 0 1 0,0 0-6 15,0 0 16-15,0 0-10 0,0 0 13 0,0 0-16 16,0 0 1-16,0 0 0 0,0 0 0 0,0 0-7 16,0 0 7-16,0 0-2 0,0 0-4 0,0 0 5 15,0 0-1-15,0 0-5 0,0 0 8 0,0 0-7 16,0 0 5-16,0 0 0 0,0 0-1 0,0 0-2 16,0 0 0-16,0 0 5 0,0 0-3 0,0 0-3 15,0 0 2-15,0 0-2 0,0 0 0 0,0 0 2 16,0 0-1-16,0 0 1 0,0 0-1 0,0 0 4 15,0 0-5-15,0 0 2 0,0 0-2 0,0 0-4 16,0 0 4-16,0 0 2 0,0 0 4 0,0 0-2 16,0 0-6-16,0 0 4 0,0 0 0 0,0 0 2 15,0 0 5-15,0 0-7 0,0 0-5 0,0 0 4 16,0 0 0-16,0 0 0 0,0 0 1 0,0 0-3 16,0 0 4-16,0 0-5 0,0 0 3 0,0 0-1 0,0 0 4 15,0 0-1-15,0 0-9 0,0 0-1 16,0 0-2-16,0 0-3 0,0 0-6 0,0 0 3 15,0 0 3-15,0 0-1 0,0 0 0 0,0 0 1 16,0 0 2-16,0 0-5 0,0 0 4 0,0 0-5 16,0 0-4-16,0 0-6 0,0 0 1 0,0 0-11 15,0 0-23-15,0 0-66 0,0 0 30 0</inkml:trace>
  <inkml:trace contextRef="#ctx0" brushRef="#br0" timeOffset="25833.22">8750 8116 25 0,'0'0'20'15,"0"0"-2"-15,0 0 1 0,0 0-2 0,0 0-3 16,0 0-1-16,0 0-5 0,0 0-2 0,0 0 0 16,0 0-1-16,0 0 0 0,0 0-1 0,0 0-11 15,0 0-7-15,0 0-10 0,0 0-25 0,0 0 12 16</inkml:trace>
  <inkml:trace contextRef="#ctx0" brushRef="#br0" timeOffset="33196.4">11808 9765 66 0,'0'0'78'15,"0"0"-4"-15,0 0-6 0,0 0-9 0,0 0-6 16,9-5-2-16,-9 5-8 0,0 0-1 0,0 0-9 0,0 0 2 16,0 0-11-16,0 0-2 0,0 0 0 15,0 0-8-15,0 0 5 0,0 0-6 0,0 0-3 16,0 0 3-16,0 0-5 0,0 0 2 0,0 0-1 15,0 0-4-15,0 0 9 0,0 0-11 0,0 0-2 0,0 0 0 16,0 0 0-16,0 0 2 0,0 0-5 0,0 0 1 16,0 0 5-16,0 0 0 0,0 0-3 0,0 0 2 15,0 0-2-15,0 0-1 0,-4-12-1 16,4 12 6-16,0 0-2 0,0 0-1 0,0 0 0 0,0 0-4 16,0 0 10-16,0 0-7 0,0 0-4 0,0 0 1 15,0 0 5-15,0 0 1 0,0 0 7 0,0 0-2 16,0 0-10-16,0 0 3 0,0 0 1 0,0 0-1 15,0 0-3-15,0 0 0 0,0 0 4 0,0 0-5 16,0 0-2-16,0 0 0 0,0 0 6 0,0 0-4 16,0 0 2-16,0 0-5 0,0 0-7 0,0 0-2 15,0 0 0-15,0 0-14 0,0 0-1 0,0 0-1 16,0 0-4-16,0 0-6 0,0 0-4 0,0 0-5 16,0 0 2-16,0 0-3 0,0 0-25 0,0 0-80 15,0 0 36-15</inkml:trace>
  <inkml:trace contextRef="#ctx0" brushRef="#br0" timeOffset="35935.18">11916 9718 43 0,'0'0'38'15,"0"0"-7"-15,0 0-3 0,0 0-8 0,-21 1-8 16,21-1-4-16,0 0-3 0,0 0-2 0,0 0-3 15,0 0 2-15,0 0-5 0,0 0 5 0,0 0-2 16,0 0-1-16,0 0-3 0,0 0 3 0,0 0-2 0,0 0 1 16,0 0 4-16,0 0-2 0,0 0 1 15,0 0 0-15,0 0-4 0,0 0 7 0,0 0 1 16,0 0-4-16,0 0-2 0,0 0 4 0,0 0 2 16,0 0 1-16,0 0-2 0,0 0-2 0,0 0 4 0,0 0 1 15,0 0 4-15,0 0-10 0,0 0 8 0,0 0-1 16,0 0-1-16,0 0 0 0,0 0-8 15,0 0 13-15,0 0 0 0,0 0 2 0,0 0-5 16,0 0 4-16,0 0-4 0,0 0-1 0,0 0-1 0,0 0 5 16,0 0-3-16,0 0-6 0,0 0 3 0,0 0-7 15,0 0-1-15,0 0 2 0,0 0 3 0,0 0-14 16,0 0 2-16,0 0-11 0,0 0 1 16,0 0-34-16,0 0-58 0,0 0 25 0</inkml:trace>
  <inkml:trace contextRef="#ctx0" brushRef="#br0" timeOffset="36913.25">11997 9654 71 0,'0'0'76'0,"0"0"-9"0,8 1-8 0,-8-1-9 16,0 0 5-16,0 0-11 0,0 0-7 0,0 0-11 16,0 0-9-16,0 0-24 0,0 0-8 0,0 0-19 15,0 0-41-15,0 0-81 0,0 0 37 0</inkml:trace>
  <inkml:trace contextRef="#ctx0" brushRef="#br0" timeOffset="37552.15">9366 9604 30 0,'0'0'62'0,"0"0"-2"0,0 0-9 0,0 0-5 16,0 0-3-16,0 0-3 0,0 0-7 0,0 0-1 15,0 0-9-15,0 0 2 0,0 0-4 0,0 0 0 16,0 0-2-16,0 0 1 0,0 0 0 0,0 0-6 15,0 0-5-15,0 0-3 0,0 0 10 0,0 0-7 16,0 0 4-16,0 0-9 0,0 0 6 0,0 0-7 16,0 0 3-16,0 0-8 0,0 0 4 0,13 6 1 15,-13-6-10-15,0 0-11 0,0 0-14 0,0 0-10 16,6 4-48-16,-6-4-98 0,0 0 43 0</inkml:trace>
  <inkml:trace contextRef="#ctx0" brushRef="#br0" timeOffset="38416.99">11908 9765 29 0,'0'0'114'15,"0"0"-12"-15,0 0-8 0,0 0-7 0,0 0-5 16,0 0-8-16,0 0-6 0,0 0 2 0,0 0-13 16,0 0-2-16,0 0-11 0,0 0-3 0,0 0-4 15,0 0-2-15,0 0 3 0,0 0-15 0,0 0-2 16,0 0 0-16,0 0 2 0,0 0-7 0,0 0-4 15,0 0 7-15,0 0-11 0,0 0-4 0,0 0-4 16,0 0 2-16,0 0-13 0,0 0-3 0,0 0 3 16,0 0-5-16,0 0-8 0,0 0-9 0,0 0-13 15,0 0-14-15,0 0-12 0,0 0-7 0,0 0-56 16,0 0-147-16,0 0 65 0</inkml:trace>
  <inkml:trace contextRef="#ctx0" brushRef="#br0" timeOffset="54267.95">19775 9758 70 0,'-6'-4'143'0,"6"4"-7"0,-7-6 1 16,7 6-7-16,-7-6-15 0,7 6-16 0,-8-3-7 0,8 3-8 16,-10-3-15-16,10 3-4 0,-12-1-10 0,12 1-6 15,-10-3-4-15,10 3-5 0,-13 3 2 0,8-1-8 16,-2 0 0-16,7-2 2 0,-16 7-5 0,11-3 4 16,-3 0-13-16,3 0-4 0,0 0 0 0,0 1 1 15,1 1-2-15,0-1 0 0,0 0-8 16,4-5 7-16,-5 11-7 0,3-8 1 0,2-3-1 0,1 11 3 15,-1-11-9-15,4 12 14 0,0-9-12 0,1 6 7 16,0-5-4-16,-1 0 1 0,2-2-1 0,3 3 0 16,-1-1 0-16,-2-1-4 0,2-1-9 0,-2 0 12 15,-6-2-1-15,13 3-3 0,-8-3 1 0,-5 0 1 16,8 2 0-16,-8-2 4 0,0 0-1 0,9 1-3 16,-9-1 1-16,0 0 3 0,0 0 0 0,7 3-1 15,-7-3 5-15,0 0 2 0,0 0-1 0,0 0-6 16,0 0-2-16,0 0 2 0,0 0 0 0,0 0 0 15,0 0 5-15,0 0-11 0,0 0-2 0,-20 6 4 16,14-4-1-16,-2 1-4 0,-2 0 7 0,3-1-9 16,0 2 2-16,-2 0 2 0,-3 2-4 0,6-3 3 15,-1 1-5-15,0 2 5 0,-1-1-3 0,3-2 5 16,1 3-1-16,-1-1-4 0,1 1 20 0,2 2 5 0,-1 0-7 16,-1-2-3-16,2-1 0 0,2-5 0 15,-2 12-4-15,2-12 1 0,4 12-7 0,0-8 11 16,0 1 0-16,0 1-8 0,0 0 9 0,5 0-4 0,-1 0-11 15,0 1-29-15,1-4-33 0,1 3-23 0,2-2-38 16,-3-2-29-16,1 2-127 0,1-3-303 16,1-1 134-16</inkml:trace>
  <inkml:trace contextRef="#ctx0" brushRef="#br0" timeOffset="54518.38">20018 9923 84 0,'-18'-5'180'0,"18"5"-9"0,0 0-7 0,-19 5 0 15,7-2-19-15,2 0 2 0,-2 1-9 0,0 2-10 16,0 0 5-16,1-1-13 0,-2 2-11 0,4 0-8 16,0 0-12-16,-1 0 4 0,1 1-12 0,4-3-8 15,0 0-6-15,0 2-5 0,1-3-8 0,4-4-8 16,-5 11-1-16,3-5-6 0,2-6-1 0,2 11-3 15,0-4-3-15,-2-7-3 0,8 9-18 0,-1 0-23 16,1-2-40-16,1-1-57 0,3 0-54 0,2 0-44 16,-3-2-133-16,2 1-367 0,4-5 163 0</inkml:trace>
  <inkml:trace contextRef="#ctx0" brushRef="#br0" timeOffset="57635.7">20569 11718 41 0,'0'0'74'0,"0"0"-4"0,-7-4-2 0,7 4-7 0,0 0 4 16,0 0-3-16,0 0-2 0,-6-3 3 0,6 3-2 16,0 0-6-16,0 0-1 0,0 0-10 0,0 0-4 15,0 0 0-15,0 0-3 0,0 0-9 0,0 0 8 16,0 0-15-16,0 0 3 0,0 0-7 0,0 0 6 16,0 0-3-16,0 0-3 0,0 0-6 0,0 0 9 15,-6-4 0-15,6 4 0 0,0 0-8 0,0 0 6 16,0 0-7-16,0 0-6 0,0 0 13 0,0 0-13 15,0 0-2-15,0 0 0 0,0 0-4 0,0 0 5 16,0 0-3-16,0 0 8 0,0 0-2 0,30 4-2 16,-21-4-2-16,1 3 0 0,2-3-1 0,2 0-1 15,5 0 2-15,2 0 2 0,1 0-4 0,8 0 7 16,1-1-5-16,0 1-7 0,0-2 8 0,1 2-3 16,-1 0 0-16,-1-4 2 0,-1 4-5 0,0-2 7 15,0 1 19-15,-3-2-16 0,2 1-13 0,2 0 1 16,-10 2-2-16,0 0-5 0,-2-2 2 0,1-1-12 15,1 2-19-15,-2 0 15 0,1-1-15 0,-3 1-11 16,1-1-19-16,-4 3-15 0,-1-1-74 0,0 1-173 16,-2-1 76-16</inkml:trace>
  <inkml:trace contextRef="#ctx0" brushRef="#br0" timeOffset="60168.28">20411 11807 91 0,'0'0'124'0,"0"0"-15"15,0 0-3-15,0 0-6 0,3-6-5 0,-3 6-5 16,0 0-4-16,0 0-15 0,0 0-6 0,0 0-7 16,0 0 0-16,0 0-11 0,0 0-1 0,-23-1-10 15,23 1-2-15,-13 3-1 0,13-3-11 0,-12 4 0 16,5 1 0-16,1-2-3 0,-1 1-4 0,1 1 0 16,2 0 0-16,-2 1 2 0,2-1-7 0,4-5 3 15,-5 9-5-15,3-4 3 0,2-5-3 0,-1 8-3 16,1-8 3-16,0 0 3 0,3 13-9 0,1-9 2 15,1 1 0-15,0-2-7 0,4 1-4 0,-3-1-2 16,3 0-4-16,-1-2 9 0,2 2 7 0,-4-1-21 0,-6-2 4 16,13 4 6-16,-8-4 6 0,-5 0-8 15,9 2 1-15,-9-2 2 0,0 0-8 0,9 2-1 16,-9-2-1-16,0 0-1 0,0 0 4 0,0 0 10 0,0 0-5 16,0 0 0-16,0 0 13 0,-28 7-1 0,18-7 2 15,-2 2-1-15,2 0-2 0,1 2 5 16,-4-3-2-16,2 2 3 0,2 0 2 0,0 0-4 15,3 0-2-15,6-3-1 0,-12 5 2 0,8-3 3 0,4-2-2 16,-4 8-3-16,4-8-2 0,2 9-7 0,-2-9-5 16,10 9-19-16,-2-3-22 0,3-3-10 15,2 1-27-15,-2-3-97 0,2 1-200 0,-1 0 88 0</inkml:trace>
  <inkml:trace contextRef="#ctx0" brushRef="#br0" timeOffset="60518.24">20538 11950 83 0,'0'0'117'0,"0"0"-10"0,0 0-8 0,0 0 1 15,-14 21-11-15,10-16-12 0,0 4 0 0,0 0-10 16,2-3-13-16,-2 2 3 0,3-2-7 0,-2 3-12 16,3-9 4-16,-2 12-1 0,0-7-4 0,2-5-8 15,-3 10 3-15,3-10 0 0,0 0 18 0,-2 7 9 16,2-7-2-16,0 0-4 0,0 0-8 0,0 0-3 15,0 0-7-15,0 0-1 0,0 0-1 0,0 0-5 16,8-27-2-16,-6 19-5 0,0-1 0 0,2 0-2 16,1-1-4-16,0-1-2 0,-1 3-4 0,3-3 4 15,0 0-16-15,-1 3 11 0,1 0 3 0,-2 3-3 16,1-1-3-16,-1 2 0 0,2 1-10 0,-7 3 3 16,9-1-1-16,-9 1 5 0,0 0-5 0,13 4 0 15,-10 2 0-15,0 1 7 0,-1 2-3 0,-1-2 2 16,1 3-2-16,-1 1 3 0,2 0-3 0,-3 0 1 15,2 2-1-15,0-3 2 0,1 1-2 0,1 0-10 0,-1-3-28 16,0 2-29-16,1-2-36 0,-1-2-42 16,-1 0-104-16,-2-6-266 0,4 6 117 0</inkml:trace>
  <inkml:trace contextRef="#ctx0" brushRef="#br0" timeOffset="60662.68">20547 11959 64 0,'0'0'152'0,"0"0"-15"0,-4-4-8 0,4 4-12 16,0 0-15-16,0 0-18 0,0 0-24 0,19-8-34 15,-6 7-51-15,6 0-116 0,2 0-153 0,8-4 67 16</inkml:trace>
  <inkml:trace contextRef="#ctx0" brushRef="#br0" timeOffset="62101.81">29564 11958 121 0,'-6'-7'131'16,"2"5"-7"-16,4 2-11 0,-13-6-3 0,7 3-16 16,-4 2-1-16,10 1-17 0,-22 0-6 0,10 1-6 15,-2 3-5-15,1-2-9 0,1 3 2 0,-1 0-4 16,3 1-6-16,0 0-8 0,-1 1 1 0,4 0-6 0,-2 1-1 15,6-1-5-15,1-1-3 0,-1 2 3 0,3-8-1 16,3 15-8-16,-1-8 0 0,1 0-4 16,4 0 1-16,1-1-12 0,-2 0 5 0,2 0-5 15,2-2-6-15,-3 0-18 0,0 0 3 0,0-2 0 0,2 1-2 16,-3 0 1-16,-6-3 5 0,13 1-9 16,-7-1 10-16,-6 0-1 0,12-1 3 0,-12 1-1 15,0 0-1-15,11 1 12 0,-11-1-4 0,0 0-4 16,7 0 9-16,-7 0 2 0,0 0 2 0,0 0 1 0,0 0 3 15,0 0-1-15,0 0 2 0,0 0 6 0,-23 5 1 16,15-1 2-16,-2 1 12 0,-1-2-7 0,-1 2-4 16,2-1 2-16,-1 2 7 0,0 0 2 0,-1 1 5 15,2-1-8-15,3 1-5 0,0-2 0 0,1 1 1 16,2 1-1-16,1-2-5 0,3-5 4 0,-1 8-3 16,1-8 2-16,6 11-13 0,-2-5-11 0,4 0-4 15,3 0-26-15,1-1-24 0,0-1-8 0,1-3-22 16,0 3-13-16,2-2-97 0,-2 0-218 0,-1-1 97 15</inkml:trace>
  <inkml:trace contextRef="#ctx0" brushRef="#br0" timeOffset="62904.89">29775 12218 27 0,'0'0'59'0,"0"0"-1"0,0 0-5 0,0 0-6 0,0 0-6 16,0 0-1-16,0 0-6 0,0 0 2 0,0 0-4 15,0 0-9-15,0 0 9 0,0 0-15 16,0 0 1-16,0 0-1 0,0 0 1 0,0 0 0 0,0 0-3 16,0 0-2-16,0 0 1 0,0 0-7 0,0 0-1 15,0 0 5-15,0 0-3 0,0 0 4 16,0 0-7-16,0 0-3 0,0 0 7 0,0 0-5 0,0 0 1 15,0 0 3-15,0 0 0 0,0 0 7 0,0 0-5 16,0 0 2-16,0 0-1 0,0 0 0 0,0 0 0 16,0 0 2-16,0 0-5 0,0 0 6 0,0 0-8 15,0 0-1-15,0 0 7 0,0 0-6 0,0 0-6 16,0 0 6-16,0 0 1 0,0 0 5 0,0 0-16 16,0 0 8-16,0 0-6 0,0 0 10 0,0 0-3 15,0 0-2-15,0 0 2 0,0 0 6 0,0 0-13 16,0 0 7-16,0 0-2 0,0 0 3 0,0 0-8 15,0 0 3-15,0 0 1 0,0 0 8 0,0 0-4 16,0 0-3-16,0 0-9 0,0 0 5 0,0 0 10 16,0 0-9-16,0 0-1 0,0 0-2 0,0 0-1 15,0 0-1-15,0 0 2 0,0 0 4 0,0 0 7 16,0 0-7-16,0 0-2 0,0 0 5 0,0 0-6 16,0 0 3-16,0 0-2 0,0 0 0 0,0 0-4 15,0 0 9-15,0 0-8 0,0 0 8 0,0 0-2 16,0 0-5-16,0 0 9 0,0 0-11 0,0 0 1 15,0 0 0-15,0 0-6 0,0 0-5 0,0 0 4 16,0 0-5-16,0 0-10 0,0 0 6 0,0 0-3 16,0 0-12-16,0 0-2 0,0 0-10 0,0 0-6 15,0 0-49-15,0 0-111 0,0 0 49 0</inkml:trace>
  <inkml:trace contextRef="#ctx0" brushRef="#br0" timeOffset="64000.96">29706 12112 38 0,'0'0'83'0,"0"0"5"0,0 0-13 0,10-2 6 16,-10 2 8-16,0 0-5 0,0 0-4 0,0 0-4 0,0 0-1 16,0 0-10-16,0 0-10 0,0 0-4 0,0 0-7 15,3 5-1-15,-3-5 7 0,0 0-8 0,0 9 1 16,0-9-4-16,-3 11-10 0,3-11 9 0,-2 13-6 16,0-6-3-16,2 0-4 0,0-7-10 0,-1 17 5 15,0-7 2-15,0-3-9 0,-1 2-3 0,2 0 6 16,0-9-8-16,0 14-3 0,0-6-8 0,0-8-21 15,2 11-21-15,-2-11-23 0,0 8-25 0,0-8-112 16,2 7-223-16,-2-7 99 0</inkml:trace>
  <inkml:trace contextRef="#ctx0" brushRef="#br0" timeOffset="64236.03">29733 12066 89 0,'0'0'107'0,"18"5"-2"0,-9 0-1 0,2 0-19 15,0 1-5-15,-2 1-7 0,1-1-12 0,-1 2-3 16,0-1 2-16,-2 2-18 0,2-1-6 0,-4 3 4 16,-2-4-3-16,-3 2-10 0,-1 0-6 0,-3 0 10 15,-4-1-22-15,-5 3-22 0,2-4-30 0,-11-1-2 16,-2 4-23-16,3-6-19 0,-6 3-49 0,-1-5-145 15,8-1 65-15</inkml:trace>
  <inkml:trace contextRef="#ctx0" brushRef="#br0" timeOffset="64356.75">29610 12165 112 0,'0'0'130'16,"0"0"-25"-16,8-3-45 0,-8 3-47 0,0 0-83 15,0 0-77-15,0 0 34 0</inkml:trace>
  <inkml:trace contextRef="#ctx0" brushRef="#br0" timeOffset="65260.37">29199 12187 26 0,'0'0'39'0,"0"0"-33"0,0 0-19 0,0 0-12 16,8-9 6-16</inkml:trace>
  <inkml:trace contextRef="#ctx0" brushRef="#br0" timeOffset="65766.73">29382 11020 52 0,'0'0'54'0,"0"0"-1"0,0 0-5 15,0 0-8-15,0 0-5 0,0 0-5 0,0 0-13 16,0 0-14-16,0 0-15 0,3 12-42 16,-3-12-58-16,-2 7 26 0</inkml:trace>
  <inkml:trace contextRef="#ctx0" brushRef="#br0" timeOffset="66460.57">29656 12437 8 0,'0'0'68'0,"7"-4"-1"16,-7 4-1-16,0 0-13 0,0 0-1 0,0 0-5 16,0 0 1-16,0 0-6 0,0 0 0 0,0 0-5 15,0 0-6-15,0 0 7 0,0 0-1 0,0 0-11 16,0 0 7-16,0 0-10 0,0 0 3 0,0 0-8 16,0 0-1-16,0 0 3 0,0 0-4 0,0 0 8 15,0 0-13-15,0 0 9 0,0 0-6 0,0 0 3 16,0 0 1-16,0 0-15 0,0 0 3 0,0 0-1 15,0 0 3-15,0 0-9 0,0 0 9 0,0 0-10 16,0 0 4-16,0 0 7 0,0 0-10 0,0 0 2 16,0 0 5-16,0 0-6 0,0 0 4 0,0 0 6 15,0 0-8-15,0 0-4 0,0 0-2 0,0 0 5 16,0 0 3-16,0 0-7 0,0 0-1 0,0 0-14 16,0 0-8-16,0 0-12 0,0 0-9 0,0 0-12 15,0 0-18-15,0 0-41 0,0 0-127 0,0 0 55 16</inkml:trace>
  <inkml:trace contextRef="#ctx0" brushRef="#br0" timeOffset="67239.39">29646 12377 43 0,'0'0'41'0,"0"0"-19"15,0 0-16-15,0 0-25 0,0 0-20 0,0 0 8 16</inkml:trace>
  <inkml:trace contextRef="#ctx0" brushRef="#br0" timeOffset="72387.83">23511 9741 30 0,'0'0'24'0,"0"0"0"0,0 0-1 16,0 0 4-16,0 0-9 0,0 0 4 0,0 0-8 15,0 0 4-15,0 0-3 0,0 0 0 16,0 0-3-16,15-4-6 0,-15 4-2 0,0 0 0 0,13 0 5 16,-13 0-1-16,0 0 6 0,14 0-1 0,-14 0-4 15,7 0 3-15,-7 0-1 0,10 0-6 0,-10 0-3 16,10-1 5-16,-10 1-3 0,10 0 2 15,-10 0 5-15,9-1-6 0,-9 1 3 0,11 0-6 0,-11 0 4 16,9 0-3-16,-9 0 2 0,9 0-6 0,-9 0 3 16,0 0 6-16,10 1-5 0,-10-1-6 0,0 0 4 15,11 0 1-15,-11 0 1 0,10 1-1 0,-10-1-7 16,10 0 5-16,-10 0 0 0,10 2 3 0,-3-2-9 16,-7 0 7-16,11 0 2 0,-11 0-3 0,12 2 3 15,-12-2-2-15,9 1-2 0,-3 0 2 0,-6-1 1 16,9 2-1-16,-9-2 2 0,10 1-4 0,-10-1 0 15,11 2 1-15,-6-1 2 0,-5-1 2 0,11 1-4 16,-11-1 5-16,9 1-1 0,-9-1 0 0,10 2-3 16,-10-2 0-16,10 1 3 0,-10-1-2 0,11 1 1 15,-6 0 0-15,-5-1 1 0,10 2-4 0,-10-2 0 16,10 0-2-16,-3 2-3 0,-7-2 7 0,7 1-1 16,-7-1 4-16,12 1-3 0,-7 1 2 0,1-1-1 15,-6-1 3-15,12 0-3 0,-12 0 1 0,9 4-9 16,-9-4 6-16,9 3 1 0,-9-3-1 0,7 3-1 15,-7-3 3-15,11 3-4 0,-11-3 3 0,6 1 2 0,-6-1-1 16,8 2-2-16,-8-2-2 0,0 0 2 16,10 2 0-16,-10-2 2 0,10 2-3 0,-10-2-2 15,8 4 6-15,-3-2 1 0,-5-2-3 0,10 3-1 16,-5-3-8-16,-5 0 7 0,10 5 1 0,-3-4 2 0,-7-1-1 16,11 3-1-16,-6 0-1 0,1-1-7 15,-6-2 7-15,7 3 6 0,-7-3-11 0,10 3 6 16,-6 0 8-16,-4-3-13 0,9 3 3 0,-9-3-2 15,9 5 11-15,-4-4-8 0,-5-1 2 0,10 3-1 0,-3 0-1 16,-7-3 3-16,9 4 0 0,-9-4-3 0,10 3-2 16,-6 0 8-16,-4-3-3 0,6 2 1 15,-6-2-8-15,9 3 5 0,-9-3 3 0,8 4-6 16,-8-4 10-16,10 5-9 0,-5-3 6 0,-5-2-12 0,11 3 14 16,-6-1-2-16,2 0-8 0,-7-2 0 0,9 3 9 15,-2 0-6-15,-7-3-5 0,7 4 12 16,0-1-3-16,-7-3 2 0,9 4-6 0,-4-1 4 15,-5-3-6-15,7 2 0 0,-7-2 2 0,8 5-4 0,-8-5 8 16,8 4-1-16,-8-4-2 0,6 3 1 0,-6-3-3 16,7 4 4-16,-2-2 1 0,-5-2-3 0,8 5-2 15,-8-5 3-15,8 3 1 0,-8-3-1 0,8 4-3 16,-3-3 3-16,-5-1 0 0,10 3-2 0,-10-3 2 16,10 3 1-16,-6-1-16 0,-4-2 20 0,13 3-2 15,-7 0-1-15,-2-2 1 0,-4-1 0 0,9 6-3 16,-4-5 4-16,-5-1-6 0,9 5 2 0,-9-5 2 15,8 4-5-15,-8-4 3 0,6 4 1 0,-6-4-6 16,7 2 2-16,-7-2-2 0,7 4 1 0,-7-4 4 16,7 3-2-16,-7-3 3 0,4 5 2 0,-4-5 4 15,6 4-9-15,-6-4 7 0,4 3 2 0,-4-3-4 16,6 3 1-16,-6-3-1 0,10 6 2 0,-8-2-3 16,-2-4 1-16,7 6 3 0,-1-3-8 0,-6-3 5 15,7 8-1-15,-2-5-1 0,0 0-1 0,-5-3-5 16,8 5 7-16,-5-1-3 0,-3-4-6 0,5 7 8 15,-1-4-4-15,-4-3 0 0,6 10 6 0,-6-10-5 0,4 6 3 16,-1-3 2-16,-3-3-5 0,4 5 3 16,-4-5-1-16,7 5-4 0,-7-5 2 0,3 6 2 15,-3-6 5-15,6 3-9 0,-6-3 2 0,5 5 0 16,-5-5 5-16,0 0-6 0,6 6 2 0,-3-2-2 0,-3-4-1 16,0 0-1-16,8 5 3 0,-5-2-1 15,-3-3 7-15,8 4-5 0,-8-4 2 0,6 5-1 16,-6-5 6-16,6 4-13 0,-6-4 2 0,5 4 4 15,-5-4 1-15,6 4-2 0,-6-4-1 0,8 4-1 0,-8-4 10 16,6 4-9-16,-1-1-3 0,-5-3 3 0,8 3-1 16,-8-3-10-16,6 4 15 0,2-1-3 15,-8-3 5-15,6 5-12 0,-6-5 4 0,8 3 3 16,-4-1-3-16,-4-2 8 0,9 4-4 0,-4-1 5 0,-5-3 1 16,9 6-9-16,-4-3 2 0,1 0 4 0,1 0-3 15,-1 0 3-15,-6-3 1 0,13 4-6 0,-8 0 4 16,3-2-6-16,-8-2 4 0,10 3-1 15,-6-2-3-15,-4-1-11 0,0 0 0 0,9 4-4 0,-4-2-6 16,-5-2-3-16,0 0-11 0,0 0-14 0,0 0-40 16,0 0-99-16,0 0 45 0</inkml:trace>
  <inkml:trace contextRef="#ctx0" brushRef="#br0" timeOffset="73501.75">23972 9758 39 0,'8'3'37'0,"-1"0"-7"0,0 0-1 16,-1 1-3-16,6-1 1 0,-5 2-4 16,4 0-4-16,0-2-1 0,-1 1 2 0,-1-1-4 0,3 3-5 15,-3-3 4-15,0 2 0 0,1 0 4 0,0-3-6 16,-1 2-5-16,0-1 4 0,1 2-3 0,-3-1-9 15,-1-2 3-15,2 2 2 0,-1-2-1 0,1 4 9 16,1-1-8-16,0 0-2 0,0-1 3 0,1 1-1 16,-1-1-6-16,2 3 9 0,0-2 0 0,-1 1-3 15,1-1 1-15,1 1-4 0,-1 0 10 0,1 0-2 16,-2-1-6-16,0-1 2 0,-1 2 5 0,0 1-5 16,-2-3-5-16,0-2 1 0,1 4 0 0,1 1 3 15,1-3-7-15,-2 0 7 0,-1 2-1 0,-1-2-10 16,0 0 8-16,2-2-1 0,-1 5-2 0,0-3 3 15,0 1 2-15,0-1-4 0,-2-1 3 0,3 3-4 16,1-2 1-16,-4 1 4 0,2-2-3 0,-1 1 3 16,-2 1-2-16,3-1 1 0,-3 0-2 0,2 0-2 15,-1 1-1-15,-5-5 6 0,9 8-5 0,-2-4 1 16,-2 1-4-16,4 1 2 0,-2-2 2 0,1 1 1 16,1 0-5-16,-3-1 10 0,1 1-5 0,-2-1 1 0,3 2-3 15,-3-2 2-15,2 1 3 0,-2-2-2 16,0 1 2-16,3 2-7 0,-3-2 3 0,4 2 1 15,-2 0-4-15,0-2 5 0,0 1-3 0,2 0-1 16,-3 0 4-16,1-1-5 0,0 1 0 0,1 0-1 0,-3 0 4 16,0-1 1-16,0 0 0 0,0 0 1 15,0-1-5-15,2 3 3 0,0-1 0 0,0 0 1 16,-2-2 0-16,-1 4-3 0,3-3 0 0,-3 1 2 16,1 0-2-16,1 0 0 0,-3-2-2 0,2 3 3 0,1-1 2 15,-3 0 1-15,1 0 0 0,0 0 1 0,0 1 0 16,0 0-6-16,1-1 6 0,0 1-5 15,-1-1-7-15,1 0 0 0,0 0 1 0,-1 0 3 16,1 0-7-16,0 0 6 0,3 2-7 0,-2-2 4 0,-1 0 3 16,2 2 0-16,-1-1-10 0,3-2 10 0,0 2-2 15,-2-3 0-15,2 3 0 0,-1-2 4 0,2 1 1 16,-3 0-4-16,3 0 5 0,0-1 2 16,-2 3 1-16,2-2-5 0,0-1-1 0,-2 1-3 0,3 1 1 15,0 0-1-15,-1-1 0 0,1 0-8 0,0 2-2 16,-2-2 2-16,2-1 0 0,-3 2-3 0,2 0 1 15,-2-1-1-15,3 0-1 0,-3 0 2 0,1 0-1 16,1 0-11-16,-1 0-31 0,1 1 14 0</inkml:trace>
  <inkml:trace contextRef="#ctx0" brushRef="#br0" timeOffset="73868.42">25274 10562 11 0,'5'5'12'15,"3"-1"4"-15,-4-1-4 0,2-1-4 0,1 1-2 16,0 1 3-16,2 1 7 0,-2 0 5 0,4 1-7 15,-2-2 4-15,-1 0 0 0,3 1 1 0,0 1-5 16,-1 0 3-16,2-3 2 0,-3 3-5 0,2 0 2 16,-1 0-3-16,0-2 1 0,-1 1 1 0,1-1-1 15,1 0 2-15,-5-1-1 0,0 1-11 0,4 0 8 16,-3-2-1-16,-1 1-6 0,1 1-8 0,2 0 7 16,-2-1 4-16,-3-1-2 0,1 1 2 0,-5-3-5 0,8 7 3 15,-3-4 2-15,-5-3-7 0,9 5 0 16,-5-3 1-16,-4-2 0 0,11 8 3 0,-3-6 1 15,0 4 0-15,1-3-5 0,0 4 0 0,1-2-3 16,-3 0 5-16,3 1-6 0,-3-3 3 0,2 0 0 0,0 2-1 16,0 0-1-16,0 1-1 0,0 0 2 15,0-1 1-15,2 0-3 0,-2 0 2 0,2-1-6 16,-1 0 2-16,-3-1-5 0,4 4 9 0,-5-4-5 16,4-1 1-16,-2 3 5 0,1-1-3 0,1 1-6 0,-4-2 4 15,3 1 3-15,0-2 0 0,0 2 3 0,0 1-2 16,-1-1-4-16,2 0-6 0,1-1-21 0,0 3-23 15,-4-3-59-15,4 1 25 0</inkml:trace>
  <inkml:trace contextRef="#ctx0" brushRef="#br0" timeOffset="74408.89">26111 11046 28 0,'9'3'32'0,"1"-2"-13"0,5 2-8 0,-3-2-20 15,9 1-5-15,-10 0-15 0,10 1 7 16</inkml:trace>
  <inkml:trace contextRef="#ctx0" brushRef="#br0" timeOffset="74585.61">26777 11086 56 0,'12'1'51'16,"-1"0"-12"-16,1 1-8 0,1 2-14 0,-2-4-17 15,3 3-10-15,-3-1-21 0,1 0-33 0,-2 1 14 16</inkml:trace>
  <inkml:trace contextRef="#ctx0" brushRef="#br0" timeOffset="86167.39">27210 9626 50 0,'0'0'81'0,"0"0"-3"0,0 0-3 15,0 0-7-15,0 0 1 0,-6-5-9 0,6 5 5 16,0 0 2-16,0 0-8 0,0 0 3 0,0 0-2 16,0 0-3-16,0 0-5 0,0 0-1 0,0 0-3 15,-7-3 8-15,7 3 1 0,0 0-15 0,0 0 4 16,0 0-2-16,0 0-5 0,0 0-5 0,0 0-5 0,0 0-1 15,0 0-6-15,0 0 3 0,0 0-11 16,0 0 3-16,-10-1-5 0,10 1-4 0,0 0-4 0,0 0-12 16,0 0-13-16,0 0-17 0,0 0-9 15,0 0-15-15,0 0-18 0,0 0-12 0,-2 14-97 0,2-14-204 16,-5 8 90-16</inkml:trace>
  <inkml:trace contextRef="#ctx0" brushRef="#br0" timeOffset="86772.31">27024 10896 93 0,'0'0'92'0,"0"0"-4"0,0 0-2 0,0 0-6 16,0 0-15-16,0 0-7 0,4 5 0 0,-4-5-6 15,0 0-5-15,0 0-6 0,0 0 3 0,0 0-18 16,0 0-6-16,0 0-28 0,0 0 7 0,0 0-21 16,0 0-12-16,0 0-14 0,0 0-76 0,0 0-132 0,0 0 59 15</inkml:trace>
  <inkml:trace contextRef="#ctx0" brushRef="#br0" timeOffset="87296.35">27247 9574 30 0,'0'0'56'16,"0"0"1"-16,0 0-15 0,-6 13 3 0,6-13-8 0,0 0-3 15,0 0-18-15,0 0-11 0,0 9-12 16,0-9-46-16,0 0-57 0,0 9 26 0</inkml:trace>
  <inkml:trace contextRef="#ctx0" brushRef="#br0" timeOffset="87836.8">27047 10975 39 0,'0'0'125'0,"0"0"-12"16,6 3-5-16,-6-3-11 0,0 0-5 0,0 0-9 15,0 0-7-15,0 0-15 0,0 0 0 0,0 0-12 16,6 4 7-16,-6-4-16 0,0 0-1 0,0 0-14 16,0 0-8-16,0 0-29 0,0 0-10 0,0 0-7 15,0 0-21-15,0 0-15 0,0 0-86 0,0 0-163 16,0 0 72-16</inkml:trace>
  <inkml:trace contextRef="#ctx0" brushRef="#br0" timeOffset="88325.04">27212 9674 22 0,'0'0'46'0,"0"0"-2"16,0 0-16-16,0 0-10 0,-2 12-21 0,2-12-24 15,0 0-27-15,0 0 12 0</inkml:trace>
  <inkml:trace contextRef="#ctx0" brushRef="#br0" timeOffset="88766.65">27047 11104 36 0,'0'0'93'0,"0"0"-9"0,5 3-1 0,-5-3-5 0,0 0-9 15,0 0 1-15,5 7-15 0,-5-7 0 0,0 0-8 16,0 0-27-16,0 0-14 0,0 0-24 0,0 0-13 16,0 0-78-16,0-20-116 0,0 20 52 0</inkml:trace>
  <inkml:trace contextRef="#ctx0" brushRef="#br0" timeOffset="89317.25">27245 9737 41 0,'0'0'127'0,"0"0"-31"0,3-5 8 0,-3 5-8 15,0 0-14-15,0 0-3 0,0 0-9 0,0 0-5 16,0 0-13-16,0 0-6 0,0 0-1 0,0 0-2 16,0 0-7-16,0 0 1 0,0 0-8 0,0 0 1 15,0 0-17-15,0 0-4 0,0 0-1 0,0 0-14 16,0 0-15-16,0 0-16 0,0 0-19 0,-3 19-13 16,3-19-85-16,0 0-165 0,-4 11 73 0</inkml:trace>
  <inkml:trace contextRef="#ctx0" brushRef="#br0" timeOffset="89797.5">27081 11045 14 0,'0'0'135'0,"0"0"5"0,0 0-25 15,0 0-1-15,0 0-10 0,0 0-22 0,0 0-2 16,0 0-5-16,0 0-6 0,0 0-6 0,0 0-14 16,0 0-11-16,9-8-11 0,-9 8-15 0,0 0-14 15,0 0-20-15,5-5-24 0,-5 5-19 0,2-6-11 16,-2 6-75-16,0 0-165 0,-2-11 73 0</inkml:trace>
  <inkml:trace contextRef="#ctx0" brushRef="#br0" timeOffset="90213.67">27210 9707 50 0,'0'0'80'0,"4"3"-10"0,-4-3-7 16,0 0-13-16,0 0-4 0,0 0-22 0,4 8-13 15,-4-8-23-15,0 0-24 0,-4 10-22 0,4-10-62 16,-2 8 27-16</inkml:trace>
  <inkml:trace contextRef="#ctx0" brushRef="#br0" timeOffset="90568.18">27045 10915 76 0,'0'0'116'0,"2"7"-16"0,-2-7-8 0,0 0-13 15,0 0-4-15,0 0-3 0,0 0-9 0,0 0-5 16,0 0-13-16,5 4-22 0,-5-4-16 0,0 0-30 16,0 0-28-16,0 0-71 0,0 0-133 0,0 0 59 15</inkml:trace>
  <inkml:trace contextRef="#ctx0" brushRef="#br0" timeOffset="91230.9">27007 10874 8 0,'0'0'132'0,"0"0"-15"0,0 0-11 0,0 0-8 0,0 0-11 15,0 0-3-15,0 0-21 0,21-7-10 16,-21 7-33-16,8-7-23 0,-4 4-41 0,-4 3-77 15,5-8-129-15,-3 1 57 0</inkml:trace>
  <inkml:trace contextRef="#ctx0" brushRef="#br0" timeOffset="91616.01">27287 9724 85 0,'0'0'105'16,"0"0"-17"-16,0 0-17 0,0 0 3 0,0 0-5 15,0 0-10-15,0 0-17 0,0 0 6 0,0 0-5 16,0 0-17-16,0 0-19 0,0 0-8 0,1 8-14 0,-1-8-14 15,0 0-16-15,0 10-60 0,0-10-113 16,0 0 50-16</inkml:trace>
  <inkml:trace contextRef="#ctx0" brushRef="#br0" timeOffset="91993.08">27085 10833 109 0,'0'0'119'16,"0"0"-18"-16,0 0-5 0,0 0-15 0,0 0-7 15,0 0-6-15,0 0-10 0,0 0-9 0,0 0-10 16,0 0 0-16,0 0-20 0,0 0-15 0,14-7-13 15,-14 7-14-15,0 0-26 0,0 0-81 0,4-8-139 16,-4 8 62-16</inkml:trace>
  <inkml:trace contextRef="#ctx0" brushRef="#br0" timeOffset="100092.06">11926 6867 123 0,'0'0'144'0,"0"0"-7"15,0 0-1-15,0 0-6 0,0 0-5 0,0 0-8 16,0 0-6-16,0 0-9 0,0 0-8 16,0 0-10-16,0 0-5 0,0 0-11 0,0 0-9 0,0 0-3 15,0 0-8-15,0 0-4 0,0 0-7 0,0 0-3 16,0 0-3-16,0 0 0 0,0 0-5 0,0 0-3 15,0 0 0-15,0 0-4 0,0 0-6 0,0 0 4 16,0 0-3-16,0 0 0 0,0 0-2 0,0 0-1 16,0 0 0-16,0 0-2 0,0 0 0 0,0 0-3 15,0 0-4-15,0 0 7 0,0 0-4 0,0 0-1 16,0 0-3-16,0 0-4 0,0 0-21 0,0 0-16 0,0 0-14 16,0 0-26-16,0 0-25 0,0 0-14 15,0 0-7-15,0 0-1 0,0 0 9 0,0 0 2 16,0 0-69-16,0 0-199 0,0 0 88 0</inkml:trace>
  <inkml:trace contextRef="#ctx0" brushRef="#br0" timeOffset="100992">8859 6745 42 0,'0'0'53'0,"0"0"-10"0,0 0-10 0,0 0 6 0,0 0-2 16,0 0 0-16,0 0-1 0,0 0-13 0,0 0 8 16,0 0-3-16,0 0-3 0,0 0 3 0,0 0-2 15,0 0-3-15,0 0-1 0,0 0-6 0,0 0 1 16,0 0 7-16,0 0-2 0,0 0-7 0,0 0 4 15,0 0 4-15,0 0 14 0,0 0-9 0,0 0 4 16,0 0 1-16,0 0-3 0,0 0 7 0,0 0-12 16,0 0 2-16,0 0 3 0,0 0-15 0,0 0 4 15,0 0 2-15,0 0-3 0,0 0-8 0,0 0 1 16,0 0 3-16,0 0-7 0,0 0-7 0,0 0 5 16,0 0 1-16,0 0 4 0,0 0-2 0,0 0-3 15,0 0 3-15,0 0-6 0,0 0 5 0,0 0-3 16,0 0-2-16,0 0-12 0,0 0-11 0,0 0-24 15,0 0-24-15,0 0-18 0,0 0-61 0,0 0-158 16,0 0 70-16</inkml:trace>
  <inkml:trace contextRef="#ctx0" brushRef="#br0" timeOffset="117807.42">9675 11894 6 0,'0'0'24'0,"0"0"-3"0,0 0 0 15,0 0 0-15,0 0-6 0,0 0 6 0,0 0 2 16,0 0-7-16,0 0 4 0,0 0-4 0,0 0-1 0,0 0 2 16,0 0-3-16,0 0 1 0,0 0-2 15,0 0 4-15,0 0 2 0,0 0-7 0,0 0 5 16,0 0-2-16,0 0-4 0,0 0 2 0,0 0-3 15,0 0 3-15,0 0-2 0,0 0-1 0,0 0 4 16,0 0-10-16,0 0 8 0,0 0-5 0,0 0-4 0,0 0 4 16,0 0-11-16,0 0 10 0,0 0 0 0,0 0-5 15,0 0-2-15,0 0 1 0,0 0 2 16,0 0 0-16,0 0-3 0,0 0 2 0,0 0-2 16,0 0-4-16,0 0 4 0,0 0-4 0,0 0 2 0,0 0-4 15,0 0 0-15,0 0 2 0,0 0-4 0,0 0 2 16,0 0 0-16,0 0 5 0,0 0-1 0,0 0-1 15,0 0 3-15,0 0 2 0,0 0-7 16,-19 7 4-16,19-7 4 0,0 0-3 0,0 0-3 16,0 0 1-16,0 0-3 0,0 0 6 0,0 0-7 0,-6 7 0 15,6-7-1-15,0 0 5 0,0 0 2 0,0 0 2 16,0 0 4-16,0 0-2 0,0 0-5 16,0 0 7-16,0 0-2 0,0 0 3 0,0 0-1 0,0 0-2 15,0 0 3-15,0 0-10 0,0 0 8 16,0 0-10-16,0 0 15 0,0 0-5 0,0 0-6 0,0 0 7 15,0 0-7-15,0 0 2 0,0 0 4 0,0 0-5 16,0 0 5-16,11-19-2 0,-11 19-3 0,0 0 6 16,0 0 0-16,0 0-3 0,1-7 3 0,-1 7-7 15,0 0 3-15,0 0 6 0,0 0 0 16,0 0-11-16,0 0 7 0,0 0-3 0,0 0 3 0,0 0-3 16,4-5-2-16,-4 5 1 0,0 0 2 0,0 0 1 15,0 0-4-15,0 0 6 0,0 0-6 0,0 0 12 16,0 0-7-16,0 0 1 0,0 0 4 0,0 0-7 15,0 0-1-15,0 0 6 0,0 0-2 16,0 0-5-16,0 0 4 0,0 0-5 0,0 0 2 0,0 0 3 16,0 0-3-16,0 0 0 0,0 0-3 0,0 0 1 15,0 0 3-15,0 0-3 0,0 0-1 0,0 0 3 16,0 0 2-16,0 0-1 0,0 0-1 16,0 0-3-16,0 0-8 0,0 0 4 0,0 0-4 0,0 0 0 15,0 0 2-15,0 0-2 0,0 0 5 0,0 0-5 16,0 0 2-16,0 0-6 0,0 0 4 0,0 0 5 15,0 0-5-15,0 0 0 0,0 0 0 16,0 0 0-16,0 0 5 0,0 0-2 0,0 0-3 16,0 0 2-16,0 0 0 0,0 0 1 0,0 0 1 0,0 0 0 15,0 0 0-15,0 0-1 0,0 0 0 0,-2 23 2 16,2-23-2-16,0 0 3 0,0 0 6 0,-3 8-8 16,3-8 7-16,0 0-6 0,0 0 4 0,-2 9-3 15,2-9 4-15,0 0-1 0,0 0-5 0,0 0 7 16,0 8 0-16,0-8-1 0,0 0-1 0,0 0-3 15,0 0 5-15,0 0-3 0,-3 7 3 0,3-7-6 16,0 0 5-16,0 0-1 0,0 0 4 0,0 0-7 16,0 0 7-16,0 0-3 0,0 0 5 0,0 0-2 15,0 0-1-15,0 0 0 0,0 0 1 0,0 0-2 16,0 0 4-16,0 0-1 0,0 0-2 0,0 0-3 16,0 0 0-16,0 0-1 0,0 0-3 0,0 0 2 15,0 0 1-15,0 0-2 0,0 0 0 0,0 0 4 16,0 0 3-16,0 0-4 0,0 0 1 0,0 0-5 15,-10-17 5-15,10 17-4 0,0 0-3 0,0 0 3 16,-4-7-2-16,4 7 1 0,0 0-2 0,0 0-1 16,-4-8-8-16,4 8-17 0,0 0 61 0,-2-6-34 15,2 6 0-15,0 0 2 0,-4-7 5 0,4 7-4 16,0 0 2-16,-3-6-1 0,3 6 1 0,0 0-6 16,-4-6-8-16,4 6 4 0</inkml:trace>
  <inkml:trace contextRef="#ctx0" brushRef="#br0" timeOffset="118173.08">9622 11867 25 0,'0'0'-5'0,"0"0"4"0,0 0-3 0,-3-8 3 16,3 8 2-16,0 0 1 0,0 0 1 0,-2-6 3 15,2 6 0-15,0 0-4 0,0 0 3 0,0 0 1 16,-3-7-2-16,3 7 0 0,0 0-1 0,0 0 2 16,-3-7-1-16,3 7-2 0,0 0 9 0,0 0 3 15,0 0-5-15,0 0 2 0,0 0-2 0,0 0 4 16,0 0-5-16,0 0 6 0,-2-8-3 0,2 8-9 16,0 0 8-16,0 0 5 0,0 0 1 0,0 0-8 15,0 0 1-15,0 0-3 0,0 0 8 0,0 0-6 16,0 0-2-16,0 0-6 0,0 0 8 0,0 0-4 15,0 0 0-15,0 0-2 0,0 0-5 0,0 0 1 16,0 0 8-16,0 0-7 0,0 0 5 0,0 0 0 16,0 0-4-16,0 0 1 0,0 0 1 0,0 0-3 15,0 0-1-15,0 0-4 0,0 0 8 0,0 0-3 16,0 0 2-16,0 0 3 0,0 0-1 0,0 0 1 16,0 0 1-16,0 0 2 0,0 0 5 0,0 0-7 15,0 0 1-15,0 0 2 0,0 0-5 0,0 0 6 16,0 0-7-16,0 0 0 0,0 0 5 0,0 0-6 15,0 0 3-15,0 0-3 0,0 0-1 0,0 0 0 16,0 0 5-16,0 0-7 0,0 0 4 0,0 0-5 16,0 0-2-16,0 0-3 0,0 0-4 0,0 0-1 15,0 0 1-15,0 0-11 0,0 0-3 0,0 0 0 16,0 0-15-16,0 0-44 0,0 0 20 0</inkml:trace>
  <inkml:trace contextRef="#ctx0" brushRef="#br0" timeOffset="118584.99">9630 11845 8 0,'0'0'43'15,"0"0"-3"-15,0 0 0 0,0 0-6 0,0 0-5 16,0 0 0-16,0 0-4 0,0 0 1 0,0 0-6 0,0 0 2 16,0 0-5-16,0 0-1 0,0 0 1 15,0 0-7-15,0 0-3 0,0 0-3 0,0 0 3 16,0 0 3-16,7 5-2 0,-7-5-2 0,0 0 2 15,1 9 2-15,-1-9-10 0,1 6 5 0,-1-6-2 16,0 12-5-16,0-7 5 0,3 3 3 0,-3-8-3 0,1 14-1 16,-1-7-1-16,2 3-5 0,-2-1-5 15,1 0 1-15,-1 1-6 0,0-1-1 0,1 1 4 16,-2 0-5-16,2 0 2 0,-2 1 1 0,2 1 0 16,-2-1-5-16,0-1 0 0,-1 1-1 0,2 0-3 15,-1 0 0-15,0-1-19 0,-1 1-43 0,2-1 20 0</inkml:trace>
  <inkml:trace contextRef="#ctx0" brushRef="#br0" timeOffset="119344.96">9684 15583 41 0,'0'0'47'0,"-2"8"-2"0,2-8-6 16,-4 10-3-16,3-6-7 0,1-4 4 0,-4 11-5 15,1-4-9-15,1-1-1 0,2-6-16 0,-4 10-20 16,1-4-36-16,1 0-57 0,2-6 25 0</inkml:trace>
  <inkml:trace contextRef="#ctx0" brushRef="#br0" timeOffset="120230.58">9119 14107 92 0,'0'0'92'0,"0"0"-6"0,0 0 2 15,0 0-10-15,0 0-7 0,0 0 2 0,0 0-17 16,0 0-8-16,0 0 0 0,0 0-4 0,0 0-4 16,0 0-7-16,0 0-3 0,0 0-4 0,0 0-10 15,0 0-27-15,0 0-10 0,0 0-12 0,0 0-7 16,0 0-13-16,11-2-9 0,-11 2 2 0,0 0-48 15,11-4-115-15,-11 4 52 0</inkml:trace>
  <inkml:trace contextRef="#ctx0" brushRef="#br0" timeOffset="121536.66">9427 14081 25 0,'0'0'87'0,"0"0"-14"0,0 0-10 15,0 0-2-15,0 0-5 0,0 0-5 16,0 0-9-16,0 0-3 0,0 0-4 0,0 0-2 15,0 0 11-15,0 0-18 0,0 0 1 0,0 0-3 0,0 0-6 16,0 0-2-16,0 0 1 0,0 0 2 0,0 0-3 16,0 0-3-16,0 0 6 0,0 0 7 15,0 0-15-15,0 0 1 0,0 0 2 0,0 0 3 16,0 0-7-16,0 0 4 0,0 0-7 0,0 0 2 16,0 0-2-16,0 0-4 0,0 0-3 0,0 0 4 0,0 0-2 15,0 0-5-15,0 0 5 0,0 0-7 0,0 0 5 16,0 0-4-16,0 0 3 0,0 0-4 0,0 0 4 15,0 0-3-15,0 0 7 0,0 0 2 16,0 0-8-16,0 0 3 0,0 0-4 0,0 0 10 16,0 0-8-16,0 0 2 0,0 0 6 0,0 0-2 0,0 0 0 15,0 0 1-15,0 0 3 0,0 0-6 16,0 0 5-16,0 0-2 0,0 0-9 0,0 0 6 16,-23-6 0-16,23 6-1 0,0 0 4 0,-7-2-3 15,7 2-8-15,0 0 5 0,0 0 1 0,-12 0 1 16,12 0 6-16,-10 0 0 0,10 0-15 0,0 0 0 0,-13-2-1 15,13 2-3-15,-9-2-1 0,9 2 2 0,-11 0-1 16,11 0-1-16,-13-1-7 0,13 1-4 0,-17 1-3 16,8 1 0-16,2-2 0 0,-5-3-2 15,12 3 2-15,-15 0-3 0,7 1 4 0,8-1 0 0,-19-3-11 16,6 3-9-16,-1-2 3 0,0 1 0 0,0 0 7 16,1 0 2-16,2 1 7 0,-3-2 2 0,1 1 4 15,-1 1 2-15,0-2-1 0,-3 0 0 0,6-1 5 16,-3 5 2-16,1-4 1 0,1 2-1 15,-2-1 2-15,1 0-2 0,1 0 6 0,-1 0 2 0,0 1 1 16,0-1 4-16,1-1-2 0,-2 1-1 0,1-2 0 16,-1 3 3-16,1-1 1 0,-1 1-7 0,2-2 5 15,0 2-4-15,-2 0 2 0,2-1 1 0,-1-1 0 16,3 1 6-16,-2-1-7 0,0 1 4 16,0-2-2-16,-2 2 3 0,4 0 4 0,0 0-4 0,-2-2 3 15,2 2 0-15,-2-2 0 0,4 1 3 0,-1 0 3 16,1 0-4-16,-1 0 2 0,-1 0-6 0,2-1 3 15,8 3-2-15,-16-2 1 0,9-1 0 0,-2 2-1 16,0-3-3-16,2 1 3 0,7 3 4 0,-12-5-1 16,6 3 0-16,-1 0 6 0,0-1 7 0,7 3 3 15,-14-7-4-15,7 4-5 0,1 1-3 0,-3 0 3 16,1-1 0-16,-1 0-7 0,0 2 5 0,9 1-4 16,-12-5 5-16,4 5-4 0,8 0-3 0,-14-1 1 15,14 1 2-15,-14-2-9 0,9 1 3 0,5 1 2 16,-14 0 1-16,14 0-2 0,-11-1 1 0,11 1-10 15,-15 0 7-15,7-2 2 0,8 2-7 0,-11 0 4 16,2-2-6-16,9 2 5 0,-17 2-2 0,9-2 0 16,8 0-4-16,-17 0 3 0,10 0 1 0,7 0-3 15,-15 0-1-15,7 0 5 0,8 0-5 0,-15 0 3 16,5 0 2-16,1 2-7 0,1-2 7 0,8 0 0 16,-18 0 1-16,11 0-4 0,-4 1-6 0,2 0-6 15,9-1-4-15,-19 2-4 0,8-2-1 0,3 2 4 16,-1-1-6-16,-2 1 8 0,3 0-5 0,8-2 1 15,-17 3 4-15,7 0 5 0,4-2-3 0,-3 0 5 16,2 1-14-16,-3 1-27 0,2-2 92 0,8-1-46 16,-12 4-11-16,0-2 15 0,3 1-5 0,1 0 0 15,1-2 2-15,7-1-5 0,-17 4-11 0,10-3 6 16</inkml:trace>
  <inkml:trace contextRef="#ctx0" brushRef="#br0" timeOffset="121921.26">7675 14056 21 0,'-13'0'42'0,"13"0"4"0,-14 1-1 0,7-1-2 16,-2 0 0-16,9 0-2 0,-16 0 3 0,9 0-9 16,7 0 7-16,-13 1-1 0,4-1-4 0,9 0-6 0,-11 0 4 15,11 0-7-15,-13 0-1 0,13 0-1 16,-12-2-6-16,12 2 2 0,-7 1-4 0,7-1-3 16,0 0-2-16,-11 0 1 0,11 0 1 0,0 0-5 15,0 0-3-15,-11-1 4 0,11 1-4 0,0 0-2 16,0 0 1-16,0 0-1 0,0 0 3 0,0 0-5 0,-9-1-3 15,9 1 2-15,0 0 6 0,0 0-6 0,0 0-1 16,0 0-8-16,0 0 4 0,0 0-4 16,0 0-3-16,0 0-3 0,0 0-12 0,0 0-5 15,0 0-5-15,-9-1-11 0,9 1-3 0,0 0-1 16,0 0-41-16,0 0-98 0,0 0 43 0</inkml:trace>
  <inkml:trace contextRef="#ctx0" brushRef="#br0" timeOffset="122720.88">12956 14081 70 0,'0'0'67'0,"0"0"-10"16,0 0-1-16,0 0-18 0,0 0-3 15,13-9-15-15,-13 9-11 0,11-3-10 0,-1 2-15 16,-10 1-10-16,17-2-26 0,-7-2-56 0,3 1 25 0</inkml:trace>
  <inkml:trace contextRef="#ctx0" brushRef="#br0" timeOffset="122944.95">14018 14011 2 0,'9'0'65'0,"2"0"-10"16,2 0-4-16,0 0-14 0,1 0-12 0,0 0-15 16,0 0-18-16,-1 0-32 0,3 0-43 0,-3 0 19 15</inkml:trace>
  <inkml:trace contextRef="#ctx0" brushRef="#br0" timeOffset="123124.74">14623 14013 46 0,'0'0'77'0,"0"0"-26"0,0 0-23 0,6-4-33 16,-6 4-29-16,0 0-35 0,0 0 16 0</inkml:trace>
  <inkml:trace contextRef="#ctx0" brushRef="#br0" timeOffset="127670.88">10289 14905 3 0,'0'0'2'0,"0"0"1"0,10 2-3 0,-10-2 4 15,0 0-1-15,0 0-6 0,0 0-2 0,10 0 8 0,-10 0-4 16,0 0-1-16,0 0-2 0</inkml:trace>
  <inkml:trace contextRef="#ctx0" brushRef="#br0" timeOffset="158230.84">8570 14043 6 0,'0'0'11'0,"0"0"6"0,6-6-4 0,-6 6 0 15,0 0 0-15,0 0-5 0,0 0 1 0,0 0 5 16,0 0 8-16,0 0 0 0,0 0-6 0,0 0 4 16,0 0 1-16,0 0-10 0,4-3 0 0,-4 3-2 15,0 0 2-15,0 0-1 0,0 0 1 0,0 0-5 16,0 0 4-16,0 0-5 0,0 0-4 0,0 0-5 15,0 0 6-15,0 0-7 0,0 0 0 0,0 0 1 16,0 0 6-16,0 0 0 0,0 0-2 0,0 0-2 16,0 0 4-16,0 0-5 0,0 0-2 0,-22 10 3 15,22-10 1-15,-5 3-1 0,5-3-2 0,-5 3 2 16,5-3-3-16,0 0 4 0,-9 3 1 0,9-3-5 16,0 0 5-16,-5 5-1 0,5-5 8 0,0 0-8 15,0 0 0-15,-6 3 0 0,6-3-2 0,0 0 4 16,0 0 8-16,0 0-11 0,0 0-4 0,0 0 6 15,0 0 2-15,-9 1 0 0,9-1-7 0,0 0 10 16,0 0-3-16,0 0-1 0,0 0 0 0,0 0-1 16,0 0 6-16,0 0-9 0,0 0-2 0,0 0 6 15,0 0 2-15,0 0-2 0,0 0 4 0,0 0-3 16,0 0-1-16,-12-5 0 0,12 5-1 0,0 0 3 16,0 0-3-16,0 0 3 0,0 0 1 0,0 0-2 15,0 0 0-15,0 0 0 0,0 0 2 0,0 0-1 16,0 0-5-16,0 0 4 0,0 0 0 0,0 0-7 15,0 0 9-15,0 0-9 0,0 0 6 0,0 0 2 16,0 0 2-16,0 0-5 0,26-2 0 0,-26 2 2 16,11-1-2-16,-3 0 0 0,-8 1 3 0,13 0 0 15,-13 0-5-15,14-2-1 0,-7 1 7 0,4 0-7 16,-11 1 9-16,15 0-5 0,-5-1-9 0,-1 1 11 16,3-1-3-16,-3 0 0 0,-2-1-5 0,-7 2 6 15,17-3 1-15,-8 2 0 0,1 0-5 0,1-1 6 16,-3 2-3-16,-1-3 2 0,4 2 1 0,-3-1-5 15,2-1-3-15,0 1-2 0,2 0-2 0,-1-2 0 16,1 2-4-16,-1 1-10 0,1-1 7 0,2-2-1 16,-3 2 6-16,3 0-7 0,-3-1 3 0,0 1-13 15,-1 1 24-15,1-1-9 0,-1 1 3 0,1-1-9 16,-3 1 19-16,-8 1-8 0,14-1-6 0,-6-1-15 16,-2 0 50-16,-6 2-31 0,12-4 10 0,-6 3-3 15,-6 1 9-15,11-3-1 0,-11 3 2 0,11 0-2 16,-11 0 9-16,7-3 2 0,-7 3 4 0,8-2-5 15,-8 2 4-15,6-4-2 0,-6 4 3 0,7-2-4 16,-7 2 3-16,0 0-4 0,8-4-1 0,-8 4-5 16,0 0 5-16,8-2-4 0,-8 2 0 0,0 0 0 15,0 0-2-15,9-3 1 0,-9 3 3 0,5-4 3 16,-5 4 4-16,0 0-8 0,8-4 6 0,-8 4-4 16,0 0 2-16,13-1-9 0,-13 1 10 0,6-3-20 15,-6 3 6-15,0 0 5 0,9-1 0 0,-9 1-9 16,0 0-7-16,0 0-11 0,12 0-10 0,-12 0-37 15,0 0-72-15,5 5 31 0</inkml:trace>
  <inkml:trace contextRef="#ctx0" brushRef="#br0" timeOffset="159419.73">8848 14047 16 0,'0'0'29'0,"0"0"2"16,0 0-7-16,-6 2 1 0,6-2-7 0,0 0 5 16,0 0-4-16,0 0 3 0,0 0 1 0,0 0-4 15,0 0 2-15,0 0-7 0,0 0 2 0,0 0-4 16,0 0 1-16,-13-2 2 0,13 2-9 0,0 0 2 15,0 0 6-15,-12 2-8 0,12-2-5 0,-9 2 4 16,9-2-1-16,-10 2 2 0,3 0-4 0,7-2 6 16,-12 2-2-16,12-2-10 0,-11 2 1 0,3 0 7 15,8-2-2-15,-11 3 0 0,11-3-2 0,-9 2 5 16,9-2-2-16,-10 2-5 0,10-2 8 0,0 0-6 16,-11 1 2-16,11-1-3 0,0 0 6 15,-9 2 0-15,9-2-2 0,0 0 2 0,-9-2 3 0,9 2 4 16,0 0-3-16,-8 2 5 0,8-2-3 0,0 0-9 15,0 0 13-15,0 0-22 0,0 0 7 0,-11-3 2 16,11 3-1-16,0 0 3 0,0 0 0 16,0 0 0-16,-8-2-4 0,8 2-2 0,0 0 7 15,0 0-2-15,0 0-5 0,-8-4 4 0,8 4 0 16,0 0 2-16,0 0-4 0,0 0 5 0,-8-3 1 0,8 3 3 16,0 0-4-16,-6-3-3 0,6 3 2 0,0 0-7 15,0 0 11-15,-9-3-10 0,9 3-6 0,0 0 6 16,0 0-2-16,-12-2 8 0,12 2-7 15,0 0 6-15,0 0 0 0,-9-1-1 0,9 1 2 16,0 0-3-16,0 0 2 0,0 0-1 0,0 0-3 16,-8-1 2-16,8 1-5 0,0 0 3 0,0 0 3 0,0 0 2 15,0 0 1-15,0 0 4 0,0 0 4 16,0 0-2-16,0 0 0 0,0 0-3 0,0 0 6 16,0 0 1-16,0 0-2 0,0 0 6 0,-8-2-4 0,8 2-7 15,0 0 12-15,0 0-1 0,0 0 0 16,0 0-4-16,0 0 1 0,0 0-2 0,0 0 3 0,0 0-5 15,0 0 1-15,0 0 2 0,0 0 0 0,0 0-1 16,0 0-2-16,0 0 0 0,0 0-14 0,0 0 7 16,0 0 6-16,0 0 10 0,0 0-16 15,0 0-4-15,25-4-4 0,-25 4 7 0,9-2-7 16,-9 2 8-16,10-1 0 0,-10 1-3 0,11-1-2 16,-11 1 9-16,11-2-5 0,-11 2 6 0,12-1-8 0,-7-1 2 15,-5 2 9-15,12-1-5 0,-5-2 0 0,-7 3 4 16,13-2-8-16,-7 1-5 0,-6 1 3 0,15-1 2 15,-8 1-5-15,-7 0 2 0,14 0-2 16,-7 0 5-16,-7 0-13 0,12-1 12 0,-6 0 3 16,-6 1-4-16,12 1-2 0,-12-1 2 0,13 0-6 15,-13 0 1-15,12 0 8 0,-12 0-1 0,11 0-4 0,-5 0 1 16,-6 0 3-16,14 0 1 0,-8 0-6 0,-6 0 4 16,13 1-3-16,-6-1-1 0,-7 0-1 0,15-1 9 15,-7 2-10-15,-8-1 5 0,15 0-2 16,-9 1-6-16,-6-1-1 0,15 0-4 0,-8 1 5 15,1-1 1-15,-8 0-1 0,18 0 0 0,-8 2-8 0,0-2 6 16,-2 1-8-16,1-1 4 0,-2 2 6 0,4-2-1 16,0 1-3-16,-3-1-14 0,-8 0 14 15,15 0 0-15,-7 0 1 0,2 0 2 0,-10 0-4 16,13 0 3-16,-7 0 0 0,-6 0 1 0,15 0 12 16,-7 0-9-16,-8 0-6 0,15 0 2 0,-8 0-2 15,1-1-3-15,-8 1-2 0,15-2-12 0,-7 2 8 0,-8 0 3 16,12-3 2-16,-4 3-2 0,-8 0 10 15,13 0-8-15,-7-1-7 0,-6 1 0 0,0 0 8 16,15 0-3-16,-15 0 7 0,8 0-7 0,-8 0 4 16,9 1-5-16,-9-1-2 0,9 2-7 0,-9-2-5 15,6 3-4-15,-6-3-6 0,0 0-30 0,9 1-74 0,-9-1 32 16</inkml:trace>
  <inkml:trace contextRef="#ctx0" brushRef="#br0" timeOffset="159951.77">8917 14099 30 0,'0'0'37'0,"0"0"-1"15,0 0-3-15,0 0-6 0,18 6-5 0,-18-6 0 16,0 0 3-16,13 2-7 0,-13-2 4 0,10 0-15 15,-10 0 5-15,11 1-4 0,-11-1 5 0,12 0-2 16,-5 0-3-16,-7 0 2 0,11 1-2 0,-11-1-1 16,14 0 0-16,-7 2 4 0,-7-2-8 0,13 0-9 15,-5 0 0-15,0 0-5 0,2 0 2 16,-10 0-7-16,18 0-1 0,-8-2-5 0,-3 2-27 0,2-1-52 16,-2-2 24-16</inkml:trace>
  <inkml:trace contextRef="#ctx0" brushRef="#br0" timeOffset="160166.7">9172 14080 22 0,'0'0'31'0,"0"0"-3"15,0 0-6-15,0 0 3 0,0 0-4 16,1-7-4-16,-1 7-5 0,0 0-3 0,8-1 3 0,-8 1-1 16,6-3-10-16,-6 3-4 0,10-1-8 0,-10 1-4 15,9-2 2-15,-9 2 1 0,9-2-15 0,-2 0-28 16,-7 2 13-16</inkml:trace>
  <inkml:trace contextRef="#ctx0" brushRef="#br0" timeOffset="161619.62">8795 14076 7 0,'0'0'18'0,"0"0"4"0,18 10 0 15,-18-10-1-15,16 0-4 0,-8 0-6 0,1 0 3 0,4 0 1 16,-2-1-5-16,2 1 7 0,0 0-8 0,0-2-1 16,0 2-1-16,6-2 0 0,-2 1-1 0,-1 1-1 15,2-1 2-15,1-1-3 0,-1 1-2 0,-1-2 3 16,-4 2-4-16,6 1 3 0,1-1-4 16,-3-1 3-16,-2 2-6 0,1-1 8 0,-2-1-6 15,-1 2 10-15,-1 0-6 0,-2 0 1 0,1-2 9 0,-3 2-1 16,-8 0-5-16,15 0-3 0,-8 0 3 0,-7 0-6 15,10 2 5-15,-10-2-4 0,10-2 4 0,-10 2 9 16,9 0-1-16,-9 0 3 0,0 0-2 0,8 2 2 16,-8-2 4-16,0 0 3 0,0 0 6 0,0 0 5 15,0 0-8-15,0 0 6 0,0 0-4 16,0 0-6-16,0 0 9 0,0 0-6 0,15 0-12 0,-15 0 13 16,0 0-7-16,0 0 1 0,0 0 4 0,0 0-19 15,0 0 11-15,0 0 3 0,0 0-9 0,0 0-5 16,0 0-9-16,0 0-9 0,0 0-13 0,0 0-6 15,0 0-11-15,0 0-3 0,0 0-69 16,0 0-124-16,0 0 55 0</inkml:trace>
  <inkml:trace contextRef="#ctx0" brushRef="#br0" timeOffset="162768.2">9674 14007 19 0,'0'0'32'16,"0"0"-5"-16,0 0-2 0,0 0 1 0,0 0 1 16,0 0 0-16,0 0-5 0,0 0 1 0,0 0 4 15,0 0-1-15,0 0-5 0,0 0 7 0,0 0-5 16,0 0 2-16,0 0-3 0,0 0 5 16,0 0-9-16,0 0-2 0,0 0-3 0,0 0 4 0,0 0-7 15,0 0 5-15,0 0-4 0,0 0 0 0,0 0-2 16,0 0-2-16,0 0 1 0,0 0-2 0,0 0-6 15,0 0 3-15,0 0-1 0,0 0 2 0,0 0-8 16,0 0-9-16,0 0-6 0,0 0-10 0,0 0-10 16,0 0-41-16,9 23-84 0,-9-23 37 0</inkml:trace>
  <inkml:trace contextRef="#ctx0" brushRef="#br0" timeOffset="167496.81">10079 14389 7 0,'0'0'9'0,"4"3"1"0,-4-3 1 0,0 0-3 15,6 7-3-15,-6-7 1 0,4 5-3 0,-4-5-1 16,3 7 3-16,-3-7-2 0,4 4 4 0,-4-4-5 16,0 0 1-16,3 7 0 0,-3-7 2 0,3 6 1 15,-3-6-2-15,4 6-2 0,-4-6 2 16,4 6-3-16,-4-6 4 0,5 5-8 0,-5-5 1 16,3 5 3-16,-3-5 1 0,4 6-6 0,-4-6 3 0,3 6 7 15,-3-6-4-15,4 4 0 0,-4-4 1 0,0 0-2 16,4 6-4-16,-4-6 6 0,4 5-3 0,-4-5-4 15,0 0 2-15,3 8 1 0,-3-8 1 16,3 4-2-16,-3-4 6 0,0 0-3 0,6 9-3 16,-6-9 3-16,0 0 3 0,0 0-6 0,5 9-1 15,-5-9 0-15,4 6 7 0,-4-6-2 0,0 0-6 0,0 0 5 16,0 0-2-16,3 11-2 0,-3-11 5 16,0 0 1-16,0 0 2 0,4 7-6 0,-4-7 2 15,0 0 5-15,0 0 1 0,2 10-5 0,-2-10 7 16,0 0-8-16,0 0 8 0,4 11-12 0,-4-11 3 15,0 0 3-15,0 0-4 0,6 8 1 0,-6-8 0 16,0 0 2-16,0 0-1 0,0 0 2 0,3 8 4 0,-3-8-3 16,0 0 1-16,0 0-3 0,2 9 1 0,-2-9 4 15,0 0-4-15,0 0 2 0,4 7-5 16,-4-7 1-16,0 0 3 0,0 0 0 0,0 0-4 16,4 9 1-16,-4-9-2 0,0 0 4 0,3 6-5 15,-3-6 4-15,0 0 1 0,2 5-1 0,-2-5-1 16,0 0-1-16,0 0 2 0,4 7 4 0,-4-7 5 15,4 4-7-15,-4-4 1 0,0 0 0 0,6 7-1 16,-6-7 1-16,3 3 1 0,-3-3-3 0,0 0 2 16,2 6-3-16,-2-6 5 0,0 0 2 0,6 3-4 15,-6-3 1-15,0 0-5 0,0 0 3 0,0 0 4 16,3 6-2-16,-3-6-3 0,0 0-1 0,4 5 2 16,-4-5 0-16,0 0 0 0,0 0 3 0,3 5 7 15,-3-5-5-15,0 0 3 0,0 0-4 0,0 0 4 16,0 0-7-16,1 7 1 0,-1-7 0 0,0 0-4 15,0 0 4-15,1 9-2 0,-1-9 3 0,2 6-1 16,-2-6-4-16,0 0-3 0,0 0 8 0,3 7-4 16,-3-7 6-16,0 0-7 0,4 4-3 0,-4-4 5 15,0 0-7-15,0 0 3 0,0 0 4 0,1 8 1 16,-1-8 6-16,0 0-3 0,0 0-2 0,3 7 13 16,-3-7-6-16,0 0-1 0,0 0-4 0,0 0-1 15,1 9 2-15,-1-9-5 0,0 0-3 0,0 0 8 16,0 8-3-16,0-8-11 0,0 0 11 0,3 6-4 15,-3-6-1-15,0 0 3 0,0 0-2 0,2 6 5 16,-2-6-4-16,0 0 4 0,0 0-3 0,0 0 5 16,2 7-2-16,-2-7-2 0,0 0 2 0,0 0 3 15,0 0 4-15,2 6-1 0,-2-6 1 0,0 0 2 16,0 0-4-16,2 8-1 0,-2-8-7 0,0 0 8 16,0 0 0-16,0 0-1 0,0 9-8 0,0-9 7 15,0 0-6-15,0 0 5 0,1 7 0 0,-1-7-7 16,0 0 0-16,0 0 1 0,3 8 2 0,-3-8-8 15,0 0 10-15,3 4 7 0,-3-4-19 0,0 0 10 16,0 0-11-16,2 7 15 0,-2-7-8 0,0 0 5 16,0 0-3-16,3 6-2 0,-3-6 1 0,0 0-4 15,0 0 2-15,3 6 11 0,-3-6-12 0,0 0 3 16,2 7 0-16,-2-7-2 0,0 0 2 0,4 3 3 16,-4-3-1-16,0 0-1 0,0 0-2 0,4 7 11 15,-4-7-10-15,0 0 0 0,5 5-5 0,-5-5 4 16,0 0 1-16,3 5-7 0,-3-5 21 0,0 0-13 15,0 0-2-15,2 7 11 0,-2-7-1 0,0 0 7 16,0 0-15-16,4 6 4 0,-4-6 0 0,0 0 4 16,0 0-5-16,3 6-1 0,-3-6-1 0,0 0 3 15,0 0-2-15,0 0 0 0,0 0-2 0,5 4-1 16,-5-4 0-16,0 0-3 0,0 0 0 16,0 0 1-16,1 8 6 0,-1-8 9 0,0 0-16 0,0 0-2 15,0 0 8-15,0 0 4 0,4 6-6 0,-4-6-2 16,0 0-7-16,3 5 10 0,-3-5 1 0,0 0 2 15,0 0-9-15,0 0-2 0,0 0-1 0,0 0 9 16,0 0-2-16,2 6 0 0,-2-6 4 0,0 0-9 16,0 0 6-16,0 0 1 0,5 3-4 0,-5-3-4 15,0 0 14-15,0 0-9 0,0 0-1 0,0 0 9 16,5 6-15-16,-5-6 10 0,0 0-4 0,0 0-4 16,0 0 5-16,0 0 4 0,7 6 0 0,-7-6 0 15,0 0-3-15,0 0 10 0,0 0 0 0,3 3-5 16,-3-3 2-16,0 0 0 0,0 0-5 0,0 0 6 15,4 5-3-15,-4-5 1 0,0 0 0 0,0 0 12 16,0 0-18-16,0 0 2 0,7 3-2 0,-7-3 12 16,0 0-8-16,0 0-4 0,0 0 15 0,0 0-18 15,0 0 7-15,0 0-10 0,6 2 4 0,-6-2-3 16,0 0 6-16,0 0-4 0,0 0 5 16,0 0-6-16,0 0 9 0,0 0-6 0,0 0 6 15,0 0-10-15,0 0 5 0,5 3 8 0,-5-3-4 0,0 0-3 16,0 0-1-16,0 0 4 0,0 0-2 0,0 0-5 15,0 0-2-15,0 0 7 0,10 1 1 16,-10-1-2-16,0 0 1 0,0 0 6 0,0 0-4 16,0 0-1-16,0 0-3 0,11-4 3 0,-11 4-1 0,0 0 2 15,7-2-2-15,-7 2 0 0,0 0-4 0,9-2 5 16,-9 2-2-16,0 0-17 0,9-4 17 0,-9 4 2 16,7-1 2-16,-7 1-6 0,0 0 2 0,7-3-1 15,-7 3 2-15,0 0 0 0,8-3-1 0,-8 3-3 16,0 0-5-16,8-3 7 0,-8 3 1 15,0 0 0-15,9-3-4 0,-9 3 0 0,0 0 6 16,6-4 0-16,-6 4 1 0,0 0-1 0,8-3 0 0,-8 3-7 16,0 0 7-16,0 0-5 0,5-3 3 0,-5 3 8 15,0 0-11-15,0 0-4 0,5-4 4 0,-5 4 4 16,0 0-6-16,0 0-4 0,6-4 13 16,-6 4-14-16,0 0 8 0,0 0-3 0,4-5 1 0,-4 5-3 15,0 0 10-15,5-5-6 0,-5 5 0 0,0 0 1 16,0 0 9-16,9-4-11 0,-9 4 4 0,0 0-2 15,4-5-1-15,-4 5 0 0,0 0-3 16,5-5 5-16,-5 5-6 0,0 0 2 0,5-5 1 16,-5 5 4-16,0 0 0 0,0 0-4 0,5-6-4 15,-5 6-2-15,0 0 9 0,4-4 0 0,-4 4-3 0,0 0 2 16,5-5-3-16,-5 5 4 0,0 0-8 0,0 0 7 16,7-7 0-16,-7 7-1 0,0 0-2 0,2-4 4 15,-2 4-3-15,0 0 1 0,0 0 2 0,4-5-3 16,-4 5 5-16,0 0 0 0,4-7-5 15,-4 7 1-15,4-3 9 0,-4 3-12 0,0 0 2 16,2-6 4-16,-2 6-3 0,0 0 3 0,0 0-1 0,5-7-6 16,-5 7 3-16,0 0 0 0,3-7 5 0,-3 7-2 15,0 0-1-15,2-6-4 0,-2 6 3 0,0 0-3 16,3-6 1-16,-3 6 4 0,0 0-3 16,0 0 1-16,4-7 1 0,-4 7-7 0,0 0 12 0,0 0-10 15,4-5 10-15,-4 5-9 0,0 0 3 0,0 0-6 16,0-11 7-16,0 11 1 0,2-6 2 0,-2 6-7 15,0 0 4-15,4-7 0 0,-4 7-6 0,4-6 0 16,-4 6 6-16,3-6-7 0,-3 6 12 0,3-9-13 16,-3 9 9-16,4-5-1 0,-4 5-5 15,3-9-1-15,-3 9 10 0,4-9-12 0,-4 9 7 16,2-7 7-16,-2 7-4 0,3-8 2 0,-3 8-3 0,2-8-2 16,-2 8 0-16,2-7-11 0,-2 7 14 0,2-6-3 15,-2 6 5-15,0 0 0 0,3-10-2 16,-3 10-8-16,5-5 7 0,-5 5-2 0,2-5 1 0,-2 5-5 15,3-6 5-15,-3 6 1 0,0 0-1 16,6-13-5-16,-6 13 10 0,0 0-8 0,7-9 4 16,-7 9-1-16,5-7-1 0,-5 7 13 0,0 0-15 0,5-5 1 15,-5 5 3-15,0 0-5 0,0 0 19 0,7-12-15 16,-5 9 2-16,-2 3-10 0,0 0 7 0,0 0-2 16,5-12 3-16,-3 8-2 0,-2 4 0 0,0 0-5 15,3-9-5-15,-3 9 6 0,3-4 7 16,-3 4-4-16,4-6 4 0,-4 6 4 0,2-7 6 0,-2 7 1 15,3-6-13-15,-3 6 12 0,3-7-4 0,-3 7 14 16,3-6-15-16,-3 6 1 0,1-7-1 0,-1 7-3 16,0 0-1-16,3-8 0 0,-3 8 4 0,0 0-7 15,5-6 4-15,-5 6-5 0,0 0 6 16,2-7-4-16,-2 7 13 0,0 0-18 0,6-6 9 16,-6 6-14-16,0 0 9 0,1-5 5 0,-1 5-2 0,0 0-5 15,0 0 3-15,4-7-5 0,-4 7 9 0,0 0-2 16,2-5 6-16,-2 5-8 0,0 0-5 0,5-7 4 15,-5 7-3-15,0 0 0 0,3-8 4 16,-3 8-2-16,0 0 1 0,2-5-5 0,-2 5 11 0,4-6-3 16,-4 6-2-16,0 0-1 0,0 0-2 0,2-10 13 15,-2 10-14-15,0 0 3 0,2-7-2 0,-2 7 4 16,0 0-2-16,0 0-5 0,5-9 7 0,-5 9 2 16,0 0-4-16,4-7 0 0,-4 7 8 0,0 0-14 15,4-6 8-15,-4 6-1 0,0 0-4 16,0 0 1-16,5-7 1 0,-5 7-2 0,0 0 5 0,0 0-12 15,4-6 15-15,-4 6-5 0,0 0 4 0,0 0-10 16,4-7 5-16,-4 7 2 0,0 0 5 16,2-6-15-16,-2 6 9 0,0 0 3 0,0 0-3 15,5-4 3-15,-5 4 3 0,0 0-7 0,0 0 5 16,2-8-2-16,-2 8-4 0,0 0 1 0,0 0-2 16,4-4 4-16,-4 4 3 0,0 0-3 0,0 0-6 0,3-7 10 15,-3 7-7-15,0 0 1 0,0 0 2 0,5-6-2 16,-5 6 5-16,0 0-5 0,0 0-1 15,0 0-3-15,4-8 8 0,-4 8-2 0,0 0 4 16,4-5-7-16,-4 5 5 0,0 0-4 0,6-3-1 16,-6 3 5-16,0 0 1 0,7-5-7 0,-7 5 5 15,0 0 1-15,4-8-3 0,-4 8 0 0,0 0 4 0,2-6-3 16,-2 6 6-16,0 0-3 0,0 0-4 16,7-7 7-16,-7 7-8 0,0 0 10 0,1-6-4 0,-1 6 2 15,0 0 0-15,5-4 1 0,-5 4-3 16,4-5-1-16,-4 5 10 0,0 0-4 0,2-8-3 15,-2 8-14-15,0 0-3 0,4-3 13 0,-4 3 1 0,0 0-5 16,0 0-2-16,4-9 6 0,-4 9 0 0,0 0-3 16,5-6 7-16,-5 6 4 0,0 0-12 0,0 0-2 15,5-6 4-15,-5 6 1 0,0 0 2 16,0 0 0-16,1-6 2 0,-1 6 3 0,0 0 3 16,0 0-3-16,0 0-1 0,0 0 1 0,2-9 2 0,-2 9 1 15,0 0-6-15,5-6-2 0,-5 6 3 16,0 0 1-16,0 0 1 0,0 0-6 0,5-7-3 0,-5 7 4 15,0 0 0-15,0 0-4 0,3-6 3 16,-3 6-2-16,0 0 3 0,0 0-1 0,0 0 0 16,2-6 0-16,-2 6 2 0,0 0-9 0,0 0 7 15,4-4 3-15,-4 4 1 0,0 0-10 0,0 0 7 16,0 0-2-16,0 0 1 0,1-9-1 0,-1 9 1 16,0 0-3-16,0 0 7 0,3-7 0 0,-3 7-4 15,0 0-10-15,0 0 13 0,5-6 0 0,-5 6-3 16,0 0 0-16,4-7-2 0,-4 7 4 0,0 0-8 15,0 0 6-15,4-6-3 0,-4 6 1 0,0 0-2 0,0 0 4 16,3-6 0-16,-3 6 4 0,0 0-2 0,0 0 0 16,0 0-3-16,0 0 7 0,0 0-6 15,0 0 2-15,3-8 2 0,-3 8 0 0,0 0-4 16,0 0-2-16,5-4 2 0,-5 4 2 0,0 0-1 16,0 0-4-16,2-8 2 0,-2 8 3 0,0 0-5 15,0 0 5-15,0 0-1 0,0 0 3 0,2-7-7 16,-2 7-1-16,0 0 5 0,0 0-5 0,0 0 1 0,8-3-2 15,-8 3 3-15,0 0-1 0,0 0-1 16,0 0 3-16,3-7 1 0,-3 7-5 0,0 0 3 16,0 0-2-16,0 0 1 0,0 0 3 0,0 0-3 15,0 0 4-15,0 0 0 0,0 0 0 0,0 0-1 0,0 0-3 16,3-6 5-16,-3 6 1 0,0 0 0 0,0 0 0 16,0 0 1-16,0 0 0 0,0 0 0 0,0 0 2 15,0 0-2-15,0 0-5 0,0 0 1 16,0 0 2-16,0 0-1 0,0 0 0 0,0 0 2 15,0 0-3-15,0 0-1 0,0 0 1 0,0 0-2 16,0 0 1-16,0 0 1 0,0 0-3 0,4-6 2 0,-4 6-1 16,0 0 2-16,0 0 0 0,0 0-1 15,0 0 1-15,0 0-2 0,0 0 3 0,0 0-5 16,0 0 4-16,0 0-2 0,0 0-1 0,0 0 2 16,0 0-1-16,0 0-1 0,0 0 0 0,0 0 5 15,0 0-3-15,0 0-6 0,0 0 7 0,0 0-3 0,0 0 2 16,0 0-1-16,0 0 2 0,0 0-3 0,0 0 4 15,0 0 0-15,0 0-1 0,0 0 1 16,4-7-1-16,-4 7 1 0,0 0 1 0,0 0-1 16,0 0 0-16,0 0 3 0,0 0-4 0,0 0 3 15,0 0-1-15,0 0-5 0,0 0 3 0,4-5 2 16,-4 5-4-16,0 0 1 0,0 0 1 0,0 0 2 16,0 0-2-16,0 0-2 0,0 0 2 0,0 0 5 0,0 0-3 15,0 0 2-15,0 0-5 0,0 0 0 16,0 0 1-16,0 0-3 0,0 0 0 0,0 0 3 15,2-8-1-15,-2 8-2 0,0 0 0 0,0 0 3 16,0 0-2-16,0 0-1 0,4-8 3 0,-4 8-1 16,0 0 1-16,0 0-3 0,8-4 0 0,-8 4 0 15,2-6-1-15,-2 6 0 0,0 0 3 0,0 0 4 16,5-7-7-16,-5 7 3 0,0 0-3 0,0 0-2 16,4-5 2-16,-4 5 1 0,0 0 1 0,7-3-1 15,-7 3-2-15,0 0 1 0,0 0 1 0,4-4-1 16,-4 4 3-16,0 0-3 0,0 0 1 0,0 0 2 0,0 0 1 15,0 0-2-15,0 0 2 0,0 0 0 16,0 0 0-16,4-6-1 0,-4 6-2 0,0 0 0 16,0 0 5-16,0 0-7 0,0 0 5 0,0 0 0 15,0 0 5-15,0 0-2 0,0 0 1 0,0 0 7 16,0 0-4-16,0 0-3 0,0 0 0 0,0 0-2 16,0 0 4-16,0 0-3 0,0 0-2 0,0 0 3 15,0 0-4-15,0 0 2 0,0 0-2 0,0 0-3 16,0 0 4-16,0 0-1 0,0 0 0 0,0 0-2 15,0 0 2-15,0 0-2 0,0 0 1 0,0 0-1 16,0 0 0-16,4-5-1 0,-4 5 1 0,0 0-1 0,0 0 5 16,0 0-5-16,0 0 0 0,0 0 3 15,0 0-1-15,0 0-1 0,0 0 2 0,0 0-4 16,0 0 2-16,0 0 3 0,0 0-3 0,0 0 1 16,0 0-2-16,0 0 1 0,0 0-1 0,0 0 1 15,0 0 0-15,0 0 1 0,0 0-2 0,0 0-1 16,0 0 4-16,0 0-1 0,0 0-1 0,0 0 2 0,0 0-3 15,0 0-2-15,0 0 5 0,0 0-1 16,0 0 0-16,0 0-2 0,0 0 2 0,0 0-2 16,0 0 3-16,0 0-2 0,0 0 1 0,0 0-1 15,0 0-1-15,0 0 2 0,0 0 4 0,0 0-4 16,0 0 2-16,0 0-2 0,0 0 3 0,0 0-3 16,0 0 0-16,0 0-2 0,0 0 0 0,0 0 4 15,0 0-2-15,0 0-2 0,0 0 1 0,0 0 0 16,0 0 0-16,0 0 0 0,0 0 0 0,0 0 1 15,0 0 0-15,0 0-1 0,0 0 0 0,0 0-1 16,0 0 0-16,0 0-1 0,0 0 1 0,0 0 0 16,0 0-3-16,0 0 2 0,0 0 2 0,0 0-2 15,0 0 3-15,0 0-2 0,0 0 1 0,0 0-1 16,0 0 2-16,0 0-3 0,0 0-2 0,0 0 9 16,0 0-10-16,0 0 2 0,0 0 1 0,0 0-1 15,0 0 1-15,0 0 0 0,0 0 4 0,0 0-6 16,0 0 5-16,0 0-7 0,0 0 4 0,0 0 4 15,0 0-2-15,0 0 0 0,0 0 0 0,0 0-1 16,0 0 3-16,0 0-7 0,0 0 7 0,0 0 0 16,0 0-2-16,0 0 1 0,0 0 0 0,0 0-1 15,0 0 2-15,0 0-4 0,0 0 0 0,0 0 4 16,0 0 0-16,0 0-1 0,0 0 0 0,0 0 1 16,0 0 1-16,0 0 0 0,0 0-4 0,0 0-4 15,0 0 5-15,0 0 0 0,0 0 2 0,0 0 4 16,0 0-2-16,0 0-17 0,0 0-28 0,0 0-23 15,0 0-36-15,0 0-40 0,0 0-47 0,0 0-151 16,0 0-363-16,0 0 161 0</inkml:trace>
  <inkml:trace contextRef="#ctx0" brushRef="#br0" timeOffset="170518.83">10874 14077 5 0,'0'0'51'15,"0"0"-5"-15,0 0-1 0,0 0-13 0,0 0-1 16,0 0-6-16,0 0 2 0,0 0-1 0,0 0-6 16,0 0 7-16,0 0-16 0,0 0 1 0,0 0 0 15,0 0 3-15,0 0-1 0,0 0-11 0,0 0 6 16,0 0 1-16,0 0-4 0,0 0 0 0,0 0-3 15,0 0-5-15,0 0 10 0,0 0-5 0,0 0-2 16,0 0-5-16,0 0-5 0,0 0-5 0,0 0-11 16,8 4-8-16,-8-4-28 0,0 0-64 0,0 0 28 15</inkml:trace>
  <inkml:trace contextRef="#ctx0" brushRef="#br0" timeOffset="172267.28">10959 14028 11 0,'0'0'46'0,"0"0"-5"0,-2-8-1 16,2 8-7-16,0 0-1 0,0 0-1 0,0 0-6 16,0-11-3-16,0 11-1 0,0 0-3 0,3-10-3 15,-3 10 7-15,2-7-10 0,-2 7 2 0,3-6-1 16,-3 6-2-16,0 0 1 0,1-9-1 0,-1 9-4 15,6-8 0-15,-6 8 4 0,1-7-5 0,-1 7 3 16,3-10-2-16,1 5-4 0,-1-2 3 0,-3 7-5 16,3-13 2-16,1 9-1 0,0-5 0 0,-1 3 2 15,2-4-7-15,-1 2 0 0,1 0 0 0,-1-1-4 16,1 1-2-16,-1-3 2 0,-2 2 1 0,3 0-1 16,-2 0 3-16,1 3-2 0,1-1-6 0,-3 0 0 15,1 0 3-15,2-2-3 0,-2 3-9 0,-1-2 1 16,3-1 6-16,-1 2-3 0,0-1 2 0,1-1 0 15,0 1-3-15,-2 0-4 0,0 1 0 0,0 1 0 16,1 0 2-16,-2 0-12 0,1 0-35 0,2-1 15 16</inkml:trace>
  <inkml:trace contextRef="#ctx0" brushRef="#br0" timeOffset="172312.62">11130 13634 25 0,'0'0'-5'0,"6"-9"-4"0,-1 5 2 0,-2-3 19 16,1 2-15-16,-4 5-3 0,7-9 1 0</inkml:trace>
  <inkml:trace contextRef="#ctx0" brushRef="#br0" timeOffset="172345.84">11170 13583 2 0,'4'-4'-1'0</inkml:trace>
  <inkml:trace contextRef="#ctx0" brushRef="#br0" timeOffset="172838.08">11604 13288 3 0,'5'7'13'0,"-5"-7"-3"0,8 6-4 0,-6-3 1 15,-2-3 0-15,8 7 0 0,-8-7-4 0,6 4 6 16,-4 0-4-16,-2-4 0 0,6 7 2 0,-1-3-3 16,-5-4-1-16,5 4-1 0,-1 1-1 0,-4-5-2 15,10 4 1-15,-4 0-7 0,-3 0-7 0,4-1-16 16,-7-3 8-16</inkml:trace>
  <inkml:trace contextRef="#ctx0" brushRef="#br0" timeOffset="173398.94">12144 13921 6 0,'3'4'5'0,"-3"-4"0"0,7 6-8 0,-5 0-3 15,-2-6 1-15</inkml:trace>
  <inkml:trace contextRef="#ctx0" brushRef="#br0" timeOffset="38870.15">9890 16030 72 0,'-8'-3'79'0,"8"3"-5"0,0 0-9 0,-7-1 8 16,7 1-11-16,0 0-2 0,0 0-4 0,0 0-6 16,-9-5-2-16,9 5-4 0,0 0-1 0,0 0 5 15,0 0-1-15,-8-1-7 0,8 1 2 0,0 0 1 16,0 0-1-16,0 0-8 0,0 0 1 0,0 0-9 16,0 0-1-16,0 0 4 0,0 0-9 0,0 0-5 15,0 0-5-15,0 0 1 0,0 0-5 0,0 0 1 16,0 0 3-16,0 0-17 0,0 0 17 0,0 0-6 15,35 1 2-15,-24 0 1 0,2-1 0 0,0 0-1 16,7 2 0-16,8-2-3 0,-1-2 0 0,1 2 4 16,3 2-3-16,2 0 3 0,0-2-4 0,2 1 3 15,4 0 1-15,12 0 0 0,-15 0-10 0,15-1 2 16,-11 0 7-16,10 1-5 0,0 1 3 0,-11-2-7 16,1 2 2-16,12 0 0 0,-2-2 4 0,3 0-7 15,-15 0 8-15,17 1-2 0,1-1 9 0,-2 1-3 16,1-2 0-16,0 1-5 0,-2 3 8 0,1-1-7 15,4-1 3-15,-5-1-5 0,2 1 6 0,-3 1-2 16,5-2-2-16,-19 1-3 0,18-4 2 0,-7 9 4 16,-9-5-13-16,-1 1 11 0,10 0 0 0,-10-2-4 15,-2 0 5-15,-1 0-2 0,4-3 5 0,-1 3-2 16,-2 0-1-16,1-1-2 0,-3 1-1 0,-4-1-4 16,-3 0 2-16,-5 2 2 0,-4-4-4 0,0 3 4 15,-7 0-7-15,0 0-12 0,-1 3-6 0,-6-3-3 16,-5 0-6-16,11 0-17 0,-11 0-2 0,0 0-22 15,0 0-18-15,0 0-14 0,0 0-60 0,0 0-177 16,-20 8 79-16</inkml:trace>
  <inkml:trace contextRef="#ctx0" brushRef="#br0" timeOffset="39221.04">11907 15912 22 0,'0'0'134'0,"0"0"-19"0,0 0-9 0,0 0-14 16,0 0-3-16,0 0-13 0,0 0 8 0,0 0-17 15,0 0-13-15,0 0 1 0,22 15-6 0,-12-11 1 16,0 0 8-16,3 1-10 0,3 2 0 0,3 0-1 16,-6-3-11-16,2 3-3 0,-3-2-5 0,3 1 0 15,-2-1-2-15,-1 1 5 0,0 0-8 0,-5 3-6 16,-1-2 2-16,1 4 7 0,-5-2 5 0,-2 3-14 16,-2 4 8-16,-5 2-6 0,-2 0 0 0,-9 7-6 15,-2-2-31-15,-2 2-47 0,-5-2-47 0,-9 8-120 16,-9-3-251-16,0-5 111 0</inkml:trace>
  <inkml:trace contextRef="#ctx0" brushRef="#br0" timeOffset="39754.92">9910 15871 14 0,'0'0'126'16,"0"0"-22"-16,-4-9 2 0,4 9-16 0,0 0-3 15,0 0 2-15,0 0-6 0,0 0 0 0,0 0-1 16,0 0 5-16,0 0-16 0,-13 17-5 0,2-10-4 16,4 1-7-16,-3 0-5 0,-3 5 3 0,-3-2-12 15,5 1-5-15,-2 0-4 0,0-1-1 16,6-1-3-16,0-2-5 0,-2 2-2 0,3-1-2 0,2-1 1 16,-1 1-3-16,1 3-5 0,1-1-1 0,1-1 0 15,2 3 1-15,1 1-1 0,0-3-5 0,2 5 8 16,1-3-14-16,2-1-13 0,2 1-27 0,5 1-35 15,0-5-14-15,4 1-18 0,1 0-15 0,3-4-80 16,-1 0-217-16,7 1 96 0</inkml:trace>
  <inkml:trace contextRef="#ctx0" brushRef="#br0" timeOffset="40271.25">10415 16330 2 0,'0'0'183'0,"0"0"-17"0,0 0-13 16,0 0-14-16,5-8-5 0,-5 8-5 15,0 0-13-15,21 5-12 0,-10-1-8 0,-1 3-9 16,6 2-7-16,-3 0-11 0,-1 2 9 0,-3-1-21 16,4 3-3-16,-3 0-8 0,-1 3-3 0,-2-5-6 15,-2 0-3-15,-1 3-1 0,-3-3-4 0,1 0-2 0,-2 1-2 16,-1-3-1-16,-1 1 1 0,-1-3-1 16,0-1-3-16,1 0-4 0,2-6 12 0,-6 8 7 15,6-8 2-15,-4 6 0 0,4-6-4 0,0 0-3 16,0 0-5-16,0 0-2 0,0 0-4 0,0 0-4 15,0 0-1-15,15-28-4 0,-7 18-2 0,2-2-3 16,4-2-1-16,-1 3 1 0,0-1 0 0,2-1 1 16,-1 2-1-16,-3 0-4 0,1-1 2 0,-1 5 4 15,-2 0-7-15,-1 0 3 0,-3 1 0 0,2 2 5 16,-4-1 3-16,1 0-2 0,-4 5 3 0,7-4-2 16,-7 4-2-16,0 0-2 0,0 0 1 0,0 0 3 15,0 0 5-15,0 0 2 0,-13 22 0 0,4-8-4 16,1 0 1-16,1 3-3 0,0-2 1 0,2 3-3 15,0-3-3-15,3 3-17 0,-1-1-27 0,2 1-41 16,2-7-58-16,2 1-52 0,-1-2-176 0,-1 0-394 16,8-3 175-16</inkml:trace>
  <inkml:trace contextRef="#ctx0" brushRef="#br0" timeOffset="40390.36">11012 16495 95 0,'10'-4'158'0,"-10"4"-18"0,0 0-10 0,13 0-23 0,-13 0-40 16,0 0-48-16,14 0-73 0,-14 0-57 0,0 0-120 16,0 0 55-16</inkml:trace>
  <inkml:trace contextRef="#ctx0" brushRef="#br0" timeOffset="-197791.36">12789 15965 20 0,'0'0'12'15,"0"0"-18"-15,0 0-6 0,-35 8 3 0</inkml:trace>
  <inkml:trace contextRef="#ctx0" brushRef="#br0" timeOffset="-196809.79">8482 14094 53 0,'0'0'42'0,"-9"4"-29"0,9-4-20 0,-9 1-11 16,4 1-18-16,-3 1 9 0</inkml:trace>
  <inkml:trace contextRef="#ctx0" brushRef="#br0" timeOffset="-195733.57">13955 14108 74 0,'4'3'57'0,"-4"-3"-38"0,0 0-44 16,-19 10-28-16,9-9 13 0</inkml:trace>
  <inkml:trace contextRef="#ctx0" brushRef="#br0" timeOffset="-190796.72">13670 7187 5 0,'0'0'6'0,"0"0"2"16,0 0 1-16,0 0 2 0,0 0-3 0,0 0 1 15,0 0-2-15,0 0-7 0,0-8 7 16,0 8-1-16,0 0-5 0,0 0 3 0,0 0-1 0,0 0 0 15,0 0 2-15,0 0 0 0,0 0-3 0,0 0 3 16,0 0-5-16,0 0 3 0,0 0 3 0,0 0-6 16,0 0 3-16,0 0 0 0,0 0-2 15,0 0-2-15,0 0 2 0,0 0 0 0,0 0-2 0,0 0-1 16,0 0 3-16,0 0-6 0,0 0 3 0,0 0-4 16,0 0-2-16,0 0 4 0,0 0-12 0,0 0-17 15,0 0 8-15</inkml:trace>
  <inkml:trace contextRef="#ctx0" brushRef="#br0" timeOffset="3941.03">9691 16095 21 0,'-11'1'67'0,"11"-1"0"15,0 0-5-15,0 0 5 0,-9 0-7 0,9 0 1 16,0 0-4-16,0 0 4 0,0 0-9 0,-11-2 3 16,11 2-5-16,0 0-3 0,0 0-12 0,0 0 0 15,-9-1-1-15,9 1-2 0,0 0-9 16,0 0-2-16,0 0-3 0,0 0-3 0,0 0 3 0,0 0 1 15,-10-3-5-15,10 3 2 0,0 0-10 0,0 0 8 16,0 0 0-16,0 0-5 0,0 0-4 0,0 0 18 16,0 0-16-16,0 0 2 0,0 0-9 15,0 0-7-15,0 0 7 0,0 0-9 0,0 0-13 0,0 0-9 16,0 0 0-16,0 0-31 0,0 0-20 16,28 12-60-16,-17-12-153 0,3 1 67 0</inkml:trace>
  <inkml:trace contextRef="#ctx0" brushRef="#br0" timeOffset="4272.2">12392 16002 27 0,'0'0'131'0,"0"0"-12"0,0 0-7 0,0 0-9 16,-12-17-14-16,12 17-8 0,0 0-10 0,0 0-5 15,0 0-10-15,-6-5-5 0,6 5-14 0,0 0-15 0,0 0-22 16,0 0-20-16,0 0-19 0,0 0-20 16,0 0-83-16,0 0-152 0,-20 7 67 0</inkml:trace>
  <inkml:trace contextRef="#ctx0" brushRef="#br0" timeOffset="4617.17">9818 16067 9 0,'-5'-3'59'0,"5"3"1"0,0 0-6 0,0 0-11 15,0 0-3-15,0 0-7 0,0 0-18 0,0 0-13 16,0 0-18-16,0 0-7 0,0 0-23 0,0 0-51 15,0 0 23-15</inkml:trace>
  <inkml:trace contextRef="#ctx0" brushRef="#br0" timeOffset="4898.08">11880 16029 61 0,'0'0'91'0,"0"0"-7"0,0 0-11 0,0 0 3 15,0 0-12-15,-21 14-9 0,12-12 0 16,0 4-19-16,-2-1-20 0,-1-2-28 0,2 2-25 16,1-2-57-16,-2 1-101 0,-1 0 44 0</inkml:trace>
  <inkml:trace contextRef="#ctx0" brushRef="#br0" timeOffset="5136.16">10060 16126 73 0,'0'0'90'15,"0"0"-14"-15,0 0-22 0,0 0-19 0,0 0-15 16,29-2-28-16,-16 0-49 0,6 5-62 0,9-3 28 16</inkml:trace>
  <inkml:trace contextRef="#ctx0" brushRef="#br0" timeOffset="6031.66">9807 16162 30 0,'0'0'15'0,"32"11"-16"0,-12-8-7 0,3-2-7 15,11 1 3-15</inkml:trace>
  <inkml:trace contextRef="#ctx0" brushRef="#br0" timeOffset="14809.27">10516 16375 99 0,'-4'-6'171'0,"4"6"1"0,0 0-14 15,0 0-4-15,-3-6-7 0,3 6 0 0,0 0-7 16,0 0-11-16,-6-5-10 0,6 5-8 0,0 0-3 0,-3-7 5 15,3 7-6-15,0 0-3 0,0 0-7 0,-7-4-9 16,7 4-7-16,0 0-6 0,0 0-7 0,0 0-8 16,0 0-5-16,-4-4-2 0,4 4-10 15,0 0 1-15,0 0-4 0,0 0 2 0,-5-6-2 16,5 6 0-16,0 0 3 0,0 0-1 0,0 0 6 16,0 0-6-16,0 0 1 0,0 0-3 0,0 0-3 15,0 0-8-15,0 0-2 0,0 0-3 0,-6-6-2 16,6 6 1-16,0 0-8 0,0 0 2 0,0 0-4 15,0 0-2-15,0 0-1 0,0 0 1 0,0 0-2 16,0 0-4-16,0 0 1 0,0 0 0 0,0 0 0 16,0 0-3-16,0 0-6 0,0 0 3 0,0 0-3 15,0 0 0-15,0 0-3 0,0 0-2 0,0 0 1 16,0 0 1-16,0 0-1 0,0 0 0 0,-1 20 1 16,1-20 4-16,-2 14-3 0,1-2 1 0,1 0 1 15,-3 4 2-15,3-2-5 0,-1 2 4 0,0 0-3 16,1 0 4-16,0-3-1 0,-1 2 2 0,1-3-3 15,0-3 2-15,0 4-27 0,1-3 0 0,-1 2 8 16,1-5-5-16,0 3 6 0,2-3 0 0,0-1 5 16,-1 0 0-16,1 0 1 0,-3-6 2 0,6 10 1 15,-3-5 6-15,-3-5-2 0,6 5 3 0,-6-5 1 16,6 5 0-16,-6-5 0 0,8 1 2 0,-8-1 1 16,10-1 1-16,-10 1 1 0,13-5 6 0,-6 3-7 15,-1-1 1-15,4-3 1 0,-2-1-4 0,1 1 5 16,0-2-3-16,-2 2 2 0,0-3-3 0,0 0 4 15,0 1-2-15,-1 0 9 0,1 1-10 0,-1-2 2 16,-2 0-2-16,-2 2 0 0,3-3 8 0,2 2-5 16,-3-2-5-16,1 2 6 0,-1-2-2 0,-3 4 11 15,2-3 1-15,0-1 3 0,-1 3-2 16,1 0-5-16,0 0 4 0,-1-2-4 0,-2 9 18 16,4-10-7-16,-2 5 0 0,-2 5-1 0,2-9-2 0,-2 9 0 15,3-7 4-15,-3 7-6 0,0 0-1 0,1-7 0 16,-1 7-5-16,0 0-3 0,0 0-4 0,0 0-1 15,3-7 1-15,-3 7 7 0,0 0-16 0,0 0 0 16,0 0-1-16,0 0-1 0,0 0 0 0,0 0-2 16,0 0 1-16,5 20 2 0,-3-15-1 15,3 6 4-15,-1-2-4 0,-3 2 1 0,3 0-2 16,0 0 6-16,-1 2-4 0,-2-1 4 0,3-2-2 16,-3 0 1-16,3 0 1 0,1-1 1 0,-1 1-4 0,-2-3 5 15,1 1-1-15,2-1 0 0,-1-1-2 0,0 0 3 16,0-1 9-16,2-1-12 0,-2 0 6 15,-4-4-4-15,7 8 4 0,-1-5-3 0,-6-3 1 16,7 4 5-16,-7-4-3 0,9 2 4 0,-9-2 1 16,12-2 0-16,-12 2 1 0,10-6-5 0,0 1 7 15,-5 0 20-15,-5 5-1 0,13-17-4 0,-5 7 1 16,-1-4 0-16,0-1 8 0,2 1-1 0,-3-1-10 16,0-2 2-16,-3-1 3 0,0 3-6 0,0-2 11 0,1 1 1 15,-4 0-5-15,4 1 6 0,-1 3-3 16,-2-1-2-16,4 2 9 0,-4 0-8 0,-1 11 6 15,0-13-12-15,0 13-3 0,0 0 2 0,4-10-4 16,-4 10-5-16,0 0-1 0,0 0-3 0,1-9-7 16,-1 9-18-16,0 0-23 0,0 0-33 0,0 0-34 15,0 0-31-15,0 0-36 0,0 0-53 0,0 0-65 16,0 0-254-16,0 0-586 0,-24 36 260 0</inkml:trace>
  <inkml:trace contextRef="#ctx0" brushRef="#br0" timeOffset="16779.99">9849 15530 126 0,'-1'-10'186'0,"1"10"-11"0,0 0-6 16,0 0-9-16,0 0-14 0,0 0-14 0,0 0-3 16,0 0-7-16,0 0-16 0,0 0-9 0,0 0-4 0,0 0-12 15,0 0-11-15,0 0-8 0,0 0-9 0,0 0-8 16,0 0-5-16,0 0-5 0,0 0-2 15,0 0-4-15,0 0-4 0,-5 28-1 0,5-17-4 16,0 5-1-16,1-2-4 0,0 2 1 0,0-3-3 16,2-1 0-16,-2-3-2 0,-1 3-1 0,3-2-3 15,1-1 3-15,-2 0-1 0,1-2 2 0,-2-2-2 0,2 1 0 16,-1 0-5-16,5-3 2 0,-7-3-4 16,5 6 5-16,-5-6-1 0,5 4 0 0,-5-4 6 15,0 0-4-15,11-3 1 0,-11 3-1 0,12-8 1 16,-7 4-6-16,0-4 1 0,2 0 3 0,-1 0 1 15,0 1-2-15,-2-4 0 0,0 3-1 0,-2-2 1 16,2 3-4-16,-1 0 1 0,0 1 0 0,-1-2 6 0,-2 8-6 16,6-8-1-16,-6 8-3 0,0-6-2 0,0 6 1 15,0 0-7-15,0 0 0 0,0 0 1 16,0 0-2-16,0 0 2 0,0 0 1 0,0 0-2 16,13 13 0-16,-10-7 4 0,1 2-1 0,1 0 6 15,0-2 0-15,-1 1-3 0,-1-1 1 0,1-2 1 16,0 1 3-16,4-1-2 0,-3 0 0 0,2-1 0 0,-1 1 3 15,0-2-3-15,3-2 5 0,2 1-3 16,-11-1 6-16,17-5-3 0,-5 2-1 0,-1-3 4 16,-1-1-6-16,0-1 2 0,0 0 3 0,-1-1 1 15,-1 0 4-15,-1-3 6 0,-2 2 9 0,0 0 9 16,-1 0 2-16,1-1-7 0,-2-4 0 0,2 3-2 0,-4 2-2 16,1-1-3-16,-2 0-3 0,2 3 1 15,-2 8-2-15,1-12 0 0,0 5-5 0,-1 7-2 16,0 0-6-16,0-9 1 0,0 9-4 0,0 0-18 15,0 0-25-15,-2-10-21 0,2 10-23 0,0 0-19 16,0 0-30-16,0 0-29 0,0 0-36 0,0 28-143 16,0-28-367-16,0 18 163 0</inkml:trace>
  <inkml:trace contextRef="#ctx0" brushRef="#br0" timeOffset="17053.49">10342 15567 55 0,'0'0'217'16,"0"0"-1"-16,-7-13-1 0,7 13-7 0,-7-3-11 16,7 3-11-16,0 0-25 0,0 0-19 0,0 0-16 15,-6-4-16-15,6 4-11 0,0 0-9 0,0 0-12 16,0 0-6-16,0 0-7 0,1 26-6 0,-1-14-8 16,2 0-5-16,-2 3-5 0,0 2-1 0,1-6-6 15,1 6-2-15,1 1-3 0,-1-2-4 0,0-1 25 16,-2-1-5-16,1 1-1 0,0-3-7 0,0 0-3 15,-2-1-4-15,2-1-1 0,1-1-1 0,-2 2-5 16,1-2 0-16,0-1-7 0,-1 0 3 0,2-2-18 16,-2-6-21-16,0 12-25 0,0-12-33 0,0 10-35 15,0-10-40-15,1 7-26 0,-1-7-36 0,2 6-147 16,-2-6-392-16,0 0 173 0</inkml:trace>
  <inkml:trace contextRef="#ctx0" brushRef="#br0" timeOffset="17313.46">10370 15579 62 0,'2'-15'163'15,"-1"6"-25"-15,3 1-5 0,1-1-12 0,0 2-12 16,7 0-6-16,-2 0-8 0,0 1 5 0,3 0-10 16,0 3-13-16,-3 3-8 0,-1 0-3 15,-9 0-5-15,15 0-7 0,-10 1 0 0,-5-1 2 0,10 6 0 16,-8 1 12-16,-2-7 11 0,1 11-1 0,-1-11-4 15,-5 16-1-15,-4-7 0 0,5 0-8 0,-5 0-3 16,-1 3-7-16,1-4-2 0,0 0-7 16,-1-1-4-16,1 1-5 0,1-3-14 0,-1 4-31 0,2-2-21 15,0-4-55-15,2 1-49 0,5-4-56 16,-8 8-143-16,5-6-360 0,3-2 159 0</inkml:trace>
  <inkml:trace contextRef="#ctx0" brushRef="#br0" timeOffset="18160">11374 15502 39 0,'0'0'250'0,"0"0"-18"0,0 0-13 15,0 0-26-15,-5-6-14 0,5 6-24 0,0 0-17 16,0 0-17-16,0 0-16 0,0 0-10 0,0 0-11 16,0 0-8-16,0 0-8 0,-8 24-7 0,8-13-4 15,0-1-6-15,0 2-5 0,0-1-4 16,1 2-4-16,1-1-3 0,0-2-2 0,2 0-3 16,0-1-4-16,-2-1-1 0,3 0-4 0,0-1-1 0,1 0 1 15,-3-4-6-15,1 0 4 0,-4-3-5 0,9 5 3 16,-2-3 0-16,-7-2-3 0,0 0 4 15,16-7-2-15,-10 4-3 0,0 0 2 0,-3-5 1 16,2 3-2-16,-2-3 11 0,1 2 5 0,0-2-2 16,0 0-3-16,-3-3 0 0,-1 5-5 0,1-3 0 15,-1 9-3-15,2-13 0 0,-1 8-3 0,-1 5-2 16,2-8-3-16,-2 8-5 0,0 0-1 0,0-9-3 16,0 9-2-16,0 0-2 0,0 0 1 0,0 0-4 0,0 0 5 15,0 0-5-15,0 0 4 0,9 16 0 16,-9-16 3-16,5 12 0 0,-1-5 0 0,0 0-3 15,1 0 4-15,2-2-2 0,-4 2 0 0,3-1 1 16,1-2 4-16,1-1-4 0,-3 0 1 0,2-1 1 16,-7-2-1-16,13 0 1 0,-7 0 3 0,-6 0-1 15,14-3 2-15,-7-1 2 0,-4 1-2 0,3-5 4 16,1 4 7-16,-2-5 17 0,-1 0 0 0,-3 3 0 16,1-2 0-16,1-2-3 0,-2 0 3 0,-2 1-4 15,0-1-6-15,-1 0-3 0,2 1-1 0,-2 0 0 16,-1 2-7-16,1 0 0 0,2 7-3 0,-4-12-3 15,4 6 2-15,0 6-11 0,-3-6-18 0,3 6-32 16,0 0-37-16,0 0-29 0,0 0-62 0,-7-5-26 16,7 5-45-16,0 0-146 0,0 0-429 0,-7 24 190 15</inkml:trace>
  <inkml:trace contextRef="#ctx0" brushRef="#br0" timeOffset="18510.43">11725 15622 8 0,'3'8'175'0,"-3"-8"2"0,0 9-3 0,0-9-5 0,1 12-18 15,-1-6 2-15,1 0-12 0,-1-6-4 0,2 12-19 16,0-7-1-16,-2-5-8 0,0 9-2 0,0-9-16 16,4 8-7-16,-4-8-7 0,1 6 11 15,-1-6 6-15,0 0 13 0,0 0 8 0,2 6 12 0,-2-6 2 16,0 0 4-16,0 0 3 0,0 0-1 0,0 0-6 15,0 0-13-15,0 0-9 0,0 0-17 0,0 0-9 16,0 0-10-16,2-25-1 0,2 14-11 0,1 0-1 16,-3 0-6-16,7-6-15 0,-2 4 2 0,1-3-7 15,2 2-4-15,-4 6-3 0,-1 1 4 0,-1 0-13 16,0 1 4-16,2 3-6 0,-6 3-9 16,9-7 1-16,-3 7-7 0,-6 0 2 0,11 6 1 0,-4-2-2 15,0 5 3-15,2 4-10 0,-1 4 9 0,0-1-36 16,-2 9-28-16,-5-5-38 0,-1 6-48 0,0 2-70 15,1-2-76-15,-3-2-253 0,0-5-592 0,0 0 261 16</inkml:trace>
  <inkml:trace contextRef="#ctx0" brushRef="#br0" timeOffset="20852">9595 15181 10 0,'0'0'26'0,"0"0"-12"0,0 0-11 16,0 0-13-16,0 0-9 0,0 0 5 0</inkml:trace>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29:07.375"/>
    </inkml:context>
    <inkml:brush xml:id="br0">
      <inkml:brushProperty name="width" value="0.05292" units="cm"/>
      <inkml:brushProperty name="height" value="0.05292" units="cm"/>
      <inkml:brushProperty name="color" value="#FF0000"/>
    </inkml:brush>
  </inkml:definitions>
  <inkml:trace contextRef="#ctx0" brushRef="#br0">8984 9972 3 0,'2'-3'8'0,"-2"3"0"0,11-8-2 16,-7 6-4-16,-4 2 3 0,10-6 4 0,-5 4-4 15,0-2-3-15,0 0 1 0,0 0-2 0,4-2-1 16,-4 1 0-16,2 1-2 0,-2-1 4 0,4 0-3 0,0-2-8 15,0 3-9-15,-4-2 4 0</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1:04.177"/>
    </inkml:context>
    <inkml:brush xml:id="br0">
      <inkml:brushProperty name="width" value="0.05292" units="cm"/>
      <inkml:brushProperty name="height" value="0.05292" units="cm"/>
      <inkml:brushProperty name="color" value="#FF0000"/>
    </inkml:brush>
  </inkml:definitions>
  <inkml:trace contextRef="#ctx0" brushRef="#br0">10767 14562 4 0,'0'0'16'0,"0"0"-6"16,0 0-2-16,0 0 3 0,0 0-7 0,0 0 1 16,0 0 1-16,0 0 1 0,0 0-2 0,0 0-1 15,0 0-1-15,0 0 3 0,0 0-7 0,0 0 1 16,0 0 4-16,0 0-1 0,0 0-6 0,0 0 4 15,0 0 2-15,0 0-4 0,0 0 0 0,0 0 7 16,0 0-7-16,0 0 0 0,0 0 3 0,0 0-5 16,0 0-1-16,0 0 1 0,0 0-4 0,0 0-8 15,0 0-14-15,0 0 6 0</inkml:trace>
  <inkml:trace contextRef="#ctx0" brushRef="#br0" timeOffset="94416.39">4251 10055 27 0,'0'0'70'0,"0"0"-9"16,0 0-22-16,0-9-20 0,0 9-13 0,0 0-4 16,0 0-17-16,0 0-21 0,0 0-37 0,-9 26 18 15</inkml:trace>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02:37.516"/>
    </inkml:context>
    <inkml:brush xml:id="br0">
      <inkml:brushProperty name="width" value="0.05292" units="cm"/>
      <inkml:brushProperty name="height" value="0.05292" units="cm"/>
      <inkml:brushProperty name="color" value="#FF0000"/>
    </inkml:brush>
  </inkml:definitions>
  <inkml:trace contextRef="#ctx0" brushRef="#br0">8520 5332 11 0,'0'0'60'15,"-9"-3"1"-15,9 3-3 0,0 0-6 0,-4-5 2 16,4 5-5-16,0 0-6 0,0 0-6 0,0 0 0 15,0 0 3-15,0 0-13 0,-6-3-7 0,6 3 2 16,0 0-4-16,0 0-2 0,0 0 3 0,0 0-2 16,0 0-5-16,0 0-2 0,0 0 0 0,0 0 0 15,0 0-4-15,0 0 1 0,0 0-5 0,0 0 1 16,0 0 6-16,0 0-4 0,0 0-4 0,0 0 1 16,0 0 5-16,0 0 6 0,29 4-7 0,-22-2-4 15,5-1 0-15,1 0-5 0,6-1-4 0,1 0-1 16,2 2-1-16,8 1-6 0,-9-3-5 0,0 0-2 15,1 0-2-15,1 0-6 0,-4 0-3 0,3-3 5 16,-2 1-9-16,-3 2 3 0,-2-1 0 0,-2 0 5 16,1 1 1-16,-3-2 0 0,1 1 5 0,-2 0-1 15,-1-1 4-15,-9 2 2 0,13-2 2 0,-6 1-6 16,-7 1 10-16,0 0-4 0,12 1 3 0,-12-1 3 16,0 0-3-16,9 0 7 0,-9 0-6 0,0 0 3 15,0 0 1-15,0 0 3 0,8 2-1 0,-8-2 1 16,0 0 1-16,0 0 0 0,0 0 1 0,0 0 0 15,0 0 0-15,0 0-3 0,0 0-11 0,0 0-17 16,-14 15 7-16</inkml:trace>
  <inkml:trace contextRef="#ctx0" brushRef="#br0" timeOffset="484.09">8829 5350 48 0,'0'0'63'0,"0"0"-13"0,0 0-6 15,0 0-6-15,0 0-3 0,0 0-1 0,0 0-6 16,1 15 4-16,1-6 0 0,-2 6-1 0,1 4 1 16,-1-2 3-16,-1 8 0 0,2 3-7 0,-1-4 5 15,0 2-4-15,-3 0-1 0,5 2-5 0,-4-1 2 16,1 0 1-16,-1-2-4 0,-1 0 4 0,-1 0-26 16,1-5-13-16,0-1-19 0,-1 1-15 0,-2-3-68 15,2 1-123-15,-4-2 55 0</inkml:trace>
  <inkml:trace contextRef="#ctx0" brushRef="#br0" timeOffset="1134.05">9025 5434 58 0,'0'0'104'0,"0"0"-3"0,0 0 2 0,0 0-22 16,0 0-13-16,0 0-4 0,0 0-7 0,0 0-10 15,0 0-10-15,0 0-3 0,0 0-5 0,0 0 2 16,0 0-11-16,0 0 4 0,0 0-5 0,4 27-7 16,-3-15 2-16,0 1 2 0,1 3 0 0,-2 1-6 15,1 2 6-15,-1 0-6 0,-3 6 1 0,-1 0 3 16,2-7 0-16,-1 7-2 0,2-6 4 0,0 1-16 15,-2-1-18-15,2 0-28 0,-2 0-15 0,1 1-23 16,-3-3-55-16,1 2-149 0,-1-3 66 0</inkml:trace>
  <inkml:trace contextRef="#ctx0" brushRef="#br0" timeOffset="1500.52">9158 5373 73 0,'0'0'104'0,"0"0"-12"0,0 0-15 0,2-7-3 16,-2 7-14-16,0 0-2 0,0 0-6 0,0 0 2 15,7 27-12-15,-7-13 18 0,1 3-10 0,-1 1-1 16,1 6-6-16,-1 2-3 0,-2 1-3 0,3 0 3 16,-2 1-6-16,-3 0-5 0,0 2-9 0,1-3 9 15,1 0-4-15,2 2-10 0,-3-2-19 0,1 1-10 16,0-2-33-16,1-1-6 0,0 4-16 0,-2-2-20 15,-1-2-59-15,-1 1-158 0,0-7 70 0</inkml:trace>
  <inkml:trace contextRef="#ctx0" brushRef="#br0" timeOffset="1800.56">9284 5431 58 0,'0'0'116'0,"0"0"-8"0,0 0-17 15,0 0-11-15,0 0 4 0,0 0-14 0,6 39 2 16,-4-10-15-16,-1 0 1 0,0 0-9 0,1 6-5 15,2 0-5-15,-3-1-3 0,0 1 4 0,-1 1-12 16,0 0-2-16,3-2 1 0,-2 2-4 0,-1-3-1 16,-1 2-9-16,2-3-19 0,0 0-17 0,-2 3-16 15,-2-3-9-15,1 1-16 0,-2-4-27 0,1 1-54 16,-3-3-158-16,2-8 70 0</inkml:trace>
  <inkml:trace contextRef="#ctx0" brushRef="#br0" timeOffset="2084.05">9376 5533 68 0,'0'0'92'0,"0"0"-9"0,0 0-10 0,7 33-9 16,-6-17-5-16,3 9-4 0,-4 2-5 0,2 2-2 16,0 1-4-16,0 4-5 0,-2-1-5 0,1 2 0 15,-2-1-9-15,0 0-3 0,-2-1-15 0,2 2-2 16,0-3-14-16,-1 1-9 0,-1-1-11 0,0-1-15 16,2-1-8-16,-3-1-57 0,0-3-117 0,3-7 52 15</inkml:trace>
  <inkml:trace contextRef="#ctx0" brushRef="#br0" timeOffset="2332.94">9506 5751 56 0,'-1'34'77'0,"0"-1"-17"15,-3 15 6-15,0-12-9 0,3 9-13 0,-5 1 6 16,1 2-15-16,-1-14-20 0,1 14-18 0,-5 1-18 16,0-4-52-16,0 2-79 0,-2-14 35 0</inkml:trace>
  <inkml:trace contextRef="#ctx0" brushRef="#br0" timeOffset="14835.1">8418 5405 14 0,'-5'-5'36'16,"5"5"-4"-16,0 0 7 0,0 0 2 0,0 0-3 15,0 0-12-15,-3-8 1 0,3 8 0 0,0 0-5 16,0 0 0-16,0 0 0 0,0 0 0 0,0 0-1 0,-3-8-1 15,3 8-3-15,0 0-2 0,0 0-1 0,0 0-2 16,0 0-4-16,0 0 2 0,0 0-3 16,0 0 6-16,0 0-4 0,0-11 0 0,0 11-3 15,0 0-1-15,0 0-3 0,0 0 2 0,0 0 3 0,0 0-4 16,-2-7-1-16,2 7 2 0,0 0 0 0,0 0-4 16,0 0 0-16,0 0 4 0,0 0 0 15,0 0 6-15,0 0-3 0,0 0-4 0,0 0 4 16,0 0 0-16,0 0 3 0,0 0-3 0,0 0-1 15,0 0-1-15,0 0 6 0,0 0 2 0,0 0-6 0,0 0 4 16,0 0 0-16,0 0-2 0,0 0-2 0,0 0 4 16,0 0 0-16,0-10 5 0,0 10-1 0,0 0-2 15,0 0 7-15,0 0-7 0,0 0 1 0,0 0-12 16,0 0 9-16,0 0-4 0,0 0-2 16,0 0-3-16,0 0 2 0,0 0 3 0,0 0-4 0,0 0-1 15,0 0 0-15,0 0-4 0,0 0 2 0,0 0-2 16,0 0 2-16,0 0 5 0,0 0-1 15,0 0-3-15,0 0 3 0,22 10-6 0,-22-10 1 0,6 8 0 16,-1-4-3-16,-1-1 1 0,-4-3 4 0,8 7 6 16,-2-4-7-16,-1 1 3 0,0 1-4 0,0-2-3 15,1 2 3-15,-1-2-2 0,2 1 6 0,0 1 1 16,-2 0-2-16,1-1-2 0,1 1 2 0,0 0-1 16,-2 0-2-16,3 2-1 0,0-1-1 15,-2 0 0-15,-1-3 4 0,2 3-8 0,-1 1-4 0,0-3 7 16,2 2-5-16,-2 1 3 0,0-2-1 0,0-1-2 15,-1 2-1-15,1-1-1 0,3 0 3 0,-4-1 3 16,3 3-4-16,-3-1 3 0,2-2 0 0,0 3-5 16,-2-2 2-16,1 1-2 0,-1 1-3 0,0-1 0 15,0-1-6-15,-1 0-4 0,0 1 8 0,-1 0-1 16,3 1 10-16,-3-2-6 0,2 0 2 0,-1 1-5 16,-1 0-2-16,1 1 3 0,-1-2-2 0,1 1 5 15,-1 2 0-15,1-3-1 0,-2 1-4 0,2 0 3 16,-3 0 1-16,-1-6-2 0,4 13 1 0,-1-8 6 15,-1 0-4-15,0 1 1 0,-2-6 2 0,3 11 4 16,1-5-1-16,-2-1-2 0,-2-5-4 0,5 10 4 16,-3-5 2-16,2 0-1 0,-4-5-3 0,6 9 2 15,-3-5-2-15,1 2 6 0,0-2-2 0,0 1 0 16,-1 0 4-16,4-2-6 0,-4 2 4 0,3-1 2 16,-1 0-1-16,0 0-3 0,-1 1 3 0,2-2-2 15,-2 2 5-15,1-1-5 0,-1 0 0 0,-4-4 7 16,8 9-3-16,-5-5-2 0,1-1 3 0,-4-3-8 15,8 7 4-15,-6-3 0 0,-2-4 6 0,6 8-2 16,-4-4-2-16,-2-4 2 0,4 7 4 0,-4-7-1 16,4 6-2-16,-4-6 2 0,2 6-3 15,-2-6 3-15,3 6 3 0,-3-6-4 0,4 5 1 0,-4-5-2 16,2 6 3-16,-2-6-4 0,4 4 6 0,-4-4-1 16,3 7-1-16,-3-7 1 0,4 6 4 0,-4-6-4 15,3 5 7-15,-3-5-13 0,4 6 2 0,-4-6 6 16,5 10-3-16,-5-10-2 0,5 5 1 0,-2-1 1 15,-3-4-7-15,4 7 6 0,-4-7 1 0,5 8-9 16,-3-4 5-16,-2-4-5 0,4 6 6 0,-4-6 1 16,4 5 0-16,-4-5 2 0,3 7-3 15,-3-7 1-15,6 6 1 0,-6-6 1 0,4 5-6 0,-4-5 6 16,4 4-4-16,-4-4-2 0,0 0 4 0,4 5-1 16,-4-5-4-16,0 0 0 0,2 5-9 0,-2-5-1 15,0 0-37-15,0 0-53 0,0 0 24 0</inkml:trace>
  <inkml:trace contextRef="#ctx0" brushRef="#br0" timeOffset="15229.17">8464 5429 25 0,'0'0'31'0,"0"0"-3"0,0 0-1 16,0 0-12-16,0 0-8 0,0 0-6 15,1-8-3-15,-1 8 4 0,0 0-5 0,0 0-6 16,0 0-1-16,0 0-9 0,0 0-20 0,-1-12 8 15</inkml:trace>
  <inkml:trace contextRef="#ctx0" brushRef="#br0" timeOffset="15443.79">8452 5370 2 0,'0'0'8'0,"0"0"1"0,-2-6 5 16,2 6 0-16,0 0 3 0,0 0 5 0,0 0 0 16,0 0 2-16,-5-7 4 0,5 7 4 0,0 0-6 0,0 0 3 15,0 0-3-15,0 0 2 0,0 0-2 16,-4-4 4-16,4 4-1 0,0 0-8 0,0 0 5 15,0 0-1-15,0 0-3 0,0 0-2 0,0 0-1 16,0 0-1-16,0 0-3 0,0 0 0 0,0 0 3 16,0 0-7-16,0 0-6 0,0 0 4 0,0 0 8 15,0 0-17-15,0 0-4 0,0 0-13 0,0 0 0 16,0 0-7-16,0 0-11 0,0 0-8 0,0 0-5 16,0 0-26-16,0 0-79 0,0 0 36 0</inkml:trace>
  <inkml:trace contextRef="#ctx0" brushRef="#br0" timeOffset="15873.93">5142 5379 60 0,'-59'-13'55'16,"1"-10"-5"-16,4-1-9 0,3 0-5 0,6-1-3 15,0 0-10-15,-1 0-23 0,-14 0-50 0,30 10-54 16,-1 1 24-16</inkml:trace>
  <inkml:trace contextRef="#ctx0" brushRef="#br0" timeOffset="32067.03">8535 5419 14 0,'0'0'22'0,"0"0"-3"0,0 0 4 15,0 0 0-15,0 0 5 0,0 0 0 0,0 0-3 16,0 0 6-16,0 0-3 0,0 0-5 0,0 0 0 16,0 0 5-16,0 0-3 0,0-10-4 0,0 10 2 15,0 0 1-15,0 0 0 0,0 0 0 0,0 0-1 16,0 0-4-16,0 0 2 0,0 0 2 0,0 0-2 16,0 0 7-16,0 0-9 0,0 0-7 0,0 0 7 15,0 0-4-15,0 0-1 0,0 0-8 0,0 0 11 16,0 0-12-16,0 0-3 0,0 0 5 0,0 0-6 15,0 0-5-15,0 0 3 0,0 0 0 0,0 0 8 16,0 0-8-16,0 0 1 0,0 0-1 0,0 0 0 16,0 0 1-16,0 0-2 0,0 0 3 0,0 0-2 15,0 0 2-15,0 0-5 0,0 0 0 0,12 19 2 16,-12-19 6-16,6 6-4 0,-6-6 3 0,7 4-2 16,-7-4 3-16,5 6-5 0,-3-3 4 0,-2-3-3 15,8 8 4-15,-3-4-1 0,-5-4-5 0,9 7 0 16,-4-3-1-16,0 1 6 0,0 2 3 0,2-3-6 15,-4 1 3-15,3 1-8 0,-1-1 7 0,1 1 2 16,-1-1 0-16,4 1-4 0,-4-1 3 0,3 2-2 16,-2 0 1-16,3 0 0 0,-2 0 0 0,2 0-1 15,-2 2 0-15,3-2 1 0,-3-1 4 0,2 1-3 16,-1 0-1-16,0 0 4 0,0-2-5 0,0 2 3 16,-3-3-1-16,4 2 1 0,-3 1 2 0,-1-4-5 15,2 3 2-15,-3-1 8 0,2-2-9 0,-1 2-2 16,-1 2 0-16,1 0 5 0,-1-4 8 0,1 3 2 15,0-1-1-15,-2 0-1 0,0 0 2 0,1 2-8 16,-4-7 4-16,7 10-8 0,-3-5 4 0,-2 1 2 16,2 0 0-16,0 0 1 0,-2-1-6 0,2 1 1 15,-1-1-2-15,1 3 5 0,-2-2 2 0,2 0-4 16,0 0 3-16,-2 0-5 0,2 0 5 0,0 0-2 16,0-1 0-16,-2 1-10 0,-2-6 8 0,7 9-3 15,-3-4 4-15,-2 0-3 0,-2-5 1 0,7 10-2 16,-4-6 4-16,1 1-3 0,-4-5 6 0,4 7-6 15,0-2-1-15,-4-5 1 0,6 7 15 0,-3-2 8 16,1 0-4-16,-4-5-5 0,7 8 0 0,-3-3-6 16,1 0 3-16,-5-5 0 0,5 8-5 0,-1-4-2 15,0 1 3-15,0-2 0 0,-4-3 4 0,7 7-1 16,-4-3-4-16,-3-4 0 0,8 9 3 0,-6-5-9 16,1-1 2-16,-3-3 1 0,6 7-4 0,-6-7-4 15,9 6 8-15,-6-3-2 0,-3-3 4 0,5 7-6 16,-5-7 3-16,6 7-7 0,-3-4 7 0,-3-3-5 15,3 6 4-15,-3-6-5 0,5 6 4 0,-5-6-11 16,5 5 10-16,-5-5 4 0,5 5-3 0,-5-5-4 16,4 7 6-16,-4-7-6 0,5 7 4 0,-5-7-6 15,4 6 7-15,-4-6 0 0,3 5 3 0,-3-5-2 16,8 7 1-16,-5-4 17 0,-3-3-2 0,3 5 2 16,-3-5-3-16,6 7 1 0,-6-7-3 0,5 5-2 15,-5-5 0-15,4 4-4 0,-4-4 2 0,3 5-5 16,-3-5 5-16,8 6-6 0,-8-6-1 0,2 4-1 15,-2-4 1-15,6 4-1 0,-6-4 1 0,6 8 0 16,-3-5 2-16,-3-3 0 0,5 7-2 0,-5-7 2 16,7 7-2-16,-3-3 0 0,0 0-1 0,-4-4-3 15,5 5 7-15,-5-5-6 0,5 6 7 0,-5-6-5 16,5 6-1-16,-5-6-4 0,7 4 1 0,-7-4 1 16,5 6 4-16,-5-6-3 0,4 7-1 0,-4-7-1 15,5 6-1-15,-5-6-1 0,4 5 1 0,-4-5 0 0,6 7 3 16,-6-7-5-16,5 5 2 0,-1-2 6 15,-4-3-6-15,6 3 1 0,-6-3 2 0,6 7-5 16,-6-7 0-16,5 5 0 0,-5-5 5 0,4 4-6 16,-4-4 6-16,6 5 7 0,-6-5 11 0,4 4-2 15,-4-4-3-15,5 4 0 0,-5-4-1 0,4 7-4 16,-4-7 1-16,3 5-1 0,-3-5 1 0,4 5 0 16,-4-5-2-16,7 7 3 0,-7-7 1 0,6 5-12 15,-6-5 4-15,5 5 0 0,-5-5-2 0,7 6 0 16,-5-3 1-16,-2-3-1 0,5 6-2 0,-5-6 3 15,7 5 1-15,-5 0-2 0,-2-5-2 0,8 5 2 0,-6-1 0 16,-2-4-2-16,4 4 2 0,-4-4-2 16,5 8 2-16,-5-8-4 0,6 4 5 0,-6-4-3 15,5 5-1-15,-5-5 0 0,5 4 0 0,-5-4 0 16,3 4-1-16,-3-4 2 0,0 0 1 0,6 5-2 16,-6-5 5-16,0 0-2 0,6 6 12 0,-6-6 4 0,4 5-4 15,-4-5 2-15,5 4-3 0,-5-4-6 0,0 0 3 16,8 5 0-16,-8-5-4 0,2 4 1 0,-2-4-4 15,0 0 4-15,5 6-4 0,-5-6 1 16,4 4 0-16,-4-4-3 0,5 4 0 0,-5-4 1 16,4 6 7-16,-4-6-3 0,5 3-7 0,-5-3 3 0,7 4-4 15,-7-4 2-15,3 4 1 0,-3-4 9 16,4 5 1-16,-4-5 2 0,4 5 1 0,-4-5-6 16,5 5-1-16,-5-5 0 0,0 0-1 0,7 3-1 15,-7-3-1-15,5 4-3 0,-5-4 4 0,5 5-1 0,-5-5 1 16,5 5 0-16,-5-5-2 0,4 6-2 0,-4-6 1 15,5 3 0-15,-5-3 4 0,5 5-7 0,-5-5 5 16,0 0 0-16,6 7-4 0,-6-7 1 16,4 3-4-16,-4-3 2 0,5 4 1 0,-5-4-2 15,0 0 1-15,4 7 1 0,-4-7 0 0,0 0 0 0,5 5-4 16,-5-5 4-16,0 0 0 0,5 5 5 0,-5-5-5 16,4 5 14-16,-4-5 0 0,7 4-1 0,-7-4-3 15,5 6 0-15,-5-6-2 0,5 6 0 0,-5-6 2 16,5 3-4-16,-5-3-2 0,5 5 4 15,-5-5-2-15,5 4-2 0,-5-4 0 0,6 3-2 0,-6-3 4 16,4 5-1-16,-4-5 8 0,0 0 4 0,7 5 1 16,-7-5-5-16,0 0 0 0,5 4-1 0,-5-4-3 15,0 0 1-15,0 0 0 0,6 3-3 0,-6-3-4 16,0 0 2-16,0 0 1 0,0 0-1 16,7 3-3-16,-7-3-4 0,0 0 1 0,5 3 10 0,-5-3-8 15,0 0-1-15,0 0 0 0,0 0-2 0,6 5 0 16,-6-5 0-16,0 0 3 0,0 0-4 15,4 3 2-15,-4-3-1 0,0 0 0 0,7 3 3 16,-7-3-5-16,0 0 4 0,0 0-2 0,0 0 2 16,0 0-1-16,5 4 0 0,-5-4-4 0,0 0 5 0,0 0-1 15,0 0 0-15,6 3-1 0,-6-3 1 0,0 0 1 16,0 0-1-16,0 0 0 0,0 0 5 0,5 4-3 16,-5-4-1-16,0 0 0 0,0 0 0 0,0 0 1 15,0 0 0-15,0 0-1 0,0 0 0 0,0 0 0 16,6 2 1-16,-6-2 0 0,0 0 5 0,0 0 12 15,0 0 3-15,0 0-7 0,8 2-1 0,-8-2-4 16,0 0 3-16,0 0-5 0,0 0-2 0,0 0 4 16,0 0-4-16,0 0 2 0,0 0-1 0,0 0 0 15,0 0-1-15,0 0-1 0,0 0 3 0,0 0 8 16,0 0-4-16,0 0 2 0,0 0 0 0,0 0 1 16,0 0-1-16,0 0-2 0,0 0 4 0,0 0-1 15,0 0 4-15,0 0-5 0,0 0 2 0,0 0-2 16,0 0-1-16,0 0-2 0,10 0-1 0,-10 0-3 15,0 0 2-15,0 0-4 0,0 0 1 0,0 0-2 16,0 0 1-16,0 0 2 0,0 0-7 0,0 0 3 16,0 0 2-16,0 0 2 0,0 0-4 0,0 0 8 15,0 0-2-15,0 0-5 0,0 0 9 0,0 0-9 16,0 0 2-16,0 0 2 0,0 0-4 0,0 0-1 16,0 0 1-16,0 0-4 0,0 0 2 0,0 0 0 15,0 0-2-15,0 0 5 0,0 0-1 0,0 0-4 16,0 0 3-16,0 0-2 0,0 0 0 0,0 0 0 15,0 0-1-15,0 0 3 0,0 0-1 0,0 0 0 16,0 0 0-16,0 0-4 0,0 0-4 0,0 0 8 16,0 0-1-16,0 0-3 0,0 0 2 0,0 0-1 15,0 0 2-15,0 0-1 0,0 0-6 0,0 0 1 16,0 0 8-16,0 0-5 0,0 0 1 0,0 0 1 16,0 0-2-16,0 0 6 0,0 0-4 0,7-6-6 15,-7 6 2-15,0 0 0 0,0 0 1 0,0 0 1 16,0 0-4-16,0 0 0 0,0 0 1 0,9 0 2 15,-9 0-1-15,0 0 6 0,0 0-4 0,6-3-1 16,-6 3 0-16,0 0-1 0,0 0-1 0,0 0 2 16,0 0-1-16,11-2 3 0,-11 2-2 0,0 0 1 15,8-1-1-15,-8 1 5 0,9 0-6 0,-9 0 2 16,12-1-1-16,-12 1 1 0,10-2 0 0,-10 2-2 16,8 0 2-16,-8 0 1 0,0 0 1 0,11-4 0 15,-11 4-2-15,0 0 0 0,8-1 1 0,-8 1 1 16,0 0-1-16,9-1 10 0,-9 1-13 0,0 0 6 15,6-1-5-15,-6 1 1 0,0 0 2 0,0 0 1 16,0 0 4-16,10-5-4 0,-10 5-3 0,0 0 0 16,0 0-1-16,0 0 4 0,5-2 1 0,-5 2-2 15,0 0 1-15,0 0 1 0,0 0-2 0,0 0 7 16,7-3 10-16,-7 3-2 0,0 0 3 0,4-5-7 16,-4 5 1-16,0 0-4 0,0 0 5 0,4-5-5 15,-4 5 1-15,0 0 3 0,7-6-1 0,-7 6-6 16,5-3 0-16,-5 3-3 0,5-6 2 0,-5 6 1 15,8-5 3-15,-8 5-8 0,6-5 4 0,-2 2-2 16,-4 3-4-16,8-4 8 0,-8 4-6 0,5-5 2 16,-5 5 4-16,4-6-3 0,-4 6-1 0,5-5-6 15,-5 5-2-15,5-3 5 0,-5 3-1 0,5-6-1 16,-5 6 9-16,6-7-7 0,-6 7 6 0,4-3-1 16,-4 3-6-16,0 0-3 0,7-6 3 0,-7 6-5 15,5-4-1-15,-5 4 3 0,5-5 0 0,-5 5-2 16,8-5 4-16,-8 5 2 0,6-5-6 0,-6 5 2 15,6-7-1-15,-6 7 1 0,8-4 1 0,-3 0 5 16,2 0-8-16,-7 4 6 0,7-8 0 0,-3 5-4 16,1 0 11-16,-5 3-8 0,9-6-6 0,-9 6 7 15,8-7 1-15,-4 4-1 0,-4 3 1 0,6-5 2 16,-2 3-7-16,-4 2 6 0,8-7-1 0,-8 7 1 0,7-6-3 16,-3 2-2-16,-4 4 7 0,6-8-7 15,-6 8 4-15,4-7-2 0,0 3 2 0,0-1-3 16,1 0 2-16,-5 5 2 0,5-7-3 0,-2 2 8 15,-3 5-7-15,4-7-1 0,-4 7 0 0,3-7-3 0,-3 7 2 16,4-8-1-16,-4 8 0 0,4-7-2 16,-4 7-1-16,5-7 0 0,-5 7 6 0,5-9-3 15,-5 9 2-15,5-8 0 0,-2 5-1 0,-3 3-5 16,6-8 4-16,-3 4 0 0,-3 4 4 0,5-10-4 16,-1 6 5-16,-4 4-3 0,6-9-1 0,-5 4 4 0,-1 5 1 15,6-7-7-15,-3 2 10 0,-3 5-11 0,8-10 3 16,-4 5 7-16,1-3-5 0,-2 3 1 15,-3 5-5-15,7-9 4 0,-2 3-1 0,-1-1 13 16,0 4-18-16,-4 3 2 0,8-13-2 0,-4 9 1 16,-1-3 3-16,0 2-2 0,2 1 2 0,-1-1-2 0,0-1 2 15,-4 6 2-15,6-9-1 0,-2 5-6 0,0-1 6 16,-4 5 3-16,6-9 1 0,-3 6-4 16,-3 3 1-16,5-7 1 0,-5 7-4 0,4-8 0 15,-4 8 8-15,4-5-4 0,-4 5-4 0,5-6 2 16,-5 6 2-16,5-7 8 0,-5 7-2 0,4-6-8 0,-4 6-4 15,5-8 10-15,-3 3-9 0,-2 5 6 16,7-10-3-16,-5 4 5 0,-2 6-10 0,7-7 3 16,-5 2 2-16,-2 5-1 0,5-8-1 0,-5 8-3 15,4-6 8-15,-4 6-5 0,4-7 0 0,-4 7 0 16,4-7 8-16,-4 7-9 0,5-5 2 0,-5 5-2 0,5-8 1 16,-5 8 1-16,5-8 1 0,-2 4-6 0,-3 4 4 15,6-9-3-15,-6 9 3 0,5-8 2 0,0 4-1 16,-5 4 1-16,7-7 1 0,-4 3-2 15,-3 4 2-15,6-6 8 0,-3 2-13 0,-3 4 0 0,7-8 1 16,-4 4 3-16,-3 4 2 0,7-7-4 0,-3 3 1 16,-4 4-3-16,5-8 3 0,-1 4-4 0,-4 4 6 15,6-7-2-15,-3 1 4 0,-3 6-3 0,9-5 1 16,-5 0-3-16,-4 5 3 0,6-7-1 16,-2 4 1-16,-4 3-2 0,5-9 15 0,-1 6-17 0,-4 3 4 15,9-9-4-15,-6 4 5 0,-3 5-2 0,8-10-3 16,-5 7 1-16,-3 3 1 0,9-7 4 0,-5 3-5 15,1-1 4-15,-5 5-2 0,6-8 2 16,-2 4-4-16,-4 4 16 0,6-6-16 0,-6 6 1 0,4-7-1 16,-4 7 11-16,8-4-9 0,-4-1-1 0,-4 5-4 15,6-5 4-15,-2 1 0 0,-4 4 0 0,6-3 1 16,-6 3-3-16,5-4 7 0,-5 4 0 0,0 0 4 16,4-7-6-16,-4 7 16 0,6-3 2 0,-6 3-7 15,6-6 8-15,-6 6 1 0,6-5-2 16,-6 5-2-16,5-6 1 0,-1 3 1 0,-4 3 0 0,9-6-4 15,-9 6 8-15,5-9-1 0,-1 6-8 0,-4 3 5 16,6-6-5-16,-6 6 1 0,7-6 3 0,-7 6-5 16,7-5-5-16,-7 5-2 0,5-6 7 0,-5 6-2 15,7-4-2-15,-7 4-4 0,6-6-3 16,-6 6 9-16,5-5-3 0,-5 5-10 0,7-6 2 0,-4 2-1 16,-3 4 5-16,10-6 3 0,-7 2-10 0,-3 4-7 15,9-7 12-15,-4 4 0 0,-5 3 0 0,5-5 3 16,-1 1 0-16,-4 4-3 0,8-6 9 0,-8 6-2 15,7-5 5-15,-7 5 6 0,7-4-4 0,-7 4-5 16,8-5 5-16,-6 1-8 0,-2 4 4 0,0 0 0 16,8-5-1-16,-8 5-2 0,5-5-2 0,-5 5 1 15,5-4-4-15,-5 4 3 0,7-5-5 0,-7 5 2 16,6-4-5-16,-6 4 18 0,0 0-9 0,8-6-5 16,-8 6-2-16,5-6 0 0,-5 6 3 0,4-4-1 15,-4 4 3-15,0 0-10 0,8-4 6 0,-8 4-18 16,0 0 26-16,4-5 1 0,-4 5 3 0,7-5 6 15,-7 5-6-15,6-6-5 0,-6 6 4 0,5-6 0 16,-5 6-3-16,8-4-3 0,-4 0 6 0,-4 4-12 16,6-5 4-16,-6 5 2 0,9-6-1 0,-5 3-5 15,-4 3-10-15,9-5 17 0,-9 5-1 0,8-5 3 16,-8 5-1-16,6-7-1 0,-6 7 2 0,6-5 2 16,-6 5-2-16,9-5 10 0,-9 5-13 0,4-4 2 15,-4 4 0-15,5-4 11 0,-5 4-2 0,0 0 4 16,7-4 1-16,-7 4-4 0,0 0 2 0,5-4-4 15,-5 4 2-15,5-6-3 0,-5 6-2 0,0 0 2 16,7-4-6-16,-7 4-1 0,0 0-1 0,0 0 1 16,7-4-1-16,-7 4 4 0,0 0-6 0,6-5-4 15,-6 5 0-15,0 0 2 0,7-5 1 0,-7 5 0 16,0 0-3-16,0 0 2 0,6-4-2 0,-6 4-12 16,4-4 12-16,-4 4 6 0,0 0-4 0,0 0-2 15,5-7-3-15,-5 7 1 0,0 0 1 0,0 0-6 16,4-6 5-16,-4 6 1 0,0 0-1 0,0 0 1 15,0 0 3-15,0 0-7 0,0 0 0 0,0 0 4 16,0 0 1-16,0 0 2 0,5-3 4 0,-5 3-1 16,0 0 3-16,0 0-4 0,0 0 4 0,0 0 1 15,0 0 2-15,0 0-3 0,0 0 8 0,0 0-21 16,0 0 21-16,0 0 0 0,0 0 5 0,0 0 1 0,0 0 2 16,0 0-2-16,0 0-4 0,0 0 5 15,0 0-4-15,0 0 1 0,0 0 2 0,0 0-3 16,0 0 3-16,0 0-1 0,0 0-4 0,0 0 2 15,0 0-1-15,0 0-1 0,0 0 3 0,0 0 2 16,0 0-3-16,0 0 5 0,0 0-7 0,0 0 1 16,0 0 5-16,0 0-6 0,0 0 2 0,0 0-2 15,0 0-2-15,0 0 2 0,0 0 1 0,0 0-3 16,0 0 1-16,0 0 3 0,0 0 0 0,0 0 1 16,0 0 1-16,0 0 1 0,0 0-4 0,0 0-1 15,0 0 2-15,0 0-3 0,0 0-2 0,0 0-1 16,0 0-3-16,0 0 1 0,0 0-1 0,0 0 2 15,0 0-3-15,0 0 1 0,0 0-6 0,0 0 4 16,0 0-7-16,0 0 4 0,0 0-2 0,0 0 1 16,0 0-3-16,0 0 1 0,0 0-4 0,0 0 1 0,0 0-2 15,0 0 3-15,0 0-1 0,0 0-2 16,0 0-2-16,0 0 2 0,0 0 0 0,0 0 2 16,0 0 1-16,0 0-2 0,0 0 1 0,0 0-2 15,0 0-8-15,0 0 10 0,0 0-1 0,0 0 1 0,0 0-1 16,0 0 1-16,0 0 0 0,0 0 0 0,0 0 2 15,0 0 0-15,0 0 1 0,0 0 7 16,0 0 4-16,0 0 1 0,0 0 3 0,0 0-3 16,0 0-9-16,0 0 9 0,0 0 0 0,0 0 3 15,0 0-6-15,0 0 0 0,0 0 2 0,0 0 2 0,0 0-5 16,0 0 1-16,0 0 0 0,0 0 0 0,0 0-1 16,0 0 0-16,0 0-2 0,0 0 1 0,0 0-2 15,0 0-3-15,0 0 3 0,0 0 0 0,0 0-1 16,0 0-2-16,0 0-1 0,0 0 1 0,0 0-1 15,0 0 4-15,0 0-2 0,0 0-2 0,0 0-5 16,0 0 3-16,0 0 0 0,0 0 2 0,0 0-7 16,0 0 2-16,0 0 1 0,0 0 2 0,0 0-1 15,0 0-3-15,0 0 3 0,0 0-2 0,0 0 1 16,0 0-2-16,0 0 1 0,0 0-2 0,0 0 4 16,0 0 3-16,0 0-9 0,0 0 4 0,0 0-2 15,0 0 2-15,0 0 1 0,0 0-2 0,0 0-4 16,0 0 4-16,0 0-4 0,0 0 6 0,0 0-2 15,0 0 1-15,0 0-5 0,0 0 2 0,0 0-1 16,0 0 1-16,0 0 1 0,0 0 1 0,0 0 0 16,0 0 0-16,0 0 0 0,0 0 2 0,0 0-5 15,0 0 1-15,0 0 4 0,0 0-2 0,0 0-1 16,0 0 0-16,0 0 1 0,0 0 2 0,0 0 3 16,0 0-7-16,0 0 0 0,0 0 0 0,0 0 0 15,0 0 2-15,0 0 0 0,0 0-1 0,0 0 0 16,0 0 4-16,0 0-2 0,0 0 5 0,0 0-8 15,0 0 0-15,0 0 3 0,0 0-1 0,0 0 1 16,0 0-2-16,0 0 3 0,0 0-3 0,0 0-9 16,0 0 13-16,0 0-13 0,0 0 14 0,0 0-16 15,0 0 12-15,0 0 0 0,0 0-8 0,0 0 10 16,0 0 2-16,0 0-2 0,0 0 0 0,0 0-1 16,0 0 2-16,0 0 3 0,0 0-5 0,0 0 1 15,0 0-2-15,0 0 0 0,0 0-1 0,0 0-2 16,0 0 3-16,0 0 1 0,0 0-1 0,0 0-3 15,0 0 4-15,0 0-2 0,0 0 1 0,0 0 2 16,0 0-1-16,0 0-1 0,0 0 2 0,0 0-1 16,0 0-2-16,0 0 2 0,0 0-1 0,0 0 1 15,0 0 0-15,0 0-1 0,0 0-2 0,0 0 2 16,0 0-3-16,0 0 6 0,0 0-3 0,0 0 2 16,0 0 4-16,0 0-9 0,0 0 5 0,0 0 0 15,0 0-2-15,0 0 2 0,0 0-1 0,0 0-2 16,0 0 1-16,0 0-11 0,0 0 13 0,0 0-2 15,0 0 3-15,0 0 1 0,0 0-1 0,0 0-3 16,0 0 0-16,0 0 3 0,0 0-2 0,0 0-2 16,0 0 2-16,0 0-4 0,0 0 7 0,0 0-1 15,0 0 0-15,0 0-7 0,0 0 6 0,0 0-2 16,0 0 4-16,0 0-2 0,0 0-1 0,0 0-2 16,0 0 0-16,0 0 3 0,0 0-2 0,0 0-2 15,0 0 1-15,0 0 0 0,0 0-1 0,0 0-1 16,-14-5 8-16,14 5-7 0,0 0 0 0,0 0 2 15,0 0 1-15,0 0 0 0,0 0 0 0,0 0-5 0,0 0 4 16,0 0 0-16,0 0-6 0,0 0 3 0,0 0 2 16,0 0 1-16,0 0-2 0,0 0 1 15,0 0 2-15,0 0-1 0,0 0-1 0,0 0 3 16,0 0-1-16,0 0 0 0,0 0-1 0,0 0 0 16,0 0 1-16,0 0-4 0,0 0 2 0,0 0 1 0,0 0-1 15,0 0 0-15,0 0 0 0,0 0 3 0,0 0-4 16,0 0-4-16,0 0 10 0,0 0-4 15,0 0 3-15,0 0 0 0,0 0-6 0,0 0 1 16,0 0 1-16,0 0 1 0,0 0-2 0,0 0 1 0,0 0-4 16,0 0 6-16,0 0-1 0,0 0-1 0,0 0 0 15,0 0 2-15,0 0 1 0,0 0-3 16,0 0-7-16,0 0 7 0,0 0-1 0,0 0 2 16,0 0 4-16,0 0-6 0,0 0 2 0,0 0 2 15,0 0 1-15,0 0-3 0,0 0 2 0,0 0-4 0,0 0 5 16,0 0-6-16,0 0 3 0,0 0 0 0,0 0 1 15,0 0-2-15,0 0 1 0,0 0 2 16,0 0 0-16,0 0-1 0,0 0 0 0,0 0 1 16,0 0-7-16,0 0 6 0,0 0-7 0,0 0 8 0,0 0-2 15,0 0 5-15,0 0-4 0,0 0-1 0,0 0-2 16,0 0 2-16,0 0-1 0,0 0 2 0,0 0-1 16,6-11 2-16,-6 11-2 0,0 0 0 0,0 0-4 15,0 0 4-15,0 0 1 0,0 0-2 16,0 0 2-16,0 0 1 0,0 0-4 0,0 0 2 0,0 0 7 15,0 0-6-15,0 0-8 0,0 0 5 0,0 0 0 16,0 0 2-16,0 0 0 0,0 0 1 0,0 0-2 16,0 0 4-16,0 0-14 0,0 0 11 15,0 0 0-15,0 0-3 0,0 0 6 0,0 0-6 0,0 0 1 16,0 0 1-16,0 0 0 0,0 0 2 0,0 0 3 16,0 0-5-16,0 0 6 0,0 0-8 0,0 0 3 15,0 0-1-15,0 0 2 0,0 0-4 0,0 0 4 16,0 0 0-16,0 0-1 0,0 0 2 0,0 0 0 15,0 0-3-15,0 0 0 0,0 0 0 0,0 0 0 16,0 0 1-16,0 0 3 0,0 0-3 0,0 0 1 16,0 0 2-16,0 0-4 0,0 0 2 0,0 0-9 15,0 0 6-15,0 0 2 0,0 0 1 0,0 0 3 16,0 0-4-16,0 0 0 0,0 0 1 0,0 0-1 16,0 0-3-16,0 0 4 0,0 0-3 0,0 0 5 15,0 0-8-15,0 0 8 0,0 0-5 0,0 0-6 16,0 0 11-16,0 0-14 0,0 0 2 0,0 0 12 15,0 0-3-15,0 0 3 0,0 0 0 0,0 0-1 16,0 0-2-16,0 0-8 0,0 0 9 0,0 0 1 16,0 0 3-16,0 0-1 0,0 0-4 0,0 0 1 15,0 0 3-15,0 0-2 0,0 0-3 0,0 0 7 16,0 0-16-16,0 0 8 0,0 0 4 0,0 0 0 16,0 0-2-16,0 0 2 0,0 0-10 0,0 0 10 15,0 0-1-15,0 0 0 0,0 0 2 0,0 0 0 16,0 0-5-16,0 0 4 0,0 0-2 0,0 0 1 15,0 0-8-15,0 0 7 0,0 0 2 0,0 0-2 16,0 0 2-16,0 0 1 0,0 0-3 0,0 0 2 16,0 0-5-16,0 0 3 0,0 0 0 0,0 0-1 15,0 0 2-15,0 0 2 0,0 0-4 0,0 0 2 16,0 0-6-16,0 0 4 0,0 0 0 0,0 0 3 16,0 0-3-16,0 0-1 0,0 0 1 0,0 0 1 15,0 0-2-15,0 0-1 0,0 0 1 0,0 0 2 16,0 0-1-16,0 0-2 0,0 0 0 0,0 0 3 0,0 0-4 15,0 0 5-15,0 0-1 0,0 0-4 16,0 0 6-16,0 0-2 0,0 0-1 0,0 0 1 16,0 0-5-16,0 0 5 0,0 0-2 0,0 0 1 15,0 0 1-15,0 0-1 0,0 0 3 0,0 0-3 0,0 0 1 16,0 0-2-16,0 0 1 0,0 0 2 0,0 0-2 16,0 0 2-16,0 0-2 0,0 0 0 15,0 0-5-15,0 0-1 0,0 0-1 0,0 0-3 16,0 0-5-16,0 0-4 0,0 0-8 0,0 0-10 15,0 0-8-15,0 0-18 0,0 0-9 0,0 0-18 0,0 0-14 16,0 0-12-16,0 0-13 0,0 0-14 16,0 0-33-16,0 0-38 0,0 0-32 0,-11 16-24 15,4-13-16-15,1 0-21 0,0 4-33 0,-3-1-21 16,0-2-273-16,-1 2-689 0,0 1 305 0</inkml:trace>
  <inkml:trace contextRef="#ctx0" brushRef="#br0" timeOffset="42200.38">18450 9674 22 0,'-13'-3'180'0,"5"3"-7"0,8 0-8 0,-16 0-9 16,5 0-9-16,-1 1-2 0,-1 3-10 0,-1 1-11 16,0 2-11-16,-3 1-13 0,6-1-9 0,-2 0-12 15,0 2-7-15,4 1-6 0,0-3-5 0,2 3-11 16,0-1-4-16,3 1-6 0,2 3 4 0,-1-5-5 16,4 3 0-16,2-1 5 0,1 0 1 0,2-1-6 15,6 0 3-15,-3-2-12 0,0 0-2 0,5-1 2 16,0 0-2-16,-1-2-5 0,2-1-1 0,-1 0-6 15,3-1 0-15,-5-1-4 0,0-1 0 0,-2 3 2 16,-2-5-4-16,-8 2 0 0,12 2 4 0,-12-2-8 16,9-2 2-16,-9 2 0 0,7-4-1 0,-7 4-1 15,0 0 0-15,0 0-5 0,0 0 4 0,0 0 0 16,0 0 0-16,0 0 0 0,-32 2-1 0,23 0 4 16,-3 1-3-16,1 1 1 0,-1 2 1 0,-1 0 0 15,1 0-4-15,-3 5 9 0,2 0 0 0,0 0 7 0,-1 3 4 16,1-1-2-16,-1 1 1 0,5 0-6 15,1-3 2-15,2-1-3 0,0 0-3 0,1 0 1 16,3 0 0-16,1 0-1 0,1 1 0 0,3-2 4 16,2-1-5-16,2 0-3 0,0 1 3 0,2-3-11 0,1-2-10 15,4 0-28-15,-1-3-36 0,6 0-44 0,0-1-50 16,2-1-58-16,-2 1-150 0,2-5-408 16,-1 1 181-16</inkml:trace>
  <inkml:trace contextRef="#ctx0" brushRef="#br0" timeOffset="42385.47">18708 9907 212 0,'0'-11'249'16,"0"11"-9"-16,0 0-12 0,0 0-6 0,0 0-22 16,0 0-15-16,0 0-18 0,0 0-12 0,6-4-14 15,-6 4-12-15,0 0-15 0,12 0-9 0,-12 0-9 16,16 0-14-16,-7 0-15 0,3-1-21 0,2 1-31 15,-3-1-39-15,1-1-52 0,1 2-52 0,5-2-62 16,-4 1-183-16,-1-2-404 0,2 1 180 0</inkml:trace>
  <inkml:trace contextRef="#ctx0" brushRef="#br0" timeOffset="42591.03">18805 9969 188 0,'-8'2'207'16,"-1"1"0"-16,3 0-12 0,6-3-13 0,-9 5-14 16,5-1-18-16,4-4-7 0,-6 4-8 0,6-4-4 15,0 0-10-15,-5 3-5 0,5-3-6 0,0 0-8 16,0 0-11-16,0 0-9 0,18 6-16 0,-9-5-18 16,0-1-29-16,3 0-43 0,2 0-48 0,5-3-57 15,0 1-59-15,0 0-154 0,1-3-370 0,6 0 164 16</inkml:trace>
  <inkml:trace contextRef="#ctx0" brushRef="#br0" timeOffset="42799.54">19297 9871 30 0,'-10'-3'310'16,"10"3"-6"-16,0 0-9 0,-8-1-15 0,8 1-16 15,0 0-36-15,-2-8-20 0,2 8-24 0,0 0-17 0,0 0-27 16,15-10-16-16,-4 6-28 0,1 1-25 0,6 0-30 16,0-1-37-16,5 0-60 0,-2 0-68 15,6-1-58-15,-6 2-216 0,7-3-430 0,-6 2 190 16</inkml:trace>
  <inkml:trace contextRef="#ctx0" brushRef="#br0" timeOffset="43284.85">19797 9719 208 0,'0'0'299'0,"-4"-9"-7"0,0 4-3 16,4 5-10-16,-11-8-5 0,4 5-8 0,1 0-25 16,-6 0-16-16,5 2-18 0,-5 0-20 0,-1 2-18 0,1-1-20 15,-4 3-12-15,1 3-11 0,-2 2-15 0,2 0-10 16,-3 2-1-16,4-1-14 0,-3 3-12 0,5-1-7 15,0 0-9-15,2-3-2 0,2 2-17 0,3 1 18 16,1-2-23-16,2-1 4 0,0 3-4 0,4-2 0 16,-1-1 3-16,1-1-14 0,4-1-11 0,-1 1 3 15,3-1-5-15,2 0 0 0,0 0-5 0,1-3-1 16,2 0-2-16,-1-1-1 0,2-4-2 16,-3 1-3-16,1-3 0 0,0 1 3 0,0-3 5 0,1 0-7 15,-3-1 8-15,-1-3-9 0,1-3 1 0,0 2 0 16,-1-5-1-16,0-1 0 0,3-7 1 0,-8 5 2 15,2-5 0-15,-3-2 5 0,1 1-4 0,-3 1 2 16,0 3 0-16,-1-4 3 0,-1 2-3 0,1 3 3 16,-1 4 20-16,-1 0 2 0,2 3 2 0,0 3 15 15,-1-1-8-15,1 11 12 0,-1-13-9 0,1 13-4 16,0-8-6-16,0 8-3 0,0 0-10 0,0 0-7 16,0 0 3-16,0 0-1 0,0 0 2 0,2 32-14 15,0-12 2-15,-1 6 0 0,-2 0 2 0,1 3 0 16,2-4 8-16,-1 1-9 0,2 0 1 0,-2 0 17 15,2-7-30-15,-2 0-30 0,-1-3-45 0,2 1-38 0,1-1-29 16,0 1-31-16,0-1-40 0,0-1-53 0,2-5-36 16,-1-1-253-16,4 1-612 0,-1-4 272 15</inkml:trace>
  <inkml:trace contextRef="#ctx0" brushRef="#br0" timeOffset="43617.08">20046 9654 102 0,'1'-9'265'0,"-1"3"-6"0,0 6-16 0,3-10-23 0,-3 10-26 16,0 0-20-16,0 0-3 0,0 0 0 0,0 0-2 15,0 0-12-15,4 31-13 0,-3-13-12 0,-1 0-5 16,0 0 0-16,0 1-26 0,1-2-2 0,-1 1-12 16,3-1-5-16,-1 1-7 0,3-3-7 0,-2-2-3 15,1-2 8-15,0-2-2 0,-2-1 5 0,5 0 0 16,-5-2 11-16,3-1 0 0,0-3 15 0,-5-2-11 15,9 5 8-15,-2-5-2 0,-7 0-4 16,14-4-12-16,-4 0-3 0,-1-4-1 0,2 0-12 0,0 1-7 16,-1-5-3-16,4-3-8 0,-3-1-5 0,1 1-12 15,-2-2 3-15,3-4-5 0,0-2 1 0,-2 0-4 16,-3 5-2-16,2 0-2 0,-1 2 1 0,0 1-10 16,-2 1-11-16,-1 2-17 0,-2 3-10 0,-1 0-23 15,1 4-43-15,-1-1-38 0,-3 6-29 0,0 0-7 16,5-3-11-16,-5 3-34 0,0 0-44 0,0 18-40 15,-1-7-262-15,-2 2-601 0,-2 5 267 0</inkml:trace>
  <inkml:trace contextRef="#ctx0" brushRef="#br0" timeOffset="43834.49">19706 10155 129 0,'-18'6'253'0,"5"-2"-10"15,4 0-4-15,2-2-7 0,-1 0 4 0,8-2-3 16,0 0 1-16,0 0 2 0,0 0-11 0,24 5-18 16,7-8-18-16,4-1-21 0,17-6-17 0,2 5-18 15,2-5-11-15,-2 3-7 0,-3-3-20 0,-16 3-30 16,1-1-32-16,-3 2-43 0,-1 2-42 0,-9 3-49 16,-1-1-70-16,-1 0-69 0,-7 2-254 0,-2 0-536 0,-1 2 238 15</inkml:trace>
  <inkml:trace contextRef="#ctx0" brushRef="#br0" timeOffset="44370.75">20014 10394 2544 0,'-13'0'126'0,"3"-3"-60"0,-3 1-31 15,-5-1-8-15,2 1 13 0,-2 1 22 0,4 0 28 16,-5 0-6-16,1-1 6 0,0 2 6 0,0 0-5 15,5-1-2-15,-1 0-4 0,3 2-7 16,0 2-13-16,0-2-3 0,1 0-8 0,-1 3-7 0,0 3 2 16,1 0 13-16,-4 3-1 0,2 2 1 0,1 0-11 15,-3-1-4-15,5 4-7 0,-2-1 0 0,3-1-6 16,2-1-3-16,1 1-2 0,1-2 1 0,0 0-7 16,2 0 3-16,2-2 9 0,0-2-9 0,1 2-7 15,0-1-4-15,5 1-8 0,-2-6 8 0,1 2-3 16,4 0-4-16,-1-2 6 0,4 0-3 0,3-3 0 15,-2-2 3-15,5-2 3 0,-1-1-9 0,2-1 2 16,-2-3-4-16,0-1 1 0,0-1-3 0,-2-2 0 16,1-1 3-16,-1-1-2 0,-2 1-4 0,3-8 3 15,-3 1 2-15,-1 4-3 0,-1-7 1 0,-3 1 1 16,-1 4-4-16,1-6 0 0,-3-1-3 0,-2 9 5 16,2-8 0-16,-4 5-4 0,-1 2 4 0,2 0 5 15,-4 3-4-15,1 2 6 0,1 2 3 0,0 1 7 16,-1 1 1-16,1 9 1 0,0-12 9 0,0 12-22 15,-2-7 5-15,2 7-6 0,0 0-6 0,0 0 4 0,0 0 0 16,0 0-9-16,0 0 4 0,0 0-1 16,-3 30 17-16,1-13-2 0,1 3 3 0,-2 6 2 15,2 0 5-15,-2 0-8 0,0 0 3 0,-1 0-1 16,1-6-3-16,1 0 2 0,1-2-6 0,-1 7 6 16,0-6-3-16,0 1-13 0,1-3-41 0,1-1-37 15,-1-3-38-15,1-1-28 0,1 5-16 0,-1-5-18 16,1 1-35-16,-1-2-42 0,2-3-47 0,-1-1-52 15,-1 1-196-15,4-3-593 0,-2 2 263 0</inkml:trace>
  <inkml:trace contextRef="#ctx0" brushRef="#br0" timeOffset="44902.34">20182 10342 163 0,'-2'-11'252'0,"2"11"-7"0,2-12-7 0,-2 6 1 16,0 6-11-16,0-9-14 0,0 9-15 0,3-10-18 16,-3 10-17-16,5-7-17 0,-5 7-17 0,8-4-10 15,-2 3-13-15,-6 1-12 0,13 3-6 0,-4-1-11 16,-1 4-9-16,0 0-5 0,0 2-7 0,-1 0-3 15,-2 3-5-15,-1-1-6 0,-2 0-2 0,1 2-6 16,-2-1-3-16,-1 2-4 0,-4-1 3 0,2-2-1 16,-2 0-4-16,0-1-3 0,-1 0-3 0,2-2 3 15,-4 1-7-15,2-3-4 0,1 1 3 0,-1-2 1 16,5-4 6-16,-8 6-7 0,8-6-2 0,0 0 0 16,-6 5-6-16,6-5 1 0,0 0-1 0,0 0-2 15,0 0 0-15,0 0-4 0,18-23 3 0,-9 15-4 16,2-4-2-16,3 1-1 0,1-3-2 0,2 1-2 0,0 0 1 15,3-6 1-15,2 1-2 0,-7 5-1 16,-1-2 4-16,-1 1 3 0,1 0 1 0,-6 4-3 16,-3-1 6-16,0 1 1 0,0 4 16 0,-2-1 5 15,-1 1 5-15,2 2 10 0,-4 4 0 0,0 0 5 0,3-8-12 16,-3 8 0-16,0 0 8 0,0 0 10 0,-18 16 9 16,10-6 21-16,0 2-7 0,1 4 20 15,-3 0-12-15,2-1-2 0,-1 0-10 0,1 0-6 0,2 1-5 16,1-6-7-16,3 3-3 0,0-1-11 0,-1 1-40 15,3-3-59-15,0-2-70 0,4 1-48 0,3 0-69 16,4-4-102-16,0 0-287 0,18-2-690 0,-8-1 306 16</inkml:trace>
  <inkml:trace contextRef="#ctx0" brushRef="#br0" timeOffset="45050.54">20795 10367 215 0,'0'0'312'0,"6"-3"10"15,-6 3 15-15,0 0-16 0,5-6-21 0,-5 6-25 16,0 0-27-16,3-5-27 0,-3 5-33 0,0 0-29 16,0 0-42-16,0-10-52 0,0 10-45 0,0 0-46 15,0 0-61-15,-9-11-82 0,9 11-77 0,-11-5-183 16,3 4-465-16,-10-2 206 0</inkml:trace>
  <inkml:trace contextRef="#ctx0" brushRef="#br0" timeOffset="59564.39">20090 10894 49 0,'0'0'86'0,"0"0"-6"0,0 0-17 0,0 0 1 0,0 0-9 16,0 0 1-16,0 0-14 0,0 0-5 16,0 0-1-16,0 0-5 0,0 0-5 0,0 0-5 0,0 0-9 15,0 0-9-15,0 0-6 0,0 0-5 0,0 0-11 16,0 0-7-16,0 0-15 0,0 0-53 0,0 0-103 16,0 0 46-16</inkml:trace>
  <inkml:trace contextRef="#ctx0" brushRef="#br0" timeOffset="68799.61">18326 11392 13 0,'2'-6'214'16,"-2"6"-19"-16,4-8-7 0,-4 8-4 0,4-9-13 15,-4 9-13-15,0 0-14 0,3-7-12 0,-3 7-17 16,0 0-10-16,0 0-15 0,2-6-10 0,-2 6-11 16,0 0-3-16,0 0-11 0,0 0 0 0,0 0-9 0,13 19-4 15,-8-12-8-15,-1 5-1 0,5 3-5 16,-3 3-1-16,1 1-6 0,0-1-1 0,-2 1 1 16,3-1 0-16,-3 0-8 0,0-1 2 0,-1 0 0 15,1-2-3-15,0 2-5 0,0-6 3 0,-3 0 1 16,1 0-3-16,1-2 1 0,-2-3 1 0,0 0-2 0,-2-6 2 15,3 10-2-15,-3-10 18 0,0 0 16 16,4 6 14-16,-4-6 5 0,0 0-10 0,0 0 6 16,0 0-15-16,0 0-5 0,14-18 0 0,-12 8-2 15,2 0 3-15,0-2-2 0,-2-6-1 0,2 2-4 0,-1-1-5 16,1-1-3-16,-2-1 1 0,5-7-3 16,-4 8-2-16,0-2-3 0,1-3-4 0,0-2 7 0,-2 7-6 15,0-1 0-15,-1 2 1 0,1 5-6 16,0 3 0-16,3-2-1 0,-4 0-3 0,1 1-1 0,0 4-8 15,0 0-6-15,-2 6-7 0,3-11-22 0,-3 11-21 16,1-6-24-16,-1 6-14 0,0 0-18 0,0 0-16 16,0 0-25-16,0 0-19 0,14 18-37 15,-9-5-147-15,-5-2-389 0,2 5 173 0</inkml:trace>
  <inkml:trace contextRef="#ctx0" brushRef="#br0" timeOffset="69149.88">18708 11394 59 0,'-3'-6'165'0,"3"6"-1"0,0 0 2 15,2-10-6-15,-2 10-7 0,0 0-4 0,0 0-7 16,0-11-3-16,0 11-9 0,0 0-7 0,0 0-7 15,-3-6-7-15,3 6-6 0,0 0-10 0,0 0-6 16,0 0-10-16,0 0-8 0,0 0-3 0,-4-6-11 16,4 6-10-16,0 0-2 0,0 0-6 0,0 0-5 15,-7 17-3-15,3-9 5 0,0 3-8 0,-1 1-2 16,-3 4-3-16,0 2 1 0,3 0-5 0,0 0 2 16,-2 0-5-16,4 1 3 0,1-3 2 0,0 1-7 15,1 0 0-15,1-2 1 0,1-3-4 0,2 4-1 16,-1 0 1-16,6-2-2 0,-3-3-13 0,0 0-20 15,2-1-28-15,0 0-38 0,1-2-44 0,1 1-43 16,-1-1-40-16,-2-1-128 0,1-1-377 0,0-3 167 16</inkml:trace>
  <inkml:trace contextRef="#ctx0" brushRef="#br0" timeOffset="69587.98">18875 11441 193 0,'0'0'187'0,"11"-4"-16"0,-11 4-10 0,12 2-18 0,-5 2 1 16,-1-1-9-16,-1 2-13 0,2 4-18 15,-1 0-3-15,-2 3-6 0,-2 0-4 0,1 0-10 16,-2-2-9-16,-1 1-2 0,-1 0 0 0,0 0-8 0,-1-1 0 16,-2-1-7-16,3-3-6 0,1-6-2 0,-4 9 4 15,4-9 6-15,-5 9 2 0,5-9 3 0,0 0 0 16,-1 5 5-16,1-5-8 0,0 0-3 0,0 0-10 15,0 0-4-15,0 0-8 0,0 0-1 0,0 0-7 16,13-28-4-16,-7 19-2 0,2-5-4 0,0-1-3 16,3 3-5-16,-1-5 0 0,2 2 0 15,-2-2-3-15,0 1 1 0,-2 0-3 0,-2 5 3 16,2-4-2-16,-4 4-2 0,0 1 6 0,-2 1-5 0,1 3-1 16,-2-1 2-16,-1 7 5 0,5-10 1 0,-4 6-4 15,-1 4 2-15,0 0-2 0,3-9-5 0,-3 9-1 16,0 0 0-16,0 0-1 0,0 0-2 0,0 0-2 15,-13 30 2-15,9-20 3 0,-2 5-3 0,2-2 4 16,0 2 3-16,0 2-3 0,-1 0 2 0,3-2-3 16,1-2 0-16,-1 0 4 0,4-4-2 0,-1 3 0 15,3 0-5-15,-1-3 4 0,4 1-16 0,-1 0-24 16,1 0-35-16,-1-3-45 0,2 2-31 0,-2-6-35 16,0 3-31-16,1-3-160 0,-7-3-405 0,11 2 180 15</inkml:trace>
  <inkml:trace contextRef="#ctx0" brushRef="#br0" timeOffset="69800.5">19195 11311 193 0,'5'-6'181'0,"0"2"-10"0,-5 4-10 16,9-3-2-16,-9 3-1 0,0 0 17 0,14 11-18 15,-8-2-11-15,-2 1-13 0,0 6-4 0,-1 1-9 0,-1 0-4 16,-2-1-1-16,-2 4-2 0,0 6-12 15,0-2-5-15,-2-5-14 0,-2 1-5 0,2-2-11 16,-3-2-3-16,1 2-5 0,0-1-4 0,-2-2-21 16,0-1-26-16,2-1-24 0,-2 0-40 0,-1 0-53 15,3-3-65-15,-1-2-60 0,0-1-144 0,2-1-410 16,-2-2 182-16</inkml:trace>
  <inkml:trace contextRef="#ctx0" brushRef="#br0" timeOffset="69940.64">19431 11469 125 0,'5'-4'166'0,"2"1"-26"15,0 1-12-15,0 0-20 0,-1-1-27 0,-6 3-50 16,11-1-29-16,-11 1-43 0,8 6-83 16,-8-6-133-16,-1 11 58 0</inkml:trace>
  <inkml:trace contextRef="#ctx0" brushRef="#br0" timeOffset="70076.63">19447 11581 50 0,'0'0'179'16,"0"0"-3"-16,-2 6-11 0,2-6-11 0,0 0-13 15,0 0-8-15,0 0-3 0,0 0-9 0,0 0-10 0,9 4-7 16,-9-4-13-16,12 1-13 0,-1-1-40 0,-1 2-65 16,5-6-66-16,-3 4-166 0,8-1-280 0,-1-3 124 15</inkml:trace>
  <inkml:trace contextRef="#ctx0" brushRef="#br0" timeOffset="70349.95">19935 11586 2441 0,'-14'-7'121'0,"7"5"-59"15,-2-2-31-15,4 0 5 0,5 4 21 0,-10-4 17 16,10 4 17-16,-8-3 5 0,8 3-1 0,0 0 4 15,-8-4 2-15,8 4-1 0,0 0-9 0,0 0 1 16,-6-3-8-16,6 3 7 0,0 0-9 0,0 0-4 16,0 0-7-16,0 0-5 0,0 0-15 0,0 0 1 15,18-7-4-15,-9 5-4 0,0 2 0 0,3-3-29 16,-1 3-13-16,1-3-23 0,0 2-14 0,1-1-16 16,2 2-18-16,2-2-30 0,-3-1-22 0,4 2-41 15,1 0-56-15,0 0-61 0,-5 2-265 0,-1-4-588 0,1 2 260 16</inkml:trace>
  <inkml:trace contextRef="#ctx0" brushRef="#br0" timeOffset="72052.86">20507 11269 90 0,'2'-7'204'0,"-2"7"-11"0,0 0-4 15,1-8-10-15,-1 8-7 0,0 0-8 0,0 0-10 0,0 0-10 16,-1-11-12-16,1 11-10 0,0 0-11 0,0 0-10 16,0 0-7-16,0 0-9 0,0 0-13 0,0 0-3 15,0 0-8-15,0 0-5 0,0 0-5 0,0 0-5 16,0 0-4-16,2-6-2 0,-2 6-2 0,0 0-4 16,0 0-2-16,0 0-3 0,0 0 1 0,0 0-5 15,0 0-3-15,0 0 0 0,0 0-1 0,0 0-3 16,0 0 0-16,0 0-1 0,0 0-7 0,0 0 2 15,0 0 3-15,0 0-7 0,0 0 4 0,0 0-5 16,0 0 0-16,0 0-2 0,0 0 1 0,0 0-3 16,0 0 3-16,0 0 13 0,0 0 9 0,0 0 1 15,0 0 1-15,-4 25-1 0,4-25-7 0,-1 7 0 16,1-7-2-16,0 0 3 0,-3 9-7 0,3-9 1 16,-2 6-2-16,2-6-4 0,0 0 0 0,-4 10 6 15,4-10 6-15,-4 9 0 0,3-4 7 0,1-5-4 16,-2 10-1-16,2-10-1 0,-4 10-3 0,2-3-2 15,1 0 1-15,0 1 0 0,-2 1-4 0,2 1 3 16,0-1-3-16,-1 1 4 0,1-1-3 0,-2 1 6 16,2 1-2-16,0-1-1 0,0 1-1 0,-3-3-1 15,3 2 0-15,1-2-4 0,-2 2 0 0,2-2-1 16,-1 0-2-16,0-1 7 0,2 2 0 0,-1-9-1 0,-1 15 6 16,1-8-7-16,0-7-7 0,0 12 3 15,-1-7 12-15,1-5-17 0,0 10 1 0,0-10 3 16,1 9-4-16,-1-9-1 0,0 0 0 0,0 10 12 15,0-10-13-15,0 0-2 0,0 7 1 0,0-7-1 16,0 8 2-16,0-8-2 0,0 0 12 0,0 0-16 0,0 0 5 16,1 8 12-16,-1-8-13 0,0 0 0 15,0 0-4-15,0 0-8 0,0 0 13 0,0 0 2 16,0 0-4-16,1 7 9 0,-1-7-11 0,0 0-2 0,0 0 1 16,0 0 4-16,0 0-3 0,0 0-4 0,0 0 3 15,0 0 1-15,0 0-2 0,0 0 6 0,0 9 3 16,0-9-9-16,0 0 3 0,0 0-1 15,0 0 0-15,0 0 3 0,2 8-1 0,-2-8-4 0,0 0 4 16,0 0-1-16,0 0-2 0,0 0-2 0,0 0 0 16,1 10 3-16,-1-10-2 0,0 0 1 0,0 0 4 15,0 0-8-15,0 0 11 0,0 0-3 0,2 7-5 16,-2-7 6-16,0 0-5 0,0 0 3 0,0 0-5 16,0 0 6-16,0 0 10 0,0 0-10 0,0 0 3 15,0 0-2-15,0 0 0 0,0 0-7 0,0 0 3 16,0 0 2-16,0 0 2 0,0 0-2 0,0 0-4 15,0 0 13-15,0 0-11 0,0 0 2 0,0 0-6 16,0 0 1-16,0 0 0 0,0 0 3 0,0 0-3 16,0 0-1-16,0 0 4 0,0 0-2 0,0 0 5 15,0 0-7-15,0 0 1 0,0 0 2 0,0 0 1 16,0 0 3-16,0 0-6 0,0 0 6 0,0 0-2 16,0 0 1-16,0 0-5 0,0 0 0 0,0 0 1 15,0 0 1-15,5 5 4 0,-5-5-7 0,0 0 2 16,0 0 1-16,0 0 4 0,3 5-2 0,-3-5 1 15,0 0-1-15,0 0-4 0,0 0 1 0,0 0 4 16,5 4-4-16,-5-4-1 0,0 0 3 0,0 0 1 16,0 0-6-16,0 0 3 0,0 0 0 0,4 5 4 15,-4-5-2-15,0 0 2 0,0 0-4 0,0 0 3 16,0 0 1-16,0 0 3 0,0 0-3 0,7 1 3 16,-7-1-6-16,0 0 8 0,0 0-11 0,0 0 6 15,0 0-2-15,0 0 1 0,0 0-2 0,0 0-4 16,0 0 8-16,0 0 0 0,0 0-6 0,0 0 15 15,0 0-16-15,0 0 4 0,0 0 0 0,0 0 5 16,0 0-6-16,0 0 0 0,0 0-3 0,0 0 16 16,0 0-12-16,0 0-2 0,0 0-4 0,0 0 9 15,0 0-4-15,0 0 4 0,0 0-6 0,0 0 0 16,0 0 3-16,0 0 3 0,0 0-1 0,0 0 2 0,0 0 1 16,0 0 0-16,0 0-8 0,0 0 3 0,0 0 2 15,0 0 1-15,0 0-6 0,0 0 8 0,0 0-1 16,0 0-3-16,0 0 0 0,0 0 4 15,0 0-10-15,0 0 2 0,0 0 13 0,0 0-8 0,0 0 0 16,0 0-2-16,0 0 8 0,0 0-4 0,0 0-10 16,0 0 5-16,0 0 8 0,0 0-5 0,0 0-6 15,0 0 4-15,0 0-2 0,0 0 2 0,0 0 1 16,0 0 2-16,0 0-3 0,0 0 4 0,0 0-2 16,0 0 0-16,0 0-5 0,0 0 1 0,0 0 1 15,0 0 6-15,0 0-2 0,0 0-6 0,0 0 1 16,0 0 2-16,0 0-4 0,0 0-1 0,0 0-6 15,0 0-11-15,0 0-23 0,0 0-17 0,0 0-19 16,0 0-17-16,0 0-18 0,0 0-14 0,0 0-25 16,0 0-31-16,0 0-25 0,-30-1-31 0,30 1-34 15,-10-4-141-15,5 0-452 0,0 0 200 0</inkml:trace>
  <inkml:trace contextRef="#ctx0" brushRef="#br0" timeOffset="72771.63">20576 11173 120 0,'0'0'124'0,"0"0"14"16,3-9-2-16,-3 9-7 0,0-7-5 16,0 7 5-16,0 0-8 0,-4-12-2 0,4 12-1 15,-2-6-11-15,2 6-9 0,-8-7-8 0,8 7 1 16,-4-6-4-16,4 6-4 0,-6-3-6 0,6 3-6 0,0 0 2 15,-8-4-9-15,8 4-7 0,0 0-6 0,0 0-4 16,0 0-3-16,0 0-6 0,-13 7-6 0,9 0-1 16,-2 3-3-16,1 0 10 0,0 2-1 15,-2 2-2-15,1 2-3 0,-3 8 2 0,1-6 1 0,2 1 1 16,-1 6-1-16,-1-1 5 0,3 1-1 0,-2 1-6 16,1 1 1-16,1-1-1 0,-2-2 0 15,1 3-4-15,2 1-3 0,1-1-3 0,2 1-4 0,1-2 1 16,0 5-2-16,0-1 0 0,1 2 2 0,1 0-5 15,0 1-1-15,-2 0 2 0,2 0-2 0,-2 0-5 16,-2 1 2-16,5-4-3 0,-3 1 1 0,-3-2-1 16,-1 2 3-16,1-3 4 0,-5-2 5 0,-1 3 5 15,0-4-2-15,-3-1 5 0,-3 2-5 0,0-6-2 16,0 2-4-16,2-7 9 0,-6 6-6 0,6-8-5 16,-2 1 7-16,-1-2-9 0,1-2 0 0,2 2-1 15,-2-4-2-15,3-2 0 0,3-3-4 0,-1 2 5 16,2-1-3-16,2-3-14 0,6-1-21 0,-12 2-27 15,12-2-24-15,-11-7-37 0,11 7-52 0,-3-10-43 16,5-2-41-16,0 2-190 0,6-5-476 0,2-1 212 16</inkml:trace>
  <inkml:trace contextRef="#ctx0" brushRef="#br0" timeOffset="73168">20829 11423 109 0,'-1'-12'255'0,"1"12"-4"0,0-10-8 0,0 10-7 15,0 0-17-15,0-9-17 0,0 9-19 0,0 0-16 16,0 0-22-16,0 0-15 0,0 0-16 0,0 0-11 16,0 0-8-16,0 0 4 0,0 0-5 15,-9 26-1-15,5-11-10 0,-1 5-3 0,-2 0 9 0,-1 4-2 16,2 1-2-16,0-6-8 0,2 0-8 0,1 2 1 16,-2-4-5-16,1 2-4 0,1-3-6 0,3-3-6 15,-1-1-2-15,2 1-4 0,1-3 5 0,-1 0-11 16,1 0-6-16,1 0-4 0,3-2 8 0,-1-3-2 15,-1 1-3-15,5-1-2 0,1 0-4 0,-1-2-10 16,2-1-34-16,0-2-24 0,1-2-33 0,-1-1-28 16,2 0-33-16,-2-1-47 0,2 1-45 0,-1-5-29 15,-3 0-233-15,1 1-532 0,-1 0 236 0</inkml:trace>
  <inkml:trace contextRef="#ctx0" brushRef="#br0" timeOffset="73332.39">20916 11617 6 0,'-6'-7'224'0,"6"7"2"0,-4-5 4 16,4 5-7-16,0 0-7 0,-5-5-12 0,5 5-6 16,0 0-25-16,0 0-15 0,0 0-13 0,0 0-14 15,-4-6-17-15,4 6-9 0,0 0-20 0,0 0-17 16,15-8-24-16,-8 7-28 0,2 0-36 0,-9 1-47 16,13-5-47-16,-6 3-41 0,3 0-45 0,-3 0-135 15,-7 2-364-15,10-5 162 0</inkml:trace>
  <inkml:trace contextRef="#ctx0" brushRef="#br0" timeOffset="73490.66">20882 11413 148 0,'0'0'253'0,"-4"-8"-14"0,4 8-14 0,-4-6-17 16,4 6-19-16,-3-5-21 0,3 5-20 0,0 0-18 15,0 0-22-15,7-11-15 0,-7 11-31 0,17-5-38 16,-3 5-41-16,2-2-55 0,5 1-40 0,-1-1-40 15,8 4-122-15,0-4-296 0,-10 1 130 0</inkml:trace>
  <inkml:trace contextRef="#ctx0" brushRef="#br0" timeOffset="73700.45">21290 11340 168 0,'0'0'247'0,"0"0"1"0,0 0-7 15,-9-10-14-15,9 10-15 0,-10-2-18 0,10 2-11 16,0 0-7-16,-15 5-8 0,9-1-4 15,-2 4-13-15,-1 2-5 0,-1 2-5 0,1 3-10 0,0 0-15 16,-1 2-11-16,2 1-4 0,2 0-11 0,1 1-17 16,0 0-4-16,2 0-8 0,3 0-4 15,-1 0-3-15,1-2-19 0,2-1-14 0,6 0-27 0,-6-1-28 16,4 1-28-16,-4-4-33 0,5 4-37 0,-5-6-58 16,5-1-47-16,-2 1-234 0,-2 0-509 0,0-3 225 15</inkml:trace>
  <inkml:trace contextRef="#ctx0" brushRef="#br0" timeOffset="74150.61">21348 11486 207 0,'5'-10'246'16,"-1"3"-11"-16,3 5-20 0,-7 2-19 0,9-8-14 15,-3 7-17-15,-6 1-21 0,13 1-9 0,-13-1-13 16,13 8-10-16,-6-3-13 0,1 2-8 0,-4 3-13 15,1 1-4-15,-4-1-8 0,-1 3-6 0,0 0-5 16,-4 1-4-16,0-2-4 0,-2-1 0 0,1 1-7 16,0-1-4-16,-2-3 9 0,2-2 1 0,1 1-5 15,-1-3 1-15,5-4-8 0,-5 9 0 0,5-9-4 16,-4 5 1-16,4-5-10 0,0 0 2 0,0 0-5 16,0 0-3-16,0 0-1 0,0 0-9 0,0 0-1 15,23-18-8-15,-14 8-4 0,4-1 6 0,0 0-7 16,0-2 4-16,2-1 1 0,7-1-3 0,-8 1 2 15,-1 0 2-15,1 3 1 0,-5 1 2 0,-3 2 1 16,3-2 9-16,-4 1-4 0,0 0 14 0,-1 2 14 16,-1-1 6-16,-1 4 7 0,-2 4 7 0,3-9-10 15,-3 9 13-15,1-8-18 0,-1 8-2 0,0 0-10 16,0 0 1-16,0 0-4 0,0 0 3 0,0 0-1 0,-15 19 14 16,9-8-6-16,0 4 2 0,0-5-8 0,-1 4-2 15,2 2-5-15,1 0 0 0,0-2 1 0,2 2 1 16,1-4-9-16,1 0-28 0,1 0-25 15,1-1-22-15,1-1-28 0,1 1-26 0,0-2-38 0,1 0-34 16,4-3-31-16,-3-2-58 0,1 1-173 0,0-3-486 16,0 0 215-16</inkml:trace>
  <inkml:trace contextRef="#ctx0" brushRef="#br0" timeOffset="74367.97">21725 11359 184 0,'4'-5'250'0,"-1"0"-20"16,-3 5-25-16,3-6-18 0,-3 6 3 0,0 0-5 16,0 0-14-16,0 0-16 0,15 18-12 0,-13-4 0 15,1 1-15-15,-1 2-8 0,1-5-13 0,-3 6-10 16,0 0-8-16,-3 2-10 0,1-2-5 0,0-1-10 16,0-1-2-16,-3 3 1 0,-2-2-33 0,2-4-22 15,0 3-28-15,-1-4-37 0,-1 0-51 0,2-2-68 16,-1 0-62-16,-3-1-157 0,4 0-427 0,1-4 190 15</inkml:trace>
  <inkml:trace contextRef="#ctx0" brushRef="#br0" timeOffset="74803.78">22111 11443 138 0,'0'0'284'0,"-1"-10"-14"16,1 10-8-16,-8-9-13 0,2 6-12 0,-2 1-20 15,-1 1-17-15,9 1-17 0,-29 6-15 0,11 2-13 16,1 1-12-16,0 1-19 0,1 4-10 0,1-1-3 16,2 2-24-16,0 2-6 0,2-1-4 0,3-1-11 15,4 0-4-15,0 1-8 0,1-2-6 0,3-2-4 16,3 0 0-16,1-1-11 0,3-2-10 0,2 0-5 16,3-4 3-16,0 0-14 0,6-3 0 0,0 0-4 15,1-1-1-15,0-4-1 0,0-1 2 0,0 0-3 0,-2-4 1 16,-1-2-4-16,-3 0 2 0,0-2 5 15,-5 1-1-15,-1-4-2 0,1 0-1 0,-3-4-1 16,4-6 0-16,-4 1 1 0,-2 5 3 0,-1-6-2 16,0 1 0-16,0-2-3 0,-2 1 2 0,0 5 0 0,2-5 4 15,-1 8 20-15,-2 1-11 0,1 4 19 0,1-1 3 16,-1 3 20-16,0 1-10 0,0 9-10 16,1-10 2-16,-1 10-8 0,0 0-5 0,0-12-7 15,0 12 1-15,0 0-4 0,0 0-1 0,0 0-5 0,1 34 6 16,-3-17-6-16,-1 2-5 0,2 1 6 0,-2 5-1 15,1-6-5-15,-2 8 2 0,-1-2 2 16,4-5 3-16,-2 7-6 0,-1-2 6 0,3-6-13 16,1 6-34-16,0-9-36 0,0 2-26 0,-1-1-33 0,1-1-54 15,0-5-61-15,-1 1-77 0,1 1-164 0,1-4-528 16,-1-1 234-16</inkml:trace>
  <inkml:trace contextRef="#ctx0" brushRef="#br0" timeOffset="75216.92">22376 11426 95 0,'7'-9'238'0,"2"5"0"0,0-2-3 15,0 3-13-15,-1 3-17 0,1 0-17 0,-1 3-10 16,0-1-11-16,3 2-19 0,-3 5-7 0,0 1-13 16,-1 1-14-16,-1 0-9 0,-2 2-7 0,-3 2-9 15,1 1-6-15,-4-4-7 0,1 0-5 0,-3 1-7 16,2-2-5-16,-5-1-6 0,3-1-2 0,-4 1 1 15,1-3 1-15,2-3-3 0,1 2-6 0,0-2 2 16,4-4-1-16,-7 5-9 0,7-5 1 0,-4 4-8 16,4-4-5-16,0 0-7 0,0 0-6 0,0 0-9 15,9-21-1-15,-2 14-3 0,6-8-9 0,2 1 1 16,5-4-3-16,3-2 1 0,1 0 1 0,0 2 1 16,-2-4 3-16,-2 2 0 0,-1 1 2 0,0 0 0 15,-8 5 2-15,-1 1 7 0,-3 4 12 0,-1 0 10 0,-1 4 14 16,0-4 14-16,-2 4-1 0,1 2 0 0,-4 3-3 15,0 0-1-15,2-6 0 0,-2 6-4 16,0 0 1-16,0 0 3 0,-18 14-5 0,12-4 4 16,-2 0-16-16,3 0-3 0,-1 2 0 0,-1-1-2 0,2 3-6 15,1-3 2-15,3 1-12 0,0 1 0 16,1 3-19-16,2 1-19 0,5-7-28 0,2 0-15 16,5 1-32-16,5-1-27 0,4 1-55 0,3-2-43 15,2-2-38-15,1 1-259 0,-2-3-567 0,-6-1 252 0</inkml:trace>
  <inkml:trace contextRef="#ctx0" brushRef="#br0" timeOffset="75314.75">23020 11495 42 0,'4'-7'62'0,"-4"7"-50"0,0 0-32 0,0 0-20 16,0 0 9-16</inkml:trace>
  <inkml:trace contextRef="#ctx0" brushRef="#br0" timeOffset="76137.73">22855 11925 60 0,'0'0'186'0,"5"-4"-16"16,-5 4-29-16,0 0-11 0,0 0-22 15,0 0-34-15,0 0-40 0,0 0-32 0,0 0-31 0,0 0-37 16,0 0-69-16,0 0-147 0,0 0 65 16</inkml:trace>
  <inkml:trace contextRef="#ctx0" brushRef="#br0" timeOffset="82712.78">8442 10101 2 0,'0'0'40'0,"0"0"1"0,0 0-6 16,0 0-4-16,0 0-4 0,0 0-4 0,0 0 1 15,0 0-3-15,0 0 3 0,0 0-11 0,0 0 7 16,0 0-3-16,0 0 3 0,0 0-3 0,0 0-2 16,0 0-1-16,0 0 2 0,0 0-7 0,0 0-2 15,0 0 7-15,0 0-4 0,0 0-3 0,0 0 2 16,0 0-1-16,0 0-3 0,0 0 8 0,0 0-9 16,0 0 2-16,0 0 3 0,0 0-4 0,0 0 1 15,0 0 0-15,0 0-6 0,0 0 5 0,0 0-1 16,0 0-3-16,0 0-3 0,0 0 4 0,0 0-2 15,0 0 1-15,0 0 4 0,0 0-2 0,0 0-2 16,0 0-5-16,0 0 6 0,0 0-1 0,0 0-4 16,0 0 7-16,0 0-2 0,0 0-4 0,0 0 3 15,0 0 3-15,0 0-1 0,0 0-2 0,0 0 0 16,0 0 0-16,0 0-1 0,0 0 8 0,0 0-12 16,0 0 1-16,0 0 4 0,0 0 4 0,0 0-7 15,0 0 4-15,0 0 0 0,0 0 2 0,0 0-3 0,0 0 4 16,0 0-1-16,0 0-1 0,0 0-4 15,0 0 0-15,0 0 2 0,0 0 0 0,0 0 5 16,0 0 2-16,0 0-3 0,0 0 2 0,0 0 3 16,0 0-5-16,0 0 1 0,0 0 1 0,0 0-1 0,0 0-3 15,0 0 5-15,0 0-7 0,0 0-1 16,0 0 3-16,0 0-2 0,0 0 1 0,0 0 3 0,0 0-5 16,0 0-5-16,0 0 7 0,0 0-1 15,0 0 1-15,0 0 0 0,0 0-4 0,0 0 8 0,0 0-3 16,0 0 4-16,0 0-2 0,0 0-7 0,0 0 3 15,0 0 2-15,0 0 3 0,0 0-4 0,0 0-1 16,0 0 4-16,0 0-2 0,0 0 2 16,0 0 1-16,0 0-3 0,0 0-17 0,0 0 19 0,0 0-4 15,0 0 0-15,0 0 2 0,0 0-6 0,0 0 4 16,0 0 5-16,0 0 0 0,0 0-8 0,0 0 5 16,0 0 3-16,0 0-6 0,6 3 4 15,-6-3-4-15,0 0-6 0,0 0 9 0,0 0-9 0,0 0 13 16,0 0-7-16,0 0-1 0,0 0 7 0,0 0-9 15,0 0-4-15,0 0 8 0,0 0-1 0,0 0-1 16,8 4 4-16,-8-4-5 0,0 0 7 0,0 0 1 16,0 0-6-16,0 0-3 0,0 0-7 0,0 0 1 15,0 0-3-15,0 0 3 0,0 0-10 0,0 0 3 16,0 0-6-16,0 0 7 0,0 0 3 0,0 0-3 16,0 0 1-16,0 0-6 0,0 0-2 0,0 0-5 15,0 0-9-15,0 0-44 0,0 0-84 0,0 0 37 16</inkml:trace>
  <inkml:trace contextRef="#ctx0" brushRef="#br0" timeOffset="84600.5">19950 11871 2 0,'0'0'110'0,"0"0"0"0,-3-12-6 0,3 12-5 15,0 0-8-15,0 0-11 0,0 0 3 0,0 0-18 16,0 0 5-16,0 0-2 0,-7-9 2 0,7 9-5 15,0 0-4-15,0 0-8 0,-9-2-2 0,9 2-9 16,0 0-2-16,0 0-1 0,-8-2-2 0,8 2-8 16,0 0-10-16,-6-3 10 0,6 3-1 0,0 0-4 15,-10 0-2-15,10 0-6 0,0 0 5 0,-9-2 1 16,9 2-3-16,0 0-3 0,0 0 1 0,-9-1 0 16,9 1-1-16,0 0 1 0,0 0-2 0,0 0-3 15,0 0-2-15,0 0-9 0,-8-3 11 0,8 3-6 0,0 0-1 16,0 0 4-16,0 0 0 0,0 0 0 0,0 0 0 15,0 0 0-15,0 0-2 0,0 0 0 0,31 0-1 16,-31 0-5-16,10-1 4 0,-10 1 1 0,12-1 1 16,-4-2 0-16,1 2-14 0,-1 0 10 0,1 0 0 15,-9 1-1-15,15-3 0 0,-15 3 1 0,12 0-3 16,-6 0-6-16,-6 0-5 0,10-2-10 16,-10 2 0-16,0 0-8 0,12 0 2 0,-12 0-3 0,0 0 6 15,0 0-6-15,0 0 13 0,0 0 2 0,0 0-14 16,0 0 5-16,0 0 1 0,0 0 3 0,0 0 7 15,-24 6-5-15,24-6 4 0,-9 1-2 0,9-1 13 16,-11 0-14-16,11 0 14 0,-8 1 10 0,8-1 7 16,0 0-7-16,0 0 4 0,-12-1-2 0,12 1 8 15,0 0-2-15,0 0-7 0,0 0 0 0,0 0-6 16,0 0-10-16,0 0 15 0,0 0 0 0,0 0-10 16,0 0-9-16,0 0-12 0,0 0-31 0,27-5-16 15,-27 5-27-15,9 0-109 0,-9 0-224 0,11-5 99 16</inkml:trace>
  <inkml:trace contextRef="#ctx0" brushRef="#br0" timeOffset="98117.12">8558 10119 2 0,'0'0'26'0,"0"0"2"16,0 0 0-16,0 0-5 0,0 0-2 15,0 0 0-15,0 0-4 0,0 0 3 0,0 0-4 16,0 0 4-16,0 0-14 0,-6 3 9 0,6-3 1 16,0 0-5-16,0 0 3 0,0 0-2 0,0 0-2 15,0 0 2-15,0 0-4 0,0 0-1 0,0 0 0 0,0 0 4 16,0 0-1-16,0 0-2 0,0 0 0 0,0 0-1 16,0 0-1-16,0 0-3 0,0 0 9 15,0 0-6-15,0 0-2 0,0 0 3 0,0 0-2 16,0 0-3-16,0 0-3 0,0 0 3 0,0 0 0 0,0 0 5 15,0 0-4-15,0 0-2 0,0 0 0 0,0 0 6 16,0 0-2-16,0 0 9 0,0 0-3 0,0 0 0 16,0 0-5-16,0 0 0 0,0 0 4 15,0 0-1-15,22 4-7 0,-22-4 5 0,0 0-5 16,0 0 4-16,10-1 0 0,-10 1-3 0,0 0 1 16,0 0 3-16,10-2-9 0,-10 2 6 0,0 0-4 0,8-1 1 15,-8 1 0-15,0 0-2 0,10 0 4 0,-10 0-4 16,0 0 4-16,9-2-3 0,-9 2 3 15,0 0-3-15,9-2 3 0,-9 2-8 0,0 0 7 0,10-3 4 16,-10 3-5-16,8-2-2 0,-8 2 1 0,7-3 3 16,-7 3-3-16,9-2 3 0,-9 2-4 0,8-2 5 15,-8 2-4-15,9-3 0 0,-9 3-1 0,8-4 1 16,-8 4-3-16,6-3 4 0,-6 3 6 0,9-4-1 16,-9 4-3-16,10-5 0 0,-3 3-6 0,-7 2-1 15,11-3 5-15,-5 0 0 0,1 1 3 0,-7 2-5 16,9-5-1-16,-4 2 5 0,-5 3-7 0,10-2 3 15,-5 0-2-15,-5 2 2 0,11-5-5 0,-6 3 8 16,-5 2-4-16,10-5 4 0,-5 2-5 0,-5 3 3 16,9-4-2-16,-9 4 1 0,10-3 5 0,-5 1-12 15,2-2 4-15,-7 4-2 0,10-5-2 0,-5 2-1 16,-5 3-10-16,13-5 12 0,-7 1-1 0,1 1-2 16,-1 0-1-16,1 1-4 0,0-1-5 0,-1-1-2 15,2 2-4-15,-2-4 5 0,1 3-10 0,-1-1 3 16,3-4 0-16,0 4 1 0,0 0 2 0,-3 1-18 15,0 0-45-15,0-1 20 0</inkml:trace>
  <inkml:trace contextRef="#ctx0" brushRef="#br0" timeOffset="99635.36">9573 9582 20 0,'5'-5'29'0,"-5"5"-7"16,4-6-3-16,-4 6 5 0,5-4-1 0,-5 4-6 15,4-6 0-15,-4 6-2 0,5-6-1 0,-5 6 5 16,6-6 1-16,-3 1-7 0,-3 5 5 0,5-7-7 15,-1 2 0-15,-4 5 1 0,6-9-1 16,1 5 0-16,-7 4-5 0,6-8 5 0,-2 5-2 0,-4 3-3 16,6-8-1-16,-2 4-1 0,-4 4 4 0,7-7-5 15,-4 3 3-15,-3 4 0 0,7-7-3 0,-7 7 3 16,5-6 2-16,-1 1-2 0,-4 5-2 16,5-7 2-16,-5 7-6 0,5-5 5 0,-5 5 0 0,8-6-4 15,-8 6 3-15,5-6 2 0,-5 6-2 0,5-6-5 16,-5 6 4-16,5-8-7 0,-1 5 8 0,-4 3-4 15,6-7 8-15,-6 7-8 0,10-6 3 16,-6 3-1-16,1 0-1 0,-1-3-1 0,-4 6 3 0,9-8 2 16,-5 5-5-16,-4 3 1 0,8-8 3 0,-5 3-3 15,-3 5 2-15,7-6-4 0,-3 3-5 0,-4 3 5 16,7-10 3-16,-4 6-1 0,-3 4 1 16,6-5-1-16,-2-1-5 0,-4 6 7 0,7-5 0 0,-7 5-6 15,6-7 4-15,-6 7-2 0,6-5 7 0,-6 5 0 16,5-7-6-16,-5 7 8 0,6-4-5 0,-6 4 1 15,3-6-2-15,-3 6-4 0,6-8 4 0,-6 8 2 16,3-7-2-16,2 3 3 0,-5 4-8 0,5-7 1 16,-5 7 10-16,6-6-9 0,-4 0 2 0,-2 6 1 15,0 0 2-15,7-7-6 0,-7 7 6 0,2-4-7 16,-2 4 10-16,0 0-3 0,5-6-1 0,-5 6-6 16,7-7 3-16,-7 7 0 0,3-5 1 0,-3 5-2 15,4-6 1-15,-4 6 5 0,4-4-7 0,-4 4 1 16,4-6 4-16,-4 6-2 0,0 0-2 0,6-11 4 15,-6 11 4-15,8-6-7 0,-8 6 11 0,6-8-9 16,-6 8 7-16,6-8-6 0,-6 8 5 0,5-7-5 16,-5 7 1-16,5-5 2 0,-5 5-3 0,7-9-4 15,-7 9-2-15,7-5-4 0,-7 5 12 0,6-9-4 16,-6 9 0-16,7-4 1 0,-7 4 4 0,0 0-6 16,9-7-2-16,-9 7 3 0,0 0 1 0,10-8-1 15,-10 8 3-15,6-4-5 0,-6 4-1 0,0 0 3 16,10-7-1-16,-10 7-1 0,11-5 3 0,-11 5-1 15,9-8-1-15,-9 8 0 0,9-5 2 0,-9 5 1 16,10-4-5-16,-10 4 6 0,9-5-6 0,-9 5 4 16,9-4-5-16,-9 4 0 0,0 0 2 0,9-7 0 15,-9 7-1-15,8-4 4 0,-8 4 5 0,9-5-3 16,-5 3 0-16,-4 2-6 0,8-3-2 0,-8 3 0 16,9-5 8-16,-4 3-3 0,-5 2-5 0,6-5 9 15,-6 5-1-15,9-6 1 0,-9 6-10 0,9-4 7 16,-9 4-8-16,9-3 6 0,-9 3-5 0,7-4 7 15,-7 4-2-15,7-4-5 0,-7 4 5 0,10-3 1 16,-4 2-7-16,-6 1 9 0,6-4-6 0,-6 4 6 16,9-6 1-16,-9 6 0 0,9-3 0 0,-9 3-1 15,6-4-3-15,-6 4-4 0,7-5 2 0,-7 5-4 16,6-3 3-16,-6 3 1 0,9-5 4 0,-9 5-3 16,6-5 2-16,-6 5 0 0,7-3-3 0,-7 3-8 15,5-4 11-15,-5 4 0 0,0 0-1 0,9-5 6 0,-9 5-6 16,9-5 7-16,-9 5-4 0,5-4-4 0,-5 4 0 15,8-3-2-15,-8 3 1 0,7-3-2 16,-7 3 4-16,0 0-5 0,10-3 4 0,-10 3 5 16,6-3 1-16,-6 3-4 0,6-2-1 0,-6 2-1 0,0 0 3 15,9-4-13-15,-9 4 13 0,8-4 1 0,-8 4 2 16,6-1-6-16,-6 1-5 0,8-4 5 16,-8 4-2-16,9-1-3 0,-9 1 2 0,8-4 4 15,-8 4 0-15,9-1 0 0,-9 1-5 0,8-4 2 16,-8 4-1-16,10-4-3 0,-10 4 3 0,9-3 0 0,-4 1-3 15,-5 2 3-15,9-4-2 0,-9 4 6 0,12-4-4 16,-7 2-2-16,-5 2 3 0,9-4 2 16,-9 4 4-16,9-3-3 0,-3 1-2 0,-6 2-1 15,11-4-1-15,-11 4-1 0,9-4-3 0,-9 4 4 16,10-4 4-16,-7 1-3 0,-3 3 0 0,11-4 0 0,-6 2-6 16,-5 2 5-16,13-6-2 0,-8 5 10 0,-5 1-12 15,10-4 0-15,-5 2-3 0,-5 2 0 0,11-2-8 16,-11 2 2-16,10-3-4 0,-10 3-8 0,9-2 7 15,-9 2-2-15,8-3-1 0,-8 3-4 0,7-2-15 16,-7 2-47-16,6-3 21 0</inkml:trace>
  <inkml:trace contextRef="#ctx0" brushRef="#br0" timeOffset="101667.84">10420 8990 40 0,'0'0'38'0,"0"0"-5"15,0 0-4-15,0 0 4 0,0 0-4 0,0 0-9 16,0 0 0-16,0 0-4 0,0 0 0 0,0 0 3 16,0 0-9-16,0 0 8 0,0 0-4 0,0 0 6 15,0 0-3-15,0 0 4 0,0 0-7 0,0 0 1 16,0 0-1-16,0 0-8 0,0 0 8 0,0 0-1 16,0 0-9-16,0 0 7 0,0 0-6 0,0 0-3 15,0 0-1-15,0 0 5 0,0 0 0 0,0 0-2 16,0 0 3-16,0 0-4 0,0 0 1 0,0 0 3 15,0 0-12-15,0 0 11 0,0 0-2 0,0 0 6 16,0 0-5-16,-9-10 0 0,9 10-8 0,0 0 6 16,0 0-1-16,0 0 1 0,0 0-1 0,0 0 5 15,-11 3-4-15,11-3 3 0,0 0-1 0,0 0 1 16,0 0 4-16,0 0 0 0,0 0 3 0,0 0-5 16,-4 5 2-16,4-5 1 0,0 0 6 0,0 0 2 15,0 0 2-15,0 0 2 0,0 0 5 0,0 0-4 16,0 0-5-16,0 0 1 0,0 0 0 0,0 0-3 15,0 0-11-15,0 0 6 0,0 0 5 0,0 0-9 16,0 0 6-16,0 0-7 0,0 0 0 0,0 0-1 16,0 0-3-16,15-17 13 0,-15 17-11 0,6-4-5 15,-6 4 4-15,5-6 2 0,-5 6-5 0,6-5 2 16,-6 5-6-16,8-4 1 0,-8 4 4 0,9-6 2 16,-4 5-2-16,2-2-3 0,-7 3 4 0,12-3 1 15,-12 3-11-15,11-4 4 0,-3 1 5 0,-3 0-5 16,2 1 3-16,-1 0-3 0,0-1 4 0,-6 3 2 15,14-3 0-15,-7 0-4 0,-1 1 1 0,-6 2 1 0,13-4 1 16,-8 2 0-16,1 0-6 0,1-1 1 16,-1 1-3-16,2 0 11 0,-8 2-1 0,11-7-3 15,-5 6 0-15,-6 1-6 0,11-2 7 0,-5-2 2 16,-6 4 0-16,9-3-10 0,-9 3 4 0,8-4-4 0,-8 4 12 16,9-3-1-16,-9 3-6 0,9-4 7 0,-4 2-3 15,-5 2-8-15,8-2 5 0,-8 2 5 16,9-2-1-16,-9 2-2 0,6-4-5 0,-6 4 2 15,9-3 4-15,-9 3 2 0,9-3-4 0,-9 3 1 16,10-1 2-16,-10 1-2 0,9-3 5 0,-9 3 0 0,8-1 0 16,-8 1 4-16,9-2 8 0,-9 2-7 0,10-1-7 15,-10 1 5-15,8-2-3 0,-8 2 0 0,9-2 7 16,-9 2 1-16,11-2-6 0,-11 2 3 16,12-4-6-16,-6 3 2 0,-6 1 4 0,11-4 2 0,-5 3-8 15,-6 1 9-15,10-3 0 0,-4 1-1 0,-6 2-2 16,10-1-2-16,-10 1 8 0,9-1-2 0,-9 1-4 15,8-2-1-15,-8 2 0 0,0 0 0 0,11 0-7 16,-11 0 3-16,0 0-3 0,0 0-1 0,8-2 2 16,-8 2-5-16,0 0 6 0,0 0 7 0,0 0-6 15,0 0-6-15,0 0 0 0,0 0 4 0,0 0 5 16,0 0-4-16,9 0 1 0,-9 0-4 0,0 0-3 16,0 0 0-16,0 0 8 0,0 0-3 0,0 0-6 15,0 0 9-15,0 0 0 0,0 0-2 0,0 0 2 16,0 0-5-16,0 0-2 0,0 0 5 0,0 0 3 15,0 0-8-15,0 0 11 0,0 0-12 0,0 0 8 16,0 0-6-16,0 0 2 0,0 0-1 0,0 0 2 16,0 0 3-16,0 0-4 0,0 0 4 0,0 0 0 15,0 0-1-15,0 0 4 0,0 0 2 0,0 0-7 16,0 0 2-16,0 0-2 0,0 0 5 0,0 0 1 16,0 0-7-16,0 0-2 0,0 0 5 0,0 0 0 15,0 0-5-15,0 0 9 0,0 0-1 0,0 0-1 16,0 0 5-16,0 0 0 0,0 0-6 0,0 0 3 15,0 0 4-15,0 0-5 0,0 0 1 0,0 0-2 16,0 0 0-16,0 0-3 0,0 0 9 0,0 0-7 16,0 0 1-16,0 0-7 0,0 0 3 0,0 0 2 15,0 0-2-15,0 0-5 0,0 0 2 0,0 0 4 16,0 0-2-16,0 0-4 0,0 0 5 0,0 0 0 16,0 0-3-16,0 0 0 0,0 0 0 0,0 0-3 15,0 0 2-15,0 0 2 0,0 0 0 0,0 0-3 0,0 0 0 16,0 0 1-16,0 0-2 0,0 0 4 0,0 0-3 15,0 0-1-15,0 0 0 0,0 0-16 16,0 0 10-16,0 0-15 0,0 0-9 0,0 0 0 16,0 0 1-16,0 0-8 0,0 0-10 0,0 0-5 0,0 0-2 15,0 0 11-15,0 0-17 0,0 0 12 16,0 0 1-16,0 0 7 0,0 0-8 0,0 0 9 16,0 0 11-16,0 0-1 0,0 0 0 0,0 0 9 15,0 0-11-15,0 0 13 0,0 0 2 0,0 0-2 0,0 0-2 16,0 0 6-16,0 0 3 0,0 0 10 0,0 0-4 15,-19 9-3-15,19-9 2 0,0 0 2 0,0 0 0 16,0 0 1-16,0 0 10 0,0 0-9 16,0 0 16-16,0 0-6 0,0 0-4 0,0 0 5 15,0 0-1-15,-8 2-2 0,8-2 7 0,0 0-5 0,0 0-1 16,0 0-4-16,0 0-1 0,0 0 5 0,0 0-3 16,0 0 2-16,0 0-5 0,0 0 0 0,0 0 10 15,0 0-7-15,0 0-7 0,0 0 0 0,0 0-12 16,0 0-4-16,0 0-8 0,0 0 4 0,0 0-12 15,0 0 1-15,0 0-15 0,0 0 7 0,0 0-1 16,0 0 1-16,0 0 1 0,0 0-2 0,0 0 6 16,0 0-8-16,0 0 3 0,0 0-9 0,0 0 0 15,0 0-29-15,0 0-86 0,-9 2 39 0</inkml:trace>
  <inkml:trace contextRef="#ctx0" brushRef="#br0" timeOffset="101804.65">10837 8836 83 0,'0'0'11'0,"0"0"10"0,0 0 8 15,0 0 2-15,0 0 1 0,0 0 4 0,0 0 0 16,0 0-6-16,0 0 6 0,0 0-2 0,0 0 0 15,-8 3 11-15,8-3-11 0,0 0 6 0,0 0-8 16,0 0-2-16,0 0 2 0,0 0 0 0,0 0-10 16,0 0 2-16,0 0-1 0,0 0-13 0,0 0-8 15,0 0-11-15,0 0-14 0,0 0-19 0,0 0-23 16,0 0-35-16,-9 2-109 0,9-2 48 0</inkml:trace>
  <inkml:trace contextRef="#ctx0" brushRef="#br0" timeOffset="107383.82">18786 12847 106 0,'1'-13'203'0,"-1"6"2"0,0 7-10 16,1-16-9-16,-1 8 0 0,0 1-13 15,0 7-8-15,0-14-10 0,0 14 1 0,0-9-21 16,0 9-13-16,-1-8-6 0,1 8-18 0,0 0-10 0,1-9-15 15,-1 9-4-15,0 0-13 0,0 0-4 0,0 0-6 16,0 0 1-16,0 0-12 0,0 0-1 0,-2 28-6 16,2-11-4-16,1 2 0 0,-1 0 0 15,0 10-5-15,-2-3 2 0,3 1 1 0,-5-1-2 0,4 2 1 16,0-3-3-16,-3 0 0 0,3-6-2 0,0 0-1 16,-2-1-2-16,2-1-4 0,-3 0 3 0,3 0 0 15,-1-5-3-15,1 3-1 0,-1-2-2 0,-2-3-14 16,2 2-9-16,-1-2-17 0,2 0-25 0,-2-1-34 15,0 1-29-15,-1-3-18 0,2 0-41 0,1-7-21 16,-5 7-162-16,5-7-395 0,-9 4 175 0</inkml:trace>
  <inkml:trace contextRef="#ctx0" brushRef="#br0" timeOffset="107618.26">18797 12977 76 0,'11'-8'124'0,"-2"2"-4"15,1 1-8-15,0-1-6 0,0 3-8 0,-1 0-14 16,0 3-2-16,-9 0-4 0,14 0 2 0,-6 1-16 16,-2 2 18-16,3 4 4 0,-5-1-6 0,-1 0 1 15,-1 4 4-15,-2-1-6 0,-2 1-5 0,-4-1-4 16,1 2-6-16,-5 3-5 0,1-2-7 0,-1 2-2 16,0-5-6-16,-2 3-6 0,3-5-19 0,0 2-19 15,2-1-29-15,-1-3-22 0,2 0-35 0,-2-3-39 16,8-2-28-16,-9 3-105 0,9-3-278 0,-6 0 123 15</inkml:trace>
  <inkml:trace contextRef="#ctx0" brushRef="#br0" timeOffset="107883.4">18958 13019 127 0,'0'0'142'15,"11"2"-6"-15,-11-2-11 0,6 4-4 0,-1-2-7 16,-5-2-10-16,12 6 0 0,-6-5-8 0,2 2-10 15,1 1-3-15,2-2-4 0,1 1 4 0,-1-3-5 16,2 2-6-16,1-2-1 0,0 0-2 0,-2-2-1 16,0 2-8-16,-1 0 0 0,-2-3 4 0,-3 3 5 15,1-3-2-15,-7 3-4 0,12-7-7 0,-8 3-6 16,-4 4-5-16,1-10 0 0,-1 10-6 0,0 0-2 16,-6-12-4-16,1 6 1 0,-3 0-10 0,-2 0 0 15,0 2-1-15,-1-2-6 0,-1 3-1 0,1 0-2 16,1 2-9-16,0 0-12 0,1 1-11 0,9 0-18 15,-19 1-29-15,9 3-36 0,3-1-18 0,2 3-48 16,-4-3-182-16,4 0-377 0,5-3 167 0</inkml:trace>
  <inkml:trace contextRef="#ctx0" brushRef="#br0" timeOffset="108135.06">19320 12782 217 0,'1'-6'222'0,"-1"6"-7"0,3-9-19 0,-3 9-21 0,4-5-18 16,-4 5-16-16,0 0-17 0,0 0-12 15,0 0 9-15,0 0 0 0,5 20 3 0,-3-8-2 16,0-1-18-16,-4 6-8 0,4 2 1 0,-1 2-11 0,-1-2-10 16,0 0-6-16,1 7-5 0,-2-7-4 0,1 0-8 15,0-2-10-15,0 2 1 0,0-2-5 16,-1-1-17-16,1-3-19 0,0 0-21 0,-2-1-30 15,-2-1-46-15,2-1-40 0,1-1-45 0,-3-2-43 0,-1 2-147 16,0-5-399-16,1 0 176 0</inkml:trace>
  <inkml:trace contextRef="#ctx0" brushRef="#br0" timeOffset="108258.22">19268 12923 13 0,'7'-9'117'0,"-2"6"-12"15,2 1-5-15,-7 2-16 0,18-2-31 0,-11 2-50 16,4 1-83-16,-11-1-86 0,12 6 39 16</inkml:trace>
  <inkml:trace contextRef="#ctx0" brushRef="#br0" timeOffset="108533.47">19429 13079 69 0,'9'2'200'0,"-9"-2"2"0,12-2-5 0,-12 2-10 15,14-3-12-15,-6 0-9 0,4-1-17 0,-1 0-9 16,-1-2-7-16,3 0-6 0,0 1-10 0,0 0-4 16,-2-4-15-16,-2 2-4 0,1 1-10 0,-2-2-7 15,-3 0-9-15,0 1-5 0,-1 0-7 0,-1-2 0 16,-2 3-14-16,-1 6 1 0,0-13-5 0,0 13 10 16,-4-10-1-16,4 10-5 0,-4-8-6 0,0 4-5 15,4 4-4-15,-7-2-2 0,7 2-3 0,-14 6-3 16,5-1-12-16,1 3-7 0,-2 2-9 0,4 1-9 15,-1-1-14-15,3 2-22 0,2 0-33 0,-1 4-33 16,3-4-22-16,1 0-24 0,3-3-17 0,0 2-17 16,1 0-132-16,0-1-359 0,4-1 160 0</inkml:trace>
  <inkml:trace contextRef="#ctx0" brushRef="#br0" timeOffset="108717.9">19628 13109 22 0,'4'-8'117'15,"0"5"8"-15,-4 3 2 0,3-13 2 0,0 7-6 16,0-2-2-16,1-1 0 0,-1 0-1 0,4-1-2 15,-1 1-5-15,-1 2-3 0,3-1 2 0,0 0-3 0,-1 1 1 16,1 1-6-16,0 2-7 0,1-2-7 16,-3 5-14-16,5-1-1 0,-4 0-13 0,-7 2-6 15,13 3-3-15,-6-1-4 0,0 3-5 0,-1 0-7 16,-1 4-1-16,0-2 0 0,0 4-6 0,-2 0-1 16,-2-1-6-16,2 3-21 0,-5 0-38 0,1-3-53 15,1 2-51-15,-2-5-51 0,-1 5-163 0,-2-3-383 16,1-4 170-16</inkml:trace>
  <inkml:trace contextRef="#ctx0" brushRef="#br0" timeOffset="108970.79">19951 12790 102 0,'3'-9'275'0,"-2"1"-12"16,2 3-24-16,-3 5-21 0,1-9-25 0,-1 9-22 15,0 0-20-15,0 0-4 0,0 0 5 16,0 0-14-16,8 17-7 0,-7-6-3 0,2 3-12 16,2 5-9-16,-4-2-11 0,0-1 2 0,0 2-12 0,-1 0-14 15,0-2-2-15,0 3-8 0,0-3-10 0,0 1-2 16,-1-1-19-16,1-2-12 0,-1-3-27 16,1 2-21-16,-1-1-30 0,-1-3-50 0,-1 2-58 15,0-5-50-15,-1 3-213 0,0-4-465 0,1-1 205 16</inkml:trace>
  <inkml:trace contextRef="#ctx0" brushRef="#br0" timeOffset="109233.31">19840 12922 84 0,'0'0'158'16,"12"-8"-18"-16,-6 8-2 0,4-3-11 0,1 3-10 15,3-2-2-15,2 1-6 0,2-3 0 0,1 4-9 16,-1 0-12-16,1 0-3 0,-2-3 3 0,1 2 2 15,-4 1 0-15,-1-1-1 0,-2 0-3 0,-1 0-7 16,-2 2-1-16,-8-1 4 0,13-1-7 0,-13 1 13 16,10 2 3-16,-10-2 2 0,6 8-3 0,-3-4 4 15,2 1-7-15,-2 3-5 0,-1-1-3 0,1 3-7 16,-1-1-3-16,0-1-14 0,-1 2-3 0,0 3-1 16,2-1-8-16,-2 0-1 0,-1 1-22 0,1-4-23 15,-1 3-28-15,0-3-30 0,0 2-53 0,-1-2-60 16,1-1-64-16,-4-2-198 0,4-6-472 0,0 0 209 15</inkml:trace>
  <inkml:trace contextRef="#ctx0" brushRef="#br0" timeOffset="109388.81">20032 12762 48 0,'0'0'161'0,"0"0"-13"15,0-12-14-15,0 12-14 0,0 0-45 0,10-1-47 16,-10 1-62-16,0 0-80 0,13 13-123 0,-7-7 55 16</inkml:trace>
  <inkml:trace contextRef="#ctx0" brushRef="#br0" timeOffset="109821.37">20349 12955 45 0,'0'0'154'0,"10"-1"-17"0,-10 1 5 16,10-1-5-16,-2-2-6 0,-2 2 7 0,-6 1-4 15,12-4 4-15,-6 2 1 0,-6 2-4 0,10-6-4 16,-7 2-8-16,-3 4-1 0,5-5-8 0,-5 5-4 16,1-9-9-16,-1 9 0 0,3-5-8 0,-3 5-8 15,0 0-10-15,0-10-7 0,0 10-8 0,0 0-4 16,0 0-4-16,-6-10-8 0,6 10-5 0,0 0-1 15,-4-7-3-15,4 7-4 0,0 0-2 0,-3-7-3 16,3 7 1-16,0 0-5 0,-6-2-1 0,6 2-4 16,0 0-2-16,-13-3-1 0,13 3-3 0,0 0-1 15,-14 3 0-15,14-3-6 0,-11 4 2 0,7 0-1 16,4-4 4-16,-9 8 2 0,4 1 6 0,-3-1 0 16,3-2 10-16,-2 4 0 0,0-2-1 0,-1 3-2 15,1-2-2-15,0 4-4 0,-1 1 4 0,4-5-11 16,2 3 2-16,-2-3 2 0,0 1 5 0,3-1-3 15,1 1-7-15,0-10 2 0,0 14-6 0,0-7 0 16,0-7 0-16,3 11 0 0,-3-11-5 0,5 9-15 16,-2-6-11-16,3-1-21 0,-6-2-17 0,10 4-23 15,-5-3-40-15,-5-1-32 0,0 0-39 0,19 2-22 16,-14-4-22-16,-5 2-142 0,0 0-414 0,22-6 184 16</inkml:trace>
  <inkml:trace contextRef="#ctx0" brushRef="#br0" timeOffset="110271.96">20473 12912 33 0,'-7'-5'197'0,"7"5"-2"0,-7-6-6 0,2 4-9 16,5 2-18-16,-11-1-8 0,11 1-11 0,-11 0-6 15,11 0-3-15,-14 6-11 0,7-1-8 0,1 0-11 0,-1 3 3 16,-5 1 3-16,4 3-9 0,-1-3-10 0,-1 5-7 16,2 1-2-16,-3 0-2 0,5 0-11 15,0-1-8-15,3 0-3 0,-1 0-6 0,1-5-11 16,3 2 4-16,0-2-6 0,1 0-5 0,2-2-2 16,-2-2 0-16,3 3-9 0,0-2 0 0,2-3-1 0,2 0 1 15,1-1-5-15,-3-1 0 0,-6-1 2 16,16-1-3-16,-16 1-4 0,16-4-1 0,-9 1-1 15,0-2 4-15,0-1-3 0,0 0-2 0,0-1-5 16,-2-2 0-16,3 1 0 0,-5-3 1 0,3 2-2 0,-3-2 0 16,1-1 1-16,-1 5 0 0,-1-2-4 15,-2 2 7-15,0 7-9 0,3-11 1 0,-3 11 0 16,2-7-2-16,-2 7-5 0,3-6 3 0,-3 6-5 16,0 0 5-16,0 0-4 0,0 0 8 0,0 0-5 0,0 0 2 15,-5 31 1-15,7-22-1 0,-4 0 3 0,2 1 0 16,2 2-3-16,-2-2-6 0,2 1-15 0,0-1-27 15,1-1-31-15,-2-3-49 0,3 1-59 16,0-3-61-16,-4-4-163 0,9 6-448 0,-9-6 199 16</inkml:trace>
  <inkml:trace contextRef="#ctx0" brushRef="#br0" timeOffset="110484">20766 12725 185 0,'0'0'242'0,"2"-6"3"0,-2 6 2 16,0 0-8-16,0 0-7 0,8 17-8 0,-7-7-11 15,1 6-18-15,0 1-24 0,0 0-13 0,0 2-17 16,0-1-13-16,0 2-11 0,0 5-2 0,-1-6-20 16,3 5-11-16,-2-5-6 0,-2 5-11 0,0-6-34 15,1-2-35-15,-1 0-35 0,0 0-55 0,-1-3-82 16,1-1-73-16,-2-1-197 0,-2 0-479 0,1-2 213 15</inkml:trace>
  <inkml:trace contextRef="#ctx0" brushRef="#br0" timeOffset="110968.29">21098 12922 57 0,'0'0'224'0,"18"-8"-3"15,-12 5-11-15,2 1-14 0,1-3-13 0,1 0-18 16,3 0-10-16,-1-2-7 0,0 1-8 0,2-2-12 16,3-1-11-16,-6 2-9 0,2 0 5 0,-4-2-14 15,-1 1-7-15,-2 1-13 0,1-2 6 0,-1 0-18 16,-2-1-7-16,-2 1-2 0,-1-1-4 0,-1 10-6 16,-2-13-3-16,-2 9-9 0,-1-3-6 0,-2 3-1 15,-4-1-4-15,2 5 0 0,-5-2-4 0,1 4 0 16,0 1-3-16,-1 2-1 0,4 1-3 0,-5 5 0 15,3 0 1-15,5-2-4 0,-5 4-2 0,3 3 2 0,5 0-5 16,0-5 0-16,3 3 4 0,2 1 0 16,1 1-4-16,3 0 3 0,0-5 0 0,8 3 0 15,0 0-4-15,1-2-11 0,2-2-13 0,3-2-21 16,-2 2-23-16,3-2-41 0,-2-3-31 0,2-1-36 0,-3-3-28 16,-4 1-13-16,0-4-16 0,2 2-113 15,-2-1-368-15,-1-2 163 0</inkml:trace>
  <inkml:trace contextRef="#ctx0" brushRef="#br0" timeOffset="111733.96">21472 12868 107 0,'0'0'139'0,"4"-7"5"15,-4 7-14-15,4-4 3 0,-4 4 10 0,0 0 8 16,0 0 4-16,0 0-7 0,0 0 4 0,14 14-3 16,-13-9-12-16,1 2-2 0,-1 0-3 0,1 2-12 0,1 1-13 15,-2-2-6-15,1-1-12 0,-2-7-11 0,1 11-3 16,0-5-8-16,-1-6-7 0,3 9-2 15,-3-9 11-15,3 7 9 0,-3-7 10 0,2 6 15 16,-2-6-9-16,0 0 2 0,0 0-7 0,0 0-10 0,0 0-9 16,0 0-10-16,0 0-3 0,16-10-2 0,-10 6-12 15,0-2-6-15,0-2 7 0,3 0-24 0,0-2 2 16,5 0-13-16,0-3 0 0,1 0-3 16,1 1-1-16,-2 0-7 0,1 0 6 0,1 3-6 0,-2-1 7 15,-4 4-10-15,0 0 1 0,-1 3-1 0,-2 0-1 16,0 0 1-16,-7 3-2 0,13 3 0 0,-7 0 2 15,1 1 2-15,2 3 2 0,-6-1-4 0,3 0 9 16,0 3-2-16,0-1-4 0,3-1-3 16,-4 1 4-16,3-2 6 0,0 1 1 0,2-1-1 0,-1-2 1 15,1-1 2-15,0-1-3 0,1-2 6 0,0 0 1 16,0 1 2-16,1-2-8 0,0-3 6 0,-1-1-1 16,1 1-2-16,-2-1 6 0,-3 0-2 0,2-3-2 15,-3 3 0-15,1-3-3 0,2 1 1 0,-2-2-2 16,-2 1 4-16,-1-1 5 0,-1 0-14 0,0-1-2 15,-3-1-1-15,-1 3 1 0,2-2 1 0,-1 10-1 16,-4-14 2-16,2 7-1 0,-2 2-6 0,4 5 4 16,-5-12-5-16,1 10-2 0,4 2 6 0,-13-3-1 15,13 3 3-15,-14 5-1 0,4 0-4 0,-2 0 0 16,4 2 2-16,1 1 3 0,0 1-3 0,2 1 1 16,0-3-1-16,0 3-3 0,1-1 2 0,4 1 2 15,0-1-3-15,3 1 4 0,-1 0 12 0,4-1-15 16,-3-1 2-16,6-1 3 0,0 0-2 0,2-2 6 15,1-1-3-15,1-1 1 0,6 1-1 0,-6-2 4 16,6-1-3-16,0-2 0 0,0-1 5 0,-1-2-4 16,-1 1 13-16,-3-1-13 0,3 0-2 0,-6-2 0 15,-1 1 6-15,2-1-11 0,-2-2-4 0,-4 0-1 16,1-1 9-16,-2 0-4 0,-1-1-6 0,-2 0 3 16,1 1-3-16,1-1 5 0,-2 0 0 0,-2 0-4 15,1 1 6-15,-1 2-8 0,0 7 1 0,3-13-2 0,-2 9-2 16,-1 4-4-16,6-7 2 0,-3 3 1 15,-3 4 1-15,9-3-2 0,-9 3 2 0,14 0-1 16,-14 0 0-16,13 4 4 0,-3 0 0 0,-2 0-1 16,-2 3 4-16,2 0 3 0,0 1 4 0,-2 1 0 0,-1-1 5 15,0 1 1-15,1 0 2 0,-3 1 1 0,0 0-2 16,2-1 5-16,-3-1-7 0,1 1-3 0,-2-2-17 16,2 3-18-16,-2-3-25 0,0 0-25 15,-1 0-22-15,0-7-44 0,2 10-59 0,2-6-54 0,-4-4-222 16,5 7-522-16,-5-7 231 0</inkml:trace>
  <inkml:trace contextRef="#ctx0" brushRef="#br0" timeOffset="112067.19">22583 12718 168 0,'-3'-11'214'0,"3"11"-10"0,-7-6-10 0,7 6-7 0,-11-1-12 15,11 1-12-15,-14 4-16 0,8-1-14 0,-2 2-11 16,-1 1-11-16,-1 0-15 0,4 0-7 0,-1 3-7 15,3-4-4-15,-1 2-14 0,3 0-5 0,-1-2-5 16,3-5-4-16,-1 13-5 0,1-13-4 0,4 9-5 16,-4-9 0-16,7 7-8 0,-2-3 0 0,2-2-3 15,-7-2-3-15,12 0-4 0,-12 0 2 0,12 0-4 16,-12 0-2-16,13 0-3 0,-13 0-2 0,13 0-2 16,-13 0 0-16,9 0-1 0,-9 0-6 0,0 0 1 15,9 3 0-15,-7 0 8 0,-2-3 5 0,7 7-4 16,-6-1 17-16,-1-6 6 0,1 13 1 0,2-6 9 15,-6 3 8-15,2 1 3 0,0-1 0 0,-2 1-5 16,1 0-7-16,-4-2 1 0,4 1-1 0,-2-1-7 16,0 3-3-16,-1-5-2 0,-2 3-6 0,1-3-16 15,4-1-19-15,-3 0-26 0,-2 0-25 0,3 1-42 16,-2-4-56-16,1 1-61 0,5-4-246 0,0 0-506 16,-17 2 225-16</inkml:trace>
  <inkml:trace contextRef="#ctx0" brushRef="#br0" timeOffset="112433.15">22727 12686 136 0,'0'0'196'16,"8"-3"-7"-16,-8 3 1 0,0 0-10 0,0 0-9 16,8 15-17-16,-8-9-15 0,3 1-13 0,0 1-9 15,1 0-9-15,-3-2 3 0,3 4 3 0,1-5-4 16,-1 0-3-16,2 0-2 0,1-1-2 0,0-1-5 15,1-1 2-15,3-1 3 0,0-1-4 0,-2 0 0 16,0 0 5-16,-9 0-8 0,19-2 2 0,-13 1-7 16,6-4-2-16,-6 3-5 0,0-2-3 0,1 1-2 0,-2 0 1 15,-5 3-7-15,11-7-6 0,-7 5-2 16,-4 2-17-16,8-5 7 0,-8 5-14 0,6-2-7 16,-6 2-6-16,0 0-8 0,0 0 4 0,0 0 9 15,10 11 6-15,-7-8 8 0,-2 5-4 0,-1 0-1 16,2 3 5-16,-5 1 1 0,2 1-5 0,-2-2 2 0,-1 6-8 15,-2-2-1-15,0 1 3 0,1-1-12 16,-2 0-6-16,3 1 0 0,-2-5-9 0,2-1-18 16,0-1-45-16,2 1-29 0,2-10-35 0,-7 14-30 15,3-8-28-15,1 0-48 0,3-6-57 0,-7 10-49 0,7-10-223 16,0 0-595-16,0 0 264 0</inkml:trace>
  <inkml:trace contextRef="#ctx0" brushRef="#br0" timeOffset="112576.29">23100 12800 16 0,'4'-5'258'0,"-1"0"-15"0,2 1 0 0,-5 4-7 15,7-5-16-15,-7 5-21 0,6-5-18 0,-6 5-20 16,4-5-21-16,-4 5-41 0,0 0-43 0,2-6-79 0,-2 6-97 16,0 0-199-16,3-10-344 0,-3 10 152 15</inkml:trace>
  <inkml:trace contextRef="#ctx0" brushRef="#br0" timeOffset="112724.22">23350 12695 98 0,'0'0'145'15,"0"0"-37"-15,0 0-34 0,0 0-49 0,0 0-53 0,0 0-43 16,-30 6-76-16,19-3 34 0</inkml:trace>
  <inkml:trace contextRef="#ctx0" brushRef="#br0" timeOffset="114199.71">18887 13639 166 0,'0'0'196'0,"-9"-5"-14"0,9 5-11 0,-12 0-12 0,12 0-12 15,-15 0-17-15,5 5-12 0,0-3-13 0,-1 3-10 16,1 0-8-16,0 4-7 0,0-1-7 16,-2 3-2-16,6-1-12 0,-2 0-5 0,2 0-5 15,2 1-4-15,1-1-8 0,1 1 0 0,0 1-1 0,2-1-3 16,3 0-5-16,2-2 3 0,2 0-4 16,0-3-1-16,5 2-4 0,-2-2 5 0,3-2 1 15,-2-2 1-15,1 1-2 0,2-2-5 0,-3 1-1 16,3-4-1-16,-3 2 0 0,0-1 2 0,-3 0-5 15,-8 1 9-15,13-5-1 0,-8 5 0 0,-5 0-1 0,7-3 0 16,-7 3-2-16,5-4-4 0,-5 4 7 0,0 0-11 16,0 0-1-16,0 0-5 0,0 0-2 15,0 0 2-15,-21-2-2 0,21 2-1 0,-19 4-1 16,10-1 3-16,-8 5-3 0,3 1 1 0,-3 1 2 0,3-1-1 16,3 0-3-16,-3 1 7 0,2 2-3 0,1-3-2 15,2-1 2-15,1 3 13 0,2-1-2 0,-1 1 1 16,2 0-4-16,4-2 1 0,-2 1-3 0,3-1 0 15,0 1 4-15,2-3-4 0,2 1-2 0,1-3 4 16,3 1-1-16,0 0 3 0,3 1 0 0,2-4-3 16,4 1-2-16,2-2-1 0,3-2-8 0,-1-1-10 15,-1-1-22-15,0 0-25 0,1 0-43 0,1-3-47 16,4 1-38-16,-4-2-40 0,-3 3-167 16,0-1-422-16,1 0 186 0</inkml:trace>
  <inkml:trace contextRef="#ctx0" brushRef="#br0" timeOffset="114750.4">19311 13882 53 0,'0'0'248'16,"-6"-9"-6"-16,2 5-9 0,-4 1-16 0,-1 3-11 16,-2-3-16-16,-2 3-14 0,2 2-13 0,-2-1-10 15,-4 2-7-15,6 1-13 0,-2-1-8 0,1 3-11 16,1 0-15-16,-1 1-7 0,3 0-13 0,2 0-6 15,-1 3-4-15,2-3-9 0,2 1-7 0,1 1-7 16,2-3-4-16,1 2-4 0,0-8-1 0,1 10-5 16,3-4-3-16,-1 0-8 0,1-3-5 0,2 1 2 15,1-1 0-15,-7-3 0 0,15 0-5 0,-8 0 0 16,-7 0 2-16,17-4 0 0,-8 0-2 0,-3 0-3 16,2-1 0-16,-3 0-3 0,3 0 6 0,-3-4-5 15,2 3-1-15,-4 0 10 0,1-1-2 0,-2 3 2 16,-2 4 1-16,8-9 4 0,-8 9-7 0,4-7 0 15,-4 7-1-15,3-5-8 0,-3 5-2 0,0 0-4 16,0 0 0-16,12 9-1 0,-8 0 1 0,-1 4 0 16,2 5-1-16,0 6 5 0,0 5-3 0,1 0 4 15,-2 0-2-15,1 2 1 0,-5-1 0 0,3-1-3 16,-1-2 3-16,0 1 2 0,-1-5 2 0,0-3-4 16,-1-1 3-16,-1-3 4 0,2 1 2 0,-2-1 11 15,0-4 5-15,-3-2 1 0,-1 2 16 0,0-5 2 16,-2 0-8-16,0 2 3 0,-1-3-5 0,0-1 1 15,-3-1-3-15,1-2-5 0,-2-1-2 0,1 1-5 16,2-4 2-16,-3 1-5 0,1-3-2 0,0 1 1 16,2-1-3-16,-2-2-6 0,2-3 7 0,1 0-21 15,-1-1-2-15,3-4-2 0,1-1 0 0,2 2-6 16,3-3-12-16,2 0 17 0,1 0 0 0,1 0-4 16,3 2-2-16,1 1 1 0,3-3-1 0,-1 0-14 15,5 3-19-15,6-6-21 0,-2 1-17 0,3 2-24 16,1 1-34-16,1 0-46 0,3 1-45 0,2-1-52 15,-1 6-189-15,3-6-516 0,-2 2 229 0</inkml:trace>
  <inkml:trace contextRef="#ctx0" brushRef="#br0" timeOffset="114879.86">19757 13893 134 0,'10'-3'165'0,"-5"1"-13"16,-5 2-18-16,12-2-10 0,-4 1-11 0,-8 1-23 15,12 1-45-15,-4-1-51 0,-8 0-61 0,14 2-81 16,-14-2-159-16,8 5 70 0</inkml:trace>
  <inkml:trace contextRef="#ctx0" brushRef="#br0" timeOffset="115024.72">19802 13971 127 0,'-4'5'213'0,"4"-5"-8"0,0 0-13 16,0 0-19-16,0 0-4 0,0 0-15 0,0 0-11 15,9 9-15-15,-5-7-12 0,5 1-10 0,0 1-21 16,2-3-35-16,2 0-48 0,0 1-70 0,6-2-72 16,-6-2-137-16,6 2-298 0,-1-4 132 0</inkml:trace>
  <inkml:trace contextRef="#ctx0" brushRef="#br0" timeOffset="115973.89">20811 13659 106 0,'-8'-2'250'0,"-1"-2"-8"0,-3 1 2 0,-2 2-8 16,1 0-18-16,-6 1-14 0,4 2-17 16,-4 1-16-16,1 3-19 0,0 1-3 0,-4 7-14 0,4-3-13 15,-2 5-9-15,-1 0-10 0,9 2-7 0,-5 3-9 16,3 1-8-16,4 2-7 0,-1-6-10 16,5 6-5-16,2-5-5 0,4-2-2 0,0 2-5 0,4-3-4 15,0-1-4-15,6-2-5 0,-4-2 2 0,6 1-4 16,-3-3-5-16,8-3-7 0,-6 1 2 0,3-5-6 15,-1 1 3-15,1-3-2 0,3 0 0 0,-5-3 0 16,1 1-4-16,-1-2 3 0,-1-2-3 0,-2 1 0 16,-2-3 0-16,0-1-3 0,-1-3 1 0,-2 3-1 15,0-1 2-15,-1 1 0 0,-1-1 1 0,0-2-7 16,-2 0 3-16,1 3 4 0,0-1 4 0,-1 10 9 16,-1-14 10-16,1 8-2 0,0 6-9 0,0-12 2 15,0 12-4-15,0 0-8 0,-1-9-1 0,1 9-5 16,0 0-3-16,0 0-1 0,0 0 11 0,0 0-13 15,0 0-7-15,2 27 7 0,-2-9 1 0,-1 2 4 16,2 4 1-16,-5 2 1 0,0 0 1 0,2 1 2 16,1 2 3-16,-1-1-4 0,2-4-1 0,-2 4 1 15,2-7 2-15,0-3 6 0,0 5-4 0,0-4-7 16,0-1 7-16,2-3-1 0,-2-4-2 0,2 0-2 16,-1-1 8-16,-1-2-12 0,2 1 3 0,-2-2 1 15,0-7-6-15,3 7 6 0,-3-7 39 0,3 8 3 16,-3-8 23-16,0 0 20 0,2 6-6 0,-2-6-6 15,0 0-4-15,0 0-8 0,17-14 4 0,-12 7-4 16,1-2 5-16,4-6-17 0,1 0-1 0,-2 0 0 16,2-4-14-16,3-4-6 0,3 2-4 0,-2 0-3 15,0 0 0-15,0 0-18 0,2 3-2 0,-6 2-10 16,0 2-8-16,-1-2-22 0,1 3-25 0,-4 3-37 16,3-4-43-16,-2 4-37 0,0 1-25 0,-3-1-34 15,0 2-41-15,3 0-43 0,-5 2-59 0,0-3-198 16,0 5-619-16,-3 4 274 0</inkml:trace>
  <inkml:trace contextRef="#ctx0" brushRef="#br0" timeOffset="116345.89">21036 13737 230 0,'0'0'257'0,"4"-3"-12"15,-4 3-17-15,0 0-23 0,0 0-19 0,0 0-4 16,0 0 7-16,0 0-16 0,0 0 5 0,13 15-2 15,-9-3-12-15,0 3-10 0,-2 1-14 0,2 0-1 0,1 1 5 16,0-1-12-16,0 1-9 0,-2-2-9 16,2 0-2-16,-1-3-10 0,1 0-21 0,-1-1-1 15,1-2-2-15,1 0 21 0,-2-1-9 0,-1 0-3 16,2-3 6-16,0 0-3 0,0-1 3 0,0 1 0 0,2-2 1 16,-7-3 6-16,11 3-4 0,-4-4-1 15,-7 1-7-15,16-5-5 0,-8-2-8 0,0 3-7 0,2-4-8 16,1-6-4-16,1 1-5 0,0 0-3 15,-4-2-6-15,5-1-5 0,-3-1 0 0,0 0-1 0,-2 1-6 16,1-3-6-16,-1 3 1 0,1 1-7 16,-3 1 3-16,-2 1-5 0,1 3-1 0,-3-2 1 15,0 5-6-15,0-1 1 0,-2 8-5 0,2-11 3 16,0 5-3-16,-2 6-15 0,3-6-17 0,-3 6-30 16,0 0-30-16,2-8-53 0,-2 8-49 0,0 0-39 0,0 0-37 15,0 0-71-15,4-7-64 0,-4 7-269 0,0 0-721 16,0 0 319-16</inkml:trace>
  <inkml:trace contextRef="#ctx0" brushRef="#br0" timeOffset="117632.81">21564 13830 225 0,'0'0'222'0,"0"0"-13"16,0 0-12-16,0 0-16 0,0 0-8 0,0 0-5 0,0 0-6 16,0 0-7-16,0 0-3 0,0 0-9 15,0 0 1-15,0 0-11 0,0 0-15 0,0 0-7 16,0 0-13-16,0 0-7 0,30 0-10 0,-23 0-3 16,2 0-12-16,-9 0-11 0,18-3-20 0,-9 1-26 15,-1 2-26-15,-1-2-42 0,-7 2-55 0,13 0-55 0,-5 2-52 16,-8-2-184-16,9 0-438 0,-9 0 194 0</inkml:trace>
  <inkml:trace contextRef="#ctx0" brushRef="#br0" timeOffset="117783.13">21560 13913 22 0,'-5'2'246'0,"5"-2"-3"0,0 0-11 15,0 0-15-15,-5 6-20 0,5-6-18 16,0 0-9-16,0 0-5 0,0 0-12 0,0 0-15 15,18 4-14-15,-7-4-8 0,0 1-12 0,2-1-16 0,1 0-20 16,5-1-27-16,-1 1-32 0,-7-1-53 16,8-2-72-16,0 1-61 0,-3 0-186 0,3-3-392 15,-2 2 173-15</inkml:trace>
  <inkml:trace contextRef="#ctx0" brushRef="#br0" timeOffset="122499.86">22248 13569 138 0,'0'0'235'0,"0"0"-4"0,0-7-13 0,0 7-16 15,0 0-14-15,0 0 6 0,0-10-21 0,0 10-13 16,0 0-16-16,0 0-7 0,0 0-15 0,0 0-9 16,0 0-3-16,0 0-8 0,0 0-10 0,-22 14-12 15,15-7-5-15,0 3-10 0,-3 3 3 0,1 2-8 16,-1 0-7-16,1 2-4 0,0 2-7 0,1-2-6 15,1 7-3-15,1 0-2 0,0 3-1 0,1-4-2 16,-3 2-2-16,8-5-4 0,-1 5-4 0,1-6 3 16,3 1-3-16,-1-1-2 0,-1-1-1 0,1 2-3 15,1-5 1-15,1 2-1 0,-1-5-2 0,2 3 2 16,0-2 2-16,0-4-1 0,4 1 5 0,-2 0-10 16,2-3 1-16,-1 1 0 0,1-1 2 0,-1-1-3 15,-3-1-9-15,2-1-3 0,0-2-12 0,0 1-14 16,-7-3-18-16,11 3-29 0,-1-3-40 0,2-2-40 15,-1 0-52-15,5-2-50 0,-3 0-171 0,3-4-465 16,0 0 206-16</inkml:trace>
  <inkml:trace contextRef="#ctx0" brushRef="#br0" timeOffset="122785.8">22564 13793 87 0,'0'0'242'0,"0"0"-14"0,0 0-17 16,0 0-22-16,0 0-22 0,0 0-14 0,0 0-16 15,5-6-3-15,-5 6-2 0,10 0-8 0,0-2 1 16,2 4-2-16,-1-2-3 0,3 0 2 0,-1 2-12 16,1-4-8-16,-2 1-6 0,-1 0-4 0,-11 1-12 15,21-1-2-15,-14 1-13 0,-7 0 0 0,18-3-8 16,-18 3-5-16,10-1-8 0,-10 1-5 0,0 0-4 15,0 0-1-15,14-1-7 0,-14 1-6 0,0 0-15 16,5 0-26-16,-5 0-12 0,0 0-20 0,0 0-33 16,0 0-45-16,0 0-60 0,0 0-59 0,0 18-175 15,0-18-458-15,0 0 203 0</inkml:trace>
  <inkml:trace contextRef="#ctx0" brushRef="#br0" timeOffset="123216.67">23027 13737 195 0,'0'0'216'0,"12"-1"-14"0,-5-1-13 16,4 0-18-16,-2-2-9 0,1 1-5 0,3 0-6 16,-3-1-4-16,3 1-1 0,0-1-7 0,-2 1-4 15,2-4 3-15,-4 4-10 0,0-3 0 0,1 1-4 16,-4 0-13-16,1 0 5 0,-1-3-11 0,-1 4-12 15,-2-1-5-15,-3 5-9 0,4-11-1 0,-4 11-10 16,-3-10 2-16,3 10-5 0,-6-12-3 0,2 8-7 16,-1-1 2-16,-2 1-10 0,0 1-8 0,-3 0-3 15,-2 2-5-15,1-1-3 0,0 2 5 0,1 0 3 16,-1 2-6-16,-1 2-17 0,2 2 5 0,-5 2-2 16,2 1-2-16,-1 1 0 0,1 1 0 0,1 2 6 15,2 1-9-15,1 1 5 0,3 1 13 0,2-2 4 16,-2 3-6-16,3-5-7 0,1 0 2 0,0 0-9 15,2 0 7-15,2 4-2 0,0-5 4 0,2 0-2 16,1-1-12-16,1 0 8 0,3-2 8 0,2 0-3 16,0-2-3-16,1 1-4 0,5-1-3 0,0-2 11 15,-3-2-17-15,-1 0-16 0,2-1-29 0,-2 1-19 16,2-2-27-16,-2-1-27 0,0 1-31 0,1-1-39 16,0-2-55-16,5 0-46 0,-2-2-249 0,-3 3-578 15,4-2 257-15</inkml:trace>
  <inkml:trace contextRef="#ctx0" brushRef="#br0" timeOffset="123517.07">23504 13426 7 0,'0'0'237'0,"0"0"-23"15,3-8-25-15,-3 8-17 0,0 0 11 0,0 0-1 16,0 0-16-16,18 19-13 0,-8-5-6 0,3 1-8 16,-2 0-9-16,7 8-14 0,-3 0-9 0,-3-1-5 15,-1-5-7-15,2 6-8 0,-1 0-5 0,-2-1 15 16,-5-2-8-16,0-2-7 0,-2 2-8 0,1 5-3 16,-4-6-5-16,-3 0-4 0,-1-1 5 0,-2 4-9 15,-1-4-7-15,-2-3-4 0,-3 0-5 0,-2-3-11 16,-4 6-10-16,2-5-14 0,-2-1-13 0,-3 3-21 15,-1-2-30-15,-4 0-41 0,9-4-57 0,0-4-63 16,-1 2-251-16,3-1-508 0,1-4 225 0</inkml:trace>
  <inkml:trace contextRef="#ctx0" brushRef="#br0" timeOffset="123680.37">23664 13795 144 0,'0'0'220'16,"0"0"-18"-16,9-4-20 0,-9 4-15 0,0 0-22 16,0 0-11-16,0 0-11 0,0 0-16 0,0 0-20 15,0 0-47-15,0 0-48 0,0 0-54 0,0 0-70 16,0 0-94-16,0 0-243 0,0 0 108 0</inkml:trace>
  <inkml:trace contextRef="#ctx0" brushRef="#br0" timeOffset="124298.53">23884 13728 212 0,'-6'-5'279'0,"6"5"-11"0,0 0-8 0,0 0-17 16,0 0-21-16,0 0-24 0,0 0-19 0,0 0-19 15,0 0-19-15,0 0-9 0,0 0-16 0,0 0-14 16,0 0-8-16,0 0-18 0,0 0-26 0,0 0-26 16,0 0-23-16,0 0-27 0,0 0-42 0,0 0-39 15,0 0-45-15,0 0-44 0,0 0-172 0,-11 5-399 16,11-5 176-16</inkml:trace>
  <inkml:trace contextRef="#ctx0" brushRef="#br0" timeOffset="125249.54">23996 13549 135 0,'2'-9'233'0,"-2"9"-10"0,0 0 11 16,1-9-12-16,-1 9-13 0,0 0-23 0,0 0-18 15,1-8-14-15,-1 8-18 0,0 0-16 0,0 0-15 0,0 0-9 16,0 0-7-16,0 0-12 0,0 0 3 0,0 0-5 16,12 14 1-16,-7-4 9 0,-1 0-1 15,1 1-5-15,-1-2-9 0,-2 3-5 0,6 3-7 16,-3-4-4-16,1 3-3 0,2 0 1 0,-2 1 1 0,4-1-7 15,-2 0-2-15,-1-2-5 0,0 1-2 0,2 2-4 16,-1 0-3-16,0 1-3 0,-2-5 0 16,4 2-1-16,-5-2-1 0,0-1-7 0,2 1-1 15,-3-6 1-15,2 4-2 0,0-2-2 0,-1-1 3 16,0-1 10-16,-5-5 22 0,7 7-13 0,-3-5-2 0,-4-2 19 16,4 5-1-16,-4-5 35 0,0 0 5 0,5 4 5 15,-5-4-8-15,0 0-8 0,0 0-3 0,10-10-3 16,-6 4-4-16,0 2-1 0,1-5-6 15,0 0-6-15,0-3-9 0,0 0-1 0,3-3-5 0,2 0-4 16,-1-1-9-16,1-2-10 0,7-2 8 0,-6-3 1 16,2 1-7-16,-4 4-2 0,4-4-2 0,-1 1-5 15,1-2-13-15,1 1 8 0,-1 0-9 0,-5 5-2 16,2 1-10-16,-1-2-9 0,1 4 5 0,-6 3 1 16,1 1 1-16,-1 2-24 0,0 3-33 0,0-1-34 15,-4 6-31-15,4-9-36 0,-4 9-26 0,0 0-48 16,0 0-54-16,0 0-58 0,-27 2-219 0,14 2-625 15,-5 0 277-15</inkml:trace>
  <inkml:trace contextRef="#ctx0" brushRef="#br0" timeOffset="125396.81">24421 13639 46 0,'7'2'201'0,"-7"-2"-18"15,0 0-17-15,0 0-17 0,5 3-15 0,-5-3-11 16,-1 9-61-16,1-9-64 0,0 0-78 0,-4 10-84 16,-3-5-178-16,1-2 80 0</inkml:trace>
  <inkml:trace contextRef="#ctx0" brushRef="#br0" timeOffset="125767.93">22593 14347 144 0,'0'0'196'0,"0"0"-16"16,0 0-11-16,0 0-10 0,40-2-11 0,-10 1-15 0,2-3-17 15,22 4-6-15,5-6-10 0,3-2-11 16,29-1-7-16,1-3-7 0,-4 3-27 0,-21 2-27 15,26-6-39-15,-29 4-38 0,30-3-47 0,-31 2-26 0,2-1-115 16,25 0-265-16,-26 0 117 0</inkml:trace>
  <inkml:trace contextRef="#ctx0" brushRef="#br0" timeOffset="138850.68">23104 14143 38 0,'0'0'63'0,"7"2"-7"0,-7-2-8 16,0 0-1-16,0 0-4 0,7 3-3 0,-7-3-5 16,0 0-7-16,0 0 1 0,0 0 0 0,0 0-11 15,0 0-10-15,0 0-12 0,0 0-16 0,4 4-25 0,-4-4-25 16,0 0-74-16,0 0 33 0</inkml:trace>
  <inkml:trace contextRef="#ctx0" brushRef="#br0" timeOffset="139321.01">24361 14051 130 0,'0'0'131'0,"0"0"-10"0,0 0-8 0,0 0-14 15,0 0-13-15,0 0-9 0,0 0 4 0,0 0-24 16,0 0-22-16,0 0-26 0,0 0-37 0,0 0-39 16,0 0-74-16,0 0-153 0,0 0 68 0</inkml:trace>
  <inkml:trace contextRef="#ctx0" brushRef="#br0" timeOffset="139839.44">24787 13995 39 0,'0'0'76'0,"0"0"0"0,0 0-3 0,0 0-16 16,0 0 2-16,0 0-7 0,0 0 5 0,0 0-12 15,0 0-2-15,0 0-5 0,0 0-3 0,0 0-4 16,0 0 3-16,0 0-6 0,0 0 3 16,0 0-3-16,0 0-5 0,0 0 3 0,0 0-2 15,0 0 10-15,0 0-20 0,0 0-4 0,0 0 0 0,0 0 10 16,0 0-6-16,0 0-5 0,0 0 6 0,0 0-4 15,0 0-7-15,0 0 3 0,0 0 6 0,0 0-8 16,0 0 1-16,0 0-3 0,0 0-1 0,0 0-7 16,0 0 7-16,0 0-1 0,0 0-5 0,0 0 9 15,0 0-8-15,0 0 6 0,0 0-5 0,0 0-10 16,0 0-9-16,0 0-7 0,0 0-3 0,0 0-1 16,8 1-6-16,-8-1-1 0,0 0-3 0,0 0-7 15,0 0-13-15,0 0-55 0,0 0-125 16,0 0 57-16</inkml:trace>
  <inkml:trace contextRef="#ctx0" brushRef="#br0" timeOffset="151463.34">12529 10128 6 0,'0'0'89'0,"0"0"-3"0,0 0-8 16,0 0 1-16,0 0-9 0,0 0 2 0,0 0-12 16,0 0-1-16,0 0-3 0,0 0-9 0,0 0-2 15,0 0-2-15,0 0-8 0,0 0 3 0,0 0-8 16,0 0 7-16,0 0-10 0,0 0-1 0,0 0 2 16,0 0-9-16,0 0 1 0,0 0-4 0,0 0 7 0,0 0 0 15,0 0-9-15,0 0-21 0,0 0 17 16,0 0 4-16,0 0-3 0,0 0 6 0,0 0 2 15,0 0-6-15,0 0 3 0,0 0-2 0,0 0 0 0,0 0-4 16,0 0 5-16,0 0-6 0,0 0-1 0,0 0 3 16,0 0-5-16,-14 16 1 0,14-16 1 0,0 0 0 15,0 0 0-15,0 0-2 0,0 0-1 0,0 0-1 16,0 0 1-16,0 0-2 0,0 0-7 0,0 0 8 16,0 0-2-16,0 0-4 0,0 0 6 0,0 0-2 15,0 0-2-15,0 0 7 0,0 0-12 0,0 0 11 16,0 0-12-16,0 0 9 0,0 0-4 0,0 0 2 15,0 0-4-15,0 0 8 0,0 0-7 0,0 0 2 16,0 0-9-16,0 0 15 0,0 0-6 0,0 0 0 16,0 0-6-16,5 12 15 0,-5-12-12 0,0 0 6 15,0 0-5-15,0 0 7 0,0 0-2 0,0 0 0 16,0 0 7-16,0 0-2 0,0 0 6 0,-3 7-5 16,3-7 1-16,0 0 0 0,0 0 0 0,0 0 6 0,0 0-7 15,0 0 3-15,0 0-7 0,0 0 5 0,0 0 0 16,0 0-6-16,0 0 10 0,0 0-8 15,0 0 3-15,-2 8-1 0,2-8 1 0,0 0 2 0,0 0 0 16,0 0-3-16,0 0-2 0,0 0 5 0,0 0 3 16,0 0-3-16,0 0-8 0,0 0 0 0,0 0 3 15,0 0-6-15,2 9 6 0,-2-9 1 0,0 0-4 16,0 0 0-16,0 0-7 0,0 0-3 0,0 0-8 16,0 0-12-16,0 0-16 0,0 0-10 0,0 0-23 15,0 0-24-15,-4 7-124 0,4-7-242 0,0 0 107 16</inkml:trace>
  <inkml:trace contextRef="#ctx0" brushRef="#br0" timeOffset="152967.6">12521 8899 109 0,'0'0'146'0,"0"0"-5"0,0 0-8 16,0 0-6-16,0 0-8 0,0 0-5 0,0 0-10 16,0 0 1-16,0 0-7 0,0 0-1 0,0 0 1 0,0 0 0 15,0 0-7-15,0 0-2 0,0 0-5 16,0 0-8-16,0 0-5 0,0 0 0 0,0 0-13 16,0 0-5-16,0 0-4 0,0 0-2 0,0 0-6 0,0 0-6 15,0 0 3-15,0 0-7 0,0 0-1 0,0 0 1 16,0 0-5-16,0 0 2 0,0 0-3 0,0 0-3 15,0 0-1-15,0 0-4 0,0 0 2 0,0 0-2 16,0 0-6-16,0 0 2 0,0 0-2 0,0 0 1 16,0 0-4-16,0 0-1 0,0 0-2 0,0 0 0 15,0 0 0-15,0 0-4 0,0 0-8 0,0 0-2 16,0 0-12-16,0 0-12 0,0 0-9 0,0 0-21 16,0 0-22-16,0 0-20 0,0 0-30 0,0 0-17 15,0 0-32-15,0 0-117 0,0 0-324 0,-8 11 143 16</inkml:trace>
  <inkml:trace contextRef="#ctx0" brushRef="#br0" timeOffset="153544.79">12535 10251 67 0,'0'0'79'16,"0"0"-19"-16,0 0-10 0,0 0-19 0,0 0-21 15,5-5-31-15,-5 5-25 0,0 0-51 0,0 0 23 16</inkml:trace>
  <inkml:trace contextRef="#ctx0" brushRef="#br0" timeOffset="154120.47">12513 8955 19 0,'0'0'130'0,"0"0"5"16,0 0-13-16,0 0-4 0,4 5 2 0,-4-5-10 15,0 0-9-15,0 0-13 0,0 0-8 0,0 0-14 16,0 0 2-16,0 0-12 0,0 0-6 0,0 0-4 16,0 0-5-16,0 0-9 0,0 0 2 0,0 0-6 15,0 0-14-15,-2 9-16 0,2-9-16 0,0 0-12 16,0 0-24-16,0 0-11 0,-4 9-17 0,4-9-22 15,-2 8-81-15,2-8-198 0,-3 10 88 0</inkml:trace>
  <inkml:trace contextRef="#ctx0" brushRef="#br0" timeOffset="155276.25">12475 8707 1 0,'0'0'125'0,"0"0"-2"0,0 0-1 0,0 0-4 16,0 0-11-16,0 0-10 0,0 0-6 0,0 0-12 15,0 0-9-15,0 0-4 0,0 0-9 0,0 0-1 16,0 0-5-16,0 0-13 0,0 0 0 0,0 0-5 15,0 0-2-15,0 0-8 0,0 0-14 0,0 0-18 0,0 0-14 16,0 0-2-16,0 0-23 0,0 0-17 0,0 0-16 16,0 0-100-16,0 0-196 0,0 0 87 15</inkml:trace>
  <inkml:trace contextRef="#ctx0" brushRef="#br0" timeOffset="156496.17">12483 8646 97 0,'0'0'94'0,"0"0"9"0,0 0-17 16,0 0-3-16,0 0-14 0,0 0-5 0,0 0-10 16,0 0 8-16,0 0-17 0,0 0-3 0,0 0-11 15,0 0 3-15,0 0-2 0,0 0-13 0,0 0-9 16,0 0-10-16,0 0-12 0,0 0-5 0,0 0-24 15,0 0-15-15,0 0-78 0,0 0-144 0,0 0 64 16</inkml:trace>
  <inkml:trace contextRef="#ctx0" brushRef="#br0" timeOffset="157016.09">12448 9960 13 0,'0'0'90'0,"0"0"-12"0,0 0 1 0,0 0-11 16,0 0-12-16,0 0 3 0,0 0-7 0,0 0-9 15,0 0 1-15,0 0-13 0,0 0-16 0,0 0-24 16,0 0-16-16,0 0-26 0,0 0-40 0,0 0-98 16,0 0 43-16</inkml:trace>
  <inkml:trace contextRef="#ctx0" brushRef="#br0" timeOffset="157520.7">12460 8565 40 0,'0'0'69'0,"0"0"2"16,0 0-10-16,0 0-1 0,0 0-10 0,0 0-8 15,0 0 2-15,0 0-12 0,0 0-6 0,0 0-13 16,0 0-12-16,0 0-15 0,0 13-20 0,0-13-44 16,0 0-83-16,0 0 38 0</inkml:trace>
  <inkml:trace contextRef="#ctx0" brushRef="#br0" timeOffset="158058.64">12417 10010 61 0,'0'0'60'0,"0"0"-17"0,0 0-10 0,0 0-14 16,0 0-30-16,0 0-24 0,0 0-37 0,0 0 17 16</inkml:trace>
  <inkml:trace contextRef="#ctx0" brushRef="#br0" timeOffset="158898.81">12397 10209 64 0,'0'0'143'0,"4"5"-26"15,-4-5-11-15,0 0-13 0,0 0-28 0,7 2-18 0,-7-2-11 16,0 0-14-16,0 0-26 0,0 0-32 16,0 0-74-16,0 0-117 0,0 0 53 0</inkml:trace>
  <inkml:trace contextRef="#ctx0" brushRef="#br0" timeOffset="162932.76">19339 3463 59 0,'0'0'217'16,"-4"-7"-7"-16,4 7-22 0,0 0-7 0,-1-10-8 15,1 10-5-15,0 0-4 0,-3-8-12 0,3 8-7 16,0 0-9-16,0 0-6 0,-2-8 26 0,2 8-14 16,0 0-18-16,0 0-14 0,0 0-9 0,-3-7-13 15,3 7-7-15,0 0-9 0,0 0-10 0,0 0-5 16,0 0-11-16,0 0-3 0,0 0-6 0,0 0-4 16,0 0-3-16,0 0-8 0,0 0 1 0,0 0-2 15,0 0-2-15,5 22 0 0,-2-15-5 0,0 4 1 16,-1 0-4-16,1 0 3 0,1 1-5 0,0 5 4 15,-1-1-7-15,4 1 4 0,-2-2-3 0,-1 1 0 16,-1-3-3-16,1 2 3 0,0-1-1 0,0-2 1 16,4 2-2-16,-3-1 0 0,-1-3-9 0,1 3 9 15,1-3-2-15,2 0 6 0,-4 1-4 0,1-3 3 16,0 1-2-16,0-1-4 0,-5-8 1 0,10 11 2 16,-5-7 1-16,-5-4-2 0,7 11 0 0,-4-6-2 15,-3-5 5-15,0 0-3 0,8 9 4 0,-8-9 6 16,0 0 26-16,5 4 12 0,-5-4 10 0,0 0-6 15,0 0-7-15,0 0-3 0,0 0 1 0,17-16 4 16,-15 9-5-16,4-2-5 0,-1-3 0 0,0-1-2 16,1-1-9-16,-1-2 10 0,2-1-2 0,-3-2-12 15,2-1-8-15,0 2 4 0,-1-1-3 0,3-5-21 16,-1 6 21-16,-2 1 2 0,1 1-8 0,-1 0 1 16,-1 3-2-16,0 4 2 0,0-2-4 0,-2 2 2 15,1-1 0-15,-1 4-7 0,1 0 1 0,-3 6-4 16,5-9 4-16,-5 9-9 0,2-8 9 0,-2 8-11 15,3-5-13-15,-3 5-15 0,0 0-21 0,0 0-17 16,0 0 7-16,0 0-9 0,0 0-15 0,0 0-11 16,0 0-23-16,6 15-23 0,-6-15-25 15,3 16-26-15,1-8-40 0,-2 2-34 0,3 1-181 16,-3-1-490-16,1 1 217 0</inkml:trace>
  <inkml:trace contextRef="#ctx0" brushRef="#br0" timeOffset="163633.31">19742 3715 106 0,'1'-8'209'0,"-1"8"-9"0,0 0-7 15,0 0-6-15,0 0-10 0,0 0-8 0,0 0-6 16,0 0-11-16,0 0-5 0,0 0-15 0,0 0-5 16,0 0-10-16,0 0-14 0,0-9-10 0,0 9-9 15,0 0-8-15,0 0-4 0,0 0-9 0,0 0-6 16,0 0-8-16,0 0 0 0,0 0-1 0,-18 12 0 16,12-9-3-16,1 1-4 0,-2 3-3 0,7-7 1 15,-10 11-8-15,4-5-4 0,-1 2-4 0,7-8 2 16,-9 13 1-16,4-4 1 0,0 2-2 15,0 2 2-15,0-3-5 0,0-1-3 0,2 0-7 0,2 2 9 16,1-11-4-16,-1 18 2 0,-1-8 4 0,2-10-11 16,2 13 2-16,-2-13-1 0,1 13-1 0,3-9 0 15,-4-4-2-15,8 11 0 0,-1-7 1 0,-2-1-1 16,4 2-1-16,4-3 6 0,-2 1-3 16,1-3-6-16,2 3 1 0,-1-5 4 0,-2 1-4 15,7-2 4-15,-5 3-4 0,0-4 3 0,0 1-2 16,-3-1 7-16,1-1 5 0,-2 0 1 0,5-4 1 15,-5-1-2-15,0 2-3 0,0-2-3 0,0-3 4 0,-3 1-6 16,1 1 4-16,-6-1-1 0,3-1-9 16,-3 2 2-16,-1 0-2 0,-2 1-3 0,-2-1 0 15,-1 1 1-15,-2 0-6 0,-3 2 2 0,0 2-2 16,-3-1 1-16,-3-1 1 0,0 4-2 0,-2 0-1 16,2 2 2-16,0 1-6 0,3-1-4 0,0 2-4 15,0 0-5-15,0 3-3 0,0-2-13 0,5 0-14 0,1 3-13 16,-1-2-17-16,8-2-15 0,-11 6-36 0,11-6-50 15,-7 7-50-15,7-7-237 0,0 0-505 0,0 0 225 16</inkml:trace>
  <inkml:trace contextRef="#ctx0" brushRef="#br0" timeOffset="163832.31">20259 3704 58 0,'11'-2'217'0,"-11"2"-19"0,7-4-14 15,-7 4-22-15,10-2-15 0,-2 2-21 0,0-1-8 16,3 1-16-16,0 0-19 0,0 1-34 0,1 0-36 16,-2 1-40-16,0 0-53 0,-1-1-43 0,-4 2-82 15,-5-3-222-15,8 9 99 0</inkml:trace>
  <inkml:trace contextRef="#ctx0" brushRef="#br0" timeOffset="163983.09">20289 3795 80 0,'0'0'205'15,"0"0"-9"-15,-5 3-5 0,5-3-13 0,0 0-6 16,0 0-15-16,0 0-16 0,0 0-10 0,0 0-3 16,0 0-6-16,0 0-9 0,0 0-9 0,0 0-17 15,23 7-19-15,-12-5-27 0,3 0-41 0,0-2-53 16,6 2-83-16,0 1-186 0,0-3-347 0,1-3 154 15</inkml:trace>
  <inkml:trace contextRef="#ctx0" brushRef="#br0" timeOffset="164650.31">20721 3505 156 0,'0'0'269'0,"-5"-4"-12"0,5 4-15 0,0 0-17 16,0 0-15-16,0 0-21 0,0 0-23 0,0 0-15 15,-2-8-20-15,2 8-15 0,0 0-13 0,0 0-12 0,0 0-10 16,0 0-8-16,0 0-6 0,11 24-9 0,-9-13 0 15,3-1-11-15,2 5-1 0,0 1-3 16,-2-2-5-16,1-2-9 0,0 2 3 0,-1 2-4 16,3-4 1-16,-3 2-4 0,3 0-1 0,1-1-4 15,-4-3-1-15,2 0-1 0,-2-1-3 0,0 1 2 16,1-4-4-16,-3 3 6 0,1 0-9 0,1-1 3 16,0-2-1-16,2 1-4 0,-7-7 2 0,6 13-5 15,-6-13 3-15,7 10 2 0,-7-10 2 0,5 6-4 16,-5-6 25-16,0 0 16 0,5 7 13 0,-5-7 8 15,0 0-5-15,0 0-22 0,0 0 14 0,22-22-3 16,-15 14-3-16,0-1-19 0,0-3 16 0,0 2-5 16,3-6-4-16,0 1 8 0,0 1-2 0,-1-3-14 15,0 1-6-15,0-7-8 0,1 4 5 0,-2 3 1 16,-2-1-3-16,2-1-4 0,-3 1 1 0,2 2-2 16,-1 0-4-16,-1 5 9 0,-1-1-12 0,-1 2-1 15,-1 3-4-15,2 1-2 0,-4 5 2 0,5-8-19 16,-5 8-21-16,3-7-24 0,-3 7-36 0,0 0-10 15,0 0-6-15,0 0-26 0,0 0-43 0,0 0-69 16,10 20-57-16,-9-8-171 0,-1 0-516 0,-1 0 228 16</inkml:trace>
  <inkml:trace contextRef="#ctx0" brushRef="#br0" timeOffset="165083.75">21171 3749 117 0,'0'0'201'0,"0"0"8"16,0 0-8-16,1 11-12 0,-1-11-11 0,0 0-20 15,-4 15-13-15,4-15-14 0,0 13-13 16,0-13-4-16,0 14-5 0,0-14-7 0,0 13-8 0,0-13-6 16,0 14-10-16,0-14-3 0,-1 11-7 0,1-11-2 15,0 0-7-15,0 0 14 0,-1 10 4 0,1-10 7 16,0 0 16-16,0 0 4 0,0 0 9 15,0 0 2-15,0 0 4 0,0 0-12 0,0 0-11 0,0 0-9 16,0 0-7-16,0 0-8 0,0 0-3 16,0 0-1-16,0 0-1 0,0 0-11 0,0-43-12 15,2 34 2-15,1-2-7 0,-2-1-3 0,5 1 0 0,-2 2-9 16,1-1 5-16,0 0 6 0,1 0-24 0,-4 2 5 16,6 1-8-16,-8 7-7 0,12-11 0 15,-6 7 5-15,-6 4-5 0,12-7-4 0,-5 4 0 16,-7 3 1-16,13-1-2 0,-13 1-3 0,15 3 7 15,-7 1-10-15,-8-4 0 0,16 8 2 0,-7 0 1 16,-1 1-3-16,-2-1-16 0,-1 3 21 0,0 0 0 16,-1 0 0-16,-1 0-16 0,1-1 22 0,-3 0 1 15,1 0-2-15,-2-10-10 0,3 19-18 0,-3-9-30 16,1-1-35-16,-1-9-24 0,-1 14-27 0,1-14-59 16,0 12-75-16,0-12-289 0,1 10-609 0,-1-10 271 15</inkml:trace>
  <inkml:trace contextRef="#ctx0" brushRef="#br0" timeOffset="165258.75">21528 3775 231 0,'0'0'250'16,"0"0"-7"-16,0 0-10 0,6-5-17 0,-6 5-18 15,0 0-16-15,7-2-16 0,-7 2-21 0,10-2-17 16,-2-1-11-16,2 3-10 0,3-1-19 0,0-1-26 15,5 2-38-15,-1 0-49 0,-2-1-63 0,3-1-78 16,-4 2-187-16,-14 0-380 0,25-2 169 0</inkml:trace>
  <inkml:trace contextRef="#ctx0" brushRef="#br0" timeOffset="165655.41">21805 3537 270 0,'0'0'270'0,"0"-10"-5"0,0 10-14 16,-3-10-13-16,3 10-25 0,0 0-23 16,0 0-21-16,0-8-20 0,0 8-16 0,0 0-12 0,0 0-9 15,0 0-13-15,12 24-3 0,-10-11 2 0,6 1 0 16,-3 1 0-16,-1 1-13 0,1 1-11 0,0 2-3 16,-1-3 4-16,1 2-4 0,0-2-6 15,0-1-10-15,-1-3-4 0,0 0-3 0,-2-1-4 16,2-1-8-16,-1-4 4 0,-3-6-7 0,7 13-5 15,-3-7-1-15,-4-6-5 0,5 14 2 0,-1-9 2 16,-4-5-3-16,5 11 4 0,-5-11 11 0,0 0 19 16,0 0 9-16,12 6-2 0,-12-6-1 0,0 0 4 15,0 0-10-15,25-16-8 0,-17 9-7 0,5-4 3 16,-6 2-13-16,1-1-1 0,1-3-1 0,1-1-4 16,3 0 3-16,0-2-4 0,-3 1-4 0,0-3-20 15,-2 1 11-15,1-1 3 0,0 3 3 0,1-1-7 16,-2 0-7-16,-3 6 6 0,0-1-9 0,1 1 5 0,-2 2-18 15,0 3-13-15,-1 0-30 0,-3 5-33 16,6-7-36-16,-6 7-20 0,0 0-10 0,0 0-27 16,0 0-51-16,0 0-60 0,0 0-260 0,-9 26-597 15,9-26 264-15</inkml:trace>
  <inkml:trace contextRef="#ctx0" brushRef="#br0" timeOffset="165953.72">22238 3707 88 0,'0'0'286'16,"0"0"-4"-16,0 0-4 0,0 0-14 0,0 0-22 15,0 0-8-15,0 0-16 0,0 0-23 0,0 0-21 16,0 0-18-16,0 0-13 0,9 9-3 0,-9-9-5 16,0 0-12-16,-4 19-9 0,4-19-5 0,-5 18-18 15,3-7-2-15,0 6-3 0,-3 0-6 0,5 0-6 16,-3-1-4-16,1 0 3 0,-1 1-1 0,-1 0-2 15,3-6 3-15,-1 5-14 0,0-5-4 0,0 0-8 16,0 1-4-16,0-1-2 0,1-1-3 0,1-10-1 16,-3 17-1-16,2-10-4 0,1-7-12 0,1 14-11 15,-1-14-21-15,0 0-35 0,0 14-26 0,0-14-22 16,0 0-22-16,-3 12-23 0,3-12-34 0,0 0-40 16,-6 6-38-16,6-6-41 0,0 0-201 0,-13 1-534 15,13-1 237-15</inkml:trace>
  <inkml:trace contextRef="#ctx0" brushRef="#br0" timeOffset="166200.41">22222 3692 42 0,'5'-15'224'0,"-1"4"-12"0,0 1-5 0,-1 0-8 16,1 3-8-16,-2 1-20 0,-2 6-15 0,5-9-18 15,2 5-11-15,-2 1-13 0,-5 3-15 0,13 0-1 0,-3 0-6 16,-10 0-2-16,15 4-12 0,-6 2-8 0,1-3-8 15,-1 3-5-15,-1 0-7 0,1-2-3 16,-4 3-4-16,-1-3-5 0,0 2 3 0,-2-1 11 16,-2-5 0-16,1 14-2 0,-2-8-3 0,1-6 0 15,-9 14-15-15,0-6-16 0,2-1-18 0,-4 0-26 16,2-1-41-16,-3-1-45 0,3 0-61 0,-3-2-51 16,1 3-162-16,0-3-421 0,11-3 186 0</inkml:trace>
  <inkml:trace contextRef="#ctx0" brushRef="#br0" timeOffset="167116.84">19861 4318 102 0,'-8'0'102'0,"-2"-2"0"0,-2 0 5 0,1 1 0 15,-2-2 3-15,1 3 3 0,0-1 5 0,1-1 3 16,0 1-1-16,-2 1 0 0,4-1 6 0,-1 0-4 15,-1 1-2-15,-1-2-5 0,2 1-9 0,-3 2-4 0,1-1 3 16,0 0 0-16,0 0-2 0,1 2 0 0,-3-1 2 16,2 0-1-16,-1-1 1 0,3 1-6 15,0-1-1-15,0 0-2 0,2 2 2 0,8-2-17 16,-10 1-7-16,10-1-11 0,-10 1-2 0,10-1-7 16,0 0-3-16,-9 2-20 0,9-2 1 0,0 0 1 15,-7 2-1-15,7-2-1 0,0 0 10 0,0 0 3 0,24 8 5 16,3-6 3-16,10 1-4 0,17 0-1 15,11-3-1-15,30-1 0 0,2-2-12 0,3 0 0 16,1-1-2-16,2 0-3 0,1 2-6 0,-3-2-3 16,2 3 5-16,-1-1-8 0,-1 2 3 0,-1-2-1 15,0 1-8-15,-2 2-6 0,1-2 12 0,3-1-2 16,3 2 0-16,2 0-3 0,3-3-11 0,-3 1 17 16,-1-3-11-16,0 0-4 0,-3 1 3 0,-8 3-5 15,-3-1 17-15,-2-1-35 0,-31 0 11 0,2 2 14 16,-1 0-7-16,-6-2 5 0,-13 2 4 0,-4 1 7 15,-3-2-2-15,-2 2 5 0,-2 0 8 0,-10-3-2 16,-7 3 0-16,0 0-1 0,-3 0 8 0,0 0 1 0,-2 0-16 16,-8 0 22-16,11 0-5 0,-11 0 8 0,9 0-4 15,-9 0 2-15,0 0 4 0,11-2-5 16,-11 2-1-16,0 0 0 0,0 0-5 0,0 0-6 16,0 0 3-16,0 0-6 0,10 0-7 0,-10 0-10 15,0 0-11-15,0 0-23 0,0 0-37 0,0 0-50 16,0 0-61-16,0 0-71 0,0 0-99 0,-32-2-342 15,20 2-743-15,-1-2 329 0</inkml:trace>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5:31:44.098"/>
    </inkml:context>
    <inkml:brush xml:id="br0">
      <inkml:brushProperty name="width" value="0.05292" units="cm"/>
      <inkml:brushProperty name="height" value="0.05292" units="cm"/>
      <inkml:brushProperty name="color" value="#FF0000"/>
    </inkml:brush>
  </inkml:definitions>
  <inkml:trace contextRef="#ctx0" brushRef="#br0">9322 4002 77 0,'-8'-1'114'0,"8"1"1"0,0 0-5 0,0 0-10 0,-8-4-5 15,8 4-9-15,0 0-9 0,-5-4 0 0,5 4-11 16,0 0 2-16,0 0-16 0,-8-2-2 0,8 2-3 16,0 0-6-16,0 0-3 0,-11 0-5 0,11 0-2 15,0 0 0-15,0 0-5 0,-12 1-4 0,12-1 1 16,-10 3-1-16,1 0-3 0,3 0-7 0,-3-2 4 16,1 1-12-16,-2 1 11 0,2 0 0 0,2 1-1 15,-2-2-5-15,-2-1 1 0,2 2 1 0,0-2 0 16,2 2-3-16,6-3 3 0,-11 4 7 15,4-2-2-15,7-2-2 0,-10 2 4 0,10-2-3 0,-10 3 3 16,10-3-2-16,-9 3 1 0,9-3 3 16,-7 1 1-16,7-1-4 0,0 0 2 0,-7 2-5 0,7-2 2 15,0 0-5-15,0 0 1 0,0 0-9 0,0 0-6 16,0 0 0-16,-9 2 9 0,9-2-1 0,0 0-4 16,0 0 3-16,0 0-1 0,0 0 1 0,0 0 2 15,0 0-1-15,18 9 1 0,-11-9 0 0,2 4-6 16,4 0 3-16,-1-1 3 0,2 0-4 15,1 1 0-15,-1 0 1 0,-1 0 0 0,6-1 3 0,-1 1-2 16,1 2-2-16,3-2 1 0,-2 1 1 0,2-1-1 16,0 1-3-16,6-5 3 0,-3 3-5 0,5-1 8 15,-1 3-4-15,3-4-1 0,3 0 1 0,2 1 2 16,0-2-2-16,-2 0 0 0,4 0-1 16,-2-2-2-16,0 2 2 0,0-2 3 0,1 0-3 0,0 0 2 15,-4 2-1-15,3-1-1 0,-3 1 3 0,0 0-2 16,1-4 1-16,0 4 2 0,3-1-5 0,-3 1 2 15,1-3 1-15,1 2-3 0,-4 1 2 16,3-1-6-16,0 1 4 0,-3 1-3 0,1-1 7 16,2 0-2-16,-4-1-2 0,1 1 1 0,-1 1 4 0,-1-2 1 15,1-1-5-15,-3 2 0 0,-1-2 3 16,-1 2-6-16,1 0 2 0,-1 0 8 0,1 0-7 0,-6 0 1 16,7 0 4-16,-8-2-3 0,1 2 2 0,-2 0-3 15,7 2-4-15,-9-2-1 0,2 1 1 0,0-1 3 16,0-1 3-16,0 1-1 0,2-2-9 15,-3 2 10-15,2 0-4 0,0 0 0 0,9-2 3 16,-10 2 2-16,-1 0 1 0,4 2-6 0,4-4 4 16,-6 1-4-16,0 1 6 0,2 0-2 0,-2-2-1 0,7 1 1 15,-4 0 3-15,3-1-7 0,-2 1 1 0,4 1-1 16,-11-1 2-16,2-1-1 0,2 2 6 16,-3 2-4-16,3-2-3 0,-2 1-5 0,1-1 7 15,0 0 1-15,7 0 6 0,-7 1-4 0,-2-2 0 16,9 2 0-16,-9-2 1 0,3 0 1 0,1 1-3 0,-3-2 3 15,0 2-4-15,1 0 5 0,0-2 1 0,7 1 2 16,2 1-1-16,-10-1-2 0,8-2 0 16,-7 3 1-16,6-3-1 0,0 2 0 0,-5 1 0 15,-2-1-2-15,2-1-1 0,-3 2 1 0,0-1-6 16,1 1 9-16,-5 1 1 0,1-1-4 0,-5 0 1 16,0-1-3-16,3 1 2 0,-5 0 4 0,0 1 3 0,4-1 2 15,-2 2-1-15,1-2 3 0,-12 0-4 0,13 0 0 16,-8 1 5-16,-5-1 2 0,13-1 5 15,-13 1-3-15,7 0 0 0,-7 0 3 0,11 0-7 16,-11 0 4-16,7 2-4 0,-7-2-4 0,0 0 2 16,11 1-2-16,-11-1-1 0,0 0-1 0,9 0-2 15,-9 0-2-15,0 0 0 0,6 2-3 0,-6-2-13 0,0 0-17 16,0 0-23-16,0 0-25 0,0 0-23 0,0 0-16 16,7 4-34-16,-7-4-33 0,0 0-146 15,0 0-352-15,-21 11 157 0</inkml:trace>
  <inkml:trace contextRef="#ctx0" brushRef="#br0" timeOffset="1476.98">15009 4107 63 0,'-9'-2'88'0,"9"2"3"16,-7-3-7-16,7 3-3 0,-5-2-13 0,5 2 0 16,0 0-7-16,-9-5-3 0,9 5-4 0,0 0-2 15,0 0 2-15,-8 0-16 0,8 0 2 0,0 0-3 16,0 0-9-16,0 0 0 0,0 0 9 0,0 0-14 15,0 0-9-15,0 0 6 0,0 0-10 0,0 0 2 16,0 0-1-16,0 0-3 0,0 0 10 0,0 0 0 16,0 0-11-16,0 0 10 0,0 0 1 0,29 6 1 15,-18-6-1-15,1 1-4 0,-1-1 2 0,3 2-4 16,4-1-3-16,-1-1 0 0,5 0 0 0,0 0 0 16,5 1 1-16,-6 2-11 0,6-3 2 15,1 1-1-15,-7 1 7 0,8-2 0 0,-1 0 1 0,2 0 0 16,-2 2 9-16,3-2-2 0,-1 3-5 0,1-5 5 15,-2 1-7-15,2 1 8 0,-2-2 2 0,2 1-4 16,2 0 7-16,3-2-5 0,0 1 4 0,1-1 0 16,2 1-3-16,1-3-3 0,-1 3 3 0,13-3-7 15,-15 2 6-15,1 1-3 0,1-3 1 0,0 5-1 16,-2-3-3-16,-1 1 3 0,4-1-4 0,-2 1 0 16,-1-2 5-16,2 3-10 0,-1 0 5 0,0-1-5 15,-2 1 3-15,-2-1 1 0,4 0-2 0,-4 2 2 16,-1-2-1-16,4 1-1 0,-4-1-3 0,-1 1 1 15,-1-1 3-15,-3 1-4 0,0 1 0 0,-8 0-6 16,1 0 6-16,7-3-3 0,-6 3 6 0,4-1 0 16,1 1-6-16,-4-1 3 0,5-2-1 0,0 4-2 15,-8-1 6-15,10 0-4 0,-1 1-2 0,-2-1 4 16,1-1-2-16,-1 0 2 0,-6 1 0 0,10-3-3 16,-4 3 4-16,1-1-5 0,-1 0 3 0,1 0-5 15,2-1 4-15,-9 0-1 0,7 1-5 16,-5-1 6-16,3 1-1 0,-4 1 5 0,-1-1 2 0,0-1-6 15,-1 2-1-15,2 0-3 0,0 0 4 0,-2-1 0 16,1 1-2-16,0-2 0 0,-1 1 3 0,8 0 2 16,-2 0-1-16,-4 1 2 0,-1-1 0 0,7 0 1 15,-8-1-4-15,1 0 2 0,7 0 2 0,-9 1 4 16,4-1-4-16,-1 0 3 0,7 2-4 0,-8-1 2 16,0-1 0-16,7 1-3 0,-7 1-4 0,4-1 2 15,-2 1 5-15,5-2-1 0,-1-1-2 0,-5 2-4 16,6-1 5-16,-9 1-2 0,3 0 0 0,0-1 2 15,3 2 0-15,-3 0-1 0,-2 0 1 0,-2-3-1 16,2 3 0-16,-1 0 1 0,-1 0 1 0,2-2 0 16,-3 0 0-16,-3 2 0 0,0-1-3 0,0 1 9 15,-1 0-7-15,1 0 4 0,-3 0-6 0,0 0 6 16,-3 1-3-16,3-1-3 0,-2 0 1 0,-9 0 3 16,19-3 7-16,-13 3-1 0,-6 0 3 0,10 2-4 15,-10-2-3-15,10 0 5 0,-10 0 3 0,9-2-2 16,-9 2 2-16,0 0-4 0,7 3 5 0,-7-3-2 15,0 0 0-15,0 0-2 0,0 0-1 0,0 0 0 16,11-1-3-16,-11 1-2 0,0 0-3 0,0 0 5 16,0 0-4-16,0 0-2 0,0 0 4 0,0 0-13 15,0 0-24-15,0 0-27 0,0 0-23 0,0 0-20 16,0 0-19-16,0 0-17 0,0 0-38 0,-28 8-122 16,9-4-318-16,-3 2 141 0</inkml:trace>
  <inkml:trace contextRef="#ctx0" brushRef="#br0" timeOffset="3455.76">9252 7129 12 0,'0'-7'49'0,"0"7"-1"0,0 0-3 0,0 0 1 16,-1-11-7-16,1 11-3 0,0 0-2 0,0 0-3 15,0 0-11-15,-4-6 5 0,4 6-2 0,0 0 11 16,0 0-4-16,0 0-2 0,-6-6 1 0,6 6-11 16,0 0 20-16,0 0-6 0,0 0 8 0,-5-6-3 15,5 6-3-15,0 0 5 0,0 0-7 0,0 0-4 16,0 0 10-16,0 0-14 0,0 0 3 0,0 0-2 15,-14 0-7-15,14 0-2 0,0 0 11 0,-11 4-2 16,11-4 0-16,0 0-1 0,0 0 4 0,-11 0-20 16,11 0 22-16,0 0-4 0,0 0-7 0,-9 0 4 15,9 0-5-15,0 0 4 0,0 0 3 0,0 0 2 16,0 0 2-16,0 0-14 0,0 0 13 0,0 0-4 16,-6 2-3-16,6-2 3 0,0 0-2 0,0 0-4 15,0 0-2-15,0 0 3 0,0 0-1 0,0 0-3 16,0 0-2-16,0 0 1 0,0 0 1 0,0 0-1 15,0 0 0-15,0 0 3 0,0 0-1 0,0 0-4 16,0 0 6-16,0 0-10 0,0 0 6 0,0 0-6 0,0 0 5 16,0 0-6-16,0 0 2 0,29 1 2 15,-18-1-2-15,0 0 0 0,-1 0-3 0,3 0 6 16,-1 0-6-16,1-1 0 0,1 1-1 0,3-2-1 16,1 2 3-16,0-1 1 0,0-2 2 0,2 3-6 15,-1-1 8-15,3-2-4 0,1 1-1 0,6 1 11 16,2-1-14-16,0 0 7 0,4-2 1 0,1 3 9 15,1-7-3-15,3 4-3 0,-2 3-2 0,-1-4-1 16,2 2-3-16,0 1 4 0,1-2-4 0,12 1 1 0,-15-2 3 16,3 3-3-16,11-3-2 0,-14 2 4 0,3-1 2 15,-1 0-2-15,0-1 1 0,0 2 4 0,0 0-3 16,1 1 5-16,-1-3-4 0,-1 4 2 16,-1-2-5-16,3 0 2 0,-4 1-3 0,-1 1 2 0,0-3-1 15,0 4 2-15,-3-3-3 0,-1-1-2 0,-1 2 4 16,1 1-7-16,-3 0-1 0,-7-1 3 0,7 0-1 15,-7 2 1-15,1-2 1 0,8 2-5 0,-3 0 3 16,-4 0-1-16,4-1 1 0,-7-3 3 0,3 6-3 16,4-2 0-16,-4 0 3 0,-1-2-2 0,0 1 2 15,8-3-4-15,0 4 2 0,-1 0 2 0,-6 2-3 16,5-6 1-16,0 2-1 0,-1 2 1 0,0 0 0 16,2 0 0-16,-2-1 1 0,0 0 2 0,1-1-4 15,-6 2 3-15,4-3 4 0,3 3 6 0,-2 0-5 16,2-3 3-16,-2 5-3 0,3-5 2 0,0 0 1 15,-1 2 2-15,2 0-4 0,0-1 0 0,-2 1-1 0,1-2 4 16,1 2-5-16,0 1 3 0,1-6 0 16,-1 5-1-16,-2-3 0 0,3 1 2 0,-1 3-4 15,-1-5 2-15,2 8-3 0,-2-5 1 0,0 0-2 16,-1 2 1-16,-2-2-2 0,-5 1 0 0,5 1-2 16,-4 1 2-16,4-1-3 0,-6-1 4 0,0 2-7 0,6-1 1 15,-4 0 1-15,-1 0-3 0,-2 0 5 16,9-1-2-16,-8 2-2 0,0-2 0 0,8 1 0 15,-12 1-3-15,0-1 5 0,4-1-3 0,-3 2 1 16,1-1 3-16,-2 0-1 0,-3 2 0 0,0-2 3 0,-2 0 2 16,1 1 5-16,0-1-2 0,0 0 4 0,-2 3-2 15,2-3 0-15,1 0 6 0,-3 2-2 16,1-2-1-16,-1-2 1 0,0 2 1 0,-1 0-1 16,0 0-4-16,-1 0 2 0,1 2-5 0,-10-2-1 0,15-2 3 15,-8 2-5-15,-7 0 2 0,16 0-2 0,-16 0-1 16,9 0-3-16,-9 0 2 0,11-2-1 15,-11 2-3-15,0 0 2 0,0 0-1 0,9 0-15 16,-9 0-8-16,0 0-18 0,0 0-24 0,0 0-22 0,0 0-27 16,0 0-26-16,0 0-19 0,0 0-27 0,0 0-12 15,0 0-18-15,0 0-172 0,0 0-415 0,0 0 184 16</inkml:trace>
  <inkml:trace contextRef="#ctx0" brushRef="#br0" timeOffset="5106.72">15480 6813 36 0,'-12'0'79'0,"12"0"-11"0,-13 0-4 0,6-2 1 0,7 2-3 16,-15-1-17-16,7 1 20 0,-4 0-15 0,12 0-8 16,-18 1-6-16,8-1 4 0,0 2-3 0,1-2 2 15,2 2-4-15,-3-2-10 0,10 0 6 0,-14 2-5 16,7 0-2-16,7-2 9 0,-12 1-5 0,12-1-1 15,-11 0 4-15,11 0 2 0,-11 0-16 0,11 0 19 16,-7 3-10-16,7-3 3 0,0 0-5 0,-9 1 4 16,9-1-3-16,0 0-7 0,0 0-5 0,0 0 20 15,0 0-16-15,-8 1 1 0,8-1 1 0,0 0-5 16,0 0-2-16,0 0 2 0,0 0 2 0,0 0-4 16,0 0-4-16,0 0 10 0,26 0 0 0,-15 0 10 15,2 0-2-15,2 0-7 0,4-1 3 0,-1 1 1 16,5-1 2-16,5 3 0 0,0-2-7 0,3 0 4 15,-1 0-5-15,-1-1-1 0,2 2-7 0,-3 2 10 16,1-6-6-16,1 5-2 0,0-2 0 0,1 1 6 16,0-1-6-16,-1 1 5 0,0 1-7 0,0 2 5 15,-1-4-8-15,0 0 3 0,3 0-1 0,-3 0-2 16,3 0 3-16,-1 0 2 0,0 0-1 0,1 0 3 16,-1-3-1-16,0 2-8 0,1 5 10 0,-1-4-4 15,-2-3 11-15,3 6-4 0,0-3 5 0,0-4-2 16,4 2-1-16,-3 1-3 0,1-2 2 0,2 1-2 15,1-1 1-15,-2-2 2 0,1 5-6 0,-2 0 0 16,2 0 0-16,1-2-3 0,-1 3-3 0,-2-5 4 16,1 4 0-16,2-1 0 0,-4-1-1 0,1 0 0 15,0 1-2-15,0 1-1 0,-2 1 3 0,3-1-8 16,-1 0 6-16,1 0-2 0,2 0-2 0,-3 0-1 16,-1-1 5-16,3 1-5 0,0-2-4 0,-1 4 4 0,-1-4 3 15,-1 2-2-15,1 0-2 0,-5 0 0 16,3 2-1-16,-3-1-2 0,0-2 3 0,0 2-3 15,-7-1 4-15,4-1 3 0,2-1-3 0,-8 2-3 16,8-3 2-16,-6 3-2 0,-1-2 3 0,6 0 2 0,0 0 0 16,-8 2-4-16,3 0-1 0,-2-2 2 15,8-1-5-15,-7 1 7 0,0 1-2 0,0-1-2 16,2 2 3-16,-1-1-6 0,-3 1 2 0,3-3-1 16,-2 3 5-16,-1 0 1 0,3-1 0 0,-2-1-1 0,2 3-5 15,-3-2 3-15,3 1-2 0,0-2 4 16,5 2-3-16,-6 0 2 0,9 0-5 0,-9 0 2 0,0 0-3 15,2 0 4-15,-3-1-1 0,1-1 2 16,-1 5 2-16,-1-3-3 0,-2 0 1 0,3-1-3 0,-2 2 3 16,-4-1 2-16,4 0-1 0,-1 0-5 0,2 0 1 15,-2 0 4-15,1 0-1 0,1-1-1 0,-1 1 3 16,1 0-3-16,0 0 6 0,-5 1-6 0,4-1 5 16,0 0-2-16,0 2-1 0,0-4-1 0,-1 4 2 15,0-2 1-15,1 0 0 0,-5 1-1 0,5-2 2 16,0 1 5-16,1 0-2 0,1 0 0 0,-2-2-5 15,1 2 5-15,-2 0 0 0,2 0-1 0,-1 0 3 16,0-1-4-16,0-1-6 0,0 2 6 0,-2-1 3 16,2-1 1-16,-1 2-2 0,-3 0-3 0,2-1 3 15,-3 1-5-15,0 0 3 0,-1-2 0 0,1 1 0 16,-1 1 1-16,-2 0-2 0,4 0-1 0,-3 0 2 16,0-1 0-16,-1 1 3 0,1 0-5 0,1 0 9 15,-4 0-10-15,2-2 4 0,2 2-5 0,-3 0 6 16,1 0-6-16,-1-2 4 0,1 2-3 0,-10 0 0 15,14-2 0-15,-8 2 2 0,-6 0-3 0,12 0 2 16,-12 0-1-16,10 0 2 0,-10 0 1 0,12 0 2 16,-12 0 1-16,0 0 3 0,7-1-5 0,-7 1 4 15,0 0-3-15,0 0 3 0,0 0-7 0,9 1 5 16,-9-1-5-16,0 0 0 0,0 0-1 0,0 0 2 0,13-1 2 16,-13 1-3-16,9-2-2 0,-9 2 4 15,0 0 0-15,13 0-1 0,-13 0-1 0,0 0 0 16,10 0-4-16,-10 0 1 0,0 0 1 0,10-2 0 15,-10 2-2-15,0 0 3 0,11 0-3 0,-11 0 2 0,0 0-2 16,12 0 2-16,-12 0 1 0,10-1 0 0,-10 1-2 16,8 0-1-16,-8 0-2 0,0 0-4 0,10 0-2 15,-10 0-11-15,0 0-10 0,0 0-17 16,0 0-21-16,0 0-24 0,0 0-33 0,0 0-44 0,0 0-42 16,0 0-125-16,0 0-362 0,-37-6 160 0</inkml:trace>
  <inkml:trace contextRef="#ctx0" brushRef="#br0" timeOffset="8486.32">15013 4470 30 0,'-9'0'67'0,"9"0"-6"0,-9 0 3 16,9 0-1-16,0 0-6 0,-11-1 5 0,11 1-5 15,-10-2-3-15,10 2 3 0,0 0-11 16,-12 2 0-16,12-2 4 0,-12-2-6 0,12 2-3 16,-9 0 4-16,9 0-5 0,-8 2 0 0,8-2 6 15,0 0-5-15,0 0 1 0,0 0 3 0,-11 0-13 16,11 0 9-16,0 0-7 0,0 0-1 0,0 0 5 15,0 0-8-15,0 0-2 0,0 0-3 0,0 0-6 16,0 0-3-16,0 0-2 0,0 0 4 0,0 0-1 16,35-6-2-16,-26 4-3 0,1 0 4 0,3-1-5 15,4 0 5-15,0 2-7 0,1-3-3 0,-3 3-4 16,2-1-11-16,0-1-17 0,1 2-21 0,1-2-30 0,0 2-17 16,-2 1-18-16,-2 1-83 0,-3 2-210 15,2-3 94-15</inkml:trace>
  <inkml:trace contextRef="#ctx0" brushRef="#br0" timeOffset="8685.14">15629 4453 102 0,'11'-3'101'16,"-5"1"-5"-16,-6 2-10 0,13-3-10 0,-5 0 0 15,1 2-26-15,1-2-4 0,-2 2-28 0,3 0-12 16,-1 1-11-16,3-2-18 0,-1 1-9 0,-1 1-11 16,4 0-50-16,-3 1-100 0,1-1 45 0</inkml:trace>
  <inkml:trace contextRef="#ctx0" brushRef="#br0" timeOffset="8845.94">16117 4445 5 0,'8'1'85'0,"-8"-1"-16"0,12-1-3 0,-12 1-7 0,11 0-11 16,0-2 7-16,0 1-9 0,-1 1-7 0,4-1-2 15,-1 0-9-15,1-1-13 0,-1 1-20 0,4 1-16 16,2 1-17-16,1-1-44 0,-2 0-88 0,-2 0 40 16</inkml:trace>
  <inkml:trace contextRef="#ctx0" brushRef="#br0" timeOffset="9271.12">16673 4450 56 0,'0'0'80'0,"20"-3"-10"16,-9 1 0-16,3 2-23 0,3-3-7 0,3 1-9 15,2 0-15-15,5 0-7 0,1 0-15 0,-6 2-4 16,6-1-8-16,1 1-2 0,2-2 0 0,-10 4 4 15,2-4-3-15,3 2 4 0,-6 0 7 0,1 0-1 16,-4 0-2-16,-4 0 3 0,0 0 13 16,-2 0 4-16,3 0-4 0,-5 0 7 0,2 2 3 0,-11-2 3 15,14 0 5-15,-6 0 3 0,-8 0 4 0,12 1 6 16,-12-1-1-16,11 0-6 0,-11 0-1 0,9 0 15 16,-9 0-18-16,11 2 2 0,-11-2-5 0,13 0-3 15,-13 0 2-15,15-2 5 0,-4 2-5 0,-2 0 1 16,3 0-4-16,0 0-8 0,7-3 5 15,-1 1 0-15,1 1-4 0,-1-2 8 0,2 2-7 0,-1-2-15 16,1 3 7-16,-2 0 1 0,-5-2-5 0,4 2 2 16,-4-1 4-16,0 1 0 0,-2-1-9 0,2 2 16 15,-3-1-6-15,2-1 8 0,1 1 0 0,-2-2-4 16,1 1 4-16,0 1-2 0,0 0-5 0,-1 0-1 16,2 0-12-16,-2 0 4 0,2 0-17 0,0 0-11 15,3 1-10-15,0-2-3 0,1 2-9 0,1-2-2 16,1-1-5-16,1 2-8 0,1 2-37 0,-3-4-111 15,0 2 49-15</inkml:trace>
  <inkml:trace contextRef="#ctx0" brushRef="#br0" timeOffset="9413.15">17928 4418 25 0,'0'0'16'0,"13"0"5"15,-13 0 4-15,0 0 2 0,12-1 8 16,-12 1 12-16,6 1 0 0,-6-1 8 0,0 0-2 0,10-1 1 16,-10 1 1-16,10 0-13 0,-10 0 4 0,12-2-7 15,-12 2-4-15,18-1-7 0,-9 1-3 16,1-2-12-16,4 0-1 0,-4-1-20 0,6 1-17 15,0 1-11-15,3-2-7 0,-2 0-1 0,3 3-47 16,1-3-98-16,6 3 43 0</inkml:trace>
  <inkml:trace contextRef="#ctx0" brushRef="#br0" timeOffset="9537.92">18331 4388 138 0,'15'0'11'0,"-5"0"6"0,1 0 9 0,0 1-4 16,-3-1 19-16,-8 0-1 0,14 0 11 0,-7 2 1 16,-7-2 20-16,13 0-19 0,-5 0 7 15,-8 0-13-15,13-2-5 0,-3 2 1 0,-2-1-1 16,2 0-12-16,1-1-18 0,1 2-18 0,1-3-11 15,3-1-27-15,3 2-7 0,-6 1-14 0,5-1-38 0,0-1-111 16,0 4 48-16</inkml:trace>
  <inkml:trace contextRef="#ctx0" brushRef="#br0" timeOffset="9672.52">18822 4385 139 0,'0'0'140'0,"0"0"-10"0,0 0-22 0,0 0-9 15,0 0-23-15,0 0-25 0,0 0-29 0,0 0-41 16,0 0-32-16,0 0-66 0,10-2-125 0,-10 2 57 16</inkml:trace>
  <inkml:trace contextRef="#ctx0" brushRef="#br0" timeOffset="10423.83">19490 4316 75 0,'0'0'158'0,"-4"-9"-15"0,4 9-4 0,-6-6-15 15,0 2-4-15,-1 0-19 0,1 0-6 0,-5 2-12 16,0 0-9-16,1 0-7 0,-2 1-8 0,1 1-5 15,-2 3-2-15,0-1-3 0,2 3-4 0,-1 2-3 16,1-1 1-16,0 2-12 0,5-5-7 0,-4 4 5 16,5 1-3-16,1-2 0 0,1 3-7 0,2 0 3 15,1-9-5-15,8 16 3 0,-1-9 0 0,1 0-5 16,2 3 2-16,4-4 3 0,4 2 0 0,0-3-7 16,-3-1-3-16,5 1 4 0,-8-1-5 0,2-2 1 15,-5 2-6-15,-1-3 4 0,0 1-3 0,-8-2-1 16,12 2 1-16,-12-2-8 0,0 0-4 0,7 3 3 15,-7-3 1-15,0 0-5 0,8 1 5 0,-8-1-3 16,0 0 0-16,0 0-3 0,0 0 5 0,-18 10 1 16,6-7 5-16,2 1-14 0,1 0 8 0,-4 0-2 15,3 1 5-15,-3-2 1 0,2 5 3 0,0-2 6 16,0 3 2-16,2-2-4 0,1 1 0 0,1-1-2 16,-1 1 5-16,3 2 2 0,0-2-4 0,2 1 6 15,3-1-5-15,0-8-1 0,-1 11 3 0,1-11-2 16,5 11-1-16,-1-4 0 0,4 0-3 0,3-2-15 15,1 0-24-15,-1 0-17 0,2-3-40 0,1 0-29 16,0 1-21-16,0-1-115 0,4-2-276 0,1 2 122 16</inkml:trace>
  <inkml:trace contextRef="#ctx0" brushRef="#br0" timeOffset="10835.42">19730 4417 57 0,'0'0'233'0,"4"-8"-7"0,-4 8-10 0,1-8-25 0,-1 8-25 16,0 0-17-16,2-6-13 0,-2 6-21 15,0 0-14-15,0 0-3 0,0 0-15 0,0 0-8 0,4 23-9 16,-3-12-5-16,-1 2-5 0,1-2-3 0,0 6-1 16,-2 2-9-16,1-1-7 0,0 0 1 0,0 0-7 15,0-1 0-15,0-2-6 0,-1 2 4 0,2-5-6 16,-1-1-4-16,0-1 4 0,1 0-2 15,-1 0-8-15,2-4 1 0,-2-6-1 0,1 12-3 0,0-7 0 16,-1-5 0-16,0 0 3 0,2 10 0 0,-2-10 4 16,0 0-3-16,0 0-4 0,0 0-3 0,0 0 5 15,0 0-4-15,0 0-2 0,0 0 4 0,-8-33-3 16,4 21 1-16,1-3-6 0,0-4 3 0,0 0 2 16,-1 0-3-16,2-5-1 0,0 5 0 0,2-7-4 15,0 6 5-15,7-5-2 0,-5 6-2 0,2 1 2 16,-1 1-6-16,3 1-1 0,-2 5 4 0,0-2-2 15,2 5 0-15,-1 0-7 0,-1 1-8 0,2 1-14 16,2 2-18-16,-3 0-11 0,-5 4-4 0,13-2-20 16,-13 2-30-16,17 4-4 0,-7-1-12 15,0 1-11-15,0 3-3 0,0 0-3 0,0 1-99 0,-3 1-269 16,0-2 120-16</inkml:trace>
  <inkml:trace contextRef="#ctx0" brushRef="#br0" timeOffset="10988.29">19838 4518 123 0,'0'0'141'16,"0"0"-8"-16,-7 7-4 0,7-7-9 0,0 0-18 0,0 0-18 15,0 0-12-15,0 0-29 0,0 0-29 0,0 0-23 16,23 5-16-16,-23-5-13 0,21 0-23 0,-9 0-10 16,0 0-3-16,2 0-41 0,-2 0-122 15,-1 1 54-15</inkml:trace>
  <inkml:trace contextRef="#ctx0" brushRef="#br0" timeOffset="11289.39">20031 4621 44 0,'5'11'85'0,"-5"-11"-2"0,5 10 1 0,-5-10-12 16,4 9 2-16,-4-9-12 0,5 8-3 0,-5-8-1 15,0 0 0-15,4 9-5 0,-4-9 10 0,0 0 14 16,0 0 11-16,0 0 11 0,5 5 7 0,-5-5-14 15,0 0-4-15,0 0-11 0,0 0-4 0,0 0-7 0,0 0-7 16,11-18-8-16,-8 8-6 0,2 3-3 16,0-3-8-16,3 2 2 0,3-6-3 0,-2 6-11 15,4-3 2-15,1 2 3 0,-5 0-7 0,0 3 2 16,0 0-5-16,1 0 0 0,-1 2-4 0,-9 4-6 16,13-3 2-16,-13 3-5 0,10-1 2 0,-10 1 0 0,0 0-9 15,17 10 9-15,-12-7-4 0,0 4 1 16,-5-7 3-16,5 15-6 0,-2-8-18 0,-1 3-35 15,-2-10-18-15,0 0-33 0,3 26-35 0,-2-15-142 16,-5-2-305-16,4-9 136 0</inkml:trace>
  <inkml:trace contextRef="#ctx0" brushRef="#br0" timeOffset="12964.91">19063 3643 50 0,'0'0'133'0,"-8"-6"-7"0,8 6-10 15,-8-5-11-15,1 3-13 0,7 2-8 0,-15 0-5 16,5 3-1-16,-3 1-8 0,1 2-2 0,-3 1-9 16,1 4-4-16,3-3-10 0,-1 5-3 0,2 1 4 15,0-1-10-15,3-1 2 0,3-1-7 0,4 4 0 16,-2-3-3-16,4-2 1 0,2 2-6 0,3-1 2 16,3-3 0-16,1 6-5 0,2-11-9 0,4 5 5 15,2 0 2-15,1-4-4 0,-2 1 2 0,-1-4-6 16,-3 2-4-16,0-2 1 0,0 0 5 0,-1-1-3 15,-2 0 1-15,-2 0-4 0,-9 0 1 0,13-2 6 16,-13 2-11-16,8-1 4 0,-8 1-3 0,7-4-1 16,-7 4 2-16,0 0 1 0,0 0-7 0,0 0 0 15,0 0 2-15,0 0-1 0,0 0-1 0,-20-11 4 16,10 11-4-16,-3 3-1 0,0 0 2 16,0 1 4-16,0-1-2 0,1 2 1 0,-5 0-1 0,4-1 3 15,1 2-4-15,3-2 0 0,0 4 4 0,1 0 1 16,3-2 3-16,1 1-6 0,0 0 9 0,2-2-16 15,2-5 11-15,-2 12 0 0,2-5 1 0,0-7 0 16,8 12-3-16,-1-7 9 0,1-2-12 0,4 3 3 16,1-3-15-16,5 2-8 0,-1-1-29 0,3-3-11 15,0-2-20-15,2 2-20 0,-3-1-9 0,0-1-12 16,-6-1-88-16,1 0-223 0,-3 0 99 0</inkml:trace>
  <inkml:trace contextRef="#ctx0" brushRef="#br0" timeOffset="14405.56">19430 3864 30 0,'0'0'124'0,"0"0"-7"15,0 0-4-15,0 0-6 0,0 0 1 0,0 0-5 0,0 0-9 16,-1-14-1-16,1 14-3 0,0 0-9 0,0 0-1 16,0 0-5-16,0 0-3 0,0 0-8 15,0 0-8-15,0 0-4 0,-12-4-4 0,12 4-7 16,0 0-6-16,-11 2 1 0,11-2-8 0,-11 5 1 15,5-3-4-15,-3 3 1 0,0 1-6 0,1 0 0 16,3 0-2-16,-2 1-2 0,-1 0 1 0,3 1-6 0,0 0 5 16,-2 1-3-16,2 1-3 0,3-1-3 15,-2-1 1-15,3 1 1 0,-1 1 1 0,1-1-2 16,4-2-1-16,-3-7 2 0,0 17 4 0,2-11-9 16,2-1 6-16,0 1-3 0,2-2 0 0,3 0 2 15,2 3-14-15,-3-5-4 0,3 2-13 0,8 0-18 16,-6-3-21-16,-1 0-27 0,6-1-15 0,-5 1-17 15,0-3-19-15,-2 0-93 0,1 3-251 0,-12-1 111 16</inkml:trace>
  <inkml:trace contextRef="#ctx0" brushRef="#br0" timeOffset="15318.96">19583 3928 83 0,'0'0'121'0,"0"0"-2"0,-1-11-17 16,1 11 7-16,0 0-10 0,0 0-7 0,0 0-8 15,0 0-6-15,0 0-12 0,0 0-9 0,0 0-4 16,0 0-2-16,0 0-12 0,0 0 5 0,0 0-13 15,0 0 0-15,0 0-13 0,0 0 9 0,0 0 2 16,0 0 5-16,0 0-1 0,0 0 1 0,0 0-4 16,-3 33-7-16,5-27 10 0,-2-6-13 0,0 13-6 15,0-5 6-15,0-8-6 0,-3 12-2 0,3-2 9 16,0-3-8-16,0-7-8 0,-2 11 5 0,2-5-4 16,0-6 3-16,0 10-5 0,0-10 6 0,-2 8-4 15,2-8 3-15,2 8-2 0,-2-8-3 0,0 8-2 16,0-8 6-16,0 0 0 0,0 0-8 0,0 0 1 15,0 0 2-15,0 0 8 0,-3 9 3 0,3-9 3 16,0 0 8-16,0 0 9 0,0 0 8 0,0 0 1 16,0 0 1-16,0 0-4 0,0 0-1 0,0 0-2 15,0 0-7-15,0 0-6 0,0 0 2 0,0 0-7 16,0 0 2-16,0 0-3 0,-9-21 2 0,9 21-1 16,0 0 2-16,-1-7-1 0,1 7-10 0,0 0 10 15,0 0-4-15,-1-8 2 0,1 8-4 0,0 0 0 16,0 0 0-16,0 0 0 0,-3-9-2 0,3 9 1 15,0 0 1-15,0 0-5 0,5-7-2 0,-5 7 0 16,0 0-3-16,3-7 3 0,-3 7-3 0,0 0 0 16,4-8-2-16,-4 8 8 0,5-3-7 0,-5 3 3 15,0 0-3-15,3-7 1 0,-3 7 0 0,0 0-2 16,0 0 1-16,0 0 0 0,0 0 7 0,0 0-10 16,0 0 0-16,6-4 7 0,-6 4-2 0,0 0 3 15,0 0-2-15,0 0 3 0,0 0-3 0,0 0 2 16,0 0-1-16,0 0 6 0,0 0 1 0,0 0 4 15,0 0-4-15,0 0 4 0,0 0-1 0,0 0 2 16,0 0 2-16,0 0-2 0,0 0 0 16,0 0-1-16,0 0 7 0,0 0-8 0,0 0 0 0,0 0 0 15,0 0-3-15,0 0 0 0,0 0-2 0,0 0 0 16,0 0-2-16,0 0-1 0,0 0-2 0,0 0 2 16,0 0-2-16,0 0-1 0,0 0 0 0,0 0 2 15,0 0-1-15,0 0-1 0,0 0-3 0,0 0 1 16,0 0 0-16,1-8 7 0,-1 8-9 15,2-7 0-15,-2 7-3 0,6-7 1 0,-6 7 0 0,3-8 1 16,0 4 0-16,-3 4 0 0,6-7-4 0,-6 7 4 16,4-6-5-16,-4 6 5 0,4-8-2 0,1 5-3 15,-5 3 3-15,5-3 0 0,-5 3-5 0,0 0 3 16,10-3-1-16,-10 3 1 0,0 0-2 0,12 0 1 16,-12 0 1-16,10 3-2 0,-5 0 1 0,-5-3 0 15,12 5 1-15,-6 0-1 0,2 0 0 0,-2 0 4 16,3 3-3-16,-2-3-1 0,0 1 2 0,-2 3 2 15,2-1-2-15,-2 1 1 0,-1 1-1 0,-2 1-2 16,2-3-16-16,0 1-21 0,-1 2-36 0,-2 0-41 16,0 0-59-16,0 0-49 0,-2 0-154 15,1-1-411-15,0-10 182 0</inkml:trace>
  <inkml:trace contextRef="#ctx0" brushRef="#br0" timeOffset="16367">19866 6918 101 0,'2'-8'164'0,"0"1"-13"0,-2 7-16 16,1-11-10-16,0 6-5 0,-1 5-3 0,0-9 1 16,0 9 2-16,0 0-2 0,0 0-8 15,-2-11-9-15,2 11-10 0,0 0-12 0,-7-3-9 0,7 3-4 16,-15 1-8-16,5 4-3 0,-4 3-6 0,-3 2-2 16,2 1-5-16,-6 8-7 0,5-10-1 0,3 5-6 15,0-2 0-15,2 0-3 0,2 1 0 0,2-1-7 16,3-3 4-16,2 4-7 0,-1-4 3 0,6 2 1 15,-1-2-6-15,2 1 1 0,1-4-2 0,4 2 1 16,-1-2-4-16,3 1-1 0,0-1 1 0,1-3 2 16,-1 2-5-16,-2-1 1 0,1-1 0 0,-1 0-2 15,-3-2 4-15,1 1-5 0,-7-2 2 0,10 1 1 16,-10-1-1-16,7 0 3 0,-7 0-3 0,0 0 0 16,0 0-2-16,9 0 1 0,-9 0-4 0,0 0 4 15,0 0-5-15,0 0 2 0,0 0-3 0,0 0-1 16,0 0 3-16,0 0-3 0,-23 15 3 0,14-11 1 15,0 2 4-15,-1-1 0 0,1 1-4 0,2 1 4 16,-1 0 2-16,0 0-3 0,3-1 3 0,1-1-3 16,2 1 0-16,-2 0-1 0,4-6-1 0,-1 13 1 15,3-7-2-15,5 1 5 0,-1 0-4 0,5-1-13 16,2-2-23-16,6 3-27 0,1-4-30 0,8 1-26 16,4-1-22-16,0-4-24 0,-2 1-21 0,1-2-113 15,-1-4-318-15,0-2 140 0</inkml:trace>
  <inkml:trace contextRef="#ctx0" brushRef="#br0" timeOffset="18514.99">20231 7167 12 0,'2'-6'90'0,"-2"6"-1"16,0 0-4-16,2-7-1 0,-2 7-7 0,0 0-7 15,3-8 2-15,-3 8 1 0,0 0 9 0,4-8-1 16,-4 8 2-16,1-6 7 0,-1 6-3 16,0 0-2-16,2-7-1 0,-2 7 0 0,0 0 3 0,0 0-7 15,0 0-1-15,0 0-3 0,0 0-2 0,0 0-4 16,0 0-3-16,0 0-3 0,0 0-10 0,0 0-8 16,-6-8-4-16,6 8-2 0,0 0-9 0,0 0-4 15,-15 4-1-15,15-4-2 0,-17 7-4 0,8-3 0 16,0 2-1-16,-1 1-2 0,0 1 2 0,1-1-1 15,-1 2-3-15,2 1-2 0,0 0-1 0,3 1 0 16,-3 1-2-16,3-1-2 0,1 0 1 0,1 0-1 16,-1-1 1-16,2 2 0 0,2-2-1 0,0-1-3 15,2 1-5-15,0-2 2 0,1 2 5 0,2-2 0 16,1-1 3-16,5 1-5 0,-1-3 1 0,-1 1 0 16,5-2-4-16,4-1-13 0,0 0-11 0,-2 0-21 15,-2-3-26-15,-1 0-36 0,0 0-24 0,-2 0-21 0,0 0-23 16,-4-1-126-16,-7 1-323 0,12-6 144 15</inkml:trace>
  <inkml:trace contextRef="#ctx0" brushRef="#br0" timeOffset="19205.18">20451 7157 160 0,'0'0'153'0,"0"0"2"16,-4-7-6-16,4 7-4 0,0 0-7 15,0 0-3-15,0 0-11 0,-4-9-6 0,4 9-10 16,0 0-13-16,0 0-10 0,0 0-9 0,0 0-6 0,0 0-11 16,0 0-4-16,0 0-8 0,0 0-3 0,0 0-4 15,0 0-4-15,0 0-4 0,13 26-4 16,-8-19-1-16,0 2-3 0,2 1-3 0,1 3 2 16,-3-1-9-16,1-1 2 0,3 1 0 0,-1 2-1 0,-3-2 1 15,0-3-3-15,1 2-2 0,2-1-1 0,-3-1 0 16,0 2-4-16,2-1 6 0,-2-2-3 0,2 0-1 15,-3-2 0-15,0-1-2 0,1 1 0 0,-1-1-1 16,1 0 1-16,-5-5-3 0,8 7 2 0,-5-3-2 16,-3-4 3-16,7 5 2 0,-7-5-3 15,4 4 7-15,-4-4-4 0,0 0 6 0,0 0 4 0,0 0-6 16,15-8 1-16,-11 3 4 0,1-1-5 0,-1-2 2 16,1-3-2-16,1 1 0 0,2-5-3 0,0-3 1 15,-1 0 0-15,1 1-1 0,1-1-4 16,1-4 3-16,-1-2 0 0,-1 6-5 0,-1 0-1 0,1 4 2 15,0 0 2-15,-3 4-3 0,1 2 0 0,-3 2-6 16,-2-1-7-16,-1 7-17 0,5-9-24 0,-5 9-28 16,2-6-40-16,-2 6-10 0,0 0-21 0,0 0-5 15,0 0-15-15,0 0-113 0,0 0-306 0,0 0 135 16</inkml:trace>
  <inkml:trace contextRef="#ctx0" brushRef="#br0" timeOffset="20499.48">8393 7181 153 0,'0'0'167'0,"0"0"2"0,-3-8-8 0,3 8-5 16,-5-6-5-16,5 6-6 0,-7-7-6 15,7 7-6-15,-8-6-12 0,8 6-7 0,-7-3-14 16,7 3-10-16,-14-1-9 0,14 1-10 0,-16 0-8 16,5 1-6-16,-1 4-6 0,-2-1-2 0,3 3-10 0,-3 3-3 15,0-3-5-15,1 2 2 0,3 1 9 0,-3 1-5 16,4-1-3-16,-1 0-8 0,1 3-1 16,2-4 1-16,2 2-5 0,0 0-1 0,3-3-4 0,2 2-1 15,1 0 0-15,0-2-4 0,4 1-4 16,-1 0 3-16,3-2-2 0,2 1-4 0,2-4 2 0,-1 2-2 15,2-3-2-15,0-2 2 0,1 3-8 16,1-2 0-16,-1-2-1 0,0 0 0 0,-2 1 1 16,-2-1-1-16,-1 0 0 0,-8 0 5 0,13 2-1 15,-13-2-4-15,9 0 2 0,-9 0 1 0,0 0-1 0,6 0-1 16,-6 0 0-16,0 0-1 0,0 0 0 0,0 0-3 16,0 0 3-16,0 0 1 0,0 0-6 0,-28 10 7 15,16-5 0-15,1 2-2 0,-6 1 0 0,1-1 2 16,-2 1 3-16,0 2 1 0,1 2-2 0,-2-2 5 15,5 3-2-15,-1-3 4 0,2 2 1 0,5-3-3 16,1 0-2-16,2-2 2 0,1 0 1 0,1 3-2 16,2-3-1-16,1-7 2 0,5 13 7 15,1-6-5-15,6-1 2 0,-2-2-3 0,7-1-1 16,2-2 3-16,8-2 2 0,2 1-10 0,-1-3-8 0,2 3-25 16,-4-2-34-16,-6 2-38 0,1-2-30 0,1-2-46 15,-9 0-167-15,0 2-377 0,-1-3 167 0</inkml:trace>
  <inkml:trace contextRef="#ctx0" brushRef="#br0" timeOffset="21267.77">8521 7544 123 0,'-1'-9'189'0,"1"9"-2"0,0 0-8 0,0-11-10 15,0 11-11-15,0-8-6 0,0 8-14 16,0 0-9-16,0 0-16 0,-4-10-12 0,4 10-12 0,0 0-9 16,0 0-9-16,0 0-14 0,0 0-5 0,0 0-2 15,0 0-4-15,0 0-8 0,0 0 1 0,5 25-5 16,-4-15-6-16,1 2 3 0,-1-1-3 0,2 7 1 15,-1-1-2-15,-2-1-2 0,1 2 0 0,2-1-4 16,-3 1 1-16,-1-2-1 0,2-4-2 0,-2 4-3 16,2-3-2-16,-2 2-1 0,1-4 0 0,1 2-5 15,-1-2 5-15,-1 0-1 0,2-2-4 0,-2-2 2 16,1-7-3-16,0 12 1 0,0-4-6 0,0-8-9 16,-2 10-18-16,2-10-13 0,-1 10-17 0,-3-6-15 15,4-4-15-15,-4 9-22 0,4-9-20 0,-6 6-15 16,6-6-20-16,-6 3-134 0,6-3-321 0,0 0 141 15</inkml:trace>
  <inkml:trace contextRef="#ctx0" brushRef="#br0" timeOffset="21833.83">8505 7553 42 0,'0'0'110'0,"0"0"-6"0,-7-4 8 16,7 4-13-16,0 0-12 0,-5-5 9 0,5 5-6 15,0 0 2-15,0 0-7 0,-5-5-1 0,5 5-1 0,0 0-6 16,0 0 5-16,0 0-2 0,-6-4-8 16,6 4-6-16,0 0 3 0,0 0-6 0,0 0 0 15,-3-7-3-15,3 7-3 0,0 0-4 0,0 0-10 16,0 0-2-16,0 0-2 0,1-10-6 0,-1 10-2 0,0 0-5 15,9-8-8-15,-9 8-1 0,8-6 3 16,-2 2-2-16,1 0-4 0,0 3-1 0,0-4-3 16,0 3-1-16,2 0-1 0,3-1-4 0,-3 5 1 15,0-4-2-15,0 4 1 0,-2-1-5 0,1 2 2 16,0 3 3-16,1 0-3 0,-3 2-1 0,3-1 4 16,-4 2-1-16,-1 1-1 0,2-3-2 0,-2 4-1 15,-1-1 5-15,-2 1-7 0,0 0 3 0,-1 0 3 16,-1 0-1-16,-2 0 1 0,0 4 1 0,-5-3-1 15,2-2-4-15,-1 0-12 0,-3 3-10 0,-1-1-10 0,2-3 6 16,-1-3-9-16,0-1-7 0,3 1-13 0,-1-3-14 16,2 0-9-16,-2 0-18 0,8-3 1 0,-13 2-21 15,13-2-19-15,-9-2-95 0,9 2-250 16,-10-3 111-16</inkml:trace>
  <inkml:trace contextRef="#ctx0" brushRef="#br0" timeOffset="22317.91">8763 7536 167 0,'-4'-5'173'0,"4"5"-15"15,0 0-15-15,0 0-15 0,0 0-15 0,0 0-9 16,0 0 3-16,0 0-1 0,0 0-10 0,0 0-4 16,14 19-7-16,-10-12-9 0,0 0 3 0,1 3-11 15,-1-1-2-15,1 1-4 0,0 0-5 0,-3 0-6 16,4-1-3-16,-3 1-3 0,1 0 1 0,1-3-7 15,0-1-6-15,-2-1-2 0,1 4 0 0,0 0-3 16,-2-3-2-16,2 0-4 0,-1-1-1 0,0 0-4 16,-3-5 3-16,4 6-2 0,-4-6-2 0,5 5 3 15,-5-5 5-15,0 0 6 0,7 7 5 0,-7-7 10 16,0 0 3-16,0 0-8 0,0 0 4 0,0 0-4 16,9-15-4-16,-5 9-3 0,-2-5-6 0,3-1 1 15,1-5-3-15,-3 2-2 0,4 1-5 0,-2-4-2 16,-1 1-2-16,-1 2-5 0,0-2-1 0,2 7-3 15,-4-2-7-15,2 4-15 0,-2-3-19 0,0 6-19 16,-1 5-29-16,0-11-24 0,0 11-17 0,0-9-25 16,0 9-28-16,0 0-19 0,0 0-135 0,0 0-359 15,-4-7 160-15</inkml:trace>
  <inkml:trace contextRef="#ctx0" brushRef="#br0" timeOffset="26026.92">7627 4034 5 0,'0'0'170'16,"-2"-7"-10"-16,2 7-8 0,0 0-5 0,-2-11-10 16,2 11-13-16,0 0-6 0,-5-6-16 0,5 6-15 0,-7-4-6 15,7 4-10-15,0 0-7 0,-13 3-10 0,13-3-3 16,-16 6-8-16,7 0-3 0,0 3-7 0,-2-1-2 16,-4 0-3-16,5 2-3 0,-3 2 0 0,2-1-4 15,3-1-5-15,2 2-2 0,1-1-1 16,1 0 1-16,1 0 2 0,2-2-2 0,0 0 0 0,1 1-8 15,1 0 3-15,3-1-6 0,2-1-8 16,-2 1 8-16,5-2-5 0,0-3 6 0,-1 2-3 0,3-2 0 16,1 0-5-16,-1-3 3 0,2 0 2 0,0-1-5 15,0 0-6-15,-3 0 5 0,1 0-4 16,1 0 4-16,-6 0 0 0,-6 0 0 0,10-2-1 16,-10 2 5-16,8-3 0 0,-8 3-1 0,0 0 0 0,0 0-1 15,0 0-4-15,0 0-1 0,0 0 7 0,0 0-10 16,0 0 5-16,0 0-2 0,0 0 0 15,-24 5 2-15,12 0 6 0,-1-1-5 0,-2 5 5 16,0-2 1-16,0 3 5 0,0-1-5 0,0 0 8 16,5-2-1-16,2 1 2 0,-1 1-3 0,0-2 0 15,3 2 6-15,3-3-2 0,-2 3 0 0,5-9 2 0,-2 13-1 16,2-13-2-16,1 13 6 0,-1-13-5 0,6 10 0 16,1-5 1-16,-7-5-8 0,11 7 4 15,-2-6-3-15,1 2-2 0,1-1-12 0,3-1-25 16,-1-1-20-16,2-1-28 0,-2-1-35 0,2 0-21 15,2 0-117-15,-5 0-274 0,1-1 121 0</inkml:trace>
  <inkml:trace contextRef="#ctx0" brushRef="#br0" timeOffset="26801.26">7849 4266 111 0,'0'0'158'0,"0"0"-4"0,0 0-13 0,1-6-6 16,-1 6-17-16,0 0 4 0,0 0-13 0,0 0-3 15,0 0-8-15,0 0-9 0,0 0-4 0,0 0-10 16,0 0-2-16,0 0-7 0,0 0-8 0,0 0-4 15,0 0-7-15,0 0-4 0,0 0-10 0,0 0 1 0,0 0-6 16,-28 14 0-16,22-6-4 0,-4-2-2 16,1 2-1-16,1-2-4 0,-2 3-1 0,0 0-3 15,1 2 3-15,-3 0-7 0,4 2 5 0,-2 0-2 16,4-3-3-16,-1 1-2 0,0-2 4 0,3 2-2 16,0-3-1-16,3-1-1 0,-1 0 1 0,2-7 0 15,0 12-2-15,0-12-1 0,3 12 4 0,0-8-2 16,1 1 2-16,1-2-5 0,5 0-4 0,0-3-12 15,4 0-15-15,3-1-21 0,2-1-19 0,-1 0-24 16,3-4-31-16,0 0-24 0,-3 3-142 0,0-2-311 16,-3-2 139-16</inkml:trace>
  <inkml:trace contextRef="#ctx0" brushRef="#br0" timeOffset="28717.6">8005 4213 177 0,'0'0'192'0,"0"0"-2"0,0 0-8 15,-1-8-11-15,1 8-16 0,0 0-12 0,0 0-13 16,0 0-9-16,0 0-11 0,0 0-18 0,0 0-8 16,0 0-11-16,0 0-11 0,0 0-4 0,0 0-7 15,0 0-3-15,0 0-7 0,0 0-5 0,6 23-1 16,-3-17-6-16,1 3-4 0,-2-1 0 0,3 2 1 15,-1 1-2-15,0-3-7 0,0 1 0 0,-2 3-3 16,2-2 0-16,-1 0-1 0,0 1-3 16,-1-1 3-16,3 1-1 0,-3-3-1 0,2 1-3 15,-1 0 0-15,1-1 2 0,-3 0 2 0,1-2-5 0,-2-6-1 16,4 11 0-16,0-5-2 0,-4-6 0 0,1 7-1 16,-1-7-2-16,3 8 4 0,-3-8-1 15,0 0 1-15,4 7 3 0,-4-7-3 0,0 0 1 0,3 3-4 16,-3-3 3-16,0 0-1 0,0 0-1 15,0 0 2-15,0 0 4 0,0 0-4 0,0 0 1 0,0 0 2 16,0 0 1-16,0 0-2 0,0 0 4 16,0 0-1-16,0 0 1 0,0 0 2 0,0 0-3 15,0 0-1-15,0 0 3 0,0 0-3 0,0 0 2 16,0 0-2-16,0 0 0 0,0 0 0 0,0 0-3 16,0 0-4-16,0 0 6 0,0 0-5 0,0 0 3 0,0 0-4 15,0 0 1-15,0 0 0 0,0 0-3 0,0 0 3 16,0 0 2-16,0 0 0 0,0 0-5 15,0 0 0-15,0 0 3 0,0 0 3 0,0 0-4 16,0 0 2-16,3 7-2 0,-3-7 1 0,0 0 4 16,0 0-4-16,0 0-1 0,0 0 1 0,0 0 0 15,0 0-1-15,0 0 3 0,0 0-2 0,0 0-1 16,0 0 5-16,0 0-3 0,0 0 1 0,0 0 1 0,0 0 2 16,0 0 1-16,0 0-4 0,0 0 11 15,0 0-1-15,0 0-4 0,0 0-3 0,0 0 0 0,0 0-1 16,0 0 2-16,0 0-4 0,0 0 3 15,0 0-4-15,0 0 7 0,0 0-3 0,0 0 1 16,0 0-2-16,0 0-3 0,0 0-2 0,0 0 4 16,0 0-3-16,0 0 3 0,0 0-11 0,0 0 6 15,0 0 2-15,0 0-1 0,0 0-1 0,0 0-3 16,0 0 0-16,0 0 4 0,0 0-2 0,0 0 1 16,0 0-3-16,0 0 2 0,0 0 3 0,0 0-1 15,0 0 0-15,0 0-2 0,0 0 0 0,0 0 0 16,0 0-1-16,0 0 2 0,0 0 4 0,0 0-2 15,0 0-1-15,0 0-1 0,0 0-1 0,0 0 2 16,0 0-3-16,0 0 3 0,0 0 0 0,0 0 0 16,0 0-3-16,0 0 1 0,0 0-2 0,0 0 3 15,0 0 0-15,0 0-2 0,0 0-1 0,0 0 10 16,0 0-6-16,0 0-3 0,0 0 3 0,0 0-2 16,0 0 0-16,0 0 0 0,0 0 0 0,0 0 4 15,0 0-5-15,0 0 1 0,0 0 0 0,0 0 1 16,0 0-2-16,0 0-1 0,0 0-1 0,0 0 3 15,0 0 2-15,0 0 0 0,0 0 0 0,0 0 7 16,0 0-10-16,0 0 1 0,0 0 0 0,0 0-1 16,0 0 4-16,0 0-3 0,0 0-1 0,0 0 3 15,0 0-3-15,0 0 1 0,0 0-1 0,0 0-3 16,0 0 3-16,0 0 1 0,0 0-2 0,0 0 5 16,0 0-3-16,0 0-2 0,0 0 3 0,0 0-1 15,0 0 0-15,0 0 1 0,0 0-2 0,0 0 3 16,0 0-1-16,0 0-1 0,0 0-2 0,0 0 3 15,0 0 0-15,0 0-3 0,0 0 1 0,0 0 0 16,0 0-1-16,0 0 2 0,0 0 2 0,0 0-3 16,0 0-2-16,0 0 5 0,0 0-3 0,0 0 1 15,0 0-1-15,0 0 2 0,0 0-2 0,0 0 4 16,0 0-6-16,0 0 7 0,0 0-3 0,0 0 8 16,0 0-12-16,0 0 3 0,0 0 1 0,0 0 1 15,0 0-3-15,0 0-2 0,0 0 2 0,0 0-1 16,0 0 5-16,0 0-5 0,0 0 1 0,0 0-1 15,0 0 0-15,0 0 1 0,0 0 0 0,0 0 1 16,0 0-1-16,0 0 3 0,0 0-6 0,0 0 6 16,0 0-3-16,0 0 2 0,0 0-4 0,0 0 4 15,0 0 0-15,0 0 0 0,0 0-1 0,0 0 1 16,0 0-2-16,0 0 4 0,0 0-4 16,0 0-1-16,0 0 2 0,0 0 0 0,0 0-1 0,0 0 2 15,0 0-1-15,0 0-1 0,0 0 1 0,0 0 1 16,0 0 1-16,0 0 1 0,0 0-2 0,0 0 1 15,0 0-2-15,0 0-1 0,0 0-1 0,0 0 2 16,0 0-3-16,0 0 5 0,0 0-3 0,0 0 9 16,0 0-12-16,0 0 1 0,0 0 9 0,0 0-7 15,0 0 0-15,0 0-1 0,0 0-1 0,0 0 2 16,0 0 2-16,0 0-1 0,0 0-1 0,0 0 3 16,0 0-1-16,0 0-4 0,0 0 1 0,0 0-1 15,0 0 5-15,0 0-1 0,0 0 1 0,0 0-2 16,0 0 0-16,0 0 1 0,0 0 0 15,0 0 0-15,0 0 0 0,0 0 0 0,0 0-2 0,0 0 2 16,0 0-3-16,0 0 2 0,0 0 0 0,0 0-1 16,0 0-1-16,0 0 3 0,0 0 1 0,0 0-1 15,0 0 1-15,0 0 0 0,0 0-4 0,0 0 2 16,0 0 0-16,0 0-1 0,0 0 1 0,0 0-5 16,0 0 5-16,0 0 2 0,0 0-2 0,0 0-1 15,0 0 0-15,0 0 3 0,0 0 1 0,0 0-5 16,0 0 5-16,0 0-5 0,0 0 1 0,0 0 1 15,0 0 4-15,0 0-7 0,0 0 2 0,0 0 1 16,0 0 3-16,0 0-3 0,0 0 2 0,0 0-1 16,0 0-4-16,0 0 3 0,0 0-2 0,0 0 1 15,0 0 1-15,0 0-2 0,0 0 1 0,0 0 2 16,0 0 4-16,0 0-2 0,0 0-9 16,0 0 6-16,0 0 0 0,0 0 0 0,0 0 0 0,0 0-1 15,0 0-1-15,0 0 4 0,0 0-4 0,0 0 2 16,0 0 0-16,0 0-2 0,0 0 2 0,0 0-1 15,0 0 1-15,0 0 0 0,0 0-5 0,0 0 7 16,0 0-4-16,0 0 2 0,0 0-3 0,0 0 2 16,0 0-4-16,0 0 3 0,0 0-4 15,0 0 3-15,0 0-2 0,0 0-2 0,0 0 7 0,0 0-5 16,0 0-2-16,0 0 3 0,0 0 3 0,0 0-3 16,0 0 5-16,0 0-5 0,0 0-3 0,0 0 6 15,0 0-2-15,0 0 1 0,0 0-2 0,0 0-1 16,0 0 1-16,0 0-1 0,0 0-1 15,0 0 1-15,0 0-3 0,0 0-1 0,0 0-3 16,0 0-6-16,0 0 2 0,0 0-5 0,0 0-6 0,0 0-8 16,0 0-8-16,0 0-7 0,0 0-24 0,0 0-6 15,0 0-34-15,0 0-24 0,0 0-22 0,0 0-14 16,0 0-148-16,-22-2-347 0,22 2 154 0</inkml:trace>
  <inkml:trace contextRef="#ctx0" brushRef="#br0" timeOffset="29388.75">8033 4298 62 0,'-5'-6'146'0,"5"6"-4"16,0 0-15-16,0 0 0 0,0 0-12 0,0 0-14 16,0 0-9-16,0 0-8 0,0 0-11 0,0 0-5 15,0 0-7-15,0 0-12 0,0 0 2 0,0 0-5 16,0 0-2-16,-9 19 1 0,10-12-4 0,-1-7 1 16,0 21-4-16,0-8-4 0,0-1 1 0,-1-1-2 15,1 5 6-15,0-1-5 0,0 0 2 0,-1-2-3 16,0 0-1-16,-1-1 0 0,1-1-4 0,0 2-2 15,-1-1-2-15,1-1 1 0,0 1-4 16,1 4-4-16,-3-8-3 0,3 3 0 0,0-1 2 16,-1-3-5-16,2 3 0 0,-1-10-2 0,-2 15-1 0,2-9 3 15,0-6-2-15,-2 12 0 0,2-12-1 0,0 8 0 16,0-8-2-16,-1 10 2 0,1-10-7 0,0 0-14 16,0 0-14-16,0 0-10 0,0 0-12 0,0 14-9 15,0-14-24-15,0 0-17 0,0 0-29 0,0 0-29 16,0 0-93-16,0 0-270 0,0 0 120 0</inkml:trace>
  <inkml:trace contextRef="#ctx0" brushRef="#br0" timeOffset="29663.67">8028 4259 68 0,'6'-8'147'0,"2"0"-8"0,-2 1-10 16,3-1-10-16,0 1-7 0,2 1-11 0,1 2-11 0,1 2-1 16,-3 0-11-16,3 2-9 0,-1 0-7 0,-2 3-12 15,0 0 1-15,0 3 3 0,-2 0-5 16,1 1-4-16,-4 2-6 0,1 0 0 0,-3 4-3 0,-2-3 3 16,-3 2-4-16,-1 0-7 0,-1 0-1 15,-4 3 1-15,-3-1-6 0,0 1-1 0,-2-4 0 16,-1 2-9-16,0-2-10 0,-4-1-13 0,2-2-28 15,0 0-26-15,-1 1-40 0,7-4-32 0,-2 1-104 16,-1-3-261-16,1-2 116 0</inkml:trace>
  <inkml:trace contextRef="#ctx0" brushRef="#br0" timeOffset="29803.98">8147 4376 112 0,'0'0'115'0,"0"0"-39"16,0 0-38-16,11 2-39 0,-11-2-56 0,0 0-62 16,0 0 28-16</inkml:trace>
  <inkml:trace contextRef="#ctx0" brushRef="#br0" timeOffset="31064.67">9106 6661 39 0,'-6'8'46'0,"2"-5"2"0,4-3-8 16,-6 7 0-16,3-4-3 0,3-3-1 0,-6 7-10 16,2-4-3-16,4-3 1 0,-5 5-4 0,5-5 2 15,-6 5-1-15,6-5 1 0,0 0 7 0,-5 6-4 16,5-6-3-16,0 0 5 0,-4 5 0 15,4-5 2-15,0 0-6 0,0 0 16 0,0 0-4 0,0 0 12 16,0 0 6-16,0 0 0 0,0 0 11 0,0 0-10 16,-4 5 5-16,4-5 5 0,0 0-4 15,0 0 1-15,0 0-1 0,0 0-3 0,0 0-1 0,0 0-3 16,0 0-7-16,0 0-3 0,0 0-7 0,0 0 0 16,0 0-4-16,0 0 2 0,0 0-3 0,18 0-3 15,-18 0-11-15,15-2 5 0,-3 2-5 16,-1 0-3-16,-1-1 2 0,4 1-5 0,3-2-5 0,1 2-11 15,-1-2-11-15,0 2-24 0,3 0-12 0,0-1-10 16,2 1-14-16,-2 0-17 0,3 0 0 0,5 0-18 16,-1 0-11-16,-5-2-72 0,-2 2-209 0,1 0 92 15</inkml:trace>
  <inkml:trace contextRef="#ctx0" brushRef="#br0" timeOffset="31226.68">9734 6728 18 0,'15'-1'101'0,"-7"-1"-1"16,2-2-15-16,2 2-10 0,-1-1-4 0,1 0-6 15,-1 0 0-15,1 1-18 0,-1 0-10 0,2 0-15 16,0 0-23-16,1 0-12 0,0 1-31 0,2-3-61 16,-3 1-114-16,1 0 51 0</inkml:trace>
  <inkml:trace contextRef="#ctx0" brushRef="#br0" timeOffset="32049.5">10373 6689 56 0,'9'0'126'0,"-9"0"-2"16,18-2-14-16,-7 1-8 0,2-2-9 0,5 1-9 16,2 0-12-16,0 0-1 0,1-3-3 0,8 2-20 15,-8-2-2-15,7 2-7 0,-7 1 0 0,1 0-15 16,-1 1-23-16,-1 1-6 0,0-1-4 0,-2 1-11 15,-4 0-4-15,-1 1-4 0,7 2-1 0,-5-2 3 16,1 2-1-16,-1-1 5 0,0 0-6 0,-2 1 11 16,1-1-5-16,3 0 8 0,-4 1-1 0,1-2 6 15,0 1 5-15,-3-1-1 0,1 0-4 0,-2 2 9 16,0-2-2-16,-2 0 5 0,2-1-1 0,-2 0 1 16,0 2 9-16,3-2-5 0,-11 0 3 0,18-4-8 15,-5 4-4-15,-2-2 4 0,2 1-4 0,1 0-7 16,4 0-2-16,0-1 0 0,1 2-6 0,0-1-8 15,3 0 3-15,-2-1-8 0,8 0-5 0,-8 2-1 16,1-2 1-16,2 2 1 0,4 0 1 0,-6 0 7 0,7 0 1 16,-9 0 5-16,0 0 10 0,0 0 3 15,0 0 5-15,-6-1 4 0,0 2 6 0,-1-1 8 0,-1 2 10 16,-2-2-7-16,0 2 9 0,-2-2 3 16,-7 0-6-16,20 0 9 0,-15 0 2 0,-5 0 5 15,11-2-9-15,-11 2 4 0,12 0-5 0,-12 0 5 16,10-2-16-16,-10 2 11 0,12-1-11 0,-7-1 6 15,-5 2-4-15,12 0-3 0,-3-2-15 0,0 0 4 16,1 2-3-16,3-2-11 0,1 1-7 0,3 0-1 0,-3-2-14 16,-1 2 6-16,0 0-2 0,4-1 2 0,5 0-3 15,-5-1 9-15,2 3-1 0,-4 0 6 16,3-1-3-16,1 2 12 0,-8-2-6 0,0 0 11 0,3-1 3 16,-1 1 1-16,-2 1 11 0,0-1 12 0,0 1-7 15,-1-2 11-15,-1 2-4 0,-9 0-9 0,13 0-4 16,-13 0-1-16,13-1 11 0,-13 1-8 0,11 0-4 15,-4-1 0-15,-7 1-14 0,18-2-1 16,-11-1-6-16,2 3 3 0,5-3-5 0,3-1-12 0,2 3 2 16,-1-1-7-16,1-1 1 0,2 1 0 0,-3-1 2 15,2 0 1-15,-2 3-3 0,-3 0 4 0,0 0 3 16,-3 0 3-16,0-1 1 0,-1 2 9 0,0-1-2 16,-4 0 0-16,2 0-7 0,-9 0 13 15,13 0-2-15,-13 0 6 0,9 0-11 0,-9 0 14 0,12-1 5 16,-12 1-10-16,9 1 5 0,-9-1-2 0,14-2-2 15,-14 2 6-15,13-1-6 0,-6-1-3 0,4 1 4 16,2-2-11-16,-2 3-2 0,3-5-15 0,-1 4 6 16,4-2-5-16,-6 3 2 0,2-2-1 0,0 0 4 15,-4 2-3-15,3 0 5 0,-4 0 3 0,-8 0 9 16,13 0-1-16,-13 0 5 0,15 0 4 0,-15 0 20 16,8 0-5-16,-8 0 5 0,7-2 12 0,-7 2 6 15,0 0 2-15,0 0 6 0,0 0-7 0,0 0-2 16,12 0 0-16,-12 0-5 0,0 0-14 0,0 0 2 15,8-3-16-15,-8 3-27 0,9-3-25 0,-2 2-16 16,0-2-25-16,-7 3-59 0,11-4-155 0,-2 0 68 16</inkml:trace>
  <inkml:trace contextRef="#ctx0" brushRef="#br0" timeOffset="32299.07">12758 6565 56 0,'0'0'141'0,"0"0"-24"0,0 0-13 0,10-5-42 16,-10 5-2-16,8-1-7 0,-8 1-23 0,7-7-17 16,-3 5-10-16,-4 2-15 0,10-4-2 0,-2 1-4 15,-8 3-19-15,11-3-10 0,-4 1-1 0,-7 2 1 16,10-2 10-16,-10 2 4 0,10 0 7 0,-10 0 3 0,9-1 10 16,-9 1 11-16,0 0 12 0,0 0 5 0,12 0 3 15,-12 0 6-15,0 0 1 0,0 0 9 16,0 0-1-16,0 0 1 0,9-1 2 0,-9 1-10 15,0 0 0-15,0 0-1 0,0 0 0 0,0 0-22 16,6-2-8-16,-6 2-18 0,0 0-75 0,0 0-107 0,0 0 48 16</inkml:trace>
  <inkml:trace contextRef="#ctx0" brushRef="#br0" timeOffset="49195.27">15623 3853 5 0,'0'0'109'15,"10"-5"-2"-15,-10 5-10 0,0 0-10 0,10-6 14 16,-5 5-14-16,-5 1-4 0,11-7-7 0,-11 7 4 15,11-10-20-15,-5 3 10 0,-2 2-4 0,4-2-8 16,0-2-1-16,-2 2 5 0,-1 1 4 0,-2 1-6 16,1-2-10-16,-2 2-7 0,-1-2-3 0,-1 7-4 15,2-14 2-15,-2 8-5 0,0 6-3 0,0 0-4 16,-2-12-1-16,2 12 0 0,-5-6-13 0,5 6 0 16,-9-1-2-16,9 1 4 0,-17 4-7 0,6 2 3 15,-3 2-10-15,1-1 11 0,1 4-5 0,0 1-6 16,3-2 4-16,0 3 6 0,3-4-7 15,0 1 3-15,2 1-4 0,2 1 7 0,4 0-6 16,-1-2-7-16,4 0-12 0,4-1-9 0,5 1-25 0,3-5-25 16,8 6-34-16,1-6-26 0,3-4-96 0,-7 0-250 15,9-3 112-15</inkml:trace>
  <inkml:trace contextRef="#ctx0" brushRef="#br0" timeOffset="49356.89">15988 3669 21 0,'0'0'162'0,"0"0"-13"0,8-9-28 0,0 5-25 16,1-2-40-16,0 0-29 0,8-4-51 16,11 1-78-16,-2-3-110 0,5-3 49 0</inkml:trace>
  <inkml:trace contextRef="#ctx0" brushRef="#br0" timeOffset="49772.48">16740 3846 42 0,'0'0'166'0,"6"-12"-4"0,-3 6-14 16,-2-1-17-16,2-2-6 0,-2 2-15 0,4-3-1 15,-4 0-11-15,-1 10 6 0,-4-17-18 0,3 9 0 16,-1 3-7-16,2 5-3 0,-7-13-16 0,3 10-15 16,4 3 1-16,-10-5-5 0,2 4-4 0,8 1-6 15,-20 6-3-15,9 0-1 0,1 0-3 0,-1 2 0 16,1-1-9-16,1 5 5 0,1-1-6 0,2 0 0 16,3 0-3-16,1 1-3 0,3-1-8 0,3-2-12 15,1 1-22-15,4 0-29 0,5-2-22 0,5 0-38 16,3-4-33-16,-3 1-93 0,4-4-270 0,8-2 119 15</inkml:trace>
  <inkml:trace contextRef="#ctx0" brushRef="#br0" timeOffset="49943.39">16933 3650 93 0,'0'0'187'0,"0"0"-17"0,1-11-19 0,-1 11-13 16,0 0-18-16,10-9-14 0,3 6-40 0,0-3-24 16,7-1-46-16,1 2-43 0,6-3-30 0,-1 3-81 0,-5 0-171 15,-2 1 76-15</inkml:trace>
  <inkml:trace contextRef="#ctx0" brushRef="#br0" timeOffset="50286.04">17329 3725 97 0,'10'0'228'0,"-10"0"-15"0,0 0-17 0,14-4-20 16,-5 1-15-16,1 0-14 0,1-2-14 15,1 0-10-15,0 1-10 0,1-2-11 0,-2-2-10 16,0 3-2-16,0 0-8 0,-1 0-3 0,-1-1-12 15,1 0-1-15,-5-1-6 0,1 3-5 0,-1 1-7 16,-5 3-5-16,6-7-3 0,-6 7-7 0,5-6-2 16,-5 6-7-16,0 0-2 0,0 0-7 0,0 0 0 15,0 0-7-15,0 0-1 0,-22 1 0 0,11 6-1 16,-2 3-3-16,0 0 2 0,-2 1-2 0,3-1 0 16,2 0-1-16,3 0 0 0,0-1 1 0,-2 4-2 15,7-4-3-15,-2 0-11 0,4 4-8 0,4-4-19 16,1-2-16-16,4 0-32 0,1 0-38 0,8-3-42 15,1-1-25-15,2 0-123 0,2-2-342 0,-3-2 152 16</inkml:trace>
  <inkml:trace contextRef="#ctx0" brushRef="#br0" timeOffset="50426.54">17733 3610 1672 0,'4'-9'150'0,"-4"-1"-96"0,1 2-19 0,-1 8 20 0,1-12 3 16,0 6-4-16,-1 6 2 0,3-10-14 0,-3 10-11 15,4-8-3-15,-3 3-14 0,4-1-26 0,4 0-52 16,3 0-42-16,8-1-47 0,8-4-166 0,-1 0-347 16,1-1 154-16</inkml:trace>
  <inkml:trace contextRef="#ctx0" brushRef="#br0" timeOffset="51936.03">9632 7400 138 0,'0'0'168'0,"0"-7"-15"16,0 7-12-16,0 0 3 0,-4-8-9 0,4 8-6 16,0 0-2-16,-3-8-10 0,3 8-11 0,0 0 1 15,0 0-9-15,0 0-11 0,-5-7-6 0,5 7-9 16,0 0-6-16,0 0-13 0,0 0-7 0,0 0-5 16,0 0-5-16,0 0 0 0,0 0-3 0,0 0-9 15,-6 23 0-15,3-14 1 0,3 3-2 0,0-2-6 0,2 4 2 16,0 0-6-16,1-2 4 0,-1 0-7 15,3 0 7-15,-1-3-5 0,1 3-2 0,0-2-7 16,3-1-1-16,-1 1-2 0,1-6 1 0,3 5 1 16,-2-6-5-16,3 2 4 0,0-3-1 0,1-2-6 0,-1-1 1 15,6-2-4-15,-2-4 2 0,2-1-1 0,-3 1-10 16,0-4 9-16,-3 1 0 0,-1-3-2 16,-1 3-3-16,1-3 8 0,-6 3-5 0,-1-1 2 15,-2 1 4-15,0 0-3 0,-4 0-2 0,0-2 0 16,-2 7 2-16,-1-3 2 0,0 1-4 0,-1 2-1 15,-1 1 1-15,-2 0-3 0,0 2-16 0,-1 3-13 16,-3 0-19-16,1 2-14 0,5-1-13 0,-1 1-24 16,2 0-25-16,1 4-126 0,-2-2-284 0,7-5 126 0</inkml:trace>
  <inkml:trace contextRef="#ctx0" brushRef="#br0" timeOffset="52231.5">10244 7405 81 0,'4'5'194'0,"-4"-5"-20"0,0 0-15 0,-3 10-16 0,3-10-19 15,0 0-10-15,-9 11-8 0,9-11-11 16,-2 8-15-16,2-2 0 0,0-6-12 0,4 12-2 0,-1-8 1 16,4 2-14-16,0-3 0 0,4 1-4 0,-1-1-5 15,1 1-10-15,5-3 3 0,-1-1-7 0,-2 1 3 16,5-1-3-16,-3-1-6 0,-3-2-2 15,-2 1 1-15,-4-1 0 0,2 2-3 0,-8 1-1 0,9-5-2 16,-9 5 1-16,0-7-4 0,0 7-3 0,0 0 0 16,-18-15-5-16,8 11 0 0,-3 0-3 15,-5 1-19-15,1 1 1 0,0 2-14 0,-3 2-21 0,6-2-16 16,4 0-23-16,-1 0-32 0,3 2-34 0,0-1-110 16,8-1-288-16,0 0 128 0</inkml:trace>
  <inkml:trace contextRef="#ctx0" brushRef="#br0" timeOffset="52484.23">10703 7435 88 0,'5'3'146'16,"-5"-3"-14"-16,5 4-8 0,-5-4-6 0,0 0-8 16,8 4-12-16,-8-4-10 0,2 3 9 0,-2-3-9 15,7 5-3-15,-7-5-9 0,8 1-8 0,-1 1-1 16,-7-2 0-16,10 3-5 0,-10-3-7 0,14-3-3 15,-14 3 2-15,13-2-1 0,-8 1-9 0,3-4 0 16,-8 5 3-16,7-5-10 0,-3 2 0 0,0-3-2 16,-4 6-6-16,0-10-5 0,0 10-2 0,-5-11-3 15,-3 4-2-15,3 3-14 0,0-2-10 0,5 6-9 16,-13-5-16-16,7 3-13 0,-2-1-29 0,8 3-28 16,-9-4-36-16,9 4-141 0,0 0-302 0,-9-1 134 15</inkml:trace>
  <inkml:trace contextRef="#ctx0" brushRef="#br0" timeOffset="52733.18">11070 7410 1959 0,'10'4'93'15,"-4"-1"-72"-15,1 2-16 0,-2-3 4 16,1 1-10-16,-6-3 0 0,10 5 4 0,-5-4 1 16,1 1 2-16,-6-2-1 0,10 6 7 0,-4-5 4 15,-6-1 4-15,13 4-2 0,-5-3 2 0,3-1-8 16,-1 0 9-16,3-1-5 0,-1 0 5 0,-1-2-5 0,3 2-1 15,-3-3 0-15,-1 0 0 0,-3 0-1 16,1 0-2-16,-4 1-2 0,-4 3-4 0,9-9-11 16,-9 3-4-16,0 6-15 0,0 0-6 0,-9-14-21 15,1 10-19-15,-5 0-5 0,-5 2-3 0,1 2-15 0,0 0 1 16,-2 4-13-16,0 0-12 0,2-2-11 0,3 5-20 16,-1-3-76-16,6-1-240 0,1 1 106 15</inkml:trace>
  <inkml:trace contextRef="#ctx0" brushRef="#br0" timeOffset="53121.68">11636 7350 157 0,'0'0'203'16,"0"0"-9"-16,0 0-16 0,0 0-15 15,0 0-17-15,0 0-14 0,0 0-13 0,10 0-11 0,-10 0-12 16,9 0-7-16,0 1-13 0,-9-1-18 0,18 0-20 16,-7 1-13-16,-4-1-22 0,0 0-12 0,6 0-20 15,-1 0-6-15,-1-1-13 0,0 0-8 16,0-1-7-16,0 0-4 0,-1-1 10 0,1 2-2 0,-3-2 9 16,-8 3 5-16,12-3-4 0,-8 0 18 0,-4 3 0 15,5-4 9-15,-5 4 9 0,0 0 19 0,0 0 3 16,0 0 20-16,0 0 5 0,0 0-2 0,-13-12 9 15,13 12 13-15,-16-3 2 0,9 2 3 0,-2-1-1 16,9 2 3-16,-14-1 3 0,14 1-1 0,-13-2-6 16,13 2-1-16,-13 1 1 0,13-1-7 0,-8 0 1 15,8 0-8-15,-10 0-2 0,10 0-8 0,0 0 2 16,0 0-8-16,-12 2-5 0,12-2-10 16,-5 6-23-16,5-6-38 0,-6 4-41 0,6-4-32 0,-2 6-33 15,2-6-136-15,0 0-315 0,0 0 139 0</inkml:trace>
  <inkml:trace contextRef="#ctx0" brushRef="#br0" timeOffset="53368.28">11861 7252 94 0,'0'0'196'0,"0"0"-11"0,0 0-13 16,0-11-17-16,0 11-20 0,0 0-12 0,0 0-14 0,0 0-11 16,0 0-8-16,5-5-17 0,-5 5-5 0,0 0-20 15,9-1-13-15,-9 1-12 0,12-3-33 16,0 3-16-16,1 0-16 0,0-3-15 0,5 1-22 16,-1 0-8-16,1 1-7 0,-5 0-16 0,6 0-74 0,-8-2-198 15,1 2 88-15</inkml:trace>
  <inkml:trace contextRef="#ctx0" brushRef="#br0" timeOffset="53523.71">12050 7167 121 0,'0'0'153'0,"0"0"-9"0,-4-4 9 0,4 4-9 0,0 0-13 16,0 0-9-16,0 0-12 0,0 0-13 0,0 0-6 16,0 0 8-16,-13 11-14 0,9-2-3 15,-2 1-8-15,4 0-12 0,-2 5-23 0,0 1-35 0,1-4-36 16,3-2-48-16,-2 2-55 0,-2 0-109 0,2 1-265 15,-1-3 117-15</inkml:trace>
  <inkml:trace contextRef="#ctx0" brushRef="#br0" timeOffset="54828.24">12693 7199 114 0,'0'0'117'0,"0"0"-9"0,0 0-22 0,0 0-7 16,0 0-6-16,0 0-12 0,0 0 11 0,0 0-11 15,2 25 3-15,0-14-9 0,-2 1 5 0,0 6-13 16,2-1 1-16,0 9-3 0,-1-2-4 0,4-4 1 15,1 5 4-15,-1 3-4 0,3 0 9 0,-1 0-16 16,2-2-3-16,4 3 1 0,0-1 2 0,4 2 4 16,3-1-13-16,-2-1-2 0,2 1 5 0,3-2-8 15,8 10 3-15,-6-11-7 0,-3-3 2 0,5 1-1 16,0-2-10-16,0 1 6 0,0-4-1 0,1 3 3 16,-1-5-1-16,2 0 2 0,-5-1 0 0,7 0 1 15,1-2-5-15,1-3-1 0,-1 1 3 0,2-5-7 16,0 0 6-16,2-1-2 0,4-1-2 0,12-2 0 15,4-2 3-15,-5-1-2 0,3-1 0 0,2-3-2 16,1-2-1-16,1-3-5 0,-2 4 6 0,0-3-2 16,2-3-3-16,-3 4 4 0,-3-5-2 0,1 5 3 15,5-7-2-15,-2 4 2 0,1 0 2 0,-3-1-5 16,0-2 3-16,-3 4 4 0,-1 0-9 0,-14 1 0 16,18-6-1-16,-19 8-7 0,4-3 8 0,-3 2 2 0,2 0-3 15,-1-1 4-15,-4-2-4 0,2 0 3 16,-3 0-4-16,-2 0 3 0,1-1-3 0,-3 2-1 0,0-3 3 15,-1 1-1-15,-9 2-2 0,0-2 0 0,0 3 1 16,-2-4 2-16,1 6 3 0,-3-3 10 0,3 0-1 16,-8 2 4-16,0 0 3 0,0 0 5 15,-4 3-5-15,0 1-1 0,0-3 1 0,1-1 0 16,-2 3-4-16,-4 4 7 0,5-7 2 0,-5 7 2 0,4-5-4 16,-4 5-1-16,0 0 1 0,6-9-4 0,-6 9-4 15,0 0-2-15,3-6 0 0,-3 6-3 0,0 0-2 16,0 0-5-16,0 0 2 0,4-4 0 0,-4 4-5 15,0 0-2-15,0 0-5 0,0 0-11 0,0 0-12 16,0 0-10-16,0 0-12 0,0 0 1 0,0 0-10 16,0 0-5-16,0 0 7 0,0 0 1 0,0 0-1 15,0 0 2-15,0 0 5 0,0 0 2 0,0 0-1 16,-2 25-2-16,2-19 11 0,0-6 7 0,2 15 1 16,-2-6-2-16,0-1 14 0,0 1-9 0,0-1 6 15,0-8 0-15,-2 15 11 0,1-9 5 0,-3 2 9 16,1-1 2-16,0 0 0 0,1 1-2 0,-1-1 5 15,-1 0-3-15,0 1 0 0,-1 1 1 0,-4-2 5 16,2 0-8-16,-1 1-6 0,-1 0-11 0,1-1-11 16,1 0-23-16,-1-1-20 0,1-2-20 0,2-1-12 15,-1 2-30-15,1-2-73 0,-1 1-219 0,6-4 98 16</inkml:trace>
  <inkml:trace contextRef="#ctx0" brushRef="#br0" timeOffset="55005.01">15213 7582 168 0,'-4'-12'196'0,"-3"3"-14"0,-2-1-8 0,-1-2-19 0,2 4-13 16,0-1-15-16,0 5-13 0,0-4-16 0,0 2-13 16,3-1-31-16,-1 1-36 0,2 2-31 0,-1-1-31 15,5 5-33-15,-6-12-48 0,3 7-84 0,3 5-227 16,-2-15 100-16</inkml:trace>
  <inkml:trace contextRef="#ctx0" brushRef="#br0" timeOffset="56013.77">14802 3759 65 0,'0'0'144'0,"0"0"-7"0,0 0 4 15,0 0-6-15,0 0 1 0,0 0 2 0,0 0-12 16,0 0-4-16,0 0-8 0,0 0-10 0,0 0-12 16,0 0-5-16,0 0 4 0,-7-26-1 0,7 26-10 15,-4-13-10-15,1 3-8 0,-1 1 19 0,2-4-9 16,-3 3-5-16,-1-2-8 0,-2-1-8 0,0-4-4 16,-1 2-5-16,-3 0-5 0,2-2-3 0,-6-3-6 15,0 4-3-15,1-6-2 0,-3 3-2 0,4 5-4 16,-9-6-1-16,1 1-3 0,-3-1-5 0,-2 1 1 15,3 0-1-15,-3 0-3 0,-3 2 0 0,1 1-2 16,-4 1 7-16,-1 2-8 0,-5 2 0 0,1 2-2 16,-16-4-2-16,5 4 2 0,-3 2-2 0,15 2 6 15,-4 2-5-15,-11 1-4 0,14-1 3 0,-1 3 0 16,2-2 2-16,-13 4-1 0,14 1 0 0,0 0-2 16,2 1 1-16,1 0 3 0,-1 2-1 0,5 2-2 15,-2 0-2-15,1 0 3 0,3 2 0 0,0-2 4 16,10-1-5-16,0 2 4 0,-2-2-2 0,3-2 4 15,1 5-2-15,-2-1-2 0,6-3-1 0,-3 2-2 16,1-2 5-16,1 3-1 0,0-2 0 0,-1 2 5 16,1-2-5-16,1 0-1 0,-5 3-3 0,2-2-6 15,-2-2-10-15,-1 2-2 0,1-4-10 0,-2 2-8 16,2-1-9-16,5-1-5 0,-3 0-14 0,1 1-6 16,2-1-14-16,-1 0-5 0,2-1-3 0,1 0-3 15,-1 1-18-15,2 0-7 0,1-1-2 0,-3 2-20 16,4-2-84-16,-3 2-246 0,0 0 109 0</inkml:trace>
  <inkml:trace contextRef="#ctx0" brushRef="#br0" timeOffset="56341.64">13122 3346 4 0,'0'0'113'15,"0"0"-1"-15,0 0-7 0,-9 20 0 0,5-9-7 16,0 0-4-16,2 2-5 0,-6 3-7 0,1 0-4 16,1 0-11-16,1-1-1 0,0 0-8 0,-1 1-6 0,-1-1-1 15,5-5-12-15,-3 0 3 0,3 1-2 16,0-2-2-16,-2 0-6 0,4-1-2 0,-3-1-7 15,3-7 5-15,-2 11-5 0,2-11 0 0,-1 10-5 16,1-10 1-16,0 8-10 0,0-8 10 0,3 7-4 16,-3-7-4-16,5 9-5 0,-1-5-5 0,1 0-14 15,-5-4-26-15,15 9-21 0,-3-4-24 0,1 0-22 16,3-2-109-16,3 1-233 0,2-1 104 0</inkml:trace>
  <inkml:trace contextRef="#ctx0" brushRef="#br0" timeOffset="74681.2">13854 8629 36 0,'0'0'118'0,"0"0"-11"0,0 0-17 15,0 0 9-15,0 0-16 0,-14-2-1 0,14 2-21 16,0 0 7-16,-11-2-4 0,11 2-3 0,0 0-1 0,-10 0 0 16,10 0-4-16,0 0 11 0,-12 0-15 0,12 0-10 15,-13 0 13-15,13 0-4 0,-9 2 5 16,9-2-1-16,-12 2-3 0,6-2 1 0,6 0 0 15,-11 2-3-15,11-2-1 0,-10 1-3 0,10-1-4 0,-6 3 2 16,6-3 2-16,0 0-3 0,0 0-1 16,0 0 1-16,0 0-1 0,-9 0-4 0,9 0-3 0,0 0-2 15,0 0-1-15,0 0-4 0,0 0-1 16,0 0-2-16,38-3-4 0,-18 3-4 0,7-4 2 0,2 1-2 16,1 3-2-16,3-2-2 0,-1-1-1 0,1 1 0 15,-1-1-2-15,1 2-2 0,-5-2 0 0,-7 3-5 16,8 2 0-16,-10-2-8 0,0 1-7 0,-2-1-11 15,-4 0-13-15,-3 4-17 0,0-2-13 0,-3 0-26 16,1-2-29-16,-8 0-24 0,10 3-13 0,-10-3-125 16,0 0-305-16,0 7 135 0</inkml:trace>
  <inkml:trace contextRef="#ctx0" brushRef="#br0" timeOffset="74953.8">14005 8455 22 0,'0'0'193'0,"-5"-6"-12"0,5 6-11 0,0 0-13 16,-5-8-13-16,5 8-15 0,0 0-10 16,0 0-17-16,0 0-9 0,0 0 4 0,0 0-7 15,-8 14-4-15,5-2 3 0,1 0-2 0,-2 6-8 16,1 10-8-16,1-2-4 0,-2 1-8 15,1 1-5-15,1 1-5 0,-2-3 0 0,1 0-9 0,1 2-5 16,0-2-2-16,0 0-8 0,-3-2-2 0,1 3-15 16,4-8-21-16,-4-1-26 0,-2 10-23 0,0-8-41 15,2-3-41-15,-1 2-188 0,-2-3-360 0,0 0 160 0</inkml:trace>
  <inkml:trace contextRef="#ctx0" brushRef="#br0" timeOffset="85525.09">7884 9345 37 0,'0'-9'109'0,"0"9"-13"0,2-8-1 0,-2 8-14 16,0 0 0-16,0-10 1 0,0 10-13 0,0 0 4 15,1-9-5-15,-1 9 4 0,0 0-14 0,2-9-2 16,-2 9 5-16,0 0-10 0,1-8-5 0,-1 8 3 15,0 0-5-15,-3-11 3 0,3 11-9 0,0 0 3 16,-2-10 3-16,2 10-1 0,0 0 1 0,-1-7-3 16,1 7-4-16,0 0-5 0,0 0-5 0,0 0 1 0,-3-6-1 15,3 6-4-15,0 0-3 0,0 0-4 0,0 0-4 16,0 0-1-16,0 0-2 0,0 0-1 0,0 0 0 16,0 0 0-16,0 0-1 0,0 0-4 15,-9 27 0-15,8-18-1 0,-3 3 3 0,1-1-3 16,1 7 5-16,-2-1-1 0,-1 2 0 0,1 0-2 0,-1 4 2 15,-3 1-1-15,3 3-4 0,3-4 5 0,-4 3 0 16,3 0-11-16,0-4 12 0,-1 5 4 16,3-8-7-16,-3 7 1 0,4 0 6 0,-4-1-1 0,4 1 0 15,-1 0-7-15,0-1 5 0,0 0-1 0,1 2 3 16,0 0-1-16,0 4 9 0,-2-5-2 0,-2 5-6 16,4-2-8-16,0 1 11 0,-1 1 7 0,1-3-8 15,-1 5 2-15,-1-2-2 0,1 1 2 0,0 3-4 16,1-5 4-16,-1 2-5 0,-1-2 1 0,0 0-5 15,2-2 5-15,-2 1-1 0,1 1-2 0,-3-2-1 16,4 0-4-16,0-2 6 0,0 0-3 0,-3 1-3 16,1-2 2-16,1 1 3 0,-3-1-2 0,3 4 1 15,1-4 3-15,0 1-4 0,-1-6 2 0,2 4 2 16,-1 1 0-16,-1 0-3 0,2 0 4 0,-1 2 0 16,0 2 9-16,-1-2 5 0,-1 4 5 0,-3 0-4 15,1 0 1-15,2 1-5 0,-2 1-2 0,0 1-4 16,-1-2 5-16,0 0-2 0,1 0-3 0,-2 1-1 15,-1-2 4-15,-3 0 0 0,4 3 0 0,-2 0 0 16,2-2-1-16,-6 15 1 0,-1-4-1 0,2-8-3 16,1-1 3-16,1-1 0 0,-7 10 2 0,9-8-3 0,-6 11 1 15,4-11-2-15,-4 9 1 0,4-11-1 16,-2 1-2-16,3 0 0 0,-1-1 1 0,3-1 0 16,-2 1 0-16,0 2-3 0,1-4 0 0,0 2-2 15,-1 0 1-15,0 12-2 0,1-11 5 0,3 12 0 0,-3-13-2 16,2-1 2-16,1 3 1 0,-2-1-3 15,0 2 0-15,2 0 1 0,-2 8-2 0,2-9-1 16,2 0 0-16,-2-2-1 0,-1 4 1 0,1-1-7 16,0 0 3-16,0-2 1 0,-1 0-1 0,4-4-1 0,-3-2 2 15,-1 4-2-15,1 1 0 0,0-5-2 16,2-3 0-16,-1 2 1 0,-1-4 2 0,1-3-4 0,3-4 5 16,-2 1-6-16,1-6-4 0,1 2-8 0,0-2-9 15,0-1-15-15,1-2-30 0,-1-8-21 0,3 10-17 16,3-8-24-16,-6-2-40 0,0 0-50 0,22-20-158 15,-5-4-406-15,2-7 179 0</inkml:trace>
  <inkml:trace contextRef="#ctx0" brushRef="#br0" timeOffset="86275.3">7884 9383 52 0,'0'0'86'0,"0"-9"-9"15,0 9-8-15,1-11 1 0,-1 11-8 0,-3-12 6 0,3 12 1 16,-1-12-9-16,1 12-6 0,-1-11 11 16,1 11-4-16,-2-11 4 0,0 5-6 0,2 6-17 15,-2-14 11-15,0 9-4 0,-2-1 4 0,4 6-2 16,-2-11 5-16,2 11-4 0,-4-11 4 0,1 7 4 15,3 4-5-15,-1-8-3 0,1 8-3 0,0 0-3 0,-5-7-6 16,5 7-4-16,0 0-3 0,0 0-6 16,0 0 2-16,0 0-5 0,-17 9 3 0,10 0-1 0,-5 5 3 15,-6 6-1-15,0 5-1 0,-2 3 1 0,-2-1 1 16,-3 3-2-16,-6 6-7 0,8-7-3 0,0-1-2 16,-1-3 0-16,-1 1-5 0,2 0-13 0,3-4-11 15,-1 0-22-15,7-7-28 0,4 0-14 16,-1-2-21-16,5-3-18 0,3-3 0 0,0 0-18 0,2-1-102 15,1-6-255-15,0 0 114 0</inkml:trace>
  <inkml:trace contextRef="#ctx0" brushRef="#br0" timeOffset="86456.43">7779 9371 50 0,'2'-4'156'0,"-2"4"-19"16,5-8-11-16,-5 8-1 0,9 1 3 0,-9-1-12 15,14 5-9-15,-5 2-13 0,2 2-4 0,3 3-9 16,0 2-10-16,3 5-7 0,3 1-4 0,0-1-5 16,1 5-33-16,-1-3-35 0,3 2-20 0,1 0-24 15,-1-1-32-15,-3 3-33 0,-1-2-73 0,0 0-211 16,0-1 93-16</inkml:trace>
  <inkml:trace contextRef="#ctx0" brushRef="#br0" timeOffset="87835.09">7367 13029 3 0,'0'0'95'0,"0"0"-9"0,0 0-2 16,0 0-6-16,0 0-7 0,0 0-10 0,0 0 0 15,0 0-15-15,0 0 9 0,0 0-11 0,0 0-4 16,0 0-5-16,0 0 1 0,0 0-1 0,0 7-21 0,0-7 13 16,0 0-9-16,0 0 1 0,-7 4 4 0,7-4-7 15,0 0-9-15,-6 4 7 0,6-4-4 16,0 0-6-16,-1 9 10 0,1-9-9 0,0 0 6 16,0 0-5-16,7 12 18 0,-4-8-18 0,4-1-7 15,0 0 8-15,2 1-5 0,3-4-18 0,2 3 6 16,5-1 19-16,-1 0-7 0,5-1-1 0,3-1 5 15,3-1-4-15,-1 2 5 0,0 1-11 0,2-2 13 16,0-2-7-16,2 1-2 0,0-3 5 0,0 4-5 0,4-1 4 16,3 2 7-16,14-1 1 0,2-3-2 0,0 0-14 15,1 0-3-15,4 3 16 0,3 2 3 0,1-2-5 16,1-2 1-16,26 2 3 0,-29 0-2 16,28 3-12-16,-28 2 6 0,29-4 2 0,-28 1 5 0,27 1-9 15,-26-1-5-15,28 1 5 0,-2 3 3 0,-26-4 4 16,31 1 4-16,-1 1-5 0,2-4 8 0,-3 2-2 15,2 2 2-15,-2-6 0 0,0 5-5 0,0 0 9 16,3-6 0-16,5 3-4 0,-5 1 3 0,2-3 4 16,2 3 1-16,1 3-11 0,-6-7-1 0,-2 6-6 15,8-1 7-15,-7 0 4 0,4 6 0 16,-2-2 3-16,-2-5-3 0,2 1-4 0,-1 0 6 0,-6 2-8 16,3-4-3-16,-24 2 3 0,33 1 4 0,-4 0 1 15,-3-1-5-15,1-3 2 0,3 5 6 0,-6-5 4 16,0 2 0-16,0 2 0 0,2-1-4 0,-1 1 7 15,4-3-6-15,-8 2-4 0,8 1 4 0,-2 1-7 16,1 1-3-16,-4-2 6 0,-2 3-3 0,-25-6 0 16,36 5-2-16,-5 5-7 0,-2-2 8 0,1 1-5 15,-1-2-1-15,2 1-6 0,-8 1 0 0,7-4-2 16,-29-2 0-16,34 4-3 0,-1-1 9 0,4-4-9 16,-6-1 3-16,6 5 3 0,1-2-7 0,2-2 6 0,-6 3-2 15,3-2-3-15,-1 3 2 0,1 0-1 16,-2 0 4-16,7 5 0 0,-7-4 3 0,5 2-7 15,2 3 2-15,-5-3-2 0,6-1 10 0,-6 0-3 16,-1 3-1-16,1-4-1 0,3 3-2 0,-4-2-3 0,-4-1-2 16,3-1 5-16,-5 2-22 0,-2 0-13 15,-1 0-23-15,-2-5-24 0,-26 3-28 0,26-1-136 16,-30-2-268-16,3-1 119 0</inkml:trace>
  <inkml:trace contextRef="#ctx0" brushRef="#br0" timeOffset="89587.79">12309 9448 11 0,'0'0'104'0,"0"0"-10"15,0 0-8-15,-4-9-7 0,4 9-1 0,0 0-17 16,0 0-5-16,0 0 1 0,0 0-11 0,0 0-7 16,0 0-3-16,0 0 0 0,0 0-4 0,0 0-2 15,-6 28-4-15,5-12 6 0,1 2-10 0,0 1 8 16,-3 6-1-16,1 1-6 0,0 2 3 0,2-1-1 15,-2 2-5-15,1 2 0 0,-2-2 5 0,0 2-14 16,3-2 11-16,-4 3 4 0,3-2-10 0,-1 4 0 16,-1 0 3-16,3 1 7 0,-2 11-7 0,0-13 1 15,2 1 1-15,0-1-5 0,0 12 3 0,2 2-7 16,-2-11 3-16,0 0 0 0,-2-1-2 0,4 12-2 16,-4-12-1-16,4 1 3 0,-4 8-3 0,2-8 10 15,-2-2-7-15,-1 1-13 0,-1 13 11 0,0-2-7 16,-2 2 9-16,4-3 4 0,-1 1 3 0,-5-1-4 15,4 2 4-15,2-1-7 0,-2 0 5 0,3 3-5 16,0-3 0-16,-1 1-2 0,0-1-2 0,-1 0-4 16,1-1 2-16,0 1 4 0,4 3-4 0,0-1-5 15,-2 2 0-15,4 2 3 0,-1 0 1 0,-1-3 4 16,2 3-2-16,0 2-4 0,1 0-1 0,0 3 2 16,-3-3-7-16,0 2 5 0,0 1-2 0,1-2-1 0,-3 1 1 15,-3 26 2-15,1-25 0 0,-2 4-6 16,-5 19-2-16,-2 1-24 0,2-23 4 0,-3 0-10 15,1 2-8-15,-7 21 6 0,9-26 0 0,-2-3 0 16,3 5 15-16,5 0-15 0,0 0 9 0,3-6-9 16,0 3 1-16,2-3-10 0,8 2 15 0,-5-4-19 0,5-5 10 15,4-10-14-15,-1-1-9 0,10 8-21 0,-7-14-78 16,1-2-175-16,1-1 78 0</inkml:trace>
  <inkml:trace contextRef="#ctx0" brushRef="#br0" timeOffset="90592.68">16235 9541 17 0,'0'0'96'0,"0"-9"-12"16,0 9-10-16,0 0-12 0,0 0 0 0,0 0-13 15,0 0-2-15,0 0 7 0,0 0-8 0,-6 22 2 16,4-12 0-16,-2 7-2 0,2 1-10 0,-2 6-6 16,0 2 3-16,-1 1 0 0,3 1-6 0,-4 0-4 15,3 5-1-15,-1 1-3 0,-1 0-1 0,3 2 15 16,-3 11-8-16,0-12 3 0,1 11-2 0,2 2-7 15,-1-2 7-15,5 2-10 0,-4-1 3 0,5 0 1 16,-3-1-1-16,1 1-3 0,0-1 5 0,1 1-4 16,-1-1-2-16,0-11-2 0,2 14-1 0,-3 2 1 15,2-1 6-15,3 1 1 0,-3-1-2 0,1-1-8 0,3 3-4 16,-3-1 4-16,0-1 4 0,1-2-11 0,-3 0 3 16,3 0-2-16,2-2 0 0,-1 1 0 0,-1-1 0 15,0-10-2-15,0 11 3 0,-4 3-2 16,1-1 5-16,1 0-6 0,-5-1 2 0,-1 1-2 0,0 0 9 15,3-1-8-15,-3-2-3 0,2 0 6 0,-1 1-3 16,3-11 0-16,-4-1 0 0,4 13 1 0,-2-3-4 16,-1-10 0-16,3 1 4 0,-2 11 0 0,3-2 3 15,-1-12-8-15,-1 14 6 0,1-1-8 0,-2-13 14 16,2 0-7-16,0 3 3 0,-2-1-5 0,2 12 2 16,0-11 3-16,-3-1 0 0,1 1-1 0,-2 12 4 15,0-13-1-15,-2 0-3 0,-2 12-2 0,0-10-1 16,-1 7 2-16,-1 0 5 0,2 2-2 0,1 1-1 15,2 2 1-15,1-14 6 0,-1 12-9 0,-2 3 3 16,5-2-1-16,2 1-6 0,-4 0 3 0,1-2 2 16,3 0-5-16,-1-13 1 0,2 14-5 0,-1-15-3 15,0 2-22-15,-1-2-21 0,0 0-13 0,-1 1-29 16,1-3-35-16,-3-1-93 0,1-10-237 0,1-1 106 16</inkml:trace>
  <inkml:trace contextRef="#ctx0" brushRef="#br0" timeOffset="103743.19">12441 10462 22 0,'0'0'31'0,"0"0"-6"15,0 0-4-15,0 0 1 0,0 0 0 0,0 0-6 16,0 0 8-16,0 0-9 0,0 0-2 0,0 0-4 15,0 0 3-15,0 0 0 0,0 0 1 0,0 0-4 16,0 0 8-16,0 0 1 0,0 0 2 0,0 0 3 16,0 0-6-16,0 0 7 0,0 0-9 0,0 0 12 15,0 0-7-15,0 0-2 0,0 0-1 0,0 0 0 16,0 0 1-16,0 0 5 0,0 0-13 0,0 0 8 0,0 0-4 16,0 0 0-16,0 0-1 0,0 0 0 15,0 0-12-15,0 0 12 0,0 0 1 0,0 0-14 16,0 0 9-16,0 0 0 0,0 0-2 0,0 0 0 0,0 0-1 15,0 0 1-15,0 0-9 0,0 0 4 16,0 0 9-16,0 0-8 0,0 0 2 0,0 0 3 16,0 0-4-16,0 0-1 0,0 0-2 0,0 0 3 15,0 0-4-15,0 0-5 0,0 0 5 0,0 0 5 0,0 0-1 16,0 0-2-16,0 0 1 0,0 0-9 0,0 0 9 16,0 0 2-16,0 0-1 0,0 0-12 15,0 0 14-15,-8 3 1 0,8-3-12 0,0 0 8 16,0 0-4-16,0 0 2 0,0 0-1 0,0 0 8 0,0 0-2 15,0 0 5-15,0 0-5 0,0 0-5 0,0 0 9 16,0 0-1-16,0 0 1 0,0 0 0 0,0 0-7 16,0 0 9-16,0 0-18 0,0 0 12 15,0 0 1-15,0 0 1 0,0 0-7 0,0 0 9 16,0 0-10-16,0 0 3 0,0 0-1 0,0 0 1 0,0 0 4 16,0 0 0-16,0 0-3 0,0 0-2 0,0 0 1 15,0 0 0-15,0 0 0 0,0 0-4 16,0 0 3-16,0 0 7 0,0 0-7 0,0 0 0 0,0 0-2 15,0 0 6-15,0 0-9 0,0 0 2 0,0 0 1 16,0 0 9-16,0 0-5 0,0 0-8 0,0 0 11 16,0 0-4-16,0 0 4 0,0 0-7 0,0 0 0 15,0 0 1-15,0 0 2 0,0 0-2 0,0 0 5 16,0 0-5-16,22-1-2 0,-22 1-3 0,0 0 6 16,11 1-2-16,-11-1 5 0,0 0-3 0,9 0 1 15,-9 0-9-15,0 0 8 0,11 0 3 0,-11 0-4 16,10-2 6-16,-10 2 4 0,10-2-3 0,-10 2-2 15,9-2 5-15,-9 2-8 0,10-1 7 0,-10 1-7 16,7 0-2-16,-7 0 2 0,10 0 3 0,-10 0-4 16,0 0 10-16,16 0-9 0,-11-2 3 0,-5 2 4 0,11 0-7 15,-11 0 4-15,16 0 0 0,-9 0-7 16,-7 0-4-16,15 0-9 0,-8 0 19 0,-7 0 2 16,15 0-10-16,-10 0 8 0,4-1 2 0,-9 1-5 15,11 1-3-15,-11-1 4 0,13 0-9 0,-13 0 6 16,14-1 7-16,-14 1-2 0,13 0-5 0,-3-1 3 15,-10 1 4-15,13-2-1 0,-13 2 3 0,14 0-3 16,-14 0-8-16,11 0 9 0,-11 0-1 0,11-1-3 16,-11 1 3-16,12 0-2 0,-12 0-7 0,8-1 4 0,-8 1 0 15,11 0-6-15,-11 0 4 0,10 1 8 0,-10-1-11 16,7 0 0-16,-7 0 3 0,12 1-4 0,-12-1 10 16,12 0-5-16,-12 0-4 0,11 0 7 15,-6 2-4-15,-5-2 3 0,14 0-1 0,-14 0-1 0,10 0 8 16,-1 0-13-16,-9 0 6 0,14 0 6 0,-7-2-6 15,-7 2-2-15,11 0 7 0,-2-1-6 0,-9 1 7 16,13-1-3-16,-13 1 1 0,13-1-9 0,-3-1 10 16,-10 2 0-16,13-2-4 0,-6 2 10 0,2-3-5 15,0 3 1-15,0-2 1 0,-1 1-1 0,2-1-3 16,-1 0 5-16,0-1-1 0,2 1-1 0,-2 2-13 16,0-2 10-16,0 1 3 0,0 0-20 0,-9 1 16 15,13-1 1-15,-5-1-5 0,-8 2 6 0,13-1-4 16,-7 0 3-16,-6 1 2 0,14-1-6 0,-14 1 0 15,11 0 0-15,-11 0 2 0,11 0 0 0,-11 0-8 16,12 1 1-16,-12-1 7 0,13-1 5 0,-7 1-5 16,-6 0 0-16,14 1-3 0,-7 0 3 0,0 0-5 15,-7-1 2-15,16 2-6 0,-10-1 5 0,3-1 5 16,3 1-1-16,-4-1-2 0,-1 1 5 0,-7-1-3 16,18 1 0-16,-9 0 2 0,-3 1 4 0,1 1-18 15,3-2 19-15,-1-1-6 0,1 3-2 0,-2-3 0 0,-2 1 0 16,3 1 3-16,-3 0 0 0,2 0-3 15,1-1 5-15,-3 2-7 0,1-1 2 0,2 0 3 0,-2-1 4 16,4 2-3-16,-1 0 4 0,0-2-3 0,1 0 3 16,1 1-6-16,-7 1 1 0,3-2-2 0,1 2 4 15,-2-2-3-15,0 1-3 0,0 0 7 16,-7-2 5-16,13 4 0 0,-4-2-1 0,0 1-4 0,-3-1 0 16,4 1-1-16,-3 0-1 0,3 0 1 0,-3-1-1 15,3 2-2-15,0-2 4 0,-3 2 0 0,2 0-4 16,1-1 4-16,0-1 0 0,-1 1-4 15,1-1 6-15,0 1-5 0,-3-1 3 0,3-1-2 0,-1 3 0 16,3-2 1-16,-2 0-4 0,-3 1-2 16,1-1 6-16,-1 1-5 0,1-1 1 0,0 1 4 0,-1-1-2 15,-1-1-7-15,-1 3 1 0,-5-4 11 0,14 5-7 16,-8-3-2-16,0 2 3 0,-6-4-4 0,10 6 0 16,-5-3 0-16,-1 1 2 0,2 0-3 0,-1-1 2 15,-1 0 3-15,-4-3 4 0,8 9-7 0,-6-5-3 16,2 0-6-16,-4-4 7 0,7 9 4 0,-3-4-8 15,0-1 5-15,-1 2 0 0,2-1 2 0,-1-1 10 16,1 1-19-16,-1-1 4 0,0 1 3 0,-1 0 4 16,3 0 0-16,0-1 5 0,-2 2 1 0,0-2-9 15,1 2 1-15,-1-2 2 0,0 3-2 0,-2-2 0 16,6 2-1-16,-1 0-1 0,-1 0 3 0,1-1 3 16,-1 2-4-16,1 0 0 0,-2-1-3 0,-1 1 7 15,2 1-7-15,-1 0 4 0,2-1-1 0,-2 1 4 16,3-2-6-16,-3 3 7 0,1-2 1 0,2 1 4 15,1-1-1-15,-3 2-3 0,1-2-3 0,0 2 1 16,-2-2 0-16,1 3-3 0,0-3 0 0,-1 1 2 16,-1 1-1-16,2-2-2 0,0 0 3 0,-2-2-1 15,-1 1 1-15,5 2 2 0,-3-1-5 0,0-2-3 0,-3 0 5 16,2 1-1-16,1 0-3 0,-1-2 4 0,0 2-3 16,-1 0-5-16,-1 0 8 0,3 0-1 0,-2-2 0 15,-1 1-3-15,0 0-3 0,-2-6-1 0,4 13 6 16,-1-7 2-16,-2 1-4 0,2-1-4 15,-1 1 5-15,-2-7-2 0,2 11 2 0,0-5 0 0,0 1 5 16,0 1-7-16,-2-8-2 0,4 11 3 16,-4-3-1-16,2-1-2 0,-2-7 2 0,2 14 3 0,0-7-2 15,0 0 2-15,0 1-1 0,-1-1 1 0,1 0-6 16,-2 3 3-16,2-3-2 0,0 1 4 0,-2 0-4 16,4 0-2-16,-4-1 3 0,1 1 4 0,0 0-3 15,2 0 1-15,0 0-1 0,-1 0 2 0,3 2 2 16,-3-3 0-16,0 1-5 0,2 1 0 0,-1-2 0 15,1 4 0-15,0-3 4 0,1 2-2 0,-1-1-1 16,-1 3 6-16,3-2-5 0,-4 0 5 0,1-1-4 16,1 1 4-16,1 2-5 0,0-2 5 0,-3 1 0 15,4 2 5-15,-3 2-3 0,-1-4-9 0,2 1 3 16,2 0-3-16,-3 0-2 0,7 1 7 0,-2-1-3 16,-3-2 2-16,-1 1 0 0,1 2-1 0,2 2 1 0,-3-4-1 15,1-1 0-15,1 5 1 0,-1-4 5 16,-1 5-8-16,3-5 0 0,-2 3 6 0,-1 1-4 15,2-3 1-15,-3-2 4 0,6 4 2 0,-5-2 0 16,-1 1-3-16,3-3 2 0,-1 2 0 0,-1 0-6 0,2-1 6 16,-2-1-2-16,2 2-5 0,-1 0 2 15,-1-2 2-15,0 4-1 0,0-2-4 0,-1-2 2 16,4 1 2-16,-2 1-4 0,-1 0 4 0,1 0 5 16,-1 3-7-16,2-5-1 0,-1 1 1 0,-2 0 1 0,1 0 0 15,2 1-1-15,-3-3 2 0,1 1-3 0,2 0 3 16,0-1 1-16,1 1-2 0,-3 2 0 15,2-2 1-15,-2 0-2 0,2 0 4 0,1 0-4 0,-1 1-1 16,-1-2-1-16,-1 0 6 0,0 3 3 0,3-3-1 16,-4 0 0-16,3 2-2 0,-1-1 2 0,2 0-2 15,-3-1 2-15,1 2 2 0,1-2-5 0,-1 1 0 16,-1-1 0-16,3 0-2 0,1-1 3 0,-3 1-3 16,0-1 3-16,2 3-1 0,-1-3-1 0,2 2-2 15,-4 1 3-15,4-3-2 0,-3 1 0 0,2 1-3 16,-3 1 3-16,5-1-1 0,-2-2 0 0,-1 1 1 15,-1 0-2-15,3-1 2 0,-2 2-2 0,-1-1-2 16,-1 1 5-16,3-1-2 0,0 0-2 0,-3-3 2 16,4 3-2-16,-3-1 1 0,0 1 2 0,1-2-4 15,-1 3 1-15,2-3 2 0,-1 1 2 0,1 0-5 16,-1-1 0-16,0 1 0 0,2 0 0 0,-3-1 2 16,0 1-1-16,4 0 3 0,-4-1-3 0,0 1 0 15,2-1 1-15,-1 2-1 0,-1-3-1 0,3 3 2 16,-2-2 1-16,1 0-1 0,0 0-1 0,2 0-3 15,-2 1 3-15,-3-3 3 0,5 1-1 0,-2 2-2 16,1-1-4-16,-1 1 8 0,0 0 1 0,2-1-2 16,-2 0 3-16,0-1 0 0,1 0-1 0,-2 0-4 15,4 1 4-15,-3-2 1 0,3 1 0 0,-4-1-1 16,3 1 4-16,1-1-3 0,-2 2 1 0,1-2 1 16,0 0-2-16,-1 3-2 0,-3-5 1 0,5 3-7 0,-2 1 11 15,1-3-2-15,-3 1-1 0,4 1-1 16,-1 0 1-16,1-1-2 0,2 1 1 0,-3-2 0 15,1 3 1-15,1-2-3 0,-2 0 3 0,-1 1 3 16,5-3-5-16,-4 4 0 0,2-2 6 0,1 1-4 16,-1-2 2-16,3 3 1 0,-2-4 2 0,1 3-1 15,-1 0-5-15,0 0-1 0,0-1 4 0,-1 1 2 16,2 0-2-16,-1-2-5 0,1 0 3 0,0 1 2 0,-3 0 0 16,2 0-4-16,-1-1 4 0,-3 0-3 0,5 1-1 15,-3-2-4-15,-1 0 2 0,-1 0 2 0,-2-2 0 16,2 2-3-16,-2-1 3 0,2 2-1 15,-1-1 2-15,-7-3-1 0,14 1-1 0,-7 2-3 16,-7-3 5-16,9 0-7 0,-3 3 6 0,-6-3-1 0,10 2 0 16,-10-2 2-16,12 1 0 0,-7 0-6 0,-5-1-1 15,11 0 4-15,-11 0-2 0,9 3 6 0,-9-3-3 16,10 0-3-16,-10 0 5 0,12 0-4 0,-12 0 2 16,9 3-1-16,-9-3 0 0,10 0-1 0,-10 0 2 15,12 2-1-15,-12-2 0 0,9-2-1 0,-9 2 1 16,11 0-1-16,-11 0 3 0,10 0-2 15,-10 0 1-15,7 2-1 0,-7-2-3 0,8 1-2 0,-8-1 3 16,7 3 2-16,-7-3 0 0,0 0-1 16,12 0 3-16,-12 0 0 0,9-2-2 0,-9 2-1 0,0 0-1 15,9 3 4-15,-9-3-3 0,0 0-1 0,6 2 1 16,-6-2 3-16,0 0-2 0,9 0 0 0,-9 0 1 16,0 0-1-16,10 1 1 0,-10-1 0 0,9-2-2 15,-9 2 5-15,10 0-5 0,-10 0 5 0,0 0-3 16,13-1-1-16,-13 1 1 0,0 0-3 0,10 0 2 15,-10 0 7-15,0 0-8 0,9-1-1 0,-9 1 5 16,0 0-3-16,11-3 1 0,-11 3 1 0,10-1-1 16,-10 1-3-16,7 0 12 0,-7 0-12 0,9-2 3 15,-9 2-3-15,0 0-2 0,14 0 3 0,-14 0 7 16,11 0-8-16,-11 0 3 0,10 0-4 0,-4-2 2 16,-6 2-1-16,12-1 0 0,-12 1 0 0,0 0 6 15,7-1-7-15,-7 1-1 0,0 0-1 0,9 1 1 0,-9-1 3 16,0 0 1-16,13-1-2 0,-13 1-2 15,8-2 5-15,-8 2 0 0,0 0-1 0,0 0-2 16,0 0-1-16,0 0 4 0,0 0-4 0,13 0 1 16,-13 0 2-16,8-2 2 0,-8 2-4 0,8-2 2 0,-8 2-5 15,0 0 4-15,11-1-1 0,-11 1-2 16,8-2 4-16,-8 2 2 0,0 0-4 0,13 0 2 16,-13 0-2-16,9-2 7 0,-9 2-7 0,12-2 3 15,-12 2-3-15,0 0 4 0,9-3-7 0,-9 3 4 16,7-1-4-16,-7 1 2 0,0 0-1 0,12-3 3 15,-12 3-3-15,6-2 2 0,-6 2 1 0,10-3-2 16,-10 3 3-16,9-1 0 0,-9 1 1 0,10-3-1 16,-10 3-3-16,0 0 3 0,9-1-2 0,-9 1 3 0,0 0-1 15,7-2-5-15,-7 2 1 0,0 0 6 0,10-3-1 16,-10 3-3-16,8-3 0 0,-8 3 2 0,6-2-1 16,-6 2 3-16,0 0 4 0,9-2-4 0,-9 2-5 15,0 0 1-15,9-5 2 0,-9 5 1 0,8-2 0 16,-2 0-2-16,-6 2 0 0,10-3 1 0,-10 3-3 15,12-5 3-15,-7 3 7 0,-5 2-4 0,9-3-8 16,-9 3 5-16,9-3-5 0,-9 3 5 0,7-1-1 16,-7 1 0-16,9-3 1 0,-9 3 3 15,0 0 2-15,8-4 2 0,-8 4 2 0,8-1 0 0,-8 1-4 16,0 0 6-16,6-5-3 0,-6 5 3 0,7-3-2 16,-7 3 6-16,0 0 1 0,6-5 6 15,-6 5-5-15,0 0 6 0,5-4-5 0,-5 4-4 16,5-4-1-16,-5 4 1 0,6-5 0 0,-6 5-1 0,7-5-4 15,-7 5 4-15,6-4-5 0,-6 4 5 0,0 0-5 16,6-5 1-16,-6 5-3 0,0 0-1 0,0 0 0 16,6-3-2-16,-6 3 10 0,0 0-11 0,0 0-1 15,0 0-1-15,0 0-3 0,0 0-6 0,0 0-13 16,0 0-14-16,0 0-25 0,0 0-36 0,0 0-32 16,0 0-34-16,0 0-48 0,-35 5-34 0,23-2-186 15,0-3-465-15,2 2 206 0</inkml:trace>
  <inkml:trace contextRef="#ctx0" brushRef="#br0" timeOffset="116183.52">11960 13995 11 0,'0'0'74'0,"0"-9"7"0,0 9-18 0,0-7-13 16,0 7 0-16,0-11-8 0,0 11 1 0,3-9 3 15,-3 9 1-15,1-11-5 0,-1 11-3 0,4-9-8 16,-4 9 3-16,-4-9 3 0,4 9 1 0,0-11 9 16,0 11-7-16,-2-8 6 0,2 8 7 0,-2-10-4 15,2 10 1-15,-2-8 4 0,2 8-9 0,-4-7 2 16,4 7-1-16,0 0-6 0,0 0 0 0,0 0-15 15,-1-7 1-15,1 7-3 0,0 0 0 0,0 0-4 16,0 0-1-16,0 0-4 0,0 0 0 0,0 0 2 16,0 0-1-16,0 0-7 0,0 0-2 0,0 0-3 15,0 0 5-15,0 0-6 0,0 0-1 0,1 26 0 16,-1-18 14-16,0 3-14 0,0-3 1 0,0 3 1 16,-1 0 2-16,-1 3-5 0,1-1 1 0,0 2 6 15,-1 2-5-15,0-2 6 0,-2 5 0 0,2-2 4 16,-1 1-3-16,0 0-4 0,-1 0 3 0,1 2 7 15,-1-2-4-15,0 0 3 0,0 6 8 0,0-5-11 16,2-2-2-16,-4 3 1 0,2-3 0 0,1 1 2 16,-1-1 2-16,-1 1-4 0,1-2 1 0,2 1 4 15,-2-1-7-15,1 2-4 0,0-4 6 0,1 3-4 16,-2-2 5-16,1 0-1 0,0 1 3 0,2-1-2 16,0 3 3-16,1-7 1 0,-1 4-2 0,-1 0-5 15,4-3 6-15,-4 0-6 0,2 4 2 0,0-5 4 0,0 0-1 16,-3 3-1-16,2-1 0 0,0 1-3 15,-1 1 3-15,1 0 0 0,0-1-1 0,-2 3-1 0,-2-2 0 16,4-3-2-16,1 3 4 0,-2-1-7 16,0 2 5-16,-1-1-6 0,-1-4 0 0</inkml:trace>
  <inkml:trace contextRef="#ctx0" brushRef="#br0">11786 15126 1430 0,'-1'5'92'0,"2"1"-197"0,-1-2 370 0,0 3-487 0,-1-1 229 15,0-1 20-15,1 5-29 0,0-3-18 0,0 1 57 16,0-1-48-16,-3 4 13 0,3-4-2 0,2 3 50 16,-2-1-70-16,0 0 24 0,0-1 18 0,1 0-36 15,-4 1-13-15,3-9 47 0,2 15-4 0,-1-6-29 16,0-1 33-16,2-2-7 0,-3 2-56 0,2-1 66 16,1 2-20-16,-1 1-9 0,0-4 20 0,0 2-42 15,-2 1 11-15,2 1 36 0,0-2-7 0,-2 2-14 16,2-3-38-16,-1 3 61 0,-1-1-11 15,2 2-3-15,0-2-1 0,1 1 32 0,-3 2-39 16,2-2-10-16,-4 3 28 0,2-1-19 0,0-2 9 16,2 4-4-16,-2-2-4 0,0 0-30 0,2 0 68 15,-2 0-76-15,0 0 72 0,0-1-19 0,0-1-42 16,0 0 12-16,0 2-41 0,1 0 63 0,-2 0-40 16,-1 0 59-16,0-1-83 0,2 0-7 0,0 0-8 15,0-1 7-15,0 0-5 0,0 1 60 0,0-4-67 16,0 3-78-16,4 2 163 0,-6-4-83 0,2-8-411 15,6 43 8302 1,-21-19-15801 0,12-21 7921-16,3-3 41 0,0 0-25 15,0 0 11-15</inkml:trace>
  <inkml:trace contextRef="#ctx0" brushRef="#br0" timeOffset="117610.48">11902 14286 21 0,'-4'-9'63'0,"1"-2"3"16,-1 2 0-16,4-1-1 0,-2 2-6 0,-1-4 5 15,2 6-7-15,1 6-1 0,-3-14-10 0,1 8-4 16,2 6-5-16,-2-13 4 0,0 7 0 0,2 6-2 16,-1-10-4-16,1 10 5 0,-5-6 6 0,5 6 4 15,0 0-5-15,-2-9-2 0,2 9-4 0,0 0-6 16,-4-5-5-16,4 5-7 0,0 0 1 0,0 0 9 15,0 0-3-15,0 0-14 0,0 0-5 0,0 0 4 16,0 0-3-16,0 0-4 0,0 0-9 0,6 27 12 16,-3-17-2-16,-1 2 4 0,1-1-5 15,-3 2 0-15,4 1 2 0,-4 1 1 0,3 3-9 0,-3 0 1 16,1 0-5-16,-1 2 7 0,1 5 2 0,-1-2-5 16,2 3 0-16,-5-1 4 0,2 2-5 0,1 0 11 15,-1 0-17-15,2 1 14 0,-1-2 7 0,0 1-9 16,-1-1-2-16,1-1 7 0,0 1-10 15,0-1-5-15,1 1 5 0,-1-2 5 0,1 3 3 0,-1-1 2 16,1 1-17-16,-1-1 7 0,4-1 3 0,-2 1 3 16,0-2 2-16,1 1-2 0,1-6-9 0,-1 0 13 15,0 0-14-15,-1 0 2 0,1 6-10 0,0-7 10 16,-1 2-10-16,0-2 8 0,-1-1 0 16,1 3 9-16,0-2 0 0,-1 2-10 0,0-2 6 0,1 0-2 15,-4 8 11-15,4-8-8 0,-2 2-1 0,2 0 4 16,-2 6 2-16,4-7-2 0,-4 0-1 0,1 1 1 15,0-1 1-15,-2 5 4 0,1-3 0 0,0-2-1 16,0 5-2-16,1 2 0 0,-2-6-5 0,0 7 6 16,1-1 3-16,0-6-5 0,-2 5 0 0,2-1 6 15,2 2-5-15,-4-8-7 0,2 2 1 16,2 5 7-16,-6 0 6 0,6-7-15 0,-4 7 5 0,2 0 2 16,0-6-1-16,0 6 4 0,-4 0-1 0,6 0-2 15,-2-1 3-15,2-3 1 0,-4-3-6 0,2 11-5 16,2-1 7-16,-2-1-6 0,0 0 2 15,0 1 5-15,-5-2-4 0,0 2 1 0,2 1 28 0,-5 0-4 16,3 0 0-16,-1 0-3 0,-2 2-8 0,-1-2 0 16,-3 3-2-16,3-3-2 0,1 1-2 0,0-3-3 15,-3 2-1-15,3-2-2 0,0 0 4 16,3 0-1-16,-2-1-2 0,4-2 0 0,-1 1 0 16,0 1-2-16,-1 1 0 0,3-8-9 0,0 11 9 15,1-4-1-15,0 2 2 0,1-2-4 0,-3 0 0 0,1 0 4 16,2 0-7-16,2 1 3 0,-2-2-19 0,0 2-2 15,2-8-1-15,-1 9 5 0,-1-9-2 0,0 9 4 16,0-4 0-16,4-3 5 0,-2-1 3 0,-2 3-4 16,3 2 2-16,1-6 0 0,-2 1 2 15,0 5 0-15,0-1 3 0,0-5-4 0,-2-2-5 16,3 2-11-16,2 0-7 0,-3 5-16 0,-2-6-26 16,2-2-16-16,-1 3-26 0,-1-3-107 0,-1 1-238 0,1-9 105 15</inkml:trace>
  <inkml:trace contextRef="#ctx0" brushRef="#br0" timeOffset="129962.8">11898 14827 9 0,'0'0'70'0,"0"0"-12"0,0 0-3 16,0 0 6-16,0 0-1 0,0 0-8 0,0 0-4 0,-3-6-6 16,3 6 4-16,0 0-6 0,0 0-2 0,0 0-4 15,0 0-15-15,0 0 8 0,0 0-5 16,0 0-3-16,0 0 2 0,0 0-4 0,0 0-3 0,0 0 5 16,0 0-8-16,0 0-11 0,0 0 14 15,0 0-10-15,0 0-2 0,0 0 3 0,0 0 5 0,0 0-2 16,0 0-6-16,0 0 2 0,0 0 2 15,0 0-6-15,0 0 0 0,0 0 2 0,0 0 5 16,0 0-10-16,0 0 6 0,0 0-7 0,0 0 7 16,0 0-6-16,0 0 4 0,0 0 0 0,0 0 4 15,0 0-1-15,0 0-7 0,0 0 6 0,0 0-5 16,0 0 15-16,0 0-14 0,0 0 5 0,0 0 0 0,13-5-1 16,-13 5 4-16,0 0-2 0,0 0-2 0,0 0-3 15,0 0 0-15,12 2 1 0,-12-2 0 16,0 0 0-16,0 0 0 0,0 0 4 0,0 0-5 15,0 0 3-15,0 0 0 0,0 0 1 0,0 0-1 16,0 0-8-16,0 0 8 0,0 0-2 0,0 0 4 16,0 0-5-16,0 0-2 0,9 3 4 0,-9-3-2 15,0 0-5-15,0 0 10 0,0 0-7 0,0 0-2 16,0 0-5-16,0 0 4 0,0 0-4 0,6 3 10 16,-6-3-7-16,0 0 6 0,0 0 0 0,0 0-9 15,8 1 3-15,-8-1 6 0,0 0-1 0,0 0-6 16,0 0 4-16,0 0 3 0,4 5-7 0,-4-5 6 15,0 0 6-15,0 0-2 0,0 0 0 0,0 0 3 16,0 0 11-16,0 0-26 0,0 0 18 0,0 0 1 16,0 0 5-16,0 0-1 0,0 0-2 0,0 0-1 15,0 0-6-15,0 0 6 0,0 0-7 0,0 0 0 16,0 0 2-16,0 0-4 0,0 0 0 0,0 0 7 16,0 0 0-16,0 0-4 0,0 0 5 0,0 0 0 15,0 0-5-15,0 0 5 0,0 0-8 0,0 0 6 16,0 0-2-16,0 0 6 0,0 0-8 0,0 0 10 15,0 0-8-15,0 0 7 0,0 0-5 0,0 0-1 16,0 0 7-16,0 0-7 0,0 0 0 0,0 0-5 16,0 0-1-16,0 0 6 0,-20 6-6 0,20-6-1 0,0 0 7 15,-9 1-9-15,9-1 5 0,-8 2 2 16,8-2-7-16,0 0 5 0,0 0 12 0,-12 0-13 16,12 0 13-16,0 0-8 0,-11-2-1 0,11 2-2 15,0 0 4-15,0 0-6 0,-9 0 1 0,9 0 8 16,0 0-7-16,0 0 1 0,0 0-2 0,0 0 0 15,-10-1 7-15,10 1-3 0,0 0-6 0,0 0-3 16,0 0 11-16,0 0 1 0,0 0-4 0,0 0 11 16,0 0 2-16,0 0 12 0,0 0-10 0,0 0-6 15,0 0 6-15,0 0-6 0,0 0 7 0,-10-1-8 16,10 1-1-16,0 0-1 0,0 0 5 0,0 0-9 0,0 0 1 16,0 0 0-16,0 0-1 0,0 0 3 15,0 0-4-15,0 0-4 0,0 0-4 0,0 0 7 16,0 0 8-16,0 0-14 0,0 0-3 0,0 0 3 15,0 0 5-15,0 0 1 0,0 0-6 0,0 0 0 16,0 0-1-16,0 0 1 0,0 0 4 0,0 0-1 0,0 0-1 16,0 0 0-16,0 0 1 0,0 0 0 0,0 0-4 15,0 0-6-15,0 0 9 0,0 0-4 16,0 0-1-16,0 0 3 0,0 0-2 0,0 0 5 16,0 0 1-16,0 0 1 0,0 0-1 0,0 0-4 15,0 0 4-15,0 0-4 0,0 0-5 0,0 0 7 0,0 0-4 16,0 0 4-16,0 0 1 0,0 0 1 15,0 0-3-15,0 0 0 0,0 0 2 0,0 0-3 16,0 0 0-16,0 0 2 0,0 0-1 0,0 0 0 0,0 0-3 16,0 0 7-16,33 0-5 0,-33 0-2 15,7 0-1-15,-7 0 8 0,0 0-5 0,10 0 0 16,-10 0 1-16,0 0 4 0,10 2-5 0,-10-2 6 0,0 0-3 16,11-2-3-16,-11 2-4 0,7-1 7 0,-7 1-6 15,0 0 5-15,0 0-2 0,0 0 2 16,11 1 2-16,-11-1 3 0,0 0-7 0,9 1 4 15,-9-1 0-15,0 0 0 0,8 0 1 0,-8 0 0 0,10 0-11 16,-10 0 17-16,9 1-2 0,-9-1-9 16,0 0 8-16,14-1-6 0,-14 1 8 0,9 0-5 0,-9 0 1 15,9-1 1-15,-9 1 0 0,12-1 0 0,-12 1-2 16,10-1 5-16,-10 1-3 0,11-3 1 16,-11 3-4-16,12 0 3 0,-12 0-7 0,13-3 4 15,-13 3-5-15,9 0 7 0,-2-1 0 0,-7 1-9 16,14 1 8-16,-6 1-6 0,-8-2 9 0,14 0-7 15,-9 1-5-15,-5-1 9 0,13 0-5 0,-4 0 2 16,-9 0 4-16,13 0-8 0,-8 1 4 0,-5-1 7 16,15 2-7-16,-15-2 0 0,14-2 4 0,-6 2-5 15,-8 0 2-15,15-1-1 0,-7 2 0 0,-8-1-9 0,16-2 12 16,-9 0-4-16,-7 2 7 0,13 0-5 16,-7 0-6-16,-6 0 6 0,16 0-2 0,-9 0 5 15,3-1-5-15,-10 1 3 0,13-1-3 0,-6 1 8 16,-7 0-4-16,16 0-3 0,-8 0 0 0,1-1 3 15,-9 1-8-15,16-1 5 0,-5 0 0 0,-4 1-6 0,5-2 0 16,-4 2 8-16,-8 0-1 0,16 1-6 0,-7-1 6 16,-4 1 0-16,5-3-2 0,0 3 1 0,1-1 1 15,-2 1-3-15,2 0-2 0,0 0 0 16,-4-1 5-16,7 1-4 0,-5-1 2 0,-9 0 0 16,18 0 1-16,-12 1-2 0,5-1 3 0,-4 0-3 0,5 0 6 15,-6 3-7-15,-6-3 8 0,19-2-2 0,-11 4-3 16,1-4 0-16,-9 2-2 0,18 2-3 15,-11-4 1-15,0 1 2 0,-7 1 0 0,20-1 5 16,-13 2-5-16,1-1-4 0,0 1 7 0,-8-1-3 16,15-1-1-16,-8 2 2 0,-7-1-2 0,15 2 2 0,-8-2 0 15,-1 1-1-15,-6-1 4 0,15 1-6 0,-7 1 2 16,-8-2 1-16,11 1 2 0,-3 0-1 0,-8-1-8 16,13 1 11-16,-5-1-5 0,-8 0 3 15,13 1 0-15,-5-1-2 0,-1 0 1 0,-7 0 0 16,18-1-1-16,-9 2 2 0,-9-1-4 0,15 0 7 0,-3 0-6 15,-2 0 3-15,2 0-1 0,-1 2 3 0,0-4-6 16,1 2 1-16,-1 0-2 0,-2 0-3 16,5 0 7-16,-4 2-4 0,1-2 0 0,-1-2 5 15,-1 2-3-15,0 0-1 0,2 0 3 0,-2-1-3 16,0 2-1-16,1-1 1 0,-10 0 5 0,19 0-2 16,-7 2 1-16,-4-2-2 0,-3 1-2 0,3 0 2 0,-8-1 1 15,15 0-2-15,-9 2 2 0,-6-2-1 0,13-2 1 16,-5 4-3-16,-8-2 0 0,10 1 5 0,-10-1-9 15,13 1 1-15,-7-1 5 0,3 0-1 16,-9 0 1-16,13 0 2 0,-6 2-3 0,-7-2 5 0,13 0-3 16,0 0-1-16,-5 0-1 0,-8 0-1 0,13 0 8 15,-5 0-5-15,-8 0-2 0,15-2-3 16,-9 4 5-16,5-4 2 0,-11 2 2 0,14 0-4 16,-7 0 3-16,-7 0-3 0,16 2 3 0,-8-2-3 0,-8 0 0 15,15 0 1-15,-7 0 3 0,-1 1-1 0,-7-1-2 16,15-1 3-16,-6 1 1 0,-2 1-4 0,4-1 4 15,-1 0-4-15,-4 0 2 0,5-1-1 0,-4-1 5 16,-7 2-7-16,16 2 4 0,-8-2-1 0,-1 0-1 16,-7 0 1-16,16 1-3 0,-9 0 2 15,-7-1-4-15,11-1 5 0,-11 1-2 0,16 0-3 16,-10 0 3-16,3 0 0 0,-9 0 5 0,14-3-4 0,-5 5 6 16,-1-4-4-16,-8 2-1 0,19 2 6 0,-10-2-2 15,0-2-1-15,0 2 1 0,0 0-1 0,2 0-5 16,-2 0 4-16,0 0 2 0,2 0-4 15,-4 0-6-15,2 0 6 0,0 0 3 0,-9 0-4 16,20 0-1-16,-13 0 2 0,5-1-2 0,-4 1 3 16,-1-1 1-16,-7 1 2 0,16-2 0 0,-8 1-3 0,-8 1 2 15,14-1-2-15,-7 2 2 0,-7-1-9 0,13-3 5 16,-2 3 1-16,-3 0-1 0,0 2-2 0,-8-2 4 16,15-3-1-16,-7 2-3 0,-8 1 1 0,13 0-1 15,-4 0 0-15,-9 0-2 0,16 0-1 0,-8 0 5 16,-1 1-1-16,-7-1 0 0,17 0-3 0,-9 0 0 15,-1 1 1-15,-7-1-1 0,14-1 1 0,-8 2 1 16,-6-1 4-16,13-1-4 0,-5 0 3 16,-8 1-3-16,15 0 6 0,-6-1 0 0,-9 1-1 15,14-3-1-15,-8 3-2 0,-6 0 2 0,17-1 2 0,-11 0-1 16,-6 1 0-16,15 0 0 0,-5-2 0 0,-10 2 3 16,13 0-4-16,-6-1-1 0,-7 1-2 15,14 1 3-15,-14-1-4 0,13-1 2 0,-7 1 2 0,-6 0-4 16,14-1 0-16,-8 2-2 0,-6-1 4 15,11 0-3-15,-11 0-2 0,10 0 4 0,-10 0-3 16,11 0 1-16,-11 0 0 0,0 0 1 0,9 1-5 0,-9-1 4 16,9 2 2-16,-9-2 0 0,7 1-2 0,-7-1-1 15,11 1 0-15,-11-1-1 0,0 0 2 0,12 0 2 16,-6 2-5-16,-6-2 2 0,9 0 3 16,-9 0 1-16,8 1-3 0,-8-1-3 0,10 1 6 15,-10-1-6-15,9 0 2 0,-9 0 0 0,8 1 0 0,-8-1-1 16,0 0-2-16,10 1 2 0,-10-1 1 0,9 2 0 15,-9-2 0-15,0 0-1 0,0 0 0 0,9 1 1 16,-9-1 1-16,0 0-4 0,9 0-1 16,-9 0 6-16,7 1 1 0,-7-1 0 0,0 0-3 0,13 0 0 15,-13 0 0-15,7 2 0 0,-7-2 1 16,0 0-2-16,0 0 4 0,0 0-3 0,11 0-1 0,-11 0 2 16,5 1-2-16,-5-1 1 0,0 0 1 0,9 1-5 15,-9-1 4-15,0 0-1 0,0 0 0 16,8 2 4-16,-8-2-5 0,0 0-2 0,10 1 5 15,-10-1 1-15,0 0 1 0,0 0 1 0,0 0-1 16,9 0-1-16,-9 0 0 0,0 0-2 0,10 1 3 0,-10-1-8 16,6 2-5-16,-6-2-11 0,0 0-15 0,0 0-26 15,11 0-36-15,-11 0-39 0,0 0-37 0,0 0-157 16,0 0-358-16,0 0 159 0</inkml:trace>
  <inkml:trace contextRef="#ctx0" brushRef="#br0" timeOffset="134429.13">14340 14801 67 0,'0'0'58'0,"0"0"1"16,0 0-2-16,0 0 8 0,0 0-7 0,0 0 4 15,0 0-15-15,0 0-3 0,0 0 4 0,0 0 7 16,0 0-14-16,0 0 5 0,0 0 0 0,0 0 6 15,0 0-21-15,0 0-5 0,0 0 1 0,0 0-5 16,0 0 4-16,0 0-3 0,12-3-1 0,-12 3 3 16,0 0 0-16,11 0-3 0,-11 0-6 0,0 0 3 15,12-2 3-15,-12 2-7 0,7-1-2 0,-7 1 7 16,0 0-5-16,15 1 3 0,-15-1 6 0,10 2 4 16,-10-2-8-16,11-2-6 0,-11 2 0 0,14 0 6 15,-14 0 0-15,11 0-4 0,-11 0-1 16,11 2 2-16,-11-2 4 0,9 1-8 0,-9-1 0 0,9 2 7 15,-9-2-12-15,10 3 9 0,-5-2 3 0,-5-1-6 16,9 2 1-16,-9-2-1 0,7 4-2 0,-7-4 5 16,9 1 5-16,-4 2-1 0,-5-3-2 0,9 2 0 15,-9-2-3-15,11 4 1 0,-11-4-6 0,9 2-3 16,-7 0 2-16,-2-2 0 0,10 2-1 0,-10-2 7 16,8 6-10-16,-4-4-2 0,-4-2 3 0,7 5 2 15,0-4 0-15,-7-1-4 0,5 4 3 0,-5-4-3 16,8 5 2-16,-3-2 6 0,-5-3-4 0,6 6 5 15,-6-6-1-15,6 5 0 0,-6-5-3 0,8 3-1 16,-5-1 5-16,-3-2 3 0,9 7 9 0,-5-4-5 16,0 0 0-16,3 1-6 0,-2-1-2 0,-1 2 6 15,2-1-4-15,-1-1-4 0,-1 1 3 0,2 0-5 16,0 0 0-16,-1 1-6 0,1-2 15 0,-1 2-2 16,2-1-4-16,-2 1 0 0,1-2-2 0,-1-1 2 15,1 2-2-15,1 0-3 0,-2-1 2 0,-5-3-1 16,10 8 1-16,-7-5-5 0,4-1 0 0,-1 3 2 15,-3-1-1-15,-3-4 1 0,10 6-4 0,-7-3 2 16,1 0 1-16,1 1 2 0,-5-4-4 0,8 6 6 16,-3-2-3-16,-2 0-1 0,3 0-1 0,-6-4 1 15,7 6-3-15,-2-4 2 0,-5-2 2 0,9 8 1 16,-4-4 0-16,-1 1 1 0,0-2-1 0,1 2 2 16,2-2-1-16,-3 1 0 0,1 0 3 0,-1 1-3 15,1 1-3-15,1-2 1 0,-2-1 0 0,3 1 4 16,-2 0 0-16,0 2-3 0,0-3 0 0,0 2 4 15,3 1-6-15,-6-1-4 0,6 0 7 0,-5-3-2 16,3 5 1-16,0-4 1 0,-2 3-1 0,1-2-4 16,0-1 2-16,0 2-1 0,1-1-1 0,-6-4 2 15,10 9 0-15,-6-5-3 0,-1 1 2 0,1-1-4 16,1 2 3-16,-5-6 1 0,8 8-3 0,-4-4-1 16,0 0 2-16,-4-4-1 0,7 8-1 0,-3-4-1 15,0 1 8-15,0-2-3 0,1 1 2 0,0 2-2 16,-5-6 5-16,6 7-4 0,-1-2-2 0,-1 1 0 15,0-4 4-15,-4-2-6 0,8 9 1 0,-4-3 2 16,0-2-3-16,-4-4-2 0,6 9 1 0,-3-3 3 16,0-3 3-16,1 1-4 0,-4-4-1 0,5 10 1 15,-2-6 1-15,-3-4 5 0,9 8-10 0,-7-4 3 16,2 1 3-16,-4-5 0 0,5 8 2 0,-2-3-4 16,-3-5 0-16,5 7 1 0,1-5 1 0,-6-2 1 15,5 8-1-15,-2-1-4 0,1-3 1 0,-4-4 2 16,5 8-3-16,-2-5 1 0,-3-3 2 0,3 11-1 15,1-9 3-15,1 3-5 0,-2 1 5 0,3 0 1 16,-2-3-2-16,4 6 9 0,-2-5 6 0,1 0 0 16,-1 5-2-16,2-2-1 0,-2 1 1 0,2-1-4 15,-2-2 1-15,3 3 1 0,-2 0 5 0,1-2-6 16,0 3 1-16,1-2-3 0,0 0 3 0,0 1-5 16,0-1 3-16,-1 0-2 0,2-2 0 0,0 2-2 15,0 0 4-15,0 0-2 0,-2 2 3 0,2-3-7 16,-3 0 1-16,4 2-2 0,-2-2 1 0,0 1 29 15,1 1-8-15,1 0 5 0,-2-1-5 0,1 1 1 16,0-1-5-16,0 0 1 0,2 0-2 0,-3-2-1 16,1 3-4-16,3-2-4 0,-3 1 0 0,-2-1-4 15,2 2 1-15,-2-3 0 0,-2 1-3 0,1-1 2 16,4 0-2-16,-6 1 1 0,1 0-2 0,-1-2-10 16,2 2 14-16,-1-3-9 0,0 2 4 0,0 1 0 15,0-3-1-15,-1 2 0 0,3 1 0 0,-2-2-3 16,-1 1 3-16,-1-1-1 0,1 0-3 0,0 2 0 15,0-2 0-15,0-1 3 0,1 3-1 0,-1-2 3 16,-1 1-5-16,1-1 1 0,0 1 1 0,1-2-1 16,-1 0-5-16,0-1 4 0,-2 5 4 15,-3-7-3-15,8 6-3 0,-2-2 7 0,-2 0-6 0,-4-4 3 16,9 8-4-16,-4-4 1 0,0 1 0 0,-1-1 2 16,3 0 3-16,-3-1-5 0,-4-3 4 15,8 8 6-15,-4-4-8 0,2-1 3 0,-1 0-8 0,0 1 6 16,1 0 0-16,-1 0-1 0,0 1 2 15,1-1 1-15,-1 0-2 0,4-1-3 0,-2 2 5 16,-1-2 0-16,0 1-1 0,-1-1 1 0,2 0 1 16,-1 3-1-16,2-3 3 0,-2-1-8 0,-1 3 4 0,2-2-2 15,-1 0 0-15,1 0 3 0,0 1 0 16,0 2-3-16,-1-3 4 0,1-1-4 0,-2 3 2 0,2-2-4 16,-2 1 8-16,1-2-3 0,0 2 1 15,4 3 6-15,-2-3-9 0,-8-4 2 0,11 5 0 16,-3-3-2-16,0 1 4 0,-8-3-7 0,10 6 0 15,-10-6 2-15,10 6 1 0,-5-6-1 0,-5 0 1 0,12 6 1 16,-12-6-8-16,10 7 5 0,-6-3 4 16,3-2-5-16,-2 0 3 0,-5-2-2 0,8 7 5 15,-3-4-13-15,1 0 12 0,-6-3-2 0,12 5 3 16,-7-1-5-16,0-2 1 0,-5-2 0 0,8 7 5 16,-3-6-5-16,2 3-2 0,-7-4 1 0,10 4-2 15,-6-2-3-15,-4-2 14 0,9 8-7 0,-4-5 0 16,-5-3 0-16,5 3 3 0,-5-3-13 0,8 4 9 15,-6 0-2-15,-2-4-1 0,0 0 2 0,8 8-2 16,-8-8-2-16,6 3 5 0,-6-3-4 0,5 3 4 16,-5-3-5-16,5 4 6 0,-5-4-3 0,5 4 8 15,-5-4-5-15,0 0-3 0,8 3 3 0,-8-3 1 16,8 5-5-16,-8-5 3 0,5 2-3 0,-5-2 1 16,6 4 2-16,-6-4-2 0,5 4 4 0,-5-4-12 15,8 2 12-15,-8-2-4 0,8 3 0 0,-8-3-3 16,6 5 6-16,-1-2 2 0,-5-3-3 0,9 5 0 15,-5-2 0-15,2 0-7 0,-6-3 5 0,9 3 0 16,-5 1 1-16,-4-4 4 0,11 4-4 0,-5-2 4 16,0 0 0-16,1 1 0 0,-1-2 1 0,0 2 3 15,3 3-1-15,3-3 3 0,-2-2-1 0,0 3 7 16,2-1-3-16,-3-1-6 0,3 1 8 0,-1 0-1 16,-1 1-4-16,5-1 0 0,1 0 0 0,-4 1 1 15,1-2-1-15,0 2 1 0,0 0-9 0,1-2 0 16,1 2 0-16,3 1-13 0,-5-2 10 0,-2-1 7 15,3 4-3-15,-2-3 7 0,3-1-5 0,-3 0-3 16,2 2 0-16,-3 0-2 0,2-2 4 0,1 1 0 16,-1-1-2-16,5 0-1 0,-7 0-2 0,3 2-3 15,-2-4 3-15,-1 4 0 0,2-3 4 0,-3 2 1 16,3-2-2-16,0 3-3 0,-3-3 0 0,3 3-1 16,-2-1 3-16,0-1-3 0,0-1 4 0,1 2 5 15,-5-2-6-15,3 1-6 0,1 0 3 0,-3 1 2 16,3-1 4-16,-1-1-2 0,-2 1 2 0,-2-1-6 15,-6-1 5-15,16 1-3 0,-10 2-1 0,2-3-1 16,-8 0 7-16,18 2-6 0,-11-1-3 0,-2 0 3 16,-5-1-4-16,13 0 5 0,-13 0 3 15,14 1-5-15,-5-1 5 0,-3 2-8 0,-6-2 7 0,13 1 2 16,-6-1-8-16,-7 0 5 0,14 1 2 0,-7-1-4 16,1 3 3-16,-8-3-4 0,14 0-2 0,-8 0 12 15,2 1-23-15,-8-1 20 0,13 0-4 0,-13 0 2 16,13 0-1-16,-7 1 1 0,-6-1 0 15,15 3-2-15,-15-3 0 0,13 1-2 0,-4 0 3 16,-1-1-3-16,-8 0 12 0,15 2-11 0,-3-2 0 16,-6 0 3-16,-6 0 2 0,17 0-5 0,-10 0-1 0,1 3 2 15,-8-3-8-15,13 0 3 0,-4 0-7 0,-2 0 9 16,-7 0 1-16,12 1-3 0,-3-1 2 0,-9 0-3 16,13 0-6-16,-6 0 18 0,-7 0-3 0,14 0-1 15,-6 0-1-15,-8 0 0 0,12 0 1 16,-4 2 0-16,-8-2-1 0,13 0 1 0,-13 0-4 15,14 0 5-15,-4-2-7 0,-3 4 2 0,-7-2 4 16,15-2 0-16,-7 2 0 0,0 0-4 0,-8 0 5 0,12 0-2 16,-3 0-4-16,-9 0 7 0,16-1 4 15,-10 2 2-15,3-1-2 0,-9 0-2 0,14-1 2 16,-6-1 1-16,-8 2-3 0,15 0 2 0,-9-1-5 16,-6 1 2-16,13 0-3 0,-4-3 5 0,-9 3-7 15,12-1 2-15,-6 1-4 0,-6 0-7 0,14 0 8 16,-7-2 3-16,-7 2 3 0,12 0-9 0,-12 0 8 15,0 0-1-15,19 0 2 0,-19 0-5 0,11 0-18 0,-11 0 26 16,15 0-5-16,-15 0-9 0,13-1 7 16,-13 1 5-16,0 0-4 0,16-1 2 0,-16 1-3 15,11 0-9-15,-5 0 5 0,3 1 3 0,-9-1-1 16,0 0 0-16,18-1 1 0,-9 1 2 0,-9 0 0 16,14 0-5-16,-6 0 5 0,3 1-3 0,-3-1 2 15,-8 0 3-15,18-1-3 0,-10 2 0 0,1-2-21 16,1 2 22-16,1-1-5 0,-2-1 2 0,1 1-1 15,-10 0 11-15,18-1-13 0,-12 2 8 0,5-1 3 16,0-2-3-16,1 0-6 0,0 2 5 0,-1-1-2 16,0 1-3-16,2-3 4 0,-2 3-4 0,1 0 1 15,-1-1 5-15,1-1-6 0,1 2 0 0,-1 0 5 16,0-1-1-16,2 1-2 0,-1-1 5 0,1 2-10 16,-1-2 5-16,1 2 2 0,0-1-2 0,-3 0-6 15,3 1 5-15,-2-2 2 0,3 2-2 0,-5-1 1 16,4 0-2-16,-1 1 3 0,-1-1-6 0,0 0 6 15,-1 0-1-15,-2 0 2 0,3 1 7 0,0-2-16 16,-1 1 4-16,1 1 1 0,-2 0-5 0,2-1 5 16,-2 2-2-16,2-2-2 0,0 2 1 0,-4-2 2 15,2 2 4-15,1-2 0 0,0 0-1 0,-2 0 4 16,2 1 2-16,-1-1-8 0,-10 0-1 0,17 0-2 16,-17 0 9-16,17 0 2 0,-10 0-11 0,-7 0 1 15,20-1 7-15,-20 1-10 0,21-2 8 0,-11 2 0 16,3-1-1-16,1 0-1 0,-1 1 3 0,-1 0-9 15,-2-2 5-15,0 2-4 0,1-1 5 0,1 1-8 16,2 1 5-16,-4-2 0 0,1 0 4 0,1 1-5 16,-1-1 5-16,-1 1-2 0,2 0 0 0,0-1 2 15,-2 1-2-15,2-1-6 0,-2 1 0 16,5-1 8-16,-3 2 5 0,-2-4-6 0,2 3-4 16,-1 0 2-16,1 0-4 0,-1 0-13 0,1 0 24 0,0 2 0 15,1-2-3-15,-1 0 5 0,2 1-1 0,-3-1-11 16,3-1-1-16,-1 1 2 0,1 0 0 15,-1 1 4-15,0-1 1 0,-1 0 2 0,3 1-17 16,-3-1 14-16,1 1 0 0,1-2 4 0,-2 2-9 16,1-1 4-16,-1 0 0 0,1-1 4 0,1-1 0 15,-1 2-8-15,0 1 6 0,-1-1-6 0,0-1 2 16,2 1 1-16,-3 0 5 0,1 1-9 0,1-1 6 0,-2-1-2 16,2 1 7-16,-1 1 1 0,-1-2-4 0,2 1-3 15,-13 0 1-15,16 0-9 0,-4 0-7 16,-12 0 21-16,22-3 1 0,-14 3-11 0,-8 0 5 15,21 0 5-15,-10-1-1 0,-11 1 1 0,22 0-8 16,-8 0-1-16,-1 0 2 0,1 0 9 0,-1-1-8 16,0 1-1-16,-2-1 13 0,0 0-10 0,1 1-4 15,-2 0-10-15,1-3 12 0,0 3-3 0,1-2 0 16,0 1 15-16,-3 0-15 0,3-1 5 0,-1 1-12 16,-3-1 16-16,1 0-7 0,4 2 1 0,-3-2-2 15,0-1 6-15,2 3-1 0,-2-1-3 0,0-2 3 16,3 2-4-16,-2 1 13 0,1-1-15 0,-1 2 2 15,1-3-14-15,1 3 16 0,-3-2 2 0,2 1 2 16,-1 0-3-16,0 0 1 0,0 0 0 0,0-2-2 16,1 2-1-16,-1 0-1 0,1-1 5 0,1 1-8 15,-1-2 1-15,0 1 2 0,-1 1-1 0,3-1-1 16,-2 1 1-16,2-1 5 0,-1 1 11 0,1-1-20 16,-1-1-6-16,1 1 15 0,-2 1-6 0,3-1 2 15,-3-1 2-15,0 0-2 0,3 2-1 16,-2-2 8-16,-3 2-5 0,4 0-4 0,-1-2 9 0,-13 2-7 15,24 0-3-15,-12-1 2 0,0 1 3 16,-12 0-2-16,23 0-2 0,-12-2 12 0,-11 2-4 0,20-2 0 16,-10 0 7-16,1 1-16 0,-11 1 10 0,17 1-7 15,-17-1 8-15,18-3-6 0,-6 3-1 0,1-2 1 16,-13 2-5-16,17-1 1 0,-17 1 6 0,15-2-1 16,-15 2-4-16,12-2 5 0,-12 2 5 0,13 0 1 15,-13 0-4-15,13-1 5 0,-13 1-3 16,11-2-4-16,-11 2 6 0,12 0-11 0,-12 0 3 15,0 0-12-15,13 0 18 0,-13 0 1 0,0 0-3 0,0 0-9 16,14 0 6-16,-14 0 1 0,0 0 5 0,0 0 1 16,10-2 3-16,-10 2 3 0,0 0-9 0,0 0-12 15,0 0 5-15,0 0 2 0,0 0 5 16,13-2-1-16,-13 2 4 0,0 0-1 0,0 0-8 16,0 0 9-16,0 0-12 0,0 0 8 0,0 0 4 15,11-2-8-15,-11 2-2 0,0 0-5 0,0 0 6 16,0 0 1-16,13-1 6 0,-13 1 2 0,0 0-12 15,0 0 0-15,0 0 7 0,10-1 2 0,-10 1-4 0,0 0 0 16,0 0 4-16,11-4 5 0,-11 4 0 16,0 0-10-16,0 0 8 0,13-1-3 0,-13 1-18 0,0 0 20 15,0 0 5-15,13-1-12 0,-13 1 8 16,0 0-2-16,0 0 0 0,13-2-6 0,-13 2-19 16,0 0 26-16,0 0-5 0,15-1 1 0,-15 1-2 15,9 0 3-15,-9 0 0 0,0 0-5 0,0 0 6 0,16 0-3 16,-16 0 3-16,0 0 0 0,13-2-1 15,-13 2-8-15,0 0 5 0,0 0-1 0,13-1-2 16,-13 1-1-16,0 0-1 0,0 0 5 0,15 0 2 16,-15 0-4-16,0 0 3 0,0 0-6 0,0 0 0 15,14-1 6-15,-14 1-8 0,0 0-10 0,0 0 16 16,0 0 5-16,0 0-4 0,0 0 4 0,11 0-4 16,-11 0-16-16,0 0 23 0,0 0 0 0,0 0-1 0,0 0-12 15,0 0 19-15,0 0-9 0,0 0 1 16,0 0-11-16,0 0 6 0,0 0-2 0,7 1 8 15,-7-1-2-15,0 0-3 0,0 0-4 0,0 0 2 16,0 0 2-16,0 0-3 0,0 0 2 0,0 0-7 16,0 0 7-16,0 0 3 0,0 0-6 0,0 0 1 15,0 0-13-15,0 0 20 0,0 0-7 0,0 0-2 16,0 0 10-16,0 0-9 0,0 0-4 0,0 0 16 16,0 0-8-16,0 0 0 0,0 0 3 0,0 0-9 15,0 0-6-15,0 0-20 0,0 0 11 0,0 0-11 16,0 0-31-16,0 0-6 0,0 0-22 0,0 0-29 15,0 0-32-15,0 0-33 0,0 0-28 0,0 0-24 16,0 0-37-16,-34-2-13 0,34 2-9 0,-11 2-159 16,11-2-488-16,0 0 216 0</inkml:trace>
  <inkml:trace contextRef="#ctx0" brushRef="#br0" timeOffset="137197.23">11914 17096 34 0,'0'0'44'0,"0"0"1"15,0 0 0-15,0 0 3 0,0 0-10 0,0-15-2 16,0 15 1-16,0 0-5 0,0 0-4 15,-4-11 1-15,4 11-13 0,0 0 11 0,-8-9-1 16,8 9-7-16,0 0-5 0,-7-7 4 0,7 7-6 16,-4-7-3-16,4 7-3 0,0 0 3 0,-7-9 5 15,7 9-7-15,0 0 2 0,-6-12 5 0,6 12-4 16,0-9 1-16,0 9-4 0,-2-11 2 0,2 11 2 16,0-13-6-16,0 13 4 0,0-16-3 0,0 16 1 15,0-14-3-15,0 14 1 0,0-12-2 0,0 12 3 0,-5-14 0 16,5 14 8-16,0 0-1 0,-3-19-9 15,3 19 10-15,-2-16-12 0,2 16 10 0,-5-12-5 16,5 12 4-16,-4-10 5 0,4 10-2 0,-7-13 0 16,7 13-6-16,-5-13 5 0,5 13 16 0,-6-9-6 15,6 9 6-15,-6-10-2 0,6 10 3 16,0 0-12-16,-9-11 6 0,9 11 3 0,0 0-2 0,-6-11 1 16,6 11 5-16,0 0 4 0,0 0 2 0,0 0-6 15,0 0 6-15,-3-14-8 0,3 14-1 0,0 0 0 16,0 0-9-16,0 0 5 0,0 0-10 15,0 0 5-15,0 0-5 0,0 0-2 0,0 0 2 16,0 0-3-16,0 0 0 0,0 0-6 0,0 0-3 0,0 0 5 16,0 0 1-16,0 0-5 0,0 0 3 0,0 0-3 15,0 0-3-15,0 0-5 0,0 0 13 0,0 0-6 16,0 0 3-16,0 0-21 0,0 0 25 16,0 0-1-16,0 0-3 0,0 0-3 0,0 0 8 15,0 0-8-15,0 0 4 0,0 0-3 0,0 0 0 16,-16 27-3-16,16-27 9 0,0 0-10 0,0 0 4 15,0 0 0-15,0 0 1 0,-11 5-5 0,11-5 4 16,0 0 1-16,0 0 2 0,0 0-6 0,0 0-1 16,0 0-3-16,0 0 7 0,0 0-6 0,0 0 0 15,0 0-9-15,0 0 5 0,-18-12 2 0,18 12 4 16,0 0 0-16,0 0 0 0,0 0-5 0,-5-13 6 16,5 13-11-16,0 0 9 0,0 0 6 0,0 0-1 15,0 0-7-15,2-18 12 0,-2 18-11 0,0 0 8 16,0 0 0-16,0 0-10 0,0 0-1 0,0 0 6 15,0 0 1-15,0 0 0 0,0 0-7 0,0 0 4 16,0 0-3-16,-1-15 2 0,1 15 1 0,0 0 7 16,0 0 4-16,0 0 3 0,0 0 0 0,0 0-2 15,0 0 1-15,0 0-4 0,0 0-1 0,0 0 9 16,0 0 0-16,18 36-5 0,-16-27 1 0,-2-9 10 16,2 19-8-16,0-8 2 0,1-1-9 0,-2 2 4 15,2-1-1-15,-1 2-2 0,0-1 2 0,0 0-3 16,0-1-4-16,0 5 10 0,1-4-9 15,0 1 8-15,-1 0-7 0,0 2 5 0,-1-2-3 16,-1-2 3-16,3 6-1 0,0-3 1 0,-1 2-5 0,0-2-1 16,-4-1-2-16,4-1 0 0,-2 0-13 15,2 1 18-15,1 2-4 0,-3 0 1 0,0-2 3 16,-3 1-4-16,3-1 0 0,0-1 2 0,0-1-3 16,-2 3-1-16,2-3 0 0,0 0 7 0,2 0-9 15,-2 0 2-15,0 0 1 0,-2 1 3 0,2 0-5 16,0 0 0-16,2 0 3 0,-1-1 10 0,-2 1-15 15,-1-1 6-15,0 1-4 0,0-2 3 0,2 0-1 16,-3 1-2-16,3 0 2 0,0-1-3 0,-3 0 2 16,3 0 5-16,-1-1-5 0,1 1 1 0,-2-3-2 15,2 3 0-15,0-10-3 0,0 12 5 0,0-5-5 16,0-7 3-16,2 13 1 0,-2-5 2 0,0-8-3 16,4 11 1-16,-4-11 0 0,5 14 1 0,-5-14-2 0,2 11-8 15,-2-11 8-15,5 11-2 0,-4-5-1 16,-1-6 7-16,5 13 6 0,-5-3-7 0,0-4-8 15,2 4 7-15,-2-10-1 0,3 12 2 0,-3-1-1 16,0-3-2-16,0-8 3 0,0 14-9 0,0-8 7 16,0 3 11-16,0-9-3 0,0 17-5 0,0-17 1 15,-3 18 3-15,1-11-7 0,2-7 2 0,-3 12 5 16,3-12-2-16,-2 13 1 0,2-13-11 0,1 12 9 16,-1-12 0-16,1 11-1 0,-1-11-1 0,0 11-4 15,0-11 7-15,3 9-27 0,-3-4-6 0,0-5 6 16,0 0 3-16,2 16 9 0,1-10-4 0,-3-6 1 15,-3 11 3-15,3-11-1 0,3 10 0 0,-3-5 10 16,0-5-10-16,0 10 9 0,1-5-4 0,-1-5 5 16,0 0-3-16,-1 16 1 0,1-16 9 0,0 14 5 15,0-14-3-15,0 12-5 0,0-12 3 0,-5 15 2 16,5-15-8-16,0 11 6 0,0-5-1 0,0-6-3 16,0 0-6-16,0 14 12 0,0-14-5 15,0 11 0-15,0-11 0 0,2 8 0 0,-2-8-1 16,-2 10-7-16,2-10 10 0,0 10-5 0,0-10 3 15,0 7-3-15,0-7 0 0,0 0 4 0,0 11-1 16,0-11-1-16,0 7 4 0,0-7-5 0,2 7 0 16,-2-7 2-16,0 0 3 0,0 0 2 0,0 0-9 0,-2 18 5 15,2-18 1-15,0 0-2 0,0 0-6 16,0 0 2-16,0 0 3 0,0 0 6 0,0 0-3 16,0 0-5-16,0 0 3 0,0 0-3 0,0 0 6 15,0 0-6-15,0 0 0 0,0 0 3 0,0 0-3 16,10 52 0-16,-10-52 3 0,0 0 0 0,0 0-2 15,0 0-3-15,0 0 11 0,0 0-8 0,0 0-6 16,0 0-14-16,0 0-8 0,0 0-19 0,0 0-11 16,0 0-40-16,0 0-19 0,0 0-16 0,0 0-104 15,0 0-255-15,-5-6 114 0</inkml:trace>
  <inkml:trace contextRef="#ctx0" brushRef="#br0" timeOffset="141807.44">11972 17671 55 0,'0'0'76'0,"-31"-5"-5"0,31 5-7 15,0 0 3-15,0 0-12 0,0 0 1 0,0 0-17 16,0 0 8-16,0 0-10 0,0 0-7 0,0 0-5 16,0 0 5-16,0 0 1 0,0 0-14 0,0 0 9 15,0 0-7-15,0 0-4 0,0 0 3 0,0 0-16 16,0 0 11-16,0 0-7 0,0 0 9 0,0 0-4 15,-10 3-3-15,10-3 1 0,0 0 1 16,0 0-7-16,0 0 3 0,-11 1 0 0,11-1-1 0,0 0-4 16,0 0 1-16,-12 4 4 0,12-4 8 0,0 0-10 15,0 0-1-15,-13 0 2 0,13 0-8 0,0 0 14 16,0 0 6-16,-15-3-3 0,15 3 7 16,0 0 5-16,0 0-5 0,0 0-2 0,0 0 12 15,0 0-17-15,-21 0 6 0,21 0-2 0,0 0-14 16,0 0 16-16,0 0-13 0,-14-6 9 0,14 6 3 15,0 0-4-15,0 0 8 0,0 0-7 0,-15-2 6 16,15 2-1-16,0 0 1 0,0 0-9 0,0 0 10 16,0 0-2-16,0 0 0 0,0 0-2 0,0 0-8 15,0 0 11-15,0 0-9 0,0 0 7 0,0 0-11 16,-13-5 0-16,13 5 9 0,0 0-15 0,0 0 6 16,0 0-1-16,0 0 2 0,0 0-6 0,0 0 2 15,0 0 2-15,0 0-10 0,0 0 5 0,0 0 4 16,0 0-8-16,0 0 4 0,0 0 2 0,0 0 2 15,0 0 11-15,0 0-11 0,0 0-9 0,40 3 8 16,-40-3 5-16,14 0-5 0,-14 0 0 0,15-1 2 16,-4 2 1-16,-11-1-3 0,17 0 0 0,-17 0 0 15,21 0 14-15,-11-3-22 0,3 5 5 16,1-4 2-16,-3 2 1 0,3 0-2 0,1-3 0 0,1 5 9 16,2-4-9-16,0 5 5 0,0-4-4 0,0 1 0 15,-5 1-1-15,3-2 5 0,-1-1-7 0,4 4 2 16,-6-2 1-16,1 0-5 0,-1 0 0 0,4 1 3 15,-5-1 4-15,2-1-6 0,-1 1 2 0,-2-2-1 16,4 2-5-16,-2 0 9 0,0-1-7 16,0 1 5-16,0 1 0 0,0-2-5 0,-13 1 8 0,27-1-6 15,-14 1 2-15,1-2 6 0,0 0-8 16,3 1-5-16,-4 1 4 0,-13 0 7 0,25-3-7 16,-15 3 5-16,-10 0-9 0,28-1 7 0,-16-2-3 15,0 1 0-15,7 2-1 0,-19 0 0 0,22-1 6 16,-8-1-7-16,-14 2 5 0,27 0 3 0,-16 0-7 0,-11 0 0 15,22-1 2-15,-10 2 2 0,2-1-4 16,-2-1 12-16,1 2-7 0,-1-1-2 0,-1 2 1 16,3-2 1-16,-3 0 3 0,0-3-4 0,-11 3-4 15,23-1 5-15,-9 2-1 0,-5-1 4 0,-9 0-2 16,25-1 6-16,-13 2-1 0,1-3-2 0,4 4 2 16,-2-7 1-16,3 5-5 0,1-1 6 0,-2-3-4 15,-3 4 1-15,-1-1-2 0,6 1 1 0,0-2-1 16,-1 0 4-16,-5 1-5 0,6 1-2 0,-4 0 5 15,1-3-2-15,-1 4 3 0,-1-1-6 0,5-1 1 16,-4 1 2-16,-2 0-2 0,1-1 0 0,-3-1-4 16,3 1 1-16,-14 1 0 0,22 0 1 0,-10 0 0 15,1 0-1-15,-13 0 0 0,20 0-4 0,-7 0 4 16,-3-1 1-16,-10 1 1 0,22 0 1 0,-6-2 0 16,-5 1-7-16,-11 1 4 0,20 1 0 0,-20-1 1 15,23 0-4-15,-10-1 10 0,-13 1-7 0,19 1-3 16,-4 1 5-16,-3-5-3 0,-12 3 4 15,23 0-3-15,-11 3 0 0,-1-3 2 0,2 0 1 16,-1 1-5-16,-1-1 6 0,3 1 3 0,-1-1-9 0,1-1 6 16,-3 0-5-16,2-1 3 0,1 2-1 0,-14 0-2 15,22 0 3-15,-8-1-1 0,-3 0 1 0,3 1-1 16,-3 0-6-16,-11 0 8 0,25 0-5 0,-12-1 0 16,-2 1 4-16,0-1-3 0,0 3 2 15,-11-2 0-15,25-1 0 0,-11 0-6 0,-3-1 11 0,2 1-4 16,-13 1 1-16,23 0-2 0,-9 0 6 15,-3 0-4-15,2 0 0 0,-2-2-6 0,2 2 8 16,-13 0-1-16,23-1-4 0,-12 1-6 0,1-1 9 16,-12 1 1-16,20-1-1 0,-8 1-2 0,-2-2 0 0,-10 2 1 15,19 0 1-15,-8-1-3 0,-11 1 7 16,18-1-9-16,-18 1 3 0,15 0 1 0,-15 0 0 16,14-1-4-16,-14 1 2 0,15 0 4 0,-15 0-3 15,11 0 0-15,-11 0-1 0,15 0-1 0,-15 0 4 16,15-2 1-16,-15 2-1 0,13 0 1 0,-13 0-4 15,13-1 2-15,-13 1 0 0,0 0 0 0,17 1 1 16,-17-1 1-16,13 0 1 0,-13 0-3 0,14 2 6 16,-14-2-3-16,13 0-3 0,-13 0 1 15,16 0-3-15,-7 0 4 0,-9 0-2 0,21 0 1 16,-11 0 0-16,1 0-1 0,1 1-2 0,-12-1-2 0,24 0 6 16,-12 0-3-16,1-1 2 0,-1 3-3 0,3-1 0 15,-4 1 0-15,5-1-1 0,-3-1 5 0,1 0-4 16,-1 0-3-16,7 1 5 0,-4-1-2 15,-2 0 1-15,3 1 0 0,-3 1 2 0,3-2-2 16,2 1 3-16,0-1-4 0,-2 0 3 0,3 2-6 0,-1-2-3 16,-2 0 6-16,2-2-1 0,-2 5 2 0,-3-4-4 15,1 1 7-15,-1-2-3 0,-1 2 2 16,1 0-3-16,-5 2 0 0,4-2 3 0,-13 0-3 16,20 1-4-16,-9-1 6 0,-11 0-2 0,15 0 1 0,-5 1 1 15,-10-1-6-15,15 1 1 0,-15-1 2 0,15 0 2 16,-15 0 2-16,14 0-4 0,-14 0 3 15,15 3-3-15,-15-3 5 0,11-2-2 0,-11 2 0 16,14-1 5-16,-14 1-3 0,0 0-1 0,15 0 4 16,-15 0-2-16,0 0 0 0,0 0 1 0,14 1-6 15,-14-1 2-15,0 0 1 0,0 0-2 0,11 0 0 16,-11 0 2-16,0 0-5 0,11 2 3 0,-11-2 0 16,0 0 0-16,0 0 2 0,0 0-5 0,0 0 4 15,16 0 0-15,-16 0-3 0,0 0-3 0,0 0 4 16,10 2-2-16,-10-2 4 0,0 0-2 0,0 0 3 15,0 0-2-15,0 0-1 0,0 0-1 0,0 0 2 16,0 0-3-16,0 0 3 0,0 0 0 0,0 0 2 16,0 0 0-16,0 0-4 0,0 0 2 0,0 0 1 15,0 0-4-15,0 0 4 0,0 0-1 0,0 0-3 16,0 0 5-16,0 0-1 0,0 0-6 0,0 0 4 16,0 0 0-16,0 0-2 0,0 0 4 0,0 0-4 15,13 0 3-15,-13 0-4 0,0 0 4 0,0 0 2 16,0 0-3-16,0 0 4 0,0 0-2 0,0 0 4 15,0 0-1-15,0 0 0 0,0 0-2 0,0 0-1 16,0 0 1-16,0 0-5 0,0 0 3 0,0 0-4 16,0 0 6-16,0 0 0 0,0 0-3 0,13 3 1 15,-13-3-3-15,0 0-1 0,0 0 4 0,0 0-8 16,0 0 8-16,10 0-1 0,-10 0 1 0,0 0-1 16,0 0 0-16,0 0 0 0,0 0-2 15,0 0 3-15,0 0-8 0,0 0 10 0,0 0 1 16,0 0-5-16,0 0 4 0,0 0-9 0,0 0 7 15,0 0-5-15,0 0-9 0,0 0-14 0,0 0-12 0,0 0-34 16,0 0-27-16,0 0-35 0,0 0-51 0,0 0-189 16,0 0-403-16,0 0 179 0</inkml:trace>
  <inkml:trace contextRef="#ctx0" brushRef="#br0" timeOffset="144661.25">14931 17595 76 0,'0'0'68'0,"0"0"-2"0,0 0 1 0,0 0-7 16,0 0 0-16,0 0-4 0,0 0 1 0,0 0-7 16,0 0-8-16,0 0 0 0,0 0 6 0,0 0-11 15,0 0 2-15,0 0-4 0,0 0 20 0,0 0-28 16,0 0-5-16,0 0 4 0,0 0 3 0,0 0-4 15,0 0 1-15,0 0-3 0,0 0 7 0,0 0-10 16,0 0 6-16,0 0 5 0,0 0 4 0,0 0-1 16,0 0-5-16,0 0-1 0,0 0-2 15,0 0-6-15,17 2 13 0,-17-2-19 0,0 0 4 16,0 0 1-16,0 0 1 0,0 0-4 0,0 0 4 16,13 10-2-16,-13-10-1 0,0 0-4 0,5 6-2 15,-5-6 4-15,0 0-2 0,6 7 2 0,-6-7-1 0,3 10 3 16,-3-10 5-16,2 8 4 0,-2-8-6 15,4 10 2-15,-4-10 3 0,3 10 0 0,-3-10-8 16,0 0 4-16,5 13-7 0,-5-13-2 0,4 10 3 16,-4-10-3-16,2 9 6 0,2-3-14 0,-4-6 6 15,3 12 8-15,1-4-6 0,-4-2-5 0,2 1 9 16,-2-7-30-16,4 12-4 0,-3-5 7 0,2-1-9 16,-3-6 12-16,4 13-1 0,-2-7-8 0,2 2 13 15,-4-8-3-15,5 12 1 0,-2-3 2 0,-3-9 5 16,6 13 1-16,-4-6-1 0,-2-7-3 0,8 11 4 15,-5-5-7-15,-3-6 13 0,7 12-11 0,-4-6 10 16,-3-6-6-16,4 9 5 0,-4-9-4 0,9 10-1 16,-7-5-1-16,0 2-5 0,-2-7 2 0,5 7 6 15,-3-3-1-15,-2-4 2 0,4 7-1 0,-4-7 2 16,7 6-1-16,-7-6-2 0,6 7-6 0,-2-4 9 16,3-3 7-16,-7 0 2 0,0 0-2 0,15 9 0 15,-13-6 3-15,-2-3-4 0,14 4 1 0,-7-1-2 16,3-1 0-16,-4 0-2 0,2 1 4 15,-8-3-7-15,13 3 3 0,-7-1-5 0,-6-2 1 16,10 2 4-16,-5 1-4 0,2-3 1 0,-1 3 4 16,-6-3-7-16,13 1 3 0,-5 0-1 0,-2 1 0 15,-6-2 2-15,12 0-1 0,-6 2 2 0,-6-2-4 16,0 0-4-16,18 4 8 0,-18-4-3 0,10 3 1 16,-10-3-2-16,13 0 1 0,-13 0 2 0,11 3-4 15,-11-3 0-15,13 2 1 0,-6 0 1 0,-7-2-3 16,14 0 3-16,-14 0-3 0,15 2 4 0,-9-1 2 15,-6-1 29-15,15 0-1 0,-15 0-2 0,15 1-4 16,-15-1-3-16,20 0 2 0,-11 0-6 0,0 2 0 16,-9-2-1-16,18-3-7 0,-18 3 5 0,16 3-4 15,-4-3 1-15,-2 1-9 0,2 0 5 0,-12-1 0 16,23 1 1-16,-11 0 3 0,0-1 1 0,3 2-3 16,2-2 8-16,2 1 0 0,-4 0-3 0,3 0-5 15,0 1 4-15,-1-2 0 0,2 3 1 0,-1-2 0 16,4 0-1-16,4-1 4 0,-3 2-1 15,3 0 3-15,-4-1-7 0,6 0 4 0,0-1-3 0,-6 1 0 16,3-1-5-16,7 3 1 0,0-3 5 16,-4 0-2-16,2 2-2 0,-1 3 2 0,3-3-7 15,-1-2 3-15,-1 0-9 0,0 2 9 0,0-1 4 16,2 1-12-16,-1 1 9 0,-2-2-1 0,1 1 0 16,-2 0-9-16,1 0 10 0,1-1-2 0,-9 2-1 15,6-3-6-15,1 1 5 0,0 1 3 0,-6-1-9 16,0-1 10-16,-2 3 3 0,7 0-5 15,0-2 2-15,-5 2 2 0,-1-3-2 0,8 0 1 0,-9 1-4 16,8 1 3-16,-1 0-1 0,-4-2 2 0,-3 1 2 16,-2 0-8-16,0-1 2 0,3 1 3 0,0 2-2 15,-1-2-6-15,-2-1 4 0,1 3-1 0,-6-3 3 16,6 0-1-16,-3 0 0 0,2 0-1 0,-3-2 0 16,2 2 0-16,2-1-4 0,-2 2 1 0,-2-2-2 15,2 0 1-15,1 1 1 0,2-1 4 16,-3-2-5-16,-3 3 0 0,2 0-3 0,2-2 2 15,0 2 1-15,-4-2-6 0,4 2 4 0,0-1 1 16,-5 2-3-16,5-1 3 0,-5-1-5 0,0 0 9 16,0 1-2-16,5-1-5 0,-5 1 0 0,1-1 1 15,4-1 2-15,-2 4 2 0,-1-4 0 0,4 2-6 16,-6-1 0-16,4 1 3 0,0 0-1 0,2 1 6 16,-2-1-14-16,0 0 5 0,3 2 5 0,-2-2 0 15,1 1-2-15,-1-1-3 0,1 1 3 0,-1-1-3 16,1-1 1-16,0 2 3 0,-2-1-1 0,2-1 1 15,1 1-10-15,2 0 11 0,5 0-4 0,-6 0 7 16,-1-1-6-16,1-2 1 0,7 3-3 0,-5 0-2 16,3-2 3-16,2 1 0 0,-8 1 0 15,3 0 1-15,-2-1 0 0,1-2-7 0,-1 3 6 16,0 0 4-16,-3 0-3 0,3-1-1 0,0 1 3 16,0 0-2-16,-2-1-2 0,1 1 4 0,0-1-3 0,1 1 0 15,-2 0 4-15,-2 0-7 0,4-2 0 16,-1 2 6-16,-1 0-1 0,2 2-12 0,-2-2 12 0,0-2-5 15,1 2 5-15,0 0-4 0,0 0 1 0,2 0 3 16,-2 0-1-16,2-1 1 0,-3 2-3 16,-1-1 3-16,2-1-1 0,-2 0-1 0,2 1 2 15,-3-2-3-15,1 2 5 0,3-2 2 0,-3 1 0 16,-2 1-7-16,3-1 0 0,-2 2 8 0,2-1-10 16,-1-1 1-16,-5 1 2 0,6-1-5 0,-2 1 2 15,0-1 9-15,-4 1-3 0,5 0-1 0,-6-2-2 16,7 1 1-16,-6 1 5 0,6 0-4 0,-4-1-6 15,-1 1 6-15,3 0 1 0,-2 0 0 0,-1 0-1 16,0-1-7-16,4-1 8 0,-3 2 2 0,2 0-2 16,2 0 0-16,-19 0-8 0,28 0 10 0,-10-2 4 15,0 2-10-15,-5 0 4 0,5-3-1 16,-18 3 2-16,27 0-3 0,-11-2 3 0,-2 2-1 16,1-2-3-16,-15 2 4 0,30 0 3 0,-11 0-10 15,-2 0 2-15,1 0 6 0,2-1-4 0,-4 1-4 16,-1 0 1-16,3-2 4 0,0 2 0 0,-18 0-5 15,29-2 4-15,-12 2 1 0,-2 0 4 0,-2-1-8 16,1 1 5-16,4 0 0 0,0 0-5 0,-5-1 1 16,4 0 3-16,-2-1-2 0,2 2 2 0,-4 2 3 15,0-4-9-15,1 2 7 0,-1 0-1 0,-1 0 2 16,1 0-5-16,1-1-2 0,-1 1 3 0,1 0-1 16,-2-1-1-16,2 1 0 0,-1 1 5 0,-1-1-1 15,2-3-1-15,3 3-2 0,-3 0-1 0,-2 0-1 16,1-1 8-16,-13 1 2 0,32 0-6 0,-19 0-6 15,5-2 3-15,-4 2 7 0,3-1-8 0,0-1-3 16,-17 2 6-16,30 0-1 0,-12-3-5 16,-4 3 12-16,3-1-8 0,1 0 5 0,-4 0-5 0,6-1 6 15,-20 2-4-15,28-2-2 0,-12 0-1 16,4 0 4-16,-3 2 0 0,0-2 3 0,0 1-5 16,-3-1-6-16,-14 2 9 0,26 0-6 0,-13-3 2 15,-13 3 2-15,26-1 2 0,-13 2 0 0,0-3 0 16,-13 2-3-16,27 0 0 0,-14 0-1 0,-13 0 1 15,24-2 0-15,-11 2 2 0,-13 0-1 0,21 0-1 16,-21 0-4-16,22 0 9 0,-13 0-3 0,1-1-2 16,-10 1 5-16,0 0-4 0,26-1-4 0,-26 1 6 15,0 0 0-15,19 0-1 0,-19 0-4 0,0 0 1 16,17 0 6-16,-17 0-4 0,0 0-3 0,15 0 6 16,-15 0-9-16,0 0 5 0,0 0 3 15,14-3-3-15,-14 3 6 0,0 0 3 0,0 0 2 16,0 0-3-16,14-2-4 0,-14 2-3 0,0 0 4 0,0 0 5 15,0 0-6-15,15-3 0 0,-15 3 1 0,0 0-1 16,0 0 5-16,14-2-7 0,-14 2-4 0,0 0 1 16,0 0 8-16,0 0-7 0,0 0-3 0,12-6 6 15,-12 6 3-15,0 0-2 0,0 0-1 16,0 0 2-16,0 0-6 0,14-4 4 0,-14 4 1 16,0 0-7-16,0 0 2 0,11-4 5 0,-11 4-3 15,0 0-3-15,0 0-1 0,13-3 10 0,-13 3-10 16,0 0 0-16,0 0 3 0,0 0 0 0,17-2 3 15,-17 2-4-15,0 0 3 0,0 0-3 0,0 0 1 16,17-1-5-16,-17 1 10 0,0 0 0 0,0 0-13 16,12-4 14-16,-12 4-9 0,0 0 5 0,0 0 0 15,0 0-4-15,0 0 8 0,0 0-3 0,12-3-3 16,-12 3 6-16,0 0-11 0,0 0 6 16,0 0-5-16,0 0-8 0,0 0 7 0,0 0 10 15,0 0-10-15,0 0 5 0,0 0 4 0,0 0-4 16,0 0-2-16,0 0 0 0,0 0 1 0,0 0 2 15,0 0 2-15,0 0-6 0,0 0 2 0,0 0 2 16,0 0-2-16,0 0 2 0,0 0 1 0,0 0-2 16,0 0 1-16,0 0 1 0,0 0-1 0,0 0 1 15,0 0-2-15,0 0 0 0,0 0-5 0,0 0 3 16,0 0 0-16,0 0 1 0,0 0-6 16,0 0-4-16,0 0-3 0,0 0-8 0,0 0-12 0,10-2-4 15,-10 2-7-15,0 0-14 0,0 0-12 16,0 0-18-16,0 0-20 0,0 0-13 0,0 0-33 0,0 0-22 15,0 0-23-15,0 0-46 0,0 0-175 0,0 0-456 16,-36 13 202-16</inkml:trace>
  <inkml:trace contextRef="#ctx0" brushRef="#br0" timeOffset="146879.44">14964 14811 64 0,'12'-3'80'0,"-12"3"-3"15,10 0-8-15,-10 0-1 0,11-3-10 0,-11 3-6 16,9 0 8-16,-9 0-23 0,15 0 6 0,-15 0-7 16,14 0-4-16,-7 0-10 0,5 3 6 0,0 0-3 15,0-3-4-15,1 4-1 0,0-2-8 0,1 3-8 16,2-1-5-16,-2 1-11 0,7 0-5 16,-2 0-8-16,2-1-2 0,0 2-1 0,0 0-9 0,8 1 5 15,-1-3-2-15,1 3-13 0,0-3-45 0,2 0-98 16,-1 1 43-16</inkml:trace>
  <inkml:trace contextRef="#ctx0" brushRef="#br0" timeOffset="147078.43">16067 14896 25 0,'13'2'91'0,"0"-2"-16"16,-1 1-6-16,-2 1-4 0,-1-1-7 0,-9-1 5 15,14 1-8-15,-8 3 7 0,1-3-9 0,0 0 2 16,0 3-5-16,-7-4-3 0,13 3-15 0,-8-1 6 15,2-2-4-15,0 3-8 0,-7-3-4 0,14 2 9 16,-5 0-18-16,1-1-5 0,-1 0-20 0,2-1-9 16,1 0-18-16,-1 0-6 0,3-1-5 0,-1 1-13 15,1-1-9-15,3 1-40 0,2 0-121 0,-2-2 54 16</inkml:trace>
  <inkml:trace contextRef="#ctx0" brushRef="#br0" timeOffset="147190.87">16824 14923 29 0,'14'2'35'0,"-2"-1"-12"16,4 2-16-16,-3-2-23 0,-1-1-17 0,0 1 8 15</inkml:trace>
  <inkml:trace contextRef="#ctx0" brushRef="#br0" timeOffset="147778.84">15586 14755 2 0,'-12'-1'107'16,"3"1"-11"-16,9 0-1 0,-15 0-12 0,15 0-18 15,-9-2 3-15,9 2-5 0,0 0-13 0,-9-2-7 0,9 2 3 16,0 0-7-16,0 0-7 0,0 0 7 15,0 0 0-15,26 12 5 0,-9-10-4 0,3 2-4 16,9 0 2-16,-1-1-2 0,2 1-2 0,-1 2 4 16,3-5-1-16,1 4-10 0,-1-1 2 0,-1 0-8 15,3 1 1-15,5-2-2 0,0 1 2 0,14 0-1 0,-15-2-7 16,17 2 3-16,-5-2-3 0,-9-1-9 16,11 1-11-16,-1 1-7 0,0-1-15 0,-14 0-12 15,0-2-4-15,1 1-11 0,1-1-10 0,-2 1-3 16,-1-2-7-16,0 2-3 0,0-1 2 0,-2 0-5 15,-1-1-45-15,3 1-136 0,-5 0 61 0</inkml:trace>
  <inkml:trace contextRef="#ctx0" brushRef="#br0" timeOffset="148038.87">16884 14829 339 0,'21'0'-29'0,"-2"-2"10"16,-3 2 11-16,-3 0 3 0,1-1 8 0,-3 1 4 15,-1 1 9-15,-3-2-5 0,1 0 9 0,-8 1 3 16,15-1-3-16,-15 1-6 0,13 0 9 16,-8-1-5-16,-5 1 2 0,13 0-5 0,-13 0 7 15,17-1-3-15,-7 1-6 0,3 0 4 0,-3-1-4 0,4-2-1 16,-1 3-2-16,5-1 2 0,2-1-7 15,2 1-6-15,8-2-9 0,1-1 1 0,1 2-5 16,-1-1-4-16,1 2-3 0,0-2 1 0,0 0-3 16,1 1-5-16,-2 2 5 0,-1-1 0 0,1 0 0 15,2 2-4-15,-1-2 5 0,-1 0-1 0,2 1 1 16,3 1 5-16,1-2 4 0,-5 3-2 0,2-2 2 16,1 1 4-16,-3 0 4 0,-2-1 3 0,0 0 3 0,-2 1-1 15,0 0 7-15,-6-1-1 0,-2 2 5 16,8-1-8-16,0-1 3 0,-6 3 0 0,6-3-3 15,-7-3-11-15,7 5-5 0,0-1-8 0,-8-1-15 16,2 2-38-16,-3-1 18 0</inkml:trace>
  <inkml:trace contextRef="#ctx0" brushRef="#br0" timeOffset="148297.09">18615 14779 8 0,'7'-2'42'0,"1"0"-2"0,-8 2-1 0,19-2-3 16,-7 2 7-16,-2-1-7 0,4 1-10 0,-1 0 3 15,1-3-4-15,-1 3-1 0,1 0-2 0,3 0-7 16,1 0 5-16,2 1-5 0,0 1 1 0,0-2-8 16,-2 0 5-16,4 0-4 0,0 3-2 0,-2-3 3 15,8 2-8-15,-6 0 2 0,0-2-8 0,3 4 3 16,-4-2-6-16,-1-1-4 0,2 2 4 0,-4-2-5 15,1 1 1-15,-1-1-9 0,-2 1 1 0,-3 1-10 16,3 0-2-16,-4-2-26 0,6-1-60 0,0 3 26 16</inkml:trace>
  <inkml:trace contextRef="#ctx0" brushRef="#br0" timeOffset="148486.81">19449 14811 18 0,'12'0'40'0,"-1"0"0"15,2 0-1-15,-2-3 0 0,1 0 1 0,1 3 2 16,0 0-2-16,-1-1 4 0,1-1-3 0,1 1 6 15,-1-1 4-15,-2 2-9 0,3-3 0 0,-1 2 4 16,1 1 6-16,-1 0-6 0,5-1-3 0,0-1-4 16,2 0-8-16,-2 2 2 0,4-1-2 0,-3-2 3 15,-1 3-9-15,1 0 0 0,0 0-18 0,-1 0-7 16,3 0-12-16,-5 0-17 0,2 0-12 0,0 0-15 16,-5 0-19-16,0 0-53 0,1 0-137 0,-1 3 60 15</inkml:trace>
  <inkml:trace contextRef="#ctx0" brushRef="#br0" timeOffset="149960.56">18038 14744 44 0,'0'0'90'16,"1"-10"1"-16,-1 10-6 0,0 0 14 15,0-11-2-15,0 11-4 0,0-6-2 0,0 6-4 0,0 0-20 16,0 0 1-16,0 0-15 0,0 0-2 0,0 0-1 16,0 0 7-16,0 0-19 0,0 0 0 0,0 0 2 15,8 27-16-15,-7-18-6 0,2 4 12 0,1-2 6 16,-3 6-2-16,2 3 3 0,-2-3-12 0,3 2 2 16,-3 8 0-16,-1-2 3 0,-1 2-5 0,1-1-1 15,0 2-4-15,-4 0 4 0,3-2-4 0,-3 1-4 16,0 0-6-16,-1-1 8 0,1 4-4 0,-2-2 2 15,-1 0 1-15,2-1-9 0,1 1 5 0,2 1 0 16,-2 0 1-16,-1 0 2 0,1 2 0 0,-2-3 0 16,2-1-2-16,-1 4-3 0,1-5-1 0,0 4 3 15,1-3-2-15,-3 1 4 0,2 0-5 0,3-2 3 16,-2 1-3-16,1-2-1 0,1-5-4 16,1-1 3-16,0 7-3 0,0-6 27 0,0-3-7 0,1 7 2 15,-2-4-3-15,-1-4-3 0,2 4 0 16,-2-4-2-16,2 3-3 0,-3-2-3 0,2-1-2 15,0 2-1-15,-2-2 0 0,3-3-1 0,-1 0-4 0,1 3 1 16,-4-3 2-16,4 2-4 0,0-3 2 16,-1 5 1-16,-1-7 1 0,1 2-2 0,1 0-7 15,-1 0 6-15,2 2 0 0,-1 0-2 0,0-2-1 0,1 0-4 16,-1-1 5-16,0-1-1 0,0-1 2 0,2 3-2 16,-2-2 1-16,0 0 0 0,0 2 2 15,1-3-6-15,-2 2 3 0,1-3 0 0,1 1 1 0,-1-9-5 16,-3 18 1-16,3-13 1 0,0-5 1 0,-1 15 1 15,1-6 1-15,-4-1-3 0,3-1 1 0,-1 1-2 16,-1 1-2-16,2-2 6 0,-3-1-3 0,1 4 3 16,2-4-2-16,1-6-2 0,-4 11 5 0,1-6-6 15,1 2 2-15,2-7 3 0,-3 7-4 16,3-7-2-16,-3 8 3 0,3-8-1 0,-4 7 2 16,4-7-5-16,-3 5 6 0,3-5-4 0,0 0 4 0,-1 9-2 15,1-9 3-15,-1 7-3 0,1-7 6 0,2 10-33 16,-2-10 6-16,2 11 1 0,-2-5 4 15,0-6 0-15,-2 12-2 0,4-6 9 0,-2-6-1 16,0 13 0-16,0-13-4 0,0 10-5 0,0-4-4 16,0-6-5-16,-4 8-20 0,4-8 0 0,-4 5-11 15,4-5-33-15,-5 3-10 0,5-3-45 0,0 0-116 16,0 0-285-16,0 0 127 0</inkml:trace>
  <inkml:trace contextRef="#ctx0" brushRef="#br0" timeOffset="150462.31">18115 14866 77 0,'0'0'98'0,"-4"-15"1"0,4 15-7 15,0 0-13-15,-5-6-4 0,5 6-3 0,0 0-5 16,0 0-4-16,0 0-3 0,0 0 11 0,-24 21-1 15,11-8-4-15,-6 4-3 0,-3 3-21 0,-2 1 6 16,-1 1-11-16,-1-1-1 0,-1 0 2 0,1-3-5 16,1 1-1-16,2-1-6 0,-3-1-13 0,2-4-11 15,8 0-31-15,-9-1-41 0,10-5-28 0,-1 3-96 16,-3-4-210-16,6-2 93 0</inkml:trace>
  <inkml:trace contextRef="#ctx0" brushRef="#br0" timeOffset="150652.53">18101 14882 110 0,'9'4'115'0,"1"0"-9"0,1 4-8 0,2 1-1 15,1 1-17-15,-2 3-7 0,1 2-9 0,1 0-32 16,1 7-30-16,0-2-30 0,-4-3-31 0,-4 1-56 15,-2 2-126-15,2 5 56 0</inkml:trace>
  <inkml:trace contextRef="#ctx0" brushRef="#br0" timeOffset="151218.1">17623 16099 84 0,'5'-4'134'0,"-5"4"-10"0,17-1-5 16,-17 1-1-16,23 4-10 0,-11 0-4 0,6 2-7 15,-5 4-8-15,4 3 0 0,-3 0-9 0,0 3-4 16,-1-1-8-16,4 5-7 0,0 0-10 0,-2 0 3 16,-4-4-13-16,0 0 1 0,1 0-7 0,2-2-5 15,-3 1-3-15,3-1-6 0,-6 0 2 0,0-3-1 16,0-1-3-16,0-2-2 0,-1 2 4 0,-1-6-2 16,3 2-1-16,-4-2 3 0,1 0 0 0,1-2-1 15,-7-2-5-15,14 1 7 0,-14-1-2 0,15-5-4 16,-5-1 4-16,-1 0 2 0,-1-2 0 15,1-2 6-15,2-4-9 0,0 1 1 0,-1-3-1 16,5-5 0-16,-3-3-6 0,0 8-3 0,4-5 2 0,-2-4-9 16,-1 0-10-16,2 1-20 0,-3-1-21 15,-2 2-25-15,0 7-20 0,-2-2-24 0,2 1-17 0,-4 2-20 16,4 1-93-16,-1 0-267 0,2-1 117 0</inkml:trace>
  <inkml:trace contextRef="#ctx0" brushRef="#br0" timeOffset="151874.31">18877 15570 87 0,'-8'-7'140'0,"-3"5"-6"0,11 2-26 16,-26-2 5-16,9 2-8 0,-2 3-8 0,2 4-8 16,-3 0-9-16,2 3-3 0,0 2-7 15,-3 5-5-15,-1 0-13 0,6-1-2 0,4-1-5 0,0 2-1 16,2-2-9-16,2 2 0 0,6-1-3 0,-2-4 0 15,6 1-1-15,2 0-7 0,0-3 2 16,3 0-9-16,0 1 8 0,2-5-7 0,1 0 1 0,2 0-13 16,2-3 7-16,-1-2 7 0,6-1-9 0,-6-1 0 15,1-1 0-15,-2-2 2 0,0-1-1 16,5-2-2-16,-3-1 9 0,-4-3 2 0,3 0 0 16,-4-2-4-16,1 0 6 0,-3-2-7 0,1 1 2 15,-3-2 0-15,2 2 4 0,-2-3 5 0,-3 5-2 0,1 0 6 16,1 0-3-16,-2 1 7 0,1 2 4 15,-2 2 3-15,-1 7-6 0,3-11-4 0,-3 11-6 16,0 0-4-16,0 0 0 0,0 0 1 0,0 0-3 16,9 36 2-16,-9-12 3 0,0 5 5 0,-3 0-9 15,-1 3 2-15,0-4-4 0,-1 2-4 0,0 0 0 16,3 0 0-16,0-3-2 0,0-1 0 0,-1-1-2 16,2 1 3-16,-2-11-6 0,2 2 4 0,1 0-6 15,0 1 2-15,0-7-3 0,1-1 4 0,1-1-4 16,-1 0-1-16,0-1 1 0,-1-8 2 0,1 10-1 15,1-5 9-15,-2-5 2 0,0 0 5 0,10 3-5 16,-10-3-2-16,15-12 1 0,-7 6 2 0,4-8-3 16,0 1 1-16,2-1-4 0,0-3 1 0,3-2-2 15,1 0 0-15,-5 5-5 0,6-7 4 0,-2 1-9 16,-4 6-2-16,7-5-13 0,-6 4-17 0,-1 1-33 16,-1 1-23-16,0 0-32 0,-2-1-32 0,1 3-32 15,-3-1-34-15,-1 5-117 0,0-4-360 0,2 1 159 16</inkml:trace>
  <inkml:trace contextRef="#ctx0" brushRef="#br0" timeOffset="152279.41">19271 15576 20 0,'0'0'173'0,"0"0"-19"0,0 0-6 16,0 0-21-16,0 0-8 0,0 0-4 15,0 0-3-15,0 0-6 0,0 0-4 0,16 23-7 16,-15-11-8-16,2 0-9 0,2 5 2 0,-3-1-8 0,1 1-5 16,2 2-6-16,-1-3-5 0,-3 1-1 15,0-5-10-15,3 4-2 0,-2-5-4 0,-1 0-1 16,1 0-6-16,1-3-4 0,2 2 0 0,-4-3-5 16,2 0-1-16,-1-1 1 0,-2-6-3 0,6 10 0 15,-4-6-3-15,-2-4 2 0,7 6 5 0,-4-3 3 16,-3-3 1-16,12 1 6 0,-12-1 2 0,0 0-1 15,19-4 2-15,-8 1-3 0,-2-4-3 0,0-1 1 16,5-3-2-16,-1-1 2 0,0-2-4 0,5-5-3 16,-4 5-5-16,1-8 0 0,1-1-3 0,-2 0-3 15,2 1 1-15,-3 0-5 0,-1-1 2 0,2 1 0 16,-7 6-3-16,0 2 3 0,2-1 5 0,-6 6 5 16,1 4-1-16,0-2 0 0,-4 7-3 0,5-11-3 15,-5 11-6-15,3-7-11 0,-3 7-28 0,0 0-28 16,0 0-34-16,0 0-29 0,0 0-35 15,0 0-31-15,0 0-193 0,0 0-411 0,-30 21 183 0</inkml:trace>
  <inkml:trace contextRef="#ctx0" brushRef="#br0" timeOffset="152555.37">19671 15802 113 0,'4'10'114'0,"-4"-10"-2"0,5 9-5 0,-2-6 0 16,-3-3-4-16,7 6 4 0,-4-4-3 0,5 0-6 16,0 2 0-16,2-4-2 0,1 0-8 0,1-4-9 15,-2 4 0-15,1-4-2 0,1 0-4 0,-2 0 2 16,0 0 8-16,-2-2-5 0,1-1-1 0,-1-1-6 0,-3 0-7 16,-3-1 1-16,0 0-2 0,-2-1-4 0,-2 0-7 15,1-1-7-15,-3 1-3 0,2 5-3 16,-3-4-5-16,-2 1-5 0,0 4 0 0,-2-1-5 15,-4 3 0-15,0 2-8 0,-1 0-11 0,-3 1-29 16,3 2-35-16,2 1-42 0,-1-1-60 0,0 4-203 16,1-2-395-16,2-2 175 0</inkml:trace>
  <inkml:trace contextRef="#ctx0" brushRef="#br0" timeOffset="152690.54">19827 15783 39 0,'9'-2'210'0,"-9"2"-21"16,0 0-33-16,0 0-46 0,0 0-68 0,0 0-50 16,0 0-66-16,0 0-37 0,0 0-120 0,0 0 53 15</inkml:trace>
  <inkml:trace contextRef="#ctx0" brushRef="#br0" timeOffset="156727.07">11897 16516 59 0,'0'0'60'0,"-15"0"1"15,15 0-9-15,0 0 3 0,-18 0 0 0,18 0 0 16,0 0-2-16,-20 2-12 0,20-2 2 0,-16 0-6 15,16 0 7-15,-15 0-4 0,15 0 3 0,0 0 9 16,-20 0-6-16,20 0 10 0,0 0-5 0,-19-2 14 16,19 2-3-16,0 0-8 0,0 0 4 15,-16-1-5-15,16 1-4 0,0 0 12 0,-6-2-9 16,6 2-4-16,0 0 2 0,0 0-5 0,0 0-6 16,0 0-4-16,0 0-7 0,0 0-1 0,0 0-2 15,0 0-9-15,0 0 9 0,0 0-6 0,0 0 1 16,27-8 0-16,-14 4-3 0,0 2-2 0,6 0-2 0,10-1 4 15,-2-1 0-15,1 0-9 0,0 2 9 16,-1-1-7-16,1 1-3 0,0 0 2 0,1 1-3 16,-2 1 1-16,-6 0 2 0,-1 0-5 0,2 1-3 15,-3-1-14-15,0 0-17 0,2 0-22 0,-1 0-17 16,-4 0-23-16,1 0-37 0,-4 0-20 0,1 3-81 16,-14-3-249-16,21 0 111 0</inkml:trace>
  <inkml:trace contextRef="#ctx0" brushRef="#br0" timeOffset="156913.54">12677 16540 18 0,'0'0'74'0,"18"3"-11"16,-6-2-10-16,-12-1-2 0,24 3 1 15,-10-2-26-15,3 0-31 0,1 1-23 0,1-2-23 16,-2 2-55-16,2-2 24 0</inkml:trace>
  <inkml:trace contextRef="#ctx0" brushRef="#br0" timeOffset="157094.87">13614 16573 49 0,'18'0'122'0,"0"0"-13"16,2 0-11-16,1 0-14 0,2 3 2 0,5 0-13 15,3-1 3-15,-2 1-44 0,3-2-28 0,1-1-35 16,-1 2-32-16,1 0-44 0,-3-1-115 0,-1-1 51 16</inkml:trace>
  <inkml:trace contextRef="#ctx0" brushRef="#br0" timeOffset="157254">14819 16652 2 0,'19'2'99'0,"-1"-2"-11"0,0 0-12 16,5 0-9-16,-1 0-6 0,6 0-23 0,0 0-19 15,-1 0-22-15,2-2-27 0,-2-1-40 0,-5 1-76 16,6 2 35-16</inkml:trace>
  <inkml:trace contextRef="#ctx0" brushRef="#br0" timeOffset="157415.44">15572 16645 34 0,'0'0'95'16,"15"2"3"-16,-15-2 1 0,14 0-2 0,-14 0-17 15,22 1-3-15,-5-1-12 0,2 0-3 0,2-1-18 16,7-1-24-16,3 2-25 0,-3-1-18 15,4 0-19-15,0-2-18 0,0 2-48 0,4-3-115 16,-2 3 52-16</inkml:trace>
  <inkml:trace contextRef="#ctx0" brushRef="#br0" timeOffset="158231.43">16264 16622 6 0,'31'0'27'16,"-3"1"6"-16,0 1-1 0,-1 0 8 0,-6-1 3 0,2 0-2 16,6 3 12-16,-7 0-7 0,-1-1 9 15,5 0-1-15,-6 1 0 0,1-4 5 0,7 5-4 16,-9-3-6-16,2 1-8 0,7-2-1 0,-5 2-9 15,-3-2-11-15,10 1 3 0,0-2-6 0,0 1-14 16,2-1-10-16,-2 0 1 0,2 1-3 16,-2-2 1-16,-1 1-7 0,2-1-4 0,-3 1 12 0,1-1-1 15,-1 0-3-15,0 0-2 0,2-1 8 0,-2 2 4 16,0 0-9-16,-7 0 5 0,7 2 3 0,-8-1 0 16,2 0 3-16,-2-1-1 0,2 1-11 0,1 0 11 15,-4 0-2-15,9 2 7 0,-7-3-7 0,-1 1 1 16,1 0 4-16,2 1-1 0,-3-2 3 0,8 0-3 15,-7-2-3-15,5 2 3 0,-4-1-4 0,6-3 5 16,2 4 2-16,-5 0-4 0,-4-2-2 0,8 2 6 16,-7-2-9-16,-2 1-3 0,8-1-6 0,-7 2-2 15,0-3-6-15,0 1 2 0,2 0 1 0,-1-1-8 16,-3 2 5-16,3 0 0 0,-2 1 4 0,2 0 3 16,-4-2-4-16,2 1 6 0,-3 0 2 15,1 1 5-15,-5 0 5 0,2-2 6 0,-4 2-2 16,4 0 11-16,-3 2 0 0,2-2 5 0,-2 1 2 15,1-1 1-15,-1 0-2 0,1 0 0 0,1 0-3 16,0-1-4-16,4-1 24 0,-1 4-29 0,2-4 7 16,0 2-7-16,3-1-2 0,5 0-7 0,-5 0-10 0,-1 0-13 15,7-2-12-15,-5 2-2 0,5-2 0 16,2 1-6-16,0 0 4 0,0-2 2 0,-2 1 6 16,0 0 4-16,-8 0 3 0,10 2 12 0,-9 0 8 15,1-1 18-15,-5 1-3 0,2-1 2 0,-2 0 4 16,2 1 3-16,-8 0 2 0,2 1 8 0,0-1 2 15,-2-1 3-15,-11 2-9 0,22-1 4 0,-12 1-7 16,2 0 0-16,-12 0-2 0,27 1-3 0,-11-1-3 16,3-1-6-16,3 1-13 0,5-1-8 0,1-1-8 15,1 0-9-15,0 1-11 0,1-1 5 0,2 1-8 16,3-2-4-16,-3 2 1 0,0-3 3 0,-3 4 8 16,0-2-2-16,1 2 10 0,-3-3 8 0,-6 2 4 15,1 1 14-15,6 0 6 0,-9 0 4 0,1 0-3 16,-3 1 15-16,1 0 1 0,-4 1 0 0,0-1 12 15,3 0 7-15,-17-1-11 0,24 2 9 0,-10-1-10 16,-2 0-8-16,-12-1 5 0,27 4-5 16,-8-3 0-16,-2 1-3 0,3-1-2 0,2 0 3 15,6 2-6-15,1-5 7 0,6 2-9 0,-2 2-1 16,1-2-10-16,4-3-3 0,-3 3-8 0,2-2 0 16,2 2-6-16,-4-2 5 0,1 2-4 0,3-3-1 15,-4 1 5-15,2 2 2 0,-1-2 7 0,-1 0-10 16,-2 1 11-16,-1-3-7 0,0 3 8 0,-1-1 4 15,-3 2 10-15,0 0 4 0,-8 0 1 0,1-2 4 16,2 2-7-16,-3-1 2 0,1 1 4 0,-1 0-8 16,0-2 5-16,0 2-1 0,1-1-6 0,2 1 2 15,7-2 11-15,-1 2-22 0,-1-2-5 0,4 1-5 16,-1-3-13-16,2 3-15 0,2-2-13 0,-4 0-18 16,4 0-39-16,-3-1-113 0,3 3 51 0</inkml:trace>
  <inkml:trace contextRef="#ctx0" brushRef="#br0" timeOffset="158357.74">21269 16522 17 0,'14'0'40'0,"-14"0"-2"0,12 0-4 0,-12 0 3 16,0 0-1-16,0 0-2 0,0 0-4 15,16 0 0-15,-16 0-7 0,0 0-3 0,0 0 6 16,0 0-4-16,0 0-7 0,0 0-4 0,14-2-20 16,-14 2-15-16,17-2-40 0,-6 0-68 0,3 1 30 0</inkml:trace>
  <inkml:trace contextRef="#ctx0" brushRef="#br0" timeOffset="158471.28">21636 16499 63 0,'9'0'75'0,"-9"0"0"0,0 0-11 0,0 0 1 15,0 0-11-15,0 0-10 0,19 2 4 0,-19-2-21 16,15 0-36-16,-3 0-76 0,-12 0-91 0,31-5 41 16</inkml:trace>
  <inkml:trace contextRef="#ctx0" brushRef="#br0" timeOffset="158619.97">22288 16474 91 0,'0'0'236'0,"0"0"-17"0,12-1-22 16,-12 1-19-16,0 0-18 0,0 0-27 0,0 0-55 16,0 0-43-16,0 0-53 0,14 1-50 0,-14-1-140 15,0 0-223-15,0 0 99 0</inkml:trace>
  <inkml:trace contextRef="#ctx0" brushRef="#br0" timeOffset="159611.15">23162 16257 115 0,'-9'-4'172'0,"-3"-1"-5"15,3 1-2-15,2 1-4 0,0 0-7 0,-2 0-11 16,9 3-11-16,-10-3-13 0,10 3-14 0,0 0-7 15,-6-2-10-15,6 2-10 0,0 0-7 0,0 0-6 16,0 0-4-16,37 0-6 0,-16 1-2 0,9-1-8 16,4 1-9-16,2-2 5 0,-3 1-9 0,5 3-5 15,-5-3-3-15,0 1 0 0,-2 2-21 0,3-1-22 16,-7 2-23-16,0-1-37 0,-7 1-39 0,-3-2-29 16,-6-1-22-16,-3 2-108 0,-5-1-300 0,-3-2 133 15</inkml:trace>
  <inkml:trace contextRef="#ctx0" brushRef="#br0" timeOffset="159839.6">23171 16273 45 0,'-8'-2'109'0,"8"2"7"16,0 0 8-16,-3 9-4 0,3-9 0 15,-1 17 5-15,0-5-10 0,0 7 11 0,-1 4-8 16,1 6-24-16,-3-4 0 0,-3 5-15 0,2-3-6 15,-3 2-1-15,0-1-8 0,0 0-8 0,3-5-2 0,-1 2-8 16,1 2-4-16,1-8-6 0,0 5 1 16,0-6-4-16,2-1-7 0,-2 2-20 0,2-4-18 15,0-2-34-15,1 3-39 0,1-5-44 0,0-1-36 16,0-10-85-16,-3 17-269 0,3-17 120 0</inkml:trace>
  <inkml:trace contextRef="#ctx0" brushRef="#br0" timeOffset="160001.94">23170 16579 73 0,'20'-3'139'0,"0"3"-3"0,8 1-19 0,-2 2-11 16,2 0-10-16,-6 0-21 0,-1 1-42 0,0 1-38 15,-3 2-37-15,0 0-80 0,-9-3-131 0,1 2 58 16</inkml:trace>
  <inkml:trace contextRef="#ctx0" brushRef="#br0" timeOffset="160603.4">22821 16066 64 0,'-6'-12'148'0,"2"6"-16"0,-4 2 5 16,-3 1-10-16,-5 2-2 0,-5 0-13 0,0 3-3 15,-7 4-12-15,1 1 3 0,1 1-9 0,0 2-1 16,4 4-12-16,1 5-5 0,7-6-8 0,-4 7-8 16,7-6-5-16,3 1-2 0,0 1-6 0,5 0 0 15,3 1-6-15,2-2-1 0,7 1-7 0,-1-4-2 16,5 2 2-16,4-2-4 0,6 0-1 0,-2-4-6 15,8-1-1-15,-1 1-1 0,6-5-4 0,-2 1-1 16,-3-3-1-16,-9 1 6 0,-1-3-8 16,-2 2 2-16,2-1 0 0,-7 0-1 0,-6-1 4 15,2 0-3-15,-8 1-3 0,9-1 3 0,-9 1 1 0,0 0-1 16,0 0-3-16,0 0-2 0,0 0 3 0,0 0 2 16,0 0-8-16,-40 7 0 0,21-1 5 0,-3 1-1 15,-3 3 4-15,0 0 1 0,5-2 1 0,0 1 0 16,3 2 4-16,-5 5-3 0,8-5-5 0,0 0 4 15,5-3 0-15,-1 3-1 0,5-1-2 0,1 0 1 16,1 1 0-16,5-1 0 0,2-2 0 16,2 0 1-16,5 1-4 0,4-2-2 0,4 2-7 15,9-5-15-15,1 5-21 0,4-5-30 0,-2-2-29 16,2-1-22-16,0 2-22 0,-2-2-22 0,-3-1-12 16,-5 0-106-16,-2 0-302 0,-1-2 134 0</inkml:trace>
  <inkml:trace contextRef="#ctx0" brushRef="#br0" timeOffset="161328.9">22477 17102 50 0,'0'0'206'0,"0"0"-14"0,0 0-13 15,36-7-8-15,-14 6-4 0,13 0-14 0,2-2-19 16,22 1-7-16,-3 0-12 0,7 3-7 0,2-2-10 16,31 1-8-16,-4-6-13 0,-1 6-5 0,-26 3-7 0,27-6-5 15,-30 3-4-15,2 1-8 0,31-1-8 0,-35 2 9 16,0-2 0-16,-1 0-1 0,-3-3 4 0,-1 6 2 16,-5-5 6-16,-16 2-3 0,1-1 7 0,-7 2 2 15,-8-2-4-15,-2 1-10 0,-5 0 1 16,0 0 3-16,-13 0 4 0,13 1-5 0,-13-1-6 15,0 0-1-15,14-1-8 0,-14 1-4 0,0 0-3 16,0 0-2-16,0 0-5 0,0 0-11 0,0 0-19 16,0 0-35-16,0 0-33 0,0 0-49 0,0 0-53 15,0 0-73-15,0 0-198 0,0 0-481 0,-49-1 213 16</inkml:trace>
  <inkml:trace contextRef="#ctx0" brushRef="#br0" timeOffset="162229.76">23750 15634 75 0,'0'0'127'0,"-3"6"6"15,3-6 2-15,0 0 3 0,0 0 1 0,0 0 0 16,17 5-1-16,-7-5-15 0,8-2-8 0,1-1-14 15,9-3-7-15,4 1-8 0,3-6-5 0,14-4-11 16,1 1-4-16,5-5-5 0,-1 2-10 0,0-1-3 16,-5 1 0-16,-1-3-3 0,-14 8-7 0,1-1-3 15,-11 3 2-15,-5 1-5 0,-1-1 2 0,0 3 4 16,-8 0 11-16,-2 3 11 0,-2-2 5 0,-6 6-4 16,13-5-4-16,-13 5-3 0,8-4-9 0,-8 4-5 15,8-4-3-15,-8 4-6 0,0 0-3 0,7-2-7 16,-7 2-8-16,0 0 0 0,0 0 2 15,0 0-2-15,0 0-1 0,0 17-2 0,-3-5 0 16,-3-2-2-16,1 9 0 0,0-1-2 0,-4 6-1 0,-3 4-3 16,1-1 5-16,-2 1 0 0,-2-3-2 0,3 1 17 15,1 1-23-15,-2-2-28 0,1 0-22 0,0 0-34 16,4-7-40-16,2 0-46 0,-3-1-42 16,0-2-163-16,5-2-408 0,-3-4 181 0</inkml:trace>
  <inkml:trace contextRef="#ctx0" brushRef="#br0" timeOffset="162423.26">24435 15426 2681 0,'0'-46'10'0,"-7"14"-4"0,-2 2 3 0,-6 2-7 16,-3 4 7-16,-5 1-6 0,-2 4 2 0,-5 3-1 15,1 3 3-15,1 0-2 0,2 1 2 0,0 2 3 16,6 4-1-16,2 2-1 0,0 1-4 0,4-1-18 15,4 2-31-15,1 2-40 0,9 0-49 0,0 0-45 16,-16 6-40-16,16-6-132 0,0 0-379 0,0 0 167 16</inkml:trace>
  <inkml:trace contextRef="#ctx0" brushRef="#br0" timeOffset="163643.04">24925 14658 104 0,'-16'3'176'0,"-3"-1"-9"0,3 4-9 0,-3 5-6 15,4 1 0-15,-3 7-2 0,1 3-21 0,2 2-8 16,4 0-8-16,-1 3-21 0,3 0-10 0,3 1-8 0,2 0-3 16,4-1-8-16,0 0-5 0,5-3-5 15,0-4-7-15,4 3-2 0,1-6-7 0,-1-2 0 0,4 0-5 16,0-1-12-16,-1-2-10 0,1-2-17 16,3-1-17-16,-3 0-21 0,-1-5-8 0,-2 1-28 15,-1-2 2-15,3-2 0 0,-1-1-3 0,-3-3 6 0,2-1 16 16,-1-2 7-16,-1 1 1 0,1-5 7 0,-1 1-4 15,-2-1 14-15,2-6-2 0,-1 3 8 16,-1-3 23-16,-2-1 6 0,0-1 14 0,-1-1 11 16,-1 2 5-16,1 2 8 0,-2-2 10 0,1 7 6 15,-1 4 7-15,-1-2 3 0,0 8-4 0,0-12-6 16,0 12-11-16,0 0-4 0,0 0-7 0,0 0 6 0,0 0 3 16,0 0 1-16,0 0-3 0,-5 36-3 15,3-23-2-15,2 4-5 0,0 1-3 0,0 0 3 0,0-2-6 16,4 2 1-16,1-2-6 0,0-1 1 15,0-1 1-15,3 0-5 0,-3-2 0 0,3-5-3 16,2 2-2-16,-1-2 1 0,0-1 3 0,4 0-3 0,-2-5-1 16,1-1-3-16,-1-1 0 0,2 1 3 15,-3-3-2-15,1 0-3 0,-1-1 1 0,-2-4-5 16,-1 1 7-16,-1 0-8 0,-2-4 0 0,0 0 2 16,-1 0 1-16,-1-3-7 0,-2 1 7 0,0-3 1 15,-2 0-4-15,2 0 6 0,-4 1-5 0,3-1 0 0,-2 3 0 16,2 0-1-16,1 3 0 0,-2 0 0 15,0 3 1-15,2 7-2 0,0-12 3 0,0 12-8 16,0-10 1-16,0 10 0 0,5-2 1 0,-5 2-1 16,15 4 2-16,-4 1 2 0,-2 2 2 0,1 0 0 15,3 4-1-15,-2 2 1 0,2-1 2 0,0 2-2 0,-1-1-1 16,-3 1 2-16,-2-4-1 0,-1 0-1 0,2-1-1 16,-2 0 0-16,-5-2 3 0,2-3 0 15,0 3 7-15,-1-2 11 0,-2-5 10 0,2 8 2 16,-2-8 0-16,0 0 0 0,0 0-2 0,0 0 5 15,0 0-1-15,0 0-3 0,0 0 0 0,-22-14 0 16,19 6-6-16,1 2 1 0,0-5 0 0,2 0 2 16,-2-2-6-16,4-3-3 0,2-1-5 0,-1-4 3 0,6-2-3 15,2 3-2-15,-2 4-1 0,9-3 0 16,-3 4-3-16,-1 3 1 0,1 1-5 0,1 2 1 16,-4 4-2-16,-1-1-3 0,2 3 4 0,-2 3-8 15,2 0 5-15,-3 3-3 0,4 3-1 0,-3-2 2 0,0 2 2 16,-1-1-3-16,1 3 2 0,-1-1 0 15,0 0-1-15,1-1-1 0,-1 2 3 0,-2-3 2 16,5 0-3-16,-4 2 2 0,3-4 2 0,-2 0 0 16,4-3 2-16,-3-2-1 0,7-1 1 0,0-2-2 15,-1-2 0-15,0 1 1 0,1-3-1 0,-3-1-4 0,0-2 4 16,-2 2-1-16,1-4-2 0,-3 1 5 0,0-2-5 16,0-1 1-16,-2 1 0 0,-3-3-1 15,1-1 2-15,-3 2 8 0,-1 0-2 0,0 1-9 0,-1 5 0 16,-4 0 0-16,2 0-1 0,-5 0 4 15,2 2-5-15,1 3 7 0,2 6-6 0,-9-7-7 0,9 7 2 16,-9 0 2-16,9 0 1 0,-11 10-4 0,2 2-1 16,1-3 5-16,1 5-4 0,-1 4 5 0,0 6-3 15,4-6 1-15,1 8 3 0,3-8-1 0,0 1 2 16,2 1-1-16,0-2 2 0,3-1-3 16,-1 2 1-16,1-2 2 0,0 1-6 0,3-2-12 0,1-1-16 15,-6-2-20-15,3-3-26 0,0 2-44 0,-2-2-35 16,0-3-34-16,-2-2-199 0,-2-5-425 15,2 6 188-15</inkml:trace>
  <inkml:trace contextRef="#ctx0" brushRef="#br0" timeOffset="163873.01">26034 14454 157 0,'4'-4'180'0,"-4"4"-1"0,8 0-8 0,-8 0 3 0,9 9-5 16,-5 1 3-16,2 6-8 0,2 1-14 0,-2 9-8 0,1 0-12 16,-5 2-9-16,2 2-10 0,1 1-10 15,-3 1-9-15,1-3-8 0,-1 1-9 0,-2 0-9 16,0-1-2-16,1-1-7 0,0-2-12 0,0-3-24 16,-1-4-33-16,4-1-32 0,-4-2-48 0,2-4-54 15,0-2-61-15,-6-1-147 0,4-9-384 0,0 0 170 0</inkml:trace>
  <inkml:trace contextRef="#ctx0" brushRef="#br0" timeOffset="164004.23">26059 14740 188 0,'0'0'168'0,"0"0"-15"0,4-9-18 0,-4 9-39 0,14-4-48 15,-3 0-76-15,3-1-99 0,3-2-137 16,6 0 60-16</inkml:trace>
  <inkml:trace contextRef="#ctx0" brushRef="#br0" timeOffset="164123.04">26611 14639 34 0,'0'0'198'0,"11"1"-20"0,-5 0-18 16,-6-1-27-16,6 6-55 0,-6-6-47 0,7 5-57 15,-7-5-105-15,0 0-143 0,0 0 64 0</inkml:trace>
  <inkml:trace contextRef="#ctx0" brushRef="#br0" timeOffset="182767.54">10905 14623 25 0,'0'0'121'0,"4"-6"5"0,-4 6-13 0,0 0-1 16,0-10-8-16,0 10-11 0,0 0-5 0,0 0-9 0,-4-11 1 15,4 11-6-15,-4-10-17 0,4 10-5 0,-7-6-2 16,4 2-7-16,-5 0-3 0,8 4-4 0,-14-5-6 15,5 3 1-15,-4-1-3 0,0 3-8 16,-1 1-2-16,-5 2-2 0,1-1-4 0,-2 3 6 0,1 2 2 16,-2-3 2-16,5 3 1 0,-4 2-12 0,1-1 2 15,4 1 0-15,-2 1-3 0,3 0-3 0,4-2-2 16,-3 4-2-16,4-1 0 0,4-2 9 16,0 4-10-16,-1-3 3 0,3 2-15 0,3-1 7 15,2 0-3-15,0 2 1 0,3-3 7 0,3 1-4 0,-1-2-3 16,2 0 7-16,8 1-1 0,-4-1 2 0,5-2-3 15,-2 1-4-15,2-5-6 0,0-1 16 16,-1 3-1-16,0-4-1 0,0 1-1 0,-3-4-5 16,-2 2 1-16,-1-2 3 0,-1-1 2 0,-2 2 1 15,-1 0 2-15,-7 1 4 0,11-2 14 0,-11 2 2 0,8-1-1 16,-8 1-4-16,0 0-7 0,0 0 3 0,6-3-2 16,-6 3-8-16,0 0 1 0,0 0 1 0,0 0-2 15,-28 6-4-15,15-1 2 0,-3 1-1 0,-1 2-2 16,-7 3 5-16,-2 2-3 0,6-3 0 15,-1 6-1-15,-2-2-2 0,4-4 2 0,4 3-5 0,-1-3 3 16,2 0 6-16,2 1-8 0,5-2 11 0,-1 1-12 16,3 1 5-16,1-1 4 0,4-2 4 0,0-1-4 15,3 3 4-15,2-2 11 0,2-1 6 0,2 0-4 16,5-1-1-16,2-2 3 0,6 0-4 0,0-3-6 16,7 0 3-16,-1-1 1 0,3-2 0 0,-3-1-17 15,1 1-23-15,-2-2-25 0,-5-1-35 0,0 4-39 16,-2-5-34-16,-3 2-138 0,-6 2-314 0,7-2 139 15</inkml:trace>
  <inkml:trace contextRef="#ctx0" brushRef="#br0" timeOffset="186171.09">10710 17513 100 0,'0'0'122'0,"-7"-14"1"0,-1 8-17 0,2 0-6 15,-1-2-10-15,7 8 6 0,-12-8-15 0,5 4-4 16,-2-1-4-16,9 5-10 0,-18-4-10 0,8 2-4 15,10 2-4-15,-20 7 0 0,8-3-3 0,1 3-7 16,-1 0-6-16,2 1 11 0,-2 4-18 0,1-4-3 16,3 3-8-16,2-2 3 0,1 0-8 0,1-2 3 15,4-7 2-15,-3 16-2 0,3-6-4 0,0-10 1 16,0 0 1-16,7 21 4 0,-7-21-4 0,9 8 1 16,-9-8-5-16,10 8 6 0,-4-5-4 0,-6-3-3 15,0 0 4-15,14 8-1 0,-14-8-7 0,0 0 5 16,0 0 0-16,0 0 0 0,11 3 0 0,-11-3 14 15,0 0-14-15,0 0 13 0,0 0-18 0,0 0 2 16,0 0-9-16,0 0 5 0,0 0 9 16,-23 13-6-16,7-7 1 0,2 5 2 0,3-6-6 0,-6 4 7 15,0 1-2-15,1 0 2 0,3-1 0 16,0 2-4-16,3 2 6 0,1-5 0 0,1 2 0 0,2-2-1 16,5 3-32-16,1-11 4 0,0 17 5 0,0-17-1 15,6 16 4-15,2-10 5 0,1 1 0 0,3-2 2 16,7 3 1-16,0-6 3 0,4 1 1 15,-3-2-10-15,10-1-26 0,-9-1-25 0,1 1-17 0,-2-1-29 16,0-1-79-16,-1 2-205 0,-8-1 90 16</inkml:trace>
  <inkml:trace contextRef="#ctx0" brushRef="#br0" timeOffset="186518.22">10819 17622 45 0,'0'0'140'0,"0"0"-7"0,0 0-10 16,0 0-21-16,27 14 8 0,-18-6-16 0,-3 3-1 15,2 5-10-15,0-1-4 0,-2 2-6 16,2 2-14-16,-3-2 0 0,1 1-2 0,1 0-12 16,-2 1-2-16,-3-4-5 0,5 2-2 0,-1-2 1 15,-2-2-11-15,0-3 4 0,0 2-9 0,-2-2-3 0,1-3-3 16,2-1 8-16,-3-2-8 0,-2-4 6 15,3 9 13-15,0-5 7 0,-3-4 15 0,0 0-8 16,0 0-4-16,0 0-7 0,10-14 3 0,-6 4-7 16,1-7-3-16,2-1-1 0,0 0-4 0,2-9-4 15,-3 4-1-15,2-3-1 0,-3 7 0 0,-1-8-1 16,1 8-2-16,-1 1-6 0,-3 1 0 0,0 7 2 16,1 0-2-16,-2 10-18 0,0-13-19 0,0 13-26 15,0 0-22-15,0 0-4 0,0 0-11 0,0 0-26 16,0 0-24-16,0 0-127 0,0 0-290 0,0 0 128 15</inkml:trace>
  <inkml:trace contextRef="#ctx0" brushRef="#br0" timeOffset="186771.33">11339 17688 120 0,'8'18'145'0,"-11"-7"-2"0,0 4-20 0,-1 4 4 16,1 0-8-16,-7 8-5 0,0-1-8 0,3 2-10 16,2 0-1-16,-1-2-14 0,1-2-13 0,3 0 2 15,-3-3-6-15,5-21-15 0,0 0 4 0,-2 46-5 16,2-46-5-16,0 0-12 0,6 38 2 0,-6-38 33 16,0 0-17-16,5 29-3 0,-5-29-12 0,0 0-16 15,0 0-32-15,0 0-16 0,0 0-15 0,0 0-16 16,0 0-31-16,5 30-46 0,-5-30-123 0,0 0-281 15,0 0 124-15</inkml:trace>
  <inkml:trace contextRef="#ctx0" brushRef="#br0" timeOffset="186997.57">11388 17696 128 0,'20'-10'145'0,"-10"3"-15"0,-10 7-6 15,15-2-12-15,-15 2-5 0,0 0-14 0,25 2-10 16,-25-2 2-16,12 9-6 0,-12-9-5 0,11 9-12 16,-11-9-3-16,8 16-4 0,-6-9-7 0,-2-7 2 15,-2 19-6-15,2-19-9 0,-8 16 0 0,3-6-15 16,-5-2-6-16,1 2-22 0,9-10-27 0,-22 10-6 16,11-5-41-16,0 0-24 0,11-5-7 0,-23 3-87 15,23-3-216-15,-28-2 96 0</inkml:trace>
  <inkml:trace contextRef="#ctx0" brushRef="#br0" timeOffset="187909.26">11245 14796 67 0,'0'0'137'0,"-3"-7"-13"0,3 7-5 15,-4-8-9-15,4 8-14 0,-6-8-5 0,6 8-4 16,-9-1-10-16,9 1-13 0,-6-4 5 0,6 4-11 15,0 0-4-15,-15 2-2 0,7 3-3 0,-1 1-2 16,0 3-3-16,-4 2-1 0,0 0-10 0,1 3-2 16,1 1-6-16,1-2 2 0,-2 2-4 0,5 2 7 15,-1-4-10-15,3 3-4 0,-2-1-7 0,5-5 5 0,-4 3-3 16,2-3 3-16,3 0 0 0,-1 1 0 16,2-1 3-16,3 1-2 0,1-1 2 0,2-2-3 15,-1 1 5-15,1-3-5 0,3 1-6 0,4-1 7 16,-3 0-13-16,2-3-13 0,2 0-26 0,1 0-32 15,4-2-29-15,-6 1-27 0,1-2-117 0,-3 0-262 16,1 0 116-16</inkml:trace>
  <inkml:trace contextRef="#ctx0" brushRef="#br0" timeOffset="188170.08">11399 14922 154 0,'0'0'178'0,"0"0"-18"0,0 0-24 0,0 0-2 16,0 0-14-16,0 0-7 0,0 0 1 0,0 0 2 16,0 0-7-16,-4 35-16 0,3-20 0 0,-1 3-8 15,-1 0-10-15,0 0-5 0,0 6-10 0,1-5-4 16,2 0-5-16,-3 0-6 0,1 0-2 0,1-2-7 16,0-1-1-16,-1 1-6 0,-1 1 0 0,3-1 2 15,-2 0-3-15,1 0 0 0,-1-1-4 0,0-4 1 16,1-1-8-16,1 0-11 0,-4-1-16 0,1 0-29 15,1 0-36-15,2-10-31 0,-2 12-53 0,-1-8-16 16,3-4-114-16,-8 9-311 0,8-9 138 0</inkml:trace>
  <inkml:trace contextRef="#ctx0" brushRef="#br0" timeOffset="188402.9">11361 14934 101 0,'17'-3'164'0,"4"2"-2"0,-3 2-18 0,0 2-1 15,0 1-12-15,-1 3-11 0,-1 2-19 0,-2 1-2 16,-1 3-8-16,-4 0-10 0,0 1-6 0,-8 3-10 16,3-2 1-16,-5 3-10 0,-5-2-10 0,-1 0-1 15,-2 2-3-15,-2-1-11 0,-4-4-14 0,-4 6-21 16,-1-3-35-16,2-4-28 0,1-3-38 15,-2 1-31-15,-8-1-103 0,10-3-258 0,-5-2 115 0</inkml:trace>
  <inkml:trace contextRef="#ctx0" brushRef="#br0" timeOffset="190041.13">21040 16083 73 0,'0'0'86'0,"3"-11"-6"0,-3 11-4 15,0 0-8-15,-1-8-6 0,1 8-4 0,0 0 2 16,0 0 1-16,0-8-10 0,0 8 6 0,0 0-7 15,0 0-5-15,-4-9 1 0,4 9 5 0,0 0-15 16,-5-8-5-16,5 8 10 0,-8-6 2 0,4 3-15 16,4 3-4-16,-11-3-1 0,11 3-5 0,-12-5 5 15,6 4-5-15,6 1 6 0,-17 0-12 0,8 1 5 16,1-1 2-16,-4 2-22 0,1 1 14 0,0 0-2 16,1 2-1-16,-4 4 3 0,2-2 1 0,-2 4 2 15,3 0-10-15,2-1 15 0,1-1-14 0,2 1 4 16,-1 0 0-16,2 2-1 0,3 0-4 0,0 0 30 15,2-2-10-15,2 1 4 0,1-3-10 0,5 5 5 16,-2-4-3-16,2-1 3 0,2 0-9 0,3-3 5 16,4 1-4-16,1-1 1 0,-2-1-9 0,3-1 5 15,0 0-2-15,-6-3 1 0,1 0-3 0,-5 0-2 16,2 0 6-16,-4 0-4 0,-7 0 6 0,12 0 10 16,-12 0 8-16,9 0 2 0,-9 0-3 0,0 0-9 15,0 0 3-15,6-4-6 0,-6 4-1 0,0 0-4 16,0 0 7-16,0 0-11 0,-22-6 1 0,10 7-3 15,-5-1-1-15,-1 5 2 0,-2-1-5 0,-6 6-3 16,0-3-1-16,0 2 5 0,5-3 0 0,5 2 1 16,-1 0-5-16,2 0 3 0,5-1-27 0,1 0 3 15,1 2 2-15,3-2 9 0,1 0-2 0,3 2 5 16,1-9-2-16,7 15 3 0,1-9 2 0,2 1 3 16,7 1 3-16,1-1-1 0,3-1-5 0,2-4 5 15,8 2-2-15,1-2 7 0,-5 0-15 0,2-1-7 16,-9-1-17-16,2 0-10 0,7 0-22 0,-9 2-33 15,-1-4-5-15,2 2-20 0,-5-1-9 0,3-1-91 16,-1 1-240-16,-5 0 107 0</inkml:trace>
  <inkml:trace contextRef="#ctx0" brushRef="#br0" timeOffset="191767.31">21513 16152 31 0,'0'0'108'0,"0"0"-1"16,0 0-19-16,0 0 3 0,0 0-4 0,0 0-3 15,0 0-5-15,1-18 2 0,-1 18-3 0,0 0-6 16,0 0-4-16,0 0-6 0,0 0 2 0,-5-18-8 16,5 18-5-16,0 0-9 0,-6-13 3 0,6 13-5 15,-6-7 1-15,6 7 5 0,-7-7-6 0,7 7-6 16,-8-6 0-16,8 6-9 0,-10-4-1 0,10 4-1 16,-13-6-4-16,6 4-3 0,7 2 3 0,-21 0-7 15,21 0 1-15,-24 2-1 0,11 4-4 0,2-2-3 16,-1 1 5-16,2 2 0 0,-5 3-3 0,3 3 3 15,-2-1-10-15,4 2 6 0,0 3 5 0,-2-3-8 16,5 1 0-16,0 2 4 0,3 0-1 0,2-4 1 16,0 3-4-16,2-3 11 0,3-2-2 0,-1 2-3 15,5-2 1-15,-1-3 2 0,1 4 0 0,5 0-5 16,-3-4 3-16,3-1 2 0,3 1-4 0,-3-2 1 16,2-1 0-16,-1-2-7 0,1 2-20 15,-3-3-20-15,-2 1-26 0,1-3-33 0,-10 0-20 16,13 3-14-16,-8-3-111 0,-5 0-262 0,0 0 116 15</inkml:trace>
  <inkml:trace contextRef="#ctx0" brushRef="#br0" timeOffset="192147.03">21603 16219 112 0,'0'0'121'0,"0"0"-11"0,0 0 5 0,0 0-15 16,10 20-4-16,-9-12-4 0,-1-8-9 0,1 19-9 16,-1-9-7-16,-1 0-5 0,1 2-2 0,-1-1-4 15,-1-1-9-15,0-1-7 0,1 1 3 0,-2 0 1 16,1-4-9-16,0 2-6 0,2-8 1 0,-1 11-2 16,1-11-1-16,-1 7-5 0,1-7 9 0,0 0 14 15,0 0 14-15,0 9 7 0,0-9-8 0,0 0-3 16,0 0-7-16,0 0 0 0,0 0-5 15,0 0-6-15,0 0-7 0,4-28 2 0,-2 18-8 16,2 0 1-16,0-2-8 0,0 1 0 0,2-5 0 0,-1 4-6 16,0-1 0-16,5 0-1 0,-4 3 0 0,0 0-1 15,2 3 1-15,1 1-9 0,-4 1 2 16,-5 5-3-16,11-4 1 0,-11 4 1 0,0 0 1 16,19 5-1-16,-11 2 1 0,-1 3-5 0,1 3 1 0,0 3 3 15,1 0-8-15,0 0-25 0,0 4-29 0,1 3-23 16,2 0-47-16,-1 0-36 0,2 2-125 15,1-4-315-15,-6-3 139 0</inkml:trace>
  <inkml:trace contextRef="#ctx0" brushRef="#br0" timeOffset="192936.34">21227 17758 83 0,'-13'3'111'0,"-5"-1"-12"0,7 2-1 0,-7 3-5 16,1 0-9-16,1 2 8 0,5-2-12 0,2 0-13 0,-2 1-4 16,3 2 8-16,0 1-19 0,5-2-2 0,-2 4-17 15,3-3 5-15,4 0-1 0,3-1-8 0,0 0-2 16,3 0 4-16,1-2-8 0,2-1 2 0,6-1-5 16,3 0 0-16,-7-4-5 0,6 1 5 0,-2 0-5 15,-6-2 2-15,1 1 1 0,0-1-2 16,-3-1-5-16,-1 0-1 0,-2-2 5 0,-6 3 6 15,9-4-13-15,-5 1 2 0,-4 3 2 0,0 0 5 16,0 0 3-16,0 0-2 0,0 0 3 0,0 0-5 16,0 0-7-16,-19-18 4 0,9 17 6 15,10 1 0-15,-27 3-8 0,14 1 5 0,-1 0 1 0,2 0-2 16,-1 0 1-16,2-1 3 0,0 4-3 0,-1-1 4 16,5 0-1-16,-4 2-7 0,3 0 4 0,1 0-2 15,2-1-11-15,-2 0 6 0,7-7-1 0,-3 11-2 16,3-11 3-16,0 0-2 0,6 18 0 15,-6-18 4-15,9 11-5 0,0-4-9 0,2-3-23 16,6-1-17-16,-4 1-44 0,4 0-27 0,0-2-29 16,-4-1-109-16,0-1-272 0,0 0 121 0</inkml:trace>
  <inkml:trace contextRef="#ctx0" brushRef="#br0" timeOffset="193212.96">21599 17823 56 0,'-16'2'150'0,"16"-2"-2"16,0 0-4-16,-24 12-5 0,14-5-13 0,-1 1-7 16,-1 3-1-16,3-1-6 0,-2 3-7 0,2 1-13 15,2-3-5-15,-3 3-4 0,7-1 20 16,0 0-11-16,0-3-12 0,2 3-4 0,2-2-6 15,-1 0-3-15,5-2-9 0,4-1-4 0,0 3-4 16,-9-11-4-16,22 13-5 0,-6-7-5 0,1-2-16 16,2 0-18-16,0-3-27 0,2 1-20 0,1-1-39 15,-1 0-26-15,1-3-24 0,-2 2-51 0,1-3-98 16,-3 0-304-16,-2-1 135 0</inkml:trace>
  <inkml:trace contextRef="#ctx0" brushRef="#br0" timeOffset="194968.36">21856 17966 23 0,'0'0'118'0,"0"0"3"0,0 0-7 0,0 0-9 16,-3-9-1-16,3 9-2 0,0 0 6 0,0 0-12 16,0 0 7-16,0 0-13 0,0 0-3 0,0 0-2 15,0 0-5-15,0 0-6 0,0 0-9 0,0 0-8 16,0 0-1-16,0 0-12 0,0 0-10 0,0 0 11 16,0 0-8-16,0 0-5 0,0 0 4 0,0 0-1 15,0 0-3-15,0 0-1 0,18 27-5 16,-17-20-2-16,3 4 5 0,2-3-7 0,-6-8 0 15,0 0 1-15,0 0-5 0,20 42 6 0,-20-42-4 16,0 0-1-16,14 33 1 0,-14-33-6 0,0 0 3 16,12 30-1-16,-12-30-6 0,0 0 4 0,16 24-6 15,-16-24 2-15,0 0-2 0,15 22 2 0,-15-22-6 16,0 0 4-16,0 0 0 0,0 0-2 0,14 22 0 16,-14-22-1-16,0 0 0 0,0 0-4 0,0 0 2 15,0 0 6-15,0 0-1 0,0 0 0 0,0 0 3 16,0 0 1-16,0 0 4 0,0 0 1 0,0 0 3 15,0 0 9-15,0 0 3 0,0 0 5 0,0 0-3 16,0 0-7-16,0 0-2 0,0 0-3 0,0 0 0 16,0 0 0-16,0 0-4 0,0 0-6 0,0 0 4 15,0 0-4-15,0 0-2 0,37-49-2 16,-34 37 2-16,2-3 1 0,0 0-6 0,0-2-1 16,3-1 1-16,-3 0 0 0,0-6 1 0,1 5-4 15,5-5 4-15,-5 5-2 0,3-4-2 0,-1 6 3 16,-3 2-1-16,2 0-7 0,-2 6 9 0,-1 0-4 15,-1 2-3-15,-3 7-2 0,4-11 4 0,-4 11-5 16,0 0 5-16,4-8-8 0,-4 8-14 0,0 0 1 16,0 0-6-16,6-6-8 0,-6 6-12 0,0 0-21 15,0 0-24-15,0 0-17 0,0 0-37 0,0 0-41 16,8 25-157-16,-8-25-373 0,0 0 165 0</inkml:trace>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11:59.967"/>
    </inkml:context>
    <inkml:brush xml:id="br0">
      <inkml:brushProperty name="width" value="0.05292" units="cm"/>
      <inkml:brushProperty name="height" value="0.05292" units="cm"/>
      <inkml:brushProperty name="color" value="#FF0000"/>
    </inkml:brush>
  </inkml:definitions>
  <inkml:trace contextRef="#ctx0" brushRef="#br0">9682 5331 24 0,'-3'-8'156'0,"1"0"-12"15,2 8-5-15,-4-13-8 0,2 9-13 0,2 4 2 16,-3-11-9-16,3 11-4 0,-3-9-11 0,3 9-6 16,-1-5-13-16,1 5-11 0,0 0-3 0,0 0-17 15,0 0-3-15,0 0-12 0,0 0-3 0,0 0-2 16,0 0-9-16,10 22-2 0,-2-10-3 0,-2 4 1 15,0-1 5-15,2 2-5 0,-1 2-4 0,0 5 12 16,2 1-13-16,-1-3 2 0,-3-1 0 0,-1-2 1 16,2 6-2-16,-2-7-1 0,0 0-12 0,0 0 0 15,-2 0-3-15,1 0-4 0,1 0-7 0,-3-4-10 16,0 2-19-16,0-3-13 0,2-1-10 0,-2-2-23 16,2-2-12-16,-2 1-11 0,0-4-1 0,-1-5-68 15,3 9-201-15,-3-9 88 0</inkml:trace>
  <inkml:trace contextRef="#ctx0" brushRef="#br0" timeOffset="210.68">9716 5453 53 0,'0'-12'79'0,"0"0"-4"16,3 2-11-16,-2 0-4 0,3 0 2 16,0 0-10-16,1 0-7 0,0 3-2 0,1-1 14 15,4 1-21-15,-3 3-7 0,1 1 0 0,-1 0-5 0,5 3-9 16,-12 0 10-16,16 3-1 0,-7 2-12 0,-2 3-5 15,-1-1 10-15,1 4-2 0,-4-1-13 0,2 2 8 16,-5 5-1-16,0 1-2 0,-3 0-6 0,-1 0 1 16,-1-1-9-16,0 0 4 0,-2-1-26 0,1 0-10 15,-1-4-17-15,4-1-64 0,-1-1-130 0,0-2 57 16</inkml:trace>
  <inkml:trace contextRef="#ctx0" brushRef="#br0" timeOffset="462.12">10185 5153 114 0,'3'-7'131'0,"-3"7"-15"16,0 0-19-16,0 0-6 0,2-5-14 0,-2 5-10 15,0 0-9-15,0 0-8 0,0 0 2 16,7 19-8-16,-6-11-1 0,2 3-6 0,-1 2-11 0,3 3 4 15,3 0 4-15,-3 2-7 0,-1 1-7 0,1 1 5 16,0-2-5-16,4 7 4 0,-7-4-10 0,2-2-26 16,0 5-22-16,-4 1-10 0,0-4-13 0,0 2-19 15,-1 2-14-15,-3-6-58 0,-1-1-159 16,-4 1 70-16</inkml:trace>
  <inkml:trace contextRef="#ctx0" brushRef="#br0" timeOffset="867.95">10175 5447 12 0,'10'-6'83'0,"-1"-1"-12"0,0 2 0 16,0-1-10-16,-1 2-2 0,-2 0-8 15,3 3-13-15,0-2 3 0,-3 2-12 0,-6 1-1 0,16 1 3 16,-16-1-6-16,14 4 0 0,-5 0-3 15,0-2-3-15,1 4-1 0,-2 1-3 0,-1-3-1 16,1 2-5-16,1-1 3 0,-2 1-6 0,1 0 6 16,1-1-6-16,-1 2 1 0,-2-2 5 0,1-3-10 0,-1 1 10 15,2 1-9-15,-2-2 5 0,0 0-2 16,1-1-3-16,-7-1 4 0,12-1-6 0,-12 1 5 16,12-2-3-16,-7 0 4 0,0-2 5 0,2 0-13 15,-2-1 7-15,0 1-6 0,-1-2 9 0,0 2 0 0,-1-3 9 16,0 1-5-16,-3 6-1 0,8-10 9 15,-8 10-7-15,2-5-12 0,-2 5 9 0,0 0 7 16,3-7-17-16,-3 7-2 0,0 0 10 0,0 0-7 16,0 0-6-16,5 17 0 0,-3-6 10 0,0 0-8 15,-1 7 1-15,0-1 8 0,-1 8-1 0,2 1-2 16,-1 0-1-16,0 0-15 0,2 1-10 0,-2-1-15 0,0-7-10 16,2 0-30-16,-1 1-58 0,-1-4-147 0,2 0 65 15</inkml:trace>
  <inkml:trace contextRef="#ctx0" brushRef="#br0" timeOffset="1104.57">10658 5192 22 0,'-3'-6'165'0,"1"2"-9"0,2 4-21 16,0 0-20-16,-4-8-7 0,4 8-15 0,0 0-8 15,0 0-13-15,4 23-3 0,-2-7-12 0,2 2-4 16,2 8-7-16,-1 4 0 0,2 2 3 0,1 0-1 16,-2 3-13-16,2 0-7 0,-2-1-13 0,-1-2-22 15,2 0-12-15,-5 1-22 0,2-3-6 0,-4-1-21 16,0-2-7-16,-2 0-9 0,-1-6-19 0,-2-4-57 16,1-1-171-16,-1-4 76 0</inkml:trace>
  <inkml:trace contextRef="#ctx0" brushRef="#br0" timeOffset="1457.87">10728 5374 27 0,'7'-9'110'0,"-4"0"-14"0,3 1 0 0,-2 5-29 0,1 0-6 16,-5 3-9-16,10-2-8 0,-10 2-3 16,9 6 4-16,-9-6-7 0,6 15 1 0,-3-3-15 15,-1 4 1-15,-3 3-5 0,-2 1 5 0,2-1 1 16,-1 6-7-16,0-8-4 0,1-1-3 0,1-3-5 15,0-6-7-15,-1 3-2 0,3-4 2 0,-2-6-2 16,3 10 5-16,1-8 1 0,-4-2-12 0,11 0 19 0,-11 0-20 16,21-10 11-16,-10 4-5 0,5-7 3 15,-1 0 1-15,7-5-3 0,-7 4 10 0,2-5-6 16,-3 3 9-16,-4 0-7 0,-1 1 4 0,-2 1-1 16,0-1 10-16,-2 4-1 0,-3 1 5 0,0 0 11 15,-1 2-1-15,-1 0 3 0,0 8 3 0,-6-12 2 0,2 8-3 16,0-2-10-16,4 6 0 0,-10-4 0 15,10 4-11-15,-14 4-1 0,7 2-2 0,-2 0-12 16,4 3 9-16,-2 1-11 0,4 7-16 0,2 2-13 16,2 0-28-16,9 5-14 0,4 4-29 0,3-3-70 15,6-7-186-15,5-3 83 0</inkml:trace>
  <inkml:trace contextRef="#ctx0" brushRef="#br0" timeOffset="2114.15">16263 5086 74 0,'4'24'74'15,"-3"-5"-5"-15,1 2-2 0,-1-3-9 0,1 1-6 16,2-2-4-16,-4-3 14 0,1-4-26 15,-1 2-4-15,2-3 10 0,-2-1-12 0,0-8 7 0,0 12 6 16,0-12 15-16,0 9 10 0,0-9 20 0,0 0-2 16,0 7-10-16,0-7-8 0,0 0-7 0,0 0 1 15,0 0-8-15,-14-17-10 0,10 6-1 0,1 1-10 16,1-2-3-16,-2-3 0 0,2-3-3 16,1 1-5-16,2-4 1 0,2 2-7 0,0 1 1 0,3-7-3 15,2 7-4-15,1 1-9 0,0 0 6 0,2 4 2 16,1 1-7-16,0 1 0 0,-3 4 2 0,3 2-5 15,-1 1 1-15,1 1 0 0,1 6 2 16,-2-1-1-16,3 0-6 0,-2 2 1 0,-1 2 12 16,1 1-10-16,-2 2 3 0,-2 1-9 0,0 2 15 0,-1-2-9 15,-2 0-7-15,0 2 12 0,2 4-7 0,-2-1-25 16,-4 0-9-16,0-2-33 0,-1-1-18 0,0 4-24 16,-2 1-108-16,-6-1-240 0,4 0 106 0</inkml:trace>
  <inkml:trace contextRef="#ctx0" brushRef="#br0" timeOffset="2355.64">16702 4861 61 0,'0'-8'178'0,"0"8"-20"15,1-9-23-15,-1 9-14 0,0 0-8 0,0 0 1 0,0 0-23 16,0 0-2-16,0 0-4 0,0 0-7 0,9 34-2 15,-8-15-4-15,1 5-8 0,1 2-4 0,0 2-1 16,-2-3-16-16,0 2 2 0,-1-3-2 16,3-3-3-16,-2-4-10 0,3 3-8 0,0-2-14 15,1-1-25-15,-3 0-20 0,2-1-23 0,0-4-27 16,-1 0-10-16,-3 0-25 0,0-4-1 0,1 3-84 0,-4-5-225 16,3-6 99-16</inkml:trace>
  <inkml:trace contextRef="#ctx0" brushRef="#br0" timeOffset="2724.1">16655 5063 10 0,'8'-7'79'0,"1"1"-3"16,4 1-2-16,0 0-4 0,-1 2-6 16,0 0-10-16,-1 3-6 0,2 0-1 0,-1 0-8 15,-2 3 2-15,3 2-5 0,-4-1-6 0,0 1 6 16,1 1-2-16,-3 3-2 0,0-2-6 0,2 2 5 15,-4-2 2-15,1 3-16 0,-1-2-8 0,-5-8 13 16,8 11-9-16,-4-6 6 0,-4-5-2 0,9 8 6 16,-5-5-3-16,-4-3 11 0,7 3 4 0,-7-3 9 15,8 1 0-15,-8-1 10 0,0 0-5 0,14-4-6 16,-8-1 0-16,0 3-7 0,4-6 4 0,-4 0-7 16,1 2-2-16,0-3 0 0,0 2 0 0,-1 2 0 15,0-2 2-15,-2 3-7 0,-4 4-5 0,7-8-6 16,-7 8-8-16,4-5-5 0,-4 5 7 0,0 0-4 15,0 0 1-15,12 3-1 0,-12-3-1 0,4 10 4 16,-1-1-2-16,-1 2-4 0,1 2 0 0,-1 4 5 16,1-1 7-16,-2 1-11 0,1 4-31 0,-2-3-7 15,1 2-24-15,1-1-22 0,3-1-26 0,-2 1-11 16,2-2 2-16,1 0-86 0,2-1-217 0,5-3 96 16</inkml:trace>
  <inkml:trace contextRef="#ctx0" brushRef="#br0" timeOffset="2988.12">17222 4915 43 0,'-2'-6'176'0,"2"6"-19"0,-2-12-18 15,2 12-20-15,-3-6-11 0,3 6-11 0,0 0-14 16,0 0-7-16,0 0 1 0,5 32-9 0,-1-14-4 15,1 7-5-15,3 2-1 0,-3 1-11 0,0 1 0 16,0-2 2-16,2 3-10 0,0-3-2 0,-2 2-1 16,-1-1-5-16,0-3-1 0,0 1-2 0,-1 1-1 15,-1-1-7-15,2-9-32 0,-4 2-14 0,4-7-18 16,-3 6-21-16,0 0-21 0,-1-1-22 0,-1-5-16 16,0 0-85-16,-3-1-225 0,0-1 99 0</inkml:trace>
  <inkml:trace contextRef="#ctx0" brushRef="#br0" timeOffset="3408.24">17412 5056 68 0,'10'-1'85'0,"-10"1"-10"15,0 0-8-15,10 8 0 0,-7-2-2 0,-2-1-14 16,1 3-6-16,-4 2-1 0,1 1 1 0,-3 5-13 15,0-1-3-15,-3 0 6 0,-1 0 7 0,2 0-15 16,-1-3-8-16,2-2 4 0,0-1-12 0,0-3 3 16,1-1-1-16,3 2 0 0,1-7 0 0,-5 9-3 15,5-9-2-15,-2 5-3 0,2-5-1 16,0 0 9-16,0 0-7 0,12 5 2 0,-12-5-3 0,17-4 2 16,-7 1 1-16,4-2-8 0,1-1-1 0,3-2 5 15,-1 1 1-15,1-3-2 0,-1 1-3 0,0-3-6 16,1 1 6-16,-5-1 8 0,2-1-13 0,-3 2 11 15,0-1-9-15,0-2 2 0,-6 5 5 0,-1-3 0 16,1 2 3-16,-4 0 10 0,2 1 6 16,-3-1-3-16,0 5 10 0,-1 5-3 0,-5-11 21 0,5 11-27 15,-3-9 12-15,3 9-8 0,-6-6 2 0,6 6-6 16,0 0-5-16,0 0 3 0,-14 12-4 16,10-5-1-16,-1 3 13 0,3 1-9 0,1 0-6 0,2 2 3 15,3-1-10-15,2 2-13 0,3 0-11 0,3 0-23 16,1-1-20-16,12 1-15 0,-7-4-23 0,9 1-85 15,-7-5-200-15,9 2 89 0</inkml:trace>
  <inkml:trace contextRef="#ctx0" brushRef="#br0" timeOffset="66962.5">22697 5821 14 0,'-4'-10'112'0,"0"4"-13"16,1 0-5-16,3 6 34 0,-5-12 14 0,3 7-11 16,2 5-7-16,-5-12-14 0,2 8-1 0,3 4-7 15,-4-10-6-15,4 10 4 0,-2-9-11 0,2 9-14 16,0 0-16-16,-3-5-8 0,3 5-7 0,0 0-6 15,0 0-8-15,0 0 2 0,0 0-9 0,0 0-1 16,0 0 1-16,10 25-1 0,-6-13-7 0,1 4 1 16,3 0 1-16,0 2-1 0,-2 6-4 0,0-6-1 15,2 2-1-15,1 4-2 0,-3-5 0 0,2 4-1 16,-2-3-2-16,1-2 3 0,0 0-2 0,1 6 1 16,0-7-7-16,-2-1 6 0,1 1-5 0,0 0 5 15,1-2-2-15,-1 1 2 0,1-1 0 0,0 1-2 16,-2-6 3-16,2 0-1 0,0-1-3 0,-2 0 2 15,1-2 1-15,-1-1-5 0,-2-1 0 0,-4-5 0 16,5 9 4-16,-5-9 4 0,5 5-1 0,-5-5-2 16,6 2 3-16,-6-2-6 0,8-10 1 0,-2-1 0 15,-2-1 1-15,3-14-5 0,3 1 8 0,-1-1-2 16,1-7-3-16,2-1 6 0,1-10-1 0,0-1 3 16,1 1 0-16,-5 11-3 0,5-11 4 0,-2 11 3 15,2-12 1-15,-1 14 3 0,-4-2-1 0,0 5-3 0,-2 2 1 16,1 8 3-16,-4 2 5 0,0 4-3 15,-2 2-5-15,-1 3-2 0,1 0-6 0,0 1-6 16,-2 6-17-16,3-9-21 0,-3 9-17 0,0 0-4 16,0 0-6-16,0 0-12 0,0 0-9 0,0 28-34 15,-1-12-10-15,-1 4-23 0,0 5-121 0,0 2-295 16,1-3 131-16</inkml:trace>
  <inkml:trace contextRef="#ctx0" brushRef="#br0" timeOffset="67364.12">23208 6055 33 0,'0'0'113'0,"0"0"4"15,-4 11 3-15,4-11-14 0,1 14-4 16,-1-5-10-16,3 1-8 0,-2-1-6 0,0 1-11 15,2 4-5-15,-2-2 3 0,3 0-6 0,0 2-6 16,0-2-3-16,1-1-2 0,0 1-9 0,1-3 2 0,2 1-5 16,0-2-1-16,3 0-1 0,-1-1-3 0,1-1-6 15,3-2 5-15,0-2-2 0,0-1 8 0,4 0 3 16,-1-2-9-16,2-2 2 0,-6 0-6 16,4-3 0-16,-4 0-4 0,-3 0 1 0,0-2 3 15,-1 1-8-15,-1-3-3 0,0-6 6 0,-4 0 3 0,-2 5-9 16,3-7-4-16,-4 0 0 0,-2-1 0 15,-4-1-5-15,1 1 5 0,-2 1-3 0,-3 1-2 16,-1 0-2-16,-1 3 0 0,0 1 1 0,-2 1 2 16,4 3-3-16,-5-1-2 0,3 3 2 0,-1 1-3 0,-1 5-1 15,3-2-5-15,-2 2 1 0,0 2-17 0,2 2-20 16,-1 1-29-16,1 2-21 0,0 1-21 0,2 4-26 16,-3 2-115-16,6-2-273 0,-2-2 121 0</inkml:trace>
  <inkml:trace contextRef="#ctx0" brushRef="#br0" timeOffset="67564.32">23854 5997 1641 0,'0'0'40'0,"4"-11"13"0,-3 7 23 15,-1 4-32-15,4-6-7 0,-4 6-20 0,5-9-8 16,-1 5-2-16,3 0 1 0,4 0 0 0,-1 0-1 15,7-1 0-15,1 1-6 0,1-2-22 0,-2 2-33 16,3 3-28-16,-1-1-24 0,-6 2-36 0,2 2-117 16,-7 1-280-16,1 1 125 0</inkml:trace>
  <inkml:trace contextRef="#ctx0" brushRef="#br0" timeOffset="67714.52">23876 6149 118 0,'0'0'138'0,"-6"5"-10"0,6-5 0 16,0 0-12-16,0 0-10 0,0 0-4 0,0 0-7 16,16 3-13-16,-3-4-11 0,8-4-9 0,8 1-45 15,7-5-29-15,11-5-53 0,-9 5-116 0,-1-1-197 16,-2 0 87-16</inkml:trace>
  <inkml:trace contextRef="#ctx0" brushRef="#br0" timeOffset="68102.89">24654 5717 1849 0,'-2'-17'20'15,"-2"-1"5"-15,4 1 26 0,-5 5 14 0,2 2-8 16,1 1-20-16,-1 3-9 0,3 6-6 0,-2-11-7 16,2 11-2-16,0 0-7 0,0 0 5 0,0 0-6 0,0 0-3 15,13 19 24-15,-2-2-3 0,1 6 1 0,0 1-3 16,2 3-1-16,2-1-2 0,-2 0 0 15,-4 1-1-15,5-1-3 0,-6-1 0 16,2-3 3-16,-1 4-6 0,-3-10 4 0,1 1-9 0,-2 2 6 0,2-4-3 16,-2 1-2-16,-2-4-1 0,0-4 0 0,-1 3 0 15,-1-5 8-15,2 3-6 0,-1-5 5 16,-1 1-3-16,-2-5 16 0,5 6 8 0,-5-6-1 16,0 0-2-16,0 0-5 0,11-18-3 0,-9 6-2 15,5-7-3-15,-1-5-5 0,4-4 1 0,0-1 1 0,1-3-6 16,3-12 4-16,-5 10-5 0,6-11 2 15,-5 12-3-15,3 0-2 0,-3 0 3 0,-1 2-1 16,0 7-3-16,-3 6 4 0,1 2-6 0,-3 6-1 16,-2 0 0-16,3 1-12 0,-5 3-23 0,0 6-30 15,0-8-30-15,0 8-25 0,0 0-10 0,0 0-20 0,0 0-25 16,-9 23-30-16,5-5-113 0,-6 6-344 0,7-1 153 16</inkml:trace>
  <inkml:trace contextRef="#ctx0" brushRef="#br0" timeOffset="68443.89">25085 6063 86 0,'2'5'161'0,"0"2"-6"0,-2 0-6 0,0-7-11 16,4 11-9-16,-3-5-8 0,-1-6-3 0,3 7-10 0,0-2-7 15,-3-5 3-15,0 0-22 0,0 10-6 0,0-10 0 16,0 0 9-16,4 7 5 0,-4-7 8 15,0 0 4-15,0 0-1 0,0 0-11 0,0 0-8 0,0 0-8 16,0 0-9-16,4-26-11 0,-1 10-1 16,3 0-6-16,-2 0-6 0,4-9-6 0,1 2-4 0,2 1-6 15,2-2-1-15,1 2-7 0,-4 5-5 0,2 1-3 16,-1 3-3-16,2-2-3 0,-2 4 0 16,2-1-4-16,1 3-1 0,-1 4 3 0,-2 2-2 0,-5 3-2 15,3 0 2-15,3 3-3 0,-5 2 0 0,2 3 2 16,0 0 0-16,2 5 1 0,-3 2 1 0,-3 0 0 15,1 2 1-15,-2 0 2 0,0 2-5 0,-6 0-10 16,-1 5-19-16,1-5-38 0,0 6-26 16,0-6-49-16,3-2-46 0,-1-1-176 0,0-3-396 0,1-4 176 15</inkml:trace>
  <inkml:trace contextRef="#ctx0" brushRef="#br0" timeOffset="68609.83">25699 5913 168 0,'0'0'169'15,"0"0"-23"-15,8-4-22 0,-2 1-27 0,1 1-30 16,2 0-40-16,5 0-41 0,3-1-44 0,1 1-63 16,-2-2-132-16,2 1 59 0</inkml:trace>
  <inkml:trace contextRef="#ctx0" brushRef="#br0" timeOffset="68965.38">26061 5706 1447 0,'0'-18'39'0,"2"0"12"0,-2 1 17 0,0 4 10 15,0 2 1-15,0 1-4 0,0 3-5 0,0 7-12 16,0-10-10-16,0 10-6 0,0 0-8 0,0-7-3 16,0 7-6-16,0 0 3 0,0 0 20 0,16 28 0 15,-11-13-3-15,3 10 0 0,5 0-9 0,-3 1 0 16,1 2-7-16,1-3 0 0,-3 1-2 0,-1-8-2 15,-3 8-3-15,4-9-2 0,2 5-1 0,-4-5 1 16,0-1-3-16,-2-4-2 0,1-2-2 0,-2-3 0 16,-1 2-2-16,3-3 1 0,-4-2 3 0,-2-4 3 15,1 8 3-15,-1-8-2 0,0 0-2 0,0 0-2 16,14-14-5-16,-6 4 4 0,3-7-5 0,1-8-1 16,1-1-1-16,3-4-2 0,-3 0 1 0,10-16-4 15,-3 1-2-15,2 2 7 0,-1 1-8 0,-8 12 2 16,3-1 1-16,-1 5-1 0,-7 8 3 0,2 4-5 15,-5 1 1-15,-1 5-2 0,2 0 4 0,-4 1-12 16,2 2-16-16,-4 5-17 0,2-7-12 0,-2 7-19 16,0 0-21-16,0 0-15 0,-12 23-15 0,8-8-36 15,0 4-11-15,-1 5-25 0,-3 2-106 0,6-5-328 16,-1 5 147-16</inkml:trace>
  <inkml:trace contextRef="#ctx0" brushRef="#br0" timeOffset="69215.92">26670 5760 181 0,'0'0'232'0,"7"-3"-11"0,-7 3-11 15,4-4-17-15,-4 4-17 0,0 0-16 0,0 0-19 16,0 0-14-16,0 0-12 0,14 4-10 0,-14-4-8 16,2 13-11-16,-2-4-4 0,2 1-4 0,-2 3-1 15,0 3-15-15,0 1-2 0,0 1-8 0,2-1-5 16,-2 0-1-16,0 1-1 0,-2 1-7 0,2-1-5 15,-2 7-3-15,0-6 1 0,0 0-3 0,2 0-3 16,-3 0-5-16,-2-1-11 0,5 1-12 0,-2 0-20 16,0-5-17-16,-3 1-34 0,1-3-22 0,2 0-26 0,0-3-24 15,0 3-26-15,-1-6-33 0,1 2-116 0,0-2-348 16,2-6 154-16</inkml:trace>
  <inkml:trace contextRef="#ctx0" brushRef="#br0" timeOffset="69476.17">26710 5683 135 0,'16'-6'138'0,"2"1"-5"0,0 5-6 15,-3 1-11-15,4 2-6 0,-5 2-5 16,-3 0-11-16,4 4 6 0,-5 2-17 0,0 1-7 15,1 1-9-15,-5-1-8 0,-2 0-4 0,-2 3-3 16,0 2-4-16,-4-5-3 0,0 2-4 0,-6-2-3 16,2 3-2-16,-3-2-5 0,1-2 1 0,-5 0-11 0,-2 0-19 15,1-2-19-15,-3 1-38 0,1-2-41 0,-2-2-30 16,-9 2-116-16,5-4-262 0,3-3 116 16</inkml:trace>
  <inkml:trace contextRef="#ctx0" brushRef="#br0" timeOffset="70064.75">24155 6788 42 0,'-17'3'116'0,"4"-1"1"0,4 0-8 0,2-2-6 0,0 2-18 16,7-2-4-16,-6 5 4 0,6-5 10 0,0 0-2 16,22 3 9-16,7-2-2 0,8-2-6 0,21-2 6 15,6-6-10-15,42 1-2 0,0-6-3 16,11 0-9-16,5 2-11 0,11-5-1 0,8 3-10 0,10-4-3 15,6 0-3-15,11 1 0 0,3-1-8 0,-1 2 2 16,3 3-12-16,-3-1 2 0,1 1 0 0,-7 3-5 16,-9 0-3-16,-7 3-3 0,-15 0-3 0,-10 1 2 15,-10 1-6-15,-11 1 1 0,-36 2-1 0,-3 0 0 16,-7 2-2-16,-15-2 1 0,-5 1-5 0,-3 1 1 16,-12-3-1-16,-2 2 1 0,-6 1 2 0,-3-2 6 15,-3 1 5-15,0 0 4 0,-7 1-7 0,5-6 1 16,-5 6-8-16,0 0 7 0,-17-15 7 0,5 12 0 15,-5-4-4-15,-1 2-6 0,-2 1 5 0,-2 0-16 16,2 1-26-16,1 1-39 0,-1 3-58 0,4-2-50 16,-4 2-214-16,1-2-413 0,-7 1 183 0</inkml:trace>
  <inkml:trace contextRef="#ctx0" brushRef="#br0" timeOffset="70211.95">27135 6527 1303 0,'-13'-3'9'0,"13"3"-123"15,-14-9-72-15,9 7 17 0,-1-1-183 16,-1-2 81-16</inkml:trace>
  <inkml:trace contextRef="#ctx0" brushRef="#br0" timeOffset="82283.08">27750 6163 11 0,'0'0'56'0,"0"0"-10"0,0 0-5 16,0 0-10-16,0 0-2 0,0 0 0 0,0 0 1 15,0 0-8-15,0 0 0 0,0 0 1 0,0 0-5 16,0 0-6-16,0 9 1 0,0-9 4 0,0 0-4 16,0 0 1-16,0 0 4 0,0 0-7 0,0 0-3 15,0 0-3-15,0 0-4 0,0 0 3 0,0 0-5 16,0 0-3-16,0 0-9 0,-6 7-6 0,6-7-23 15,0 0-25-15,-12 4-70 0,12-4 31 0</inkml:trace>
  <inkml:trace contextRef="#ctx0" brushRef="#br0" timeOffset="87021.8">24986 6678 10 0,'0'-9'58'16,"0"9"-3"-16,0 0-1 0,1-10-1 0,-1 10-8 0,0 0 3 16,-2-9-9-16,2 9 2 0,0 0 2 0,-6-7-5 15,6 7 4-15,0 0-15 0,0 0 2 0,-5-4-8 16,5 4-4-16,0 0-4 0,0 0 5 16,0 0-2-16,0 0-9 0,0 0 3 0,-7-3 2 0,7 3-7 15,0 0 15-15,0 0 2 0,0 0-5 0,0 0-3 16,0 0 7-16,0 0 6 0,0 0 6 0,0 0-5 15,0 0 9-15,0 0-3 0,0 0-14 0,0 0-1 16,-5-4 2-16,5 4 4 0,0 0-3 0,-4-7-2 16,4 7 0-16,0 0 12 0,-7-6 2 0,7 6-7 15,0 0 5-15,-4-4 3 0,4 4-7 0,0 0 0 16,0 0-7-16,0 0 6 0,0 0-4 16,0 0-13-16,0 0 2 0,0 0-2 0,0 0 0 0,-2 17 6 15,2-6-8-15,0 1 3 0,2 3-4 0,-2 6 7 16,0 6-4-16,0 0 5 0,0-1-6 0,0 4 8 15,0 0-5-15,0 0 2 0,-2 4-6 0,2-4 6 16,2 1-4-16,-1 2-1 0,1-3 4 0,-1 0 3 16,3-1-7-16,-1 1 1 0,1-4-2 0,-4 0 2 15,3 0-1-15,-2-7-1 0,3 0-5 0,-4-1 6 16,4-2-7-16,-4 0 3 0,1-4-2 0,1 1 2 16,-1-3-2-16,-1 0 5 0,0 0-27 0,-1-1 5 15,-1 1-20-15,1-4-31 0,1-6-4 0,-2 13-24 16,2-13-9-16,-5 6-120 0,2-2-240 0,3-4 107 15</inkml:trace>
  <inkml:trace contextRef="#ctx0" brushRef="#br0" timeOffset="87343.71">24798 7131 62 0,'-4'19'116'16,"4"-12"-13"-16,1 3 0 0,0 4-16 0,1-2 2 16,-1 1-5-16,3 5-6 0,-2-3-7 0,2 1 0 0,-3-4-12 15,2 0-8-15,-1-2-4 0,0 1-5 16,2-1 3-16,-2-1-5 0,-1-3-6 0,-1-6-2 16,4 11 12-16,-1-8-1 0,1 1 6 0,-4-4 10 15,7 6-4-15,-7-6-2 0,9 0-6 0,-9 0 6 16,19-3-2-16,-7-2-4 0,-3-3-4 0,7-3-4 15,-3 0-3-15,4-1-1 0,4-6-3 0,-1 2-4 0,-4 2-5 16,0 0-10-16,3-2-8 0,-5 1-9 0,-1 4-19 16,-2 0-9-16,0 4-20 0,-2-3-10 0,-1 3-21 15,-1 3-30-15,1-1-9 0,-1 5-13 0,-7 0-90 16,12 2-242-16,-12-2 108 0</inkml:trace>
  <inkml:trace contextRef="#ctx0" brushRef="#br0" timeOffset="88486.64">23746 7810 21 0,'-7'-7'166'0,"0"1"-6"16,-2 2-8-16,-1 1-9 0,-3 1-6 15,1 4 1-15,-1-2-11 0,-3 7-13 0,4-1-10 16,-4 7-1-16,2-1-9 0,0 5-4 0,0 5-6 0,2 4-6 16,-1 0-3-16,3 1-9 0,0 1-8 0,4-2-1 15,3-6-5-15,3 1-3 0,6 1-7 0,3 2-4 16,3-7-1-16,2-4-8 0,0 2 0 16,10-1-12-16,4-2-17 0,3-2-11 0,0-4-20 0,2-3-7 15,0 1-26-15,2-4-17 0,-3 0-8 0,-2-4-13 16,1 0-11-16,-3-1 4 0,-3-4-1 15,-4 4 5-15,-3-6 11 0,0 3 5 0,-4-5 7 16,0 1 12-16,0-1 7 0,-2-3 23 0,-1 0 5 0,-3 1 21 16,-1-2 0-16,-1-1 10 0,0 5 10 0,-2 2 18 15,-3 2 15-15,0 1 5 0,2 2 8 0,-3 6-5 16,1-8-6-16,-1 8 1 0,0 0 4 16,0 0-8-16,0 0 0 0,0 0 0 0,0 0-4 0,-15 14 4 15,10-2-1-15,-3 2 2 0,1 1-2 0,-3-1-8 16,5 3 2-16,1-2 1 0,1 3-9 0,1-7 2 15,4 5-7-15,-2-4 2 0,1 1 0 0,1-3-7 16,2 0 3-16,3-1-2 0,0-1-1 0,1 0 1 16,0-2 5-16,3-1-7 0,-3-2-6 0,2-3-4 15,-1 0 1-15,4 0 0 0,-4-3-2 0,2-1 1 16,-2 0-8-16,0-1 1 0,-1-5-5 0,1 1 6 16,-3 1-5-16,-2-1 9 0,0-3-8 0,-2 0 3 15,1-5-1-15,-2 1 2 0,0-4 0 0,-3 4-3 16,2-4-1-16,-1 4-1 0,-2-1 6 0,3 2 14 15,-1 3 1-15,1 3 1 0,-2 2 4 0,2 7-5 16,-1-12 1-16,1 12-1 0,1-9 4 0,-1 9-9 16,7-3 0-16,-7 3-3 0,14 0 2 0,-4 3-2 15,2 2 1-15,-1 0 0 0,-1 4 4 0,4 0-2 16,-2 3 0-16,-3-2 1 0,-3-2 1 0,2 2-1 16,-2 0-2-16,3-1 2 0,-6 0-5 0,2 0 5 15,1-1-1-15,-5-4 2 0,-1-4-6 0,4 9 3 0,-1-5 1 16,-3-4-3-16,5 7 8 0,-5-7 14 15,0 0 3-15,3 3-1 0,-3-3-1 0,0 0-6 0,0 0-4 16,0 0 4-16,0 0-2 0,1-26-4 0,0 16-7 16,2 0 7-16,-2-3-7 0,4-1-1 0,0 5 0 15,3-9-2-15,-2 4-1 0,2 3-4 16,3 1 4-16,2 1 0 0,-5 2-1 0,2 1-3 16,-2 3-3-16,-2 1 2 0,-6 2 2 0,15 6 0 0,-6-3-4 15,-1 3 4-15,1 1-1 0,1 2 1 0,-2 1-2 16,6 0 1-16,-4 1-3 0,-3-2 6 15,7 1 1-15,-5-1 1 0,1-2-5 0,-2 0 3 0,3-2 1 16,-2 0-3-16,4-3-1 0,-4 1-2 0,-2-3 2 16,-7 0 0-16,16-3 0 0,-7-1-3 0,-1-3-2 15,-2-1 3-15,4 0 0 0,-5-1-3 0,-1 0 4 16,0-1-3-16,-2-3 8 0,1 1-8 16,-2-2 4-16,-1 3-1 0,3-3 2 0,-3 3 2 0,-3-2 0 15,2 5-6-15,-2-2 2 0,2 3 1 0,1 7 3 16,-1-8-6-16,1 8 5 0,0 0-7 0,0 0 4 15,0 0 0-15,0 0 1 0,0 0-7 0,0 0 6 16,0 28 3-16,2-16-2 0,1 5 0 0,1 1-3 16,-2 0 7-16,-2 0-2 0,3-1 1 0,-2 2-1 15,2-1-14-15,-1-1-19 0,-1-1-17 0,3-4-25 16,-2 3-16-16,0-5-27 0,1 0-18 0,-1-1-27 16,0-2-111-16,0 0-294 0,1-2 131 0</inkml:trace>
  <inkml:trace contextRef="#ctx0" brushRef="#br0" timeOffset="88691.73">24952 7751 172 0,'2'-13'219'0,"-2"2"-5"0,0 2-17 0,1 1-17 16,-1 8-17-16,0-11-19 0,0 11-14 0,0 0-8 15,0 0-1-15,0 0-7 0,9 19-10 0,-8-8-8 16,1 10-13-16,3-3-5 0,-3 7-11 0,3 3-2 15,-1-3-12-15,0 2-15 0,-2-1-19 0,2-1-30 16,0 1-27-16,-2-6-37 0,0-1-19 0,0-2-43 0,0 0-43 16,-2-1-128-16,0-3-332 0,0-2 147 0</inkml:trace>
  <inkml:trace contextRef="#ctx0" brushRef="#br0" timeOffset="88852.85">24945 7903 70 0,'13'-4'115'0,"1"2"-12"15,3-2-1-15,1 3-26 0,1-1-24 0,-6 2-41 16,-1 2-34-16,-1 2-62 0,-4-1-91 0,1 0 41 16</inkml:trace>
  <inkml:trace contextRef="#ctx0" brushRef="#br0" timeOffset="89234.04">23891 8526 1427 0,'3'-34'11'0,"2"0"3"0,-1 0 49 0,0 5 14 16,0 2-9-16,-2 10 5 0,3 1 5 0,-3 6-10 16,-1-1-13-16,0 3-5 0,2 5-13 0,-3 3 0 15,2-7-3-15,-2 7-1 0,0 0 4 0,9 15 6 16,-6 2-6-16,-1 4 2 0,0 8 0 0,1 6-4 15,-1-2-3-15,-4 14 2 0,2-11-9 0,0 0 1 16,0-1-4-16,0 0 1 0,0-2-3 0,0-1-3 0,2 0-14 16,-2-4-4-16,-2 0-9 0,2-3-19 0,-2 1-21 15,4-10-30-15,-4 2-13 0,2-2-32 16,2-4-17-16,-2 0-19 0,0-3-22 0,0 2-98 16,0-3-304-16,0-8 135 0</inkml:trace>
  <inkml:trace contextRef="#ctx0" brushRef="#br0" timeOffset="89432.12">24081 8587 30 0,'13'-5'138'0,"-2"4"-6"0,0 1-13 0,0 1 12 16,-4 1-14-16,2 5-10 0,-2 1-12 0,-3 2-8 15,-1 1-5-15,-1 6-6 0,-4 1-16 0,-1 0 1 16,-5 1-13-16,-1 4-1 0,-4-5 1 0,3-2-9 15,-4-1-18-15,1-2-9 0,3 0-20 0,-2-4-32 16,3-1-23-16,-1 0-33 0,0-1-112 0,0-1-224 16,3-3 99-16</inkml:trace>
  <inkml:trace contextRef="#ctx0" brushRef="#br0" timeOffset="89664.08">24251 8739 16 0,'8'2'176'0,"0"0"-2"0,0 0-7 16,3-2-5-16,1 2-3 0,-2-3-10 0,5 0-7 16,2-2-12-16,2 0-12 0,-3 2-8 0,1-2-17 15,-4 0-9-15,0-1-5 0,-1 1-8 0,-1 0-8 16,-3 0-5-16,-4 0-13 0,-4 3-13 0,3-7-11 16,-3 7-21-16,0 0-10 0,-12-12-8 0,-1 10-4 0,1-3-12 15,-8 2-12-15,1-1-13 0,-3 2-7 16,3-1-8-16,-2 2-19 0,2 1-4 0,6 0-15 15,-1 1-15-15,4 0-89 0,-3 0-233 0,7-1 104 16</inkml:trace>
  <inkml:trace contextRef="#ctx0" brushRef="#br0" timeOffset="89877.88">24628 8455 174 0,'5'-12'189'0,"-3"1"7"0,2-2 2 16,-3 3-2-16,1 4-2 0,-2 6-13 15,0-11-10-15,0 11-19 0,0 0-19 0,0-9-14 16,0 9-5-16,0 0-4 0,0 0 0 0,1 33-6 0,0-9-10 16,-1 3-14-16,-1 1-5 0,-2 2-5 0,1 3-5 15,-1-1-11-15,3 0-4 0,0-3-13 0,0 2-12 16,0-4-23-16,0-1-19 0,0 0-21 0,0-6-29 16,-2-2-35-16,2-4-39 0,2-2-43 0,-2-1-43 15,0-1-127-15,0-3-382 0,0-7 170 0</inkml:trace>
  <inkml:trace contextRef="#ctx0" brushRef="#br0" timeOffset="90052.89">24564 8571 109 0,'13'0'121'0,"7"0"-13"16,-3 0-23-16,-2 2-25 0,4 3-11 0,-2 3-24 15,-1 1-17-15,1 0-12 0,1 5-16 0,0 3-11 16,0 3-10-16,-7-6-38 0,-1 2-84 0,2-1 37 16</inkml:trace>
  <inkml:trace contextRef="#ctx0" brushRef="#br0" timeOffset="90255.13">24803 8725 225 0,'5'11'19'0,"0"-1"12"15,1-2 3-15,-2-2 6 0,1 1 11 0,-3-3 15 16,-2-4 8-16,6 8 1 0,0-5-1 0,-6-3-11 0,7 2 15 16,-7-2-13-16,11-5-3 0,-3 0-3 15,-2 2-8-15,2-7 3 0,-2 3-7 0,1-2-8 0,0-1 4 16,-2-3-8-16,-1-3-8 0,-1 5 2 15,1-4-5-15,-2-2-2 0,-2 1-3 0,-2-2 0 16,0 3 5-16,-1 4 0 0,-1 0 21 0,-1 3-1 0,-2-1-1 16,0 2-1-16,2 4 0 0,5 3-12 0,-17 0 4 15,17 0-5-15,-17 8-4 0,8 2-2 16,-1 2-13-16,4-1 11 0,1 5-10 0,-1 1-27 0,3 2-16 16,3-3-41-16,3 2-10 0,0-1-20 0,2 2-37 15,-2-1-98-15,1-3-258 0,1 0 115 16</inkml:trace>
  <inkml:trace contextRef="#ctx0" brushRef="#br0" timeOffset="90449.34">25021 8690 61 0,'18'-19'189'16,"-7"3"-3"-16,8-2 0 0,-3 4-17 0,-3 2-14 15,2 1-15-15,2 2-9 0,-2 4-17 0,-2 1-14 16,-1 1-5-16,0 2-11 0,0 4-10 0,-3 2-7 15,0 2-5-15,-2 3-10 0,-4 0-8 0,-1 2-25 16,0 5-16-16,-4-1-31 0,0 1-42 0,-1 1-16 16,-2-2-37-16,-2 1-148 0,3-2-293 0,-1-5 129 15</inkml:trace>
  <inkml:trace contextRef="#ctx0" brushRef="#br0" timeOffset="90680.74">25397 8371 47 0,'0'-12'261'0,"-3"6"-26"0,3 6-24 0,0-11-21 16,0 11-16-16,0 0 2 0,0 0-2 0,0 0-9 0,0 0-13 16,0 36-14-16,0-18-9 0,3 8-14 0,-3 3-13 15,0-1-6-15,-3 6-7 0,2-4-14 16,-1-2-13-16,0 1-23 0,0-1-23 0,2 0-23 0,-5-4-29 15,3-4-36-15,0-3-30 0,0 2-27 0,0-6-20 16,-2-2-34-16,1 0-145 0,-1-3-356 0,1-1 158 16</inkml:trace>
  <inkml:trace contextRef="#ctx0" brushRef="#br0" timeOffset="90920.11">25307 8536 53 0,'19'-7'137'0,"2"2"8"0,8-1-19 16,-2 2 1-16,3 0-6 0,-1-2-20 0,-10 5-4 15,4 1-7-15,-2-4-4 0,-2 4-14 0,-2 2-12 16,-5 0 7-16,1-1-19 0,-3 5-2 0,1-2 2 16,-3 1 3-16,0 2-6 0,-4 2-2 0,1 2 1 15,-5-1 2-15,4 2 0 0,-4 4-3 0,-2 0-4 16,0-1-4-16,0-2-8 0,0 4-26 0,0-2-18 15,0 0-33-15,1-3-34 0,1-2-38 0,0 2-141 16,0-2-282-16,-2-1 124 0</inkml:trace>
  <inkml:trace contextRef="#ctx0" brushRef="#br0" timeOffset="91411.98">25973 8528 34 0,'-10'4'210'0,"-3"0"-4"0,-4 1-6 16,2 0-3-16,-4 2-10 0,1 1-8 0,3 2-14 15,-1 0-12-15,3-1-14 0,0 4-16 0,1-2-13 16,6 0-9-16,1 1-12 0,3 1-6 0,0-3-15 16,4 1-14-16,0-1-6 0,2-1-15 0,3-2-11 15,2 2-8-15,3-2-11 0,-2-3-5 16,4 0-7-16,0-2-3 0,-2-2-6 0,0 0-8 15,-1-1-3-15,-2-2 3 0,1-2-6 0,0 0 6 0,-9-1-5 16,5 0 5-16,-4 1 4 0,0-2-2 0,-2-3 6 16,3 2 0-16,-3 8 5 0,-5-16 13 0,5 16 1 15,-4-10 7-15,4 4 3 0,0 6-8 0,0 0 2 16,0 0 3-16,0 0 13 0,0 0 4 0,0 0 0 16,-13 21 0-16,9-8-4 0,3-1 3 0,-1 4-4 15,2 1-4-15,2-3-10 0,-1-1-14 0,3-2-20 16,0 0-18-16,5-1-38 0,1-5-31 0,2-1-28 15,-1 2-32-15,1-4-110 0,5-2-308 0,-5-2 137 16</inkml:trace>
  <inkml:trace contextRef="#ctx0" brushRef="#br0" timeOffset="91605.83">26212 8360 115 0,'4'-18'193'0,"-2"1"8"16,0 7 1-16,-1 1-7 0,1 2-7 0,-2 7-21 15,0-11-19-15,0 11-16 0,0 0 2 0,0 0-14 16,0 0-6-16,7 39-6 0,-7-13-8 0,-4 6-10 16,4-1-7-16,-3-1-11 0,0 5-7 0,1-2-20 15,-2 2-21-15,0-2-19 0,4-1-26 0,0 1-29 16,-1-1-38-16,1-2-43 0,0 0-33 0,-2-2-178 0,2-2-369 16,0-1 163-16</inkml:trace>
  <inkml:trace contextRef="#ctx0" brushRef="#br0" timeOffset="101455.76">24049 9642 135 0,'-6'-5'155'0,"1"1"-9"16,-1-1 6-16,6 5-7 0,-9-9-12 0,5 7-16 15,4 2-8-15,-9-6-8 0,9 6-14 0,-9-4-6 16,9 4-6-16,0 0-11 0,0 0-9 0,-14 9-2 16,9 1-5-16,0-1-5 0,-1 6-11 0,2 2 2 15,-1 0-1-15,2-1-5 0,2-1-2 0,1-1-5 16,3 2 2-16,-1-5 2 0,2 1-6 0,2-1-3 15,4 2 2-15,-2-2-6 0,2-4-1 0,1 1 1 16,-1-3 1-16,1 1 0 0,2-2-6 0,0-1 1 16,1-3 0-16,-1 0 0 0,-2-3-2 0,3-1 5 15,-2 0-2-15,1-2-3 0,-2-2-2 0,1-2 0 16,-2 1 1-16,-1 0-3 0,-4-2-7 0,1-3 2 16,-1-1-8-16,-2 3-5 0,-4-5-1 0,-2 2-3 15,-4-1 0-15,-3 1 4 0,0-2 2 0,-1 3-1 0,-2 1-3 16,-2 3 6-16,4 1-5 0,-3 1 4 15,2 3 3-15,-1 1-1 0,-1 3 1 0,1 0-3 16,-1 0 5-16,2 2-4 0,1 1 7 0,-1 0-7 16,6 2 6-16,0-1-2 0,6-3 1 0,-7 7-4 15,6-1 2-15,1-6-2 0,0 0 4 0,11 12-4 0,1-10-1 16,1 0 3-16,6 0 4 0,3-4 2 16,4-2-2-16,4-1-1 0,-2-1-2 0,0-4 5 0,1-1-1 15,-2-4 0-15,-4-2 2 0,3 1-4 0,-3-1 3 16,-8 3 1-16,6-5 1 0,-4-1-2 0,-2-1 2 15,-4-2-1-15,-5 5-1 0,2-1 5 16,-1-4 5-16,-4 4 0 0,-2 2 3 0,-1 0 3 0,-1 5 13 16,-1-1 5-16,1 3 1 0,-2 1-11 0,2 3 3 15,1 6-3-15,-5-9-7 0,5 9 1 0,0 0 1 16,0 0-7-16,-14 15 1 0,7 0 3 0,2 4-2 16,-3 9-2-16,4 3 2 0,1 4-1 0,1 11 0 15,2-10-4-15,2 9 2 0,-2-10-2 0,2 1 0 16,-1 10 1-16,1-11-11 0,-1 1 11 0,2 12-1 15,-2-14-4-15,2-2-7 0,-1 14-9 0,-2-16-7 16,1-3-3-16,2 3-27 0,1-1 4 0,-3-10-23 16,4 5-16-16,-2-6-24 0,-2-1-14 0,-1 1-25 15,-1 0-76-15,-1-4-244 0,-1-3 108 0</inkml:trace>
  <inkml:trace contextRef="#ctx0" brushRef="#br0" timeOffset="101618.7">24378 9790 53 0,'8'-7'69'0,"1"1"-12"0,1 1-32 16,2-2-7-16,1 3-33 0,1-1-20 0,4 0-37 0,-2 0 17 15</inkml:trace>
  <inkml:trace contextRef="#ctx0" brushRef="#br0" timeOffset="101979.68">24859 9645 16 0,'11'0'125'16,"-11"0"16"-16,12 4-8 0,-7 0-16 0,-1 1-7 15,0 1-4-15,0 2-9 0,1 2-5 0,-2-2-15 0,0 3-5 16,-2-2-8-16,1 0-7 0,-2-2-9 0,2 3 9 15,-2-10-9-15,-2 13 0 0,0-8-1 0,2-5-1 16,-2 7 6-16,2-7-4 0,-7 4-6 0,7-4-2 16,0 0-3-16,-12 0-3 0,12 0-3 0,0 0-1 15,-10-11-1-15,7 3-4 0,0 1 0 0,1-1-1 16,0-1-4-16,2-3-6 0,2-4 7 16,1 0-10-16,4-1-3 0,-1-1-2 0,7-3-2 0,-3 4 2 15,4-7 2-15,3 4-3 0,-3 6 0 0,2 2-4 16,-2 0 2-16,-1 6-1 0,-2 0-1 0,3 3 3 15,-3 2-6-15,2 2-1 0,-2 2 4 0,0 4 1 16,-2 1 0-16,1 5 2 0,-5-1-7 0,5 4 5 16,-6 0 5-16,1 2-5 0,0-1-7 0,-2 1-12 15,-3-2-19-15,1 3-7 0,2-4-27 0,-1 0-22 16,1 1-27-16,1-4-25 0,-2-2-111 16,5 0-274-16,2-3 121 0</inkml:trace>
  <inkml:trace contextRef="#ctx0" brushRef="#br0" timeOffset="102230.18">25850 9242 47 0,'-2'-10'230'0,"1"3"-32"0,1 7-17 15,1-8-21-15,-1 8-13 0,0 0-12 16,0 0-1-16,0 0-9 0,4 35-12 0,1-16-9 15,-5 7-7-15,3 0-12 0,-1 5-5 0,2-3-9 16,-4 2-6-16,0-1-9 0,0 1-6 0,0-2-3 0,2-1-10 16,-2-1-9-16,-2 0-16 0,2-7-17 15,0 1-21-15,0-2-21 0,-2-1-25 0,0-1-23 16,1-5-13-16,0 0-27 0,-2-1-20 0,-2 0-106 16,1-5-281-16,2 2 126 0</inkml:trace>
  <inkml:trace contextRef="#ctx0" brushRef="#br0" timeOffset="102613.27">25755 9523 88 0,'5'-8'130'0,"0"-1"-5"0,4 2-10 0,4-6-5 16,1 2-6-16,1 3-5 0,3-1-6 0,0 1-20 16,2 4 9-16,-1 0-15 0,-2 1-5 0,-3 3-5 15,-3 0-8-15,2 3-1 0,-1 0-3 0,-3 1-7 16,0 2 3-16,0 0-4 0,0 2-5 0,-3 1-4 15,-1-1 3-15,0 2-3 0,0-2-7 0,-1 1 1 16,0 0 4-16,-2-4-5 0,3 4-2 0,-3-3-1 16,2-1-4-16,0 0 0 0,-4-5 1 0,8 6-2 15,-4-3 1-15,-4-3-3 0,13 0-2 0,-13 0 0 16,12-2 4-16,-8-1 5 0,3-4-5 0,-3 2 1 16,6-3-6-16,-5-2 4 0,1 2 5 0,-1-1 3 15,-1 0-3-15,0 0-1 0,2 0 2 0,-4 2 1 16,2 1-2-16,0 2 1 0,-4 4 2 0,0 0-7 15,5-7-4-15,-5 7 5 0,0 0-1 0,0 0 0 0,9 19 8 16,-5-4-4-16,-1 2-3 0,-1 2 2 16,-2 7-4-16,0-2-1 0,0 3-4 0,0-8 1 15,0 7 0-15,-2-7-14 0,-1 2-12 0,6-4-17 16,-6 2-22-16,6-4-27 0,1-1-33 0,-1 2-33 16,-2-5-144-16,2-2-317 0,1 1 142 0</inkml:trace>
  <inkml:trace contextRef="#ctx0" brushRef="#br0" timeOffset="102863.51">26394 9277 49 0,'0'-13'226'15,"0"-2"-22"-15,0 7-25 0,2 3-16 0,-2 5-14 16,0 0-8-16,0 0 3 0,9 15-6 0,-2 2-10 15,0 7 1-15,-1 5-17 0,-1 2-11 0,3 4-12 16,0 0-6-16,-4 1-10 0,0-2 1 0,-2 0-14 16,3-1-2-16,-3-2-11 0,2-2-7 0,2-1-23 15,-6-1-17-15,0-7-20 0,0-1-25 0,0 5-22 16,0-6-23-16,-6-2-14 0,2 0-34 0,0-6-29 16,-1 2-129-16,-3-4-320 0,3-3 142 0</inkml:trace>
  <inkml:trace contextRef="#ctx0" brushRef="#br0" timeOffset="103226.14">26594 9429 5 0,'9'-6'122'0,"-1"1"0"0,-3 1-28 0,-1 3 12 16,-4 1-3-16,0 0-13 0,0 0-3 0,8 10-10 15,-8-10-4-15,-10 16-6 0,-1-1-12 0,0 2-6 16,-1-3-2-16,2 4-9 0,-4-3 3 0,5 0-2 15,0 1-12-15,0-2 3 0,0 1-4 0,7-7-3 16,-1 2-7-16,5-2 0 0,-2-1 1 0,3-1 2 16,1 0-6-16,6-5 3 0,1 1 4 0,9-2-4 15,0-4-3-15,9-2 4 0,2-3-5 0,-1-4 2 0,1 2 8 16,-2-4 3-16,1 1 10 0,-5-1 2 0,-3-1-5 16,-2 1-2-16,-4 0 0 0,-5 1 1 0,1 0 8 15,-4-1 3-15,-3 4 4 0,-1 0 0 16,-2 0 5-16,-4 1 2 0,0 2-6 0,-2 0-3 0,1 3 2 15,-3 1-5-15,-6 0 1 0,1 4-7 0,-2 1-2 16,-5 4-8-16,1 4 5 0,0 3-5 0,1 1-3 16,-4 6-2-16,2 2-4 0,5 4-16 0,1-1-16 15,6-5-27-15,5 5-29 0,2 3-20 0,9-5-36 16,2 2-40-16,-3 0-155 0,5-2-350 0,-1-7 156 16</inkml:trace>
  <inkml:trace contextRef="#ctx0" brushRef="#br0" timeOffset="103848.93">24159 11147 144 0,'0'0'160'0,"0"0"0"16,0 0 8-16,0 0 2 0,0 0-7 0,0 0-11 15,0 0-15-15,0 0-10 0,0 0-13 0,0 0-12 16,0 0-6-16,-14-17-4 0,10 11-11 0,-1-4-10 15,-2-5-4-15,2 3-6 0,-1-4-7 0,2-2-2 16,1 0-8-16,2-2 1 0,1-5-10 0,6-3-5 16,0 2-1-16,0 0-3 0,5-2-2 0,5 4-4 15,0 2-3-15,5 2-5 0,-2-2 3 0,4 6-6 16,-3 9 2-16,0 0-2 0,0 2 0 0,-1 5-6 16,-1 4 2-16,1 2-2 0,-3 3 1 0,1 1-5 15,4 7 3-15,-8-1 0 0,-4 2 2 0,0 0-3 16,2 6 3-16,-3-1-3 0,-3-5-1 0,-2-1 2 15,1 0-2-15,-1-1-8 0,-3-6-3 0,1-1-1 16,-2 1-7-16,1-3 10 0,0 0-2 0,0-7-6 16,0 0 12-16,-3 11-7 0,3-11 1 0,0 0-12 15,0 0-2-15,0 0 2 0,0 0-2 0,-16-22 4 16,15 10-3-16,3-5-1 0,2 1-2 0,0-4-4 16,6-6 1-16,2 1 6 0,-5 8 1 0,7-8 9 15,0 3-9-15,-1 8 8 0,1 0-4 0,-1 3 5 16,2 3 0-16,-3 3-7 0,2 1 10 0,-5 5 9 15,1 1-6-15,-1 2 0 0,1 3 8 0,-5 5 3 16,6 3 3-16,-2 0-1 0,-4 3-3 0,0 0 3 0,-2 1-2 16,-2-1 0-16,3 0-2 0,-1-2-16 15,3-1-17-15,-4-1-24 0,0-3-20 0,5-1-38 0,-2-1-27 16,3-2-121-16,1 0-282 0,1-4 125 0</inkml:trace>
  <inkml:trace contextRef="#ctx0" brushRef="#br0" timeOffset="104336.2">24956 10727 25 0,'-18'1'168'0,"0"3"-5"0,2 3-10 16,-2-1-15-16,5 5-8 0,-1 0-3 0,4 2-15 16,-2-1-10-16,7 0-7 0,3-2-12 0,0 8-4 15,2-7-5-15,2 1-8 0,4 1-11 0,2-4-6 16,3 4-1-16,4-4-6 0,1-1-4 0,3-5-8 15,-1 1 3-15,1-5-8 0,-1 1 1 0,-3-1-1 16,-3-1-5-16,0-1 2 0,-1 0-3 0,-2-1-7 16,-2 0 2-16,-2-1 1 0,3-3-2 0,-7 3 1 15,2-2-2-15,-2-2-6 0,1 1 0 0,-4-1 3 16,2 9 1-16,-2-13-6 0,-1 7 15 0,3 6 3 16,-2-12 3-16,2 12-9 0,-4-7 2 0,4 7-4 15,0 0-3-15,0 0 3 0,0 0-5 0,0 0-1 16,0 0 0-16,0 0 3 0,-2 29-4 0,4-18-1 15,2-3-3-15,-1 4 5 0,5-3-3 0,-3 0-1 16,6-1-5-16,0 0-2 0,-1-2 2 0,3-1-6 16,0-3-7-16,1 1-5 0,3-5 1 0,-3 0 1 15,-2-1 6-15,7-4 4 0,-3-1-5 0,-2-1 0 0,-3-3 0 16,3-2-1-16,-5 1 4 0,0-4 2 16,-1 1-5-16,-2-2 5 0,-1-1 5 0,2-7-4 15,-3 8 1-15,-1 0 6 0,-1-7-1 0,-2 0 4 16,0 6 4-16,0-1-2 0,-2 1 6 0,-1 0-1 15,1 0 6-15,1 1 3 0,0 0 7 0,-3 8 4 16,4-2 1-16,0 2 7 0,0 3-3 0,0 7-4 16,-3-11-9-16,3 11 0 0,0 0-2 0,0 0-4 15,0 0 1-15,0 0 2 0,0 0-2 0,3 36-1 0,-3-16-4 16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11T05:13:48.330"/>
    </inkml:context>
    <inkml:brush xml:id="br0">
      <inkml:brushProperty name="width" value="0.1" units="cm"/>
      <inkml:brushProperty name="height" value="0.1" units="cm"/>
    </inkml:brush>
  </inkml:definitions>
  <inkml:trace contextRef="#ctx0" brushRef="#br0">0 66 264 0 0,'8'-37'2056'0'0,"3"9"-3090"0"0</inkml:trace>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13:51.285"/>
    </inkml:context>
    <inkml:brush xml:id="br0">
      <inkml:brushProperty name="width" value="0.05292" units="cm"/>
      <inkml:brushProperty name="height" value="0.05292" units="cm"/>
      <inkml:brushProperty name="color" value="#FF0000"/>
    </inkml:brush>
  </inkml:definitions>
  <inkml:trace contextRef="#ctx0" brushRef="#br0">25295 10597 25 0,'0'0'31'0,"0"0"-6"0,0 0 3 0,0-9 0 15,0 9 0-15,0 0-2 0,0 0 2 0,-2-10-2 16,2 10 4-16,0 0 0 0,-2-9 1 0,2 9-6 16,0 0-1-16,-1-10-3 0,1 10 6 0,0 0-3 15,-2-9-3-15,2 9-1 0,0 0 0 0,0 0-4 16,-1-11 1-16,1 11-5 0,0 0 5 0,1-10 4 15,-1 10 2-15,0 0 1 0,-2-8 0 0,2 8 2 16,0 0 0-16,0-10 4 0,0 10-2 0,0 0-2 16,-4-11-5-16,4 11 5 0,0-6 8 0,0 6-7 15,0 0 5-15,-3-11-3 0,3 11-10 0,-4-6 10 16,4 6-1-16,0 0 7 0,-2-8 3 0,2 8 0 16,0 0 10-16,-2-7-2 0,2 7 2 0,0 0-3 15,0 0-3-15,-6-6-2 0,6 6-4 0,0 0-4 16,0 0-6-16,0 0-3 0,0 0-4 0,0 0-3 15,0 0-2-15,0 0-3 0,0 0 2 0,0 0 2 16,-5 29 1-16,4-13 4 0,1 2-1 0,-4 6-3 16,0 4 2-16,2 0-5 0,-1-1 1 0,1 1 5 15</inkml:trace>
  <inkml:trace contextRef="#ctx0" brushRef="#br0">25264 11032 1211 0,'4'3'98'0,"-4"1"-232"0,3-3 180 0,-1 2-70 0,-2-1-44 0,0 0 55 0,1 0-54 0,-1-1 5 0,0-1-65 16,0 0 22-16,4 3-51 0,-4-3 72 0,0 0-132 16,0 0 25-16</inkml:trace>
  <inkml:trace contextRef="#ctx0" brushRef="#br0" timeOffset="889.2">24880 10464 32 0,'0'0'89'0,"-5"-6"-11"15,5 6-4-15,0 0-4 0,0 0-10 0,0 0-10 0,0 0-8 16,0 0 3-16,0 0-13 0,0 0-9 0,0 0-5 16,0 0-16-16,0 0-15 0,0 0-15 0,0 0-16 15,0 0-45-15,0 0-95 0,0 0 42 16</inkml:trace>
  <inkml:trace contextRef="#ctx0" brushRef="#br0" timeOffset="1641.73">25246 10543 33 0,'0'0'42'0,"0"0"-8"16,0 0 0-16,0 0-10 0,0 0 1 0,0 0 1 0,0 0-3 15,0 0-3-15,0 0 0 0,0 0-8 16,0 0 0-16,0 0 1 0,0 0-2 0,0 0 11 15,0 0-2-15,0 0-4 0,0 0-2 0,0 0 2 16,0 0-4-16,0 0 3 0,0 0 2 0,0 0-3 0,-4-7 3 16,4 7-7-16,0 0 10 0,0 0-13 0,0-12 13 15,0 12 5-15,0-8 5 0,0 8 4 0,0 0 4 16,2-11-8-16,-2 11 1 0,0-8 3 16,0 8 1-16,0 0 6 0,0 0-8 0,0-10 7 0,0 10-7 15,0 0-1-15,0 0-5 0,0 0-12 16,0 0 10-16,0 0-8 0,0 0-6 0,0 0 4 15,0 0-1-15,0 0-9 0,0 0 4 0,0 0-2 16,0 0 9-16,3 27 0 0,-1-15 8 0,-2-1 2 0,1 4-18 16,-1 4 5-16,0-2 4 0,-1 0-6 0,-1 2 6 15,1 7-5-15,-3-1-2 0,2 3 2 0,-2-9-4 16,0 8-14-16,4-1 18 0,-2-1-7 16,2-4 1-16,0 3 0 0,2 2 2 0,-2-9-2 0,0 2 1 15,1 0-3-15,1 1 3 0,-1-2-2 0,0-3 1 16,2 3-1-16,-1-2 3 0,2 0-2 0,-3-3-4 15,1-2-5-15,2-2 5 0,0 0-1 0,-1-2-1 16,0 1-2-16,2-2-10 0,0-1-10 0,-5-5-5 16,5 8-8-16,1-4-9 0,-6-4-14 0,6 2-15 15,-6-2-22-15,7 2-79 0,-7-2-187 0,0 0 83 16</inkml:trace>
  <inkml:trace contextRef="#ctx0" brushRef="#br0" timeOffset="1836.95">25200 10758 53 0,'12'-3'85'0,"0"-1"-14"0,6-1 3 0,-1 1-13 16,1 1-20-16,2-1-18 0,-1 1-25 0,3 3-66 15,-11 0-74-15,4 1 34 0</inkml:trace>
  <inkml:trace contextRef="#ctx0" brushRef="#br0" timeOffset="2624.05">25382 11071 84 0,'0'0'107'0,"9"-8"-6"0,-1 3-5 16,-1-2-10-16,2 0-4 0,2 0-5 0,-3-2-13 15,0 0 3-15,2-3-12 0,2-1-4 0,-4 1 0 16,3-1-4-16,-3 3-13 0,-2 0 5 0,-1 0-5 16,-1-3-6-16,0 2-3 0,-3 3 2 0,1-5-11 15,-2-3 4-15,0 6-5 0,-2-1 1 0,1-3-5 16,-1 4 1-16,0 0-2 0,0 0-10 0,0 0 15 15,-2-1-4-15,0 2 6 0,1 4-9 0,-2 0 4 16,5 5 4-16,-7-9 1 0,3 7-6 0,4 2-4 16,-13-4 6-16,13 4-9 0,-14 4 5 0,3-1-23 15,2 1 21-15,-1 2-2 0,2 4 7 0,1-3-7 16,-5 6 4-16,4-2-4 0,2 2 9 0,-2 4-1 16,3-1 0-16,1-1 1 0,2 1-7 0,2 1 11 15,2-3-7-15,2-1-7 0,-1-2 6 0,6 6-12 16,-5-3 2-16,3-3 6 0,3 0-3 0,-2-3 7 15,3 1-8-15,2-4 0 0,0 0 4 0,3 0 0 16,5-3 1-16,-3-1-5 0,3 0 3 0,-4-1-1 16,2-2-1-16,-1-3-7 0,2 0 6 0,-7 1 3 15,3-3-4-15,-5 1-2 0,-1-1 5 0,-1-3-6 16,1 2-2-16,-3-2 3 0,0 1 4 0,-4-4-3 0,1 3 1 16,0-2-2-16,-2-2 5 0,-2-1-2 0,2 0 1 15,-1-2-4-15,-1 4 4 0,0 3-9 16,0-2 6-16,1 2 6 0,2 0-3 0,-3 0-6 15,2 1 1-15,-2 3 4 0,0 6-1 0,5-10-2 0,-5 10-4 16,3-3 1-16,-3 3 6 0,0 0-5 0,0 0 7 16,11 19-6-16,-9-9 6 0,0 0-14 15,-2 2 12-15,4 5-3 0,-4-1-1 0,0-4 1 16,3 0 0-16,4 2 3 0,-3-1 3 0,1-1-8 0,1-5 7 16,-1 5-3-16,4-4-4 0,-3-1 2 0,3-1-10 15,0-3 11-15,1 1 5 0,0-1-3 0,2-3 2 16,-1-1-7-16,0-2 7 0,0-1-5 0,-2-4-1 15,1 2 6-15,0 1 4 0,-2-4-4 0,0 2-3 16,-3-3-6-16,1-1 7 0,-3 0 1 0,-2 1 9 16,0-1-10-16,1-5-1 0,-4 6-2 0,0 0 0 15,-1-2 2-15,-1 2-1 0,2 2 1 0,2 2 11 16,-4-2 3-16,4 8 6 0,-3-10 3 0,3 10-11 16,-4-8-3-16,4 8 1 0,0 0-4 0,0 0 4 15,0 0-2-15,0 0-4 0,-10 16-3 0,10-16 3 16,-2 15-3-16,0-3 2 0,2-1-1 0,-2 2 0 15,2 2-6-15,0 1-10 0,0-1-10 0,2 1-2 16,0-3-20-16,-2-1-18 0,2 2-12 0,-2-2-19 16,5 1-30-16,-2-1-94 0,-1-1-236 0,2-1 104 15</inkml:trace>
  <inkml:trace contextRef="#ctx0" brushRef="#br0" timeOffset="3414.63">26220 10768 18 0,'0'0'115'0,"0"0"11"0,0 0-11 0,0 0 0 0,-26 1-9 16,15 3 2-16,-2 0-9 0,-1 1 2 0,2 3-12 15,-4-1-7-15,3 3-5 0,0 1-7 0,3-1-13 16,-3 1-1-16,2 1 2 0,6-3-12 15,1 2 1-15,0-1-6 0,4-1-5 0,2 1-7 0,0-2-1 16,4 1-3-16,6-2-1 0,-3-2 0 0,9 1-10 16,-5-4 0-16,8 0-6 0,1-4 0 0,-2 1-1 15,1-2 0-15,-2-1-9 0,-2 2 4 0,-4 1 4 16,-2-3-11-16,-6 1 4 0,3-3 12 0,-3 3-16 16,-1-3 6-16,-1-1-2 0,-3 7-1 0,0-11 2 15,0 11 0-15,-5-15 3 0,3 6 8 0,-2 4-3 16,1-1-4-16,3 6 15 0,-10-9 3 0,9 4 1 15,1 5 5-15,0 0-3 0,-4-7-11 0,4 7-4 16,0 0 2-16,0 0-6 0,0 0 5 0,0 0-3 16,-12 16 1-16,12-16-4 0,3 16 2 0,-3-16 1 15,4 14-5-15,1-4-1 0,2-2-1 0,-1 1-6 16,1-2-12-16,4-2-3 0,-4 3-3 0,2-2-19 16,2-3-11-16,0 2-9 0,-2-3-8 0,5-2-20 15,-5 0-7-15,2 0-4 0,1-3-2 0,-2 0 0 0,-1-1 6 16,1-1 0-16,-1-4 16 0,-1 2 2 15,-1-2 12-15,0 0 10 0,-2-4 9 0,-1-2 20 16,2 2 5-16,-6-3 6 0,3-3 9 0,-3-1 7 16,0-3 8-16,-3 2-2 0,3 1 14 0,-2 0 4 0,0-5 3 15,0 5 8-15,2-6 0 0,0 9 16 0,0 0-5 16,0-1 3-16,-2 6 1 0,4-4 2 0,-2 4 4 16,2 2 3-16,0 3 8 0,-2 7-14 15,0-11-1-15,0 11-12 0,0-6 3 0,0 6-12 16,0 0 6-16,0 0-1 0,0 0 1 0,13 23 3 0,-7-6 1 15,-2 1-1-15,-2 1 1 0,-2 9 0 0,2-4-3 16,-1 3-5-16,-2-2 3 0,1 0-5 0,-2 0-6 16,2-5 0-16,0 4-2 0,0-5-8 0,5-2-11 15,-1 0-14-15,-2-1-17 0,3-1-23 0,2 0-22 16,-3 1-34-16,1-5-17 0,1 1-130 16,-2-2-274-16,1-1 121 0</inkml:trace>
  <inkml:trace contextRef="#ctx0" brushRef="#br0" timeOffset="3612.75">26802 10780 100 0,'0'0'145'0,"-6"-5"-23"16,6 5-2-16,-5-4-24 0,5 4-12 0,0 0-19 15,-6-3-37-15,6 3-17 0,0 0-17 0,0 0-27 16,0 0-37-16,0 0-41 0,0 0-120 0,0 0 55 16</inkml:trace>
  <inkml:trace contextRef="#ctx0" brushRef="#br0" timeOffset="4946.24">26894 6599 1 0,'0'-13'81'0,"0"13"0"0,-2-12-14 0,2 5-4 0,0 7 1 15,-2-10-5-15,2 10-6 0,-2-7 13 0,2 7-10 16,-2-8-19-16,2 8 5 0,0 0-9 0,0 0 4 15,0 0-8-15,0-10 2 0,0 10-10 0,0 0 2 16,0 0 10-16,20 9-16 0,-9-2 6 0,5 2 0 16,8 4 12-16,-1 3-6 0,4 0-2 0,2 5-7 0,14 5 1 15,-3 4 1-15,-10-7-4 0,10 7-8 0,2 5 8 16,-4 0-3-16,3 1 4 0,2 3-6 16,0 2 7-16,-3-3-11 0,0 3-1 0,-2-1 1 15,1 1-1-15,3 0 2 0,-6 3 3 0,5-2-2 0,-1-5-5 16,0 1-3-16,1 2 10 0,2-6-9 0,2-2 3 15,0-1-9-15,4-3 10 0,-2-3 4 16,-2 2-5-16,-14-6 2 0,15 3-11 0,-15-5 13 16,0-2-2-16,-3 5-8 0,-3-4 3 0,-4-1-1 0,-5-3-3 15,-1 1 5-15,-1-4-2 0,-3 1-4 0,-4-2 6 16,1-1-9-16,-2-3 6 0,1 4 9 16,-4-7-10-16,-3-3 4 0,3 7 6 0,-3-7 6 0,6 6 7 15,-6-6 4-15,0 0 5 0,0 0-4 0,0 0-3 16,0 0 4-16,0 0-2 0,0 0 3 0,0 0-1 15,0 0 0-15,0 0 4 0,-17-19-4 0,9 16-5 16,-2-1-1-16,1 2-5 0,0-1-7 0,-3 2 2 16,1 0-1-16,-3 1-2 0,1-2-2 0,-2 6-3 15,-1 2 2-15,-2 3 0 0,0-2-2 0,3 2-4 16,-3 3 0-16,2-2-6 0,1 1-4 0,0 2-17 16,3-1-6-16,-2 0-15 0,5-2-12 0,2-1-24 15,2 2-17-15,2-2-14 0,-5 4-7 0,6-2-106 16,0-3-243-16,4-1 108 0</inkml:trace>
  <inkml:trace contextRef="#ctx0" brushRef="#br0" timeOffset="5145.66">28395 7413 149 0,'-16'-23'155'0,"0"0"-10"16,-2 2-18-16,0-2 12 0,-1 6-13 15,5 2-1-15,-5-2-6 0,-3-2-11 0,9 7-15 16,2 3-5-16,1 0-12 0,2 3-22 0,1 1-31 0,3 0-20 16,4 5-36-16,-8-4-32 0,8 4-11 15,-6-3-16-15,6 3-3 0,0 0-101 0,0 0-210 16,0 0 93-16</inkml:trace>
  <inkml:trace contextRef="#ctx0" brushRef="#br0" timeOffset="7205.7">28373 8306 84 0,'-3'-7'119'16,"0"-2"-13"-16,-1 0 5 0,0 2-4 0,0 0-15 15,-1 3-2-15,0-3 3 0,1 2-1 0,4 5-10 16,-7-9-9-16,1 5-5 0,6 4-10 0,-12-3-6 15,12 3 2-15,-11 0-11 0,11 0-8 0,-11 4 2 16,2 4 3-16,0 1 0 0,-2 3-13 0,-1 3 6 16,6 3-6-16,-3 0-1 0,1 5 1 0,-2 2 3 15,1 0-3-15,4 0 0 0,3 0-2 0,2 1-4 16,0-8-3-16,3 0 0 0,1 2-5 0,2-3 0 16,6 6-4-16,-3-6 2 0,1-2-12 0,3 0-5 15,1-1-9-15,1 0-20 0,0-3-13 0,1 0-5 16,0-4-19-16,1 0-12 0,-3 0-6 0,0-2 1 0,-3-5 7 15,2 3 3-15,1-3 3 0,-3-4 5 0,1-1 12 16,-3-1-2-16,2 0 12 0,-3-3-3 16,3-2 24-16,-6 1 4 0,4-7 10 0,-3 4 5 15,2-3 12-15,-4-2 10 0,1 1 3 0,-1 2 0 0,-2-1 10 16,1 1 2-16,-2 4 6 0,-1 0 8 16,1 0 9-16,-1 5 11 0,0 6-6 0,-1-10-5 0,1 10-12 15,0 0-3-15,-2-9 1 0,2 9-4 16,0 0-3-16,0 0 9 0,0 0-2 0,-13 20-2 0,9-10-6 15,1 1-2-15,1 4-3 0,-1 1 1 0,3 0 2 16,3-4-6-16,-1 4-12 0,3 0 13 0,1-5-6 16,-1 0 4-16,1 0-7 0,6 1 0 0,-5-2-3 15,2-4-1-15,3 2-9 0,-1-2 0 0,-1-3-2 16,2 2-4-16,-2-3-7 0,2-2 4 0,0 0-2 16,-3-3-3-16,2-2-2 0,-1-2-3 15,-1-2 4-15,-4 1-6 0,5-8 12 0,-6 6-2 0,-2-3 3 16,0-4-4-16,-1 1 1 0,-2-2 3 0,-3 0-1 15,2 0 1-15,-4 0 8 0,0-6-1 0,0 7 2 16,-1-4-1-16,1 5-3 0,-3-1 14 0,4 2-7 16,2 4 7-16,-1 0-2 0,3 1 2 0,-3 3-2 15,4 7-2-15,-1-11-4 0,1 11 0 0,0 0 10 16,6-6-10-16,-6 6-1 0,13 6 5 0,-2-3-10 16,0 4 0-16,5 1 6 0,-2 4 0 0,2 2-3 15,-3 0 5-15,-2 2 3 0,3 6-2 0,0-1-3 16,-4-5-3-16,-2 0-3 0,-2-3 6 0,-2 2-1 15,2-1 4-15,-3-2 0 0,4-1 0 0,-5-2-8 16,1-3 5-16,-3-2 7 0,0-4-15 0,4 10 13 0,-4-10 13 16,2 5 2-16,-2-5 4 0,0 0-3 0,0 0-7 15,0 0-2-15,0 0 3 0,0 0-13 16,0 0 6-16,0 0-2 0,1-30-1 0,2 19 5 16,2-5-8-16,-2 5-2 0,6-3-1 0,-2 0-2 0,-1-2 5 15,2 6-9-15,0 1 1 0,-3 2 4 0,-1 0-9 16,1 1 2-16,0 3 2 0,-5 3-1 15,10-1-3-15,-10 1 5 0,11 4 3 0,-6 0 3 0,2 3-5 16,1 2 1-16,1-1-4 0,0 3 6 0,1-4 2 16,0 3-4-16,3-1-2 0,-1 1 3 15,2-2 5-15,-2-2-4 0,-1-1-1 0,0 0 4 0,3-3 0 16,-3 1-4-16,0-6 3 0,2-1-12 0,-3 0 9 16,-1-3 4-16,1-1-2 0,-1-1-2 0,-1-2-1 15,-1-5-3-15,-1 1 9 0,-3-1-8 0,3 1 3 16,-4 0 0-16,-1-2-3 0,1 1 3 0,-1-1 3 15,-1 0 0-15,0 0 0 0,1 7 1 0,-1 0 1 16,0 1 8-16,0 1 0 0,0 8-2 0,-1-10-7 16,1 10 0-16,0 0-2 0,0-9-1 0,0 9 4 15,0 0 3-15,0 0-5 0,0 0-4 0,3 28 5 16,-3-15-2-16,1 2-3 0,0 12 3 0,-1-2-1 0,0 0 2 16,0 1-2-16,1 1-26 0,-2-7-12 15,2 7-19-15,-1-7-9 0,4-1-30 0,-3 1-20 16,1-2-27-16,-1 2-84 0,1-5-243 0,2-5 108 15</inkml:trace>
  <inkml:trace contextRef="#ctx0" brushRef="#br0" timeOffset="7432.58">29393 8167 149 0,'-1'-8'146'0,"1"8"-14"0,0-10-11 0,0 10-15 0,0 0-13 16,0 0-4-16,0 0-13 0,0 0 2 0,6 29-5 16,-5-12-8-16,3 8-7 0,0 1-8 0,0 0 2 15,0 5-9-15,0 1-2 0,-2-3-5 0,3 4-3 16,2-6-9-16,-2 3-20 0,1-3-5 0,-1-1-21 16,0-8-23-16,7 6-25 0,-7-6-20 0,-1-1-118 15,0-1-223-15,-2-3 99 0</inkml:trace>
  <inkml:trace contextRef="#ctx0" brushRef="#br0" timeOffset="7604.65">29370 8400 14 0,'9'-7'117'0,"5"-4"-26"0,4 4-14 0,0 0-29 15,1 0-16-15,3 4-21 0,7 0-29 0,2-1-44 16,-10 3-68-16,11 1 31 0</inkml:trace>
  <inkml:trace contextRef="#ctx0" brushRef="#br0" timeOffset="7739.86">29785 8371 73 0,'-7'-3'126'0,"7"3"-13"15,-6-4-12-15,6 4-16 0,0 0-36 0,0 0-30 0,0 0-14 16,0 0-29-16,0 0-68 0,0 0-99 16,0 0 45-16</inkml:trace>
  <inkml:trace contextRef="#ctx0" brushRef="#br0" timeOffset="8148.86">28377 9204 5 0,'-4'-11'155'0,"-1"2"-17"16,3 3-18-16,-1 0-10 0,3 6-16 0,0 0-5 16,0 0-20-16,0 0 4 0,-9 14-4 0,8 4 1 15,-4 7 6-15,0 7-7 0,3 3-10 0,-4 14 1 16,1-3-2-16,2 0-5 0,1 1-7 0,3-12-3 15,0 1-6-15,2 9-6 0,1-9-1 0,-1-1-11 16,0-1-13-16,0 0 8 0,0-1-22 0,-1-1-18 16,1-3-22-16,-1-1-2 0,-4-2-15 0,1 0-5 15,-1-8-20-15,0-6-11 0,-1-1-11 0,3-1-59 0,-6-3-184 16,4-2 81-16</inkml:trace>
  <inkml:trace contextRef="#ctx0" brushRef="#br0" timeOffset="8397.25">28340 9228 17 0,'15'-10'112'0,"-2"6"-19"16,1 0 3-16,-1 3-21 0,-2 1-4 15,3 1-15-15,-2 4 7 0,-1 2-10 0,-2-2-8 0,-1 4 4 16,1 0-9-16,-1 2-2 0,-5 1-5 0,0 0-4 15,-2 1-1-15,-2 3-3 0,-3 1 1 0,-1-1 2 16,-5 0 3-16,1 0-12 0,-3 0-2 0,-2 1-10 16,2-4-12-16,0-4-5 0,0 1-19 0,3 0-27 15,0-3-6-15,2 0-22 0,3-3-51 0,0-2-145 16,4-2 65-16</inkml:trace>
  <inkml:trace contextRef="#ctx0" brushRef="#br0" timeOffset="8640.51">28590 9506 81 0,'7'8'118'0,"-5"-4"-5"0,-2-4-3 15,7 4-8-15,-7-4-14 0,11 4-1 0,-6-3-1 16,4-1-13-16,-9 0-9 0,20-2-7 0,-9-1-4 16,1-1-5-16,-1 0 0 0,0-2 8 0,-2 1-21 15,-1-1 1-15,2-1 4 0,-5 1-9 0,-1-4-6 16,-1 1 0-16,-3 0-5 0,0 1-3 0,-4-1 3 15,-2 1-1-15,-2-3-5 0,-1 3-4 0,0 1-9 16,1-1 0-16,-3 2-7 0,3 2-12 16,3-1-21-16,0 1-19 0,5 4-13 0,-9-4-9 0,9 4-11 0,0 0-17 15,0 0-61-15,0 0-181 0,0 0 81 16</inkml:trace>
  <inkml:trace contextRef="#ctx0" brushRef="#br0" timeOffset="8851.12">28979 9167 60 0,'0'0'190'0,"-1"-11"-5"0,1 11-22 0,-2-7-12 15,2 7-20-15,0 0-8 0,0 0-17 0,0 0-8 16,0 0-9-16,0 0-1 0,0 0-3 16,0 37-8-16,0-19-6 0,2 1-9 0,2 8-7 0,-4 3-2 15,1-11-5-15,0 8-11 0,2-1-14 0,-2-2-9 16,-1-7-20-16,1 4-25 0,-2-2-17 0,1-1-12 15,0 0-31-15,0-1-31 0,-1 0-137 0,-4-1-280 16,1-4 124-16</inkml:trace>
  <inkml:trace contextRef="#ctx0" brushRef="#br0" timeOffset="9157.21">29027 9479 118 0,'15'-12'121'16,"1"1"-20"-16,0 1 3 0,1-1-11 0,-1 0-14 16,5-4-10-16,-3 3 4 0,2 2-11 0,2-5-6 15,-6 4-4-15,-2 0-6 0,-1-1-4 0,-1 0 9 16,-1 1 13-16,-5 1-11 0,-1-1-1 0,-2 0-6 16,-1-1-5-16,-2 2 1 0,-1 0-2 0,-3 0 3 0,0 0-2 15,1 1 7-15,-3 4-2 0,-3-4-2 16,1 5-10-16,-3 3-3 0,1 1 3 0,-3 1-6 15,2 4 1-15,-4 4-7 0,-1-1 1 0,2 5-5 16,5-5 1-16,0 6-1 0,0 3-3 0,3-5-4 0,3 5-14 16,3-1-3-16,2-4-19 0,2 4-29 15,2 1-2-15,3-7-20 0,0 5-13 0,0-1-16 16,0-4-13-16,2 1-9 0,-2 0-82 0,0-3-225 16,0 0 99-16</inkml:trace>
  <inkml:trace contextRef="#ctx0" brushRef="#br0" timeOffset="9344.99">29296 9413 33 0,'3'-12'127'0,"-2"-5"-7"0,4-2-10 0,-1 1 6 16,1 2 4-16,1-1-7 0,1 0 0 0,-2 5-16 15,2 2-4-15,1 0-13 0,0 3-7 0,-1-1-7 16,2 5-6-16,-2 1-6 0,3 3-5 0,-10-1-9 16,14 6 2-16,-6 2-5 0,-3 1-3 0,0 3-4 15,1 3-5-15,1 0-13 0,-5 0-2 0,2-1-17 16,-3 1-19-16,1 1-11 0,-1 0-33 15,0-4-25-15,-1-1-25 0,-1 2-97 0,-2-3-235 16,2 0 105-16</inkml:trace>
  <inkml:trace contextRef="#ctx0" brushRef="#br0" timeOffset="9590.14">29568 9036 46 0,'0'0'200'0,"0"-8"-21"0,0 8-18 16,0 0-17-16,0 0-4 0,0 0-5 0,0 0-11 15,0 0-10-15,9 27-10 0,-8-10-10 0,-1 2-8 16,5 7-10-16,-3-2-4 0,0 2-9 16,-1-1-5-16,-1 0-9 0,-1-1-14 0,0-5-14 0,0 6-8 15,-1-9-16-15,2 2-17 0,-1-1-20 0,-1 1-19 16,2-5-20-16,-2-3-19 0,0 3-15 0,-1-3-21 15,-1 0-94-15,1-3-247 0,0-2 109 0</inkml:trace>
  <inkml:trace contextRef="#ctx0" brushRef="#br0" timeOffset="9834.71">29534 9245 43 0,'19'-8'95'0,"5"-2"-8"0,-3 5-6 0,-1-2-6 16,8-2-4-16,-10 6-9 0,0 1-10 0,-1 2 1 16,-4-1-8-16,-1 2-5 0,-2 1 1 0,2 1-8 15,-2 1-9-15,-4 3 20 0,3-1-1 0,-4 3-1 16,1 0-10-16,-5 2 10 0,1 1 5 0,0-1-3 16,-1 2-1-16,0 2-8 0,-2 0 1 0,1 3-3 15,0-3-16-15,0-2-2 0,-1-1-19 0,-1 0-29 16,5-1-31-16,-2 0-15 0,-1-1-104 0,2-1-197 15,-1-3 87-15</inkml:trace>
  <inkml:trace contextRef="#ctx0" brushRef="#br0" timeOffset="10346.64">30196 9126 14 0,'0'0'188'15,"0"0"-8"-15,0 0-10 0,-20-6 3 0,9 8-12 16,11-2-8-16,-22 4-14 0,10-1-11 0,-5 1-13 0,2 5-6 16,0-2-12-16,1 4-7 0,3 0-10 15,-1 1-3-15,4-2-13 0,1 1-6 0,3 0-7 16,0 0-7-16,3 0-14 0,1-2-6 0,1 1-16 16,2-1 2-16,1 1-11 0,1-5 0 0,5 1-9 0,-1 0-3 15,3-4 0-15,-2 0 1 0,0-1-7 0,-1-2 3 16,0-2 1-16,-9 3-4 0,14-5-3 0,-10 0 8 15,-2 0-1-15,1-2 6 0,-3 7 1 16,3-10-2-16,-3 0 3 0,1 3 3 0,-1 7 6 0,-1-11 3 16,1 11 4-16,-3-11 2 0,3 11-2 0,-3-8 1 15,3 8 2-15,-4-6-7 0,4 6-2 0,0 0 7 16,0 0 1-16,0 0-2 0,0 0 1 0,-5 24 0 16,5-17-1-16,4 3-3 0,-1-1 0 0,2 0-9 15,-1-1 7-15,5-1-8 0,-3 1-12 0,2-1-20 16,1 0-23-16,2-2-22 0,1-1-18 0,-1-2-32 15,2-2-7-15,-1 1-118 0,-1-4-275 0,-2-3 122 16</inkml:trace>
  <inkml:trace contextRef="#ctx0" brushRef="#br0" timeOffset="10524.07">30340 9014 39 0,'3'-9'151'0,"-2"1"-10"0,0 3-17 16,-1 5-12-16,4-7-15 0,-4 7-7 0,0 0 6 15,0 0-2-15,0 0 1 0,11 20 0 0,-9-8-7 16,0 6-10-16,0 7-2 0,-1 1-11 0,-1 5-1 16,0-3-21-16,0 2-30 0,-3 1-24 0,1-1-29 15,-1-11-25-15,2 8-32 0,-3 2-24 0,-3-5-84 16,1 1-222-16,2-6 99 0</inkml:trace>
  <inkml:trace contextRef="#ctx0" brushRef="#br0" timeOffset="10974.89">29043 9929 82 0,'-7'-12'158'15,"1"4"0"-15,-4 0 4 0,1 1-14 0,-1 1-10 16,-2 3-10-16,-1 0-14 0,3 6-13 0,-6 3-8 16,7 2 1-16,-7 6-2 0,2 6-6 0,-1 4-3 15,6 0-8-15,0 5-4 0,4-2-9 0,-3 1-3 16,5 3-4-16,2 1-8 0,0-1-8 0,5 4-3 16,-1-3-1-16,-1 1-6 0,-1-1 2 0,2-1-12 15,-2-4-14-15,3 2-4 0,-5-4-19 0,2-6-19 16,0-1-9-16,-1 1-19 0,0 0-20 0,0-7-22 15,1-1-24-15,-1-1-21 0,0-3-108 0,0-7-282 16,-2 10 124-16</inkml:trace>
  <inkml:trace contextRef="#ctx0" brushRef="#br0" timeOffset="11503.49">28782 10277 74 0,'6'-6'125'0,"5"-3"-12"0,8 0-12 16,-2 2-2-16,10-4-12 0,-5 4-7 0,5-3-5 16,0 6-8-16,-6 0-7 0,-1 1-7 0,0 0-2 0,0-1-13 15,-3 1 0-15,-4 3-9 0,1-3 3 16,-2 3-6-16,-4 0 4 0,0 0-9 0,-8 0 6 16,13-3 0-16,-13 3-1 0,9 0 7 0,-9 0 3 0,0 0-2 15,8 3 2-15,-8-3 4 0,0 0 1 0,-3 9 11 16,3-9 0-16,-5 11-3 0,1-6-5 0,-1 7-9 15,3-2 2-15,-2 1-2 0,1 1-4 16,2-4-3-16,0 3-1 0,2-1 1 0,0 1-5 0,2-2-4 16,1 0 0-16,2-2-1 0,1 0-4 0,1-1 0 15,3-2-3-15,0-4 1 0,1 2-8 0,2-2 5 16,1-2-6-16,-1-1-1 0,-4-1 2 0,2 0-2 16,-3-2-3-16,1 0-6 0,-1-2 2 0,-3 0 1 15,-1 1 3-15,-1-3-2 0,-2 2 0 0,-1-3 4 16,1 2 0-16,-2 9-5 0,2-11 1 0,-2 5 2 15,0 6 2-15,-2-12-2 0,2 12 4 0,-1-7-7 16,1 7 5-16,0 0-7 0,0 0 7 0,0 0-5 16,0 0 6-16,0 0-7 0,0 0 5 0,6 26-2 15,-3-17 1-15,-2 1 3 0,3-2-1 0,1 1-8 16,-2-2 12-16,1-2-5 0,1 2 1 0,1-1 6 16,0-4-9-16,2 1 7 0,0-1-6 0,2-2 5 15,0-1-2-15,-1-1 0 0,-2-2-2 0,3 1 2 16,-2-2-2-16,-2 0 2 0,0-2-2 0,1 0 2 15,-4-2-5-15,1 3-5 0,-1-3-7 0,1 1-9 0,-2 3-12 16,0-3-23-16,-2 8-14 0,4-12-25 16,-4 5-21-16,0 7-22 0,1-9-106 0,-1 9-265 15,2-8 118-15</inkml:trace>
  <inkml:trace contextRef="#ctx0" brushRef="#br0" timeOffset="12238.47">28537 10888 129 0,'0'0'161'0,"0"-13"-6"0,0 13-16 0,-2-8-15 15,2 8-11-15,0 0-13 0,0 0-7 0,0 0-10 16,0 0-7-16,0 0 1 0,0 29-4 0,-2-10-8 16,1 5 3-16,-1 2-16 0,0 3-1 0,2 0-8 15,-1-1-1-15,2-1-4 0,-1 2-6 0,0 0-3 16,2-3-3-16,3 2-3 0,-1-3-15 0,-1-4-18 15,1 3-14-15,-2-5-16 0,2-1-25 0,-1 0-28 16,2-1-8-16,1 0-22 0,-5-5-101 0,1-2-243 16,0-3 107-16</inkml:trace>
  <inkml:trace contextRef="#ctx0" brushRef="#br0" timeOffset="12474.29">28640 10979 55 0,'18'-7'117'0,"-6"2"-9"0,1 3-8 0,0 1-5 0,-2 2-15 15,-1 5-4-15,1-2-2 0,-2 5-7 16,-2 1 1-16,3 5-10 0,-5-3-5 0,-5 6 0 0,0-2 1 16,-2 2-4-16,-1 1-2 0,-6-1 3 0,-1 4-17 15,0-4 0-15,-3-1-5 0,-1 4-7 0,1-6-7 16,-1-1-10-16,2-1-19 0,-2-2-29 0,5-3-11 15,0 1-30-15,-1-2-28 0,1-3-62 0,3 0-187 16,6-4 83-16</inkml:trace>
  <inkml:trace contextRef="#ctx0" brushRef="#br0" timeOffset="12704.45">29076 10771 65 0,'1'-6'174'0,"-1"6"-8"16,3-7-22-16,-3 7-11 0,0 0-9 0,0 0-10 16,0 0-1-16,0 0 5 0,0 0-16 0,-5 39-12 15,2-22-3-15,2 4-11 0,-2 6-8 0,2 1-3 16,-2 1-7-16,1 0 2 0,1 1-15 0,-2 0-12 16,0-1-4-16,2-3-10 0,0 2-22 0,2-3-13 15,-1-6-22-15,1-2-25 0,3 2-12 0,-1-4-34 16,-2-4-12-16,-1 2-122 0,-2-4-264 0,3-2 117 15</inkml:trace>
  <inkml:trace contextRef="#ctx0" brushRef="#br0" timeOffset="13068.74">29063 11028 30 0,'4'-5'116'0,"1"1"-9"0,2-2-23 16,-2 2 13-16,2 2-10 0,-7 2 0 15,14 0-6-15,-14 0-16 0,16 4 6 0,-9 2-10 0,2 0-4 16,-2 0-10-16,0 4-7 0,1-4-1 0,1 3-1 16,-2-2-3-16,1 0-7 0,1 0-2 0,0 1-3 15,-1-3-1-15,1 1-3 0,-3-3 5 16,5 1-9-16,-5 0 4 0,2-4 2 0,-8 0-3 0,14 2-1 16,-14-2-2-16,14-7 1 0,-9 2-2 0,3 0-3 15,-3-3 0-15,2-2-4 0,0-1 12 0,0-4 0 16,-2 1 0-16,1 3 1 0,-1-1-2 0,0 2 14 15,-1 0 6-15,-2 3 3 0,-1 0 5 0,2 1 0 16,-3 6-9-16,0 0-8 0,3-7-3 0,-3 7-3 16,0 0 2-16,0 0 1 0,0 0 7 0,7 24 1 15,-4-9-7-15,-1 3 2 0,-2 2-3 0,-1 5-3 16,0 2-4-16,-3-2 1 0,1 0-5 0,2-6-5 16,-3 0-12-16,2 0-20 0,0 1-27 0,1-3-31 15,-1-1-24-15,2 0-43 0,-2-1-144 0,0-3-315 16,-2-2 139-16</inkml:trace>
  <inkml:trace contextRef="#ctx0" brushRef="#br0" timeOffset="13321.34">29528 10768 92 0,'6'-5'164'0,"-6"5"-18"0,7-4-11 0,-7 4-9 16,0 0 1-16,14 14-10 0,-12-5-9 16,3 6-11-16,-4 2-3 0,2 2-11 0,-5 7-4 15,1 0-9-15,-2 1-8 0,3 0-6 0,-1-1-4 16,0 3-6-16,1-9-5 0,0-1-1 0,0 2-16 16,1-2-21-16,-1-1-11 0,0 0-9 0,0-3-23 0,0-3-26 15,0 1-17-15,-2-2-25 0,0 0-23 16,-2 0-88-16,-2-3-236 0,1-2 105 0</inkml:trace>
  <inkml:trace contextRef="#ctx0" brushRef="#br0" timeOffset="13706.51">29577 10939 40 0,'17'-7'120'0,"-6"4"-15"16,-2 0-7-16,-1 3-3 0,-1 0-16 0,-7 0-3 15,14 1-10-15,-7 4-1 0,1 0-10 0,-5 1 0 16,0 1-3-16,-3 2-3 0,1-3-16 0,-1-6 12 16,-2 14-12-16,2-7 6 0,0-7-15 0,-3 11 4 15,3-11-4-15,0 8-3 0,0-8-7 0,0 0-1 16,3 10-1-16,-3-10 2 0,7 3 9 0,-7-3-15 16,16-4-9-16,-3 0 11 0,0-1-3 0,3-3 5 15,-1 0-2-15,1-2-4 0,-1-1-5 0,-2 1 1 16,1-2 8-16,-4 2-3 0,-4 0-6 0,0-3 5 15,-3 3-21-15,2-2 26 0,-3 3-5 0,-2 2 14 16,0 0 14-16,0 7-6 0,-2-14 14 0,2 14 5 16,-6-9 1-16,4 5-2 0,2 4-1 0,-11 0 12 15,11 0-5-15,-18 6-2 0,9 2-3 0,-4 4-5 16,0-1-3-16,5 1-13 0,-1 2 6 0,1 0-7 16,3 1-1-16,3-2-4 0,2 3-14 0,1-3-17 15,3 1-18-15,3 1-16 0,0-4-21 0,2 0-32 16,5-1-20-16,1-2-24 0,2 1-122 0,-1-4-285 0,5-1 126 15</inkml:trace>
  <inkml:trace contextRef="#ctx0" brushRef="#br0" timeOffset="13839.25">30065 10962 92 0,'0'0'149'0,"0"0"-13"0,0 0-11 15,-2-13-22-15,2 13-6 0,0 0-16 0,0 0-23 0,0 0-34 16,1-10-30-16,-1 10-27 0,0 0-40 0,0 0-53 15,0 0-136-15,8 0 61 0</inkml:trace>
  <inkml:trace contextRef="#ctx0" brushRef="#br0" timeOffset="33100.42">18500 14859 5 0,'0'0'-2'16,"0"0"0"-16</inkml:trace>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8T05:15:36.216"/>
    </inkml:context>
    <inkml:brush xml:id="br0">
      <inkml:brushProperty name="width" value="0.05292" units="cm"/>
      <inkml:brushProperty name="height" value="0.05292" units="cm"/>
      <inkml:brushProperty name="color" value="#FF0000"/>
    </inkml:brush>
  </inkml:definitions>
  <inkml:trace contextRef="#ctx0" brushRef="#br0">17146 4121 17 0,'0'0'41'0,"0"0"-9"15,0 0-1-15,0 0-9 0,0 0-5 0,0 0-9 16,1-7-5-16,-1 7-1 0,0 0-10 0,0 0-3 16,0 0 1-16,0 0-14 0,0 0-26 0,0 0 11 15</inkml:trace>
  <inkml:trace contextRef="#ctx0" brushRef="#br0" timeOffset="35.14">17147 4114 68 0,'0'0'-12'16,"0"0"-12"-16,0 0 6 0</inkml:trace>
  <inkml:trace contextRef="#ctx0" brushRef="#br0" timeOffset="5623.23">10599 7255 2 0,'0'0'-1'15</inkml:trace>
  <inkml:trace contextRef="#ctx0" brushRef="#br0" timeOffset="5736.39">10599 7255 3 0,'0'0'2'0,"0"0"0"15,0 0 6-15,0 0-6 0,0 0 0 0,0 0-2 16,0 0 0-16,0 0 2 0,0 0-1 0,0 0 0 16,0 0-1-16,0 0 4 0,0 0-3 0,0 0-1 0,0 0-1 15,0 0 1-15,0 0 5 0,0 0 0 16,0 0-5-16,0 0 5 0,0 0-12 0,0 0-9 16,0 0 4-16</inkml:trace>
  <inkml:trace contextRef="#ctx0" brushRef="#br0" timeOffset="22270.41">12328 4055 5 0,'0'0'13'0,"0"0"-1"0,0 0 1 0,0 0 3 16,0 0-3-16,0 0-7 0,0 0 5 16,0 0 3-16,0 0-5 0,0 0 0 0,0 0-3 15,0 0-1-15,0 0-1 0,0 0 1 0,0 0-3 16,0 0 6-16,0 0-5 0,0 0-4 0,0 0-7 16,0 0 12-16,0 0 1 0,0 0-7 0,0 0-4 15,0 0 0-15,0 0-5 0,0 0-11 0,0 0-24 0,0 0 12 16</inkml:trace>
  <inkml:trace contextRef="#ctx0" brushRef="#br0" timeOffset="25762.66">12205 4073 14 0,'0'0'17'0,"0"0"-1"0,0 0 7 15,0 0-6-15,0 0 5 0,0 0 0 0,0 0-3 16,0 0-3-16,0 0 3 0,0 0-1 0,0 0-6 16,0 0 3-16,0 0-9 0,0 0 1 0,0 0 1 15,0 0 2-15,0 0-4 0,0 0 3 0,0 0-4 16,0 0 0-16,0 0 0 0,0 0 0 0,0 0 5 16,0 0 0-16,0 0-4 0,0 0-5 15,15-7 6-15,-15 7 0 0,0 0 0 0,6-4 6 0,-6 4-4 16,7-3 2-16,-7 3-3 0,0 0-4 0,11-2 3 15,-11 2-6-15,0 0 1 0,5-4 4 0,-5 4-1 16,8-2-4-16,-8 2-1 0,0 0 3 0,9-2-2 16,-9 2 5-16,9-4 0 0,-9 4-3 0,7-3 0 15,-7 3 3-15,9-2-1 0,-9 2 4 16,8-2 1-16,-8 2 0 0,10-3 0 0,-10 3-3 16,9-2 3-16,-9 2-4 0,7-1-1 0,-7 1-5 0,11-2 7 15,-11 2-1-15,5-3-3 0,-5 3-6 0,0 0 5 16,10-2-1-16,-10 2 6 0,7-2-4 15,-7 2 3-15,0 0-1 0,12-2-11 0,-12 2 11 0,0 0-5 16,10 0 3-16,-10 0-4 0,7-1 11 0,-7 1-10 16,5-3 4-16,-5 3-2 0,0 0 1 0,0 0-4 15,9-3 2-15,-9 3 8 0,0 0-7 0,0 0 4 16,11-1-4-16,-11 1-1 0,0 0 7 0,0 0-3 16,9 0 2-16,-9 0-1 0,0 0-2 0,0 0-1 15,0 0 5-15,11-2-6 0,-11 2-4 0,0 0 6 16,7-2-4-16,-7 2-1 0,0 0 8 0,9 0-3 15,-9 0-3-15,0 0 4 0,0 0-4 0,8 1 1 16,-8-1-2-16,0 0-1 0,10 0 4 16,-10 0-9-16,0 0 9 0,9 1 0 0,-9-1 0 15,0 0-3-15,0 0-10 0,0 0 15 0,0 0-4 0,9 0 10 16,-9 0-8-16,0 0-7 0,0 0 9 0,0 0-15 16,0 0 10-16,0 0-3 0,9 2 3 15,-9-2 7-15,0 0-4 0,0 0 2 0,5 4 4 16,-5-4-4-16,0 0-2 0,8 4 7 0,-8-4-1 15,5 3-12-15,-5-3 9 0,0 0 8 0,9 4 2 16,-9-4-7-16,5 2 11 0,-5-2-12 0,8 2-2 0,-8-2 6 16,9 1-10-16,-9-1 8 0,7 2-2 0,-7-2-3 15,0 0 4-15,9 4-6 0,-9-4 1 16,7 2-3-16,-7-2-4 0,4 2 12 0,-4-2-4 16,7 3 9-16,-7-3-7 0,8 4-3 0,-8-4-4 15,6 2 6-15,-6-2-8 0,8 3 7 0,-8-3 1 16,7 2-1-16,-7-2-11 0,7 3 8 0,-7-3 4 15,9 4 5-15,-9-4-3 0,9 4 5 0,-9-4-2 0,6 3 0 16,-6-3-5-16,10 2 5 0,-6 0 1 16,-4-2 2-16,9 1-2 0,-9-1-5 0,7 3-11 15,-7-3 6-15,6 3 7 0,-6-3-8 0,8 3 2 16,-8-3 3-16,6 3-8 0,-6-3 9 0,7 1-1 16,-7-1 0-16,6 3 3 0,-6-3-7 0,10 3-3 15,-10-3 5-15,7 1-5 0,-7-1 7 16,6 4-5-16,-6-4 5 0,7 1 2 0,-7-1-2 0,9 3-2 15,-9-3 4-15,7 2-4 0,-7-2-9 0,8 3 8 16,-8-3 4-16,7 3-7 0,-7-3 4 0,10 5 9 16,-10-5 2-16,8 3-4 0,-3-2 1 0,-5-1-1 15,6 4 6-15,-6-4-11 0,10 3-5 0,-10-3 10 16,6 3-3-16,-6-3-3 0,5 3 3 0,-5-3 1 16,0 0-7-16,8 3 7 0,-8-3-2 0,5 3 10 15,-5-3-7-15,9 2-2 0,-9-2-4 0,7 3 6 16,-7-3-3-16,0 0-3 0,9 2-1 0,-9-2-1 15,4 3-2-15,-4-3-12 0,8 2 18 0,-8-2-2 16,0 0-1-16,8 1 0 0,-8-1 17 0,0 0-8 16,7 2-10-16,-7-2-3 0,0 0 3 15,8 2-8-15,-8-2 14 0,0 0-3 0,10 5-5 0,-10-5 3 16,0 0-8-16,7 2 3 0,-7-2-3 0,0 0 9 16,9 2-4-16,-9-2 7 0,6 3 0 0,-6-3-7 15,8 2 0-15,-8-2-3 0,6 3 3 0,-6-3-3 16,6 3 3-16,-6-3 3 0,7 2 6 0,-7-2-3 15,6 3-7-15,-6-3-7 0,8 3 9 16,-8-3-1-16,5 3 0 0,-5-3 4 0,6 1 5 0,-6-1-7 16,0 0-5-16,9 3-2 0,-9-3 8 0,9 3-9 15,-9-3 13-15,5 3-10 0,-5-3 2 0,6 2 4 16,-6-2-5-16,5 3 1 0,-5-3-5 0,8 3 11 16,-8-3-10-16,8 2 2 0,-8-2 2 0,6 3 2 15,-6-3 2-15,4 3 3 0,-4-3-7 0,7 3 7 16,-7-3-3-16,7 3-3 0,-7-3 0 0,7 4 2 15,-7-4-5-15,9 3 5 0,-9-3 0 0,6 4-2 16,-6-4 0-16,9 3-2 0,-9-3 2 0,10 4 2 16,-10-4-3-16,8 3-5 0,-8-3 7 0,5 3 4 15,-5-3-5-15,8 2-2 0,-8-2 11 0,6 4-7 16,-6-4-2-16,8 3-1 0,-8-3-3 0,9 2 7 16,-9-2-3-16,10 4-6 0,-6-2 3 0,-4-2 3 15,7 2 5-15,-7-2-2 0,8 2-1 0,-8-2-13 16,9 3 7-16,-9-3 2 0,10 1-1 0,-10-1 13 15,8 2-15-15,-8-2 6 0,9 2-3 16,-9-2-3-16,10 1 4 0,-10-1 6 0,9 3-3 0,-9-3-3 16,8 1 3-16,-8-1 0 0,10 1-6 0,-10-1 9 15,6 3-4-15,-6-3-2 0,0 0-1 0,7 0 5 16,-7 0-5-16,0 0 1 0,0 0 1 0,9 1-3 16,-9-1 7-16,6 4 1 0,-6-4-7 15,8 1 5-15,-8-1-6 0,9 1 4 0,-9-1 0 0,6 3-1 16,-6-3-5-16,9 1 7 0,-9-1 1 0,12 2-6 15,-6 0 6-15,-6-2-2 0,7 1-3 0,-7-1 5 16,0 0-3-16,11 3 0 0,-11-3 8 0,7 1-7 16,-7-1-2-16,9 2 0 0,-9-2-5 0,8 1 4 15,-8-1 0-15,10 1 3 0,-10-1-7 0,9 3 5 16,-9-3 4-16,8 2-10 0,-8-2 7 0,10 2-3 16,-10-2 0-16,9 1 3 0,-9-1 0 15,8 2 3-15,-8-2 0 0,9 1-2 0,-9-1 1 0,10 3-2 16,-10-3 2-16,11 1-2 0,-5-1-6 0,0 3 8 15,-6-3-3-15,13 0 4 0,-13 0-6 0,6 1 8 16,-6-1-16-16,12 3 12 0,-12-3 3 0,11 2-2 16,-11-2-3-16,9 0 7 0,-9 0-2 0,14 2 10 15,-14-2-15-15,8 0-6 0,-8 0 8 16,11 0-4-16,-11 0 0 0,12 1 6 0,-5 0 3 0,-7-1 5 16,8 0-5-16,-8 0 2 0,14 0-2 0,-7 1-2 15,-7-1-1-15,13 0-2 0,-13 0 3 16,12-1-2-16,-12 1 0 0,10 0 2 0,-3 1-3 0,-7-1 6 15,12 0-5-15,-5 2 0 0,-7-2 2 0,10 0-1 16,-1 0-2-16,-9 0 3 0,14-2-6 0,-14 2 3 16,13 2 4-16,-5-2-8 0,-8 0 3 0,13 0-1 15,-5 1 0-15,-8-1 3 0,14 0-8 0,-9 1 3 16,-5-1 7-16,13 0-2 0,-13 0-3 0,12 0 2 16,-6 0 0-16,-6 0-2 0,9 0 12 15,-9 0-7-15,9-1-6 0,-9 1 2 0,0 0 1 0,14 0-4 16,-14 0 4-16,10-1 1 0,-10 1 6 15,12 0-7-15,-12 0 1 0,9 1-1 0,-9-1-4 0,11-1 4 16,-11 1-8-16,12-2 21 0,-12 2-12 0,11 0-1 16,-11 0 4-16,12-2-5 0,-6 2 3 15,-6 0-6-15,15-1 0 0,-15 1 6 0,14-1-3 0,-9 0 0 16,-5 1 0-16,15 0 0 0,-15 0-2 16,14 0 3-16,-8 0-1 0,-6 0-2 0,11-2 3 0,-11 2 2 15,12-1-7-15,-12 1-4 0,9 0 6 0,-9 0 7 16,13-2-8-16,-13 2 6 0,11 0-8 0,-11 0 5 15,11-1-2-15,-11 1-2 0,9 0 4 16,-9 0 5-16,12 0-5 0,-12 0 0 0,9-1 1 16,-9 1 3-16,13-2-3 0,-13 2-5 0,10 0 3 15,-10 0 3-15,12-1-6 0,-12 1 9 0,9-2-2 0,-9 2-1 16,12-1-1-16,-12 1-3 0,9-1 4 0,-9 1 2 16,9-3-7-16,-9 3 9 0,12-3 2 15,-12 3-14-15,8-1 4 0,-8 1 3 0,11-2 0 16,-3 0 7-16,-8 2 2 0,8-3-6 0,-8 3-3 15,11 0-1-15,-11 0 5 0,12-1 0 0,-5-2-4 16,-7 3-1-16,10-1 1 0,-10 1 3 0,10-2-6 0,-10 2 5 16,11-3 1-16,-11 3-1 0,9-1 3 0,-3-1 1 15,-6 2 0-15,12-2-4 0,-12 2 1 16,11-2-2-16,-3 2 4 0,-8 0-3 0,14-3 0 16,-9 3-2-16,-5 0 2 0,16-3-1 0,-9 3 0 15,-7 0-1-15,13-2-1 0,-7 0 3 0,-6 2 2 0,14-2 2 16,-7 1-4-16,-7 1 1 0,12-1-2 15,-4-1 5-15,-8 2-5 0,11-3 2 0,-11 3-2 16,13-1-8-16,-13 1 9 0,12-2-6 0,-12 2 1 16,9 0-1-16,-9 0 2 0,10 0-1 0,-10 0 7 15,11 0-7-15,-11 0 5 0,8-2-6 0,-8 2 6 16,14-1-3-16,-8 0 0 0,-6 1 2 0,13-2-2 16,-6 1-3-16,-7 1 3 0,12-1 2 0,-12 1 0 15,13-2 4-15,-6 0-4 0,0 1 1 0,-7 1 0 16,13-1-3-16,-13 1-3 0,14-3 5 0,-8 1-1 15,-6 2 5-15,13-2-13 0,-6-1 5 0,-7 3-4 16,15-2 7-16,-10 1-4 0,3-1 4 0,-8 2 0 16,14 0-4-16,-8-2 3 0,-6 2 1 0,13-2-1 0,-4 2 5 15,-9 0-2-15,14-3-8 0,-8 3 3 16,-6 0 6-16,14 0-4 0,-14 0 1 0,11 0 1 16,-11 0 1-16,9-2 0 0,-9 2-6 0,10-1 0 15,-10 1 4-15,8-1 0 0,-8 1 2 0,0 0-1 16,11-2 4-16,-11 2 4 0,10-2 1 0,-10 2-2 15,10-2 0-15,-10 2-5 0,7-2 3 0,-7 2-3 16,9-2 2-16,-9 2-5 0,7-3 1 0,-7 3 0 16,0 0 1-16,11-2 0 0,-11 2-3 0,9 0 0 15,-9 0 3-15,10-2 0 0,-10 2-2 0,8-1-1 16,-8 1 2-16,0 0 0 0,7-2 1 0,-7 2-3 16,0 0 4-16,0 0-2 0,0 0-2 0,10-1-8 15,-10 1 12-15,8-2-1 0,-8 2 2 0,9-2 1 16,-9 2 0-16,8-3-4 0,-8 3 5 0,11-2 0 15,-5 1-8-15,-6 1 17 0,12-1-12 0,-12 1-9 16,12-2 4-16,-12 2 4 0,10 0-8 0,-4-1 4 16,-6 1 2-16,13-1 1 0,-5-2 0 0,-8 3 2 15,13-2-4-15,-6 1 2 0,-7 1-2 0,11-3 0 16,-11 3 3-16,8-1-3 0,-8 1-1 0,7-3-1 16,-7 3-2-16,11-2 3 0,-11 2 1 0,8-1 0 15,-8 1 5-15,6-4-1 0,-6 4-2 0,0 0 4 16,7-2-1-16,-7 2-3 0,0 0-4 0,0 0 6 15,10-1-4-15,-10 1 7 0,0 0 0 0,0 0 3 16,0 0 1-16,0 0-2 0,0 0-1 0,6-2 6 16,-6 2-11-16,0 0 14 0,0 0-4 0,0 0-3 15,0 0 2-15,0 0 2 0,0 0-9 0,0 0-7 16,0 0-5-16,0 0-14 0,4-6-16 0,-4 6-17 16,0 0-23-16,0 0-29 0,9-3-18 0,-9 3-25 15,5-3-86-15,-5 3-253 0,0 0 112 0</inkml:trace>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1:23.557"/>
    </inkml:context>
    <inkml:brush xml:id="br0">
      <inkml:brushProperty name="width" value="0.05292" units="cm"/>
      <inkml:brushProperty name="height" value="0.05292" units="cm"/>
      <inkml:brushProperty name="color" value="#FF0000"/>
    </inkml:brush>
  </inkml:definitions>
  <inkml:trace contextRef="#ctx0" brushRef="#br0">18236 16357 28 0,'0'0'31'16,"0"0"-14"-16,0 0-8 0,0 0-15 0,0 0 1 15,0 0-8-15,0 0-13 0,0 0 6 0</inkml:trace>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0T05:35:22.727"/>
    </inkml:context>
    <inkml:brush xml:id="br0">
      <inkml:brushProperty name="width" value="0.05292" units="cm"/>
      <inkml:brushProperty name="height" value="0.05292" units="cm"/>
      <inkml:brushProperty name="color" value="#FF0000"/>
    </inkml:brush>
  </inkml:definitions>
  <inkml:trace contextRef="#ctx0" brushRef="#br0">2222 14085 21 0,'0'0'57'0,"-8"-6"-17"0,8 6-2 0,0 0 3 16,0 0-5-16,-6-3 5 0,6 3 1 0,0 0-9 15,0 0 0-15,-8-4-7 0,8 4 0 0,0 0-8 16,0 0 3-16,0 0-5 0,0 0-4 0,0 0 0 16,0 0-2-16,-11 1 4 0,11-1-8 0,0 0 0 0,-11 7 0 15,8-5 0-15,3-2 2 0,-9 8-7 16,4-6 6-16,-1 1-5 0,6-3-2 0,-9 5 3 16,9-5 1-16,-10 5 1 0,6-1-3 0,4-4 3 15,-10 3-1-15,10-3 7 0,-6 3 5 0,6-3 5 16,-11 1 1-16,11-1 2 0,-8 1 4 0,8-1-4 15,0 0-1-15,-12-1 5 0,12 1-8 0,0 0-4 16,-12 1 1-16,12-1-2 0,0 0 2 0,0 0 4 16,-10-1-3-16,10 1-4 0,0 0-6 0,0 0 3 15,0 0-2-15,0 0-3 0,0 0 6 0,0 0-6 16,0 0 2-16,-9 1-3 0,9-1 2 0,0 0-6 16,0 0 0-16,0 0-2 0,0 0 2 0,0 0 12 15,0 0-5-15,0 0-13 0,0 0 3 0,20 8 7 16,-20-8-6-16,15 1 4 0,-10 0 1 0,6 2 1 15,-3-3-2-15,3 3-2 0,-4-3-2 0,-7 0 14 16,17-2-7-16,-7 4-4 0,2-2 10 16,-12 0 0-16,23 1-6 0,-11-1-1 0,0-1-1 0,-1 2 5 15,5-1-9-15,-3 1 7 0,6-1-5 0,0 0 6 16,0-2-6-16,4 2 7 0,4-2 4 0,3 1-6 16,0-2 1-16,0 2 14 0,1-3-13 0,1 0 3 15,0 2 0-15,1-2 5 0,1 1-5 0,0-1-4 16,2 0 2-16,-2 1-3 0,3-2 1 15,0 3 0-15,-1-3-2 0,3 1 6 0,-2 1-1 16,1 1 0-16,0 0 0 0,-2-1 2 0,3-1 3 16,0 2 0-16,-1 0 15 0,1-1-14 0,12 1-1 0,-14 1 0 15,1-2-2-15,1 2 0 0,1 1-3 0,13-3 0 16,-14 2-3-16,-1 1 6 0,0 0-6 0,0 0-1 16,1-1 1-16,-2 1 1 0,0 1-6 15,-1-1 5-15,-3 0-7 0,1 1 6 0,1-1-4 16,-1 0 0-16,-2 0 2 0,0 0-2 0,-1 0 3 15,2-1-1-15,-1 1 1 0,4 0-4 0,-2-1 6 16,-2 1 2-16,4-1-2 0,-1 2 0 0,0-1-1 16,1-1 6-16,1 1-6 0,-1 0 0 0,1-1 4 0,-2 0 0 15,2-2-6-15,0 1 0 0,-2 2 0 16,-1-1 1-16,4 1 5 0,-5-1 1 0,3 1-10 16,-3-2 7-16,0 1-5 0,17 1 6 0,-18-2-1 15,4 2-1-15,-3-1-1 0,3 1 1 0,0 0-2 0,-2 0 3 16,2 0 4-16,0 1-4 0,3-1-1 15,-3 0 8-15,1-1-8 0,1 2 1 0,-3 1 1 0,2-4-1 16,2 2 3-16,-4 3 2 0,4-3 5 16,-5 0-13-16,3 2-3 0,-1-1 3 0,-1 0 2 15,2-2 0-15,0 1 2 0,-4 1 7 0,3-1-7 16,-2-1 1-16,3-2-5 0,-1 2 4 0,1-1-1 16,-1 1 1-16,2-2-3 0,-1 1 2 0,-1-2-1 0,1 4 1 15,-1-4-4-15,0 2 1 0,-4 1 0 16,1-1-3-16,0-2-1 0,-1 4 1 0,-4-4 3 15,0 1-2-15,-1 3 0 0,-5-3 0 0,-3 1-2 16,0 1-2-16,0-2 8 0,2 2-8 0,-4 1 2 16,-4-2 2-16,-13 2-1 0,30-1-6 0,-20 1 4 15,-10 0 3-15,22 1 0 0,-11-1 1 0,-11 0-5 16,0 0 3-16,20 0-4 0,-20 0 0 0,0 0-12 16,14 3-13-16,-14-3-23 0,0 0-18 0,0 0-27 15,0 0-32-15,0 0-35 0,0 0-113 0,0 0-298 16,0 0 132-16</inkml:trace>
  <inkml:trace contextRef="#ctx0" brushRef="#br0" timeOffset="5101.7">4648 9789 46 0,'3'5'46'0,"-3"-5"-18"0,0 0-11 0,0 0-19 16,0 0-21-16,0 0-24 0,-1 12 11 0</inkml:trace>
  <inkml:trace contextRef="#ctx0" brushRef="#br0" timeOffset="5301.36">5207 9844 11 0,'0'0'19'0,"0"0"-10"0,6 6-16 16,-3-1-7-16,-3-5 3 0</inkml:trace>
  <inkml:trace contextRef="#ctx0" brushRef="#br0" timeOffset="5605.42">5667 9951 129 0,'0'0'132'0,"0"0"-12"0,0 0-14 0,0 0-5 16,0 0-8-16,4 4-6 0,-4-4-12 0,0 0 4 15,0 0-12-15,0 0-8 0,0 0 3 0,0 0-2 0,0 0-8 16,0 0-1-16,0 0-12 0,0 0 3 15,0 0-14-15,0 0 0 0,0 0-4 0,0 0 4 0,0 0 2 16,0 0-10-16,0 0-4 0,0 0 1 16,0 0-4-16,0 0-1 0,0 0-2 0,0 0-1 0,0 0-5 15,0 0-9-15,0 0-17 0,0 0-4 0,0 0-25 16,0 0-14-16,0 0-14 0,0 0-10 0,0 0-26 16,0 0-76-16,0 0-206 0,0 0 92 0</inkml:trace>
  <inkml:trace contextRef="#ctx0" brushRef="#br0" timeOffset="9973.44">4467 8064 17 0,'0'0'45'0,"0"0"-6"0,0 0-9 0,0 0-1 16,0 0-3-16,0 0 1 0,0 0-5 0,0 0-1 16,0 0-6-16,0 0-5 0,0 0 1 15,0 0-4-15,0 0 1 0,0 0 4 0,0 0-4 0,0 0-6 16,0 0-5-16,0 0 4 0,7 3 2 0,-7-3-1 15,0 0-2-15,0 0 3 0,0 0 0 0,0 0-3 16,2 6 0-16,-2-6 1 0,0 0-3 0,0 0 4 16,0 0-3-16,0 0 0 0,0 0 4 0,0 0-2 15,0 0 1-15,0 0-4 0,0 0-2 0,0 8 4 16,0-8 0-16,0 0 6 0,0 0-9 0,0 0 5 16,0 0-7-16,0 0 3 0,0 0 2 0,0 0-3 15,0 0-3-15,0 0 5 0,0 0-1 0,0 0 0 16,0 0 1-16,0 0-1 0,0 0-3 15,0 0 3-15,0 0-2 0,0 0 6 0,0 0-4 16,0 0-3-16,0 0 2 0,0 0 1 0,0 0-5 0,-1 10 4 16,1-10 0-16,0 0 1 0,0 0-2 0,0 0 3 15,0 0-1-15,0 0-3 0,1 6 3 0,-1-6-2 16,0 0 3-16,0 0-3 0,0 0 3 0,0 0-3 16,0 0 0-16,0 0 1 0,0 0-2 15,0 0 3-15,0 0 0 0,0 0 0 0,0 0 1 0,0 0-2 16,0 0-1-16,0 0 4 0,0 0-1 0,0 0 2 15,0 0-1-15,0 0 1 0,0 0-1 0,0 0 0 16,0 0 1-16,0 0 1 0,0 0-6 16,0 0 1-16,0 0 6 0,0 0-6 0,0 0 0 15,0 0 1-15,0 0 1 0,0 0 2 0,0 0-3 0,0 0-5 16,0 0-2-16,3 7 0 0,-3-7-7 0,0 0-14 16,0 0-32-16,0 0 15 0</inkml:trace>
  <inkml:trace contextRef="#ctx0" brushRef="#br0" timeOffset="13325.33">7306 10373 14 0,'0'0'16'15,"0"0"-18"-15,16 13-3 0,-16-13-6 0,6 4 4 16</inkml:trace>
  <inkml:trace contextRef="#ctx0" brushRef="#br0" timeOffset="13589.22">8377 10315 29 0,'6'3'64'0,"-6"-3"-11"0,0 0-7 15,0 0-4-15,0 0-8 0,0 0-10 0,0 0-26 16,13 0-15-16,-13 0-29 0,4 4-50 0,-4-4 23 16</inkml:trace>
  <inkml:trace contextRef="#ctx0" brushRef="#br0" timeOffset="13971.52">9463 10221 13 0,'0'0'85'0,"0"0"-21"0,5-4-13 0,-5 4-17 0,0 0-14 16,0 0-16-16,0 0-19 0,0 0-28 0,12 0-46 16,-12 0 20-16</inkml:trace>
  <inkml:trace contextRef="#ctx0" brushRef="#br0" timeOffset="14355.13">9799 10261 32 0,'0'0'107'0,"0"0"-4"15,0 0 1-15,0 0-10 0,0 0-9 0,0 0-5 16,0 0 0-16,12-2-8 0,-12 2-2 0,0 0-7 16,0 0-14-16,0 0-3 0,0 0-6 0,0 0-2 15,0 0-5-15,0 0-3 0,0 0-10 0,0 0 8 16,0 0-14-16,0 0 8 0,0 0-1 0,0 0-3 16,0 0-8-16,0 0 6 0,0 0-10 0,0 0 13 15,0 0-10-15,0 0-4 0,0 0-2 0,0 0 3 16,0 0-4-16,0 0 2 0,0 0-4 0,0 0 2 15,0 0 10-15,0 0-8 0,0 0-2 0,0 0 7 16,0 0-6-16,0 0-2 0,0 0 2 0,0 0 0 16,0 0-9-16,0 0 4 0,0 0-7 0,0 0-2 15,5 5 1-15,-5-5-14 0,0 0 4 0,0 0-15 16,0 0-7-16,0 0-7 0,0 0-2 0,0 0-18 0,0 0-9 16,0 0-83-16,0 0-173 0,0 0 76 15</inkml:trace>
  <inkml:trace contextRef="#ctx0" brushRef="#br0" timeOffset="27009.75">15739 7106 7 0,'0'0'4'0,"0"0"-1"0,0 0 4 16,0 0-5-16,0 0 5 0,0 0-6 0,0 0 3 15,0 0-2-15,0 0 1 0,0 0-1 0,0 0 2 16,0 0-3-16,0 0-1 0,0 0 3 16,0 0-4-16,0 0 1 0,8 12 1 0,-8-12-1 15,0 0 1-15,0 0 1 0,2 7 0 0,-2-7-1 0,0 0 1 16,5 6 2-16,-5-6-3 0,3 4-1 0,-3-4 0 15,0 0 1-15,2 6 3 0,-2-6-1 16,0 0-1-16,4 5-1 0,-4-5 0 0,4 5-1 16,-4-5 1-16,0 0 1 0,8 5 1 15,-8-5 3-15,4 5-3 0,-4-5-1 0,9 6-1 0,-6-4 1 0,-3-2 1 16,7 5-3-16,-3-1 1 0,-4-4-1 0,6 5-1 16,-1-2 1-16,-5-3 2 0,10 7-2 0,-6-1 0 15,1-3 1-15,-1 0 1 0,-4-3 1 16,10 7-4-16,-6-2 1 0,1-1-2 0,-1-1 1 15,0 1 3-15,-4-4 0 0,8 9-4 0,-2-4 13 0,-2 0-7 16,0 0-4-16,0-1 6 0,-4-4-4 0,5 11-6 16,-3-7 8-16,1 1-8 0,0 0 3 15,0 0 1-15,-3-5-1 0,7 11 1 0,-5-5-1 16,1-1-1-16,1 0 2 0,-1 0-2 0,-3-5 9 16,4 9-9-16,-1-5-1 0,-3-4 0 0,5 8 9 0,-1-2-6 15,-4-6-1-15,4 7 3 0,-4-7-3 0,3 6-2 16,-3-6 2-16,3 7 1 0,-3-7 2 0,6 5-1 15,-6-5 1-15,4 4-3 0,-4-4 3 16,3 6 0-16,-3-6-3 0,0 0 1 0,4 6 2 16,-4-6 1-16,0 0 0 0,0 0-2 0,5 6-5 0,-5-6 10 15,0 0-8-15,0 0 4 0,5 5-2 0,-5-5-1 16,0 0 2-16,4 6-4 0,-4-6 3 0,0 0 0 16,3 4-1-16,-3-4 2 0,0 0 2 15,0 0-3-15,3 6-2 0,-3-6 2 0,0 0 2 16,0 0-1-16,0 0-3 0,0 0-1 0,0 0 4 15,0 0 2-15,5 2-1 0,-5-2 1 0,0 0-4 16,0 0 1-16,0 0 1 0,0 0-4 0,0 0 3 0,0 0-2 16,0 0 1-16,5 7 3 0,-5-7-4 15,0 0 3-15,0 0-2 0,0 0 1 0,7 2 4 16,-7-2-4-16,0 0 4 0,5 5-6 0,-5-5-1 0,0 0 2 16,0 0 2-16,7 4 0 0,-7-4 2 0,0 0-2 15,4 4 3-15,-4-4-4 0,0 0-3 0,5 4-9 16,-5-4-11-16,7 3-22 0,-7-3 9 15</inkml:trace>
  <inkml:trace contextRef="#ctx0" brushRef="#br0" timeOffset="27899.2">15610 7074 5 0,'0'0'14'0,"-4"-6"5"16,4 6-7-16,0 0 0 0,0 0-3 0,0 0-2 15,0 0 0-15,0 0-1 0,0 0-1 0,0 0 2 0,0 0-1 16,0 0 2-16,0 0 2 0,0 0 1 0,0 0-6 16,18 11 4-16,-18-11-2 0,9 5 3 0,-9-5-1 15,10 3-1-15,-3-1 2 0,4-1-1 16,-3 2 1-16,-2 0-1 0,-6-3-4 0,14 3 0 15,-6 0 2-15,2 0 0 0,-3-2 0 0,0 3-3 0,1-2 1 16,2 1 0-16,-3 1 9 0,-1 0-13 16,1 0 2-16,0 0-2 0,-2 1 3 0,2 0-1 0,-4 1 4 15,2-2-3-15,0 2 2 0,-1 0 5 16,0-2-10-16,1 3 5 0,-1-2 3 0,-1 0-6 16,3 0 2-16,-1 1-6 0,0-1 4 0,0 0 1 0,2-1 0 15,-3 1-3-15,2-1 5 0,-2 1 1 16,1-1-1-16,0 1-5 0,-1 0-2 0,1 0 2 15,1-1 3-15,-6-4-4 0,9 8 6 0,-6-6-9 16,-3-2 5-16,8 5 9 0,-6 1-11 0,-2-6-1 16,9 6 3-16,-5-5 1 0,-4-1-3 0,5 4-3 0,-5-4 6 15,5 4-2-15,-5-4 1 0,0 0 5 0,5 5 0 16,-5-5-8-16,0 0-1 0,0 0 1 0,7 6 0 16,-7-6 1-16,0 0 1 0,0 0-1 15,0 0-3-15,0 0-1 0,5 3-6 0,-5-3-3 16,0 0-2-16,0 0-9 0,0 0 4 0,0 0-8 0,0 0 0 15,0 0-17-15,0 0-49 0,0 0 21 0</inkml:trace>
  <inkml:trace contextRef="#ctx0" brushRef="#br0" timeOffset="31747.41">15962 7403 2 0,'3'4'12'0,"-3"-4"-10"16,5 4 2-16,-5-4 2 0,0 0-3 0,7 4 2 15,-7-4 1-15,0 0-3 0,6 7 1 0,-6-7 4 16,7 3-2-16,-7-3 6 0,4 4 0 0,-4-4-6 16,6 6 2-16,-6-6-4 0,6 4 3 0,-6-4 2 15,4 3 4-15,-4-3-2 0,5 6-8 0,-5-6 3 16,8 4-4-16,-8-4 1 0,5 2 1 0,-5-2 3 15,8 3 0-15,-8-3-2 0,6 4 2 0,-6-4-1 16,0 0 0-16,8 6 1 0,-8-6 0 0,7 3-5 16,-2 0 3-16,-5-3 0 0,7 5 0 0,-7-5-2 15,6 5-2-15,-2-1 1 0,-4-4 1 0,8 4-2 16,-4 0 5-16,-4-4 0 0,7 6-2 0,-7-6 4 16,5 6-5-16,-5-6 4 0,7 6-5 0,-5-3 3 15,-2-3 2-15,5 4-2 0,-5-4-3 0,8 5 3 16,-8-5-1-16,4 6-4 0,-4-6 5 0,5 5-6 15,-5-5 2-15,5 6 1 0,-5-6-1 0,7 5 1 16,-7-5 4-16,3 6-2 0,-3-6-2 0,7 6-2 16,-7-6 0-16,6 4 11 0,-2-2-8 0,-4-2 0 15,6 8 0-15,-2-5-4 0,-4-3-1 0,7 7 8 16,-2-3-3-16,-5-4 1 0,6 8 2 0,-2-2-2 16,-2-1 1-16,2 1 1 0,-1 0 1 0,1-2-3 15,-4-4 2-15,6 10 2 0,-2-6-8 0,-2 0 3 16,-2-4 3-16,6 10-3 0,-3-5-1 0,1-3 2 15,-1 5-2-15,-3-7 1 0,6 10-3 0,-1-6 2 16,-2 1 1-16,-3-5 0 0,6 7 0 16,-2-2 2-16,-1 0-2 0,-3-5 0 0,6 7 3 0,-3-2-9 15,-3-5 11-15,8 7-4 0,-5-2 1 0,1-2-2 16,-4-3 0-16,5 6 2 0,-5-6 4 0,7 7-1 16,-5-2-8-16,3-1 3 0,-5-4 0 0,6 7 3 15,-6-7-4-15,6 7 2 0,-4-3-1 0,-2-4 1 16,5 7-6-16,-5-7 4 0,4 7-3 0,-1-4 0 15,-3-3 5-15,5 8 0 0,-5-8-2 0,4 7-3 16,-4-7 4-16,2 4 1 0,-2-4-4 0,3 8 6 16,-3-8-4-16,4 7 2 0,-4-7-4 0,2 7 3 15,-2-7-2-15,4 7 1 0,-4-7-2 0,3 8 3 16,-3-8 3-16,2 6-3 0,-2-6 3 0,1 8-3 16,-1-8 8-16,5 6-14 0,-5-6 4 0,3 7 0 15,-3-7-3-15,4 7 2 0,-4-7 4 0,4 6-4 16,-4-6 0-16,2 6-1 0,-2-6 9 0,3 7-9 15,-3-7-3-15,4 6 5 0,-4-6-2 0,4 6 4 16,-4-6-3-16,2 4-1 0,-2-4 3 0,0 0-2 16,6 5 7-16,-6-5-9 0,0 0 0 0,0 0 2 15,4 5-5-15,-4-5 7 0,0 0-3 0,3 5 4 16,-3-5 0-16,0 0-3 0,4 5 3 0,-4-5-2 16,0 0 2-16,2 7-1 0,-2-7-5 0,0 0 1 15,3 7 3-15,-3-7 1 0,2 5-2 0,-2-5 2 16,0 0 2-16,3 6 6 0,-3-6-3 0,0 0-8 15,4 7 1-15,-4-7 2 0,1 6-4 0,-1-6 4 16,4 6 7-16,-4-6-4 0,2 6-5 0,-2-6 5 16,0 0-1-16,4 7 2 0,-4-7-6 0,3 6 5 15,-3-6 1-15,0 0-3 0,2 8 2 0,-2-8-2 16,0 0 3-16,3 6-3 0,-3-6 0 0,0 0 4 16,2 7-3-16,-2-7-3 0,0 0-2 0,0 0-3 15,2 7 4-15,-2-7 0 0,0 0 1 0,0 0 1 16,2 5-7-16,-2-5 8 0,0 0 0 0,0 0-3 15,3 10 2-15,-3-10 4 0,0 0-2 0,2 6-5 16,-2-6 0-16,0 0 3 0,3 5-1 0,-3-5 7 0,0 0-12 16,4 6 9-16,-4-6-4 0,0 0 4 15,2 8-5-15,-2-8 6 0,0 0-7 0,4 7 1 16,-4-7 0-16,1 6 1 0,-1-6-1 0,3 6 1 16,-3-6 3-16,0 0 0 0,3 8-1 0,-3-8-3 15,3 6 6-15,-3-6-2 0,2 6-3 0,-2-6 1 16,0 0 2-16,2 7-5 0,-2-7 1 0,3 7 5 15,-3-7-6-15,2 5 3 0,-2-5-6 0,4 6 8 16,-4-6-4-16,0 0 1 0,4 7 0 0,-4-7-1 16,4 4 0-16,-4-4 3 0,0 0 5 0,4 8-2 0,-4-8-3 15,2 5-1-15,-2-5-1 0,4 6 2 16,-4-6 2-16,0 0 1 0,4 6 1 0,-4-6-3 16,4 4-2-16,-4-4 3 0,5 6-1 0,-5-6-1 15,0 0 0-15,4 8 0 0,-4-8 1 0,2 5 6 16,-2-5-2-16,0 0-3 0,5 7 0 0,-5-7 2 15,0 0-2-15,4 5 1 0,-4-5-3 0,0 0-1 16,3 5 6-16,-3-5-7 0,0 0-1 0,5 5 3 16,-5-5 3-16,2 5-1 0,-2-5-4 0,0 0 4 15,0 0 3-15,7 4 4 0,-7-4-2 0,0 0-6 16,2 5-2-16,-2-5-3 0,0 0 0 0,0 0 1 0,5 5-1 16,-5-5 2-16,0 0-1 0,4 4 0 15,-4-4 0-15,0 0 3 0,0 0-1 0,0 0-1 16,4 4-3-16,-4-4 9 0,0 0-5 0,0 0-3 15,0 0 9-15,5 3-7 0,-5-3-5 0,0 0 5 16,0 0 2-16,0 0 1 0,0 0-3 0,0 0 1 0,0 0-5 16,0 0 6-16,0 0-3 0,0 0 3 0,0 0-3 15,9 1 0-15,-9-1 3 0,0 0-5 16,0 0 5-16,0 0-3 0,0 0 8 0,0 0-8 16,0 0-1-16,0 0-5 0,0 0-3 0,0 0-18 15,0 0-21-15,0 0-30 0,0 0-61 0,0 0-150 0,0 0 66 16</inkml:trace>
  <inkml:trace contextRef="#ctx0" brushRef="#br0" timeOffset="35211.25">16664 8229 2 0,'0'0'29'15,"0"0"1"-15,0 0-4 0,0 0-1 0,0 0 6 16,0 0 1-16,0 0-5 0,0 0 4 0,0 0-5 16,0 0 3-16,0 0-8 0,0 0 0 0,0 0-2 0,0 0-2 15,0 0-2-15,0 0-1 0,0 0-3 16,0 0 2-16,0 0-2 0,0 0 0 0,0 0 1 15,0 0-4-15,0 0-2 0,0 0-2 0,0 0 0 16,0 0 5-16,0 0-5 0,0 0 1 0,0 0 0 16,0 0 0-16,0 0-4 0,0 0 2 0,0 0 2 15,0 0 2-15,0 0 0 0,0 0-2 0,0 0-1 16,0 0-1-16,0 0-1 0,0 0 1 0,0 0 0 16,0 0 0-16,0 0 3 0,0 0 1 0,0 0-5 15,0 0 2-15,0 0-1 0,0 0 2 0,0 0-3 16,0 0 0-16,0 0 0 0,0 0 1 0,0 0-4 0,0 0 3 15,0 0 3-15,0 0-3 0,0 0-1 16,0 0-1-16,0 0-3 0,0 0 2 0,0 0-3 16,0 0 7-16,0 0 0 0,0 0-2 0,0 0 5 15,0 0-3-15,0 0-4 0,0 0 3 0,0 0 0 16,0 0-5-16,0 0 0 0,0 0 2 0,0 0 2 16,0 0 1-16,0 0 2 0,0 0-2 0,0 0-5 15,0 0 4-15,0 0 0 0,0 0 0 0,0 0-3 16,0 0 3-16,0 0-1 0,0 0-1 0,0 0 2 15,0 0 0-15,0 0-3 0,0 0 3 0,0 0 4 16,0 0 2-16,0 0-9 0,0 0 4 0,0 0-1 16,0 0 4-16,0 0-4 0,0 0 1 0,0 0-2 15,0 0 3-15,0 0 0 0,0 0 0 0,0 0-2 16,0 0 4-16,0 0 1 0,0 0 2 0,0 0 3 16,0 0-3-16,0 0-2 0,0 0 2 0,0 0 3 15,0 0-2-15,0 0 5 0,0 0-4 0,0 0-4 16,0 0 8-16,0 0-4 0,0 0-4 0,0 0 4 15,0 0-4-15,0 0 3 0,0 0-4 0,0 0 4 16,0 0-3-16,0 0-7 0,0 0 5 0,0 0 3 16,0 0 0-16,0 0-2 0,0 0-4 0,0 0 0 15,0 0 3-15,0 0-4 0,0 0 4 0,0 0-6 16,0 0 5-16,0 0-2 0,0 0-4 0,0 0-1 16,0 0 2-16,0 0 2 0,0 0-3 0,0 0 2 0,0 0 3 15,0 0-1-15,0 0 2 0,0 0-3 16,0 0 5-16,0 0-4 0,0 0 4 0,0 0-7 15,0 0 5-15,0 0 5 0,0 0-4 0,0 0-2 16,0 0-2-16,0 0-2 0,0 0 7 0,0 0-8 16,0 0 2-16,0 0-9 0,0 0-7 0,0 0-7 15,0 0-11-15,0 0-7 0,0 0-10 0,0 0-12 16,0 0-40-16,0 0-113 0,0 0 51 0</inkml:trace>
  <inkml:trace contextRef="#ctx0" brushRef="#br0" timeOffset="38277.06">13214 9993 42 0,'0'0'42'0,"0"0"0"0,0 0 0 0,0 0-2 16,0 0-5-16,0 0 4 0,0 0-1 0,0 0 1 16,0 0-7-16,0 0-1 0,0 0-3 0,0 0 0 15,0 0-6-15,0 0 3 0,0 0-6 0,0 0-3 16,0 0 1-16,0 0-2 0,0 0-3 0,0 0-5 16,0 0 4-16,0 0 1 0,0 0-3 0,0 0 1 15,0 0-2-15,0 0-2 0,0 0-17 0,0 0 19 16,0 0-5-16,0 0 2 0,0 0-3 0,0 0 9 15,0 0-9-15,0 0 9 0,0 0 0 0,0 0 0 16,0 0 1-16,0 0-5 0,0 0 8 0,0 0-2 16,0 0 4-16,0 0-4 0,0 0-5 0,0 0-5 15,0 0 2-15,0 0 11 0,0 0-6 0,0 0 2 16,0 0-6-16,0 0 2 0,0 0 1 0,0 0 1 16,0 0-10-16,0 0 9 0,0 0-1 0,0 0-4 15,0 0 3-15,0 0-3 0,0 0-5 0,0 0 6 16,0 0-1-16,0 0-1 0,0 0-1 0,0 0-1 15,0 0 3-15,0 0 1 0,0 0-3 0,0 0 3 16,0 0 2-16,0 0-6 0,0 0-2 0,0 0 5 16,0 0-7-16,0 0-3 0,0 0 8 0,0 0 1 15,0 0 6-15,0 0-10 0,0 0-3 0,0 0 5 16,0 0-4-16,0 0 6 0,0 0-1 0,0 0-1 16,0 0-2-16,0 0-5 0,0 0 12 0,0 0-13 15,0 0 5-15,0 0-9 0,0 0-2 0,0 0-13 16,0 0-8-16,0 0-14 0,0 0 0 0,0 0-11 15,0 0-6-15,0 0-44 0,0 0-116 0,0 0 52 0</inkml:trace>
  <inkml:trace contextRef="#ctx0" brushRef="#br0" timeOffset="39238.91">13162 9792 54 0,'-2'5'66'16,"2"-5"-6"-16,0 0-12 0,-2 7-3 0,2-7-1 15,0 0-12-15,0 0 4 0,-3 7-1 0,3-7-3 16,0 0 1-16,0 0-4 0,-4 7 7 0,4-7-3 16,0 0-14-16,0 0 6 0,-2 5 1 0,2-5-4 15,0 0 6-15,0 0-9 0,0 0 5 0,0 0-5 16,0 0-4-16,0 0-4 0,0 0-5 0,0 0-16 16,-4 6-14-16,4-6-13 0,0 0-17 0,0 0-58 15,0 0-122-15,0 0 54 0</inkml:trace>
  <inkml:trace contextRef="#ctx0" brushRef="#br0" timeOffset="40839.8">17358 8371 81 0,'0'0'117'0,"0"0"3"0,0 0-9 16,0 0-11-16,0 0 1 0,0 0-9 0,0 0-6 15,0 0-10-15,4-12-7 0,-4 12-5 0,0 0-10 16,0 0-2-16,0 0-4 0,3-8-12 15,-3 8 0-15,0 0-10 0,0 0-2 0,0 0-8 0,0 0-6 16,0 0-19-16,0 0-7 0,0 0-12 0,0 0-5 16,0 0-9-16,0 0-1 0,0 0-13 0,0 0-5 15,0 0-5-15,0 0-24 0,0 0-57 16,0 0-157-16,0 0 70 0</inkml:trace>
  <inkml:trace contextRef="#ctx0" brushRef="#br0" timeOffset="41753.71">17767 10864 64 0,'0'0'110'0,"0"0"-4"15,-2 7-7-15,2-7 3 0,0 0-12 0,0 0-5 16,0 0-9-16,0 0 2 0,0 0-6 0,0 0-10 0,0 0-5 16,0 0-7-16,0 0-7 0,0 0-5 15,0 0-9-15,0 0-11 0,0 0-12 0,0 0-5 16,0 0-3-16,0 0-9 0,-4 7 0 0,4-7-5 0,0 0-11 16,-5 4 0-16,5-4-7 0,0 0-11 0,-6 6-10 15,6-6-13-15,0 0-19 0,-11 5-48 16,11-5-144-16,-6 0 64 0</inkml:trace>
  <inkml:trace contextRef="#ctx0" brushRef="#br0" timeOffset="42800.87">14216 12232 81 0,'0'0'107'0,"0"-10"-5"0,0 10-15 0,0 0-3 16,0 0-4-16,0 0-10 0,0 0-11 0,0 0-3 15,0 0-14-15,0 0-2 0,0 0-23 0,0 0-17 16,11-4-18-16,-11 4-13 0,0 0-16 0,0 0-75 16,11 17-132-16,-9-12 59 0</inkml:trace>
  <inkml:trace contextRef="#ctx0" brushRef="#br0" timeOffset="43541.56">17842 12369 97 0,'0'0'110'0,"0"0"-8"0,0 0-13 15,0 0-7-15,0 0-11 0,0 0-4 0,0 0-7 16,0 0-7-16,0 0-11 0,0 0 7 0,0 0-22 15,0 0-15-15,0 0-32 0,0 0-14 0,0 0-33 16,0 0-57-16,-6 10-133 0,6-10 58 0</inkml:trace>
  <inkml:trace contextRef="#ctx0" brushRef="#br0" timeOffset="44025.58">16162 12285 44 0,'0'0'65'0,"0"0"-13"0,0 0-3 0,0 0-3 16,0 0-8-16,0 0-6 0,0 0-24 0,0 0-23 15,5 7-39-15,-5-7-57 0,3 6 25 0</inkml:trace>
  <inkml:trace contextRef="#ctx0" brushRef="#br0" timeOffset="44879.5">16290 13067 47 0,'0'0'110'0,"0"0"-27"0,0 0-34 0,0 0-5 15,0 0-22-15,0 0-22 0,0 0-26 0,0 0-30 16,0 0-58-16,2 17 25 0</inkml:trace>
  <inkml:trace contextRef="#ctx0" brushRef="#br0" timeOffset="48077.38">15747 7143 3 0,'0'0'11'0,"-1"10"-3"0,1-10-2 16,-3 8 1-16,3 0-1 0,0-8 4 0,-1 15-5 15,1-9-2-15,-2 4 3 0,2-10 2 0,0 15-3 16,-1-5-1-16,1 0-1 0,-1 0 0 0,2-1 2 15,0 1 6-15,-1 0-1 0,2-2-3 16,-2 3 0-16,1-4-3 0,2 3 1 0,-2 0 2 16,0-1 5-16,2 1-7 0,-3 0 3 0,1-1-6 0,1 1 3 15,-4-2 2-15,4 2 0 0,-4-1 2 0,2 2-3 16,-1-2 0-16,-1 3 2 0,0-2 1 0,1 0-1 16,-2 0 0-16,2 1 5 0,-2 2-4 15,2-1 2-15,-3-1-4 0,0 4 3 0,3-3 3 16,-3-1 0-16,0 1-1 0,2-1-1 0,0 7 0 0,0-8 1 15,2-2-7-15,-1 2 4 0,-1-1 2 0,2-1-2 16,0-1-1-16,0 3 6 0,0-10-1 0,2 15-2 16,-2-5-1-16,0-3-1 0,1 0-2 0,-1-7-2 15,-1 16 2-15,-1-10-4 0,4 3 7 0,-2 0-3 16,0-2 0-16,0 0 0 0,0-7-7 0,-2 15 5 16,2-8-2-16,0 3 4 0,0-1-3 0,0-1 2 15,-1 1-3-15,0-2 5 0,-1 3-7 0,1-1-2 16,0-3 4-16,1-6-1 0,-1 18-2 0,1-10 3 15,0 1 0-15,-2-1 0 0,1-2 2 0,1-6-7 16,0 16 5-16,0-6 2 0,0 0-2 0,0-1 0 16,-1 2 1-16,-1-1-2 0,2 1 1 0,0-1 3 15,0 0 2-15,0 2-5 0,2-2 6 0,-2 3-4 16,0-2-3-16,0 0 2 0,-2 0-2 0,4 3 4 16,-4-3 5-16,4 1-3 0,-2-1-1 0,0 0-5 15,1 2 9-15,0-2-7 0,-1 2 2 0,2-2-2 16,-1 0 2-16,0 2-2 0,-1-3 3 0,0 2-1 15,3 0-6-15,-2 0 4 0,-1-2 3 0,1 2-7 16,-1-2 1-16,2 2 12 0,-2-2-13 0,0 1 0 16,1 1 1-16,-2-2 0 0,1 1 0 0,1 1-4 15,-1 0 12-15,1-3-7 0,0 1 1 0,1 1 3 16,-1-1-6-16,0 2 5 0,-1-1-7 0,3 0 3 16,-1 2 2-16,0-1-7 0,-1 0 8 0,0-1-4 15,2 1 4-15,-1 3-4 0,0-4 3 0,0 5-4 16,1 0 2-16,-2 1 4 0,-1 0-5 0,3 2 3 15,-2-2 3-15,-1 2-6 0,0 0-4 0,1 1 7 16,0 4 1-16,-2-6-4 0,1 0 1 0,0 0 1 16,0 0 0-16,-1-1-3 0,1 0 1 0,-1 2-1 15,1-4 8-15,0 2-6 0,-3-1 5 0,6 0-9 16,-6 1 11-16,3-2-8 0,3 1 3 0,-3-2 0 16,1-3-3-16,0 6-2 0,3 0 3 0,-2-2 0 15,0 2 7-15,-1-2-13 0,1 2 11 0,2-1-3 16,0 0-1-16,0 0-8 0,0 3 7 0,1-2 1 15,-2 2-2-15,0 1-3 0,1 4-4 0,-3-5 2 16,2 2 3-16,-2 3-6 0,-1 0-1 0,0 2-6 16,-1 0 5-16,1-1 4 0,0-6-3 0,-1 0 4 15,1 1-3-15,-2 0 3 0,1-1 1 0,1 0-1 16,0 0-7-16,-1 0 7 0,0 1 4 0,1-1-6 16,-2-1 1-16,1 0-3 0,1 0 6 0,-4 1-5 15,3-1 5-15,-1 0 0 0,0-3-1 0,0 4-3 16,-1-2 4-16,2-1 2 0,-2 3-3 0,2-4 3 15,0 0 0-15,1 0-3 0,0 2 8 0,0-1-5 16,0-2 4-16,1-2-9 0,-1 4 9 0,3 0-8 16,-2 0 4-16,1 1-3 0,0-2 4 0,2 2-1 15,-3 1 6-15,-1-1-1 0,2-1-1 0,2 2-4 16,-3 2-1-16,1-2 4 0,-1 0-3 0,1 1-1 16,-2-1 2-16,0 2-3 0,0-2 0 0,2 7 2 15,-2 0-1-15,-2-6-2 0,2-1 5 0,0 3-2 16,-1-1 0-16,0-1 4 0,1 0 1 0,-1 8-3 15,-1-8-4-15,1 0 6 0,-1 0 2 0,0 2-12 16,2-2 9-16,-1-1 3 0,2-3-3 0,-2 3 2 16,2 0-6-16,1-2 3 0,-2-1-6 0,2 1 9 15,-1 1-5-15,2-1-3 0,-1-1 14 0,0-3-12 16,0 2 7-16,1-1-2 0,-1-1-3 0,2 5 3 16,0 0-7-16,0-1 5 0,2 1 0 0,-1-2-2 15,-1 2 1-15,0 0 6 0,1-1 1 0,0 1 2 16,3 0 0-16,-4 1 0 0,1 1 4 0,0-2-5 15,0 8-7-15,-1-1 2 0,2-5 2 0,-2 7 4 16,-1-7-1-16,2 5-3 0,-3-5 5 0,1 0 6 16,0 2-13-16,-2 3 4 0,2-5-1 0,-2 1-5 15,-1 5 5-15,0-4-6 0,0 3 3 0,-3 2-2 16,2-9 0-16,0 8 3 0,-2-4-1 0,0-3-1 16,1 2 1-16,1-2 1 0,-1-1-4 0,4-1 1 15,-4 0-3-15,1 0 5 0,2 0-5 0,-1-1 1 16,0-4-2-16,0-1 4 0,2 0 1 0,-2-10-2 15,1 17 4-15,0-10-10 0,-1-7 5 0,4 14-1 16,-4-14 2-16,4 12-11 0,-4-12-2 0,5 9-8 16,-5-9 1-16,5 9-3 0,-5-9-6 0,5 6-3 15,-5-6-7-15,5 5-13 0,-5-5-45 0,0 0-103 16,5 9 46-16</inkml:trace>
  <inkml:trace contextRef="#ctx0" brushRef="#br0" timeOffset="48945.86">16544 8057 21 0,'-1'6'28'0,"-2"4"-1"0,2 0 1 15,0 2-1-15,0 3-7 0,-2 0 0 0,3 3 3 16,-3 0-6-16,2 8 4 0,-3 1-6 0,2 3-3 16,-1 1 3-16,2 1-3 0,0 3 2 0,2 13-2 15,-1-3-1-15,1 2-5 0,3-11 2 0,-4 11 3 16,3-1-3-16,-1-10-4 0,3 12 2 16,-1-2-1-16,0-10 4 0,1 9-2 0,-1-9-3 0,2 0 2 15,-1-2-1-15,2 12-2 0,-3-13 1 0,0 3-1 16,-1-2-1-16,5-1 0 0,-3 2 3 0,0-2-2 15,0 0 4-15,2 0-3 0,-1-2 2 0,0 0 3 16,0 2-3-16,1-1-5 0,-3-2 2 0,4 1 1 16,-3 0-4-16,-1-3-2 0,1 1 0 0,-1 2-1 15,0-1 4-15,1-2-12 0,0-1-2 0,-4-1 0 16,4 0-5-16,-2-1 5 0,-1-6 1 0,1 7-5 16,-1-9 5-16,0 2-3 0,-1-3 7 0,2 2 0 15,-2-2-1-15,0 1 1 0,0-5 2 0,-1 3 1 16,0 1 4-16,0-1-3 0,0-2 3 0,3 4-2 15,-1-6 0-15,0 3-2 0,-2-2 0 0,2 3 1 16,1 1-6-16,-2-5 8 0,0 2-8 0,2 2 0 16,-1-3-1-16,1 4 3 0,-2 0-7 0,2 1-4 15,-2-2-12-15,0 3-31 0,-1 0 14 0</inkml:trace>
  <inkml:trace contextRef="#ctx0" brushRef="#br0" timeOffset="49557.91">16731 10294 53 0,'-3'20'0'0,"2"-2"3"0,-3 3-3 15,0-2 4-15,2 6 1 0,-2-7-1 0,1 3 4 16,-2 1-4-16,0-2 2 0,3-1-1 0,-2 0 0 15,0 0 2-15,-3 5-2 0,2-6 3 0,0 0-1 16,3 0 3-16,-2 6-5 0,1-5 5 0,1 0-9 16,1-2 4-16,-1 1 6 0,1 0 2 0,-2-1 2 15,2 0-4-15,1-1-2 0,0 0-4 0,-1 0-1 16,1 0 3-16,-1 1 4 0,1-1-5 0,0 1 4 16,0 1-3-16,-2 0-2 0,1-1 0 0,-3 0 2 0,3 2-3 15,-3 0-3-15,2-2 0 0,-1 2 4 16,0-2 1-16,0 2-4 0,0 0-2 0,-1-2-2 15,2-2 3-15,2 2-2 0,-2 0 2 0,0-1 1 16,-1-4 1-16,2 1 1 0,1 0 1 0,-1-1-6 16,0 0 6-16,-1 0-7 0,2 0 4 0,2-1 2 15,-4 0-5-15,4-1 0 0,-4 0 7 0,4 1-5 16,-2 0 2-16,0 1 1 0,0-3-6 0,0 3 5 16,-3 1 0-16,2 2-1 0,-2 0 0 0,0-3-8 15,2 4 8-15,-1-3-3 0,-1 2 0 0,0 1 0 0,1 0-2 16,1-4 3-16,-2 5-3 0,-1-3 4 15,3-2-5-15,1 1 11 0,-1-3 3 0,0 6 1 16,1-6 3-16,-2 1 0 0,2 1-1 0,2-1 4 16,-2 0-3-16,0 1 2 0,0 0 1 0,0 0-4 0,2-1 9 15,-2 0-8-15,1 1 3 0,1-2-4 0,0 1-4 16,1-1 0-16,-2-1 5 0,0-2-7 0,2 2 5 16,-2 0 1-16,0-2-3 0,2 2 3 0,-2 2-7 15,-1-2-6-15,1 3 5 0,-1-3 10 16,0 1-6-16,2-1 0 0,-2 0 8 0,0 1-1 0,0 0-5 15,0-1 0-15,1 1 6 0,-1 0-3 0,1-1 3 16,-1 1-4-16,2 0 5 0,-2-1-1 0,1 1 1 16,-1-2-8-16,0 3 9 0,1-3-9 0,-1 3 0 15,2-3-9-15,-2 0 5 0,0-8 4 0,2 12 7 16,-2-4 0-16,1-2-1 0,2 1 9 0,-3-7-8 16,1 13-5-16,-1-13-2 0,1 12-1 0,-1-12 0 15,0 10-3-15,0-4-1 0,0-6 10 0,2 10-15 16,-2-10-15-16,1 7 11 0,-1-7 1 0,1 7-3 15,-1-7 6-15,3 6-9 0,-3-6-12 0,0 0-4 16,2 9-7-16,-2-9-7 0,0 0-9 16,4 7-17-16,-4-7-68 0,0 0-143 0,0 0 64 0</inkml:trace>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14:39.441"/>
    </inkml:context>
    <inkml:brush xml:id="br0">
      <inkml:brushProperty name="width" value="0.05292" units="cm"/>
      <inkml:brushProperty name="height" value="0.05292" units="cm"/>
      <inkml:brushProperty name="color" value="#FF0000"/>
    </inkml:brush>
  </inkml:definitions>
  <inkml:trace contextRef="#ctx0" brushRef="#br0">11082 13432 38 0,'0'-9'67'0,"0"9"-4"0,0 0-2 16,0 0 1-16,0 0-7 0,0 0-4 0,0 0-1 16,0 0-2-16,9 24 7 0,-5-18 0 0,-1 0-8 0,-1 1 2 15,2 0-19-15,-1 0 1 0,2 2 2 0,-1-1-1 16,-1 0-1-16,0-2 4 0,0 0-2 0,0 0 1 16,-3-6-9-16,4 8 0 0,0-4-3 0,-4-4 5 15,5 6-8-15,-5-6 3 0,1 6 1 0,-1-6 2 16,0 0 19-16,4 5-22 0,-4-5-3 0,0 0 3 15,0 0-5-15,4 5-3 0,-4-5-2 0,0 0 10 16,0 0-13-16,0 0 3 0,0 0-2 0,16-7 10 16,-8 1-8-16,1-3 0 0,5-2-5 0,0-1 5 15,9-3-6-15,-2-3 12 0,2-2-13 0,1 2 2 16,0-2-3-16,0-2 0 0,0 4-1 0,-1-1 4 16,1 0-4-16,0 0-2 0,-1 0-1 0,4 0 6 15,-1 2-7-15,-2-2 1 0,-1 2 3 0,-2 0 3 16,1 2-6-16,-6 3 2 0,-1-1-3 0,1 3-1 15,-3-1 6-15,-3 3-1 0,-2 1-7 0,1-1 5 16,0 2-3-16,-1 0 5 0,0 3 3 16,-3-1 3-16,1-1 2 0,-6 5 7 0,13-7 1 0,-8 6 2 15,0-1-3-15,-5 2-3 0,8-4 3 0,-8 4-5 16,0 0 1-16,9-7 1 0,-9 7 0 0,2-3 0 16,-2 3 1-16,8-2-3 0,-8 2-1 0,0 0-2 15,0 0 1-15,8-3-3 0,-8 3 0 0,0 0 2 16,0 0-2-16,0 0-6 0,5-4 3 0,-5 4 0 15,0 0 1-15,0 0-4 0,0 0 9 0,8-3-5 16,-8 3-3-16,0 0-3 0,0 0 3 0,0 0-5 16,12 3-13-16,-12-3-8 0,9 2-21 0,-9-2-17 15,7 2-14-15,-7-2-11 0,6 3-9 0,0 1-14 16,-2 1-14-16,0 2-78 0,-4-7-217 0,-4 15 96 16</inkml:trace>
  <inkml:trace contextRef="#ctx0" brushRef="#br0" timeOffset="1612.93">18644 13405 38 0,'0'0'58'0,"0"0"-5"0,0 0-7 16,0 0 1-16,0 0-2 0,0 0-3 0,0 0-5 16,0 0 2-16,0 0-8 0,0 0 0 0,0 0-5 15,0 0-6-15,0 0 7 0,0 0 0 0,0 0-12 16,0 0 6-16,0 0-2 0,0 0-1 0,0 0-11 15,0 0 10-15,0 0 0 0,0 0-6 0,0 0 5 16,0 0-4-16,0 0-7 0,0 0 5 0,0 0-5 16,0 0 5-16,0 0-9 0,0 0 6 0,0 0 7 15,0 0-4-15,0 0 6 0,0 0-14 0,0 0-3 0,19 12 12 16,-19-12-2-16,5 3 3 0,-5-3-5 16,6 5-4-16,-6-5 6 0,6 5-3 0,-6-5 4 15,4 6 2-15,-4-6-5 0,5 7 1 0,-3-3 0 0,-2-4 4 16,7 4-2-16,-2-1-5 0,-5-3 4 15,7 4 2-15,-7-4 3 0,9 6-7 0,-5-4 8 0,0 3-13 16,-4-5 4-16,8 5-1 0,-8-5-6 0,9 5 6 16,-6-3 1-16,-3-2-2 0,7 4 2 0,-7-4-8 15,0 0 14-15,6 4-2 0,-6-4-10 16,6 3 5-16,-6-3-3 0,7 1 2 0,-7-1 5 0,0 0 6 16,0 0-11-16,9 0 7 0,-9 0 0 0,0 0 1 15,14-5-12-15,-6 0 10 0,2-1-4 0,0-1 3 16,3-3-1-16,1-2 1 0,1-1-6 0,6-6-2 15,1-3 4-15,-1 2-3 0,6-5-1 0,-1 1 4 16,13-9 0-16,0-3-19 0,-2 5-4 0,-8 5-29 16,10-2 10-16,-10 8 2 0,-1-3-14 0,0 4-13 15,3 3-8-15,-4 2-71 0,-5-1-152 0,-5 4 68 16</inkml:trace>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8T05:16:21.497"/>
    </inkml:context>
    <inkml:brush xml:id="br0">
      <inkml:brushProperty name="width" value="0.05292" units="cm"/>
      <inkml:brushProperty name="height" value="0.05292" units="cm"/>
      <inkml:brushProperty name="color" value="#FF0000"/>
    </inkml:brush>
  </inkml:definitions>
  <inkml:trace contextRef="#ctx0" brushRef="#br0">20398 6729 2 0,'0'0'-1'15</inkml:trace>
  <inkml:trace contextRef="#ctx0" brushRef="#br0" timeOffset="2768.51">20606 6742 19 0,'0'0'33'0,"0"0"-4"0,19 0 8 0,-6-1-14 16,4 1-2-16,13 0 3 0,1 1-4 0,3-1-4 15,2 0 1-15,2 2 2 0,13-1-2 0,-12-1-4 16,-1 2-1-16,14-4-6 0,0 5 0 0,-14-1 2 15,2-1 0-15,16-1-6 0,-4 5-5 0,-12-4 8 16,13 3-2-16,4-2 1 0,-2-1-3 0,2 2 0 16,2 0 2-16,0-3-4 0,-4 1-4 15,1 1 4-15,-1-1 1 0,1-1 0 0,0 2 1 0,1-4 4 16,1 2-2-16,-1 0-4 0,-4-1 0 16,4 1 3-16,-1 0 2 0,-4-2-3 0,-2 4-6 0,0-4 6 15,-10 2 0-15,11-1-4 0,-13 1 2 0,-1 0-6 16,3-2 8-16,-2 1-4 0,13-2 6 0,-11 2-1 15,-2-1-4-15,0-2 2 0,3 1 0 0,-2 1 8 16,-4 1-5-16,3 0-1 0,-3-4-1 0,1 4 1 16,-3-1 0-16,-2 1-4 0,-1-1 2 0,1 2 5 15,-3-1-3-15,-7 1-3 0,7-1 3 16,-8-1 0-16,2 2 2 0,-3 0-4 0,2 0 3 0,-2 0-1 16,1 2-9-16,-1-2 5 0,1 1 2 0,3 0 0 15,4 1-1-15,-6-1-1 0,-1-1 0 0,1 0 0 16,1 3-4-16,6-3-2 0,-1 2-6 0,-8-1-9 15,3 2 4-15,-4-2-30 0,2-1-51 0,0 0 23 16</inkml:trace>
  <inkml:trace contextRef="#ctx0" brushRef="#br0" timeOffset="3384.84">22366 6789 3 0,'5'6'33'0,"0"1"6"16,2 0-7-16,-1 4-6 0,3 4-2 0,1 0-7 15,-1 2 3-15,-2 1-1 0,4 6-4 0,-1 2-4 16,0 0 6-16,-1 2 1 0,0 1-2 0,0 2-5 16,0 3 3-16,0-2-3 0,-3 2 1 0,1-1-5 15,-1 3 2-15,-2-2-2 0,-2-4 0 0,3 2-1 16,-5 0 0-16,0-4-1 0,-3 0 1 0,0 1-2 16,1-3 2-16,-2-1-2 0,1 3 4 0,1-9-8 15,-1 0 0-15,-1 6 4 0,0-6-7 0,2-1 2 16,-3 0-7-16,1-4-8 0,0 1 1 0,1-2-13 15,-2 4-30-15,1-4-62 0,2-3 27 0</inkml:trace>
  <inkml:trace contextRef="#ctx0" brushRef="#br0" timeOffset="3851.7">22617 6844 11 0,'-18'7'34'0,"11"-1"-3"0,-5 2 4 16,-2-1-3-16,-5 4-11 0,2 2 4 0,-7 1-9 15,0 0 1-15,-3 0-3 0,4 3-9 0,-1-3-7 16,-1 0-2-16,1-2-9 0,5-1-3 0,2-2-19 16,1 1-37-16,0 0 16 0</inkml:trace>
  <inkml:trace contextRef="#ctx0" brushRef="#br0" timeOffset="4067.21">22612 6982 26 0,'17'20'24'0,"-3"0"-13"0,-3-4-8 15,2 5-14-15,-4-2-12 0,1-4 6 16</inkml:trace>
  <inkml:trace contextRef="#ctx0" brushRef="#br0" timeOffset="4485.04">22242 7488 25 0,'0'0'44'0,"0"0"-4"0,-6-3-3 16,6 3 0-16,0 0-9 0,0 0 0 0,0 0-1 15,0 0-2-15,-5-6-4 0,5 6-1 0,0 0 0 16,0 0-9-16,0 0-1 0,0 0 4 0,0 0-7 16,0 0 3-16,0 0-1 0,0 0-4 0,0 0 0 15,17 14-3-15,-11-10 3 0,-2 2 1 0,3 1-1 16,-2-1-6-16,1 0 14 0,2 3-10 0,-2-2 3 15,-1-3-3-15,3 3 2 0,-3 1-3 0,1-2 1 16,1-1 6-16,-2-1 0 0,0 0-4 0,0-1 6 16,0 0 6-16,-5-3 5 0,9 1-3 0,-9-1 8 15,12-1-3-15,-12 1-3 0,14-6-7 0,-7 0 0 16,1 0-4-16,0-1-5 0,2 1 9 0,-2-3-15 16,-1 3-5-16,0-1-5 0,-1 0-15 0,-1 3-12 15,2 0-8-15,-2-1-49 0,1 0-103 0,-1 1 46 16</inkml:trace>
  <inkml:trace contextRef="#ctx0" brushRef="#br0" timeOffset="5700.92">23160 7242 24 0,'-2'-5'90'0,"-2"0"-16"16,4 5 2-16,-6-9-8 0,6 9-10 0,-12-6-18 15,6 4-4-15,6 2-1 0,-12 0 1 0,12 0-3 16,-15 7 2-16,6-4-9 0,0 4-7 0,-1 2 3 0,2 0-2 15,2-1-2-15,1 1 0 0,-2 1-4 16,6-1-3-16,0 1 2 0,0-3 1 0,1-7-7 16,2 14-4-16,1-8-5 0,2 0 5 0,-2 1-6 0,3-2 2 15,-1 0-7-15,1-2 0 0,2-1 2 0,-8-2-13 16,11 1 13-16,-11-1 3 0,13-2-2 16,-5-1-1-16,-3-1-3 0,1-2 4 0,-1 0-1 15,1-3 3-15,-3 1-2 0,4 0 11 0,-4-2 0 0,0 1-2 16,2 1 0-16,-2 0 13 0,-1 2-9 0,1-1 2 15,-3 7 0-15,4-11 6 0,-4 11-10 0,2-8-5 16,-2 8 7-16,5-2-6 0,-5 2 1 16,0 0 5-16,0 0-10 0,0 0 6 0,12 13-3 15,-8-8 2-15,-2 4 5 0,2 1-10 0,0 2 10 16,1-2-10-16,-2 2 4 0,0 0 3 0,0 0-4 0,0 2 2 16,-1-5 4-16,-1 4-3 0,1-3 7 0,-1 1-17 15,2-3 9-15,-5 0-8 0,4 0 7 0,-2-8 4 16,1 11-3-16,0-6-4 0,-1-5-7 15,1 10 8-15,-1-10-2 0,2 6 2 0,-2-6 2 0,1 7-1 16,-1-7 3-16,0 0 6 0,0 0-1 0,5 5 5 16,-5-5-10-16,0 0 5 0,0 0-11 0,0 0 10 15,0 0-20-15,0 0 1 0,17-15-7 0,-11 11-8 16,3-3 1-16,-1-1 0 0,1 0-7 0,-2-1 1 16,1-1 7-16,-2 1-2 0,1-1 2 0,-1 0-1 15,3-2-1-15,-3 3 6 0,1-2 1 16,-1-1 8-16,6-1 3 0,-7 2 2 0,1-1 8 15,-1 3-2-15,1-1 7 0,0 2 10 0,-2 2 5 0,-3-1 1 16,1 2 5-16,-2 5-5 0,6-8-1 0,-6 8 1 16,5-7-6-16,-5 7-6 0,2-4-6 0,-2 4 6 15,0 0-5-15,0 0 5 0,14 1-5 0,-14-1 0 16,8 5-1-16,-4 1 2 0,0 0-6 0,2 0 16 16,-1 2-9-16,1 1-2 0,1 0-1 0,-2-1 1 15,2 4 0-15,-1-3-8 0,-1-1 6 0,0 2 5 16,0-1-11-16,-1-2 5 0,-1 0-4 0,0-1 10 15,0-1 4-15,-3-5-6 0,8 7 10 0,-6-1 14 16,-2-6 5-16,0 0 12 0,7 3 2 0,-7-3-6 16,0 0 0-16,0 0-8 0,0 0-7 0,0 0-3 15,12-12 1-15,-5 6-3 0,-4 2-1 0,1-3-8 16,1-3 4-16,1 1-4 0,-2 0-6 0,2 0 8 16,-1 1-9-16,-1-1 8 0,0 3-9 0,-2-1-5 0,1 1 1 15,-1-1 11-15,3 2-11 0,-5 5-1 16,9-6-4-16,-6 1 2 0,-3 5 2 0,5-4-7 15,-5 4-2-15,0 0 1 0,0 0 2 0,10 0 2 16,-10 0-8-16,0 0 3 0,8 10 2 0,-3-6 1 0,-5-4-3 16,6 6 6-16,-2 0 1 0,1 0 2 15,-1-3-7-15,-4-3 0 0,5 7 2 0,-1-3-5 16,-4-4 7-16,6 6-5 0,-6-6 4 0,4 3 2 16,-4-3 8-16,0 0-1 0,0 0-3 0,0 0-1 0,0 0-4 15,12-10 2-15,-8 3 2 0,1 1-1 16,-1-6-11-16,-2 5 13 0,1-4-1 0,-3 2-3 0,1-1 4 15,-1-1-2-15,0 1 1 0,-1 2 0 0,-4-1 2 16,-2 3-19-16,2 0-3 0,-1 2-21 0,-1 1 4 16,7 3-10-16,-19 0-10 0,8 3-13 0,-2 1-8 15,-5 6-8-15,3 2-80 0,-1 1-176 0,0 1 77 16</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2:16.977"/>
    </inkml:context>
    <inkml:brush xml:id="br0">
      <inkml:brushProperty name="width" value="0.05292" units="cm"/>
      <inkml:brushProperty name="height" value="0.05292" units="cm"/>
      <inkml:brushProperty name="color" value="#FF0000"/>
    </inkml:brush>
  </inkml:definitions>
  <inkml:trace contextRef="#ctx0" brushRef="#br0">21311 8586 27 0,'0'0'23'0,"0"0"-14"15,0 0-20-15,0 0-9 0,0 0 4 0</inkml:trace>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11:59"/>
    </inkml:context>
    <inkml:brush xml:id="br0">
      <inkml:brushProperty name="width" value="0.05292" units="cm"/>
      <inkml:brushProperty name="height" value="0.05292" units="cm"/>
      <inkml:brushProperty name="color" value="#FF0000"/>
    </inkml:brush>
  </inkml:definitions>
  <inkml:trace contextRef="#ctx0" brushRef="#br0">21290 7741 9 0,'0'0'29'15,"0"0"3"-15,0 0-7 0,0 0 2 0,0 0-2 16,0 0-1-16,0 0-4 0,0 0 2 0,0 0-5 0,0 0 0 16,0 0 0-16,0 0-3 0,0 0 4 0,0 0 3 15,0 0-2-15,0 0 0 0,0 0-3 16,0 0 5-16,0 0-3 0,0 0 0 0,0 0 5 15,-4-4-9-15,4 4 7 0,0 0 1 0,0 0-1 0,0 0-10 16,0 0 3-16,0 0 0 0,0 0 7 16,0 0-10-16,0 0-1 0,0 0 0 0,0 0-4 15,0 0 4-15,0 0-4 0,0 0 0 0,0 0-1 16,0 0-4-16,0 0 6 0,0 0-4 0,0 0 0 0,0 0-1 16,0 0 2-16,0 0 3 0,-12 0-4 0,12 0 1 15,0 0-2-15,0 0-2 0,0 0 2 0,0 0 8 16,0 0-9-16,0 0 3 0,0 0-9 0,0 0 9 15,0 0 2-15,0 0 1 0,0 0-5 0,0 0 5 16,0 0-5-16,0 0 1 0,0 0-3 0,0 0 3 16,0 0-2-16,0 0 1 0,0 0 1 15,0 0-2-15,0 0 0 0,0 0 2 0,0 0-10 16,0 0 2-16,0 0-1 0,23-5 1 0,-23 5 1 0,10-1-3 16,-10 1 1-16,12-2-5 0,-6 2-3 0,-6 0 6 15,17-2 4-15,-7 3-8 0,2-2 4 0,-2-1 3 16,0 2-3-16,3 0 0 0,-3 0 1 0,3 0-3 15,-2 0-2-15,1-1-1 0,1-1 1 0,-2 4-2 16,1-4 2-16,0 2-1 0,1-4 2 0,0 4 3 16,-2 0 2-16,1-2 0 0,-1 4-1 0,0-5 5 15,-2 3-2-15,-1-2-3 0,2 4 5 0,-10-2-2 16,16 0-1-16,-10 1 1 0,-6-1 0 0,15-1 2 16,-8 1-3-16,2-2 5 0,-9 2 6 0,16 0-6 15,-9-1 0-15,-7 1-3 0,14-1-2 0,-6 1 3 16,3 1 0-16,0-1 0 0,-4 0-2 0,5 0 2 15,-2-1 3-15,-10 1-2 0,17 1-4 0,-6 0 6 16,-1-1-5-16,-2 0-2 0,-8 0 6 0,15 2-4 16,-4-2 8-16,-4 0-7 0,3 0 1 0,1 1 4 15,-3 1-5-15,2-2 0 0,-10 0 3 0,14 0 1 16,-7 0-2-16,2 0-1 0,-9 0 2 0,14 0 1 16,-14 0-3-16,16 0 1 0,-10 0 4 0,-6 0-7 15,14 0-1-15,-2 0 3 0,-2 0 2 0,0 0-5 16,-1-2 2-16,1 4 1 0,-2-2 1 0,1 0-1 15,-9 0 0-15,17 0 2 0,-10 0 4 0,-7 0-7 16,18 1-1-16,-13 2 6 0,3-3-4 0,-8 0 0 16,16 0 1-16,-9 0 3 0,-7 0-3 0,16 0-2 15,-7-4-3-15,2 4 13 0,-2 1-5 0,2-1 0 0,-2 0-5 16,1 3 1-16,-1-3 2 0,-9 0-4 0,18-4 6 16,-8 4-6-16,2-2 4 0,-2 2-2 15,0 0 1-15,-1 0 1 0,-9 0-2 0,17-1 0 16,-7 1-2-16,-4-2 6 0,5 2-5 0,-2-1 7 0,1 2-7 15,-1-2-3-15,-9 1-3 0,15 1 2 0,-5-2-1 16,-1 1 1-16,0-1 1 0,1-1-1 0,-2 2 4 16,-8 0-1-16,15-2-2 0,-6 1 1 15,-1 1-1-15,3-1 6 0,-3 2-4 0,-8-1 3 0,19-3-5 16,-8 3 9-16,-1 0-9 0,0 0 0 0,0 2 2 16,1-2 0-16,-1 0 7 0,0 1-8 0,0-1 7 15,3 0-3-15,-3-1-2 0,1 2 4 0,-3-2-1 16,-8 1 0-16,18 0 5 0,-6-2-7 0,-5 2-1 15,-7 0 2-15,12 0-4 0,-12 0 4 0,15 0 1 16,-7-2 0-16,0 4-1 0,-8-2 4 0,16 0-3 16,-6 3 2-16,-2-3-1 0,4 1-4 0,-3-1 0 15,2 0 1-15,0 0 1 0,0-1-2 0,-1 1 0 16,3 1 4-16,-2-1 0 0,5 0-1 0,0 0-1 16,-2-1-1-16,4 1 0 0,-4 0 2 0,-2 0 6 15,-1 0-7-15,3 0 2 0,-2 0-4 0,1 0 7 16,-3 0-4-16,1 0-1 0,1-1-2 0,-2 2 0 15,0-1 3-15,2 0-2 0,-2 0 0 0,-2 0 1 16,1 0-1-16,1 0 5 0,0 0-5 0,1 0 3 16,-1 0-3-16,1 0 4 0,0 0-5 0,0 0 6 15,3 0-3-15,-3-1-1 0,2-1 1 0,1 2-1 0,0 0 0 16,0 0 0-16,0 2-4 0,0-4 4 16,3 2-3-16,-2 2 1 0,-2-4-2 0,0 2 3 15,5 0-4-15,0 0 2 0,-6 0 1 0,1-2 3 16,1 2-4-16,-1 0-1 0,1 2 3 0,0-2 1 15,0-2-2-15,-4 2 0 0,3 2 1 0,-1-2-3 0,-2 0-1 16,1 2-3-16,0-1 2 0,-1-1 1 0,-2 0 1 16,4 0 1-16,-3-1-1 0,3 1 3 0,-2-2-4 15,2 4 2-15,-1-2 2 0,-1 1 4 0,-2-1-12 16,0 0 3-16,3-1 11 0,-1 1-7 0,3-2-3 16,-1 2 3-16,-2-3-6 0,3 2 2 0,-2-1 3 15,2 2 3-15,6 0-1 0,-1 0-1 0,-1 0-1 16,-3-2-8-16,-2 4-12 0,2-2 6 0</inkml:trace>
  <inkml:trace contextRef="#ctx0" brushRef="#br0" timeOffset="980.52">20328 6735 8 0,'0'0'20'0,"0"0"-12"16,0 0 11-16,9 0-1 0,-9 0-4 0,0 0-9 15,0 0 1-15,0 0 0 0,9 4-1 0,-9-4-5 16,0 0 5-16,5 3-1 0,-5-3-7 0,3 8 6 0,-3-8-5 16,0 0 1-16,6 4-2 0,-6-4 0 0,4 3-7 15,-4-3-7-15,0 0-18 0,4 7 8 0</inkml:trace>
  <inkml:trace contextRef="#ctx0" brushRef="#br0" timeOffset="1790.31">20368 6764 56 0,'5'4'-10'0,"-5"-4"-10"15,0 0 32-15,0 0-13 0,0 0-6 0,0 0 11 0,0 0-1 16,5 3 8-16,-5-3-3 0,0 0 7 0,0 0 2 16,0 0-4-16,0 0 3 0,0 0-4 0,0 0-2 15,0 0 5-15,0 0-5 0,0 0 0 0,0 0-4 16,0 0 2-16,0 0-2 0,0 0-4 0,0 0 3 16,0 0 3-16,0 0-8 0,0 0 5 0,0 0 0 15,0 0 1-15,5 3-6 0,-5-3 2 16,0 0 0-16,0 0 4 0,7 3-10 0,-7-3 9 15,0 0 1-15,5 5-5 0,-5-5 4 0,0 0 2 0,5 5-3 16,-5-5 1-16,6 2-4 0,-6-2 0 0,5 4 3 16,-5-4-5-16,6 6 5 0,-6-6 3 0,5 7-4 15,-5-7 4-15,6 5 4 0,-3-1-1 0,-3-4 3 16,9 8 6-16,-6-3-3 0,3-2-1 0,0 4-1 16,3-2 7-16,-2-2-4 0,1 4 1 0,1 0-1 15,3-3-1-15,-3 2-6 0,0 1 1 0,2 2-3 16,-2-3 1-16,0 3-12 0,0-1 14 0,0-1-7 15,0 1-2-15,0 0 1 0,0 1 5 0,-3-5 1 16,2 4-6-16,0 0 1 0,-1-2-1 0,-1-1 1 16,2 1 7-16,-3-1-12 0,2 0 8 0,0-1-1 15,-2 1 2-15,2 0-7 0,-2-1 6 0,1 3-3 16,1-2-1-16,-2-1 1 0,0 1 5 0,1 0-1 16,0 1-7-16,0 2 1 0,0 0 0 0,-2-3 5 15,1 1-9-15,2 3 9 0,-2-1-7 0,1-2 5 16,-1 3 1-16,-1 0-3 0,0-2-10 0,0 3 12 15,0-2-3-15,1 1-1 0,0 0 4 0,0-1 2 16,-1-1-2-16,1 2-3 0,-1-3-4 0,1-2-3 16,1 3 6-16,-1 2 1 0,2-3 0 0,-2 1-4 15,0-1-7-15,0 1 13 0,1 0-1 0,-1-1 1 16,1 3-2-16,1-2 2 0,0 0-5 0,0 2 3 0,0-1 4 16,-1 1-5-16,1 0-2 0,0-1 1 15,-2 2 4-15,2-1-10 0,-1 1 3 0,-1 0 5 0,0-1 10 16,3 0-10-16,-2 1-1 0,1 0 2 15,-2 0-2-15,2-1-3 0,0 0-4 0,-1-1 1 0,1 0-1 16,-1 2 1-16,2-3-1 0,-1 1-1 0,1-1 3 16,0 3-4-16,-1-4 7 0,0 0-1 15,-1 1 0-15,-1-2-12 0,0 0 4 0,3 2 5 16,-3-3-6-16,3 5 0 0,0-5 4 0,-3 3-3 0,2-3 6 16,0 0-1-16,-1 0-1 0,2 2-6 0,-1 0 7 15,1 0 0-15,0 2-1 0,-1-3-10 0,1 3 11 16,-3-3-2-16,4 2-1 0,-4-4-3 15,2 3 6-15,-1-2 1 0,2 3 3 0,-3-4-5 0,0 0 3 16,0 1-3-16,1 0-1 0,1 0 5 0,-2-1 1 16,-1 1 0-16,-4-4-4 0,11 7 1 0,-6-4 4 15,2-1 0-15,-7-2-5 0,9 8 1 0,-5-6-2 16,1 1 7-16,-5-3 0 0,8 5-3 0,-2-1 4 16,-2 0-7-16,-4-4 7 0,7 5-4 0,-3-1 0 15,-4-4 4-15,8 4-2 0,-5 0 1 0,-3-4 0 16,7 7-2-16,-7-7 1 0,4 6-7 0,-4-6 5 15,2 4-7-15,-2-4 3 0,0 0-3 0,3 8 1 16,-3-8-3-16,3 7-8 0,-3-7-2 0,0 0-2 16,1 6-31-16,-1-6-57 0,0 0 25 0</inkml:trace>
  <inkml:trace contextRef="#ctx0" brushRef="#br0" timeOffset="2673.48">20225 7705 14 0,'0'0'57'0,"0"0"-2"0,0 0-11 0,0 0-4 16,0 0-3-16,0 0-3 0,0 0-3 0,-3-8-6 16,3 8 6-16,0 0-15 0,0 0 5 0,0 0-7 15,0 0 6-15,0 0-11 0,0 0-4 0,17 10 0 16,-11-7-2-16,2-1 0 0,2 2-1 0,2-1-4 16,-1 2-1-16,3-4-3 0,3 5-3 0,-2-2 1 15,2 1 0-15,-4 0 2 0,4 1-5 0,-1 0 0 16,0-2-3-16,0 3 4 0,0 0 2 0,-4-1-7 15,4 1 3-15,0 1-8 0,0-1 2 0,0 0-12 16,0 2-17-16,0-3-48 0,0 4 21 0</inkml:trace>
  <inkml:trace contextRef="#ctx0" brushRef="#br0" timeOffset="2998.87">21084 8377 14 0,'5'4'10'0,"-1"2"4"0,0-1 1 0,1 0-4 0,0 1-2 15,0-3 3-15,1 0-5 0,2-2 1 0,0 6-4 16,-3-3 8-16,2-2-7 0,0 0-3 16,-2 5-2-16,1-4 3 0,-1 3-5 0,2-2-1 0,-1 1 2 15,-1 0-7-15,0 1 1 0,1 0-1 0,1 0-9 16,-2-2-17-16,0 1 8 0</inkml:trace>
  <inkml:trace contextRef="#ctx0" brushRef="#br0" timeOffset="4183.38">22699 8667 5 0,'10'1'33'15,"6"-1"-5"-15,-3-1-2 0,4 1-6 0,0 0-3 16,0 0 6-16,2 0-4 0,-6 1-7 0,-1 0 3 16,7-3-3-16,-1 3-3 0,-4-1 3 0,4 0-6 15,-1 0-1-15,2 0-8 0,-2-1 1 0,2-1 1 16,0 2 4-16,-2 0 0 0,0-1-2 0,0-2-6 16,0 3 6-16,1 0-4 0,0-3 0 0,-6 3 0 15,2 0 1-15,-1 0 0 0,1 0-2 0,0-2 1 16,0 2 1-16,0-1-1 0,-2 0 0 0,3 1 3 15,-3 0-3-15,0 1 0 0,1-2 3 0,0 1-3 16,-1 0 3-16,0 0 1 0,2 0 3 0,-1-2-3 16,2 1 2-16,2 1-1 0,-3-1 3 0,-1 2-2 15,2-1-3-15,-3-1-8 0,2 2 8 0,0-2-2 16,0 1 3-16,1 1-5 0,-3-1 4 0,3-1 0 16,-2 1 3-16,0 0-1 0,0-1 3 0,-1 1-11 15,2 0 8-15,-3 1-1 0,1-2 2 0,1 2-6 0,-1-1 3 16,2 0 1-16,-1 1-1 0,0-1 3 15,0 0 2-15,1 1-1 0,-2 1 3 0,1-1-5 16,-2-5-2-16,1 5 5 0,-5-1-4 0,5 2-4 16,-4-1 10-16,-8-1 2 0,17 1 1 0,-4 1 4 0,-4-2-2 15,3 0-1-15,-2 2-1 0,-2-2-2 0,4 1 6 16,-3-2-3-16,-1 2-6 0,3-1 3 16,-4 0-1-16,0 2 5 0,4-1 0 0,-2 0-3 15,1-1-3-15,0 0 0 0,3 0 2 0,-2 2 6 0,1-1-6 16,2 0-2-16,-1 1 5 0,1-2-4 0,-3 0 1 15,3 2-4-15,-3-2-1 0,-1 1 6 0,1-1-9 16,-4 1 3-16,-7-1 0 0,15 0-13 16,-7 2-3-16,-8-2-4 0,10 0-12 0,-10 0-42 0,8 0-78 15,-8 0 35-15</inkml:trace>
  <inkml:trace contextRef="#ctx0" brushRef="#br0" timeOffset="7566.37">23480 7212 46 0,'0'0'66'0,"0"0"3"16,0 0-6-16,0 0 8 0,0 0 3 0,-1-10-5 15,1 10-6-15,0 0-8 0,0 0-2 0,0 0-4 0,0 0 7 16,0 0 1-16,0 0-6 0,0 0-7 0,0 0-2 16,0-10 1-16,0 10-6 0,0 0 2 0,0 0 5 15,0 0 1-15,0 0 8 0,0 0-4 0,1-8-6 16,-1 8 0-16,0 0-8 0,0 0 2 0,0 0-3 16,0 0-8-16,0 0 4 0,-2-10-5 0,2 10 3 15,0 0-5-15,0 0 5 0,0 0-1 0,0 0 0 16,0 0-4-16,-2-7 0 0,2 7-2 0,0 0-1 15,-2-8-8-15,2 8 2 0,0 0 1 0,0 0 8 16,0 0 2-16,0 0-9 0,0 0-4 0,-4-8-2 16,4 8-5-16,0 0 4 0,-4-6-7 0,4 6 10 15,0 0-6-15,-5-7 2 0,5 7-3 0,-4-6 3 16,4 6-1-16,-8-3-5 0,8 3 2 0,-7-4-5 16,7 4 1-16,-9-6 0 0,9 6 3 0,-9-4 1 15,9 4-5-15,-9-3 4 0,9 3-1 0,-7-2-4 16,7 2 5-16,0 0-3 0,-7-4 0 0,7 4 0 0,0 0-5 15,0 0 5-15,0 0 1 0,0 0-3 16,-7-4 1-16,7 4-1 0,0 0-10 0,0 0 13 16,0 0-4-16,0 0 6 0,0 0-7 0,0 0-2 15,0 0 1-15,0 0 2 0,0 0-1 0,0 0 3 0,0 0-4 16,0 0 4-16,0 0-3 0,0 21 1 16,0-21 6-16,4 15-7 0,-3-7 7 0,2 2-6 15,0 1 3-15,-2 0 3 0,1-3 0 0,0 5 9 16,0-4 1-16,1 2-1 0,-1 2-6 0,1-3 3 0,2 2 4 15,-1-2-3-15,-2 0-1 0,2 2 2 16,0-2 0-16,0 0-3 0,0 2 0 0,2-3 2 16,-1 2 11-16,0-2 1 0,-2-2-3 0,1 0-2 0,0 0-3 15,-2 1 3-15,2-2-3 0,1 2 0 0,-2-3-2 16,0 0-1-16,-3-5-3 0,6 10 1 0,-5-5-6 16,-1-5-3-16,2 8 7 0,1-4-1 0,-3-4 0 15,3 8-3-15,-3-8 0 0,3 9 5 0,-1-5-4 16,-2-4 2-16,2 9-3 0,-2-9-2 0,4 8 6 15,-4-8-2-15,4 7-2 0,-4-7-1 0,2 5-2 16,-2-5 1-16,4 8 5 0,-4-8 1 0,0 0 13 16,4 3 5-16,-4-3 9 0,0 0 9 0,0 0 4 15,0 0 8-15,0 0 4 0,0 0-5 0,0 0-2 16,0 0-4-16,10-1-2 0,-10 1 6 0,0 0 8 16,0 0-6-16,8-8-6 0,-8 8-5 0,4-7-5 15,0 2-5-15,-1 1 0 0,4-5-5 0,-2 1-7 16,4-3 3-16,-3 1-8 0,-1 0 3 0,1-2-5 15,4-4 0-15,0 0-3 0,-4 0 1 0,2 2-2 16,0-2-3-16,1 1-3 0,-3 0 0 0,2 1 2 16,1 4-5-16,-3-3 1 0,-2 5 0 0,0-3 1 15,1 1-3-15,1 2 2 0,-1-1 1 0,-1 3-2 16,-1 0-1-16,-3 6 2 0,5-11-3 0,-4 8 6 16,-1 3-3-16,5-7 7 0,-5 7-7 0,3-6 1 0,-3 6-5 15,4-6 2-15,-4 6 8 0,0 0-11 16,0 0 3-16,0 0-2 0,3-7-3 0,-3 7 1 15,0 0-2-15,0 0-8 0,0 0-11 0,0 0-14 16,0 0-15-16,0 0-11 0,0 0-16 0,0 0-23 0,0 0-24 16,-20 10-35-16,11-6-16 0,-2 3-36 15,-1-1-163-15,-3 6-409 0,5-6 181 0</inkml:trace>
  <inkml:trace contextRef="#ctx0" brushRef="#br0" timeOffset="8067.67">23713 7303 73 0,'0'0'87'0,"0"0"2"15,0 0-12-15,0 0-9 0,0 0-5 0,0 0-2 16,0 0-10-16,0 0 6 0,0 0-12 0,0 0 16 16,-6 14-1-16,6-14-2 0,0 0-9 0,-2 11-6 15,2-11-2-15,0 11 4 0,-3-4 11 0,3 1 5 16,0-8-13-16,0 13-1 0,2-6-7 0,-1-1-3 16,-1-6 18-16,2 13-6 0,1-6-6 0,-3-7-3 15,1 10-1-15,2-5-7 0,-3-5-3 0,4 12 5 16,-2-7 0-16,1 0-3 0,-3-5-2 0,7 7-9 15,-2-4 1-15,1 0 0 0,-6-3 4 0,9 7-7 16,-4-3 2-16,-5-4 3 0,11 4-1 0,-6-2 8 16,0-1 17-16,-5-1-5 0,12-1-2 0,-12 1-7 15,14-3 0-15,-8 0 2 0,0-1-5 0,-1-1-3 16,1-1-4-16,-2 1 1 0,1-4-1 0,0 0-5 16,-1 0-5-16,-3-2-1 0,3 0 4 0,-3 0 1 15,-1 0-7-15,0 1 2 0,0-1-3 0,0 11-2 16,-2-18-3-16,-1 8 1 0,2 0-1 0,-3 1-2 15,0 4 0-15,-1-1 1 0,0 1-3 0,-3 1-3 0,1 1 0 16,7 3-1-16,-18-3-11 0,4 4-14 0,1 0-21 16,-5 2-29-16,1 3-25 0,3-2-28 0,0 4-33 15,-1-1-142-15,5 0-332 0,3-2 147 16</inkml:trace>
  <inkml:trace contextRef="#ctx0" brushRef="#br0" timeOffset="9367.34">23204 7214 58 0,'1'-8'110'0,"-1"8"0"0,0 0-2 0,0 0-4 0,0 0-14 15,-5-13-12-15,5 13 3 0,-6-6-13 0,6 6 5 16,-7-5-2-16,7 5-6 0,-6-5 5 0,6 5-5 16,-10-6-5-16,10 6-10 0,-8-4-6 0,8 4-6 0,-10-3-2 15,10 3 2-15,-13 0-5 0,13 0 5 16,-11 0-3-16,11 0-4 0,-12 5 0 0,4-4-3 16,1 3-1-16,0 1 2 0,-2 0-4 0,-1 3 2 15,1-1-2-15,3-1-6 0,-4 2-2 0,2 0-4 0,-1 0 6 16,1 2 5-16,2 1-12 0,0-3 0 15,2 1-2-15,-3 1 1 0,5 0 6 0,-3-1 6 16,1 1 1-16,-1-1-5 0,2-2-1 0,2 0-5 16,1-7 3-16,0 14 0 0,1-8 2 0,2-1-6 0,-1 2 2 15,3 0-2-15,-1-1-2 0,1-3 4 0,0 2-6 16,2 0 4-16,-2-1-2 0,2-2-1 16,-1 1 0-16,-6-3 2 0,10 6-3 0,-5-5 0 0,-5-1-1 15,13 1 1-15,-13-1 0 0,11 0-2 0,-11 0 3 16,13-4 0-16,-8-1-4 0,2 1 4 0,-1-2-5 15,2-2-2-15,-2 4 3 0,0-6-2 0,0 2 1 16,-1 1-2-16,0-3 1 0,2 1 1 0,-3 0-4 16,1 0 8-16,-1 0-7 0,-1 0 2 0,-1-3 1 15,2 5-6-15,-1-3 4 0,-2 0-1 0,0 1 2 16,4-1-11-16,-3 2 8 0,-2 8 2 0,2-13 6 16,-2 13 2-16,0-11 1 0,0 11-5 0,3-8 4 15,-3 8 3-15,0 0-2 0,0-9 3 0,0 9-2 16,0 0-1-16,0 0-2 0,0 0-2 0,0 0 0 15,1-6-4-15,-1 6 0 0,0 0-2 0,0 0 3 16,0 0-1-16,0 0 0 0,0 0-13 0,0 0 12 16,0 0-4-16,-1 25-1 0,1-15 13 0,-3 0 3 15,3 3-3-15,-2 3 12 0,-1 0 1 0,-1 0 4 16,2 0-6-16,-2 0 0 0,1 2 14 0,3 0-1 16,-2 1-3-16,-1-1-9 0,1 0 4 0,0 1-1 15,0-1 9-15,0-3 0 0,1 2-7 0,1-5-4 16,1 2-2-16,-1-3 1 0,0-4-5 0,0 6 2 15,0-6-4-15,0 2 3 0,2-3-6 0,-2-6-1 0,1 11 3 16,-1-11-2-16,0 9 5 0,0-9-5 16,0 0-4-16,0 0 12 0,0 0 10 0,-1 10 10 15,1-10 8-15,0 0 5 0,0 0 2 0,0 0 5 16,0 0-3-16,0 0 0 0,0 0-6 0,0 0-7 0,0 0 1 16,0 0-11-16,0 0 2 0,0 0-9 0,11-24 8 15,-7 15-17-15,1-1 4 0,3 1-3 16,-2-4 1-16,5-2-3 0,-1 1-4 0,0-2-1 0,2 0 11 15,4-3-12-15,0-3-8 0,1 2-4 0,-5 3 2 16,3 2 1-16,-3 1-2 0,0 2 5 0,0-1-1 16,-3 4-9-16,-1 0 7 0,-1 0 1 0,0 3-2 15,-2-3 2-15,1 2 1 0,-3 3-3 0,2 1-7 16,-5 3-5-16,5-6-12 0,-5 6-17 0,0 0-16 16,4-10-18-16,-4 10-21 0,0 0-26 0,0 0-36 15,0 0-21-15,0 0-18 0,0 0-47 0,-32 14-18 16,15-6-150-16,2 0-445 0,-3 1 197 0</inkml:trace>
  <inkml:trace contextRef="#ctx0" brushRef="#br0" timeOffset="37148.51">14106 10590 51 0,'0'0'75'0,"0"0"-4"0,0 0-6 15,0 0-7-15,0 0-2 0,0 0-13 0,0 0 3 16,0 0-2-16,0 0-4 0,0 0-8 0,-1-19-5 16,1 19 1-16,0 0 0 0,0 0-14 0,0 0 8 15,0 0-11-15,0 0-7 0,0 0 4 0,0 0-2 16,0 0-4-16,0 0-10 0,0 0-2 0,0 0-5 15,0 0-2-15,0 0-6 0,0 0-14 0,0 0-11 16,0 0-48-16,0 0-103 0,0 0 45 0</inkml:trace>
  <inkml:trace contextRef="#ctx0" brushRef="#br0" timeOffset="39271.68">9997 9317 21 0,'0'0'57'0,"0"0"-11"15,0 0-2-15,0 0-11 0,0 0 2 0,0 0-7 16,0 0-6-16,0 0-8 0,0 0-6 0,0 0-7 15,0 0-4-15,0 0-7 0,0 0-8 0,0 0-29 16,0 0-50-16,0 0 22 0</inkml:trace>
  <inkml:trace contextRef="#ctx0" brushRef="#br0" timeOffset="41537.8">11905 7510 33 0,'0'0'22'0,"0"0"8"0,0 0-4 16,0 0-2-16,0 0-6 0,0 0-1 0,0 0-1 15,0 0 1-15,0 0 3 0,0 0-15 0,0 0 8 16,0 0-1-16,0 0-4 0,0 0 4 0,0 0-2 0,0 0-7 15,0 0-5-15,0 0-1 0,0 0-8 16,0 0-7-16,0 0-1 0,0 0-21 0,-10 5-41 16,10-5 19-16</inkml:trace>
  <inkml:trace contextRef="#ctx0" brushRef="#br0" timeOffset="42858.32">10567 7383 22 0,'0'0'31'0,"0"0"11"15,0 0-10-15,0 0-7 0,0 0 5 0,0 0-10 16,0 0 6-16,0 0-10 0,0 0 1 0,0 0-4 16,0 0-6-16,0 0-9 0,0 0-8 0,0 0-7 15,0 0-3-15,0 0-19 0,0 0-42 0,0 0 19 16</inkml:trace>
  <inkml:trace contextRef="#ctx0" brushRef="#br0" timeOffset="45456.87">10618 9527 58 0,'0'0'61'0,"0"0"-6"16,0 0-13-16,0 0 1 0,0 0-6 0,0 0 1 15,0 0-15-15,0 0-10 0,0 0-6 16,0 0-8-16,0 0-10 0,0 0-16 0,0 0-30 16,0 0-61-16,0 0 27 0</inkml:trace>
  <inkml:trace contextRef="#ctx0" brushRef="#br0" timeOffset="46443.97">10501 9667 22 0,'0'0'57'0,"0"0"-8"16,0 0 0-16,0 0-4 0,0 0-2 0,0 0-10 16,0 0-7-16,0 0-3 0,0 0-9 0,0 0-4 15,0 0-8-15,0 0-13 0,0 0-23 0,0 0-21 16,0 0-59-16,0 0 25 0</inkml:trace>
  <inkml:trace contextRef="#ctx0" brushRef="#br0" timeOffset="46653.21">10511 9690 56 0,'0'0'65'0,"0"0"-13"15,0 0-9-15,0 0-12 0,0 0-18 0,0 0-15 16,0 0-19-16,0 0-19 0,0 0-43 0,0 0 19 16</inkml:trace>
  <inkml:trace contextRef="#ctx0" brushRef="#br0" timeOffset="47410.27">12552 10318 64 0,'0'0'81'0,"0"0"-5"0,0 0-8 0,6-3-3 16,-6 3-12-16,0 0 2 0,0 0-13 15,0 0 0-15,0 0 2 0,0 0-10 0,0 0 5 16,0 0-15-16,0 0 2 0,0 0-2 0,0 0 2 0,0 0-4 16,0 0-2-16,0 0-1 0,0 0 1 0,0 0-7 15,0 0 3-15,9-2-1 0,-9 2-2 0,0 0 1 16,0 0-4-16,0 0 0 0,0 0 4 0,0 0 10 15,0 0-6-15,0 0-2 0,0 0-1 0,0 0-2 16,0 0-5-16,0 0 4 0,0 0-1 0,0 0 0 16,0 0-6-16,0 0 7 0,0 0-4 0,0 0-5 15,0 0-1-15,0 0 2 0,0 0 2 0,0 0-3 16,0 0 3-16,0 0-4 0,0 0 2 0,0 0 7 16,0 0-6-16,0 0-6 0,0 0 0 0,0 0-1 15,0 0 5-15,0 0-2 0,0 0 5 0,0 0-8 16,0 0 4-16,0 0-6 0,0 0 5 0,0 0-9 15,0 0-1-15,0 0-11 0,0 0-9 0,0 0-10 16,0 0-16-16,0 0-3 0,0 0-17 0,0 0-68 16,0 0-156-16,0 0 70 0</inkml:trace>
  <inkml:trace contextRef="#ctx0" brushRef="#br0" timeOffset="72699.02">10894 12490 106 0,'-10'-5'106'0,"10"5"-11"0,0 0 2 16,-7-4-9-16,7 4-21 0,0 0-1 15,-6-4-4-15,6 4-4 0,0 0-15 0,0 0 8 0,-7-5-4 16,7 5 0-16,0 0-12 0,0 0-5 0,-7-3 5 16,7 3-10-16,0 0 2 0,0 0-4 0,0 0 0 15,0 0-4-15,-11-1-3 0,11 1-1 0,0 0 4 16,0 0-4-16,-9-1 9 0,9 1-4 0,0 0 3 15,0 0-5-15,0 0-6 0,0 0-2 0,0 0 2 16,0 0 0-16,0 0-7 0,-10 0 0 0,10 0 0 16,0 0 12-16,0 0-7 0,0 0-4 0,0 0-4 15,0 0 4-15,0 0-9 0,0 0 3 0,0 0 3 16,0 0-1-16,0 0 4 0,0 0-10 0,0 0 12 16,-9-2-10-16,9 2 3 0,0 0 6 0,0 0-3 15,0 0-1-15,0 0 3 0,0 0-6 0,0 0 6 16,-9 3-2-16,9-3-9 0,0 0 6 0,0 0-4 15,0 0 8-15,0 0-2 0,0 0-1 0,0 0-2 16,0 0 4-16,0 0-2 0,-13-1 1 0,13 1-2 16,0 0-2-16,0 0-7 0,-11 1 7 0,11-1 0 0,0 0 0 15,0 0 3-15,-7 1-3 0,7-1 7 16,0 0 0-16,0 0 0 0,0 0 7 0,0 0-4 16,0 0 0-16,0 0-4 0,0 0-4 0,0 0 8 0,0 0-6 15,0 0 2-15,0 0-3 0,0 0 4 0,0 0-3 16,0 0-6-16,0 0-4 0,0 0 9 15,0 0 3-15,0 0-4 0,0 0-9 0,0 0 17 0,0 0 4 16,0 0-8-16,0 0-2 0,26 6 3 0,-20-6 6 16,3 2 1-16,1 0-2 0,-2-2 0 0,5 0 0 15,5 3 3-15,0-3 3 0,-1 0-2 16,1 0 2-16,2 0 1 0,-1 0 0 0,1 3-6 0,-2-2 1 16,2-2 2-16,-3 1-4 0,4 0-1 0,-4 1 2 15,1-1-2-15,3 0-1 0,-3 1-2 0,0-1-1 16,0 0 2-16,-1 2-2 0,4-2 2 0,-5 0 0 15,4 1-2-15,-1 0 6 0,-5-1-3 0,6 3-5 16,-3-3-5-16,2 1 12 0,-1-1-1 0,0 1-4 16,0-1 9-16,0 0 0 0,1 0-1 0,-2 0-2 15,2 0-3-15,1-1 0 0,-2 0 1 0,1 1-4 16,-1 0 0-16,0 0-1 0,3-2-1 0,-4 4 3 16,5-2 2-16,-4 0-1 0,1-2 3 0,0 2 1 15,0 0-4-15,0 2 5 0,3-2-3 0,-5 0-2 16,6 0-1-16,-3 0 1 0,0-2 3 0,3 2-7 15,-3-2 0-15,2 2 0 0,-1 0 2 0,8-1-6 16,-9-1 6-16,8 2-1 0,-7-2 1 0,7 1-2 16,-7 1 3-16,1-2 0 0,0 2-1 0,-1-3-1 15,1 3 0-15,0 0-4 0,0-4-1 0,-1 2 3 16,-1 2 4-16,0 2-5 0,-1-4-5 0,0 2 6 16,1-1 1-16,-6 0-5 0,-2-1 3 0,1 2-1 0,-1-1 1 15,0 1 1-15,-3 0 3 0,1-1-4 16,-10 1-3-16,13-2 2 0,-13 2-3 0,11 0 1 0,-11 0 2 15,8 0 1-15,-8 0-1 0,0 0-2 0,10 0-2 16,-10 0 3-16,0 0-5 0,0 0-9 0,0 0-9 16,0 0-14-16,0 0-13 0,0 0-34 15,0 0-27-15,-23 10-23 0,11-8-160 0,-5 2-318 0,-2-3 141 16</inkml:trace>
  <inkml:trace contextRef="#ctx0" brushRef="#br0" timeOffset="73068.64">10732 12311 32 0,'0'0'126'0,"0"0"-21"0,0 0-11 15,0 0-4-15,0 0-15 0,0 0-5 16,0 0-12-16,0 0 0 0,0 0-7 0,0 0 15 16,0 0-7-16,0 0 3 0,0 0 0 0,-4 22 1 0,3-15-3 15,1-7-3-15,-2 13-14 0,0-4 4 16,1 0-8-16,0-2 5 0,-1 2 0 0</inkml:trace>
  <inkml:trace contextRef="#ctx0" brushRef="#br0">10641 12619 1463 0,'2'5'55'0,"-1"-3"-159"0,0 2 124 0,-2-4-3 0,1 1-33 0,0 1 13 16,1-2-3-16,-1 0 51 0,0 0-86 0,0 0 67 15,0 0 7-15,0 0-1 0,0 0-80 0,0 0 75 16,0 0-10-16,0 0-3 0,0 0-40 16,0 0 40-16,0 0-14 0,1 3-5 0,-1-3 33 0,0 0-36 15,0 0-15-15,0 0 8 0,8 1 9 0,-8-1 60 16,0 0-87-16,18-4 39 0,-10 4-6 15,2-2-5-15,-10 2-11 0,19-1 80 0,-9 1-144 16,2 0 113-16,1-2-28 0,-2 1-6 0,8 2 31 0,-6 1-54 16,4-2 9-16,-1 0 65 0,4 1-79 15,0 3 9-15,-1-2 12 0,2 1 26 0,-1 0-64 16,1 3 7-16,-1-1-106 0,-3-1 14 0,-3 0-111 16,2 2 14-16,-3-2 80 0,0 3-131 0,-1-1 91 15</inkml:trace>
  <inkml:trace contextRef="#ctx0" brushRef="#br0" timeOffset="74249.06">10939 12326 19 0,'0'0'78'0,"0"0"-3"0,0 0-10 0,0 0-1 0,0 0-2 16,0 0 7-16,0 0-10 0,0 0 1 0,0 0-9 16,-4 13 3-16,4-13 6 0,-10 8-8 0,6-3-1 15,-3 0-6-15,0 0-5 0,2-2 2 0,-3 3 3 16,2-1 3-16,-3 1-9 0,3-1 6 0,1-1-7 16,-4 3-2-16,-3-2 0 0,5 0-2 0,-1 1 0 15,0 1-4-15,-1-1-2 0,-1 0-3 0,1 1-3 16,-2-3-4-16,4 5 7 0,-3-2-7 0,0 0-2 15,1 1 1-15,-2-2-5 0,1-1-5 0,3 0 8 16,0 0-6-16,1-3 0 0,-3 3 0 0,5 0 1 16,-1-2-7-16,5-3 2 0,-9 6 2 0,3-3-2 15,6-3 0-15,-9 5-4 0,9-5 8 0,-7 3 1 16,7-3-5-16,0 0 4 0,-6 4-9 0,6-4-2 16,0 0 3-16,0 0 1 0,-5 3-4 0,5-3 8 15,0 0-3-15,0 0-3 0,0 0 5 0,0 0-7 16,0 0 7-16,0 0 4 0,0 0 3 0,0 0-6 0,9 10 8 15,-9-10 10-15,10 8 1 0,-2-5-2 0,1 2 2 16,0-1 0-16,2 3-4 0,1-1 3 0,-1-2-6 16,0 3 2-16,5-2-6 0,2 2-1 15,-2-1-3-15,1 1 0 0,0 1-1 0,3-2 5 0,-2-1-3 16,0 2-1-16,2 0-5 0,-3-2-2 0,1 0-18 16,1-2-11-16,-1 1-21 0,0 0-29 15,0-3-15-15,-2 3-26 0,2-1-22 0,-5 0-108 16,-3-3-267-16,4 0 117 0</inkml:trace>
  <inkml:trace contextRef="#ctx0" brushRef="#br0" timeOffset="74636.42">12288 12746 87 0,'10'0'146'0,"1"0"-7"16,-11 0-8-16,13 2-21 0,-8-2-7 0,-5 0-10 15,12 2-7-15,-8 1-9 0,-4-3-12 0,6 5-4 16,-6-5-25-16,0 8-33 0,0-8-25 0,-4 13-35 15,-1-7-32-15,-4 3-73 0,0-2-175 0,-1 1 78 0</inkml:trace>
  <inkml:trace contextRef="#ctx0" brushRef="#br0" timeOffset="75120.7">10346 12813 76 0,'0'0'74'0,"0"0"-2"0,0 0-11 15,0 0-4-15,0 0-6 0,0 0-3 0,0 0-3 0,0 0 2 16,0 0 7-16,5 4-9 0,-5-4 0 15,0 0-5-15,0 0 2 0,0 0-5 0,0 0 8 16,0 0-12-16,0 0 1 0,0 0-8 0,0 0 2 16,0 0-3-16,0 0-5 0,0 0 1 0,0 0 0 0,0 0-1 15,0 0-12-15,0 0 4 0,0 0-1 0,0 0-3 16,0 0 0-16,7 1 3 0,-7-1-5 16,0 0 11-16,0 0-17 0,0 0 5 0,0 0-12 15,0 0-9-15,0 0-16 0,0 0-13 0,0 0-9 0,0 0-29 16,0 0-70-16,12-1-166 0,-12 1 74 0</inkml:trace>
  <inkml:trace contextRef="#ctx0" brushRef="#br0" timeOffset="80702.98">22240 7746 17 0,'12'-1'34'0,"-1"0"-5"0,0 1-5 16,-1-2-2-16,1 1-2 0,0 0-2 0,1 1-3 0,1 0-3 15,1-2 2-15,-1 2-4 0,0 0-1 0,2 0 0 16,-2 0 0-16,1-1 0 0,0 1-3 0,0-2 7 15,3-1-9-15,0 0 0 0,0 3-2 0,-3 0-2 16,4-1 4-16,0 0 1 0,1-2-3 0,-2 1-2 16,1 2 1-16,0-4 2 0,-1 1 0 0,1 0-9 15,1 2 5-15,2-1-1 0,-3-2 2 0,0 2-3 16,-2 2-3-16,3-3 7 0,1 0-6 0,0 1 7 16,-1 0-2-16,2 1 2 0,-5-1-6 0,3 2 1 15,-3-4 1-15,-2 2 1 0,-1 2 4 0,2-2-5 16,-4 1 6-16,2-2-1 0,-1 3-3 0,-1 0 6 15,2-1-3-15,-3-1-1 0,2 1 0 0,0 0 2 16,-1-2-2-16,-1 2 0 0,1 1 8 0,-3 0-7 16,0-1-2-16,-8 1 2 0,19 0 1 0,-9-1-4 15,2 2 8-15,-2-1-1 0,0 0-2 0,2 0-2 16,-2 1 5-16,3-3 4 0,-1 2 2 0,0-2-2 16,1 1-1-16,-3 1 0 0,3 0 3 0,-2-1-3 15,1 1-4-15,-2-3-2 0,1 2 0 0,-2-1 6 16,2 2-5-16,-2 0-2 0,1-1 0 0,0 1 5 15,-10 0-6-15,15-1-1 0,-8 2 4 0,3-1 1 16,-2 1 2-16,-8-1-3 0,15 0-1 0,-7 0-6 16,-8 0 6-16,18 0-2 0,-8 0-1 0,-1 0 5 15,1 0-11-15,-1 0 2 0,2 0-9 0,-11 0 18 16,17-1 1-16,-4 2-7 0,-4-3-5 0,2 3 7 16,-2 0-2-16,0-1 4 0,1 0-5 0,-1 0 0 15,0 0 5-15,-1 2-2 0,-8-2-1 0,15 1 1 16,-6 2-10-16,-9-3 9 0,17 0 2 0,-7 1-2 15,-2-1 1-15,1 0 3 0,-2 0 3 0,2 1-7 16,2-1-4-16,-1-1 10 0,-1 2-14 0,2 1 7 16,-2-1 1-16,0-1 1 0,1 1 0 0,-2-1 0 15,3 1-6-15,0-1 2 0,-4 2 7 0,2-2-11 16,0 1 4-16,3 0 3 0,-3-1 3 0,1 0 1 0,-2 0 1 16,2 0-2-16,1 1-2 0,-3 1-2 15,-8-2 4-15,14 0 3 0,-4-2-1 0,-10 2-5 0,17 2-4 16,-8-2 2-16,1 0 2 0,0 1 1 0,2-1 3 15,-5 0 0-15,4-1-1 0,-1 1-5 0,0 0-14 16,0 1 19-16,-1-2-3 0,0 2 3 0,-9-1-2 16,16 0 0-16,-6 0 5 0,-3 0-6 0,1 0 1 15,2-1-6-15,0 2 5 0,-2-1-4 0,-8 0 3 16,16 3 6-16,-9-3-3 0,2-3 5 0,2 3-1 16,-11 0-7-16,16 0 2 0,-8 0-2 0,1 0 10 15,1 0-4-15,-10 0 0 0,15 0-2 0,-6 0 5 16,-9 0-15-16,15-1 6 0,-5 2 8 0,-3-1-8 15,1 0 6-15,-8 0 0 0,15 0-5 0,-7 0 4 16,-8 0-4-16,11 0-2 0,-4-1 10 0,-7 1-6 16,10 1 9-16,-10-1-6 0,9 0 0 0,-9 0-2 15,0 0 3-15,10 0-7 0,-10 0 6 0,0 0 3 16,0 0-4-16,8 0-2 0,-8 0 0 0,0 0 6 16,0 0 2-16,0 0 3 0,0 0 1 0,0 0 1 15,0 0-6-15,10 0 1 0,-10 0 3 0,0 0 5 16,0 0-11-16,0 0 14 0,0 0 2 0,0 0-2 15,0 0-7-15,0 0-2 0,0 0-2 0,0 0 0 16,0 0 3-16,0 0-8 0,0 0 7 0,0 0-6 0,0 0 12 16,0 0-10-16,0 0-3 0,0 0-13 15,0 0 10-15,0 0-11 0,0 0-23 0,0 0-13 16,0 0-22-16,0 0-22 0,0 0-76 0,0 0-174 16,0 0 77-16</inkml:trace>
  <inkml:trace contextRef="#ctx0" brushRef="#br0" timeOffset="82498.35">23286 6765 39 0,'0'0'54'0,"0"0"-12"0,0 0-14 16,0 0-22-16,0 0-35 0,0 0-30 0,0 0 14 15</inkml:trace>
  <inkml:trace contextRef="#ctx0" brushRef="#br0" timeOffset="82710.39">23365 7718 61 0,'0'0'55'0,"0"0"-14"0,0 0-15 0,0 0-21 16,0 0-37-16,0 0-33 0,-13-19 14 0</inkml:trace>
  <inkml:trace contextRef="#ctx0" brushRef="#br0" timeOffset="83589.92">23291 7707 22 0,'0'0'83'0,"0"0"-17"0,0 0-6 0,0 0-13 0,0 0-12 16,0 0-23-16,0 0-36 0,0 0-27 0,1-19-54 16,-1 19 25-16</inkml:trace>
  <inkml:trace contextRef="#ctx0" brushRef="#br0" timeOffset="89394.04">21608 7967 24 0,'0'0'48'0,"0"0"-2"0,0 0-11 0,0 0-18 15,0 0-10-15,0 0-24 0,0 0-10 0,0 0-29 16,0 0 13-16</inkml:trace>
  <inkml:trace contextRef="#ctx0" brushRef="#br0" timeOffset="90050.57">18915 7174 7 0,'0'0'102'16,"0"0"-16"-16,0 0 2 0,0 0-9 0,0 0-5 15,0 0 3-15,0 0 11 0,0 0-22 0,0 0-8 16,0 0-5-16,0 0-6 0,0 0-2 0,0 0 0 15,0 0-4-15,0 0-6 0,0 0-9 0,0 0 0 16,0 0-21-16,0 0-21 0,0 0-18 0,0 0-12 16,0 0-20-16,0 0-21 0,0 0-47 0,0 0-144 15,0 0 64-15</inkml:trace>
  <inkml:trace contextRef="#ctx0" brushRef="#br0" timeOffset="99842.69">21518 7887 19 0,'7'5'37'0,"-7"-5"-13"16,0 0-29-16,0 0-8 0,0 0-14 0,0 0 7 15</inkml:trace>
  <inkml:trace contextRef="#ctx0" brushRef="#br0" timeOffset="100375.88">21528 7819 2410 0,'0'0'-1'16,"6"0"-14"-16,-6 0-55 0,0 0-10 0,0 0 6 15,0 0 24-15,0 0 14 0,0 0 14 0,0 0 20 16,0 0 11-16,0 0 4 0,0 0 0 0,0 0 0 16,0 0-1-16,0 0 2 0,0 0-10 0,0 0-7 15,0 0-28-15,0 0-20 0,0 0-31 0,0 0-28 16,0 0-23-16,0 0-19 0,0 0-111 0,0 0-285 15,0 0 127-15</inkml:trace>
  <inkml:trace contextRef="#ctx0" brushRef="#br0" timeOffset="101190.79">19758 6982 73 0,'0'0'107'15,"0"0"3"-15,0 8-3 0,0-8-4 0,0 0-18 16,0 0-6-16,0 0-8 0,0 0-7 0,0 0-13 16,0 0-9-16,0 0-18 0,0 0-27 0,0 0-24 15,0 0-20-15,0 0-21 0,0 0-61 0,2 6-139 16,-2-6 61-16</inkml:trace>
  <inkml:trace contextRef="#ctx0" brushRef="#br0" timeOffset="113370.37">19774 7467 38 0,'0'0'37'0,"0"0"-11"0,0 0-27 16,0 0-16-16,0 0-19 0,0 0 9 0</inkml:trace>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16:12.824"/>
    </inkml:context>
    <inkml:brush xml:id="br0">
      <inkml:brushProperty name="width" value="0.05292" units="cm"/>
      <inkml:brushProperty name="height" value="0.05292" units="cm"/>
      <inkml:brushProperty name="color" value="#FF0000"/>
    </inkml:brush>
  </inkml:definitions>
  <inkml:trace contextRef="#ctx0" brushRef="#br0">8740 7283 74 0,'0'0'106'0,"-4"-5"-5"0,4 5-2 15,0 0-6-15,0 0-4 0,0 0-2 0,0 0-7 16,0 0-4-16,0 0-14 0,0 0-11 0,0 0-3 16,-3-7-3-16,3 7-2 0,0 0-13 0,0 0-2 15,0 0 2-15,0 0-1 0,0 0-7 0,0 0 1 16,0 0-8-16,0 0 7 0,0 0-8 0,0 0-1 16,20 11-1-16,-20-11 3 0,6 4-8 0,0-1-2 15,-6-3-1-15,9 4-2 0,-9-4 4 0,9 2 2 16,-5 0 1-16,-4-2-1 0,10 2 3 0,-10-2-7 15,9 0 7-15,-9 0-1 0,9 0-5 0,-9 0-1 16,10 0 0-16,-10 0 4 0,11-4-2 0,-5 2-1 16,0-2-3-16,7-2 6 0,-3 2-3 0,8-4-9 15,-2-3-9-15,8-3-10 0,3-4-12 0,1-1-15 16,13-8-24-16,0-2-14 0,5 1-17 0,5-1-70 16,-6-3-189-16,7-1 84 0</inkml:trace>
  <inkml:trace contextRef="#ctx0" brushRef="#br0" timeOffset="1806.6">3556 11644 59 0,'0'0'56'0,"0"0"-10"0,0 0-6 16,0 0-2-16,0 0-9 0,0 0-10 0,0 0-16 15,16-4-27-15,-16 4-21 0,0 0-48 0,5 4 22 16</inkml:trace>
  <inkml:trace contextRef="#ctx0" brushRef="#br0" timeOffset="4258.35">7685 10368 71 0,'0'0'64'16,"0"0"-15"-16,0 0-20 0,0 0-13 0,0 0-15 16,0 0-15-16,0 0-22 0,0 0-39 0,0 0 17 15</inkml:trace>
  <inkml:trace contextRef="#ctx0" brushRef="#br0" timeOffset="5385.24">7611 12126 19 0,'0'0'24'0,"0"0"-3"15,0 0 6-15,0 0-6 0,0 0 1 0,0 0-10 16,0 0 7-16,0 0-5 0,0 0-4 16,0 0 1-16,0 0-2 0,0 0-2 0,0 10 1 15,0-10-4-15,0 0 6 0,0 0-6 0,0 0 4 0,0 0-4 16,0 0 1-16,0 0 0 0,0 0-1 16,0 0-5-16,0 0 4 0,0 0-5 0,0 0-1 15,0 0 4-15,0 0-3 0,0 0 3 0,0 0 2 16,0 0 3-16,0 0-2 0,0 0-6 0,0 0 6 0,0 0-5 15,0 0 0-15,0 0 3 0,0 0-3 0,-4 10 0 16,4-10 4-16,0 0-4 0,0 0-1 0,0 0-1 16,0 0-2-16,0 0 5 0,0 0-4 15,0 0 2-15,0 0 4 0,0 0-5 0,0 0 1 0,0 0-3 16,0 0-2-16,0 0-7 0,0 0 1 0,0 0-1 16,0 0 0-16,0 0-19 0,0 9-35 15,0-9 16-15</inkml:trace>
  <inkml:trace contextRef="#ctx0" brushRef="#br0" timeOffset="6526.16">6785 10286 37 0,'0'0'44'16,"0"0"-7"-16,0 0-12 0,0 0-5 0,0 0-10 0,0 0-11 15,0 0-28-15,-4 10-32 0,4-10 15 16</inkml:trace>
  <inkml:trace contextRef="#ctx0" brushRef="#br0" timeOffset="10006.9">27342 13366 63 0,'2'-8'104'0,"-2"8"7"0,4-5-14 16,-4 5-16-16,0 0-3 0,4-9-10 0,-4 9-7 16,0 0 4-16,7-3-16 0,-7 3 0 0,0 0-8 15,12 7-6-15,-7-4 11 0,-1 1-12 0,2 1 2 16,-2 1-15-16,2 0 8 0,0 3-10 0,-3-1 12 16,1 1-6-16,0 1-6 0,-1 0 10 0,-1-2-4 0,0-2-7 15,-2-1 4-15,0-5-13 0,4 10 4 16,-4-10-5-16,0 10 4 0,0-10-1 0,3 7 1 15,-3-7 4-15,2 7-9 0,-2-7 7 0,0 0 0 16,2 6 0-16,-2-6-8 0,0 0 7 0,0 0 6 16,3 6-2-16,-3-6 4 0,0 0 0 0,0 0-1 15,11 0 1-15,-11 0-3 0,16-7 3 0,-5 3-5 0,7-6 1 16,1 1-2-16,7-7 3 0,1 2-6 16,2-2-7-16,4-5 9 0,10-5 1 0,-14 7-4 15,15-8-6-15,-11 7-4 0,10-5 8 0,-12 3-1 0,2 3-4 16,12-4 5-16,-12 7 2 0,-5-2-7 0,-3-2 2 15,-1 9 3-15,-5 4 4 0,-8 0-4 0,2 2 3 16,-4 1-5-16,-3 0-2 0,1 2 0 16,-1-2 1-16,-6 4-6 0,8-4 12 0,-8 4-9 0,7-2-12 15,-7 2-2-15,0 0-11 0,0 0-9 0,0 0-17 16,0 0-10-16,0 0-21 0,0 0-23 16,0 0-16-16,0 0-107 0,-23 21-243 0,8-13 108 0</inkml:trace>
  <inkml:trace contextRef="#ctx0" brushRef="#br0" timeOffset="12837.94">25994 14205 49 0,'0'0'66'0,"0"0"-6"0,0 0-6 15,0 0-7-15,0 0 1 0,0 0-2 0,0 0 0 0,0 0-1 16,0 0 2-16,0 0-6 0,0 0 26 0,11 11-17 16,-11-11-2-16,5 5-14 0,-5-5 1 15,2 5-2-15,-2-5-5 0,3 8 5 0,-3-8-6 16,4 7-8-16,0-3 9 0,-4-4-1 0,4 10 2 15,-1-4-3-15,1-1-6 0,-2 1 8 0,3 1 2 0,-2 0-9 16,-1-1-2-16,2 1 4 0,-2-1-4 0,0 1-7 16,3-1 7-16,-3 1-3 0,2-1 3 0,-2 0-4 15,2-2 6-15,0 2-4 0,-2 0-4 0,-2-6-3 16,5 9 0-16,-1-5 2 0,-4-4-4 0,2 7-2 16,-2-7 12-16,4 9-11 0,-4-9 0 0,5 3-1 15,-5-3 4-15,5 5 5 0,-5-5-6 0,0 0 0 16,0 0-2-16,7 2 1 0,-7-2 11 0,0 0 0 15,0 0-4-15,15-7 2 0,-9 4 2 0,4-6-7 16,-1 2 5-16,-1 2-1 0,9-5 1 0,-4-1-6 16,10-6 1-16,-7 9-1 0,10-9-3 0,1 3 4 15,-2-3-4-15,2 0 2 0,4-1 1 0,1 2-3 16,-3-4 3-16,4 1-3 0,-1 1-1 0,1 2-2 16,1-1-3-16,-2 0 4 0,-3 2-5 0,0 3 1 15,-4 1 1-15,-4 2-2 0,-4 1 3 0,1 1-1 16,-3-1-5-16,-3 3 1 0,-1 4 4 0,0-2-4 15,-1-1 8-15,-4 3-5 0,-6 1 1 0,11-3-1 16,-11 3 0-16,12-2-4 0,-12 2 3 0,6-2-4 16,-6 2 6-16,7-3-6 0,-7 3 9 0,0 0-8 15,0 0 2-15,7-2 1 0,-7 2-1 0,0 0 1 16,0 0 4-16,0 0-2 0,0 0 0 0,0 0-5 16,0 0 7-16,0 0-1 0,0 0-2 0,0 0 2 15,0 0 4-15,0 0-8 0,0 0 2 0,0 0 1 16,0 0 7-16,0 0-7 0,0 0 3 0,0 0-2 15,0 0 4-15,0 0-8 0,0 0 5 0,0 0 0 16,0 0-4-16,0 0 10 0,11-2-8 0,-11 2-4 16,0 0 5-16,0 0-1 0,0 0 0 0,0 0 2 15,0 0-2-15,0 0-4 0,0 0 1 0,0 0 1 16,0 0 2-16,0 0-3 0,0 0 5 0,0 0-6 16,0 0 7-16,0 0-5 0,0 0 2 0,0 0-2 15,0 0 1-15,0 0-1 0,0 0 3 0,0 0-1 16,0 0 4-16,0 0-3 0,0 0 0 0,0 0-1 15,0 0 5-15,0 0 0 0,0 0-3 0,0 0-2 16,0 0 2-16,0 0-1 0,0 0 3 0,0 0 0 16,0 0-4-16,0 0 2 0,0 0-3 0,0 0 2 0,0 0 0 15,0 0-1-15,0 0 3 0,0 0 0 0,0 0 1 16,0 0-2-16,0 0 0 0,0 0 5 16,0 0-1-16,0 0 5 0,0 0 0 0,0 0-3 15,0 0 2-15,0 0 3 0,0 0-4 0,0 0 0 16,0 0 1-16,0 0-2 0,0 0-2 0,0 0 0 15,0 0 3-15,0 0-5 0,0 0 2 0,0 0-5 16,0 0 0-16,0 0 1 0,0 0 1 0,0 0-3 16,0 0 3-16,0 0-6 0,0 0 4 0,0 0-3 15,0 0 2-15,0 0 0 0,0 0-3 0,0 0 5 0,0 0-4 16,0 0 9-16,0 0-9 0,0 0-2 0,0 0-1 16,0 0-2-16,0 0 2 0,0 0 3 0,0 0 1 15,0 0 0-15,0 0-4 0,0 0 0 16,0 0-2-16,0 0 5 0,0 0 0 0,0 0-4 0,0 0 3 15,0 0 2-15,0 0-5 0,0 0 4 0,0 0-2 16,0 0 0-16,0 0 4 0,0 0-2 0,0 0 1 16,0 0-1-16,0 0-1 0,0 0-2 0,0 0 7 15,0 0 0-15,0 0-5 0,0 0 1 0,0 0-3 16,0 0 3-16,0 0 0 0,0 0 4 0,0 0-6 16,0 0 5-16,0 0-3 0,0 0-3 0,0 0 3 15,0 0-2-15,0 0 4 0,0 0 0 0,0 0-1 16,0 0-3-16,0 0 1 0,0 0 0 0,0 0 3 15,0 0-3-15,0 0 0 0,0 0 0 0,0 0 2 16,0 0-3-16,0 0 2 0,0 0-1 0,0 0 2 16,0 0-4-16,0 0 2 0,0 0 3 15,0 0 0-15,0 0-1 0,0 0-1 0,0 0 3 0,0 0 0 16,0 0-3-16,0 0 0 0,0 0-3 0,0 0 2 16,0 0 2-16,0 0-2 0,0 0 0 0,0 0 1 15,0 0-2-15,0 0-3 0,0 0-7 0,0 0-7 16,0 0-16-16,0 0-5 0,0 0-23 0,0 0-9 15,0 0-6-15,0 0-12 0,0 0-6 0,0 0-7 16,0 0-11-16,0 0 8 0,0 0-3 0,-25 10-2 16,25-10-11-16,-10 5-71 0,4-3-207 0,-2 1 91 15</inkml:trace>
  <inkml:trace contextRef="#ctx0" brushRef="#br0" timeOffset="15444.91">25589 15161 58 0,'0'0'86'0,"0"0"-9"0,0 0-11 0,0 0-2 16,0 0-6-16,1-7-8 0,-1 7-5 0,0 0 3 15,0 0-1-15,0 0 1 0,0 0 0 0,0 0-9 16,0 0-1-16,0 0 6 0,0 0 2 0,0 0 12 15,10 12-8-15,-10-12 3 0,5 6-12 0,-5-6 7 16,5 7-11-16,-5-7 1 0,4 6 0 0,-4-6 9 16,5 8-3-16,-3-4-11 0,-2-4 3 0,3 6-8 15,-3-6 1-15,3 8 3 0,-3-8-7 0,7 6-4 16,-7-6-1-16,3 7-3 0,-3-7-1 0,5 6-2 16,-1-2-1-16,-4-4 6 0,4 3-11 0,-4-3 3 15,3 7-6-15,-3-7 7 0,0 0-5 0,6 3-2 16,-6-3 0-16,0 0 0 0,0 0 1 0,3 6-3 15,-3-6-1-15,0 0 8 0,0 0-2 0,11 0 3 16,-11 0-2-16,9-6 5 0,-3 2 0 0,8-2-2 16,-3 2 4-16,4-5 2 0,11-2 3 0,2-2-1 15,-3-4-6-15,7-1-1 0,-3 0-5 0,2-2 0 16,1 1-2-16,0-3 1 0,1 3 2 0,9-5-1 16,-7 4-2-16,-4 2-2 0,-5 5 6 0,0-2 0 15,0 4-1-15,-7 2-3 0,0-1 0 0,-5 3 1 16,-1 2 0-16,-1 0-6 0,-1 0 4 0,-4 0-3 15,-1 3 2-15,0-1-2 0,-6 3-3 0,10-3 2 16,-10 3 2-16,7-4 1 0,-7 4-2 0,7-3 0 16,-7 3 1-16,0 0 3 0,9-3-3 0,-9 3 1 0,0 0-1 15,0 0 1-15,0 0 0 0,0 0-3 16,0 0 2-16,0 0 0 0,0 0-2 0,0 0 0 16,0 0-1-16,0 0 1 0,0 0-1 0,0 0 4 15,0 0-3-15,0 0-7 0,0 0-13 0,0 0-18 16,0 0-19-16,0 0-5 0,-10 21-10 0,10-21 3 0,-8 7-10 15,8-7-5-15,-5 6-21 0,5-6 2 16,-8 5-21-16,3-2-84 0,5-3-224 0,-14 6 101 16</inkml:trace>
  <inkml:trace contextRef="#ctx0" brushRef="#br0" timeOffset="17834.75">23764 12611 32 0,'0'0'82'16,"0"0"-11"-16,0 0-1 0,0 0-19 0,0 0 13 16,0 0-9-16,0 0-11 0,0 0-2 0,0 0-2 15,0 0-9-15,0 0 6 0,0 0-9 0,0 0-1 16,0 0-4-16,0 0 2 0,0 0-3 0,6-14-6 15,-6 14-2-15,0 0 2 0,0 0-3 0,0 0 4 16,0 0-4-16,0 0-1 0,0 0-2 0,0 0 6 16,0 0-9-16,0 0 0 0,0 0 9 0,0 0 1 15,3 14 4-15,-3-14-3 0,3 6-4 0,-3-6 3 0,4 9 5 16,-4-9-6-16,2 9 1 0,0-3 4 16,-2-6-2-16,2 11 0 0,-1-4-6 0,0-1 4 15,-1-6-1-15,1 12-3 0,2-7-6 0,-3-5-4 16,4 12 2-16,-4-12 5 0,1 7-2 0,-1-7-1 0,4 8-4 15,-4-8 9-15,1 6-6 0,-1-6 0 0,0 0-1 16,4 8 3-16,-4-8-2 0,0 0-1 16,0 0-6-16,0 0 9 0,1 6 2 0,-1-6-7 15,0 0 8-15,0 0-8 0,0 0 2 0,0 0-3 0,0 0 2 16,0 0-10-16,0 0 21 0,7 3 3 0,-7-3 5 16,0 0-5-16,16-7-4 0,-6 3-1 0,1-2 1 15,3 2 1-15,1-3-3 0,4-2-7 0,0 0 9 16,6-2-4-16,0-2 0 0,2 1-2 0,1 1-2 15,0-2 3-15,-1 0-5 0,2-1-1 0,-2 2 7 16,0 0-5-16,-2-1 0 0,0 1 4 0,-2 1-9 16,-5 2 11-16,-1 0-1 0,0 1-7 0,0 0 5 15,-4 4 2-15,-2-1-4 0,0-2 0 0,1 3-1 16,-4 1 3-16,0-2 4 0,-2 3-10 0,2-2 2 16,-8 4 1-16,9-4-3 0,-9 4-1 0,7-4 6 15,-7 4-5-15,6-1 2 0,-6 1-6 0,0 0 5 16,7-3 5-16,-7 3-2 0,0 0-3 0,6-3 3 15,-6 3-5-15,0 0 5 0,0 0-1 0,0 0-1 16,0 0 2-16,6-3-8 0,-6 3 10 0,0 0-2 16,0 0 2-16,0 0 1 0,0 0-4 0,0 0 4 15,0 0-7-15,0 0 3 0,0 0 0 0,0 0-1 16,0 0 3-16,0 0-2 0,0 0 2 0,0 0-9 16,0 0 2-16,0 0 0 0,0 0 3 0,0 0-6 15,0 0 6-15,0 0-1 0,0 0-2 0,0 0 1 0,0 0 2 16,0 0-6-16,0 0 8 0,0 0-9 15,0 0 3-15,0 0 3 0,0 0-1 0,0 0 1 16,0 0-3-16,0 0 1 0,0 0-2 0,0 0 0 16,0 0 5-16,0 0-3 0,0 0 2 0,0 0-6 0,0 0 5 15,0 0 7-15,0 0-9 0,0 0-1 16,0 0 1-16,0 0 4 0,0 0 0 0,0 0-1 16,0 0-7-16,0 0 3 0,0 0 0 0,0 0 0 15,0 0-3-15,0 0 5 0,0 0-4 0,0 0 3 0,0 0 1 16,0 0 3-16,0 0-7 0,0 0 0 0,0 0 4 15,0 0-3-15,0 0 7 0,0 0-4 0,0 0-2 16,0 0 2-16,0 0 5 0,0 0-5 16,0 0 2-16,0 0-3 0,0 0 2 0,0 0-1 0,0 0 1 15,0 0-6-15,0 0 0 0,0 0 6 0,0 0 3 16,0 0-2-16,0 0-4 0,0 0-5 16,0 0 2-16,0 0 2 0,0 0 8 0,0 0-5 0,0 0-3 15,0 0 3-15,0 0 6 0,0 0-5 0,0 0 2 16,0 0-2-16,0 0 0 0,0 0 3 0,0 0-3 15,0 0 5-15,0 0-6 0,0 0-2 0,0 0 4 16,0 0-2-16,0 0-2 0,0 0 0 0,0 0 1 16,0 0-2-16,0 0 5 0,0 0-2 0,0 0-2 15,0 0 4-15,0 0-3 0,0 0 8 0,0 0-6 16,0 0-1-16,0 0 3 0,0 0-3 0,0 0-1 16,0 0 6-16,0 0-3 0,0 0-2 0,0 0-2 15,0 0 2-15,0 0 0 0,0 0 4 0,0 0 1 16,0 0 0-16,0 0 0 0,0 0-7 0,0 0 7 15,0 0-5-15,0 0 5 0,0 0-3 0,0 0 3 16,0 0-9-16,0 0 6 0,0 0 3 0,0 0-6 16,0 0-3-16,0 0 6 0,0 0 4 0,0 0-4 15,0 0-1-15,0 0 4 0,0 0-7 0,0 0 7 16,0 0-8-16,0 0 5 0,0 0-1 0,0 0 3 16,0 0 1-16,0 0-5 0,5-5 5 0,-5 5-2 15,0 0-5-15,0 0 5 0,0 0-2 0,0 0 3 16,0 0-7-16,0 0-3 0,0 0-2 0,0 0-12 15,0 0-8-15,0 0-19 0,0 0-5 0,0 0-22 16,0 0-4-16,0 0 0 0,0 0-18 0,0 0-8 16,0 0-11-16,0 0-75 0,0 0-205 0,7-2 90 0</inkml:trace>
  <inkml:trace contextRef="#ctx0" brushRef="#br0" timeOffset="20966.14">17753 10271 2 0,'4'-7'28'0,"-4"7"-7"16,0 0 4-16,0 0-4 0,0 0-2 0,0 0-3 16,0 0-2-16,4-5-1 0,-4 5 5 0,0 0-3 0,0 0-6 15,0 0 4-15,0 0-2 0,0 0-12 0,0 0 2 16,0 0 9-16,0 0 1 0,0 0-13 16,0 0 8-16,0 0-5 0,0 0 6 0,0 0 0 0,0 0-1 15,0 0-3-15,0 0-3 0,0 0 4 0,0 0 5 16,0 0-1-16,0 0 0 0,0 0-7 0,1-8 8 15,-1 8-4-15,0 0 3 0,0 0-1 0,0 0-1 16,0 0 4-16,0 0-5 0,0 0 1 0,0 0 0 16,-1-11-1-16,1 11 1 0,0 0 2 0,0 0-2 15,0 0 4-15,0 0-7 0,0 0 1 0,0 0-4 16,2-7 7-16,-2 7 0 0,0 0-7 0,0 0 1 16,0 0-9-16,0 0 7 0,0 0 7 0,0 0-5 15,0 0 5-15,0 0-6 0,0 0 1 0,0 0 2 16,0 0-4-16,0 0 7 0,0 0-6 0,0 0 2 15,0 0 3-15,0 0 2 0,0 0-9 0,0 0 2 16,0 0-11-16,0 0-1 0,0 0-7 0,0 0-5 16,0 0-9-16,0 0-1 0,0 0-19 0,0 0-57 15,0 0 26-15</inkml:trace>
  <inkml:trace contextRef="#ctx0" brushRef="#br0" timeOffset="30307.07">5945 9386 49 0,'-63'5'60'0,"-2"0"-3"0,0 0-4 15,-26 6-5-15,26-3-9 0,-26 8-2 0,3-1-5 16,0 2 2-16,26-2-8 0,-24 5-3 0,-1 3 3 16,24-5-1-16,-23 6-1 0,2 4-3 0,23-8-7 0,-26 9 4 15,24-7 4-15,-24 7-8 0,26-6 2 0,-21 9 4 16,22-8 4-16,2 4-6 0,-26 8 0 16,29-10-1-16,0 6 11 0,7-1 4 0,-2 3-3 15,1 1-2-15,3 4-3 0,4 0-1 0,0 4-4 0,4-3-2 16,-1 3 1-16,5 1 7 0,4-6-19 0,10-7-4 15,2 1 4-15,0 0-3 0,5-1 2 0,3 2 0 16,2 0-1-16,3-3 0 0,1 2-1 0,2 3 2 16,3 0-1-16,2 0-5 0,1 0 5 0,5-1-1 15,-2 1 6-15,5 0-6 0,-2-2 1 0,0-1-6 16,6 12 8-16,-4-12-3 0,4-1-1 0,-2-1-4 16,2 2 6-16,1-1 0 0,-2 3 2 0,2-5-2 15,0 1-2-15,3 0-1 0,-5-2 6 0,3 2-3 16,1 2-3-16,3-2-3 0,0-1 4 0,2-3 0 15,3 13 2-15,-4-11 4 0,2 0-7 0,5-3-5 16,8 6 6-16,1 3 0 0,1-5 6 0,3 3-8 16,-2-3 3-16,5-1 0 0,-2 1 8 0,4 2-8 15,3-3 1-15,-3-1 3 0,5-1-1 0,-2-2-6 16,1 3 1-16,2-4 1 0,5-1 3 0,1-2 5 16,2-1-9-16,25 5 5 0,-27-10-5 0,5 0 3 15,30 2-1-15,-4-4-3 0,-26-4 4 0,27 0-5 16,-27-4 7-16,28 1-6 0,2-3 3 0,2-4-6 15,0-3 4-15,4-2 5 0,1 0-6 0,-2-2 1 16,5 1 2-16,-7-4-4 0,6 0 2 0,2 3 1 16,-4-3 4-16,4-3-3 0,2-3-1 0,3 5-6 15,-5-4 6-15,-3-2-4 0,12-1-6 0,-1-3 6 16,0 2 8-16,1-3-1 0,1-1-4 0,-1-3-9 16,-3 5 11-16,0-3-6 0,3-4 3 0,-3-2-7 15,5 5 7-15,-1-8-4 0,-6 1 6 0,1 3-6 16,-1-3 8-16,-1-2-10 0,-2 0 12 0,-2-1-7 15,0 2 0-15,-1-4 1 0,-7 0 4 0,1-2-13 16,-6-3 14-16,-5-4-5 0,1 0 2 0,-3-1 3 16,-3-3 2-16,-3 3-5 0,-6 1 4 0,-20 11-14 15,21-19 10-15,-24 16-1 0,15-16 4 0,-24 17 3 16,-1-5-2-16,-2 0-11 0,-8-4 3 0,0 0-3 16,-5-1 11-16,-4-2-17 0,-5-2 5 0,-3-1 5 0,-3 0 4 15,-9 2-2-15,-1-5-1 0,-7 3 9 16,-2 0-2-16,-5 2 1 0,-1 2-1 0,-8-1 2 15,-2 3 8-15,-3-3-11 0,-8 1 1 0,-16-19 1 16,7 25 8-16,-19-16 6 0,-5 6-2 0,0 4-13 16,-6 4 8-16,-7-2-4 0,-2 2 10 0,1 4-7 15,-5 0 3-15,-7 2 3 0,-5 3-2 0,-5 5-7 16,1 0 1-16,-5 2 2 0,-7 4-3 0,1 1 1 16,-2 5 0-16,-8 0-7 0,0 5 6 0,0 1-9 15,-4 8-4-15,-3-2 5 0,0 8 0 0,-2 2-4 0,-4 6 12 16,0 2-13-16,-5 6 0 0,-1-1 1 0,1 7-4 15,-6 3-3-15,1 7 1 0,-3 6-3 16,2 0 5-16,-2 4 1 0,1 5-4 0,0 8-2 16,-1-3-3-16,0 4 5 0,1 5 1 0,5 3-8 15,0 1 6-15,5 3-3 0,3 2 3 0,4-2-2 0,5 0 2 16,5 7-4-16,8 1 10 0,9-2-2 0,4 3 1 16,9-3 1-16,10-3-3 0,6-8-3 15,12 0-5-15,24-19-10 0,7 1-4 0,9 0-11 16,2-3-2-16,12-8-9 0,4 1-10 0,10-1-6 0,7 12-5 15,3-12-9-15,15 10-71 0,4-1-161 0,4-7 72 16</inkml:trace>
  <inkml:trace contextRef="#ctx0" brushRef="#br0" timeOffset="30699.29">10516 9260 1199 0,'10'-4'-4'0,"-10"4"37"0,4-6 0 15,-4 6 5-15,4-5-20 0,-4 5-6 16,0 0-4-16,0 0-2 0,3-6-2 0,-3 6 3 16,0 0-8-16,0 0 5 0,0 0-1 0,0 0-3 0,0 0 3 15,0 0 0-15,0 0 5 0,12 7 10 0,-12-7 7 16,0 0 14-16,0 0-3 0,8-4-9 0,0-7-9 15,7-12-14-15,7-4-30 0,17-17-6 16,23-22-36-16,4-2-36 0,10 1-115 0,7-14-236 0,-3 0 104 16</inkml:trace>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3:19.937"/>
    </inkml:context>
    <inkml:brush xml:id="br0">
      <inkml:brushProperty name="width" value="0.05292" units="cm"/>
      <inkml:brushProperty name="height" value="0.05292" units="cm"/>
      <inkml:brushProperty name="color" value="#FF0000"/>
    </inkml:brush>
  </inkml:definitions>
  <inkml:trace contextRef="#ctx0" brushRef="#br0">15783 10233 72 0,'0'0'80'15,"0"0"-13"-15,0 0-2 0,0 0-5 0,0 0-5 16,0 0-10-16,0 0-7 0,0 0 3 0,0 0-4 16,0 0-16-16,0 0-11 0,0 0-7 0,0 0-20 15,0 0-21-15,10 21-53 0,-10-14-96 0,2 0 43 16</inkml:trace>
  <inkml:trace contextRef="#ctx0" brushRef="#br0" timeOffset="875.95">21672 9624 38 0,'0'0'88'16,"-22"-8"-14"-16,22 8-10 0,0 0-14 0,0 0-5 0,0 0-20 16,0 0-8-16,0 0-17 0,0 0-8 15,0 0-16-15,0 0-11 0,0 0-21 0,0 0-61 16,0 0 28-16</inkml:trace>
  <inkml:trace contextRef="#ctx0" brushRef="#br0" timeOffset="1110.08">21714 9499 31 0,'0'0'87'0,"0"0"-6"16,0 0-2-16,0 0-2 0,14 18 8 16,-9-10-5-16,-1 2 3 0,1-3-10 0,0 3-6 15,0-1-12-15,4-2 11 0,-3 0-5 0,3-1-4 0,2-1-3 16,1-4 4-16,5-6-1 0,3-2-7 0,11-10 1 15,18-12-12-15,2-8-1 0,28-19-3 0,4-3-6 16,2 3-5-16,3-4-22 0,1-2-14 16,2 4-22-16,-4-1-36 0,-3 3-32 0,-2 3-99 0,0-4-216 15,-4 1 95-15</inkml:trace>
  <inkml:trace contextRef="#ctx0" brushRef="#br0" timeOffset="3834">24088 9124 46 0,'0'0'111'0,"0"0"-1"16,0 0-12-16,-9-2 4 0,9 2-12 0,0 0-1 15,0 0-10-15,0 0 0 0,0 0-2 0,0 0 4 16,0 0-2-16,0 0 1 0,0 0-4 0,0 0 0 16,0 0-4-16,-4-7-4 0,4 7-10 0,0 0 0 15,0 0 1-15,-5-3 0 0,5 3 2 0,0 0-4 16,0 0-6-16,-3-9-7 0,3 9-1 0,0 0-6 15,-2-8-1-15,2 8-5 0,0 0-5 0,4-12-4 16,-4 12-1-16,8-7-5 0,-1 3-2 0,1 0-6 16,4-1 1-16,-2 0-4 0,1 1-2 0,3 2 5 15,-2 2-3-15,2-1-4 0,-3 1-4 0,2 1 7 16,3 1-2-16,-5 2 1 0,2 2-5 0,-3 2 4 16,-1-1 1-16,4 5 2 0,-3 2-3 0,-5 1-2 0,0 1-4 15,-1 1 3-15,-3-1-4 0,-2 0 9 16,1 3 2-16,-6 5-8 0,1-5 4 0,-3-1-1 15,0 0-1-15,-1 0 3 0,-2-1-1 0,-1 0-2 16,-2-2 1-16,1-1 2 0,-2-1-2 0,4 0 1 0,-5-2 0 16,4-2 1-16,1-1-2 0,0 0-2 0,2-3 1 15,2-1 1-15,1 0 1 0,6-4-2 16,-10 4 3-16,5-2-3 0,5-2-3 0,0 0 0 0,-5 4 3 16,5-4-3-16,0 0 2 0,0 0 0 0,0 0 2 15,21 2-2-15,-7-2-1 0,4-2-7 0,3 0-13 16,8-2-12-16,4 0-21 0,1 1-21 15,0-1-25-15,-1 0-7 0,-1 2-18 0,0-2-10 16,-1 2-116-16,-3 1-271 0,0 0 121 0</inkml:trace>
  <inkml:trace contextRef="#ctx0" brushRef="#br0" timeOffset="5558.29">24777 9112 88 0,'0'0'113'16,"0"0"1"-16,0 0-4 0,0 0-3 0,-7-9-5 15,7 9-6-15,0 0-10 0,0 0-4 0,0 0-3 16,0 0-3-16,0 0-6 0,-4-7-6 0,4 7 1 16,0 0-5-16,0 0-4 0,0 0 2 0,0 0-7 0,0 0-4 15,0 0-6-15,-5-3-1 0,5 3-10 0,0 0-1 16,0 0-1-16,0 0-8 0,0 0-6 16,0 0 2-16,0 0-1 0,-13 7-4 0,13-7-3 0,-7 5 2 15,4 0 0-15,-4 2-1 0,1 0-3 0,1 1-3 16,-2 1 2-16,1-1 2 0,-1 3 2 15,0 1-6-15,-1 1 1 0,1-2-1 0,0 3-1 16,2-2 0-16,1-1-1 0,-1 5 2 0,0-5-1 0,1 0-3 16,2 1 5-16,0 1-1 0,0-2-2 0,0 1 3 15,4 0-4-15,-1-3 0 0,0 1 3 0,4-3 1 16,0 3-6-16,1-1 1 0,0-2 2 0,1 0 3 16,0-1-2-16,1 1-1 0,2-3 2 0,-1-1-2 15,2 1-6-15,0-3 5 0,-1 1 1 0,1 0-5 16,2-2 5-16,-4 0-4 0,4-2 3 0,-2-2 0 15,1 1-4-15,-2 2 2 0,-4-3 3 0,2 2-4 16,2-5 0-16,-5 4-1 0,3-3 2 0,-5 1 2 16,1 0 0-16,-4 5-2 0,6-8 2 0,-6 8-2 15,0-9 2-15,0 9-4 0,0 0 1 0,-6-10 6 16,6 10-11-16,-12-3 6 0,4 2-5 0,8 1 4 16,-23 4-4-16,9 0-17 0,-1 2 2 0,-4 2-5 15,1-2-25-15,0 3-18 0,1 1-11 0,3 0-22 16,0 1-12-16,0 1-106 0,1-2-240 0,4-1 106 15</inkml:trace>
  <inkml:trace contextRef="#ctx0" brushRef="#br0" timeOffset="6343.23">25130 9213 113 0,'0'0'131'0,"-3"-10"-16"16,3 10-11-16,0 0-1 0,0 0-21 0,0 0-3 16,0 0-18-16,0 0 7 0,0 0 8 0,-4 28 0 15,3-17-6-15,1-1-20 0,-1-1 5 0,1 1-8 0,-1 1-2 16,1-1 0-16,0-1-8 0,0 0-8 15,0-9 1-15,0 11-3 0,0-11 1 0,0 10 8 16,0-10 14-16,-2 5 12 0,2-5 5 0,0 0 14 16,0 0-4-16,0 0-8 0,0 0-9 0,0 0 0 0,0 0-7 15,0 0-1-15,0 0-12 0,-10-22-2 0,9 12-2 16,-2-1-2-16,3 0-9 0,0-6 5 16,0-1-8-16,2 0 0 0,0 2-2 0,3 0-5 15,-1 1 0-15,1-2-1 0,2 3 2 0,-1 2-7 0,1 2-3 16,0 1-2-16,-2 3 3 0,2 2-4 15,-1-1 2-15,0 0-6 0,-6 5 0 0,17-1 1 16,-11 1-1-16,5 1-1 0,-1 2 4 0,-3 0-6 16,2 1 4-16,4 9 4 0,-4-8-7 0,-2 3 1 0,2-2 3 15,-3 3 1-15,1 1-2 0,-3 0 2 0,3-3-9 16,-7-1 8-16,4 1 0 0,-2-1 1 0,-2-6-1 16,3 9-5-16,-3-9 8 0,3 7 0 0,-3-7 1 15,0 0 2-15,0 9-4 0,0-9 2 0,0 0 4 16,0 0 0-16,2 6 3 0,-2-6-1 0,0 0-1 15,0 0 0-15,0 0-4 0,0 0 4 0,0 0-8 16,2-22 2-16,1 17-1 0,-3 5-2 0,8-15-2 16,-2 6 1-16,2 0-7 0,1 2 3 0,-2-1 2 15,1 3-1-15,-1 0-3 0,0 1-1 0,-7 4 0 16,11 0 1-16,-11 0 0 0,14 3 1 0,-8 1-1 16,3 3 0-16,-3 0 1 0,2 0 3 0,-6 5 0 15,2-1 0-15,1 2 0 0,-2-2 1 0,-2 2-1 16,4 2 2-16,-5-3-3 0,2 1-10 0,-2-2-15 15,0 5-13-15,0-3-31 0,0-2-26 0,0-1-37 16,2 1-25-16,-2-1-34 0,0-4-103 0,0-6-321 16,0 0 142-16</inkml:trace>
  <inkml:trace contextRef="#ctx0" brushRef="#br0" timeOffset="6680.72">25554 9149 123 0,'2'-10'179'0,"-2"10"-14"0,0 0-13 16,2-10-22-16,-2 10-9 0,0 0-12 0,0 0-8 15,0 0 4-15,0 0 7 0,11 17-5 0,-7-8-7 0,6 7-10 16,-3-2-10-16,-1 2-7 0,0 0-9 16,2-1-5-16,-1-1-7 0,-1-2-2 0,1 1-4 15,-1-2-4-15,-2-1-5 0,0-1 0 0,2 0-6 16,-3-2-5-16,-1-1-3 0,2-1-1 0,-2 2-1 15,-2-7 5-15,2 5 8 0,-2-5 7 0,5 6 10 16,-5-6 11-16,0 0 1 0,0 0-4 0,0 0-3 16,0 0-8-16,0 0-3 0,0 0-4 0,10-22-4 15,-4 11-6-15,-2-6-3 0,0-1-1 0,3 1 1 0,3-5-13 16,-4 5-2-16,3-8 1 0,-5 9-15 0,6-1-9 16,-6 2-10-16,1 5-14 0,-1-1-15 0,0 1-22 15,-2 5-27-15,1-1-36 0,-3 6-41 0,5-8-23 16,-5 8-167-16,5-4-394 0,-5 4 174 0</inkml:trace>
  <inkml:trace contextRef="#ctx0" brushRef="#br0" timeOffset="6854.3">25935 9139 172 0,'1'-7'174'0,"-1"7"-6"0,0 0-23 0,0 0-11 15,0 0-19-15,0 0-16 0,0 0-28 0,0 0-36 16,0 0-24-16,0 0-28 0,0 0-34 0,0 0-40 16,0 0-71-16,0 0-174 0,0 0 78 0</inkml:trace>
  <inkml:trace contextRef="#ctx0" brushRef="#br0" timeOffset="7090.46">24637 9791 2037 0,'-53'6'67'0,"17"-2"-14"0,4-2 54 0,12 1-43 0,2-1-26 16,7 0-11-16,4 1-9 0,7-3 0 15,0 0-6-15,0 0-1 0,26 1 0 0,6-2 4 0,20-4-3 16,6-2-2-16,5-3-4 0,32-6-6 0,-3 3-19 15,-25 4-30-15,23-5-41 0,-3 1-53 16,-26 4-30-16,2 1-166 0,-2-2-367 0,-5 1 162 16</inkml:trace>
  <inkml:trace contextRef="#ctx0" brushRef="#br0" timeOffset="7235.54">26189 9622 132 0,'0'0'206'0,"0"0"-26"0,0 0-28 0,0 0-35 16,0 0-34-16,0 0-67 0,0 0-35 0,-19-12-66 16,12 11-46-16,-5 1-141 0,12 0 62 15</inkml:trace>
</inkml:ink>
</file>

<file path=ppt/ink/ink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15:08.869"/>
    </inkml:context>
    <inkml:brush xml:id="br0">
      <inkml:brushProperty name="width" value="0.05292" units="cm"/>
      <inkml:brushProperty name="height" value="0.05292" units="cm"/>
      <inkml:brushProperty name="color" value="#FF0000"/>
    </inkml:brush>
  </inkml:definitions>
  <inkml:trace contextRef="#ctx0" brushRef="#br0">3729 11205 23 0,'0'0'58'0,"0"0"-4"15,0 0-8-15,0 0 1 0,0 0-3 0,0 0-9 16,0 0 4-16,0 0-6 0,0 0-1 0,0 0-4 15,0 0-3-15,0 0-1 0,0 0-2 0,0 0 0 16,0 0-8-16,0 0 3 0,0 0-9 0,0 0 3 16,0 0-3-16,0 0 4 0,0 0-5 0,0 0 1 15,0 0-1-15,0 0-1 0,0 0 2 0,6-2 1 16,-6 2-9-16,0 0 6 0,0 0-4 0,0 0 2 16,0 0-2-16,0 0 2 0,0 0-11 0,0 0-11 15,0 0-10-15,0 0-4 0,0 0-7 0,0 0-7 16,0 0-37-16,0 0-89 0,-1 15 40 0</inkml:trace>
  <inkml:trace contextRef="#ctx0" brushRef="#br0" timeOffset="671.67">5453 11309 18 0,'0'0'55'15,"0"0"-8"-15,0 0-4 0,0 0-4 0,0 0-6 16,0 0 2-16,0 0-13 0,0 0 6 0,0 0-5 15,0 0-6-15,0 0-3 0,0 0-3 0,0 0-11 16,0 0-6-16,0 0-2 0,0 0-9 0,0 0-14 16,0 0-24-16,0 0-57 0,0 0 26 0</inkml:trace>
  <inkml:trace contextRef="#ctx0" brushRef="#br0" timeOffset="1179.91">4568 11253 64 0,'0'0'67'0,"0"0"-17"0,0 0-3 0,0 0-6 0,0 0-9 15,0 0-7-15,0 0-8 0,0 0-9 16,0 0-10-16,0 0-7 0,8-4-7 0,-8 4-4 16,0 0-2-16,0 0-25 0,0 0-52 0,0 0 24 0</inkml:trace>
  <inkml:trace contextRef="#ctx0" brushRef="#br0" timeOffset="1340.14">4729 11196 22 0,'0'0'34'0,"0"0"-12"0,0 0-26 0,0 0-9 16,0 0-13-16,12 5 6 0</inkml:trace>
  <inkml:trace contextRef="#ctx0" brushRef="#br0" timeOffset="2001.65">5361 11193 62 0,'0'0'65'16,"0"0"-5"-16,0 0 0 0,0 0-16 0,0 0 2 0,0 0-5 16,0 0 1-16,0 0 1 0,0 0-5 0,0 0 4 15,0 0-10-15,0 0 7 0,0 0-6 0,0 0 1 16,0 0 0-16,0 0 8 0,0 0-8 16,0 0-3-16,0 0 5 0,0 0 3 0,0 0-4 15,0 0-2-15,0 0-6 0,0 0 5 0,0 0 8 0,0 0-12 16,0 0-2-16,0 0 4 0,0 0 1 0,0 0-3 15,0 0 0-15,0 0 0 0,0 0 1 0,0 0 4 16,0 0-10-16,0 0 3 0,0 0-4 16,0 0 4-16,0 0-5 0,0 0 5 0,0 0-1 0,0 0-4 15,0 0-4-15,0 0 4 0,0 0-7 0,0 0 2 16,0 0-2-16,0 0 2 0,0 0 5 0,0 0-1 16,0 0 0-16,0 0 1 0,0 0-7 0,0 0-2 15,0 0 5-15,0 0 0 0,0 0-1 0,0 0 0 16,0 0-1-16,0 0-4 0,0 0 1 0,0 0 7 15,0 0-5-15,0 0 3 0,0 0-2 0,0 0 4 16,0 0-1-16,0 0-3 0,0 0 2 0,0 0 5 16,0 0-7-16,0 0-1 0,0 0-5 15,0 0 3-15,0 0-4 0,0 0 1 0,0 0-3 0,0 0-1 16,0 0 4-16,0 0-2 0,0 0-4 0,0 0 4 16,0 0-8-16,0 0 0 0,0 0-4 0,0 0-22 15,0 0-31-15,0 0-21 0,0 0-27 0,0 0-24 16,0 0-30-16,1 10-93 0,-1-10-275 0,0 0 122 15</inkml:trace>
  <inkml:trace contextRef="#ctx0" brushRef="#br0" timeOffset="2771.57">6451 11275 45 0,'0'0'68'0,"0"0"2"16,0 0-5-16,0 0-8 0,0 0-11 0,0 0-3 15,0 0-4-15,0 0 2 0,0 0-6 0,0 0 3 0,0 0 0 16,0 0-7-16,0 0 9 0,0 0-5 0,0 0-8 15,0 0 11-15,0 0-8 0,0 0 3 16,0 0 3-16,0 0 0 0,0 0-4 0,0 0 5 16,0 0-4-16,0 0 0 0,0 0-4 0,0 0 1 0,0 0-1 15,0 0-4-15,0 0-2 0,0 0 0 0,0 0-6 16,0 0 4-16,0 0-6 0,0 0-4 16,0 0 1-16,0 0 1 0,0 0 1 0,0 0-3 15,0 0-2-15,0 0 0 0,0 0-4 0,0 0-10 0,0 0-9 16,0 0-21-16,0 0-24 0,0 0-4 0,0 0-15 15,0 0-18-15,0 0-66 0,0 0-176 0,0 0 78 16</inkml:trace>
  <inkml:trace contextRef="#ctx0" brushRef="#br0" timeOffset="3134.4">6957 10590 8 0,'0'0'71'0,"0"0"-16"16,0 0 4-16,0 0-5 0,0 0-10 0,0 0 2 15,0 0-8-15,0 0 1 0,0 0-17 0,0 0-8 0,0 0-19 16,0 0-15-16,6 3-22 0,-6-3-23 0,0 0-68 15,0 0 31-15</inkml:trace>
  <inkml:trace contextRef="#ctx0" brushRef="#br0" timeOffset="3502.42">7770 10491 83 0,'0'0'102'0,"0"0"1"0,0 0-12 15,0 0-9-15,0 0-9 0,0 0-1 0,0 0-9 16,0 0-6-16,0 0-3 0,0 0-3 0,0 0 1 16,0 0-9-16,0 0 5 0,0 0 0 0,0 0-17 15,0 0 5-15,0 0-1 0,0 0 0 0,0 0 2 16,0 0 2-16,0 0-8 0,0 0-12 0,0 0 8 16,0 0-6-16,0 0 0 0,0 0-4 0,0 0-8 15,0 0-12-15,0 0-14 0,0 0-26 0,0 0-21 16,0 0-33-16,0 0-96 0,0 0-209 0,0 0 93 15</inkml:trace>
  <inkml:trace contextRef="#ctx0" brushRef="#br0" timeOffset="3781.66">8553 10500 86 0,'0'0'125'0,"0"0"1"0,9 0-2 16,-9 0-3-16,0 0-11 0,0 0-4 0,0 0-12 16,0 0-11-16,0 0-6 0,0 0-8 0,0 0-8 15,10-3-7-15,-10 3-8 0,0 0-4 0,0 0-3 16,0 0-23-16,0 0-8 0,0 0-25 0,0 0-18 15,0 0-17-15,0 0-4 0,0 0-28 0,0 0-17 16,0 0-73-16,0 0-188 0,0 0 83 0</inkml:trace>
  <inkml:trace contextRef="#ctx0" brushRef="#br0" timeOffset="5811.75">7352 11791 24 0,'0'0'73'0,"0"0"-7"0,0 0-6 0,0 0-10 16,0 0 2-16,0 0-16 0,0 0-26 0,0 0-21 0,0 0-49 15,0 0-65-15,0 0 28 0</inkml:trace>
  <inkml:trace contextRef="#ctx0" brushRef="#br0" timeOffset="6459.18">7988 11584 64 0,'0'0'70'0,"0"0"-15"0,0 0-4 0,0 0-5 15,0 0-3-15,0 0-5 0,0 0 1 0,0 0 2 16,0 0 0-16,0 0-6 0,0 0-7 0,0 0 1 16,0 0 10-16,0 0-11 0,0 0 2 0,0 0-12 15,0 0 19-15,0 0-12 0,0 0 0 0,0 0 0 16,0 0-2-16,0 0 0 0,0 0-1 0,0 0-3 16,0 0 4-16,0 0 0 0,0 0-11 0,0 0 4 15,0 0-5-15,0 0 1 0,0 0 9 0,0 0-6 16,0 0-3-16,0 0-1 0,0 0 4 0,0 0-2 15,0 0-5-15,0 0 1 0,0 0 3 0,0 0-4 16,0 0-2-16,0 0-1 0,0 0 3 0,0 0-3 16,0 0-1-16,0 0 0 0,0 0 3 0,0 0-13 0,0 0 0 15,0 0-10-15,0 0-10 0,0 0-12 0,0 0-9 16,0 0-21-16,0 0-91 0,-7 12-170 16,7-12 75-16</inkml:trace>
  <inkml:trace contextRef="#ctx0" brushRef="#br0" timeOffset="13940.34">17743 10358 64 0,'0'0'102'0,"0"0"2"0,0 0-12 16,0 0-6-16,0 0-7 0,0 0-3 0,9-2-15 15,-9 2 2-15,0 0-13 0,0 0 0 0,0 0-13 16,0 0 4-16,0 0-9 0,0 0-9 0,0 0-9 15,0 0-2-15,9-3-17 0,-9 3-6 0,0 0-8 16,0 0-5-16,6-3 0 0,-6 3-9 0,0 0-5 16,0 0-3-16,0 0-1 0,0 0-4 0,0 0-3 15,0 0-6-15,0 0-46 0,0 0-107 0,0 0 48 16</inkml:trace>
  <inkml:trace contextRef="#ctx0" brushRef="#br0" timeOffset="17479.5">22768 11849 29 0,'0'0'44'0,"0"0"-3"0,0 0-8 0,0 0-3 16,0 0 2-16,0 0-6 0,0 0-8 0,0 0-1 15,0 0 3-15,0 0-4 0,0 0-7 0,0 0 8 16,0 0-3-16,0 0-1 0,0 0-1 0,0 0-4 16,0 0 0-16,0 0-5 0,0 0 0 0,0 0 1 15,0 0 4-15,0 0 0 0,0 0 6 0,0 0-2 16,0 0-1-16,0 0 2 0,0 0 5 0,0 0-10 16,0 0 7-16,0 0-4 0,0 0-1 0,0 0-1 15,0 0-3-15,0 0-1 0,0 0 2 0,0 0-4 0,0 0 5 16,0 0-1-16,0 0-3 0,0 0 0 15,0 0 3-15,0 0-1 0,0 0-2 0,0 0 4 16,0 0 0-16,0 0 3 0,0 0-3 0,0 0 1 16,0 0 1-16,-18 7-3 0,18-7 1 0,0 0 0 0,0 0 9 15,0 0-8-15,0 0-2 0,0 0 3 0,0 0-5 16,0 0-7-16,0 0-3 0,0 0-8 16,0 0-11-16,0 0-10 0,0 0-12 0,0 0-54 0,0 0-107 15,-15-6 47-15</inkml:trace>
  <inkml:trace contextRef="#ctx0" brushRef="#br0" timeOffset="19196.32">23190 12873 29 0,'6'2'91'0,"-6"-2"0"15,0 0-10-15,0 0 1 0,0 0-11 0,0 0 4 0,0 0-14 16,0 0-1-16,0 0-11 0,0 0 2 0,0 0 1 16,0 0-8-16,0 0-5 0,0 0 1 15,0 0-6-15,0 0-4 0,0 0 2 0,0 0-7 0,0 0-2 16,0 0 9-16,0 0-6 0,0 0-6 0,0 0-7 16,0 0 4-16,0 0-9 0,0 0 10 0,0 0 1 15,0 0 0-15,0 0-10 0,0 0 4 0,0 0 0 16,0 0-5-16,0 0 0 0,0 0 3 0,0 0 1 15,0 0 5-15,0 0-3 0,0 0-4 0,0 0 1 16,0 0 5-16,0 0-8 0,0 0 3 0,0 0-5 16,0 0-4-16,0 0 10 0,0 0-14 0,0 0 8 15,0 0 4-15,0 0-4 0,0 0 1 0,0 0 0 16,0 0-2-16,0 0 1 0,0 0 1 0,0 0-4 16,0 0 7-16,0 0 6 0,0 0-5 0,0 0 0 15,0 0 1-15,0 0-2 0,0 0 4 0,0 0-1 0,0 0-4 16,0 0 2-16,0 0-3 0,0 0-2 15,0 0 2-15,0 0-2 0,0 0 2 0,0 0-7 16,0 0 3-16,0 0-9 0,0 0 5 0,0 0 5 16,0 0 1-16,0 0-5 0,0 0 3 0,0 0-2 0,0 0 1 15,0 0 1-15,0 0 6 0,0 0-2 0,0 0-8 16,0 0-4-16,0 0 5 0,0 0-4 0,0 0 7 16,0 0-6-16,0 0 3 0,0 0 5 15,0 0-5-15,0 0-3 0,0 0 8 0,0 0-11 0,0 0 5 16,0 0 0-16,0 0-1 0,0 0-2 15,0 0 6-15,0 0-3 0,0 0-3 0,0 0 3 0,0 0 1 16,0 0-2-16,0 0-1 0,0 0-3 0,0 0 5 16,0 0 3-16,0 0-2 0,0 0 0 0,0 0 4 15,9-4-10-15,-9 4 5 0,0 0-6 0,0 0 5 16,0 0-9-16,0 0 7 0,0 0-1 0,0 0 2 16,0 0-6-16,0 0 1 0,0 0-4 0,0 0 3 15,0 0-7-15,0 0-3 0,0 0 1 0,0 0-8 16,0 0-4-16,0 0 12 0,0 0-6 0,0 0-3 15,0 0-3-15,0 0 8 0,0 0-5 0,0 0-3 16,0 0-5-16,0 0 6 0,0 0-3 0,0 0-2 16,0 0-6-16,0 0-4 0,0 0-3 0,0 0-5 15,0 0-9-15,0 0-15 0,0 0-73 0,0 0-160 16,0 0 71-16</inkml:trace>
  <inkml:trace contextRef="#ctx0" brushRef="#br0" timeOffset="20830.7">17995 10307 22 0,'0'0'21'0,"0"0"-3"0,0 0-3 15,0 0 1-15,0 0-1 0,0 0-5 0,0 0 2 16,0 0-4-16,0 0 5 0,0 0 0 0,0 0 2 16,0 0 2-16,0 0-2 0,0 0-2 0,0 0-2 15,0 0 0-15,0 0 2 0,0 0-6 0,0 0 1 16,0 0 1-16,0 0-3 0,0 0 2 0,0 0-6 16,0 0 6-16,0 0-3 0,0 0 2 0,0 0-7 15,0 0 8-15,0 0-2 0,0 0 3 0,0 0-4 0,0 0-5 16,0 0 5-16,0 0-5 0,0 0 2 0,0 0-2 15,0 0 3-15,0 0-1 0,0 0-3 16,0 0 0-16,0 0-1 0,0 0 8 0,0 0-4 16,0 0 2-16,0 0-2 0,0 0-1 0,0 0 4 0,0 0 1 15,0 0-7-15,0 0 2 0,0 0 1 0,0 0-5 16,0 0 4-16,0 0 1 0,0 0-1 0,0 0-2 16,0 0 2-16,0 0 1 0,0 0-2 0,0 0 0 15,0 0 1-15,0 0 1 0,0 0-2 0,0 0-1 16,0 0-5-16,0 0 7 0,0 0-6 0,0 0 5 15,0 0 0-15,0 0 0 0,0 0-2 0,0 0-1 16,0 0 5-16,0 0-2 0,0 0 1 0,0 0 1 16,0 0-3-16,0 0 1 0,0 0 3 0,0 0-8 15,10 0 2-15,-10 0-11 0,0 0-5 0,0 0-10 16,0 0-23-16,0 7-56 0,0-7 25 0</inkml:trace>
  <inkml:trace contextRef="#ctx0" brushRef="#br0" timeOffset="22386.82">17082 13547 11 0,'0'0'48'0,"0"0"-4"0,0 0-12 0,0 0 1 15,0 0 8-15,0 0-7 0,0 0-10 0,0 0 1 16,0 0 0-16,0 0-10 0,0 0 6 0,0 0-6 16,0 0 0-16,0 0 0 0,0 0-4 0,0 0 1 15,0 0-5-15,0 0 2 0,0 0-14 0,0 0-7 16,0 0-3-16,0 0-16 0,-6 22-6 0,6-22-20 15,0 0-60-15,0 0 26 0</inkml:trace>
  <inkml:trace contextRef="#ctx0" brushRef="#br0" timeOffset="23659.27">24336 13725 82 0,'0'0'112'0,"0"0"-8"0,7 1-10 0,-7-1-19 15,0 0 4-15,0 0-18 0,0 0 1 0,0 0-15 16,0 0 12-16,0 0-21 0,0 0-12 0,0 0-11 15,0 0-5-15,0 0-19 0,0 0-21 0,0 0-18 16,0 0-25-16,0 0-45 0,0 0-127 0,0 0 57 16</inkml:trace>
  <inkml:trace contextRef="#ctx0" brushRef="#br0" timeOffset="24158.92">18699 14153 8 0,'0'0'69'16,"5"5"-1"-16,-5-5-10 0,0 0-8 0,8 2-3 15,-8-2-4-15,7 3-16 0,-7-3-15 0,8 3-17 16,-8-3-11-16,8 4-45 0,-6 1-64 0,-2-5 28 16</inkml:trace>
  <inkml:trace contextRef="#ctx0" brushRef="#br0" timeOffset="24729.09">21661 14380 1 0,'8'4'34'0,"-8"-4"-13"0,8 1-10 0,-8-1-23 0,9 5-12 15,-5-3 6-15</inkml:trace>
  <inkml:trace contextRef="#ctx0" brushRef="#br0" timeOffset="25573.99">24805 14353 31 0,'0'0'130'0,"0"0"-7"0,0 0-4 16,0 0-1-16,0 0-8 0,12 0-3 0,-12 0-8 15,0 0-5-15,0 0-5 0,0 0-17 0,0 0-5 16,0 0-9-16,0 0-10 0,0 0 7 0,0 0-9 15,0 0-7-15,0 0-1 0,0 0-8 16,0 0-3-16,0 0-2 0,0 0-13 0,0 0-4 0,0 0-18 16,0 0-11-16,0 0-7 0,0 0-22 0,0 0-12 15,0 0-17-15,0 0-16 0,0 0-105 0,0 0-217 16,0 0 95-16</inkml:trace>
  <inkml:trace contextRef="#ctx0" brushRef="#br0" timeOffset="26462.45">16491 15422 30 0,'0'0'57'0,"-3"-9"-3"16,3 9-9-16,0 0-6 0,-5-5-3 16,5 5-10-16,0 0-12 0,-5-4-10 0,5 4-3 15,0 0-8-15,0 0-5 0,0 0-4 0,0 0-2 16,0 0-4-16,0 0-17 0,0 0-41 0,0 0 18 16</inkml:trace>
  <inkml:trace contextRef="#ctx0" brushRef="#br0" timeOffset="41370.43">3387 10637 8 0,'0'0'37'0,"0"0"3"0,0 0 5 0,0 0-5 0,0 0-4 15,0 0 6-15,0 0-3 0,2-8 0 0,-2 8-2 16,0 0-3-16,0 0-2 0,0 0 0 16,0 0-3-16,0 0 4 0,0 0 2 0,0 0-1 0,0 0-10 15,0 0 9-15,0 0-6 0,0 0 3 0,1-9-11 16,-1 9 7-16,0 0-3 0,0 0 4 0,0 0 5 15,0 0-6-15,0 0-4 0,0 0 0 0,0 0 7 16,0 0-7-16,0 0 0 0,0 0 5 16,0 0-6-16,0 0 10 0,0 0 3 0,0 0-17 0,0 0 11 15,0 0-1-15,0 0 1 0,0 0 1 0,0 0 5 16,0 0 1-16,0-10-5 0,0 10-3 0,0 0 6 16,0 0-5-16,0 0-3 0,0 0 5 0,0 0 1 15,0 0-1-15,0 0-5 0,0 0-1 0,0 0-1 16,0 0 5-16,0 0-9 0,0 0-5 0,0 0 7 15,0 0-7-15,0 0-14 0,-3-7 15 0,3 7 0 16,0 0-8-16,0 0 2 0,0 0-7 0,0 0 11 16,0 0-6-16,0 0-4 0,0 0 5 0,0 0 1 15,0 0 1-15,0 0-2 0,0 0-2 0,0 0-1 16,0 0-7-16,0 0 8 0,0 0 0 0,0 0-1 16,0 0 8-16,0 0-7 0,0 0-7 0,0 0 12 15,0 0-10-15,0 0 4 0,0 0 3 0,0 0-3 16,0 0 0-16,0 0-4 0,0 0 2 0,0 0 0 15,0 0-2-15,0 0 3 0,0 0-1 0,0 0 8 16,0 0-9-16,0 0-4 0,0 0 13 0,0 0-8 16,0 0 8-16,0 0-1 0,0 0 6 0,0 0-5 0,0 0-1 15,0 0 0-15,0 0 0 0,0 0-1 16,0 0-4-16,0 0 2 0,0 0 2 0,-6-6-4 16,6 6 1-16,0 0-1 0,0 0-5 0,-5-4 4 0,5 4 1 15,0 0 0-15,0 0 1 0,-6-6-1 0,6 6-5 16,0 0 2-16,0 0 4 0,-4-8-2 15,4 8-2-15,0 0 6 0,0 0-4 0,-5-3-1 16,5 3-5-16,0 0 5 0,0 0 1 0,0 0-4 0,0 0 3 16,0 0 0-16,0 0-3 0,0 0-4 0,0 0-2 15,-4-5-1-15,4 5 3 0,0 0-1 16,0 0-3-16,0 0 3 0,0 0 2 0,0 0-8 0,0 0 11 16,0 0-10-16,0 0 2 0,0 0-5 0,0 0 3 15,0 0 7-15,0 0-3 0,0 0 1 0,2 22-5 16,-2-22 4-16,0 0 1 0,2 10 3 15,-2-10 3-15,2 7-5 0,-2-7 12 0,3 9-15 16,-2-4 1-16,-1-5 4 0,4 7-2 0,-2-1 0 0,1 0 4 16,-3-6-4-16,1 11 2 0,0-3 0 0,-1-8 0 15,3 11 1-15,-2-1-2 0,1-4-5 0,-1 1 6 16,0-2 7-16,0 3-12 0,-1-8 9 16,3 13-5-16,-2-7 4 0,-1 2 4 0,2-2-7 0,-2-6 3 15,1 13-5-15,0-6 6 0,1-1-2 0,-1 1 4 16,-1-7-4-16,1 12 0 0,0-5 0 0,-1-7 0 15,2 13-1-15,-2-13 1 0,0 11 1 0,2-3 0 16,-2-8-4-16,3 10 2 0,-3-4 1 0,0-6-3 16,-2 12-2-16,2-12 8 0,2 10-3 0,-1-5-2 15,-1-5 5-15,0 9-3 0,0-9 3 0,2 9-4 16,-2-9 1-16,-1 9-5 0,1-9 8 0,1 9-4 16,-1-9 0-16,2 8 0 0,-2-8 1 0,2 9 3 0,-2-9-2 15,2 5 1-15,-2-5-5 0,2 6 1 16,-2-6-1-16,1 8 2 0,-1-8 3 0,0 0-5 15,2 8 8-15,-2-8-18 0,0 0 12 0,0 9 0 16,0-9 4-16,2 6-4 0,-2-6 3 0,0 0-1 16,2 8 4-16,-2-8-3 0,1 6 2 0,-1-6-2 0,0 0-4 15,0 0 3-15,1 7 3 0,-1-7-5 16,0 0 0-16,0 0 4 0,3 9-2 0,-3-9 0 16,0 0-3-16,0 0 0 0,0 0 3 0,0 7 6 0,0-7-7 15,0 0 1-15,0 0 0 0,0 0-1 0,0 0 5 16,0 0-5-16,1 8 3 0,-1-8-2 0,0 0-8 15,0 0 7-15,0 0-3 0,0 0 8 16,0 0-4-16,0 0-1 0,0 0 1 0,0 0 2 0,0 0-4 16,0 0 4-16,0 0 1 0,0 0-3 0,0 0-2 15,0 0 3-15,0 0 3 0,0 0-2 16,0 0 3-16,0 0-6 0,0 0 5 0,1 8 0 0,-1-8-7 16,0 0 2-16,0 0 0 0,0 0 1 0,0 0-4 15,0 0 2-15,0 0 1 0,0 0 1 0,0 0 1 16,0 0-3-16,0 0 2 0,0 0-3 15,0 0 4-15,0 0-2 0,0 0-3 0,0 0 5 0,0 0-3 16,0 0-2-16,0 0 3 0,0 0 2 0,0 0-1 16,0 0-1-16,0 0-1 0,0 0 0 0,0 0-2 15,0 0 1-15,0 0-2 0,0 0 0 0,0 0 4 16,0 0-2-16,0 0-1 0,0 0 3 0,0 0-1 16,0 0 2-16,0 0-4 0,0 0 2 0,-1 9 2 15,1-9-3-15,0 0 3 0,0 0 2 0,0 0-4 16,0 0 6-16,0 9-6 0,0-9 3 0,0 0-5 15,0 0 5-15,-1 7 1 0,1-7-7 0,0 0 6 16,0 0-7-16,-2 9 3 0,2-9-3 0,0 0 10 16,0 0-1-16,0 0-7 0,2 7 4 0,-2-7 3 15,0 0 1-15,0 0-4 0,0 0 3 0,0 0-3 16,0 0-3-16,-3 9 4 0,3-9-1 0,0 0 3 16,0 0-9-16,0 11 5 0,0-11-1 0,0 0-3 15,0 8 3-15,0-8 4 0,0 0-3 0,1 8-1 16,-1-8 10-16,0 0 5 0,2 7-4 0,-2-7 0 15,0 0 0-15,0 0 0 0,0 0-1 0,0 0-2 16,0 0 1-16,0 0-3 0,-3 9 11 0,3-9-9 16,0 0-3-16,0 0 2 0,0 0-1 0,0 0 1 15,0 0-1-15,0 0-1 0,0 0-1 0,0 0 3 16,0 0-2-16,0 0-3 0,0 0 4 0,0 0-5 16,0 0 1-16,0 0 6 0,0 0-4 0,0 0 3 15,4 6-2-15,-4-6-1 0,0 0 2 0,0 0-2 16,0 0 3-16,0 0 1 0,0 0 1 0,0 0 0 15,0 0-1-15,0 0 1 0,0 0 2 0,0 0 0 16,0 0 3-16,0 0-7 0,0 0 3 0,0 0-1 16,0 0-2-16,0 0 2 0,0 0-5 0,5-19 2 15,-5 19-1-15,0 0-2 0,0 0-1 0,3-9 2 0,-3 9 0 16,0 0-1-16,2-7-2 0,-2 7 3 16,1-6-2-16,-1 6 1 0,4-7-2 0,-4 7 0 15,3-7-1-15,-3 7 2 0,2-7-1 0,-2 7 5 16,2-8-3-16,-2 8-1 0,4-7-1 0,-4 7 0 15,2-11 2-15,1 6 0 0,-3 5-1 0,2-10-1 0,1 5 1 16,-3 5 2-16,2-12-3 0,-2 12 0 16,3-10 1-16,-3 10-3 0,2-11 2 0,1 5-1 15,-3 6 1-15,4-9-2 0,-4 9 1 0,2-11 0 16,-2 5 0-16,0 6 1 0,4-10-5 0,-1 4 10 0,-2 1-6 16,-1 5 0-16,5-12-3 0,-2 7-1 0,-2-3 4 15,-1 8 0-15,4-10-1 0,-3 5 0 16,-1 5-1-16,4-10-1 0,-2 6 4 0,-2 4 0 15,4-10-3-15,-4 10-1 0,4-8-2 0,-1 3 7 0,-3 5-7 16,5-9 8-16,-5 9-6 0,4-7 0 0,-2 2 1 16,-2 5-1-16,3-7-2 0,-3 7 3 0,4-6 0 15,-4 6 1-15,0 0-1 0,3-10 1 0,-3 10 1 16,3-4-4-16,-3 4 0 0,4-5 4 0,-4 5-3 16,0 0 0-16,4-10 4 0,-4 10 0 0,5-4-1 15,-5 4 0-15,3-7 0 0,-3 7-5 0,6-8 3 16,-6 8 0-16,5-8-1 0,-3 4 2 0,-2 4 0 15,6-7 1-15,-3 2-1 0,-3 5-2 0,8-9-1 16,-4 5 5-16,-4 4-2 0,5-8-1 16,-1 4 2-16,-4 4-2 0,6-9 3 0,-3 5 1 0,-3 4-1 15,9-10-3-15,-7 6 3 0,-2 4 0 0,5-9 3 16,-1 6-1-16,-4 3-4 0,4-10 3 0,-4 10 0 16,5-6 1-16,-5 6-3 0,4-5 2 0,-4 5-4 15,5-6 0-15,-5 6 7 0,0 0-3 0,5-5-1 16,-5 5 2-16,4-4-1 0,-4 4 1 0,3-7-1 15,-3 7-1-15,0 0-3 0,5-6 1 0,-5 6-1 16,1-7 4-16,-1 7 0 0,0 0 1 0,4-7-4 16,-4 7 2-16,0 0 2 0,4-5-5 0,-4 5 1 15,0 0 1-15,0 0 2 0,7-6-3 0,-7 6 3 16,0 0-2-16,0 0-3 0,0 0 7 0,3-6-4 16,-3 6 4-16,0 0-5 0,0 0 2 0,0 0 0 15,2-7 0-15,-2 7 0 0,0 0 1 0,4-5-3 16,-4 5 4-16,0 0 1 0,0 0-3 0,3-7 2 15,-3 7-2-15,0 0 0 0,0 0 0 0,4-5-2 16,-4 5 2-16,0 0 2 0,0 0-2 0,0 0-1 16,0 0 2-16,0 0-1 0,4-6 8 0,-4 6-9 15,0 0 1-15,0 0-1 0,0 0 0 0,0 0 1 16,0 0-3-16,0 0-8 0,0 0-7 0,0 0-16 16,0 0-11-16,0 0-17 0,0 0-12 0,0 0-24 15,0 0-18-15,0 0-17 0,0 0-16 0,0 0-92 16,0 0-261-16,0 0 116 0</inkml:trace>
</inkml:ink>
</file>

<file path=ppt/ink/ink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17:14.567"/>
    </inkml:context>
    <inkml:brush xml:id="br0">
      <inkml:brushProperty name="width" value="0.05292" units="cm"/>
      <inkml:brushProperty name="height" value="0.05292" units="cm"/>
      <inkml:brushProperty name="color" value="#FF0000"/>
    </inkml:brush>
  </inkml:definitions>
  <inkml:trace contextRef="#ctx0" brushRef="#br0">19393 9818 9 0,'0'0'144'0,"-3"-12"-5"0,3 12 0 0,-5-9-1 16,3 4-5-16,2 5-13 0,-4-10-6 0,1 5 5 15,3 5-6-15,-2-8-8 0,2 8-7 0,-5-5-8 16,5 5-12-16,0 0-9 0,-4-6-2 0,4 6-9 16,0 0-7-16,0 0-8 0,0 0-5 0,0 0-6 0,0 0-4 15,0 0-4-15,0 0 0 0,0 0-2 0,0 0-4 16,0 0-2-16,0 28 2 0,0-17-7 16,0 6 7-16,1-2-6 0,0 2 1 0,1 1-5 0,-1 1 6 15,3 1-9-15,-2 5 4 0,1-1-1 0,1-5 1 16,-2 0-4-16,3 1 4 0,-1-1-4 0,0 1 0 15,-1-2-2-15,-1 0 3 0,1 0-3 16,2-1 3-16,-5 0-2 0,1-2 3 0,0 2-2 0,1-5-3 16,-1 3 1-16,-1-2-9 0,0-1-12 0,-1 0-13 15,-2-2-25-15,1 1-23 0,-1-3-19 16,-1 2-27-16,0-3-23 0,-1 0-128 0,0-3-299 16,-2-3 132-16</inkml:trace>
  <inkml:trace contextRef="#ctx0" brushRef="#br0" timeOffset="268.27">19306 9829 166 0,'0'0'166'0,"-1"-11"-7"15,1 11-6-15,1-11-17 0,-1 11-10 0,5-10-10 16,-2 5-16-16,-3 5-7 0,10-5-8 0,-3 4-6 15,5 1-8-15,3 0-6 0,3 1-6 0,4 3-4 16,5 1-3-16,2 2-7 0,1-1-6 0,-5-1-5 16,5 3 2-16,-1-2-5 0,-2 2-3 0,0 0-8 15,1 0 0-15,-1-2-11 0,-7 0-18 0,6-1-15 16,-7 1-28-16,1 0-26 0,-2-2-27 0,0-1-14 16,-4 1-21-16,-1 1-96 0,-3-5-256 0,2 2 113 15</inkml:trace>
  <inkml:trace contextRef="#ctx0" brushRef="#br0" timeOffset="482.97">19850 9709 2 0,'0'0'176'0,"-5"-8"-3"0,5 8-12 16,-3-6-15-16,3 6-13 0,0 0-12 0,0 0-10 0,0 0-11 15,0 0-2-15,0 0 1 0,-7 19-2 0,6-7-15 16,2 3-5-16,-2 2-9 0,1 2-6 0,0 7-5 15,0-2-7-15,1 1-5 0,0-6 0 16,3 7-6-16,-1 0-14 0,1 2-12 0,-1-3-28 16,2 0-23-16,-1 2-18 0,0-9-33 0,0 1-23 0,0 1-26 15,1 4-118-15,-2-7-276 0,3-4 122 0</inkml:trace>
  <inkml:trace contextRef="#ctx0" brushRef="#br0" timeOffset="1465.01">20206 10156 146 0,'0'0'126'0,"0"0"-9"0,0 0-15 16,0 0-5-16,0 0 6 0,0 0-5 0,-4 25-2 16,1-12-4-16,1 3-13 0,-1 3 1 0,2 6-8 0,-2-5-10 15,0 5 0-15,1-1-4 0,2-8-2 0,0 3-3 16,-1-2-1-16,-1-1-7 0,2-4-8 15,-2 0-1-15,4-1-8 0,-2-1 3 0,0-4 0 16,0-6-5-16,1 10 11 0,-1-10 10 0,0 0 15 0,0 9 6 16,0-9-9-16,0 0 3 0,0 0-5 0,0 0-7 15,0 0-3-15,0-28-6 0,2 16-3 0,3-6-4 16,-1-6-3-16,0 5-3 0,1-10-3 16,2-1-4-16,-1-2-1 0,3 0-3 0,-3 0 1 0,2 2-4 15,-2-1-2-15,2 4 2 0,0-4 0 0,1 3 0 16,0 2-2-16,-1 8 1 0,0 1 3 0,-1 2-3 15,-2 7-3-15,1-1 1 0,-2 3-5 0,-4 6-4 16,8-7 3-16,-3 6-5 0,-5 1 2 0,11 2 1 16,-1 3 4-16,-1 6 3 0,4 5 4 0,-3-1 4 15,5 11-1-15,0-4 1 0,-1 3 0 0,1 1-5 16,-3 0 2-16,2-1-4 0,-3 0 9 0,1 0-6 16,0-2 6-16,-1 0-2 0,-1 0-5 0,-2-5 0 15,-2-2-1-15,3 0 5 0,-4-2-8 0,1 2-2 16,-3-5 2-16,1 0-2 0,-2 0-3 0,0-1-17 15,-2 1-12-15,1-3-18 0,0 0-22 0,-1-8-22 16,-4 11-27-16,2-5-37 0,-2-2-35 0,4-4-39 16,-11 4-126-16,11-4-379 0,-12-2 167 0</inkml:trace>
  <inkml:trace contextRef="#ctx0" brushRef="#br0" timeOffset="1632.27">20285 10252 3 0,'0'0'157'0,"-8"-3"-18"0,8 3-12 16,0 0 1-16,0 0-5 0,0 0-8 0,0 0 5 0,0 0-17 15,0 0-6-15,40-3-16 0,-20 2-29 16,7 1-43-16,1-4-37 0,3-1-38 0,-3 2-128 16,0 2-209-16,2-5 92 0</inkml:trace>
  <inkml:trace contextRef="#ctx0" brushRef="#br0" timeOffset="1972.21">21001 9941 180 0,'0'0'228'0,"-6"-5"-3"0,6 5-11 0,0 0-8 15,-5-7-21-15,5 7-17 0,0 0-18 16,0 0-13-16,0 0-14 0,0 0-10 0,0 0-6 0,0 0-4 15,27 7-11-15,-10-2-9 0,5-1-7 0,12 1-4 16,-1-2-5-16,2-2-7 0,1 0-7 0,0-1-7 16,-2-1-5-16,0 4-3 0,-3-5-7 0,-10 4 2 15,0-2-6-15,0-2 1 0,-3 1-3 0,-3 1-3 16,-4 3-7-16,1-3-1 0,-4 2-4 0,-1 0 0 16,0 2-2-16,-3 2 3 0,-1 2-5 0,-3 4 1 15,-1 1 1-15,-3 3 0 0,-2 3 0 0,-3-2 3 16,-6 10-1-16,2-1 0 0,-4 2-2 0,2-2 1 15,-7 2 1-15,4-2 1 0,-1 0 4 0,0 2-7 16,1-4-5-16,1 0-8 0,3 0-30 0,0-2-36 16,0 0-57-16,3-6-68 0,3 0-254 0,-1-3-487 15,5-3 215-15</inkml:trace>
  <inkml:trace contextRef="#ctx0" brushRef="#br0" timeOffset="2677.03">22098 9852 39 0,'-3'-10'198'0,"1"5"-6"0,2 5-1 15,-3-12 0-15,3 12-9 0,-2-8-8 0,2 8-18 16,-4-6-21-16,4 6-12 0,0 0-13 0,0 0-13 15,0 0-8-15,0 0-7 0,0 0-8 0,0 0 4 16,8 28 3-16,-4-15-5 0,0 4-6 0,-2 2-7 16,3 8-1-16,-1-1-5 0,0 0-5 0,0-3-5 15,0 2-12-15,-3-5-9 0,2-2 2 0,0 7-4 16,0 0 0-16,-3-6-4 0,1-1 1 0,-1 0-2 16,0 1-3-16,0-2-6 0,0 0-9 0,-1-4-23 15,1-1-23-15,0 1-23 0,-1-4-33 0,1 2-15 16,1-4-24-16,-1 0-27 0,0-7-21 0,0 0-145 15,-3 10-361-15,3-10 160 0</inkml:trace>
  <inkml:trace contextRef="#ctx0" brushRef="#br0" timeOffset="3099.74">22082 9887 143 0,'0'0'138'0,"0"0"9"0,0 0-14 0,0 0 7 16,21 3-11-16,-8-1-14 0,3 0-10 0,2 1-15 16,2-3-6-16,8 6-3 0,0 0-10 0,2-1-9 15,-2-2-5-15,-1 1-9 0,1 1-17 0,0-3-9 16,-6 2-23-16,-1-1-19 0,0-1-22 0,0 0-16 16,-1-1-2-16,-4 1-15 0,-1-3-6 0,2 0 4 15,-5 1 0-15,-1-3-1 0,-2 2 8 0,3-2-1 16,-6 1 1-16,-1-6 11 0,2 1 19 0,-4 1 9 15,1 0 9-15,1-2 16 0,-2-2 2 0,-1 1 11 16,0-3 16-16,0 1 7 0,-2-1 16 0,0 1 4 16,-1 0 24-16,1 1 4 0,-3 0 6 0,3 0 10 15,-2 2 7-15,2 8 6 0,-1-13 3 0,1 13-4 16,0-7-9-16,0 7-5 0,0 0-15 0,1-9-3 16,-1 9-11-16,0 0-8 0,0 0-3 0,0 0 5 15,0 0 8-15,2 26 6 0,2-9-6 0,-5 1-2 16,1 8-11-16,-1 2-1 0,1 0-7 0,0 2-3 15,2 2-5-15,-2-2 0 0,2-1-5 0,-2-3-4 16,1 4-18-16,0 0-19 0,-1-5-31 0,3 1-38 16,-1-2-34-16,1-6-35 0,1 0-41 0,-1-1-168 15,0-6-387-15,1-1 171 0</inkml:trace>
  <inkml:trace contextRef="#ctx0" brushRef="#br0" timeOffset="3330.88">22919 9917 178 0,'0'-6'241'0,"1"-1"-11"0,-1 7-16 0,2-10-18 15,-2 10-18-15,0 0-21 0,0 0-14 0,0 0 1 16,0 0-1-16,0 0-8 0,0 0-11 0,-2 30-8 16,1-13-14-16,-2 3-6 0,3 5-13 0,0 2-6 15,2-1-8-15,-2-3-9 0,2-2-7 0,0-1-3 16,-2-1-13-16,2-1-13 0,1 1-19 0,-2 0-19 0,3-3-29 15,-4 1-33-15,1-2-37 0,-1-5-41 0,1 0-29 16,0 1-43-16,-3-4-115 0,2-7-370 0,0 0 163 16</inkml:trace>
  <inkml:trace contextRef="#ctx0" brushRef="#br0" timeOffset="3586.37">22930 9926 88 0,'18'-8'189'0,"10"1"2"0,2 3-5 0,-9 1-10 16,6 3-1-16,0 3-7 0,-5 3-11 0,4 5-11 15,-4 5-11-15,-2 2-12 0,-5 5-12 0,-5 3-10 16,-2 0-10-16,-4 3-10 0,-4 3-6 0,-5-4-6 16,0 1-6-16,-4-2-6 0,-3 2-8 0,-3-3-4 15,-1-1-3-15,-3-4-5 0,0 0-5 0,-1-1-1 16,-2-3 0-16,-2-1-2 0,-2-4-6 0,7-2-16 15,-5-1-11-15,3-2-17 0,-4 1-24 0,-1-4-41 16,6-2-19-16,-1-3-47 0,8 0-65 0,-1-2-130 16,5-3-375-16,2-3 166 0</inkml:trace>
  <inkml:trace contextRef="#ctx0" brushRef="#br0" timeOffset="3857.79">23624 9978 2399 0,'0'0'16'0,"2"-10"27"16,-2 10-12-16,0-10 0 0,0 10-25 0,0 0 2 16,0-9 1-16,0 9-7 0,0 0 9 0,0 0 6 15,0 0 10-15,0 0 9 0,0 0 8 0,0 0 7 16,0 0-1-16,0 0-7 0,0 0-3 0,0 0 3 15,15 12-1-15,-10-8-2 0,-5-4-2 0,10 6-4 16,3-8-2-16,4 2-11 0,11-2-28 0,4-7-34 16,4-3-32-16,16-6-40 0,5 0-38 0,5-2-34 0,-1-2-38 15,-1-1-165-15,-7-3-418 0,3-1 185 0</inkml:trace>
  <inkml:trace contextRef="#ctx0" brushRef="#br0" timeOffset="12041.6">19200 10613 39 0,'-6'0'141'0,"6"0"-4"16,-13 5-4-16,4-1-5 0,0 0 1 0,0 2-7 15,0 1-1-15,-4 5-7 0,2 2-1 0,-1 3-8 16,2 1 1-16,0 5-5 0,-3 3-11 0,1-2-8 16,2 0-2-16,0 3-3 0,4 0-7 0,2-2-10 15,3-6-4-15,1 6-7 0,2-6-6 0,3 6-4 16,0-8 3-16,3 1-9 0,1 0-1 0,0-3-13 16,2 0-5-16,1 0-21 0,3-2-11 0,2-1-28 15,1-2-18-15,-2 0-33 0,2-6-31 0,0 1-34 16,3-3-131-16,-9 1-316 0,6-5 140 0</inkml:trace>
  <inkml:trace contextRef="#ctx0" brushRef="#br0" timeOffset="12267.58">19499 10786 29 0,'0'0'170'0,"0"0"-14"16,0 0-17-16,-1-11-6 0,1 11 3 0,0 0 4 15,0 0 9-15,0 0-10 0,1 34-7 0,-4-17-11 16,-2 3-13-16,3 6-5 0,-1 3-16 0,2 1-6 16,-2 1-7-16,2-2-7 0,0-1-8 0,-3-1-7 15,2 0-3-15,-1-3-19 0,0 1-28 0,6-4-11 16,-6-4-28-16,5 1-26 0,-5-1-30 0,3-5-13 0,3-1-25 16,-5 0-19-16,2-3-112 0,0 0-282 0,0-8 125 15</inkml:trace>
  <inkml:trace contextRef="#ctx0" brushRef="#br0" timeOffset="12496.58">19466 10746 49 0,'9'-13'130'0,"2"1"6"16,1 1-11-16,-2 5-8 0,1 3-2 0,-2 3-9 15,5 4 0-15,-3 1-9 0,-1 3-3 0,0 0-6 16,0 5-9-16,-2 4-3 0,-3 2-2 0,-2 0-6 15,2 6-11-15,-9 2 5 0,1-2-16 0,-4-1-3 16,-1 0-3-16,3-4-4 0,-5-3 1 0,0 2-8 16,0-3-1-16,0 0-13 0,-1-2-12 0,3-3-18 15,-6 0-26-15,4-4-29 0,-2-1-19 0,4 0-31 16,-4-1-134-16,2-3-275 0,-2-3 122 0</inkml:trace>
  <inkml:trace contextRef="#ctx0" brushRef="#br0" timeOffset="12999.87">19898 11162 141 0,'14'-11'189'16,"-1"-5"4"-16,6-3-5 0,-3-2-13 0,2 1-11 16,-1-1-7-16,3-1-10 0,1-2-15 0,-2 0-12 0,-3 0-10 15,3-1-10-15,-2-2-10 0,0 1-7 16,-2 4-9-16,-1-1-1 0,-5 8-10 0,-2 0-13 15,-2 5 4-15,-1 1-6 0,-3 2-3 0,0 1-6 16,-1 6-2-16,0 0-3 0,-4-11-5 0,4 11-4 0,-9-1-4 16,9 1-5-16,-17 8 5 0,4-1-5 0,-4 5-3 15,3-2-1-15,-1 4 2 0,3-2-7 16,-1 2 4-16,5-3-5 0,2 0-3 0,4 1-9 16,-1-1 3-16,5 0-2 0,1 0 2 0,4 0-1 0,4 0 3 15,1 1-5-15,4-3 6 0,-2 1-5 0,3-2 3 16,1 2-3-16,0-2 3 0,-1 2-3 0,-5-3 3 15,-2-1 0-15,1 2-1 0,-2-2 1 16,-3 1 1-16,0 2-2 0,-2-2-3 0,-2 0 1 0,-2-1-5 16,0-6-18-16,-6 16-6 0,1-8-22 0,-4 0-14 15,0-2-16-15,0 2-10 0,-1-2-14 16,0 0-25-16,1-2-17 0,1-2-157 0,-3 1-335 16,11-3 148-16</inkml:trace>
  <inkml:trace contextRef="#ctx0" brushRef="#br0" timeOffset="13179.53">20312 10891 142 0,'5'-4'153'0,"-5"4"-5"0,0 0 3 16,0 0-10-16,9 20-6 0,-9-9-6 0,0 0-15 16,0 6-9-16,1 2-9 0,-1-1-11 0,0 0-8 15,1 2-11-15,-1-1-15 0,2 0-42 0,-4 0-26 16,4-2-37-16,-2-2-48 0,1 1-38 0,-1-5-76 15,3-2-232-15,0-1 104 0</inkml:trace>
  <inkml:trace contextRef="#ctx0" brushRef="#br0" timeOffset="13339.99">20398 10735 10 0,'0'0'108'16,"0"0"-30"-16,0 0-18 0,0 0-32 0,-6 24-28 16,9-12-48-16,0-2-51 0,3 1 23 0</inkml:trace>
  <inkml:trace contextRef="#ctx0" brushRef="#br0" timeOffset="13896.8">20603 10899 145 0,'-8'4'159'0,"0"3"-1"0,0-2 7 16,-1 4-13-16,0 0-2 0,0 1-6 0,1 3-10 16,1-2-11-16,0 4-10 0,1 0-11 0,1 1-8 0,2-4-9 15,2 5-7-15,1-5-9 0,3-2-6 0,-1 1-5 16,3-1-9-16,4-1-3 0,-1 0-5 16,1-5-13-16,2 2-2 0,2-3-7 0,1-3-3 15,0-3-7-15,0-3 0 0,3-2 0 0,-3-3-1 0,1 1-2 16,-3-5 2-16,-1-1-3 0,-2-1-2 0,0-2 1 15,-5 0 3-15,1-5-3 0,-4-3-1 0,-1 1 0 16,-2-1 2-16,-1-1-2 0,1 1-2 0,1-1 1 16,-3-2-2-16,2 4 3 0,0 2 5 0,0 8 6 15,0-1 5-15,1 7 4 0,1 0 0 0,0 3-4 16,0 7 1-16,-2-9-7 0,2 9 7 0,0 0-5 16,0 0-1-16,0 0 0 0,13 22 10 15,-8-3-6-15,2 1 2 0,-1 5 2 0,-1 5-4 0,-2-1-4 16,-2 2 2-16,0-3-6 0,1 0 0 0,0-3 2 15,-2-1-3-15,1-5 0 0,3-2 1 0,1 0-4 16,-1-2-1-16,1-3 3 0,0-3-2 0,1 2 1 16,-1-4-4-16,1-1-3 0,0-2 1 0,1-2-4 15,1 0-5-15,4-4-8 0,-3 0 1 0,1-5-8 16,2 2 2-16,-2-5-3 0,2-3 2 0,2-2-1 16,-4 1 5-16,3-1 3 0,-4 0 3 0,-3 0-5 15,2-3 6-15,-2 1 1 0,-1 2-2 0,-2 3 6 16,-2 1 12-16,-1 1 2 0,-1 5 3 0,1 5 2 15,-5-10 8-15,5 10-4 0,-13 0 11 0,13 0-2 16,-18 10 2-16,4 1 0 0,1 0 1 0,0 3-5 16,2-2 2-16,2 3-8 0,1-2 0 0,3 3-1 15,3-3 2-15,0 0-5 0,4 1-5 0,1-3-12 16,4-1-17-16,-1 0-21 0,6-2-28 0,-2 0-35 16,7-2-44-16,0-2-30 0,0-1-45 0,-3-2-121 15,0-1-370-15,4-3 163 0</inkml:trace>
  <inkml:trace contextRef="#ctx0" brushRef="#br0" timeOffset="14089.97">21112 10767 115 0,'5'-4'194'0,"1"0"-1"16,-6 4-3-16,13 0-2 0,0 4 2 0,-3 1-3 0,2 2-8 15,-2 1-13-15,0 6-6 0,0 3-16 16,-1-1-12-16,-4 4-11 0,2 6-12 0,-3-6-12 0,2 4-8 15,-2-3-15-15,-3 3-9 0,-5 1-26 0,3-1-25 16,-1 1-45-16,-4-2-45 0,1-4-62 0,-1-3-34 16,-4 3-200-16,1-5-402 0,-3-1 177 0</inkml:trace>
  <inkml:trace contextRef="#ctx0" brushRef="#br0" timeOffset="14718.44">22534 10708 19 0,'0'0'194'16,"-2"-9"-11"-16,2 9-11 0,-3-8-8 0,3 8-10 15,-5-5-16-15,5 5-11 0,0 0-13 0,0 0 9 16,-14 15-8-16,6 1 0 0,-3 0-10 0,-2 10-13 16,3 3-4-16,0 1-5 0,2 2-7 0,3-1-6 15,1 2-5-15,0-1-7 0,2-1-5 0,4 0-6 0,3 0-3 16,2-6-5-16,3 2-6 0,3-2-7 15,1-2-9-15,0-7-28 0,2 1-17 0,2-3-25 16,-1-3-34-16,1-1-23 0,1-3-20 0,8 1-23 16,-7-4-26-16,2-4-116 0,9 0-317 0,-1-3 141 15</inkml:trace>
  <inkml:trace contextRef="#ctx0" brushRef="#br0" timeOffset="15503.79">23065 10797 68 0,'0'0'121'0,"0"0"-2"0,0 0-8 16,0 0-1-16,0 0-7 0,0 0-6 0,-6-6-4 16,6 6-1-16,0 0-7 0,0 0-6 0,0 0-3 15,0 0-4-15,0 0-3 0,0 0 3 0,0 0-6 16,0 0-3-16,0 0-5 0,0 0-4 0,0 0 1 16,0 0-6-16,-3-5-2 0,3 5-2 0,0 0 1 15,0 0 3-15,0 0-1 0,0 0-2 0,0 0-4 16,0 0-8-16,0 0 3 0,0 0-1 0,0 0-4 15,0 0 0-15,0 0-5 0,0 0 4 0,0 0-3 16,0-11-6-16,0 11 1 0,0 0-2 0,0 0-2 16,0 0-2-16,0 0-3 0,-3-7-3 0,3 7 1 15,0 0 7-15,0 0-1 0,0 0 5 0,0 0 2 16,3-12 2-16,-3 12-1 0,0 0-3 0,0 0 2 16,0 0-1-16,0 0-2 0,1-6 4 0,-1 6-5 15,0 0-2-15,0 0 2 0,0 0-4 0,0 0 0 16,0 0-2-16,0 0 2 0,0 0-4 0,0 0 0 15,0 0-5-15,1-8 1 0,-1 8 1 0,0 0-2 16,0 0 1-16,0 0-2 0,0 0 7 0,0 0-13 16,0 0 5-16,0 0-2 0,0 0 0 0,0 0-1 15,0 0 1-15,0 0-1 0,0 0 5 0,0 0-5 16,0 0 4-16,0 0 1 0,0 0 2 0,0 0 0 16,0 0 4-16,0 0 1 0,0 0 4 0,0 0-3 0,0 0-1 15,0 0-2-15,0 0 0 0,0 0 1 0,0 0-4 16,0 0 3-16,0 0-5 0,0 0-2 15,0 0 2-15,0 0-2 0,0 0-3 0,0 0 2 0,0 0-8 16,0 0 3-16,0 0 0 0,0 0-1 0,0 0 2 16,0 0-3-16,0 0 1 0,0 0-1 0,4 30 5 15,-4-19-4-15,0 6 6 0,0 0-6 16,-1 1 4-16,1 1-2 0,0-1 3 0,1 1 4 0,-2-3-8 16,1 1-2-16,1-2 7 0,0 4 0 0,2-2-3 15,-3-2 0-15,1-4 0 0,0 2 6 0,-1-1-7 16,2 1 0-16,-4-2 4 0,4 1-6 0,-1 1 0 15,0-3-1-15,2-1 3 0,-3 0-1 0,1-2 0 16,-1-7-11-16,2 11-7 0,-2-11-5 0,1 9-2 16,-1-9-10-16,-1 10-7 0,1-10-9 0,-2 7-18 15,2-7-18-15,-5 5-16 0,5-5-25 0,0 0-27 16,-9 0-19-16,9 0-18 0,0 0-156 0,0 0-376 16,-8-15 167-16</inkml:trace>
  <inkml:trace contextRef="#ctx0" brushRef="#br0" timeOffset="16137.2">23089 10891 81 0,'1'-4'169'0,"-1"4"-14"0,4-16 1 0,1 7-5 16,0-1-7-16,3 0-7 0,3-2-10 0,4 1-5 15,0 2-4-15,-1-4-6 0,1 4-6 16,1 2-8-16,-2 1-8 0,-3 3-10 0,1-4-9 0,-1 9-6 15,2-1-3-15,0 2-2 0,-4 3-6 0,3 3-2 16,1 2 0-16,-5 6-6 0,0-1-3 16,0 1-5-16,-3 8-2 0,-2-4-3 0,-2-1-2 15,-1 6-4-15,3-3-6 0,-3-3-10 0,0 5-20 0,1-6-31 16,-2 0-38-16,1-3-29 0,0-5-45 0,0 0-35 16,-1 1-143-16,2-6-356 0,2 0 157 0</inkml:trace>
  <inkml:trace contextRef="#ctx0" brushRef="#br0" timeOffset="16839.82">23702 10703 44 0,'-1'-11'233'0,"1"11"-9"15,0 0-7-15,1-10-20 0,-1 10-13 0,0 0-14 16,0 0-18-16,0-9-16 0,0 9-12 0,0 0-10 16,0 0-4-16,0 0-5 0,0 0-6 0,2 27-4 15,0-17-10-15,-2 7-2 0,0 0-7 16,3-2-9-16,-1 1-6 0,1-5-8 0,1 0-5 0,1 3-3 16,-3-3-5-16,0-1-6 0,1-1 2 0,0-1-9 15,-1 0 2-15,1-1-8 0,-2 0 1 0,-1-7 0 16,2 7-5-16,-2-7 1 0,1 9 0 0,-1-9-4 15,0 0 1-15,3 7-1 0,-3-7-3 0,0 0 3 16,0 0-2-16,0 0-1 0,0 0 6 0,0 0-9 16,0 0 1-16,0 0-5 0,0 0-1 0,0 0 0 15,0 0 1-15,-15-22 1 0,15 22 1 0,-7-7 0 0,7 7-6 16,-5-6 4-16,5 6 0 0,-3-6-1 0,3 6-5 16,-2-6 3-16,2 6 3 0,0 0-6 0,-4-7 6 15,4 7-4-15,-5-7-1 0,5 7-3 16,-2-7 8-16,2 7-5 0,0 0 2 0,-5-9-4 0,5 9 2 15,-2-10-4-15,2 10 6 0,-2-10-3 0,2 10 9 16,0-11-12-16,0 11 1 0,-1-11 6 0,1 11-3 16,-1-11-3-16,1 11 6 0,-5-6-5 15,5 6-1-15,-4-9 1 0,4 9 2 0,-8-3-5 16,-1-1 1-16,9 4 2 0,-16 4 1 0,5-1-2 0,-1 3 3 16,-5 2-2-16,-1 2 4 0,3 0-3 15,-4 1-1-15,3 0 0 0,4 0 0 0,0-1 1 16,3 0 2-16,1 0-3 0,2-2 9 0,3 2-1 15,2-2-6-15,1 2 1 0,4-1 2 0,2 0 3 0,3-2-3 16,5 1-4-16,3 0 2 0,2-2 0 0,2 2 3 16,4 0-4-16,-3-3 3 0,7 1 1 0,-2 3 1 15,-6-3-4-15,-1 0 1 0,-2 2-2 0,-1-1 1 16,-2 2-2-16,-3-2 4 0,-2-1 3 0,-4 2-6 16,-1-3-3-16,-1 3 4 0,-1-3-2 0,-1 2 4 15,-2-7-4-15,-2 12 0 0,-2-3 0 0,-3-2 3 16,-3 0-8-16,-1 1-2 0,0-4-7 0,-1 1-9 15,0-1-9-15,2-2-23 0,-2 0-16 0,2 0-26 16,-1-2-31-16,-1-2-20 0,2 0-25 0,1 0-28 16,-1-4-158-16,1 3-389 0,5-6 173 0</inkml:trace>
  <inkml:trace contextRef="#ctx0" brushRef="#br0" timeOffset="17029.91">23904 10829 79 0,'8'-6'196'0,"-2"1"-9"0,-1 3-9 16,-5 2-6-16,11-3-3 0,-11 3-3 0,7 1-2 16,-7-1-11-16,8 8-5 0,-6-2-12 0,1 3-14 15,0 3-8-15,-2-1-12 0,0 5-12 0,1-2-4 16,-1 1-11-16,0 0-8 0,-1 2-27 0,0-4-30 16,0 2-34-16,0-2-36 0,0 1-58 0,0-3-25 15,-1-3-37-15,1 2-142 0,0-10-349 0,0 12 156 16</inkml:trace>
  <inkml:trace contextRef="#ctx0" brushRef="#br0" timeOffset="17190.89">23972 10649 97 0,'0'0'125'0,"0"0"-13"0,0 0-30 16,0 0-14-16,0 0-26 0,-10 26-25 15,12-12-14-15,4 0-26 0,2 1-25 0,1 0-32 0,3-1-86 16,3 0 39-16</inkml:trace>
  <inkml:trace contextRef="#ctx0" brushRef="#br0" timeOffset="17746.43">24225 10841 115 0,'10'-1'170'0,"-10"1"-3"0,0 0 0 0,0 0-9 15,0 0 0-15,0 0-12 0,0 0-5 0,0 0-10 16,0 0-10-16,0 0-9 0,0 0 1 0,0 0-3 15,0 0-6-15,-20 15-11 0,12-6-7 0,0 2-10 16,1 2-4-16,1-2-8 0,-1 0-8 0,3 1-5 16,2-2-4-16,-1 1-5 0,3-4 4 0,-1 5-14 15,2-6 1-15,-1-6-9 0,4 14-8 0,0-10-1 16,1 2-2-16,0-2-5 0,3-1-4 0,-8-3 0 16,11 1-4-16,-3-2 0 0,-8 1-1 0,15-10 3 15,-7 3-7-15,-2-2 0 0,2-2 2 0,-1 0 0 16,0-5 1-16,-1 0-1 0,0-2 0 0,-3-1 3 15,1-6-3-15,0-2-2 0,-3 0 3 0,0-1-1 16,2 0 4-16,-2 1-4 0,3-2 2 0,-1 2 0 16,-1 2-1-16,1 6 8 0,-2 3 7 0,0 2 6 15,2 5 7-15,-3-1-5 0,0 4-1 0,0 6-6 16,4-8-2-16,-4 8-2 0,0 0 6 0,0 0-2 16,0 0 0-16,-7 40 4 0,4-13-1 0,-1-1-2 15,0 6 0-15,0-4-3 0,0 1 2 0,3-1-1 16,2-8-2-16,3 6-2 0,0-9 0 0,0 2 1 15,2-3 2-15,3 0-5 0,0-3 1 0,1-3-1 0,4-2-1 16,-1-2-1-16,4-4 1 0,-2-2-6 0,5 3-2 16,-4-4-2-16,2-3 1 0,2-1-5 15,-2-1 2-15,0-5-8 0,-1 1 4 0,-2-4-3 0,-1 1 3 16,-1-1 1-16,-3 1-2 0,-1-5-3 0,-4 1 1 16,0 2 2-16,-1 2 1 0,-4 2 0 15,0 0 5-15,-4 3-2 0,-2-3 10 0,2 8 2 16,-5-1 2-16,0 2 0 0,-4 3 5 0,4 2-4 15,-2 3 6-15,-2 1-3 0,-1 3 1 0,1 2-6 0,5-2 4 16,1 4-3-16,3-2 3 0,1-1-6 0,3 2-10 16,2 2-6-16,1 2-22 0,3-5-30 0,4 1-23 15,5-1-32-15,2-3-30 0,3-1-31 0,-1-2-38 16,-2-1-136-16,3-1-382 0,2 0 169 16</inkml:trace>
  <inkml:trace contextRef="#ctx0" brushRef="#br0" timeOffset="17967.93">24878 10510 132 0,'0'0'213'0,"4"-9"-1"0,-4 9 2 16,0 0-10-16,14 13 0 0,-3-1-3 0,-2 12-14 15,2 1-13-15,-1 3-12 0,0 1-19 0,-5 4-11 16,1 2-13-16,-2 0-11 0,-2-1-10 0,-2 1-12 15,-4-3-10-15,0 3-23 0,-2-5-31 0,-5 1-34 16,-1 1-34-16,0-4-44 0,-2-1-39 0,-1-3-40 0,-1-4-53 16,-4-1-124-16,3-7-374 0,3-1 166 15</inkml:trace>
  <inkml:trace contextRef="#ctx0" brushRef="#br0" timeOffset="18097.18">24635 11017 70 0,'-4'-7'73'0,"4"7"-28"16,0 0-28-16,0 0-52 0,0 0-37 15,0 0 17-15</inkml:trace>
  <inkml:trace contextRef="#ctx0" brushRef="#br0" timeOffset="21209.19">15412 11971 28 0,'8'-3'153'0,"-8"3"-14"0,0 0-10 0,0 0-15 16,0 0-5-16,0 0-10 0,7-3-11 16,-7 3-10-16,0 0-8 0,0 0-3 0,0 0-1 0,0 0-14 15,0 0-8-15,0 0 2 0,0 0-5 0,0 0-6 16,11 6-8-16,-11-6-7 0,0 0-25 0,3 4-20 15,-3-4-13-15,0 0-16 0,0 0-8 0,3 6-5 16,-3-6-18-16,0 0-10 0,0 0-68 0,0 0-176 16,0 0 79-16</inkml:trace>
  <inkml:trace contextRef="#ctx0" brushRef="#br0" timeOffset="21636.91">12276 13283 81 0,'10'0'76'15,"-10"0"-5"-15,0 0-16 0,14 4-8 0,-7-2-8 0,-2 0-9 16,1 2-15-16,2 1-17 0,2-1-31 16,-3 3-31-16,1-3-68 0,3 2 30 0</inkml:trace>
  <inkml:trace contextRef="#ctx0" brushRef="#br0" timeOffset="22101.01">14943 13130 75 0,'0'0'123'0,"0"0"-12"16,0 0-1-16,0 0-14 0,0 0-17 0,0 0-8 16,0 0-2-16,0 0-7 0,15 9-13 0,-15-9-5 15,5 2 6-15,-5-2-5 0,5 4-3 0,-5-4 1 16,7 4-4-16,-7-4-4 0,4 4-11 0,-4-4 6 16,9 3-9-16,-9-3 0 0,5 6-4 0,-5-6 4 15,4 4 0-15,-4-4 4 0,5 5-7 0,-5-5-11 16,0 0 5-16,6 4-5 0,-6-4-3 0,0 0 3 15,0 0-3-15,5 4-2 0,-5-4-4 0,0 0 1 0,0 0-3 16,0 0-8-16,0 0-10 0,3 7-12 16,-3-7-28-16,0 0-2 0,0 0-22 0,0 0-98 15,0 0-197-15,0 0 88 0</inkml:trace>
  <inkml:trace contextRef="#ctx0" brushRef="#br0" timeOffset="26303.82">26210 10101 58 0,'0'0'132'16,"0"0"-3"-16,0 0-9 0,-3-7-2 0,3 7-5 16,0 0-4-16,0 0-9 0,0 0-6 0,0 0-8 15,0 0 3-15,0 0-8 0,0 0-3 0,0 0 0 16,0 0-1-16,0 0-2 0,0 0-2 0,0 0-2 15,0-10-1-15,0 10 0 0,0 0-3 0,0 0-3 16,0 0-2-16,0 0 2 0,0 0-1 0,0 0 1 0,0 0 0 16,0 0-5-16,0 0-1 0,0 0-2 0,0 0-5 15,0 0-4-15,0 0-7 0,0 0 1 16,-2-7-3-16,2 7-6 0,0 0-5 0,0 0-3 16,0 0 1-16,0 0-3 0,0 0-5 0,0 0 2 15,0 0-3-15,5-8-1 0,-5 8 0 0,0 0-3 16,0 0-1-16,0 0 2 0,0 0-1 0,0 0 2 15,0 0 1-15,0 0 1 0,0 0 0 0,0 0 2 16,0 0-4-16,0-8 3 0,0 8-5 0,0 0 1 0,0 0-3 16,2-10 4-16,-2 10 2 0,0 0-3 0,0 0 1 15,0 0-4-15,0 0 0 0,2-5-1 0,-2 5-3 16,0 0 1-16,0 0-6 0,0 0-2 0,0 0-3 16,0 0 4-16,0 0-3 0,0 0 2 0,0 0 0 15,0 0-3-15,2 27 3 0,-2-11 4 0,2 1-14 16,0 0 1-16,-1 2 1 0,1 7 2 0,-2 0 0 15,3-3 2-15,-6 2 0 0,6-6 0 0,1 1 0 16,-2-2 2-16,0-2 1 0,3 1-1 0,-3-1 1 16,4-4 4-16,-1-1-3 0,0 0 3 0,4 1-4 15,0-3 4-15,2-2 2 0,-2 1-3 0,0-4 1 16,0 0 0-16,4-1 0 0,-4 0 3 0,2-3-2 16,1-2-3-16,-3 0 2 0,1-1 3 0,4-2-1 15,-5 0-2-15,3-1 0 0,-3 0 0 0,4-6 0 16,-3 4 0-16,-2-2-4 0,-1-2 6 0,-1 2 1 15,0 0-2-15,0-5-1 0,-1-1 1 0,-1 5-3 16,-2 0-1-16,0-1 2 0,0 1 2 0,-2 1-3 16,2 0 0-16,-2 1-2 0,1 1 3 0,1 1 0 15,-2 7-1-15,0-12-1 0,0 12 2 0,0-8-7 16,0 8 3-16,0 0 1 0,2-7-4 0,-2 7-2 0,0 0 2 16,0 0 0-16,0 0 3 0,0 0-2 15,0 0 2-15,0 0-3 0,12 17 4 0,-8-11-2 16,0 3 3-16,1 1-3 0,-3 0-1 0,5-1 1 0,-4 0 1 15,3 1 1-15,-2-2 1 0,1 3-1 0,-1-5 3 16,0 2 2-16,4-2-1 0,-1 1-1 16,1 0 1-16,1-2-2 0,1 0 2 0,0 0 4 0,1-1-6 15,3 0 0-15,-3-1-2 0,5-2-1 0,-3-1 4 16,4 0 0-16,-6-1-2 0,3-1 0 0,-3-1 2 16,1 0-2-16,0-3 1 0,-3 0-3 0,0-1 3 15,1-1-2-15,-2-1 7 0,3-6-4 0,-4-1 0 16,0 0-3-16,-1 1 2 0,-3-1 2 0,1-5-2 15,-2 3-2-15,0-7 7 0,-4 0-5 0,0 5 3 16,-2 1-4-16,1 2 3 0,-1-1-1 0,-2 1-2 16,0 1-1-16,0 0 3 0,-1 2-1 0,1 4 0 15,2 1 1-15,0 2-2 0,2 2-1 0,2 5 1 16,-4-10 1-16,4 10-1 0,-2-6-6 0,2 6 6 16,-3-6-9-16,3 6-10 0,0 0-5 0,0 0-3 15,0 0-16-15,0 0-20 0,0 0-26 0,-2 20-26 16,2-20-27-16,0 13-45 0,2-4-18 0,-2 1-150 15,2-1-385-15,1 2 171 0</inkml:trace>
  <inkml:trace contextRef="#ctx0" brushRef="#br0" timeOffset="26571.89">27180 10207 55 0,'0'0'193'0,"0"0"-9"15,0 0-3-15,0 0-7 0,0 0-13 0,0 0-6 0,0 0-11 16,0 0-10-16,0 0-12 0,0 0-12 16,0 0-9-16,0 0-8 0,0 0-10 0,18-7-6 15,-6 4-9-15,0 0-8 0,-1 1-8 0,1 0-2 16,-1-1-6-16,0-1-23 0,1 3-22 0,-3-3-26 0,1 4-37 15,-2-1-39-15,1-1-33 0,1 0-38 0,-10 2-120 16,12-2-317-16,-12 2 142 0</inkml:trace>
  <inkml:trace contextRef="#ctx0" brushRef="#br0" timeOffset="26743.09">27269 10301 39 0,'0'0'167'0,"-4"6"-3"15,4-6 0-15,0 0-6 0,-5 3-11 0,5-3-14 16,0 0-5-16,0 0-12 0,0 0-7 0,0 0-11 16,9 9-1-16,-1-8-17 0,-8-1-25 0,19 3-36 15,-5-3-32-15,4-3-53 0,0 0-51 0,1 0-130 16,0 1-267-16,0-3 119 0</inkml:trace>
  <inkml:trace contextRef="#ctx0" brushRef="#br0" timeOffset="28853.03">27771 10108 86 0,'0'0'172'0,"-2"-8"-5"0,-1 2-19 16,3 6-3-16,-1-9-8 0,1 9-18 0,0 0 4 16,-6-10-8-16,6 10-10 0,0 0-7 0,0-10-12 15,0 10-10-15,0 0-10 0,0 0-11 0,0 0-5 16,0 0-2-16,0 0-4 0,0 0-5 0,0 0 0 15,2 29-2-15,-2-14-1 0,4 2-4 0,-3-1 3 16,-1 3-4-16,-1 0-5 0,3 5 1 0,-2-7-4 0,2 1-1 16,0 1-1-16,2-3-2 0,0 0-2 15,1-1-3-15,-1-3 3 0,2-2-6 0,2 0 2 16,-3-1 3-16,-1-2-7 0,4 0 3 0,-3 0-1 16,3-2 1-16,-2-2 2 0,1 0-3 0,-7-3 4 15,16-1-5-15,-16 1 0 0,12-5-2 0,-2-2 1 16,-3 0-4-16,2-2 0 0,-1-1 4 0,1-3-1 15,-2 1-4-15,0 1 1 0,-1-4 3 0,-1 4-1 0,-3 1-1 16,1-2-2-16,2 2-2 0,-3-2 2 16,-2 1 3-16,0 5-1 0,0 6 2 0,2-11-5 15,1 6-1-15,-3 5 2 0,1-6-1 0,-1 6-3 16,0 0-3-16,0 0 0 0,0 0 0 0,0 0 2 0,0 0-1 16,0 0 3-16,0 0-2 0,9 22 1 0,-4-12-2 15,-1 0 2-15,4 1-3 0,-3-1-5 0,0 1 9 16,3-3 2-16,-3 1-1 0,5-3 1 0,-4 2-6 15,3 0 5-15,-2-5-1 0,0 1 4 0,0-1 1 16,-1-2 1-16,1 0-2 0,-7-1-1 0,18-1 5 16,-11-4-3-16,1-1-1 0,2-1 1 0,-2-2 0 15,-3 0-3-15,4-1 0 0,1-4 2 0,-4-1-2 16,-2 4 0-16,1-5 1 0,-3 0 3 0,-2 1 4 16,0 3-1-16,0-5-3 0,-3 1 0 0,2 1 0 15,-4-3 4-15,1 5 1 0,1 2-1 16,-1 0 2-16,-3 1-4 0,4 1 0 0,-1 2-2 0,0 2-2 15,4 5-1-15,-3-10-3 0,0 5-7 0,3 5-17 16,0 0-21-16,-5-4-18 0,5 4-21 0,0 0-18 16,0 0-29-16,0 0-14 0,0 20-30 0,0-11-154 15,0 1-354-15,2-2 156 0</inkml:trace>
  <inkml:trace contextRef="#ctx0" brushRef="#br0" timeOffset="29146.21">28341 10168 72 0,'0'0'189'15,"0"0"6"-15,0-10-6 0,0 10-4 0,0 0-13 0,0 0-10 16,0 0-21-16,-1-9-15 0,1 9-11 0,0 0-9 16,0 0-8-16,0 0 4 0,0 0-4 0,6 26-5 15,-2-16-10-15,-3 2-10 0,3 6 0 16,-4-2-3-16,0 3-8 0,2-1-9 0,0 1-4 0,-1-2-1 15,-1 1-3-15,2-1-4 0,-1-1-5 0,-2 0-2 16,3-4-9-16,0 1 7 0,-2-1-9 0,1 1-1 16,0-2-3-16,1-1 2 0,0-1-6 15,1-1-8-15,-2 0-13 0,1 0-20 0,-1-3-20 0,-1-5-26 16,3 12-24-16,-1-7-35 0,-2-5-15 0,0 0-11 16,3 8-8-16,-3-8-20 0,0 0-123 0,0 0-332 15,0 0 147-15</inkml:trace>
  <inkml:trace contextRef="#ctx0" brushRef="#br0" timeOffset="29401.82">28376 10119 90 0,'0'0'140'0,"0"0"-16"0,6-12-8 15,-1 9 8-15,-5 3 2 0,13-1-5 0,-2 2-8 16,0 2-8-16,-2 0-12 0,2 2-4 0,-1 2-5 15,-2 2-13-15,3 0-6 0,-2 1-4 0,-2 1-6 16,-2 3-12-16,-4-3 0 0,1 4-8 0,-4 1-4 16,1-4-6-16,-4 0 15 0,1 0-10 0,-2-1-2 15,-3-1 0-15,1-2-14 0,0 0 5 0,1-1-3 16,-3 0-14-16,1-2-19 0,0-2-8 0,0 0-22 16,4-1-13-16,5-2-27 0,-12 0-17 0,12 0-27 15,-9-4-113-15,9 4-263 0,0 0 116 0</inkml:trace>
  <inkml:trace contextRef="#ctx0" brushRef="#br0" timeOffset="29617.75">28764 10222 143 0,'0'0'204'0,"0"0"-10"0,4-4-17 0,-4 4-14 15,0 0-11-15,9-2-19 0,-9 2-9 0,18-5-12 0,-8 1-9 16,4 4-9-16,2-3-12 0,4 0-8 0,-2 1-10 16,-5 0-26-16,0 2-25 0,-2 0-28 15,-1 0-41-15,-2 0-32 0,-8 0-31 0,14-1-18 0,-14 1-106 16,10-2-262-16,-10 2 115 0</inkml:trace>
  <inkml:trace contextRef="#ctx0" brushRef="#br0" timeOffset="29828.06">28892 10089 98 0,'-5'-7'208'16,"5"7"-2"-16,0-8-12 0,0 8-6 0,0 0-18 15,0 0-15-15,0 0-15 0,0 0-15 0,0 0-10 16,0 0-2-16,0 0 4 0,0 0-6 16,0 0-2-16,-8 27-14 0,11-14-7 0,-1 2-10 0,-2 1-7 15,3 0-6-15,-3 1-5 0,0-1-4 0,4 1-8 16,-2 0-1-16,0 0-13 0,-2-2-20 0,1 1-32 15,-1-1-30-15,0 1-46 0,0 0-47 0,1-6-38 16,-1 2-193-16,0-3-401 0,2-2 179 0</inkml:trace>
  <inkml:trace contextRef="#ctx0" brushRef="#br0" timeOffset="30391.68">29246 10042 42 0,'0'0'248'0,"-1"-13"-16"0,1 13-15 15,-4-7-13-15,4 7-23 0,0 0-13 0,0 0-23 16,0 0-9-16,0 0-10 0,0 0-1 0,0 0-9 16,0 0-8-16,10 26-5 0,-7-14-16 0,1 0-10 15,1 2-7-15,1 1-7 0,-1 1-3 0,0-5-6 16,-1 1-6-16,1-1-4 0,2-1-5 0,-2 0-5 15,0-1-1-15,1-2-3 0,-1 2-3 0,-2-5-4 16,2 1 0-16,-1-1 0 0,1 0-2 0,-5-4-3 16,11 2 2-16,-11-2-3 0,13-2 2 0,-6-2-5 0,1 0 1 15,2-4-4-15,-4 2 1 0,0-3-6 16,3 0 4-16,-1-3-2 0,0-2-1 0,-2 4 6 16,0-1-7-16,-1 3 0 0,1-2-4 0,-3 5 7 0,0-2-5 15,1 1-3-15,-4 6 1 0,2-8-7 0,-2 8 3 16,3-5-7-16,-3 5 1 0,0 0 2 15,0 0 2-15,0 0-1 0,0 0 3 0,5 17 2 16,-1-8 0-16,-2-1-3 0,0 3 3 0,2-2-1 0,2 0 0 16,-1 0 4-16,3 0-4 0,-1-3 1 0,1 1 2 15,1-1-1-15,2-2 2 0,0-2-3 0,3 1 11 16,-3-2-8-16,1-1 2 0,0-2-2 0,5-1 4 16,-7-1-3-16,1 1 2 0,-1-3-1 0,0 0 4 15,-4-2-3-15,0 0 6 0,-1 0 0 0,-1-2 6 16,-3 0-3-16,1-1 1 0,0 0-3 0,-4-1 2 15,2 0 3-15,-3-6 1 0,0 2-7 0,-1 6 2 16,-1-6 1-16,0 4-1 0,2 1-4 0,-3 3-3 16,2 0 0-16,0 3-2 0,2-2 3 0,2 7-6 15,-4-11-12-15,4 11-18 0,-3-6-24 0,3 6-29 16,0 0-30-16,0 0-19 0,0 0-25 0,0 0-26 16,0 0-25-16,-4 19-195 0,6-9-435 0,-2-10 192 15</inkml:trace>
  <inkml:trace contextRef="#ctx0" brushRef="#br0" timeOffset="30794">29793 10173 148 0,'8'2'183'16,"-8"-2"-1"-16,6 3 4 0,-6-3-5 0,6 4-10 0,0 0-6 15,-6-4-12-15,6 8-11 0,-2-3-6 16,-4-5-7-16,5 8-6 0,-4-4-9 0,-1-4-5 15,4 10-11-15,-4-10-7 0,0 10-12 0,0-10-7 16,0 11-8-16,0-11-6 0,1 8-4 0,-1-8-4 0,0 0-11 16,2 7-1-16,-2-7-5 0,0 0 1 0,0 10-3 15,0-10 3-15,0 0-3 0,0 0 3 16,0 0 5-16,0 0 7 0,0 0 10 0,1 5 10 16,-1-5 0-16,0 0-2 0,0 0-7 0,0 0-6 0,0 0-4 15,-3-25-2-15,5 15-4 0,-1-3-4 16,-1 2-4-16,5-6-3 0,0-1-3 0,3-1-4 15,-3-4-1-15,3 5-1 0,3-6-1 0,-1 8-3 16,2 3-6-16,-1-1 3 0,2 4-3 0,-4 1-5 0,0 3 4 16,2 2-5-16,0-1-6 0,-4 3 2 0,-7 2-4 15,20 4 5-15,-10 3-2 0,1-1 0 0,1 5-6 16,-2 2 3-16,0 3 2 0,-3 2 1 16,-1 0 2-16,-2 1-2 0,0 5-25 0,-1-4-24 0,0-1-39 15,-3-2-38-15,0 2-57 0,-1 0-41 0,1-3-64 16,-7 1-185-16,5-5-512 0,-2-1 227 0</inkml:trace>
  <inkml:trace contextRef="#ctx0" brushRef="#br0" timeOffset="31728.05">30009 10459 38 0,'0'0'45'0,"0"0"-27"0,0 0-36 15,0 0-18-15,0 0 9 0</inkml:trace>
  <inkml:trace contextRef="#ctx0" brushRef="#br0" timeOffset="37725.18">19449 11653 69 0,'0'0'131'0,"-14"-2"0"0,14 2-7 0,-10-1-8 15,10 1-7-15,-9 0-12 0,9 0-8 0,0 0-11 16,0 0 2-16,0 0-15 0,-10-1-8 0,10 1-1 16,0 0-9-16,0 0-4 0,0 0-6 0,0 0 13 15,0 0-8-15,0 0 2 0,0 0-6 0,0 0-3 16,32 9-3-16,-13-9-2 0,0 1 1 0,8-1-1 15,1-1-7-15,0 1-1 0,0-2-2 0,-5 0-9 16,-2 1-8-16,6 1-15 0,-8 0-25 0,0 0-19 16,-4-3-18-16,3 2-21 0,-6 1-22 0,-2-2-109 15,-3 4-243-15,1-1 108 0</inkml:trace>
  <inkml:trace contextRef="#ctx0" brushRef="#br0" timeOffset="37965.99">19574 11733 56 0,'-5'10'121'16,"5"-10"0"-16,0 7-4 0,0-7 8 0,4 17-5 16,-1-7-13-16,-1 7 2 0,3 8-2 0,-2 2-13 0,-2-1-6 15,0 2-6-15,-2-2-11 0,0 2-4 0,0-2-9 16,-2 2-6-16,2-1-4 0,-3 0-7 0,3-1-1 15,-2-6 0-15,1-1-10 0,-1-2-10 16,4 8-16-16,1-8-25 0,0 0-33 0,-4-2-38 0,0-3-34 16,1 4-112-16,1-6-258 0,0-3 115 0</inkml:trace>
  <inkml:trace contextRef="#ctx0" brushRef="#br0" timeOffset="38302.97">19779 12079 26 0,'0'0'142'0,"5"9"-9"16,-4-3-13-16,3 1-7 0,0-1-2 0,1 2-2 16,-2-1-12-16,2 1-2 0,1 1-9 0,3-2-1 15,-1 0-6-15,1-1-2 0,3-3-3 0,-1 2-1 16,0-4-9-16,3-1 3 0,-2-3 1 0,3 1-7 15,-2-2 4-15,-2-1-6 0,6-3 0 0,-2-3-7 16,-1 2 4-16,-2-3-8 0,1 2-1 0,-7-1-3 16,3-3-3-16,-5 4-4 0,0-1 3 0,-2 2 2 15,-2-3-10-15,-2 2-6 0,-3 0 0 0,-2 1-4 16,1 0-2-16,-3 1 0 0,-4 0-7 0,0 5-1 16,-1-1 0-16,-1 1-2 0,-4 5-4 0,2-2-10 15,-2 3-7-15,1 2-19 0,3 0-21 0,-2 5-30 16,3-3-14-16,4 1-31 0,1 0-38 0,1-1-155 15,3-2-343-15,5-5 152 0</inkml:trace>
  <inkml:trace contextRef="#ctx0" brushRef="#br0" timeOffset="38544.37">20139 11754 142 0,'0'0'191'0,"0"0"-17"0,2-8-26 16,-2 8-4-16,0 0-9 0,0 0 2 0,0 0-1 16,10 26 2-16,-8-7-5 0,3 8-9 0,-3 1-14 15,-1 3-8-15,-1-1-10 0,0 2-12 0,-1-3-5 0,-1 1-11 16,2-1 0-16,0-3-7 0,0-6-8 16,-2 7-4-16,4-1-16 0,-4-9-16 0,4-5-32 15,-2 0-30-15,-2-1-24 0,2 0-45 0,0-11-28 16,0 15-29-16,-1-10-126 0,1-5-325 0,0 0 144 0</inkml:trace>
  <inkml:trace contextRef="#ctx0" brushRef="#br0" timeOffset="39062.93">20036 11950 81 0,'19'-5'141'0,"-5"4"-11"15,3-2-4-15,4 2-13 0,7-3-9 0,0 0-10 16,3 2-9-16,1-2-6 0,-1 1-7 0,-1 0-12 0,4-2 3 16,-2 1-9-16,-4-4-6 0,1 3-4 0,-11 1-10 15,3 0 3-15,-2 0-3 0,-8 2-11 0,1 0 5 16,-2-1 7-16,-2 2 1 0,-2 0 5 0,-6 1-1 16,9-2-1-16,-9 2 1 0,0 0-6 0,0 0-4 15,0 0-1-15,0 0 1 0,0 0-7 0,0 0 2 16,-18 19 4-16,5-6-2 0,1-1 2 0,-1 1-1 15,0 0-3-15,0 0-2 0,3-3 0 16,4 0 2-16,-1 2-6 0,2-4-2 0,1 3 2 0,0-1-4 16,2 1 2-16,-2-1 2 0,4 0-5 0,1-3 2 15,3-2-1-15,0 1-9 0,0-2 8 0,1 0-1 16,4-2-7-16,0-1 6 0,1 1-1 0,0-5-4 16,3 1 3-16,-1-2-2 0,-2 1 0 0,1-4-1 15,-2 2-1-15,-1-2-1 0,1 0 2 0,-3-3-1 16,-1 3 1-16,-1-2-3 0,-1 3 0 0,-1-2-1 15,0 0-3-15,-2 8 3 0,0-12 0 0,0 12-3 16,-2-11-3-16,2 11-2 0,0 0 2 0,-2-8-1 16,2 8-1-16,0 0 2 0,0 0 1 0,0 0 5 15,0 0-4-15,-14 16 0 0,11-6 4 0,-1-2-3 16,2 2 1-16,0-1-4 0,1-2 5 0,2 2-1 16,-1-9-2-16,2 16 2 0,0-10-1 0,3 1-11 0,-1-3-5 15,1-1-12-15,2 3-23 0,-1-4-14 16,2 0-25-16,-8-2-20 0,18 0-11 0,-11-1-19 15,5-2-8-15,-1-3-113 0,-2 1-282 0,1-2 125 16</inkml:trace>
  <inkml:trace contextRef="#ctx0" brushRef="#br0" timeOffset="39248.21">20708 11752 36 0,'-1'-9'178'15,"0"-1"-5"-15,1 10-4 0,-2-10-13 0,2 10-18 0,0 0-15 16,0 0-10-16,0 0 14 0,0 0 3 0,0 0 0 15,0 0 7-15,-2 48-13 0,0-21-3 16,2 5-11-16,-1-3-13 0,0 1-12 0,1-1-5 16,-2-2-7-16,2 3-13 0,2-5-3 0,-2 2-2 15,1-4-29-15,-1 4-35 0,0-3-40 0,-1-4-54 0,1-2-44 16,-2-1-218-16,1 2-396 0,0-3 175 16</inkml:trace>
  <inkml:trace contextRef="#ctx0" brushRef="#br0" timeOffset="40160.15">21146 11953 77 0,'0'0'186'0,"-10"-6"-18"0,5 4-8 15,5 2-16-15,-17 2 2 0,5 2-14 0,1 2-6 16,-4 1-14-16,1 4-4 0,-1 4-11 0,2-1-9 16,1 0-8-16,0 1-8 0,4 2-8 0,1 1-3 15,2-1-7-15,2-2-6 0,1 0-5 0,2 2-6 16,2-5-1-16,3 0 0 0,0 0-5 0,4-5-4 16,0 3 2-16,5 0-19 0,-3-4-14 0,6 1-25 0,-2-2-13 15,6-3-10-15,-2 1-23 0,-1-3-29 16,5-3 2-16,-4 1-12 0,0-6 1 0,0 3-9 15,-2-4 6-15,1 0 2 0,-2-2 11 0,0-1 11 16,-2-1 10-16,-2-3 7 0,1 0 16 0,-1-2 5 0,1-3 21 16,-6 3 18-16,1-2 12 0,-2 1 12 15,-2-5 11-15,-1-1 14 0,-2 0 2 0,-1 6 15 16,0-2 10-16,-1 2 5 0,-1-1 5 0,1 1 7 16,-1 2-5-16,-2-1 10 0,-1 3 8 0,5 6 5 0,-2 1 1 15,1 1-5-15,1 7-10 0,-1-10-9 0,1 10-12 16,0 0 2-16,0 0 3 0,0 0-3 15,10 46 5-15,-6-15 2 0,1 2-3 0,-1 2-6 16,-2-1-4-16,1 0-8 0,3 12-4 0,-6-17-6 0,0 0-1 16,3 0-5-16,1-5 1 0,-1 2-6 0,-1-9 2 15,0-1 0-15,0-4-8 0,-1-1 0 0,0-2-5 16,1-2 4-16,-2 0-1 0,0-7 5 0,-2 10 13 16,2-10 0-16,0 0-3 0,0 0-5 0,0 0-1 15,0 0-6-15,0 0 1 0,0 0-3 0,4-32-4 16,-1 17-2-16,2-3 6 0,0-2-12 0,1 1-4 15,4-6-1-15,2 3 1 0,-3 5-2 0,0 0-3 16,-1 2 0-16,0 4 0 0,1 3-6 0,2 2 3 16,-4 2-4-16,2 3 3 0,-2 1 3 0,3 4 5 15,0 2-12-15,-1 0 2 0,1 6 0 0,2 1 8 16,-3 1-4-16,0 2 1 0,-2-1-3 16,1 0-12-16,1-2-22 0,-3 2-25 0,0-3-31 0,0-2-42 15,-1 0-38-15,1-2-36 0,1 1-183 0,-3-4-425 16,1-4 188-16</inkml:trace>
  <inkml:trace contextRef="#ctx0" brushRef="#br0" timeOffset="40800.01">21897 11955 191 0,'0'0'203'0,"-10"-4"-6"0,10 4-14 0,-13 3-3 16,4 1-4-16,-2 4-12 0,-1 4-11 0,-1 2-12 15,-2 1-10-15,-1 5-15 0,3-4-10 0,4 1-12 16,0-1-6-16,3-1-10 0,0-2-6 0,4 0-6 0,1-3-8 16,0 2-4-16,2-3-5 0,0-2-6 0,2 3-4 15,1-4-3-15,1-2-5 0,-5-4-7 16,10 4-3-16,-3-2-1 0,-7-2-2 0,16-6 0 16,-8-1-6-16,-2 1-1 0,1 2-2 0,0-3 0 0,0-1-6 15,-2-2 8-15,1 1-6 0,-2-1 3 0,0 1-2 16,0-2-2-16,-2 0 3 0,1 0-4 15,-2 1-4-15,-1 2 2 0,0 8 2 0,1-11 4 16,-1 11-6-16,3-8 6 0,-3 8-7 0,0 0-4 0,1-5 3 16,-1 5 10-16,0 0 6 0,0 0 6 0,0 0-5 15,7 20 5-15,-5-8-6 0,1-3 3 16,2 1-8-16,-2-2 8 0,1 1-5 0,0 1-2 16,1 0 2-16,2-2-2 0,-1-1-3 0,0 1 4 0,1-3-1 15,-1 2 2-15,2-4-1 0,3 3 0 0,1-5 6 16,-3 1-6-16,4-4-2 0,-3 1 2 0,1 1-4 15,1-4 0-15,-2 0 0 0,0 0 0 0,1 0-1 16,-5-3 3-16,3-1-6 0,-1 1-3 0,-2-3-5 16,-1 1 4-16,0-1-6 0,-3 0-1 0,-2-3 8 15,-2 1-6-15,1 1-1 0,0-3-3 0,-3 2 4 16,1 2 1-16,1-2-1 0,-2 1 1 0,0 1-3 16,3 5 9-16,-4-2-10 0,5 7 4 0,-3-9-1 15,3 9 0-15,-2-6-2 0,2 6-1 0,0 0 2 16,0 0 3-16,10-6 3 0,-10 6-2 0,14 3-4 15,-4-2 3-15,3 2 0 0,-2 1 0 0,3 1-5 16,-1-2 4-16,4 6 0 0,-7-2 3 0,2-1 0 16,-2 4-1-16,-1-1-1 0,0-2 0 0,2 7 9 15,-5-5-3-15,2 6 3 0,-3-5 1 0,-1 1-3 16,-1 3 4-16,-1-3-1 0,2 1-4 0,-3 0 4 16,-1-2-1-16,2 2-2 0,-4-2-3 0,4-2-25 15,-4 2-23-15,2-10-34 0,0 13-44 0,0-7-25 16,0-6-36-16,2 7-33 0,-2-7-164 0,0 0-416 15,11 2 185-15</inkml:trace>
  <inkml:trace contextRef="#ctx0" brushRef="#br0" timeOffset="41501.71">22529 11930 160 0,'-9'-2'198'0,"-2"2"-7"0,0 2-1 0,0 0-6 15,-1 3-7-15,-3 2-8 0,1 3-9 0,-1 0-15 16,2 2-10-16,-2 3-11 0,3-3-17 0,3 2-9 16,-1 1-9-16,4-4-6 0,2 0-13 0,0-1-2 0,1-1-6 15,3 1-7-15,0-3-6 0,0-7-8 0,4 10-3 16,-1-6-3-16,-3-4-2 0,9 3-8 0,-2-3-2 16,-7 0-1-16,13-3 2 0,-6 0-11 15,3-2 7-15,-3-1-5 0,1 1-5 0,-1-3 4 0,1 0-4 16,-1-1-1-16,-1 1 0 0,-1-1 4 0,1-1 5 15,-3 3-4-15,1-2 1 0,-1 3-4 0,-1-1 13 16,1 1-4-16,-3 6 2 0,4-8 2 0,-4 8 3 16,2-9-7-16,-2 9-9 0,0 0 3 0,0 0 5 15,0 0 5-15,12 11 20 0,-7 0-7 0,-3 4-2 16,1 6-2-16,-2 5 1 0,-1 3 9 0,0 1-2 16,1 0-4-16,-3 3-1 0,-1 13-3 0,2-11-1 15,-2 1-9-15,3 10-1 0,-3 2 6 0,1-2-5 16,2 2 0-16,0-12-1 0,-2 9-1 0,-2-10-4 15,0-2 1-15,2 1 0 0,-6-2-3 0,0-2-3 16,-5-2-1-16,2-3 9 0,0-2-18 0,0-6 5 0,1-3-2 16,-3-1-4-16,0-4-6 0,3 0 1 15,-3-4-3-15,2-2-17 0,-2-1 0 0,3-4-7 16,-2-1-10-16,1-1 3 0,1-3-7 0,-3-4 6 16,3-3-9-16,1 0 5 0,2-5-2 0,0-6 7 15,6 1 1-15,2-4 4 0,6 1 3 0,1-5 9 16,6 0 0-16,4 0 11 0,7-10-4 0,2 3 8 15,-5 10 1-15,1-1 4 0,1 2-3 0,8-8 1 16,-7 10 0-16,-1 2 3 0,12-14-2 0,-14 13 1 16,2 0 3-16,3 2-1 0,-3-3-1 0,-4 4 0 0,3-5-1 15,0 4 6-15,-4-1-3 0,1 0 2 16,-4 0-5-16,0 2 1 0,-4 0 11 0,-3-2-11 16,-2 4 3-16,-2 4 5 0,-1-1-2 0,-3 5 8 15,1-1 4-15,-4 4 2 0,2-1 3 0,0 2 0 0,0 8-3 16,-5-9-1-16,5 9-5 0,-10 0 0 15,10 0-2-15,-23 17 4 0,12-2 7 0,-5 5-12 16,-1 0-2-16,2 2-1 0,3 3 2 0,6-6-3 16,-2-2 1-16,7 3-4 0,0-1-12 0,2 0-28 0,7-2-30 15,-2-1-26-15,4-2-54 0,5-3-33 0,4-4-35 16,10 0-33-16,0-2-174 0,3-7-457 16,0-1 202-16</inkml:trace>
  <inkml:trace contextRef="#ctx0" brushRef="#br0" timeOffset="46331.31">23178 12036 98 0,'-1'-6'165'0,"1"6"-3"0,0 0-7 0,0 0-2 16,0 0-12-16,-4-9-15 0,4 9-9 0,0 0-13 16,0 0-14-16,0 0-8 0,0 0-11 15,0 0-7-15,0 0-4 0,0 0-1 0,0 0-11 16,0 0 2-16,-10 25-5 0,9-14-5 0,-1 1-3 0,1 0-5 16,0 0-3-16,0 3-1 0,-1 1-4 0,2-4-3 15,-1 0 0-15,2 0-5 0,2-1-1 0,-2 0 3 16,2 1-4-16,-1-5 1 0,4 3-6 0,0-3 5 15,-2 0-4-15,1-2-1 0,-1 2 7 0,1-4-6 16,0 0 0-16,-5-3-5 0,11 3 4 0,-11-3-7 16,12-1-3-16,-12 1-7 0,10-4 5 0,-4 0-7 15,-2-1-2-15,0-2 0 0,0 1-5 0,-2-4-4 16,0 1 5-16,0-2 2 0,-3-1-2 0,-2-3-2 16,2 2 3-16,-3 1 0 0,3 1-1 0,-4-2 6 15,-3-2-2-15,3 4 1 0,1 0 3 0,1-1-1 16,0 2 4-16,-2 1-6 0,4-1 7 0,-2 5-3 15,3 5 4-15,0-12-3 0,0 12 1 0,5-9-2 16,-5 9 5-16,12-2-4 0,-2 2-3 0,-10 0 6 16,22 6-2-16,-8-3-5 0,-3 3 3 0,6 2 1 15,-2-1 5-15,-2 3 0 0,-2-2 3 0,2 2 0 0,-3 0 0 16,-1-2-2-16,0 2-3 0,-1-3 3 16,0 0-4-16,-3 0 8 0,0 0-4 0,-1-2 3 15,0-2-5-15,-4-3 5 0,5 8 4 0,-2-4-1 16,-3-4 4-16,0 0 6 0,0 0-2 0,5 3 4 15,-5-3-3-15,0 0-4 0,0 0 4 0,0 0-4 16,0 0 0-16,0-18-2 0,0 18-2 0,3-14-5 16,0 5 4-16,1-3 5 0,1 0-7 0,-1 2-1 15,3 0 1-15,2-3-7 0,0 3 2 0,0 1 4 0,2 1-6 16,0 3 0-16,0 0 10 0,3 1-15 0,-1 0 4 16,-2 4 4-16,1 2-5 0,-2-1 2 0,0 3 2 15,2 2 4-15,-4 1-3 0,2 0 3 16,-4 2-3-16,2 3 0 0,-3-1-5 0,1 0-1 0,1 5-2 15,-2-2-23-15,-2-2-32 0,0-1-15 16,3-2-27-16,-3 1-31 0,2 1-130 0,-1-3-287 16,0-2 127-16</inkml:trace>
  <inkml:trace contextRef="#ctx0" brushRef="#br0" timeOffset="46999.94">24056 11930 68 0,'-5'-4'179'0,"-3"1"1"0,8 3-12 0,-16-2-9 0,4 3-9 15,0 0-10-15,0 3-13 0,1 2-8 0,-2 1-13 16,3 2-3-16,-3 4-12 0,3 0-6 0,-1 2-9 16,4-5-9-16,-1 4-7 0,2-1-7 0,3-3-4 15,2 3-3-15,0-3-8 0,1 1-2 0,1-3 1 16,3 2-6-16,0-1-5 0,-1-3 2 0,4 0-2 15,-1-1-5-15,1-1-2 0,-1-1 3 0,2-3-3 16,3-1-6-16,-2-2-1 0,0-2 4 0,0 0 0 16,-1-3-5-16,1-2-1 0,-4-1-3 0,5-4 4 15,-2-3-1-15,-2 2 1 0,-1-7 0 0,1-2-4 16,-3 0-2-16,1-2 1 0,-3 4 4 0,-1-3-1 16,-1-2 4-16,-1 1-1 0,0-3 3 0,-3 3-2 15,4 1 0-15,-2-1-1 0,-2-1 5 0,4 11-2 16,-1 4 3-16,1 2 8 0,0 0 3 0,0 2-1 15,1 9-7-15,-2-10-1 0,2 10-4 0,-1-8-5 16,1 8 2-16,0 0-4 0,0 0 0 0,0 0-3 16,1 30 2-16,1-13-3 0,0 9 0 0,3 3 2 15,-1-4-3-15,0 4 3 0,2 1 1 0,-2 1-5 0,0-3 2 16,1-1-4-16,0-8 2 0,5 4-1 16,-5-3 0-16,3-4 0 0,0 0 1 0,3-3 0 0,1-1 2 15,-3-3-1-15,5 1 1 0,-3-3-8 16,2-3 2-16,-3-1-5 0,3-3 3 0,1 0-8 15,2 0 0-15,1-5-4 0,-1-1-1 0,2-2 0 0,-3-2-6 16,-1 0-1-16,0-4 3 0,1-2 3 16,-6 2 1-16,2-3 1 0,-3-1 4 0,-2 3-3 15,-4-3 5-15,2 3 1 0,-1 3 2 0,-3 0 1 16,-2 1-1-16,1 2 2 0,1 1-1 0,0 8 0 0,-6-10 2 16,0 9-5-16,6 1 2 0,-13 0 3 0,4 4 3 15,-2 5-3-15,-3 1 8 0,1 6-3 0,2-3 1 16,2 3 1-16,0 1 0 0,4-5-3 15,0 4 1-15,4 0 1 0,1-3 1 0,3-2-2 0,2 1 2 16,2-1-1-16,2-3-10 0,6 2-11 0,-1-3-20 16,5-1-17-16,-2-3-20 0,6-1-27 0,3-4-20 15,3-1-7-15,-1-1-12 0,-8-2-8 0,0 0-6 16,1 1-8-16,-5-4-85 0,2 0-267 0,-3-2 118 16</inkml:trace>
  <inkml:trace contextRef="#ctx0" brushRef="#br0" timeOffset="47210.59">24644 11701 51 0,'-2'-25'129'0,"-1"7"0"16,3 0 4-16,0 1 11 0,0 5 7 0,-1 2 13 16,-2 0 1-16,3 10-9 0,0 0-18 0,2-16-12 15,-1 12-17-15,-1 4-8 0,0 0 0 0,0 0 4 16,10 19 2-16,-9-1-4 0,4 10-8 0,1 1-7 16,-4 5-9-16,-2 0-7 0,3 2-6 0,-3-1-6 15,2-2 2-15,0 1-15 0,-1-2-7 0,0-2 2 16,2 0-4-16,-1-2-5 0,3-1-10 0,-3-8-18 15,0 1-24-15,0-2-28 0,1-3-29 0,-2 2-33 16,1-6-39-16,-1 0-21 0,3-3-36 0,-4-8-144 16,0 16-376-16,0-16 166 0</inkml:trace>
  <inkml:trace contextRef="#ctx0" brushRef="#br0" timeOffset="47443.75">24738 11778 126 0,'6'-7'185'0,"2"4"-9"16,-2-1-9-16,2 2-3 0,-8 2-4 0,14 5-15 0,-4 0-9 15,-4 2-10-15,1 3-12 0,-1-1-11 0,0 3-10 16,-2 4-7-16,-1 1-6 0,-2-1-11 16,-1 0-5-16,-1-4-3 0,-4 4-9 0,0-5-4 15,-4 3-7-15,2-3-7 0,1-1-13 0,-2-2-9 0,3-1-27 16,-6 0-16-16,2-2-17 0,2 0-33 15,7-5-25-15,-12 4-20 0,6-3-32 0,6-1-125 16,-11-3-308-16,11 3 137 0</inkml:trace>
  <inkml:trace contextRef="#ctx0" brushRef="#br0" timeOffset="47848.6">24880 11639 173 0,'2'-6'207'0,"-2"6"-7"0,1-10-17 15,-1 10-15-15,5-4-17 0,-5 4-14 0,0 0-7 16,0 0-1-16,13 9-5 0,-7 2-4 0,-3 0-16 16,2 7-4-16,0 1-10 0,0 8-8 15,-2-2-9-15,1 1-7 0,-2 0-6 0,1-6-6 0,-2-2-8 16,2-1 0-16,-1 0-4 0,2 1-4 0,0-3-6 16,-1-3 0-16,1-1-6 0,0-2-2 0,0 0-5 15,2-1 2-15,-3-3-6 0,5 2-1 0,-3-3-3 16,4-3-1-16,-4 2-4 0,5-3-2 0,-1 0 0 15,1-1-1-15,1-4-2 0,-1 1 2 0,2-4-3 16,-1 0 3-16,1-4-1 0,-2-2 1 0,-1-1-1 16,1 1-3-16,-3-2 1 0,1-1 2 0,-4 1-2 15,-1 0 0-15,-3 5-3 0,2 1 3 0,-4 0 2 16,2 4-2-16,0 6 1 0,-4-13-1 0,0 9-1 16,4 4 1-16,-8-6 1 0,8 6-1 0,-14 3-1 15,8 4 1-15,-5-1-5 0,0 6 2 0,0 1 5 16,-1 0-2-16,3 3-1 0,1 0 3 0,3 1-4 15,-1-2-5-15,3-3-13 0,3 0-10 0,0 1-12 16,3-1-28-16,-1-2-26 0,6-2-43 0,1-1-15 16,0-2-20-16,1 0-24 0,2-3-106 0,0-1-329 15,1-2 146-15</inkml:trace>
  <inkml:trace contextRef="#ctx0" brushRef="#br0" timeOffset="48073.11">25326 11614 167 0,'1'-11'220'0,"0"4"2"0,0 1-9 16,-1 6-18-16,0-9-16 0,0 9-20 0,0 0 3 15,0 0-7-15,0 0-9 0,10 20-2 0,-7-3-7 16,-2 4-12-16,3 2-9 0,-2 5-8 0,0-1-13 16,-4-1-6-16,0 0-11 0,2 1-7 0,0-1-8 15,-4-2-6-15,4-7-5 0,-1 2-1 0,4-1-14 16,-3-3-18-16,2-3-19 0,0 1-36 0,1-2-29 15,-1 0-34-15,-1-1-33 0,-1-10-44 0,5 13-31 16,-5-10-185-16,0-3-422 0,0 0 186 0</inkml:trace>
  <inkml:trace contextRef="#ctx0" brushRef="#br0" timeOffset="48336.6">25288 11805 15 0,'7'-14'151'0,"-3"12"-11"0,4 0 0 0,0-3-9 16,6 2 7-16,4 0-15 0,0-2-10 16,0 1-3-16,2-1-6 0,1 2-13 0,-2-1-9 0,2 0 4 15,-4 0-4-15,-1 2 0 0,0-4-2 0,-6 4-5 16,1 2-3-16,-1 2-7 0,-2-1-5 0,-8-1-1 16,13 5 1-16,-7 0 2 0,-4-2-1 0,6 3-8 15,-6 4-3-15,2-1 3 0,-1 3-2 0,1 1-13 16,-4-2 0-16,2 1-3 0,-2 5-5 0,0 0 2 15,0-2-7-15,-2-3-27 0,2 4-30 0,-2-2-50 16,2-4-27-16,0 0-39 0,2-3-45 0,-2 3-145 16,0-10-364-16,2 10 162 0</inkml:trace>
  <inkml:trace contextRef="#ctx0" brushRef="#br0" timeOffset="48501.08">25504 11553 78 0,'0'0'86'0,"0"0"-22"0,0 0-26 16,0 29-27-16,6-17-58 0,2 3-50 0,1 1 23 16</inkml:trace>
  <inkml:trace contextRef="#ctx0" brushRef="#br0" timeOffset="49016.42">25763 11750 61 0,'0'0'166'0,"0"0"-11"0,-7 15 8 15,4-9-1-15,3-6 0 0,-8 17-16 0,4-8-7 16,-1 4-4-16,-2-2-12 0,4 0-10 0,1 2-11 16,0 0-11-16,0-3-8 0,2 1-10 0,0 0-1 15,2-1-11-15,2-1-3 0,-2-1-6 0,6-2-2 16,-2 1-6-16,1-4-6 0,-1 0-4 0,7-2-3 15,-1-1-3-15,-1-1-2 0,3-5-9 0,-3 1 4 16,1-2-4-16,-1 0 1 0,2-6-1 0,-5 5-2 16,0-3 0-16,-1-3-2 0,-1 0-5 0,-1-1-1 15,0 3-1-15,-1-4 3 0,-1-2-1 0,-2 6 0 16,-1-1-7-16,3 2 4 0,-3 0-5 0,2 0 6 16,0 1-1-16,-2 4 1 0,0 6 0 0,5-9-4 15,-5 9 4-15,7-3 4 0,-7 3 0 0,0 0 3 16,20 12 10-16,-12-4-3 0,-2 3 4 0,0 1-4 15,-1 3-2-15,1-1-1 0,-2-2-1 0,-1 0 3 0,2 1 0 16,-3-2-2-16,2 0-3 0,-4-3 0 0,2-1-4 16,-2-1 5-16,0-6-6 0,3 9 5 15,-3-9 5-15,2 7 4 0,-2-7-3 0,0 0 1 0,0 0-3 16,0 0-1-16,0 0-5 0,0 0 2 0,0 0 1 16,0 0-7-16,2-24 2 0,0 15 0 0,2 1-6 15,1-1-1-15,3-6 2 0,4 1-2 16,-3-2 0-16,5 3-1 0,-1 2 0 0,1 1-3 15,-3 0 0-15,3 4-1 0,-5 2-2 0,-1 0 4 0,1 3-4 16,-1 1 4-16,-8 0-3 0,15 3 0 0,-10 0 0 16,4 3 2-16,0 3-1 0,-3-1 5 0,1 2-6 15,-3 1 3-15,1-1-2 0,-2 2-1 16,-1 1-17-16,0-2-37 0,0 2-45 0,0-1-31 0,0-1-53 16,-1 1-68-16,-2-3-132 0,1-1-418 0,0-8 185 15</inkml:trace>
  <inkml:trace contextRef="#ctx0" brushRef="#br0" timeOffset="50178.07">20815 13048 119 0,'0'0'209'0,"0"0"-21"0,2-14-9 15,-2 14-9-15,2-13-13 0,1 5-13 0,-1-2-9 16,2-3-12-16,4-2-8 0,-4-3-9 0,2 4-9 16,-1-3-4-16,0-1-11 0,-2-1-3 0,1-1-10 15,-3 1-4-15,1-6-6 0,0 1-4 0,-4-1-6 16,0 7-5-16,-1-3-4 0,-2 3 11 0,0 2-6 16,3 0-1-16,-5 1-4 0,2 3-2 0,-1 2-4 0,1 3-2 15,-1-3 1-15,3 7 4 0,-3-1-11 16,6 4-2-16,-12-3-4 0,12 3 0 0,-18 10 1 15,9 0-5-15,-3 1-1 0,2 3 2 0,1 1-3 16,3 0 1-16,1 1-2 0,3 1 0 0,1-5-3 16,5 4 2-16,0-2 0 0,2-3-3 0,3-1 4 15,3 0-2-15,2 0-3 0,1-2 3 0,3-3-4 16,-1-2 1-16,2-1-1 0,-1-4 0 0,2 2-1 16,-1 0 2-16,-2-2-5 0,1 0-1 0,-4 1-2 0,0-2-3 15,-3 1 1-15,0 0-2 0,-1 2-2 0,-4 0-1 16,-6 0 2-16,13 3 1 0,-7-1-2 15,2 3 2-15,0 1-1 0,-2 3-1 0,-2 1 0 16,4-1 2-16,-3 4-1 0,1 2 3 0,-2-1-1 16,0-1 2-16,5 1-1 0,-3 1 0 0,2-1 4 0,0-5-2 15,-1 3-3-15,-2-5 4 0,3 3-3 0,2-5 4 16,0 0 0-16,-1-1-1 0,3-2-1 0,3-1 1 16,1-2 0-16,1-2 1 0,0-3 0 15,2-1 2-15,-2 3-4 0,-1-3 0 0,2-4 3 0,-4 1 1 16,0-1-4-16,-1-1 1 0,-3-1 1 0,1 0-2 15,-2 0 3-15,-4 3-3 0,0-3-2 0,-3 1-3 16,1 0-2-16,1 0 0 0,-3-3-1 0,-4 3 1 16,1 1 0-16,-1 2 2 0,0 1-2 0,0 0-3 15,3 8 3-15,-6-6 3 0,6 6-3 0,-7-1 0 16,7 1-3-16,0 0 3 0,-16 6 1 0,8-1 2 16,1 5-3-16,-3 3 5 0,5-1-5 0,-1 3 3 15,2-4 6-15,1 1-6 0,3 2-1 0,-1-2 4 16,2-2-2-16,3 3 3 0,0-4 0 0,4 0-1 15,1-2 3-15,1-3 2 0,1 0-5 0,9 0 6 16,-3-3-2-16,3-4-2 0,-1 1 0 0,8-6 2 16,-8 1 0-16,0-1-1 0,0-1 1 0,-1 0 0 15,-1 0-3-15,-2 0 0 0,0-2 1 0,-2-2 0 16,-1 1 0-16,-2 0 3 0,-3 3-2 0,-1-1 0 16,-1-1 3-16,2 3-1 0,-4-1-1 0,1 4 4 15,-2 0 5-15,-2 5 1 0,3-11 3 0,-3 11-5 16,4-4-5-16,-4 4 1 0,0 0-2 0,4-6-3 15,-4 6 1-15,0 0 2 0,0 0 1 0,-7 25 2 16,3-15-6-16,2 3 7 0,-1 3-6 0,1 1 0 16,-2 3 2-16,1-2-3 0,3 1 1 0,3-1-1 15,-2 0-1-15,3 7 5 0,-3-5-5 0,0-2 1 16,2 0-1-16,-2 1-1 0,3-1 0 0,-3 0 8 16,2 1-5-16,-2-1-6 0,1-1 6 0,-2 0-15 15,0 0-17-15,-2 0-30 0,1-6-32 0,-2 1-32 16,3 1-19-16,-1-6-41 0,0 0-15 0,1-7-177 15,-1 10-406-15,1-10 181 0</inkml:trace>
  <inkml:trace contextRef="#ctx0" brushRef="#br0" timeOffset="50372.08">21812 12864 121 0,'2'-5'202'0,"-2"5"-22"0,3-6-21 15,-3 6-11-15,0 0-4 0,0 0-12 0,0 0-8 16,12 10-10-16,-10 0-8 0,-2 0-13 0,3 1-8 16,-2 6-4-16,-1-5-13 0,0 6-10 0,0-1-27 15,0 0-36-15,1-2-29 0,1-4-44 0,-2 0-46 16,1 1-144-16,-2-2-290 0,1-10 128 0</inkml:trace>
  <inkml:trace contextRef="#ctx0" brushRef="#br0" timeOffset="50999.94">21899 12940 36 0,'-5'12'186'0,"1"4"-6"0,1 1-12 15,0-4-7-15,-1 1-16 0,4-2-8 0,0 3-10 0,0 0-3 16,4-3-14-16,-2-1-9 0,5-2-5 0,-1 0-9 15,2-3-8-15,2 0-3 0,-1-2-9 16,1-2-6-16,3-2-5 0,-3-2-2 0,3-4-8 16,-2 1-5-16,1-4-4 0,3-3-5 0,-2 0-1 0,-4 3-3 15,1-6-1-15,-3-1-3 0,-2 6-4 0,0-6-1 16,-4 1-4-16,0-2 6 0,-2 2-7 16,1 4-2-16,0-2 0 0,1 1 0 0,-2 3-6 15,1 0 4-15,0 9 0 0,0-14-2 0,0 14-1 16,1-8-3-16,-1 8 1 0,0 0 3 0,9-2 3 0,-9 2 2 15,0 0-3-15,17 16 6 0,-9-8-4 0,-2 0 0 16,-1 2-2-16,0 5 0 0,2 1 0 0,-3-6-1 16,-1 0-2-16,2 0 0 0,-2 0-2 0,-1-1 1 15,1-2-1-15,-2-3-1 0,-1-4 1 0,2 9 3 16,-2-9 0-16,2 6 4 0,-2-6 3 0,0 0 1 16,0 0-2-16,0 0-1 0,0 0 2 0,14-12-3 15,-5 3-4-15,0-1 1 0,-1 0 1 16,4-4-1-16,-1 0-2 0,-1 2 0 0,4-1 0 0,-2 2-4 15,2 1-1-15,0 1 1 0,-3 4 0 0,-1 2 1 16,1 0 1-16,-4 1-6 0,-7 2 1 0,17 3 4 16,-11 1-2-16,1 1-2 0,-1 0 1 0,-1 5-1 15,-1-2-20-15,-1 3-30 0,-2 1-35 0,0 1-42 16,0 4-53-16,-1-5-218 0,0-1-431 0,3 0 190 16</inkml:trace>
  <inkml:trace contextRef="#ctx0" brushRef="#br0" timeOffset="51255.74">22753 12814 185 0,'0'0'247'0,"0"0"-19"0,0 0-11 16,0 0-5-16,0 0-13 0,0 0-8 0,9 25-11 15,-9-13-13-15,4 5-15 0,-4-2-15 0,1 5-11 16,2-1-11-16,-2-1-14 0,0 2-10 0,-2 5-8 16,3-7-7-16,-4-2-3 0,3-1-31 0,-1-3-28 15,1 2-18-15,-1-3-29 0,3-3-39 0,-2-2-39 16,-1-6-42-16,0 13-28 0,0-13-32 0,-1 6-133 0,1-6-373 16,0 0 166-16</inkml:trace>
  <inkml:trace contextRef="#ctx0" brushRef="#br0" timeOffset="51392.85">22757 12609 75 0,'0'0'97'0,"0"0"-32"0,0 0-21 0,0 0-22 16,0 0-39-16,0 0-31 0,-4 31-52 0,4-12 23 15</inkml:trace>
  <inkml:trace contextRef="#ctx0" brushRef="#br0" timeOffset="51630.68">22983 12985 160 0,'-1'-21'211'0,"1"21"-6"0,-3-12-10 0,2 5-7 0,1-3-13 15,1 1-9-15,2-3-11 0,0 2-17 0,5-4-3 16,1-1-11-16,1 3-8 0,0 4-9 0,-2 0-1 15,2 2-8-15,1 2-7 0,-1 1-12 0,1 2-5 16,1 1-10-16,-5 3-5 0,2-2-4 16,0 5-3-16,0 1-8 0,-1 1-5 0,-2 0-1 0,0 4 2 15,-3 0-12-15,1-2-21 0,-3 1-40 0,1 5-37 16,-2-3-64-16,-2-3-52 0,1 0-235 0,-4 2-457 16,4-1 202-16</inkml:trace>
  <inkml:trace contextRef="#ctx0" brushRef="#br0" timeOffset="52008.03">23605 12664 142 0,'4'-9'247'0,"0"4"-12"16,-2 0-17-16,-2 5-16 0,4-9-19 0,-4 9-15 15,0 0 2-15,0 0-6 0,22 24-4 0,-14-7-10 16,-1 10-10-16,1 1-13 0,1 3-10 0,-1 1-11 15,-5 1-8-15,1 2-11 0,0-3-7 0,-3 3-4 16,3-5-10-16,1 1-5 0,-1-3-9 0,-1-1-1 16,2 0-6-16,0-2-8 0,-1-8-7 0,0 9-11 15,-3-9-25-15,3 0-31 0,-6-5-32 0,2 1-30 16,-2-2-36-16,-1 1-40 0,1-4-32 0,-3 0-211 16,0-4-451-16,1 0 200 0</inkml:trace>
  <inkml:trace contextRef="#ctx0" brushRef="#br0" timeOffset="52243.92">23741 12798 143 0,'9'-7'186'16,"0"1"1"-16,3 3-8 0,-1 0-7 0,1 3-11 15,1 2-8-15,-1 1-14 0,-1 4-12 0,-1 2-9 16,1 4-8-16,-4-3-12 0,1 4-3 0,-3 0-9 15,-4 1-10-15,-1-2-7 0,-1-1-7 0,0 6-4 16,-2-8-3-16,-3 6-7 0,1-1-5 0,-3-3-3 16,2-3 2-16,-3 1-18 0,2-2-22 0,-3 1-22 15,2-2-38-15,1 0-44 0,2-2-42 0,-2-1-39 16,2-1-145-16,5-3-355 0,0 0 157 0</inkml:trace>
  <inkml:trace contextRef="#ctx0" brushRef="#br0" timeOffset="52714.64">24102 13037 75 0,'3'-7'206'0,"1"-1"-1"0,1-1-7 0,-3 0-5 0,4-2-8 16,-1 0-18-16,4-5-8 0,-3 0-8 0,3-3-4 15,4-3-8-15,-2-1-13 0,1 0-2 0,-2 5-13 16,3-5-10-16,-2 1-4 0,-2 4-7 0,1-1 2 16,-4 5 7-16,0-1-2 0,-1 6-2 0,-3 2-7 15,1 0-7-15,0 3-7 0,-3 4-12 0,2-12-6 16,-2 12-7-16,0 0-1 0,0 0-10 0,0 0-7 15,0 0 0-15,-23 8-2 0,16-2-5 0,-2 3-1 16,-2-1 0-16,2 3-7 0,3 0-11 0,1 0-5 16,1-1-3-16,4 0 4 0,1 0-13 0,2-1-6 15,1 1 0-15,5 0 1 0,5 0 3 0,1-1-3 16,0 0 1-16,2-2 3 0,0 1 1 0,-5-3 3 16,-1 2-5-16,1-2 6 0,-3 0 0 0,-1 4-3 15,0-2 0-15,-5-1 2 0,3 3 3 0,-2-1-3 16,-2 0 5-16,-2-2-2 0,0-6-8 0,-8 14-9 15,3-4-18-15,-4-2-24 0,2-1-26 0,-1 0-28 16,-1 0-16-16,0-1-21 0,3-3-33 0,2-1-29 16,4-2-157-16,0 0-407 0,-19 0 180 0</inkml:trace>
  <inkml:trace contextRef="#ctx0" brushRef="#br0" timeOffset="52912.13">24462 12746 52 0,'2'-6'201'16,"-2"6"-12"-16,0 0-1 0,0 0 6 0,0 0 1 16,9 13 0-16,-8-4-17 0,0 0-14 0,-1 4-5 0,3 4-16 15,-3 0-16-15,3 1-9 0,-2 0-14 16,0-1-11-16,2 1-8 0,-2-2-7 0,3 2-17 16,-4-2-23-16,0 0-33 0,3-2-29 0,-1-2-35 15,-2-2-33-15,0-10-41 0,4 12-35 0,-4-7-181 16,0-5-378-16,0 0 168 0</inkml:trace>
  <inkml:trace contextRef="#ctx0" brushRef="#br0" timeOffset="53076.03">24395 12589 124 0,'0'0'146'0,"0"0"-8"0,0 0-26 0,0 0-20 15,-4 16-23-15,5-5-36 0,3 1-24 0,2 5-34 0,1 0-26 16,2 0-58-16,-1 0-116 0,3 1 52 0</inkml:trace>
  <inkml:trace contextRef="#ctx0" brushRef="#br0" timeOffset="53674.91">24716 12801 131 0,'0'0'189'0,"0"0"0"0,6-3-9 0,-6 3-9 16,0 0-5-16,0 0-13 0,0 0-1 15,0 0-12-15,-14-13-10 0,14 13-7 0,0 0-3 16,-15 10-8-16,5-4-7 0,1 0-9 0,1 2-7 0,0 2-10 16,-2 2-3-16,-1 4-8 0,3-3-8 0,0 1-7 15,3-2-3-15,3 0-6 0,-2-2-2 0,2 6-7 16,2-3-5-16,0-4 0 0,0-3-2 16,3 4 0-16,0-5-5 0,2 1-2 0,5-3 9 0,1 1-7 15,0-5-6-15,1-1-2 0,1-2-3 0,4-3 1 16,1-2 1-16,-4-1-2 0,0 0-5 0,2-2 0 15,-3 0-1-15,0-3 1 0,-4 0 0 0,2-2 1 16,-3-2-5-16,2-4 1 0,-1-3-2 0,-2 1 0 16,0-3 4-16,-5 4-4 0,1-3 3 0,0 0-3 15,-3 1-1-15,0-2 3 0,0 3-4 0,-1 6 2 16,1-2 2-16,-2 4 7 0,2 3 10 0,-2 4-3 16,2 0 2-16,-1 3-6 0,1 7 0 0,0-10 3 15,0 10-11-15,0 0-1 0,0 0 2 0,0 0 6 16,0 0-3-16,5 39-1 0,-4-14 6 0,0 0-3 15,-1 3 5-15,0-1-6 0,-1-2 2 0,1 5 2 16,-1-6-5-16,1 3-4 0,2-9 2 0,2 1-1 16,-2-3-1-16,1-1-1 0,3 1 3 0,-2-6-1 15,1 1 3-15,3-1-4 0,2-3 1 0,-1-1-4 16,2 1 3-16,0-3 7 0,3-3-5 0,3 1-4 16,2-4 1-16,-5-1-5 0,5-2 3 0,0 0-5 15,-1-2-5-15,2-3-3 0,3-3 0 0,-6 3-6 16,2-6 6-16,-4 0-4 0,1 2 1 0,-7-1 1 15,4 1 3-15,-4 0-1 0,-2 4 1 0,-4-2 2 16,2 1 0-16,-2 3 4 0,-1 1 6 0,-2 0 6 0,0 7-3 16,0 0-2-16,-7-10 13 0,7 10-4 15,0 0 9-15,-22 14 4 0,7-3-3 0,-1 2 6 16,2 1 0-16,3 1-5 0,-2 2 1 0,3-2-6 16,4-1 1-16,-2 4-2 0,5-7-5 0,2 1-9 15,3 1-21-15,6-4-38 0,3 0-44 0,0-4-58 16,5 0-57-16,7-5-47 0,-2-2-216 0,11-3-517 15,2 1 229-15</inkml:trace>
  <inkml:trace contextRef="#ctx0" brushRef="#br0" timeOffset="54152.04">26584 11798 200 0,'0'0'233'0,"-8"-3"-13"16,8 3-16-16,0 0-13 0,0 0-15 0,0 0-15 16,0 0-9-16,0 0-9 0,0 0-11 0,35-5-10 15,-14 4-12-15,1 1-12 0,9-2-10 0,-1 2-9 16,-1-4-12-16,-2 4-28 0,-4 0-28 0,-3 0-36 16,-3-1-37-16,2 1-47 0,-8-1-30 0,1 1-39 15,-6 1-142-15,-6-1-344 0,13 4 152 0</inkml:trace>
  <inkml:trace contextRef="#ctx0" brushRef="#br0" timeOffset="54306.08">26703 11981 90 0,'-6'4'183'0,"6"-4"2"0,-4 7 3 0,4-7-1 0,0 7-4 16,0-7-8-16,0 0-10 0,6 8-11 0,1-6-13 15,5 0-16-15,1-2-11 0,7 3-20 16,-2-3-43-16,0-1-56 0,1-1-56 0,2-1-64 15,-3 0-183-15,0 1-332 0,2-4 147 0</inkml:trace>
  <inkml:trace contextRef="#ctx0" brushRef="#br0" timeOffset="54984.05">27472 11601 124 0,'0'0'202'0,"-2"-10"-2"16,2 3-6-16,0 7 1 0,-2-9-10 0,2 9-8 15,0 0-15-15,2-11-14 0,-2 11-13 0,0 0-12 16,-3-8-17-16,3 8-13 0,0 0-13 0,0 0-6 16,0 0-9-16,0 0 6 0,0 0 9 0,0 0-13 15,3 31-9-15,-1-18 2 0,0 5-2 0,0 1 2 16,2 2-7-16,-1 4-5 0,-1 3-5 0,-2-3-1 16,0 1-5-16,5-1-5 0,-2 1 0 0,-3-7-5 15,0 0 2-15,0 1-4 0,0-2-2 0,0-2 5 16,1 1-11-16,-1 0-2 0,0-5-1 0,1 0-1 15,-1 3-1-15,0-3 0 0,0-3-4 0,1-1-15 16,-1 1-22-16,0-9-21 0,1 12-25 0,-1-7-24 16,0-5-12-16,0 0-19 0,-1 12-25 0,1-12-29 15,0 0-28-15,0 0-151 0,0 0-392 0,0 0 173 16</inkml:trace>
  <inkml:trace contextRef="#ctx0" brushRef="#br0" timeOffset="55220.12">27453 11659 150 0,'0'0'162'0,"-2"-8"-7"0,2 8-9 0,0 0 5 16,0 0-12-16,0 0-11 0,21 2-9 0,-10 1-9 0,1-1-9 15,0 3-4-15,5 1-10 0,0 1-9 0,2-1-5 16,-2 3-10-16,1-1-3 0,1 0-4 15,-2-1-11-15,3 3-6 0,-2-1 5 0,0-3-30 16,1 2-24-16,-2-1-46 0,-1 1-12 0,1-3-28 0,0 0-25 16,-6 0-26-16,3-1-107 0,-1-2-274 0,-2 0 122 15</inkml:trace>
  <inkml:trace contextRef="#ctx0" brushRef="#br0" timeOffset="55434.5">27898 11585 26 0,'-2'-8'207'0,"0"0"0"0,2 8-10 0,-4-10-16 0,4 10-16 16,-2-6-17-16,2 6-11 0,0 0-13 0,0 0 5 15,0 0 5-15,0 0-4 0,-3 29-9 0,3-10-5 16,0 6-8-16,0 0-11 0,0 2-3 0,0 0-16 16,0 1-5-16,5 1-5 0,-7-3-7 0,4 0-7 15,-2 1-6-15,2-3-16 0,-4 2-29 0,2 0-34 16,0-8-35-16,0 0-41 0,0-2-49 0,0-4-48 15,-2 5-159-15,4-1-393 0,-2-6 175 0</inkml:trace>
  <inkml:trace contextRef="#ctx0" brushRef="#br0" timeOffset="56502.24">28100 11962 68 0,'0'0'153'0,"0"0"-9"0,0 0 3 15,0 0-12-15,0 0-4 0,0 0-8 0,0 0-10 16,-7 32-7-16,3-22-7 0,3 5-9 0,0 1-6 15,-1-5-11-15,0 1-5 0,-1-1-6 0,1 1-4 16,2 0-7-16,-1-1-7 0,-1-3 2 0,1-1-3 16,1-7-4-16,0 12-7 0,0-12 1 0,-3 10 1 15,3-10 1-15,-2 7 7 0,2-7 3 0,0 0 10 16,0 0 12-16,0 0 0 0,-2 6-1 0,2-6-9 16,0 0-4-16,0 0-5 0,0 0-3 0,8-25-11 15,-4 15 3-15,-2 1-8 0,4-7-1 0,-1-1-4 16,-1-2-1-16,2 1-4 0,2-6 2 0,0 0-4 15,-3 5-1-15,2-5-5 0,3-2 3 0,0 4-4 16,-4 3 2-16,-1 2-3 0,5 0 0 0,-3 1 3 16,-2 6 2-16,-2 0 1 0,3 2 0 0,0 0-4 0,-4 5-2 15,-2 3-4-15,6-8 2 0,-6 8-2 16,5-2 3-16,-5 2-5 0,13 7 3 0,-3 0-1 16,-4 3-1-16,3 0 3 0,1 5 2 0,1 2-1 0,-3-1 1 15,3 3 4-15,-1-2-2 0,0 5 4 16,0-4-1-16,1 5 0 0,-5-5-5 0,1-1 0 0,-2 1 6 15,2-2-6-15,-3 1-1 0,1-3 1 16,-1-2-4-16,0 0 3 0,0 0-1 0,-2-2-1 16,4 1-9-16,-3-3-9 0,0-1-25 0,-2 0-21 0,-1-7-28 15,2 11-34-15,0-6-24 0,-2-5-26 0,2 6-25 16,-2-6-39-16,0 0-119 0,0 0-381 0,0 0 168 16</inkml:trace>
  <inkml:trace contextRef="#ctx0" brushRef="#br0" timeOffset="56671.11">28166 12041 50 0,'0'0'157'0,"0"0"-4"0,0 0-9 0,0 0 0 16,0 0-21-16,0 0-12 0,31-4-11 0,-18 4-17 15,4-1-34-15,3 0-40 0,0-1-37 0,3-1-31 16,6-1-36-16,-8 0-63 0,7-4-169 0,5 1 76 15</inkml:trace>
  <inkml:trace contextRef="#ctx0" brushRef="#br0" timeOffset="56833.3">28642 11975 101 0,'0'0'205'0,"2"5"6"16,-2-5-2-16,0 0 2 0,0 0 3 0,0 0-9 15,0 0-11-15,0 10-13 0,0-10-16 0,0 0-14 16,0 0-20-16,0 0-11 0,0 0-16 0,0 0-15 15,0 0-28-15,0 0-39 0,0 0-49 0,0 0-53 16,3 5-51-16,-3-5-49 0,0 0-180 0,0 0-389 16,0 0 172-16</inkml:trace>
  <inkml:trace contextRef="#ctx0" brushRef="#br0" timeOffset="57456.93">29217 11309 73 0,'0'0'184'0,"0"0"-6"15,-2-9-5-15,2 9-9 0,0 0-11 0,0 0-13 0,-2-6-14 16,2 6-9-16,0 0-17 0,0 0-12 0,0 0-1 16,0 0 2-16,-17 20-8 0,7-4 2 0,-4 9 4 15,0 3-3-15,-3 3-2 0,-3 14-1 0,1 0-8 16,2 1-4-16,1 1-7 0,2 0-1 0,4-1-5 16,1-3-6-16,3-7-1 0,3 2-7 0,5-2-3 15,0-4-5-15,2 1-4 0,1-1 5 16,0 0-8-16,3-3-4 0,2-2-17 0,1-1-8 0,0 1-28 15,3-4-33-15,-1-6-39 0,1-2-41 0,4 3-15 16,-3-5-15-16,1-3-40 0,-5-2-111 0,4-2-351 16,1 1 155-16</inkml:trace>
  <inkml:trace contextRef="#ctx0" brushRef="#br0" timeOffset="58077.93">29493 11724 85 0,'0'0'168'16,"0"0"-14"-16,-16 15-7 0,13-5-3 0,0 1-7 15,-2 5-8-15,1-1-7 0,-1 4-6 0,2 0-5 16,-2 0-11-16,3-2-10 0,-1 0-7 0,2 1-5 16,0-1-9-16,1-6-2 0,-2 1-8 0,1-2-6 15,1-1-6-15,0-9 3 0,-1 13-5 0,1-7-1 16,0-6 3-16,1 8 4 0,-1-8 11 0,0 0 11 16,-1 8 3-16,1-8-3 0,0 0-2 0,0 0-9 0,0 0-11 15,0 0-1-15,0 0-5 0,-3-29-7 16,6 14-4-16,-1-3-2 0,2-1-1 0,-1-8-4 15,1-1-3-15,-1 1-5 0,6-6-4 0,-2 3 2 16,-1-2 0-16,1 0-1 0,1-1-4 0,0 1-1 0,1 3-3 16,1 1-2-16,2 2 7 0,-3 1 5 0,-2 9-2 15,1 1-1-15,-3 4 1 0,2 1-3 16,-4 2 2-16,1 2-2 0,0 1-3 0,-1 0-3 16,-3 5 0-16,10-6-3 0,-10 6 0 0,6-3-3 15,-6 3 1-15,12 7 3 0,-5 2 10 0,2 0-9 0,0 7 4 16,-1 2 1-16,5 3 8 0,-2 3 0 0,2-1 1 15,-3 1 2-15,-1 1 1 0,0-1-1 16,-3-5-4-16,3 7 2 0,-2-3 3 0,-3-2-2 16,3 4-1-16,-4-7 0 0,-1 0-1 0,4 0-5 0,-3 0 2 15,1-2-4-15,0 1-4 0,-1-5 1 0,0 0 4 16,2 0-3-16,-3-2 3 0,2-2-4 16,-2 1 0-16,1 0-3 0,-1-2 4 0,1-1-8 15,0-1-3-15,-3-5-9 0,3 9-15 0,-3-9-13 0,5 7-10 16,-5-7-14-16,0 0-17 0,0 0-17 0,3 4-25 15,-3-4-28-15,0 0-24 0,0 0-25 0,0 0-11 16,0 0-23-16,0 0-139 0,0 0-401 0,0 0 178 16</inkml:trace>
  <inkml:trace contextRef="#ctx0" brushRef="#br0" timeOffset="58336.08">29499 11762 65 0,'0'0'145'15,"0"0"3"-15,0 0-8 0,0 0-8 0,0 0-11 16,0 0-6-16,0 0-8 0,0 0-5 0,0 0-12 15,24-5-3-15,-11 3-14 0,5 0-5 0,0 1-28 16,10-4-36-16,0 1-45 0,2-2-43 0,-2 2-135 16,-3-2-237-16,2 0 105 0</inkml:trace>
  <inkml:trace contextRef="#ctx0" brushRef="#br0" timeOffset="62765.74">16631 8795 97 0,'0'0'155'0,"0"0"-4"15,0 0-9-15,-6 27-6 0,3-10-5 0,1-2-4 0,-1 4-8 16,-2 0-12-16,0 7-8 0,-2-2-8 16,1 2-5-16,0-2-9 0,1-5-9 0,-4 5-3 15,5-5-7-15,-3-2-5 0,3-1-2 0,-3 0-7 16,3-4-1-16,0-1-12 0,0 2 2 0,1-4 0 0,1-2-6 16,1-1-1-16,-2 0-5 0,3-6 6 0,0 0 9 15,-1 11 7-15,1-11 10 0,-1 6 6 16,1-6-3-16,0 0-3 0,0 0-5 0,0 0-3 15,0 0-2-15,-5-26-7 0,5 16-2 0,0-9-7 0,1 2 2 16,3-2-4-16,-2-5-1 0,2-2-5 0,0 7-2 16,3-6-3-16,1-1 0 0,0 2-2 0,-1 4-3 15,0 2-1-15,0 0 4 0,1 2-2 16,-1 0 4-16,-1 1-4 0,1 0-3 0,-1 6-2 0,-1 2 3 16,0 2-9-16,-1 0 5 0,1 3-3 0,-5 2 1 15,13-2-1-15,-13 2-2 0,17 5-3 16,-8 1 1-16,5 4 3 0,-4 3 3 0,3 2 0 15,-3 2 0-15,1 6-2 0,2 0 6 0,-4 0-3 0,1-1 4 16,-1-3-4-16,-2-2-1 0,-1 3 3 0,1-2-1 16,0 1 3-16,-2-1-2 0,0 0-6 0,3-2 8 15,-5-5-4-15,1 3-10 0,-1-3-15 0,0-1-25 16,-2 1-35-16,3-3-28 0,-3 1-25 0,0-4-35 16,-1-5-24-16,-1 10-171 0,1-10-394 0,0 0 174 15</inkml:trace>
  <inkml:trace contextRef="#ctx0" brushRef="#br0" timeOffset="62930.57">16586 9078 121 0,'0'0'179'0,"11"-7"-16"0,-6 4-18 15,6-1-9-15,-1 1-22 0,1-1-26 0,3 1-32 16,1-2-42-16,4-2-46 0,8 1-29 0,-8 3-94 15,0-4-165-15,11 0 73 0</inkml:trace>
  <inkml:trace contextRef="#ctx0" brushRef="#br0" timeOffset="63063.82">16980 9032 124 0,'0'0'152'0,"9"3"-9"0,-9-3-2 15,9 1 3-15,-9-1-15 0,12-1-14 0,-4 2-15 16,1 1-8-16,3-5-27 0,2 1-12 0,3 0-42 15,0-1-42-15,3-2-46 0,3 1-117 0,2-2-210 0,-3-2 93 16</inkml:trace>
  <inkml:trace contextRef="#ctx0" brushRef="#br0" timeOffset="63600.18">17504 8695 121 0,'0'0'180'0,"-13"0"3"16,3 2-13-16,-1 4-4 0,0 0-12 0,-3 3 1 15,-1 5-13-15,2 0-14 0,0 3-4 0,-1 2-5 16,0 5-11-16,4-1-9 0,1-5-8 0,1 2-13 16,3-3-4-16,1 2-11 0,1 0 1 0,0-2-6 15,2-1-3-15,2 0-8 0,3 0 1 0,0-6-6 16,2 2-2-16,2-2-4 0,1 2-2 0,1-5-4 15,-1 0-1-15,5-1-5 0,1 1-3 0,2-4-1 16,1 1-1-16,-2-2-3 0,2-2-4 0,-5 0-4 16,5-4-4-16,-5 0-7 0,1 0-1 0,4-1-4 15,-3-3 1-15,0 1-8 0,2-4 1 0,-4 2-9 16,-3 0 0-16,-1-1-2 0,2-3 2 0,-2-1 2 16,0 0 1-16,-1 0-2 0,-4 4 5 0,-2-7 0 15,0 2 5-15,-5-1-2 0,2 2 3 0,0 3-2 16,-2 0 2-16,-2-1 4 0,0 2-2 0,0 2-3 15,0 0 12-15,-1 2 1 0,4 0 0 0,2 6 1 16,-4-7 4-16,4 7-4 0,-4-6 0 0,4 6-2 16,0 0-1-16,0 0 2 0,0 0-1 0,0 0-7 15,13-7 13-15,-13 7-4 0,18 1-2 0,-4 0 1 16,0 2 1-16,3-1-5 0,-2 1 3 0,-2 0 0 16,1 0 0-16,-3 3 3 0,0 0-1 0,0-1 1 15,-1 4 0-15,-2 0 0 0,-2 0-1 0,3 2 5 16,-4-1 1-16,2 1-3 0,-3 5-3 0,-2-4 6 15,0 1 0-15,-2-1-5 0,0 3 4 0,1 0-19 0,-2-3-23 16,1-1-18-16,0 0-29 0,0-1-19 16,0-1-19-16,2-1-22 0,2-3-27 0,-4-5-131 0,5 6-324 15,-5-6 144-15</inkml:trace>
  <inkml:trace contextRef="#ctx0" brushRef="#br0" timeOffset="63886.51">17944 8942 123 0,'-16'22'147'0,"15"-17"-4"0,1-5-8 15,0 12-10-15,0-12-4 0,4 12-7 0,-3-8-7 16,3 3-7-16,0-1-2 0,-4-6-2 0,10 7 0 16,-4-3-11-16,5-3-5 0,0 1-6 0,-3-2-8 15,-8 0-5-15,18-6-4 0,-9 4 1 0,0-3 3 16,-2 0 2-16,0 0 5 0,-2 1-2 0,1-3 0 15,-1-1-2-15,-2 1 1 0,-2 0-5 0,1-3-7 16,-1-1-6-16,-4 1 1 0,3 0-5 0,-2 1-5 16,-2 0-2-16,0 1-3 0,0 1-7 0,-1 0-4 15,1 3-22-15,-2 0-16 0,6 4-24 0,-8-5-38 16,8 5-27-16,-10 1-39 0,10-1-22 0,-12 9-32 16,5-1-135-16,2 1-361 0,-1 1 159 0</inkml:trace>
  <inkml:trace contextRef="#ctx0" brushRef="#br0" timeOffset="64471.5">18125 9074 81 0,'5'-5'194'0,"2"-5"-13"0,-1 1-11 0,2-2-5 16,3-6 1-16,-2 0-7 0,0 0-8 0,1 0-7 16,2-5-9-16,-4 4-9 0,3-7-15 0,-2 8-11 15,1-9-7-15,2 2-8 0,-3 2-10 0,-4 5-10 16,2 1 1-16,0 6-3 0,-5 0-3 0,2 0-1 15,-1 3-8-15,-1 2-1 0,-2 5-12 0,3-7-8 16,-3 7 1-16,0 0-6 0,0 0-3 0,0 0-2 0,0 0-2 16,0 0-1-16,-7 25-1 0,2-11-2 0,0-1-2 15,1 3 1-15,2 0-2 0,-1 1-1 16,3 0-4-16,2-1 2 0,-2 1-1 0,1-3-1 16,3 1-3-16,-2-3 9 0,1 0-9 0,1 1 1 0,1-2-1 15,-3-1 1-15,2 0-1 0,-1-3 0 0,-1 3-4 16,2-3 6-16,-3 1-1 0,-1-8-4 15,2 11-3-15,-2-11 4 0,3 9-2 0,-3-9 2 0,0 6-3 16,0-6 5-16,0 0-5 0,0 0 5 0,0 10-6 16,0-10 8-16,0 0-4 0,0 0 2 0,0 0-3 15,0 0-6-15,0 0-7 0,0 0-5 0,0 0 2 16,0 0 1-16,18-20-2 0,-11 11-3 16,3 1-2-16,3-5 0 0,2 2 1 0,-2-4 2 0,1 1 2 15,0 0 4-15,5-4-1 0,-7 5 0 0,3-7 3 16,-2 5 1-16,-4-1 3 0,0-1 0 0,1 2-1 15,-5 4 8-15,1 1 2 0,0 1 1 0,-3-1 0 16,0 5 8-16,1-1-3 0,-2 0 6 0,-2 6 0 16,0 0-2-16,1-8-4 0,-1 8 0 0,0 0-4 15,0 0 1-15,0 0-5 0,0 0 4 0,-19 19-1 16,13-10-1-16,0 5 0 0,-3 1 2 0,2 2-2 16,2-1 0-16,1 1-4 0,0 1 4 0,3-2-1 15,0 2 1-15,0-3-3 0,1 1 4 0,0-3-3 16,0 3 2-16,-2-6-2 0,2 0 5 0,0 0-3 15,2-1-1-15,-1 0-3 0,-1-9 3 0,0 11-10 16,0-5-17-16,0-6-18 0,0 9-28 0,0-9-39 16,-1 10-26-16,1-10-55 0,-10 7-167 0,10-7-386 15,-12 4 170-15</inkml:trace>
  <inkml:trace contextRef="#ctx0" brushRef="#br0" timeOffset="65272.54">19135 9086 106 0,'10'-25'149'0,"1"-1"-5"0,0 1-6 0,1-3 1 0,1-2-11 16,3 3-14-16,-2-4-10 0,0 4-6 16,-3-4-8-16,1 1-6 0,-1 2-8 0,-1 5 2 0,-3 6 2 15,-2 1-2-15,0 3-10 0,-4 1 6 16,1 2-7-16,-2 5-9 0,0 5-4 0,-4-11-10 0,4 11-6 16,-9-4-2-16,1 4-6 0,8 0-4 0,-23 6 1 15,13 1-7-15,-7 3-4 0,3 4 1 0,0 0-12 16,3 1-7-16,2 1-3 0,2 0-5 0,5 1-5 15,-1 2 2-15,7-3 6 0,1 0-5 0,5 1-4 16,8 2 2-16,-2-4 2 0,8 0-3 0,-1-1 8 16,1-2-4-16,2 2-4 0,-2-1 13 0,-1 0-7 15,-6-1 2-15,-1-3 0 0,-5-2 4 0,1 1-1 16,-4 2 0-16,0-2-3 0,-4-1 6 0,-3 0-2 16,1 3 0-16,-2-10 0 0,-6 14 3 0,0-7-3 15,-1 0-1-15,-2-2 4 0,0 1 1 0,0 0 0 16,2-4 1-16,-1 1 3 0,8-3 1 0,-9 4-6 15,4-2 5-15,5-2-10 0,0 0 0 0,0 0-1 16,0 0-2-16,0 0 0 0,8-22 2 0,-1 14 1 16,3-2-2-16,3-2-1 0,3 0 6 0,-1 0-6 15,5-5 8-15,-7 3-4 0,2 0 2 0,0-1 1 16,-1 2-2-16,-3-1 1 0,1 0 5 0,-1 2-6 16,-2-2 5-16,-2 3 3 0,0 0 2 0,-3 0 4 15,0 1-3-15,0 0 1 0,-1 0 2 0,0 2 6 16,-2 1 8-16,-1 7-2 0,0-9-6 0,0 9 10 15,0-9-6-15,0 9-3 0,0 0-6 0,0 0-10 16,0 0 8-16,0 0-2 0,0 0-6 0,0 0 1 16,0 0 4-16,-13 20-2 0,11-8-2 0,1 1 5 15,-2-3-6-15,3 2 3 0,-2-1-2 0,2 1-16 16,3-1-12-16,1-1-14 0,1 1-16 0,3-1-31 16,1-1-21-16,6-1-22 0,1-2-6 0,4-3-131 0,2 0-288 15,7-3 127-15</inkml:trace>
  <inkml:trace contextRef="#ctx0" brushRef="#br0" timeOffset="65478.35">20006 8777 81 0,'0'0'156'0,"-7"-14"-2"0,3 9-5 16,-1 1-10-16,0 0-7 0,5 4-4 0,-16-3-3 16,7 6-7-16,0 1-5 0,-5 6-3 0,4-1-8 15,-3 4-5-15,1 1-7 0,1 0-8 0,2 1-3 16,2 2-6-16,2 0-9 0,0-3-2 15,2 2-8-15,2-1-2 0,-1-1-8 0,5-3-2 0,1 5-6 16,1-5-18-16,3-2-26 0,2 0-20 0,0 0-36 16,8 0-34-16,0-4-34 0,0-2-25 0,0-2-146 15,-1-1-327-15,4-4 146 0</inkml:trace>
  <inkml:trace contextRef="#ctx0" brushRef="#br0" timeOffset="65694.81">20170 8661 107 0,'-1'-11'180'0,"-1"0"0"0,1 5-4 16,1 6-9-16,-1-11-20 0,1 11-18 0,0 0-10 15,0 0 8-15,0 0 8 0,0 0 1 0,-4 30-4 16,-1-11-3-16,1 7-6 0,0 1-13 0,-1 0-7 16,1-1-14-16,0 0-5 0,2 0-6 0,1-2-7 15,-1-4-8-15,1 6-8 0,1-6-5 0,1 0-4 16,-1-3-20-16,2 0-29 0,-1-4-28 0,0-2-31 15,-1 2-42-15,3-4-41 0,-1 1-35 0,0-1-194 16,-2-9-403-16,2 8 179 0</inkml:trace>
  <inkml:trace contextRef="#ctx0" brushRef="#br0" timeOffset="65958.11">20004 8875 64 0,'-5'-3'149'0,"5"3"-4"0,0 0-17 0,0 0-4 0,19-5 1 16,-6 1-3-16,6-1-5 0,8 0-8 0,1 0-10 16,1 2-4-16,0-3-10 0,0 2-9 0,-4 0-5 15,-2 2-6-15,-1 1-2 0,-2-2 0 0,0 0-6 16,-3 3-3-16,-5 0-5 0,-2 0 0 16,2 3-7-16,-3 1-1 0,-3-1 3 0,2 1-1 15,-2 2-4-15,-2 0-3 0,1 1-1 0,-2 1-5 16,-1 2 1-16,0 2-4 0,-1-1 0 0,-1 6-6 0,-1-5-4 15,-2-1-20-15,2 0-26 0,-3 0-35 0,1 2-37 16,1-2-35-16,2-1-54 0,-4-1-114 0,4-9-328 16,-5 14 145-16</inkml:trace>
  <inkml:trace contextRef="#ctx0" brushRef="#br0" timeOffset="66648.06">20454 8848 64 0,'0'0'189'16,"0"0"-2"-16,-4 15-2 0,1-10-18 0,1 1-13 0,-2 5-10 16,0-2-7-16,3 1-17 0,-2 1-8 15,3 0-13-15,0 0-6 0,3-2-8 0,-1 0-10 16,2 0-6-16,1-2-6 0,2 0-6 0,-3 0-3 15,2-2-5-15,3-2-13 0,-3 0-5 0,1-2 1 16,-1 1-3-16,-6-2-3 0,15-2-5 0,-15 2-2 0,11-7 1 16,-8 4-3-16,4-3-3 0,-3-2 2 15,-2-2-5-15,2 2 1 0,-3-3-3 0,2 0 2 16,-2 0-9-16,2 0 7 0,-2 1-2 0,0-2-2 0,2 5-1 16,-1-2 0-16,1 3 0 0,1-1-2 0,-1 0 0 15,-3 7-4-15,10-6 3 0,-5 4-3 0,-5 2-4 16,12 1 7-16,-3 1 2 0,-1 4-1 0,0 3 2 15,1 0 0-15,-3 2 0 0,2-2 0 0,-3 2 1 16,1 0 0-16,0 0-4 0,-3-1 6 0,1-1-7 16,-1-1 6-16,-2 0-3 0,1-4 5 0,-2-4 1 15,3 9 1-15,-3-9 5 0,0 7 6 0,0-7-3 16,0 0-1-16,0 0 3 0,0 0 4 0,0 0-6 16,0 0 3-16,0 0-1 0,0 0-1 0,0 0-5 15,0 0-1-15,1-33-4 0,3 25 3 0,2-3-4 16,2 2 1-16,0-1-2 0,2-3-3 0,4 1 2 15,-1 1-1-15,-2 5-1 0,0-3-3 0,0 4 0 16,0 1 1-16,0 2-1 0,-1 1-2 0,-1 2-2 16,0 1 3-16,0 3-5 0,0 2 4 0,-2 1 3 15,-1 2 0-15,0 1-8 0,-2 2 6 0,0-2-1 16,1 1-11-16,-3-1-20 0,2 1-33 0,-1-1-20 16,-1 0-35-16,2-2-34 0,-1-1-34 0,-1-2-168 15,2-1-385-15,2-1 171 0</inkml:trace>
  <inkml:trace contextRef="#ctx0" brushRef="#br0" timeOffset="66995.64">21123 8812 19 0,'-7'-6'211'0,"-3"3"-2"0,-1 0-4 16,-2 3-11-16,-2 3-1 0,-3 0-7 0,2 5-9 15,-9 4-12-15,7 1-14 0,-2 3-14 0,2 4-16 16,4-4-6-16,4-1-11 0,0 1-9 0,3-2-12 15,1-3-5-15,2 3-8 0,3-1-7 0,1-2-5 0,2-3-6 16,3 0-2-16,3 0-13 0,1-2-7 16,1-4-11-16,2 0-10 0,0-2-7 0,0-2 0 0,5-1-1 15,-6-4-1-15,-1 3-1 0,-2-3-2 16,1-1 3-16,-1 0 4 0,-3-1-5 0,1-2 0 0,-2 0 2 16,1 1 2-16,-2-3 0 0,-1 2-3 15,1-1 1-15,-3 2 6 0,1 3 6 0,-1 7-2 16,1-11 2-16,-1 11-7 0,0-6-1 0,0 6-4 0,0 0 11 15,0 0 3-15,0 0-6 0,0 0 2 0,0 0 0 16,4 27-1-16,-1-17 0 0,-2 4-3 0,0-5 3 16,6 3-2-16,-2-1-2 0,0 0-14 15,1 0-21-15,2-2-35 0,2 0-43 0,-1-4-46 0,1 1-44 16,3-3-212-16,-1-2-441 0,0-2 195 0</inkml:trace>
  <inkml:trace contextRef="#ctx0" brushRef="#br0" timeOffset="67203.82">21283 8584 244 0,'-1'-7'237'0,"-3"1"-22"16,4 6-18-16,-3-8-9 0,3 8-4 0,0 0 2 16,-4 21-2-16,6-5-13 0,-4 9-18 0,1 5-9 15,0-2-12-15,0 6-16 0,-3 0-11 0,3-4-2 16,2 1-16-16,3 0-11 0,-2-1-14 0,-1 0-22 15,3-2-40-15,-1-3-56 0,-3-1-52 0,4-7-54 16,-3 3-81-16,2-2-134 0,-3-6-406 0,4-1 180 16</inkml:trace>
  <inkml:trace contextRef="#ctx0" brushRef="#br0" timeOffset="67755.78">21589 8893 109 0,'0'0'170'16,"0"0"1"-16,0 0 9 0,6 13-7 0,-6-5-14 15,1 4-11-15,-1 1-8 0,0 2-11 0,0 2-8 16,-1 0-10-16,0 0-11 0,-1-1-9 0,1-2-4 16,1-4-10-16,-1-1-9 0,1-3-5 0,-1 3 2 15,1-9 2-15,0 9 13 0,0-9 12 0,0 0 2 16,0 0-11-16,0 0-4 0,0 0-15 0,0 0-3 15,0 0-5-15,0 0-4 0,0-38-3 0,1 22-2 16,1-2-9-16,1 2 2 0,0-3-4 0,2-7-5 16,2 0-3-16,0-3-4 0,2-1-4 0,2-1-2 15,-2-1-1-15,3 3-1 0,0 6-1 0,-3-1-1 16,0 7 1-16,1 0-5 0,-3 8 0 0,-1-1-6 16,1 2 5-16,-1 4-4 0,0 2-3 0,-6 2 2 15,13 0-4-15,-4 4 0 0,1 2 1 0,-1 4 12 16,0 6-12-16,1 0 3 0,-1 7 0 0,2 2 7 15,-4-2-2-15,0-4 4 0,2 7-3 0,-2-1-1 16,-1-5 0-16,4 3 0 0,-5-5-1 0,1 0-2 16,1-3 11-16,-1 0-9 0,1-2-4 0,-1-1 1 15,-1-3-5-15,-1 0-37 0,0-1-36 0,-2 0-33 16,-1-2-44-16,-1-6-39 0,5 8-35 0,-5-8-227 16,0 0-488-16,0 0 215 0</inkml:trace>
  <inkml:trace contextRef="#ctx0" brushRef="#br0" timeOffset="67916.64">21643 8901 19 0,'0'0'175'0,"7"-11"-20"0,1 7-17 16,3 2-9-16,2-1-19 0,5-1-3 0,0 1-21 0,3 0-30 15,1 1-35-15,5 2-40 0,0 0-38 16,1 2-97-16,-9 0-166 0,3 0 74 0</inkml:trace>
  <inkml:trace contextRef="#ctx0" brushRef="#br0" timeOffset="68457.92">21972 9058 96 0,'0'0'167'0,"0"0"-4"0,0 0 2 0,6 6-7 0,-6-6-4 15,0 0-5-15,17-6-15 0,-8 0-3 0,1 0-16 16,0-2-4-16,2-1-6 0,1-2-8 0,-3-1-4 15,-1 2-3-15,0-5-8 0,-2 1-6 0,2-2-2 16,0-2-7-16,-4 1-2 0,1 1 2 0,-3 0-14 16,0-1-5-16,-3-2-5 0,-1 0-1 0,-1 3-6 15,-1-2 3-15,0 5-2 0,-1 4 1 0,1-1-4 16,-2 1 1-16,2 5-10 0,3 4-1 0,-4-11-5 16,4 11-4-16,-3-7-4 0,3 7 0 0,0 0-1 15,0 0-3-15,0 0-2 0,0 0 5 0,0 0-3 16,0 0 2-16,17 14-5 0,-7-8 2 0,0 0 0 15,4 0 0-15,1 1-5 0,1 3 2 0,-1 0 1 16,-1 0-2-16,1 1-1 0,-3 3 2 0,0-3-6 16,-3 2 3-16,-2-2 0 0,1 3 0 0,-4-2 5 15,1 4 2-15,-4-3-1 0,1-1 7 0,-1-1-10 16,0 5 1-16,0-7-3 0,-1 4 1 0,4-5 1 16,1 0 2-16,-2 2 0 0,2 0 6 0,1-4-2 15,3-1 2-15,3-1-3 0,1-1 0 0,6-2 2 16,1 0 0-16,7-5-4 0,-5 1 1 0,-1-2-3 15,5-2 0-15,-8-1 1 0,1 2 2 0,-2-2-3 16,-1-3 1-16,-1-2-1 0,-2 0-1 0,-1 0 0 0,-3-1-1 16,2 0 1-16,-4 0-2 0,-3 1 1 0,-2-2 1 15,0 3-4-15,-2 0 7 0,-2 1-6 16,0 2-2-16,-2 0 0 0,-1 2-2 0,1 2 2 16,4 5-1-16,-18-2-3 0,6 4 3 0,0 3 0 0,-2 5 0 15,-3 1 1-15,2 3-1 0,-4 4 2 0,7-2-2 16,2-3-1-16,0 6 6 0,3-5-15 0,2 3-17 15,4-5-28-15,2 1-34 0,2-4-34 16,3 3-41-16,4-6-30 0,3-1-40 0,2 1-127 16,6-3-393-16,0 1 173 0</inkml:trace>
  <inkml:trace contextRef="#ctx0" brushRef="#br0" timeOffset="68817.23">22838 8896 185 0,'3'-11'195'16,"-3"1"2"-16,2 2 3 0,0-4 5 0,-2 6 1 15,0 6-7-15,-2-10-10 0,2 10-20 0,-8-8-17 16,8 8-9-16,-11 0-10 0,11 0-11 0,-26 12-4 16,11-1-9-16,-4 6-10 0,1 2-2 0,3-5-14 15,1 1-6-15,1-1-8 0,3 0-6 0,2 2-10 16,2-5 9-16,2 0-14 0,4 0-6 0,0-2-6 16,0-9-3-16,8 13-4 0,-3-8-6 0,0-2 1 15,3-1-8-15,2-1-2 0,3-2-6 0,-13 1-3 16,18-6 4-16,-6 1-5 0,-1-1 1 0,-1-1 0 15,-1 0-3-15,-2-2 3 0,0 1-6 0,-2 1 7 16,1-3 1-16,-1-1-5 0,-1 1 0 0,0 1-2 16,3-1 7-16,-5 2-6 0,1 1-2 0,0 2 3 15,-3 5-6-15,4-9 3 0,-4 9-4 0,0 0-1 16,0 0 0-16,0 0 1 0,0 0 0 0,0 0 5 16,7 15-1-16,-5-5 5 0,-2-1-6 0,0 2 10 15,-1 1-11-15,2 0 3 0,2 2-6 0,1-5-22 16,-2 2-20-16,2 1-31 0,1-2-42 0,0-1-45 15,2-1-45-15,-2-1-57 0,1 1-150 0,4-5-453 16,3 1 202-16</inkml:trace>
  <inkml:trace contextRef="#ctx0" brushRef="#br0" timeOffset="69055.81">23111 8506 32 0,'0'0'217'0,"16"9"-6"15,-8 2-13-15,3 4-14 0,1 0-10 0,0 10-8 16,0-2-12-16,0 0-12 0,-3 5-12 0,1-3-20 16,-4 0-4-16,3 1-10 0,-1 0-9 0,-2-7-11 15,-1 0-25-15,-2 0-20 0,-1-1-37 0,0-1-50 16,-4 2-39-16,1-3-37 0,-1-3-42 0,-5-4-110 15,0 3-308-15,0-4 137 0</inkml:trace>
  <inkml:trace contextRef="#ctx0" brushRef="#br0" timeOffset="70719.09">26306 10533 4 0,'0'0'154'0,"0"0"-10"0,0 0-6 0,0 0-16 15,0 0-12-15,0 0-16 0,0 0-7 0,0 0-14 16,0 0-25-16,0 0-36 0,0 0-24 0,0 0-23 16,0 0-26-16,0 0-86 0,0 0-159 0,0 0 72 15</inkml:trace>
  <inkml:trace contextRef="#ctx0" brushRef="#br0" timeOffset="71391.77">26113 10528 76 0,'0'0'115'16,"0"0"-20"-16,0 0-4 0,0 0-1 0,0 0-13 15,-11 0-8-15,11 0-3 0,0 0-9 0,0 0-5 16,0 0 4-16,0 0-6 0,0 0-11 0,0 0-5 16,0 0-8-16,0 0 4 0,0 0-9 0,0 0 7 15,0 0-2-15,0 0-1 0,0 0-9 0,0 0-4 16,0 0 10-16,0 0-13 0,-10 4-1 0,10-4 8 16,-4 3-3-16,4-3 4 0,-9 4-17 0,9-4 7 15,-14 2 1-15,10-1-3 0,4-1 2 0,-8 4 6 16,8-4 4-16,-12 4-8 0,12-4 6 0,-9 1 13 15,9-1 2-15,-9 1-6 0,9-1 7 0,-11 0 6 16,11 0 5-16,0 0 10 0,-12 1 5 0,12-1 2 16,0 0 3-16,0 0-2 0,-10-2 1 0,10 2-7 15,0 0 0-15,0 0-8 0,0 0-3 0,0 0-3 16,0 0-5-16,0 0-3 0,31-10-5 0,-4 6-1 0,6-1 1 16,5 1-8-16,12-3 2 0,1 2-8 15,3-1 3-15,1 1 2 0,-3 3-4 0,-1-4-3 16,-10 6 1-16,10-3 2 0,-13 3-3 0,-2-3-3 15,0 2-2-15,0-1 2 0,-2 2-2 0,-3-1 2 0,0 1-3 16,-3 0-1-16,-6 0-1 0,7-2 0 0,-11 2 3 16,5-2-5-16,-3 2 3 0,0-2-4 0,-4-1-7 15,-3 3-10-15,1-3-17 0,-3 3-15 16,-2 0-22-16,-9 0-12 0,14-2-17 0,-8 1-23 0,-6 1-24 16,9 0-16-16,-9 0-115 0,0 0-299 0,0 0 133 15</inkml:trace>
  <inkml:trace contextRef="#ctx0" brushRef="#br0" timeOffset="72056.25">25756 10629 171 0,'-5'-2'162'0,"5"2"-6"0,0 0-3 16,0 0-5-16,-13 12-4 0,11-2-7 0,0 1-3 16,0 4-16-16,-1-3-10 0,6 5-7 0,-1-1-12 15,2-4-4-15,0 2-12 0,5 2-4 0,-3-1-7 16,4-6-2-16,1 2-5 0,-2-1-4 0,1-3 0 16,2-2-8-16,-1-1-5 0,8-1 4 0,-6-1-9 15,1-2 1-15,-1 0-6 0,-1-5 0 0,-1 0-4 0,-1 1-5 16,3-1 0-16,-3-1 1 0,-1-1-3 15,-3-1-1-15,2-2-2 0,-4 1-5 0,1 3 1 16,-1-4 3-16,-2 1-5 0,-2 0-4 0,2 2 3 16,2 1-1-16,-4 6 1 0,0-9-3 0,0 9-4 15,0 0 3-15,0-10-8 0,0 10 2 0,0 0 1 16,0 0 1-16,0 0 1 0,0 0 0 0,0 0-3 16,0 0 0-16,0 30 1 0,0-21 1 0,2 2-2 15,0-2 4-15,2 1-2 0,1-1 2 0,1 0 1 0,-1-2 1 16,4 1 0-16,-2-2-2 0,2-3 1 15,1 0 1-15,0-1-4 0,1-2 1 0,-3-1 5 16,4-3-1-16,-3 1-2 0,2-4 2 0,1 0 0 16,-3 0-4-16,-1-3-1 0,-2 1 3 0,0-4-1 0,1 4-2 15,-3-1 6-15,-4-2-1 0,2 2-2 16,-2-2 1-16,-2-3-1 0,0 4-1 0,-5-1-3 0,3 1-1 16,-2 3-3-16,-2-1-7 0,3 3-11 15,1 2-16-15,-2-1-27 0,-1 3-20 0,7 2-25 0,-12-3-21 16,12 3-10-16,0 0-5 0,-13 5-17 0,9 0-112 15,-1-1-299-15,5-4 133 0</inkml:trace>
  <inkml:trace contextRef="#ctx0" brushRef="#br0" timeOffset="72222.45">26230 10709 58 0,'0'9'131'0,"0"-4"6"0,2 1 1 0,-2-6-11 16,-2 13-13-16,2-1-4 0,0-1-12 0,0 2 1 15,4-3-15-15,-4 2-12 0,0 2-7 0,0 2-3 16,0 0-18-16,1-4-29 0,-1 1-33 0,2-2-21 16,0 0-30-16,-2 0-27 0,0-2-93 0,0 1-205 15,0-10 91-15</inkml:trace>
  <inkml:trace contextRef="#ctx0" brushRef="#br0" timeOffset="72723.83">26546 10742 29 0,'0'0'201'15,"-18"-7"-11"-15,18 7-12 0,-15 4-5 0,6 2-10 16,-3 0-9-16,4 1-13 0,-3 2-7 0,1 1-16 16,1-2-9-16,1 1-11 0,0 0-13 0,4 1-3 0,2-1-6 15,-1 2-13-15,3-4-5 0,-2-1-4 16,2-6-5-16,3 13-7 0,-1-7-2 0,4 0-5 15,0-2-3-15,-6-4 0 0,10 1-3 0,-10-1-1 16,13-1-10-16,-3-3 3 0,-3 0-6 0,-1-4 4 0,-1 1-8 16,2-2 4-16,-3 1-2 0,-1-4-3 0,-1 0-3 15,0-3 2-15,-2 2-2 0,-2-3 0 16,2 4 1-16,-3-6-2 0,1 6-2 0,2-5 3 16,-4 5-4-16,4 0 2 0,-3 1-6 0,1 3 5 0,2 8-1 15,0-10-3-15,0 10 1 0,-2-6-3 0,2 6 1 16,0 0 2-16,0 0-3 0,-3 24 3 15,3-12-2-15,0 2 2 0,-2 2 5 0,4 2-6 16,-2 2 0-16,3-4-9 0,-1 3-31 0,3 0-21 0,-3-2-31 16,2-1-34-16,3-2-37 0,-3-1-187 0,-1-3-379 15,3-1 168-15</inkml:trace>
  <inkml:trace contextRef="#ctx0" brushRef="#br0" timeOffset="72930.55">26672 10626 22 0,'0'-8'207'0,"0"8"-16"16,-2-11-17-16,2 11-25 0,0 0 0 0,0 0-4 15,0 0 8-15,0 0-9 0,0 0-6 0,0 32-9 16,-2-16-12-16,2 8-5 0,-2 2-14 0,2-2-10 16,0-4-4-16,0-1-13 0,4 1-4 0,-4-1-10 15,2 0-15-15,0-2-26 0,0 0-31 0,1-1-34 16,-1-5-38-16,-2-4-35 0,2 0-28 0,-2 0-172 15,0-7-348-15,-2 10 153 0</inkml:trace>
  <inkml:trace contextRef="#ctx0" brushRef="#br0" timeOffset="73294.73">26703 10697 121 0,'5'-6'127'0,"2"1"5"0,4-2-5 16,-2 1-4-16,0-2-5 0,3 1-7 0,1-3 0 15,-1 3-4-15,3-2-4 0,-1 0 0 0,-4 3 1 16,-1-3-6-16,0 1 0 0,-1 1-2 0,0 1-2 16,-3 0 5-16,-1 1-3 0,0 0-3 0,-4 5-3 0,6-7-9 15,-6 7-8-15,4-4-10 0,-4 4-11 16,0 0 0-16,0 0-3 0,0 0 0 0,9 16-1 16,-9-7-3-16,2 0-3 0,-2 7-4 0,0-3-4 15,0 3 0-15,0-5-4 0,2 3 0 0,-2-3-7 16,2 3 2-16,-2-3-4 0,5-2 0 0,-5 1-3 15,5-4-2-15,-5-1 7 0,0-5-6 0,8 9-2 16,-5-8-2-16,-3-1 0 0,11 2 1 0,-11-2-2 16,14-2-3-16,-14 2-2 0,17-5-4 0,-7-1 1 0,3 2 2 15,-5-1-3-15,4 2 2 0,-7 0-1 0,3 0-2 16,-8 3-5-16,11-1 0 0,-11 1 2 16,14 1-1-16,-9 2-3 0,-5-3-11 0,8 8-30 15,-4-2-28-15,2 3-35 0,-2-1-39 0,3 2-48 0,-1 2-47 16,-1-1-141-16,4-3-415 0,0 2 185 0</inkml:trace>
  <inkml:trace contextRef="#ctx0" brushRef="#br0" timeOffset="74782.67">30123 11807 3 0,'6'0'119'0,"-6"0"-1"16,0 0-6-16,0 0-8 0,0 0 1 0,0 0-8 15,0 0-4-15,0 0 5 0,0 0-16 0,0 0-1 16,0 0-2-16,0 0 6 0,0 0-4 0,0 0-4 16,0 0 5-16,0 0-3 0,0 0 0 0,0 0-3 15,0 0-2-15,0 0-8 0,4-9-10 0,-4 9-2 16,0 0-6-16,1-7-5 0,-1 7-2 0,4-5-8 16,-4 5 2-16,1-9 0 0,-1 9-2 0,0 0 0 15,2-10-1-15,-2 10 9 0,0 0-1 0,0-8-2 16,0 8-6-16,0 0-3 0,0 0-2 0,0 0-4 15,0 0-5-15,0 0-5 0,0 0 4 0,0 0-5 16,0 0-4-16,0 0 2 0,0 0-2 0,0 0 2 16,0 0-5-16,-13 16 4 0,13-16-4 0,-3 12 15 15,2-6-4-15,1-6-1 0,-3 10-1 0,3-10 0 0,0 8-3 16,0-8 0-16,0 0-1 0,2 11 2 16,-2-11-2-16,0 0-1 0,2 7 2 0,-2-7-1 15,0 0-1-15,0 0 0 0,3 6 3 0,-3-6-2 16,0 0-1-16,0 0-1 0,0 0 1 0,0 0-5 15,0 0 0-15,0 0 0 0,0 0-1 0,0 0 1 16,0 0-1-16,0 0-2 0,0 0 4 0,5-20-3 16,-5 20-1-16,0 0 2 0,0 0-4 0,0 0 2 15,0 0-2-15,0 0-1 0,0 0-1 0,0 0 2 16,0 0 1-16,0 0-2 0,0 0-1 0,0 0 0 0,-19 11 1 16,19-11 2-16,-5 9 0 0,2-5-2 0,3-4-2 15,0 0 5-15,-5 10-2 0,5-10 4 16,0 0-1-16,0 0-3 0,0 0 4 0,5 11 1 0,-5-11-1 15,0 0 4-15,0 0-5 0,0 0 1 0,0 0-1 16,0 0 4-16,0 0-1 0,0 0-1 0,0 0 0 16,13-17 0-16,-13 17-1 0,0-10 0 0,0 10-1 15,0 0 1-15,0 0-3 0,-3-11 0 0,3 11 0 16,0 0-1-16,0 0-4 0,0 0-9 0,-11-1-17 16,11 1-23-16,0 0-35 0,-13 6-37 0,13-6-49 15,-4 9-51-15,4-9-135 0,-5 7-389 0,5-7 173 16</inkml:trace>
  <inkml:trace contextRef="#ctx0" brushRef="#br0" timeOffset="78263.39">30492 11539 36 0,'-1'-9'146'16,"1"9"1"-16,0-13-6 0,0 6-7 0,0 7-7 15,-3-14-8-15,3 14-2 0,0-11-3 0,-1 4-4 16,1 7-6-16,-1-9 3 0,1 9-9 0,0-9-2 16,0 9-9-16,0 0-4 0,0 0-4 0,0-9-7 15,0 9 0-15,0 0-12 0,0 0 2 0,0 0-8 16,0 0 3-16,0 0-7 0,0 0-10 0,0 0 1 16,-2-8-5-16,2 8-6 0,0 0 0 0,0 0-2 15,0 0-3-15,0 0-5 0,0 0-1 0,0 0-3 16,0 0-3-16,0 0-1 0,0 0 2 0,0 0-4 15,0 0-1-15,0 0 0 0,0 0-3 0,0 0 1 16,0 0-1-16,0 0 0 0,0 0-3 0,0 0 1 16,0 0-2-16,0 0 6 0,0 0-6 0,0 0 0 15,0 0 0-15,0 0-2 0,0 0 0 0,0 0 0 16,0 0 2-16,0 0 0 0,0 0 0 0,0 0 2 0,0 0 1 16,0 0-4-16,0 0 5 0,0 0 5 15,0 0 0-15,0 0-2 0,0 0 4 0,0 0 1 16,0 0-3-16,0 0-2 0,0 0 3 0,0 0-5 15,0 0 2-15,-1-10-4 0,1 10-2 0,0 0 1 16,0 0-2-16,0 0-1 0,0 0 2 0,0 0 0 16,0 0-1-16,0 0 2 0,1 29-4 0,-2-19 2 15,1-1 5-15,-1 1-5 0,1-1-1 0,-1 1 3 0,-1 3-1 16,1-1-2-16,0 4 4 0,-3 1-1 0,1 2 3 16,3-1-5-16,-1 0 5 0,0 2-4 15,0-2 2-15,-1-1-3 0,2 0 2 0,2 1-1 0,-1-4 3 16,-1-2-1-16,1-1-2 0,0-2-2 0,1 1 0 15,-2-3 2-15,3-1 3 0,3 0-2 0,-5 1-1 16,-1-7 1-16,5 8 1 0,-1-4 0 0,-4-4-1 16,9 5-1-16,-3-3 1 0,-6-2 0 0,9 3 3 15,-9-3-3-15,0 0 5 0,12-5-4 0,-12 5-1 16,7-5-2-16,0 1 2 0,-4-1-1 0,3 1-1 16,-3-2-1-16,3-1 1 0,0-1-1 0,2 3 0 15,-2-4 0-15,0 2 1 0,1-2-2 0,0-1 1 16,-2 3-1-16,2-2 2 0,-3-1-5 0,1 3 3 15,-2 1-1-15,3-3 2 0,-4 2-1 0,1 2 0 16,-3 5 0-16,2-11 0 0,1 5 0 0,1 3 1 16,-4 3 1-16,1-10-1 0,-1 10-1 0,5-7 2 15,-5 7-3-15,4-10 2 0,-4 10-1 0,3-7-4 16,-3 7 5-16,0 0 1 0,2-6-4 0,-2 6 4 16,0 0 0-16,0 0 0 0,0 0-2 0,4-6-1 15,-4 6 2-15,0 0 0 0,0 0-2 0,0 0 1 16,0 0 0-16,0 0-2 0,0 0-4 0,0 0 0 15,0 0 1-15,0 0 0 0,0 0 0 0,0 0 9 16,0 0-10-16,0 0 8 0,0 0-4 0,12 12-4 16,-12-12 3-16,5 7 3 0,-3-3 0 0,1 2-5 15,-3-6 2-15,6 9 6 0,-3-1-5 0,0-3 18 16,1 0-2-16,0 1 0 0,0 0-4 0,0-1 0 16,2 2 2-16,-1-2-5 0,2 2 0 0,-1-2 0 0,-1 0-2 15,1 0 2-15,2 2 0 0,-1-4-1 16,-2 3-3-16,3-4 0 0,-2-1 0 0,3 3 0 0,-3 0-3 15,1-2 1-15,0-2-7 0,-7 0 3 0,14 2 0 16,-7-2 3-16,-7 0-2 0,11-2 3 0,-11 2-2 16,12-2-2-16,-8-2 1 0,1 0-3 0,0-1 5 15,0-2-2-15,0 2-4 0,-1-6 3 16,1 1-2-16,-1 1 1 0,0-2 0 0,0-6 9 0,-1 1-8 16,2 1 1-16,-2-2-2 0,-3 1 4 0,1 1-2 15,-1-4-1-15,-1 2 1 0,0 0 1 0,2 1 0 16,-4 1 1-16,3 5 1 0,0-3-1 15,-3 3 4-15,1 1 0 0,1 2-4 0,-1 0 2 0,2 7-3 16,-3-12 1-16,3 12 2 0,-3-10 0 0,3 10-2 16,-1-7-1-16,1 7-3 0,0 0-11 0,0-9-13 15,0 9-17-15,0 0-14 0,0 0-13 0,0 0-29 16,0 0-38-16,0 0-21 0,0 0-26 0,0 0-20 16,0 0-133-16,15 16-367 0,-15-16 162 0</inkml:trace>
  <inkml:trace contextRef="#ctx0" brushRef="#br0" timeOffset="79670.2">31104 11699 58 0,'0'0'88'0,"-2"-8"-4"0,2 8 5 0,0 0-2 0,-4-9 0 16,4 9 6-16,0 0-7 0,-3-6-8 0,3 6 2 15,0 0-6-15,0 0-4 0,-1-9-8 0,1 9-2 16,-3-8 1-16,3 8 0 0,0 0 10 16,-2-8-11-16,2 8-1 0,0 0-1 0,0-9 4 15,0 9-4-15,0 0-2 0,0-10-3 0,0 10 9 0,0 0-3 16,4-7 3-16,-4 7 1 0,0 0 0 0,0 0-1 15,1-8-3-15,-1 8-5 0,0 0-3 0,0 0-6 16,0 0-1-16,0 0-5 0,0 0-3 16,0 0-6-16,0 0-2 0,0 0-4 0,0 0-4 0,0 0-5 15,0 0 3-15,0 0-2 0,0 0 4 0,0 0 2 16,8 19-1-16,-7-10 3 0,0 4 1 0,-2-2 2 16,2 6 1-16,-1 0-3 0,-1-1 3 15,0 1-3-15,1 0-3 0,-3 1-2 0,1 0 2 16,-1 0-7-16,2 1 3 0,1-2-2 0,-4 0-3 0,4 1 0 15,-1-2 0-15,-1 1-3 0,1-2 0 0,0-2-1 16,0-1 2-16,-1 3-1 0,1-3 0 16,2 0-3-16,-2-2 0 0,0 1-2 0,1-1 2 0,-2-1-3 15,2 0 2-15,0-9-3 0,-3 13 1 16,3-6-2-16,0-7-7 0,-2 12-2 0,2-12-14 0,-1 8-14 16,1-8-6-16,-1 8-19 0,1-8-6 0,0 0-12 15,-3 7-21-15,3-7-20 0,0 0-33 0,0 0-39 16,0 0-172-16,0 0-392 0,0 0 174 15</inkml:trace>
  <inkml:trace contextRef="#ctx0" brushRef="#br0" timeOffset="80045.73">31083 11768 1 0,'1'-8'156'0,"-1"8"0"0,1-7-3 15,-1 7-11-15,0 0-11 0,4-8-12 16,-4 8-5-16,4-6-7 0,-4 6-7 0,6-6-10 0,-6 6 1 16,8-3-5-16,-8 3-9 0,9-4-3 0,-2 2-6 15,-7 2 0-15,14-1-5 0,-6 1 2 0,2 0-3 16,1 1-8-16,-1 2-7 0,-1-2-6 0,0 3 0 15,-3-1-8-15,2 2-4 0,-1 0 0 16,-2 0-2-16,-1-1-3 0,2 4-3 0,-3-1 2 0,1 2-9 16,-2 1 3-16,1-1-2 0,-4 2 0 0,0 0-3 15,0 0-1-15,-5-2 1 0,4 1-1 0,-5 0-3 16,0-2 0-16,-1 0 1 0,-1-1-4 16,0 1 1-16,-2-1-16 0,0-1-9 0,1-1-13 15,1 1-16-15,0-2-17 0,3-2-23 0,-2-1-36 0,8-1-25 16,-12 0-168-16,12 0-344 0,0 0 153 0</inkml:trace>
  <inkml:trace contextRef="#ctx0" brushRef="#br0" timeOffset="80511.03">31455 11277 11 0,'0'0'169'0,"0"-9"2"15,0 9-10-15,-3-6-1 0,3 6-15 0,0 0-11 16,-3-9-16-16,3 9-11 0,0 0-11 0,0 0 1 16,0 0 12-16,0 0-4 0,19 12 1 0,-10-6-2 15,3 5-6-15,5 3-3 0,0 4-8 0,0 3-3 16,1-1-6-16,0 0-4 0,-2 2-4 0,0 4-6 15,-2 2-2-15,-3-3-6 0,1 3-6 0,-6 3-3 16,-3-1-5-16,-2 1-7 0,-1 1-17 0,-5 4-3 16,-5-3 0-16,-2 13-4 0,-6-14-18 0,-1 11-12 15,0-15-18-15,0 3-18 0,-12 5-26 0,7-9-21 16,2 1-30-16,-1-2-34 0,0 1-36 16,-2-3-131-16,-1-1-359 0,0-1 159 0</inkml:trace>
  <inkml:trace contextRef="#ctx0" brushRef="#br0" timeOffset="85137.07">28200 12354 6 0,'0'0'27'0,"0"0"-14"16,0 0-21-16,8 8-9 0,-8-8 5 0</inkml:trace>
  <inkml:trace contextRef="#ctx0" brushRef="#br0" timeOffset="89985.42">29563 12440 84 0,'-14'-1'90'0,"1"-1"-13"16,-2 0-10-16,2 2 1 0,1-2 3 0,0 4 1 15,-1-2-7-15,-1-2 0 0,2 2-7 0,2 2-6 0,-1-2 0 16,2 1-5-16,1 0 0 0,8-1-11 0,-15-1 1 16,15 1 1-16,-9 1 8 0,9-1-4 0,-8 2-6 15,8-2-3-15,0 0 11 0,0 0-10 0,0 0-4 16,0 0 2-16,0 0-3 0,0 0 8 0,0 0-4 16,27 5 5-16,-6-3-5 0,10-2 2 0,8 0 2 15,13 2-3-15,8-1-2 0,3-4-5 0,2 1 1 16,32 1 2-16,-5 1-4 0,0-4-6 0,-1 4 5 15,3-3-3-15,-30 3-8 0,31-6-4 0,-2 0 1 16,-32 1 3-16,30-1-3 0,-24 0 0 0,-3 0 6 16,29-1-1-16,-30 3-3 0,0-5 1 0,-2 0-3 15,0 5-1-15,-2-2-4 0,-7-1-1 0,1 2 1 0,-19 1 0 16,2 1 1-16,-4 1 1 0,0-2-1 16,-6 3-3-16,-5 0-1 0,-1-1 2 0,-3 2 0 15,-3 0-1-15,-4 0-1 0,2 2 2 0,-2-4 0 16,-10 2-4-16,10 2 3 0,-10-2-2 0,10 0 0 0,-10 0 0 15,0 0-4-15,8 0 5 0,-8 0-3 16,0 0-3-16,0 0-1 0,8 2 6 0,-8-2-3 16,0 0-7-16,0 0-29 0,0 0-31 0,-22 9-33 15,11-6-34-15,-1 0-32 0,-8 3-88 0,-1-5-277 0,-7 2 122 16</inkml:trace>
  <inkml:trace contextRef="#ctx0" brushRef="#br0" timeOffset="90477.77">30589 12419 61 0,'0'0'197'0,"2"-7"-6"0,-2 7-4 0,1-7 1 15,-1 7-13-15,0 0-14 0,0 0-18 0,0 0-13 16,1-11-16-16,-1 11-14 0,0 0-8 0,0 0-12 0,0 0-8 16,0 0-1-16,0 0-4 0,1 32-10 15,3-15-1-15,-3-1-5 0,-1 2-3 0,2 1-6 0,-1 6-4 16,0 4-2-16,-1-4-2 0,3 0-2 16,-3-6-3-16,0 2-1 0,1-2-5 0,0-1-5 15,3 1 0-15,0-2-4 0,-3-1 1 0,2-4-1 0,-2 3 0 16,1-4-5-16,-1 3 4 0,-1-8-4 0,1 2 1 15,0-2-3-15,3 0 0 0,-4-6 2 0,1 10-3 16,-1-10 2-16,2 8 3 0,-2-8 4 16,0 0 8-16,0 0 1 0,0 0-2 0,0 0-4 0,0 0 1 15,0 0-1-15,0 0-4 0,0 0 0 0,15-22-3 16,-8 14 2-16,3-3-6 0,0-1 4 0,3 2-5 16,-1-3 1-16,0-2 0 0,3 6-3 0,-2-1 0 15,-3 3 1-15,7-3-18 0,-1 2 1 0,-5 4 1 16,4-3-1-16,-2 0 0 0,-2 3 2 0,2-2 2 15,-3 3-11-15,-2 2-10 0,-2-2-19 0,3 1-21 16,-9 2-23-16,9 0-4 0,-9 0-21 0,9 2-18 16,-9-2-12-16,4 7-11 0,-4-7-17 0,-1 11-119 15,1-11-319-15,-8 13 141 0</inkml:trace>
  <inkml:trace contextRef="#ctx0" brushRef="#br0" timeOffset="90657.8">30556 12755 126 0,'-28'-7'155'0,"1"-1"6"0,8-1-5 16,-2 2-6-16,2-2-6 0,5 3-11 0,-4 0-10 15,7-1-11-15,0 1-11 0,-1 1-11 0,3-1-10 16,0 0-17-16,0 2-10 0,0-3-28 0,4 4-17 16,5 3-27-16,-9-6-25 0,9 6-34 0,-5-3-30 15,5 3-17-15,0 0-93 0,0 0-236 0,0 0 104 16</inkml:trace>
  <inkml:trace contextRef="#ctx0" brushRef="#br0" timeOffset="91089.99">30303 12907 147 0,'-5'7'160'0,"5"-7"8"0,0 0 5 16,0 0-10-16,0 0-6 0,6 14-13 15,-4-9-8-15,0 2-5 0,3 2-4 0,-2 1-17 0,-2 0-5 16,4 0-6-16,-1 4-4 0,4 0-9 0,1 1-9 16,-2 2-9-16,2-1-4 0,-2 0-5 0,-1-2-8 15,2 1-4-15,0-1-7 0,-2-3 0 0,0-2-8 16,1 0-3-16,0 2-1 0,-1-2-1 0,0 0-4 15,-3-3-1-15,3-1-1 0,-1 1-7 0,1-3 1 16,0 2-1-16,0-2 2 0,-6-3 1 0,9-1-6 16,-9 1 3-16,12-1-4 0,-5-3 2 0,2-3-5 15,2 0-2-15,3-5 2 0,-1 0-1 0,0-3-1 16,-3 0 3-16,7-7 4 0,-7 5-4 16,0 2 4-16,4-7 0 0,-4 6-2 0,-2 0-3 0,0 2-4 15,-2 3 5-15,0-3-4 0,1 4 3 0,-3 1-6 16,-2 2 5-16,2 1-9 0,-3 0-7 0,-1 6-19 15,4-8-25-15,-4 8-29 0,0 0-32 0,0 0-19 16,0 0-11-16,0 0-9 0,0 0-9 0,0 0-7 16,0 0-134-16,0 0-328 0,0 0 145 0</inkml:trace>
  <inkml:trace contextRef="#ctx0" brushRef="#br0" timeOffset="91350.89">30744 13098 117 0,'0'5'123'15,"0"3"3"-15,0-8 3 0,0 7-6 0,0-7-6 0,4 10 4 16,-2-5-4-16,3 1-5 0,0-2-2 0,2-2-4 16,2 3-6-16,2-2-8 0,1-3-3 0,-1 2-10 15,7-3-1-15,-5 0-7 0,1-1-5 16,-2 0 0-16,5-2-6 0,-6-1-1 0,0-1-4 16,-3 2 0-16,-2-3 1 0,1 1-8 0,-3 0 0 0,-2-4-6 15,2 5-3-15,-4 5 3 0,0-15-7 0,-4 6-4 16,0 3-1-16,-2-3-6 0,-2 2 1 0,-1 1-9 15,-4 3 1-15,2 1-2 0,-4 0-1 0,2 2-10 16,-2 0-14-16,-2 6-15 0,4-3-32 0,0 2-39 16,2-1-42-16,-1 0-29 0,2 0-35 0,2 4-125 15,8-8-355-15,-6 10 157 0</inkml:trace>
  <inkml:trace contextRef="#ctx0" brushRef="#br0" timeOffset="91586.29">31134 12903 28 0,'2'-5'231'0,"-2"5"-9"15,5-7-11-15,-5 7-17 0,0 0-7 0,7-2-7 16,-7 2-18-16,0 0 1 0,5 11 4 0,-5-2-7 16,1 1-12-16,0 6-15 0,1 1-9 0,-2 0-14 15,0 2-15-15,-2-2-6 0,1 1-8 0,1 0-9 16,0 1-8-16,1-3-3 0,-3 0-9 0,2 1-19 15,1-4-27-15,-1-1-34 0,-1 1-34 0,1-2-34 16,-3 0-39-16,6-4-39 0,-3 3-30 0,0-10-175 16,-3 12-412-16,3-12 183 0</inkml:trace>
  <inkml:trace contextRef="#ctx0" brushRef="#br0" timeOffset="91755.38">31425 13101 247 0,'0'0'229'16,"0"0"-15"-16,5-5-9 0,-5 5-15 0,0 0-19 16,0 0-19-16,0 0-15 0,0 0-13 0,0 0-14 15,0 0-30-15,0 0-31 0,0 0-40 0,0 0-37 16,0 0-51-16,0 0-54 0,-27 9-147 16,27-9-303-16,0 0 134 0</inkml:trace>
  <inkml:trace contextRef="#ctx0" brushRef="#br0" timeOffset="92403.09">31301 12943 98 0,'0'0'164'0,"6"-10"-2"0,-4 4 8 16,-2 6 1-16,0 0-10 0,2-10-15 0,-2 10-12 15,0 0-17-15,3-5-13 0,-3 5 0 0,0 0-5 16,0 0-6-16,8 15-6 0,-7-9-8 0,1 4-6 15,0 1-5-15,-1 1-6 0,-1 1-1 0,1-2-13 16,1 2 0-16,-1-1-7 0,0 4-2 0,0-4-3 16,3-1-7-16,-1 0 1 0,2-1-1 0,-1-3-3 15,-2 1-4-15,3-3 2 0,1 0-4 0,1-2-1 16,5-2 0-16,-5 2-6 0,3-6 4 0,1 4-2 16,-2-2-3-16,2-2-4 0,-3-2 6 0,1-1-6 15,-1 0 3-15,0-2-5 0,1-2 1 0,-2 1-5 0,0-2 10 16,-2 4-6-16,2-3-1 0,-3 0-3 15,0 4 5-15,-1 0-2 0,-3 6 2 0,6-9 0 16,-3 5-5-16,-3 4-1 0,0 0 0 0,0 0 4 16,0 0 5-16,0 0 1 0,7 15 4 0,-9-1 0 0,2 2 4 15,0 3-3-15,-3 0-2 0,0 7 2 16,2-7-6-16,-2 0 1 0,1 2 0 0,-1 3-29 16,3-6-27-16,-1-1-32 0,1-2-55 0,1-2-32 15,-1-2-58-15,1-2-153 0,-1-3-406 0,4-2 181 0</inkml:trace>
  <inkml:trace contextRef="#ctx0" brushRef="#br0" timeOffset="93078.33">31713 13187 135 0,'-4'7'191'16,"-1"0"-3"-16,1 3-7 0,1-5-4 0,3-5-17 0,-4 11-13 15,2-7-17-15,2-4-7 0,0 10-7 0,0-10-12 16,0 0-5-16,-1 9-1 0,1-9 5 0,0 0 13 16,0 0-10-16,0 0-9 0,0 0-11 0,0 0-5 15,0 0-10-15,0 0-6 0,11-17-5 16,-7 11-5-16,0-2-8 0,-2 0-5 0,2-2-1 0,-1 3-7 16,-1-6-1-16,2 3-2 0,-1-3-7 0,2 1-1 15,1 0-6-15,0 1-2 0,0 1-1 0,1 0 1 16,2 2-2-16,-1-1-2 0,0 4-3 15,-1-3 1-15,1 7-7 0,1 1 2 0,-9 0-1 0,19 3 2 16,-9-1 1-16,-1 3-5 0,-4-1 0 0,3 5 7 16,0-3-6-16,-5 1 4 0,3 2-2 0,-4 0-1 15,1-2 0-15,-1 3-1 0,1-3 1 0,-2-2 0 16,2 1 1-16,-3-6-3 0,2 11-1 0,-2-11 4 16,3 6 3-16,-3-6-2 0,1 5 2 0,-1-5-2 15,0 0-1-15,0 0 1 0,0 0-2 0,0 0 8 16,0 0-8-16,0 0 0 0,0 0 0 0,0 0 3 15,9-14-2-15,-5 8 1 0,2-1-1 0,-1-4-4 16,3 3-2-16,2-6-3 0,-1 6-1 0,1-2-3 16,1 3 2-16,-2-1 3 0,2 0-2 0,-1 1-2 15,-2 1 0-15,-2 3-1 0,3 2 0 0,-9 1 5 16,13 1-6-16,-13-1 2 0,12 6 0 0,-7-1 2 16,0 2 1-16,-1 0-1 0,-1 0 0 0,1-2-1 15,2 6 5-15,1 0 2 0,-1-3 0 0,1 3 2 16,1-4-3-16,3-2 6 0,1 2-3 0,-1-2 3 15,8 0 1-15,-1-3-2 0,0-1-3 0,0-1 2 16,1-3-1-16,0-1 2 0,-1 1 0 0,-4-1-1 16,-2 0-3-16,0 0 3 0,-1-1-1 0,-1-3-1 15,-1 0 0-15,-4 0 0 0,1-2 1 0,-3 2 0 16,-2-1-1-16,-1-3-4 0,-1 3 2 0,1 1 3 16,0 8-5-16,-5-14 3 0,1 9-2 0,-1 1 2 15,5 4 0-15,-17 0-3 0,7 2 0 0,0 0 0 16,-2 3 11-16,2 2-9 0,-3 0 4 0,4 3-23 15,0 0-37-15,-1 2-41 0,4 1-49 0,1-2-53 16,3 1-46-16,1 0-146 0,1-12-425 0,4 17 189 16</inkml:trace>
  <inkml:trace contextRef="#ctx0" brushRef="#br0" timeOffset="93711.72">27870 12446 118 0,'0'0'170'0,"0"0"-4"0,0 0 8 0,1 22 0 15,-2-9-5-15,-2 4-10 0,-3 0-10 16,4 3-10-16,-4 6-7 0,0 2-6 0,-1-3-9 0,1 2-6 16,-1-2-11-16,-3-1-10 0,2 0-9 0,2-6-10 15,-4 5-5-15,3-6-11 0,2-2-1 0,-1 1-4 16,2-5-9-16,0 1 3 0,-2-2-11 15,4-1-24-15,-1-1-23 0,2 1-28 0,-1-3-25 0,0 1-31 16,2-7-25-16,0 0-31 0,-3 8-28 0,3-8-138 16,0 0-347-16,0 0 154 0</inkml:trace>
  <inkml:trace contextRef="#ctx0" brushRef="#br0" timeOffset="94056.14">27638 12664 87 0,'0'0'153'0,"0"0"-2"16,0 0 1-16,0 0-3 0,0 0 0 0,0 0-1 15,0 0 7-15,10 30-9 0,-4-16-10 0,3 3-11 16,-3 1-8-16,4 5-4 0,-4 1-10 0,1-5-10 16,-3-1-9-16,1 0-6 0,0 0-2 0,-3 0-3 15,0 0-10-15,2-3-7 0,-2 1-5 0,1-6-5 16,1 2 0-16,-4 0-5 0,4-4-3 0,-3-1-3 15,0-1 2-15,-1-6 4 0,3 6-2 0,-3-6 8 16,5 5-3-16,-5-5 2 0,9 0-2 0,-9 0-5 16,23-8 0-16,-10-1-9 0,7-1 3 0,-5 0-9 15,10-3 4-15,0 0 4 0,-4-3-12 0,-2 7-3 16,-3-2-1-16,2 0 0 0,-1 1-1 0,-2 2-3 16,-6 2 0-16,0 0-1 0,-1 3-21 0,-4-1-18 0,-4 4-28 15,10-4-36-15,-10 4-44 0,5-4-18 16,-5 4-42-16,0 0-12 0,0 0-33 0,0 0-124 15,0 0-394-15,0 0 175 0</inkml:trace>
  <inkml:trace contextRef="#ctx0" brushRef="#br0" timeOffset="95014.54">26679 13136 35 0,'0'0'197'0,"-3"-11"4"0,3 11-6 0,-4-11-11 0,4 11-17 15,-2-5-17-15,2 5-6 0,0 0-1 0,-18 13-7 16,11-3-9-16,-4 5-7 0,-1 2-12 0,-1 6-8 15,0 1 4-15,1-2-7 0,4 4-12 0,1-2-7 16,5-4-4-16,0-1-12 0,-1-1-4 0,3-1-4 16,0-1-6-16,5 1-8 0,-3-6 0 0,3 1-11 15,1-3-7-15,1 1-16 0,0-2-17 0,2-1-15 16,0 0-25-16,1-4-14 0,0 1-10 0,1-3-10 16,0-2-6-16,1-1-1 0,3-1-1 0,3-3 7 15,-2-3 6-15,2 0 4 0,-2-3 0 0,-1 0 14 16,4-2 3-16,0-4 9 0,-7 4 0 0,-1-2 10 15,-2 2 3-15,0 0 15 0,-4 4 5 16,1 0 16-16,-1 0 17 0,-1 4 11 0,-2 0 9 0,-2 6 1 16,4-8-2-16,-4 8 1 0,0 0 19 0,0 0 4 15,0 0 0-15,0 0 11 0,-2 25-1 0,2-13 1 16,0 6-1-16,-4-1-8 0,4 0-5 0,-2-2-7 16,4 0-5-16,-4 2-4 0,6-1 1 0,0-4-4 15,2 3-6-15,-2-5 0 0,3 1-3 0,-1-3 3 16,1 2-5-16,4-5-5 0,-2-1 1 0,0 0-3 15,0-3 0-15,0-1-4 0,2-1-2 0,1-3-4 16,-3 0 0-16,1-1-2 0,0-1-7 0,-5 1-1 16,1-4 0-16,1 0-7 0,-5-1-1 0,0-1-2 15,-2 1 4-15,0-2 9 0,-4-4-3 0,3 4-8 16,-1 1 1-16,0-2 3 0,-2 0 1 0,0 1-3 16,3 2 2-16,0 1-2 0,1-1-1 0,0 10 2 15,0-10-1-15,0 10-2 0,2-5 4 0,-2 5 2 16,12 0-4-16,-12 0 4 0,13 11-2 0,-5-6 3 15,-1 5 1-15,1 0-5 0,-2-2 3 0,0 2 4 16,1 1 0-16,2-1 1 0,-5-1-3 0,3 0 7 16,-2-1-7-16,-3-3-1 0,0 1 3 0,3 0-2 15,-5-6 5-15,2 7 2 0,-2-7 1 0,2 4 7 16,-2-4 4-16,0 0-2 0,8 3 0 0,-8-3-2 16,0 0 1-16,14-10-4 0,-9 4 0 0,4-2-1 15,2-2-1-15,2 1 2 0,-4 0-5 0,5-2 2 16,-1-1-4-16,1 3 2 0,-5 0-3 0,0 2-2 15,0 1 0-15,0 1 1 0,0 3-1 0,-5 1-2 16,6-1 2-16,-10 2-2 0,11 5-1 0,-5 0 2 16,0 1 0-16,-5 3 0 0,4 3 3 0,-1-1-4 15,-4 1 2-15,2 1 0 0,-2 0-5 0,0-3-25 16,-2 2-27-16,0-1-27 0,0 0-47 0,2-5-42 0,0-6-36 16,0 14-156-16,0-14-393 0,4 5 174 0</inkml:trace>
  <inkml:trace contextRef="#ctx0" brushRef="#br0" timeOffset="95368.32">27497 13255 8 0,'-7'-2'197'0,"7"2"3"0,-14 1-6 16,14-1-10-16,-15 10 8 0,5-2-16 0,3 6-15 15,-1 1-13-15,2-1-12 0,-4 3-7 0,8-1-13 16,-1 1-9-16,-1-1-13 0,4 1-10 0,0-6-8 15,4 1-3-15,1-1-7 0,4 0-6 0,-2-3-5 16,4-1-1-16,7-1-6 0,-2-2 0 0,2-3-13 16,4 1 0-16,-4-4-3 0,3-3-4 0,-4 0-2 15,2 0-2-15,-1-2-6 0,-3-1 5 0,-1-1-4 16,-3 0-3-16,0-1-1 0,-2-2-3 0,-4 2 0 16,-1 0 1-16,2-3-3 0,-4 0 1 0,-1 3-6 15,-1-2 3-15,0 2-3 0,0 3-3 0,0 7 8 16,-1-10-2-16,1 10-2 0,-4-6-1 0,4 6 1 15,0 0 2-15,-20 9-2 0,13 1-3 0,-3 3 1 16,-2 1 0-16,1 4-1 0,2-1-6 0,2 2-22 0,-2-3-30 16,4 2-39-16,1 0-43 0,2-4-36 0,2 2-28 15,2-3-32-15,2-1-117 0,-1-3-379 16,6-2 168-16</inkml:trace>
  <inkml:trace contextRef="#ctx0" brushRef="#br0" timeOffset="95571.17">27794 13468 79 0,'4'-12'188'0,"0"1"-3"16,1-4 0-16,1-2 0 0,1 0-6 0,2 0 2 16,0 3-2-16,0-1-3 0,3 4 1 0,-4 1 1 0,1 3-12 15,0 0-14-15,0 3-10 0,-2 1-13 0,0 2-7 16,-7 1-11-16,14 5-11 0,-8 2-9 16,2 1-9-16,-1 2-5 0,1 4-10 0,-6-3-5 15,3 0-7-15,-4 1-10 0,0 1-10 0,-3 0-18 16,2-2-19-16,0 1-27 0,-3 1-23 0,3-3-29 0,-2-1-29 15,0 0-30-15,2-9-36 0,0 10-50 0,0-10-196 16,0 0-457-16,0 0 203 0</inkml:trace>
  <inkml:trace contextRef="#ctx0" brushRef="#br0" timeOffset="95817.81">28137 13151 131 0,'3'-11'226'0,"-1"4"-3"0,-2 7-13 0,1-10-15 16,-1 10-18-16,0-5-8 0,0 5-3 0,0 0 10 0,0 0-11 16,3 25-6-16,-1-9-10 0,-2 4-15 0,-2 4-10 15,2-5-11-15,-3 2-8 0,2 4-10 16,-2 1-10-16,1-7-10 0,0 0-5 0,2-1-11 0,-5 0-7 16,5-1-3-16,-1-1-8 0,2-4-16 15,-2 0-19-15,1-1-28 0,1-2-26 0,1-1-22 0,-2-2-25 16,0-6-21-16,3 13-19 0,-1-9-13 0,-2-4-21 15,0 0-16-15,0 0-19 0,0 0-128 0,0 0-359 16,0 0 160-16</inkml:trace>
  <inkml:trace contextRef="#ctx0" brushRef="#br0" timeOffset="96217.95">28137 13367 53 0,'3'-9'118'0,"3"1"-4"0,-2 1 9 16,-1 0 12-16,1 2-4 0,0 0 6 0,4 1 1 15,-8 4-7-15,12-4-8 0,-12 4 3 0,12 0-3 16,-12 0 0-16,14 5-1 0,-6-2-6 0,-2 3-9 15,2 1-6-15,-3 1-13 0,-1 0-7 0,1 2-4 16,-1-3-9-16,-2 0-4 0,0 0-9 0,-2-1-5 16,0-6-6-16,2 12-2 0,-2-5-3 0,0-7-5 15,-2 9-1-15,2-9-4 0,2 7-1 16,-2-7 0-16,0 0-5 0,0 0-6 0,0 0-8 0,0 0-4 16,0 0-5-16,0 0 0 0,0 0 0 0,0 0-3 15,10-28-3-15,-2 19-9 0,-1-5-3 0,1 4-4 16,2-6-3-16,1 0 0 0,-2 4 1 15,5-1-1-15,-5 2 8 0,3-1 0 0,-4 3 1 0,-1 4 4 16,-3 2 6-16,1-2 9 0,-5 5-8 0,7-4 6 16,-7 4 13-16,0 0 7 0,0 0 5 0,0 0 1 15,5 15-3-15,-5-15-4 0,-9 15-2 0,7-9 2 16,-1 2-4-16,2 0 0 0,-3-2-3 0,4-6 1 16,0 13-3-16,0-13 3 0,0 9-1 0,0-9 3 15,2 8 2-15,-2-8 3 0,8 5-4 0,-8-5-4 16,10 0 3-16,-10 0-1 0,13 1-3 0,-13-1 0 15,13 0-4-15,-13 0-4 0,10 0-12 0,-10 0-18 16,8 0-21-16,-8 0-29 0,0 0-34 0,0 0-43 16,0 0-47-16,0 0-201 0,0 0-433 0,0 0 191 15</inkml:trace>
  <inkml:trace contextRef="#ctx0" brushRef="#br0" timeOffset="96390.51">28501 13347 2308 0,'9'-3'203'0,"-9"3"-103"0,0 0-37 0,0 0-16 16,8-3 11-16,-8 3 20 0,0 0 24 0,0 0 4 16,0 0 14-16,0 0-20 0,0 0-9 0,0 0 1 15,0 0-26-15,0 0-12 0,0 0-25 0,0 0-31 16,0 0-41-16,0 0-55 0,0 0-32 0,0 0-79 16,0 0-58-16,0 0-211 0,0 0-519 0,0 0 230 15</inkml:trace>
  <inkml:trace contextRef="#ctx0" brushRef="#br0" timeOffset="100979.75">30160 12396 33 0,'0'0'34'16,"0"0"0"-16,0 0-3 0,0 0-6 0,0 0 1 16,0 0 4-16,0 0-1 0,0 0 2 0,0 0-3 15,0 0-7-15,0 0 1 0,0 0-5 0,0 0-7 16,0 0 4-16,0 0 9 0,0 0-9 0,0 0 3 15,2 8-6-15,-2-8-5 0,0 0 8 0,0 0-1 16,0 0 0-16,0 0-6 0,-2 9 6 0,2-9-1 16,0 0-4-16,0 0-2 0,0 9 2 0,0-9-4 15,0 0 5-15,0 0-5 0,0 0 1 0,-3 5-5 16,3-5 5-16,0 0 1 0,0 0-3 0,0 0 2 16,0 0 6-16,0 0 6 0,0 0-4 0,0 0-11 15,0 0 9-15,0 0-9 0,-2 6 3 0,2-6 5 16,0 0-7-16,0 0-1 0,0 0 3 0,0 0-2 15,0 0-7-15,0 0 11 0,0 0-5 0,0 0-1 0,0 0 4 16,0 0 5-16,0 0-9 0,0 0 0 16,0 0-3-16,0 0-9 0,0 0-13 0,0 0-10 15,0 0-71-15,0 0-113 0,0 0 50 0</inkml:trace>
  <inkml:trace contextRef="#ctx0" brushRef="#br0" timeOffset="102297.76">19793 13669 101 0,'-13'-1'106'0,"13"1"-6"0,-11 0 0 0,11 0-5 0,-12 0-6 15,12 0-1-15,-11 0-3 0,11 0-1 0,-9 1-10 16,9-1 8-16,0 0-1 0,-12-1-12 0,12 1 10 15,0 0-10-15,0 0-9 0,0 0 1 0,0 0 1 16,0 0-3-16,0 0-8 0,-9 0-5 0,9 0-4 16,0 0-5-16,0 0-4 0,0 0-1 0,0 0-4 15,0 0-1-15,39-3-3 0,-25 0-3 0,6 3 0 16,-2-3-7-16,2 2 1 0,-2 1-5 0,2-1-6 0,-3-2-13 16,-3 2-25-16,-1 1-27 0,3-2-1 15,-4 1-10-15,2-1-15 0,1 1-18 0,-2-2-12 16,0 0-22-16,0 1-72 0,-3-3-228 0,1 0 101 15</inkml:trace>
  <inkml:trace contextRef="#ctx0" brushRef="#br0" timeOffset="102530.18">19960 13601 3 0,'-3'8'125'0,"1"-2"3"15,0 4-8-15,0 1-12 0,0 4-2 16,-1 3 1-16,2 2-10 0,0 5-4 0,1 2-3 16,0 0-4-16,0-8-4 0,-2 7-9 0,4-2 5 0,-1 2-8 15,-1-6-6-15,0 5-8 0,1-8-2 0,0 2-9 16,-1-1 1-16,2 1-9 0,-2-2-13 16,0-2-19-16,-3 2-22 0,2-6-29 0,1 1-28 0,-3-2-38 15,1 0-130-15,-3-2-261 0,2-2 115 16</inkml:trace>
  <inkml:trace contextRef="#ctx0" brushRef="#br0" timeOffset="102839.67">20022 13979 71 0,'7'5'134'0,"0"-3"1"0,2 1-12 15,0-1-15-15,0 1-8 0,3-2-17 0,0-1-3 0,1 0 0 16,-1 0 0-16,1 0-2 0,0-4-3 16,0 0-7-16,1 1-6 0,-4-2 3 0,0 1-3 0,0-3-1 15,-1 1-3-15,-1-1-2 0,0-1-6 0,-4 0-6 16,-2-1-4-16,-1 2 4 0,1-1-5 16,-2 8 0-16,-3-13-2 0,1 7-6 0,-2 0 1 0,4 6-3 15,-9-11-3-15,4 7-1 0,-2 1-6 16,1 0-2-16,-4 2-1 0,10 1-8 0,-16 1 1 0,9 2-15 15,-3 1-20-15,1-1-2 0,1 3-29 0,-1-1-24 16,3 0-20-16,2 0-22 0,-1 0-29 0,1 1-100 16,0-2-273-16,4-4 121 0</inkml:trace>
  <inkml:trace contextRef="#ctx0" brushRef="#br0" timeOffset="103090.2">20420 13636 19 0,'2'-11'193'0,"-2"11"-14"0,0-7-21 0,0 7-14 15,0 0-12-15,0 0-3 0,0 0 17 0,10 19-10 16,-4-3 3-16,-2 4-11 0,0 5-7 16,1 2-13-16,-1 3-6 0,1-1-13 0,-4 0-3 0,6-1-14 15,-2-1-3-15,0-1-13 0,-2-1 0 16,-1-5-6-16,1-2-6 0,-1 0-9 0,0-2-4 0,0-3-17 15,-2 0-23-15,1-3-29 0,1-1-34 0,-2-2-32 16,2-1-28-16,-2-6-22 0,3 9-39 16,-3-9-96-16,0 0-314 0,0 0 139 0</inkml:trace>
  <inkml:trace contextRef="#ctx0" brushRef="#br0" timeOffset="103537.34">20404 13828 101 0,'13'-1'131'0,"2"-3"-9"16,7 4-7-16,-1-1-10 0,7-3-7 0,2 2-4 0,0 0-12 15,0 1-17-15,-1-1-1 0,1-1-8 0,-5-1-8 16,-4 0 1-16,-1 3-6 0,-6 0-8 16,-1 0 1-16,-3 1-5 0,-2-2-4 0,0 4-4 15,-8-2 5-15,11 0-2 0,-11 0 10 0,4 4-2 16,-4-4 6-16,-4 12 5 0,-2-2 3 0,-3 1 1 0,-3 2-4 15,-2 0 5-15,1 3-1 0,-7 1 1 0,6-2-5 16,2-1-3-16,0 0-1 0,1-1-4 16,4-3-6-16,-1 0-2 0,3 0-1 0,2-3-4 0,1 1 0 15,1-3-2-15,1-5 2 0,2 12-8 0,-2-12-2 16,8 7 5-16,-2-4-2 0,3-2-4 0,1-2-2 16,3 0-1-16,-3-1 1 0,2-1 3 0,1-3-11 15,-3-1 6-15,-1 1-3 0,1 0-1 0,-2 0 2 16,-2-1 0-16,-2-2-3 0,0 0 0 0,-2 2-4 15,0-2 6-15,-2 9-6 0,1-11 5 0,-1 11 1 16,2-7 5-16,-2 7-4 0,0 0 3 0,0-10-6 16,0 10-2-16,0 0-1 0,0 0 1 0,0 0 1 15,0 0-1-15,0 0 5 0,0 0-1 0,0 0-4 16,-3 31 4-16,4-25-3 0,1 4 1 16,0-4-5-16,0 2-17 0,2 0-25 0,0-2-32 0,-1 0-33 15,2 0-35-15,-1-3-25 0,-1 1-145 16,-3-4-337-16,9 2 149 0</inkml:trace>
  <inkml:trace contextRef="#ctx0" brushRef="#br0" timeOffset="103739.02">20907 13680 154 0,'-1'-8'168'0,"1"8"-9"0,0 0 9 16,0 0 2-16,0 0-11 0,0 0-3 0,6 32-8 15,-3-13-11-15,1 7-8 0,-1 0-15 0,3-1-10 16,-5 2-9-16,0 0-8 0,2-2-8 0,-1 1-10 16,-2-6-17-16,0 5-28 0,0-7-31 0,0 1-52 15,2-1-54-15,-2 1-49 0,-4 0-144 0,3-4-330 16,1-2 146-16</inkml:trace>
  <inkml:trace contextRef="#ctx0" brushRef="#br0" timeOffset="104141.84">21681 13762 24 0,'0'0'207'0,"0"0"-12"0,0 0-18 0,0 0-8 16,0 0-6-16,0 0-7 0,-21 17-8 0,13-2-13 15,2 2-12-15,-3 0 5 0,-1 5-13 0,0 1-13 16,3-5-9-16,2 0-8 0,1 0-11 0,3 2-9 0,1-4-3 16,1 0-5-16,3-4-5 0,2 4-3 15,2-5-7-15,0-3-15 0,3 2-15 0,0-3-18 0,-1-1-31 16,4-2-28-16,-1-2-35 0,3-2-27 16,-2-1-23-16,3 0-19 0,-4-2-132 0,-2-4-327 15,1 1 145-15</inkml:trace>
  <inkml:trace contextRef="#ctx0" brushRef="#br0" timeOffset="104488.99">21844 13675 88 0,'0'0'179'0,"-4"-9"-28"0,4 9-10 0,0 0 6 16,0 0 1-16,0 0-2 0,2 26 0 0,-1-7-11 15,0 7-9-15,1 5-7 0,0-4-12 16,-1 0-10-16,-2 0-9 0,5-8-7 0,-4 1-7 15,4 0-7-15,-2-3-8 0,2 1-7 0,-1-3-4 0,-1-5-6 16,2 1 0-16,-1-3-5 0,-1-1 1 0,-2-2-4 16,0-5 0-16,1 10 5 0,-1-10 7 15,2 6 2-15,-2-6-4 0,0 0-6 0,0 0-5 16,0 0-2-16,0 0-5 0,12-19-4 0,-8 9-2 0,0 1-3 16,0-5-5-16,4 0-6 0,2-1-3 0,0 0 3 15,-1 1-5-15,5-1-2 0,0 2 2 0,0 5 5 16,-2 2-9-16,0 1 0 0,-1 4-3 0,-1 1 3 15,1 2-4-15,-3 5 2 0,-2-2-1 16,2 3 3-16,-3 1 1 0,3 1-2 0,-3 0-9 0,-1 3-17 16,-2-4-24-16,2 4-31 0,-2-3-34 0,1-1-30 15,0 1-29-15,2-3-31 0,-3-2-116 16,-2-5-350-16,8 6 155 0</inkml:trace>
  <inkml:trace contextRef="#ctx0" brushRef="#br0" timeOffset="105073.7">22271 13809 180 0,'-10'5'188'0,"1"0"2"0,-1 3-6 0,2 1-17 0,-4 5-9 16,5-4-15-16,-2 5-10 0,2 0-10 0,3-1-10 16,-1 0-12-16,3-2-6 0,1 1-14 0,1-3 0 15,3-1-8-15,1 0-4 0,1-1-4 0,3-2-9 16,2-1-2-16,2-3-4 0,-1 0-3 15,2-4-8-15,5 1-3 0,-4-3-6 0,-1 1 0 0,5-2-1 16,-7-2-2-16,1 2-3 0,-2-3-3 0,-1-1-1 16,-1 2-2-16,-2-4-1 0,-1 3-4 0,0-2 0 15,-2 4-2-15,-1-4 1 0,0 2-2 16,-2-1 3-16,1-1-5 0,-1 10 0 0,0-13-2 0,0 7 0 16,0 6-4-16,1-9-1 0,-1 9-4 0,0 0 0 15,0 0 2-15,0 0 2 0,0 0 5 0,0 0 2 16,15 12 0-16,-11-2 1 0,-1 0-2 0,2 0 1 15,0 0 0-15,-4 0 0 0,5 0 1 0,-4 1-1 16,3-3-2-16,-2 2 0 0,0-1 3 0,0-2-2 16,1-1 0-16,0 0 1 0,-2-1 0 0,-2-5 2 15,6 5 2-15,-6-5 0 0,7 2-1 0,-7-2 1 16,0 0-1-16,13-2-1 0,-13 2-4 0,6-6 5 16,-6 6-2-16,5-9-1 0,-2 2-2 0,1-3 0 15,-2 4 0-15,1-2-2 0,1-2-2 0,-2 2 3 16,2-5-3-16,-1 3 5 0,1 1-5 0,-1-2 0 15,4 1-2-15,-4 0 1 0,3 2-1 0,-3 2 2 16,3 1-1-16,-2 0-2 0,-1 1 0 0,-3 4 0 16,10-5-4-16,-10 5 3 0,9 0-1 0,-9 0-1 15,11 8 1-15,-9-4 2 0,3 2-1 0,0 3 2 16,-2 0-3-16,1 1 5 0,0-2-2 0,-2 2-1 16,3-1-2-16,-2 0 4 0,2 0-2 0,-3 1 2 15,1-3 0-15,0-1-9 0,-1 1-14 0,-2-7-18 16,5 9-22-16,-1-6-22 0,-4-3-26 0,5 5-31 15,3-3-25-15,-8-2-15 0,13-3-13 0,-3 1-4 16,1-2-102-16,0-1-324 0,-2 0 144 0</inkml:trace>
  <inkml:trace contextRef="#ctx0" brushRef="#br0" timeOffset="105662.19">22855 13798 105 0,'0'0'156'15,"-10"-11"11"-15,5 8-1 0,-3 0-3 0,8 3-3 16,-13 3-6-16,13-3-10 0,-18 9-1 0,9-2-13 15,2 2-9-15,-1-2-15 0,-1 2-6 0,0 0-10 16,5 0-10-16,-1 0-9 0,0 1-7 0,1-3-5 16,3 1-8-16,1-8-9 0,5 11-3 0,-5-11-4 15,8 8-8-15,-3-6-9 0,3-2-7 0,-8 0-3 16,15 0-3-16,-5-4-2 0,0-1-3 0,0 2 2 16,-3-1-2-16,-2-1 1 0,0 0 0 0,0 2-1 15,-5 3 4-15,10-7-1 0,-7 3 3 0,-3 4 4 16,6-4 9-16,-6 4-7 0,0 0-2 0,6-5-7 15,-6 5 1-15,0 0 3 0,0 0 10 0,6 11 6 16,-5-2 4-16,-1 4 2 0,3 5 0 0,-3 0 6 16,1 8-4-16,0-1-1 0,-1 5-1 0,-1-3 0 0,4 2-4 15,0-1 1-15,-3 1-5 0,2 3 0 0,-2-3-1 16,0 2 0-16,-3-3-4 0,1 1-2 16,-2 0-2-16,-1-3 6 0,-3-2-9 0,-1 2-3 15,-5-3-9-15,3-8 0 0,-6 7-13 0,2-8-5 0,3 0-7 16,-5-2 5-16,3-5-12 0,-1 2 1 15,5-3 1-15,-2-5-16 0,2 0 0 0,4-2-5 16,6 1 0-16,-9-8 3 0,5 0-1 0,4-3 5 16,4-4 5-16,0-2 2 0,3-1 3 0,5-8 5 15,4-1 6-15,-1-1-2 0,5 0 9 0,7-11 6 0,-6 9-2 16,13-9 5-16,-4 3 4 0,-8 8 6 16,10-9 3-16,-8 9 4 0,6-8 9 0,-7 8 1 0,-2 2 3 15,-1 2 11-15,0-1-4 0,-3 2 5 16,-3 0 4-16,-4 0 3 0,-4 6 6 0,3 2-2 0,-4 0-4 15,-1-3-2-15,-2 2 8 0,-4 5 3 0,2 1 0 16,-1 1-3-16,-3 1-6 0,1 3 4 16,3 5-7-16,-8-9-5 0,8 9-4 0,-13 2 0 15,3 3-3-15,-6 4-1 0,0 3-1 0,-6 6-1 16,4 1-8-16,1 2 2 0,1-1-3 0,4 2-6 0,7-6-9 16,1 1-34-16,4 2-34 0,2-2-39 0,4-2-47 15,6 0-40-15,5-5-39 0,0 3-144 0,9-4-409 16,0-2 181-16</inkml:trace>
  <inkml:trace contextRef="#ctx0" brushRef="#br0" timeOffset="106344.01">23844 13718 139 0,'-14'8'221'0,"5"0"-9"0,0 2-13 16,-1 5-16-16,0 1-16 0,0 0-17 0,1 1-14 0,-2-2-9 16,4 2-14-16,3 0-8 0,0-2-10 0,3-1-9 15,0-2-9-15,-1-2-7 0,1 0-2 0,1-3-5 16,0-7-4-16,5 12-7 0,-2-6-3 0,2-3-1 16,-5-3-6-16,11 1-1 0,-11-1-4 0,16-4-6 15,-10 0-1-15,4-1-1 0,-1 1-6 0,-1-4-3 16,-2-1 0-16,-1 4-3 0,0-5 2 0,-2 3-6 15,0-3-2-15,0-2 0 0,-1 1-1 0,-2 0-1 16,0 0-3-16,2 0-1 0,0 0 3 0,-1 1 1 16,0 0-4-16,0 3-2 0,1 1-2 0,-2 6 1 15,5-9-2-15,-2 6-3 0,-3 3 7 0,12-1-5 16,-12 1 0-16,14 5 2 0,-6 2-4 0,-1-1 3 16,1 2 0-16,1 0 1 0,1 4 2 0,-3-1 2 15,-2 0 1-15,0-2 3 0,1-1-5 0,-1 1 3 16,1-2-1-16,-3-1 1 0,1 0 0 0,-4-6-3 15,4 5 2-15,-1-1 12 0,-3-4 12 0,0 0 11 16,5 8-1-16,-5-8-3 0,0 0-3 0,0 0-3 16,0 0-5-16,0 0-4 0,14-17-2 0,-8 7 4 15,-1 1-7-15,4 0-3 0,0-7 1 0,1 2-4 16,3 2-3-16,-1-2 0 0,0 1 0 0,0 1 2 16,-2 4-6-16,2 0 1 0,-3 2 3 0,0 0-9 15,1 3 2-15,-3 3-1 0,-7 0 2 0,15 0-3 16,-5 4 0-16,-3 1 3 0,0 3-4 0,1 0 6 15,-2 2-7-15,-1-1 4 0,0 1-13 0,-1 2-24 16,0-2-29-16,-2 1-34 0,1-2-60 0,1 1-49 16,-4 1-52-16,-2-1-154 0,2-10-447 0,-3 13 199 15</inkml:trace>
  <inkml:trace contextRef="#ctx0" brushRef="#br0" timeOffset="107229.96">21012 14641 44 0,'-15'6'209'16,"-2"1"-19"-16,3 0-9 0,-2 4-11 0,3 0-12 16,-1 5-24-16,-2 5-11 0,0 2-11 0,3-2-18 0,5-2 2 15,1 0-18-15,2-1-4 0,1 1-7 16,1-4-7-16,2-2 0 0,2-1-9 0,3 0-1 15,1-2-3-15,3-3-6 0,1 1-3 0,-2-6-5 16,1 0-1-16,6-4-3 0,-4-1-6 0,4-3 4 16,-3-2-2-16,0-4-5 0,2-1-1 0,-3-2-5 0,0-1 0 15,4-7 1-15,-3 0-4 0,-6 3-2 0,2-5-1 16,-2-1 4-16,1 0-6 0,-6 1 4 16,0-2-2-16,0 0-4 0,-2-1 3 0,0 0-3 15,0 2-1-15,-1 0 2 0,0 0 3 0,-1 6 0 16,-1 1-6-16,3-1 6 0,-2 4 3 0,0 2 11 15,0 5 1-15,4 0 3 0,-3 0-4 0,3 9-2 16,0-9-3-16,0 9-3 0,0 0-6 0,0 0 6 16,0 0 1-16,0 0 4 0,3 35 2 0,0-8 0 15,-3 1-3-15,2 6 0 0,-2 0-4 0,3 1 0 16,-1-2-3-16,2 1-2 0,0-2 2 0,1-1-2 16,1-4-2-16,0-2 3 0,0-2-7 0,2-6 4 0,2-1-1 15,3 0 1-15,-3-5 1 0,4 0-3 16,1-4 4-16,-1-2 0 0,-1-2-1 0,8-2-3 15,-2-2-3-15,0-2 2 0,0-2-4 0,-2-2-3 16,8-5-2-16,-8 2-1 0,-2-2-2 0,7-4-2 16,-12 2-3-16,0-1-4 0,-1 1 0 0,-2 0 1 15,-3-3 1-15,-2 0-2 0,-2 5 2 0,-1 2 0 16,-2-1 4-16,1 2 2 0,0 3-5 0,-7-1 3 16,6 4-2-16,3 3 1 0,-16 0 8 0,7 0-2 15,-3 7 1-15,3 2 2 0,-2 3 3 0,0 3-5 16,-1 0 2-16,1 8 8 0,3-7-7 0,5 3 5 15,4-2 0-15,-1-3-4 0,5 1 4 0,-1 1-4 16,5-3-9-16,0-4-27 0,6 2-24 0,-1-3-26 16,4-3-35-16,2-1-29 0,1-3-27 0,0-2-21 15,-3-3-101-15,2-1-325 0,0-3 143 0</inkml:trace>
  <inkml:trace contextRef="#ctx0" brushRef="#br0" timeOffset="107445.83">21564 14499 129 0,'-4'-10'215'0,"2"5"1"16,-1-2-19-16,3 7-17 0,-1-8-22 0,1 8-15 15,0 0 18-15,0 0 1 0,10 29-8 0,-6-4-7 16,2 2-18-16,-2 4-8 0,1 3-15 0,1 1-7 16,-1-2-12-16,0 2 3 0,-1-1-19 0,1-1-7 15,-2 2-10-15,-1-5-3 0,2 0-10 0,-3-1-10 16,0-1-30-16,0-4-24 0,2 1-27 0,-4-7-32 15,-1-1-33-15,1-4-40 0,0-2-43 0,0-2-166 16,-5-3-395-16,4 0 175 0</inkml:trace>
  <inkml:trace contextRef="#ctx0" brushRef="#br0" timeOffset="107671.04">21638 14692 45 0,'12'-5'200'0,"1"3"-4"0,-2 2-12 16,1 0-9-16,0 2-8 0,0 2-8 0,-4 1-9 16,2 1-12-16,-3 3-8 0,-1 2-18 0,-3 0-7 15,0 0-12-15,-2 2-6 0,-3-1-11 0,0 0-4 16,-1 0-7-16,-5 2-6 0,0-4-6 0,2 0-5 16,-2-1-17-16,-1-1-11 0,0-3-19 0,2 0-25 15,-1-1-20-15,2-3-39 0,6-1-37 0,-13-1-39 16,13 1-24-16,-9-5-110 0,4-3-316 0,3 2 140 15</inkml:trace>
  <inkml:trace contextRef="#ctx0" brushRef="#br0" timeOffset="108130.93">21872 14447 39 0,'0'-10'202'0,"0"10"-11"16,0 0-1-16,0 0-4 0,0 0 2 0,0 0 4 15,14 19-3-15,-11-4-12 0,2 2-16 0,-1 3-12 16,4 6-15-16,-1 1-12 0,-4-2-13 0,6 0-10 16,-7-2-12-16,-1-3-5 0,2-2-16 15,-2 1-18-15,-1-1-26 0,2-1-26 0,-1 0-21 0,0-6-23 16,-1 2-22-16,0-1-37 0,3-1-43 0,-3-3-7 16,1-1-5-16,0 0-6 0,-1-7 8 0,8 11 19 15,-6-7 6-15,4-1 14 0,-6-3 12 0,10 4 18 16,-10-4 12-16,15 0 20 0,-15 0 11 15,14-3 21-15,-14 3 18 0,15-6 2 0,-7 1 42 0,1-3 10 16,3 0 11-16,-2-1 8 0,1-3 11 0,2 1 0 16,0-2 14-16,-2 1-9 0,0-1 0 0,-1 0 2 15,0 3 7-15,-1-3-5 0,-1 1 3 0,-3 3 0 16,1 0-1-16,-1-1 3 0,-3 4-4 16,-5-5 2-16,3 11-2 0,0-11-2 0,0 11 1 0,-4-9-6 15,4 9-5-15,-2-8-8 0,2 8-8 0,0 0-2 16,0 0-8-16,0 0-1 0,-22 21-7 0,11-8-5 15,0 1-5-15,2 2-1 0,-2-1-6 0,4 4 3 16,2-3-8-16,0 0-12 0,1-1-15 0,2-1-15 16,2-1-19-16,-3-3-8 0,7 0-17 15,0-3-23-15,0-2-18 0,2 0-27 0,6-3-16 0,-1-1-20 16,2-1-9-16,6-3-12 0,-3-1-100 0,1-2-318 16,-1-2 141-16</inkml:trace>
  <inkml:trace contextRef="#ctx0" brushRef="#br0" timeOffset="108338.18">22316 14677 44 0,'7'-18'88'0,"-2"0"13"15,-1 1-1-15,0-3 14 0,0 1 0 16,0 1 16-16,-2 1-3 0,0 6 9 0,-1-1 22 0,0 0 10 16,-1 5 8-16,1 1-5 0,-1 6-17 0,2-11-15 15,-2 11-15-15,0 0 0 0,0 0 14 0,0 0 5 16,0 0-10-16,6 26-7 0,-5-7-10 16,-1 1-12-16,2 6-9 0,-4 1-7 0,4-2-9 15,-2-5-11-15,1 5-4 0,0 4-3 0,1-10-9 0,-2 1-13 16,2-3-14-16,2 2-20 0,1-3-27 0,-4-3-31 15,-1-1-35-15,2-2-32 0,-1 1-24 0,-2-5-33 16,2 4-18-16,-1-10-10 0,-3 8-44 0,3-8-127 16,-9 3-406-16,9-3 180 0</inkml:trace>
  <inkml:trace contextRef="#ctx0" brushRef="#br0" timeOffset="108571.67">22319 14739 172 0,'0'0'183'0,"-2"-5"-3"0,2 5-15 15,0 0-13-15,0 0-17 0,8-12-2 0,-3 8-9 16,5 0-4-16,1-1-1 0,1 0-13 16,2 1-8-16,5-1-9 0,-1 0-5 0,-4 1-9 15,0 1-6-15,-1 2 0 0,0 1-8 0,-2 0-3 0,1 1-1 16,0 3-3-16,-1 3 0 0,-3-3 2 0,2 3-2 16,-3 3-4-16,0 0 1 0,-3 0-11 0,-2 2 1 15,2 4-8-15,0 0-4 0,-3-4 1 16,0 2-7-16,1 4-11 0,-4-1-23 0,2-6-20 15,-1 4-35-15,1-4-29 0,-1-2-46 0,-2 3-39 0,3-3-196 16,-3-4-406-16,3-5 179 0</inkml:trace>
  <inkml:trace contextRef="#ctx0" brushRef="#br0" timeOffset="108730.98">22490 14568 33 0,'0'0'25'15,"-2"16"-35"-15,1-4-10 0,1-12 4 0</inkml:trace>
  <inkml:trace contextRef="#ctx0" brushRef="#br0" timeOffset="109167.23">22699 14728 95 0,'-4'9'186'0,"2"-1"-10"16,-1 1-9-16,-1 1-6 0,2 1-10 0,-1-1-10 15,1-2-14-15,4 3-7 0,1-4-17 0,-1 0-7 16,0-1-6-16,1 0-11 0,3 0 0 0,-1-1-12 16,1-1-5-16,2-2-4 0,3-2-6 0,-2-2-4 15,3 2-6-15,-2-4-3 0,-1-1-5 0,2 0-3 16,-2-2 0-16,-1 0-3 0,-2 1 1 0,2-3-9 15,-4 0 2-15,0-1-3 0,-3 0-1 0,2 0-1 16,-1-1-1-16,-1-1 1 0,-1 12-6 16,3-22 2-16,0 12-4 0,0 0 0 0,-3 10 0 0,5-13-1 15,-5 13 0-15,3-8-4 0,-3 8 7 0,0 0 6 16,8 0 6-16,-8 0 1 0,0 0 2 0,15 10-1 16,-9-1 3-16,-2-1-5 0,3 3 1 0,-1-3-1 15,-1 2 1-15,0 1 0 0,0-3-4 0,0 2-3 16,-2-2 0-16,2-2-2 0,-4-1 3 0,2 0-4 15,1 1-5-15,-4-6 8 0,9 4-6 0,-9-4 4 16,12-1-4-16,-12 1-2 0,11-4 1 0,-2-1-4 16,-4 0 3-16,4-3-2 0,-2 1 0 0,1-1-4 15,0 2-1-15,-1 1 4 0,-3 1 0 0,0 0-6 16,-4 4 1-16,9-6-2 0,-9 6-2 0,6-2 2 16,-6 2 2-16,0 0 2 0,0 0-7 0,3 18-13 15,-4-12-36-15,-1 5-45 0,2-11-59 0,-6 19-52 16,1-10-201-16,5-9-443 0,0 13 197 0</inkml:trace>
  <inkml:trace contextRef="#ctx0" brushRef="#br0" timeOffset="110055.69">23431 14901 18 0,'0'-11'190'0,"4"-6"-7"0,0 1-6 0,1-4-2 16,4-3-8-16,-1-1-6 0,-3 6-7 0,5-6-8 0,-5 6-6 15,3 2-12-15,-2-2-8 0,-1 2-6 16,-1-3-7-16,1 3-1 0,-3 5-1 0,-1 0-10 16,-1 1-2-16,0-1-14 0,-1 2-3 0,1 9-9 15,-3-13-5-15,-1 6-5 0,4 7-9 0,-6-6 4 16,6 6-11-16,-10 2-4 0,10-2-4 0,-14 11-4 0,5-5-4 16,1 3-3-16,0-2-2 0,3-1-1 0,3 1-5 15,-1 0-2-15,3-7 2 0,1 12 0 16,2-6-1-16,2 1-1 0,1-2 0 0,5 0-2 15,-1-1-1-15,4-2-5 0,4-2 3 0,1-1-4 16,-1 0 2-16,0-3-4 0,1 1 2 0,-2 1 5 0,-3 2-5 16,2-5-4-16,-3 2 3 0,-1 2-5 15,-2-1 1-15,2 4-5 0,-3 0 6 0,0 3-2 16,-1-1-1-16,0 4 0 0,-1 2 4 0,1 0-3 16,2 6 5-16,-2-3-5 0,-3-2 0 0,3 4 8 15,1-2-6-15,-3-1-1 0,-1-1 0 0,2 1 2 0,-2-2-1 16,4 0 2-16,-2-3 2 0,5-1 1 15,-1-1-2-15,3-3-1 0,5-1 3 0,1-3 0 0,1 0 1 16,-1-2-4-16,0-2 0 0,-1-1-2 16,0 0 7-16,-2-1-1 0,1-1-3 0,-4-2 3 15,1 0-1-15,-6 2 5 0,3-2 0 0,-2 2-14 0,-2-1 4 16,1-5-2-16,-3 5 3 0,-1 0-5 0,-1-2 4 16,-3 1-3-16,-1 1 3 0,0 2-3 0,0 0 1 15,0 8-1-15,-2-11-1 0,2 11 0 16,-4-7 3-16,4 7-4 0,-12 0-2 0,12 0 5 15,-13 8-2-15,7 0 1 0,-4 1 1 0,1 2-1 16,2-2 1-16,0 4 3 0,2-2 2 0,2 4-3 16,1-2 3-16,2-2-1 0,0-2 1 0,4 1 3 15,2-3-5-15,3 0 1 0,0-2 0 0,4-1 3 0,2-3 4 16,3-1-10-16,0-2-4 0,1-2-3 16,-4-2 4-16,3-1-1 0,-1 0 6 0,-2-5-3 0,0 4-2 15,-3 2 0-15,-2-3 1 0,0-3 2 16,-1 3-2-16,-2-1 2 0,-1 2 1 0,-5-2-1 15,3 1 3-15,-1 3-1 0,-2-1 2 0,-1 7-2 16,5-7 4-16,-5 7-3 0,3-5-3 0,-3 5 1 16,0 0 3-16,0 0 8 0,0 0 7 0,0 0-1 0,0 0-4 15,-2 31 3-15,1-19-4 0,-3 0 2 0,4 6 7 16,-1-4-9-16,0 4-2 0,0 1-1 16,2-4 1-16,-1 4-1 0,0-1 0 0,1-3-3 0,-1-2-10 15,0-1-13-15,1 0-21 0,-1 1-28 16,4-2-26-16,-4-2-44 0,0 1-50 0,0-3-35 15,1-1-200-15,-1-6-455 0,0 0 202 0</inkml:trace>
  <inkml:trace contextRef="#ctx0" brushRef="#br0" timeOffset="110252.79">24340 14631 164 0,'0'-9'188'0,"0"9"-1"15,0 0-6-15,0 0-2 0,0 0-6 0,0 0-17 16,6 28-14-16,-2-17-12 0,-4 4-11 0,3-2-11 16,-2 3-16-16,3 1-11 0,-3 0-22 0,3-2-30 15,-4-1-36-15,1-3-22 0,2 0-40 0,0-2-27 0,-2-1-24 16,0 0-41-16,-1-1-90 0,0-7-273 16,-1 9 121-16</inkml:trace>
  <inkml:trace contextRef="#ctx0" brushRef="#br0" timeOffset="110413.9">24343 14479 56 0,'-4'-10'143'0,"1"6"-27"0,-2-2 1 0,5 6-17 16,-8-5-18-16,8 5-23 0,0 0-21 0,-10 11-26 15,10-11-25-15,-1 14-30 0,2-3-23 0,3-1-35 16,0 1-108-16,4-1 48 0</inkml:trace>
  <inkml:trace contextRef="#ctx0" brushRef="#br0" timeOffset="110869.11">24537 14595 70 0,'0'0'168'0,"0"0"-4"0,0 0 4 0,-13 14 2 16,9-5-7-16,-1 0-3 0,0 1-16 0,0 6-6 0,-4-1-9 15,5-3-9-15,3 6-11 0,-3-2-10 16,4 0-9-16,0-1-7 0,1-2-6 0,2-2-10 15,-2-1-10-15,3 0-4 0,1-3-8 0,-1-1 0 16,2-3-2-16,1 3-1 0,-7-6 4 0,9 1-14 16,-9-1 6-16,12-5-10 0,-5 0 6 0,-1-1-12 15,1 0-5-15,-1-3 5 0,-1 0-4 0,0 0 1 16,-2-2-3-16,-1 0-4 0,2 0 2 0,0-1-4 16,1-4 0-16,0 6 1 0,-1-1-2 0,2 0-2 15,-3 4 0-15,2 0-2 0,0-2 0 0,-1 5-2 16,-4 4 1-16,5-4-3 0,-5 4 9 0,0 0 13 15,0 0-3-15,13 13 3 0,-8-4 3 0,-4 2-5 16,1-1-2-16,1 3-2 0,-3-1 1 0,0-1-5 16,2 1 4-16,-4-1-5 0,6-2 3 0,-2 2-8 15,0-4 2-15,-2-2 3 0,0-5 0 0,4 10-1 16,0-8 0-16,-4-2 7 0,9 0-4 0,-9 0-2 0,14-6 0 16,-7 0-4-16,1 1 0 0,2-2 3 15,-1-1-3-15,0 0-2 0,0 0-1 0,3 1-1 16,-3 0 5-16,-2 2-5 0,2 2 2 0,1-1-6 15,-1 1 0-15,-2 2 2 0,-7 1 0 0,13 4 0 16,-8-3-2-16,0 5-3 0,0-1 7 0,-1 2-6 0,1 0 0 16,-4 4-15-16,0-2-22 0,2 1-29 15,-4-1-31-15,1-2-47 0,0-7-54 0,0 13-53 16,0-7-147-16,0-6-432 0,4 6 191 0</inkml:trace>
  <inkml:trace contextRef="#ctx0" brushRef="#br0" timeOffset="111083.87">25100 14536 219 0,'0'0'252'0,"0"-8"-17"16,0 8-16-16,0 0-12 0,0 0 3 0,0 0-8 16,0 0-6-16,0 0-21 0,-5 35-7 0,3-17-22 0,0 1-16 15,0-2-14-15,-2 3-7 0,4-3-15 16,-4 2-13-16,3-2-6 0,2 2-15 0,-1-3-26 15,0-4-32-15,0-2-34 0,2 0-36 0,0-1-33 16,0-3-43-16,-2-6-36 0,2 9-29 0,-2-9-157 16,0 0-397-16,0 0 175 0</inkml:trace>
  <inkml:trace contextRef="#ctx0" brushRef="#br0" timeOffset="111231.61">24950 14299 4 0,'0'0'29'15,"10"22"-35"-15,0-7-6 0,-1-1 3 0</inkml:trace>
  <inkml:trace contextRef="#ctx0" brushRef="#br0" timeOffset="111480.04">25307 14612 180 0,'0'0'225'0,"4"-10"-12"0,0-2-3 0,1 3-6 16,1-3-9-16,0 3-14 0,0-1-7 0,5 3 0 16,0-5-18-16,-1 7-7 0,-1-2-18 0,1 1-2 15,0 5-8-15,1 0-14 0,-2 2-7 0,2 2-8 16,-2 1-4-16,0 4-10 0,-1 1-6 0,-2 0-7 15,-2 4-5-15,-2-3-3 0,0 2-9 0,-1-2-4 16,-1 2-8-16,-1-2-19 0,0 1-16 0,0-3-39 16,-1-2-37-16,0 2-39 0,2-8-46 0,-6 9-83 15,0-4-204-15,6-5-483 0,-11 4 215 0</inkml:trace>
  <inkml:trace contextRef="#ctx0" brushRef="#br0" timeOffset="111667.2">25078 14219 202 0,'-7'-7'245'16,"3"2"-35"-16,1 2-27 0,3 3-26 0,0 0-31 15,-2-9-39-15,2 9-61 0,0 0-69 0,0 0-54 16,0 0-86-16,0 0-198 0,0 0 88 0</inkml:trace>
  <inkml:trace contextRef="#ctx0" brushRef="#br0" timeOffset="112339.09">20787 15588 210 0,'0'0'201'0,"-2"-6"-17"0,2 6-19 0,0 0 0 16,0 0-15-16,0 0-12 0,21 21 15 0,-10-6-7 15,-2-1-17-15,2 1-10 0,-1 0-11 0,2 0-11 16,-2 0-11-16,0 1-6 0,-3-6-1 16,0 1-6-16,0-3-5 0,-2 2-4 0,-1-5-10 15,-1 1 7-15,1-1 4 0,-4-5 10 0,4 6 6 16,-4-6 6-16,3 6 4 0,-3-6 1 0,0 0-6 15,0 0-11-15,0 0-11 0,0 0-2 0,7-16-8 16,-5 5-5-16,4-3-8 0,2-3-7 0,-2-1-2 16,7-8-1-16,-2 4-3 0,5-4-8 0,-2-2 1 15,2 3-1-15,0 2-5 0,0 3 1 0,-3 4 0 16,0 2-7-16,2 1 0 0,-1 4-4 0,-1 2-1 16,-1 3 1-16,2 2 0 0,-2 4-5 0,0 2 8 15,5 6-8-15,-3 1-2 0,0 3 2 0,0 8-1 16,0 0 8-16,0 2-8 0,-2 2 0 0,-2 0 2 15,-4 0-1-15,-2-7-20 0,2 8-18 0,0-2-28 16,-3-6-34-16,-2-1-53 0,1 3-65 0,-2-4-84 16,-2-2-171-16,1-5-513 0,1-10 228 0</inkml:trace>
  <inkml:trace contextRef="#ctx0" brushRef="#br0" timeOffset="112860.77">21730 15771 23 0,'5'-10'255'0,"1"0"-8"0,1-4-12 0,-3-2-13 16,5 0-13-16,-1 0-14 0,-2-3-15 0,1 2-19 16,3-6-13-16,-1-2-9 0,-2 8-10 0,0-8-6 15,0 2-10-15,-2 4-12 0,1 1-8 0,-3 3 0 0,-1 3-8 16,-1 2 3-16,2-1-4 0,-2 1-2 15,-1 10-9-15,0 0-8 0,-3-14-5 0,3 14-12 16,0 0-5-16,0 0-4 0,-14-1-1 0,14 1-6 16,-19 11 5-16,10-3-14 0,-4 6-4 0,3-1-11 15,2-3 4-15,3 2-10 0,0-2-1 0,5 2 0 16,4-1-6-16,1-1-5 0,2 1-1 0,4 0 1 16,6-1 2-16,-1-1-2 0,3 2 1 0,-1-1 1 0,0 0 2 15,0-1 1-15,-1 1-1 0,-3 1-6 16,-1-1 4-16,1-1-1 0,-4 1 1 0,-2-5 7 15,-3 4-3-15,0-1-3 0,-4 2 2 0,0-3 1 16,-2 3 2-16,-3-2-3 0,-1 1-19 0,1 0-20 16,-1 0-26-16,-1-2-28 0,-2-1-30 0,1-2-56 15,1-1-38-15,1 1-209 0,5-4-466 0,0 0 206 16</inkml:trace>
  <inkml:trace contextRef="#ctx0" brushRef="#br0" timeOffset="113052.46">22098 15552 1645 0,'4'-12'61'0,"0"3"-7"16,-4 9-18-16,4-11 3 0,-4 11-11 0,4-9 2 16,-4 9-3-16,4-8 3 0,-4 8 14 0,0 0 29 15,0 0 11-15,0 0-6 0,0 0-1 0,5 28 4 16,-5-16-8-16,2 5-2 0,3 2-9 0,-1-4-5 16,0 4-8-16,0 2-8 0,2 1-18 0,0-5-20 15,2-2-36-15,-3 0-36 0,-1-3-49 0,1-1-35 16,-2-5-31-16,2 3-23 0,-2-2-127 0,-3-7-361 15,0 0 159-15</inkml:trace>
  <inkml:trace contextRef="#ctx0" brushRef="#br0" timeOffset="113200">22052 15365 17 0,'0'0'51'0,"0"0"-26"0,26 24-28 16,-16-9-12-16,2 2-17 0,1-1 7 0</inkml:trace>
  <inkml:trace contextRef="#ctx0" brushRef="#br0" timeOffset="113748.57">22417 15561 132 0,'0'0'222'16,"0"0"-5"-16,6-2-3 0,-6 2 0 0,0 0-14 15,0 0-11-15,0 0-18 0,0 0-13 0,0 0-10 16,0 0-17-16,-15 13-4 0,7-2-11 0,-2 0-13 16,1 4-13-16,-3-1-3 0,5-3-11 0,0 4-8 15,1 0-6-15,2-3-5 0,-1 3-5 0,5-5-4 16,1 0-5-16,2 1-2 0,2-3-5 0,4-1-4 16,0-1-2-16,2-4-5 0,2 0 1 0,4-2 0 15,-4-3-7-15,3-3-1 0,-1-2 0 0,2 0-5 16,-4-2-1-16,0-3-1 0,-2 0 0 0,-1 0 1 15,-1-3-8-15,0 0 6 0,-1 1-4 0,-3-3 0 16,0 1-2-16,-1-2 2 0,1 1-1 0,-4 1 0 16,-2-2-3-16,1 0-3 0,-5 1 5 0,1 0-2 15,2 0 1-15,-2 1-1 0,1 7 0 0,2-3-3 16,1 13 0-16,-4-13 1 0,4 13-6 0,-4-9 2 16,4 9 0-16,0 0 0 0,0 0 3 0,0 0 8 15,0 30 2-15,0-12-1 0,0 8 5 0,1 0-10 16,-1 0 2-16,2 1 1 0,0-3 0 0,1-5-2 15,2-1 0-15,-1 1 0 0,1-3 3 0,3 0-3 16,-1-3 1-16,-2-2-3 0,2-2 1 0,3-2 0 16,-1-2 0-16,3-1 2 0,0-2 1 0,1 0-3 15,5-6 2-15,-7-1 6 0,6-1-8 0,-2-1-3 16,2-2-1-16,-3-3 0 0,3 2-6 0,-7-4 5 16,2 1-1-16,-2-1 1 0,-3-2-4 0,1 2-1 15,0 0 1-15,-5 3-2 0,-1 0 1 0,0 3-5 16,-2 8 8-16,3-15 0 0,-3 15-6 15,0 0-2-15,0 0 15 0,-14-5-3 0,14 5 8 16,-18 13 1-16,4 1-1 0,0-1 0 0,-3 7-2 0,8-4 0 16,1 2 4-16,3-3-11 0,2 0-13 0,1 2-18 15,5-1-34-15,2-7-45 0,4 0-60 0,1-4-62 16,3 0-228-16,16-5-498 0,1 1 221 16</inkml:trace>
  <inkml:trace contextRef="#ctx0" brushRef="#br0" timeOffset="114814.31">23268 15911 22 0,'0'0'166'0,"0"0"-6"0,2-6-3 0,-2 6-2 16,0 0-8-16,0 0-5 0,8-2-8 0,-8 2-3 15,0 0-8-15,8-3 17 0,-8 3-12 0,0 0-7 16,9 0-7-16,-9 0-14 0,10 0-11 0,-10 0-6 16,15 0-9-16,-2-2-6 0,-1 1-8 0,7-2-20 15,-1 2-17-15,3-2-20 0,1-1-25 0,6-1-30 16,-9 1-27-16,9 0-40 0,-1 1-22 0,-6-1-18 15,-3 0-11-15,1 1-103 0,-8-2-296 0,2 5 131 16</inkml:trace>
  <inkml:trace contextRef="#ctx0" brushRef="#br0" timeOffset="115001.8">23325 16043 60 0,'0'0'207'0,"0"0"-6"0,0 0-5 0,22 2-19 16,-3-3-10-16,2 0-10 0,9-4-17 0,9 0-12 0,-1 0-10 15,11-1-17-15,-9-1-25 0,-4 4-45 0,1-1-65 16,-1-2-81-16,-3 4-154 0,-6-1-290 0,-8-1 128 16</inkml:trace>
  <inkml:trace contextRef="#ctx0" brushRef="#br0" timeOffset="117931.89">26755 14757 88 0,'3'-8'148'0,"-3"8"-13"16,0 0-5-16,0 0-16 0,0 0-11 0,0 0-8 15,-2-9-4-15,2 9-6 0,0 0-5 0,0 0-9 16,0 0-1-16,0 0-5 0,0 0-5 0,0 0-5 16,0 0 1-16,0 0-7 0,0 0 1 0,0 0-5 15,0 0-3-15,2-7 1 0,-2 7 0 0,0 0-2 16,0 0-8-16,0 0-6 0,0 0 2 0,0 0-4 16,0 0 0-16,0 0-5 0,0 0 0 0,0 0-4 15,0 0 12-15,0 0-10 0,0 0 2 0,0 0 0 16,0 0 1-16,0 0 3 0,0 0 2 0,0 0 2 15,0 0 1-15,0 0-8 0,0 0 0 0,0 0 3 16,0 0 2-16,0 0 2 0,-3-10-4 0,3 10 0 16,0 0 2-16,0 0 3 0,0 0-5 0,0-12 2 15,0 12-7-15,-2-9 7 0,2 9 4 0,-2-8 2 16,2 8-3-16,-2-11 3 0,2 11-8 0,-5-10 6 16,5 10 1-16,0-7 9 0,0 7-3 0,0-9 11 15,0 9-8-15,0 0 0 0,-2-10-3 0,2 10-6 0,0 0-7 16,0 0-3-16,0 0-4 0,0 0-6 15,0 0 4-15,0 0-5 0,0 0 2 0,7 28-2 16,-3-12-2-16,1 2 1 0,-1 0 6 0,-2 3-6 16,2 3-2-16,-1-3-2 0,1 3 1 0,-2-5-1 15,2 0-4-15,0 1 4 0,-2-1-3 0,0-1 0 0,0-3-1 16,1 1 4-16,-3-4-1 0,2 3-2 16,0-3 1-16,0-3-8 0,0 2-17 0,-2-2-19 15,2-3-16-15,-2 2-18 0,0-8-35 0,0 11-22 16,2-6-26-16,-2-5-14 0,0 0-21 0,0 0-22 15,-4 10-118-15,4-10-361 0,0 0 160 0</inkml:trace>
  <inkml:trace contextRef="#ctx0" brushRef="#br0" timeOffset="118139.5">26749 14605 45 0,'-5'-14'152'0,"5"14"0"0,0 0-3 0,0 0-9 16,14 2 2-16,-14-2-4 0,19 11-14 0,-5-7-11 16,5 5-6-16,-2-1-12 0,12 1-9 0,-2 1-12 15,1 0-4-15,1-1-5 0,0-2-22 0,-5 3-25 16,-1-4-34-16,-5-1-34 0,2 2-41 0,-2-3-24 0,0 2-28 16,-7-2-74-16,0 1-234 0,1-4 104 15</inkml:trace>
  <inkml:trace contextRef="#ctx0" brushRef="#br0" timeOffset="118348.25">27210 14556 8 0,'0'0'213'0,"0"0"-5"0,-4-11-15 0,4 11-12 16,0 0-24-16,0 0-14 0,0 0-13 0,0 0-1 15,0 0 2-15,0 0 0 0,0 30-14 0,4-14-11 16,-2 1-6-16,0 2-10 0,-2 7-7 0,4-7-9 15,0 7-11-15,-1-6-1 0,1 3-10 0,-2-2-20 16,3-2-22-16,-5 1-30 0,5-1-26 0,-1 0-49 16,-1-1-30-16,1 0-40 0,-2-2-162 0,0 0-355 15,0-2 157-15</inkml:trace>
  <inkml:trace contextRef="#ctx0" brushRef="#br0" timeOffset="119187.29">27493 14822 110 0,'0'0'195'0,"0"0"-8"0,0 0-9 0,0 0-12 16,0 0-11-16,0 0-12 0,0 0-15 0,0 0-9 16,0 0-11-16,0 0-7 0,0 0-9 0,0 0-9 15,0 0-6-15,0 0-8 0,0 0-7 0,0 0-2 16,0 0 1-16,0 0-2 0,0 0-2 0,0 0 2 15,0 0-2-15,0 0-1 0,0 0-6 0,0 0-3 16,0 0-4-16,0 0-3 0,0 0-5 0,0 0-2 16,0 0-5-16,0 0-2 0,0 0-2 0,0 0-1 15,0 0-5-15,0 0 2 0,0 0-7 16,0 0 0-16,0 0-1 0,0 0 1 0,0 0-1 16,0 0-3-16,0 0 1 0,0 0-1 0,0 0 0 15,0 0 3-15,0 0 3 0,0 0 0 0,0 0 3 0,0 0-3 16,1-11-2-16,-1 11-1 0,0 0-2 0,0 0 1 15,1-9 6-15,-1 9 4 0,0 0-1 0,0 0 0 16,0 0-2-16,-1-9-2 0,1 9-4 0,0 0-2 16,0 0 5-16,0-10-6 0,0 10 1 15,0 0 8-15,0 0-7 0,0 0 2 0,0 0-2 0,0-10 3 16,0 10-4-16,0 0-2 0,0 0 1 0,0 0-5 16,0 0 1-16,0 0-1 0,0 0 0 0,0 0-4 15,0 0 4-15,0 0-5 0,0 0 1 16,0 0-1-16,0 0 0 0,0 0 0 0,0 0-1 15,0 0 1-15,0 0-2 0,0 0 5 0,0 0-4 0,5 29 2 16,-5-17-3-16,4-1 1 0,-4 1 1 0,2 4-1 16,0-1 2-16,-4 2 2 0,2-4-2 0,2-2 2 15,-2 5-2-15,1-1 0 0,-1-1 1 16,0 1-1-16,0-2-3 0,0 2 3 0,-1-4-2 16,-1-1 10-16,0 3-11 0,4 0 2 0,-4-1 2 0,2-1-3 15,-2 1 1-15,0 0 3 0,2 0-4 0,0-3 4 16,0 2-4-16,0-2 5 0,0-1 2 0,0 2 1 15,0-10-11-15,0 10-1 0,0-3-1 0,0-7-3 16,0 0 2-16,0 10 1 0,0-10 1 0,0 0 7 16,0 0-6-16,0 0 1 0,0 9-1 0,0-9 8 15,0 0-11-15,0 0-5 0,0 0-8 0,0 0-3 16,0 0-5-16,0 0 3 0,0 0-8 0,0 0-2 16,0 0-12-16,0 0-1 0,0 0-6 0,9-21-1 15,-9 21-4-15,2-8-5 0,-2 8-19 0,4-7-11 16,-2 0-7-16,-2 7-14 0,6-9-19 15,-4 3-20-15,0 0-17 0,2 0-134 0,-2-2-330 0,-2 8 147 16</inkml:trace>
  <inkml:trace contextRef="#ctx0" brushRef="#br0" timeOffset="120528.09">27522 14905 18 0,'0'0'29'0,"0"0"0"16,0 0-4-16,0 0 0 0,0 0-3 0,0 0-10 15,0 0 7-15,0 0 3 0,0 0-6 0,0 0 1 16,0 0-6-16,0 0 1 0,0 0-5 0,0 0-8 16,0 0-1-16,0 0-3 0,0 0-4 0,0 0-9 15,0 0-21-15,0 0-41 0,0 0 19 0</inkml:trace>
  <inkml:trace contextRef="#ctx0" brushRef="#br0" timeOffset="120766.1">27555 14898 4 0,'0'0'6'0,"0"0"-3"0,0 0 0 16,0 0 6-16,0 0-6 0,0 0-1 0,5 3-2 16,-5-3 0-16,0 0-5 0,0 0-6 0,0 0 2 15</inkml:trace>
  <inkml:trace contextRef="#ctx0" brushRef="#br0" timeOffset="122112.09">27485 14831 118 0,'0'0'141'16,"0"0"-5"-16,0 0-8 0,-4-7-11 0,4 7 5 15,0 0 4-15,0 0-9 0,0 0 1 0,0 0-5 16,0 0-7-16,2-10-10 0,-2 10-1 0,0 0-9 0,5-9-3 15,-5 9-9-15,8-4-9 0,1 1-3 0,2 0-3 16,1 1-6-16,1 1-4 0,6 0-5 16,-2 1-1-16,3 2-9 0,-1 0 2 0,-2 2-6 15,2 2-3-15,-2 1-3 0,1 4 0 0,-4 1 1 16,0 1-4-16,-4 3-5 0,0 2 0 0,-1 5 1 16,0 1 3-16,-5 1-6 0,-2-6 0 0,-2 1 0 15,-4 6-3-15,-1-1 1 0,-5-3 5 0,-1 3-6 16,-1-3-1-16,-2-1-3 0,-2 2 0 0,1-9-2 15,-1 1 5-15,0-2-4 0,0-3-3 0,-8 5-6 16,4-8-8-16,-5 6-6 0,5-7-11 0,-1-4-16 0,2 0-9 16,-2 0-18-16,1-2-22 0,0 0-30 0,-1-3-22 15,8 0-20-15,-3-6-141 0,-1 2-330 0,5-1 147 16</inkml:trace>
  <inkml:trace contextRef="#ctx0" brushRef="#br0" timeOffset="122660.37">28188 14418 167 0,'0'0'195'0,"0"0"-20"15,0 0-9-15,0 0 0 0,0 0-2 0,0 0-11 16,-13 17-5-16,7-2-9 0,-4 4-8 0,1 7-11 15,-1 2-8-15,2 3-8 0,-1 0-9 0,1 2-7 16,-1-1-4-16,-1 0-11 0,2 3-4 0,0-2-5 16,5 0-5-16,-3 1-6 0,0-4-3 0,4-1-7 15,2-2-1-15,1 2-6 0,0-4-1 0,3-7-8 16,1 0 2-16,0 2-6 0,4-4-16 0,1-2-21 16,2-1-19-16,-1-6-31 0,5 3-36 15,2-3-46-15,0-3-34 0,2-2-39 0,-2 0-125 0,5-4-372 16,4-4 165-16</inkml:trace>
  <inkml:trace contextRef="#ctx0" brushRef="#br0" timeOffset="123142.57">28597 14727 156 0,'0'0'173'0,"0"0"7"0,0 0 1 15,-9 17-8-15,5-7-12 0,0 2-11 0,-1-1-15 16,0 5-9-16,-2-2-7 0,1 2-9 0,1-2-8 16,0-2-9-16,2 0-7 0,1-4-13 0,1-1-1 15,-3 0-8-15,4-7-7 0,0 12-1 0,-2-6-5 16,2-6 4-16,-3 7 7 0,3-7 9 0,-3 7 3 16,3-7 8-16,0 0-6 0,0 0-4 0,0 0-5 15,0 0-10-15,0 0-4 0,0 0-5 0,0 0-6 16,-2-30 0-16,4 18-6 0,-1 0-4 0,4-6-4 15,-3-1-4-15,4 0-2 0,1-7 1 0,-1 0-7 16,4 0 0-16,-2-3-1 0,-1 0-2 0,4 0-4 16,-1 2 13-16,1-1-13 0,0 2 0 0,0 1 1 15,-1 8-9-15,1 0 2 0,-1 3 3 0,0 0-2 16,-2 7-1-16,-2-1-1 0,0 1-3 16,0 1 1-16,0 2-2 0,2 0 0 0,-8 4 0 0,15 1-1 15,-6 2 2-15,-1 4-1 0,3 0-2 0,0 4 5 16,2 1 0-16,-4 5-7 0,2-2 3 0,-6 6 1 15,5-4 4-15,-2 7-7 0,-2-5 2 0,-1-1 3 16,-1 0 0-16,2-1-1 0,-2-1 4 0,0 2-3 16,-1-3 3-16,-1 2-4 0,-1-6-1 0,3 4 2 15,-1-6 2-15,-1 0-14 0,1 1-20 0,-3-1-30 16,1-2-29-16,-1-7-36 0,0 12-40 0,0-12-36 16,0 7-30-16,0-7-179 0,0 0-445 0,0 0 197 15</inkml:trace>
  <inkml:trace contextRef="#ctx0" brushRef="#br0" timeOffset="123303.15">28696 14754 143 0,'0'0'132'0,"0"0"-8"15,0 0-15-15,0 0-11 0,0 0-26 0,39-1-49 16,-20-2-43-16,0 1-42 0,0-1-42 0,2-2-112 15,-2-1 50-15</inkml:trace>
  <inkml:trace contextRef="#ctx0" brushRef="#br0" timeOffset="123451.61">29059 14707 110 0,'0'0'145'0,"0"0"-3"0,0 0-9 15,0 0-13-15,0 0-10 0,0 0-18 0,0 0 1 16,0 0-12-16,0 0-15 0,0 0-20 0,0 10-36 15,0-10-38-15,5 3-42 0,-5-3-105 16,0 0-191-16,16 2 85 0</inkml:trace>
  <inkml:trace contextRef="#ctx0" brushRef="#br0" timeOffset="123998.37">29312 14565 69 0,'0'-12'238'0,"0"12"-5"16,0-9-5-16,0 9-15 0,0 0-18 16,2-8-21-16,-2 8-21 0,0 0-12 0,0 0-13 0,0 0-3 15,0 0-1-15,0 0-14 0,-2 33-6 16,2-20-10-16,0 4-8 0,-1-1-7 0,0 3-5 16,0-3-12-16,-2 0-3 0,4-1-7 0,-2 2-8 0,1-4 0 15,3-2-3-15,-1 1-5 0,1-1 0 16,1-2-5-16,2 0-3 0,0-3-1 0,6-2-2 0,-3 0-3 15,4-2 0-15,1-2-2 0,-1-2-1 16,4 0-4-16,-1-6-2 0,2 3-2 0,-4-3 0 16,1 1-1-16,-1-6-1 0,-1 1-2 0,0-2 2 0,-1 0-5 15,-1 0 2-15,-1-1-4 0,0 0 0 16,-2-1 6-16,-1 0-4 0,1 2-3 0,1 0 6 0,-3 4-4 16,-2-2 2-16,0 4-3 0,0 2-4 15,-1-1 0-15,-3 7 1 0,6-6-5 0,-6 6 2 16,0 0 0-16,0 0-2 0,0 0 6 0,7 17-4 15,-8-8 3-15,2 5 1 0,-1-2-3 0,0 3 0 0,2 1-2 16,-2-3 2-16,4-3-1 0,-3 1 4 0,1 1 0 16,2-1-1-16,1-2 4 0,3-1-1 15,-3 1 1-15,4-2-1 0,0-3-2 0,1-1 3 16,2 1-1-16,-2-4 0 0,3 0 3 0,-2-2-3 16,3-1-2-16,2-5 3 0,-4 3-2 0,3-4 2 0,-6 1 0 15,2-5 0-15,-1 1 1 0,-3 1-2 0,-1-2 2 16,0-3-5-16,1 0 4 0,-1 0-2 15,-1-2 4-15,-1 1-5 0,-1-1 7 0,-2 0-1 16,1 1 4-16,0 3-10 0,-4 4-9 0,-1-2-6 16,0 2-19-16,1 5-21 0,-1-2-24 0,3 7-23 0,-9-7-26 15,9 7-13-15,0 0-26 0,0 0-20 0,-23 12-19 16,18-4-157-16,0 4-391 0,0 2 173 0</inkml:trace>
  <inkml:trace contextRef="#ctx0" brushRef="#br0" timeOffset="124309.32">29951 14773 50 0,'2'6'158'0,"-2"-6"1"0,2 11 8 15,-2-11-6-15,2 6 2 0,-2-6-3 0,2 8-4 16,-2-8-3-16,0 0 3 0,3 7 2 0,-3-7 4 16,0 0-11-16,0 0-11 0,0 0-10 0,0 0-9 15,14-16-1-15,-8 7-15 0,-3 2 0 0,0-5-6 16,1-1-7-16,4-1-11 0,-1 0-6 0,1-3-9 15,3 0-11-15,3-5 9 0,4 4-19 0,-4-3 11 16,5 1-17-16,-4 9-6 0,0-3-4 0,-3 8 1 16,-1-1 0-16,1 1-7 0,-1 1-4 0,0 2-1 15,-2 1 0-15,0 2 6 0,1 3-16 0,-4 0 3 0,1 1-3 16,-1 4 0-16,2-1 3 0,-2 4-2 16,-2-2-2-16,0 1-1 0,-2 1-2 0,2 0 1 15,-1 2-11-15,-2-2-13 0,3 0-32 0,-3-3-26 16,0 4-23-16,1-5-41 0,-4 2-43 0,2-9-36 15,2 10-37-15,-2-10-176 0,0 11-467 0,0-11 207 0</inkml:trace>
  <inkml:trace contextRef="#ctx0" brushRef="#br0" timeOffset="124580.53">30478 14350 85 0,'0'0'217'0,"21"10"3"15,-11-1-10-15,3 6-2 0,4 6-13 0,-5-4-10 16,-1 8-13-16,5-1 0 0,-9 4-26 0,0 0-10 0,3-1-14 16,-4 1-7-16,-2-1-13 0,-2 1-12 15,-2-2-10-15,-2 2-4 0,1-2-11 0,-2-2-6 16,-2 1-14-16,0-6-17 0,-1-2-27 0,-1 2-12 15,0-1-20-15,-2-2-34 0,-9 4-27 0,4-6-32 16,0-2-32-16,-5-1-39 0,-4 3-148 0,2-4-371 0,1-5 164 16</inkml:trace>
  <inkml:trace contextRef="#ctx0" brushRef="#br0" timeOffset="148333.07">4952 16313 118 0,'-4'-5'145'0,"1"-1"-7"0,3 6 1 0,-3-9 4 16,3 9-15-16,0 0-14 0,-3-7-9 0,3 7-16 16,0 0-12-16,0 0-9 0,0 0-1 0,0 0-13 15,0 0-1-15,-5 25-10 0,4-7-2 0,-2 1-7 16,0 9-2-16,0-2-3 0,3 1-2 0,-3-1-2 15,0 0 1-15,1-8-5 0,-3 1-8 0,5-2 0 16,0-4 0-16,-3-1-3 0,5-2-2 0,-4 0 1 16,2-3 0-16,0-7 0 0,0 10 2 0,0-10-2 15,-1 9 4-15,1-9 3 0,1 6 3 0,-1-6 2 16,0 0-1-16,0 0-8 0,0 0 6 16,0 0-4-16,5-22-5 0,-3 9-1 0,1-2 1 0,-3-3 1 15,4-2 0-15,3-7-5 0,-3 0-1 0,-2 1 2 16,7-2-3-16,-3-2 4 0,2 1-8 0,-1 0 0 15,0-4 0-15,2 5 0 0,-1 4 3 0,1-1 0 16,0 8-1-16,-3-1 0 0,-1 1-3 0,2 6-1 16,-1 0-2-16,0 3-3 0,-1 5 2 0,3-3 0 15,-8 6-1-15,0 0 4 0,28 11-1 0,-14 1 5 16,0 1-2-16,2 7 3 0,3 6 0 16,-4-1-1-16,3 2-1 0,-5 1 3 0,2-1-3 15,-2 4 4-15,0-5-2 0,-3 0 8 0,0-3-8 16,0-4-2-16,1 2 7 0,-4-3-1 0,1-2-4 15,0 0 1-15,-3-4-21 0,0-1-26 0,0 1-28 0,-1-3-25 16,1-3-41-16,-3 3-19 0,0-1-93 0,-2-8-272 16,0 0 121-16</inkml:trace>
  <inkml:trace contextRef="#ctx0" brushRef="#br0" timeOffset="148495.73">4880 16515 63 0,'0'0'125'0,"49"-4"-12"0,-19-2-11 0,4 0-1 15,2 1-28-15,3-1-25 0,-1-2-40 0,14 0-39 16,-13 3-70-16,-6 0-108 0,1-2 48 0</inkml:trace>
  <inkml:trace contextRef="#ctx0" brushRef="#br0" timeOffset="148698.41">5543 16212 5 0,'-1'-9'158'0,"1"9"-2"15,0 0-13-15,0 0-14 0,0 0-20 16,0 0-13-16,0 0 1 0,0 0-5 0,0 0 4 16,0 0 4-16,5 41-10 0,-2-15-9 0,-3 3-1 15,3 2-12-15,-2 1-9 0,-1 1-4 0,0-2 1 16,1 1-11-16,0-1-12 0,-2-1-19 0,0-1-34 0,0-1-13 15,2-3-32-15,-1-6-34 0,0 0-28 16,-3-1-110-16,-1 0-256 0,0-7 114 0</inkml:trace>
  <inkml:trace contextRef="#ctx0" brushRef="#br0" timeOffset="148863.18">5425 16440 19 0,'0'0'113'0,"24"1"-12"0,-7 2-30 0,4-2-32 15,10 1-25-15,0-2-39 0,2 1-31 0,3-4-59 16,19-2 26-16</inkml:trace>
  <inkml:trace contextRef="#ctx0" brushRef="#br0" timeOffset="149311.7">6125 16673 56 0,'32'-19'141'0,"0"2"-11"0,11-11-15 16,-11 9-2-16,0-3-4 0,3 3-10 0,-5-4-9 16,-3 2-9-16,1-1-5 0,-3-1-7 0,-2 1-2 15,-3 3-1-15,-2 0 4 0,-5 5-3 0,-4-2-4 16,-2 3 6-16,-1-3 0 0,-3 6-3 15,-1-1-4-15,-1 2-6 0,-1 9 5 0,-1-18-8 16,1 18-10-16,-7-12-2 0,2 7-6 0,5 5-6 16,-14-3-2-16,5 5-2 0,-1 2 1 0,-7 4-9 0,3 6-3 15,-4 5 1-15,3 4-4 0,0 4 2 16,3 1-3-16,1 1 1 0,2 1-5 0,5-1 5 0,1 0-3 16,5-4-2-16,1 1 5 0,5-2-9 15,2-6-7-15,7 3-10 0,2-3-23 0,5-3-12 16,2-2-27-16,2-5-22 0,-1-3-30 0,4-3-11 15,3-3-11-15,-1-2-101 0,-1 0-271 0,0-7 121 16</inkml:trace>
  <inkml:trace contextRef="#ctx0" brushRef="#br0" timeOffset="150262.47">6917 16565 287 0,'23'-22'-12'15,"-2"0"6"-15,-2-1 12 0,-5 2 22 0,-5 3-3 0,1 0 10 16,-5-1 11-16,-2 4 5 0,-3-2 1 16,-1 6 5-16,-3-1 12 0,-1 2-1 0,-4 1-6 15,1 4 4-15,-1 0-5 0,-2 2 12 0,11 3 4 16,-26 5 2-16,9 2 0 0,3 2 2 0,-6 8-2 15,0 0-1-15,4 2-13 0,2 6-3 0,4-2-8 16,2 0 2-16,2-4-10 0,1 1-2 0,2-1-10 16,2-3 1-16,1 0 1 0,1-3-8 0,-1-2 3 15,3-1-9-15,-3-3-3 0,6-2 1 0,-2-1 0 16,-4-4-3-16,9 2 5 0,-9-2-8 0,11-3-3 16,-11 3 4-16,12-10 1 0,-8 4-7 0,1-4 5 15,0 2-5-15,0-4-3 0,1 1 7 0,-2 0-5 16,-3 0-3-16,2 1 4 0,-2 0-4 0,2 3-1 15,-3 7 5-15,0-10-1 0,0 10-12 0,1-8 1 16,-1 8-1-16,0 0-5 0,0 0 7 16,0 0 8-16,9 21 7 0,-4-3-3 0,0 6 6 0,-1 4-4 15,0 1 4-15,-1 3-5 0,-3-2-1 16,-2 4 0-16,1 0 2 0,0 1-2 0,1 0 6 16,-3-7-10-16,3-1 0 0,0-7 0 0,1-4 1 0,-1 1 2 15,2-6-3-15,-1-1 3 0,-1-5-1 16,1 3 5-16,-1-8-7 0,3 9 5 0,-3-9 4 15,0 0-2-15,0 0-6 0,0 0 0 0,15-23-2 16,-6 7 1-16,3-7 3 0,0-1-4 0,-1-5-1 16,0 3 1-16,3-8-12 0,-2 3 3 0,2-3-4 15,4-9 3-15,-3-1-6 0,-4 11 2 0,4-10-1 16,-5 10-2-16,-1-1 3 0,0 3-1 0,0 1 2 16,-3 3 2-16,0 2 1 0,0 7 0 0,-3 3 2 0,0 4-3 15,1 1 3-15,-3 3 0 0,-1 7-1 16,2-13 2-16,-2 13-3 0,3-7-2 0,-3 7 2 15,0 0-2-15,0 0 9 0,0 0 5 0,0 0 0 16,10 25 2-16,-7-9-2 0,0 2 6 0,2 5-7 16,0-4 0-16,-2 0 1 0,0 6-1 0,1-6 1 15,1-1 4-15,1-1-10 0,2 0 6 0,0-6-2 16,-1 3 2-16,1-6-2 0,2 2 4 0,1-3-2 16,0-2 3-16,3-1 4 0,1 0-8 0,-1-2 1 15,-1-5-4-15,4-1 3 0,-4-2 1 16,1-3-1-16,1-1 4 0,0-2-7 0,-2 0 3 0,1-2-3 15,-1-1 1-15,1 0 1 0,-4-2-1 0,-2 2-1 16,0-2 5-16,-3 2-7 0,1-2 1 0,-1 7 0 16,-1 1 0-16,-1 1 2 0,-3 8 3 0,2-11-8 15,-2 11-2-15,0 0 1 0,0 0 2 16,0 0-6-16,0 0 10 0,0 0-5 0,0 0 8 16,12 35-3-16,-10-17 0 0,2 1-4 0,0 0 11 15,0-2-10-15,1 0 4 0,1-1-5 0,3-2 4 16,3-1-1-16,-3 0 2 0,-2-5 0 0,5 0-1 15,-2-3 3-15,8-1 1 0,-7-3-3 0,5-2 1 16,2 1 1-16,1-5-3 0,-1-2-2 0,1 0 1 0,-1-4 0 16,-3 3 6-16,2-4-2 0,-3 1 1 15,-3-2-1-15,2-2-2 0,-3 3 1 0,-1-3-3 16,-1-1 2-16,0 2 1 0,-6 2-2 0,2 2 4 16,-3-2-5-16,1 2-1 0,-2 10-1 0,3-11 1 15,-3 11 0-15,0 0-7 0,3-8 0 0,-3 8 2 16,0 0 2-16,0 0-1 0,-4 27 3 0,3-15 2 15,-2 7-2-15,3 0-1 0,0 0 1 0,-1 0 2 16,1-2-4-16,3-1 4 0,-1-3-4 0,6 2 5 16,-5-5 2-16,4-1 0 0,-1 0-5 0,5-4-2 15,0-2-11-15,-1 1-14 0,3-2-19 0,-13-2-24 16,26-4-29-16,-16-1-47 0,-1 1-18 0,-3-1-45 16,-6 5-126-16,8-8-360 0,-8 8 159 0</inkml:trace>
  <inkml:trace contextRef="#ctx0" brushRef="#br0" timeOffset="150433.65">7771 16180 1868 0,'-9'-22'14'0,"3"3"-3"0,0 7 21 16,0 2-4-16,2-2-4 0,3 6-13 0,1 6-3 15,-5-11 0-15,5 11-5 0,-3-8-9 0,3 8-7 0,0 0-19 16,0 0-23-16,0 0-50 0,0 0-38 15,0 0-133-15,0 0-298 0,21 33 131 0</inkml:trace>
  <inkml:trace contextRef="#ctx0" brushRef="#br0" timeOffset="150678">8097 16138 102 0,'-5'-9'196'0,"-2"2"-7"15,1-2 2-15,1 1-3 0,5 8-10 0,-10-10-5 16,4 5-8-16,6 5-9 0,-7-7-16 0,7 7-14 16,-6-6-22-16,6 6-14 0,0 0-6 0,0 0-7 15,0 25-4-15,2-5-4 0,1 10-5 0,2 1-5 16,0 4-8-16,-1 0-4 0,2-3-6 0,2 13-3 16,-3-11-4-16,0 1-3 0,-1 0-3 0,1-3-12 15,-3 1-21-15,0 0-29 0,2-5-38 0,-2-2-30 16,0-6-42-16,0-3-53 0,-2 1-163 15,-2-7-389-15,0 2 172 0</inkml:trace>
  <inkml:trace contextRef="#ctx0" brushRef="#br0" timeOffset="150839.99">8248 16461 20 0,'0'0'170'16,"0"0"-17"-16,0 0-1 0,0 0-14 0,13 20-11 15,-11-7-12-15,1-2-13 0,2 4-11 0,-3 0-7 16,1 1-33-16,-2 3-32 0,2-5-58 0,-3-1-41 16,-4 3-105-16,1-4-198 0,-3 0 88 0</inkml:trace>
  <inkml:trace contextRef="#ctx0" brushRef="#br0" timeOffset="150999.6">8189 16190 47 0,'0'0'23'0,"0"0"-35"0,0 0-13 0,0 0 6 16</inkml:trace>
  <inkml:trace contextRef="#ctx0" brushRef="#br0" timeOffset="151448.68">8442 16162 83 0,'-6'-12'201'15,"6"12"-18"-15,-4-12-21 0,4 12-17 0,0 0-15 16,0 0-12-16,0 0-11 0,0 0-8 0,6 35-7 15,-1-5-10-15,0 4-9 0,3 10-3 0,-2 2-7 16,-2 0-5-16,-2-14-9 0,-2 4-2 0,1-4-13 16,0 0 4-16,-1-3-3 0,-5-2-8 0,4-8 3 15,2 0-6-15,-1-2-1 0,0-5-2 0,0-1-1 16,-1-2-2-16,1-1 8 0,0-8 8 16,-2 10 13-16,2-10 3 0,-2 7 2 0,2-7-2 15,0 0-10-15,0 0-2 0,0 0-5 0,0 0-6 0,-10-21-3 16,8 10 2-16,4-4-8 0,-1-5-1 0,4 0-6 15,-1-4-8-15,5-1-1 0,2 3-2 0,1 5-1 16,1 2-4-16,2 3 3 0,0 0-5 0,1 4 3 16,-4 2 1-16,0 4-2 0,7 4 2 15,-2 4-6-15,-1 0 1 0,2 3 2 0,-5 2 4 16,1 2-3-16,-2 0-5 0,-1 3 10 0,-2-1-1 16,-1 2 0-16,-6-2 2 0,1 2 0 0,-3-5 2 15,0 4-2-15,-5-5 1 0,-2 0 1 0,-2 3 0 16,3-4 0-16,0-2-1 0,-4 0-3 0,2-2-14 0,-3-1-32 15,1 0-39-15,-1-1-56 0,0-3-50 0,0 2-141 16,-3-5-360-16,14 2 160 0</inkml:trace>
  <inkml:trace contextRef="#ctx0" brushRef="#br0" timeOffset="151806.23">8788 16380 19 0,'13'0'177'0,"0"3"-2"16,0 0-12-16,-1 1-8 0,4 5-9 0,-2 0-2 16,-1 4-8-16,-1-1-17 0,0 0-7 0,-1 5-8 15,-2-2-9-15,-1 1-13 0,-3 0-1 0,0 0-12 16,0-3 0-16,-3 0-13 0,-2-4-4 0,0 2 0 16,-3-3-6-16,-1-1-5 0,1-3 0 15,3-4-2-15,-8 8-1 0,8-8 2 0,-7 0-7 16,7 0-3-16,0 0-2 0,-6-11 0 0,6 11 1 15,-1-17-7-15,3 5 3 0,2-5-10 0,1 2 4 16,0-3-2-16,1-1 2 0,4 2-8 0,-1-1 1 16,1 2-1-16,1 0-2 0,0 5-4 0,-1 2 0 15,0 1-1-15,0 2-1 0,1 2-2 0,0 3 1 0,-11 1 1 16,20 3 8-16,-9 4-4 0,-1-1 0 16,-2 3 0-16,-2 2 0 0,4 3-4 0,-2 2 8 0,-3 0-7 15,-1 2-13-15,2-2-24 0,-3 3-31 16,-3-3-46-16,0-3-50 0,0 3-62 0,-5-4-119 15,1-1-368-15,-3-3 163 0</inkml:trace>
  <inkml:trace contextRef="#ctx0" brushRef="#br0" timeOffset="152258.1">9210 16373 30 0,'12'10'166'0,"-6"-7"-9"15,-1 4 1-15,0 2 1 0,-1 0-19 0,0 2-8 16,1 1-12-16,0-2-6 0,-1 1-12 0,0 1-9 16,1 0-9-16,0-2-10 0,1 0-4 0,1 2-7 15,-2-4-7-15,0 2-3 0,-2-5-6 0,2 0-1 16,-1-3-4-16,2 2-5 0,1-2 1 0,-7-2-10 16,12-3 5-16,-12 3-6 0,10-9 2 0,-2 3-3 15,-3-2 0-15,3-1-4 0,-3-2-1 0,0 1-1 16,1-2 2-16,-2 0-8 0,3-1 4 0,-1 2-5 15,-3-1-4-15,0 3 7 0,4 0-1 0,-5 3-1 16,-2 6-6-16,3-10-4 0,-3 10 0 0,5-5-1 16,-5 5 3-16,0 0-1 0,0 0-1 0,9 20-6 15,-8-7-16-15,2 3-20 0,-3 2-22 0,0 2-23 16,-1 6-29-16,2-2-34 0,-1-5-32 0,1-1-111 16,-2-1-313-16,2-6 140 0</inkml:trace>
  <inkml:trace contextRef="#ctx0" brushRef="#br0" timeOffset="152652.21">9577 16601 45 0,'0'0'143'0,"0"-11"-9"0,0 11-10 15,-3-15 4-15,-1 6-5 0,3 0-6 0,-3-3-9 16,3 2 19-16,-3-1-7 0,2-2-6 0,-2-4-1 16,5 0-2-16,1 1-8 0,0 0-4 0,6 2-6 0,-1 0-12 15,2 5 1-15,0 0-12 0,3 2 3 0,-1-1-13 16,8 7-1-16,-6-2-6 0,8 7-3 0,-2 0-3 15,-3 3-6-15,2 3-1 0,-5 2-6 16,2 1 2-16,-3 0-5 0,-1 2-5 0,0-2-1 16,-4 2-3-16,0-4-3 0,-2 0 0 0,0-1 0 15,1-1-3-15,-5-1 4 0,1-2-6 0,-2-6 6 16,0 8-3-16,0-8 0 0,0 0-3 0,0 0 1 16,-9 4-5-16,9-4 0 0,0 0-2 0,0 0 2 15,-9-19-1-15,6 10-1 0,3-1-2 0,2 0-3 16,2-6 1-16,1-2 0 0,2 1-2 0,1-1-3 15,5-5 4-15,-2 8-3 0,1 0-1 0,1 2 0 16,-2 0-4-16,-2 6 0 0,1 0-3 0,-1 2 7 16,-9 5-4-16,16-1 1 0,-16 1-1 0,17 7 5 15,-9 0 3-15,-1 4-3 0,0 4 0 0,-3 0 3 16,0 2-2-16,-3 1-15 0,-1 3-23 0,-3-4-51 16,0 2-60-16,-2-1-60 0,-4 6-189 0,1-10-428 15,1 2 190-15</inkml:trace>
  <inkml:trace contextRef="#ctx0" brushRef="#br0" timeOffset="153430.13">11587 16194 122 0,'3'-6'207'16,"1"-1"-17"-16,-4 7-21 0,5-8-17 0,-5 8-18 15,0 0-10-15,0 0-5 0,10 13 4 0,-8 6 10 16,4 8-8-16,-1 8 0 0,-3 11-2 0,3 3-6 16,-3 1-10-16,0-3-9 0,-2-12-10 15,4 1 1-15,-3-4-8 0,2 0-10 0,-6-1-9 16,6 0-2-16,-3-4-9 0,5 2-1 0,-3-11 2 0,-1 10-14 16,-1-2-5-16,1-7-10 0,-1-3-22 0,2-4-26 15,-2-2-30-15,0-10-28 0,-1 13-36 0,1-13-20 16,1 11-15-16,-1-11-40 0,0 0-156 15,0 0-379-15,0 0 167 0</inkml:trace>
  <inkml:trace contextRef="#ctx0" brushRef="#br0" timeOffset="153811.34">11411 16525 98 0,'0'0'120'0,"0"0"0"15,33 0-14-15,-15 0 6 0,4 1-21 0,8-2-4 16,5 1-16-16,1 0 11 0,1-1-9 0,1 2-3 16,-4-2-5-16,1 3-2 0,-1 1 4 0,-2-2-5 15,-3 1-12-15,0 3-2 0,-12-1-2 0,0 4-2 16,3-1 3-16,-9 0 2 0,-3 0-1 0,3 3-6 16,-3-1 2-16,-2 0-7 0,1 1 3 0,5 2-1 15,-6-3-5-15,3 5 0 0,0-6-1 0,-2 2-7 16,2-2 2-16,-2 0-2 0,3 1-1 0,0-5 0 15,3 3-3-15,-1-5-7 0,1 1 8 0,1-3-2 16,2 0-2-16,-3-2-4 0,3-4 1 0,-3 2-2 16,3-5-1-16,-3-2 2 0,1 0 3 0,-5-1 0 15,-1-2-7-15,-2 3 2 0,1-5-1 16,-6 0 0-16,0-1-3 0,-4-2 0 0,-3 2-2 16,-2-1-2-16,-3 1 0 0,-2 3 2 0,-1 0-4 15,-9 0-1-15,6 8-5 0,-5 1-10 0,1 3-13 16,2 2-16-16,-3 4-29 0,6-1-33 0,-1 3-29 15,1 3-33-15,3-1-134 0,2-2-325 0,9 0 144 16</inkml:trace>
  <inkml:trace contextRef="#ctx0" brushRef="#br0" timeOffset="154055.67">12448 16263 84 0,'0'0'192'0,"2"-14"8"15,-2 14-5-15,0-12 4 0,0 12-15 0,0 0-19 16,2-10-19-16,-2 10-16 0,0 0-9 0,0 0 3 16,0 0 0-16,12 37-1 0,-8-11 0 0,-2 7-9 15,3 1-10-15,-3-1-7 0,0-1-8 0,0 4-10 16,-1-4-6-16,1-2-10 0,3 1-1 0,-8-6-8 16,3 0-9-16,0-6-5 0,3 1-17 0,-3-3-21 15,0-5-29-15,0 2-38 0,-5-7-42 0,5-7-30 16,5 17-38-16,-5-17-8 0,2 10-34 15,-2-10-124-15,0 0-370 0,0 0 165 0</inkml:trace>
  <inkml:trace contextRef="#ctx0" brushRef="#br0" timeOffset="154709.68">12358 16441 5 0,'16'-3'107'0,"-3"3"26"0,5-4-18 0,0 4-6 15,11-3-12-15,0 2-2 0,5 0-3 0,-2-3-12 16,1 1-7-16,4 0-4 0,-6-4-8 0,1 2 0 16,-3 0-9-16,-2 0-2 0,1 0 1 0,-9-1 10 15,-8 3-8-15,1 0 0 0,-2 0 16 0,-3 1 8 16,1 2 8-16,-2-2-10 0,-6 2-5 0,0 0-5 16,11-2-5-16,-11 2-8 0,0 0-4 0,0 0-11 15,-16 15 0-15,3-3-2 0,0 1 1 0,-1 2-6 16,-4 4 0-16,2 1-5 0,3-6 5 0,4 2-11 15,2-3 1-15,0-1-5 0,5 0 4 0,-2 0-4 16,1-2 0-16,3-1-3 0,0-9 5 0,1 13-6 16,3-8-1-16,4-2-1 0,2-1-4 0,1-1 6 15,2-1-8-15,-1-2 4 0,1-2-1 0,3-2-1 16,-3 1-1-16,-4-3-1 0,1 0 2 0,0 2 0 16,-3-3-2-16,2 1-1 0,-2-3 1 0,-3 0-3 15,1 0 7-15,-3 1-8 0,0-1 4 0,-2 3-1 16,0 8 1-16,0-12-1 0,0 12-6 0,0-9-1 15,0 9 0-15,0 0-2 0,0 0-1 0,0 0 10 16,0 0-1-16,0 0-2 0,-4 24 4 0,4-15 0 16,0 4 1-16,0-4-3 0,2 3 0 0,2 0 2 15,3-1 5-15,0-2-8 0,2 0 4 0,2-2 3 16,1-3-7-16,5 0-3 0,1 0-9 16,0-3-10-16,3-4-11 0,-1 0-6 0,-3-4-5 0,-2 1-2 15,2-3 4-15,-3-2-2 0,-1 0 7 16,-1-2 0-16,1-2 10 0,-5-2-4 0,0 2 12 0,-4-3-1 15,5-6 0-15,-5 5 1 0,-1-6 2 0,-1 2 5 16,2-4-6-16,1 2 5 0,-2-3 0 16,-1 5 4-16,2-2 5 0,-4-2 4 0,4 11 16 15,-4 6 17-15,1 0 15 0,-1 1 2 0,0 9-1 16,2-14-9-16,-2 14-5 0,0 0-1 0,0 0 9 16,0 0 16-16,0 0 9 0,0 0 7 0,0 47 1 15,-5-18-6-15,1-1-4 0,-3 1-10 0,0 0-2 16,3 4-8-16,-3-5-3 0,5 0-6 0,-5 0 0 15,5-2-13-15,0-1-24 0,0-5-36 0,2-1-45 16,0-1-51-16,0-3-63 0,0-2-48 0,0 2-143 16,0-3-419-16,0-3 186 0</inkml:trace>
  <inkml:trace contextRef="#ctx0" brushRef="#br0" timeOffset="155521.84">13908 16484 10 0,'0'0'129'0,"0"0"-8"0,0 0 5 16,-25-12-14-16,25 12-10 0,0 0-4 0,-12-2-9 16,8 1-4-16,4 1-2 0,0 0-5 0,-13 0-2 15,13 0-6-15,0 0-1 0,-10 0 3 0,10 0-8 16,0 0-3-16,-10 1 0 0,10-1 1 0,0 0-6 16,0 0-2-16,0 0-1 0,-11 0-8 15,11 0 9-15,0 0-1 0,0 0-2 0,-7 2 3 16,7-2-4-16,0 0 1 0,0 0 0 0,0 0-8 15,0 0-3-15,0 0-5 0,0 0-3 0,0 0 2 16,0 0 5-16,0 0 2 0,41-3-1 0,-21 1-2 0,13 0-1 16,-3-2-5-16,4 3 2 0,-3-4-6 15,5 2-8-15,-5 0 2 0,0-1 0 0,1 4-6 16,-3-4-15-16,-6 4-18 0,-3-1-34 0,0 1-40 0,-2 0-33 16,-5 0-44-16,-1-2-23 0,-12 2-151 0,15-2-371 15,-15 2 164-15</inkml:trace>
  <inkml:trace contextRef="#ctx0" brushRef="#br0" timeOffset="155733.28">14126 16209 109 0,'0'0'193'16,"-7"-7"-11"-16,7 7-17 0,0 0-21 0,0 0-12 15,0 0 12-15,0 0 7 0,-13 16-2 0,12-4-12 16,-1 12-8-16,4-5-9 0,-1 6-12 0,3 3-9 15,0-3-12-15,-1 3-8 0,4-4-6 0,-5 0-11 16,3 3-1-16,-1-8-2 0,0 2-10 0,0-3-18 16,1 0-42-16,-3-1-43 0,2 2-40 0,0-2-73 15,-4-1-190-15,-4 0-385 0,-2-4 170 0</inkml:trace>
  <inkml:trace contextRef="#ctx0" brushRef="#br0" timeOffset="156072.07">14461 16330 187 0,'0'0'190'16,"9"1"-7"-16,-9-1-2 0,12 12-11 0,-7-4-8 15,0 4-11-15,4 4-10 0,-2 0-7 0,-1 2-10 16,2 0-13-16,-4-1-7 0,4-2-6 0,0 1-15 15,-3-1-8-15,1-4-4 0,-2-1-12 0,1 0 1 16,-1-3-11-16,-2-1 1 0,3-1 2 16,-3 1-1-16,4-1 5 0,-6-5 6 0,8 6 0 0,0-5 5 15,-8-1 1-15,10 0-1 0,-10 0-6 0,11-8 1 16,-2 2 2-16,-2-3-11 0,1-4-8 0,4 1-2 16,-4-4-2-16,1 0-7 0,-1-2-5 0,3-5 0 15,-1-2-4-15,2 3 0 0,-5-4-8 0,1 7-18 16,-1 1-19-16,2 3-26 0,-1-2-34 0,-4 5-42 15,0 1-40-15,2 3-53 0,-2 2-52 0,-4 6-148 16,0 0-447-16,0 0 198 0</inkml:trace>
  <inkml:trace contextRef="#ctx0" brushRef="#br0" timeOffset="156351.63">14917 16460 145 0,'9'-5'192'0,"2"1"-7"0,5-6 2 0,-7 5-14 16,1-4-10-16,-3 3-6 0,3-3-19 0,-2 0 1 16,-1 3-2-16,-2-5-16 0,2 0-9 0,-2-5-10 15,-3 5-9-15,1 1 9 0,-2 0-10 0,-1 10-11 16,-1-17-4-16,1 17-10 0,-5-12-3 0,0 3-7 16,5 9-6-16,-14-6-4 0,3 6-5 0,-1 3-4 15,-3 4-2-15,0 3-5 0,-8 5-3 0,7-3-2 16,-5 5-1-16,8-1-4 0,2-1-2 0,2 0-6 15,2 3 4-15,5-6-5 0,2 5-8 0,4 0-16 16,4-4-18-16,2-1-29 0,4-2-38 0,11 2-20 16,6-5-23-16,6-1-35 0,16-3-44 0,1 1-139 15,-5-5-388-15,5 1 173 0</inkml:trace>
  <inkml:trace contextRef="#ctx0" brushRef="#br0" timeOffset="156703.72">15765 16235 44 0,'0'0'224'0,"1"-11"-11"0,-1 11-9 16,0 0-22-16,-15-9-13 0,15 9-12 0,-27 6-2 15,8 3-11-15,-8 5-11 0,5 4-13 0,-2 1-14 16,3 4-11-16,0-1-8 0,6 3-6 0,3 0-7 16,2-2-13-16,4-3-2 0,5-1-8 0,1 1 0 15,2-4-7-15,4 1-3 0,3-3-3 0,5 1-8 16,0-4-14-16,4-2-28 0,10 2-19 0,1-2-33 15,-1-7-26-15,3 2-26 0,-2-3-29 0,0-2-11 16,-9 0-23-16,7-4-119 0,-6-1-322 0,-2 1 142 16</inkml:trace>
  <inkml:trace contextRef="#ctx0" brushRef="#br0" timeOffset="157053.28">16009 16426 211 0,'13'-23'-6'0,"-2"-1"12"0,-3-2 0 16,-2 0 17-16,-1 1 12 0,-1 0 4 0,-3 1 6 0,-2-3 6 15,1 3 9-15,-1 3 21 0,-2 3-2 0,1-1 1 16,-3 2 9-16,1 1 7 0,0 3 19 0,4 13 9 15,-4-17-16-15,4 17-10 0,0 0-20 0,0 0 3 16,0 0-3-16,0 0 20 0,4 40 2 0,-2-10-5 16,-2 5-4-16,2 11 0 0,-5 1-8 0,3-11-9 15,3-3-6-15,-5 2-5 0,4-3-2 16,0-3-9-16,-3 0-2 0,5-4 0 0,-4-8-10 16,-3-1-2-16,6-4-1 0,-2-1-6 0,0-4-2 15,2 0-1-15,-3-7 1 0,0 0 12 0,0 13 3 0,0-13 5 16,0 0-7-16,0 0-6 0,0 0 2 15,0 0-2-15,0 0-7 0,0 0 2 0,0 0-10 16,11-34-2-16,-6 19-8 0,3 1 2 0,0-6-6 16,6-5-8-16,1 3-4 0,4 1-1 0,1 2-2 15,-4 7 2-15,0-1-2 0,-1 7-1 0,-3 2-1 16,3 1 1-16,-4 3 2 0,4 4-1 0,1 3 1 16,-1 3 0-16,-5 3 1 0,1 1 9 0,-2 3-10 15,-3 2-8-15,-1 4-25 0,-2-2-37 0,-2-2-40 16,-2 6-44-16,1-4-32 0,2 3-36 0,0-5-150 15,1-2-409-15,4-2 181 0</inkml:trace>
  <inkml:trace contextRef="#ctx0" brushRef="#br0" timeOffset="157646.96">16742 16486 136 0,'0'-16'162'0,"-2"5"4"0,-3-1-12 0,0 1-2 0,-2 2-10 15,-2 4-10-15,3 2-5 0,-3 1-9 0,9 2-5 16,-26 8-9-16,12 2-6 0,-2 4-2 16,0 6-9-16,-1-1-9 0,2 1-5 0,5-3-10 15,0-3-6-15,4 3-8 0,-1-3-2 0,1 1-5 16,4-5-6-16,0 3 7 0,4-3-14 0,1 0 1 16,-2-4-5-16,0 0 3 0,-1-6-3 0,8 9 3 15,-3-7-6-15,3-1-3 0,-8-1 2 0,15-1-4 16,-4-1 0-16,-1 0-2 0,-3-2-8 0,2-2 6 15,0-3-2-15,2 1-1 0,-5-3-3 0,0 0 1 16,1-1-2-16,2-1-6 0,-7 2-5 0,2-2 6 16,1-2-5-16,-3 5 3 0,0 1 0 0,-1 1-1 15,2 0 4-15,-3 8-3 0,3-8-5 0,-3 8 0 0,0 0-5 16,6-5 2-16,-6 5 3 0,0 0 4 16,0 0 0-16,-3 23 5 0,3-13-9 0,0 2 6 15,-1 0-4-15,2-1 4 0,3 2 2 0,-4-3-6 16,4 2 4-16,0-2 3 0,-2-3-2 0,3 0 5 15,2 2-3-15,-3-4 3 0,3-1-4 0,4 0 4 16,-2-4-1-16,2-1-3 0,-1 2 6 0,-1-3-3 16,3-1 2-16,-7 0-1 0,2-3 0 0,1 0 3 15,1-1-6-15,-4-2 0 0,2 0 2 0,-7 9-1 16,6-17-4-16,-3 7 5 0,-1 0-7 0,-1-3 9 16,-1 2-4-16,2-3 3 0,-1 2 0 0,3 2-8 15,-2-3 5-15,-1 4-4 0,3-1-1 16,2 0 4-16,-1 3 1 0,2-1-7 0,-7 8-1 0,17-7 3 15,-7 4-5-15,2 3 2 0,-3 5 6 0,0 2 6 16,1 0 3-16,-3 2 0 0,2 4 7 0,0 1-1 16,-2 2-1-16,-4-4-3 0,0 1-1 15,1 3 1-15,-3 0 0 0,1-4 0 0,-1-1-11 16,-1 2-4-16,1-2-28 0,2-1-21 0,-2 0-33 0,-1-10-40 16,3 17-33-16,-3-17-47 0,3 9-150 0,-3-9-382 15,12 4 169-15</inkml:trace>
  <inkml:trace contextRef="#ctx0" brushRef="#br0" timeOffset="158277.96">17277 16392 45 0,'0'0'170'0,"-16"-12"-13"0,7 12 5 16,-2-1-8-16,-1 2-6 0,-4 5-2 0,0 3-11 15,2-2-14-15,-1 6-12 0,3-1-7 0,1 2-15 16,3 2-5-16,1-3-12 0,0 1-4 0,5-3-10 15,-2 1-3-15,4-3-4 0,0 1-2 0,2-2-7 16,3-4-6-16,2 1-1 0,2-3-7 0,1 1 0 16,0-4-4-16,3 1 1 0,0-3-4 0,-2-1-2 15,2-1 0-15,3 0-4 0,-6-3 1 0,0 1-1 16,-1 0 5-16,1 0-4 0,-2 0 6 0,-2-1-3 16,-1 2 1-16,-1-1 2 0,0 1 0 0,2 0 1 15,-6 6 1-15,5-7-2 0,-5 7 5 0,6-5-11 16,-6 5-3-16,0 0 11 0,0 0 10 0,6 17 5 15,-3-6 7-15,-2 8 1 0,-1 0-2 0,1 10 4 16,-1 0-1-16,1 1-2 0,2 1 0 0,-6 1-6 16,6 2-5-16,-3-3-1 0,0 4-3 0,0 1-1 15,1-4-6-15,2-1 2 0,-3-2-2 0,-2-1-3 16,1-5-1-16,-3-3 2 0,1-2 26 16,-3-3-3-16,1-6-1 0,1 3-5 0,-2-5-6 15,0 1 0-15,-1-4-6 0,2-1-4 0,-1 0-4 16,-2-2-21-16,8-1 10 0,-14-4-6 0,8 1-10 15,2-4-1-15,0-2-8 0,1 0-4 0,3-2-7 0,0-2 1 16,3-3 4-16,-1-3-1 0,4 3 2 16,3-13 0-16,2 4 4 0,-1-3-2 0,2 2 0 0,2-1-1 15,0 1 0-15,1 1-2 0,6-2-2 16,9-9-5-16,-5 10 1 0,8-10-5 0,-8 10-5 16,11-9-2-16,-4-1 3 0,-8 7 4 0,2 2 4 15,-3-2 0-15,-6 3-1 0,2-1 8 0,-8 1 1 16,1 5 5-16,-8 4 1 0,-2 0 6 0,-1 0 1 15,-1 17 7-15,-3-21 0 0,-5 14 5 0,2 2 3 16,6 5 2-16,-22-2 5 0,1 9 4 0,-3 6 8 16,-4 3-3-16,0 7 10 0,1 3 0 0,1-1-7 15,3 4 2-15,3-2 1 0,6 0-7 0,3-2 4 16,4 1-7-16,7 0-14 0,5-8-22 0,2-2-25 16,12 4-38-16,4-5-39 0,5-2-43 0,6-4-59 15,3-1-150-15,24-3-404 0,-1-3 179 0</inkml:trace>
  <inkml:trace contextRef="#ctx0" brushRef="#br0" timeOffset="158533.96">18351 16511 1 0,'-12'-3'258'0,"12"3"-8"16,-13-3-19-16,13 3-13 0,-12-4-18 0,12 4-19 15,0 0-16-15,-10-4-17 0,10 4-15 0,0 0-12 16,0 0-11-16,0 0-12 0,0 0-24 0,0 0-21 16,37-7-32-16,-25 3-38 0,3 4-49 0,-15 0-39 15,26-5-45-15,-16 4-171 0,-10 1-348 0,0 0 154 16</inkml:trace>
  <inkml:trace contextRef="#ctx0" brushRef="#br0" timeOffset="158693.24">18273 16621 174 0,'-6'4'181'0,"6"-4"-4"16,-12 5-14-16,12-5-5 0,-7 4-19 0,7-4-12 15,0 0-9-15,0 0-9 0,0 0-11 0,0 0-11 16,0 0-5-16,23 10-34 0,-3-10-29 0,2-1-36 15,7-5-54-15,1 0-63 0,-2 1-109 16,1-3-264-16,6-1 117 0</inkml:trace>
  <inkml:trace contextRef="#ctx0" brushRef="#br0" timeOffset="159098.31">19220 16448 1914 0,'0'-18'66'0,"0"3"1"0,-1 2-8 0,0 1 13 15,1 2-15-15,0-1-12 0,-1 1 7 0,-1-1 12 16,0 2 3-16,-2 0 15 0,3 4 2 0,1 5 2 16,-4-13-7-16,1 9-5 0,3 4-10 0,0 0-9 15,-2-9-6-15,2 9-6 0,0 0-5 0,0 0-2 16,-3 26 4-16,3-3-6 0,-4 6 2 0,2 1 0 16,0 3 1-16,-3 0-9 0,3-1 3 0,0 2 1 15,0-3-6-15,-1 1-2 0,2-4-6 0,-3 1 1 16,3 0-3-16,-1-2-4 0,3-2 7 0,-1-7-6 15,0 1 0-15,0-1-2 0,-1-2-16 0,2-1-9 16,-4-3-38-16,2 1-24 0,0-4-39 0,1-9-34 16,0 0-35-16,-3 16-59 0,3-16-217 0,0 0-499 15,-6 11 221-15</inkml:trace>
  <inkml:trace contextRef="#ctx0" brushRef="#br0" timeOffset="159466.21">18965 16626 154 0,'0'0'165'0,"23"-11"0"0,-4 5-7 15,3 3-8-15,10-1-13 0,-2 1-11 0,5-1-11 16,1 3-11-16,-6 1-5 0,2 0-12 16,2 1-10-16,-5 2-7 0,-7 0-5 0,7 2 6 15,-9 0-3-15,-4 0-9 0,-2-1-9 0,-3 2-2 16,-2-3 0-16,0 3-4 0,1-1-1 0,-4 0-1 15,-6-5-2-15,10 9-7 0,-4-5-5 0,-6-4 2 16,6 8-5-16,-6-8-1 0,7 7-1 0,-7-7 1 16,10 7 3-16,-2-4-5 0,-8-3 1 0,14 0-2 15,-14 0-1-15,23-3-5 0,-10-2 3 0,4 0 0 16,2-3 2-16,0 0-1 0,0 1 6 0,-4-3-3 16,3 0 7-16,-5-1 3 0,-5 1 3 0,0 1-2 15,-4-3 0-15,0 0-6 0,-3 0 3 0,-3 0-5 16,-5-3-3-16,-3 1-2 0,0-1-8 0,-5 5-3 15,-1 1-8-15,-2 3-12 0,0 3-17 0,-3 2-25 16,0 2-25-16,2 2-29 0,-1 3-53 0,3 2-61 16,-1 0-158-16,7 1-410 0,1-2 181 0</inkml:trace>
  <inkml:trace contextRef="#ctx0" brushRef="#br0" timeOffset="159728.44">19712 16473 1572 0,'16'-24'-38'16,"-3"1"45"-16,-3-1 20 0,0 8 0 0,-2 0 28 0,-2-1 4 16,-2 7 11-16,1-2-4 0,1 3 12 15,-2 0 15-15,-1 4-6 0,-1 0-7 0,-2 5-15 16,5-6-3-16,-5 6-7 0,0 0 4 0,8 12-1 16,-5 5 0-16,-1 8-8 0,3 4 12 0,-3 2-6 15,-1 1-4-15,-1-1-2 0,0 3-7 0,-3-4 2 16,2 0-6-16,-4-3-5 0,4-1-15 0,-1 0 12 15,-1-2-14-15,-1-5 9 0,2-2-2 0,1 1-7 16,1-2-13-16,-1-4-25 0,-2 1-33 0,3-3-41 16,0-10-43-16,-2 15-48 0,2-15-56 0,-5 11-154 15,5-11-428-15,0 0 189 0</inkml:trace>
  <inkml:trace contextRef="#ctx0" brushRef="#br0" timeOffset="160391.84">19638 16554 20 0,'0'0'168'0,"25"-3"-15"0,-4 3-13 15,7-3-10-15,4 2-11 0,2-2-13 16,1-1-10-16,18-1-9 0,-17 4 0 0,-1-3-8 16,5 0 2-16,-3-1-9 0,-4-1-9 0,0 0-7 15,-4 2 11-15,-10 0-1 0,-6 1 14 0,-3 2 10 16,1 0-1-16,-11 1 3 0,12-1-4 0,-12 1-6 15,0 0-5-15,11 0-9 0,-11 0-8 0,0 0-6 16,0 0-4-16,0 0-2 0,-25 20-10 0,11-9 1 16,-2 0-2-16,1 3-7 0,1 0 1 0,0 0-7 15,5-1 0-15,0 1-5 0,1-4-2 0,5 2-2 16,-1-3 0-16,2 1 1 0,2-10-2 0,-1 16 1 16,1-16-1-16,3 12-3 0,2-6 3 0,-5-6-3 15,14 5-2-15,-3-3 4 0,1-1-1 0,-12-1-4 16,22-3-1-16,-11 0 1 0,-2 0-3 0,-9 3 3 15,13-7-1-15,-6-1-3 0,0 1-8 0,-2-2-3 16,-2 0-4-16,-1-2-7 0,1 1 2 16,-2-1 3-16,-1 11-2 0,-1-18 4 0,1 18-1 15,-3-13 1-15,3 13-1 0,-2-9-4 0,2 9 0 16,0 0 6-16,0 0-2 0,0 0 0 0,0 0 4 16,0 0-3-16,-23 22 4 0,17-13 2 0,5 1-1 15,1 2-1-15,0-12 1 0,5 20 2 0,2-9 4 16,-1-2-3-16,2 0 0 0,1-2 2 0,5-1-3 15,4-1 6-15,5-3-7 0,6 1-1 0,-1-4-5 16,0-3-3-16,-7 2 0 0,7-5 2 0,-9-1-1 16,-4 0 4-16,1-1-2 0,-5-5 2 0,1 1 3 15,-5-2-7-15,0-2 6 0,0 1 2 0,-2-5-3 16,2-3 1-16,-5-2 4 0,0-2 1 0,0 1-4 16,-3-1 3-16,-2 1 0 0,-1 0-1 0,1 0 2 15,-1 8 1-15,0-8 13 0,2 10 7 0,-1 0 15 16,0 6 5-16,3 11 6 0,-3-14-1 0,3 14-9 15,0 0-6-15,-7-10-5 0,7 10 6 0,0 0-7 16,0 0 9-16,-13 35 2 0,7-7 1 0,-2 2-3 16,4-1-4-16,1 3-3 0,-4 1 1 0,6-1-3 15,0 0-1-15,2 0-2 0,0-3-16 0,-2 1-22 16,2 1-31-16,-2-4-43 0,1 0-45 0,4-3-53 16,-2-5-49-16,1-1-160 0,-1-5-432 0,2 4 193 15</inkml:trace>
  <inkml:trace contextRef="#ctx0" brushRef="#br0" timeOffset="161100.04">20947 16620 14 0,'0'0'205'0,"0"0"-5"0,-12 0-18 0,12 0-9 16,0 0-13-16,0 0-11 0,0 0-9 0,0 0-11 16,0 0-14-16,0 0-6 0,-12-2-15 0,12 2-5 15,0 0-4-15,0 0-11 0,0 0 0 0,0 0-4 16,0 0 0-16,0 0-6 0,0 0-3 0,42-5-6 16,-29 4-1-16,6-2-5 0,-6 3-3 0,-1-1-6 15,2 1 2-15,-2-2-9 0,-12 2-4 0,29-2 1 16,-16 1-4-16,0 1-1 0,1 0-4 0,3-1-3 15,-6 0-3-15,2-1 1 0,-13 2-3 0,19 2-15 16,-9-2-17-16,1 1-29 0,1 1-28 16,-12-2-34-16,30 2-40 0,-12-2-61 0,-1 0-149 15,3 0-388-15,-1-3 173 0</inkml:trace>
  <inkml:trace contextRef="#ctx0" brushRef="#br0" timeOffset="161491.79">21448 16400 187 0,'0'0'198'0,"0"0"-10"16,0 0 5-16,0 0-10 0,0 0-20 0,0 0-3 15,0 0-2-15,19 31-13 0,-10-13-10 0,4 4-4 16,-2 2-4-16,-2-1-15 0,3 0-18 0,-1 1 4 15,-4-6-3-15,3 5-10 0,-5-8-11 0,1 3-4 16,1-3-5-16,-2 1-4 0,2-2-7 16,-3-3-5-16,2 0-5 0,-4-2-2 0,2-3-5 0,-1-2-9 15,-3-4 18-15,0 0 6 0,5 13 19 0,-5-13 13 16,0 0 4-16,6 3-2 0,-6-3-12 0,0 0-9 16,11-15-9-16,-5 6-10 0,0-2-1 0,3-3-7 15,0-5-7-15,1 3-12 0,4-8 16 16,0-1-6-16,1-4-4 0,0 1 0 0,1-3-7 0,-2 2-3 15,3-1 0-15,-3 4 0 0,1 0-11 16,-4 9-1-16,-2 1-13 0,-1 3-11 0,-1 3-27 16,-2 2-37-16,-5 8-42 0,6-8-24 0,-6 8-21 15,0 0-7-15,0 0-31 0,0 0-41 0,13 16-201 16,-13-16-489-16,-1 30 217 0</inkml:trace>
  <inkml:trace contextRef="#ctx0" brushRef="#br0" timeOffset="161768.44">21911 16659 53 0,'11'-5'185'0,"-2"2"2"0,4-3-8 0,-13 6-11 15,18-10-11-15,-7 4-7 0,2-1-7 0,-5 0-6 16,2-2-10-16,0 1-12 0,3-5-10 0,-2 1-8 16,-3 1 0-16,-3 3 1 0,-1-5-8 0,1-1-13 15,-4 2-1-15,-1 0-3 0,-1 0-6 16,-3 1-6-16,4 11 3 0,-9-17-15 0,0 11 9 15,-2 2-8-15,-1 2 1 0,12 2-11 0,-32 4 8 16,15 4-5-16,-8 5-2 0,9-1-16 0,-2 1 9 16,1 6-11-16,-1 0 7 0,11-2-7 0,-1 0-1 0,3 0-1 15,0 2 0-15,7-2-3 0,3 0-10 0,4-1-10 16,4-2-33-16,14 5-33 0,6-6-52 16,20 1-41-16,7-7-56 0,-2 1-201 0,4-6-454 15,4 0 201-15</inkml:trace>
  <inkml:trace contextRef="#ctx0" brushRef="#br0" timeOffset="162062.37">22973 16398 216 0,'-6'-10'205'15,"6"10"-10"-15,-7-19-6 0,7 19-16 0,-9-11-13 16,9 11-15-16,-12-7-22 0,12 7-2 0,-19 5-12 0,4 3-8 16,-8 8-3-16,0 3-9 0,4 3 3 0,0 1-11 15,2-1-10-15,4 1-4 0,3 0-9 16,5-4-4-16,0-1-3 0,6 0-10 0,3 0 2 0,2-1-12 16,2 0 6-16,5-2-5 0,1-2-11 15,2 1-14-15,11 1-18 0,-1-5-27 0,4-1-26 16,1-2-26-16,1-6-36 0,1 1-18 0,-3-4-31 15,-1 1-8-15,-1-3-114 0,-9-1-321 0,-1-2 142 16</inkml:trace>
  <inkml:trace contextRef="#ctx0" brushRef="#br0" timeOffset="162426.57">23269 16280 100 0,'-4'-17'139'0,"2"5"23"0,2 12 4 0,-3-17-9 16,3 17-14-16,-2-13-17 0,2 13-13 0,0 0-10 15,0 0 1-15,0 0 6 0,0 0-2 0,2 65-6 16,0-29-1-16,-2 11-2 0,-3-1-9 0,3-10-6 16,-1-3-3-16,2 2-9 0,-4-3-6 0,2 0-3 15,-2-6-6-15,1 2-5 0,3-9-6 0,-2-2-5 16,1-4-4-16,-1-2-5 0,-1-1 1 16,2-10 6-16,-2 15 10 0,2-15 11 0,0 0 2 0,0 8-9 15,0-8-1-15,0 0-6 0,0 0-8 16,0 0-3-16,0 0 1 0,0 0-7 0,13-33-4 15,-2 19-1-15,1-4 2 0,3-2-4 0,4-2-6 0,1 2-6 16,1-3-1-16,1 4-2 0,-2 2-3 0,-4 5 0 16,-1 4 1-16,-4 2-4 0,0 1-3 0,3 3-7 15,-14 2 7-15,19 4 2 0,-10 1 0 16,0 5 0-16,1 1 1 0,-4 2 1 0,1 3-1 16,-3 1 1-16,-1 0 1 0,0 0 0 0,-2 2-3 15,1-3-28-15,4 1-20 0,-4-2-34 0,2-3-35 16,0 0-43-16,2-2-53 0,0-2-219 0,-6-8-468 15,15 11 207-15</inkml:trace>
  <inkml:trace contextRef="#ctx0" brushRef="#br0" timeOffset="163053.7">23837 16486 192 0,'-22'0'198'0,"10"2"-8"0,-5 7-7 15,-7 2-6-15,4 6-15 0,5-3-9 0,-5 5-15 16,9-4-9-16,2 2-13 0,0-1-12 0,1-2-9 16,3-3-11-16,3 2-4 0,2-1-9 15,2-2-6-15,3 0-4 0,0 0-4 0,2-3-7 16,1 0-2-16,3-2-6 0,-1-3-2 0,3-1-5 16,0-2-2-16,-13 1-5 0,24-4 0 0,-11 1-2 15,-3-4-7-15,3 0 4 0,-2-3-7 0,0 1-1 16,3-2 1-16,-5 2-3 0,0 0 0 0,2-6-4 15,-6 4-1-15,3-3 0 0,-2 3 0 0,-1 1 5 16,-1 3-3-16,0-2 4 0,-4 9 5 0,4-10-1 16,-4 10-2-16,4-8-5 0,-4 8-2 0,0 0 2 15,0 0-1-15,0 0 2 0,0 0 3 0,0 0-1 16,6 25 1-16,-5-14 1 0,1-1 0 0,0 0 2 16,2-1-2-16,-1 2-2 0,2-2 4 0,0 0-2 15,-1-3-2-15,3 2 7 0,3 0-3 0,1-1-4 16,-1-2 4-16,4-1-2 0,0-2 0 0,0 0 2 15,0-1-6-15,-1-4 2 0,-1-1-5 0,0 1 5 16,0-3-4-16,-1 0-3 0,1-1 6 0,-3 0-4 16,-2-3-3-16,0 2 3 0,-3-5-3 0,1 3 0 15,-3-6-2-15,-3-1 1 0,-3 1-2 0,0-3 0 16,-2 3 0-16,0 0-3 0,-2-1-1 0,3 8 2 16,-4-6-1-16,4 5 0 0,0 1-1 0,1 1 2 15,4 8-4-15,-7-10-7 0,7 10 8 0,-5-8-3 16,5 8 3-16,0 0 4 0,0 0-3 15,0 0 3-15,0 0-2 0,27-4-3 0,-14 7 1 16,0 0 1-16,3 0-1 0,-4 4 1 0,1-2-2 16,3 4 2-16,-4 2 8 0,-1 0-1 0,-4 1 2 15,-1-1-1-15,0 4-1 0,-3-3 4 0,2 4 4 16,-2-4-2-16,-2-1-1 0,0 6 2 0,-1-1-4 16,1-2 3-16,-1-3-5 0,2 2-8 0,-2-1-23 15,0-2-24-15,2 1-31 0,0-2-29 0,-2-9-38 16,7 19-38-16,1-13-34 0,1 0-24 0,1-1-149 15,-10-5-423-15,19 6 188 0</inkml:trace>
  <inkml:trace contextRef="#ctx0" brushRef="#br0" timeOffset="163711.16">24488 16465 16 0,'-4'-6'193'0,"-2"2"-4"0,6 4-10 16,-16-2-8-16,16 2-8 0,-22 8-10 15,8 2-1-15,1-1-8 0,-1 2-18 0,1 3-8 16,4 1-8-16,-2-1-8 0,3 1-15 0,3-3-8 16,2 0-4-16,3-4-11 0,-2 3-6 0,2-11-4 15,2 19-3-15,-2-19-2 0,4 9-9 0,-4-9 0 0,9 7-4 16,-9-7-5-16,12 0 0 0,-12 0-7 0,0 0 1 16,23-11-1-16,-17 7-5 0,2-2 5 15,-1-2-6-15,2 0-1 0,-1-1-3 0,-3-1 1 16,3 0 2-16,-3 0-6 0,-1-2-2 0,1 4 2 15,2-3-6-15,-2 3 8 0,1-1 3 0,-6 9 1 16,6-8-3-16,-6 8-3 0,5-5-1 0,-5 5 11 16,0 0 14-16,13 15 14 0,-11 0 7 0,-2 3-1 15,2 7-2-15,-4 2 6 0,0 2-3 0,-1 1 4 16,-2 4-9-16,0-2-6 0,-3 14 0 0,2-11-3 16,-3 0 2-16,-2-3-10 0,3 0-3 0,0 0-2 15,-3-3-1-15,-1-4-8 0,1 1-4 0,1-8 7 16,1 0-9-16,-3-3 3 0,2 0 3 0,0-1-2 15,1-6-5-15,0-1-2 0,-1-1 3 0,-1-2-6 16,1-1-2-16,2-2 0 0,-2-2-8 0,10 1-1 16,-15-3-6-16,7-1-6 0,2-2-2 0,-1-2-3 15,1-3-10-15,4-1-1 0,2-6-7 0,2 0 5 16,6-8-4-16,1 1 4 0,5-3 1 0,6 0 2 16,2 3 8-16,14-8-4 0,-11 8 6 15,5 2 0-15,9-5 3 0,1-1 1 0,1 0-1 0,-11 6 6 16,13-4 0-16,-2 0-3 0,-12 5 2 0,3 0 5 15,-3-3-2-15,0 3 3 0,-4-3-1 16,-2 2 0-16,-3 1 4 0,-3-3-1 0,-4 3-1 0,-4 5 4 16,1-8 0-16,-6 9 1 0,1 0-2 0,-1 1 1 15,-4 4 8-15,0 0 0 0,0 11-3 16,-12-15 1-16,4 12 3 0,-3 1 0 0,11 2 1 16,-33 8 5-16,11 7-3 0,3-5 4 0,-1 10-6 15,2 1 5-15,2 2-6 0,10-4 5 0,-1 5-5 16,2 0 3-16,5-5-6 0,7 5 0 0,0 0-20 15,6-4-25-15,8 2-36 0,-2-4-39 0,4-1-40 16,0-2-51-16,-7-2-45 0,-1 0-172 0,-5-5-459 16,0 4 203-16</inkml:trace>
  <inkml:trace contextRef="#ctx0" brushRef="#br0" timeOffset="175099.87">25246 16443 97 0,'-13'-5'125'16,"1"2"-6"-16,0-1 1 0,-1 0-10 0,7 3 1 15,-3 0-3-15,9 1-4 0,-13-3-9 0,13 3-9 16,-9-3-9-16,9 3-5 0,-5 0-3 0,5 0-2 16,0 0-11-16,0 0-5 0,-10-4-1 0,10 4 3 15,0 0-6-15,0 0-6 0,0 0-1 0,37-3-9 16,-19 3 6-16,2-3-5 0,7 3-4 0,-5 0-1 15,0 0-5-15,-1 0-7 0,2-1-15 0,-6 2-18 16,4 1-31-16,-8-2-16 0,1 1-15 0,-1-1-29 16,-1 0-9-16,-12 0-16 0,19 4-86 0,-10 1-238 15,-9-5 105-15</inkml:trace>
  <inkml:trace contextRef="#ctx0" brushRef="#br0" timeOffset="175292.01">25098 16584 11 0,'12'2'80'0,"5"-1"-5"0,4 2-2 15,4-3-13-15,7 0-22 0,-1-1-18 0,6 1-34 16,-3-2-44-16,-3 2-61 0,-3-2 27 0</inkml:trace>
  <inkml:trace contextRef="#ctx0" brushRef="#br0" timeOffset="175591.97">25273 16198 42 0,'0'0'124'0,"0"0"2"0,0 0-14 0,47-1-7 16,-25 5-9-16,12 2-2 0,0 2-9 0,0 3-11 15,1 0 5-15,-6 3-14 0,1 2-5 16,-6 1 1-16,-1 1-5 0,-6 2-2 0,0 2 2 16,-8-4-4-16,0 6 3 0,-4-5-10 0,-1 7 8 15,-6-6-6-15,-1 6-5 0,-4-1 4 0,-3-7-6 16,-1 6-5-16,-2-7-1 0,-2 6-1 0,-3-5-10 0,0 1-1 15,2-5 0-15,1-1-2 0,1 0-15 0,-1-1-22 16,-2 1-28-16,2-2-37 0,4 0-42 0,4 0-33 16,-2-5-83-16,3 2-260 0,6-8 115 0</inkml:trace>
  <inkml:trace contextRef="#ctx0" brushRef="#br0" timeOffset="176273.14">26247 16365 104 0,'0'0'118'0,"0"0"3"0,0 0-3 0,-19 24-5 16,9-11-12-16,-5 7-2 0,6-4-13 0,-2 0-6 16,2 1-4-16,0 1-5 0,-1-2 2 0,2-1-8 15,-1-1 1-15,4-4-3 0,0 0-9 0,1-1 2 16,0-2-11-16,2-1-2 0,1 1-5 0,1-7 6 16,-6 7 9-16,6-7 24 0,-4 5 7 0,4-5 2 15,0 0-10-15,0 0-8 0,0 0-3 0,0 0-9 16,-5-16-6-16,5 16-7 0,0-26 2 0,3 7-9 15,-2 1 1-15,0-7-8 0,3 0-5 0,2-3-1 16,1-3-5-16,1 3 4 0,0-3-6 0,1-1 1 16,2 1-4-16,3-1 3 0,-1 3-8 0,1-2 3 15,-1 1-3-15,-1 6-2 0,3 3 0 0,-6 8-2 16,3 1-3-16,-2 2 3 0,-3 4-6 0,3 0 3 16,-4 2-6-16,-6 4 2 0,18-1-2 0,-18 1 4 15,18 9-1-15,-9-1-1 0,3 3 1 0,-2 7-3 16,3 6 4-16,-1 1 0 0,-5 2-2 0,-1 0 6 15,-1 2 2-15,2-2-1 0,-3 1-3 0,1-1 4 16,1-2-2-16,-6-1-1 0,3-5 0 0,-1 2-1 16,2-3 1-16,-4-2 1 0,2 0-2 15,1-4 3-15,-1 1-1 0,1-1 2 0,-1-1-6 0,2 1-11 16,-2-3-22-16,0 2-22 0,1-3-31 0,-3-8-30 16,2 13-39-16,-2-6-28 0,0-7-150 0,-2 11-362 15,2-11 161-15</inkml:trace>
  <inkml:trace contextRef="#ctx0" brushRef="#br0" timeOffset="176431.06">26230 16438 25 0,'32'3'-2'0,"-3"3"-3"15,4-1-3-15,-3-4 2 0</inkml:trace>
  <inkml:trace contextRef="#ctx0" brushRef="#br0" timeOffset="176577.65">26670 16488 49 0,'0'0'161'16,"0"0"-20"-16,0 0-16 0,0 0-13 0,0 0-16 15,0 0-45-15,0 0-26 0,0 0-38 0,0 0-36 16,0 0-68-16,0 0-126 0,0 0 56 0</inkml:trace>
  <inkml:trace contextRef="#ctx0" brushRef="#br0" timeOffset="180074.19">26965 16245 18 0,'0'0'32'0,"0"0"16"16,0 0-16-16,0 0 2 0,0 0 7 0,0 0 6 15,0 0-1-15,-14 6 8 0,14-6-7 0,0 0 6 16,0 0-2-16,0 0 0 0,0 0 11 0,0 0-11 16,0 0 8-16,-5-8-8 0,5 8-3 15,0 0-2-15,0 0-5 0,0 0 4 0,0-12 5 16,0 12-2-16,-2-7-5 0,2 7-7 0,0 0 1 16,2-12 6-16,-2 12 9 0,-2-10-2 0,2 10 7 15,-2-7-6-15,2 7 11 0,0 0-11 0,0 0-3 0,0-9-10 16,0 9 0-16,0 0-7 0,0 0-6 15,0 0-4-15,0 0-1 0,0 0-5 0,0 0 5 16,0 0 0-16,0 0 5 0,-4 33-3 0,3-18 1 16,-1 2-2-16,2-1 5 0,-5 4-2 0,3-1-5 15,-2 1-23-15,3 4 2 0,-3-4 1 0,4-4-1 16,-4 1-3-16,4 1 2 0,-2-1 3 0,0-1-3 16,1-3 2-16,1-1 1 0,0 0 2 0,0-2 0 15,1 1-2-15,-1-3 0 0,0 2 2 0,0-3 0 16,0-7 4-16,2 11-13 0,-2-11-19 0,2 9-13 15,-2-9-31-15,0 6-10 0,0-6-14 0,4 5-33 16,-4-5-128-16,0 0-274 0,0 0 121 0</inkml:trace>
  <inkml:trace contextRef="#ctx0" brushRef="#br0" timeOffset="180264.56">27015 16298 55 0,'30'5'97'0,"-12"-2"-15"15,0 2 0-15,9 2-16 0,-5-2-5 0,-3 2-8 16,1 2-20-16,0 0-23 0,-3 1-28 16,0-1-26-16,1 0-36 0,-5 1-86 0,-2-4 38 15</inkml:trace>
  <inkml:trace contextRef="#ctx0" brushRef="#br0" timeOffset="180493.89">27355 16129 38 0,'0'0'147'0,"-3"-13"-18"0,3 13-6 0,0 0-11 16,0 0-5-16,0 0 4 0,0 0-3 0,0 0-9 15,-8 45-8-15,6-26-9 0,2 6-5 0,-2 0-18 16,1 1 4-16,-3-2-9 0,1 4 2 0,3-2-15 16,-2 1-8-16,0-2-24 0,2-4-19 15,-1 5-24-15,1-8-31 0,0-2-25 0,0 3-20 0,0-4-95 16,1-1-223-16,-1-5 99 0</inkml:trace>
  <inkml:trace contextRef="#ctx0" brushRef="#br0" timeOffset="180700.1">27568 16328 114 0,'0'0'135'0,"0"0"-4"0,5-3-5 0,-5 3 1 16,0 0 5-16,0 0-6 0,0 23-12 0,-5-12-4 16,3 6-6-16,0-1-9 0,-2 1-10 0,-1 0-7 15,5 1-12-15,-2 1-1 0,2-1-8 0,0 2-6 16,-2-3-10-16,4-1-12 0,-2-1-29 0,0-3-24 15,-2 0-27-15,4 0-35 0,-2 0-28 0,0-12-32 16,0 18-82-16,0-18-246 0,-4 10 108 0</inkml:trace>
  <inkml:trace contextRef="#ctx0" brushRef="#br0" timeOffset="180939.74">27710 16330 42 0,'20'3'151'0,"2"1"-9"0,-1 2-14 16,-1 1-4-16,-4 1-6 0,-1 3-10 0,-1 0-4 15,-5 4-16-15,1-2-7 0,0 4-7 16,-6-1-4-16,-2-3 0 0,-1 3-12 0,-2 2 0 16,-4-1-8-16,-2 0-2 0,-7-1-8 0,-3 3 0 15,0-6-7-15,2 0-2 0,-8 1-3 0,4-3-8 16,-5 0-18-16,-2-3-20 0,1 3-29 0,8-6-22 15,-2-1-33-15,3-2-24 0,3 3-99 0,-6-3-243 16,9-4 108-16</inkml:trace>
  <inkml:trace contextRef="#ctx0" brushRef="#br0" timeOffset="181131.72">28222 16354 81 0,'0'0'141'0,"0"0"-9"15,0 0-8-15,0 0-25 0,0 0-24 16,0 0-42-16,0 0-35 0,0 0-42 0,0 0-63 16,0 0-115-16,0 0 51 0</inkml:trace>
  <inkml:trace contextRef="#ctx0" brushRef="#br0" timeOffset="181637.87">28208 16215 189 0,'0'-13'185'0,"0"13"-22"0,0 0-5 0,0 0-4 16,0 0-3-16,0 0-10 0,-2 29-6 0,2-17-13 15,0 3-10-15,0 3-15 0,0 0-6 0,2-3-10 16,1 3-8-16,1 0-8 0,1-4-6 0,4 2-5 16,-4-5-3-16,1 1-4 0,3-5-6 0,4 4-3 15,-3-5-1-15,1-1-5 0,1-2-1 0,0-3-5 16,-12 0 0-16,29-6-3 0,-17 1-5 0,0-1 0 16,-2-2-4-16,4-2 4 0,1-2-5 0,-3-2-1 15,-1-1 2-15,2 2-2 0,-1-2-2 0,-1-2 1 16,-2 3-4-16,2 2-2 0,-4 0-1 15,0 3 3-15,-3 1-4 0,-4 8-1 0,6-9-4 16,-6 9-1-16,0 0-1 0,8-5 0 0,-8 5 3 16,0 0-4-16,0 0 5 0,6 22-6 0,-6-11 4 15,2 2-1-15,-2-1 3 0,2 1-6 0,-2 1 3 16,3 1 0-16,-1-4 3 0,1 0-5 0,-1-2 4 16,-2-9-3-16,7 15 3 0,-1-11 3 0,1 1-1 15,-7-5 2-15,19 2-5 0,-8-5 10 0,2-2-3 16,1 0-3-16,1-2 4 0,-4-1-6 0,0-3 3 15,-2-2 0-15,-1-4-3 0,-2 1 3 0,1-1-2 16,-2-1 1-16,-1-1 1 0,-1-5-3 0,0 5 2 16,-2 0 4-16,-5 0-5 0,2 1 0 0,-2 2 0 15,4 3-7-15,-4 2-16 0,4 11-23 0,-5-14-31 16,5 14-31-16,0 0-22 0,-18-10-29 0,18 10-14 16,0 0-134-16,-17 20-331 0,5-6 147 0</inkml:trace>
  <inkml:trace contextRef="#ctx0" brushRef="#br0" timeOffset="181930.47">28731 16460 33 0,'0'0'171'0,"8"5"2"16,-8-5-12-16,0 0 1 0,6 4-8 0,-6-4-1 16,0 0-4-16,0 0 3 0,0 0-2 0,0 0-6 15,0 0-14-15,0 0-10 0,0 0-11 16,0 0-12-16,0 0-13 0,12-21-9 0,-10 14-4 15,1-3-8-15,2-2-10 0,1-2-4 0,2-1-2 16,1 1-5-16,-2-1-7 0,4 1-5 0,0 0-5 16,1 3 1-16,-2-2-6 0,1 6 1 0,-3 0 1 15,0 1-15-15,-2 1 3 0,-6 5 1 0,13-3-4 16,-13 3-1-16,0 0-2 0,13 9 3 0,-11-1-1 16,1 3-3-16,-2 1 2 0,-1 1-2 0,0 4 2 15,0 1-13-15,-1-4-21 0,-2 5-22 0,1-8-30 16,1 6-48-16,1-6-40 0,1 2-29 0,-2-1-157 15,1-12-386-15,7 17 171 0</inkml:trace>
  <inkml:trace contextRef="#ctx0" brushRef="#br0" timeOffset="182125.36">29145 16259 55 0,'0'0'201'0,"0"0"-18"16,9-10-17-16,-9 10-21 0,15-5-12 0,-3 4-15 16,-12 1-22-16,20 1-31 0,-20-1-39 0,22 3-23 15,-22-3-40-15,23 2-26 0,-14 0-24 16,-3 3-9-16,1-2-56 0,-7-3-163 0,10 9 72 16</inkml:trace>
  <inkml:trace contextRef="#ctx0" brushRef="#br0" timeOffset="182273.99">29247 16345 149 0,'0'0'166'0,"-10"3"-3"0,10-3 7 0,0 0 1 16,-8 5-13-16,8-5-11 0,0 0-11 0,-6 5-13 15,6-5-16-15,0 0-9 0,0 0-7 0,0 0-9 16,0 0-8-16,0 0-17 0,23 5-35 0,-10-3-25 16,6-1-46-16,10-2-41 0,5 3-55 0,-1-3-127 15,-4 2-294-15,6-1 131 0</inkml:trace>
  <inkml:trace contextRef="#ctx0" brushRef="#br0" timeOffset="183197.26">30223 16215 74 0,'0'0'141'0,"-3"-6"-7"16,3 6 2-16,0 0-8 0,-9 18 2 15,4-8-21-15,-3 6 4 0,-1-2-11 0,0 4-6 0,2-1-11 16,-4-1-2-16,2 0-8 0,2 1-9 16,-1-4-7-16,2-1 1 0,1-2-7 0,-1-1-7 0,3 1-1 15,-1 0-10-15,0-3 6 0,3-2-7 0,1-5 2 16,-4 11 5-16,4-11 3 0,-5 5 11 15,5-5 7-15,0 0 6 0,0 0 15 0,-4 5-14 16,4-5-4-16,0 0-8 0,0 0-6 0,-4-18-9 16,4 9 7-16,-1-3-12 0,2 0-4 0,0-5-2 15,3 2-6-15,5-9-4 0,-3 5 0 0,6-4-3 16,-2-3 2-16,4 1-6 0,0-2 4 0,3 2-8 16,-3 0 1-16,4-3-4 0,-3 7 3 0,2-2-4 15,1 1 0-15,-4 8-1 0,-3-4-2 0,5 7 0 0,-3-1-2 16,2 3 2-16,-6 2-4 0,1 4-1 15,3-1 7-15,-3 5-11 0,-10-1 1 0,23 6 1 16,-9 3 2-16,-4 0 1 0,0 7 4 0,0-2-5 16,-2 3-1-16,1 2 2 0,-4-1 7 0,-1 0-5 15,3 7 1-15,-4-6 0 0,1-1 1 0,0 1-2 16,-1-2 3-16,-2-1-1 0,4 0-2 0,0 1-1 16,-1-1 6-16,-3-4-9 0,3-1 6 0,-1 2 0 15,-1-1 2-15,2-2-5 0,1 1-8 16,-5-2-20-16,3 3-17 0,-1-5-26 0,1 4-20 15,-3-11-27-15,0 0-24 0,1 18-22 0,3-12-26 0,-4-6-149 16,0 0-366-16,-9 9 161 0</inkml:trace>
  <inkml:trace contextRef="#ctx0" brushRef="#br0" timeOffset="183352.11">30193 16340 137 0,'0'0'121'0,"0"0"-10"16,0 0-13-16,0 0-8 0,41 1-11 0,-21 1-11 16,14-2-17-16,18 0-32 0,-15 1-61 0,3-1-80 15,-3 3-133-15,1-3 59 0</inkml:trace>
  <inkml:trace contextRef="#ctx0" brushRef="#br0" timeOffset="184397.94">30818 16073 81 0,'0'0'152'16,"0"0"-15"-16,0 0-7 0,0 0-10 0,0 0-2 0,0 0-7 15,0 0-2-15,14 32-6 0,-11-15-4 16,1-1-12-16,-1 3-5 0,1 0-9 0,1 0 0 15,-4-2-7-15,6 2-8 0,-1-2-5 0,-1-3-5 16,4 1-5-16,-4-3 4 0,-1-2-10 0,3-1 2 16,-2-1 3-16,1-3-1 0,-1-1 0 0,-5-4-1 15,17 5-4-15,-7-6 1 0,-10 1-4 0,22-4-6 16,-9-2-1-16,-2-2-2 0,4-1-2 0,0-3-4 16,-3 1-2-16,5-4 1 0,-2 2 0 0,-1-1-5 15,2-7-2-15,-5 6-1 0,1 2-2 0,0 1-3 16,-5-1 7-16,-1 1-8 0,1 1 5 0,-7 11-10 15,7-9 10-15,-7 9-10 0,0 0 3 0,0 0-4 16,0 0 2-16,19 10-1 0,-16 0 3 0,-3-10 0 16,3 21-3-16,-1-10-3 0,-1 2 1 0,2 3 4 15,-1-1 2-15,2-3-3 0,-1 0-6 0,-1-2 8 16,2 0 1-16,-1 0 4 0,1-2-1 0,-4-8-3 16,11 8 0-16,-3-6 2 0,-8-2-3 0,14 3 3 15,-1-6 0-15,-2-1-4 0,2-1 5 0,-2-1-5 16,4-5 3-16,-5 4 3 0,4-5 5 0,0-1 0 15,-4 1-2-15,-1-2-2 0,-1-2-2 0,-2 3 5 16,0-4-1-16,-2-1 0 0,0 1-3 0,-1-2-4 16,-1 2 3-16,0 0 1 0,-1 5 0 0,-1 12-3 15,0-22-4-15,0 22-11 0,0-14-18 16,0 14-26-16,0 0-29 0,0 0-10 0,0 0-15 16,0 0-18-16,0 0-31 0,0 0-16 0,0 0-99 15,0 0-298-15,0 0 132 0</inkml:trace>
  <inkml:trace contextRef="#ctx0" brushRef="#br0" timeOffset="184690.07">31540 16136 28 0,'0'0'165'0,"8"-5"-2"16,-8 5-14-16,0 0-10 0,0 0-9 0,0 0-15 15,0 0-9-15,0 0-3 0,0 0-1 0,0 0-2 16,0 0-2-16,0 0-14 0,-4 28 0 0,4-18-6 15,0-10-4-15,-3 27 4 0,0-11-8 0,1-1-5 16,2 2 2-16,-1 0-3 0,1-3-5 0,-3 3 24 16,5-3-2-16,-4 2-9 0,1-4-6 15,1 1-6-15,-3-1-12 0,3 4 0 0,-2-5-8 16,-1 2 1-16,3-1-4 0,-3-2-5 0,1-1 1 0,2 1-8 16,0-3-3-16,-1 0-2 0,1-7-2 0,-1 13-9 15,1-6-13-15,0-7-16 0,0 0-25 0,-4 16-30 16,4-16-23-16,-3 7-25 0,3-7-23 0,0 0-14 15,-1 8-47-15,1-8-123 0,0 0-357 16,0 0 158-16</inkml:trace>
  <inkml:trace contextRef="#ctx0" brushRef="#br0" timeOffset="184928.11">31562 16107 77 0,'9'-5'155'15,"1"-1"-4"-15,-10 6-2 0,23-8-14 0,-12 6-11 16,-11 2-3-16,21 0-15 0,-10 3-5 0,-11-3-3 16,16 10-6-16,-8-4-4 0,-2-2-8 0,0 5-5 15,-6-9 0-15,4 13-9 0,-1-5-5 16,-3-8-5-16,-3 18-7 0,-1-9 1 0,-5 1-10 0,0 0 1 16,-4-1-3-16,-2-1-10 0,1 1 2 0,3-3-7 15,-5 1-23-15,6-2-13 0,-4-1-28 0,1 1-38 16,13-5-23-16,-16 9-49 0,11-6-137 0,5-3-311 15,0 0 139-15</inkml:trace>
  <inkml:trace contextRef="#ctx0" brushRef="#br0" timeOffset="185115.43">31927 16270 200 0,'0'0'245'0,"0"0"-19"16,0 0-28-16,0 0-22 0,0 0-18 0,-2-16-29 16,2 16-26-16,0 0-36 0,0 0-28 0,0 0-39 15,0 0-53-15,0 0-64 0,0 0-112 0,0 0-248 16,0 0 111-16</inkml:trace>
  <inkml:trace contextRef="#ctx0" brushRef="#br0" timeOffset="185810.24">32152 15975 60 0,'0'0'190'0,"0"0"-9"15,0-13-10-15,0 13-5 0,0 0-19 0,0 0-16 16,0 0-9-16,0 0-17 0,0 0-5 0,0 0-4 15,0 0-4-15,0 0 0 0,0 0 4 0,0 0-5 16,11 35-13-16,-5-20 0 0,-2 3-7 0,-2 2-2 16,5 9-4-16,-4-6-5 0,-1-3-4 0,0-3-1 15,0 3-7-15,2-3-7 0,-4 1 1 0,2 0-15 16,-1 1 8-16,2-3-6 0,-3 0 3 0,-3-3-5 16,6-2-6-16,-2 3 4 0,-1-3-4 0,1 0-2 15,-1-11-11-15,2 17-14 0,-5-9-21 0,3-8-32 16,0 0-29-16,-6 16-28 0,6-16-46 0,-3 7-41 15,3-7-145-15,0 0-377 0,0 0 167 0</inkml:trace>
  <inkml:trace contextRef="#ctx0" brushRef="#br0" timeOffset="186002.12">32228 16059 156 0,'25'0'157'16,"-4"3"-13"-16,0 1-12 0,7-1-16 0,-1 0-13 16,4 4-6-16,-2 0-9 0,1 0-6 0,1-1-13 15,-11 0-25-15,5 4-22 0,-5-3-30 16,1 0-37-16,-3-1-28 0,-5-3-108 0,-3 2-196 16,-1 2 87-16</inkml:trace>
  <inkml:trace contextRef="#ctx0" brushRef="#br0" timeOffset="186199.2">32643 15957 56 0,'0'-9'193'0,"0"9"-3"0,-5-14-12 16,5 14-12-16,-1-10-18 0,1 10-13 0,0 0-8 16,0 0-5-16,0 0-4 0,0 0-5 0,-17 30-6 15,13-13-10-15,0 2-6 0,-5 6-12 0,4 3-2 16,2 0-7-16,-1 0-9 0,1-2-13 0,0 2-25 15,5-1-42-15,0 1-31 0,4-4-56 0,1 0-46 16,-3-7-160-16,0 0-338 0,0-6 149 0</inkml:trace>
  <inkml:trace contextRef="#ctx0" brushRef="#br0" timeOffset="186622.43">32862 16275 37 0,'0'0'191'16,"0"0"-12"-16,0 0-4 0,0 0-21 0,0 0-7 16,0 0-14-16,0 0-5 0,-34 76-12 0,34-76-11 15,0 0-3-15,-9 24-5 0,9-24-12 0,0 0-2 16,0 0 1-16,0 0 7 0,0 0 7 0,0 0 13 16,0 0 0-16,0 0-14 0,0 0-6 0,0 0-8 15,0 0-11-15,0 0-8 0,0 0-6 0,0 0-5 16,0 0-4-16,0 0-5 0,0 0-5 15,0 0 1-15,0 0-7 0,0 0-5 0,11-111-4 16,-4 85 0-16,-7 26-5 0,19-52-4 0,-6 27 2 16,1-2 0-16,-1 2-10 0,1 2 0 0,-14 23 1 0,24-33-2 15,-24 33-3-15,25-26 2 0,-25 26-5 0,19-16-3 16,-19 16-1-16,0 0 2 0,29-8-2 0,-29 8 1 16,0 0-1-16,0 0 3 0,44 27-5 15,-44-27 3-15,11 27 3 0,-11-27 0 0,6 33-2 16,-6-33 1-16,7 39 0 0,-7-39-1 0,3 36 0 15,-3-36 2-15,-2 34 2 0,2-34-2 0,0 0 1 16,-2 40 4-16,2-40-3 0,0 0-2 0,-2 34 3 16,2-34-11-16,0 0-27 0,0 0-28 0,0 36-29 15,0-36-39-15,0 0-32 0,0 0-37 0,0 0-41 16,-5 34-121-16,5-34-393 0,0 0 174 0</inkml:trace>
  <inkml:trace contextRef="#ctx0" brushRef="#br0" timeOffset="186766.23">32824 16273 39 0,'0'0'135'0,"0"0"-6"0,71-22-16 16,-71 22-9-16,50-2-19 0,-50 2-42 0,47-4-41 16,-47 4-44-16,36 0-60 0,-36 0-110 0,0 0 49 15</inkml:trace>
  <inkml:trace contextRef="#ctx0" brushRef="#br0" timeOffset="188112.86">26636 15927 5 0,'5'-7'80'0,"-5"7"-5"0,11-15 4 16,-4 8-1-16,-3 2-1 0,-1-3-3 0,-3 8 10 15,6-13-1-15,-1 7-5 0,-5 6 0 0,4-12-5 16,-4 12-3-16,7-10-5 0,-7 10-3 0,5-6-9 16,-5 6-2-16,0 0-12 0,0 0 5 0,0 0-3 15,0 0 7-15,0 0-3 0,-16 27 0 0,5-6-5 16,-8 5 13-16,4 5 0 0,-10 10 1 0,-2 4-1 15,-2 3-2-15,-1 1 4 0,-3 4 4 0,1-2-10 16,-12 22-13-16,9-25-1 0,2-2 4 0,1 0 1 16,-3-3-9-16,3-2 2 0,3-2-6 0,-4-3-3 15,5 1 5-15,3-10-6 0,2-3-1 0,2 3 5 16,-2-3-7-16,2-4 2 0,2 0-4 0,1 1-1 16,5-5 2-16,2-3-3 0,-1-1-3 15,5-3 4-15,-1 0-5 0,3-4-3 0,5-5 3 16,-9 7-1-16,9-7-2 0,-5 8 6 0,5-8 0 15,0 0-3-15,-6 5-6 0,6-5 2 0,0 0-3 0,0 0 1 16,0 0-11-16,0 0-4 0,0 0-19 0,0 0-18 16,0 0-18-16,0 0-21 0,25-23-28 15,-25 23-39-15,10-5-30 0,-3 1-125 0,-7 4-332 16,0 0 148-16</inkml:trace>
  <inkml:trace contextRef="#ctx0" brushRef="#br0" timeOffset="189015.68">30950 15680 14 0,'0'0'95'0,"0"-14"9"15,-2 7-6-15,2 7 2 0,0-12-7 0,-1 4-12 16,1 8-3-16,0-9-8 0,0 9 2 0,0 0-10 0,-1-9 2 15,1 9-9-15,0 0-1 0,0 0-16 0,0 0-1 16,-2-8-2-16,2 8-2 0,0 0 13 0,0 0-1 16,-16 21-5-16,4-7 11 0,-3 6-2 0,-3 4-2 15,-4 2 4-15,-9 12-3 0,0 0 5 16,-2 4 5-16,-5-2-5 0,0 6-1 0,-3 2 2 16,-14 15 2-16,17-16-8 0,-3-2 0 0,-15 19-3 15,16-19-7-15,-3-2 0 0,-16 20 3 0,22-26-16 16,-1 5 7-16,0-6-9 0,3-1 6 0,5-10 20 0,3-1-4 15,2 2-6-15,-2-5-4 0,4 1-4 16,4-3-1-16,1-1 1 0,3-4-3 0,1-3-4 16,3 2-2-16,0-7-5 0,3 0 1 0,2 2-2 15,2-4-2-15,4-4-7 0,-8 8-11 0,6-6-22 16,2-2-20-16,0 0-46 0,0 0-54 0,0 0-58 16,-18 2-154-16,18-2-386 0,-12-8 171 0</inkml:trace>
  <inkml:trace contextRef="#ctx0" brushRef="#br0" timeOffset="191267.78">8013 10158 130 0,'-7'-2'133'0,"7"2"7"0,-10-6-2 16,4 3-6-16,6 3-6 0,-9-5-2 0,9 5-11 15,-7-3-5-15,7 3-8 0,-4-4-6 16,4 4-5-16,0 0-7 0,0 0-3 0,-6-6-9 16,6 6-3-16,0 0-7 0,0 0-13 0,0 0 1 0,0 0-5 15,26-6-4-15,-6 2-3 0,8 0-2 0,9-2-2 16,18 0-4-16,3-3 0 0,3-1 2 16,34-1-4-16,-5 2-1 0,4-1-4 0,-1 2 1 0,5 4-4 15,-2-2-2-15,0-1-1 0,5 2 0 0,-1 0-1 16,2 4-1-16,6-7-2 0,10 8 0 0,-1-9 3 15,5 5-5-15,0-2 0 0,8 5-1 0,5-7 4 16,6 7-3-16,3-3-3 0,5 1 7 16,6-6-6-16,5 4 1 0,9-1-1 0,2 1 2 0,6-2 0 15,-2 2-1-15,0-3 4 0,9-2-1 0,1 4-2 16,-3-4-3-16,6 3-4 0,-2 3 8 0,1-1 1 16,-1 0 3-16,-8 4 2 0,-3-2-1 0,1 2 1 15,-4-1-5-15,-5 2 2 0,-6 3 2 0,-4-3-1 16,-12 3 0-16,0-2 3 0,-6 0-7 0,-10 1 1 15,-7-2-1-15,-7 0 0 0,-9 2 3 0,-10-2-2 16,-31-1 0-16,1 1-2 0,1-1 0 0,-8-1-7 16,-1 1 4-16,-19 2-4 0,-3-3 2 0,-5 2 1 15,-9 0 1-15,-3-3-6 0,-6 5-9 0,-3-2-15 16,-2-2-19-16,-2 1-36 0,-6 1-33 0,0 0-31 16,0 0-21-16,0 0-36 0,-34-16-140 0,3 10-367 0,-5-2 162 15</inkml:trace>
  <inkml:trace contextRef="#ctx0" brushRef="#br0" timeOffset="192866.48">8138 10191 90 0,'0'0'132'0,"-4"-10"-5"15,1 6-13-15,3 4-10 0,-6-10-4 0,3 4-2 16,3 6-6-16,-6-7 4 0,1 2-13 0,1-2-7 15,0 4-4-15,0-4 3 0,1 1-3 0,-1 0 2 16,0 0-6-16,1-5-6 0,-2 0-2 0,3 1-5 16,-1-4-2-16,1 0-5 0,0-3-1 0,0-1-3 15,1-2-2-15,1 0-4 0,-2-6-6 0,1 6 4 0,-2-4 1 16,1-2-3-16,-1 7-1 0,2-6-6 16,0 0 5-16,-3 5 1 0,3 0-1 0,-1-5-4 15,-3-1 1-15,3-1-6 0,-2 2-1 0,0-3-5 16,0 0 1-16,0-1-4 0,-1-1 0 0,3 1 2 15,-2-2-8-15,0 0 0 0,4 1 1 0,-1-2 0 16,1 0-1-16,1-1-4 0,2-2 0 0,-1 3 2 16,2-3-1-16,-1-1-2 0,2 3-1 0,-2-1 0 0,3 4 0 15,0-1 2-15,-2 1-2 0,0 1-1 0,2 1-2 16,-2 1-7-16,1 2 10 0,-2 0-2 16,-1 6 1-16,1-1-5 0,-1 1 5 0,1 0-2 0,-1 2 2 15,1 2-2-15,2-2 1 0,-3 8 0 0,-2-5 2 16,3 4-4-16,0-1 1 0,-1-2-1 0,1 3 1 15,1 0-1-15,0 0 2 0,-1 1-2 0,5 0-3 16,-2 0 2-16,1 1-1 0,2-1-4 0,2 0 12 16,2 0-5-16,1-1 1 0,0 1-5 0,1-1 1 15,-4 5 3-15,-1-2 2 0,8 1-4 0,-8-1 2 16,3 1 0-16,-3 0-5 0,2-3 6 0,3 2 1 16,0 1-1-16,-3-1 0 0,0 1-1 0,0 1 0 15,1-1 1-15,-2 2-1 0,3 1-2 0,2-1 2 16,1-3 1-16,0 5-1 0,0-2-5 0,2 2 7 15,3 0 0-15,-1 2 0 0,7-3-1 0,3 1 0 16,2 0-4-16,-1 3 5 0,3-2 0 0,1 1-3 16,1-3 0-16,1 1 5 0,2 2-5 0,16-3 1 15,0 0 1-15,5 2-4 0,2 1 4 0,2-3 4 16,30 0-3-16,-31 0 0 0,37 3 0 0,-7 2 2 16,3-5-4-16,2 0 3 0,2 1-4 0,1 1 4 15,8-2-1-15,1-2 2 0,3 0-3 0,2 1 2 16,5 1-2-16,-3-3 2 0,6 5-1 0,-1-1 4 15,3-5-2-15,2 2 0 0,5 3 0 0,0-3-3 16,-7 1 0-16,5-1-3 0,-1 4 7 0,4-2 1 16,-1-2-4-16,-1 5-2 0,-2-2 5 0,4 0-1 15,-8 1 0-15,3 1 1 0,2 0 1 0,1 3-5 16,-1 2-2-16,-5-7 4 0,1 8-5 0,1-4 6 16,-4 1 0-16,0 3-3 0,-3-1 3 0,-7 2-3 15,-2 2-2-15,-10 1-5 0,-4 0 10 0,-5-1 3 16,-28-5-5-16,27 3 2 0,-29-1 1 0,1 0-5 15,-4 1 5-15,-4-1-9 0,-2-1 7 0,-16-2-1 16,-2 2-1-16,-3-2 1 0,-3-1 0 0,-10 3 2 16,0-3-4-16,-3 2 3 0,-1-1-3 0,-4-2 3 15,-1 2 1-15,-1-2-5 0,-2 1 3 0,-2 0 0 0,-6-2 1 16,9 1-3-16,-9-1-5 0,7 1 7 0,-7-1 0 16,7 4 4-16,-7-4-3 0,0 0 8 0,0 0 0 15,5 2 1-15,-5-2-1 0,0 0-2 16,0 0 7-16,0 0-9 0,0 0 0 0,0 0 0 0,0 0-1 15,9 1-5-15,-9-1 2 0,0 0-4 0,0 0 0 16,0 0 2-16,0 0 0 0,3 8 1 0,-3-8-1 16,0 9-1-16,0-9 0 0,0 11-2 15,1-2 5-15,1 1-1 0,0 3-2 0,-1 3 2 16,3 3-1-16,1 4 2 0,-3 3-4 0,1-1 2 0,1 2 0 16,0 2 3-16,0-4-4 0,1 4 2 0,0 1-1 15,-1-1 4-15,-3 0 0 0,3 0-2 0,-3 0 2 16,2 3-1-16,0-2 0 0,-1 0-1 0,-1 2 1 15,-1 2 6-15,-1 1-3 0,2-2 4 0,0 2-5 16,1-2 5-16,-2 3 3 0,1 10 3 0,0-14-3 16,-2 1 0-16,2 1 0 0,-1-1 4 0,-1-3-5 15,0-2 1-15,-2-1-2 0,-1-1 1 0,4-1 1 16,-2-7 2-16,2 1-2 0,0 0 1 0,0 0-2 16,-2-2 4-16,2-2 1 0,-1 2-4 0,1 0 0 15,-1-1 3-15,-1 2-7 0,2-1 1 0,2-2-1 16,-1-2 1-16,-2-1 1 0,1 4 0 0,0-4-3 15,1-2 1-15,0-1-1 0,-1 2 2 0,2-1-2 16,-2-3-1-16,0 3 1 0,2-1-3 0,-2 0-3 16,3-4 2-16,-1 2-11 0,1 2-24 0,0-2-31 15,4 3-45-15,-3-2-39 0,-3 0-48 0,1 2-223 16,-2-10-451-16,0 0 200 0</inkml:trace>
  <inkml:trace contextRef="#ctx0" brushRef="#br0" timeOffset="194419.46">29048 16558 104 0,'0'0'106'0,"0"0"-10"0,0 0-4 0,0 0-19 16,0 0-15-16,0 0-1 0,0 0-27 0,0 0-13 15,0 0-11-15,0 0-21 0,0 0-10 0,0 0-13 16,0 0-56-16,0 0-102 0,0 0 46 0</inkml:trace>
  <inkml:trace contextRef="#ctx0" brushRef="#br0" timeOffset="-169839.31">27885 10575 28 0,'0'0'24'0,"0"0"-3"0,-11 3 1 0,11-3-2 15,0 0-3-15,0 0-4 0,-9 0 3 0,9 0-1 16,0 0-3-16,0 0-3 0,-6 4-6 0,6-4 8 16,-8 3-2-16,8-3 5 0,-8 3-9 0,1-1 3 15,7-2 4-15,-12 5-14 0,4 0 12 0,1-1-2 0,1-1-8 16,-1 0 2-16,-1-1 3 0,2 1 0 0,6-3-4 15,-13 4 3-15,9-3 5 0,4-1 0 16,-9 3 6-16,9-3 1 0,0 0 3 0,-10 1 3 16,10-1 2-16,0 0 0 0,-6 3-2 0,6-3 5 0,0 0 0 15,0 0 5-15,0 0 7 0,0 0-9 0,0 0 10 16,0 0-7-16,0 0 1 0,33 4-8 0,-12-4-1 16,9 1 20-16,7 0-7 0,-2-1 0 15,-1 0 2-15,4 0-11 0,0 0 9 0,1 2 2 0,-5-2-7 16,-1 2-11-16,-2-2 10 0,-3 2-13 0,1 0 8 15,-9-2-3-15,2 1-6 0,-1-1-1 0,-1 1 11 16,-3 1-12-16,-4-4 0 0,0 2-1 0,-3 0 12 16,-3 2-22-16,-7-2 15 0,12 0 4 0,-12 0 0 15,11 0 7-15,-11 0-6 0,0 0 1 0,10 0-4 16,-10 0-3-16,0 0 3 0,0 0-10 0,0 0-24 16,0 0-20-16,0 0-13 0,0 0-21 0,0 0-19 15,0 0-25-15,0 0-92 0,-33 0-217 0,26 1 96 16</inkml:trace>
  <inkml:trace contextRef="#ctx0" brushRef="#br0" timeOffset="-169210.3">29466 10694 66 0,'-2'-10'96'0,"2"10"-15"0,0 0-6 16,0 0 5-16,0-9-14 0,0 9-9 0,0 0-1 15,0-8 2-15,0 8-6 0,0 0 9 0,0 0-7 16,0 0-4-16,0-9-6 0,0 9-2 0,0 0-6 16,0 0 2-16,-1-10-6 0,1 10 4 0,0 0-18 15,-1-9 11-15,1 9 2 0,-5-8-6 0,5 8-3 16,0 0-2-16,-5-8-1 0,5 8-7 0,-4-8 4 15,4 8 3-15,-4-7-5 0,4 7-5 0,-5-4 0 16,5 4-3-16,0 0 2 0,-4-10-2 0,4 10 3 0,-4-4-5 16,4 4 9-16,-5-8-11 0,5 8 3 0,0 0-8 15,-5-8 4-15,5 8 1 0,-2-5 0 16,2 5-7-16,0 0 6 0,-4-7 5 0,4 7-4 16,0 0-4-16,0 0 3 0,-4-7 0 0,4 7 4 15,0 0-5-15,0 0 3 0,0 0-10 0,0 0 6 16,0 0-2-16,0 0 1 0,0 0 5 0,-4-5-6 15,4 5 8-15,0 0-6 0,0 0 2 0,0 0-2 0,0 0-2 16,0 0 9-16,0 0-3 0,0 0 0 0,0 0 0 16,0 0 5-16,0 0 6 0,0 0-8 0,0 0-3 15,0 0 4-15,0 0-3 0,26 2 4 0,2 1-4 16,6 0 1-16,22 1 1 0,2 1 0 0,35 2-17 16,-25-2-18-16,29 4-32 0,2 0-26 0,-5-2-31 15,-27-6-75-15,32 4-210 0,-4-8 93 0</inkml:trace>
  <inkml:trace contextRef="#ctx0" brushRef="#br0" timeOffset="-153258.99">13133 10984 15 0,'3'-12'44'0,"-1"2"6"16,0-3-3-16,-2 3-1 0,2-2-4 0,-2 0-1 16,3 2 4-16,-3-1-9 0,0 2 6 0,0-1-1 15,0 2 3-15,2-2 3 0,-2 2-5 0,0 8 6 16,0-14-8-16,2 9 2 0,-2 5-6 0,0 0 1 16,0 0-3-16,-2-11-6 0,2 11 2 0,0 0-10 15,0 0-1-15,0 0 2 0,-2-6-14 0,2 6 6 16,0 0-12-16,0 0 9 0,0 0-4 0,0 0 7 15,0 0-1-15,0 0-3 0,0 0 10 0,0 0-1 16,6 20 6-16,1-18-3 0,-7-2-1 0,16-5-4 16,5-3 10-16,25-14-2 0,8-3-30 15,41-24-13-15,12-5-21 0,12-3-41 0,11-4-91 0,10-7-186 16,1-9 83-16</inkml:trace>
</inkml:ink>
</file>

<file path=ppt/ink/ink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3T07:16:25.167"/>
    </inkml:context>
    <inkml:brush xml:id="br0">
      <inkml:brushProperty name="width" value="0.05292" units="cm"/>
      <inkml:brushProperty name="height" value="0.05292" units="cm"/>
      <inkml:brushProperty name="color" value="#FF0000"/>
    </inkml:brush>
  </inkml:definitions>
  <inkml:trace contextRef="#ctx0" brushRef="#br0">7108 4219 5 0,'-31'-16'58'15,"9"-2"-9"-15,8 5 1 0,7-3 7 0,5 5-6 16,2 11-10-16,18-26 0 0,4 8-19 0,6 2-4 15,3 2-2-15,15-4 0 0,-9 4-18 0,15-1-12 16,2 2-54-16,-5-5-74 0,-12 8 32 0</inkml:trace>
  <inkml:trace contextRef="#ctx0" brushRef="#br0" timeOffset="81484.07">22091 6873 54 0,'0'0'87'0,"0"0"-8"16,0 0-7-16,0 0-4 0,0 0 5 0,0 0-5 16,0 0-1-16,0 0-7 0,0 0 1 0,0 0-3 15,0 0 7-15,0 0-10 0,0 0-5 0,0 0-2 16,0 0-5-16,0 0-6 0,0 0-2 0,0 0-4 15,0 0-6-15,0 0-6 0,0 0 8 0,0 12-4 16,0-12 5-16,0 7-3 0,0-7 5 0,2 11 3 16,-2-4 8-16,2 1-10 0,-4-1 0 0,2-7-6 15,0 14 1-15,2-7 2 0,-2 1 6 0,0-8 0 16,1 11-1-16,-1-11-7 0,2 10 6 0,-2-10 3 16,2 10 5-16,-2-10 2 0,2 5 1 0,-2-5 0 0,4 3-3 15,-4-3-5-15,0 0 1 0,0 0-7 16,9 3 1-16,-9-3-4 0,20-10-4 0,2-4-14 15,8-2-27-15,4-2-22 0,19-10-26 0,1-4-40 0,4 4-39 16,-1-3-140-16,0-1-308 0,19-13 136 0</inkml:trace>
  <inkml:trace contextRef="#ctx0" brushRef="#br0" timeOffset="83250.42">18009 7057 39 0,'-13'0'48'0,"13"0"-1"16,0 0-3-16,-8-2-3 0,8 2-5 0,0 0 0 15,-6-2 0-15,6 2-11 0,0 0 1 0,-10-2-2 16,10 2-1-16,0 0-1 0,-10 0 1 0,10 0-4 16,0 0-6-16,-9 2 0 0,9-2 3 0,-8 2-4 15,8-2 6-15,-10 0-10 0,10 0 8 0,-8 2 7 16,8-2-2-16,-8 0 3 0,8 0-5 0,-12 2-4 16,5-1-4-16,7-1 8 0,-10 3-12 0,4-2 3 15,6-1 9-15,-13 3-5 0,5-2-4 0,8-1-3 16,-8 2 0-16,8-2-2 0,-10 3 2 0,10-3 7 15,0 0-2-15,-9 1-6 0,9-1 1 0,0 0 9 16,0 0 0-16,-6 3 8 0,6-3 1 0,0 0-2 0,0 0 5 16,-8 1-7-16,8-1 2 0,0 0 6 0,0 0-6 15,0 0 3-15,0 0-3 0,0 0 1 16,0 0-8-16,0 0 6 0,0 0-4 0,-10 1-6 16,10-1 13-16,0 0-6 0,0 0 4 0,0 0-1 0,0 0 5 15,0 0 2-15,0 0-4 0,0 0-2 0,0 0 0 16,0 0 5-16,0 0-8 0,0 0-5 0,0 0-5 15,0 0 7-15,0 0 0 0,0 0 3 16,0 0-9-16,0 0-5 0,0 0 2 0,0 0 2 0,0 0-6 16,0 0-1-16,0 0-11 0,0 0 17 0,0 0-7 15,0 0 2-15,0 0 7 0,0 0-5 0,0 0-2 16,20 10-5-16,-16-7 5 0,-4-3-4 0,9 1 3 16,0 2 1-16,-9-3-5 0,16 4 6 0,-4-2-1 15,5 1-2-15,1-2-4 0,2-1 4 0,8 2-7 16,1-2 9-16,1 1 3 0,1 0-1 0,1-1 0 15,0 1-2-15,1-3 2 0,0 2-2 0,2-1-1 16,-1 1-4-16,1-2 5 0,-1 2-12 0,1-3 10 16,-2 2 2-16,0-2 8 0,-2 3-6 0,3 0-7 15,1-2-1-15,-1 1 7 0,-2-2-1 0,0 3 1 16,-2-1-3-16,2-2 5 0,-3 4-7 0,2-2 7 16,-2 0-12-16,2-1 12 0,-3 2-3 0,4 0 0 15,-3 0 2-15,1-2-8 0,-1 2-1 0,-1-1 1 16,-6 2 2-16,-1-2-1 0,-1 2 4 0,1-2 1 15,0 0-4-15,-6 1 5 0,3 0 3 0,-5-3-4 16,2 2 10-16,-2 1 0 0,0 0-3 0,-2 0 0 16,0 0-9-16,0 0 7 0,-1 0-3 0,-1 0 11 15,-1 1-5-15,3 2 3 0,-3-3-1 0,0 1-2 16,-8-1 1-16,15 1 3 0,-15-1 2 0,13-1 0 0,-9 4 8 16,-4-3-1-16,12 0 2 0,-12 0-1 0,0 0-2 15,11 0 5-15,-11 0 2 0,0 0 1 16,7 0-4-16,-7 0 1 0,0 0-2 0,0 0-4 15,0 0-3-15,0 0 0 0,0 0-7 0,0 0-15 0,0 0-32 16,0 0-25-16,0 0-35 0,0 0-39 16,0 0-43-16,-23 20-132 0,8-12-331 0,-2 1 146 0</inkml:trace>
  <inkml:trace contextRef="#ctx0" brushRef="#br0" timeOffset="85784.9">10571 7121 36 0,'0'0'85'0,"0"0"-9"15,0 0-5-15,0 0-10 0,0 0 1 16,0 0-9-16,0 0 4 0,0 0-3 0,0 0 0 16,0 0-1-16,0 0-14 0,0 0 9 0,0 0-3 15,0 0-2-15,0 0 6 0,0 0-9 0,0 0 8 0,0 0-7 16,0 0 5-16,5 4-2 0,-5-4-1 15,0 0-3-15,0 0 2 0,0 0-3 0,0 0 2 16,0 0 2-16,0 0 2 0,0 0-9 0,0 0 11 16,0 0-2-16,0 0-5 0,0 0 9 0,0 0-12 0,0 0 0 15,0 0 0-15,0 0-6 0,0 0-4 0,0 0-5 16,0 0 0-16,0 0-6 0,0 0 6 0,0 0-10 16,0 0 5-16,0 0-4 0,0 0 1 15,0 0-5-15,0 0 4 0,-24-8-3 0,24 8 1 0,0 0-5 16,0 0-1-16,0 0 3 0,-11 0-7 0,11 0 5 15,0 0 0-15,-9-3-3 0,9 3 1 0,0 0 1 16,-11 1-4-16,11-1 2 0,0 0 4 0,-11 0 3 16,11 0 5-16,0 0 5 0,0 0 4 0,0 0-3 15,-12 0 0-15,12 0-2 0,0 0-7 0,-7-1 5 16,7 1-2-16,0 0-5 0,-9-2-1 0,9 2 5 16,0 0-2-16,0 0-5 0,0 0 4 0,0 0 0 15,0 0 1-15,0 0 2 0,-11 2-2 0,11-2-1 16,0 0 1-16,0 0-2 0,0 0-1 0,0 0-3 15,0 0-1-15,0 0-1 0,0 0 3 16,0 0-4-16,0 0 1 0,0 0 1 0,0 0-7 0,0 0 6 16,0 0-4-16,0 0 0 0,0 0-4 0,0 0 5 15,0 0 0-15,0 0-4 0,0 0 7 0,0 0-3 16,26 5-2-16,-21-2 0 0,3 0-2 0,1-3 6 16,1 4-1-16,3-2-1 0,-1-1 1 0,5 2-4 15,2 0 4-15,-2-1-3 0,3-1 2 0,1 0 2 16,-2 2-1-16,3-1-2 0,1 0 2 0,3 0-2 15,1 0 6-15,4-1-5 0,1 2-1 0,-1-1 3 16,-4-2 1-16,8 0-3 0,-3 0 0 0,3-2 1 16,-5-1-4-16,4 2 5 0,-2 1-3 0,1-2 0 0,-1 0-1 15,0-1 1-15,-4 2 1 0,1-2 1 16,-7 3-1-16,0-1 1 0,-2 1 0 0,1 0-1 16,-1-1-1-16,1 1 2 0,-2 0-2 0,0 0-1 15,-1 1 0-15,-1-1 0 0,2 2 2 0,-4-2 0 0,0 0 2 16,-1 2-3-16,4-1 0 0,-4-1-2 0,-1 1 3 15,4-1-4-15,-5 0 2 0,1 0 0 0,0 0-5 16,6 0 11-16,-9 2-2 0,1-2-3 16,-1 0 6-16,2 0-6 0,-1 0 4 0,-5 1-2 0,-6-1 0 15,15-3 0-15,-4 2-3 0,0 2 6 0,1-2 1 16,-1 1 4-16,2 0-4 0,-2 1 1 0,0-1 3 16,1-1 0-16,-1 1-3 0,0 0-1 15,1 0-4-15,-1 0 3 0,2 0-1 0,-4 0 2 0,0-3 0 16,2 3 2-16,1 2-6 0,-2-2 4 0,0 0-2 15,-10 0 3-15,15-2-1 0,-4 4 1 16,-3-2 3-16,0 0 3 0,1 0-1 0,-9 0 1 0,14-2 0 16,-6 2 3-16,3 0-1 0,-11 0 5 0,13-2-2 15,-3 2 6-15,-10 0-2 0,15-3-1 0,-7 3-1 16,-8 0 0-16,15 0-2 0,-10 0 0 0,-5 0-3 16,13 0-2-16,-13 0-1 0,11-2 3 15,-11 2 7-15,10-2 3 0,-10 2 5 0,5-2-3 0,-5 2 0 16,0 0 0-16,0 0-5 0,12 2 4 0,-12-2-9 15,0 0 5-15,0 0-5 0,0 0 0 0,0 0-4 16,0 0 2-16,9 1-4 0,-9-1 3 0,0 0-3 16,0 0 3-16,0 0-8 0,0 0-3 0,0 0 3 15,0 0 0-15,12-1 2 0,-12 1-4 0,0 0-3 16,0 0 15-16,0 0-13 0,0 0 5 0,0 0-2 16,0 0 1-16,0 0 8 0,0 0-2 0,0 0-2 15,0 0 0-15,0 0 2 0,0 0 0 0,6 2-1 16,-6-2-4-16,0 0 1 0,0 0-1 0,0 0 6 15,0 0-9-15,0 0-3 0,0 0 5 0,0 0 0 16,0 0 8-16,10-1-8 0,-10 1 0 0,0 0-2 16,11-1 2-16,-11 1-5 0,0 0 7 0,7-2-5 15,-7 2 1-15,0 0-3 0,0 0 9 0,9-1 1 16,-9 1-7-16,0 0 9 0,0 0 3 0,0 0 3 16,0 0-7-16,11 1 1 0,-11-1-1 0,0 0 2 15,0 0 7-15,0 0-3 0,0 0 3 0,0 0-5 16,0 0 10-16,0 0-1 0,0 0 5 0,0 0-3 0,0 0-1 15,0 0-1-15,0 0 8 0,0 0-7 16,0 0-3-16,0 0-3 0,0 0 4 0,0 0-8 16,0 0 6-16,0 0-4 0,0 0 4 0,0 0-7 15,0 0-4-15,0 0-1 0,0 0 6 0,0 0-1 16,0 0-2-16,0 0-2 0,0 0-5 0,0 0 3 16,0 0-2-16,0 0-5 0,0 0-3 0,0 0 7 15,0 0-1-15,0 0 1 0,0 0-2 0,0 0-1 16,7 2 1-16,-7-2-3 0,0 0 1 0,0 0-1 0,0 0-5 15,0 0 3-15,0 0-6 0,0 0 4 0,0 0-7 16,0 0-20-16,0 0-22 0,0 0-15 0,0 0-26 16,0 0-18-16,0 0-30 0,0 0-32 15,0 0-53-15,0 0-31 0,0 0-46 0,0 0-170 0,-25 2-512 16,16 0 227-16</inkml:trace>
  <inkml:trace contextRef="#ctx0" brushRef="#br0" timeOffset="96081.01">10672 9390 7 0,'0'0'59'0,"0"0"-1"16,0 0-10-16,0 0-7 0,0 0 4 0,0 0-16 15,0 0-3-15,0 0-8 0,0 0-13 0,0 0-11 16,0 0-12-16,0 0-34 0,0 0-57 0,0 0 25 15</inkml:trace>
  <inkml:trace contextRef="#ctx0" brushRef="#br0" timeOffset="97518.84">14346 9418 21 0,'0'0'35'0,"0"0"-3"0,0 0 1 15,0 0-11-15,0 0 2 0,0 0-2 0,0 0 0 16,0 0-4-16,0 0-1 0,0 0-2 0,0 0-1 0,0 0-2 15,0 0-1-15,-9 2-4 0,9-2 0 0,0 0 1 16,0 0-2-16,0 0 3 0,0 0-4 0,0 0-2 16,0 0 2-16,0 0-4 0,0 0-13 0,0 0-2 15,0 0-10-15,0 0-27 0,0 0-53 0,0 0 24 16</inkml:trace>
  <inkml:trace contextRef="#ctx0" brushRef="#br0" timeOffset="105797.49">21756 10015 62 0,'0'0'78'0,"0"0"-7"0,0 0-8 0,0 0-8 16,0 0-18-16,0 0-8 0,0 0-29 0,0 0-18 16,6 8-46-16,-6-8-67 0,0 0 30 0</inkml:trace>
  <inkml:trace contextRef="#ctx0" brushRef="#br0" timeOffset="106008.35">22538 10151 39 0,'0'0'93'0,"0"0"-26"0,8 0-4 0,-8 0-20 16,0 0-19-16,0 0-20 0,11 0-28 0,-11 0-28 15,12 0-56-15,-12 0 25 0</inkml:trace>
  <inkml:trace contextRef="#ctx0" brushRef="#br0" timeOffset="106473.31">23572 10120 65 0,'0'0'137'0,"0"0"9"0,0 0-15 0,0 0 2 0,0 0-5 15,5 3 2-15,-5-3-11 0,0 0-13 0,0 0-7 16,0 0-9-16,0 0-3 0,0 0-14 0,0 0-10 16,0 0-7-16,0 0-8 0,0 0-3 0,0 0-3 15,0 0-7-15,0 0 0 0,0 0-6 0,0 0 0 16,0 0-7-16,0 0-2 0,0 0 0 0,0 0-7 16,0 0 6-16,0 0-5 0,0 0-1 0,0 0-4 15,0 0 0-15,0 0-3 0,0 0-3 0,0 0 7 16,0 0-5-16,0 0 2 0,0 0 1 0,0 0 2 15,0 0-3-15,0 0 4 0,0 0 1 0,0 0-5 16,0 0 2-16,0 0 0 0,0 0-2 0,0 0-2 16,0 0 1-16,0 0 1 0,0 0-1 0,0 0-4 15,0 0 0-15,0 0-3 0,0 0 4 0,0 0-3 16,0 0 2-16,0 0 1 0,0 0-1 0,0 0 3 16,0 0-8-16,0 0 3 0,0 0 1 0,0 0-11 0,0 0-10 15,0 0-4-15,0 0-11 0,0 0-13 16,0 0-9-16,0 0-17 0,0 0-18 0,0 0-6 15,0 0-9-15,0 0-20 0,0 0-111 0,0 0-257 16,0 0 114-16</inkml:trace>
  <inkml:trace contextRef="#ctx0" brushRef="#br0" timeOffset="107000.71">20037 11482 51 0,'0'0'126'16,"0"0"-16"-16,0 0-15 0,0 0 5 0,0 0-13 15,0 0-4-15,0 0-9 0,0 0-9 0,0 0-6 16,0 0-2-16,0 0-8 0,0 0 0 0,4-6-7 16,-4 6-6-16,0 0-10 0,0 0 6 0,0 0-11 15,0 0-7-15,0 0-14 0,0 0-1 0,0 0-12 16,0 0-6-16,0 0-13 0,0 0-10 0,0 0-12 0,0 0-7 15,-8 21-13-15,8-21-73 0,-2 7-159 16,2-7 70-16</inkml:trace>
  <inkml:trace contextRef="#ctx0" brushRef="#br0" timeOffset="108021.36">23908 11230 94 0,'0'0'142'15,"0"0"-12"-15,0 0-12 0,0 0-9 0,0 0 0 16,0 0-12-16,0 0-6 0,0 0-10 0,0 0-3 16,0 0-12-16,0 0-5 0,0 0-12 0,0 0 1 15,0 0-9-15,0 0 2 0,0 0-8 0,0 0-2 16,0 0-4-16,0 0-6 0,0 0-2 0,0 0-1 15,0 0-3-15,0 0 1 0,0 0-5 0,0 0 4 16,0 0-6-16,0 0 3 0,0 0-1 0,0 0-4 16,0 0 0-16,0 0 4 0,0 0-1 0,0 0 1 15,0 0 2-15,0 0 1 0,0 0 2 0,0 0 1 16,0 0-9-16,0 0 4 0,0 0-6 0,0 0 5 0,0 0 11 16,0 0-17-16,0 0-2 0,0 0 0 0,0 0 0 15,0 0 0-15,0 0-1 0,0 0-2 0,0 0 0 16,0 0 3-16,0 0-1 0,0 0-4 0,0 0 5 15,0 0-3-15,0 0 1 0,0 0-1 0,0 0-4 16,0 0 1-16,0 0-10 0,0 0-11 0,0 0-12 16,0 0-14-16,0 0-22 0,0 0-22 0,0 0-20 15,0 0-135-15,0 0-267 0,0 0 117 0</inkml:trace>
  <inkml:trace contextRef="#ctx0" brushRef="#br0" timeOffset="108668.49">19921 10204 71 0,'0'0'81'0,"0"0"-7"15,0 0-15-15,0 0-4 0,0 0-15 0,0 0-15 16,0 0-14-16,0 0-9 0,0 0-18 16,0 0-51-16,0 0-74 0,0 0 33 0</inkml:trace>
  <inkml:trace contextRef="#ctx0" brushRef="#br0" timeOffset="108941.71">20325 10329 14 0,'0'0'69'0,"0"0"3"0,0 0-8 0,0 0-14 16,0 0-14-16,0 0-12 0,0 0-6 0,0 0-20 15,3 7-20-15,-3-7-33 0,0 0-57 0,0 0 26 16</inkml:trace>
  <inkml:trace contextRef="#ctx0" brushRef="#br0" timeOffset="109507.35">19939 11162 42 0,'0'0'103'15,"0"0"-17"-15,0 0-8 0,0 0-8 0,0 0-15 16,0 0-6-16,0 0-14 0,0 0-12 0,0 0-17 16,0 0-18-16,0 0-35 0,0 0-35 0,0 0-88 15,0 0 40-15</inkml:trace>
  <inkml:trace contextRef="#ctx0" brushRef="#br0" timeOffset="111530.69">20066 10451 66 0,'0'0'57'0,"0"0"-9"0,0 0-12 15,0 0-8-15,0 0-15 0,0 0-13 0,0 0-7 16,0 0-34-16,0 0-43 0,0 0 20 0</inkml:trace>
  <inkml:trace contextRef="#ctx0" brushRef="#br0" timeOffset="112029.62">21260 10440 45 0,'0'0'63'0,"0"0"-12"0,0 0-13 15,0 0-11-15,9 2-16 0,-9-2-21 16,5 3-28-16,-5-3-41 0,0 0 19 0</inkml:trace>
  <inkml:trace contextRef="#ctx0" brushRef="#br0" timeOffset="112245.54">22028 10421 90 0,'0'0'90'0,"0"0"-24"0,0 0-20 16,0 0-9-16,0 0-19 0,0 0-20 0,0 0-56 16,0 0-63-16,0 0 29 0</inkml:trace>
  <inkml:trace contextRef="#ctx0" brushRef="#br0" timeOffset="115870.66">24505 13076 70 0,'0'0'78'0,"0"0"-10"0,0 0-18 16,0 0-12-16,0 0-20 0,0 0-16 0,0 0-56 16,-8 22-59-16,8-22 26 0</inkml:trace>
  <inkml:trace contextRef="#ctx0" brushRef="#br0" timeOffset="116632.11">25240 13082 49 0,'0'0'125'0,"0"0"-1"0,0 0 0 15,0 0 2-15,0 0-4 0,0 0-15 16,0 0-9-16,0 0-11 0,0 0-3 0,0 0-10 0,0 0-6 16,0 0-9-16,0 0-5 0,0 0-4 0,0 0-11 15,0 0 0-15,0 0-1 0,0 0-2 0,0 0-12 16,0 0 5-16,0 0-11 0,0 0 4 0,0 0-2 16,0 0 2-16,0 0-8 0,9 2 0 0,-9-2-6 15,0 0 7-15,0 0 0 0,0 0 0 0,0 0 0 16,0 0 6-16,0 0-4 0,0 0 4 0,0 0-4 15,0 0 2-15,0 0 4 0,0 0-3 0,0 0 0 16,0 0-5-16,0 0-2 0,0 0-5 0,0 0 2 16,0 0 0-16,0 0-2 0,0 0 5 0,0 0-3 15,0 0-2-15,0 0-7 0,0 0 6 0,0 0-1 16,0 0 0-16,0 0 3 0,0 0-4 0,0 0-5 16,0 0 1-16,0 0 1 0,0 0 4 0,0 0 2 15,0 0-1-15,0 0 0 0,0 0-2 0,0 0 3 16,0 0 2-16,0 0 0 0,0 0 1 0,0 0 5 15,0 0 0-15,0 0-7 0,0 0 5 0,0 0-2 16,0 0 2-16,0 0-5 0,0 0 3 0,0 0 0 16,0 0-7-16,0 0 3 0,0 0-1 0,0 0-3 0,0 0 1 15,0 0 0-15,0 0 3 0,0 0-4 16,0 0 2-16,0 0-5 0,1-11 1 0,-1 11-1 0,0 0-2 16,0 0 6-16,0 0-5 0,0 0 2 15,0 0 1-15,0 0-3 0,0 0 2 0,0 0 0 0,0 0-3 16,0 0 3-16,0 0-2 0,0 0-3 0,0 0 4 15,0 0 7-15,0 0-14 0,0 0-6 16,0 0-11-16,0 0-8 0,0 0-12 0,0 0-28 16,0 0-22-16,0 0-9 0,0 0-32 0,0 0-162 0,0 0-320 15,0 0 142-15</inkml:trace>
  <inkml:trace contextRef="#ctx0" brushRef="#br0" timeOffset="118382.92">28116 12294 52 0,'0'0'114'16,"0"0"-5"-16,0 0 7 0,0 0-7 0,0 0-7 15,0 0-4-15,0 0-2 0,0 0-14 0,0 0-6 16,0 0-11-16,0 0-4 0,0 0-7 0,0 0-1 16,0 0-5-16,0 0-7 0,0 0-3 0,0 0-1 15,0 0-7-15,0 0-1 0,0 0-8 0,0 0 4 16,0 0-3-16,0 0-2 0,0 0-5 0,0 0 2 0,0 0-4 15,0 0-2-15,0 0 0 0,0 0-5 16,0 0-11-16,0 0-7 0,0 0-12 0,0 0-16 16,0 0-14-16,0 0-26 0,0 9-15 0,0-9-116 15,0 0-227-15,0 0 101 0</inkml:trace>
  <inkml:trace contextRef="#ctx0" brushRef="#br0" timeOffset="119150.66">29658 12011 138 0,'0'0'175'0,"0"0"-17"0,0 0-9 16,0 0-13-16,0 0-7 0,0 0-12 15,0 0-10-15,0 0-10 0,0 0-8 0,0 0-4 0,0 0-13 16,0 0-11-16,0 0-6 0,0 0-9 0,0 0-25 16,0 0-18-16,0 0-25 0,-15-16-23 0,15 16-17 15,0 0-23-15,0 0-22 0,0 0-23 0,0 0-69 16,0 0-213-16,0 0 95 0</inkml:trace>
  <inkml:trace contextRef="#ctx0" brushRef="#br0" timeOffset="119411.14">30546 12011 128 0,'0'0'182'0,"0"0"-15"0,0 0-1 15,0 0-8-15,0 0-11 0,0 0-15 0,0 0-17 16,0 0-9-16,0 0-11 0,0 0-10 16,0 0-8-16,0 0-16 0,0 0-15 0,0 0-20 15,0 0-14-15,0 0-20 0,0 0-29 0,0 0-18 0,0 0-36 16,0 0-21-16,0 0-122 0,0 0-253 0,0 0 112 16</inkml:trace>
  <inkml:trace contextRef="#ctx0" brushRef="#br0" timeOffset="119783.29">31141 12030 39 0,'4'5'196'0,"-4"-5"-9"0,0 0 4 0,0 0-5 0,0 0-3 16,0 0-8-16,0 0-1 0,0 0-14 0,0 0-18 16,0 0-1-16,0 0-21 0,0 0-7 0,0 0-11 15,0 0-11-15,0 0-8 0,9 1-7 0,-9-1-3 16,0 0-8-16,0 0-5 0,0 0-4 0,0 0 11 16,0 0-8-16,0 0-7 0,0 0-5 0,0 0-3 15,0 0-7-15,0 0-3 0,0 0 0 0,0 0-3 16,0 0-5-16,0 0-4 0,4 5-1 0,-4-5-3 15,0 0-2-15,0 0-1 0,0 0-3 0,0 0 2 16,0 0-2-16,0 0-2 0,0 0-1 0,0 0-2 16,0 0 2-16,0 0-3 0,0 0-6 0,0 0-13 15,0 0-25-15,0 0-38 0,0 0-31 0,0 0-56 16,0 0-51-16,0 0-220 0,-26-6-471 0,26 6 209 16</inkml:trace>
  <inkml:trace contextRef="#ctx0" brushRef="#br0" timeOffset="120252.26">31452 12037 117 0,'0'0'203'15,"3"6"-12"-15,-3-6-2 0,0 0 3 0,0 0 1 16,0 0-15-16,0 0-8 0,0 0-11 0,0 0-16 16,0 0-12-16,0 0-16 0,0 0-12 0,0 0-8 0,0 0-5 15,0 0-8-15,0 0-2 0,0 0-4 16,0 0-4-16,0 0-8 0,0 0-8 0,0 0-5 16,0 0-1-16,0 0 3 0,0 0-3 0,0 0-2 15,0 0-1-15,0 0-7 0,0 0-7 0,0 0-1 16,0 0-4-16,0 0-5 0,0 0 0 0,0 0 1 15,0 0-6-15,0 0 1 0,0 0-1 0,0 0-5 0,3 7 1 16,-3-7-2-16,0 0 4 0,0 0-5 16,0 0 4-16,0 0-7 0,0 0 0 0,0 0 1 0,0 0 0 15,0 0-2-15,0 0-1 0,0 0 0 0,0 0-4 16,0 0 7-16,0 0-7 0,0 0 4 0,0 0-3 16,0 0-1-16,0 0 2 0,0 0-5 0,0 0 3 15,0 0-3-15,0 0 1 0,0 0-1 0,0 0 2 16,0 0-1-16,0 0 1 0,0 0-2 0,0 0-5 15,0 0-15-15,0 0-9 0,0 0-19 0,0 0-23 16,0 0-26-16,0 0-30 0,0 0-34 0,0 0-35 16,0 0-39-16,0 0-168 0,0 0-437 0,0 0 194 15</inkml:trace>
  <inkml:trace contextRef="#ctx0" brushRef="#br0" timeOffset="120977.58">29419 11982 20 0,'0'0'166'0,"-11"4"-9"0,11-4-14 15,0 0-17-15,0 0-5 0,0 0-14 0,0 0-7 16,0 0-13-16,0 0-11 0,0 0-5 0,0 0-7 0,0 0-4 16,0 0-10-16,0 0-5 0,0 0-2 15,0 0-12-15,18-11-2 0,-18 11-5 0,0 0 2 16,0 0-7-16,0 0-4 0,0 0-14 0,0 0-23 15,0 0-34-15,9-2-29 0,-9 2-41 0,0 0-90 0,0 0-233 16,0 0 103-16</inkml:trace>
  <inkml:trace contextRef="#ctx0" brushRef="#br0" timeOffset="121606.92">29762 12050 9 0,'0'0'185'0,"0"0"-3"0,0 0 4 0,0 0-2 16,-5 4-10-16,5-4-8 0,0 0-15 0,0 0-13 0,0 0-16 15,0 0-9-15,0 0-13 0,0 0-8 16,0 0-10-16,0 0-7 0,0 0-1 0,0 0-5 16,0 0-6-16,0 0-3 0,0 0-4 0,0 0-6 0,0 0-3 15,0 0-7-15,0 0-2 0,0 0-2 0,0 0 0 16,0 0-1-16,0 0-6 0,0 0-2 0,0 0-2 15,0 0-9-15,0 0-1 0,0 0-1 16,0 0-3-16,0 0 2 0,0 0 2 0,0 0 1 0,0 0-2 16,0 0-3-16,0 0-1 0,0 0-2 0,0 0-2 15,0 0 2-15,0 0-2 0,0 0 1 0,0 0-4 16,0 0 3-16,0 0-1 0,0 0-2 0,0 0-2 16,0 0 4-16,0 0 1 0,0 0-3 0,0 0 1 15,0 0-2-15,0 0-2 0,0 0 3 0,0 0-6 16,0 0 5-16,0 0 2 0,0 0 3 0,0 0-5 15,0 0 0-15,0 0-2 0,0 0 1 0,0 0 1 16,0 0 0-16,0 0-3 0,0 0 8 0,0 0-7 16,0 0-3-16,0 0 3 0,0 0 2 0,0 0 2 15,0 0-1-15,0 0-8 0,0 0 4 0,0 0-3 16,0 0 6-16,0 0-2 0,0 0-3 0,0 0 2 0,0 0 1 16,0 0 1-16,0 0-1 0,0 0 0 15,0 0 2-15,0 0-7 0,0 0-10 0,0 0-13 16,0 0-6-16,0 0-18 0,0 0-14 0,0 0-21 0,0 0-16 15,0 0-25-15,0 0-28 0,0 0-16 0,0 0-167 16,0 0-366-16,0 0 161 0</inkml:trace>
  <inkml:trace contextRef="#ctx0" brushRef="#br0" timeOffset="122102.78">30691 11969 104 0,'0'0'116'0,"0"0"-3"16,0 0-27-16,0 0 4 0,0 0-6 0,0 0-13 15,0 0-6-15,0 0-12 0,0 0 1 0,0 0-4 16,0 0-5-16,0 0-10 0,0 0-11 0,0 0-19 15,0 0-20-15,0 0-22 0,0 0-34 0,-10-3-75 16,10 3-157-16,0 0 69 0</inkml:trace>
  <inkml:trace contextRef="#ctx0" brushRef="#br0" timeOffset="122328.72">30983 11969 9 0,'0'0'121'0,"0"0"-6"0,0 0-12 0,0 0-9 0,0 0-13 15,0 0-24-15,0 0-27 0,0 0-28 0,0 0-33 16,0 0-67-16,0 0-104 0,0 0 47 0</inkml:trace>
  <inkml:trace contextRef="#ctx0" brushRef="#br0" timeOffset="127481.63">31024 11986 42 0,'0'0'56'0,"0"0"-2"0,5-5-5 15,-5 5-9-15,0 0-23 0,0 0-28 0,0 0-31 16,0 0-44-16,0-10 19 0</inkml:trace>
  <inkml:trace contextRef="#ctx0" brushRef="#br0" timeOffset="127998.46">31134 12033 92 0,'0'0'97'0,"0"0"-13"0,0 0-11 0,0 0 0 0,0 0-8 16,0 0-3-16,0 0 4 0,0 0-1 0,0 0-2 16,0 0 10-16,0 0-1 0,0 0-3 0,0 0-4 15,0 0-1-15,0 0-7 0,0 0-4 0,0 0-3 16,0 0-4-16,0 0-4 0,0 0-1 0,0 0 0 16,0 0-7-16,0 0-2 0,0 0-1 0,0 0-7 15,0 0 1-15,0 0-3 0,0 0-4 0,0 0 1 16,0 0-1-16,0 0-3 0,0 0-2 0,0 0-1 15,0 0-2-15,0 0-4 0,0 0-17 0,0 0-18 16,0 0-19-16,0 0-36 0,0 0-12 0,0 0-19 16,0 0-104-16,2 6-236 0,-2-6 105 0</inkml:trace>
  <inkml:trace contextRef="#ctx0" brushRef="#br0" timeOffset="128656.97">28060 12041 30 0,'0'0'76'0,"0"0"1"0,0 0-13 16,0 0-5-16,0 0-4 0,0 0-10 0,0 0-5 16,0 0-1-16,0 0 4 0,0 0-19 0,0 0-2 15,0 0-6-15,0 0-12 0,0 0-16 0,0 0-15 16,0 0-13-16,0 0-47 0,0 0-92 0,0 0 41 16</inkml:trace>
  <inkml:trace contextRef="#ctx0" brushRef="#br0" timeOffset="132474.68">28426 12204 29 0,'0'0'41'0,"0"0"-4"0,0 0 2 16,0 0-5-16,0 0-2 0,0 0 4 0,0 0 0 16,0 0-5-16,0 0 0 0,0 0-9 0,0 0 5 15,0 0-6-15,0 0 3 0,0 0-5 0,0 0 2 16,0 0 3-16,0 0-8 0,0 0 18 0,0 0-10 15,0 0 3-15,0 0-9 0,0 0 9 0,0 0-6 16,0 0-3-16,0 0-3 0,0 0 1 0,0 0-3 16,0 0-2-16,0 0 16 0,0 0-2 0,0 0-2 15,0 0 6-15,0 0-8 0,0 0 0 0,0 0 7 16,0 0-4-16,0 0 0 0,0 0-2 0,0 0 1 16,0 0-6-16,0 0 14 0,0 0-5 0,0 0-8 15,0 0 0-15,0 0 11 0,0 0-3 0,0 0-2 16,0 0 1-16,0 0-7 0,0 0-3 0,0 0 2 15,0 0-2-15,0 0 1 0,0 0 4 0,0 0-10 0,0 0 8 16,0 0-9-16,0 0 2 0,0 0 2 16,0 0-8-16,0 0-2 0,0 0-2 0,0 0 8 15,0 0-5-15,0 0 0 0,0 0-4 0,0 0 8 0,0 0-3 16,0 0-9-16,0 0 19 0,0 0-14 16,0 0-3-16,0 0 7 0,0 0-4 0,0 0 1 15,0 0-7-15,0 0 2 0,0 0 0 0,0 0 4 16,0 0-1-16,0 0-1 0,0 0-13 0,0 0 15 0,0 0-1 15,0 0 3-15,0 0-4 0,0 0 2 0,0 0 0 16,0 0 3-16,0 0-1 0,0 0-4 0,0 0 2 16,0 0-2-16,0 0-9 0,0 0 13 0,0 0-1 15,0 0-3-15,0 0-8 0,0 0 6 0,0 0 7 16,0 0-4-16,0 0 1 0,0 0 0 0,0 0-2 16,0 0 1-16,0 0 6 0,0 0-5 0,0 0 1 15,0 0-2-15,0 0 1 0,0 0-6 0,0 0 11 16,0 0-2-16,0 0-2 0,0 0 3 0,0 0 0 15,0 0-13-15,0 0 9 0,0 0-5 0,0 0 3 16,0 0 5-16,0 0-7 0,0 0 4 0,0 0 1 16,0 0 0-16,0 0 5 0,0 0-8 0,0 0 4 15,0 0-1-15,0 0-2 0,0 0 3 0,0 0-1 16,0 0-1-16,0 0-1 0,0 0-3 0,0 0 3 0,0 0 2 16,0 0-11-16,0 0 12 0,0 0 1 0,0 0 0 15,0 0-13-15,0 0-8 0,0 0-6 16,0 0-5-16,0 0-8 0,0 0-7 0,0 0-11 15,0 0-17-15,0 0-14 0,0 0-97 0,17-13-197 16,-17 13 87-16</inkml:trace>
  <inkml:trace contextRef="#ctx0" brushRef="#br0" timeOffset="134271.59">24403 14164 45 0,'0'0'44'0,"0"0"0"0,0 0-7 16,0 8-7-16,0-8-8 0,0 0-4 0,0 0-7 15,0 0-11-15,0 0-14 0,0 0-26 0,-4 13-43 16,4-13 19-16</inkml:trace>
  <inkml:trace contextRef="#ctx0" brushRef="#br0" timeOffset="135856.99">22877 15656 20 0,'0'0'25'0,"0"0"-28"16,0 0-4-16,0 0-9 0,0 0 4 0</inkml:trace>
  <inkml:trace contextRef="#ctx0" brushRef="#br0" timeOffset="136286">23281 15627 61 0,'0'0'69'16,"0"0"-11"-16,0 0-2 0,0 0-5 0,0 0-6 15,0 0-8-15,0 0-5 0,0 0 3 0,0 0-7 16,0 0 1-16,0 0-6 0,0 0-1 0,0 0 4 16,0 0-13-16,0 0 6 0,15 7-8 0,-15-7 11 15,0 0-9-15,0 0 8 0,0 0 0 0,0 0-3 16,0 0-6-16,0 0-1 0,0 0 4 0,0 0 3 16,0 0-7-16,0 0-6 0,0 0-10 0,0 0 14 15,0 0 3-15,0 0-6 0,0 0-2 0,0 0 4 16,0 0-3-16,0 0 6 0,0 0-16 0,0 0 5 15,15-7 3-15,-15 7-5 0,0 0 3 0,5-5 0 16,-5 5 6-16,0 0-1 0,0 0-2 0,0 0-5 16,0 0-3-16,0 0-11 0,0 0 2 0,0 0-4 15,0 0-7-15,0 0 2 0,0 0-9 0,0 0-5 0,0 0-7 16,0 0-7-16,0 0-49 0,0 0-106 16,0 0 46-16</inkml:trace>
  <inkml:trace contextRef="#ctx0" brushRef="#br0" timeOffset="137169.31">27494 15152 77 0,'0'0'117'0,"-1"9"-10"16,1-9-13-16,0 0-6 0,0 0-6 0,0 0-14 15,0 0-11-15,0 0-1 0,2 8-10 0,-2-8-18 16,0 0-20-16,0 0-17 0,2 8-19 0,-2-8-24 0,0 0-72 16,0 8-133-16,0-8 59 0</inkml:trace>
  <inkml:trace contextRef="#ctx0" brushRef="#br0" timeOffset="138057.17">29111 15054 16 0,'0'0'121'0,"0"0"-2"0,0 0-16 0,0 0-15 15,0 0-6-15,-13-7-9 0,13 7-7 0,0 0-7 16,0 0-4-16,0 0-19 0,0 0-5 0,0 0-25 16,0 0-20-16,0 0-8 0,0 0-29 0,0 0-77 15,0 0-139-15,0 0 61 0</inkml:trace>
  <inkml:trace contextRef="#ctx0" brushRef="#br0" timeOffset="139216.29">30546 15167 137 0,'5'-7'119'0,"-5"7"-7"0,0 0-13 16,0 0-9-16,0 0-14 0,0 0-4 0,0 0-12 16,0 0-3-16,0 0-4 0,0 0-6 0,0 0-5 15,0 0 2-15,0 0-6 0,0 0-9 0,0 0-9 16,0 0 2-16,0 0-7 0,0 0 11 0,0 0-8 15,0 0-5-15,0 0-3 0,0 0-2 0,0 0 3 16,0 0-7-16,0 0 5 0,0 0-10 0,0 0 4 16,0 0 12-16,0 0-19 0,0 0 7 0,0 0 0 15,0 0-6-15,0 0 3 0,0 0 1 0,0 0-6 16,0 0 5-16,0 0-7 0,0 0 8 0,0 0 3 16,0 0-9-16,0 0 3 0,0 0-2 0,0 0-4 15,0 0-1-15,0 0 1 0,0 0 0 0,0 0-10 16,0 0 5-16,0 0-6 0,0 0 9 0,0 0-4 15,0 0 4-15,0 0 3 0,0 0 4 0,0 0-2 16,0 0-1-16,-10 24-4 0,10-24 9 0,0 0-3 0,0 0-4 16,0 0 6-16,0 0-1 0,0 0 1 15,0 0 2-15,0 0-7 0,0 0-3 0,0 0 0 16,0 0 12-16,0 0-2 0,0 0-1 0,0 0 2 16,0 0 1-16,0 0 4 0,0 0-4 0,0 0-3 15,0 0 5-15,0 0 1 0,0 0-5 0,0 0 0 16,0 0 4-16,0 0-8 0,0 0 9 0,0 0-3 15,0 0-3-15,0 0-2 0,0 0 3 0,0 0 9 16,0 0-11-16,0 0-3 0,0 0 3 0,0 0 2 16,0 0 3-16,0 0-9 0,0 0 4 0,0 0-4 15,0 0 6-15,0 0 2 0,0 0 0 0,0 0 0 16,0 0 1-16,0 0-8 0,0 0 11 0,0 0-2 16,0 0 2-16,0 0 4 0,0 0-4 0,0 0-14 15,0 0 14-15,0 0-5 0,0 0 1 0,0 0 0 16,0 0 6-16,0 0 1 0,0 0-3 0,0 0-3 15,0 0 1-15,0 0-2 0,0 0-3 0,0 0 4 16,0 0 1-16,0 0-2 0,0 0 6 16,0 0-10-16,0 0 4 0,0 0 2 0,0 0-3 0,0 0 0 15,0 0-1-15,0 0-2 0,0 0 1 0,0 0-2 16,0 0 7-16,0 0-16 0,0 0 17 0,0 0-19 16,0 0-8-16,0 0-9 0,0 0 5 0,0 0-11 15,0 0-14-15,-19-8 2 0,19 8-3 0,0 0-2 16,0 0-8-16,0 0 8 0,0 0-2 0,0 0-3 15,0 0-35-15,0 0-103 0,0 0 46 0</inkml:trace>
  <inkml:trace contextRef="#ctx0" brushRef="#br0" timeOffset="140163.12">30439 15121 3 0,'0'0'28'15,"0"0"6"-15,0 0-7 0,0 0 4 0,0 0-14 16,0 0-4-16,0 0-3 0,0 0-2 0,0 0-2 16,0 0-3-16,0 0-5 0,0 0 0 0,0 0 0 15,0 0-3-15,0 0 2 0,0 0-1 0,0 0-2 16,0 0-1-16,0 0-7 0,0 0-9 0,0 0-24 16,0 0 11-16</inkml:trace>
  <inkml:trace contextRef="#ctx0" brushRef="#br0" timeOffset="142680.28">16551 17058 7 0,'0'0'35'0,"0"0"-12"15,0 0-6-15,0 0-7 0,0 0-1 16,0 0-4-16,0 0-5 0,0 0-1 0,0 0 5 16,0 0 0-16,0 0-2 0,0 0 1 0,0 0-3 0,0 0 3 15,0 0-2-15,0 0-2 0,21 7 7 16,-21-7-6-16,0 0 2 0,0 0 8 0,0 0-4 15,0 0-1-15,0 0 2 0,8 2 3 0,-8-2 0 16,0 0 9-16,0 0 4 0,0 0 3 0,0 0 2 16,0 0 5-16,0 0-7 0,0 0 8 0,0 0-5 15,0 0 2-15,0 0-11 0,0 0 4 0,0 0-1 16,0 0-3-16,0 0-6 0,0 0-5 0,0 0 6 16,0 0-24-16,0 0-15 0,0 0-16 0,0 0-40 15,0 0-87-15,0 0 39 0</inkml:trace>
  <inkml:trace contextRef="#ctx0" brushRef="#br0" timeOffset="143505.19">19127 17094 60 0,'0'0'80'0,"0"0"-7"0,0 0-6 0,0 0-22 16,0 0 8-16,0 0-22 0,0 0-7 0,0 0-10 0,0 0-22 16,0 0-15-16,0 0-47 0,15 5-75 0,-15-5 34 15</inkml:trace>
  <inkml:trace contextRef="#ctx0" brushRef="#br0" timeOffset="147550.69">27468 16733 76 0,'0'0'73'0,"0"0"-2"0,0 0-10 0,0 0-8 0,-1-11-10 16,1 11-4-16,0 0-8 0,0 0-20 0,0 0-10 16,0 0-27-16,0 0-47 0,0 0-77 0,0 0 34 15</inkml:trace>
  <inkml:trace contextRef="#ctx0" brushRef="#br0" timeOffset="148075.56">28557 16641 77 0,'0'0'98'0,"0"0"-6"0,0 0-6 0,4-3-13 0,-4 3-5 15,0 0 1-15,0 0 2 0,0 0-6 0,9-8-1 16,-9 8 9-16,2-4-6 0,-2 4-2 0,0 0-14 16,3-5 0-16,-3 5-3 0,0 0-11 0,0 0 4 15,0 0-4-15,5-5-1 0,-5 5-3 0,0 0-6 16,0 0 0-16,0 0 2 0,4-5-10 16,-4 5 7-16,0 0-1 0,0 0 3 0,0 0-2 15,0 0-5-15,0 0 6 0,0 0-5 0,3-7 0 0,-3 7-1 16,0 0-3-16,0 0-6 0,0 0 0 0,0 0-1 15,1-6 0-15,-1 6-5 0,0 0 5 0,0 0-5 16,0 0 0-16,0 0 2 0,0 0-4 0,0 0 0 16,0 0 0-16,0 0-1 0,0 0 4 0,0 0-3 15,0 0 0-15,0 0 0 0,0 0-2 0,0 0 1 16,4-6-3-16,-4 6-14 0,0 0-9 16,0 0-8-16,0 0-11 0,0 0-26 0,0 0-16 15,0 0-21-15,0 0-12 0,0 0-96 0,0 0-231 16,0 0 102-16</inkml:trace>
  <inkml:trace contextRef="#ctx0" brushRef="#br0" timeOffset="149381.54">31526 16422 3 0,'0'0'64'0,"-3"-9"-6"0,3 9-8 16,0 0-11-16,0 0-11 0,0 0-11 16,0 0-20-16,0 0-18 0,0 0-19 0,0 0-42 15,0 0 19-15</inkml:trace>
  <inkml:trace contextRef="#ctx0" brushRef="#br0" timeOffset="150246.7">33281 16430 9 0,'0'0'53'0,"0"0"-10"0,0 0-4 0,0 0 0 16,0 0-3-16,0 0-5 0,0 0-4 0,0 0 1 16,0 0-3-16,0 0-3 0,0 0-3 0,0 0-1 15,0 0-4-15,0 0 2 0,0 0 8 0,0 0-9 16,0 0-7-16,0 0-1 0,0 0-2 0,0 0 1 15,0 0 14-15,0 0-12 0,0 0 2 0,0 0 0 16,0 0 1-16,0 0 0 0,0 0 0 0,0 0-2 16,0 0 1-16,0 0-2 0,0 0 0 0,0 0-3 15,0 0 2-15,0 0 2 0,0 0 0 0,0 0-4 16,0 0-5-16,0 0 1 0,0 0 13 0,0 0-14 16,0 0 5-16,0 0-2 0,0 0 1 0,0 0 0 15,0 0-3-15,0 0-1 0,0 0-3 16,0 0 6-16,0 0 0 0,0 0-1 0,0 0-4 15,0 0 1-15,0 0 4 0,0 0 3 0,0 0-5 16,0 0 7-16,0 0-8 0,0 0-3 0,0 0 3 16,0 0 0-16,0 0 11 0,0 0-12 0,0 0-4 15,0 0 22-15,0 0-20 0,0 0 6 0,0 0-3 16,0 0 2-16,0 0-3 0,0 0-6 0,0 0 10 16,0 0-1-16,0 0 0 0,0 0 3 0,0 0-4 15,0 0 6-15,0 0-10 0,0 0 2 0,0 0 4 16,0 0-2-16,0 0-2 0,0 0 5 0,0 0-4 15,0 0-4-15,0 0 5 0,0 0-3 0,0 0-11 16,0 0-8-16,0 0-12 0,0 0-24 0,0 0-42 16,0 0-108-16,0 0 48 0</inkml:trace>
  <inkml:trace contextRef="#ctx0" brushRef="#br0" timeOffset="150830.01">30299 15757 19 0,'0'0'54'0,"0"0"-18"0,0 0-21 16,0 0-36-16,0 0-23 0,0 0 10 0</inkml:trace>
  <inkml:trace contextRef="#ctx0" brushRef="#br0" timeOffset="151397.22">26536 16722 15 0,'0'0'175'0,"0"0"-2"0,-3-5-3 0,3 5-8 15,0 0-2-15,-3-9-19 0,3 9-10 0,0 0-11 16,-2-6-9-16,2 6-10 0,0 0-9 0,0 0-13 16,0 0-7-16,0-9-4 0,0 9-5 0,0 0-7 15,0 0-3-15,0 0-6 0,0 0-4 0,0 0-2 16,0 0-8-16,0 0-2 0,0 0 1 0,0 0-3 16,0 0-4-16,0 0-6 0,0 0 4 0,0 0-5 15,0 0-1-15,0 0-5 0,0 0 1 0,0 0 0 16,0 0-1-16,0 0-3 0,0 0-2 0,-4-7 2 15,4 7-2-15,0 0-7 0,0 0-9 0,0 0-13 16,0 0-14-16,0 0-17 0,0 0-23 0,0 0-24 16,0 0-26-16,0 0-25 0,0 0-6 0,0 0-6 15,0 0-86-15,0 0-268 0,0 0 118 16</inkml:trace>
  <inkml:trace contextRef="#ctx0" brushRef="#br0" timeOffset="153729.31">14158 9678 42 0,'0'0'31'0,"0"0"-15"0,0 0-23 0,0 0-7 16,0 0-15-16,0 0 6 0</inkml:trace>
  <inkml:trace contextRef="#ctx0" brushRef="#br0" timeOffset="153953.57">14939 9735 7 0,'0'0'78'0,"0"0"-19"0,0 0-37 16,0 0-36-16,5 6-12 0,-5-6-27 0,0 0 12 0</inkml:trace>
  <inkml:trace contextRef="#ctx0" brushRef="#br0" timeOffset="177199.61">30440 10497 78 0,'0'0'88'0,"10"-3"-23"0,-10 3-1 15,0 0-8-15,0 0-8 0,0 0-1 0,0 0-1 16,0 0-4-16,0 0 4 0,0 0-8 0,0 0-1 16,4-7-5-16,-4 7-3 0,0 0-4 0,0 0-12 15,0 0 13-15,2-9-8 0,-2 9-2 0,0 0 1 16,4-5-6-16,-4 5 0 0,0 0 5 0,0 0-7 16,1-9-1-16,-1 9 1 0,0 0 11 0,4-6-13 15,-4 6 17-15,0 0-3 0,0 0 3 0,0 0-7 16,2-7-12-16,-2 7 4 0,0 0 2 0,0 0-3 15,0 0 4-15,0 0 1 0,0 0-4 0,0 0-2 16,0 0 3-16,0 0-6 0,0 0 10 0,0 0-4 0,0 0-10 16,0 0 3-16,0 0 2 0,0 0-4 15,0 0 7-15,0 0-9 0,0 0 2 0,2-7 5 16,-2 7-6-16,0 0 14 0,0 0-22 0,0 0 3 16,0 0 8-16,0 0 9 0,0 0-11 0,0 0-4 15,0 0 7-15,0 0-3 0,0 0-7 0,0 0 3 0,0 0 1 16,0 0 3-16,0 0 4 0,0 0-6 15,0 0 10-15,0 0 5 0,0 0-5 0,0 0-6 0,0 0 14 16,0 0-12-16,0 0-1 0,0 0 3 0,0 0 1 16,0 0-7-16,0 0-1 0,0 0 4 0,0 0 3 15,0 0-7-15,0 0 7 0,0 0-8 0,3-8 2 16,-3 8 8-16,0 0-4 0,0 0-3 0,0 0 0 16,0 0 4-16,0 0-3 0,0 0-3 0,0 0 5 15,0 0-10-15,0 0 0 0,0 0 7 0,0 0-3 16,0 0 2-16,-2-10 0 0,2 10-4 0,0 0 8 15,0 0-5-15,0 0 5 0,0 0-7 0,0 0 4 16,0 0-4-16,0 0 4 0,0 0-2 0,0 0 4 16,0 0-4-16,0 0-1 0,0 0 4 0,0 0-6 15,0 0 6-15,0 0-4 0,0 0 2 0,0 0-2 16,0 0 4-16,0 0 0 0,2-7-5 0,-2 7-2 16,0 0 5-16,0 0-4 0,0 0 1 0,0 0 2 15,0 0-5-15,0 0 4 0,0 0-1 0,0 0 7 16,0 0 0-16,0 0-5 0,0 0-5 0,0 0 1 15,0 0 5-15,0 0-1 0,0 0-3 0,0 0 6 16,0 0 0-16,0 0-6 0,0 0 5 0,3-9-8 16,-3 9 4-16,0 0 12 0,0 0-9 0,0 0-9 0,0 0 13 15,0 0-6-15,0 0 1 0,0 0 2 16,0 0 2-16,3-6-2 0,-3 6-3 0,0 0-4 16,0 0 9-16,0 0-1 0,0 0-6 0,0 0 4 0,0 0-8 15,4-5 5-15,-4 5-6 0,0 0 6 0,0 0-1 16,6-3 4-16,-6 3-5 0,0 0 0 15,0 0-3-15,0 0 7 0,5-5-5 0,-5 5 1 0,0 0-1 16,0 0-3-16,7-4 7 0,-7 4 8 0,0 0-15 16,0 0 4-16,2-5-3 0,-2 5 2 0,0 0-7 15,0 0 1-15,0 0-2 0,5-5 2 0,-5 5 2 16,0 0-5-16,0 0-12 0,3-6-1 0,-3 6-7 16,0 0 2-16,0 0 3 0,0 0-9 0,4-7-7 15,-4 7-12-15,0 0-18 0,0 0-55 0,0 0-141 16,2-9 64-16</inkml:trace>
  <inkml:trace contextRef="#ctx0" brushRef="#br0" timeOffset="179630.36">25136 13019 84 0,'0'0'99'16,"6"-4"-18"-16,-6 4 2 0,0 0-16 0,0 0-6 16,0 0-3-16,0 0-11 0,0 0-8 0,0 0 9 15,0 0-16-15,0 0-3 0,0 0 0 0,0 0 3 16,0 0-7-16,0 0-5 0,0 0 4 0,0 0-1 16,0 0-9-16,0 0-3 0,0 0 1 0,0 0-1 15,0 0 0-15,12 6-6 0,-12-6 14 0,0 0-15 16,0 0-1-16,0 0 9 0,0 0-6 0,0 0 1 0,0 0 3 15,0 0-3-15,0 0 2 0,0 0-3 0,0 0 9 16,0 0-2-16,0 0-2 0,0 0-3 16,0 0 5-16,0 0-1 0,0 0-3 0,0 0 4 15,0 0-1-15,0 0-4 0,0 0 0 0,0 0 2 0,0 0-2 16,0 0 1-16,0 0-3 0,0 0 1 0,0 0 7 16,0 0-12-16,0 0 7 0,0 0 0 0,0 0-9 15,0 0 3-15,0 0 0 0,0 0-4 0,0 0 6 16,0 0 4-16,0 0 6 0,0 0-6 0,0 0-5 15,0 0 3-15,0 0 1 0,0 0-4 0,0 0-1 16,0 0 10-16,0 0-2 0,0 0-5 0,0 0 0 16,0 0 2-16,0 0 0 0,0 0 3 0,0 0 1 15,0 0-6-15,0 0 3 0,0 0-3 0,0 0-2 16,0 0 3-16,0 0-3 0,0 0 0 0,0 0 4 16,0 0-3-16,0 0-1 0,0 0 4 0,0 0-5 15,0 0-4-15,0 0 4 0,0 0 4 0,0 0-8 16,0 0 4-16,0 0-5 0,0 0 4 0,0 0 3 15,0 0-2-15,0 0-2 0,0 0 4 0,0 0-10 16,0 0 6-16,0 0-20 0,0 0-25 0,0 0-21 16,0 0-14-16,0 0-29 0,0 0-83 0,7 3-206 15,-7-3 91-15</inkml:trace>
  <inkml:trace contextRef="#ctx0" brushRef="#br0" timeOffset="180909.33">27955 12187 38 0,'0'0'72'0,"0"0"-4"15,0 0-2-15,0 0-5 0,0 0-6 0,0 0-4 16,0 0-6-16,0 0 0 0,0 0-9 0,0 0 1 16,0 0-7-16,0 0 7 0,0 0-8 0,0 0-2 0,0 0-2 15,0 0-9-15,0 0 2 0,0 0-7 16,0 0 10-16,0 0-4 0,0 0-6 0,0 0 2 15,0 0 0-15,0 0-2 0,0 0 1 0,0 0-5 0,0 0 4 16,0 0 4-16,0 0-11 0,0 0 8 0,0 0-4 16,0 0 1-16,0 0 0 0,0 0 2 0,0 0-1 15,7-5 3-15,-7 5-8 0,0 0 6 0,0 0-4 16,0 0 7-16,0 0-4 0,0 0 3 0,0 0-3 16,0 0-3-16,0 0 7 0,0 0-2 0,0 0-6 15,0 0 2-15,0 0-2 0,0 0 5 0,0 0-2 16,0 0 4-16,0 0-5 0,0 0 5 0,0 0-10 15,0 0 9-15,0 0-8 0,0 0 6 0,0 0-11 16,0 0 4-16,0 0-1 0,0 0 7 0,0 0-1 16,0 0-2-16,0 0 0 0,0 0-1 0,0 0 0 15,0 0 4-15,0 0-5 0,0 0 4 0,0 0-1 16,0 0-7-16,0 0 9 0,0 0-2 0,0 0 1 16,0 0-2-16,0 0-4 0,0 0 4 0,0 0 0 0,0 0 5 15,0 0-13-15,0 0 6 0,0 0 2 0,0 0-3 16,0 0 6-16,0 0 3 0,0 0-14 0,0 0 8 15,0 0-1-15,0 0-2 0,0 0 6 0,0 0-1 16,0 0-3-16,0 0 2 0,0 0-1 0,0 0 4 16,0 0 0-16,0 0 1 0,0 0-7 0,0 0 8 15,0 0-6-15,0 0 0 0,0 0 2 0,0 0 2 16,0 0-3-16,0 0 0 0,0 0 6 0,0 0-11 16,0 0 4-16,0 0 3 0,0 0-3 0,0 0 1 15,0 0-1-15,0 0 2 0,0 0-4 0,0 0 1 16,0 0-2-16,0 0 7 0,0 0-6 0,0 0 3 15,0 0-1-15,0 0 3 0,0 0 2 0,0 0-1 16,0 0-9-16,0 0 8 0,0 0-5 0,0 0-2 16,0 0 0-16,0 0 1 0,0 0 1 0,0 0 2 15,0 0-18-15,0 0-13 0,0 0-38 0,0 0-22 16,0 0-32-16,0 0-106 0,0 0-239 0,0 0 106 16</inkml:trace>
  <inkml:trace contextRef="#ctx0" brushRef="#br0" timeOffset="181373.49">29379 12107 81 0,'0'0'104'0,"0"0"-11"0,0 0-3 0,0 0-9 16,0 0-6-16,0 0-14 0,0 0-1 0,0 0-10 15,0 0-3-15,0 0-3 0,0 0-13 0,0 0-17 0,0 0-13 16,0 0-21-16,0 0-23 0,0 0-29 16,0 0-45-16,-9 3-125 0,9-3 55 0</inkml:trace>
  <inkml:trace contextRef="#ctx0" brushRef="#br0" timeOffset="183257.72">31710 12045 135 0,'0'0'136'0,"0"0"-3"16,0 0 3-16,0 0-10 0,0 0-9 0,0 0-10 15,0 0-4-15,0 0-12 0,0 0-12 0,0 0-9 16,0 0-4-16,0 0-7 0,0 0-2 0,0 0-7 16,0 0-6-16,0 0-4 0,0 0-4 0,6 2 1 15,-6-2-8-15,0 0-4 0,0 0 5 0,0 0-6 16,0 0-5-16,0 0 3 0,0 0-1 0,0 0-1 15,0 0 0-15,0 0-3 0,0 0 3 0,0 0-3 16,0 0 0-16,0 0 3 0,0 0-9 0,0 0 0 16,0 0 1-16,0 0-1 0,0 0 2 0,0 0-3 15,0 0 0-15,0 0-1 0,0 0-3 0,0 0 2 16,0 0-4-16,0 0 3 0,0 0 2 0,0 0-7 0,0 0 2 16,0 0-1-16,0 0 1 0,0 0 0 15,0 0-2-15,0 0 0 0,0 0-1 0,0 0-4 16,0 0 4-16,0 0-2 0,0 0 1 0,0 0 5 15,0 0-3-15,0 0-1 0,0 0-3 0,0 0 0 0,0 0 3 16,0 0 0-16,0 0-1 0,0 0-1 16,0 0 1-16,0 0-2 0,0 0 5 0,0 0-5 15,0 0 4-15,0 0-5 0,0 0 5 0,0 0-1 16,0 0-1-16,0 0 10 0,0 0-10 0,0 0 1 0,0 0-5 16,0 0 4-16,0 0 1 0,0 0-4 0,0 0 7 15,0 0-6-15,0 0 4 0,0 0 1 0,0 0 2 16,0 0-4-16,0 0-1 0,0 0-2 0,0 0 5 15,0 0-8-15,0 0 6 0,0 0 1 16,0 0-2-16,0 0-3 0,0 0 6 0,0 0-5 0,0 0-1 16,0 0 6-16,0 0 0 0,0 0-5 0,0 0 1 15,0 0-1-15,0 0 3 0,0 0 0 16,0 0 1-16,0 0-5 0,0 0-3 0,0 0 7 0,0 0-2 16,0 0 0-16,0 0 1 0,0 0 1 15,0 0-2-15,0 0 0 0,0 0 4 0,0 0-4 0,0 0 1 16,0 0-1-16,0 0 4 0,0 0-4 0,0 0 3 15,0 0-1-15,0 0 2 0,0 0-1 0,0 0 2 16,0 0-6-16,0 0 9 0,0 0-9 16,0 0 1-16,0 0 2 0,0 0 0 0,0 0-2 0,0 0 1 15,0 0 1-15,0 0-4 0,0 0 1 0,0 0 7 16,0 0-6-16,0 0 4 0,0 0-3 0,0 0 1 16,0 0 0-16,0 0-4 0,0 0 3 0,0 0 0 15,0 0-1-15,0 0 2 0,0 0-4 0,0 0 3 16,0 0-3-16,0 0 4 0,0 0-6 0,0 0 7 15,0 0 0-15,0 0-4 0,0 0 3 0,0 0-3 16,0 0-20-16,0 0-12 0,0 0-31 0,0 0-39 16,0 0-35-16,0 0-31 0,0 0-89 15,-24 3-280-15,24-3 123 0</inkml:trace>
  <inkml:trace contextRef="#ctx0" brushRef="#br0" timeOffset="184002.2">28185 12340 53 0,'0'0'109'0,"0"0"-8"0,0 0-13 0,0 0-13 16,0 0-4-16,0 0-11 0,0 0-7 15,0 0-11-15,0 0-18 0,0 0-19 0,0 0-8 16,0 0-14-16,0 0-8 0,0 0-12 0,-6 10-18 16,5-3-36-16,-4-2-98 0,2 2 43 0</inkml:trace>
  <inkml:trace contextRef="#ctx0" brushRef="#br0" timeOffset="184561.15">27361 13462 22 0,'0'0'105'0,"0"0"3"0,0 0-6 0,0 0-9 15,0 0-8-15,0 0 8 0,0 0-26 0,0 0 4 16,0 0-18-16,0 0-2 0,5 4-7 0,-5-4 1 15,0 0-11-15,0 0 4 0,0 0-6 0,0 0-1 16,0 0 0-16,0 0 7 0,0 0-3 0,0 0 6 16,0 0-2-16,0 0 4 0,0 0-3 0,0 0-2 15,0 0 6-15,0 0-7 0,0 0 2 0,0 0-1 16,0 0-1-16,0 0-1 0,0 0-4 0,0 0-5 16,0 0 4-16,0 0-1 0,0 0-9 0,0 0 4 15,0 0-2-15,0 0 1 0,0 0-9 0,0 0 1 16,0 0-4-16,0 0 3 0,0 0 3 0,0 0-5 15,0 0-2-15,0 0 0 0,0 0 2 0,0 0 2 16,0 0 1-16,0 0-3 0,0 0 1 0,0 0 0 16,0 0-3-16,0 0 2 0,0 0-2 0,0 0-5 15,0 0 8-15,0 0-5 0,0 0-1 0,0 0 1 16,0 0-4-16,0 0-10 0,0 0-13 0,0 0-26 16,0 0-25-16,0 0-26 0,0 0-27 0,0 0-39 15,0 0-105-15,0 0-287 0,0 0 128 0</inkml:trace>
  <inkml:trace contextRef="#ctx0" brushRef="#br0" timeOffset="185225.17">30541 12033 4 0,'0'0'20'0,"0"0"-16"0,0 0-9 0,7 0-6 16,-7 0 4-16</inkml:trace>
  <inkml:trace contextRef="#ctx0" brushRef="#br0" timeOffset="188338.67">29906 12073 98 0,'0'0'112'0,"0"0"-12"0,0 0-8 0,0 0-2 16,0 0-9-16,0 0 3 0,0 0-15 0,0 0-9 15,0 0-3-15,0 0-7 0,0 0 5 0,0 0-1 16,0 0-6-16,0 0-4 0,0 0 5 0,0 0-5 16,0 0-4-16,0 0 0 0,0 0-8 0,0 0 8 15,0 0-11-15,0 0 6 0,0 0 0 0,0 0-6 16,0 0-1-16,0 0 3 0,0 0 2 0,0 0-1 16,0 0 5-16,0 0 3 0,0 0-5 0,0 0 1 15,0 0-7-15,0 0 5 0,0 0 0 0,0 0-6 0,0 0 2 16,0 0-2-16,0 0-4 0,0 0 2 15,0 0-3-15,0 0-9 0,0 0 4 0,0 0 0 16,0 0-2-16,0 0 0 0,0 0 1 0,0 0-8 0,0 0 2 16,0 0 2-16,0 0-4 0,0 0 2 0,0 0-1 15,0 0-2-15,0 0-2 0,0 0 2 0,0 0-5 16,0 0 0-16,0 0 1 0,0 0-3 0,0 0 3 16,0 0-2-16,0 0-1 0,0 0 1 0,0 0-7 15,0 0-14-15,0 0-21 0,0 0-29 0,0 0-18 16,0 0-17-16,0 0-28 0,0 0-16 0,0 0-119 15,0 0-287-15,0 0 127 0</inkml:trace>
  <inkml:trace contextRef="#ctx0" brushRef="#br0" timeOffset="189502.92">29787 12046 50 0,'0'0'87'0,"0"0"0"0,0 0 4 16,0 0-16-16,0 0 5 0,0 0-7 0,0 0 2 0,0 0-8 15,0 0-9-15,0 0-6 0,0 0-10 0,0 0 7 16,0 0 4-16,0 0-8 0,0 0-6 15,0 0 3-15,0 0-1 0,0 0 8 0,0 0-3 16,0 0 2-16,0 0-6 0,0 0-7 0,0 0 10 0,0 0-3 16,0 0 0-16,0 0 0 0,0 0-8 0,0 0 6 15,0 0-8-15,0 0 3 0,0 0-12 0,0 0 11 16,0 0-6-16,0 0 1 0,0 0-1 0,0 0-1 16,0 0-5-16,0 0-2 0,0 0-1 0,0 0-4 15,0 0-1-15,0 0 0 0,0 0 0 0,0 0 1 16,0 0-7-16,0 0 9 0,0 0-5 0,0 0-1 15,0 0 2-15,0 0-3 0,0 0-6 0,0 0 8 16,0 0-6-16,0 0 5 0,0 0-3 0,0 0 2 16,0 0 1-16,0 0 5 0,0 0-3 0,0 0 0 15,0 0 1-15,0 0-2 0,0 0-2 0,0 0 2 16,0 0-2-16,0 0-1 0,0 0 1 0,0 0-3 16,0 0 1-16,0 0-4 0,0 0 4 0,0 0-5 15,0 0 4-15,0 0 0 0,0 0-5 0,0 0-2 16,0 0 1-16,0 0 1 0,0 0 3 0,0 0-2 15,0 0 3-15,0 0-3 0,0 0-3 0,0 0 1 16,0 0 0-16,0 0 1 0,0 0 2 0,0 0-4 16,0 0 3-16,0 0-1 0,0 0 0 0,0 0-3 15,0 0 6-15,0 0-5 0,0 0-4 0,0 0 6 16,0 0-2-16,0 0-1 0,0 0 1 0,0 0 0 16,0 0 3-16,0 0-5 0,0 0 4 0,0 0-4 15,0 0 4-15,0 0-4 0,0 0 6 0,0 0-6 16,0 0 5-16,0 0-5 0,0 0 1 0,0 0 3 15,0 0-2-15,0 0 6 0,0 0-8 0,0 0-4 16,0 0 7-16,0 0-1 0,0 0-1 0,0 0 1 16,0 0 2-16,0 0-1 0,0 0 0 0,0 0-3 15,0 0 3-15,0 0-1 0,0 0 1 0,0 0-1 0,0 0-2 16,0 0 3-16,0 0-3 0,0 0 2 0,0 0 1 16,0 0 1-16,0 0-1 0,0 0 0 15,0 0 1-15,0 0-3 0,0 0 3 0,0 0 0 0,0 0 0 16,0 0 0-16,0 0-1 0,0 0-2 0,0 0 3 15,0 0-1-15,0 0-7 0,0 0-8 0,0 0-15 16,0 0-24-16,0 0-23 0,0 0-20 0,0 0-31 16,0 0-27-16,0 0-136 0,0 0-315 0,0 0 140 15</inkml:trace>
  <inkml:trace contextRef="#ctx0" brushRef="#br0" timeOffset="195395.16">31019 13247 30 0,'0'0'117'0,"0"0"-9"0,0 0-19 0,0 0-3 0,0 0-14 16,0 0-9-16,0 0-26 0,0 0-20 0,0 0-25 15,0 0-32-15,0 0-56 0,0 0-103 0,0 0 47 16</inkml:trace>
  <inkml:trace contextRef="#ctx0" brushRef="#br0" timeOffset="196043.06">31043 13480 61 0,'0'0'109'0,"0"0"-12"0,0 0 5 0,0 0-9 16,0 0-15-16,0 0-2 0,0 0-10 0,0 0-3 16,0 0-7-16,0 0-2 0,0 0-14 0,0 0 10 15,0 0-14-15,0 0-7 0,0 0-2 0,0 0 2 16,0 0-6-16,0 0 4 0,0 0-13 0,0 0 7 15,0 0-10-15,0 0 2 0,0 0-6 0,0 0 15 16,0 0-14-16,0 0 7 0,0 0-1 0,0 0-1 16,0 0-7-16,0 0-3 0,0 0-1 0,0 0-1 15,0 0-3-15,0 0-15 0,0 0-8 0,0 0-8 16,0 0-26-16,0 0-23 0,0 0-15 0,0 0-62 16,0 0-171-16,0 0 75 0</inkml:trace>
  <inkml:trace contextRef="#ctx0" brushRef="#br0" timeOffset="199081.04">31256 12650 51 0,'0'0'100'0,"0"0"-7"16,0 0-14-16,8 0 4 0,-8 0-13 0,0 0-2 15,0 0-13-15,0 0-11 0,0 0 5 0,0 0-2 16,0 0-9-16,0 0-5 0,0 0 7 0,0 0-4 16,0 0-8-16,0 0 6 0,0 0-11 0,0 0 3 15,0 0-8-15,0 0-6 0,0 0-5 0,0 0 6 16,0 0-2-16,0 0-2 0,0 0-2 0,0 0-3 16,0 0 2-16,0 0-2 0,0 0 3 0,0 0 4 15,0 0-6-15,0 0-10 0,0 0 8 0,0 0-3 16,0 0 0-16,0 0 2 0,0 0 0 0,0 0 1 15,0 0 4-15,0 0-11 0,0 0 4 0,0 0 8 16,0 0-12-16,0 0 14 0,0 0-9 0,0 0 2 0,0 0-3 16,0 0 3-16,0 0-6 0,0 0 2 15,0 0 2-15,0 0 2 0,0 0-1 0,0 0 1 16,0 0-7-16,0 0 11 0,0 0-8 0,0 0 6 16,0 0-4-16,0 0-3 0,0 0 3 0,0 0 2 15,0 0 1-15,0 0 5 0,0 0-7 0,0 0 12 16,0 0-3-16,0 0-4 0,0 0 1 0,0 0 1 15,0 0 2-15,0 0 3 0,0 0-3 0,0 0-3 16,0 0-7-16,0 0 12 0,0 0-9 0,0 0 4 16,0 0-3-16,0 0-1 0,0 0 5 0,0 0-7 15,0 0-5-15,0 0 6 0,0 0 1 0,0 0 9 0,0 0-16 16,0 0 12-16,0 0-4 0,0 0-2 16,0 0 2-16,0 0-2 0,0 0 6 0,0 0-4 15,0 0-2-15,0 0 7 0,0 0-6 0,0 0 1 16,0 0-3-16,0 0 3 0,0 0 2 0,0 0-2 15,0 0 0-15,0 0-2 0,0 0 4 0,0 0 0 16,0 0 1-16,0 0-2 0,0 0 9 0,0 0-11 16,0 0-3-16,0 0 4 0,0 0-2 0,0 0 1 0,0 0 0 15,0 0-3-15,0 0 6 0,0 0-4 0,0 0-5 16,0 0 7-16,0 0-3 0,0 0-4 0,0 0 7 16,0 0-4-16,0 0-6 0,0 0 1 0,0 0 1 15,0 0 6-15,0 0-9 0,0 0 7 0,0 0-3 16,0 0 1-16,0 0 3 0,0 0-4 0,0 0-5 15,0 0-1-15,0 0-7 0,0 0 5 0,0 0-4 16,0 0-1-16,0 0-5 0,0 0 4 0,0 0-5 16,0 0 2-16,0 0 1 0,0 0 6 0,0 0-8 15,0 0 0-15,0 0 2 0,0 0 0 0,0 0 6 16,0 0-2-16,0 0-2 0,0 0-4 0,0 0-4 16,0 0-3-16,0 0-3 0,0 0-12 0,0 0-6 15,0 0 0-15,0 0-4 0,0 0 1 0,0 0-7 16,0 0-11-16,0 0-51 0,0 0-129 0,0 0 57 15</inkml:trace>
  <inkml:trace contextRef="#ctx0" brushRef="#br0" timeOffset="200169.11">31089 12869 29 0,'0'0'66'0,"0"0"-6"16,0 0-2-16,0 0-3 0,0 0-9 0,0 0-3 15,0 0-3-15,0 0-7 0,0 0-3 0,0 0-2 0,0 0 4 16,0 0-7-16,0 0-2 0,0 0 0 0,0 0-7 15,0 0 0-15,0 0 0 0,0 0 6 0,0 0-6 16,0 0 2-16,0 0 1 0,0 0 0 16,0 0-2-16,0 0-1 0,0 0-2 0,0 0 1 15,0 0-4-15,0 0 5 0,0 0-8 0,0 0 3 0,0 0-3 16,0 0 1-16,0 0-3 0,0 0 0 0,0 0 3 16,0 0 9-16,0 0-9 0,0 0-7 0,0 0-1 15,0 0 0-15,0 0-3 0,0 0 2 16,0 0-2-16,0 0 4 0,0 0-4 0,0 0 13 0,0 0-13 15,0 0 2-15,0 0 4 0,0 0-6 16,0 0-1-16,0 0 4 0,0 0-5 0,0 0 1 0,0 0 3 16,0 0-1-16,0 0 2 0,0 0 0 0,0 0-5 15,0 0 5-15,0 0-4 0,0 0 6 0,0 0 1 16,0 0-2-16,0 0-3 0,0 0 6 0,0 0-7 16,0 0 0-16,0 0-1 0,0 0 4 15,0 0-2-15,0 0-3 0,0 0 11 0,0 0-8 0,0 0 2 16,0 0-7-16,0 0 5 0,0 0 2 15,0 0-6-15,0 0 1 0,0 0-5 0,0 0 5 0,0 0 0 16,0 0-3-16,0 0-3 0,0 0 1 16,0 0 1-16,0 0 1 0,0 0-5 0,0 0 1 15,0 0-6-15,0 0 3 0,0 0-10 0,0 0-3 0,0 0-2 16,0 0-7-16,0 0-7 0,0 0-8 0,0 0-46 16,0 0-103-16,0 0 46 0</inkml:trace>
  <inkml:trace contextRef="#ctx0" brushRef="#br0" timeOffset="207493.73">29081 15148 45 0,'0'0'129'0,"0"0"-18"0,0 0-7 0,0 0-8 0,0 0-10 16,10 2-9-16,-10-2-13 0,0 0-21 15,0 0-14-15,0 0-25 0,0 0-11 0,5 4-28 16,-5-4-24-16,0 0-56 0,2 8-124 0,-2-8 55 16</inkml:trace>
  <inkml:trace contextRef="#ctx0" brushRef="#br0" timeOffset="208178.41">30433 15153 25 0,'8'3'175'0,"-8"-3"-15"15,0 0-5-15,0 0-2 0,0 0-6 0,0 0-6 16,6 2-8-16,-6-2-9 0,0 0-12 0,0 0-15 0,0 0-3 15,0 0-15-15,0 0-2 0,0 0 1 16,0 0-11-16,0 0-4 0,0 0-3 0,5 4-4 16,-5-4-8-16,0 0-4 0,0 0-6 0,0 0 2 0,0 0-5 15,0 0-2-15,0 0-6 0,0 0 0 16,0 0-4-16,0 0-6 0,0 0 3 0,0 0-6 16,0 0 1-16,0 0 4 0,0 0-8 0,0 0-2 15,0 0 2-15,0 0-2 0,0 0 1 0,0 0-4 16,0 0 3-16,0 0-3 0,3 7-1 0,-3-7 1 0,0 0 1 15,0 0-3-15,0 0 1 0,0 0-1 0,0 0 1 16,0 0-2-16,0 0-2 0,0 0 0 16,0 0-1-16,0 0 1 0,0 0-5 0,0 0-5 15,0 0-7-15,0 0-12 0,0 0-5 0,0 0-7 0,0 0-12 16,0 0-23-16,0 0-18 0,0 0-29 0,0 0-34 16,0 0-28-16,0 0-100 0,0 0-305 0,-16-16 135 15</inkml:trace>
  <inkml:trace contextRef="#ctx0" brushRef="#br0" timeOffset="-214647.61">27171 16883 21 0,'0'0'104'0,"0"0"-7"0,-13-4 1 0,13 4-7 0,0 0 0 15,0 0-4-15,-14-2-11 0,14 2-6 0,0 0-11 16,0 0-11-16,0 0-6 0,0 0-2 0,0 0-6 16,0 0 1-16,0 0-11 0,0 0 14 0,0 0-20 15,0 0 12-15,0 0-2 0,41 3-18 16,-12 2-4-16,0-4 7 0,5-3-12 0,6 2-4 0,18-3-12 16,1 3-16-16,4-2-7 0,2 8-11 0,0-8-5 15,31-1-12-15,-31 4-7 0,31-2-66 0,-30 4-150 16,-1 3 66-16</inkml:trace>
</inkml:ink>
</file>

<file path=ppt/ink/ink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9:49:03.151"/>
    </inkml:context>
    <inkml:brush xml:id="br0">
      <inkml:brushProperty name="width" value="0.05292" units="cm"/>
      <inkml:brushProperty name="height" value="0.05292" units="cm"/>
      <inkml:brushProperty name="color" value="#FF0000"/>
    </inkml:brush>
  </inkml:definitions>
  <inkml:trace contextRef="#ctx0" brushRef="#br0">19654 3879 8 0,'0'0'31'15,"0"0"-7"-15,0 0-3 0,0 0 1 0,0 0-10 16,0 0-3-16,0 0 0 0,0 0-3 0,0 0 1 15,0 0 2-15,0 0-8 0,0 0-6 0,0 0 4 16,0 0-7-16,0 0-3 0,0 0-12 0,0 0-24 16,0 0 11-16</inkml:trace>
  <inkml:trace contextRef="#ctx0" brushRef="#br0" timeOffset="22612.1">19318 16221 5 0,'0'0'37'0,"0"0"-9"0,0 0-3 16,0 0 0-16,0 0-5 0,0 0-6 0,0 0-2 15,0 0-10-15,0 0-11 0,0 0-1 0,0 0-16 16,0 0-26-16,0 0 12 0</inkml:trace>
  <inkml:trace contextRef="#ctx0" brushRef="#br0" timeOffset="24092.65">23123 11411 2 0,'0'0'21'16,"0"0"-14"-16,0 0-9 0,0 0-3 0,0 0-6 15,0 0 4-15</inkml:trace>
  <inkml:trace contextRef="#ctx0" brushRef="#br0" timeOffset="29564.1">20266 15956 16 0,'0'0'93'0,"0"0"-11"15,0 0-3-15,0 0 5 0,0 0-6 0,0 0-18 0,0 0-6 16,0 0-13-16,0 0-13 0,0 0-27 0,0 0-14 16,0 0-17-16,0 0-23 0,0 0-34 15,0 0-94-15,0 0 42 0</inkml:trace>
  <inkml:trace contextRef="#ctx0" brushRef="#br0" timeOffset="-128606.55">15846 8029 15 0,'0'0'40'0,"0"0"-2"16,0 0 3-16,0 0-11 0,0 0 0 0,-3 10 8 0,3-10-9 15,0 0 2-15,0 0-6 0,0 0 1 16,0 0-3-16,0 0 5 0,0 0-9 0,0 0 9 16,0 0-5-16,0 0-6 0,0 0 6 0,0 0-11 15,0 0 3-15,0 0 0 0,0 0-4 0,0 0 6 16,0 0-6-16,0 0 0 0,0 0-13 0,0 0 8 0,0 0-1 15,0 0 3-15,0 0-2 0,0 0-2 16,0 0-2-16,0 0 4 0,0 0-1 0,0 0-2 16,0 0-2-16,0 0 6 0,0 0-7 0,0 0 3 0,0 0-1 15,0 0-9-15,0 0 6 0,0 0 6 0,0 0-4 16,0 0-4-16,0 0 6 0,0 0-5 16,0 0 5-16,0 0 1 0,0 0-3 0,0 0-4 15,0 0 3-15,0 0-1 0,0 0-1 0,0 0 5 0,0 0-3 16,0 0-3-16,0 0 3 0,0 0-3 0,0 0-3 15,0 0 10-15,0 0-3 0,5 5-3 16,-5-5 3-16,0 0 4 0,0 0 0 0,0 0-7 0,0 0 2 16,0 0 3-16,0 0-1 0,0 0-2 0,0 0-5 15,0 0 6-15,0 0 1 0,0 0-2 0,0 0 7 16,0 0-7-16,0 0-2 0,0 0-1 0,0 0-4 16,1 7 8-16,-1-7 2 0,0 0-4 0,0 0 1 15,0 0-1-15,0 0 5 0,0 0-3 0,0 0-2 16,0 0-4-16,0 0-16 0,0 0 18 0,0 0-1 15,0 0-9-15,0 0 4 0,0 0-3 0,0 0-2 16,0 0-2-16,0 0-12 0,0 0 0 0,0 0-8 16,0 0-10-16,0 0-25 0,0 0-76 0,0 0 34 15</inkml:trace>
</inkml:ink>
</file>

<file path=ppt/ink/ink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6:34:46.873"/>
    </inkml:context>
    <inkml:brush xml:id="br0">
      <inkml:brushProperty name="width" value="0.05292" units="cm"/>
      <inkml:brushProperty name="height" value="0.05292" units="cm"/>
      <inkml:brushProperty name="color" value="#FF0000"/>
    </inkml:brush>
  </inkml:definitions>
  <inkml:trace contextRef="#ctx0" brushRef="#br0">10423 3021 73 0,'0'0'74'16,"0"0"-8"-16,0 0 1 0,0 0-5 0,0 0 1 16,0 0-6-16,-12-1-1 0,12 1-9 0,0 0 1 15,0 0-7-15,0 0-2 0,0 0 8 0,-14-5-18 16,14 5 5-16,0 0-1 0,0 0-6 0,0 0 5 16,-12-1-2-16,12 1-4 0,0 0-2 0,-11 3-1 15,11-3 3-15,0 0-1 0,-7 0 4 0,7 0-5 0,0 0 11 16,0 0-10-16,-12 0 4 0,12 0-12 15,0 0 13-15,0 0 2 0,-9 0-7 0,9 0-3 16,0 0 1-16,0 0-1 0,0 0-1 0,0 0-7 16,0 0 1-16,0 0 3 0,0 0 2 0,0 0-8 15,0 0-1-15,0 0 4 0,0 0 1 0,0 0 0 16,-9 0-8-16,9 0-3 0,0 0 2 0,0 0-3 16,0 0-3-16,0 0 2 0,0 0-3 0,0 0 0 15,0 0 2-15,0 0-6 0,0 0 7 0,0 0-5 16,0 0 4-16,0 0-3 0,0 0 7 0,0 0-3 15,0 0-1-15,0 0 2 0,27 6 0 0,-21-4 3 16,1 0-10-16,-1-1 6 0,6 1 1 0,-2 0-2 16,-1-1 6-16,4 0-2 0,-2 1-7 0,6 0 7 15,-3 1 5-15,4 0 3 0,0-1 0 0,1-2-2 16,-1 0 2-16,1 1-6 0,1-1 7 16,-4 2-2-16,2-4-5 0,-2 2 4 0,5-1-1 0,-3 1 2 15,1-3 4-15,0 2-7 0,-1 0 1 0,1-2-8 16,1 3 4-16,1-1 4 0,-1 0-2 0,2 1 0 15,-3 0 3-15,9 2-9 0,-1-1 4 0,-4-1 2 16,-3-1-3-16,0 0 4 0,3 0 5 0,-3-1-1 16,1 2-1-16,2-2 0 0,-4 0-1 0,4 0 0 15,-1 1 0-15,6-1-3 0,-6 1-3 16,-2 0 0-16,0-1 5 0,1 2-1 0,-1-1 1 16,2-2-2-16,-3 3-4 0,-1 0 1 0,1-4 1 0,0 4 1 15,1-3 2-15,-1 3 7 0,0-2-2 0,0 1 1 16,-1 1-4-16,1-2-1 0,1 0-4 0,-4 0 5 15,3 2-3-15,-1-3-1 0,0 5 1 16,3-4-3-16,-2 2 0 0,0 0-3 0,-3-2 2 16,4 0-2-16,1 0 0 0,-2 2-1 0,2-1-2 15,0-1 3-15,0 2 1 0,2-2 3 0,-1 2-3 16,6-3 3-16,-2 0 0 0,-6 1-3 0,1 0 3 16,6 2-1-16,-5-2-1 0,0 1 3 0,5 0 1 15,-4 0-7-15,6 1 1 0,-2 0 0 0,-7-2 0 0,2-1 2 16,1 3-2-16,-2-2 1 0,7 2-1 15,-7-1 4-15,-1-1-6 0,0 2 2 0,2-2-1 16,-1 1 1-16,-1-2 3 0,0 3-2 0,1-1-6 16,-4-1 8-16,4 2-4 0,-1-1-2 0,-2 2 3 15,4-4-3-15,-3 3 2 0,0 0 1 0,0-1 7 16,3 0-7-16,-2 1 2 0,-2 0 2 0,4-1 0 16,-4 0-2-16,3 1 10 0,-2-1 0 0,2-1-2 15,-3 1-3-15,2 0-5 0,1-1 6 0,-3 2 5 16,0-1-10-16,2 1 5 0,-3-1-2 0,0 1-3 15,3-1 2-15,-3 1-3 0,4 0 1 0,-4-2-3 16,2 2 8-16,2 0-3 0,0 0 1 0,0 0 0 16,-1 0-4-16,0 0 0 0,0 0-3 0,3 0 5 15,-3 0-1-15,2-3-3 0,1 5 5 0,0-5-2 16,-4 2-3-16,8 1-1 0,-4 0 3 16,-3-2-9-16,7 3 7 0,2-4-1 0,0 2 1 0,-10 0 0 15,4 1 2-15,3-2-4 0,3 2 1 0,0-1 1 16,-2 0 1-16,2-1-1 0,-2 2-2 0,-6 0-1 15,-1-1-2-15,9-1 3 0,0 4 2 0,-2-4-2 16,3 2-2-16,-3-2 0 0,4 4 0 0,-2-4 3 16,0 2-3-16,1 0 2 0,-3 0-1 15,2 0 1-15,-3-1 2 0,3 0 0 0,-1 1-1 16,-1-1 4-16,-5-2-1 0,5 2 7 0,1 1-4 16,3-1-4-16,-10 1 4 0,9-3-2 0,-1 2 2 0,-2 1-5 15,-6 0-1-15,-2-2 1 0,2 2 2 0,3 0-2 16,2-1 1-16,-4 1-2 0,6 0 1 0,-1-2 1 15,-8 4 2-15,2-4-4 0,1 0 0 16,-4 4 2-16,6-4 6 0,-4 1-1 0,8-2-1 16,-8 3-2-16,3 2 5 0,-2-2-3 0,7-3 0 15,-8 6 0-15,3-3-1 0,-2 1-1 0,0-2 0 16,1 1 3-16,-4-2-1 0,5 2 3 0,-4 0-7 16,-1 0-3-16,1 0 6 0,-1 0-5 0,2-1 2 15,-2 1-2-15,2 0 6 0,0 0 0 0,-1-1 1 16,-1 2-1-16,0-1-4 0,-1 0 0 0,2 1 2 15,1-2 0-15,-1 1 2 0,2 0-3 0,-3 0 4 16,2 0-4-16,-1 0 1 0,-2 0-3 0,1 0 0 16,0 0 3-16,0 1-3 0,1-2 0 0,-2 2 8 15,-3-2-3-15,-1 0 1 0,0 2-1 0,-1-4-1 16,-12 3-2-16,24 0 2 0,-15 0-3 0,-9 0 4 16,13 0-7-16,-13 0-6 0,0 0-12 0,16 0-17 15,-16 0-18-15,0 0-21 0,0 0-40 0,0 0-50 16,0 0-59-16,0 0-173 0,0 0-428 15,0 0 190-15</inkml:trace>
  <inkml:trace contextRef="#ctx0" brushRef="#br0" timeOffset="2208.19">10347 3038 96 0,'0'0'104'0,"0"0"1"0,0 0-16 0,0 0-3 16,0 0 0-16,0 0-12 0,0 0-13 0,0 0-7 15,0 0-6-15,0 0-10 0,0 0 1 0,0 0-7 16,0 0 4-16,0 0-9 0,0 0-2 16,0 0-6-16,0 0 6 0,0 0-3 0,0 0-4 0,0 0-9 15,0 0 3-15,0 0-2 0,0 0-7 0,0 0 2 16,0 0-4-16,0 0 13 0,0 0-9 0,0 0 26 16,-2 22-6-16,2-22-1 0,1 14-1 0,-1-3 3 15,1 1 7-15,1 4 0 0,-2 1 14 0,0-1-8 16,0 0-31-16,0 3-1 0,0-2 3 15,0 0-7-15,-2 4 2 0,4-2 2 0,-4 7-2 16,1-2 22-16,2-1 3 0,-2 4-2 0,1-8-6 0,-2 8 1 16,0-3 2-16,1-4-8 0,-2 5 1 0,2 0 8 15,-1-5-3-15,-2 4 6 0,1-4-8 0,2-1-1 16,-1-1 1-16,2 0-6 0,-3 0 3 16,0 0-6-16,2 1-1 0,0 0 2 0,1 0-1 15,-1 1 3-15,-2-2-1 0,3 0-3 0,-3 0-1 16,3-1 0-16,-1 0 2 0,1 2 4 0,0 0-1 15,-1-1 4-15,0 0 6 0,-1 0 0 0,0 0 2 16,2-2-3-16,-4 2 1 0,3 1-1 0,-1-1-6 16,2 0 1-16,0 0-4 0,0-1 4 0,0 0 7 15,0-2-6-15,0 2 0 0,0-1 2 0,2 1 1 16,-2-1-4-16,1 1 2 0,-1-3-3 0,1 1-3 16,-1 2 1-16,3 0-1 0,-2-2-4 0,-1 0 0 15,1-3-2-15,-1 1 2 0,0 1-1 0,2 1 6 16,-1-3 0-16,-1 3-1 0,1 2 0 0,0-1 0 15,-1 0-1-15,3-5-2 0,-2 1-3 0,1-1 2 16,0 5-2-16,-2-3 1 0,3-2-4 0,-2 2 4 16,0 2 0-16,-1-2-7 0,0-2 3 15,2 4 6-15,-1-2-11 0,0-1 2 0,0-1 2 0,-1 0-2 16,2-1 6-16,-2 2-5 0,0-12 0 0,3 17-1 16,-1-8 3-16,-2-9-3 0,2 16 2 0,-1-10 0 15,-1-6-2-15,2 14 1 0,-2-14-2 0,1 10 2 16,-1-10-4-16,1 10 5 0,-1-10-3 0,2 9 5 15,-2-9-7-15,0 0 4 0,0 10-4 16,0-10 3-16,0 0 0 0,0 0 0 0,2 11 4 16,-2-11-3-16,0 0-3 0,0 0 1 0,0 0 2 15,0 0 2-15,0 0 1 0,0 0-1 0,1 10 5 16,-1-10-4-16,0 0-1 0,0 0 4 0,0 0-5 16,0 0-2-16,0 0-3 0,0 0 7 0,0 0-4 15,0 0-1-15,0 0 0 0,0 0 3 0,0 0-1 16,0 0-4-16,0 0 4 0,0 0-3 0,0 0 0 15,0 0 9-15,0 0-5 0,0 0 5 0,0 0-5 16,0 0 1-16,6 8 1 0,-6-8-2 0,0 0 2 16,0 0 5-16,0 0-6 0,11 4 4 0,-11-4-2 15,0 0 0-15,10 3 2 0,-10-3 1 0,9 3 3 16,-9-3-2-16,12 3-2 0,-12-3 2 0,15 2-3 16,-7-1 1-16,-8-1-2 0,22 3 3 0,-11-2-1 15,2-1 0-15,0 1-3 0,1 1 1 0,4-2 4 16,-1 3 0-16,0-3-5 0,1 0 5 0,-4 0-4 15,5 2 1-15,0-1-2 0,-2-1 1 0,2 1-4 16,0-1 2-16,0 2-3 0,1-4 2 0,0 1 2 16,2 1 1-16,6-1 0 0,-8-1 0 0,1 2-2 15,6 0 5-15,1-2-6 0,-5 2 1 0,-3-1-2 16,3-1 3-16,7 1-2 0,-4 0-1 0,3-2-1 16,-8 2 3-16,10 0-1 0,-3-2 1 15,-2 2-3-15,3 0-1 0,1-1 1 0,-2 2 4 0,1-3-1 16,0 3 0-16,1 0 1 0,-1 0 0 0,-1 0-1 15,2-3 1-15,-1 0 1 0,1 3-1 0,-3-2 4 16,0 2-10-16,3-2 8 0,0 0-1 16,-3 2-1-16,4-1 2 0,1 0-2 0,0-2 1 15,4 3 1-15,-2-2-4 0,-1 1-1 0,3 1 2 0,-3-2-4 16,3-1 2-16,0 3-1 0,1-2 1 16,0 0 0-16,1 1 1 0,-2-2-3 0,5 3 10 15,-4 0-1-15,0 0-3 0,1 0 6 0,-2-2-8 16,3 2 2-16,-1 2-5 0,-5-4 3 0,4 2-2 15,0 2 0-15,4-2-1 0,-5 0 0 0,18-3-3 16,-14 3 3-16,9 0 1 0,-8 0-1 0,10 0 1 16,-10 0 1-16,-3-2-5 0,16 1 2 0,-3 4 1 15,-9-3 0-15,9 0-1 0,-10 0 0 0,10-2 3 16,-12 0-5-16,12-1 3 0,-12 2 6 0,-2 1-6 16,2 2 0-16,17-3 2 0,0 0 1 0,-18 1 2 15,14-2 0-15,-16 2-2 0,15-2 0 0,-12 1 0 16,14 1-1-16,-12-3 2 0,10 2-2 0,-12 0-3 15,14 0 0-15,-14 1 2 0,1-2 1 0,12 2-3 16,-1-4 0-16,-12 3 2 0,12-2 1 0,-1 3 3 16,-12-3-6-16,14 1-1 0,-14 2 1 0,2-2 3 15,-1 0-2-15,12 0-7 0,-12 2 5 0,-1-4 2 16,2 2-4-16,-2 0 0 0,2 0-2 0,-4 2 3 16,1-3 2-16,2 2-2 0,-2 1 2 0,-1-1-1 15,0 1 1-15,-1-2-4 0,-3 3 2 0,1-2 3 16,2 1-3-16,-2-1 3 0,-1-1-4 0,1 0 2 15,2 2-3-15,-2 0 0 0,-1-2 1 16,-2 2 2-16,-3-1-2 0,-4 1 2 0,4-2-6 16,0 1 5-16,-5 5 0 0,6-4 0 0,-8 0 0 0,8 0-2 15,-1 0 2-15,0 1 4 0,1-1-5 0,0-1 2 16,-7 2 0-16,2 0 2 0,4-2 0 0,-6 0-4 16,5 0 1-16,-4 3 4 0,-1-4-1 15,1 3 3-15,-1-1 4 0,0-3 4 0,-2 2-5 0,-1-3-1 16,1 2 0-16,1-1 3 0,-6 5 1 15,5-2-5-15,-19 0-2 0,24-2 6 0,-24 2-4 16,23 0-4-16,-23 0 4 0,0 0-1 0,22-3-1 16,-22 3-2-16,0 0 0 0,18-1-17 0,-18 1-17 15,9-3-21-15,-9 3-37 0,0 0-33 0,0 0-32 0,0 0-34 16,0 0-46-16,0 0-46 0,0 0-173 16,-31-22-491-16,31 22 217 0</inkml:trace>
  <inkml:trace contextRef="#ctx0" brushRef="#br0" timeOffset="4152.54">15215 2882 3 0,'-13'-1'53'0,"13"1"-3"0,0 0 5 0,-12 2-11 16,12-2-5-16,0 0 3 0,0 0-5 0,-11 2 1 16,11-2-4-16,0 0 1 0,0 0-4 0,0 0-6 15,0 0 6-15,-9 4-5 0,9-4-3 0,0 0 4 16,0 0-7-16,0 0 0 0,0 0 2 0,0 0-7 15,0 0-7-15,0 0 6 0,0 0 3 0,0 0-6 16,0 0 6-16,0 0 0 0,32 6 14 0,-15-3 10 16,2-1-15-16,0 0 6 0,3 0-2 0,7-1 5 15,0-1-13-15,0 2-1 0,3-2 1 0,0 0-8 16,0 3 2-16,0-3 1 0,2 0-3 0,3 0 1 16,-1-1-4-16,-1 1-1 0,-2 0 7 0,1-2-12 15,-2 1 3-15,0-1 11 0,-5 3-18 0,2-1 7 16,-6 0 2-16,-2 0-7 0,-1-1 4 0,3 2-3 15,-6 0 7-15,5-2-13 0,-7 1 2 16,3-1-3-16,-6 2 15 0,0-1-7 0,0 0 3 0,-12 0-6 16,18-1 2-16,-18 1-1 0,15-2 6 0,-15 2 3 15,14 2-16-15,-14-2 21 0,10 0 5 0,-10 0-10 16,0 0 6-16,13 0-10 0,-13 0 6 16,0 0-10-16,0 0 2 0,15 0 4 0,-15 0 1 0,0 0 2 15,0 0-10-15,0 0 4 0,0 0-4 16,11 1-2-16,-11-1-1 0,0 0-2 0,0 0 7 15,0 0-9-15,0 0 7 0,0 0 4 0,0 0-2 16,0 0-10-16,0 0 9 0,7 5-8 0,-7-5 6 0,0 0-4 16,0 0 3-16,0 0-13 0,5 9 17 0,-5-9-5 15,0 0 1-15,5 10 1 0,-5-10-6 0,0 0 14 16,3 12 19-16,-3-12-2 0,3 12-2 16,-2-5-3-16,-1-7 3 0,1 17-5 0,-1-17-3 15,3 17 0-15,-3-6 0 0,0-1-1 0,1 2-1 16,2 0-6-16,-3 0 9 0,0 0 1 0,0 2 2 15,0-3-1-15,0 5-5 0,0-3 3 0,0 3-3 16,-2-3-1-16,2 0-2 0,-1 3 3 0,1 2 12 16,0-1 6-16,0 0-4 0,0-1 12 0,0 1-10 15,-1 0-3-15,-1 0 0 0,1-1-1 0,1 2 3 16,0 1-3-16,-1 0 2 0,1-1 6 0,0 0 0 16,-1 0-5-16,1 0-3 0,1 0 3 0,1 0-6 15,-2-3-4-15,0-2-3 0,-1 2 4 0,2 1-7 16,1-1 1-16,-2 1-1 0,0-5 1 0,0 5 6 15,-2 0 4-15,4-3 3 0,-2 0-10 0,1 0 2 16,-1-2 0-16,0 5-2 0,1-1 6 0,-1-1-2 16,2-5 1-16,-1 8 1 0,0-5-3 0,-1 0-3 15,1 4-2-15,1-1-1 0,-1-3-5 0,1-1 1 16,-2 0-1-16,0 1 2 0,0 0-3 0,2-1-2 16,-1 2 2-16,-1-1 0 0,0 3-2 0,2-2-2 15,-3-1 2-15,1-1 0 0,-1 2 0 0,0-1-1 16,1 0 0-16,-2-2 5 0,2-10 7 0,-2 22-4 15,-1-12 2-15,3 3-2 0,-2-3 0 16,1 1-5-16,-1 0 2 0,1 0-2 0,1-11 3 16,-1 20-4-16,-1-8 9 0,0-3 0 0,2 1 1 0,0-10-4 15,0 19-1-15,0-11 0 0,0-8-1 0,0 19-1 16,0-10-2-16,0-9 0 0,-1 16-3 16,1-6-1-16,0-10-1 0,0 18 0 0,0-10 5 0,0-8-5 15,-2 21 3-15,2-12-1 0,-1 1 3 16,1-10-7-16,0 18 4 0,0-9 6 0,1 1 5 15,-1-10-7-15,0 16 3 0,0-16-3 0,0 17 9 16,0-8-12-16,0-9 0 0,0 17-3 0,0-17 5 16,0 13-2-16,0-13 1 0,0 0-5 0,0 19 0 15,0-19 0-15,-1 13 1 0,1-13 2 0,-3 12-2 0,3-12-2 16,0 0 0-16,0 17 0 0,0-17 0 16,0 0 5-16,2 15-7 0,-2-15 4 0,0 0-7 15,0 0 3-15,-2 15 4 0,2-15-2 0,0 0 1 16,0 0-3-16,-1 13 6 0,1-13-6 0,0 0 3 15,0 0-2-15,-1 15 0 0,1-15-1 0,0 0 1 16,0 0 1-16,0 16-2 0,0-16-3 16,0 0 5-16,0 0 0 0,0 0-3 0,-1 14-1 0,1-14 2 15,0 0 2-15,0 0-3 0,1 13 0 0,-1-13 1 16,0 0 0-16,0 0 2 0,0 0-2 0,-3 15 2 16,3-15-4-16,0 0 5 0,0 0-2 0,0 0-2 15,0 16 4-15,0-16-5 0,0 0 7 0,0 0-2 16,0 0-3-16,-2 15 0 0,2-15 4 0,0 0 1 15,0 0-2-15,0 0-1 0,0 0-2 0,-3 11 3 16,3-11-1-16,0 0 0 0,0 0-1 0,0 0 1 16,0 0 1-16,0 0-4 0,0 0 0 0,0 0-2 15,0 0 5-15,0 0-2 0,0 0 1 16,0 0 1-16,0 0 1 0,0 0-4 0,-1 13 2 0,1-13 1 16,0 0-3-16,0 0 6 0,0 0 3 0,0 0-4 15,0 0 1-15,-12 7-1 0,12-7 2 0,0 0-5 16,-17 4 0-16,17-4-2 0,-20 3 5 0,8-1 0 15,-1 1 0-15,13-3 4 0,-27 3-11 16,14 1 6-16,1 0-6 0,-3-1 7 0,1 0-5 16,14-3-1-16,-24 5-1 0,7-1 7 0,-2-1-4 15,6 0 1-15,1 0 2 0,-4-2-1 0,1 1-2 16,-3 2-2-16,5-3 5 0,-3 1-4 0,16-2-2 16,-23 0-5-16,23 0-1 0,-18-2-10 0,6 2-6 0,12 0-13 15,-15-3-15-15,5 2-17 0,10 1-20 16,-19-4-20-16,19 4-20 0,-21-4-24 0,11 1-23 15,10 3-29-15,-19-7-16 0,19 7-142 0,-17-2-394 16,17 2 175-16</inkml:trace>
  <inkml:trace contextRef="#ctx0" brushRef="#br0" timeOffset="6285.91">13025 2959 50 0,'0'0'47'0,"0"0"10"0,0 0 1 0,0 0 0 0,-6-6 9 16,6 6-7-16,0 0 4 0,0 0 13 0,0 0 4 15,0 0 5-15,0 0 0 0,0 0-12 16,0 0 3-16,0 0-3 0,0 0-4 0,0 0 1 16,0 0 0-16,0 0-1 0,0 0-6 0,0 0-2 0,0 0-5 15,0 0 1-15,0 0-1 0,0 0-3 0,0 0 2 16,0 0-1-16,0 0-2 0,0 0-1 0,0 0 2 15,0 0 6-15,0 0-1 0,0 0 6 16,0 0-5-16,0 0-5 0,0 0 2 0,0 0-2 16,0 0 2-16,0 0-4 0,0 0-1 0,0 0-3 15,0 0-5-15,0 0 0 0,-2-6 0 0,2 6-7 16,0 0-2-16,0 0 0 0,0 0-1 0,0 0 1 16,0 0-2-16,0 0 1 0,0 0 1 0,0 0-8 15,0 0 1-15,0 0 0 0,0 0-6 0,0 0 1 16,0 0 2-16,0 0-2 0,0 0-1 0,0 0-5 15,0 0-1-15,0 0 1 0,0 0-5 0,0 0 2 16,0 0-1-16,0 0 0 0,0 0 0 0,-6-5-4 16,6 5 4-16,0 0 3 0,0 0-3 0,0 0 7 15,0 0 0-15,0 0-2 0,0 0-1 0,0 0 2 16,0 0 6-16,0 0-5 0,0 0-4 0,0 0-2 16,0 0-4-16,0 0 2 0,0 0 1 0,-4-9-4 15,4 9 1-15,0 0-4 0,-4-5 1 0,4 5 2 16,0 0-3-16,0 0 0 0,0 0-5 0,0 0 3 15,0 0 0-15,0 0 2 0,0 0-8 0,-2-8-1 16,2 8 0-16,0 0 0 0,0 0 0 0,0 0-3 16,0 0 1-16,0 0-1 0,0 0-1 0,0 0-3 15,0 0 1-15,0 0-2 0,0 0-5 0,0 0 0 16,0 0 2-16,0 0 2 0,0 0-1 0,0 0 5 16,-1 25-1-16,-1-17 0 0,2 3 1 15,0 6 2-15,0 0 6 0,0 0-3 0,0 0-1 0,0 0 3 16,0 0 1-16,-2 2-6 0,4 1 6 0,-2 5-3 15,0-6 4-15,-2-2-1 0,2 2-2 0,-2 2 0 16,4 3 2-16,-2-6 3 0,-2 1-2 0,2 1-1 16,0 0-1-16,0 3 4 0,0-2 0 15,0-2-3-15,0 2 0 0,2-3 2 0,-2 1-1 16,2-1-3-16,-2 0 4 0,-2 0 1 0,2 0-5 16,0-1 1-16,0 0 2 0,-2 1 1 0,2-3-2 15,0-3 3-15,-2 4-4 0,2-3 2 0,-2 2 1 0,2-2-3 16,0-3 1-16,2 1 3 0,0 1-5 0,-4 1 6 15,2 0-5-15,-2-3 1 0,2 2 2 16,0 1-4-16,0-2 4 0,-2 1-4 0,1 5 5 16,1-5 0-16,-2 1-3 0,2-3 0 0,0 2 3 15,0 0-3-15,0 0 2 0,0 3-1 0,0-2 6 16,0-3-9-16,-2 2 3 0,2 3-2 0,-3-4 1 16,3 2 0-16,0 3-1 0,0-5-1 0,0 1 2 15,0-1 6-15,-2 1-6 0,4-2-1 0,-2 2 1 0,-2 1 0 16,0 0 2-16,2-1-1 0,0 2 3 15,0-2 4-15,0 2-6 0,-2 1-1 0,1-5-2 16,1 1 2-16,0-1 0 0,0 2 1 0,-2-3 2 16,2 1-3-16,0 0 2 0,0-1-1 0,0 1 1 15,0-1-1-15,0 1 2 0,0 1-4 0,0 0 2 16,0-1 8-16,0 0-9 0,0-1-3 0,0 1 3 16,0 0 4-16,0 1 2 0,-4 0 0 0,4 0 3 15,0 1-6-15,0-3 3 0,0-9 5 0,0 24-5 16,0-13-2-16,2 1-2 0,-4-1 4 0,4 1 0 15,-2 0-1-15,-2 1-2 0,2-2 10 0,0 1-10 16,-2 0 2-16,2 4 12 0,0-4 0 0,0-1-2 16,0 1 0-16,0-1 0 0,0-11-1 0,2 22-3 15,-4-10 6-15,4-1-5 0,-2-1 6 0,0-10-7 16,0 19-5-16,0-11 2 0,0-8 0 16,0 15 10-16,0-15-10 0,-2 11-4 0,2-11 9 0,0 14-11 15,0-14 2-15,0 13 1 0,0-13-3 0,0 10 1 16,0-10 2-16,0 12-2 0,0-12-1 0,0 0 4 15,0 15-4-15,0-15-1 0,0 0 0 0,0 12 3 16,0-12 5-16,0 0-8 0,0 11 1 0,0-11-1 16,0 0-1-16,0 0 2 0,0 0 0 15,0 14-1-15,0-14 10 0,0 0-7 0,0 0-1 16,0 10 8-16,0-10-8 0,0 0-4 0,0 0 11 16,0 0-8-16,2 12-6 0,-2-12 3 0,0 0 3 15,0 0 2-15,0 0 1 0,0 0-1 0,0 0-4 0,0 0 2 16,0 0-18-16,0 0-2 0,0 0-25 0,-7 8-34 15,7-8-43-15,0 0-46 0,0 0-61 16,-22-16-44-16,13 9-241 0,-5-5-553 0,5-1 245 16</inkml:trace>
  <inkml:trace contextRef="#ctx0" brushRef="#br0" timeOffset="7185.91">11544 3471 162 0,'-1'-9'174'0,"1"9"-14"16,0-9 8-16,0 9-1 0,0 0-4 0,0-10 0 15,0 10-17-15,0 0-16 0,0 0-10 0,-2-6-18 16,2 6-12-16,0 0-13 0,0 0-10 0,0 0-9 16,0 0-8-16,0 0-4 0,0 0-5 0,2 29 1 15,-2-13-6-15,1 3-4 0,-1 7-2 0,1-1-5 16,-1 2-1-16,1 1-3 0,-1-2 2 15,2 2 4-15,-1-1 1 0,-1 2-4 0,0-1 1 16,2 0 0-16,1-3-1 0,-3 4-2 0,2-4 3 16,-1 0 9-16,-1 0 2 0,1-7-4 0,-1-1 1 15,2-1-3-15,0 1 2 0,-2 1-15 0,0-2 8 16,0-3-5-16,0-2 5 0,-3 0-2 0,4 0-2 0,-1-11 2 16,0 16-2-16,0-9-2 0,0-7 1 15,0 0 0-15,0 15 2 0,0-15-7 0,2 10-2 16,-2-10 3-16,0 0-1 0,0 0-3 0,1 11 7 15,-1-11-6-15,0 0-3 0,0 0-5 0,0 0-16 16,0 0-22-16,0 0-23 0,0 0-36 0,-9 3-28 16,9-3-38-16,0 0-43 0,0 0-203 0,0 0-435 15,-22-11 192-15</inkml:trace>
  <inkml:trace contextRef="#ctx0" brushRef="#br0" timeOffset="7619.42">11551 3659 191 0,'0'0'194'0,"-2"-9"-11"0,2 9-14 16,0 0-15-16,0 0-13 0,0 0-12 15,2-11-13-15,-2 11-12 0,6-6-10 0,-3 1-7 16,5 1-14-16,-8 4 1 0,10-7-8 0,-3 3-6 16,0 0 0-16,0 1-10 0,2-2-8 0,0 2-4 15,2 1-1-15,-3-1-10 0,0 2 1 0,-8 1-9 0,20 1-1 16,-20-1-7-16,17 3 6 0,-7 2-1 16,-1-1 1-16,-4 0-8 0,4 1-1 0,2 2 2 15,-6 0 0-15,1 2 1 0,0 0-5 0,-1 0 3 16,0-1-1-16,-4 3 4 0,-1-11 6 0,0 19 0 15,-3-10 0-15,0 2 1 0,-1-3 3 0,-1 1-1 16,-3 1 4-16,-2 3-5 0,1-4 1 0,-2-1-1 16,2 1-5-16,-3-1 1 0,2 0 1 0,1-3-6 15,-2 1 5-15,0-1-4 0,0-2 0 0,-1 0-4 16,3 1 2-16,0-1 0 0,9-3-2 0,-14 3-6 16,14-3-16-16,-13 1-11 0,13-1-18 0,0 0-29 15,0 0-41-15,0 0-28 0,-24-1-54 0,24 1-144 16,0 0-368-16,0 0 163 0</inkml:trace>
  <inkml:trace contextRef="#ctx0" brushRef="#br0" timeOffset="8769.21">14245 3523 39 0,'-5'-4'249'0,"5"4"-17"0,-6-4-6 16,6 4-15-16,0 0-8 0,0 0-15 0,0 0-15 15,-5-4-13-15,5 4-18 0,0 0-13 0,0 0-12 16,0 0-15-16,0 0-13 0,0 0-9 16,0 0-12-16,0 0-11 0,0 0-6 0,0 0-7 15,0 0-4-15,0 0-5 0,0 0-6 0,3 20 1 16,-1-12-7-16,2 3 0 0,-2 1-3 0,3-2-3 16,-2 2-1-16,-1 2 1 0,0-1-3 0,0 0 0 15,-2-4-3-15,4 4 1 0,-3-3-6 0,0 2 2 0,2 0-1 16,-3-1-2-16,0-3 2 0,2 0 2 15,-2-8-1-15,2 14-2 0,-2-7 2 0,0-7 0 16,0 12-1-16,0-12 0 0,-2 9 5 0,2-9 5 16,0 0 5-16,0 0 11 0,-2 14 6 0,2-14-4 15,0 0 21-15,0 0 13 0,0 0-10 0,0 0 26 16,-3 8 9-16,3-8-6 0,0 0-4 0,0 0-5 16,0 0 0-16,0 0-7 0,0 0-5 0,0 0-1 15,0 0-16-15,-11-22 7 0,11 22-21 0,-3-16 2 16,-1 6-13-16,4 10-3 0,0-22-1 0,3 9 4 15,-2 3-20-15,2-2-4 0,-2 1-1 0,3-2 2 16,0 1-2-16,-1 1-1 0,3 0-4 0,-1 1 3 16,2-1-7-16,2-1-16 0,1 4 19 0,0-2-1 15,-1 2-14-15,0 2 15 0,0-1-1 0,-2 1-3 16,1 3-2-16,-1-4 1 0,0 4 0 16,3 0 3-16,-2 0 0 0,1 1-1 0,4-1-6 0,-6 2 9 15,-7 1-7-15,16 0 5 0,-9 1 4 0,1 0-5 16,-1 1 2-16,0 0 5 0,0 1-9 0,0 0 3 15,-1 1-2-15,0 2 5 0,-3 0 2 0,1-1-5 16,3 3 2-16,-4-1-2 0,-1 3 3 0,0 0 12 16,2 1-7-16,-3-2 3 0,1 4-6 0,0-2 10 15,0 0-7-15,-4 0-1 0,2 0 10 0,0 2-2 16,-2-3-5-16,2-1 3 0,0 4 5 0,0-2-9 16,0-11 6-16,-2 24 4 0,2-16-10 0,0 4 8 15,0-12-3-15,2 20-15 0,-2-12-19 0,0 2-45 16,-2 0-37-16,2-10-45 0,-2 17-57 0,2-17-78 15,-5 16-245-15,5-9-577 0,0-7 256 16</inkml:trace>
  <inkml:trace contextRef="#ctx0" brushRef="#br0" timeOffset="12636.03">16186 3505 11 0,'0'0'108'0,"0"0"-9"0,0 0-4 0,0 0-5 16,0 0 1-16,0 0-10 0,0-10-3 0,0 10-4 15,0 0-1-15,0 0-4 0,0 0-11 0,0 0-6 16,0 0 2-16,0 0-6 0,0 0-9 0,0 0-2 16,0 0-2-16,0 0-5 0,0 0 1 0,0 0-9 15,0 0 6-15,0 0-12 0,0 0 5 0,0 0-4 16,0 0-2-16,0 0-2 0,0 0 4 0,0 0 0 16,0 0 8-16,0 0-6 0,0 0-1 0,-15 14 2 15,15-14 2-15,0 0-11 0,-6 6 2 0,6-6-1 16,-4 8 0-16,4-8-2 0,-4 7 8 15,1-3 1-15,3-4-2 0,-5 9 2 0,5-9-4 0,-2 9-2 16,2-9-4-16,-3 7-3 0,1-2 2 16,2-5 1-16,0 0-3 0,-3 10 0 0,3-10 0 15,0 8-8-15,0-8 5 0,0 9 4 0,0-9-4 16,0 0-1-16,1 10 4 0,-1-10 1 0,4 6 0 16,-4-6-3-16,4 4 3 0,-4-4-3 0,3 6-7 15,-3-6 5-15,6 4 1 0,-6-4 0 0,4 6 2 0,-4-6-1 16,0 0 1-16,4 3 0 0,-4-3-2 15,0 0 0-15,5 4 0 0,-5-4-3 0,0 0 5 16,6 3 0-16,-6-3-5 0,0 0 7 0,0 0-4 16,0 0 5-16,10 0 3 0,-10 0-3 0,0 0 4 15,0 0 8-15,0 0-1 0,9-7 0 0,-9 7-4 16,5-5 2-16,-5 5-1 0,6-6-2 0,-6 6 2 16,5-9 2-16,-5 9-3 0,5-7 0 0,-3 2 4 15,-2 5-5-15,3-9 4 0,-2 3-5 0,-1 6-1 16,0-12-4-16,0 12 1 0,0-12-2 0,0 12 2 15,-1-12-5-15,0 6 6 0,1 6-2 0,0-11-2 16,0 11 2-16,-2-10 0 0,2 10-2 0,-5-9 0 16,5 9-2-16,-3-10 8 0,0 7-11 0,3 3 2 15,-7-7 3-15,7 7-4 0,-7-8-4 0,7 8 1 16,-7-5 1-16,7 5-2 0,-10-2-1 0,10 2 1 16,-7-2 1-16,7 2-1 0,-10-1-5 0,10 1-15 15,0 0-3-15,0 0-12 0,0 0-19 0,-20 1-8 16,20-1-20-16,0 0-31 0,-11 5-28 0,11-5-138 15,-7 6-304-15,7-6 135 0</inkml:trace>
  <inkml:trace contextRef="#ctx0" brushRef="#br0" timeOffset="13372.91">16280 3553 5 0,'0'0'96'16,"0"0"-3"-16,0 0-6 0,0 0-8 0,0 0-3 16,0 0-6-16,-10 3-12 0,10-3 3 0,0 0-2 0,0 0-3 15,0 0-10-15,0 0 7 0,0 0-10 0,0 0-8 16,0 0-1-16,0 0 5 0,0 0-8 0,-16 0 0 15,16 0-8-15,0 0 1 0,0 0 2 16,-15 1 1-16,15-1 8 0,-8 3-3 0,8-3 1 16,0 0-5-16,-11 3-3 0,11-3 10 0,0 0 4 15,0 0-11-15,0 0 2 0,-13 1-5 0,13-1-3 16,0 0-5-16,0 0 2 0,0 0 6 0,0 0-8 16,0 0 6-16,0 0-6 0,0 0-2 0,0 0-5 15,0 0 1-15,0 0 9 0,0 0-6 0,31 2-1 16,-18-3 1-16,6 1 0 0,1 0-1 0,7-2 13 15,2-1-5-15,2 2-3 0,3-2-2 0,1 0 1 16,2 2 3-16,1-4-7 0,15-1-1 0,-16 3 4 16,14-1-5-16,1-1 4 0,-15 3-4 0,2-4-2 15,12 2 4-15,-15-1-7 0,2 0 5 0,-1 4 9 16,1-3-5-16,-1 2-1 0,0 0 0 0,-2-1-1 16,-2-3 1-16,-1 2 2 0,-1 2 0 0,-3 0 7 15,-6-1 4-15,-6 1 0 0,3 0-2 0,-7 2 0 16,1-3 0-16,-3 2 8 0,0 0-1 0,-4 0 4 15,-6 1-1-15,12 0 3 0,-12 0-3 0,9-2 4 16,-9 2 0-16,0 0 1 0,9-2-2 0,-9 2 0 16,0 0 1-16,0 0-2 0,0 0-9 0,0 0 2 15,9 0-3-15,-9 0-2 0,0 0-4 0,0 0-1 16,0 0-2-16,0 0-1 0,0 0-5 16,0 0 0-16,0 0-5 0,0 0-13 0,0 0-18 0,0 0-22 15,0 0-28-15,0 0-32 0,0 0-41 0,0 0-44 16,0 0-199-16,-31 7-422 0,20-4 187 15</inkml:trace>
  <inkml:trace contextRef="#ctx0" brushRef="#br0" timeOffset="14852.65">10253 3704 78 0,'0'0'93'0,"-5"3"-2"0,5-3 6 16,-10 7-9-16,10-7 6 0,-7 4-1 0,2-2 3 15,5-2-1-15,-8 5-11 0,3 0-2 16,5-5-4-16,-11 4-4 0,8 0-4 0,3-4-4 16,-7 4-10-16,7-4 1 0,-6 8-4 0,4-3-2 0,2-5-6 15,-8 8 0-15,6-5-7 0,-1 4 4 0,3-7 1 16,-2 9-4-16,0-2 0 0,2-7-6 0,-2 11 5 15,0-5-11-15,2-6-4 0,0 9-2 16,0-9 2-16,-1 12-5 0,1-12-2 0,1 10 2 16,1-5-4-16,-2-5-2 0,4 11 3 0,-4-11 1 15,5 4 8-15,-5-4 2 0,7 7 2 0,-7-7-2 0,9 3 5 16,-5-1-4-16,-4-2 3 0,9 3-8 0,-9-3 6 16,10 2 0-16,-10-2 4 0,9 1 2 15,-9-1 3-15,12-3-2 0,-5 1 3 0,-7 2-3 16,13-4-1-16,-6 1-2 0,-1-1 1 0,2 1 4 15,-2 0 3-15,-1 0-2 0,-5 3 2 0,12-4-3 16,-7 0-4-16,0 0-2 0,0-1 2 0,-1 0 2 16,0 0-2-16,0-1 1 0,-4 6-3 0,6-6 0 0,-4 0-6 15,-2 6 1-15,3-7-5 0,-3 7 0 0,4-9-4 16,-4 9 5-16,2-7-8 0,-2 7 4 0,0-11-7 16,0 11 5-16,-1-8 1 0,1 8-2 15,-1-10-3-15,1 10-1 0,-3-7 8 0,3 7-2 16,-4-7 0-16,4 7-1 0,-6-9-4 0,4 4-1 15,2 5-2-15,-6-8-1 0,3 5-2 0,3 3-9 16,-9-5 8-16,5 1-2 0,4 4-3 0,-10-6 1 16,10 6-2-16,-11-3 1 0,11 3-6 0,-9 0 3 15,9 0-2-15,-12 0 2 0,12 0-14 0,-13 2-17 16,6 2-22-16,0-2-23 0,-2 4-30 0,0-2-41 16,-3 2-53-16,3-2-53 0,-2 4-168 0,3-3-458 15,1 0 203-15</inkml:trace>
  <inkml:trace contextRef="#ctx0" brushRef="#br0" timeOffset="16242.32">10139 3798 46 0,'0'0'118'0,"0"0"-4"0,0 0 2 0,0 0-10 15,0 0-2-15,0 0 1 0,0 0-6 0,0 0-7 0,0 0-10 16,0 0 3-16,0 0-15 0,0 0-8 0,0 0-3 15,0 0-5-15,0 0-8 0,0 0-2 0,0 0-4 16,0 0-13-16,0 0 4 0,0 0-8 0,0 0 3 16,0 0-6-16,0 0-4 0,0 0 1 0,5-3 0 15,-5 3 2-15,0 0-5 0,0 0 3 0,0 0-1 16,0 0 2-16,0 0 5 0,0 0-2 0,0 0 5 16,0 0-7-16,0 0 0 0,0 0-5 0,0 0 6 15,0 0 0-15,0 0-7 0,0 0-2 0,0 0 1 16,0 0-5-16,0 0 0 0,0 0-3 0,0 0-2 15,0 0 4-15,0 0-3 0,0 0-2 16,0 0 2-16,0 0-3 0,0 0 6 0,0 0-9 16,0 0 5-16,0 0 1 0,0 0-2 0,0 0 0 15,0 0 2-15,0 0-5 0,0 0 5 0,0 0-1 0,0 0 4 16,0 0-8-16,0 0 2 0,0 0 1 0,0 0 0 16,0 0-5-16,0 0 8 0,0 0-5 0,0 0 3 15,0 0-7-15,0 0 8 0,0 0-3 0,0 0 4 16,0 0-4-16,0 0 4 0,0 0-2 15,0 0 0-15,0 0 0 0,0 0 9 0,0 0 2 16,0 0 5-16,0 0 14 0,0 0-5 0,0 0-5 0,0 0-1 16,0 0 0-16,0 0-2 0,0 0 7 0,0 0-14 15,0 0 1-15,0 0-2 0,0 0-1 0,-24 0 0 16,24 0-2-16,-11-2 1 0,11 2 3 16,-12-1 0-16,3 1 0 0,-1 1-2 0,0-1 1 15,-2 2 2-15,1-2 1 0,-1 0-2 0,-1 0 2 16,1 1 1-16,-1-1 0 0,-6 2-3 0,1-2 4 15,0 2 2-15,1 2-1 0,0-3 4 0,4 1 0 16,-5 0 2-16,1 1-2 0,0-3-3 0,0 0 5 16,-1 2-4-16,2-1 4 0,-2 1-4 0,0 0 1 15,1-1-2-15,-1 0-2 0,1-1 3 0,-1 3 4 16,2 1 2-16,0-3-3 0,0 1 2 0,0 0-1 16,5-1 4-16,-2-1 4 0,0 0 4 0,0 2-8 15,0-2-1-15,0 0-2 0,-3-2-2 0,2 4-2 16,3-1-1-16,-5-1 1 0,5 0 0 0,-4 0 1 15,-2-1 2-15,2-1-1 0,2 2-3 0,0 0-1 16,0 0 4-16,-1 0-8 0,1 0 2 0,-1-3 0 16,0 5-2-16,0-1-1 0,-4-1 4 0,2 0 2 15,2 0 4-15,0 2 2 0,0-2 0 0,2 1-1 16,1-1-7-16,-1 1 7 0,3-2-6 0,9 1 2 16,-15 0 4-16,7-1 5 0,8 1 1 0,-13 1 3 15,13-1 0-15,-14 1-2 0,14-1 5 0,-9 2 1 16,9-2 2-16,-7 0 1 0,7 0 1 0,0 0-5 15,-12-3-2-15,12 3-1 0,0 0 4 0,0 0-4 16,-11 0 0-16,11 0-6 0,0 0 0 0,0 0-3 16,-9 3 4-16,9-3 4 0,0 0-10 0,0 0-1 15,0 0 5-15,0 0 4 0,0 0 4 0,-10 0 3 16,10 0-1-16,0 0 1 0,0 0-17 16,0 0 21-16,-9 0 5 0,9 0-3 0,0 0 7 0,0 0-3 15,0 0-4-15,0 0 2 0,0 0-7 0,0 0 0 16,0 0-1-16,0 0-3 0,0 0-1 0,0 0-5 15,0 0 3-15,0 0-8 0,0 0-1 0,0 0-2 16,0 0-2-16,0 0-10 0,0 0 11 16,0 0 0-16,0 0-5 0,0 0-3 0,0 0 4 15,-9-3-21-15,9 3 14 0,0 0-2 0,0 0-3 0,0 0 3 16,0 0-3-16,0 0-14 0,0 0-18 0,0 0-20 16,0 0-31-16,0 0-58 0,0 0-27 0,0 0-40 15,0 0-56-15,0 0-68 0,0 0-68 0,0 0-199 16,0 0-645-16,0 0 286 0</inkml:trace>
  <inkml:trace contextRef="#ctx0" brushRef="#br0" timeOffset="30986.76">11909 6132 37 0,'0'0'58'15,"0"0"6"-15,0 0-5 0,0 0-4 0,0 0 1 0,0 0 3 16,0 0 1-16,0 0 3 0,0 0-5 0,0 0 3 15,0 0 1-15,0 0 5 0,0 0 4 0,0 0-1 16,0 0-2-16,0 0 6 0,0 0 6 0,0 0-15 16,0 0-7-16,0 0 2 0,0 0-8 0,0 0 2 15,0 0-4-15,0 0-3 0,0 0-7 0,0 0 3 16,0 0-10-16,0 0 1 0,0 0-4 0,0 0-4 16,0 0-2-16,0 0-2 0,0 0 0 0,0 0-3 15,0 0-4-15,0 0-5 0,0 0 2 0,0 0-1 16,0 0 0-16,0 0-2 0,0 0-3 0,0 0 0 15,0 0 4-15,-14 2-1 0,14-2-5 0,-10 4 1 16,10-4-2-16,-14 2 4 0,9-1-4 0,-3 2 0 16,0-2 0-16,2 1 4 0,-5 0-1 15,0-1-3-15,-3 0-2 0,3 0 3 0,-3 3 5 0,2-3-5 16,2 1 0-16,-1-1 5 0,-1-1 0 0,4 1 0 16,-1 1 0-16,-1-1 2 0,1 1 7 0,9-2 3 15,-15 1 7-15,15-1 0 0,-10 1-6 0,10-1 1 16,-8 1-2-16,8-1 2 0,0 0-6 0,-11 0-1 15,11 0-1-15,0 0 1 0,0 0-5 0,-9 0 0 16,9 0-4-16,0 0 0 0,0 0-1 0,0 0-1 16,0 0 1-16,0 0-3 0,0 0 0 0,0 0 0 15,0 0-1-15,0 0 2 0,0 0 3 0,0 0-6 16,0 0 9-16,0 0-2 0,0 0 5 0,0 0 1 16,29 4 1-16,-18-4 3 0,1 0 3 0,1 1-3 15,-1 0-5-15,4 0 5 0,-1-1-2 0,-2 0 5 16,7 0-4-16,-3-1 0 0,2 1-2 0,-1-1 1 15,-3 2-2-15,6-2-2 0,-3 1-3 0,2 0 0 16,1 1 4-16,-2-1-4 0,-1-2-2 0,0 2 1 16,1 0 0-16,1 0 0 0,-1 0-1 0,2-1 2 15,-1-1-6-15,-2 1 1 0,4 2 2 0,-1-2-4 16,-1 0 3-16,1 2-1 0,1-2 2 0,0 1 3 0,0 0-3 16,-1 0-1-16,6 0 3 0,-5 0-3 15,0-1-1-15,-1 0 2 0,-1-1 0 0,1-1-3 0,6 3 2 16,-5-2 0-16,7 2-2 0,-11-2 1 15,5 2 0-15,-1-1-2 0,5 1 2 0,-7 0-3 16,2 0 2-16,-1 1 1 0,-1-2 3 0,3 1-4 0,-1 0-1 16,-2 0 1-16,2-2 0 0,-3 0 8 15,0 2 3-15,0-1-2 0,1 1-1 0,-2 0 3 0,0-1-4 16,-1 0 0-16,2 2-4 0,-1-1 1 16,-3 1 0-16,2 0-2 0,-4-2 3 0,5-1-1 15,-5 2 1-15,2 0 4 0,1 0 2 0,-4-2-2 0,4 2-4 16,-3 0 3-16,1 0 2 0,-1 3-5 15,1-6 0-15,-1 3 1 0,1-1 4 0,-3 1-5 16,2 1-3-16,-1-3 0 0,-2 2 0 0,-1 1 2 16,5-2 3-16,-3 1 4 0,1-1-2 0,-1-1 2 15,-2 0 0-15,4 2-5 0,-4 1-1 0,-9-1 1 16,18 0 2-16,-11-1-5 0,0-1 0 0,-7 2-1 16,13 0 3-16,-4 2 6 0,-9-2 0 0,9-2 2 0,-9 2-2 15,9 0-6-15,-9 0 4 0,10 0-3 16,-10 0-1-16,0 0 0 0,8 2-2 0,-8-2 1 15,0 0-1-15,0 0-2 0,0 0 0 0,0 0 0 0,11-2 0 16,-11 2-4-16,0 0 0 0,0 0-2 0,0 0 5 16,0 0 0-16,0 0 0 0,0 0-1 15,0 0-3-15,0 0 2 0,0 0 1 0,0 0 1 0,0 0 1 16,0 0-2-16,0 0-3 0,0 0-11 16,0 0-17-16,0 0-23 0,0 0-37 0,0 0-43 15,0 0-47-15,0 0-57 0,0 0-208 0,-31 6-479 16,20-5 213-16</inkml:trace>
  <inkml:trace contextRef="#ctx0" brushRef="#br0" timeOffset="32173.98">13313 5904 59 0,'0'0'148'0,"0"0"-13"16,0 0-3-16,0-9-4 0,0 9-13 0,0 0-7 16,0 0-9-16,2-6-7 0,-2 6-5 0,0 0-6 15,0 0-7-15,0 0 0 0,0 0 6 0,0 0-3 16,2-7-1-16,-2 7-2 0,0 0-11 0,0 0-3 15,0 0 3-15,0 0-1 0,0-8 0 0,0 8-6 16,0 0 4-16,0 0-7 0,0 0 2 0,0 0-3 16,0 0-1-16,0 0 6 0,-2-11-1 0,2 11 1 15,0 0 0-15,0 0 0 0,-2-9-7 0,2 9-1 16,0 0 5-16,0 0 4 0,-1-8 0 0,1 8-1 16,0 0-2-16,0 0 2 0,0 0-3 0,-2-8 0 15,2 8-1-15,0 0-7 0,0 0 2 0,0 0-2 16,0 0-3-16,0 0-7 0,0 0 1 0,0 0-3 15,0 0-6-15,0-7 0 0,0 7-2 0,0 0-4 16,0 0-1-16,0 0 1 0,0 0-3 0,0 0 0 16,0 0-1-16,0 0 0 0,0 0 3 0,0 0-4 15,0 0-3-15,0 0-1 0,0 0 16 0,0 0-12 16,0 0-4-16,0 0 1 0,0 0 6 0,0 0-1 16,0 0-1-16,0 0-2 0,0 0 2 0,0 0 2 15,0 0-3-15,0-10-3 0,0 10 0 0,0 0-1 16,0 0-1-16,-4-10-2 0,4 10 0 0,0 0 1 15,0 0 3-15,-2-7 1 0,2 7 7 0,0 0-3 16,0 0 7-16,-4-7-17 0,4 7 13 0,0 0-13 16,0 0-1-16,0 0 1 0,0 0-2 0,0 0-2 15,0 0-6-15,0 0-2 0,0 0 3 0,0 0-3 16,0 0 0-16,0 0-2 0,0 0-5 0,0 0-5 16,0 0 2-16,0 0 3 0,0 0 1 0,0 0-4 15,0 0-4-15,0 0 7 0,0 0-2 0,-3 21 4 16,3-11 2-16,-2 0 3 0,2 1-4 0,-2 1 4 15,2 1-2-15,-5 4 1 0,5-1-3 0,0 0 3 16,-2 3 0-16,2-1 3 0,-1 1-1 0,1 7 1 16,-2-7 0-16,2 0 3 0,2 1-6 0,-1-3 4 15,-1 2 0-15,0 0-4 0,2-2 6 16,1 2-5-16,-1 0 8 0,-2-1-6 0,2 0 1 0,-2 1-4 16,2-2 3-16,-2 1 1 0,0 0 4 0,0-2-6 15,3 1 2-15,-3 0 1 0,2-2 2 0,0 2-2 16,0 0 0-16,-2-1 1 0,2 0-6 0,-2-5 5 15,2 1-2-15,0-1-3 0,-2 0 3 0,1 1-1 16,-1-2 5-16,0 0 6 0,0 0-11 0,0-1 2 0,0-3 5 16,0 4-2-16,2-3 3 0,-2-7-4 15,-2 11 3-15,2-11 1 0,0 12 9 0,-1-7-4 16,1-5-5-16,0 0 1 0,1 11-1 0,-1-11 0 16,0 9 4-16,0-9-5 0,2 5 4 0,-2-5-6 15,0 0 2-15,0 0-3 0,0 0-3 0,0 8-1 16,0-8-6-16,0 0-12 0,0 0-7 0,0 0-19 15,0 0-13-15,0 0-15 0,0 0-29 0,0 0-35 16,0 0-50-16,0 0-55 0,0 0-42 0,0 0-203 16,-13-23-527-16,11 11 233 0</inkml:trace>
  <inkml:trace contextRef="#ctx0" brushRef="#br0" timeOffset="34132.57">13380 5725 6 0,'0'0'145'15,"0"0"-5"-15,-5-5-3 0,5 5-13 0,0 0-6 16,-4-5-9-16,4 5-2 0,0 0-12 0,0 0-7 16,-6-5-6-16,6 5-7 0,0 0-6 0,0 0-7 15,-5-3-7-15,5 3 1 0,0 0-4 16,0 0-1-16,-6-4-3 0,6 4-10 0,0 0-3 0,0 0 1 16,0 0-10-16,0 0 0 0,0 0-4 0,-10-1 0 15,10 1-2-15,0 0-1 0,0 0-3 0,0 0 5 16,0 0-5-16,0 0 1 0,0 0 3 0,0 0-6 15,0 0 4-15,0 0 1 0,0 0-1 0,-9-1 3 16,9 1-3-16,0 0 1 0,0 0 2 0,0 0 3 16,0 0-2-16,0 0-1 0,0 0 1 0,0 0 1 15,0 0-2-15,0 0 0 0,0 0-1 0,0 0 3 16,0 0-9-16,0 0 6 0,0 0-5 0,0 0-3 16,0 0-2-16,0 0-2 0,0 0 2 0,0 0-1 15,0 0-7-15,0 0 5 0,0 0-2 0,0 0 4 16,0 0-4-16,0 0 1 0,0 0-4 0,0 0 3 15,0 0-2-15,0 0-2 0,0 0 2 0,0 0 3 16,0 0-4-16,0 0 0 0,0 0-1 0,0 0 2 16,0 0-1-16,0 0 2 0,0 0-5 0,0 0 3 15,0 0-1-15,0 0 2 0,0 0-2 0,0 0 0 16,0 0-3-16,0 0-3 0,0 0 6 0,0 0-2 16,0 0 0-16,0 0 4 0,0 0-1 0,0 0 0 15,0 0-2-15,0 0 4 0,0 0-2 0,0 0 2 16,0 0 0-16,0 0-6 0,-11 2 6 0,11-2 1 15,0 0-7-15,0 0 7 0,0 0-2 0,0 0 8 16,0 0-1-16,0 0 4 0,0 0 2 0,0 0 1 16,0 0-5-16,0 0 3 0,0 0-3 0,0 0 1 15,0 0-2-15,0 0 5 0,0 0-2 0,0 0 1 16,0 0 1-16,0 0 3 0,0 0 3 0,0 0-2 16,0 0 1-16,0 0 0 0,0 0 0 0,0 0 0 15,0 0 0-15,0 0 0 0,0 0 5 0,0 0-5 16,0 0 2-16,0 0-2 0,0 0-1 0,0 0-4 15,0 0 0-15,0 0-3 0,0 0-2 0,0 0 4 16,0 0-4-16,0 0-1 0,0 0-1 0,0 0 0 16,0 0-4-16,0 0 2 0,0 0 1 0,0 0-1 15,0 0-2-15,0 0 0 0,0 0-3 0,0 0 2 16,0 0 0-16,0 0 0 0,0 0-6 0,0 0 7 16,-7 3-3-16,7-3 3 0,0 0-7 0,0 0 4 15,0 0-4-15,0 0 2 0,0 0-3 0,0 0 1 16,0 0 1-16,0 0 1 0,-9 0 0 0,9 0 2 15,0 0-2-15,0 0 0 0,0 0-1 0,0 0 3 16,0 0 0-16,0 0 0 0,0 0-3 0,0 0 0 16,0 0 2-16,0 0 2 0,0 0 0 0,0 0-3 15,0 0 4-15,0 0 8 0,0 0-14 0,0 0 0 16,0 0 0-16,0 0 3 0,0 0-1 0,0 0 0 16,0 0 0-16,0 0 0 0,0 0-1 0,0 0 0 15,0 0-1-15,0 0 0 0,0 0 2 0,0 0-2 16,0 0 0-16,0 0 2 0,0 0 1 0,0 0-3 15,0 0 0-15,0 0 1 0,0 0-2 0,0 0 10 16,0 0-11-16,0 0 1 0,0 0-3 0,0 0 2 16,0 0 0-16,0 0 1 0,0 0 0 0,0 0 3 15,0 0-2-15,0 0 1 0,16 16 0 0,-13-11 7 16,5 0-1-16,1 1 2 0,3 0-1 0,-1 0 0 16,2 3-1-16,1-4 0 0,-3 1 0 0,5 2 1 15,-1-3-3-15,3 1 4 0,-4 4 0 0,4-5 0 16,-3 2-3-16,1 0 0 0,-1 0 0 0,-1-1-2 15,-1 0 7-15,2-1 5 0,-2-1-13 0,1 2 2 16,-4-1-1-16,3-1-3 0,0 2 4 0,-3-2-2 16,4 2 1-16,-1-1-2 0,-2 1 11 0,1-1-5 15,-1-1-1-15,0 1 6 0,3 0-3 0,1 1-1 16,-3-1 3-16,1 0-1 0,5 0-4 0,-7-1 1 16,6 2-1-16,-4-2-2 0,1 0 1 0,-1 0 3 15,-1 0-2-15,3-1 1 0,-4 3-2 0,2-2-4 16,0-1 4-16,-1 1 2 0,0 0-7 0,0 0 7 15,0 0-2-15,-1-2-2 0,-2 1 5 0,1 2-3 16,0-2-3-16,-1 1 4 0,-2-1 1 0,0 0-3 16,0-1 1-16,-1 1-2 0,-6-3-1 0,14 4 1 15,-9-1 1-15,-1 0-3 0,-4-3 3 0,9 4 4 16,-3 0-5-16,1-2-2 0,-7-2 2 0,7 4-1 16,-7-4 2-16,7 3-4 0,-7-3 2 0,6 1-2 15,-6-1 1-15,0 0 0 0,7 3 0 0,-7-3 0 16,0 0-3-16,5 5 3 0,-5-5-1 0,0 0 0 15,0 0-2-15,0 0 4 0,5 3-2 0,-5-3-3 16,0 0 0-16,0 0 5 0,0 0-2 0,0 0 0 16,0 0 0-16,0 0 11 0,0 0-13 0,2 6 9 15,-2-6-7-15,0 0 3 0,0 0-4 0,0 0 0 16,0 0 5-16,-7 11-3 0,7-11 2 0,-9 7 8 16,9-7-8-16,-9 6 4 0,0-2 2 0,4 0 3 15,-4 1-3-15,-2 1-2 0,3 0-4 0,-5 0-6 16,3-1 3-16,1 1-2 0,-5 1 1 0,5-1-3 15,-5 1 5-15,3 0-1 0,-4 1 1 0,1 2 1 16,-1-3-2-16,3 1 4 0,1-2-2 0,-5 4-1 16,1-4 3-16,4 1-3 0,-5 2-3 0,5-3 2 15,-3-1-2-15,-1 3 3 0,2-3-2 0,1 1 2 16,-3 0 1-16,-2 0 0 0,1-1-1 0,-1 3 3 16,3-3 8-16,0 1-13 0,-4 1 2 0,1-3-1 15,1-1-1-15,-2 4 3 0,0-4-1 0,3 3-4 16,1-3 4-16,1 3-3 0,0-3 2 0,3 2 1 15,-1-1-1-15,-1-1 6 0,3 1-3 0,-5-1 5 16,8 0-10-16,-1-1-1 0,-2 3 0 0,-2-2 1 16,4 0 0-16,1-2 5 0,6-1 0 0,-13 5-5 15,7-3 2-15,-2 1 1 0,3-1-1 0,5-2 4 16,-14 4-3-16,5-2 2 0,5 2-1 0,-4-2-2 16,-2 2 1-16,5 0-5 0,-3-1 2 0,3 1 3 15,-5-1-3-15,0 2 3 0,1-1-1 0,0-1 0 16,0 0 1-16,0 0 0 0,2-1 0 0,-1 1 2 15,0 0 0-15,2-1-1 0,6-2-6 0,-11 4 2 16,6-3 6-16,5-1-3 0,-11 4 0 0,11-4 0 16,-7 3 0-16,7-3-1 0,-6 3-1 0,6-3 2 15,0 0-3-15,-5 2-5 0,5-2-4 0,0 0 3 16,0 0-4-16,-9 2-6 0,9-2-6 0,0 0-1 16,0 0-5-16,0 0-2 0,0 0-11 0,0 0-6 15,0 0-10-15,0 0-19 0,0 0-26 0,0 0-34 16,0 0-34-16,0 0-36 0,0 0-32 0,0 0-123 15,0 0-395-15,0 0 175 0</inkml:trace>
  <inkml:trace contextRef="#ctx0" brushRef="#br0" timeOffset="35236.11">14146 5763 112 0,'-3'-6'125'15,"3"6"-2"-15,0 0-12 0,-4-7 8 0,4 7-8 16,-4-6 4-16,4 6-3 0,0 0-9 0,-4-8 4 16,4 8-1-16,-2-5-4 0,2 5-15 0,0 0-3 15,-5-10-8-15,5 10 3 0,-5-7-6 0,5 7-3 16,-3-7-2-16,3 7 4 0,-2-7-3 0,2 7-1 15,0 0-1-15,-6-7-2 0,6 7 3 0,0 0-2 16,0 0-6-16,0 0-1 0,-3-5 0 0,3 5-5 16,0 0-1-16,0 0-1 0,0 0-3 0,-3-7 0 15,3 7-3-15,0 0-4 0,0 0-4 16,0 0 1-16,0 0-5 0,0 0-1 0,0 0-9 0,0 0-6 16,0 0-1-16,0 0-7 0,0 0-3 0,0 0 0 15,0 0-6-15,0 0 0 0,0 0-3 0,0 0 0 16,0 0 1-16,0 0-2 0,0 0 1 0,0 0 8 15,3 28-10-15,-2-17-1 0,1 1-1 0,-2 3 6 16,0 2-1-16,2 1-1 0,-2 1 5 0,0-2-7 16,0 2 3-16,0 0 3 0,2-1-3 0,-2 3 2 15,2-3-3-15,-1 0 9 0,-1 8-9 0,0-10 1 16,0 2 0-16,0 1 3 0,0 0-2 0,0-1 3 16,1 3 0-16,0-2 0 0,-3-1-3 0,2 0 4 15,0 0-3-15,0 0 5 0,0-1 0 0,0 0 2 16,0 0-1-16,-1-2-2 0,1 2 3 0,-2-2-1 15,2-2-2-15,-2-1 1 0,2-1 0 0,0 2-1 16,0 0 1-16,-2-1-1 0,2-1 0 0,-2 2-2 16,2-1 1-16,0 0 1 0,0 0 0 0,0-1 9 15,0 0-9-15,-1 0 38 0,2 0-4 0,-1 0-5 16,-1 0-5-16,1-1 13 0,-2 1-8 0,2-1-1 16,-1-2-6-16,0 1-1 0,1 0-2 0,-2-2-1 15,2-7 0-15,-2 15-2 0,2-8-8 0,0-7 7 16,0 12-3-16,0-12 0 0,-4 12-3 0,4-6-2 15,0-6 0-15,0 10 0 0,0-10 3 0,-1 10 4 16,1-10-13-16,-3 9 3 0,3-9-1 0,0 0 4 16,-2 7-7-16,2-7 0 0,0 0 1 0,0 0 3 15,0 0-4-15,0 9 1 0,0-9 0 0,0 0-6 16,0 0-26-16,0 0-13 0,0 0-27 0,-6 5-34 16,6-5-48-16,-7 2-43 0,7-2-65 0,0 0-249 15,0 0-546-15,-24-11 242 0</inkml:trace>
  <inkml:trace contextRef="#ctx0" brushRef="#br0" timeOffset="36836.05">14248 6082 76 0,'0'0'87'0,"0"0"6"15,0 0-11-15,0 0-10 0,0 0-4 0,0 0 0 16,-8-4-1-16,8 4-10 0,0 0-5 0,0 0-9 16,-5-4-3-16,5 4 4 0,0 0-3 0,0 0-2 15,-10-2 1-15,10 2-1 0,0 0 2 0,-7-2 2 16,7 2 2-16,0 0 4 0,0 0-1 0,-9-3 1 16,9 3-6-16,0 0 7 0,0 0 0 0,-11-1 2 15,11 1-2-15,0 0-7 0,0 0-3 0,-7-5-2 16,7 5-5-16,0 0-4 0,-6-5 0 0,6 5-4 15,-6-2 0-15,6 2-3 0,-8-5-3 0,8 5-1 16,0 0 5-16,-9-5-1 0,9 5 1 0,-6-1-2 16,6 1-2-16,-10-2 3 0,10 2-3 0,0 0-2 15,-7-3 0-15,7 3-2 0,0 0-4 0,0 0 2 16,0 0-4-16,-9-2 0 0,9 2 1 0,0 0-5 16,0 0 2-16,0 0-1 0,-8-2 0 0,8 2-2 15,0 0 0-15,0 0 0 0,0 0-3 0,0 0 1 16,0 0 1-16,0 0-4 0,0 0 0 0,0 0 2 15,0 0-4-15,0 0 0 0,0 0 3 0,0 0-1 16,0 0 1-16,0 0-2 0,0 0 10 0,0 0-7 16,0 0 7-16,0 0 3 0,0 0 5 0,0 0 0 15,20 13 8-15,-14-11-6 0,3-1-2 0,1 0 2 16,0 2-1-16,2-3-1 0,1 1 3 0,-1 0-3 16,1-1-1-16,5 1 4 0,0-1 3 0,4 0 1 15,-4 0 2-15,0 0-7 0,3-1 0 0,0 2-2 0,0-3-1 16,0-2-1-16,8 4-2 0,-2-1-2 0,-8 2-1 15,2-2 2-15,2 0-3 0,-3-2 2 16,2 2-4-16,6 0 4 0,-10 1-6 0,4-2 2 16,-4-1 0-16,6 2 0 0,-6 0-3 0,2-2 3 15,-2 3-2-15,0-2-1 0,1 2 0 0,0 0-2 0,-1 0 3 16,0 0 0-16,0 0 4 0,1-3 0 0,-2 3 2 16,1 0 0-16,0 0 1 0,-1 0 3 15,-4 0 1-15,2-1 3 0,-2 0-4 0,5-1 2 0,-2 2-2 16,3 0 0-16,-3-1 0 0,1-2-4 15,-3 3 0-15,0 0-1 0,3 0-4 0,1-1 3 0,1 0 1 16,-4 1-1-16,3-2-2 0,0 2 0 0,-2-2 2 16,1 4-6-16,2-2 1 0,0 0-1 15,-3 1 3-15,3-4-2 0,-2 3-2 0,-3-1 2 16,2 0 1-16,-2-1-1 0,3 1 5 0,1 1 9 16,-5-1-1-16,4 1-20 0,-4 0-1 0,1 0 1 0,0-1 4 15,0-1-3-15,0 2 7 0,4 0 2 0,-1 0 1 16,-3 0 2-16,4-1-1 0,0 1 0 15,-1-2-3-15,-1 1 1 0,0 0-1 0,0 0 0 16,-1 2-1-16,-1-2 0 0,-2 1-2 0,2 0-1 16,-1-1 1-16,-2 1 3 0,5 0-2 0,-4-2 0 0,4 2 1 15,-5 0 1-15,4-2 0 0,1 2 2 0,2 0 0 16,-2-2-1-16,-2 2-2 0,3 2 3 0,-3-4-5 16,-2 4 1-16,2-4 0 0,-2 2 2 15,0-2-3-15,-1 2 11 0,2 0-5 0,-3 0-7 16,1 0 2-16,-1-2 0 0,3 2-3 0,-2 0 1 0,1 0 3 15,0 0-3-15,-1 0 3 0,-1 0 0 0,1 0 4 16,0 0 0-16,0 0-2 0,-1 0 0 0,-2-1 0 16,-8 1 0-16,17 1 1 0,-7-2 2 0,-4 2-1 15,-6-1 1-15,14-1 3 0,-14 1 1 0,12 0-3 16,-12 0 8-16,10 0-7 0,-10 0-3 0,11 1 2 16,-11-1 2-16,8 0-2 0,-8 0-3 0,0 0-1 15,13-1 1-15,-13 1-3 0,0 0 4 0,13 0-2 16,-13 0-2-16,6-2 2 0,-6 2-1 0,9 0-3 15,-9 0 10-15,0 0-3 0,14 0-7 16,-14 0-3-16,9-2 4 0,-9 2-1 0,8-1 3 0,-8 1-4 16,0 0 3-16,15 0-2 0,-15 0 4 0,9 0 3 15,-9 0 3-15,9-1 5 0,-9 1-5 0,0 0 10 16,11 0-12-16,-11 0-1 0,0 0-3 0,9-1 0 16,-9 1 3-16,0 0-1 0,0 0 6 15,9 0-6-15,-9 0-2 0,0 0 4 0,0 0-4 0,11-2 0 16,-11 2-3-16,0 0 3 0,9 0-3 0,-9 0 0 15,0 0 0-15,10-1-1 0,-10 1 8 16,0 0-8-16,9-1-1 0,-9 1-1 0,0 0 2 16,0 0 1-16,0 0 1 0,9 1-4 0,-9-1-1 0,0 0 4 15,0 0-4-15,0 0 6 0,0 0-5 0,0 0 1 16,0 0 8-16,0 0-15 0,0 0 6 0,0 0-4 16,0 0 7-16,0 0-1 0,0 0-1 0,0 0-1 15,0 0 0-15,0 0-3 0,10-1 0 16,-10 1-2-16,0 0 6 0,0 0-2 0,0 0-1 0,0 0 6 15,0 0-3-15,0 0 1 0,0 0-1 0,0 0 1 16,0 0-2-16,0 0 0 0,0 0 1 0,0 0 1 16,0 0-3-16,0 0-15 0,0 0-8 0,0 0-18 15,0 0-20-15,0 0-30 0,0 0-29 0,0 0-31 16,0 0-43-16,0 0-35 0,0 0-27 0,0 0-150 16,-32 0-441-16,32 0 196 0</inkml:trace>
  <inkml:trace contextRef="#ctx0" brushRef="#br0" timeOffset="37386.8">16415 5913 46 0,'0'0'182'0,"0"0"-13"0,-23 0-25 16,23 0-4-16,0 0-8 0,0 0-13 15,-9 5-6-15,9-5-13 0,0 0-9 0,-8 3-5 16,8-3-6-16,-8 3-3 0,8-3-11 0,-7 7-7 0,7-7-5 16,-6 3-1-16,6-3-6 0,-5 8-6 0,1-4 4 15,4-4-16-15,-5 7 3 0,5-7-7 0,-8 7 1 16,3 0-1-16,2-2 6 0,1 1 8 0,-1 0-1 16,3-6-5-16,-5 9-5 0,1-2-1 15,4-7-1-15,-6 9-1 0,5-3-4 0,1-6-4 0,-1 10 0 16,1-10 0-16,-2 9-3 0,2-9-7 0,0 8 3 15,0-8 4-15,-1 9-3 0,1-9 1 0,3 12-1 16,-3-12-2-16,6 5-1 0,-4 0 0 0,-2-5 3 16,7 6 9-16,-3-3 4 0,-4-3 1 15,7 3 1-15,-7-3 7 0,12 4 0 0,-7-2 6 0,0 0 1 16,1 1 3-16,2 0 1 0,1-3 1 0,-1 0 1 16,1 1-3-16,2-1-7 0,-1-1 0 0,-1 1-3 15,-1-2 5-15,2-2 2 0,-10 4 4 16,13-1 2-16,-7 0 5 0,-6 1-2 0,10-5 3 15,-3 2-1-15,-7 3 11 0,8-5-12 0,-4 1 5 16,-2-2-7-16,-2 6-3 0,6-8-3 0,-6 8-2 0,3-10 2 16,-1 4 8-16,-2 6-2 0,0-12 12 0,0 12-21 15,-1-11-9-15,1 11-4 0,-2-12 8 0,-1 6-3 16,3 6-4-16,-4-11-8 0,1 7 1 0,0-2-8 16,3 6-4-16,-8-9-6 0,3 5-9 15,-1 0-23-15,-2 0-22 0,-1 0-31 0,-2-2-36 16,-6 3-40-16,3 1-31 0,-4 2-41 0,-1-1-39 0,2 3-231 15,-2-1-541-15,2 1 239 0</inkml:trace>
  <inkml:trace contextRef="#ctx0" brushRef="#br0" timeOffset="38880.35">11684 6170 13 0,'0'0'69'0,"0"0"-8"16,0 0 4-16,0 0 1 0,0 0 2 0,0 0-7 15,0 0 1-15,0 0-6 0,0 0 0 0,0 0-2 16,0 0 4-16,0 0-2 0,0 0 8 0,0 0-3 16,0 0 4-16,0 0-2 0,0 0 2 0,0 0-3 15,0 0 0-15,0 0-6 0,0 0 9 0,0 0 1 16,0 0 3-16,0 0-12 0,0 0 3 0,0 0-2 16,0 0 4-16,0 0-11 0,0 0-2 0,0 0 0 15,0 0-4-15,-26 2-5 0,26-2-8 0,-10 1 2 0,10-1-3 16,-12 1-2-16,12-1 4 0,-12 2 0 15,5-2-5-15,0 2 1 0,7-2 1 0,-18 0 1 16,9 0-5-16,0 1 3 0,9-1-5 0,-16 2-2 16,8-1-2-16,8-1 3 0,-14 1-6 0,7 1 4 0,-1-1-3 15,8-1-1-15,-13 1 1 0,5 1 1 16,8-2 3-16,-11 3 3 0,11-3 3 0,-11 0 3 16,11 0-8-16,-12 1-2 0,12-1-3 0,-13 0 0 15,13 0 3-15,-13 0 5 0,8 2-1 0,5-2 4 16,-9 1-7-16,9-1 0 0,-10 1 1 0,10-1-6 0,0 0 0 15,-12 0-3-15,12 0 7 0,0 0-5 0,-7 2-1 16,7-2-6-16,0 0-1 0,0 0-3 16,-9 2 5-16,9-2-24 0,0 0 4 0,0 0 1 15,0 0-1-15,0 0 2 0,0 0 0 0,0 0 4 16,0 0-3-16,0 0 3 0,0 0-4 0,0 0-5 0,0 0-5 16,-12 0-10-16,12 0-4 0,0 0-20 15,0 0-11-15,0 0-18 0,0 0-30 0,0 0-26 16,0 0-20-16,0 0-20 0,0 0-17 0,0 0-110 15,0 0-328-15,0 0 145 0</inkml:trace>
  <inkml:trace contextRef="#ctx0" brushRef="#br0" timeOffset="39574.92">11406 6114 123 0,'0'0'138'0,"0"0"-4"0,0 0-12 0,-11 1-6 16,11-1-3-16,0 0-6 0,-7 3-4 0,7-3-13 15,-9 1-7-15,9-1-5 0,-5 5-6 0,5-5-4 16,-7 4 0-16,7-4-7 0,-6 5-9 0,6-5-4 16,-7 5 1-16,5-1-4 0,2-4-6 0,-8 10 3 15,6-5-8-15,-2-1-1 0,4-4-1 0,-4 9-2 16,-1-3-7-16,2 0 2 0,3-6-6 0,-3 11-4 16,1-5 3-16,0 0-6 0,2-6-6 0,-3 9 6 15,3-9-2-15,3 13 2 0,-3-13-3 0,0 11-2 16,2-6 0-16,-2-5 4 0,0 11-4 0,3-6-4 15,-3-5 1-15,5 8 5 0,0-5-4 0,-5-3 2 16,4 7 3-16,0-2-1 0,1-1-6 0,-5-4 8 16,10 5 10-16,-5-3 6 0,2 1 7 0,-1 0-1 15,2-1-4-15,-8-2 4 0,11 1-2 0,-11-1 1 16,10 1-3-16,-10-1 0 0,11 2 4 0,-11-2 1 16,7-2 3-16,-7 2 8 0,0 0 0 0,11 0 3 15,-11 0 2-15,7-2-4 0,-7 2-1 0,0 0 0 16,9-5 1-16,-9 5-3 0,4-7-3 0,-4 7-3 15,5-7-3-15,-1 2-6 0,0-2-2 0,-4 7-3 16,1-11 2-16,0 5-6 0,-1 6-2 0,3-13 2 16,-3 7-4-16,0 6 0 0,2-17-1 0,-2 11 0 15,0 6 8-15,-3-12-8 0,3 12 0 0,-3-16-2 16,2 8-1-16,-1 1-6 0,-1 0-1 0,3 7 2 16,-7-11-2-16,6 3-1 0,-6 0-1 0,1-1 4 15,3 3-11-15,-3 3 8 0,6 3-4 0,-11-6 0 16,4 1-3-16,-2 4 3 0,2-1-2 0,7 2 1 15,-21-3-5-15,11 4-6 0,0-2-6 0,-2 4-6 16,4-1-6-16,-3 3-12 0,1-1-7 0,0-1-12 16,1 2-18-16,1-1-27 0,-2 3-17 0,3-1-20 15,0-2-18-15,-2 1-42 0,4 2-21 0,-1-2-120 16,2 2-374-16,4-7 166 0</inkml:trace>
  <inkml:trace contextRef="#ctx0" brushRef="#br0" timeOffset="89294.43">13300 5403 28 0,'0'0'33'0,"0"0"-4"15,0 0-5-15,0 0 1 0,0 0-5 0,0 0-1 16,0 0 2-16,0 0-1 0,0 0 0 0,0 0-4 16,0 0 2-16,0 0-1 0,-21 2-6 0,21-2 1 15,0 0 7-15,0 0 3 0,-11 0-2 16,11 0-6-16,0 0 3 0,-12 0-3 0,12 0 0 0,0 0-7 16,-8 2 6-16,8-2 0 0,0 0-9 0,-11 0 8 15,11 0 2-15,-7 1 3 0,7-1-1 0,0 0-1 16,-10 2 8-16,10-2-6 0,0 0-4 0,-12 1 3 15,12-1-4-15,-7 2-1 0,7-2-1 0,-10 2 8 16,10-2-1-16,-9 0 0 0,9 0 2 0,0 0 0 16,-18 0 0-16,14 2-4 0,4-2 3 0,-11 1-5 15,11-1 3-15,-13 1 14 0,13-1-10 0,-10 2-6 16,10-2 0-16,-11 2 2 0,11-2-3 0,-10 1 2 16,10-1-6-16,-8 0 7 0,8 0-3 15,0 0 9-15,-13-1-2 0,13 1 4 0,-9 0 10 0,9 0-7 16,0 0 6-16,-10 2-10 0,10-2 0 0,0 0 5 15,0 0 3-15,-8 0-8 0,8 0 3 16,0 0-1-16,0 0 2 0,0 0-2 0,0 0 1 0,0 0-1 16,0 0-3-16,0 0-3 0,0 0-1 0,0 0 4 15,-11 0 0-15,11 0-9 0,0 0 5 0,0 0-3 16,0 0 5-16,0 0-4 0,0 0-3 0,0 0 3 16,0 0 1-16,0 0-2 0,0 0-1 0,0 0-3 15,0 0 5-15,0 0-5 0,0 0 0 0,0 0 0 16,0 0 1-16,0 0-3 0,0 0-4 15,0 0 4-15,0 0-1 0,0 0-5 0,0 0 9 0,0 0-2 16,0 0-2-16,0 0-2 0,31 0-1 0,-22 0 8 16,-9 0 0-16,13 0-6 0,-3-1 12 0,-10 1-9 15,17 0-4-15,-7 0-2 0,-1 0 6 0,1 1-5 16,2-2 2-16,-1 0-2 0,2 2 8 0,-1-2-4 16,-1-1-2-16,3 1-1 0,-3 0 5 0,2 0-7 15,-1 0 6-15,-1-1-5 0,0 2 0 0,3 0 0 16,-1 0-1-16,-1-1 2 0,3 1 1 0,1-1-7 15,-3-2 4-15,7 2-1 0,-6 1 1 0,2 0-4 16,-3-2 3-16,-1 2 1 0,1-1-1 0,0 0 3 16,1-1-2-16,-1 1 3 0,-1 0 1 0,1 0 1 15,5 1-1-15,-5-1-1 0,1 1-2 0,-1-3 5 16,2 2-6-16,-1 1 4 0,-1-2-3 0,-1 2 1 16,1-1-4-16,1 0 3 0,0 1 5 15,-2-3-10-15,2 3 0 0,-3-2 0 0,3-1 0 0,-5 3 2 16,4 0 1-16,1 0-2 0,-3-1 1 0,1-2 0 15,-3 5 0-15,3-5-1 0,-2 2 4 0,1 1 1 16,-4-1 1-16,5 1 7 0,-1-3-5 0,-1 2-1 16,0-1 0-16,1 2 4 0,-2 0-5 0,0-1-3 15,2 1-2-15,-2-2 2 0,0 2 0 0,0-1 1 16,0 0 0-16,0 0 0 0,-9 1 1 0,18-3-1 16,-7 2-2-16,0 0 1 0,-2 1 0 0,2-2 0 15,1 1 0-15,-5 1-2 0,4-3-2 0,1 1 0 16,-6 1 2-16,2-1 1 0,-8 2 0 0,17-1-1 15,-7 1-1-15,-3-1 2 0,0 2-3 0,5-1 3 16,-12 0-5-16,15-2 4 0,-11 0 3 0,-4 2 1 16,14-2-2-16,-14 2-1 0,11 0 1 0,-11 0-4 15,10-1-1-15,-10 1 5 0,11-3-3 0,-11 3 6 16,12 1 0-16,-12-1 7 0,11 2-3 0,-11-2 0 16,15 0-3-16,-11 0-5 0,-4 0 3 0,12-2 2 15,-12 2 3-15,13-1-1 0,-6 0-6 0,-7 1 7 16,16-2 1-16,-10 2-6 0,5 0 0 0,-11 0-1 15,14-2-2-15,-5 1 5 0,-9 1-3 0,14 0 0 16,-8-2 1-16,-6 2 0 0,13-1-2 0,-13 1 1 16,10-1-5-16,-10 1 6 0,9-2-1 0,-9 2 1 15,0 0 2-15,10-1-3 0,-10 1 1 0,0 0 0 16,0 0-4-16,7-1 5 0,-7 1-2 0,0 0-2 16,0 0 0-16,0 0 2 0,0 0 2 0,0 0-4 15,0 0-1-15,0 0 0 0,0 0-2 0,0 0 4 16,0 0-2-16,0 0 1 0,0 0-5 0,0 0 7 15,0 0-5-15,0 0-6 0,0 0-14 0,0 0-11 16,0 0-11-16,0 0-28 0,0 0-33 0,0 0-34 16,0 0-44-16,0 0-156 0,0 0-365 0,0 0 162 15</inkml:trace>
  <inkml:trace contextRef="#ctx0" brushRef="#br0" timeOffset="90136.51">14191 5213 84 0,'-12'-2'109'16,"12"2"-8"-16,-12-2 1 0,12 2-13 0,-9 0 4 15,9 0-1-15,-10-1-2 0,10 1-11 0,-9-2-4 16,9 2-4-16,0 0 1 0,-13 0-7 0,13 0 9 15,-7-1-9-15,7 1-8 0,-7-3-4 0,7 3-7 16,0 0-2-16,-6-3 2 0,6 3-8 0,0 0-1 16,0 0 1-16,0 0-10 0,0 0 12 0,0 0-5 15,0 0 0-15,0 0 3 0,0 0-4 0,-13 3 3 16,13-3 5-16,0 0-6 0,0 0 6 0,0 0-2 16,0 0-6-16,0 0 3 0,0 0-4 0,0 0 1 15,0 0 3-15,0 0-7 0,0 0 5 0,0 0-4 16,0 0-11-16,0 0 1 0,0 0-1 0,0 0-4 15,0 0-4-15,0 0 1 0,0 0 0 0,0 0-3 16,0 0-4-16,0 0 1 0,0 0 3 0,0 0-5 16,0 0-2-16,0 0-3 0,0 0 6 0,0 0-6 15,0 0 4-15,33 2-2 0,-26-2 0 0,4 0 2 16,-2 1-2-16,0 2 1 0,2-2-1 16,1 3 0-16,3-3-3 0,-1 1 2 0,3 2-2 0,0-1 4 15,-6 1-3-15,2 0 4 0,1-2 3 0,-4 0-2 16,2 1 0-16,-1 0-4 0,0-1-1 0,-1 2-1 15,0-1 0-15,-3-1 4 0,1-1 0 0,0 3 1 16,-3-2-3-16,4 2 4 0,-3-1-4 0,2-1 1 16,-4 1-1-16,4 1 1 0,-8-4 0 0,9 3 3 15,-1 0 2-15,-4-1 0 0,4 1 3 0,-8-3-4 16,7 6 2-16,-2-3-4 0,-5-3 4 0,9 1-2 16,-9-1-5-16,7 4 2 0,-7-4-3 0,6 2 4 15,-6-2-4-15,7 5 5 0,-7-5-2 0,6 2 1 16,-6-2-1-16,0 0-2 0,8 5 0 0,-8-5 0 15,0 0-2-15,4 4 1 0,-4-4 0 0,0 0 0 16,5 3-3-16,-5-3 2 0,0 0-1 0,0 0-1 16,0 0 2-16,4 7-1 0,-4-7 2 0,0 0 0 15,-4 10 0-15,4-10 5 0,-10 15-1 16,1-7-1-16,-8 4-3 0,2 1 4 0,-6 3 0 16,-2 1 0-16,-4-2 3 0,-2 1-8 0,0 2-15 0,-3-1-17 15,-1 0-27-15,1-1-50 0,-3-1-48 0,1 1-66 16,0 1-115-16,3 0-367 0,2-2 164 0</inkml:trace>
  <inkml:trace contextRef="#ctx0" brushRef="#br0" timeOffset="91435.86">12938 5235 92 0,'-5'3'128'15,"5"-3"1"-15,0 0-5 0,0 0 5 0,0 0-16 0,0 0-6 16,0 0-6-16,0 0-3 0,0 0 3 0,0 0-13 16,0 0-10-16,23-7-8 0,-18 3 12 0,1 0-6 15,3 2-7-15,0-1 6 0,0-2-8 0,0 0-6 16,-1-1-4-16,2 0-8 0,-1-1-6 15,2 0 0-15,0-1-6 0,-4 0 1 0,4-1-7 16,-1 1 3-16,0 0-3 0,-5-1 5 0,3 0 1 0,-2 0-1 16,2 0-5-16,-3-1-3 0,-1 0-1 0,3-1-5 15,0 2 2-15,-5-1 3 0,3 1 1 0,-3 3 1 16,0 0-3-16,-2 6 6 0,4-11-1 16,-4 11-1-16,3-8-6 0,-3 8 1 0,0 0-3 15,2-6-3-15,-2 6-7 0,0 0 1 0,0 0-1 16,0 0-5-16,0 0-1 0,0 0-5 0,0 0-3 0,0 0 2 15,0 0 0-15,0 0 0 0,0 0 0 16,-18 16-3-16,12-7 1 0,0-1 2 0,-2 3-1 16,1-1-3-16,1 0 2 0,-2 1 0 0,-3 1 4 15,7-2-1-15,0-1-2 0,-1 1 1 0,3-3 0 16,-1 2 0-16,-1 0 1 0,4-2-2 0,-3 0 4 16,3-7-2-16,1 14 1 0,-1-7-2 0,0-7 5 15,4 11-2-15,1-6 4 0,-2-1-2 0,1 1 2 16,4 1-3-16,-3-2 3 0,3-1-3 0,0-2 3 15,3 2-3-15,0-1 5 0,3-2-3 0,-1 2 0 16,-1-1-11-16,-2-1-10 0,3-1-25 0,-3-1-36 16,-10 2-42-16,15-5-45 0,-7 2-45 0,-2 2-156 15,-6 1-392-15,11-9 174 0</inkml:trace>
  <inkml:trace contextRef="#ctx0" brushRef="#br0" timeOffset="92019.36">13196 4908 45 0,'0'0'230'0,"-5"-6"-15"0,5 6-10 0,0 0-15 15,0 0-7-15,0 0-15 0,0 0-14 0,0 0-11 16,0 0-14-16,0 0-11 0,-4-5-9 0,4 5-4 16,0 0-11-16,0 0-9 0,0 0 0 0,0 0-10 15,0 0-1-15,0 0-15 0,0 0-6 0,0 0-6 16,0 0-6-16,0 0-2 0,0 0-8 0,0 0-5 15,0 0-7-15,0 0 0 0,0 0-4 0,0 0-2 16,0 0-7-16,0 0 1 0,0 0-2 0,0 0 0 16,0 0 1-16,0 0 0 0,0 0-2 0,0 0 0 15,0 0 2-15,0 0-4 0,0 0 2 0,0 0 1 16,0 0-2-16,0 0 3 0,0 0-1 16,0 0-2-16,0 0 4 0,0 0 0 0,0 0 2 15,-7 13-1-15,7-13-2 0,0 0 5 0,0 0 7 0,0 0 10 16,0 0 5-16,0 0 6 0,0 0 7 0,0 0-9 15,0 0 6-15,0 0 0 0,0 0 0 0,0 0-4 16,0 0-7-16,0 0 6 0,0 0-4 0,0 0-2 16,0 0 1-16,0 0-6 0,0 0-2 0,0 0-2 15,0 0-7-15,0 0 4 0,0 0-3 0,0 0-5 16,0 0-5-16,0 0-1 0,0 0-1 0,0 0-1 16,0 0-6-16,0 0-10 0,0 0-15 0,0 0-26 15,0 0-26-15,-8 1-19 0,8-1-34 0,-5 7-45 16,5-7-49-16,0 0-48 0,5 12-145 15,-5-12-455-15,0 0 202 0</inkml:trace>
  <inkml:trace contextRef="#ctx0" brushRef="#br0" timeOffset="93786.14">12828 6899 137 0,'0'0'153'0,"3"-8"-6"0,-3 8-4 15,0 0-7-15,0 0-4 0,0 0-6 0,0 0-8 0,0 0-8 16,0 0-3-16,0 0-9 0,0 0-5 0,0 0-5 15,0 0-9-15,0 0-6 0,0 0-10 16,0 0-4-16,0 0-6 0,0 0-3 0,0 0-8 16,-17-5-5-16,17 5-3 0,0 0-1 0,-13-1-4 0,13 1-1 15,-12 1-3-15,12-1-5 0,-13 0 2 0,13 0 0 16,-12 0 4-16,12 0 0 0,-11 0 2 0,11 0-6 16,-11 0 6-16,11 0-4 0,0 0 3 15,-11-1-5-15,11 1 0 0,0 0-4 0,0 0-2 0,-9 0-2 16,9 0 1-16,0 0-3 0,0 0-3 0,0 0-1 15,0 0-3-15,0 0 1 0,-9-2-4 0,9 2 15 16,0 0-14-16,0 0 3 0,0 0 0 16,0 0-3-16,0 0 2 0,0 0-3 0,27 2 3 15,-27-2 3-15,18-2-4 0,-9 2 4 0,0 0-1 0,2-1 1 16,-1 0-1-16,-1-1 0 0,1-3-1 0,-3 5 1 16,3-1-1-16,0 0-3 0,-3-1 3 0,3 2-4 15,-2-2 2-15,-8 2-1 0,13 0-3 0,-6-1-8 16,-7 1-7-16,12-4-14 0,-6 2-15 0,-6 2-33 15,11-1-28-15,-11 1-29 0,14-1-29 0,-7-1-30 16,-1-1-133-16,-6 3-352 0,14-6 156 0</inkml:trace>
  <inkml:trace contextRef="#ctx0" brushRef="#br0" timeOffset="94119.35">12821 6773 5 0,'0'0'221'0,"0"0"-4"0,0 0-11 0,0 0-13 16,0 0-14-16,0 0-19 0,0 0-13 0,0 0-17 15,0 0-14-15,0 0-18 0,0 0-9 0,0 0-12 16,0 0-9-16,0 0-6 0,0 0-7 0,-3 9-3 16,3-9-7-16,1 11-4 0,-1-11-6 0,4 14-3 15,-4-2-1-15,2-3-6 0,-2 1-1 0,3 2-1 16,-3 5 0-16,0-2-1 0,2 0-4 0,-4 2-25 16,2 1-37-16,-5 0-43 0,3-1-50 0,2 1-54 15,-3 3-131-15,-1-6-348 0,0 2 155 0</inkml:trace>
  <inkml:trace contextRef="#ctx0" brushRef="#br0" timeOffset="95052.76">14363 6774 140 0,'0'0'169'0,"0"0"-7"0,0 0-10 0,0 0-10 16,0 0-2-16,0 0-11 0,0 0-8 0,0 0-8 15,0 0 4-15,0 0-8 0,0 0-4 0,0 0-3 16,0 0-4-16,0 0-3 0,0 0-7 0,0 0 0 15,0 0-4-15,0 0-3 0,0 0-6 0,0 0-4 16,0 0 5-16,0 0-7 0,0 0-5 0,0 0-3 16,0 0-7-16,0 0-5 0,0 0 4 15,0 0-7-15,0 0-5 0,0 0-1 0,0 0 1 0,0 0-3 16,0 0-2-16,0 0-4 0,0 0 2 0,0 0-11 16,0 0 1-16,0 0-4 0,0 0-1 0,0 0-3 15,0 0-1-15,0 0 0 0,0 0-4 0,0 0-2 16,0 0 4-16,0 0-7 0,0 0 2 0,0 0-4 15,0 0 3-15,8-4 1 0,-1 2 17 0,3 1-3 16,-10 1 2-16,14-2 1 0,-3 0-3 0,-2 2-1 16,1-2-2-16,1 0-4 0,1 0 1 0,0 1-2 15,0-1-4-15,-2 2 2 0,2-2 1 0,-3 1 0 16,3 0-3-16,-4 1 2 0,-8 0 8 0,14 0-3 16,-8-2 0-16,-6 2 3 0,10 0-5 0,-10 0-1 15,8-1 2-15,-8 1-5 0,0 0 1 0,11-2-1 16,-11 2-3-16,0 0 1 0,8-1 8 0,-8 1-12 15,0 0 0-15,0 0-2 0,0 0-2 0,0 0-18 16,0 0-17-16,0 0-28 0,10-2-30 0,-10 2-40 16,0 0-37-16,0 0-41 0,0 0-41 0,0 0-219 15,0 0-510-15,-24 12 226 0</inkml:trace>
  <inkml:trace contextRef="#ctx0" brushRef="#br0" timeOffset="96302.54">13383 6842 121 0,'0'0'233'0,"4"-7"-9"0,-4 7-9 15,0 0-14-15,0 0-12 0,2-7-12 0,-2 7-13 16,0 0-11-16,0 0-18 0,0 0-13 0,0 0-12 16,0 0-10-16,5-5-13 0,-5 5-8 0,0 0-11 15,0 0-7-15,0 0-9 0,0 0-7 0,0 0-5 0,0 0-9 16,0 0-3-16,0 0-3 0,0 0-5 15,0 0 0-15,0 0-3 0,8 15-2 0,-5-9-4 16,1-2 0-16,1 1-3 0,2 2 1 0,-3 0-1 16,3 0-1-16,-1 4 0 0,0-5-2 0,-2 3 0 15,2-2 1-15,-1 4-2 0,3-4 2 0,0 0 2 0,-1 2 0 16,-3-1-2-16,4-1 2 0,-1 1-3 16,-2-2 0-16,-2 3 0 0,5-2 2 0,-5-1-4 15,3-1 1-15,-2 4 4 0,2-3-5 0,-2-2 4 16,-2 2-4-16,5-3 1 0,-7-3-2 0,6 10 0 0,-2-7 2 15,-4-3 0-15,8 7-4 0,-8-7 3 16,5 4 2-16,-5-4 0 0,0 0-1 0,6 4 0 16,-6-4 2-16,0 0-1 0,4 2 0 0,-4-2 0 15,0 0 2-15,0 0-1 0,0 0 4 0,0 0-3 0,0 0 2 16,0 0-2-16,0 0 16 0,0 0-3 16,0 0 3-16,0 0-5 0,9 0 3 0,-9 0-9 15,8-9 3-15,-2 4-4 0,1-1-2 0,-1-2 0 16,3 2-2-16,1-2 3 0,-4 1-3 0,3-2-2 15,0 0 1-15,0-1-3 0,2-3 3 0,1 3 0 0,-3 1-2 16,1 1 0-16,0-3 0 0,-1 0 1 16,2-3-3-16,-5 7-2 0,-1-3 3 0,0-1 1 15,3 2 0-15,-5 1-2 0,1 1-1 0,0 2 2 16,-1-2-3-16,0 1 1 0,-3 6 0 0,2-10 2 16,2 5 1-16,-4 5-2 0,4-10-3 0,-4 10 3 0,0-6 1 15,0 6-5-15,0 0 5 0,0-12-5 0,0 12 1 16,0 0 1-16,-2-10-2 0,2 10 2 0,0 0 2 15,-6-8-5-15,6 8 1 0,-5-4 2 0,5 4 0 16,0 0-1-16,-5-6-1 0,5 6 4 0,0 0-7 16,0 0 1-16,-4-7 8 0,4 7-8 0,0 0-1 15,0 0 0-15,-5-3 2 0,5 3-2 0,0 0 2 16,0 0-1-16,0 0-1 0,0 0-1 16,0 0 1-16,0 0-1 0,0 0 0 0,0 0-2 15,0 0 2-15,-18 5-2 0,18-5 4 0,0 0 0 0,0 0 0 16,-6 7-2-16,6-7 1 0,-3 4-2 0,3-4 1 15,-4 6 2-15,4-6 0 0,-2 5-2 0,2-5 4 16,0 0-1-16,-4 9 1 0,4-9 0 16,-3 8-1-16,3-8 1 0,-2 7-1 0,2-7-1 0,0 0 3 15,0 0-3-15,2 13 0 0,-2-13 2 0,0 0 1 16,1 7 3-16,-1-7-6 0,2 6 3 0,-2-6 3 16,6 3-3-16,-6-3 4 0,7 4-1 0,-7-4-1 15,11 3 2-15,-11-3-1 0,9 0 0 0,-9 0 5 16,15 2-6-16,-3-2 3 0,-3-2-2 0,4 2-3 15,-1-1-3-15,-1 1-4 0,3-2-20 0,-1-2-28 16,1 4-40-16,-3-2-60 0,6-3-41 0,-5 3-55 16,-1-3-135-16,-2 1-418 0,2-3 186 0</inkml:trace>
  <inkml:trace contextRef="#ctx0" brushRef="#br0" timeOffset="129187.31">13304 5729 32 0,'0'0'29'0,"0"0"-3"0,-2-8-2 16,2 8 2-16,0 0-6 0,0 0-6 0,0 0 3 15,0-10-3-15,0 10 0 0,0 0 1 0,-3-6-4 16,3 6-6-16,0 0 4 0,-2-7-3 16,2 7 5-16,0 0-3 0,0 0 4 0,-4-9 1 15,4 9-3-15,0 0 1 0,0 0 1 0,0 0 6 0,0 0-10 16,0 0 6-16,0 0-5 0,-2-7-1 0,2 7 0 15,0 0-3-15,0 0-3 0,0 0 2 0,0 0-2 16,0 0 0-16,0 0-1 0,0 0 1 16,0 0-2-16,0 0 1 0,0 0-6 0,0 0 3 15,0 0 2-15,0 0 0 0,0 0-3 0,0 0 0 0,0 0 1 16,0 26 4-16,0-26-1 0,0 11-2 0,0-11 3 16,0 12-1-16,0-6-4 0,0-6 2 0,2 13 1 15,-2-7 4-15,2 1-3 0,-2-7 1 16,4 12-2-16,-4-5 3 0,0-7 3 0,3 11 3 0,-3-5-7 15,2 1-2-15,0 0 7 0,0-1 0 16,0 0 11-16,1 2-8 0,-3-8 3 0,4 10 0 0,-2-3-3 16,1-3 0-16,-1 2-1 0,-2-6-1 0,5 10 1 15,-3-5 1-15,-2-5-2 0,4 7-2 0,-4-7-3 16,3 7 5-16,-3-7-3 0,0 0-4 16,2 7 5-16,-2-7 1 0,0 0-7 0,0 0 6 15,0 0-5-15,2 6-1 0,-2-6 4 0,0 0-6 0,0 0 5 16,0 0-2-16,0 0 3 0,0 0-1 0,0 0-1 15,0 0 2-15,0 0 1 0,0 0 2 0,0 0-8 16,0 0 6-16,0 0-2 0,2 8 1 0,-2-8-3 16,0 0-8-16,0 0-19 0,0 0-12 0,0 0-11 15,-2 9-40-15,2-9-97 0,0 0 42 0</inkml:trace>
  <inkml:trace contextRef="#ctx0" brushRef="#br0" timeOffset="156610.46">7141 7397 38 0,'0'0'83'0,"0"0"5"0,0 0 1 0,0 0-12 16,0 0 1-16,0 0-16 0,0 0 10 0,0 0-9 16,0 0 2-16,0 0-17 0,0 0 3 0,0 0-6 15,0 0 2-15,0 0-2 0,0 0 4 16,0 0-16-16,0 0 4 0,0 0-11 0,0 0-2 16,0 0 4-16,0 0-10 0,0 0 8 0,0 0-13 15,0 0 6-15,0 0-2 0,0 0 6 0,0 0-3 16,0 0 11-16,0 0-17 0,0 0 8 0,0 0 1 15,0 0-4-15,0 0 3 0,0 0 1 0,0 0-7 16,0 0 3-16,0 0-2 0,0 0-3 0,0 0 4 16,0 0-2-16,0 0-3 0,0 0 1 0,-19 8 0 0,19-8-2 15,0 0 7-15,-9 1-1 0,9-1-1 0,0 0-3 16,-9 3-2-16,9-3-2 0,-9 0 7 0,9 0 2 16,0 0 1-16,-10 1 2 0,10-1-1 15,0 0-4-15,-11 0 2 0,11 0 3 0,-8 3 2 0,8-3 1 16,0 0 2-16,-8 2 0 0,8-2 0 0,0 0 3 15,0 0 1-15,-9 0-5 0,9 0-2 16,0 0-1-16,0 0 3 0,0 0-9 0,0 0 0 16,-8 2 2-16,8-2-1 0,0 0-4 0,0 0-2 15,0 0-5-15,0 0 2 0,0 0 2 0,0 0-5 0,0 0 3 16,0 0-2-16,0 0 8 0,0 0-1 0,30-4-4 16,-20 4 5-16,2-2-7 0,-1 0 3 0,-1 0-1 15,2 1 1-15,0 0-5 0,0-1-4 0,2 1 1 16,-3-1-1-16,2 2 6 0,0-4-3 15,-1 3 0-15,0 2-1 0,0-4-1 0,-2 2-2 16,3 0 2-16,-3 0-3 0,-2 0 0 0,3-1 3 0,-3 1-1 16,-8 1 1-16,14-1 0 0,-6-2-2 0,-8 3-2 15,12-2 3-15,-12 2-6 0,8 0-9 0,-8 0-9 16,8-3-14-16,-8 3-12 0,0 0-19 16,9-3-28-16,-9 3-5 0,0 0-18 0,0 0-12 15,0 0 2-15,0 0-20 0,0 0-105 0,0 0-273 0,0 0 121 16</inkml:trace>
  <inkml:trace contextRef="#ctx0" brushRef="#br0" timeOffset="156976.34">7046 7415 101 0,'-10'-1'163'0,"10"1"-9"16,0 0-7-16,-5-4-5 0,5 4-9 16,0 0-16-16,0 0-8 0,0 0-15 0,-9-3-10 0,9 3-11 15,0 0-11-15,0 0-11 0,0 0-6 0,0 0-6 16,-5 10-2-16,4-3 0 0,1-7-4 0,0 20-2 16,1-4 3-16,-1-2-10 0,-1 3 11 15,1 2 18-15,0 2-2 0,0-1 0 0,1 6 0 16,-2 0-4-16,-1-1 0 0,2-7-6 0,0 1 1 0,-1-1-5 15,0-1-2-15,1-2-2 0,-1-2-2 0,1-3-7 16,0 3 2-16,-2-1-3 0,2 0-2 0,0-1-3 16,0-1 2-16,2-3-6 0,-2 0 0 15,0-7 1-15,-3 14-5 0,3-14 8 0,0 9-3 0,-1-2-1 16,1-7-13-16,0 0-15 0,-3 11-28 0,3-11-22 16,0 0-38-16,3 6-50 0,-3-6-32 0,0 0-140 15,0 0-350-15,0 0 156 0</inkml:trace>
  <inkml:trace contextRef="#ctx0" brushRef="#br0" timeOffset="157535.2">6953 7686 64 0,'5'-5'131'0,"-5"5"-20"0,9-3-2 0,-9 3-19 16,17-1 8-16,-7-1-12 0,3 1-7 15,0 1-15-15,-1-2-4 0,4 0-4 0,-3 0 2 0,4-1-6 16,-4 5 1-16,1-5-18 0,-2 3 11 0,2-1-13 16,-4 1 6-16,-1-4-5 0,-1 4-5 0,-8 0-2 15,15-2-5-15,-15 2-7 0,10 0 7 0,-10 0 1 16,9 0-9-16,-9 0-1 0,0 0-5 16,9-1 4-16,-9 1 8 0,0 0 8 0,6-2 2 0,-6 2 5 15,0 0-5-15,0 0 5 0,0 0-1 0,0 0-2 16,0 0-6-16,0 0 3 0,7 5 3 15,-7-5 1-15,0 0-3 0,0 0 5 0,-4 16-7 0,4-16 0 16,-5 11-3-16,4-4-4 0,-1 0 0 16,0 0 3-16,-1 1-2 0,2-1 3 0,-2-1-6 0,2 3-1 15,-1-2-3-15,2-7 0 0,2 13-5 0,-2-13 0 16,3 11-1-16,-2-5-3 0,3-1 4 16,-4-5 2-16,9 9-1 0,-5-5-5 0,2 0 2 15,3-1 0-15,0 0-1 0,1-2 0 0,3-1 3 16,-5 0-5-16,-8 0 1 0,17-1 0 0,-6-2 0 0,0 1-1 15,-1 0-1-15,-1-5 8 0,0 2-1 0,-2 2 5 16,1-3 4-16,-2 1 4 0,1-4-2 0,0 2-1 16,0-1 0-16,-3-4-4 0,1 3 3 0,-1-2-1 15,-3 1-5-15,1-3 3 0,-2 1-1 0,0-1-1 16,-2 4-1-16,1-1 0 0,-1 0-6 0,-2 3 1 16,0-4-6-16,-2 3-3 0,-1-1 3 0,2 4 2 15,-3-1-7-15,-2 1-6 0,1 3-11 0,0 0-13 16,-2 3-15-16,-1 2-13 0,1 2-30 15,-1 1-30-15,2 3-33 0,1-1-34 0,-2 4-134 16,3-2-347-16,0-1 154 0</inkml:trace>
  <inkml:trace contextRef="#ctx0" brushRef="#br0" timeOffset="158019.59">7411 7855 25 0,'0'0'231'0,"5"-3"-14"0,-5 3 4 0,5-6-10 0,-5 6-16 16,8-5-14-16,-6-1-12 0,2 2-17 0,1-3-12 15,1-1-8-15,0-2-6 0,-3 1-14 0,4-1-7 16,0 0-6-16,0-2-9 0,-3 0-9 16,3-3-5-16,-1-1-11 0,-3 0-3 0,2 0-10 0,-1 1-4 15,-3 3-3-15,1-2-7 0,0 3-4 0,0 1-5 16,-4 0-1-16,2 2-2 0,0 8-4 0,-1-11-2 15,2 3-2-15,-1 8-2 0,-1-9-1 16,1 9-2-16,-3-9-3 0,3 9 0 0,-3-9-3 16,3 9-2-16,-7-5-5 0,7 5 0 0,-6-4 2 0,6 4-3 15,0 0-4-15,-8-4 5 0,8 4-5 0,0 0 1 16,0 0 2-16,0 0-3 0,0 0-2 16,0 0-3-16,0 0-2 0,0 0 4 0,0 0 1 15,0 0 0-15,0 0-1 0,0 0 9 0,26 6-6 16,-19-6 0-16,5 2 3 0,2-2-2 0,-1 1 1 0,-1 0-1 15,-1-1 1-15,-1 0-4 0,1 2 2 0,-2 0 1 16,-2 0 6-16,-1-1-2 0,-6-1-7 0,13 4 0 16,-7-2 0-16,-2 1 2 0,-4-3-4 0,12 6 3 15,-9 1-2-15,0-4 5 0,1 4-5 0,-1 0 6 16,-1-1 0-16,-1 1 0 0,2 2-2 16,-2 0 4-16,-1 2-9 0,2-3 0 0,-4 4-5 0,2 1-4 15,-1-2-10-15,0 2-16 0,-2-1-12 0,2-1-23 16,0 0-34-16,-2 0-22 0,3-1-33 15,0 2-29-15,-1-3-148 0,1 2-374 0,0-4 166 16</inkml:trace>
  <inkml:trace contextRef="#ctx0" brushRef="#br0" timeOffset="158587.54">7849 7629 119 0,'0'-7'190'0,"0"7"-19"0,0 0-21 0,0 0-3 16,0 0-4-16,0 0-16 0,0 0-4 0,0 0-10 0,0 0-5 15,-10 22-7-15,6-13-8 0,0-2-12 0,2 3-5 16,0-2-8-16,-2 1-5 0,3 1-6 16,0-2-7-16,0-1-4 0,-1 0-9 0,2-7 1 0,3 13-2 15,-2-7-5-15,-1-6 0 0,4 13-5 0,-1-8 0 16,0-2-5-16,-3-3-1 0,9 8 3 15,-4-6-2-15,2 0-4 0,-7-2-1 0,11 4-2 16,-11-4 4-16,12 0-1 0,-12 0 3 0,10-1-3 16,-3-3 0-16,-7 4-1 0,10-6 0 0,-7 2-2 0,-3 4 1 15,8-9-3-15,-4 4-1 0,0 0 0 0,0-1-3 16,-4 6 2-16,6-8 1 0,-6 8 0 16,4-8-4-16,-4 8 0 0,4-4 4 0,-4 4-7 15,0 0-3-15,0 0-8 0,0 0-2 0,0 0 3 16,0 0 4-16,0 0-1 0,0 0-3 0,7 12 6 15,-7-12 0-15,3 11-4 0,-2-4-3 0,1-1 2 0,-2-6 4 16,5 10-2-16,-3-3 5 0,3-2-1 0,-1 0-2 16,0-1-1-16,0 1 5 0,-4-5-3 0,10 5 3 15,-2-2 0-15,-8-3 0 0,10 2 2 0,-4-2 4 16,-6 0-2-16,11-4 5 0,-11 4 0 16,12-5 5-16,-5 0-3 0,-1 1 2 0,3-2-1 0,-3-3 3 15,0 2 4-15,-1-3-7 0,0 0-1 0,2-2-4 16,-3 0 1-16,0 2 0 0,1-6 0 0,-1 2-1 15,-3 1-6-15,3 0 1 0,-2 1-2 16,0 2-1-16,-2-1-1 0,0 3-2 0,0 1-6 16,0 7 0-16,-1-11-16 0,1 11-7 0,-1-9-22 0,1 9-15 15,0 0-21-15,-4-7-48 0,4 7-13 16,0 0-32-16,0 0-170 0,0 0-378 0,-18 13 167 16</inkml:trace>
  <inkml:trace contextRef="#ctx0" brushRef="#br0" timeOffset="159418.75">8252 7622 143 0,'0'0'214'0,"0"0"-8"0,-9-7-11 16,9 7-13-16,-8-2-17 0,8 2-17 0,0 0-22 15,0 0-11-15,0 0-16 0,-18 7-6 0,13-5-3 0,1 7-14 16,-2-2-2-16,-2 1-6 0,3 1-4 0,0 3-7 15,0-1-6-15,-2 1-6 0,4-1-3 16,-3-1-7-16,4 1-2 0,1-1-2 0,-1 0-1 16,2-1-3-16,0-1-4 0,2 0 1 0,-2-8-3 15,5 12-4-15,-3-9 0 0,1 2-3 0,-3-5-1 0,6 9 3 16,-1-6-2-16,-5-3 1 0,11 3-3 0,-5-3-2 16,-6 0 2-16,14 0 0 0,-14 0-1 15,10-3 3-15,-3-3-7 0,0 1 3 0,2-1 0 0,-4 2 1 16,2-5-1-16,-1 3-3 0,-1-4 1 15,1 2 2-15,-2 0-2 0,2 0-1 0,-4 1 6 0,1-3-4 16,-1 4 7-16,-2 6 4 0,3-9 0 0,-1 4-1 16,-2 5 4-16,0 0-6 0,3-6-3 0,-3 6 1 15,0 0-9-15,0 0-2 0,4-8-3 16,-4 8 5-16,0 0-9 0,0 0 1 0,0 0 4 16,0 0-1-16,0 0 0 0,0 0-1 0,0 0 1 0,0 0-4 15,1 22 4-15,-1-22 1 0,0 10-2 0,0-10 6 16,1 9-9-16,-1-9 6 0,3 10-4 0,-1-4 3 15,-2-6-2-15,5 11 1 0,1-6 0 16,-1 0 4-16,1-2-3 0,-6-3 0 0,12 6 7 16,-5-3-6-16,0-1 2 0,1 1 0 0,0-2-1 0,-8-1 2 15,17 0-2-15,-8-1 2 0,2-2-1 0,0 1 1 16,1-2 2-16,-1 0-2 0,0-2 1 16,-1 1 0-16,2-2-6 0,-1-2 3 0,3 0-4 15,-5 0-2-15,3-3-3 0,-2-3-2 0,-4 5-6 0,1-1 1 16,-2-1 0-16,-1-5-4 0,-2 8 2 0,0-4 2 15,-1 3 0-15,-1 0 2 0,-1 2 2 0,-2 1 5 16,3 7 1-16,-5-11 1 0,1 5-2 0,-4 2-1 16,2 1 2-16,-4 0-2 0,0 0 0 15,2 2 3-15,8 1-3 0,-13-3 0 0,7 3-1 0,6 0 3 16,-13-3-4-16,13 3 2 0,0 0-1 0,-9 0-3 16,9 0-2-16,0 0 5 0,0 0 2 0,0 0 0 15,0 0 2-15,0 0 0 0,0 0 4 0,0 0-4 16,23 10 5-16,-14-7-1 0,3-1-4 15,-2 0 3-15,2 0 1 0,0-1-1 0,1-1 0 16,-3 0 0-16,0 0-4 0,-1 1 5 0,-9-1-4 0,14 2-1 16,-7-2-2-16,-7 0 0 0,12 1 1 15,-8 1-4-15,-4-2 1 0,8 4 2 0,-3 0 1 16,-5-4 1-16,9 7-3 0,-5-1 3 0,-2 2-3 16,2-2 8-16,1 0-3 0,-3 1 6 0,0 0 1 15,-1 3-4-15,2 0-2 0,-2 0 8 0,3 0-3 0,-3 2 2 16,2-1 0-16,-1 2 5 0,-2-3-7 0,2 3 4 15,-2-4-28-15,1 2-13 0,0-1-28 16,-1 1-17-16,-1 1-32 0,2-5-35 0,-1 1-49 16,3 2-18-16,-1-4-130 0,1 4-367 0,3-4 162 15</inkml:trace>
  <inkml:trace contextRef="#ctx0" brushRef="#br0" timeOffset="159959.13">9025 7633 167 0,'-5'-2'251'0,"-2"0"5"0,-2-2-21 15,0 3-17-15,-1-1-22 0,-1 2-22 0,-1 0-21 16,-1 0-11-16,1 3-18 0,-1 4-13 0,-2-1-13 16,3 2-8-16,-2 3-2 0,0 0-9 0,2 2-6 15,0-2-8-15,3-2-9 0,1 0-7 16,2 0-2-16,1 1-10 0,1 1-1 0,0-2-5 0,3 0 3 15,-1 0-9-15,2-1-1 0,0-8-4 0,2 12-1 16,-1-6 0-16,3 0 1 0,1-2-1 16,5-1-2-16,-4 2-3 0,3-2 5 0,0 1-7 0,3-4 4 15,-3 0-3-15,1 0 10 0,0-2-3 0,0-2 2 16,-1-2-2-16,3 3 0 0,-2-4 0 0,-2-1 6 16,1 1-4-16,-2-4 1 0,0 0-2 15,2-4 3-15,-1-1 1 0,-1-2 4 0,-1 1-2 0,2-1-6 16,-4-1 1-16,1-5 2 0,-3 5-2 15,4-7 7-15,-5 0-13 0,0 3 12 0,0 4 0 16,-2-1 3-16,1 3 11 0,-1 0 3 0,0 4 0 0,1-1 14 16,0 1-9-16,0 3 4 0,-2 0-3 0,2 2 12 15,0 8-1-15,-1-12-4 0,1 12-13 0,0-9-8 16,0 9-8-16,0 0-2 0,-1-8-14 16,1 8-1-16,0 0-6 0,0 0-7 0,0 0-4 15,0 0 2-15,-2 34 6 0,0-17-3 0,-1 3 3 16,0-2 1-16,1 1-5 0,1 1 2 0,-1 2 1 0,2-5 0 15,-3 3-4-15,3 4-3 0,1-6 10 0,2-1-5 16,-1 0-6-16,1-3-28 0,2-2-28 16,-3 0-17-16,4 0-6 0,-1-1-11 0,1 0-14 15,3-3-19-15,1 0-35 0,3 0-39 0,5-4-49 16,0 0-42-16,1-1-170 0,3-3-500 0,1 0 221 0</inkml:trace>
  <inkml:trace contextRef="#ctx0" brushRef="#br0" timeOffset="160769.34">9494 7465 16 0,'-4'-11'209'0,"1"4"-2"0,3 7-1 16,-2-10-1-16,2 10-1 0,-3-12-8 15,1 9-13-15,2 3-12 0,0 0-9 0,-3-11-11 16,3 11-17-16,0 0-18 0,0 0-13 0,-1-8-11 16,1 8-15-16,0 0-11 0,0 0-8 0,0 0-10 15,0 0-3-15,0 0-5 0,1 29-4 0,0-16-4 16,1 5 1-16,-2 1 4 0,1 5-6 0,0-5-9 16,-1-2 1-16,-1 2 2 0,2 1-9 0,-1-4-1 15,0 0-2-15,2-4-1 0,-2-1 2 0,0-1-4 16,1 0-1-16,-2-2 8 0,1-8-8 15,1 11 6-15,-1-11 4 0,1 8-3 0,-1-8 2 0,0 7 0 16,0-7 6-16,0 0 10 0,0 0 7 0,0 0 7 16,0 0 3-16,0 9 8 0,0-9 7 0,0 0-5 15,0 0-10-15,0 0-3 0,0 0-13 0,0 0-5 16,0 0-2-16,0-29-8 0,3 23-10 0,2-3-9 16,0 0-4-16,4 1 3 0,-3 1-6 0,2 0-5 15,0 1 3-15,2 0-6 0,-1 1 1 0,1 1 0 16,1 4 4-16,0 0-3 0,-2 2-3 0,-1 0 1 15,3 0 0-15,-3 1 3 0,2 3 0 0,-3 0 0 16,1 1 6-16,-1 0-3 0,-2 0 0 0,-2-1 5 16,1 0-1-16,-3 2 3 0,-1 0-3 0,0-8-3 0,-2 13 4 15,-2-9 6-15,-2 2 1 0,-3 1-2 0,0-1 0 16,-4-2-2-16,0 1 4 0,-3 2-2 16,-2-3 0-16,0-1-3 0,1 2-5 0,-1-2-8 15,4-2-8-15,2-1-14 0,0 1-25 0,-2-1-30 16,1 0-34-16,13 0-40 0,-21-4-54 0,13 4-49 15,8 0-156-15,-19-3-458 0,19 3 203 0</inkml:trace>
  <inkml:trace contextRef="#ctx0" brushRef="#br0" timeOffset="160986.26">9737 7587 162 0,'6'-4'246'0,"-6"4"-21"0,0 0-18 0,0 0-20 16,0 0-23-16,10-1-21 0,-10 1-17 0,0 0-12 16,0 0-10-16,7 8-11 0,-7-8-9 0,0 11-8 15,0-3-8-15,0 1-2 0,1 1-11 0,-1-3-8 0,1 2 3 16,0 2-7-16,-1-1-4 0,2 2-17 16,-1-2-26-16,-1 2-44 0,1-2-48 0,1-1-47 15,-1 0-35-15,-2 1-131 0,1-10-335 0,0 14 148 16</inkml:trace>
  <inkml:trace contextRef="#ctx0" brushRef="#br0" timeOffset="161155.94">9742 7407 76 0,'0'0'204'0,"-1"-10"-28"0,1 10-20 0,-2-6-29 15,2 6-30-15,0 0-35 0,0 0-44 0,0 0-35 16,0 0-40-16,0 0-84 0,15 18-152 0,-7-8 68 16</inkml:trace>
  <inkml:trace contextRef="#ctx0" brushRef="#br0" timeOffset="162620.6">10059 7538 32 0,'0'0'246'15,"0"0"5"-15,5 0-11 0,-5 0-10 0,0 0-20 16,0 0-14-16,0 0-24 0,0 0-18 0,0 0-16 16,0 0-14-16,-23 9-12 0,18-5-7 0,-4 5-7 15,-3 3-1-15,2 3-10 0,-4 1-7 0,4-4-8 16,-2 2-8-16,2 1 1 0,0-3-11 0,3 0-12 16,3-2-4-16,-1 0-4 0,2 2-1 0,-1-3-4 15,3-2 0-15,-1 1-5 0,2-8-1 0,0 11-2 16,2-5-3-16,-2-6 0 0,2 10-3 0,-2-10-4 15,4 7-1-15,-4-7-2 0,9 3 8 0,-9-3-8 16,10 2-1-16,-10-2-1 0,14-3 1 0,-8-1-1 16,0-1 1-16,-6 5-6 0,11-9 3 0,-3 4-2 15,-2-3-2-15,-1 1-1 0,2-4 1 0,-2 1-2 16,1-1 5-16,-1-1-5 0,0 2 0 0,-2-1 2 16,1 4 0-16,-4 7 0 0,5-14 0 0,-5 14 11 15,4-8 3-15,-4 8-4 0,1-10 0 0,-1 10 0 16,0 0-3-16,1-9-3 0,-1 9-1 0,0 0-5 15,0 0-1-15,0 0-1 0,0 0-3 0,0 0-1 16,0 0 3-16,0 0 4 0,0 0 3 0,0 0 0 16,0 0 2-16,-7 29 5 0,5-20-6 0,2-9-5 15,-2 17 5-15,0-7-3 0,2-1-3 0,0-9 4 16,2 10 3-16,-2-10-2 0,4 13-1 0,-4-13 2 16,4 12 1-16,1-8 0 0,1 1 5 0,-1-3-8 15,0 2 6-15,5 1-3 0,1-5 6 0,1 2-4 16,-1-2 3-16,3 0-2 0,-1-2-4 0,4-4 0 15,-1 1 4-15,2-3 0 0,-4 1-4 0,1 0 3 16,-2-6-4-16,1 3-4 0,-1-3 3 0,-2-1 1 16,-2-3-5-16,1 3-5 0,-1 0 2 0,-1-3 0 15,-2 3 0-15,2-2 0 0,-5 6 4 0,-2-1 4 16,0 2 6-16,-1-2 8 0,3 7 8 0,-3 4 0 16,3-13 1-16,-3 13-7 0,3-6-4 0,-3 6-2 15,0 0-5-15,2-6-5 0,-2 6-1 0,0 0-2 16,0 0-1-16,0 0-1 0,0 0 6 0,0 0-6 15,-13 27 3-15,9-16-1 0,1 0 5 0,-2 1-4 16,0 4 0-16,2-4-2 0,1-1 1 0,-1 2-1 16,2 3 1-16,2-5-4 0,-1 1 2 0,3 0 1 15,2 4 2-15,-1-5-1 0,-2 1 1 0,3-2-2 16,1 2 2-16,-1-5 0 0,1 3-12 0,-4-4-4 16,2 2-2-16,0-4-12 0,-1 2 0 0,-3-6-8 15,2 9 0-15,-2-9-3 0,3 6 4 0,-3-6 2 0,3 6 0 16,-3-6 6-16,0 0-2 0,0 0 6 15,0 0 0-15,0 0 3 0,0 0 6 0,0 0-2 16,0 0 5-16,0 0 0 0,0 0 5 0,0 0-1 16,0 0 0-16,0 0-3 0,0 0 0 0,0 0 3 15,0 0 0-15,0 0-3 0,0 0 2 0,0 0 2 0,16-15 0 16,-6 9-1-16,3 0-1 0,0-3 1 16,2 0 2-16,2-1-1 0,-1 3 6 0,0-1-2 15,-1-1-3-15,-1-2 3 0,-1 2 4 0,-2 0-3 16,0 1 3-16,-2-2 0 0,5-2 0 15,-7 3 0-15,0-2 2 0,0 2 0 0,-2 1 5 0,-1 2 2 16,1-1 2-16,-2 2 2 0,0-1-6 0,-3 6 1 0,2-11 2 16,-1 5 2-16,-1 6 2 0,0 0-2 15,-2-11-1-15,2 11-2 0,0 0-1 0,-8-5 0 16,8 5-3-16,-11 1-1 0,11-1 2 0,-22 8-1 16,10-2 2-16,-4 4-1 0,3-1 4 0,-1 0-2 15,0 3-2-15,5-4 5 0,0-1-3 0,0 4 1 16,3-4-1-16,-2 2-2 0,3-3 1 0,1 2 0 15,0 1-3-15,3-2 1 0,-2 0 2 0,3-7-6 16,2 13-9-16,3-7-12 0,0-1-11 0,6 0-23 16,-2-1-24-16,4-1-29 0,2-3-20 0,3 4-24 15,4-4-11-15,0-3-1 0,-2 2-3 0,7-2 4 16,-5-2 17-16,-3 1 4 0,3 1 15 0,-4-7 10 16,-2 4 10-16,2 0 15 0,0-3 15 0,-1 1 29 15,-5 1 28-15,-3 3 27 0,-2-2 34 0,-7 6 39 16,9-9 7-16,-3 6 21 0,-6 3 15 0,8-7 0 15,-8 1-1-15,0 6 4 0,0 0-3 0,0 0 3 16,-2-11-7-16,2 11-4 0,0 0-4 0,-6-5-12 16,6 5-4-16,0 0-7 0,-11 0-5 0,11 0-2 15,0 0-10-15,-25 10-9 0,15-4-8 0,1 3-4 16,-2-2-4-16,2 2-1 0,1 1-6 0,0 0-3 16,-1-2-1-16,2 3-8 0,0-5 1 0,2 2-9 15,1-2 2-15,1 0-3 0,0 0-3 0,3-6 0 16,-2 10-4-16,2-10 0 0,2 10 4 0,-2-10-2 15,6 8-3-15,-2-5-6 0,1-1 1 0,-5-2-1 16,13 0 1-16,0 0 2 0,-4 0-4 0,1-1 2 16,0-2 0-16,-10 3 2 0,17-9 0 0,-6 4-1 15,-4-1-2-15,2-3-1 0,-2 0 0 0,1-1 1 16,-2-5 1-16,0 3-4 0,-1-6-7 0,0-1 11 16,0-5 0-16,1 5-4 0,-2 0 4 0,0-5 1 15,-1 6 6-15,-1-3-2 0,-1 4 9 0,1-3-4 16,-2 4 13-16,0 0 26 0,1 3 22 0,-2 0-4 0,-1 4 4 15,2 3 9-15,0 6-3 0,0-13-3 16,0 13-14-16,2-9-11 0,-2 9-11 0,0 0-4 16,0 0-13-16,0 0-9 0,0 0 6 0,0 0-8 15,0 0-1-15,0 0 2 0,0 44 5 0,-3-25-11 16,3-3 4-16,0 3-6 0,0 5-10 0,-2 0-20 0,2 0-43 16,0 1-37-16,0 1-42 0,-3-7-29 15,-1 8-45-15,3-8-81 0,-2 9-305 0,-2-2-654 16,1-7 289-16</inkml:trace>
  <inkml:trace contextRef="#ctx0" brushRef="#br0" timeOffset="162772.18">10951 7779 37 0,'0'0'281'16,"1"-11"-37"-16,-1 11-47 0,-5-9-59 0,5 9-56 15,0 0-65-15,-5-10-53 0,1 6-54 0,4 4-55 16,-12-7-158-16,6 6 70 0</inkml:trace>
  <inkml:trace contextRef="#ctx0" brushRef="#br0" timeOffset="163652.54">6796 6744 171 0,'0'0'221'0,"0"-9"-11"0,0 9-2 0,-1-10-6 16,1 10-8-16,-2-9-11 0,2 9-1 0,-1-8-4 15,1 8-5-15,0 0-3 0,-4-9-10 0,4 9-12 16,0 0-1-16,-1-10-11 0,1 10-16 0,0 0-7 15,0 0-8-15,0 0-15 0,0 0-20 0,-1-7-9 16,1 7-12-16,0 0-4 0,0 0-7 0,0 0 3 16,0 0-4-16,0 0-5 0,-5 29 2 0,5-18-1 15,0 0 5-15,-3 1-6 0,0 0-5 0,2 5-4 16,0 0 2-16,0-2-3 0,-3 3-5 0,1 0 1 16,2-7 0-16,1 1 0 0,-3-1-4 0,1 1 1 15,2 0-19-15,0-2-9 0,-3-2-23 0,2-2-17 16,1-6-22-16,-1 14-18 0,1-9-28 0,0-5-39 15,-3 10-37-15,3-10-33 0,-1 6-36 0,1-6-163 16,0 0-464-16,-4 4 206 0</inkml:trace>
  <inkml:trace contextRef="#ctx0" brushRef="#br0" timeOffset="163874.47">6753 6756 52 0,'0'0'232'15,"1"-6"-4"-15,-1 6-14 0,0 0-23 0,0 0-22 16,1-8-17-16,-1 8-20 0,0 0-13 0,0 0-12 16,13 0-8-16,-13 0-12 0,15 2-5 0,-3-2-8 15,0 1-9-15,6 2-10 0,-5-1-5 0,5 2-1 16,1-2-9-16,0-1 1 0,2 3-3 0,-3-2-7 16,2 0-3-16,-1 3-21 0,0-1-28 0,-1-2-39 15,0 0-37-15,0 1-34 0,0-3-26 0,0 2-26 16,-6 0-100-16,0-4-305 0,-2 1 135 0</inkml:trace>
  <inkml:trace contextRef="#ctx0" brushRef="#br0" timeOffset="164102.87">7207 6618 185 0,'0'0'228'15,"-3"-10"0"-15,3 10-5 0,-3-8-3 0,3 8-15 16,-1-7-21-16,1 7-19 0,0 0-15 0,0 0-28 15,0 0-13-15,0 0-14 0,0 0-6 0,0 0-11 0,0 0-2 16,-8 27-4-16,6-15-6 0,-1 1-7 16,2 2-5-16,-2 3-4 0,2-3-5 0,0 1-5 15,-1 3-1-15,1-5-3 0,-2 3-3 0,2-5-5 16,1 4-14-16,-1-4-21 0,1 4-24 0,0-4-33 16,0-1-46-16,0-11-58 0,0 19-48 0,-1-8-168 15,1-11-414-15,0 18 184 0</inkml:trace>
  <inkml:trace contextRef="#ctx0" brushRef="#br0" timeOffset="164453.26">7395 6770 126 0,'0'0'211'0,"0"0"-4"15,0 0-22-15,0 0-17 0,0 0-8 0,0 0-4 16,6 9-9-16,-6-9-10 0,0 0-10 0,-6 14-17 15,6-5-7-15,0-9-15 0,0 11-9 0,0-4-6 16,0-7-5-16,4 12-8 0,-4-12-5 0,9 14-7 16,-5-10-3-16,-4-4-4 0,11 7 0 0,-2-3 1 15,4 0-2-15,-1-2 8 0,3-2 4 0,-2 0-3 16,5 0-4-16,-6-3-3 0,0-2 0 0,1 3 12 16,-2-2 5-16,1 1 8 0,-3-1 10 0,-2-2-4 15,1-2-5-15,0 1-7 0,-2-3-3 0,-1 1-4 16,-2-1-8-16,-2-1 5 0,-1 0 0 0,0 0-6 15,-1 0-5-15,-3 1-6 0,0 1-5 0,0-1-3 16,0 5-1-16,-3 0-10 0,0-2-4 0,-2 3-8 16,-5 1-14-16,2 3-9 0,-8 1-17 0,0 3-36 15,-1 2-25-15,1 2-35 0,-4 2-38 0,5 1-58 16,1 0-266-16,1 0-537 0,2-1 237 0</inkml:trace>
  <inkml:trace contextRef="#ctx0" brushRef="#br0" timeOffset="165236.26">8258 6584 132 0,'-3'-10'267'0,"2"3"-1"0,0-1-11 16,-2 0-38-16,2 0-11 0,1 8-12 0,-3-11-12 15,3 11-18-15,-1-8-18 0,1 8-13 16,0 0-19-16,-1-9-14 0,1 9-16 0,0 0-8 15,0 0-11-15,0 0-6 0,0 0-3 0,0 33-7 16,-1-14-2-16,2 6-4 0,-1 3-2 0,0-1-1 0,0-2-8 16,0-1-3-16,-1 2-3 0,1-7-2 0,-2-3 0 15,2 1-3-15,0-2 3 0,0-3 1 16,-1-3-14-16,2 3 7 0,-2-6-7 0,1-6 2 16,1 14 2-16,-2-9 6 0,1-5 0 0,0 0 6 15,0 10 6-15,0-10 13 0,0 0 11 0,0 0 13 0,0 0 8 16,0 0 9-16,0 0 0 0,0 0-20 0,0 0 7 15,0 0-21-15,0 0-3 0,0 0 2 16,0 0-21-16,0 0-12 0,1-26-5 0,2 15-11 16,3 4 0-16,1-4-10 0,0 2 6 0,3 3-5 15,-2-2-4-15,3 3-6 0,-1 1-4 0,0-1 6 0,0 3 0 16,2 0 2-16,-2 2 3 0,-2 0-6 16,3 2 1-16,1 2 6 0,-2-1-4 0,1 1 2 15,-3 0 1-15,1 3-1 0,1-1 3 0,-4-2 1 16,0 0-5-16,-1-1-3 0,-1 2 0 0,-1 1 2 15,-3-6 4-15,4 9-3 0,-4-9 5 0,-2 9 2 0,2-9-1 16,-7 9 3-16,7-9 1 0,-13 10 2 16,2-6 2-16,-2 2-6 0,-3 1 5 0,-2-4-2 0,0 3-2 15,1-4 6-15,-1 3-5 0,0-1-5 0,-1-3-8 16,1 6-10-16,2-3-17 0,2-1-18 16,1-2-27-16,1-1-23 0,-2 2-31 0,4 2-41 0,4-3-47 15,6-1-44-15,-16 2-171 0,16-2-481 0,0 0 213 16</inkml:trace>
  <inkml:trace contextRef="#ctx0" brushRef="#br0" timeOffset="165485.47">8533 6754 238 0,'0'0'306'0,"0"0"-8"15,6-4-17-15,-6 4-22 0,0 0-21 0,5-3-31 16,-5 3-27-16,0 0-17 0,0 0-20 0,0 0-18 0,0 0-13 16,0 0-11-16,0 0-15 0,0 0-5 15,7 16-4-15,-6-9-8 0,-1-7-11 0,-1 15-9 0,1-5-9 16,-3 0-13-16,3 0-20 0,-4 3-23 16,3-1-16-16,1-2-17 0,-3 1-34 0,2 0-47 0,0 2-54 15,0-2-52-15,-3 0-167 0,2-2-436 0,-1-1 193 16</inkml:trace>
  <inkml:trace contextRef="#ctx0" brushRef="#br0" timeOffset="165661.97">8604 6524 125 0,'3'-5'172'0,"-3"5"-20"0,0 0-36 16,0 0-40-16,0 0-53 0,7 23-55 0,-4-10-74 16,-2-1-114-16,3 1 51 0</inkml:trace>
  <inkml:trace contextRef="#ctx0" brushRef="#br0" timeOffset="166469.46">8896 6729 89 0,'0'0'291'0,"0"0"-6"0,0 0-13 16,0 0-16-16,0 0-20 0,0 0-30 0,-14-10-18 15,14 10-19-15,0 0-18 0,-17 4-12 0,8 1-13 16,-4-1-11-16,-2 3-4 0,-2 2-19 0,1 2-3 16,0 0-9-16,0 1-8 0,0-1-7 0,4 3-9 15,-1-1-4-15,4-4-8 0,1-1-3 0,4 1 0 16,-3 1-10-16,4-2-1 0,1-4-6 0,2 6 3 15,0-10-11-15,2 11-7 0,1-4-3 0,1-3 1 16,2-1-3-16,0 1-3 0,1-2 3 0,-7-2-2 16,19-2 0-16,-8 1-2 0,0 0 0 0,1-4-1 0,0 1 0 15,1-3 3-15,1 0-2 0,1-2-2 16,-5 3 0-16,1-4 3 0,0-2-5 0,-1 2 3 16,-1-2 1-16,3 0 0 0,-6 2-4 0,1-5 5 15,-2 5 2-15,-3-1 1 0,2 3 13 0,-1 1 8 16,-2-1 7-16,-1 8 7 0,5-10-2 0,-4 6-3 15,-1 4-5-15,0 0 13 0,4-10-18 0,-4 10-7 16,0 0-5-16,4-7-1 0,-4 7-3 0,0 0-11 16,0 0 3-16,0 0 0 0,0 0-1 0,0 0 2 15,0 0-2-15,-7 24 2 0,5-14 0 0,-1-1 2 16,0 0-3-16,3 1-1 0,-2 0-1 0,1-2 0 16,1 2 2-16,-2-2-1 0,2-2 2 0,0-6-7 15,1 13 5-15,0-6 2 0,-1-7-2 0,3 11 7 16,0-9-1-16,1 3-4 0,1-1 5 0,0-1-1 15,2 0 3-15,-7-3-5 0,18 2 2 0,-8-2-4 16,3-1 7-16,-3 0 4 0,3-2-7 0,-1 0 1 16,3 0 1-16,0-6-1 0,2 2-3 0,-1-3-3 0,0 1 3 15,-3-4-3-15,3 0 1 0,0 2-9 16,0-3 7-16,-2 0-3 0,-3-1 1 0,1 4 2 16,-2-3-3-16,-2 4 2 0,-3-1 0 0,0 3 0 15,-1 1 6-15,1 1 5 0,-3 1 6 0,-2 5 4 0,6-10 1 16,-5 7 1-16,-1 3-1 0,0 0-14 15,6-8 2-15,-6 8 3 0,0 0-11 0,0 0 4 16,0 0-5-16,0 0 2 0,0 0 2 0,0 0 1 16,0 0-10-16,-21 15 0 0,16-9-4 0,1-1 1 15,1 1-6-15,-1 2 0 0,0-1-6 0,2 2-9 0,-1-2-3 16,-2 2 1-16,4-2 0 0,1 3 1 0,1-1 4 16,-1 1 3-16,4-1 1 0,0-1 1 15,0 2 1-15,-2-3 4 0,3 1-2 0,-2 2 6 16,2-1-4-16,1-1 3 0,-2 0 4 0,0-1 1 15,-4-7 2-15,8 12 1 0,-6-8-2 0,-2-4 2 0,4 10-5 16,-1-7 2-16,-3-3-5 0,2 9 4 0,-2-9 1 16,2 5 4-16,-2-5 6 0,0 0 2 15,0 0 1-15,-11 11-3 0,11-11 2 0,-15 10-4 16,5-5-15-16,1 0-15 0,-2 1-46 0,-2-2-42 16,0-1-58-16,-1 1-66 0,-7 2-217 0,3-3-497 0,2 1 219 15</inkml:trace>
  <inkml:trace contextRef="#ctx0" brushRef="#br0" timeOffset="166634.44">9344 6819 197 0,'0'0'159'0,"0"0"-60"0,0 0-73 0,0 0-68 15,0 0-32-15,0 0-79 0,0 0 36 0</inkml:trace>
  <inkml:trace contextRef="#ctx0" brushRef="#br0" timeOffset="169536.17">6499 6767 101 0,'0'0'174'0,"0"0"-19"0,3-6-16 0,-3 6-17 16,0 0-8-16,0 0-16 0,0 0-8 0,0 0-12 16,0 0-10-16,0 0-10 0,0 0-2 0,0 0-11 15,0 0-5-15,0 0 0 0,0 0-6 0,10 13-2 16,-10-13-1-16,4 8-5 0,-4-8 1 0,3 7-3 15,-3-7-3-15,3 7-3 0,-3-7 2 0,2 6-7 16,-2-6 6-16,2 7-2 0,-2-7 3 16,0 0 0-16,0 0 0 0,2 6 5 0,-2-6 4 0,0 0 2 15,0 0 1-15,0 0 4 0,0 0-3 0,0 0 3 16,5 7-4-16,-5-7 2 0,0 0 12 0,0 0-1 16,0 0 2-16,0 0-3 0,0 0 5 0,17-7 1 15,-17 7 9-15,13-4-3 0,-2 0-5 0,5-1 0 16,3-4-9-16,3-3-5 0,4-5-1 0,6 0-6 15,0-7-19-15,15-7-54 0,0-4-51 0,22-17-69 16,-19 14-231-16,20-27-426 0,-7 0 188 0</inkml:trace>
  <inkml:trace contextRef="#ctx0" brushRef="#br0" timeOffset="195542.61">7020 8282 160 0,'0'0'159'0,"0"0"16"0,-4-7-11 0,4 7 4 0,-5-4-1 16,5 4-9-16,-7-8 0 0,7 8-4 0,-4-6-2 16,4 6 3-16,-3-6-3 0,3 6-6 15,-3-5-9-15,3 5-7 0,0 0-5 0,-5-8-12 16,5 8-13-16,0 0-11 0,0 0-9 0,0 0-9 0,-4-5-8 15,4 5-6-15,0 0-7 0,0 0-14 0,0 0-4 16,0 0-8-16,0 0-7 0,0 0 0 0,0 0 0 16,-5 24-3-16,4-11-2 0,-3-1 4 15,1 5-7-15,2-1 1 0,-1 4-5 0,-2 4 4 0,0-4-1 16,1 4 1-16,-1-5-4 0,2-1 0 0,0 0 3 16,1-2-2-16,-1 0-1 0,-1-5-2 0,2 5 2 15,0-4-2-15,-1 1 1 0,1-2 0 0,0 0 0 16,1-2-13-16,-1-1-11 0,-1-2-12 15,2-6-11-15,-4 13-19 0,3-9-18 0,1-4-22 0,-2 10-20 16,2-10-27-16,-2 8-24 0,2-8-27 0,0 0-36 16,-5 3-121-16,5-3-387 0,0 0 171 0</inkml:trace>
  <inkml:trace contextRef="#ctx0" brushRef="#br0" timeOffset="195952.89">7007 8193 2 0,'11'-3'140'0,"2"0"-19"16,1-1-13-16,-1 4-12 0,0 2-6 0,-1 1-8 16,0 0-3-16,2 2 2 0,-4 2-9 0,2 0-4 15,-6 2 3-15,1 1 8 0,-1 3-4 0,-3-2 1 16,0 0-13-16,-4 2 12 0,-3 3-9 0,-1 1-4 15,-3-2-7-15,-3 1-3 0,-1-2-6 0,-2 6 1 16,-1-5-10-16,0-6-3 0,-8 7 2 0,4-7-6 16,2-1-2-16,-1 0-2 0,3-2-5 0,2-1-1 15,1-4 1-15,1 1 14 0,2 1 10 0,0-3 8 16,9 0 4-16,-13 1 2 0,13-1-6 0,-9-4-7 16,9 4 1-16,0 0-3 0,-7-3-7 0,7 3-6 15,0 0-3-15,0 0-8 0,0 0-3 0,0 0-5 16,0 0 3-16,0 0-4 0,0 0-4 0,0 0-1 15,0 0-1-15,23 9-1 0,-14-5 2 0,0 1-1 16,1 0-1-16,0 2 1 0,-1 0 0 0,4 0 0 16,-3-1 1-16,5 3 2 0,-3-1-8 0,-2-1-32 15,0 1-40-15,0 0-52 0,-1-2-47 0,2 2-42 16,-4 0-125-16,-2-3-365 0,0 0 162 0</inkml:trace>
  <inkml:trace contextRef="#ctx0" brushRef="#br0" timeOffset="196277">7151 8639 144 0,'5'-4'189'0,"3"0"-12"0,1-2-10 16,0 3-10-16,4-4-8 0,-2 3-11 0,1-3-8 16,0 2-10-16,0-3-15 0,-2 1-2 0,6-3 2 15,-7 3-3-15,2-2-6 0,-2 1-1 0,-1-1-17 16,-2-1-5-16,0 1-8 0,-1 2-4 0,-1-2-7 15,1-2-6-15,-1 2-3 0,-2 2-2 0,-1 2-1 16,-1 5-9-16,-1-15-4 0,1 8-1 0,0 7-4 16,-6-10-6-16,3 6-1 0,3 4-2 0,0 0-2 15,-16-2-5-15,16 2 0 0,-19 7 0 0,9 0 1 16,-3 2 0-16,0 1-2 0,-1 2-2 0,3 0 0 16,2 1 1-16,0-4 1 0,2 1-6 0,2 2 3 15,1 0 1-15,1-1-2 0,1 0-1 0,2 0-2 16,2-1-8-16,3-2-23 0,0 1-31 0,1 0-39 15,2-4-40-15,5 4-27 0,-3-2-39 0,0-4-132 16,2 2-367-16,1-1 162 0</inkml:trace>
  <inkml:trace contextRef="#ctx0" brushRef="#br0" timeOffset="196636.3">7462 8449 213 0,'4'-6'190'0,"-4"6"-22"0,0 0-14 16,0 0 9-16,0 0-4 0,14 11-13 0,-9-4-4 15,0 3-13-15,-1-2-5 0,5 3-19 0,-3 0-9 0,0 0-4 16,-2 1-2-16,1-1-5 0,2 0-11 16,-2-1-7-16,-1 1-3 0,0-1-9 15,1-1-6-15,1 0-1 0,-3-1-5 0,2-2-5 0,-3-1-2 16,2 1-5-16,-4-6-3 0,3 8 2 0,-3-8-3 15,2 5-2-15,-2-5 8 0,4 4 23 0,-4-4 16 16,0 0 11-16,4 5 7 0,-4-5 2 0,0 0 9 16,0 0-8-16,0 0-12 0,16-13-9 0,-9 6-5 15,-3-2-3-15,2 0-10 0,-2-3-7 0,6-1-1 16,-3-2-7-16,0-2-9 0,5-8-9 0,-1 4-6 0,-4 2-1 16,8-3-7-16,-6 7-10 0,-3-1-10 15,2 3-17-15,0 1-23 0,-5 3-25 0,1 4-40 16,0-2-54-16,-1 2-45 0,-3 5-33 0,9-5-23 15,-9 5-168-15,0 0-476 0,0 0 210 0</inkml:trace>
  <inkml:trace contextRef="#ctx0" brushRef="#br0" timeOffset="197895.51">7816 8608 78 0,'0'0'206'15,"2"3"4"-15,-2-3 5 0,0 0-3 0,0 0 0 16,4 4-6-16,-4-4-20 0,0 0-14 0,0 0-10 0,0 0-12 15,0 0-11-15,19-9-11 0,-15 6-7 16,3-7-6-16,0 3-17 0,0-1-6 0,0-3-11 16,1 2 5-16,-2-1-10 0,0 0-3 0,-1-1-9 15,1 2-1-15,-2 0-13 0,0-3 1 0,-2 7-11 16,2-4-7-16,-3 3 4 0,-1 6-3 0,2-12-8 16,-2 12-2-16,0-10-1 0,0 10-5 0,-2-9-3 15,2 9-7-15,-5-5 3 0,5 5-4 0,-9 0-3 16,9 0 0-16,-15 5-4 0,6 0 3 0,-4-1-1 15,4 2-2-15,0 2-3 0,0 0 1 0,0 1-3 0,0-2 2 16,3 3-3-16,1 1 3 0,-4-1-2 16,5 1 2-16,0 0-4 0,0-2 2 0,3 1-1 15,-1 0-1-15,3 1 4 0,0-1 6 0,3-2-9 16,-1 2 6-16,1-2-2 0,1-2 1 0,2 1 1 0,1 1-1 16,1 0 2-16,1-3-1 0,2 0 0 15,-2-2 1-15,2 0 0 0,0-2 1 0,0 2 2 0,0-3-1 16,0 0 3-16,1 0-2 0,5-2 1 15,-6 1-3-15,0-3 4 0,-1 1-1 0,1-2-1 16,-2 0 1-16,2-1 1 0,-2 0 2 0,4-5-8 0,0 1 3 16,-4-2-6-16,2-3 0 0,-1 1-1 0,-2-2-4 15,0 2 1-15,-1-4 1 0,-5 7 2 0,1-4-2 16,-1-5-5-16,-1 4 1 0,0 3 0 16,-2 1 3-16,1 2-1 0,-4 0-1 0,-2 1 4 15,3 0 2-15,2 9 6 0,-5-8 4 0,0 2-5 0,5 6-2 16,-8-8-1-16,4 6 4 0,4 2-3 0,-10-5-1 15,10 5 2-15,-7-2 1 0,7 2-6 0,-8-2-1 16,8 2-2-16,0 0 1 0,0 0-2 0,0 0 3 16,0 0 1-16,0 0 2 0,0 0 1 0,0 0 2 15,0 0 1-15,17 12-2 0,-6-10 0 0,1-1 9 16,1-1-9-16,5-3 6 0,-1 3-1 0,0-1-3 16,-4 1-3-16,1-2 0 0,-1 1 2 0,-1 0 0 15,-1 1-4-15,-1 0 0 0,-3-1-1 0,-7 1 1 16,11 0 3-16,-3 1 0 0,-8-1-9 0,0 0 4 15,14-1-1-15,-14 1 0 0,0 0 2 0,6 4 6 16,-6-4 4-16,0 9 5 0,0-9 1 0,-2 20-1 16,2-8 1-16,-1-2 0 0,-3 4 7 0,1-2-2 15,1 3-3-15,-1-2 0 0,-1 0 4 0,0 0-3 16,3-1-3-16,-2 0-2 0,1-2 0 0,1 0-1 16,-2 1-5-16,6-3 1 0,-2 3 2 0,-2-5-1 15,1-6-2-15,1 12 3 0,-1-12-3 0,4 10 3 16,-2-5 0-16,4-2-4 0,-1 0 12 0,-5-3-8 15,15 3 7-15,-6-2 1 0,3-1-1 0,3-4 5 16,-2 4-5-16,-1-5 6 0,1-1-2 0,6 0 1 16,-3-3-2-16,1-3 0 0,-2 2-3 0,1-3 0 15,2-5-6-15,-3 3 5 0,0-1-2 0,-4 4 3 16,-1-3-12-16,-1 1-2 0,0-2 2 0,-3 0 4 16,-2 5 1-16,0 1-6 0,-1-1 8 0,-3 4-9 15,1 1 1-15,-1 6 0 0,1-10-3 0,-1 10 2 16,0-7-1-16,0 7-2 0,0 0-7 0,0 0 4 15,0 0-5-15,0 0 2 0,0 0 10 0,0 0-12 16,0 0 2-16,-16 17-3 0,13-8 3 0,-1 2-1 16,3 0 3-16,1-1-3 0,1-2-1 0,2 4 18 15,-2-1-15-15,2-2 1 0,0 1-1 0,3-1 1 16,-3 4 0-16,5-4 2 0,-3 1 0 0,3 0 2 16,-4 0-1-16,1-1 6 0,0 1-5 0,0 0 3 15,-1-2-3-15,1 1 7 0,-4-1-8 0,2-2-1 16,-2-1-2-16,-1-5-6 0,1 13 3 0,1-8-1 15,-2-5 2-15,0 9 1 0,0-9 1 0,1 6 0 16,-1-6-3-16,0 0 1 0,0 0 2 0,1 8-4 16,-1-8-4-16,0 0 4 0,5 3 1 0,-5-3-1 15,0 0 6-15,0 0 2 0,23-9 1 0,-12 3 0 0,5 0-2 16,0-2 3-16,1 1 2 0,0-4 3 16,2 0-6-16,0 1 3 0,4-2 0 0,-3 1 2 15,-6-1 1-15,1 3 0 0,-2-2-3 0,-1-3 8 16,0 3-9-16,-6 0 1 0,2 2 2 0,-3-3 2 15,-1 2 1-15,-1 0-1 0,-1 2 0 0,-2-2 2 16,0 10 2-16,-2-15 1 0,0 9-2 0,2 6 3 16,-8-6-2-16,1 3-1 0,-1 0-2 0,-2 3 1 15,-3 3 0-15,0 2-1 0,-2 3-5 0,0 1-1 16,1 0-2-16,4 1-1 0,-2 0 0 0,6 2-1 16,-2-4 3-16,2 1 0 0,2 0-2 0,0 1 2 15,3-1 0-15,-1-3-4 0,5 2-18 0,-1 1-18 16,4-1-24-16,0-1-26 0,3-2-41 0,1 1-64 15,2 0-55-15,6-1-234 0,-7-1-524 0,7 0 232 16</inkml:trace>
  <inkml:trace contextRef="#ctx0" brushRef="#br0" timeOffset="198519.67">9141 8374 2080 0,'3'-16'17'15,"-3"3"26"-15,1 3 7 0,0 0 3 0,-1 2 1 16,0 8-1-16,1-11-10 0,-1 11-7 0,2-7-10 0,-2 7-7 16,0 0-3-16,0 0-4 0,0 0-1 0,0 0 10 15,0 0 2-15,0 24-1 0,-2-6-2 0,2-1-3 16,0 11-1-16,-1-4-2 0,1 4 0 15,-1-1 3-15,-2-2 2 0,-1-9-1 0,3 0 2 16,0 0-3-16,0-4 1 0,-1 1 3 0,2-3 9 0,-1 0-5 16,1-3 1-16,0-7 4 0,-2 9 1 0,2-9 5 15,-2 7 3-15,2-7 5 0,-1 8 9 0,1-8 7 16,0 0 6-16,0 0 9 0,-4 8 6 16,4-8 6-16,0 0-7 0,0 0-9 0,0 0-8 0,0 0-19 15,0 0-7-15,13-22-12 0,-7 11-3 0,2 1-17 16,5-2 1-16,-2 1 1 0,3 2-8 15,2 0-1-15,-5 3-2 0,2 0-2 0,-2 4 1 16,1 0-1-16,-1 1-1 0,0 1-3 0,-1 1 3 0,0 2 2 16,-3 0-2-16,-1 2 0 0,-1-1 1 0,1 4-1 15,-2-3-2-15,-3 3 1 0,1-1 0 0,-2-7 15 16,-2 13-17-16,2-13 4 0,-5 13 0 0,0-5 8 16,-2-1-6-16,-1 1 1 0,-2 0 0 0,-6 1-3 15,4-3-7-15,-5 0-10 0,5 0-14 0,-5 1-19 16,5-2-22-16,-2-1-23 0,5 0-29 0,-4-2-37 15,3 1-34-15,4-2-37 0,6-1-205 0,-14 3-479 16,14-3 212-16</inkml:trace>
  <inkml:trace contextRef="#ctx0" brushRef="#br0" timeOffset="198719.65">9407 8512 5 0,'6'-6'264'15,"-6"6"-9"-15,0 0-19 0,5-5-25 0,-5 5-24 16,0 0-19-16,0 0-14 0,0 0-21 0,0 0-14 16,0 0-12-16,2 18-10 0,-4-10-8 0,1 2-10 0,-2 1-5 15,2 1-6-15,0-1-12 0,0 2-21 0,-3 3-37 16,0-6-40-16,2 5-46 0,2-1-52 16,-2-3-48-16,0 0-126 0,0-1-338 0,1-1 150 15</inkml:trace>
  <inkml:trace contextRef="#ctx0" brushRef="#br0" timeOffset="198889.55">9509 8288 36 0,'0'0'150'0,"-1"-10"-32"16,1 10-23-16,0 0-32 0,0 0-38 15,0 0-32-15,0 0-73 0,1 26-87 0,-1-16 38 16</inkml:trace>
  <inkml:trace contextRef="#ctx0" brushRef="#br0" timeOffset="199819.61">9797 8418 214 0,'2'-4'239'0,"-2"4"2"0,0 0-9 16,0-10-11-16,0 10-10 0,0 0-13 15,0 0-12-15,0 0-13 0,0 0-13 0,0 0-19 16,-6-9-15-16,6 9-9 0,0 0-9 0,0 0-5 16,-19 14-10-16,10-6-5 0,0 3-7 0,-3 2-10 0,2 1-8 15,2 0-8-15,2 0-2 0,0-4-4 0,-1 0-6 16,3 1-8-16,2-1-3 0,-1-3-4 16,2 4-1-16,0-5-6 0,1-6 1 0,0 12-2 15,0-12-4-15,2 11 2 0,-2-11-7 0,5 7-4 16,-2-4 4-16,-3-3-3 0,6 5-5 0,-6-5 1 0,12 0 4 15,-12 0-2-15,14-4-2 0,-8 1 1 0,4-3-3 16,-1 1 0-16,-1-3 0 0,2 1-2 0,-1 0 3 16,0-8-4-16,-1 6 0 0,1 0 2 15,-3-1-5-15,-1 2 1 0,1-3 0 0,-1 1 0 16,0 5 1-16,0-4-3 0,-1 3 1 0,-2 1 4 0,-2 5 0 16,4-11-5-16,-4 11 3 0,4-6-3 15,-4 6-6-15,0 0-1 0,4-7-4 0,-4 7 2 16,0 0 0-16,0 0 0 0,0 0 5 0,2 20 1 0,0-11 0 15,-2-9 0-15,-2 15-2 0,2-9 5 0,2 3-3 16,-2-1 3-16,2-1 1 0,-2-7-1 0,1 14 2 16,-1-8 3-16,3 0 1 0,1 0 1 0,0-1 1 15,2 0 2-15,-1-1 5 0,3-2 14 16,-2 0 8-16,4-1-5 0,-1 0 1 0,5-2-2 0,3 0-4 16,-4-2 4-16,-2 0-4 0,8-4-2 0,-4-1-1 15,-3 1 4-15,0 1-3 0,-2-3-1 0,0 0-3 16,3-2-3-16,0-2 0 0,-4-2 4 0,-2 0-5 15,-4 4-1-15,2-2-2 0,-1 1 1 0,0 2-4 16,-1 0 0-16,-1 2 0 0,-1 0 2 0,-1 8 16 16,3-11-25-16,-3 11 1 0,0-9-3 0,0 9-5 15,0 0-4-15,0 0 6 0,0 0-6 0,0 0 0 16,0 0 0-16,0 0 2 0,0 0 0 0,-8 29 1 16,8-19 1-16,1 1 0 0,0 1 1 0,1-1 4 15,-1 1-3-15,0 2 1 0,2-3 0 0,-2 2-1 16,3-3 5-16,0 1-1 0,-3 1-4 0,3-2 2 15,-3 0 4-15,2-4-2 0,1 2 3 0,-4-8-8 16,2 12-2-16,-1-7-2 0,2 0-5 0,-3-5 1 16,3 7 3-16,-3-7-3 0,0 0 3 0,0 0 0 15,3 7 3-15,-3-7-2 0,4 4-4 0,-4-4 1 16,0 0 1-16,0 0 2 0,9 3 0 0,-9-3 1 16,13-2 2-16,-4-1 3 0,-9 3-10 0,19-8-1 15,-6 5 2-15,0 0 0 0,3-4 5 0,2-1-5 16,0 0 6-16,-1-2-3 0,-2 0 4 0,2 1 1 15,-3 0-1-15,2 1 2 0,-2 0 0 0,-1-5 1 16,-4 6 2-16,0-4-1 0,-4 0-1 0,3 1 3 16,-3 3 0-16,-1-1-3 0,-2 0 5 0,1 1-2 15,-2 1-1-15,-1 6 1 0,2-10 2 0,-2 10 1 16,0 0-1-16,-4-10-4 0,4 10 1 0,0 0 0 16,-11-2 1-16,11 2 0 0,-15 4 4 0,6 2-1 15,-1 2-1-15,0-3-1 0,-1 8 0 0,2-4-1 0,-2 4 2 16,5-3-4-16,-1-2 6 0,1 2-3 15,2 0 1-15,1-2-3 0,0 2 0 0,1-5 3 16,2-5-8-16,3 17-10 0,3-9-10 0,2-1-29 16,1 0-28-16,2-1-39 0,6-1-42 0,3-4-28 15,10 1-22-15,0-3-13 0,0 0-140 0,-1-1-399 0,-3-2 176 16</inkml:trace>
  <inkml:trace contextRef="#ctx0" brushRef="#br0" timeOffset="200269.59">10728 8475 129 0,'4'-4'165'0,"0"0"6"0,-4 4 4 0,2-9 10 15,-2 9-6-15,0 0-8 0,0-12-2 0,0 12-7 16,0 0-7-16,-7-8-6 0,7 8-15 0,-8-3-12 16,8 3-9-16,-13 3-3 0,13-3-8 0,-16 5 2 15,6-2-3-15,-1 2-6 0,-1 5-8 0,1-2-2 16,2 1-7-16,-2 0-12 0,3 0-9 0,1-1-4 16,-1 1-3-16,3-1-8 0,1-2-4 0,0 0-4 15,0 4-5-15,3-4 3 0,0 1-9 0,1-7-1 16,0 12 0-16,2-6-2 0,-2-6-5 15,8 8 3-15,-3-4-6 0,4-3 2 0,0 1 0 0,1-1-5 16,2-1 6-16,0-1-1 0,0-2 10 0,2 1-16 16,-2-4-2-16,0 1 4 0,-1-1 1 0,-1-3-5 15,1 1 3-15,0-7-5 0,-2-1-6 0,1 3 1 16,-1-3 0-16,-3-3 0 0,0 3 1 16,1-1-1-16,-3-2-1 0,-1 1 2 0,1-6-1 0,-2-2 10 15,-1 8-14-15,0-8 10 0,-3 7-6 0,0 2 13 16,1 1 9-16,1 3 15 0,-1 4 14 0,1 0 3 15,0 0 16-15,0 9 6 0,-2-10-10 0,2 10 11 16,0-12-11-16,0 12-11 0,0 0-1 0,-2-8-18 16,2 8-7-16,0 0-7 0,0 0-4 0,0 0 4 15,0 0 0-15,1 27-1 0,-5-17 4 0,2 6-6 16,-3 0-2-16,2 1 5 0,-2 8-4 0,2-6-4 16,0 1 5-16,-3 4 1 0,5-8-7 0,0 2-18 15,0-1-15-15,1 1-35 0,0-1-28 0,0-1-30 16,1 0-15-16,-1 0-29 0,0 1-49 0,0-5-54 15,4 1-50-15,-4 0-226 0,2-3-582 0,1 0 258 16</inkml:trace>
  <inkml:trace contextRef="#ctx0" brushRef="#br0" timeOffset="200426.64">11031 8563 86 0,'8'-2'319'0,"-8"2"-9"0,0 0-9 15,0 0-26-15,0 0-27 0,9-3-24 0,-9 3-26 16,0 0-39-16,0 0-43 0,0 0-48 0,0 0-75 16,0 0-97-16,0 0-109 0,0 0-117 0,0 0-358 15,0 0 158-15</inkml:trace>
  <inkml:trace contextRef="#ctx0" brushRef="#br0" timeOffset="203180.55">11696 7585 41 0,'-2'-7'206'0,"2"7"2"15,0 0 0-15,0 0-4 0,-3-11-9 0,3 11-9 16,0 0-12-16,0 0-5 0,-2-8-21 0,2 8-13 16,0 0-10-16,0 0-17 0,0 0-12 0,0 0-14 15,0 0-4-15,0 0-12 0,0 0-13 0,-2-8-12 16,2 8 1-16,0 0-5 0,0 0-6 0,0 0-4 15,0 0-1-15,-1 31-4 0,-1-21-2 0,0 1 1 0,1 6-3 16,-1-2-9-16,1 4 13 0,-2-1-10 16,2-3 1-16,0 4-2 0,1-3 1 0,-2 0 1 15,-1-1 2-15,1 1 6 0,1-3-2 0,1 4 0 16,-1-6-2-16,-1 0-4 0,1 0 19 0,1 2-4 16,-1-3-5-16,1 2 0 0,0-5 0 0,0 3-3 15,0-2-1-15,0-8 0 0,-5 11-5 0,5-5 1 16,0-6-1-16,-3 10-1 0,3-10-3 0,-1 9 4 15,1-9-2-15,-1 8 3 0,1-8-9 0,0 0-14 16,-2 6-11-16,2-6-14 0,0 0-17 0,0 0-26 0,0 0-24 16,0 0-43-16,0 0-50 0,0 0-46 15,0 0-162-15,0 0-433 0,0 0 191 0</inkml:trace>
  <inkml:trace contextRef="#ctx0" brushRef="#br0" timeOffset="203940.56">11658 7579 143 0,'0'0'204'0,"2"-9"-8"0,-2 9-18 15,2-10-10-15,-2 10-10 0,6-9-8 16,-3 6-9-16,1-3-13 0,0 2-9 0,1 1-11 15,4-5-2-15,-2 3-12 0,0 1-6 0,2-1-9 0,0-1-12 16,4 3-7-16,-8 2-4 0,6-2-8 0,0 0-9 16,-2 5-4-16,-9-2-3 0,16 4-5 0,-7-2-2 15,-3 2-5-15,6 2 2 0,-3-2-6 0,-2 2 0 16,1 2 0-16,-3 1-2 0,2-1-2 16,-1 1 2-16,-1-1-3 0,-1 2 2 0,-2 1 8 0,-1-2 3 15,1 3 0-15,-4-3-2 0,-1 4-2 0,1-6 2 16,-5 2 1-16,1 1-5 0,-3-2-2 15,-4 5 3-15,3-5-1 0,-4 2 4 0,0 0-4 16,-3-4-4-16,6 1-4 0,-2-1 1 0,-1-2-2 16,4-1 1-16,2 0-2 0,-1 0 2 0,3 0-1 15,6-3 2-15,-12 3-3 0,5-1 9 0,7-2 7 0,-9 0 6 16,9 0 3-16,0 0 6 0,-11 3-2 16,11-3 0-16,0 0 0 0,0 0-6 0,-6 0 0 15,6 0 2-15,0 0-5 0,0 0-1 0,0 0-4 0,0 0-4 16,0 0 3-16,0 0-8 0,0 0 0 0,0 0-1 15,0 0-1-15,0 0-2 0,0 0-2 16,0 0-2-16,0 0 0 0,0 0-2 0,0 0-2 0,0 0 0 16,0 0-1-16,0 0 0 0,0 0-3 15,18-11 1-15,-18 11-2 0,0 0 0 0,0 0 0 0,15 3 0 16,-15-3 0-16,0 0 1 0,13 0-4 0,-13 0 3 16,9 1 1-16,-9-1 2 0,11 5-1 0,-4-3-3 15,-1-1 0-15,-6-1 3 0,15 3-1 0,-8 0 0 16,-1-1-1-16,5 1 3 0,-4 0-2 0,2 2 4 15,2 0-8-15,-1 1 11 0,1-2-2 0,-2 2 3 16,1 1-4-16,0-1 2 0,1-1 1 0,-1 1 2 16,-1 2-2-16,3-3 1 0,-2 3 2 0,-1-2-2 15,0-1-2-15,2 3 3 0,-2-5-2 0,0 5 4 16,-1-2 17-16,2-3 4 0,-4 2-3 0,-1-1-1 16,1-1 1-16,2 1-5 0,-8-4-3 0,8 5 12 15,-3-3 7-15,-5-2 3 0,4 5-5 0,-4-5-5 16,5 4 8-16,-5-4-4 0,0 0-5 0,6 2-4 15,-6-2 9-15,0 0-3 0,0 0-2 0,0 0 2 16,0 0-8-16,0 0 5 0,0 0-21 0,0 0-6 16,0 0-39-16,0 0-34 0,0 0-40 0,0 0-51 15,0 0-57-15,0 0-55 0,0 0-287 0,-23-12-606 16,18 9 268-16</inkml:trace>
  <inkml:trace contextRef="#ctx0" brushRef="#br0" timeOffset="204336.31">12194 7709 70 0,'0'0'261'15,"0"0"-11"-15,0 0-16 0,0 0-14 0,0 0-13 16,0 0-13-16,0 0-11 0,0 0-8 0,0 0-15 16,0 0-7-16,0 0-13 0,0 0-7 0,0 0-11 15,0 0-6-15,0 0-10 0,0 0-7 0,0 0-9 16,0 0-10-16,0 0-8 0,0 0-4 0,0 0-3 16,0 0-5-16,0 0-2 0,0 0-7 0,0 0 1 15,0 0-11-15,0 0-2 0,0 0-4 0,0 0-4 16,0 0 8-16,0 0 3 0,0 0-1 0,14 4 4 15,-14-4-1-15,16-1-4 0,-5 0-2 0,1 0-3 16,0 2-5-16,-1-1 0 0,1-2 1 0,1 0-2 16,-1 1 2-16,-1 1-27 0,2-1-7 0,-7-1-20 15,-6 2-27-15,16-2-22 0,-11 1-29 0,-5 1-42 16,10-3-46-16,-10 3-19 0,0 0-54 0,10 0-238 16,-10 0-539-16,0 0 238 0</inkml:trace>
  <inkml:trace contextRef="#ctx0" brushRef="#br0" timeOffset="204602.59">12224 7805 5 0,'0'0'219'0,"0"0"-7"0,0 0-12 0,-7 1-8 16,7-1-11-16,0 0-9 0,0 0-10 0,0 0-15 15,0 0-9-15,0 0-7 0,0 0-10 0,0 0-7 16,0 0-4-16,0 0-3 0,0 0-4 0,0 0-4 16,0 0-6-16,0 0-12 0,22 5-8 0,-22-5-8 15,18-1-3-15,-9-3-5 0,1 3-10 0,0-1-22 16,1 2-26-16,-1-1-39 0,1-1-52 0,-3 1-71 16,3-2-58-16,-11 3-180 0,12-4-432 0,-7 4 192 15</inkml:trace>
  <inkml:trace contextRef="#ctx0" brushRef="#br0" timeOffset="-213194.54">12805 7649 37 0,'0'0'52'0,"0"0"-9"0,0 0-7 0,0 0-1 15,0 0 0-15,0 0-6 0,5-5 1 0,-5 5-11 16,0 0-9-16,0 0 7 0,0 0 4 0,0 0 0 16,0 0-1-16,0 0-3 0,0 0 1 0,0 0 11 15,0 0 3-15,0 0 4 0,0 0-3 0,0 0 8 0,0 0-3 16,0 0 4-16,0 0-8 0,0 0 10 0,0 0 3 16,0 0-2-16,0 0-3 0,0 0 1 15,0 0-3-15,0 0 1 0,0 0 1 0,0 0 2 0,0 0 0 16,0 0-3-16,0 0 5 0,0 0-8 15,0 0-1-15,0 0 6 0,0 0 0 0,0 0 2 0,0 0-11 16,-2-9 9-16,2 9 3 0,0 0-3 0,0 0 2 16,0 0-7-16,0 0 7 0,0 0-1 0,0 0 0 15,0 0-3-15,0 0-3 0,0 0 2 0,0 0-6 16,0 0 0-16,0 0-1 0,0 0-1 0,0 0 2 16,0 0-8-16,0 0-2 0,0 0-9 0,0 0 6 15,0 0-7-15,-11-3 2 0,11 3-2 0,0 0-2 16,0 0 0-16,0 0-4 0,0 0-1 0,0 0 1 15,0 0-3-15,0 0-1 0,0 0 0 0,0 0-2 16,-12 10-1-16,12-10-3 0,-5 8 2 0,5-8 0 16,-4 5 0-16,0-3-2 0,4-2 3 0,-8 11-1 15,4-7 2-15,4-4 1 0,-7 9-2 0,5-4-1 16,2-5 0-16,-4 7 4 0,-1-1-1 0,3 0-5 16,2-6 5-16,-7 10-5 0,5-3 4 0,2-7-2 15,-7 9 0-15,5-3-8 0,2-6 11 0,-4 8-1 16,2-3-2-16,2-5-2 0,-3 8 1 0,-1-3 0 15,4-5 0-15,-4 8 3 0,4-8-1 0,0 9-3 16,0-9 2-16,-2 10-3 0,2-10 0 0,-1 9 4 16,1-9 0-16,1 7-2 0,-1-7 1 0,4 12-2 15,-4-12 5-15,4 7-6 0,-2 0 8 0,1-3-4 0,-1 2 2 16,-2-6 3-16,8 10-4 0,-5-7 2 16,1 2-2-16,3-1 1 0,-2-1 1 0,-1 3 3 15,1-2-7-15,1-1 1 0,2 0 4 0,-8-3 14 16,10 7 1-16,-3-5 0 0,-1-1 0 0,2 2 1 0,-2 0 5 15,3-2 4-15,-2 2-1 0,2-3-3 16,0 3 0-16,-2-3-3 0,-7 0-1 0,16 0-3 16,-8-1-2-16,1 1-1 0,-9 0-1 0,14-3 5 15,-5 1-6-15,-3 1 0 0,-6 1 2 0,14-3 5 16,-9 2 1-16,3-2-2 0,1-2-1 0,-1 2-5 16,-2 1 0-16,1-3 0 0,2 2 1 0,-3 0-4 15,4-3 1-15,-4 2 1 0,1-1-2 0,4 0-3 16,-6 0 1-16,1 0 0 0,-1-1 0 0,-1 2 10 15,0-2 3-15,4 2-2 0,-6-3 8 0,-2 7 5 16,7-9 4-16,-5 6-4 0,-2 3 2 0,4-12-7 16,-2 6 1-16,-2 6-1 0,2-11-1 0,-2 3-3 0,0 8 6 15,-2-14-4-15,2 14 0 0,0-13-3 0,-2 6 1 16,2 7-2-16,-4-13 0 0,0 4-8 16,1 1 2-16,-1-1-5 0,-3 0 0 0,2-1-2 15,-2 1-1-15,3 0 5 0,-4 0-7 0,0 1 3 16,-1 1 0-16,3 0-3 0,1 1-3 0,-2 2-1 0,-2 1-3 15,3 1-2-15,-1-1 2 0,7 3-6 16,-20 0-15-16,7 4-40 0,-8 2-33 0,-4 9-44 16,-6 1-69-16,-12 9-101 0,-4-2-157 0,-2-3-503 0,-3-3 223 15</inkml:trace>
  <inkml:trace contextRef="#ctx0" brushRef="#br0" timeOffset="-208821.9">13603 7516 63 0,'0'0'184'0,"0"-9"-9"15,0 9-11-15,0 0-8 0,0-8-7 0,0 8-8 16,0 0-7-16,0 0-10 0,0-9-10 0,0 9-8 16,0 0-9-16,0 0-11 0,0 0-6 0,0 0-14 15,0 0-4-15,0 0-7 0,0 0-10 0,0 0-2 16,0 0-4-16,-4-7-7 0,4 7-6 0,0 0-3 16,0 0-6-16,0 0 1 0,0 0-5 0,0 0 1 15,-8 18-4-15,6-12 3 0,-2 3-4 0,-1-1 1 16,-1 3-3-16,1-2 0 0,0 2-1 0,0 4-3 15,-1 0 1-15,2-3 1 0,-1 1 3 0,1 2 0 16,-3 2-3-16,4-3 1 0,-1 2 3 0,0-1-6 16,2-2 8-16,1 2-2 0,-1-2 0 0,4-1-1 15,-2-1-5-15,3 1 4 0,1 2 0 0,-2-3-2 16,2 1 0-16,2-2 7 0,0 2 7 0,-1-2 0 16,1 0 4-16,1-1 1 0,0-2-5 0,0 2 13 15,-1-2-2-15,1 1-4 0,-1-3-2 0,0 1-3 16,0 0 1-16,-1-2-1 0,1 1-2 0,0 0 1 15,0-1-3-15,-2-2 0 0,3 3 0 0,-1-2-12 16,1 1-21-16,0-2-36 0,-2 2-52 0,3-3-51 16,-8-1-63-16,9 1-157 0,-9-1-405 0,14-2 180 15</inkml:trace>
  <inkml:trace contextRef="#ctx0" brushRef="#br0" timeOffset="-207459.36">14115 7545 133 0,'0'0'148'16,"0"0"-9"-16,0 0-3 0,0 0-5 0,0 0-5 15,2-6-7-15,-2 6-5 0,0 0-5 0,0 0-9 16,0 0-7-16,0 0-3 0,0 0-5 0,0 0 0 16,0 0-13-16,0 0-4 0,0 0-12 0,0 0 2 15,0 0-8-15,-11-8-4 0,11 8 3 0,0 0-12 16,-11-2 3-16,11 2-4 0,0 0-2 0,-12 0-4 15,12 0-4-15,-9 2-2 0,9-2-1 0,-10 4-8 16,2-1 2-16,8-3-1 0,-11 4 3 0,2 3-2 16,3-1 2-16,-2 2-6 0,0 1 1 0,3 0-5 15,-1-2 3-15,3 2-2 0,-6 1 1 0,6-2-1 16,-1 2-1-16,2-2-3 0,-2 1-2 0,4-2 1 16,-2 1 1-16,2-8-1 0,2 16 4 0,0-6-4 15,4-1 1-15,-3-4 1 0,3 3 14 0,2-2-3 16,0 1-1-16,-1 0-1 0,2 0-4 0,3-1 3 15,-4-3-2-15,6 2-1 0,-1 0-2 0,-2-2-2 16,-1 1 2-16,1 2-1 0,0-1-3 0,-2-3-1 16,-2 1 3-16,4 0-6 0,-7 0 0 0,-4-3-2 15,10 3 3-15,-6 0-2 0,-4-3 1 0,8 6 4 16,-8-6-2-16,1 7 2 0,-1-7 2 0,0 0 8 16,-5 11 1-16,-3-8-4 0,-2 2 1 0,-3 0-4 15,-3 0 3-15,2-1 0 0,-6 2-1 0,3-1-2 0,-1-2-1 16,0 2 1-16,4-2-6 0,-2-3 0 15,3 1-9-15,2 0-14 0,-1-1-18 0,5 1-32 16,7-1-48-16,-13-2-61 0,13 2-62 0,-11-4-127 16,11 4-395-16,-5-8 175 0</inkml:trace>
  <inkml:trace contextRef="#ctx0" brushRef="#br0" timeOffset="-206843.89">14456 7501 138 0,'-1'-6'227'16,"1"6"-6"-16,0 0-8 0,-3-9-8 0,3 9-10 0,0 0-11 15,0 0-16-15,-3-9-15 0,3 9-12 0,0 0-13 16,0 0-13-16,0 0-13 0,0 0-9 0,0 0-14 16,-4-7-15-16,4 7-10 0,0 0-6 15,0 0-3-15,0 0-5 0,0 0-8 0,7 33-3 0,-5-22-2 16,-1 6-3-16,0-3 0 0,1 4-4 0,1 0 1 15,-1 0-1-15,2-1-5 0,-4-1-1 0,2-1 1 16,-2-2-1-16,0 4-1 0,1-6-3 0,-2 2 2 16,1-3-3-16,0 1 0 0,0-2 0 0,0 1 3 15,0-10-7-15,0 12 1 0,1-7 0 0,-1-5 3 16,0 0 0-16,-1 11 0 0,1-11 0 0,0 0 8 16,0 0 12-16,0 0 14 0,0 10 6 0,0-10 10 15,0 0-5-15,0 0-6 0,0 0-6 0,0 0-7 16,0 0-5-16,0 0-5 0,0 0-6 0,3-30-4 15,-1 22-4-15,3-2-2 0,-1 1-2 0,5-1-1 16,-2 1-6-16,1-1 3 0,-1 3-9 0,1-1-2 16,-4 5-3-16,4-2 4 0,-8 5-3 0,10-5-3 15,-6 4 1-15,5 0 1 0,-9 1-3 0,14 0 2 16,-8 1 6-16,4 3-2 0,0 1-2 0,-5 0 3 16,2 3-1-16,0-4 3 0,-2 2 2 0,1 4 0 15,-2-3 3-15,3 2-3 0,1-2 0 0,-5 1-4 16,0 0-12-16,-1-2-17 0,0 1-22 0,1-2-22 15,-3-5-38-15,4 11-39 0,-2-7-44 0,-2-4-40 16,2 9-163-16,-2-9-437 0,2 8 194 0</inkml:trace>
  <inkml:trace contextRef="#ctx0" brushRef="#br0" timeOffset="-206511.19">14775 7690 178 0,'0'0'165'16,"0"0"4"-16,0 0-14 0,0 0-8 0,0 0-9 16,-11 16-10-16,9-9-15 0,2-7-10 0,-3 14-9 15,3-14-8-15,0 13-10 0,3-7-8 0,-2-1 0 16,1 3-12-16,2-3-6 0,0 2-5 0,1-1 0 16,-1-2-7-16,4-1-1 0,2 1 9 0,-1 0 15 15,1-3-5-15,1-1 3 0,0-1 0 0,-1-1 0 16,0-1 7-16,1 2 4 0,-3-1-7 0,1-2 9 15,-1 2 1-15,-2-3 1 0,-1 0 0 0,3-3-10 16,-4 4-2-16,2-5-4 0,-4 3-8 0,0-4-1 16,-2 1-9-16,0 9-5 0,-4-17-6 0,0 7 1 0,-1 1-3 15,0 0-6-15,0 2-10 0,-1 5-9 0,-1-3-9 16,0-1-15-16,7 6-16 0,-15-1-17 16,4 2-33-16,2 1-33 0,-1 4-38 0,0-1-43 15,0 6-44-15,-3-2-143 0,4 2-421 0,1-2 187 16</inkml:trace>
  <inkml:trace contextRef="#ctx0" brushRef="#br0" timeOffset="-206110.17">15008 7803 203 0,'5'-4'244'0,"4"-3"-13"0,-4 1-10 15,2-1-13-15,-1-2-13 0,2 2-19 0,-3-2-14 0,0 0-6 16,4-1-15-16,-7 0-13 0,2 0-10 15,0 1-6-15,-1-1-7 0,-2 0-7 0,-1 2 7 16,0 8-8-16,-1-14-1 0,-1 7-11 0,2 7-5 16,-6-12-13-16,0 5-7 0,0 4-10 0,-3-1-1 15,-2 1-7-15,0 0-5 0,0 0 0 0,-1 3-7 16,3 0-2-16,1 3-4 0,-2-3 3 0,10 0-24 16,-11 4-9-16,11-4 1 0,-6 2-4 0,6-2 0 0,0 0-2 15,0 0 0-15,0 0 1 0,0 0 0 16,0 0 2-16,19 7 2 0,-7-7-5 0,-1 0 5 15,1 0-2-15,1 0 3 0,-1 0-1 0,1 2-3 0,0-4 6 16,0 2-8-16,-4 0 5 0,-4 2-5 16,-5-2 2-16,19 4-1 0,-13-2-1 0,1-2 5 0,-1 3-3 15,-6-3 4-15,13 7-1 0,-7-3 3 0,-1 1-2 16,3 2 2-16,-2-1 0 0,-1-1 2 16,1 0-1-16,-4 2 3 0,1-1 1 0,2-1 1 15,-4 2-13-15,4 2-14 0,-2-4-17 0,-1 1-33 0,0 2-37 16,-2-8-58-16,1 13-47 0,1-7-208 0,-2-6-459 15,2 13 203-15</inkml:trace>
  <inkml:trace contextRef="#ctx0" brushRef="#br0" timeOffset="-205823.06">15420 7515 89 0,'-2'-8'339'0,"2"8"-10"0,2-11-13 0,-2 11-18 16,0-9-21-16,0 9-19 0,2-5-53 0,-2 5-25 16,0 0-24-16,0 0-19 0,0 0-11 0,0 0-1 15,0 0 0-15,5 27-22 0,-7-14-11 0,4 1-8 16,0 5-5-16,-1-1-10 0,0 1-1 0,-1 1-1 16,0-1-8-16,0-1-1 0,0 0-6 0,2-1-2 15,-2 2 13-15,0-4-24 0,2-1 0 0,-1 0-5 16,-1-3-13-16,2 0-21 0,0 0-15 0,-2-4-23 15,1 0-22-15,-1-7-20 0,0 13-18 0,0-13-39 16,-1 12-47-16,1-12-49 0,0 0-49 0,-2 7-187 16,2-7-507-16,-7 0 225 0</inkml:trace>
  <inkml:trace contextRef="#ctx0" brushRef="#br0" timeOffset="-205643.95">15262 7635 88 0,'0'0'202'0,"7"-4"-6"16,-3 1-15-16,-4 3-15 0,11-6-19 0,-3 4-12 15,1 0-17-15,4-2-13 0,-1 2-7 0,6-1-5 16,0 0-24-16,1 0-51 0,3 1-80 0,-3-2-89 16,-5 2-84-16,4 2-252 0,-1-3 112 0</inkml:trace>
  <inkml:trace contextRef="#ctx0" brushRef="#br0" timeOffset="-205176.18">15871 7590 143 0,'0'0'291'0,"-3"-12"-6"0,3 12-13 0,0 0-21 16,-5-6-15-16,5 6-27 0,-9-4-21 0,9 4-23 15,-11 2-15-15,11-2-16 0,-12 2-14 0,4 3-8 0,-3 1 0 16,2 1-7-16,0 2-6 0,-4 5-9 16,4-2-5-16,-2 1-12 0,4-2-9 0,-1 4-10 15,2-5-4-15,3 2-7 0,-1-1-1 0,1-2-6 0,2 3-2 16,2-3-4-16,2 2-4 0,-1-2 3 15,3 1-1-15,-2-2-9 0,6 0-3 0,1-1-12 0,0-3-12 16,3 2-18-16,4 0-16 0,2-3-25 16,-1-2-36-16,1 1-36 0,0-1-44 0,0-1-29 15,2-3-38-15,-5 2-178 0,-3 1-463 0,-1-4 205 0</inkml:trace>
  <inkml:trace contextRef="#ctx0" brushRef="#br0" timeOffset="-204843.89">16110 7585 233 0,'0'0'247'0,"0"0"-1"0,-2-11-4 15,2 11-2-15,0 0-7 0,-2-7-3 16,2 7-15-16,0 0-15 0,0 0-14 0,0 0-18 16,0 0-18-16,0 0-20 0,-1-7-20 0,1 7-13 0,0 0-9 15,0 0-6-15,0 0-9 0,0 0-5 0,0 0-3 16,1 27-7-16,-1-27 2 0,1 16-10 16,-2-6 0-16,2-3-8 0,-1 4-1 0,0-2 3 0,0 2-7 15,3-2-9-15,-5 4 2 0,2-3-7 0,0 0-25 16,0 0-30-16,0 0-29 0,0 1-28 0,-2-2-35 15,1 0-60-15,-1-1-72 0,1 1-247 0,-3 0-546 16,2-3 242-16</inkml:trace>
  <inkml:trace contextRef="#ctx0" brushRef="#br0" timeOffset="-204668.78">16176 7435 121 0,'0'0'141'0,"0"0"-29"0,0 0-36 0,0 0-49 16,0 0-57-16,0 0-45 0,7 30-80 0,-2-18 35 16</inkml:trace>
  <inkml:trace contextRef="#ctx0" brushRef="#br0" timeOffset="-204226.99">16324 7800 145 0,'0'0'271'0,"0"0"-3"16,0 0-15-16,0 0-7 0,13-10-32 0,-9 4-6 16,0 2-8-16,-4 4-14 0,5-11-12 0,-2 5-16 15,-1-1-9-15,2-2-3 0,-1 0-11 0,0-1-14 16,-1-2-18-16,3-1 0 0,-4 2-10 0,0 1-14 15,0-2-3-15,1 1-2 0,-2 2-3 0,0 1-5 16,0 8 2-16,-2-13-7 0,1 6-1 0,1 7-11 16,-4-10-8-16,4 10-7 0,-6-7 4 0,2 3-9 15,4 4-2-15,-9-6-15 0,9 6 8 0,-10-3-5 16,10 3-1-16,-10-2-3 0,10 2 2 0,-8 0-15 16,8 0-17-16,0 0-7 0,0 0-5 0,0 0-9 15,0 0 1-15,0 0 1 0,0 0 3 0,0 0 14 16,0 0-18-16,0 0 5 0,0 0 1 0,22 9 6 15,-9-9 5-15,1 1-5 0,-1 0 6 0,1-2 6 16,0 4-5-16,-2-3 4 0,2 0 0 0,-2 0 2 0,1 2 0 16,-4 0-2-16,-2 1 1 0,1-2 2 15,0 2 2-15,-2 1-2 0,-1-2 2 0,2 3 0 0,-1 2 3 16,-1-3 2-16,-1 6-1 0,0-2 7 16,0-2 2-16,-2 1 3 0,1 3 1 0,-2-1 1 0,0 0-5 15,1-3-8-15,-2 4-5 0,1 1-4 0,-1-4-26 16,0-7-16-16,0 16-34 0,0-10-50 0,1 0-57 15,-1-6-47-15,1 13-187 0,-1-6-467 16,0-7 207-16</inkml:trace>
  <inkml:trace contextRef="#ctx0" brushRef="#br0" timeOffset="-203309.52">16859 7560 192 0,'-5'-3'287'0,"5"3"-10"16,-9-6-17-16,2 5-20 0,7 1-11 0,-16 0-30 15,8 4-17-15,-4 1-17 0,0 1-7 0,0 2-22 16,-2 2-14-16,3 2-18 0,0-2-5 0,0 3-11 16,2 0-6-16,1 1-13 0,2 0-6 0,1-3-5 15,1 2-5-15,3-3-5 0,-1 3-7 0,2-3 0 16,3 2-7-16,0-2 2 0,0-1 1 0,4 1-18 15,0-3-7-15,1 0-12 0,5 0-7 0,2-2-16 16,2 2-12-16,1-4-19 0,2 0-20 0,-1 0-27 16,0-3-23-16,2 0-17 0,-4 0-14 0,2-6-11 15,-3 1-16-15,-2 1 10 0,2-1 2 0,0-1 3 16,-2-2 17-16,-1 2 10 0,-1-2 21 0,-1 1 21 16,-2-2 19-16,0-1 29 0,0 3 25 0,-1-2 17 15,-3 3 29-15,0-2 27 0,-3-1 8 0,1 5 28 16,-4-6 11-16,3 2 13 0,-2 8 19 0,3-9 7 15,-3 9-1-15,1-8 8 0,-1 8 4 0,0 0-2 16,0-9-3-16,0 9-10 0,0 0-11 0,0 0-12 16,0 0-8-16,0 0-19 0,0 0-8 0,0 0-8 15,0 0-4-15,0 0-8 0,0 0-7 0,-13 19 4 16,11-12-14-16,-1 2-1 0,2-1-6 0,0-2-5 16,-1 2 2-16,2 3-2 0,0-4-6 0,0 2 0 15,0-2 3-15,2 2-1 0,-1-1-2 0,3-1-2 16,2 0 4-16,-2 0-4 0,5-1 1 0,0-1-4 15,-1-1 0-15,2 0-2 0,0-2 9 0,1 0 0 16,2-2-11-16,1-2-1 0,-1 2-6 0,1-4 6 16,-1 2 2-16,1-3 12 0,0-3-11 0,1-1-2 15,-1 2-4-15,-2-1 1 0,1-4 0 0,-6 4-2 16,5-6 2-16,-1 2-1 0,-4 1 5 0,-1 1 5 16,-1 0 7-16,2 1 3 0,-2 1 9 0,-3 2 15 15,1-1 8-15,-3 7-8 0,6-7 11 0,-6 7 0 16,4-6-10-16,-4 6-5 0,0 0-11 0,3-3 2 15,-3 3-12-15,0 0-7 0,0 0-2 0,0 0 3 0,0 0-11 16,0 0 5-16,6 16 0 0,-6-7-1 16,0 0-9-16,0-9 5 0,-1 13 0 0,2-4 0 15,0 0-1-15,1-1 0 0,-1 0-5 0,0 0 3 0,2-1 5 16,1 0 1-16,1 0-1 0,0-1 0 16,0 0 2-16,2-3-3 0,0 1 0 0,3-2 4 0,2 1-9 15,-2-1 5-15,2-2-5 0,0 0 3 0,1-2-7 16,0 0 7-16,0-1 2 0,-2-1-1 15,0 1 4-15,-3-3 0 0,1 0-3 0,0-1 0 16,-3 0-3-16,1-1 5 0,-3 3 5 0,1-5-1 0,-1 1-15 16,-2 1 17-16,1 2-12 0,-3 6 5 0,2-13 3 15,-2 13 17-15,4-9-9 0,-4 9 3 0,0-6 0 16,0 6 2-16,0 0-7 0,1-8-1 16,-1 8-8-16,0 0 2 0,0 0-7 0,0 0-2 0,0 0 1 15,0 0 10-15,0 0-8 0,-12 19-3 0,9-14 0 16,-1 2 0-16,2 0-6 0,2-7-10 0,-4 12-32 15,3-8-9-15,1-4-21 0,1 13-22 0,1-9-13 16,2 2-8-16,0 0-14 0,1 0-23 0,7-2-43 16,-3 0-49-16,3 0-48 0,0-3-260 0,-2-1-603 15,-10 0 267-15</inkml:trace>
  <inkml:trace contextRef="#ctx0" brushRef="#br0" timeOffset="-203156.25">17549 7448 129 0,'-4'-2'223'0,"4"2"-21"15,-9-4-19-15,9 4-22 0,-6-3-23 0,6 3-28 16,0 0-40-16,0 0-50 0,0 0-49 0,0 0-47 16,0 0-113-16,0 0-204 0,0 0 90 0</inkml:trace>
  <inkml:trace contextRef="#ctx0" brushRef="#br0" timeOffset="-202906.18">17842 7442 87 0,'3'-9'267'0,"2"5"8"15,-5 4-4-15,2-7 7 0,-2 7 2 0,0 0-1 0,2-8 2 16,-2 8-24-16,0 0-15 0,0 0-27 16,0 0-23-16,4-5-28 0,-4 5-14 0,0 0-12 15,0 0-18-15,0 0-2 0,0 26 10 0,-1-13-17 16,1 3-1-16,0 2-11 0,-2-1 6 0,0 2-12 15,2-1 0-15,-3 7-23 0,3-7 0 0,0 2-5 16,-2-3-8-16,2 2-6 0,0-4-4 0,-3 2-5 16,1-1-1-16,1-4-7 0,2 3-6 0,-1-3-25 15,0-3-41-15,0 1-43 0,0-1-33 0,0-9-27 0,0 14-20 16,1-9-21-16,-1-5-46 0,-2 11-44 16,2-11-41-16,1 7-243 0,-1-7-601 0,0 0 266 15</inkml:trace>
  <inkml:trace contextRef="#ctx0" brushRef="#br0" timeOffset="-202727.33">17770 7651 2180 0,'-1'-6'125'0,"1"6"-56"15,1-10-52-15,-1 10 10 0,0 0 9 0,0 0 19 16,0-11 4-16,0 11-6 0,0 0-8 0,0 0-5 16,5-9-6-16,-5 9-3 0,9-4-3 0,-2 0-4 15,4 3-1-15,2-2-9 0,6 0-14 0,1-1-33 16,1 0-52-16,-1 2-44 0,12-5-60 15,-4 0-215-15,0 1-438 0,-6 0 193 0</inkml:trace>
  <inkml:trace contextRef="#ctx0" brushRef="#br0" timeOffset="-202510.38">18116 7354 253 0,'0'0'247'0,"4"-3"-12"0,-4 3-15 0,9-1-11 15,-9 1-13-15,17 4-18 0,-2 7-11 0,-2 0 2 16,7 6-13-16,-2 3-7 0,2 2-16 0,1 0-13 16,-4 7-7-16,-2-6-9 0,-4 4-11 0,0-3-9 15,-5 3-10-15,-2 0-5 0,-3 1-5 0,-4-1-14 16,-7 0-12-16,-2-1-29 0,-8 3-31 0,-3-2-63 16,-5-2-85-16,-2-3-93 0,-14 5-169 0,-3-5-468 15,1-3 207-15</inkml:trace>
  <inkml:trace contextRef="#ctx0" brushRef="#br0" timeOffset="-196010.72">18776 5753 76 0,'0'0'155'0,"0"0"-8"0,0 0-10 16,0 0-7-16,0 0-12 0,0 0-9 0,-20 8-8 16,20-8-1-16,-6 7-13 0,2-1-6 0,0-2-8 15,-1 1-8-15,2 1-6 0,-1 1-4 0,0-1 0 16,0 1-2-16,1-1-3 0,1 0-3 0,2-6 0 16,-4 13-2-16,3-6-2 0,1-7-4 0,-4 13-10 15,3-7 1-15,1-6-1 0,1 14-4 0,1-7-6 16,1-2 4-16,-3-5-9 0,6 10 6 15,-3-4-1-15,2-1-3 0,0 0 2 0,0-2-2 16,2 1-1-16,-1 0 2 0,3 0 13 0,-2-3 5 0,1 2-6 16,3-3 1-16,-1 0 1 0,0 0-1 0,0 0-3 15,2-2 3-15,-2 0 7 0,-1-1-6 0,0 0 0 16,2-1-3-16,-3 0 0 0,2 0-5 16,-5 0 2-16,6-2-1 0,-8 2 2 0,3-2-6 15,-3 0 1-15,1 0-3 0,-1-3 2 0,1-2 0 16,-3 4-9-16,1-3 0 0,0 2-2 0,-2 0 0 0,-2-2-2 15,0 0 1-15,-1 1-3 0,1 1 2 0,-3 0-1 16,1 1-4-16,0 1 4 0,0 0-7 0,-1-1 3 16,-3 4-3-16,3-2 1 0,-1 3-2 15,-2-2 5-15,-3 2-6 0,11 2-3 0,-18-1 1 16,6 1 2-16,1 0-13 0,1 2-16 0,-2 1-15 0,1 0-15 16,2-2-21-16,-3 4-21 0,3-2-27 15,3 1-21-15,1 2-34 0,-3-2-149 0,3 1-363 16,5-5 161-16</inkml:trace>
  <inkml:trace contextRef="#ctx0" brushRef="#br0" timeOffset="-195128.14">18985 5837 40 0,'0'0'145'0,"0"0"-4"15,0 0-11-15,0 0-10 0,0 0-8 0,0 0-8 16,0 0-12-16,0 0-5 0,-6-5 1 0,6 5-9 16,0 0 4-16,0 0-10 0,0 0-3 0,-7-4-1 15,7 4-4-15,0 0-8 0,0 0 1 0,-9-3-1 16,9 3-4-16,0 0 0 0,0 0-5 0,0 0 1 16,0 0-5-16,0 0-5 0,-6-2 4 0,6 2-7 15,0 0-7-15,0 0-3 0,0 0-2 0,0 0-4 16,0 0 0-16,0 0-2 0,0 0-3 0,0 0-1 15,0 0 3-15,0 0-9 0,0 0 6 0,0 0-6 16,0 0-3-16,0 0 0 0,0 0-2 0,0 0 1 16,0 0 3-16,0 0-4 0,0 0 1 0,0 0-5 15,0 0 4-15,0 0-1 0,0 0-1 0,0 0 0 0,0 0 4 16,0 0-1-16,0 0-6 0,0 0 2 16,31 0 1-16,-21 0-2 0,2 1 2 0,1 0 0 15,4-1 6-15,4 0 1 0,-1 2-7 0,7-4 6 16,1 1-3-16,0 2 3 0,3-1-4 0,1 0 1 15,-1 0-3-15,-1 0 8 0,1-1-3 0,3-2-1 16,3 3 3-16,-2-2 4 0,-1 1 2 0,5-3 0 16,-2 1 1-16,1 0-4 0,-2 1 2 0,1 0-1 15,-1 0-3-15,2-3 2 0,0 5-1 0,-1-5-4 16,-1 2 5-16,-2-1-4 0,-1 1-3 0,-3 1 5 16,2 0-1-16,-10-1-4 0,1 1 0 0,-2 1-1 15,7-3 1-15,-7 3 0 0,-3 0 0 0,3-1-4 16,-2 1 3-16,1 1 6 0,2-2 3 0,-3 1-2 15,2-2-4-15,0 3 2 0,6-4 2 0,-6 4 3 16,-3-2-8-16,2 2-2 0,-1-4 6 0,2 4-4 16,-4-1 1-16,2 0-3 0,-2 0 0 0,-3-1 3 15,3 2-3-15,0 0-1 0,1-1-2 0,-7-1 3 0,2 4-1 16,0-4 0-16,-1 2 0 0,0-1-1 16,-3 1-1-16,0 0 2 0,-9 0 1 0,14 0-2 15,-14 0 10-15,11 0-1 0,-11 0 0 0,9 0-2 16,-9 0 2-16,0 0-3 0,10-1-3 0,-10 1 1 15,0 0 0-15,0 0-3 0,0 0 4 0,8-1-1 16,-8 1-6-16,0 0 3 0,0 0 2 0,0 0-1 16,0 0 0-16,0 0 1 0,0 0-3 0,0 0 1 15,0 0 1-15,10-2-1 0,-10 2 1 0,0 0-1 16,0 0-2-16,0 0-6 0,0 0-5 0,0 0-8 16,9 2-3-16,-9-2-5 0,0 0-21 0,0 0-19 15,0 0-29-15,0 0-26 0,0 0-39 0,0 0-31 16,0 0-146-16,0 0-366 0,0 0 162 0</inkml:trace>
  <inkml:trace contextRef="#ctx0" brushRef="#br0" timeOffset="-194159.17">20670 5717 87 0,'0'0'106'0,"0"0"-6"0,0 0 2 0,0 0-2 16,0 0-11-16,0 0-3 0,0 0-5 0,-8 2-6 15,8-2-6-15,0 0-4 0,0 0 0 16,0 0-7-16,-7 5-4 0,7-5-4 0,0 0-7 0,0 0-1 16,-2 4-9-16,2-4-7 0,0 0 3 0,0 0-7 15,0 0 3-15,0 0-3 0,0 0-3 0,0 0 5 16,0 0-6-16,0 0 11 0,0 0 4 16,0 0 5-16,0 0 3 0,0 0-3 0,0 0 1 15,0 0-4-15,0 0-5 0,0 0 0 0,14 6-1 0,-14-6-2 16,0 0 11-16,0 0-1 0,0 0 5 0,0 0 3 15,0 0 1-15,0 0 1 0,0 0 5 0,0 0-1 16,0 0 0-16,0 0-2 0,0 0-7 0,0 0-6 16,0 0-2-16,0 0-3 0,0 0-2 15,0 0 2-15,10-9-6 0,-10 9 0 0,0 0 1 0,0 0-5 16,0 0-3-16,0 0-3 0,0 0-2 0,0 0-4 16,0 0-1-16,0 0-1 0,0 0-1 15,0 0 3-15,0 0-8 0,0 0-1 0,0 0 2 16,0 0 0-16,0 0-1 0,-19 9-1 0,19-9 8 15,0 0-8-15,0 0 0 0,0 0 1 0,0 0 3 16,0 0-3-16,0 0 2 0,0 0 0 0,0 0 3 0,0 0-4 16,0 0 3-16,0 0 2 0,0 0-2 0,0 0 2 15,0 0-1-15,0 0 1 0,0 0 2 0,0 0-1 16,0 0-2-16,0 0-2 0,0 0 0 16,0 0-1-16,0 0-3 0,18-12 2 0,-18 12 1 15,0 0-1-15,-2-12 1 0,2 12-1 0,0 0 0 0,0 0-5 16,-6-8 3-16,6 8-4 0,0 0 0 0,-5-6-1 15,5 6 1-15,0 0-3 0,0 0 3 0,-18 4-2 16,18-4 1-16,-9 5-1 0,4-2 1 16,5-3 0-16,-6 6-2 0,6-6 4 0,-5 5-1 15,5-5 1-15,-5 5-1 0,5-5 1 0,0 0 4 0,-4 7-2 16,4-7-1-16,0 0 2 0,0 0-1 0,0 0 1 16,0 0-1-16,0 0 0 0,0 0 3 0,0 0-1 15,0 0 5-15,0 0-5 0,0 0 0 0,0 0 2 16,0 0 2-16,0 0-2 0,0 0 2 0,0 0 0 15,0 0-1-15,0 0-1 0,0 0 0 16,0 0-2-16,0 0 1 0,11-18 0 0,-11 18-3 0,0 0 2 16,0 0-1-16,0 0-3 0,0 0 1 0,0 0-7 15,0 0-1-15,0 0-16 0,-10-7-14 0,10 7-29 16,0 0-31-16,0 0-44 0,0 0-42 0,0 0-180 16,-13 9-396-16,13-9 176 0</inkml:trace>
  <inkml:trace contextRef="#ctx0" brushRef="#br0" timeOffset="-192510.39">20696 5689 90 0,'0'0'104'0,"0"0"-14"0,0 0-8 0,0 0-11 15,0 0 2-15,0 0-8 0,0 0-1 0,0 0 1 16,0 0-9-16,0 0-10 0,0 0 4 0,0 0 1 16,0 0-11-16,0 0-5 0,0 0 4 0,0 0-12 15,0 0-2-15,0 0 7 0,0 0-6 0,0 0-3 16,0 0-4-16,0 0-1 0,0 0 10 0,0 0-21 16,0 0 3-16,0 0 0 0,22 10-7 0,-22-10 1 15,9 1-2-15,-9-1 4 0,7 1-5 0,-7-1-6 16,0 0 11-16,10 0-1 0,-10 0-3 0,0 0-1 15,0 0 0-15,0 0-1 0,7 1 6 0,-7-1-3 16,0 0-3-16,0 0 1 0,0 0 0 0,0 0 10 16,0 0-19-16,0 0-1 0,0 0 1 0,0 0 1 15,0 0-2-15,0 0-2 0,0 0 4 0,0 0 4 16,0 0 1-16,0 0 9 0,0 0 0 0,0 0-13 16,0 0-9-16,0 0 19 0,0 0-9 0,0 0 12 15,0 0-4-15,0 0 3 0,0 0 0 0,0 0 6 16,0 0 3-16,0 0-5 0,0 0 7 0,0 0 0 15,0 0 6-15,0 0-6 0,0 0 7 0,0 0-2 16,0 0 1-16,0 0 1 0,0 0-1 0,0 0-2 16,0 0 1-16,0 0 4 0,0 0-1 0,0 0 0 15,0 0 0-15,0 0 1 0,0 0 1 0,0 0 1 16,0 0-4-16,0 0 6 0,0 0 7 0,0 0-7 16,0 0 2-16,0 0 1 0,0 0-2 0,0 0-2 15,12-3-8-15,-4 2 6 0,4-1-1 0,-1 2-1 16,1-1-3-16,1 1-2 0,5-2-3 0,-1 2 3 15,0-2-1-15,0 0-3 0,5 1-4 0,-2-1 3 16,1 0-1-16,6 0 0 0,-7-1-6 0,3 3 5 16,-2-2 0-16,7-1 1 0,-1 2 0 0,-7 1-2 15,-1-1-1-15,2 1 2 0,-2-2-2 0,0 1-2 16,0-1-5-16,-1 2 3 0,1-2 0 0,-2 2-4 16,-4 0 1-16,-1 0-1 0,1 0 3 0,0 0-2 15,1 0-4-15,-1 2 2 0,-2-4 1 0,5 0 2 16,-4 3-5-16,1 0 4 0,-1-1 0 0,-1 0 0 15,-1-1-3-15,-2 1 4 0,-8 0 0 0,17 0 1 16,-11 0 4-16,-6 0-1 0,13 0 1 0,-13 0 1 16,9-1 0-16,-9 1-1 0,0 0-1 0,10 1-3 15,-10-1 1-15,0 0-1 0,0 0-3 0,0 0 1 16,10 0-2-16,-10 0 4 0,0 0-2 0,0 0-3 16,0 0-1-16,0 0 3 0,0 0-2 0,0 0 3 15,0 0-1-15,0 0 7 0,9 0 5 0,-9 0-2 16,0 0 1-16,0 0 0 0,0 0-1 0,0 0-1 15,0 0-3-15,12-1 1 0,-12 1-4 0,0 0 2 16,0 0-1-16,0 0 1 0,9 0 0 0,-9 0-1 16,0 0-1-16,0 0 0 0,0 0 0 0,0 0 1 15,0 0-1-15,7-3 1 0,-7 3-2 0,0 0 3 16,0 0-1-16,0 0-2 0,0 0 1 0,0 0-1 16,0 0 1-16,0 0-3 0,0 0-1 0,0 0 1 15,0 0 6-15,0 0-6 0,0 0-1 0,0 0 2 16,0 0-3-16,0 0-3 0,0 0 3 0,0 0 2 15,0 0-1-15,0 0 4 0,0 0-6 0,0 0 2 16,0 0-2-16,0 0 9 0,0 0-9 16,0 0 2-16,0 0-4 0,0 0 5 0,0 0-3 0,0 0 2 15,0 0-2-15,-23-5 0 0,23 5-5 0,0 0 2 16,0 0 1-16,0 0-1 0,-10 6-3 0,10-6 3 16,0 0 2-16,-6 6-2 0,6-6-3 0,-5 3 3 15,5-3-1-15,0 0 1 0,-3 8 5 0,3-8-2 16,0 0-5-16,0 0 3 0,0 10 0 0,0-10 0 15,0 0 3-15,5 8 0 0,-5-8 0 0,5 5 2 16,-5-5 0-16,7 4 4 0,-7-4-2 0,10 2-3 16,-5-1 6-16,-5-1-2 0,8 1 1 0,-8-1 3 15,6 2 13-15,-6-2 6 0,0 0 1 0,0 0 2 16,11-1-9-16,-11 1 4 0,0 0-4 0,6-5 6 16,-6 5-2-16,1-7-2 0,-1 7-4 0,1-9 3 15,-1 9-9-15,0 0-1 0,-4-12-3 0,4 12 8 16,-2-7-11-16,2 7-1 0,0 0 0 0,-3-6 2 15,3 6-4-15,-5-5-2 0,5 5-3 0,0 0 0 16,-9-6 1-16,9 6-1 0,0 0-5 16,-10 2 3-16,10-2 0 0,0 0-1 0,-13 5 1 0,13-5-2 15,-6 5 3-15,6-5 0 0,-7 5-3 0,7-5 2 16,-3 4-1-16,3-4 1 0,0 0-1 0,-2 8 1 16,2-8 2-16,0 0-1 0,0 0 1 0,0 0-1 15,0 0 1-15,0 0 6 0,0 0-1 0,5 10 0 16,-5-10 2-16,0 0 5 0,0 0 3 0,0 0-2 15,0 0 5-15,0 0-3 0,0 0 5 16,0 0-7-16,0 0 0 0,0 0 6 0,14-13-6 16,-14 13 2-16,0 0-1 0,0 0 5 0,-6-14-9 0,6 14-2 15,-4-8-6-15,4 8 1 0,-7-6-11 0,1 2-3 16,6 4-12-16,-12-5-14 0,5 5-18 0,0-2-19 16,7 2-23-16,-17 0-35 0,17 0-33 0,-14 2-50 15,7 1-222-15,0-2-472 0,7-1 209 0</inkml:trace>
  <inkml:trace contextRef="#ctx0" brushRef="#br0" timeOffset="-191494.36">21609 5670 102 0,'-10'-1'163'0,"10"1"-5"0,0 0 0 15,0 0-5-15,0 0-8 0,0 0-7 0,0 0-12 16,0 0-9-16,0 0-8 0,0 0-6 0,0 0-12 16,0 0-6-16,0 0-2 0,0 0-1 0,0 0-11 15,0 0-3-15,0 0-7 0,0 0-2 0,0 0-6 16,38-2 6-16,-24 2-8 0,5 0-5 0,1-2-1 15,3 2-2-15,3-1-7 0,4 1-3 0,-2-3-4 16,0 2 3-16,0 0-6 0,1-2 5 0,-2 2-4 16,3-1-2-16,0-1-4 0,2 3-1 0,0-3 0 15,3 3-3-15,2-2 0 0,-3 0-3 0,1 2-2 0,-2-1 1 16,0 0-5-16,1 0 1 0,-2-1 1 16,-4 2-6-16,1 0 2 0,-1 0-4 0,-5-1 4 15,-5 2 0-15,2-1-2 0,0-1 1 0,-5 0-2 16,-2 2 1-16,0-1-1 0,-2 0-1 0,2 0 8 15,-4 1 8-15,-1 1 3 0,0-2 1 0,-8 0-2 16,11-2 4-16,-11 2-3 0,11 0 6 0,-11 0 0 16,9 0 5-16,-9 0 1 0,0 0-1 0,10 0-3 15,-10 0 3-15,0 0-3 0,0 0 1 0,11 0-4 16,-11 0-4-16,0 0-2 0,0 0-1 0,12 0 1 0,-12 0-3 16,8 0 2-16,-8 0-4 0,0 0 1 15,10 2-3-15,-10-2 0 0,0 0 6 0,9 1-11 16,-9-1-5-16,0 0 5 0,0 0 1 0,0 0-2 15,12-1 1-15,-12 1-7 0,0 0 10 0,0 0-4 16,0 0-6-16,0 0 2 0,0 0 0 0,0 0 1 16,0 0-3-16,0 0-2 0,0 0 7 0,0 0 1 0,0 0 10 15,7-2 5-15,-7 2 10 0,0 0 6 0,0 0 7 16,0 0 3-16,0 0 5 0,0 0 11 16,0 0-3-16,0 0-11 0,0 0-8 0,0 0 6 15,0 0-1-15,0 0 2 0,0 0-12 0,0 0-4 16,0 0-1-16,0 0-3 0,0 0-11 0,0 0 0 0,0 0-5 15,0 0-5-15,0 0 15 0,0 0-14 0,0 0-13 16,0 0 8-16,0 0-1 0,0 0 1 16,0 0-9-16,0 0 3 0,0 0-4 0,0 0 7 15,-15 13-3-15,15-13 6 0,0 0-2 0,0 0-4 16,0 0-1-16,0 0 1 0,0 0 1 0,4 10-7 16,-4-10 10-16,0 0-3 0,7 3 0 0,-7-3-3 15,7 3 2-15,-7-3 0 0,10 0-6 0,-10 0 11 16,0 0-4-16,10-2 5 0,-10 2-6 0,0 0 2 15,11-4 5-15,-11 4-1 0,5-5-2 0,-5 5 4 16,6-6-3-16,-6 6-3 0,2-9 3 0,-2 9-6 16,3-10 4-16,-3 10-3 0,1-10-3 0,-1 10-4 15,-1-7 0-15,1 7 0 0,-5-8-3 0,5 8 1 16,-8-6-1-16,8 6-8 0,-11-4 3 0,4 3 8 16,7 1-15-16,-17 0-9 0,6 0-27 0,1 1-33 15,-3 1-34-15,2-1-36 0,-3 2-53 0,1-3-64 16,-5 4-261-16,7-3-586 0,-1 1 260 0</inkml:trace>
  <inkml:trace contextRef="#ctx0" brushRef="#br0" timeOffset="-189477.27">20482 6169 46 0,'0'0'163'0,"0"0"-4"0,0 0-9 0,-11-1-4 15,11 1-5-15,0 0-11 0,0 0-12 0,0 0-6 16,0 0-12-16,0 0-11 0,0 0-7 0,0 0-6 16,0 0-8-16,0 0-4 0,0 0-6 0,0 0-6 15,35 0-16-15,-25 0-16 0,2 0-14 0,-2 0-29 16,0 0-22-16,3 0-23 0,-3 0-26 0,-2-1-16 15,2 0-17-15,-10 1-99 0,13-2-243 16,-13 2 108-16</inkml:trace>
  <inkml:trace contextRef="#ctx0" brushRef="#br0" timeOffset="-189310.28">20590 6111 73 0,'0'0'95'0,"0"0"-11"15,0 0-4-15,0 0-12 0,-5 17-1 0,5-17 0 16,-2 10-5-16,1-4-4 0,1-6-16 0,-3 15 7 16,2-8-23-16,-1 0-23 0,1 1-35 0,0 0-39 15,-2-2-42-15,3-6-120 0,0 12 54 16</inkml:trace>
  <inkml:trace contextRef="#ctx0" brushRef="#br0" timeOffset="-188059.39">20069 5367 10 0,'0'0'110'0,"0"0"-2"16,0 0 3-16,0 0-7 0,0 0-10 15,0 0-2-15,0 0 2 0,0 0-1 0,0 0 1 16,0 0 0-16,0 0-3 0,0 0 2 0,0 0-3 0,0 0-7 16,-6-10-3-16,6 10-7 0,0 0-7 0,0 0-6 15,0 0-5-15,0 0-7 0,0 0-6 0,0 0-6 16,0 0-2-16,0 0-8 0,0 0 2 16,0 0-8-16,0 0 0 0,0 0-4 0,16-1 4 15,-4 1-4-15,6 0-1 0,11-1 1 0,-1-1-3 0,10-1-4 16,0 1 0-16,13-1-2 0,-13-1 1 15,0 1-11-15,2-1-3 0,10 1-5 0,-12-1-9 0,-2 1-19 16,0 0-10-16,-3-1-15 0,-1 1-17 0,0 1-18 16,-2-1-12-16,-1-1-20 0,-8 1-113 0,0-1-265 15,-1 1 117-15</inkml:trace>
  <inkml:trace contextRef="#ctx0" brushRef="#br0" timeOffset="-187643.83">20699 5141 44 0,'0'0'109'0,"0"0"-10"0,0 0-1 16,0 0-9-16,0 0-6 0,24 9-13 0,-7-6-6 15,3 0-5-15,1 1-3 0,-1-1-8 0,2 0-6 16,0 1-6-16,-3 3-7 0,0-2 16 15,-2 0-25-15,-3 5 0 0,-5-2 5 0,2 2-3 16,-6 0 1-16,-1 3-5 0,-3 1-11 0,-3 3 10 16,-7 6-14-16,-2-6-29 0,-6 5-33 0,-6 4-42 0,-16 9-56 15,-3-3-170-15,-2-3 76 0</inkml:trace>
  <inkml:trace contextRef="#ctx0" brushRef="#br0" timeOffset="-181377.01">18914 7705 139 0,'0'0'246'0,"0"0"-7"16,0 0-10-16,0 0-5 0,0 0-17 0,0 0-10 15,0 0-10-15,0 0-7 0,0 0-7 0,12-2-7 16,-12 2-15-16,0 0-7 0,0 0-13 0,5-7-17 16,-5 7-4-16,6-6-10 0,-6 6-5 0,7-9-7 15,-1 3-8-15,-1 0-7 0,2-3-5 0,0 3-6 16,-1-2-7-16,1 0-7 0,0 1-4 0,-2-4-4 16,2 4 3-16,0-3-3 0,0 2 0 0,-1 0-3 15,-1-2-3-15,0 1-6 0,-1 1 12 0,0 2-12 16,-1-1 9-16,-1 1-1 0,-2 6 3 0,6-10 3 15,-3 4-12-15,-3 6-3 0,2-9 3 0,0 3-3 16,-2 6 10-16,2-7-7 0,-2 7 6 0,0 0 6 16,0 0-9-16,3-12 8 0,-3 12-3 0,0 0 4 15,0 0-5-15,0 0 0 0,0 0-5 0,0-6-10 16,0 6-8-16,0 0 0 0,0 0 5 0,0 0-1 16,0 0-11-16,0 0 3 0,0 0-2 0,0 0-1 15,0 0 3-15,0 0-3 0,-13 18 3 0,7-14-4 0,2 3-2 16,1-2-4-16,1 3 4 0,-2 1 2 15,-1 0-2-15,0 0-5 0,3 1-10 0,-1-1 15 16,0 1-3-16,2-2-1 0,1 0 3 0,0 2-3 16,1-4 12-16,-1-6-9 0,4 14 0 0,1-8 4 15,0 1-3-15,0-3-7 0,3 3-2 0,3-3-15 0,-2 2-21 16,2-5-14-16,1 3-31 0,0-3-16 16,-1 0-26-16,2 1-30 0,-1-2-30 0,-2 0-49 15,1-3-43-15,-2 2-39 0,-9 1-202 0,14-3-565 16,-7 2 249-16</inkml:trace>
  <inkml:trace contextRef="#ctx0" brushRef="#br0" timeOffset="-181172.13">19018 7358 140 0,'-11'-6'335'0,"2"2"-17"0,0 1-5 15,2-1-10-15,0-1-16 0,2 1-15 0,5 4-28 16,-9-3-20-16,9 3-24 0,0 0-18 0,-9-4-27 16,9 4-38-16,0 0-42 0,-5-4-53 0,5 4-50 15,0 0-38-15,0 0-52 0,0 0-63 0,0 0-54 16,0 0-192-16,0 0-462 0,16 18 204 0</inkml:trace>
  <inkml:trace contextRef="#ctx0" brushRef="#br0" timeOffset="-180493.28">19569 7429 1 0,'0'0'252'0,"-10"-7"-2"16,10 7-10-16,0 0-15 0,-8-5-11 15,8 5-12-15,-6-2-5 0,6 2-13 0,0 0-16 0,0 0-9 16,0 0-16-16,-8-5-10 0,8 5-15 15,0 0-11-15,0 0-9 0,0 0-10 0,0 0-7 0,0 0-13 16,0 0-5-16,0 0-5 0,0 0-8 0,0 0-9 16,0 0 0-16,0 0-3 0,0 0-6 0,0 0-3 15,0 0 0-15,0 0 2 0,0 0-3 0,27 4-3 16,-15-3-4-16,-2 3 0 0,4-3-3 0,0 2 0 16,3-2-3-16,1 3 23 0,1-4-5 0,-3 3-2 15,3-1-3-15,-6 0-2 0,1 0-5 0,6-1 3 16,0 0-3-16,-7 1-2 0,3 2-2 15,-2-3-3-15,2 0 2 0,-6 0-9 0,3 0 3 16,-3 0 2-16,0 1-5 0,-3 0 1 0,1-2 12 0,-8 0-19 16,13 3 3-16,-6-3-2 0,-7 0-1 0,10 0 3 15,-10 0-4-15,6 4 3 0,-6-4-5 0,0 0 4 16,9 0-2-16,-9 0 1 0,0 0-1 16,0 0 2-16,0 0 1 0,8 2 1 0,-8-2-6 0,0 0 0 15,0 0 6-15,0 0 4 0,0 0 0 0,0 0 4 16,0 0 3-16,0 0 0 0,0 0 5 0,0 0-1 15,-4 10-3-15,4-10 3 0,-9 9 1 0,4-5-7 16,-1 0 0-16,-5 1 3 0,1 3-1 0,1 2 2 16,-5-1-7-16,3 0-4 0,-3 2 2 0,1 4 0 15,-4-5-1-15,3 0 4 0,0 3-3 0,0-2 16 16,1 0-24-16,-1-1-4 0,1 1-10 0,2-4-13 16,2 3-26-16,-1-3-26 0,1 3-25 0,0-3-27 15,1 1-30-15,2 0-47 0,-2-2-51 0,1 1-264 16,1-4-564-16,1 2 250 0</inkml:trace>
  <inkml:trace contextRef="#ctx0" brushRef="#br0" timeOffset="-179876.89">20221 7400 112 0,'0'0'258'0,"0"0"-12"0,0 0-7 15,3-7-6-15,-3 7-11 0,0 0-11 0,0 0-10 16,0 0-14-16,0 0-8 0,0 0-16 0,0 0-1 0,0 0-27 16,0 0-11-16,0 0-7 0,0 0-9 15,0 0-10-15,0 0-7 0,0 0-8 0,0 0-11 16,0 0-13-16,0 0 1 0,0 0-8 0,-21 13-3 16,21-13-5-16,-8 8-4 0,5-3-1 0,0 0-4 0,-2 0-8 15,1 1 2-15,0 1-3 0,2-1 1 0,-2 3-6 16,1-1-3-16,1 1 1 0,-1 2-2 15,2-5-2-15,0 4-4 0,-1-2 0 0,2-8 3 16,2 15 1-16,-2-4-2 0,1-7-6 0,1 4 5 16,1-4-1-16,-3-4 2 0,7 10-4 0,0-1-2 15,-2-5-1-15,4 3 2 0,-4-5 1 0,3 5 2 16,2-2-4-16,0-3 3 0,1 1-5 0,-1-2 4 16,4 1-3-16,-2-2 4 0,1 0 0 0,-2 0 0 0,-1 0-7 15,4-3 7-15,-4 0 20 0,3-1-16 0,0 2 4 16,-2-2-8-16,2 0 13 0,-3-1-4 0,2-1-1 15,-2-1-1-15,-2-1 2 0,-1 1-6 16,4-1 8-16,-6-1 6 0,1-2-9 0,-1-1 2 0,-1 3 16 16,-1-2-12-16,-2-1 1 0,-1 1-4 15,0-2 2-15,-3 3 4 0,1-1-31 0,-2 1 8 0,-1 2-3 16,-3-1-16-16,-2 0-15 0,1 4-26 16,0 0-28-16,-10 0-35 0,0 3-30 0,-8 3-40 0,-1 3-58 15,-2 1-60-15,1 2-241 0,0 1-593 0,-1 0 263 16</inkml:trace>
  <inkml:trace contextRef="#ctx0" brushRef="#br0" timeOffset="-178177.79">20781 7612 139 0,'0'0'237'0,"0"0"-15"16,4-6-12-16,-4 6-22 0,0 0-6 0,0 0-26 15,4-3-14-15,-4 3-16 0,0 0-11 0,0 0-14 16,0 0-8-16,0 0-8 0,-15 15-6 0,5-8-19 16,0 3-12-16,-4 0-21 0,-1 2-43 0,-1 0-43 15,2 1-62-15,-2-5-46 0,0 5-142 0,-3-5-333 16,5-1 149-16</inkml:trace>
  <inkml:trace contextRef="#ctx0" brushRef="#br0" timeOffset="-177341.86">21322 7302 74 0,'0'0'247'0,"0"0"-7"16,0 0-13-16,0 0-9 0,-3-9-14 0,3 9 5 15,0 0-20-15,0 0-13 0,0 0-15 0,0 0-16 0,0 0-17 16,0 0-12-16,0 0-12 0,0 0-6 16,0 0-14-16,0 0-7 0,0 0-10 0,0 0-5 15,0 0-13-15,0 0-4 0,0 0-3 0,0 0-6 16,0 0-2-16,0 0-2 0,0 0-5 0,14 20-3 0,-12-15 1 15,2 4 4-15,1 0 3 0,1 0-1 16,0 0 11-16,0 2 6 0,2-2 2 0,2 4-5 16,-3-5-4-16,1 3-2 0,-1 0-6 0,1-1 5 15,-2-2-9-15,3 2 0 0,-3-1-8 0,1-2-2 16,0 2 1-16,0-3 5 0,-2-1-8 0,1 2-2 16,-1 0 0-16,1-3-2 0,-3 1-1 0,2 0 0 15,0-1-3-15,-5-4 1 0,7 7-4 0,-3-5 3 16,-4-2 2-16,5 6-8 0,-5-6 4 0,4 3 10 15,-4-3-13-15,0 0 4 0,0 0-4 0,6 5-1 0,-6-5 5 16,0 0-3-16,0 0 11 0,0 0 13 0,0 0 8 16,0 0-3-16,8 2 7 0,-8-2-9 15,0 0-6-15,0 0 4 0,10-10-6 0,-6 4-7 0,1 2 4 16,3-4-5-16,-2-2-3 0,2-1-1 0,-1 0-2 16,3 3 5-16,0-7 2 0,0 2-7 0,2-4-4 15,-1 2-2-15,-1 0 6 0,0-2-7 0,2 4 2 16,-3-4 2-16,0 1-3 0,-3 2 2 0,0 2-9 15,0 2 19-15,-3 0-9 0,0 3-4 0,-1-2-5 16,2 0 2-16,-3 3 4 0,2 1 1 0,-3 5 2 16,1-13-4-16,-1 13-3 0,2-12 1 0,-1 9 0 15,-1 3-1-15,-1-10 3 0,1 10-3 0,0 0 0 16,-3-12 1-16,3 12-5 0,-4-5 3 16,4 5-4-16,0 0 0 0,-4-8 3 0,4 8-4 0,0 0 4 15,-8-1-2-15,8 1-9 0,0 0-14 0,0 0-8 16,-8-2-17-16,8 2-18 0,0 0-20 0,0 0-22 15,0 0-17-15,-10 5-25 0,10-5-50 0,0 0-43 16,-4 6-50-16,4-6-192 0,-4 8-529 0,4-8 234 16</inkml:trace>
  <inkml:trace contextRef="#ctx0" brushRef="#br0" timeOffset="-177044.77">21960 7380 106 0,'-6'5'243'16,"6"-5"-7"-16,-5 4-7 0,5-4-14 0,0 0-17 16,0 0-15-16,0 0-15 0,-5 3-17 0,5-3-16 15,0 0-12-15,0 0-4 0,0 0-4 0,0 0-3 16,0 0-3-16,0 0-6 0,0 0-6 0,19 5-11 15,-13-5-3-15,6 0-11 0,-12 0-7 0,18-1-8 16,-4 0-5-16,-1-1-9 0,1 1-17 0,0 0-20 16,0 1-28-16,-3-1-43 0,0 0-49 0,1-1-50 15,0 1-45-15,-3 0-39 0,-9 1-137 0,12-3-418 16,-12 3 185-16</inkml:trace>
  <inkml:trace contextRef="#ctx0" brushRef="#br0" timeOffset="-176844.85">21989 7477 221 0,'-7'4'223'0,"7"-4"-11"0,-10 4-15 0,6-2-17 16,4-2-14-16,-6 4-19 0,6-4-13 0,0 0-18 16,-7 4-9-16,7-4-9 0,0 0-11 0,0 0-10 15,-5 4-4-15,5-4-8 0,0 0-4 0,0 0-4 16,0 0-1-16,17 4-14 0,-17-4-13 0,19-3-27 15,-6 2-33-15,1-1-42 0,5 1-53 0,1 0-48 16,1-1-151-16,-4-2-351 0,0 1 156 0</inkml:trace>
  <inkml:trace contextRef="#ctx0" brushRef="#br0" timeOffset="-176310.03">22635 7306 138 0,'0'0'265'0,"0"0"-10"0,0 0-12 0,0 0-10 16,0 0-11-16,0 0-16 0,0 0-14 0,0 0-16 0,0 0-16 15,0 0-18-15,0 0-12 0,0 0-14 16,0 0-11-16,0 0-5 0,0 0 2 0,0 0 0 15,-28 8 5-15,23-3-21 0,0-1 1 0,-3 1-12 16,1 2-9-16,3-4-9 0,-1 4-4 0,1-2-5 0,1 0-6 16,-1 1-2-16,-2 3 2 0,2-1-4 15,0-1 5-15,2 0-9 0,-2 1-1 0,3 1-2 0,-1-3-4 16,2-6-3-16,-2 13-3 0,0-6 0 16,2-7-3-16,0 12 4 0,2-5-2 0,-2-7-3 0,4 10 5 15,-1-6 8-15,1 2-20 0,2-1 4 0,0 1-3 16,0-3 0-16,2 2-1 0,1-2 3 0,0 0-6 15,0-1-3-15,2 1 3 0,1-1 1 16,-2-1 0-16,2 1-2 0,1-2 2 0,-1 0 1 0,1 0 2 16,-3-2 2-16,0 0-8 0,2-2 10 0,-2 2-11 15,0-2 14-15,3-1-12 0,-4 1 1 0,0-3 0 16,0 1-2-16,1 0 0 0,-2-4 6 16,-2 1-2-16,0 0-4 0,-2-2 8 0,0 2-2 0,0-3 11 15,-3 2-9-15,-1 0 6 0,2 0 1 0,-5 3 4 16,3-5-7-16,-1 4 1 0,-3 0-4 0,1 1-4 15,-1-1-2-15,-1 1-4 0,2 1-4 0,-5-2-15 16,-1 5-32-16,-4-1-45 0,-4 4-44 16,-4 0-60-16,-6-2-92 0,-9 4-322 0,3 1-661 0,-5-1 294 15</inkml:trace>
  <inkml:trace contextRef="#ctx0" brushRef="#br0" timeOffset="-163624.25">11792 8418 63 0,'0'0'120'0,"0"0"-11"0,0-8-4 0,0 8-14 16,0 0-3-16,0 0-14 0,0 0-7 0,0 0-6 15,0 0-5-15,0 0-8 0,0 0-3 0,0 0-4 0,0 0-1 16,0 0-6-16,0 0-3 0,0 0-4 0,0 0-1 16,0 0-3-16,0 0-5 0,0 0 0 15,0 0-1-15,0 0-3 0,0 0 2 0,0 0-5 0,0 0-2 16,0 0 6-16,0 0-4 0,0 0 0 0,0 0 0 15,0 0 8-15,0 0-2 0,0 0 1 0,0 0-1 16,0 0-1-16,0 0-1 0,0 0-3 0,0 0-5 16,0 0 5-16,0 0-1 0,0 0 0 0,0 0-8 15,0 0 6-15,0 0-4 0,0 0 2 0,0 0-4 16,0 0 1-16,0 0 1 0,0 0 0 0,0 0 4 16,0 0-5-16,0 0-1 0,0 0 2 0,0 0 0 15,0 0 2-15,0 0-7 0,0 0 2 0,0 0 1 16,0 0 0-16,0 0 9 0,0 0 1 0,0 0 2 15,0 0 3-15,0 0 4 0,0 0-1 0,0 0 8 16,0 0-4-16,0 0 4 0,0 0 3 0,0 0 5 16,0 0 2-16,0 0 4 0,0 0 2 0,0 0 2 15,0 0 5-15,1-9 1 0,-1 9-2 0,0 0-3 16,0 0-6-16,0 0-6 0,0 0-9 0,0 0-1 16,0 0 1-16,0-11 0 0,0 11 3 0,0 0 0 0,0 0-1 15,0 0-2-15,0 0 3 0,-1-9-4 16,1 9 11-16,0 0-6 0,0 0-1 0,0 0-4 15,0 0 6-15,0 0-10 0,0 0-5 0,0 0-2 0,0 0-4 16,0 0-1-16,0 0-2 0,0 0-3 0,0 0-1 16,0 0-4-16,0 0 2 0,0 0-2 15,0 0-2-15,0 0 2 0,0 0-1 0,0 0 0 16,5 34 2-16,-3-24-3 0,-2 3 2 0,0 0 3 0,4 4-3 16,-4-2 4-16,2-1-2 0,-1 6 2 0,-1-4 3 15,1 1 2-15,-2 1-3 0,2-2-3 0,-1-1 4 16,0-3 0-16,0 0 2 0,1 0 6 0,-1-1-4 15,2 1 0-15,1-1-1 0,-3-1 0 0,0-2 0 16,0 4-3-16,0-6 0 0,0 2 3 0,0-8-2 16,0 15-3-16,0-10 2 0,0-5-2 0,-3 8 0 15,3-8-1-15,0 0 2 0,3 10-1 0,-3-10-1 16,2 6 0-16,-2-6 1 0,0 0 1 0,0 0-3 16,0 0-2-16,0 0-7 0,-2 8-14 0,2-8-13 15,0 0-21-15,0 0-30 0,0 0-35 0,0 0-35 16,0 0-41-16,0 0-193 0,-7 6-420 0,7-6 186 15</inkml:trace>
  <inkml:trace contextRef="#ctx0" brushRef="#br0" timeOffset="-163043.68">11793 8377 174 0,'0'-9'193'0,"0"9"-7"16,1-9-8-16,-1 9-18 0,5-8-13 0,-5 8-20 15,8-6-3-15,-2 3-13 0,5-1-8 0,-1 1-9 16,4-1-8-16,-3 2-12 0,3 0-9 15,-3 2-7-15,2 0-6 0,-1 2-5 0,0 2-7 0,-2 1-2 16,0-1-1-16,0 5-1 0,-3-2 1 0,3 2 0 16,-5 1-5-16,0-2 4 0,0 2 1 0,-5-1-3 15,2 4 1-15,-2-2-4 0,-2-1 4 16,0 2-3-16,-5 1 3 0,1-3-9 0,-2-1-2 0,-4 4 4 16,1-1-10-16,-1-1 1 0,-3-3 1 0,0 1-11 15,-2 1 8-15,1-4-3 0,2 1-3 0,2-1 3 16,2-2-2-16,1-1-3 0,-1 0 0 0,2-3-1 15,1 3 2-15,7-3 1 0,-14 1-5 0,14-1 2 16,-9-3-1-16,9 3-3 0,0 0 1 0,0 0-2 16,-8-1 1-16,8 1 1 0,0 0-3 15,-8-3-1-15,8 3 3 0,0 0-7 0,0 0 4 0,0 0-1 16,0 0 1-16,0 0-4 0,0 0 0 16,0 0 1-16,0 0-4 0,25-1-1 0,-25 1 3 0,12 4 0 15,-7-3 0-15,5 5-4 0,2-1 4 0,-7 0 0 16,4 1 2-16,1 0 1 0,-1 1 0 0,0 1-1 15,2-1 2-15,-1 0-1 0,-3 0 3 0,1-1-2 16,2 0 1-16,-2 1 0 0,-1-4 3 0,2 5-2 16,-3-3-1-16,0 0 2 0,0-1 1 0,0 0-14 15,1 2-21-15,1-2-41 0,-6-1-42 0,5 1-38 16,-7-4-43-16,9 5-173 0,-6-1-399 0,-3-4 177 16</inkml:trace>
  <inkml:trace contextRef="#ctx0" brushRef="#br0" timeOffset="-162826.18">12158 8586 121 0,'0'0'215'0,"5"-7"-19"15,-5 7-16-15,0 0-15 0,7-2-14 0,-7 2-18 16,11-2-11-16,-11 2-23 0,17-2 2 0,-8 0-16 15,4 1-2-15,-1-1-8 0,0 1-11 0,1 1-5 16,-2 0-22-16,1 0-40 0,-1 0-39 0,-2 0-54 16,3 0-45-16,-6 1-127 0,-6-1-289 0,8 3 127 15</inkml:trace>
  <inkml:trace contextRef="#ctx0" brushRef="#br0" timeOffset="-162628.15">12147 8690 82 0,'0'0'210'0,"0"0"-5"0,0 0-8 0,0 0-14 15,0 0-13-15,0 0-8 0,23 0-19 0,-23 0-13 16,16-3-13-16,-5 3-11 0,0-1-10 0,3 0-11 0,5-1-16 16,-5 0-34-16,-1 1-40 0,1 0-63 15,-1-1-53-15,1 2-179 0,-1-2-324 0,-2 0 144 16</inkml:trace>
  <inkml:trace contextRef="#ctx0" brushRef="#br0" timeOffset="-161909.37">12879 8510 53 0,'0'0'268'0,"5"-3"-26"0,-5 3-15 15,0 0-9-15,0 0-20 0,0 0-14 16,0 0-9-16,-5 24-12 0,1-16-14 0,-1 2-19 0,1-1-7 16,-2 3-16-16,-2-1-7 0,4-1-13 0,-3 2-5 15,1-2-7-15,-4-1-3 0,-1 4-11 0,2-6-1 16,1 3-8-16,-6 1-6 0,1 0-1 16,1-4-2-16,-6-1-6 0,0 2-5 0,1-2-2 15,5-1-1-15,-1-2-3 0,-1-1 1 0,3 0-3 0,0 0-2 16,1-2-3-16,0-1 4 0,10 1-9 0,-17-1 1 15,8-3-2-15,3 1-2 0,0 0-2 0,6 3 2 16,-10-8-2-16,5 3-1 0,1-4 4 0,2 2 2 16,-2-3-2-16,3 1-3 0,1 9-2 0,1-18 11 15,3 8-9-15,-2 1-8 0,2 0 2 0,1-1 3 16,2 1-1-16,-2 2 1 0,3-1-4 0,-3 4 1 16,1 0-1-16,-1 0-4 0,0-1-4 0,3 3 2 15,-8 2 1-15,11-6 2 0,1 7 0 0,-12-1-5 16,15 4 3-16,-3-3-1 0,-1 3-1 0,-2 0 2 15,-1 0 0-15,3 2-3 0,1-1 3 0,-2 2 1 16,1-1-3-16,0 2 4 0,-1-2 0 0,0 2 1 16,-1 0-2-16,1-1-1 0,-1 1 3 0,3-2-1 15,-2 2 1-15,-1-1-1 0,0 0-1 0,1 1 3 16,0-3-1-16,-1 2 2 0,0-2 2 0,3 0-4 16,-2 0 0-16,-1-1 3 0,3 1 2 0,-1-3 1 15,-3 1-1-15,2-1-1 0,1-1 3 0,0-1-3 16,1 1 2-16,1-1-4 0,1 1 1 0,-1-3 0 15,3 1 20-15,-5-2 3 0,2-1-5 0,1 0-2 16,-3 0-1-16,1 0 2 0,-2-1-4 0,1 0 1 16,1-1 5-16,-3 0-2 0,0-1-1 0,-3 0 6 15,-1-2-4-15,0 3 13 0,-1 1 8 0,0-4-8 0,-3-1-6 16,1 1 0-16,-2-1 1 0,-2-3-12 16,1 2 9-16,-3 0-7 0,0 1 14 0,-1 0-22 15,-4-1 10-15,2 0-5 0,-4 0-4 0,-1 3-1 16,0 0-2-16,3 2-3 0,-5-1 0 0,1 2-4 15,-1 2 2-15,1 0-2 0,-1 2 0 0,-2 1-2 16,-2-1 3-16,5 2-1 0,-1 2-1 0,-4 3-4 16,2-1-9-16,-1 3-17 0,8-3-21 0,-2 1-24 15,0 1-20-15,6 0-25 0,-5 1-40 0,2 0-61 0,3-2-60 16,1 2-227-16,2-1-549 0,-2-1 243 16</inkml:trace>
  <inkml:trace contextRef="#ctx0" brushRef="#br0" timeOffset="-161143.83">13937 8336 64 0,'0'0'220'0,"-2"-11"-1"0,2 11-10 16,0 0-15-16,-3-8-15 0,3 8-14 0,0 0-16 15,-6-3-20-15,6 3-8 0,0 0-11 0,0 0-5 16,-17 9-4-16,9 1-3 0,-3 3 1 0,-2 4-12 16,-1 6-5-16,1 1-10 0,-1 4 8 0,-1 1 0 15,1-3-3-15,5 5-9 0,0-2 0 0,0-1 3 16,4-1-1-16,1-2-9 0,0 2-4 0,4-8-4 15,0 1 4-15,0-2-12 0,0 1-1 0,4-3-4 16,0 0-5-16,1-2 8 0,2-1-12 0,-1-1 0 16,-1-1-4-16,3-1-2 0,0-2-2 0,1 1 0 15,0-1-6-15,-1-1-9 0,2 0-17 0,-1-2-11 16,-1 0-17-16,2-1-28 0,-3-2-39 0,1 0-55 16,3-1-52-16,-3-1-52 0,-8 0-183 0,15-1-481 15,-6-1 214-15</inkml:trace>
  <inkml:trace contextRef="#ctx0" brushRef="#br0" timeOffset="-160694.18">14198 8586 59 0,'-2'-9'281'0,"2"9"-9"0,-5-6-14 0,5 6-13 15,-6-7-17-15,6 7-18 0,-6-4-19 0,6 4-21 16,-8-4-15-16,8 4-19 0,0 0-11 0,-13 5-17 16,13-5-6-16,-8 10-10 0,2 1-4 0,1-1-8 15,-3 4-3-15,3 2-6 0,-2-1-5 0,3 2-5 16,-1-2-3-16,3-3-10 0,0 4-3 0,2 1 6 16,0-2-13-16,4-5-3 0,-2 3-7 0,2-4-4 15,2 1 5-15,-2-2-4 0,3 1-3 0,-1-1-3 16,3-1 1-16,1-3-1 0,-2-1-2 0,1 1-2 15,1 0-1-15,3-4 6 0,0 1 2 0,1-2 2 0,-1-2-4 16,-1 2 5-16,-1-3-2 0,2 1-4 0,0-4 1 16,1-2 0-16,0-3 0 0,-1 1-6 15,-3 2 2-15,1-4 0 0,-3 0-1 0,-1 2-1 0,-2-2-4 16,0 1 1-16,-2 0-3 0,-2 0 1 0,-1 2-2 16,0-2 0-16,-3 0-2 0,-1 2-4 0,-1 1 1 15,-2-1 0-15,0 3-3 0,1-1-5 16,-2 2 0-16,-2 0 5 0,-1 2-9 0,2 2-12 15,-3 0-18-15,1 1-16 0,-2 2-18 0,1 2-16 0,1 0-23 16,-2 0-20-16,4 2-30 0,0 1-33 0,2-1-25 16,2 1-35-16,-3 2-168 0,4-3-460 0,1 1 204 15</inkml:trace>
  <inkml:trace contextRef="#ctx0" brushRef="#br0" timeOffset="-160374.02">14432 8474 20 0,'0'-6'292'0,"2"-4"-4"0,-2 2-1 16,0 8-15-16,2-12-12 0,0 6-14 0,-2 6-18 16,1-7-23-16,-1 7-25 0,0 0-14 0,2-8-24 15,-2 8-19-15,0 0-10 0,0 0-16 0,0 0-9 16,0 0-4-16,0 0-5 0,8 34-1 0,-5-17-3 15,1 2-1-15,-2 6-8 0,3-1 1 0,-2 1-7 16,1 1 16-16,-4-7-24 0,4 0-3 0,0 8-4 16,-3-2-4-16,0-7-5 0,-1 2 5 0,2 0-11 15,-1-3 1-15,-1 2-9 0,2-3 8 0,0-4-25 16,-2 1-3-16,0-1-15 0,-2 1-6 0,2-3-17 16,2-2-18-16,-4 4-14 0,0-5-16 0,2-7-17 15,0 13-23-15,-3-7-27 0,3-6-45 0,0 10-41 16,0-10-44-16,0 8-167 0,0-8-485 0,0 0 215 15</inkml:trace>
  <inkml:trace contextRef="#ctx0" brushRef="#br0" timeOffset="-159826.34">14526 8565 163 0,'8'-5'222'0,"-3"0"-17"16,2 1-20-16,-7 4-15 0,12-3-21 0,-6 2-13 16,-6 1-20-16,11-1-10 0,-11 1-7 0,14 3-12 15,-9-1-5-15,0 1-9 0,-2 1-6 0,3 1-7 0,-3 0 7 16,-3-5 0-16,0 14-7 0,-2-5-2 0,0 0-6 16,-5-3-3-16,0 3-10 0,-2 1-6 15,-5 2-3-15,0-2-7 0,0 1-8 0,2-5-3 16,-4 3-8-16,3-3-6 0,1 0-9 0,2 1-1 0,0-2-5 15,-3 2-2-15,6-2 1 0,1-1 2 0,-1-1 5 16,3 0-8-16,-3 1 4 0,7-4 0 0,-5 6 0 16,5-6 8-16,-2 7-5 0,2-7-5 15,0 0 11-15,12 9-11 0,-6-8 13 0,1 2 2 16,4-2 2-16,1 0 2 0,1-1 2 0,5-2 9 0,-1-1-2 16,2 0 1-16,1-2 1 0,-2 2-3 0,4-4 0 15,3 1 4-15,-5 0-4 0,-4-1 6 0,2 1 2 16,-1-2 0-16,-6 3 4 0,3-2-2 15,0-3 3-15,-2 4-3 0,-1 0-1 0,-3 0 2 0,2-3-1 16,-1 2-3-16,-1-3 1 0,-2 3 4 0,-1-2 2 16,-1 0 3-16,-1 4-3 0,-2-3 3 0,0 1-4 15,-1 7 4-15,-2-11-1 0,2 11 0 0,-3-10-7 16,3 10-1-16,-6-7-3 0,6 7 5 0,-13-5-13 16,6 7 6-16,7-2-1 0,-20 5-2 0,9 2 6 15,-1-2-1-15,3 3 3 0,-4 1-3 0,3 3-2 16,2-5 2-16,2 5-4 0,-2 2 2 0,2-4-1 15,1 2 0-15,5 1-12 0,-2-2-13 0,4-2-15 16,0 1-41-16,1 0-45 0,1 0-52 0,1-2-28 16,4 2-37-16,-3-4-134 0,3 2-396 0,1-3 175 15</inkml:trace>
  <inkml:trace contextRef="#ctx0" brushRef="#br0" timeOffset="-159425.31">14920 8635 33 0,'5'-4'184'0,"-5"4"4"0,0 0 8 0,0 0-15 15,0 0-4-15,9 15-6 0,-9-7-10 0,3-2-13 16,-3 1-13-16,2-1-14 0,-2-6-9 0,2 17-7 16,3-10-1-16,-4 1-6 0,-1-2-10 0,0-6-7 15,1 12-10-15,0-7-7 0,-1-5 0 0,1 8 2 16,-1-8 1-16,0 0 8 0,3 9 7 0,-3-9 2 15,0 0 4-15,0 0 3 0,0 0 0 0,0 0-5 16,0 0-10-16,0 0-7 0,0 0-7 0,0 0 7 0,0 0-2 16,0 0-9-16,0 0 1 0,0 0-19 15,4-30-8-15,0 19-9 0,-1 0-8 0,1-1-5 16,4-4-1-16,0 6 0 0,-1-3 1 0,4 0-4 16,-1-1 0-16,-1 5 0 0,-3 3-12 0,2-1 11 15,-2 4-10-15,2-1-2 0,-3 1 0 0,3 1-2 0,-8 2 4 16,0 0 0-16,16 5 2 0,-7-1-4 0,-4-1 5 15,2 4-1-15,-1 1-2 0,1-1 4 16,-4 3-1-16,1-2 4 0,-2 1-3 0,3 0-12 16,-4 1-1-16,2-2-30 0,-1 1-24 0,-2 0-23 0,0-1-30 15,0 3-52-15,0-4-64 0,0-7-57 0,-2 12-160 16,0-5-491-16,2-7 216 0</inkml:trace>
  <inkml:trace contextRef="#ctx0" brushRef="#br0" timeOffset="-158427.18">15489 8533 222 0,'0'0'282'0,"-7"-9"-9"15,2 6-18-15,5 3-16 0,-10-2-18 0,10 2-19 16,-13 2-16-16,13-2-18 0,-16 6-14 15,8-4-13-15,0 5-11 0,-1 2-16 0,2 0-9 0,-2 1-12 16,0 3-7-16,0-3-9 0,5 3-7 0,-3-2-2 16,2 3-14-16,-1 2-1 0,2-1-6 0,2-3-4 15,2 3-1-15,0-3-6 0,3-2-2 0,0 0-7 16,1-1-1-16,1 2-1 0,1-3 0 0,1 1-1 16,2-2-3-16,-2 2-3 0,4-3 5 0,3-2-4 15,-3 0-1-15,2 0-4 0,7-3 3 0,-1 0-3 16,-1 1 0-16,2-2 0 0,-1-2 3 0,-1 0-4 15,1-2-5-15,-2 1 9 0,-5-2-10 0,1 2 1 16,0-4 3-16,-3 0-5 0,3 1 1 0,-3-3 0 16,1-1 2-16,-1 1-4 0,-2-1 0 0,3-4 1 15,-6 2-5-15,0 2 12 0,-1-2-1 0,1 1-4 16,-3 0 1-16,0 1 3 0,-2-1 8 0,1 0-4 16,0 3 3-16,-1 8 6 0,0-14 18 0,0 14-9 15,-1-12 2-15,1 12 5 0,0-10-11 0,0 10 22 16,0 0-13-16,-1-9-4 0,1 9-7 0,0 0 2 15,-3-7-5-15,3 7-2 0,0 0-5 0,0 0-7 16,0 0 1-16,0 0-4 0,0 0-5 0,0 0-11 16,0 0 13-16,0 0-1 0,-11 16 2 0,8-9-3 15,0 2-3-15,1 1-2 0,1 0 4 0,-2 0 2 16,0 0-3-16,2 0 4 0,-1-1 3 0,2 1-6 0,0-1-4 16,-2 1 11-16,4-1 5 0,-2-2-14 15,1 3-3-15,1-2 2 0,0 0 3 0,0-3-2 16,2 0 10-16,-1 1-4 0,1 0-2 0,1-2 1 15,1-1-5-15,3 4 2 0,0-5 3 0,4 2-3 0,-3-2 8 16,2 1 0-16,0-3 3 0,2 0-8 16,0-1 1-16,4-1-6 0,0-1 1 0,-6 1 1 0,0-1-2 15,1-1-3-15,1-5-2 0,3 1 4 0,-7 3-1 16,3-2-9-16,-3 0 6 0,4-5 6 0,-6 2-4 16,-1 3-4-16,1-2-3 0,-4-1 7 0,2 0-8 15,-2 0 9-15,-3-3-12 0,2 0 4 0,-2 2 2 16,-3-1-4-16,0 1-1 0,0 1 7 15,-2 0-1-15,-2 2 1 0,-1 1-5 0,2-2 5 0,-1 3 0 16,-2-1 2-16,1 2-2 0,1 1 5 0,-1 2 0 16,0-1-5-16,7 3 16 0,-12-4-16 0,12 4 1 15,-9-2-1-15,9 2 3 0,0 0-8 16,-9-1 6-16,9 1-2 0,0 0-2 0,0 0 1 0,0 0 8 16,0 0-7-16,0 0-12 0,0 0 4 0,0 0 9 15,0 0-3-15,0 0-2 0,16 12-3 0,-4-10 0 16,4-1 16-16,-5-1-7 0,3 0-6 0,2 1 6 15,-2-2-3-15,-2 1 4 0,3 0-4 0,-3 0 3 16,0-1 0-16,-1-1 5 0,-1 2-5 0,-2-1 2 16,-8 1-2-16,15-2-4 0,-10 2 4 0,-5 0 2 15,0 0 0-15,15 1 1 0,-15-1-4 0,7 4-3 16,-7-4 4-16,7 5 5 0,-3-2 8 0,-4-3-4 16,7 7 0-16,-4-1 6 0,0 1 0 0,1-2 8 15,-4 5-2-15,2-3 0 0,1 1-3 0,0 3 1 16,-1-1 0-16,-1 0-6 0,1-2 5 0,-2 3-3 15,1-1-11-15,-1 0-16 0,0 0-16 0,0-1-14 16,0-9-15-16,0 14-21 0,0-7-20 0,0 3-20 16,0-10-33-16,-1 10-42 0,-1-4-54 0,2-6-44 15,-5 11-190-15,5-11-526 0,-5 9 233 0</inkml:trace>
  <inkml:trace contextRef="#ctx0" brushRef="#br0" timeOffset="-158214.25">15825 8374 3176 0,'-9'-9'-9'0,"0"2"35"0,0 2-30 0,2 1-1 15,2 0 0-15,-1 1 6 0,6 3 0 0,-6-7 2 16,6 7-7-16,-7-4-1 0,7 4-8 0,0 0-19 15,0 0-15-15,-5-4-25 0,5 4-37 0,0 0-53 16,0 0-50-16,0 0-210 0,0 0-456 0,0 0 202 16</inkml:trace>
  <inkml:trace contextRef="#ctx0" brushRef="#br0" timeOffset="-157677.28">16474 8535 219 0,'0'0'247'0,"0"0"-12"0,-1-11-15 0,1 11-9 16,0 0-10-16,-7-6-18 0,7 6-7 0,0 0-21 15,-10 0-6-15,10 0-9 0,0 0-12 0,-19 6-14 16,7-2-5-16,3 3-6 0,-5 1-4 0,3-1-12 16,2 1-5-16,-1 5-4 0,0 0-3 0,2-2-8 15,-1 2-6-15,4-2-5 0,0 1-5 0,0 3-11 16,3-3 5-16,0-1-4 0,3 0-8 0,0-1 0 0,3 1-5 15,1 1 0-15,3-2-3 0,1-2-5 0,0 0-9 16,3-1-16-16,5 1-14 0,2-5-22 16,-1 1-21-16,3 0-27 0,-2-1-35 0,-2-3-32 15,2 0-30-15,-3-3-29 0,2 1-18 0,-5-1-171 16,0 0-436-16,-2 0 193 0</inkml:trace>
  <inkml:trace contextRef="#ctx0" brushRef="#br0" timeOffset="-157010.29">16676 8590 50 0,'0'0'214'16,"2"-13"3"-16,-2 13 6 0,0-9-3 0,0 9-2 16,-3-8-6-16,3 8-11 0,0 0-12 0,0 0-13 15,-2-10-22-15,2 10-13 0,0 0-21 0,0 0-11 16,0 0-12-16,0 0-7 0,0 0-10 0,0 0-7 16,0 0-7-16,-6 28-5 0,5-20-5 0,1 2 6 15,0-10-8-15,0 17-4 0,0-8-4 0,1 1-7 16,-1 0-7-16,3-1 4 0,-1 1-6 15,-1-3-4-15,4 2-2 0,-1-1 2 0,-1-1-5 0,1-2 4 16,0-1-5-16,2 1 2 0,-1-2-3 0,3 1 3 16,-1-2-4-16,6-1-1 0,-5 0 3 0,2-2-3 15,0 1-2-15,-2-2-1 0,3-1 1 0,-2 1-3 16,2-4 5-16,-3 0-7 0,1-1 9 0,-1 0-6 16,1 1-5-16,0-3 5 0,-3-1-2 0,2 1-4 15,1-1-4-15,-3 0 13 0,1 0 2 0,-2-1-8 16,-1 6 7-16,-2-3 5 0,2 2 6 0,-1-1 6 15,-3 7 3-15,5-11-8 0,-3 8 5 0,-2 3 2 16,0 0-6-16,3-10-13 0,-3 10 1 0,0 0-6 16,4-4-13-16,-4 4 2 0,0 0-1 0,0 0-3 15,0 0 3-15,0 0 2 0,0 0 1 0,1 27 5 16,-2-18-3-16,2 1 1 0,-1 0 1 0,0 2-6 16,3-3 2-16,-2-1-2 0,2 2 5 0,-1-1 3 15,4 0-5-15,-1-1-1 0,-1-2 1 0,4 3 7 16,0-4-6-16,2 0-1 0,0-1-1 0,2-2 2 15,0 1 1-15,1-3 6 0,1 0-8 0,0 0 2 16,0-2 4-16,-1 0-2 0,0-2-3 0,1 0 0 16,-1-1 4-16,-1 0-3 0,-1-1-1 0,-2 0-3 15,2-1 19-15,-1-1-18 0,-2-2 2 0,0 2 4 16,-1-2-4-16,-1 0-4 0,-3 1 2 0,0-4 1 16,0 4-1-16,-1 0 2 0,-1-2-2 0,-2 4-5 15,1 7 10-15,0-17 10 0,0 17-1 0,-2-9-12 16,2 9 11-16,-2-9-8 0,2 9 2 0,0 0-6 15,0 0-3-15,-4-5-1 0,4 5-1 0,0 0-1 16,0 0 7-16,-16 19-4 0,11-11 2 0,1-1-6 16,0 2 3-16,1 1 0 0,2-3 6 0,0 0-9 15,1 2-6-15,2-1-15 0,0-2-11 0,0 2-10 16,1-1-16-16,4 1-9 0,-2-2-14 0,3 1-19 16,1-2-20-16,3 0-30 0,-2-4-38 0,2 1-35 15,1-1-41-15,0-1-240 0,-4 0-547 0,4-1 242 0</inkml:trace>
  <inkml:trace contextRef="#ctx0" brushRef="#br0" timeOffset="-156838.78">17158 8358 35 0,'-7'-2'204'0,"7"2"-22"16,-9-3-21-16,9 3-14 0,0 0-18 0,-12 5-19 15,12-5-37-15,0 0-37 0,-2 6-29 0,2-6-40 16,0 0-30-16,17 11-102 0,-7-6-179 0,3-2 79 16</inkml:trace>
  <inkml:trace contextRef="#ctx0" brushRef="#br0" timeOffset="-156577.25">17452 8373 50 0,'5'-6'227'0,"-5"6"0"0,2-9 0 16,-2 9 2-16,2-8-1 0,-2 8-2 0,0 0 0 15,0-9-9-15,0 9-10 0,0 0-15 0,0 0-21 16,0 0-22-16,1-6-17 0,-1 6-13 0,0 0-14 16,0 0 15-16,0 0-3 0,-1 26-4 0,-1-12-5 15,5 4 0-15,-4-1-19 0,1 2 1 0,0 6-8 16,0-5-5-16,0-1-9 0,0 0 0 0,0-2-11 16,0 3-2-16,0-1-4 0,0-1-11 0,0-1 6 15,1-1-13-15,0 0-1 0,0-4 0 0,-1-1-6 16,0 2-19-16,2-4-30 0,-1 1-36 0,-1-3-23 15,0-7-28-15,-1 12-20 0,1-12-18 0,-2 12-28 16,1-8-48-16,1-4-34 0,-4 7-55 0,4-7-159 16,-10 4-510-16,10-4 225 0</inkml:trace>
  <inkml:trace contextRef="#ctx0" brushRef="#br0" timeOffset="-156410.36">17331 8560 156 0,'0'0'186'0,"4"-5"-9"16,-4 5-15-16,7-2-11 0,-7 2-9 0,16-4-16 16,-5 3-13-16,0 0-9 0,3 1-11 0,4-2-7 15,1 0-8-15,2 2-22 0,-2 0-45 0,3 0-54 16,4-5-59-16,-10 4-148 0,-1 0-270 0,0-4 120 16</inkml:trace>
  <inkml:trace contextRef="#ctx0" brushRef="#br0" timeOffset="-156159.12">17691 8338 4 0,'5'-5'240'16,"-5"5"-8"-16,0 0-18 0,2-8-18 0,-2 8-22 16,0 0-6-16,11 2 1 0,-4 6-6 0,2-1-12 15,1 4-5-15,2 5-2 0,2 1-14 0,0 6-1 0,-1 0-1 16,-3 0-8-16,0 1-13 0,-1-6-8 15,0 7-10-15,-3 2-9 0,0-1 7 0,-4-1-20 16,-2 0-6-16,0-4-7 0,-4 4-2 0,-2-1-8 16,-6-3-7-16,2-2-14 0,-5 1-15 0,-6 2-21 15,2-2-21-15,-4-2-26 0,0 0-47 0,-4-2-53 0,2-2-63 16,-3 0-231-16,-2-5-490 0,2 1 217 16</inkml:trace>
  <inkml:trace contextRef="#ctx0" brushRef="#br0" timeOffset="-154140.25">19013 8364 39 0,'-3'-6'235'0,"3"6"-11"0,0 0-13 0,0 0-19 16,0 0-17-16,0 0-16 0,0 0-15 0,0 0-17 15,0 0-14-15,0 0-10 0,0 0-12 0,0 0-9 16,0 0-9-16,0 0-10 0,0 0-2 0,0 0-11 15,0 0 1-15,0 0-6 0,0 0 1 0,0 0-5 16,15 23-5-16,-11-17-2 0,1 3 15 0,0-1 1 16,3 6-5-16,-2-3-1 0,-1 5-4 0,3-2-3 15,0 1-4-15,0 1-3 0,-4-7 0 0,3 4-6 16,0 3 0-16,-2-1-6 0,3-2 4 0,0-2-2 16,-3 0-1-16,0-2 4 0,1 1-8 0,3-1-2 15,-2-1 6-15,-4 1-9 0,3-3 3 0,-1 2-3 16,1-3 2-16,-2-1-3 0,-4-4 2 0,5 9-3 15,-1-6-2-15,-4-3 0 0,5 6 6 0,-5-6 25 16,0 0 11-16,4 5 10 0,-4-5 29 0,0 0-2 16,0 0-16-16,0 0-1 0,0 0-6 0,0 0-14 15,13-15 14-15,-12 4-25 0,1 5 2 0,2-3-8 16,0-4-9-16,0-2 4 0,1 1 0 0,-1-2-7 16,2-3 0-16,1 1-9 0,-1 2 7 0,-1-4 1 15,2 4 1-15,4-1 1 0,-5 2-4 0,0-1 3 16,-3 5-3-16,4-5 8 0,-3 6-14 0,-2 0 2 15,3 1-1-15,-3 3-2 0,-1-1 1 0,-1 7 2 16,2-9-3-16,-2 9 2 0,3-8-8 0,-3 8-2 16,0 0 1-16,3-6 0 0,-3 6 3 0,0 0-9 15,1-8 0-15,-1 8-5 0,0 0-14 0,0 0-12 16,0 0-24-16,0 0-23 0,0 0-14 0,0 0-8 16,0 0-17-16,0 0-32 0,0 0-43 0,0 0-45 15,0 0-52-15,0 0-162 0,0 0-492 0,0 0 218 16</inkml:trace>
  <inkml:trace contextRef="#ctx0" brushRef="#br0" timeOffset="-153710.34">19693 8342 180 0,'0'0'284'0,"7"-4"-11"0,-7 4-19 16,0 0-21-16,6-5-21 0,-6 5-23 0,0 0-18 15,0 0-16-15,0 0-10 0,0 0-15 16,0 0-8-16,-15 14-15 0,8-6-6 0,0-2-7 0,-1 4-4 16,-3-1-9-16,0 4-8 0,1 0-8 0,-1-4-4 15,-4 1-5-15,1 3-4 0,2-1-7 0,-4-1-2 16,1 1-7-16,1-2-1 0,2-3-4 16,2 0-2-16,-1 0-4 0,-1 1-3 0,3-3 0 15,0-3 0-15,0 4-6 0,0-2 2 0,3-1-5 0,-3 0 0 16,9-3 2-16,-5 4-3 0,5-4-5 0,-8 6 3 15,8-6-2-15,-6 3-2 0,6-3 2 0,-4 3-2 16,4-3 1-16,0 0-3 0,0 0 2 16,0 0-3-16,0 0 0 0,0 0 0 0,0 0-3 0,0 0 2 15,17 3 1-15,-5-2-2 0,-3 0 2 0,3 1-1 16,1-2 1-16,-1 5-1 0,1-3-3 0,1 0 0 16,2 2 0-16,2 0 1 0,-1-1 3 0,-4 0-1 15,-1 0-1-15,2-1-2 0,-3 2-1 0,3-2 8 16,-2 2-4-16,-3-4-11 0,1 4-9 0,0-1-20 15,1 0-20-15,-4-1-21 0,-1 0-40 0,1 1-42 16,-1-2-47-16,1 3-35 0,0-3-206 0,-7-1-484 16,9 3 215-16</inkml:trace>
  <inkml:trace contextRef="#ctx0" brushRef="#br0" timeOffset="-153243.83">20091 8417 155 0,'-1'-11'284'15,"1"11"-14"-15,-3-9-5 0,3 9-15 0,-3-7-12 16,3 7-18-16,0 0-16 0,-1-9-22 0,1 9-18 16,0 0-15-16,0 0-22 0,0 0-10 0,0 0-11 15,0 0-5-15,-23 16-7 0,17-10-13 0,-1 5-9 16,-2-2-3-16,0 0-5 0,2 5-10 0,-1 0-4 15,3-1-3-15,0-3-3 0,0 3-7 0,2 0 4 0,2-3-9 16,-3 2-2-16,3 0-2 0,1-2-5 16,1 0-1-16,0-2-5 0,2 3 3 0,0-4 5 15,0 1-8-15,2-1 0 0,2-1-5 0,0-1 4 16,1 2 1-16,4-2 0 0,-2-1 4 0,0-2 3 16,1 0 0-16,2-2-2 0,0 0 0 0,5 0 0 15,-4 0-1-15,1-3 5 0,-1 0 0 0,-2-1 5 0,-2 1-2 16,3-5-13-16,-2 4 7 0,-2-3 0 15,2 0-5-15,-1 0 4 0,0-1 9 0,-1-2-4 0,-3-1 0 16,0 1 0-16,0 1-4 0,-2-3 2 0,-2-4 18 16,-2 6-13-16,-1-6-10 0,1 16 5 0,-4-24 0 15,0 12-3-15,-1-1-4 0,0 3-15 16,-5 0 8-16,4 2-5 0,-2-1-7 0,-2 1-10 0,-6-2-7 16,5 6-12-16,-7 0-12 0,1 2-28 0,-2 0-21 15,0 4-28-15,1-1-33 0,-2 3-35 0,2 1-48 16,0 0-60-16,-1 3-249 0,5 0-588 15,2 1 260-15</inkml:trace>
  <inkml:trace contextRef="#ctx0" brushRef="#br0" timeOffset="-152377.22">20855 8632 118 0,'0'0'225'0,"0"0"-10"0,0 0-10 0,0 0-15 16,0 0-18-16,0 0-20 0,0 0-16 0,5-5-14 16,-5 5-13-16,0 0-13 0,0 0-7 0,0 0-8 0,0 0-6 15,0 0-6-15,-8 20-3 0,6-13-7 0,-3 0-3 16,1 1-8-16,-1 2-14 0,-4-2-20 0,4 0-23 16,-3 1-24-16,2 1-41 0,-2-3-38 15,2 0-45-15,-1 1-168 0,-1-2-351 0,3-1 156 16</inkml:trace>
  <inkml:trace contextRef="#ctx0" brushRef="#br0" timeOffset="-151693.83">21530 8555 121 0,'0'0'267'16,"2"-12"-10"-16,-2 12-20 0,0 0-20 0,0 0-16 15,3-8-12-15,-3 8-14 0,4-9-16 0,1 4-13 16,-3-1-12-16,2 1-11 0,1-4-5 0,0 3-4 16,1 1 0-16,-3-1-13 0,5-3-1 0,-3 7-12 15,2-7-9-15,-1 0-2 0,-1 5 0 0,-2-2-1 0,4-3-5 16,-2 1-6-16,0-1 0 0,-2 3 1 0,0-4-5 16,-1 3-2-16,2-1 1 0,-3 1 2 15,3-1-9-15,-3 0-4 0,-1 8-7 0,-1-12 2 16,2 6-9-16,-1 6-6 0,2-9 4 0,-2 9-12 0,1-9 12 15,-1 9-6-15,0 0 1 0,0 0-6 0,0 0-8 16,0-7 1-16,0 7 0 0,0 0-3 0,0 0-3 16,0 0 2-16,0 0-4 0,0 0-4 0,-19 13 0 15,15-6 2-15,-3 1 4 0,1 2-4 0,0 1 1 16,-1 0 1-16,5 2-4 0,-2-4 0 0,-1 3 1 16,0 3-3-16,3-3 1 0,0-1-4 0,4 0 2 15,1-1 7-15,2 2-7 0,-1-3 0 0,2 1 3 16,2-2-18-16,2-1-5 0,2-1-18 15,-1 2-7-15,7-4-21 0,0 4-20 0,-3-5-10 0,3 1-22 16,-5 0-26-16,1-4-39 0,-1 0-51 0,-2 2-47 16,-2-1-205-16,-1 1-525 0,-8-2 232 0</inkml:trace>
  <inkml:trace contextRef="#ctx0" brushRef="#br0" timeOffset="-151484.45">21664 8226 172 0,'-5'-2'265'16,"5"2"-13"-16,-9-6-11 0,9 6-17 0,-5-5-19 16,5 5-21-16,-5-3-22 0,5 3-15 0,0 0 3 15,0 0-27-15,0 0-18 0,0 0-22 0,0 0-29 16,0 0-34-16,0 0-56 0,0 0-66 0,35 5-69 15,-22-1-176-15,5-1-375 0,-1 0 166 0</inkml:trace>
  <inkml:trace contextRef="#ctx0" brushRef="#br0" timeOffset="-151310.35">22027 8368 49 0,'0'0'248'0,"13"-1"-11"15,-6-2-17-15,4 2-23 0,0-1-22 0,1 1-17 16,0-1-15-16,4-1-13 0,2-1-20 0,1 4-43 16,-1 0-56-16,-6 0-53 0,2 0-65 0,-2 0-159 15,-4 2-289-15,-3 3 128 0</inkml:trace>
  <inkml:trace contextRef="#ctx0" brushRef="#br0" timeOffset="-151127.04">21966 8501 213 0,'-6'3'271'0,"6"-3"-9"0,0 0-15 0,0 0-23 15,0 0-20-15,0 0-21 0,0 0-18 0,0 0-17 16,31-7-13-16,-11 5-15 0,-1 0-12 0,2-1-20 16,7 0-29-16,-1-2-38 0,1 1-48 0,0 3-46 15,3-2-53-15,0-2-41 0,-2 1-176 0,-3 3-371 16,2-2 164-16</inkml:trace>
  <inkml:trace contextRef="#ctx0" brushRef="#br0" timeOffset="-150675.6">22670 8299 36 0,'0'-11'284'0,"0"11"-2"0,-3-10-5 15,3 10-13-15,0 0-16 0,-2-6-12 0,2 6-17 16,0 0-18-16,-8-5-20 0,8 5-13 0,0 0-16 0,0 0-6 15,-21 8-7-15,16-2-13 0,0-1-5 16,-2 1-9-16,-1 2-12 0,0 1-2 0,3 1-13 16,-1-1-1-16,-1 4-9 0,4-3-2 0,-1 0-9 15,0 3-7-15,1-4-6 0,2 1 1 0,1 0-8 0,-1 2-6 16,5-2-7-16,-3 0 1 0,1 1-1 0,2-2-2 16,0 0-1-16,1 0-5 0,4-1 18 15,-1-1-29-15,2 0 16 0,5 1-1 0,0-1-3 16,-2-4-7-16,0-1-8 0,5 2 10 0,-1-4 6 0,1 2 0 15,-2-2-3-15,2-2 2 0,-1 2-16 0,-4-2 12 16,6-3 5-16,-8 0-2 0,2 1 13 0,4-3-18 16,-6 1 3-16,3-5-6 0,-4 3 1 15,1-2-3-15,-1 3-1 0,-1-4 0 0,-1 0 3 0,0 1-3 16,-3-2-4-16,-2-1 2 0,0-3-3 0,-2 6 6 16,-1-2-2-16,0 0 8 0,-3 0-4 0,1 2 1 15,-2-1 0-15,-2 0 0 0,1 0-7 0,-4 3-4 16,1-2 3-16,-1 1-5 0,-1 2 3 0,-3-1-2 15,-4 0-19-15,2 4 17 0,-2-1-3 0,1 3 0 16,0 0-13-16,1 2-19 0,-3 0-28 0,0 2-30 16,2 0-31-16,3 1-25 0,1 2-21 0,2 0-33 15,-3 0-52-15,7-1-51 0,0 4-274 0,-2-3-625 16,3 0 277-16</inkml:trace>
  <inkml:trace contextRef="#ctx0" brushRef="#br0" timeOffset="-149110.37">23741 6909 152 0,'0'0'253'0,"-8"-7"-14"0,8 7-20 0,-5-5-15 16,5 5-19-16,0 0-19 0,-5-5-13 0,5 5-17 16,0 0-16-16,0 0-10 0,0 0-12 0,0 0-10 15,0 0-10-15,22 0-7 0,-22 0-9 0,19 5-3 16,-10 1-12-16,1 1-4 0,1 1-3 15,-2-2-4-15,3 7-6 0,-2-5-4 0,-2 3 1 0,1 3-4 16,0 2-2-16,1 1-1 0,-3 1 13 0,3 5-3 16,0 1-4-16,-5-5 1 0,-3 6-6 0,1 1 0 15,-2 1 1-15,-1 0-3 0,0 2-3 0,-1-3-1 16,-2 1-1-16,1-2 2 0,-3 1 2 0,2-2 2 16,-1 1 3-16,-1 1-2 0,3-6-3 0,-2-1 2 15,1-1-6-15,-2 7 0 0,0-1-2 0,2-6 4 16,-2 0-6-16,3 3 0 0,1 4 2 0,1 3 1 15,-4-4-2-15,1-5 5 0,2 3 3 0,-2 3-2 16,2-2 0-16,0-2 3 0,1 3 6 16,0-3-1-16,2 2 1 0,0 2-6 0,0 5 0 0,-1-6 2 15,2 3-4-15,1-1-2 0,2-2 2 0,-2 4-1 16,0-2 1-16,-2 0 2 0,5-7-3 0,-6-2-4 16,2 3 4-16,-1 1-3 0,1-3-4 0,2 1 3 15,-3 0 0-15,0-1 3 0,0-1-2 0,-1 2-2 16,1-2-2-16,0 0 2 0,0-1-3 0,0 2-3 15,-1-4 3-15,1-2-4 0,-2 4 8 0,0-3-10 16,-2 0 1-16,2 2 0 0,-2-3 2 0,2 1 0 16,-4-2 0-16,3-1 8 0,-2-2-9 0,-1 4 0 15,-2-1 4-15,4-5-3 0,-4 3-1 0,-3 0 2 16,5-5-3-16,-2 5 6 0,-1-2 1 0,0-3-1 16,-1 0 1-16,2 0 2 0,-7-1-1 0,3 0-21 15,-4-2-23-15,2 0-20 0,-9-1-25 0,3-2-25 16,-1-1-32-16,1 1-38 0,-1-3-49 0,1-1-49 15,1 1-200-15,1-6-509 0,1 2 225 0</inkml:trace>
  <inkml:trace contextRef="#ctx0" brushRef="#br0" timeOffset="-148476.4">24621 7303 73 0,'0'0'225'16,"0"0"-10"-16,-2-14-16 0,2 14-16 0,-4-3-9 15,4 3-13-15,-7-5-18 0,7 5-16 0,-11 0-11 0,11 0-12 16,-19 6-8-16,11 0 0 0,-6 4-4 15,-1 1-4-15,-1 2-7 0,1-1-6 0,0 3-4 16,1 1-7-16,2-1-9 0,1 2-3 0,2 0-5 16,4-1-5-16,-4-1 2 0,2 2-6 0,2-3-4 0,1 1-1 15,3 2-6-15,2-3-4 0,-1 1 3 0,4-3-3 16,1-1-2-16,2 0 0 0,4 3 5 16,-1-1-10-16,6-2-2 0,0-1-7 0,6-3-5 15,0 0-22-15,2-1-23 0,4-1-30 0,-6-3-36 16,1-2-42-16,4 2-21 0,-7-4-35 0,-1 0-154 0,-1-5-389 15,-1 0 173-15</inkml:trace>
  <inkml:trace contextRef="#ctx0" brushRef="#br0" timeOffset="-148027.78">24885 7209 60 0,'-3'-10'277'0,"3"-3"-5"0,-2 5-1 15,-1-3-8-15,1 5-6 0,2 6-10 0,-1-11-17 16,1 11-26-16,-1-9-22 0,1 9-18 0,0 0-19 0,0 0-25 16,0 0-15-16,0 0-13 0,0 0-5 15,0 0-11-15,0 0-11 0,9 29-5 0,-6-12-6 0,-1 4-6 16,2 5-2-16,1 0-7 0,-2 1-2 16,0-1-5-16,-1-1 1 0,-1-8-4 0,1 4-2 0,0-4 1 15,-2 1-8-15,0-2-1 0,0-4 0 0,-2-1-1 16,2 0 0-16,0-2 1 0,0 0 3 15,0-1-4-15,0-8 3 0,0 9 1 0,0-9 3 16,0 0-1-16,0 10 4 0,0-10 10 0,0 0 16 16,0 0 9-16,0 0 10 0,0 0 1 0,2 7-7 0,-2-7-11 15,0 0-12-15,0 0-3 0,0 0-13 0,11-26 1 16,-4 15-16-16,4-1-10 0,1-2-7 16,0-1-11-16,3 2 2 0,-1 0-3 0,2 1 2 15,-2 5-1-15,-2-1 10 0,-2 2-14 0,3 0-1 0,-4 3-2 16,-3 1-7-16,1 0 10 0,-7 2-1 0,15 4-2 15,-8-3 3-15,-1 5 9 0,4-2-1 0,-4 4 0 16,1-1 1-16,-1 3-7 0,-1-2 8 16,-1 3-2-16,1-2-7 0,0-1-16 0,-5 1-11 15,3 0-16-15,-2-1-16 0,0-1-17 0,-1-7-20 0,2 14-41 16,-2-9-45-16,0-5-39 0,6 10-37 0,-3-6-185 16,-3-4-498-16,12 2 220 0</inkml:trace>
  <inkml:trace contextRef="#ctx0" brushRef="#br0" timeOffset="-147261.28">25466 7264 64 0,'-8'-3'237'0,"-2"0"-11"0,-1 1-10 0,-2 3-15 16,-1 0-14-16,-3 6-17 0,0 1-16 0,-3 0-12 15,5 4-8-15,-6 3-9 0,8-2-10 0,-1 1-17 16,3-1-3-16,3-3-13 0,-1 5-8 0,3-1-7 15,2-1-5-15,2-3-8 0,-1 0-4 0,3-1-4 16,1 3-4-16,3-4-2 0,-2-2-4 0,3 0 5 16,4 1-5-16,-2-1 0 0,2 1-2 0,1-3-1 15,0-2 1-15,-2-1-5 0,4-1-5 0,-3-1 1 16,2 0 1-16,-11 1-1 0,19-5-5 0,-8 1 1 16,1 0 5-16,-2-2-7 0,-1 0-1 0,1 0-4 15,-2-3 1-15,-3 2-4 0,3-1 3 0,-4-1-3 16,1 0 3-16,-1-1-4 0,-1 3 11 0,0 1 16 15,-3 6-1-15,4-12-2 0,-4 8 0 0,0 4-7 16,2-7-2-16,-2 7-2 0,2-7-7 16,-2 7 1-16,0 0 2 0,0 0-16 0,0 0-3 0,0 0 4 15,0 0-6-15,0 0 2 0,0 0 2 0,0 0 2 16,0 0-1-16,-4 22-4 0,4-22 3 0,0 11-3 16,0-4 4-16,2 0-6 0,-2-7 3 0,4 15 1 15,-3-10-1-15,1 1 0 0,4 0 2 0,-2-1 0 16,4-1 3-16,3 2 4 0,-1-3 0 0,0 1 8 15,1-1-6-15,2-2-2 0,-1-1 4 0,1 0-2 16,-1 0-3-16,1-2 1 0,-2 0-1 0,3-2 0 16,-3-3-2-16,0 3 2 0,1 0-1 0,-3-1-3 15,0-3-3-15,-1 1-8 0,-1-1-2 0,-2-2-2 16,1-2-3-16,-1 0 4 0,-1 0-2 0,-3-1 3 16,3 4-2-16,-4-4 6 0,-2 2-5 0,0 2 2 15,-3-1 3-15,0 0-3 0,-4-1-1 0,0 3 7 16,1 1-1-16,-4 0 1 0,3 2 0 0,0 2-1 15,-2-2-2-15,2 4-1 0,-2-2-1 0,4 2 1 16,7 1-3-16,-13-1-2 0,13 1-4 0,0 0-1 16,-9 2-2-16,9-2-1 0,0 0 5 0,0 0-1 15,0 0 2-15,0 0 4 0,24 9 3 0,-6-9-1 16,-1-1 1-16,4 0 2 0,0-2 1 0,6 2 1 16,-7 0 2-16,0 1 2 0,-2-2-5 0,-5 2 3 15,-1-1-1-15,-1 1-3 0,-4 0-2 0,-7 0 3 16,16 0-5-16,-12 3 2 0,-4-3 3 0,11 6 7 15,-6-3 12-15,-1 3 4 0,-2 1 8 0,3 0 3 16,-5 0-1-16,1 5 1 0,1-3 3 0,0 0-2 16,-2 2-1-16,2 0-6 0,-2-1 0 0,0 1-2 15,0 0-2-15,2-2-7 0,-2 3-12 0,0-3-17 16,0-1-24-16,2 0-17 0,0 3-28 0,-2-6-32 16,2 3-48-16,1-1-46 0,1-3-53 0,1 2-198 15,6-3-498-15,-2-1 221 0</inkml:trace>
  <inkml:trace contextRef="#ctx0" brushRef="#br0" timeOffset="-146860.33">26151 7293 261 0,'-6'-4'257'0,"-1"1"-17"0,-1 0-20 15,8 3-16-15,-23 3-18 0,11 0-14 16,-1 3-12-16,-2 2-16 0,1 3-9 0,1 0-15 15,-2 0-12-15,4 2-15 0,-3-1-8 0,3 0-3 16,3-2-10-16,0 4-7 0,4-1-8 0,2-1-1 0,-2-2-3 16,5 0-8-16,-1-2-8 0,5-1-4 15,-3 1-4-15,3-3 0 0,2 1-5 0,0 0-5 16,3-1-6-16,2-5 0 0,-3 1-3 0,2-2-3 16,1 0 2-16,-1-2-2 0,-1-1-1 0,0-1 2 0,-1 1-1 15,-3-2-7-15,3-1 3 0,-2-1-7 0,4 1 3 16,-4-2-3-16,-3-2 4 0,1 2-5 15,0-1 1-15,-3 2 2 0,0 3 1 0,1-3 4 16,-1 2 8-16,-2 6 5 0,4-8-3 0,-4 8-2 16,2-7-4-16,-2 7-2 0,0 0-7 0,7-3 0 0,-7 3 3 15,0 0-4-15,0 0 6 0,0 0-1 0,0 0 2 16,-4 23-4-16,4-23 1 0,-3 16 2 0,3-6-2 16,0-2 2-16,0 2-9 0,0-2-19 15,2 0-24-15,-2 0-46 0,0 0-50 0,0-8-51 16,2 11-52-16,1-5-146 0,-3-6-427 0,10 5 190 0</inkml:trace>
  <inkml:trace contextRef="#ctx0" brushRef="#br0" timeOffset="-146609.33">26465 7256 57 0,'-6'-4'288'0,"-1"2"-14"0,-4-2-12 15,0 4-16-15,0-1-14 0,-4 3-12 0,0 5-17 16,-1-1-11-16,1 2-15 0,-4 3-13 0,4-1-19 16,-1 4-15-16,3 0-15 0,1-2-8 0,1 4-12 15,5-3-9-15,-1-1-10 0,2 0-6 0,5-1-4 16,-2 2-10-16,2 0-4 0,0-3-4 16,5 2-3-16,-1-3-5 0,5 1-9 0,0-3-3 15,7 0-14-15,1 1-19 0,4-4-24 0,0 0-30 0,0-3-27 16,7 1-41-16,-4-2-49 0,3-3-35 0,-4 1-42 15,-3 0-177-15,-4-2-464 0,1-2 206 0</inkml:trace>
  <inkml:trace contextRef="#ctx0" brushRef="#br0" timeOffset="-146343.83">26693 7110 237 0,'0'-7'301'0,"0"7"-6"0,0-14-8 15,0 14-10-15,-2-10-13 0,2 10-29 0,2-8-24 16,-2 8-26-16,0 0-22 0,0-7-19 0,0 7-10 16,0 0-24-16,0 0-9 0,0 0-12 0,6 32-2 15,-4-17-3-15,-2 3-1 0,3 3-10 0,-3-2 3 16,4 5 5-16,-4-4-14 0,0-1-12 0,2 3-3 16,-2-3-2-16,2-1-5 0,-2 1 0 0,2-1-1 15,-4 1-10-15,2-3-5 0,2-1-30 0,-4 2-24 16,2-5-21-16,0 1-15 0,-4-1-19 0,4-2-27 15,-4-2-57-15,1 2-63 0,1-3-50 0,-2 0-215 16,-1-2-533-16,-2 1 236 0</inkml:trace>
  <inkml:trace contextRef="#ctx0" brushRef="#br0" timeOffset="-146177.04">26536 7260 183 0,'6'-4'218'0,"5"-1"-20"16,1 0-20-16,1 1-18 0,5 0-22 0,2 2-36 15,0 0-63-15,7 0-72 0,-5 4-63 0,-3 1-86 16,3 1-196-16,-4 1 87 0</inkml:trace>
  <inkml:trace contextRef="#ctx0" brushRef="#br0" timeOffset="-144960.39">26804 7495 198 0,'0'0'255'0,"0"0"-11"15,0 0-23-15,0 0-10 0,10 0-22 0,-10 0-10 16,13-7-14-16,-7 4-14 0,4-3-16 0,1 0-12 16,0 0-11-16,3-1-8 0,3-4-12 0,-7 4-10 15,3-2-7-15,1-2-7 0,2-1-9 0,-3-1-4 16,-4 5-5-16,4-5-6 0,-8 4-1 0,4 0-5 15,-4-1-3-15,-1-1-2 0,0 2-1 0,-2 0-4 16,0-1-3-16,-2 10-1 0,-4-14-6 0,4 8-2 16,-4-2-1-16,0 3-3 0,-1 0-2 0,-4 1-3 15,9 4 1-15,-13-6-6 0,6 5-2 0,7 1 1 16,-16 0-3-16,5 1 0 0,2 5 1 0,-1 0-3 16,2-2 0-16,-1 1 2 0,0 2 4 0,0 3-5 15,4-1 1-15,1 0 0 0,0 1 0 0,-2-1 0 16,4 1 0-16,-2-1 4 0,4 1-4 0,0-1 2 15,0-2-2-15,2 4 1 0,2-1 1 0,2-3 5 16,0-1-1-16,1 1 5 0,2 0 0 0,4-1 2 16,-4 0-3-16,5-2 3 0,4-1-2 0,-4-1-1 15,3 2 3-15,3-3 2 0,-2 1-6 0,5-2 4 16,4-2-5-16,0-1 2 0,-6 0 2 0,5-1-3 16,-8-2-2-16,2 0 2 0,-2 0 0 0,-2-2 4 15,3-1-7-15,-4 1-4 0,-2-4-4 0,-2 3 1 16,-2-2 0-16,2-1 1 0,-4 0 0 0,0-1-1 15,-3 2 0-15,-1-1 0 0,-1 1-2 0,-4 1 2 16,1 1 0-16,-3 2-3 0,-2-2 3 0,-2 1 6 16,0 2-5-16,-1-2-1 0,-1 2 4 0,2 2 2 15,-3-1-2-15,4 1 3 0,0 2-5 0,7 2 1 16,-11-3 2-16,11 3-4 0,-7-3 2 0,7 3 0 16,-8-2-4-16,8 2 2 0,0 0-2 0,0 0 1 15,0 0 3-15,0 0 3 0,0 0 2 0,0 0 4 16,21-4 0-16,-9 4 3 0,1 1-3 0,0 1 1 15,6-4-4-15,-6 2 4 0,1-1-7 0,-2 1 2 16,-1-1-1-16,-1 1-2 0,-1 0-1 0,-9 0 0 16,14 0-4-16,-14 0-3 0,9 2 0 0,-1 0 2 15,-8-2 3-15,5 9-3 0,2-5 9 0,-4 3 7 0,-1-2 1 16,0 4 1-16,0 1-1 0,0 1 11 16,-2-2-8-16,0 1 1 0,0 0 0 0,0 0 0 15,2 1-5-15,-2-1 1 0,0 1 0 0,0-1-2 0,2-3 1 16,-1 5-2-16,1-6 0 0,0-1-1 15,0 2-1-15,0-1-3 0,4-2 5 0,-2 1 1 16,0 0 0-16,3-3-4 0,2 2 6 0,0-1 4 16,2-2-9-16,0-1 1 0,0 0 1 0,1 0 3 15,1-1 0-15,-4-3 3 0,0 0-1 0,5 0 1 0,-5-2-1 16,1 0 2-16,0-3-10 0,1 2 0 16,-2-2 2-16,0-2 1 0,0-1 1 0,-2 1-2 15,3-3 0-15,-2-1 0 0,-5 2-1 0,3 2 1 16,-4 0 7-16,0 1 1 0,1 0 17 0,-3 4 4 0,2-1-2 15,-2 7 11-15,1-11-8 0,-1 11-3 0,3-8-9 16,-3 8-3-16,0 0-7 0,2-9-8 0,-2 9 2 16,0 0-7-16,0 0 12 0,0 0-13 0,0 0 9 15,-13 21-10-15,8-12 7 0,-1 0-4 0,1 0 2 16,0-2 1-16,1 5-4 0,2-4 2 0,0 2-3 16,2-1 1-16,-1 0-5 0,1 0 2 0,0 0-3 15,0-9 4-15,3 10 8 0,3-5-6 16,2 2 0-16,3-4 7 0,0 0-4 0,7 2 5 15,2-4-4-15,0-1-2 0,3 0 2 0,-4 0-3 0,-2-1 4 16,1-2 3-16,1-2-21 0,-2 1 9 0,-2-2 8 16,-3 0-4-16,1-1 3 0,-4-1 2 0,1-2-4 15,-2 2-4-15,0-4 7 0,0 2-7 0,-1 2 0 16,-3-4-5-16,1 3 6 0,-1 0 1 16,-2 2-6-16,0 0 3 0,-2 7 10 0,3-10-6 0,-3 10-5 15,4-6 0-15,-4 6 1 0,1-7-6 0,-1 7-8 16,0 0 1-16,0 0-3 0,0 0 3 0,0 0 3 15,0 0 4-15,0 0-5 0,-14 17 0 0,9-12-5 16,3 2 6-16,-2 1 3 0,3 1-2 0,1 0 12 16,-2 0-13-16,1 0 12 0,1-1-10 0,-1 2-3 15,2-1-3-15,0 0 3 0,1-1 3 0,-1 2 5 16,3 0-4-16,-4-2 5 0,2-1 1 0,1 2-6 16,-1-5-4-16,0 3-12 0,-2-7-7 0,2 12-15 15,-2-12-2-15,2 7-4 0,-2-7-7 0,0 8 2 16,0-8 0-16,0 0-7 0,-4 10-8 0,4-10-22 15,-7 5-20-15,1-3-35 0,6-2-39 0,-14 0-43 16,14 0-41-16,-16-3-175 0,4-1-481 0,1 0 214 16</inkml:trace>
  <inkml:trace contextRef="#ctx0" brushRef="#br0" timeOffset="-144782.72">27645 7075 42 0,'-5'-6'208'0,"5"6"-16"15,0 0-23-15,0 0-23 0,0 0-29 0,0 0-34 16,14-5-41-16,-4 5-41 0,3 1-53 0,-2 1-37 16,2-1-55-16,5 0-155 0,5-2 70 0</inkml:trace>
  <inkml:trace contextRef="#ctx0" brushRef="#br0" timeOffset="-144541.65">28042 7031 123 0,'3'-7'221'0,"-1"1"5"16,-2 6 10-16,9-9-4 0,-7 2-7 0,-2 7-9 15,2-6 0-15,-2 6-12 0,4-6-17 0,-4 6-18 16,0 0-23-16,0 0-17 0,5-4-15 0,-5 4-13 16,0 0-11-16,0 0-4 0,9 20 2 0,-7-8 2 15,1 5 2-15,-1 2-3 0,-2 0-3 0,2 5 1 16,-1-4-7-16,0-1-4 0,-1 6 0 0,0-7-13 15,0 2 2-15,-1-2-7 0,-2 0-10 0,1 1-2 16,2-3-12-16,0 0 4 0,-2-2-3 0,2-1-5 16,2-1-7-16,-4 0-22 0,2-2-31 0,0-2-22 15,2 0-27-15,-2-1-23 0,0-7-26 0,2 11-37 16,-2-11-53-16,3 10-48 0,-3-10-249 0,1 4-557 16,-1-4 246-16</inkml:trace>
  <inkml:trace contextRef="#ctx0" brushRef="#br0" timeOffset="-144226.89">28028 7208 78 0,'9'-2'162'0,"1"-1"-14"0,1 3-13 0,9-3 3 15,-2 2-26-15,4 1-11 0,-3-3-7 0,3 3-2 16,-1 0-10-16,1-1-5 0,-3-1 0 0,-2 4 2 15,-4-2-5-15,-1 0 1 0,1 0 1 0,-4 0 4 16,-2 0 5-16,-7 0 4 0,11 0-4 0,-11 0-3 16,0 0-4-16,13-2-8 0,-13 2-7 0,7 2-3 15,-7-2-11-15,0 0 2 0,7 7 16 0,-5-3 5 0,-2-4-2 16,5 11-6-16,-5-5 3 0,2 3 1 16,-2 1-6-16,0-1-3 0,0 1-4 0,0 2-8 15,0-2-4-15,0 2-6 0,0-3-19 0,0 2-12 16,-2 1-21-16,1-2-21 0,0 1-40 0,1-2-47 15,0-1-59-15,0-8-47 0,0 13-182 0,0-6-446 16,0-7 197-16</inkml:trace>
  <inkml:trace contextRef="#ctx0" brushRef="#br0" timeOffset="-144064.48">28368 7019 140 0,'0'0'157'16,"0"-8"-51"-16,0 8-48 0,0 0-30 0,0 0-38 15,0 0-71-15,0 0-86 0,0 0 39 0</inkml:trace>
  <inkml:trace contextRef="#ctx0" brushRef="#br0" timeOffset="-143543.98">28530 7159 218 0,'0'0'274'16,"0"0"-4"-16,0 0-13 0,0 0-16 0,0 0-17 15,0 0-19-15,9 0-19 0,-9 0-21 0,0 0-11 16,0 0-10-16,0 0-2 0,0 0-15 0,-16 20-9 0,12-13-13 16,-1 2 3-16,-2 2-8 0,-2-3-21 0,3 2-5 15,-2 0-8-15,2-1-3 0,2 2-11 16,-2-1-3-16,3-1-2 0,1-3-4 0,-1 1-1 15,3 0-11-15,-2 0-2 0,2-7-3 0,6 11-1 0,1-4-2 16,4-2 3-16,-1-1-5 0,4 0-8 0,5-3 1 16,2-1-4-16,-1 0-1 0,-1 0-2 15,3-1 4-15,5-3-4 0,0-2 0 0,-8 3-6 0,0-5 0 16,-2 2-1-16,1-3-10 0,-1 0-14 16,-2-1 0-16,1-5-4 0,-3 4 5 0,0-3-2 0,-2-1-10 15,-2-3 2-15,1 2 4 0,-3 7 3 0,-1-4 6 16,-1 2 1-16,-1 2 0 0,-2-1 3 0,1 6 3 15,-3 4 0-15,3-13 7 0,-2 8-2 0,-1 5 0 16,0 0-1-16,4-7-2 0,-4 7 0 0,0 0 2 16,0 0 1-16,0 0 2 0,0 0-2 0,-19 16-1 15,14-7 4-15,-1-2-1 0,-2 4 0 0,4-1 8 16,0 0-5-16,-1 0 1 0,3 1 0 16,1 2-1-16,-1-1 3 0,0-2-1 0,4 3-1 15,-1 0 3-15,0-3-1 0,2 3 5 0,1-1-2 0,-3-3-5 16,3 2 1-16,0-2 4 0,-1 1-3 0,-1 0-1 15,-1-3 2-15,3 0 3 0,-3-2-3 0,0 2-2 16,-1-7-6-16,0 13 3 0,0-13-1 0,-4 11 4 16,-1-6-1-16,0-2-5 0,-2 1-7 15,-4 1-13-15,4-3-17 0,-5 0-27 0,-1 1-30 0,0-1-52 16,2 0-57-16,2-2-241 0,-5-3-488 0,4 0 216 16</inkml:trace>
  <inkml:trace contextRef="#ctx0" brushRef="#br0" timeOffset="-142559.31">29955 7109 112 0,'0'0'257'0,"0"0"-21"15,0 0-22-15,0 0-24 0,-2-6-19 0,2 6-17 16,0 0-17-16,0 0-6 0,0 0-12 0,0 0-6 15,-9 22-9-15,6-13-13 0,3 0-9 0,-1 1-8 16,-2 1-4-16,3 2-11 0,2-4-1 16,0 1-7-16,2 3-2 0,2-3-3 0,0-1-27 0,0 0 5 15,3 1 0-15,-1-3 12 0,4 0 2 0,-3-1 0 16,4-2 0-16,-1-1-3 0,1 1 0 0,4-1 5 16,-5-3-1-16,2 0-1 0,-1-1-8 0,1-1 0 15,-3 0-1-15,1-1 0 0,-2-3 0 0,-1 0-10 16,-1-1 10-16,0 0-12 0,-1-3-2 0,-2 0-2 15,0 1-1-15,-1-7-5 0,-3 4-1 0,-1 0 4 16,2-5-6-16,-5 2 2 0,-1 0-3 0,0 2 2 16,-2 0-2-16,1 0 3 0,-3 4-6 0,3-1 1 15,-3 1-2-15,1 2 1 0,-3 1 0 16,0 2-3-16,1-1 0 0,2 3-2 0,-1 0-4 0,8 2 1 16,-11 0 2-16,11 0-3 0,0 0-3 0,-11-1-1 15,11 1 2-15,0 0-4 0,0 0-1 0,-1 9 2 16,1-9-1-16,0 0 0 0,23 8 3 0,-2-8-3 15,5 0 5-15,4 0 2 0,2 0 4 0,0-3-3 16,-2-1 1-16,-3 2 5 0,-6-3-2 0,-3 0 1 16,1-2 5-16,-8 3-3 0,3-6 3 0,2 1 2 15,-9 0 4-15,1-2-4 0,1-2 7 0,-4 2 2 16,1-6-2-16,-2 2 0 0,0 4 5 0,-1-7 8 16,-2 6 3-16,-2 0 3 0,2 3 3 0,-2-2-1 15,1 3-5-15,0 8-3 0,-4-13 6 0,3 7-4 16,1 6-2-16,-3-7-8 0,3 7-4 0,0 0-6 15,0 0 1-15,-9 0-1 0,9 0-3 0,-9 16 2 16,2 3 5-16,-4 6-9 0,2 2 4 0,0 1-3 16,0-1-1-16,3 4 2 0,0 1 4 15,2-2-4-15,-1 6-2 0,-2-4 2 0,6 4 1 0,0-2 0 16,1-1 4-16,1-1 4 0,-2-1-1 0,3 1 8 16,-3-1 0-16,5-3-5 0,-1 1 8 0,-2-2-12 15,0-8 4-15,3 6-3 0,-3-4-1 0,-1-2 0 16,1 1-2-16,-1-1-2 0,0-1-1 0,3-2-2 15,-6-4-12-15,5 1-15 0,-4-2-5 0,2 0-22 16,-2 0-19-16,-2-4-18 0,2 0-29 0,-2-1-37 16,4-6-54-16,-7 8-44 0,2-6-201 0,5-2-487 15,0 0 215-15</inkml:trace>
  <inkml:trace contextRef="#ctx0" brushRef="#br0" timeOffset="-142377">30303 7247 70 0,'4'-8'214'0,"1"4"-24"0,0-2-12 16,4 1-25-16,4 0-15 0,5 0-17 0,8-3-7 16,8 4-25-16,0-2-28 0,1 3-58 0,2-4-62 15,0 1-34-15,2 3-104 0,-3-1-213 0,0 0 95 16</inkml:trace>
  <inkml:trace contextRef="#ctx0" brushRef="#br0" timeOffset="-141992.28">31057 7106 95 0,'6'-6'199'0,"-1"-1"-1"0,-1 3-1 0,-4 4 5 16,3-7 0-16,-3 7-17 0,0 0-8 0,-5-15-8 16,5 15 3-16,-8-7-18 0,8 7-14 0,-13-1-9 15,2 2-3-15,-2 3-11 0,-4 3-7 0,-7 6-4 16,5-4 0-16,-4 8-13 0,-1 0-8 0,2 1-13 15,8-6-5-15,-1 2-8 0,3 1-1 0,2-2-8 16,-2 1-3-16,5 0 2 0,0-3-7 0,5 2-8 16,0-3-15-16,2-1 1 0,2 0-6 0,0-2-5 15,3 0 8-15,2 0-7 0,1-1-4 0,3-1-5 16,-1-1-1-16,0-2 3 0,3-1-8 16,-1-2-1-16,2-2 7 0,-3 0-9 0,1-2 5 0,4-2-1 15,-5 3 2-15,1-4-5 0,0-2-4 0,-2 0 3 16,0 0 0-16,-1-4 1 0,0-1-1 0,1 4 1 15,-3 0 1-15,-1 4 9 0,-1-3 8 0,1 2 1 16,0 1 1-16,-5 3-1 0,-1 4-1 0,5-6-5 16,-5 6 1-16,4-5-8 0,-4 5 1 0,0 0 2 15,0 0 10-15,0 0-2 0,0 0 2 0,3 21-4 16,-5-12-2-16,1 1 4 0,0-1 0 0,-1 4 1 16,2-2-20-16,2-1-16 0,-2 2-30 0,1 1-27 15,2-3-40-15,-2 2-54 0,3-4-50 0,-3 1-260 16,2-1-526-16,-3-8 233 0</inkml:trace>
  <inkml:trace contextRef="#ctx0" brushRef="#br0" timeOffset="-141587.22">31287 7186 90 0,'6'-5'236'0,"-6"5"-25"0,0 0-22 0,0 0-14 15,0 0 0-15,13 5-7 0,-13-5-17 0,0 10-12 16,1-3-8-16,-1-7-3 0,2 12-7 0,-1-5-15 16,0-2-2-16,0 3-17 0,-1-8-6 0,0 10-9 15,0-10-6-15,0 0 4 0,0 10 9 0,0-10 2 16,0 0-2-16,0 0 8 0,-1 9 3 0,1-9 11 16,0 0 3-16,0 0 4 0,0 0-2 0,0 0-2 15,0 0-9-15,0 0-12 0,0 0 9 0,0 0-24 16,0 0-15-16,0 0 0 0,0 0-3 0,8-32-12 15,-3 21-19-15,0-1-11 0,3 2 14 16,2-7-12-16,2 2-1 0,3 4-11 0,-1-4-4 0,0 5 2 16,0-2 2-16,-4 5-8 0,3 1 1 0,-3 0-2 15,2 2 5-15,-3 0-6 0,-2 2 2 0,-7 2-1 16,16 3 3-16,-10 1 2 0,2 2-3 16,0 1-3-16,-1-3 7 0,1 7-3 0,-2-1 7 0,2 5-2 15,-3 0-2-15,1-3 2 0,1 1-2 0,-3 0 7 16,2 1-21-16,-2-3-33 0,-1 2-35 0,3 0-33 15,-4-3-55-15,0 0-63 0,0-1-59 16,-3 1-188-16,-2 0-524 0,-3-2 232 0</inkml:trace>
  <inkml:trace contextRef="#ctx0" brushRef="#br0" timeOffset="-140927.75">25067 8651 244 0,'0'0'246'0,"0"0"-18"0,0 0-11 0,16-22-7 15,-5 15-14-15,-1-1-13 0,6-3-13 0,0-1 0 16,7-4-20-16,0 1-12 0,0 0-11 0,-1-2-4 15,-3 4-11-15,-1-3-4 0,0 5-5 0,-3-3-1 16,-3 1 1-16,1 1-13 0,-1-2-5 16,1 2-12-16,-8 4 10 0,1-3-1 0,1 3 0 0,-5 2-5 15,1-2-6-15,1 3-5 0,-1-1-4 0,-3 6 15 16,3-12-11-16,-3 12-10 0,3-6-4 0,-3 6-11 16,0 0-2-16,0 0-7 0,0 0-5 0,0 0-1 15,0 0-4-15,0 0-6 0,-17 15-3 0,11-4 4 16,-2 2-3-16,5-2 12 0,-5 7-19 0,1-4-2 15,0 2 4-15,4 0-6 0,-1-1 7 0,2-2-2 16,0-2-4-16,1 0-11 0,2-1-23 16,1 1-16-16,0-1-9 0,5 0-15 0,0-1-19 0,0-2-25 15,4 0-38-15,0-2-56 0,4-2-58 0,1 1-273 16,-3-2-585-16,0-2 259 0</inkml:trace>
  <inkml:trace contextRef="#ctx0" brushRef="#br0" timeOffset="-140753.39">25377 8224 33 0,'-5'-5'268'0,"2"0"-28"0,3 5-29 16,-9-4-25-16,9 4-12 0,0 0-22 0,0 0-27 15,0 0-53-15,-5 14-45 0,5-14-73 0,9 18-51 16,1-4-128-16,1 0-242 0,3 0 107 0</inkml:trace>
  <inkml:trace contextRef="#ctx0" brushRef="#br0" timeOffset="-140044.16">25770 8425 176 0,'-5'-12'289'0,"5"12"-20"0,-8-9-11 16,2 8-18-16,0-2-17 0,6 3-12 0,-18-3 1 0,7 3-28 15,0 4-11-15,-2 1-12 0,3 2-10 0,-8 1-19 16,2 3-4-16,0-1-13 0,-1 5-16 0,1-1-3 16,2-1-11-16,0 0-12 0,2 0-6 15,2 3-5-15,-1 0-9 0,4-3-1 0,3-1-9 0,-1-1 0 16,4-2-9-16,0 1-5 0,1-1 1 0,1-1-3 16,0 0-10-16,2-2-2 0,3-1-5 0,-2-1-2 15,3 0 1-15,1-3-5 0,1-1 1 0,3 1-3 16,0-2-3-16,-1 0 1 0,0-5 1 0,1 2-1 15,-2-2 3-15,-1-4-2 0,8 1-5 0,-7-5-4 16,0 0-2-16,1 0-4 0,-5-3 1 16,6-8-3-16,-3 0-3 0,-5 7 5 0,3-7 3 0,-3-1 5 15,-2 1 0-15,2 0-4 0,-4-3 5 16,2 1 8-16,-4 4 9 0,2-3 3 0,-4 8 1 0,2-2 44 16,2 6-7-16,-4-2 9 0,2 5 0 0,2 1 14 15,-2 1-6-15,2 1-2 0,0 8-6 0,-2-11-10 16,2 11-13-16,-1-8-6 0,1 8-10 0,0 0 2 15,0 0-6-15,0 0-3 0,0 0-3 0,0 0 2 16,-8 34-1-16,6-17-3 0,-1 8-4 0,0-4-1 16,1 4-6-16,0 1 11 0,2 0-8 0,0 0 3 15,0-1-3-15,2 0 2 0,3-6-4 0,-1-1 2 16,3 0 2-16,0 2 3 0,0-4-4 0,4 0-1 16,-2-3 4-16,4-1 4 0,1-1-6 0,1-2 4 15,1 0-8-15,-1-4 4 0,4-2-7 0,2-1-1 16,-2-1-2-16,4-1-2 0,-3-1-2 0,0-4-10 15,0 0-6-15,-1-1-3 0,-2-1-4 0,-1-3-4 16,-2 0-3-16,2 2 2 0,-1-4 6 0,-3 0-6 16,-2-1 3-16,-3 2 4 0,2-3-10 0,-4 3 4 15,0-2 3-15,-3 4 7 0,0 1 0 0,-2-2 4 16,0 1 2-16,0 9 13 0,-7-14-3 0,2 10 6 16,1 0 2-16,-5 2-4 0,9 2-1 0,-18-2 3 15,7 2 10-15,-2 4-2 0,1 1 0 0,-1 1-3 16,4-2 7-16,-1 5 3 0,-3 2-4 0,-1 1 1 15,8-2 1-15,1 0-2 0,1 2-1 0,0-1-2 16,2 1-17-16,2-2-10 0,2 0-12 0,2 2-15 0,0-3-14 16,3-1-19-16,3-1-19 0,1-1-31 15,4 0-35-15,3-2-29 0,1-2-31 0,4 0-20 16,-2-2-11-16,0 0-146 0,0 0-439 0,-2-4 194 16</inkml:trace>
  <inkml:trace contextRef="#ctx0" brushRef="#br0" timeOffset="-139660.3">26459 8380 60 0,'0'-7'228'0,"0"1"1"0,0 6-3 16,-5-12-5-16,5 12-9 0,-13-6-7 0,2 3 1 15,-3 2-5-15,0 2-4 0,-5 4-10 0,0 2-13 0,-1 2-14 16,2-1-12-16,-6 7-18 0,8-4-14 0,0 2-5 16,3 1-15-16,1 0-8 0,1-2-6 15,3 2-7-15,2-5-13 0,2 4 1 0,4-4-14 16,-2 2-2-16,2-2-5 0,2 1 0 0,2-3-11 0,-1-1 4 15,8 0-10-15,-6-1-2 0,6-4-5 0,1 1-9 16,1-2 7-16,0 0 5 0,-2-1-14 16,3-1 4-16,0-2-6 0,-2 1 5 0,0-1-4 15,-3 0 0-15,0-2-3 0,-1-1-1 0,4-1 7 16,-3-2-7-16,-2 0-2 0,2 3 12 0,-2 0-9 0,-5-2 2 16,2 4 13-16,1 0 3 0,-5 5 13 0,4-10 0 15,-4 5 11-15,0 5-5 0,5-7-4 16,-5 7 0-16,0 0-3 0,3-7-13 0,-3 7-1 15,0 0-10-15,0 0 8 0,0 0-4 0,0 0 4 0,0 0-7 16,0 0 2-16,-3 28 3 0,3-20-6 0,0-8 4 16,0 12-15-16,0-5-16 0,0-7-20 0,0 13-22 15,2-6-19-15,1-2-15 0,1 1-12 0,0-1-21 16,-2 0-36-16,3 1-60 0,2-4-50 0,0 2-258 16,-1-2-575-16,-6-2 254 0</inkml:trace>
  <inkml:trace contextRef="#ctx0" brushRef="#br0" timeOffset="-139410.37">26641 8235 2412 0,'-7'-23'150'0,"3"4"-11"16,0 4-25-16,-2 4-4 0,0-1 26 0,3 4 7 16,-1 0 0-16,2 4-15 0,2 4-23 0,-2-11-17 15,2 11-14-15,-4-5-13 0,4 5-11 0,0 0-4 16,0 0 13-16,0 0-12 0,-3 24-10 0,1-7-7 15,2 1-8-15,0 1 8 0,-5 6-9 0,7-6 0 16,-2 5 3-16,0 1-4 0,0-8 2 0,0 9-12 16,3-8-26-16,-6 10-14 0,3-10-22 0,0 1-26 15,0-3-16-15,-2 1-25 0,2-2-42 0,2 2-61 16,1-5-58-16,-1 4-252 0,0-6-576 0,3 0 255 16</inkml:trace>
  <inkml:trace contextRef="#ctx0" brushRef="#br0" timeOffset="-138694.18">27444 8379 76 0,'-13'-11'324'0,"-2"1"-9"0,-3 1-11 15,0 1-17-15,-1 0-8 0,-7 2-19 0,6 4-10 16,1 2-37-16,2-2-21 0,-2 4-19 0,2 2-20 15,3 0-13-15,3 4-12 0,-3 0-19 0,1 3-12 16,2 3 4-16,-1-1-14 0,2 3-13 0,5 0-9 16,-4-2-3-16,6-2-6 0,-1 3-6 0,2-2-10 15,2-3-9-15,0 0 0 0,0-2 5 0,4 0-10 16,1-2-2-16,2 0-2 0,0-1 1 0,3-2-2 16,-3-1-10-16,5 0 7 0,1 0-7 0,1-4-1 15,1 0 1-15,3-2-1 0,-5-1 6 0,4 0-2 16,-2-2-1-16,-1-6-5 0,1 4-2 0,-1-4-2 15,-1-1-1-15,-2-4-3 0,-1 3-3 0,1-3 8 16,-2 0-2-16,0-7-2 0,-3-1 3 0,-1 7 11 16,2-6 2-16,-3 1 3 0,-2 0 4 0,-2 0-3 15,0-1 12-15,0-1 8 0,-4 3 7 0,1 5 15 0,3 1 9 16,-4 2-1-16,0 3 5 0,2 3 0 16,0 2 4-16,1-3 4 0,1 10-5 0,-4-9-11 15,4 9-4-15,-5-9-12 0,5 9-8 0,0-6-7 16,0 6-12-16,0 0 5 0,0 0-5 0,-4 21-1 15,3-10-1-15,-1 7-5 0,0 2-2 0,2 4 0 16,0 2-4-16,0-2 3 0,0 3 0 0,2-2-6 16,1 1 6-16,1-6-5 0,1-2 1 0,0 6-1 15,-1-5-1-15,6 6-2 0,-3-7 1 0,1-2 1 16,3 0-2-16,-1-1-1 0,0-1 1 0,3-3 1 0,4-3-2 16,-5 1 4-16,5-4-4 0,0 0 1 15,-1 1-2-15,2-4 1 0,-4-1-4 0,3-1-3 16,-3-1-3-16,-3-1-2 0,5-4-7 0,-5 0 0 15,2 1-2-15,-1-3 0 0,-1-5-3 0,3-1 3 0,-4 0 0 16,-3 0-1-16,2 0 7 0,-4 3-5 16,0-1 0-16,-4 2 2 0,0-2 1 0,1 5 3 0,-2-2 1 15,0 9 8-15,0-12-3 0,0 12 6 0,0-10 0 16,0 10-4-16,0 0-3 0,-2-9 2 0,2 9-1 16,0 0-2-16,0 0-1 0,0 0 3 0,0 0-10 15,0 0 12-15,0 0 3 0,-9 23 0 0,6-15-7 16,3-1-4-16,0-7-21 0,0 0-18 15,5 18-57-15,-3-10-32 0,-1-2-24 0,1 0-18 16,-1 1-19-16,2 2-38 0,-3-9-55 0,7 13-58 0,-5-7-269 16,-2-6-667-16,4 9 295 0</inkml:trace>
  <inkml:trace contextRef="#ctx0" brushRef="#br0" timeOffset="-138535.18">27800 8174 2491 0,'-7'-15'62'0,"-2"-1"-17"0,4 5-21 0,-3 1-11 16,3-1 2-16,-2 4-5 0,3 0-1 0,0 3-9 15,-1-2-4-15,5 6 3 0,0 0-8 0,0 0-31 16,0 0-52-16,0 0-51 0,0 0-46 0,21 18-177 16,-13-10-395-16,9-1 175 0</inkml:trace>
  <inkml:trace contextRef="#ctx0" brushRef="#br0" timeOffset="-138210.58">28018 8265 158 0,'0'0'238'0,"0"0"-1"0,-5 9 1 15,5-9-3-15,-9 4-11 0,8 2-8 0,-7-2-11 16,4 3-14-16,0-2-14 0,-3 1-12 16,2 1-11-16,-2 2-17 0,5-4-17 0,-2 3-11 0,2-1-10 15,1 0-5-15,1-7-12 0,0 0-6 0,1 19 0 16,2-10-6-16,0 1-3 0,6-1 4 0,1-2 3 15,0-4-3-15,1 4-1 0,3-4-9 0,3 0-5 16,1 2 0-16,-6-6-12 0,6 0 10 0,-7 0 5 16,3-4-7-16,-1 2 3 0,-4-4-3 0,5 2-3 15,-5-1-1-15,-1-2-5 0,1 0-1 0,-2 0-5 16,-1-4-11-16,0 3 4 0,0-3 1 0,-5-1-9 16,-1 1-3-16,-1 2-5 0,-3-5-4 0,2 5-2 15,-4-1-5-15,1 1-6 0,-4 2-13 0,-1 0-22 16,2 2-24-16,-5 0-21 0,2 2-23 0,-4 3-12 15,-3-1-17-15,5 2-29 0,-1 3-46 0,3 0-44 16,5 0-47-16,-1 1-206 0,7-4-547 0,-5 9 242 16</inkml:trace>
  <inkml:trace contextRef="#ctx0" brushRef="#br0" timeOffset="-137527.55">28452 8263 208 0,'3'-7'300'15,"-3"7"0"-15,0-7-5 0,0 7-16 0,0 0-16 16,0 0-15-16,-12-10-15 0,12 10-5 0,-12-1-15 16,3 1 2-16,9 0-21 0,-19 4-18 0,7 2-14 15,-3 1-14-15,2 1-1 0,-2 3-25 0,2 1-9 16,1-2-13-16,3 0-15 0,2 1-5 0,2 0-9 16,-1-1-22-16,4 1 9 0,-2-1-6 0,4 4-2 15,0 1 1-15,2-4-3 0,2-1-12 0,2-1-2 16,0-2-4-16,0 1 2 0,5-1-2 0,-1-2-1 15,0-1-12-15,9-1 9 0,-6-1-10 0,1-2-3 16,3 0-2-16,-3 0-1 0,-1-2-1 0,6-4 1 16,-8 1 3-16,3-1-2 0,-1-4-11 0,0 0 3 15,-2-2 3-15,0-1-8 0,-3-2 2 0,0-1 3 16,-1 1-4-16,-2-2 14 0,-3-3-14 0,1 1 0 16,-2-6 1-16,-1 0 8 0,6 0-14 0,-10-1 0 15,2-1 4-15,-2 2-2 0,0 7 10 0,1-2 15 16,-1 2 2-16,-1 0 4 0,1 3 9 0,0 0-5 15,1 4 10-15,0 1-2 0,1 2 5 0,0-1 1 16,0 5-4-16,2 4-10 0,-2-9-5 0,2 9-11 16,0 0-4-16,0 0-2 0,0 0 4 0,0 0-2 15,0 0-6-15,0 0 3 0,-4 35 3 0,5-15-9 16,-2 5 4-16,0-5 0 0,2 5-6 0,-2 1 5 16,5-6 1-16,-6 3-5 0,4-4 3 0,1 7 5 15,1-10-4-15,1 3-4 0,2-2 3 0,-1-1 3 0,1 0 0 16,0-2-3-16,2 2 3 0,0 0 3 15,1-5-2-15,4 2 0 0,0-4 0 0,2-1-6 16,3-3 1-16,-1-1 10 0,2-4-13 0,2-2-6 16,1 2 9-16,-6 0 3 0,3-1-7 0,-2 0 6 0,0-4-2 15,0 0-2-15,-2 0 2 0,-3-1-2 16,1-5 3-16,1 1 0 0,-3-1-4 0,-4 0-4 16,3 0 2-16,-6-2 1 0,-1 3-3 0,0-1-3 15,0 0 6-15,-3 0-2 0,2 2 5 0,-5 0 2 0,2 9 3 16,-1-13-3-16,0 6 5 0,1 7-4 0,-7-8 0 15,7 8 2-15,-7-1-5 0,-2 1 1 0,9 0 1 16,-22 8 3-16,13-2-5 0,-4-1-1 16,6 5-2-16,-2 2 1 0,1 0-7 0,4-4-6 15,0 2-23-15,3 1-23 0,1-11-17 0,7 18-43 0,4-8-41 16,2 4-28-16,2-4-40 0,4-2-62 0,0 0-70 16,-1 2-303-16,0-4-716 0,-2 1 317 0</inkml:trace>
  <inkml:trace contextRef="#ctx0" brushRef="#br0" timeOffset="-125243.79">23604 9671 39 0,'0'0'142'0,"0"0"-8"0,0 0-10 16,-3-10-9-16,3 10-7 0,0 0-7 0,0 0 2 15,0 0-6-15,0 0-2 0,0 0-2 0,0 0 2 16,0 0-6-16,0 0-8 0,0 0-8 0,0 0 0 0,0 0-1 16,0 0-6-16,0 0-1 0,0 0 0 0,-3-6 0 15,3 6 2-15,0 0-4 0,0 0-3 0,0 0 0 16,0 0 1-16,0 0-1 0,0 0-4 16,0 0-2-16,0 0 2 0,0 0 1 0,0-9 1 0,0 9-6 15,0 0-2-15,0 0-2 0,0 0 2 0,-3-7 1 16,3 7-2-16,0 0-8 0,0 0 2 0,-1-10 2 15,1 10 6-15,0 0-7 0,0 0 1 16,-2-8-4-16,2 8 6 0,0 0-4 0,0 0-2 0,0 0 2 16,0 0-4-16,-1-7-3 0,1 7 1 0,0 0-6 15,0 0 1-15,0 0-4 0,0 0-2 0,0 0-2 16,0 0-3-16,0 0 0 0,0 0-3 0,0 0-2 16,0 0-2-16,0 0-3 0,0 0-2 0,0 0-4 15,0 0 0-15,0 0-4 0,0 0-7 0,0 0 4 16,0 0 1-16,0 0-6 0,0 0 3 0,0 0-2 15,0 0-3-15,0 0-1 0,0 0 0 0,0 0-3 16,0 0 14-16,0 0-10 0,0 0 3 0,0 0 6 16,0 0-10-16,0 0 2 0,0 0 1 0,0 0-1 15,0 0 2-15,0 0-3 0,0 26 6 0,0-26-4 16,1 12 3-16,-1-6 2 0,0-6 2 0,2 13-6 16,0-3 3-16,-2-4 0 0,0-6 1 0,2 17 4 15,-2-8-4-15,0 1 0 0,1-1 12 0,-1 1-12 16,1-1 3-16,-1 1-4 0,0 0 1 0,0 0 2 15,0 0 2-15,1 0-3 0,-1 0-2 0,2 2-1 16,-4-2 3-16,2-1-2 0,-1 1 1 0,2-1 3 16,-1 1 0-16,-1 1-5 0,1-1 4 0,0-1 0 15,0 3 0-15,0-1 2 0,1 0 2 0,-2 0-4 16,1 0 0-16,0-1 0 0,-1 0 3 0,1 1-6 16,0 0 3-16,1-1 0 0,-1-1 3 0,1 2-3 15,-1-1-2-15,2-1 0 0,-2 1 1 0,0 0 3 16,0-1-2-16,1-2 3 0,-1 3-7 0,1-1 3 15,-1-1 0-15,-1 3 1 0,2-5 0 0,-1-6 1 16,0 17 1-16,0-10-1 0,3 0-1 0,-3 3-1 16,0-1 4-16,0 0-3 0,0 1-1 0,0-2 2 0,0 3-1 15,0-3-4-15,4 1 1 0,-4 1 1 16,0-2 5-16,0 1-3 0,-2 0 1 0,2 0-5 16,0 1 1-16,0-2 5 0,-1 3 1 0,2-1-1 15,-1-1 8-15,2 0-10 0,-2-1 3 0,1 3-2 0,0-3-3 16,-1 2 0-16,0 0 2 0,0 0 0 15,1-1 5-15,-2 0-9 0,1 1 5 0,-1-1 0 16,2 1-2-16,-1 0 2 0,-1-1 11 0,3 1-13 16,-2-1 1-16,0-3 0 0,0 3 0 0,0-1 12 0,0 2-14 15,0-10 4-15,-1 16-2 0,0-9 2 0,0 1-2 16,1 2 3-16,0-1 1 0,-2 2 2 16,2-11 7-16,0 14-7 0,2-5 4 0,-2-9-3 15,-2 13-5-15,1-6 4 0,0 1 0 0,-2 1-1 0,6 1 1 16,-6-1 2-16,2-1 1 0,1 1-5 0,0 1-1 15,-1-1 1-15,1 1 3 0,-2-1-1 0,2 3-2 16,0-2 2-16,-1 0 0 0,0-1 0 0,1 3 1 16,-1-2-3-16,1 0 1 0,0 2 4 15,-3-1-4-15,3-1 1 0,0 1 4 0,-1-1-6 0,1 0 4 16,-2 1-3-16,2-2 1 0,2 3 0 0,-4-1 0 16,2-2 2-16,-1 2 5 0,-1-1 5 0,0 1 4 15,2 2-2-15,0-2 4 0,-1 1-1 0,0 1 0 16,1-3 3-16,0 2-13 0,-3-2 2 0,2 2-3 15,2-1 4-15,-2 1-9 0,0-1 4 0,-1-1-5 16,1 2 7-16,1-2-2 0,-1 0 0 0,-2 2-2 16,2-1 0-16,0 3-4 0,0-3 4 0,-1-1-1 15,1 1 15-15,1-2-16 0,0 3 4 0,-1-2-3 16,1 2-4-16,1-2 3 0,-2 0-3 0,-1 0 2 16,2-1 2-16,0 3-2 0,0-3 0 0,0 1 2 15,0 0 0-15,-1 0-5 0,1-3 3 0,-1 0-3 16,1 4 12-16,0-1 4 0,0 0-2 0,0-2 1 15,-2 1 5-15,1 0 11 0,1-1-21 0,0 1 0 16,0 0 2-16,-1-3-3 0,1-6-4 0,1 14 19 16,-2-5-19-16,1-2-2 0,-1 2 8 0,1 2-4 15,-2-3-1-15,2-8-2 0,2 17-2 0,-5-7 4 16,3 0-4-16,-1-1 2 0,1-3 1 0,0-6 2 16,0 14 1-16,0-5-8 0,1-2 9 0,-1 2-14 15,0-9 1-15,-1 15 1 0,1-8 4 0,1 0-1 16,-1 2 1-16,0-2-7 0,0-7 17 0,0 14-9 15,0-5 0-15,-1-1 0 0,1-8 7 0,-2 14-8 16,2-7 12-16,2 2-6 0,-2-2 5 0,0 3-2 16,1-1 0-16,-1 1-5 0,0-4 6 0,-1 4-9 15,1-1 0-15,0-1-4 0,0 1 11 0,1-1 0 16,-2 3-8-16,1-3-1 0,-2 1 2 0,2 1-1 16,0-1 5-16,0 0-2 0,0 1-2 0,0 1-2 15,2-3 2-15,-2-1-1 0,0 3 3 0,1 0-8 0,-1-1 2 16,1 0-6-16,-1 1 9 0,0-1-7 0,0 1 8 15,0-10 0-15,-1 15-2 0,1-5-6 0,0 0 3 16,0-4 10-16,1 3-8 0,1-1 0 16,-2 0 1-16,1-1-1 0,-1-7-1 0,0 17-1 0,0-12-3 15,0 3 1-15,0-8 9 0,0 13 6 0,1-5-8 16,-1-8 2-16,0 13 3 0,1-5-9 0,-1-1-2 16,0-7-2-16,0 16 3 0,0-11 0 0,2 3 4 15,-2-8-3-15,-2 15 5 0,2-8-4 16,0-7-1-16,-1 12 9 0,1-4-3 0,0-8-1 0,0 13 7 15,1-6-1-15,-1-7 5 0,0 17 6 0,-1-12-8 16,2 3-2-16,-1-8-2 0,0 14 0 0,0-6-8 16,0-8 12-16,-1 16-4 0,1-6-2 0,0-1-1 15,0 2 1-15,-1-1 0 0,2 0-9 0,-1-2 6 16,1 1-3-16,-1 2 8 0,0-5-7 0,0-6 1 16,0 18-4-16,0-10 3 0,-1 3-3 0,1-4 1 15,0 3 3-15,-1-4 2 0,1-6-5 0,0 16 5 16,0-6-3-16,-1-2-3 0,1 1 0 0,0-9 3 15,0 15 0-15,0-5 3 0,1-1 0 0,-1 0-1 16,0 1-4-16,0-2 3 0,0-2-5 0,0-6 1 16,1 16-2-16,-2-8 1 0,1 1 2 0,0-2 0 15,1 2-3-15,-1-2-2 0,0 2 4 0,0 0 5 0,0 1-2 16,0-3 2-16,0-7 25 0,-1 16-3 16,3-7-1-16,-3-1-1 0,1-8-5 0,0 16 1 15,1-10 2-15,-1 1-8 0,-2 2-2 0,3-1-3 16,-1-8 3-16,0 12-3 0,0-2-3 0,1-5 4 0,-1-5-3 15,-1 15-1-15,1-7 0 0,0-8 1 16,1 11-1-16,-2-3-11 0,1-8 11 0,0 13-4 16,1-6 0-16,-1-7 2 0,0 10-2 0,2-1 9 15,-2-9-12-15,0 11 1 0,0-3 5 0,0-8-6 16,1 10-2-16,-1-3 0 0,0-7 4 0,-1 11 0 16,1-11 0-16,0 13-1 0,0-7 2 0,0-6-12 15,0 12 10-15,1-5 3 0,0-1-5 0,-1-6 7 16,-1 13-5-16,1-13 5 0,0 12-14 0,0-5 8 15,0-7 1-15,0 16 0 0,1-11 1 0,-1-5-1 0,-1 12-1 16,2-6-2-16,-1-6-13 0,0 13 17 16,0-13 3-16,2 12-1 0,-2-7 1 0,0-5-3 0,-2 14 0 15,2-8-2-15,0-6 1 0,2 13-1 0,-2-13 1 16,0 13-3-16,0-5 1 0,-2-1 3 0,2-7 0 16,-1 15-1-16,1-9 1 0,0-6 1 0,0 14-1 15,0-6 5-15,1-1-16 0,-1-7-1 0,0 14 16 16,0-8 1-16,0-6 0 0,0 13-2 15,-1-6-6-15,1-7 10 0,0 12 0 0,-1-5 3 0,2 1 1 16,-1 1-3-16,1-1-3 0,-1-1 5 0,2 1-7 16,-2-8 1-16,-2 16 1 0,2-9 2 0,2 0-13 15,-2-7 8-15,-2 16-1 0,2-9 0 0,0-7 0 16,0 16-2-16,2-6-1 0,-4-1 1 16,1-2 2-16,1-7-3 0,1 14 2 0,-1-6 5 0,2 1-7 15,-1 1 0-15,-1-1 0 0,-1 1-1 0,1-2 3 16,0 2-3-16,0-2-3 0,1 2 9 0,-2 0-8 15,1-10 4-15,-2 14-4 0,4-8 1 0,0 5 1 16,-2-3-3-16,0-1 6 0,2 0 0 0,-2-7-3 16,-3 14 0-16,4-7 3 0,-1 0-3 0,0-7 1 15,2 14 6-15,-4-6-7 0,5-2-4 0,-3-6 5 16,-1 14 0-16,1-7-1 0,0 2 0 0,0-9 3 16,0 12-3-16,0-5 0 0,0-7 0 0,0 12 0 15,0-12 0-15,0 12-1 0,0-12 0 0,1 11-3 16,-1-6 3-16,0-5 0 0,1 11 0 0,-1-11 1 15,-1 13-1-15,2-9-1 0,-1-4 5 0,0 11-3 16,0-11-1-16,1 10 0 0,-1-10 0 0,0 11 1 16,0-11 1-16,4 9-2 0,-5-3 1 0,1-6 1 15,0 8-2-15,0-8 1 0,1 10 0 0,-1-10 0 16,0 10 6-16,0-10-15 0,0 10 13 0,0-10-5 16,0 0 2-16,-1 11 0 0,1-11 0 0,1 11 2 15,-1-11-3-15,-1 6-1 0,1-6 3 0,1 7-4 0,-1-7 1 16,0 9 0-16,0-9-2 0,1 7 4 15,-1-7-2-15,0 0 1 0,0 10 3 0,0-10 0 16,0 8-4-16,0-8 1 0,0 0-2 0,0 13 2 16,0-13 0-16,0 0-1 0,-1 8-1 0,1-8 2 0,1 7 0 15,-1-7 2-15,0 0 0 0,-1 9-12 16,1-9 13-16,0 9-6 0,0-9 3 0,0 8 6 16,0-8-6-16,1 7 2 0,-1-7 2 0,2 8-5 15,-2-8-4-15,0 9 5 0,0-9 3 0,0 0-4 16,0 10 1-16,0-10 4 0,0 11-10 0,0-11 11 15,-2 8-5-15,2-8 0 0,3 8 3 0,-3-8-3 16,0 8 1-16,0-8 0 0,0 9-2 0,0-9 1 16,1 8 1-16,-1-8-2 0,0 7 3 0,0-7-2 15,0 10-2-15,0-10 1 0,0 12 0 0,0-12 2 0,0 10-3 16,0-10 2-16,0 8 0 0,0-8 0 0,-1 9-1 16,1-9 0-16,0 8 1 0,0-8-1 15,0 0-2-15,0 11 3 0,0-11 1 0,1 8-4 16,-1-8 2-16,0 9-2 0,0-9 1 0,0 7 4 0,0-7-3 15,1 8 0-15,-1-8 0 0,0 0 1 0,0 9-1 16,0-9-3-16,0 0 4 0,0 10-6 0,0-10 9 16,0 0-3-16,0 10 0 0,0-10 3 15,0 7-3-15,0-7 1 0,0 9-2 0,0-9 0 16,0 0 3-16,3 10 1 0,-3-10-2 0,0 8-3 0,0-8 1 16,1 7 4-16,-1-7-3 0,0 0-1 0,0 0 0 15,0 12 1-15,0-12 2 0,0 8-1 0,0-8-4 16,3 10 14-16,-3-10-17 0,0 9-1 15,0-9 2-15,0 9 3 0,0-9 2 0,-1 8-5 0,1-8 3 16,2 8-2-16,-2-8 3 0,1 8 4 0,-1-8-3 16,0 8 0-16,0-8-1 0,2 8 1 0,-2-8 0 15,2 9-1-15,-2-9 6 0,2 9-6 16,-2-9 1-16,1 8 4 0,-1-8-2 0,-1 9 0 16,1-9 0-16,0 0-1 0,-2 10 1 0,2-10 0 0,-1 7 0 15,1-7-1-15,0 0 0 0,-1 10-1 0,1-10 4 16,0 0 2-16,0 8-5 0,0-8 2 0,0 0 0 15,0 0-1-15,-3 6 1 0,3-6-2 0,0 0 4 16,0 0-1-16,0 0 0 0,0 0 0 0,0 0-4 16,0 0-1-16,0 0 1 0,0 0 3 0,0 0 0 15,0 0-2-15,0 0 2 0,0 0 2 0,-1 8 0 16,1-8-1-16,0 0 4 0,0 0 1 0,0 0-2 16,0 0 1-16,0 0-9 0,0 0-27 0,0 0-36 15,0 0-60-15,0 0-65 0,0 0-50 0,-20-14-56 16,13 7-63-16,1 1-67 0,-2-3-269 0,3-1-752 15,4-1 334-15</inkml:trace>
  <inkml:trace contextRef="#ctx0" brushRef="#br0" timeOffset="-121459.45">23598 14186 6 0,'0'0'51'0,"0"0"1"0,0 0-2 0,0 0 2 15,0 0 0-15,0 0-2 0,0 0-2 0,0 0 1 16,0 0-7-16,0 0-2 0,0 0 2 0,0 0-13 16,0 0 4-16,0 0-4 0,0 0 0 0,0 0-11 15,0 0-6-15,0 0 5 0,0 0 4 0,0 0 9 16,0 0-5-16,-13 12 4 0,13-12 9 0,0 0-1 15,0 0 2-15,0 0 6 0,0 0 3 0,0 0 14 16,0 0 6-16,0 0-9 0,0 0 14 0,0 0-4 16,0 0 0-16,0 0-6 0,0 0 0 0,0 0-4 15,0 0-6-15,0 0-3 0,0 0-2 0,0 0-3 16,-9 0-1-16,9 0-7 0,0 0 2 0,0 0-2 16,0 0 0-16,0 0-2 0,-12 0 3 0,12 0-6 15,0 0 3-15,0 0-2 0,0 0 2 0,0 0-2 16,-9 0-2-16,9 0 1 0,0 0 1 0,0 0-4 15,0 0-4-15,0 0 6 0,0 0-9 0,0 0 4 16,0 0-4-16,0 0-3 0,0 0-2 0,0 0-2 16,0 0-5-16,0 0 1 0,0 0 0 0,0 0-2 15,0 0-2-15,0 0-1 0,0 0 2 0,0 0-4 16,0 0 2-16,0 0-5 0,0 0 1 0,0 0-1 16,0 0 0-16,0 0-2 0,0 0 4 0,0 0 0 15,0 0-1-15,0 0-2 0,0 0 3 0,0 0 1 16,31 4 1-16,-31-4 0 0,15-1-5 0,-6 1 3 15,2 0 2-15,0-3 7 0,3 3-5 0,-2 0-2 16,5 0 4-16,0 0-5 0,-3-2 1 0,3 2-1 16,-2-1 7-16,-2 1-5 0,5-2-1 0,-5 2-1 15,6-3 8-15,-3 2 0 0,-2 0-3 0,6 1-1 16,-3-2 0-16,3 1 1 0,-2-1 1 0,-4 1 0 16,4 1-2-16,-5-1-1 0,4-1 5 0,-2 2-5 15,1-3 10-15,4 2 5 0,-3 1-2 0,2-2-2 16,1 1 0-16,-1 1-2 0,0 0 0 0,-3-3-3 15,3 1 1-15,-3 1-3 0,-4 1-1 0,1 0-1 16,1-3 1-16,-2 2 0 0,2-1 0 0,0 0 4 16,0 1 3-16,-2-1-3 0,0 2 2 0,1-1-4 15,-1 0-3-15,0-2 2 0,-1 3-2 0,0 0-4 16,0-1 5-16,1 1-6 0,-1-1 1 0,-2 1 3 16,2 0-1-16,-2-3 0 0,0 2 0 0,1 1 1 15,-2-1 9-15,-8 1-1 0,17-3 1 0,-9 3-2 16,-8 0 0-16,19 0 1 0,-10-1-5 0,2 1 1 15,0-2-1-15,-2 1 5 0,1 1 4 0,2-1 4 16,-1 0 0-16,1 0 0 0,0 1 0 0,0 0-4 16,0-2 7-16,-1 1-7 0,2-1 0 0,3 2 3 15,0-2-1-15,-2 1-5 0,1-2 7 0,3 3-3 16,1-2-6-16,-6 0 2 0,5 2-6 0,-1-1 2 16,-3 0 0-16,-1-1-6 0,-1 2 2 0,2-2-4 15,-1 1 5-15,6 1 2 0,-6 0-2 0,2 0-1 16,-2 0 1-16,5 0 1 0,0-2 1 0,0 1 2 15,-5 0-2-15,6-1 0 0,-2 2-3 0,1 0 1 16,0-1 9-16,-5-1-5 0,6 1-2 0,-3 0-2 16,-3 1 1-16,0 0-2 0,5 0 5 0,-4 0 0 15,4 0-3-15,-1-1 3 0,-5 0-1 0,0 1 11 16,2 0-12-16,-1 0-4 0,5-3 5 0,-5 3-2 16,-1-1-4-16,1 1 4 0,0 0-3 0,5-1 6 15,-7 0-7-15,7 1 4 0,-1-1-3 0,2 0-2 16,-6 0 2-16,1-1-3 0,0 1 4 0,1 1 5 15,-3 0-9-15,3-1 1 0,-2 1-4 0,1-2-1 16,0 2 2-16,-1 0 2 0,1-1-2 16,5 1 3-16,-5 0-3 0,-1 0 1 0,3-1 6 0,2 0 5 15,0 1-3-15,0 0 2 0,0 0 1 0,0 1-5 16,0-2-8-16,-2 0 5 0,1 2-2 0,2 0 1 16,1-1 0-16,0 0-2 0,-4 0 3 0,5 1-5 15,-2-1-1-15,-1 0 5 0,2 0 0 0,-2 0-3 16,3 0 2-16,-1 0 1 0,-2 0 5 0,0-1 8 15,0 2-13-15,2-2 5 0,-2 2-4 0,2-1 6 16,-4-1-2-16,4 1-2 0,-3 0 0 0,0 0 4 16,1 1-1-16,-3-2-3 0,4 1 4 0,-4-1-4 15,6 0-5-15,-1 1 9 0,-3-2-21 0,2 4 13 16,1-1-5-16,-2-2 12 0,-4 2-7 0,3-1 1 16,2 0-2-16,-2-1-8 0,1 1 4 0,-2 1 8 15,2-1-7-15,2 0 6 0,-2-1-5 0,0 1 3 16,0 0-3-16,-2-2 0 0,4 2 2 0,-2 0 1 15,0-1 2-15,-7 0-3 0,8 1 0 0,-2 1 7 16,-3-2-10-16,5 1 6 0,-2-2 1 16,-4 2 10-16,5 0-7 0,-3 0-12 0,-1 0 5 15,-1-1-2-15,1 1 6 0,-3-1 3 0,2 1 2 0,1-2-9 16,-1 2-6-16,1 0 5 0,-3-1 3 0,3 2-6 16,-3-2 0-16,2-1 7 0,-3 2-6 0,1 2 5 15,-2-4-6-15,5 2 5 0,-2 0-12 0,-2 0 15 16,3 0-7-16,-2-3 3 0,1 4 2 0,-1-1-1 15,-2-1-6-15,5 0-1 0,-4 1 2 0,4 0-5 16,-3-1 6-16,0 2 20 0,3-2-20 0,-3 1 7 16,3 0 1-16,-3-2 0 0,2 4-2 0,-1-4-2 15,-1 1 1-15,0 0 15 0,3 1-11 0,-1 0-9 16,-1-2 4-16,1 3 0 0,-1-2-7 0,1 1 5 16,2-1 14-16,1 0-12 0,-3 1 4 0,3 0-1 15,-5-2-4-15,5 2 6 0,1-1-9 0,-4 1 8 16,6 0-2-16,-7-1-1 0,6 0-1 0,-4 0 0 15,3-2-10-15,-3 2 11 0,5 1-4 0,-2-2 9 16,1 1-5-16,-1 1 0 0,0 0 4 0,0-1-6 16,2 1 1-16,-9 0-1 0,7-2 1 15,-2 2-1-15,1 0 0 0,-3-1-2 0,3 1 4 16,-1-2 1-16,-1 2-1 0,-3 0-2 0,2 0 0 0,3 0-6 16,-5 0 8-16,3-1-1 0,-1-1 2 0,1 4-5 15,-1-5 3-15,1 3 2 0,0 0-1 0,-2 0 0 16,1-2-3-16,0 2 2 0,1-1-1 0,3 0 4 15,-3 0-4-15,-1 1-1 0,3-1 1 0,-3-1-1 16,0 1 2-16,0 0 3 0,-3-1-1 0,4 2 7 16,-1-3-10-16,3 3 4 0,-3 0 8 0,-1 0-8 15,-1-2-1-15,2 0-2 0,1 0 0 0,-1 2-2 16,0-1 1-16,-1 0 6 0,3-1-7 0,-2 1 3 16,0 1-1-16,3 0-7 0,-4 0-1 0,1-2 14 15,0 1 1-15,0-1-10 0,1 1-4 0,-1 1 2 16,-1-2 7-16,-1 1-7 0,2 0 1 0,-1-2 3 15,-2 2-3-15,4 1-1 0,-3-1 3 0,2-1 0 16,3 4-3-16,-5-2 3 0,3 0-6 0,-1-2-6 16,3 1 15-16,-3 0 1 0,-2 0-6 15,2 1 1-15,-3-2-1 0,4 2 4 0,-3 0-7 0,1-1-2 16,1-1 5-16,-2 2-7 0,1 0 8 0,-1-2-4 16,1 2-3-16,-1 0 2 0,1 0 8 0,-3-1-3 15,4 0-1-15,-3-1 3 0,-1 1-4 0,2 0 2 16,0-1-2-16,-1 2 3 0,-1-1-7 0,2 0 15 15,0-1-10-15,0 2 0 0,0-2 2 0,1 2-3 16,-2-1 3-16,0-1 1 0,-2 2-4 0,3-1 1 16,0 1-4-16,0-1 6 0,-1 1-3 0,-2-3-1 15,-8 3 1-15,14-1 3 0,-7 0 2 0,-7 1 4 16,12-1-3-16,-6-1 5 0,-6 2-5 0,11-1 3 16,-11 1-2-16,10 0 0 0,-10 0-2 0,12-1 1 15,-12 1 0-15,11-1 2 0,-11 1 1 0,7-1-1 16,-7 1-4-16,9-2 1 0,-9 2 0 0,10-1 2 15,-10 1-5-15,9 0 4 0,-9 0-5 0,11 0 3 16,-11 0 0-16,8-2 0 0,-8 2-3 16,10-2 0-16,-10 2 3 0,8-2-3 0,-8 2 2 0,9 0 1 15,-9 0 2-15,11-3 0 0,-4 3-2 0,-7 0 0 16,9-2-2-16,-9 2 1 0,12 0-1 0,-12 0 0 16,12-2-2-16,-4 2-3 0,0-3 3 0,1 2-1 15,2 1-2-15,-4-1 1 0,-7 1-1 0,20-1 3 16,-14 0 2-16,4 1 1 0,-1-1-5 0,1 1 10 15,2-1-8-15,-2-1 4 0,0 1-1 0,0 0-1 16,-10 1-5-16,18-2 7 0,-10 1-5 0,1 1 4 16,1-1 0-16,-10 1-1 0,14 0-3 0,-5-1 5 15,0 1-3-15,-1-1 1 0,3 1 3 0,-11 0-1 16,18 0-4-16,-6-2 2 0,-3 2-1 0,2-1-2 16,1-2 2-16,-2 3-8 0,0 0 10 0,0-1-5 15,-10 1 2-15,20 0 3 0,-12-2-1 0,1 1-2 16,2 1 0-16,-4-1 3 0,-7 1-2 0,17-2 2 15,-9 2-4-15,-1-2 4 0,-7 2-2 0,16 0 1 16,-9 0-1-16,5 0-1 0,-12 0 9 16,13-1-11-16,-3 1 3 0,-1-1-4 0,0 1 6 0,-9 0 3 15,15-1-6-15,-7-1 3 0,-8 2-1 0,14-1-1 16,-14 1-3-16,12 0 2 0,-12 0 3 0,11 0-4 16,-11 0 1-16,10 0-7 0,-10 0 9 0,8-1-2 15,-8 1-2-15,10 1 2 0,-10-1 0 0,9-2 1 16,-9 2-1-16,8-2 2 0,-8 2 3 0,0 0-5 15,12 0-1-15,-12 0 1 0,9 0-2 0,-9 0 1 16,0 0 0-16,9-1 1 0,-9 1 5 0,0 0-6 16,10 0 1-16,-10 0 1 0,0 0-1 0,8-2 0 15,-8 2-2-15,0 0 4 0,0 0-1 0,0 0 1 16,12 2 1-16,-12-2-3 0,0 0 3 0,11-2-2 16,-11 2 2-16,5-4-2 0,-5 4 2 0,0 0 2 15,8-2 5-15,-8 2-1 0,0 0 1 0,9-1 2 16,-9 1 2-16,0 0 0 0,0 0 1 0,11 0 0 15,-11 0-1-15,0 0-1 0,0 0-3 0,8-1 1 16,-8 1-2-16,0 0-1 0,0 0-1 0,9-2 2 16,-9 2-4-16,0 0-1 0,0 0 5 0,0 0-2 15,0 0 0-15,0 0-2 0,0 0 3 0,0 0-1 16,10-1 1-16,-10 1-4 0,0 0 3 0,0 0-1 16,0 0 2-16,0 0 5 0,0 0-6 0,0 0 0 15,0 0 0-15,0 0-2 0,0 0 1 0,0 0 6 16,0 0-5-16,0 0 0 0,0 0-2 0,0 0-3 15,8-3 5-15,-8 3-2 0,0 0-1 0,0 0 2 16,0 0-5-16,0 0 3 0,0 0-4 0,0 0-1 16,0 0 2-16,0 0-1 0,0 0 0 0,0 0 0 0,0 0 0 15,0 0-1-15,0 0-1 0,0 0 1 16,0 0 2-16,0 0-1 0,0 0-3 0,0 0 1 16,0 0 1-16,0 0 1 0,0 0-4 0,0 0-3 15,0 0 2-15,0 0-4 0,0 0-17 0,0 0-13 16,0 0-18-16,0 0-19 0,0 0-32 0,0 0-26 15,0 0-26-15,0 0-30 0,0 0-31 0,-28 0-22 16,28 0-29-16,-19-1-50 0,12-1-35 0,-3 2-261 16,10 0-669-16,-18-4 297 0</inkml:trace>
  <inkml:trace contextRef="#ctx0" brushRef="#br0" timeOffset="-110877.05">29636 13714 80 0,'0'0'128'0,"-12"0"-16"0,12 0-4 15,0 0-2-15,0 0 1 0,-9-1-7 0,9 1-1 16,0 0-1-16,0 0 2 0,0 0 3 0,0 0-3 16,0 0-2-16,0 0-6 0,-11 1 0 0,11-1-5 15,0 0-2-15,0 0-2 0,0 0-9 0,0 0-2 16,0 0-6-16,0 0-5 0,0 0-4 0,0 0-6 16,0 0-5-16,0 0-5 0,0 0 2 0,0 0-9 15,0 0-1-15,0 0-8 0,0 0-2 0,0 0 0 16,0 0-4-16,0 0-1 0,0 0-5 0,0 0 1 15,0 0-2-15,0 0 1 0,0 0 2 0,0 0-4 16,0 0-5-16,0 0 1 0,29 6 0 0,-21-5 0 16,1 0 0-16,0 0-4 0,1 3 2 0,0-1 1 15,2 1-5-15,-3-2 2 0,2 1-2 0,-1 2 0 16,-2-2-1-16,2 1 3 0,1 1-3 0,-2 0 1 16,-1 0 3-16,1 1-4 0,0-2 7 0,-1 2-4 15,2 1-4-15,-3-4 0 0,-2 2 0 0,1-1 0 16,2 3-15-16,-4-2 0 0,-1-2 2 0,1 3-3 15,-1-1 5-15,-1 1 3 0,-2-6 1 0,2 12 0 16,-4-3 1-16,2-9 0 0,-5 15 9 0,0-3 9 16,-4-4 2-16,-2 4 8 0,-3 0-1 0,-2-1 0 15,1 1-1-15,-8 1 1 0,-1 0-3 0,0 0-1 16,5-6 1-16,-1 2-3 0,-2-2-6 0,4 3-16 16,-2-3-16-16,3 0-34 0,-2 1-29 0,3-1-46 15,3-3-49-15,3 2-185 0,-3-3-399 0,4 1 177 16</inkml:trace>
  <inkml:trace contextRef="#ctx0" brushRef="#br0" timeOffset="-109856.38">30096 13931 168 0,'0'0'206'0,"0"0"-9"0,0 0-3 0,0 0-12 16,-5-7-11-16,5 7-8 0,0 0-14 0,0 0-5 15,0 0-16-15,0 0-8 0,0 0-7 0,0 0-10 16,0 0-8-16,0 0-10 0,0 0-10 0,0 0-6 16,0 0-9-16,0 0-7 0,0 0-7 0,0 0-2 15,0 0-4-15,0 0-4 0,0 0-3 0,0 0-2 16,0 0-2-16,0 0 1 0,9 23 7 0,-9-23 1 16,2 12 5-16,2-6-9 0,-3 0-2 0,3 2 0 15,-3-3-5-15,3 3-2 0,-1 1 0 0,-1-1-5 16,2 3 1-16,-1-3 0 0,2 3-1 0,-1-2 0 15,0 0 3-15,1 0 30 0,-3 0-3 0,3-2-2 16,1 1-19-16,-4 0-7 0,4 1 13 0,-3-1 0 16,1 2-5-16,1-4-2 0,0 3-5 0,-1-1 1 15,1-2 4-15,1 0-7 0,-2 0 3 0,0 0-5 16,0-1 4-16,2 3-2 0,0-3 0 0,-4 0-4 16,3-2 6-16,-5-3-5 0,8 7-3 0,-6-3-3 15,-2-4 2-15,5 8-2 0,-5-8 1 0,4 4-2 16,-4-4 6-16,0 0 6 0,5 5 14 15,-5-5-2-15,0 0 5 0,0 0 6 0,5 4 9 0,-5-4 8 16,0 0 7-16,0 0 7 0,0 0-2 0,0 0-3 16,0 0-9-16,0 0-3 0,11-8 0 15,-11 8-2-15,5-7-5 0,-1 0-5 0,0 0-6 0,-1-1-7 16,4-2-2-16,-2-1 1 0,1-2-6 16,2-2-5-16,1 1 2 0,0-1-6 0,0-1 1 0,0 0-2 15,1-1-3-15,0 1 4 0,0 2-8 0,0-4-3 16,1 4 9-16,0 0 6 0,1 1-6 0,-3-1-7 15,-3 5 12-15,2-2 2 0,-2 0-2 0,1 3 3 16,-4 1-2-16,1 2-1 0,-1-2 3 16,1 0 3-16,1 2-4 0,-5 5-5 0,5-8 2 15,-3 4-3-15,-2 4-4 0,0 0 4 0,6-10 1 0,-6 10-8 16,2-3 6-16,-2 3-3 0,0 0-3 0,5-6 1 16,-5 6-4-16,0 0 2 0,0 0 0 0,3-10-7 15,-3 10 4-15,0 0 1 0,0 0-5 0,0 0-1 16,0 0 1-16,0 0 1 0,0 0-4 15,4-3 1-15,-4 3-1 0,0 0-3 0,0 0 2 0,0 0 2 16,0 0-3-16,0 0-2 0,0 0-1 0,0 0-1 16,0 0-1-16,0 0 3 0,0 0-2 0,0 0 4 15,0 0-7-15,0 0 1 0,0 0 0 16,0 0-3-16,0 0-4 0,0 0-4 0,0 0-10 16,0 0-3-16,0 0-15 0,0 0-8 0,0 0-17 15,0 0-18-15,0 0-16 0,0 0-16 0,0 0-19 0,0 0-18 16,0 0-15-16,0 0-17 0,0 0-28 0,0 0-48 15,0 0-59-15,0 0-260 0,0 0-633 0,0 0 281 16</inkml:trace>
  <inkml:trace contextRef="#ctx0" brushRef="#br0" timeOffset="-108614.48">23592 9615 87 0,'0'0'166'15,"0"0"4"-15,0 0-2 0,4-6-8 0,-4 6 3 0,0 0-13 16,0 0-5-16,0 0-6 0,0 0-7 0,0 0-9 16,0 0-5-16,0 0-9 0,0 0-6 15,0 0-4-15,0 0-6 0,0 0-7 0,0 0-6 0,0 0-10 16,0 0-7-16,0 0-7 0,0 0-6 0,0 0-1 16,0 0-10-16,0 0-3 0,0 0-3 15,0 0-3-15,0 0-1 0,0 0-3 0,0 0 8 0,-16 17 1 16,12-10 0-16,-5-1-6 0,1 1 4 0,0 0-4 15,1-1-1-15,-2 2 9 0,-1-1-1 0,1 0-2 16,-1 0 7-16,1 1-11 0,0-1-1 0,-3 0-5 16,4-2 0-16,1 3 0 0,-1-2-1 0,2-2-6 15,-1 0-2-15,0 1 1 0,1-1-1 0,1 0-1 16,-1 0 2-16,6-4-5 0,-9 6-4 0,5-2 6 16,4-4-5-16,-7 3-4 0,7-3-8 0,-7 4-15 15,7-4-13-15,0 0-21 0,-9 2-23 0,9-2-32 16,0 0-38-16,-7 1-39 0,7-1-31 0,0 0-217 15,0 0-468-15,0 0 208 0</inkml:trace>
  <inkml:trace contextRef="#ctx0" brushRef="#br0" timeOffset="-108377.08">23571 9628 194 0,'0'0'191'0,"0"0"-11"0,0 0-17 15,0 0 1-15,0 0-3 0,0 0 10 0,14 7-13 0,-10-5-14 16,-4-2-11-16,5 10-15 0,-1-5-12 16,-1 1-10-16,1 0-9 0,3-1-6 0,-2 0-10 15,2 2-6-15,-3-1-6 0,3 2 0 0,0 0-9 0,1-4-6 16,-3 2-5-16,0 1-11 0,-1-1-19 0,2-1-30 16,-2 0-42-16,-1 0-46 0,-3-5-37 15,7 7-35-15,-4-2-162 0,-3-5-369 0,5 5 164 16</inkml:trace>
  <inkml:trace contextRef="#ctx0" brushRef="#br0" timeOffset="-107793.58">22398 10032 206 0,'0'0'253'0,"0"0"-6"0,0 0-16 0,0 0-15 16,16-17-20-16,-16 17-9 0,7-6-14 0,0-3-9 16,2 2-16-16,0 1-10 0,0-3-13 0,1 2-10 15,2-2-8-15,1-1-12 0,2 0 5 0,-5 1-13 0,2-2-9 16,-2 3-5-16,3-3 6 0,-6 2-20 16,3 1-6-16,-2 0 1 0,-1 1-6 0,-2-3 2 15,2 5-11-15,-2-4-1 0,-1 4 1 0,-1 0-2 16,-3 5 3-16,5-9-1 0,-2 4 0 0,-3 5 3 15,3-6-8-15,-3 6 1 0,3-7-1 0,-3 7-2 16,0 0-6-16,6-3-2 0,-6 3-3 0,0 0-3 16,0 0-1-16,0 0 0 0,0 0 10 0,0 0-14 15,0 0-4-15,0 0 2 0,0 0-5 0,0 0 7 0,-15 15-3 16,10-9-3-16,-2 2 3 0,1 0 4 16,-2 2 5-16,2-3-1 0,1 5 1 0,0-3 6 15,-2 0-11-15,1 0-1 0,4 2 1 0,-2-3-7 16,1 4 7-16,2-3-5 0,-1-2-4 0,4 1 1 0,-2-8 2 15,2 10-4-15,1-3 8 0,2-2-3 0,3 4 4 16,1-5-4-16,1-1-1 0,4-1-9 0,4 0-15 16,1-2-8-16,-1 2-25 0,0-4-26 0,2 0-20 15,-3 0-29-15,-1-5-32 0,-4 6-51 0,2-3-53 16,-5 0-51-16,-4 3-170 0,3-3-519 0,-1-3 230 16</inkml:trace>
  <inkml:trace contextRef="#ctx0" brushRef="#br0" timeOffset="-107560.74">22503 9611 255 0,'-8'-4'427'0,"1"0"-38"16,1 0 2-16,6 4 8 0,-8-3-5 0,8 3-2 15,-6-4-15-15,6 4-23 0,0 0-24 0,-8-2-26 16,8 2-19-16,0 0-36 0,0 0-26 0,0 0-20 15,-6-4-18-15,6 4-26 0,0 0-12 0,0 0-17 16,0 0-17-16,0 0-26 0,0 0-55 0,0 0-78 16,0 0-107-16,0 0-79 0,0 0-33 0,0 0-59 15,0 0-83-15,0 0-326 0,0 0-795 0,0 0 352 16</inkml:trace>
  <inkml:trace contextRef="#ctx0" brushRef="#br0" timeOffset="-103655.64">23213 14379 57 0,'1'-7'196'0,"-1"7"-6"16,0 0-6-16,0 0-12 0,0 0-11 0,0 0-8 15,0 0-8-15,0 0-10 0,0 0-4 0,-1-12-5 16,1 12-4-16,0 0-7 0,0 0 2 16,0 0-14-16,0 0-6 0,0 0-12 0,0 0-1 0,0 0-13 15,-5-6-4-15,5 6-9 0,0 0-5 0,0 0-4 16,0 0-6-16,-13 0-1 0,13 0-8 0,0 0-4 15,-12 6-1-15,9-2-4 0,-5-2 1 16,3 2-7-16,5-4 2 0,-10 7-2 0,4-2 3 16,3 1-2-16,-5-2-1 0,2 3-1 0,1-2 1 15,-2 3-1-15,3-4-4 0,0 2 1 0,-2 0-1 0,4 0-3 16,-2 1 0-16,-1-1-2 0,2 1-1 16,0-1-1-16,1 0 2 0,-1 0 0 0,2 1 2 15,1-7-4-15,-4 12 0 0,4-12-3 0,0 13 0 16,0-13 0-16,0 13 1 0,3-7 1 0,-3-6 2 15,1 11 1-15,0-4 15 0,-1-7-1 0,4 9-3 0,-1-1 0 16,-3-8 0-16,6 7-2 0,-2-3 0 0,0 0-3 16,-4-4 2-16,9 8-2 0,-6-4 11 0,3 0-5 15,-6-4 4-15,11 4 7 0,-4-2-8 16,1-1 0-16,0 1-4 0,1 2 3 0,4-6-3 16,-2 2 3-16,1 0-1 0,1 0 5 0,-2 0 3 15,2-2-6-15,0 0-2 0,-3 1 1 0,3-3 0 16,-3 3-3-16,0-2 1 0,2 1 8 0,-5-1-10 0,2 2-1 15,1-3-3-15,-4 2 0 0,0-2 3 16,1 0-7-16,-7 4 2 0,12-4 1 0,-8 0-4 16,1 2 11-16,0-3-14 0,1 1 3 0,0 0 5 15,-6 4-7-15,9-5 3 0,-7 0-5 0,-2 5-2 0,5-8 4 16,-2 3-5-16,-3 5 5 0,4-10 0 16,-4 10-8-16,2-9 5 0,1 2 0 0,-3 7 5 15,0-13-12-15,2 7 1 0,-2 6 1 0,-2-14 0 16,2 8 6-16,0 6 1 0,0-13 0 0,0 6-1 15,0 7 1-15,-1-9 5 0,1 9 0 0,-3-12 0 16,3 12 4-16,-2-8-8 0,2 8-11 0,-2-9 13 16,2 9 2-16,-2-10-3 0,2 10-7 0,-4-9 5 15,4 9-5-15,-3-9 4 0,3 9 0 0,-5-6-2 16,5 6-8-16,-2-7 7 0,2 7 1 0,-4-6-3 16,4 6 2-16,-6-4 0 0,6 4-1 0,-4-7-2 15,4 7 6-15,-6-6-2 0,6 6-2 0,-3-6-2 16,3 6 4-16,-6-5-2 0,6 5-2 0,0 0-5 15,-6-5 7-15,6 5-1 0,0 0 8 0,-7-6-10 16,7 6 1-16,-6-4 2 0,6 4-6 0,-7-3 0 16,7 3 0-16,0 0 5 0,-9-1-4 0,9 1 5 15,-10-1-3-15,10 1-3 0,0 0-3 0,-12-1 4 0,12 1-1 16,0 0 1-16,-13 0-2 0,13 0 10 16,-7 1-5-16,7-1-6 0,0 0 2 0,-12 1 0 15,12-1 6-15,-8 1-8 0,8-1 8 0,-10 0-5 16,10 0 11-16,-9 2-20 0,9-2 10 0,-11 4-4 15,4-3 11-15,7-1-12 0,-10 3 8 0,4-2-5 16,6-1 5-16,-12 2-5 0,7 0 6 0,5-2-3 16,-10 2 1-16,10-2 4 0,-9 4 11 0,9-4-21 15,-9 4 2-15,9-4 0 0,-8 4 2 0,8-4-8 16,-7 2 7-16,7-2-2 0,-8 3 2 0,8-3 0 16,-8 2 4-16,8-2-9 0,-5 4 7 0,5-4-2 15,-7 4-3-15,7-4 20 0,-7 5-12 0,7-5-5 16,-8 5 7-16,8-5-9 0,-8 3 7 0,8-3-2 0,-8 4 3 15,8-4-5-15,-7 3 4 0,7-3 1 16,-7 4-4-16,7-4 3 0,-8 3-1 0,8-3 0 16,-6 6 5-16,6-6-5 0,-8 3-16 0,8-3-17 15,-5 5-22-15,5-5-21 0,-9 2-23 0,9-2-18 16,0 0-24-16,-8 3-23 0,8-3-39 0,0 0-49 16,-7 4-39-16,7-4-185 0,0 0-513 0,0 0 227 15</inkml:trace>
  <inkml:trace contextRef="#ctx0" brushRef="#br0" timeOffset="-100844.18">23599 14086 36 0,'0'0'90'16,"0"0"4"-16,-3-7 5 0,3 7-20 0,0 0-2 15,0 0-6-15,0 0 1 0,0 0-7 0,2-13 6 16,-2 13-9-16,0 0 6 0,0 0-8 0,1-9 5 15,-1 9-1-15,0 0 10 0,0 0 1 0,1-8 2 16,-1 8-8-16,0 0-4 0,1-8 2 0,-1 8 4 16,0 0-5-16,0 0 2 0,0 0 0 0,0-8-6 15,0 8-5-15,0 0 2 0,0 0-1 0,0 0-4 16,0-9-5-16,0 9 6 0,0 0 1 0,0 0-2 16,0 0 3-16,0 0 0 0,0 0-2 0,2-9-1 15,-2 9-3-15,0 0-3 0,0 0-2 0,0 0-5 16,0 0-5-16,0 0 1 0,0 0-6 0,0 0-1 15,0 0-5-15,0 0-6 0,0 0 1 0,0 0-7 16,0 0 2-16,0 0-5 0,0 0-1 0,0 0-3 16,0 0-1-16,0 0-3 0,0 0-1 0,0 0 2 15,0 0-1-15,0 0-6 0,0 0 4 0,0 0 1 16,0 0 2-16,0 0-3 0,0 0-1 0,5 29 3 16,-5-22-1-16,1 3 0 0,-1-3-4 0,1 2 1 15,-1 3 4-15,0-3-4 0,2 1 4 0,-1 0 1 16,0 2-3-16,0-2 3 0,2 0 1 0,-2 2 0 15,2-1 0-15,-4 1 0 0,2-2 3 0,0 2 4 16,3-1 11-16,-3 2 2 0,1 0 5 0,0-3 5 16,-1 2 2-16,1-1-3 0,-1 0-3 0,3-1 13 15,-3 0-7-15,0 0 3 0,-1-1-5 0,1 3 7 16,1-4-11-16,-1 1-4 0,-1 1 7 0,0-1-2 16,0 1-6-16,1-1 2 0,-1 1-3 0,2 0 0 15,-2-3-2-15,0 2-9 0,1-2 3 0,-1 3-1 16,1-3 0-16,-1-7 1 0,2 15-1 0,-2-7 3 15,0 0 2-15,1-2 19 0,-1-6-4 0,0 17-2 16,0-8-2-16,1 1-2 0,-1-3 0 0,0 0 12 16,1 4 1-16,-1-1-13 0,-1-3-5 0,1-7-7 15,0 15 3-15,0-9-2 0,1 4-5 0,-1-3 5 16,0-7-2-16,0 15 1 0,0-9-1 0,0-6-3 16,2 12-8-16,-2-5 6 0,1 0-3 0,-1-7 5 15,1 16-3-15,-1-9 14 0,2-1 6 0,-2-6-9 16,-2 17 0-16,2-10-7 0,0 1 0 0,0-8 1 15,2 15 0-15,-2-8 1 0,1 5 0 0,-1-4-2 16,0 3-1-16,0-2 16 0,1 3-22 0,-1-3 14 16,0 0-11-16,0 2-3 0,-1 0 5 0,1 0-1 15,0-1 4-15,0 2-2 0,0-2-8 0,-1 1 5 16,-1-1-3-16,2-2 5 0,0 2-5 0,-1-3 8 16,1-7-1-16,-1 14 3 0,1-6-8 0,0-8-3 15,0 13 0-15,-2-6 1 0,2-7 3 0,0 12 0 16,-1-5-4-16,1-7 1 0,1 12-3 0,-1-12 1 15,0 11 2-15,0-11 3 0,0 9-1 0,0-9-4 16,2 6-5-16,-2-6 0 0,0 0 8 0,-2 10-7 16,2-10 5-16,0 0 2 0,0 0-5 0,0 0 12 15,2 7-11-15,-2-7-4 0,0 0 2 0,0 0 5 16,0 0-8-16,0 0 5 0,0 0-4 0,0 0 0 16,0 0-9-16,0 0-8 0,0 0-15 0,0 0-21 15,0 0-15-15,0 0-21 0,0 0-21 0,-8 6-24 16,8-6-21-16,-9 3-16 0,9-3-25 0,0 0-33 15,-23-2-51-15,15 1-22 0,-3-1-203 0,-1-1-546 16,12 3 242-16</inkml:trace>
  <inkml:trace contextRef="#ctx0" brushRef="#br0" timeOffset="-99877.1">23577 14077 13 0,'0'0'123'0,"-6"-6"-1"16,6 6 2-16,0 0-5 0,-4-7 4 0,4 7-9 0,0 0 2 16,0 0-5-16,0 0 2 0,0 0-3 0,0 0-9 15,-3-6-2-15,3 6-9 0,0 0-2 0,0 0-6 16,0 0-5-16,-4-5-2 0,4 5-1 0,0 0-6 15,0 0 3-15,0 0-6 0,0 0-4 16,-1-9 2-16,1 9-2 0,0 0 0 0,0 0-1 0,0 0 5 16,0 0-6-16,0 0-5 0,0 0-3 0,0 0-7 15,0 0-9-15,0 0-6 0,0 0-1 0,0 0-4 16,0 0-7-16,0 0 0 0,0 0-3 16,0 0-1-16,0 0-5 0,0 0-1 0,0 0-2 0,0 27 5 15,1-18-7-15,1 2-1 0,0 6-2 0,1-5 3 16,-2 5 2-16,-1 4 4 0,2-2 2 0,0 2 3 15,3 3 1-15,-2 1-2 0,-2-5 13 0,1 7-1 16,1-1 3-16,1-1-6 0,-3 0 1 0,2-1 2 16,-1-4 0-16,0-2-5 0,0 0 10 15,1 9 1-15,-1-7-1 0,1-2-2 0,1 7 5 0,-2-7-2 16,-1-1-5-16,3-1 0 0,-1 2 1 0,-2 0 3 16,2 0 8-16,-1 0 1 0,0-2-3 0,-1 0-4 15,0 0 6-15,0 0 2 0,1 1 9 16,-1-2-7-16,1-1-1 0,0 3-3 0,-2-5 0 15,1 4 6-15,-1-1-2 0,1-3 4 0,-1 5 1 16,0-4 4-16,0 1-12 0,0 2-6 0,0-3-2 0,0 0 1 16,0 3-3-16,0-4-4 0,1-1-4 0,-1 5 5 15,0-4-8-15,-1 3-2 0,0-2 8 0,1-1-4 16,0 1-1-16,-1-1 3 0,1 0 0 16,0-1 13-16,0 2-13 0,-2 3 7 0,0-4 0 15,1 1-12-15,-1-3-3 0,2 3 0 0,-1-1 6 16,1-1-7-16,-1 2 1 0,0-1-1 0,-1-1 7 0,2 1-4 15,0 6-5-15,0-5 3 0,0-3-3 0,0 0-2 16,0 3-4-16,3-3 6 0,-3 0-7 0,2 1 4 16,0 0 11-16,1-1-1 0,-3-3-2 0,2 3 0 15,-2-4 8-15,2 6-4 0,-1-3 1 0,1 4 3 16,-1-5 0-16,0 6 1 0,1-3-3 0,-1-2-1 16,0 5 0-16,1-4 7 0,0 3-6 0,-1-1 4 15,-2 5 1-15,1-2-4 0,-1 0 5 0,3 1 0 16,0 0 1-16,-1-1 1 0,-1 1-2 15,0-3-1-15,0 2 2 0,0 2-5 0,1-4-1 16,-3 2-2-16,0-4-4 0,1 0 0 0,0-2 0 0,1 1-6 16,0-3 3-16,-1 1-2 0,1-8 1 0,-2 11-1 15,2-11 0-15,-1 9 0 0,1-9 1 0,0 0-2 16,-1 9 2-16,1-9-17 0,0 0-19 16,0 0-40-16,0 0-39 0,0 0-40 0,0 0-44 0,-13-21-10 15,10 8-35-15,0-2-46 0,-1-10-80 16,-4-1-319-16,4-3-730 0,-1-3 323 0</inkml:trace>
  <inkml:trace contextRef="#ctx0" brushRef="#br0" timeOffset="-98334.18">22483 14288 40 0,'0'0'52'0,"0"0"-6"0,0 0 2 0,0 0-4 15,0 0-1-15,0 0-14 0,0 0-4 16,0 0 14-16,0 0-19 0,-21-4-4 0,21 4-1 16,-8-2-10-16,8 2-2 0,-9 0-4 0,9 0-1 15,-12-3 5-15,12 3-3 0,-12 0-4 0,12 0 5 16,-13-3 2-16,3 0-9 0,2 2 4 0,0-1-6 0,-2 0 2 16,-2 0-5-16,3 0-2 0,-2-1-3 15,-1 1 2-15,3 1-2 0,-3-3-1 0,2 3 2 16,-2-2 5-16,1 2 0 0,-2-3 8 0,0 4-1 15,1-1 9-15,1 1 0 0,1 0 7 0,0 0 5 16,10 0-2-16,-15-1 9 0,15 1-7 0,-12-3 3 16,12 3-6-16,-12 1 3 0,6-2 4 0,6 1 4 15,0 0 3-15,-16 0 1 0,16 0-1 0,-10 1 6 0,10-1-2 16,-11 2 4-16,11-2-9 0,-9 0 16 16,9 0 9-16,-9 2 0 0,9-2-8 0,-9 0 20 15,9 0-15-15,-8 2 2 0,8-2-8 0,-7 2 7 16,7-2-13-16,-7 2 0 0,7-2-3 0,-10 3-4 15,10-3 3-15,0 0 6 0,-10 3-8 0,10-3 0 16,0 0-1-16,-7 1 0 0,7-1-7 0,0 0 4 16,0 0-2-16,-4 4 2 0,4-4-8 0,0 0 4 15,0 0-2-15,0 0-3 0,0 0-3 0,0 0-6 16,0 0 10-16,0 0-3 0,0 0 5 0,0 0 7 16,0 0-6-16,0 0 4 0,0 0-3 0,0 0 0 15,0 0 10-15,16 7-6 0,-7-7 3 0,-2 1-6 16,2-1 1-16,5 2-1 0,-2-2 0 0,2 1 1 15,5-5 3-15,2 4 3 0,-2 0-2 0,3 0 2 16,0 0-6-16,-1 0-6 0,1 0 1 0,-1-1 0 16,7 2 0-16,-9-1-5 0,3-1-5 0,0 0 3 15,5 0-3-15,-8 1 0 0,3 0-1 0,0-2-1 0,-2 0-1 16,2 0 2-16,-2 1 2 0,-2 1-2 16,4-1-1-16,-2 0 1 0,0-2 0 0,1 3 1 15,-2-3-1-15,1 2 0 0,-3 0 2 0,1-1-4 16,2 0 0-16,-8 1-2 0,4-2 10 0,3 2 4 15,-5-3-5-15,2 3-1 0,-1 0-1 0,-3-2-2 16,2 2 3-16,-1 0-6 0,0-2 3 0,2 2-3 16,-3 0-2-16,-1 1 0 0,0-1 1 0,1 1-2 15,-4-1 1-15,-8 1-1 0,20 0 0 0,-9-1 8 16,-1-1-9-16,3 2-1 0,-2 0 9 0,1-1 5 16,2 1-2-16,0-1-2 0,0 1 1 0,1-1-1 15,0 0-3-15,-3 0-1 0,1 1 1 0,0-2-4 16,-2 1 2-16,2 2-5 0,-2-1 2 0,1-1 2 15,-2-1-2-15,2 2-1 0,0-1 2 0,-1 0-2 16,-2-1 1-16,2 1-1 0,-3 1 0 0,1-2 0 16,2 1 0-16,-2 1-2 0,1-3 4 0,-2 3-4 15,2-2-2-15,0 2 1 0,-10 0 2 0,16 0-1 16,-10 0-2-16,-6 0 3 0,13-1-1 0,-5 0 9 16,-8 1-5-16,15 0 0 0,-7 0 1 0,-8 0-5 15,15 0 0-15,-9-1 1 0,2 2 0 0,-8-1-1 16,14-1 1-16,-6 2 0 0,-1-1 11 0,-7 0-13 15,14-1 1-15,-5 0 0 0,-9 1-2 0,18 0 4 16,-5-2 4-16,-3 2-8 0,4-1 3 0,-2 0-5 16,-2-1 6-16,1 2-1 0,0-1 0 0,-1-2 0 15,0 2 1-15,3-1 0 0,-5 2 0 0,3-3-3 16,-3 2 0-16,1-1-1 0,-9 2 3 0,15-1-4 16,-8 1 0-16,-7 0 0 0,0 0 4 0,19-5-2 15,-19 5-7-15,10 0 0 0,-10 0-11 0,0 0-5 16,10-1-1-16,-10 1-11 0,0 0-6 0,0 0-16 15,0 0-20-15,13 0-24 0,-13 0-27 0,0 0-18 16,0 0-23-16,0 0-16 0,0 0-19 0,0 0-109 16,0 0-337-16,0 0 149 0</inkml:trace>
  <inkml:trace contextRef="#ctx0" brushRef="#br0" timeOffset="-98147.34">23532 14185 21 0,'0'0'66'0,"0"0"1"0,0 0-14 0,0 0-11 16,0 0-27-16,0 0-14 0,0 0-46 15,30 9-47-15,-30-9 21 0</inkml:trace>
  <inkml:trace contextRef="#ctx0" brushRef="#br0" timeOffset="-95525.77">10103 10209 67 0,'0'0'79'0,"0"0"1"16,0-10 21-16,0 10-1 0,0 0 10 0,0-9 11 15,0 9-3-15,0 0-5 0,2-12 9 0,-2 12 4 16,-4-7 3-16,4 7-6 0,-3-6-9 0,3 6-1 15,0 0-3-15,0 0-3 0,-4-7-9 0,4 7-2 16,0 0-12-16,-6-4-7 0,6 4-3 16,0 0-15-16,0 0-4 0,-17 2-7 0,17-2 8 0,-11 7-8 15,2-1-3-15,3 2 0 0,-3 1-2 0,2 2-4 16,-4 5 3-16,2-1 2 0,2 0-1 0,0 2-1 16,-2-1-3-16,5 1-7 0,-1-1 4 0,0 1-5 15,1-1 3-15,4-3-7 0,-1-1-1 0,1 4-5 16,0-5 9-16,2 0-12 0,2 1 1 0,1-3-4 15,2 1 4-15,0-2-1 0,3 2-2 0,5-2-2 16,2-1 4-16,1-1 14 0,3-1-7 16,-1-2 1-16,-1-1-6 0,10-1 0 0,-8-2 0 0,0-2-1 15,0-1 0-15,6 1-3 0,-8-4 0 0,1 0 24 16,0 0 1-16,-1-1-7 0,-2 1-7 0,-1-5 1 16,-1 2-4-16,-4-4 0 0,0 0-4 0,-2-2-1 15,2 1 4-15,-6-1-11 0,-3 0 6 0,1-3 1 16,-4 2-10-16,-2-2 1 0,-2 1-4 0,0 0 0 15,-4 2 1-15,0 0-3 0,-1 1-5 0,0 2 8 16,-1 5-7-16,-2-1 0 0,1 1-3 0,-2 0-2 16,1 5 3-16,0 0-3 0,-6 0 0 0,2 3 3 15,-1 2 1-15,-2 2-7 0,3 1-19 0,0 0-18 16,1 4-26-16,0 1-21 0,3 2-22 0,-3 0-38 16,4 1-57-16,3-3-47 0,-2 4-224 0,5 0-519 15,1-3 229-15</inkml:trace>
  <inkml:trace contextRef="#ctx0" brushRef="#br0" timeOffset="-95043.2">10643 10114 2553 0,'2'-10'27'0,"2"0"23"0,-3 0-19 0,-1-1 28 16,0 5 7-16,0 6 5 0,0-11 2 0,0 11 2 15,0-10-11-15,0 10 0 0,0 0-8 0,0 0-13 16,0 0-7-16,0 0-8 0,0 0-8 0,0 0 1 16,0 0-2-16,0 0 0 0,-6 41-2 0,1-15-3 0,1 1 0 15,2 4-1-15,0-3-3 0,0 1 3 16,-1 0-1-16,4-1 0 0,2-1-4 0,-3-2 2 16,-1-6 0-16,2 0 0 0,2 0-2 0,-3-3 2 15,1 1-1-15,-1-5-1 0,4 0 3 0,-4-1-3 0,1-1-3 16,1-4 2-16,-2-6 0 0,0 13 0 15,2-8-2-15,-2-5 4 0,0 0 5 0,0 9 1 16,0-9 10-16,0 0 14 0,1 6 12 0,-1-6-5 16,0 0 1-16,0 0-5 0,0 0-3 0,0 0-5 15,0 0-3-15,0 0-8 0,8-26-8 0,-5 16-7 16,4-2-4-16,3-1-2 0,-2 0-6 0,2-1-5 16,0 1-2-16,2 0-5 0,-3 5 2 0,0 1-1 15,1 0 0-15,-5 3-2 0,3 0 0 0,-3 2 2 16,6-1-3-16,-11 3 2 0,13 2 4 0,1 1 1 0,-9 2 0 15,4 2 5-15,-4 0-4 0,2 1 4 0,-1 1-2 16,0-1 3-16,-2 2 3 0,0-1-13 16,0 1-13-16,-1 1-19 0,-1-1-18 0,-1 0-22 15,2-1-41-15,-3-9-62 0,0 19-59 0,-3-9-251 0,0-2-542 16,-3 1 239-16</inkml:trace>
  <inkml:trace contextRef="#ctx0" brushRef="#br0" timeOffset="-94393.2">10969 10381 217 0,'0'0'239'0,"0"0"-28"16,0 0-18-16,0 0-11 0,0 0-9 0,0 0-14 15,0 0-13-15,0 0-11 0,0 0-11 0,0 33-14 0,-2-24-10 16,4 3-11-16,-2-3-5 0,1 1-8 0,-2-2-12 15,1-8-7-15,1 13-3 0,-1-13-4 0,0 10-2 16,0-10 3-16,0 7 16 0,0-7 15 0,0 0 20 16,-1 8 16-16,1-8 28 0,0 0-10 0,0 0 1 15,0 0-9-15,0 0-14 0,0 0-21 0,0 0-5 16,0 0-6-16,0 0 0 0,-13-22-4 0,10 13-8 16,2-2-25-16,0 0-4 0,1 0 1 0,1-5-2 15,0 0-9-15,0-2 1 0,5 3-4 16,-1-5-13-16,3 5-2 0,0-1-13 0,1 3 13 0,-1 2-6 15,-2 1-8-15,5 0-4 0,-2 5-1 0,0-1-4 16,1 1 2-16,3 4-1 0,-3 1-2 0,2 3 3 16,0 4 3-16,6 1-5 0,-4 2-4 0,0 2 0 15,0 2 14-15,-2 0 1 0,0 2-1 0,-1 1-2 16,-2-2 4-16,1 0-3 0,-4-2-2 0,3-1-2 16,-4-1 7-16,0 0-2 0,0-2 3 0,1 1-2 15,-4-2-1-15,1-3 7 0,-1 1 0 0,-2-6-2 16,5 6 2-16,-5-6 10 0,2 7 7 0,-2-7-1 15,0 0-4-15,0 0-1 0,0 0 0 0,0 0 2 16,0 0-2-16,0 0 7 0,0 0-1 0,-20-10 0 16,20 10-9-16,-5-15-7 0,4 6-6 0,1-3 8 15,0-1-20-15,5-3-2 0,-2-1-2 0,3-1-3 16,2 0 5-16,2-5-10 0,-1 6-11 0,1 2 2 16,4 0 8-16,-2 2 8 0,-1 3-8 0,-1 1 0 15,1 3 7-15,-1 1-8 0,-1 1 9 0,-1 3-4 16,2 0 4-16,2 3 2 0,-3 2 0 0,0 1 3 15,2 1-2-15,-2 4 5 0,-2-1-2 0,2 1 1 16,0-1-1-16,-2 2 3 0,1 0 1 0,-2-2 8 16,0 3-2-16,-1-1-2 0,-1-1 5 0,2 1-3 15,-3-1-10-15,0-2-6 0,-1 2-15 0,-1-4-23 16,-1-6-25-16,0 14-23 0,-1-7-43 0,-3 2-62 16,2-5-78-16,-5 4-258 0,1-3-588 0,-3 1 261 15</inkml:trace>
  <inkml:trace contextRef="#ctx0" brushRef="#br0" timeOffset="-94176.75">11665 9914 47 0,'1'-7'318'0,"-1"7"-29"0,2-10-23 0,-2 10-19 0,3-7-23 15,-3 7-25-15,0 0-19 0,0 0-16 0,0 0-14 16,0 0-14-16,0 0-17 0,4 28-7 16,-4-11-5-16,2 3-36 0,0 4-29 0,-2 7-39 15,-4-2-53-15,3 4-67 0,0-2-65 0,-3 5-206 16,0 0-420-16,0 7 186 0</inkml:trace>
  <inkml:trace contextRef="#ctx0" brushRef="#br0" timeOffset="-93793.72">11684 10552 123 0,'8'-9'265'0,"1"1"-5"0,-1-3-7 0,4-2-16 15,0-1-13-15,2-2-8 0,4-6-9 0,-2 2-17 0,0-1-13 16,0-3-19-16,1 2-5 0,-1 0-10 0,0-2-15 16,2-1-1-16,-3 2-21 0,-2-1-1 0,0 2-4 15,-5 7 5-15,0-1-16 0,0 6 5 0,-6 0-3 16,1 0-1-16,0 4 5 0,0 0-14 0,-3 6-6 15,2-9-10-15,-2 9 2 0,0 0-21 0,0 0-12 16,0 0-9-16,0 0 20 0,-22 6-26 16,12 2-16-16,-2 3-11 0,3 0-7 0,1 0-8 0,-2 2-8 15,5-2 0-15,-1 4-6 0,3-2 0 0,1-2 3 16,2 6-5-16,2-4 4 0,0-2 6 0,1 5-2 16,1-4 1-16,1-2 6 0,1 1 2 0,-1 0 0 15,2-1 1-15,-3 0 6 0,1-2 3 0,-1 2-3 16,0-5 2-16,-1 1 0 0,-1 1 2 0,-2-7-6 15,2 9-2-15,-2-9 1 0,2 10 3 0,-2-6 0 16,0-4 4-16,-4 11 3 0,4-11-4 0,-7 10-13 16,-1-6-9-16,-2 3-16 0,1-2-22 0,0 0-40 15,-4 0-49-15,3-1-68 0,-1 1-59 0,0-4-150 16,2 5-472-16,9-6 209 0</inkml:trace>
  <inkml:trace contextRef="#ctx0" brushRef="#br0" timeOffset="-92710.99">12406 10528 240 0,'0'0'240'0,"0"0"-9"0,0 0-17 0,9-31-10 15,-5 25-13-15,5-3-11 0,0 0-14 0,2-6-14 16,3-1-2-16,-3 2-15 0,10-5-3 16,-2-1-11-16,-7 4-5 0,5-3-1 0,-1-4-13 15,0 2-15-15,0-2-1 0,-1 1-11 0,-1-1-6 0,-3-1 7 16,0 0-12-16,-4-2 8 0,0 0-9 16,-1-1-8-16,-4-1-1 0,1 1-4 0,-1 0-6 15,-2 1 8-15,0 1 4 0,-2 5 2 0,-1 3 8 0,2 5-10 16,0-2-4-16,1 6 2 0,-2-3-4 15,0 5 3-15,2-1-10 0,0 7-3 0,-2-10-12 0,2 10-7 16,0 0-5-16,0 0-1 0,0 0-9 0,0 0 14 16,-7 19-18-16,5 1 13 0,-5 7-1 15,6 4-4-15,-3 4-3 0,6-2 6 0,-2-1-4 0,2 3-2 16,4 0-10-16,-4-4 10 0,2-1 2 0,1-2-2 16,1 1 14-16,-1-1-13 0,1-4 2 0,0 1-5 15,2-8 0-15,-1 0-1 0,-1 0-10 0,4-4-24 16,-1 2-25-16,-1-5-20 0,-1 1-22 15,1-4-16-15,0 2-18 0,1-2-29 0,3 0-39 0,-4-1-31 16,3-3-31-16,3 0-23 0,-3-2-163 0,3-2-483 16,-1-2 213-16</inkml:trace>
  <inkml:trace contextRef="#ctx0" brushRef="#br0" timeOffset="-92310.4">13057 10240 109 0,'0'-9'217'16,"0"-1"17"-16,0 10 3 0,-5-12-10 0,3 6-7 15,-4 0-14-15,6 6-18 0,-12-3-14 0,12 3-8 16,-17 0-7-16,5 5-14 0,3 1-8 0,-7 5-10 16,3 2-4-16,0 1-7 0,-6 10-10 0,6-3-12 15,1-4-2-15,4 1-14 0,1-2-10 0,-2 3-6 16,4-2-8-16,5-2-1 0,0-2-6 0,0-1-4 16,4-1-4-16,-3 2-8 0,6-3-8 0,-2-1-7 15,1 0-3-15,-2-4-10 0,5 1-5 0,1-3-6 16,0 2-2-16,-1-3 0 0,3 1 2 0,-1-4-5 15,-2 1 4-15,0-3 1 0,-2 1-1 0,1-3 4 16,1 0 1-16,-1-3-1 0,-2 2 3 0,1-4-3 16,-1-1 4-16,-1 1-2 0,-2-2 0 0,1-3-3 15,-2 2 4-15,1 2-2 0,-1-1 11 0,0 1 7 16,0 1 9-16,-2 3 6 0,0 0 11 0,0 7-1 16,0-10-2-16,0 10-7 0,0 0-7 0,2-9-5 15,-2 9-7-15,0 0 3 0,0 0-6 0,0 0 1 16,0 0 3-16,0 0-3 0,7 23-1 0,-3-14 7 15,-4 1-12-15,5 0 9 0,-5 3-7 0,3-2-15 16,3 1-21-16,-6-2-28 0,4 2-19 0,-3 0-29 16,3-2-57-16,0 1-66 0,4 0-53 0,-4-3-200 15,2-1-523-15,-1 1 233 0</inkml:trace>
  <inkml:trace contextRef="#ctx0" brushRef="#br0" timeOffset="-91743.18">13264 10290 134 0,'-8'-5'274'15,"8"5"-11"-15,0 0-10 0,0 0-9 0,0 0-11 16,0 0-6-16,-15 15-16 0,13-8-21 0,0 3-20 16,2-1-15-16,0 1-19 0,0 0-13 0,0 2-8 15,2-2-11-15,0 1-11 0,2-1-10 0,1-5-2 16,1 4-6-16,2-2-7 0,-2 1-1 0,1-3-5 15,4 0-5-15,0-1-1 0,0-3 0 0,-2 1-5 16,3-1 1-16,-1-2 0 0,1-1-6 0,-1-1-10 16,-1 0 6-16,2-2 2 0,-1 0 2 0,0-4-15 15,1 2-5-15,1-4-1 0,-7 2 3 0,2-3 6 16,3-2-11-16,-2 1 5 0,0 0-1 0,-4 3-1 16,3 0-8-16,-3 0 12 0,-3-1-2 0,2 5 0 15,-2 0-9-15,4 1 2 0,-6 5 2 0,4-9-15 0,-4 9-4 16,4-3-3-16,-4 3 2 0,0 0-2 0,0 0-2 15,0 0-10-15,9 18 18 0,-7-9-3 16,0 0-1-16,0 3-6 0,-1-2 18 0,2 2-19 16,1 2 7-16,2 1 0 0,-3-5 0 0,3 1-9 15,1-1 18-15,3-2-3 0,-2-1-1 0,3-1 2 0,1 2-5 16,-1-5 1-16,7 1-8 0,0-1-3 16,-4-2 13-16,5-1 7 0,-1-3-6 0,0 2 6 15,2-4-18-15,-1-1 7 0,-2 1 4 0,-3-1 0 16,-1-3-7-16,1-1 7 0,-1 1 0 0,-2-4 9 0,-1 2 4 15,-1-1 0-15,-5-1 1 0,0-3 4 0,1 0-6 16,-5-2 0-16,3-1 5 0,-6 2 3 0,2 0-3 16,-3 1-1-16,0-3 0 0,0 2-24 15,-1 1 24-15,-1 0-6 0,-2 5-6 0,6 1-2 0,-5-1 5 16,3 1-6-16,-2 3-6 0,1-1-6 0,0 3-23 16,1 0-25-16,4 5-36 0,-7-8-43 0,7 8-41 15,-9-4-35-15,9 4-53 0,0 0-48 0,-14 5-51 16,10 1-181-16,0 0-585 0,2 0 259 0</inkml:trace>
  <inkml:trace contextRef="#ctx0" brushRef="#br0" timeOffset="-91587.29">13940 10178 190 0,'4'-7'294'0,"-4"7"-15"0,0 0-20 16,0 0-27-16,0 0-20 0,0 0-23 0,-2-10-23 15,2 10-30-15,0 0-35 0,0 0-51 0,0 0-62 16,0 0-63-16,0 0-60 0,0 0-180 0,-4-11-341 16,4 11 152-16</inkml:trace>
  <inkml:trace contextRef="#ctx0" brushRef="#br0" timeOffset="-89343.09">15789 10626 95 0,'-9'1'245'0,"9"-1"0"16,0 0 0-16,0 0-8 0,0 0-9 0,0 0-11 0,0 0-14 15,0 0-11-15,0 0-14 0,0 0-14 16,0 0-13-16,0 0-14 0,0 0-13 0,10-19-8 15,-3 14-9-15,3-3 1 0,3-2-22 0,-1-1-11 16,4-1 4-16,-4 2-9 0,-1-2-6 0,4 0-5 0,-5-2-4 16,3 0-6-16,-4-1-5 0,0-1-3 0,0-1-9 15,0 2 3-15,-3-2-3 0,-2 0-2 0,1 3-4 16,-2-2-3-16,-2 4 6 0,0 0-3 16,3 0-1-16,-4 2 3 0,0 1 4 0,0 9 3 0,-4-13 2 15,4 13 0-15,0-10-1 0,0 10-6 0,-1-8-2 16,1 8-2-16,0 0-3 0,0 0-10 0,0 0 2 15,0 0 4-15,-19 13-8 0,7 1 2 16,3 1-8-16,2 1 8 0,-2 1 6 0,1 0-7 16,2 1-4-16,-1-1 0 0,3 2 3 0,1-2 3 0,1 0-7 15,1-1-1-15,1 1 1 0,3-1 0 16,-1-4 4-16,2-1-2 0,4 4-3 0,-3-4-3 16,5-1 2-16,3 1 4 0,1-2 3 0,3 0-5 15,-1-3-2-15,3-3-13 0,3 1-20 0,5-4-20 0,-8 1-27 16,4-1-21-16,4-4-23 0,-5 2-24 0,-4-2-41 15,2 1-44-15,0-3-39 0,-4 0-45 0,-5 0-177 16,2-2-529-16,0 0 234 0</inkml:trace>
  <inkml:trace contextRef="#ctx0" brushRef="#br0" timeOffset="-89132.3">16036 10135 113 0,'-12'-6'280'0,"3"4"-4"16,3 0-5-16,6 2-6 0,-12-5-11 0,9 3-15 15,3 2-22-15,0 0-24 0,-10-5-21 0,10 5-20 16,0 0-18-16,-6-3-24 0,6 3-23 0,0 0-29 16,0 0-30-16,0 0-25 0,0 0-44 0,32 1-50 15,-19 2-62-15,7-2-46 0,-3 3-196 0,2 0-428 16,0 1 190-16</inkml:trace>
  <inkml:trace contextRef="#ctx0" brushRef="#br0" timeOffset="-88959.21">16360 10309 25 0,'0'0'222'0,"8"1"-11"0,-8-1-8 0,10 0-7 15,-3 2-17-15,-7-2-14 0,11 2-17 0,0-3-16 16,-2 2-11-16,3 0-9 0,2-1-16 0,-1 0-14 15,5 2-18-15,-4 0-51 0,0-1-58 0,-1 1-49 16,-1 0-53-16,-3 3-134 0,-5-1-304 0,1 2 135 16</inkml:trace>
  <inkml:trace contextRef="#ctx0" brushRef="#br0" timeOffset="-88794.05">16377 10497 181 0,'0'0'234'16,"-7"2"1"-16,7-2-4 0,0 0-18 0,0 0-17 15,-8 4-19-15,8-4-11 0,0 0-14 0,0 0-12 16,0 0-14-16,0 0-4 0,29-3-19 0,-10 0-17 16,-1 2-19-16,2-1-24 0,3-1-32 0,7 2-35 15,-1-4-69-15,2-2-46 0,-1 2-56 16,0 0-144-16,-1-1-367 0,1-1 162 0</inkml:trace>
  <inkml:trace contextRef="#ctx0" brushRef="#br0" timeOffset="-88310.4">17178 10145 47 0,'0'0'308'0,"0"-9"-2"0,0 9-7 0,3-9-16 0,-3 9-29 16,0 0-28-16,0 0-24 0,0-8-22 16,0 8-16-16,0 0-20 0,0 0-15 0,0 0-13 0,0 0-11 15,11 25-7-15,-7-13-9 0,5 3-9 16,-4 4-4-16,1-2 0 0,1 0 8 0,2 1-5 0,-3 0 5 15,-1-1-16-15,2 0-5 0,-1 1-4 0,2-3 2 16,-2 3-2-16,-2-7-2 0,4 6 1 16,-4-5-8-16,2-1-9 0,0 0-1 0,-2-1-5 15,0-1 2-15,2 1-4 0,-3-4-6 0,0 2 3 0,0-3 0 16,1 1-10-16,0-2 0 0,-4-4-2 0,4 10-2 16,-4-10 5-16,5 5 17 0,-5-5-20 0,8 1 3 15,-8-1 0-15,11-1-5 0,-11 1 14 0,15-7 2 16,-6 1-4-16,1-2-4 0,3-2 3 0,0-3-7 15,1-1 1-15,3-5-1 0,-1-1-5 0,2-3-3 16,-4-1 0-16,3-2 1 0,-2 1 0 0,1 0-1 16,-5-3-8-16,-1 5 18 0,-1-1-17 0,2-3 3 15,-6 8 0-15,2 0 4 0,-2 2-3 0,-1-1-6 16,0 4 14-16,-4 1 11 0,1 3-9 0,1-1 6 16,-1 3-1-16,-1 8-1 0,1-10-5 0,1 4 8 15,-2 6-18-15,0 0 3 0,2-10-4 0,-2 10-4 16,0 0 0-16,0 0-3 0,0 0-2 0,0 0 3 15,0 0-5-15,0 0-14 0,0 0-12 0,-23 21-26 16,17-14-23-16,1 1-27 0,-1-1-24 0,0 2-24 16,2 1-12-16,-1-2-35 0,3 2-64 0,-1-1-63 15,-1 2-241-15,2-3-615 0,0 0 272 0</inkml:trace>
  <inkml:trace contextRef="#ctx0" brushRef="#br0" timeOffset="-87976.06">16953 10721 70 0,'0'0'211'0,"-7"5"-11"16,7-5-7-16,0 0 0 0,0 0-10 16,0 0 0-16,35 3-10 0,-5-5-11 0,3-3-10 15,6 3-12-15,12-8-13 0,2 7-3 0,-1-4-11 16,-2 3-9-16,1-2-12 0,-16 2-9 0,-2 2-6 0,1-3-8 16,-4 3-7-16,1-3-6 0,0 5-6 0,-12-1-7 15,0 1-11-15,-8-4-15 0,0 4-24 0,0 0-25 16,-3 1-34-16,-2 2-37 0,-6-3-32 15,7 4-46-15,-7-4-45 0,0 0-135 0,0 0-389 0,-13 17 173 16</inkml:trace>
  <inkml:trace contextRef="#ctx0" brushRef="#br0" timeOffset="-87681.84">17211 10923 75 0,'0'0'313'15,"-12"-4"5"-15,12 4 4 0,-8-4 7 0,8 4-7 16,-8-5-6-16,8 5-13 0,-5-2-22 0,5 2-25 16,0 0-22-16,0 0-28 0,-6-3-23 0,6 3-20 15,0 0-13-15,0 0-21 0,0 0-9 0,-5 15-15 16,3-6-7-16,2 5-11 0,0 3-8 0,0 1-6 16,0 1-8-16,2 5-6 0,-6 1-2 0,3 0-13 15,-1-6 2-15,0 0-7 0,0 0-2 0,0 0 7 16,1-1-10-16,-1 0-6 0,0 2-9 0,0-9-1 15,-1 5 5-15,0-3-5 0,2-2-11 0,-3 0-25 16,3-3-29-16,1 0-37 0,-1-2-26 0,1-6-22 16,-4 10-26-16,1-4-16 0,3-6-26 0,-4 7-43 15,4-7-55-15,-5 4-41 0,5-4-195 0,0 0-577 16,0 0 257-16</inkml:trace>
  <inkml:trace contextRef="#ctx0" brushRef="#br0" timeOffset="-87294.14">17170 10854 215 0,'9'-8'214'0,"6"-5"-4"0,-3 6-10 0,4 0-12 16,3 2-13-16,-6 4-17 0,1-3-14 0,4 4-13 15,-5 0-10-15,-1 2-16 0,1-2-11 0,-3 3-8 0,0 0-8 16,-1 2-8-16,-1-1-6 0,-4 0-6 15,0 2-2-15,-1 0 17 0,-3 2 4 0,2-1-7 16,-2-7-5-16,-4 14 0 0,-1-7-6 0,-3 1-4 16,0-1 1-16,-1 0-9 0,0 0-6 0,-2-1 9 15,1-1-18-15,-1 0-1 0,1-2-2 0,1 0-6 0,2 1-2 16,0-1-4-16,0 0-3 0,0-1 3 16,7-2-4-16,-6 4-3 0,6-4 0 0,-8 4-5 15,8-4 0-15,-4 6 0 0,4-6 4 0,0 0 13 16,5 16 15-16,2-8 35 0,2 2-9 0,4 2 6 0,1 1 17 15,2 0 0-15,6 3-6 0,1-1 2 0,1-1-4 16,-1-1-12-16,-5-4-2 0,5 4-9 0,4-2 0 16,-7-3-9-16,6 1-33 0,-6-1-52 15,2-2-46-15,-3-2-47 0,10 2-59 0,-10 2-63 0,9-4-48 16,-8 1-238-16,1 0-584 0,-2-1 258 0</inkml:trace>
  <inkml:trace contextRef="#ctx0" brushRef="#br0" timeOffset="-81109.26">25363 14026 65 0,'0'0'172'0,"0"0"-10"0,0 0-7 15,0 0-6-15,-5-8-10 0,5 8-1 0,0 0-8 16,-3-7-7-16,3 7-1 0,0 0-5 0,-3-7-1 16,3 7-4-16,0 0 1 0,0 0-3 0,0 0-1 15,0-9-4-15,0 9-1 0,0 0-2 0,0 0 4 16,-3-8-1-16,3 8-4 0,0 0-8 0,0 0 2 15,0 0-9-15,0 0-6 0,0 0 0 0,0-8 3 16,0 8-5-16,0 0-5 0,0 0 1 0,0 0-7 16,0 0 2-16,0 0 8 0,0 0-13 0,-2-8 2 15,2 8-10-15,0 0 4 0,0 0-6 0,0 0 6 16,0 0-8-16,0-9 4 0,0 9 2 0,0 0-5 16,0 0 6-16,0 0 7 0,-2-9-10 0,2 9 4 15,0 0-6-15,0 0-5 0,0 0 3 0,0 0-17 16,0 0-1-16,0-10 0 0,0 10-3 0,0 0 1 15,0 0-2-15,0 0-13 0,0 0 15 0,0 0 0 16,0 0-10-16,0 0-7 0,0 0 0 0,0 0-3 16,0 0-8-16,0 0 0 0,0 0-2 0,0 0-2 0,0 0-3 15,0 0 2-15,0 0-6 0,0 0 9 16,-7 22-8-16,5-12 5 0,0 0-5 0,0 3 4 16,-2-2 0-16,0 1 5 0,2 4-2 0,0 0 4 15,0-1 1-15,0 0-1 0,0 2 3 0,1-3-5 16,-3 0 1-16,2-2 9 0,0 0-7 0,1-1 3 0,-1 1-1 15,1-2-6-15,-1-1 5 0,2 1 6 16,-2-3-8-16,2-7 2 0,0 12 1 0,0-12-3 16,0 11 3-16,0-11 4 0,0 10-1 0,0-10-1 15,0 7 0-15,0-7-9 0,0 0 8 0,-2 8 1 0,2-8 1 16,0 0 0-16,0 0-2 0,0 0 2 0,0 9 3 16,0-9 0-16,0 0-17 0,0 0-16 15,0 0-38-15,0 0-38 0,0 0-66 0,0 0-42 16,0 0-33-16,0 0-59 0,0 0-58 0,0 0-272 15,-17-18-677-15,17 18 301 0</inkml:trace>
  <inkml:trace contextRef="#ctx0" brushRef="#br0" timeOffset="-80477.21">25102 14465 154 0,'0'0'206'16,"0"0"-15"-16,0 0-13 0,0 0-10 0,0 0-9 15,0 0-4-15,0 0-6 0,0 0-3 0,0 0-9 0,0 0 2 16,0 0-10-16,-23 14-5 0,19-9-5 16,-1 2 1-16,0 2-15 0,-2-1-12 0,1 2-6 15,2 2 2-15,0-1-12 0,0 1-4 0,3-2-5 16,-3 2-6-16,4-2-6 0,-2 3-6 0,2-4-3 15,0 1-9-15,2 0 1 0,-2-3-2 0,4 3-6 16,0-1-1-16,1-1-4 0,0-1 0 0,4 0-3 16,-2-2-3-16,-1-2-2 0,6 1 3 0,-2-1-2 15,1-1-5-15,1 0 3 0,0-2 0 0,-1-2-3 16,0 1-5-16,0-3 5 0,0 2 0 0,3-2 2 16,-5 0 9-16,2 0-4 0,0-2 4 0,-2-2-2 15,-2 2-3-15,2-2 0 0,0 0 3 0,-5-1 2 16,5 2 5-16,-6-2-12 0,1-1 5 0,0-1 0 15,1 0 1-15,-3 0-1 0,-1 1 0 0,-1-2 1 16,0 2-2-16,-1 1-6 0,-1-1 3 0,-3 1 1 16,5 9-4-16,-5-11-2 0,4 3-4 0,-7 3 7 15,5-1-3-15,-2 0-4 0,1 2 2 0,4 4-7 16,-11-6-1-16,4 2 0 0,-4 2-1 0,4 1-1 16,7 1 0-16,-17 2-6 0,11-2-2 0,-2 2-6 15,3 1-17-15,5-3-23 0,-14 4-18 0,8-2-21 16,1 2-12-16,1 2-21 0,4-6-35 0,-8 7-37 15,7 0-55-15,1-7-40 0,-1 9-159 0,1-9-487 16,0 0 216-16</inkml:trace>
  <inkml:trace contextRef="#ctx0" brushRef="#br0" timeOffset="-80177.16">25458 14545 131 0,'0'0'240'0,"0"0"-4"0,0 0-4 16,0 0 6-16,11-1-15 0,-11 1-6 0,0 0-4 15,0 0 0-15,0 0-2 0,6-4-3 0,-6 4-1 16,0 0 0-16,0 0-7 0,4-6-6 0,-4 6-10 16,0 0-10-16,0 0-5 0,4-6-15 0,-4 6-18 15,0 0-13-15,0 0-16 0,0 0-7 0,0 0-12 16,0 0-14-16,0 0-6 0,0 0-2 0,0 0-14 15,0 0-7-15,0 0-6 0,0 0-9 0,0 0-24 16,0 0-36-16,0 0-42 0,0 0-30 0,-13 19-42 16,13-19-33-16,-8 7-40 0,8-7-63 0,-10 6-59 15,2-3-232-15,8-3-618 0,0 0 273 0</inkml:trace>
  <inkml:trace contextRef="#ctx0" brushRef="#br0" timeOffset="-79772.09">25688 14427 226 0,'0'0'275'0,"0"0"-18"0,0 0-17 16,0 0-20-16,0 0-17 0,0 0 0 0,0 0-9 16,0 0-11-16,0 0-10 0,0 0-11 0,-2 20-12 15,2-20-17-15,0 11-13 0,0-11-10 16,-4 11-14-16,6-5-12 0,-2-6-7 0,2 14-9 0,0-8-4 15,0 1-7-15,3 0-6 0,2-1 2 0,-2 3-5 16,3-1 6-16,1-1-8 0,-1 1-1 0,2 1-5 16,-1-4-5-16,3 1 0 0,-3 0-5 0,1 1-1 15,-1-2-4-15,1 0 1 0,-1 1-12 0,-3-2 6 16,2 0 6-16,-2 1-10 0,-1 1 1 0,3-3 0 16,-4 1-10-16,1-1 3 0,-5-3 2 0,6 8 22 15,-6-8 4-15,4 4 16 0,-4-4-4 0,4 7 3 16,-4-7 15-16,0 0-8 0,0 0-3 0,0 0-4 15,-6 12 2-15,6-12-13 0,-10 6 2 0,6-3-8 16,-3-1-4-16,7-2 8 0,-13 2 0 16,3-1-11-16,3 1-19 0,-3-2-12 0,-2 0-12 0,3 0-19 15,-1 1-27-15,-2-2-22 0,3-1-30 0,-2 0-25 16,-1-1-21-16,3 0-18 0,0-2-35 0,0 1-48 16,2-2-35-16,3-1-241 0,-5 1-579 15,5-2 255-15</inkml:trace>
  <inkml:trace contextRef="#ctx0" brushRef="#br0" timeOffset="-79516.19">25677 14386 165 0,'0'0'233'0,"13"-2"-4"0,-6 0-4 0,3 0-13 15,1-1-7-15,5 3-10 0,1-2-8 0,4 0-7 0,1-1 3 16,0 2-18-16,5-2-7 0,-6-1-12 0,-2 3-7 15,0-3-2-15,-6 1-8 0,-1 3 1 0,-1-3-11 16,0 2-15-16,-2 1-6 0,-9 0-9 16,13-3-12-16,-13 3-4 0,12 0-6 0,-12 0-13 0,9 0-5 15,-9 0 0-15,8-3-9 0,-8 3-1 0,0 0-2 16,0 0-23-16,10-1-5 0,-10 1-23 16,0 0-33-16,0 0-30 0,0 0-45 0,4-3-60 15,-4 3-74-15,0 0-284 0,0 0-585 0,1-9 259 0</inkml:trace>
  <inkml:trace contextRef="#ctx0" brushRef="#br0" timeOffset="-78560.92">27461 13925 50 0,'0'0'172'0,"0"0"-3"0,0 0-7 0,0 0-3 15,0 0-16-15,0-10-1 0,0 10-8 0,0 0-7 16,0 0-3-16,0 0-1 0,0 0-5 0,0 0-6 16,0 0-5-16,0 0-3 0,0 0-4 0,0 0-3 15,0 0-1-15,0 0 4 0,0 0-10 0,0 0-7 16,0 0 1-16,2-6-10 0,-2 6-3 0,0 0-5 15,0 0-3-15,0 0-5 0,0 0 2 0,0 0-5 16,0 0 0-16,0 0 3 0,0 0-5 0,0 0 6 16,0 0 1-16,0 0 3 0,0 0 7 0,0 0 2 15,0 0-1-15,0 0 5 0,0 0-3 0,0 0 3 16,0 0-3-16,0 0 2 0,0 0-8 0,0 0 1 16,0 0-12-16,0 0-1 0,0 0-4 0,0 0-3 15,0 0 3-15,0 0-7 0,0 0-4 0,0-8-3 16,0 8-4-16,0 0-5 0,0 0 2 0,0 0-7 15,0 0-5-15,0 0-1 0,0 0-3 0,0 0-14 16,0 0 10-16,0 0-6 0,0 0-6 0,0 0-3 16,0 0 14-16,-2 30-5 0,0-18 1 0,0 0 4 15,-1 4 2-15,3 2-3 0,-3-3-2 0,3 3 2 16,-2 0 4-16,2 0 0 0,-2 0 8 0,0-1-2 16,2 1 4-16,-1-7 0 0,1 6 7 0,0-2-4 15,0-2-2-15,-1-1-4 0,0-2 1 0,-1 2 1 16,2-2-2-16,-2-3 1 0,4 0-9 0,-2-7 6 15,-2 14-6-15,2-14 3 0,0 10-8 0,0-10-29 16,0 10-19-16,0-10-43 0,-2 7-30 0,2-7-33 16,0 0-27-16,-2 6-28 0,2-6-41 0,-5 4-70 15,5-4-306-15,-9 3-670 0,9-3 296 0</inkml:trace>
  <inkml:trace contextRef="#ctx0" brushRef="#br0" timeOffset="-78124.66">27267 14459 36 0,'0'0'287'0,"0"0"-12"0,0 0-6 16,0 0-1-16,0-9-2 0,0 9-20 0,0 0-15 16,0 0-11-16,0 0-8 0,0 0-20 0,2-5-14 15,-2 5-1-15,0 0-30 0,0 0-23 0,0 0-9 16,0 0-13-16,0 0-5 0,0 0 2 0,0 0 14 16,5 21-8-16,-5-14-7 0,1 1-1 0,-1 1-8 15,2 3 0-15,0-1 4 0,0 2-5 0,0 2-6 16,-2-3-3-16,4 3 2 0,-4-2-9 0,1-3-4 15,-1-1-5-15,0 2-5 0,4 0-3 0,-4-2-6 16,2 1-5-16,0-1-3 0,0 0-4 0,1 1-3 16,-3-3-4-16,3-2-3 0,-3-5 1 0,2 13-4 15,0-8-2-15,-2-5-2 0,2 12 1 0,-2-6 2 16,0-6-16-16,0 0-40 0,4 9-35 0,-4-9-40 16,0 0-27-16,-2 9-35 0,2-9-36 0,0 0-32 15,-6 5-42-15,6-5-61 0,0 0-276 0,0 0-668 16,-10 0 296-16</inkml:trace>
  <inkml:trace contextRef="#ctx0" brushRef="#br0" timeOffset="-77933.43">27461 14572 157 0,'0'0'288'0,"0"0"-4"15,0 0-3-15,0 0-9 0,0 0-16 0,2-7-15 16,-2 7-23-16,0 0-19 0,0 0-23 0,0 0-17 15,0 0-17-15,0 0-13 0,0 0-12 0,0 0-13 16,0 0-7-16,0 0-22 0,0 0-25 0,0 0-36 16,0 0-39-16,0 0-33 0,0 0-43 0,0 0-54 15,0 0-59-15,0 0-237 0,4 19-490 0,-4-19 217 16</inkml:trace>
  <inkml:trace contextRef="#ctx0" brushRef="#br0" timeOffset="-75027.13">27746 14537 219 0,'0'0'218'15,"0"0"-16"-15,0 0-7 0,0 0-10 0,0 0-13 16,0 0-7-16,0 0-18 0,-4-9-9 0,4 9-9 15,0 0-13-15,0 0-4 0,-10-2-6 0,10 2-4 16,0 0-1-16,0 0-14 0,-13 4-4 0,13-4-10 16,-9 4-5-16,9-4-9 0,-9 6-4 0,6-3-6 15,-3 4-1-15,3-3-2 0,-3 1 9 0,0 2-10 16,-2 3-7-16,3-2 4 0,-1 1-2 0,2-3-4 16,0 2 2-16,-1 0 0 0,3-2-2 0,-1 0-2 15,0 3-1-15,1-4-8 0,2-5 1 0,-4 13-8 16,4-6 2-16,0-7-6 0,2 14 8 0,1-8-7 15,-1 0 3-15,5 3-3 0,-4-3-7 0,3-1 3 16,1-1 3-16,-1 2 0 0,4-2-2 0,-2 1-5 16,3-1 2-16,1-6 3 0,-1 2-1 0,0 0 0 15,2-1-3-15,1 0 4 0,-2-3 2 0,0 2 13 16,1-3 0-16,0-1-2 0,-3 1 3 0,7-5 3 16,-7 3-5-16,-1 0 8 0,1-3 3 0,-1 1 1 15,2-5-2-15,-4 3 10 0,-1-2-8 0,1-3 0 16,-2 4 4-16,-1-3 4 0,-4 4-2 0,2 0-5 15,-2 0-2-15,0 1-1 0,-2 1-15 0,1 0 0 16,-1 2 1-16,2 7-3 0,-6-13-3 0,2 9-1 16,0-1-4-16,-6 1-9 0,10 4-22 0,-15-2-21 15,4 0-25-15,-1 4-34 0,-1-2-27 0,-1 2-23 0,0 0-46 16,-4 3-58-16,5-4-66 0,-1 2-206 16,4 2-569-16,-2-2 251 0</inkml:trace>
  <inkml:trace contextRef="#ctx0" brushRef="#br0" timeOffset="-67810.33">23663 14198 42 0,'-7'3'47'0,"7"-3"-8"0,0 0-1 16,0 0-1-16,0 0 2 0,0 0-4 0,-9 3 3 15,9-3-10-15,0 0 4 0,0 0 9 0,0 0-1 0,-7 1-1 16,7-1 3-16,0 0 6 0,0 0-1 0,0 0 3 16,0 0 5-16,0 0 0 0,-8 2-11 0,8-2 11 15,0 0-2-15,0 0-9 0,0 0 1 16,0 0-7-16,0 0-3 0,0 0-4 0,0 0 1 15,0 0-8-15,0 0 0 0,0 0-3 0,0 0 8 0,0 0-8 16,0 0-12-16,0 0 6 0,0 0 7 0,-11-2-5 16,11 2-2-16,0 0 1 0,0 0 1 0,0 0 12 15,0 0-9-15,0 0 3 0,0 0 1 0,0 0 7 16,0 0 2-16,0 0-3 0,0 0-2 16,0 0 2-16,0 0-3 0,0 0-1 0,0 0 2 0,0 0 1 15,0 0 1-15,0 0-5 0,0 0-6 0,0 0 3 16,0 0-6-16,0 0-4 0,0 0-1 0,0 0 2 15,0 0-4-15,0 0 5 0,0 0-2 16,0 0 7-16,-8 2-1 0,8-2 1 0,0 0 1 0,0 0 13 16,0 0 4-16,0 0 0 0,0 0 1 0,0 0-3 15,0 0 1-15,0 0 1 0,0 0 0 0,0 0-2 16,0 0 0-16,0 0-1 0,0 0-1 0,0 0-2 16,0 0-5-16,0 0 0 0,0 0 1 15,0 0-2-15,19-12 5 0,-19 12-2 0,8-3 2 16,-8 3-1-16,7-6-2 0,-1 3 0 0,-3-1 5 0,3-2 1 15,1 2-3-15,-2-2 0 0,2 1-5 16,0-1 5-16,1-1-1 0,1 1-12 0,-1-2 1 0,-1 2-2 16,1-1-1-16,2 0-1 0,-1 0 1 15,-2 1-1-15,1 0-1 0,0-1 0 0,-2-1 2 0,2 3 0 16,-3-3 1-16,3 3 1 0,0-1-3 0,-2-1 3 16,0 1-4-16,3 0 2 0,-2 2-1 0,0-2 0 15,0-1-5-15,0 1-1 0,0 0 2 0,0 0-1 16,3-1-3-16,-2 0 0 0,1 1 0 0,0 0-2 15,0-1 4-15,0 0-6 0,0 1 6 16,-1 0-4-16,2 0 4 0,-2-1-4 0,1 0 3 0,-2 1 0 16,3 0 3-16,-1-1 1 0,-1-1 3 0,1 1-4 15,-1 0 3-15,1 0-1 0,-3 0 1 0,3 1-6 16,-3-1 11-16,3 0-11 0,-1 0 0 16,2 1-1-16,-2-2-2 0,1 3 0 0,1-3 1 15,-2 1 2-15,-1 1 1 0,0 1-4 0,-1 0 1 16,4-1 2-16,-3-2-3 0,1 2 1 0,-3 2-4 0,2-1 0 15,1-2 3-15,-1 3-2 0,-2-1 3 0,3-2-4 16,-1 1 2-16,0 0 0 0,-1 1-1 16,0 0-1-16,0 2 2 0,-1-2 1 0,2 3-3 15,1-6 2-15,-2 3 2 0,3-3-2 0,-1 2-2 0,-1-1 1 16,2 2-2-16,-4 1 0 0,3-4 4 0,-2 5-2 16,2-4 1-16,0 0-3 0,1 1 3 0,-2 0 0 15,0 0-5-15,3-1 7 0,-2 1-1 0,-2-1 3 16,-1 3-2-16,3-2-2 0,0 0 0 15,-2 3-1-15,-1-4 11 0,1 4-3 0,2-4-8 16,-3 2 4-16,1 0 3 0,0 1-1 0,0-1 1 16,2-1 3-16,-2-1-4 0,-1 1 1 0,0 1-4 0,2-2 4 15,0 2-4-15,1-1-3 0,-2-1 2 16,1 4 1-16,3-4-2 0,-5 2 4 0,0 0-2 16,3-1-1-16,1-3-3 0,0 4 5 0,-2-2 0 15,1 0-2-15,1 3-1 0,-3-2-2 0,1-1 2 16,-1 2 3-16,-1 1 1 0,3 0-2 0,-3-2 7 0,1 2 3 15,-2-2-1-15,1 0 0 0,2 1-1 0,-2-1-7 16,1 1 4-16,-1 1-3 0,1-3 2 0,-1 2 0 16,2 0-1-16,0-3 2 0,-1 2-6 15,2-1 10-15,0 1-3 0,-1 0-3 0,1 0-2 16,1-1-7-16,-3 0 0 0,2 0-1 0,-2 0 5 0,-1 3-1 16,3-2 1-16,0-2 3 0,-2 4-3 0,2-2 5 15,-3 1 1-15,1-1 4 0,-2 1-2 16,2 1 15-16,-1-3-10 0,4 1-2 0,-2-1-5 15,0 2-1-15,-3-2 3 0,3 1 0 0,-2 1 3 16,1 0-2-16,2 0-6 0,-4-2 2 0,2-1 3 16,-6 8 1-16,9-9-1 0,-3 4 4 0,-6 5-2 0,12-8-2 15,-12 8-1-15,8-9-3 0,-3 2-10 16,-5 7 11-16,10-7 7 0,-6 2 18 0,-4 5-11 16,9-10-1-16,-9 10 0 0,10-8 3 0,-4 2-5 15,-1 1 1-15,-5 5-12 0,11-11 4 0,-3 7-4 16,-8 4 6-16,12-12-8 0,-8 6 7 0,2 1-4 0,0-2 0 15,1 0-1-15,1 2 3 0,-8 5 1 0,11-12-5 16,-5 7-3-16,2-4 1 0,-1 3-7 0,2 0 10 16,-1-2 9-16,0 1-8 0,0 0 1 15,1-1 3-15,-3 0 0 0,4 0 5 0,-4 2-11 0,1 0 8 16,0-1-6-16,2 1 4 0,-2-2-4 16,-2 2 3-16,3-1-3 0,0 1 1 0,-2-2 3 0,1 2-3 15,-1 0-2-15,-2 1-2 0,4 0 1 16,-2-2 1-16,3 0 2 0,-5 4-2 0,1-3 3 15,1 1 2-15,-2 0-7 0,2 1-1 0,-1-2 5 16,1 1-6-16,0 0 3 0,0 0-1 0,1-2-2 16,-1 2 5-16,-1 0-4 0,0 1 3 0,3-1-1 0,-3 0 5 15,-1 0-3-15,1 1 0 0,3-2-6 0,-4 2 7 16,-4 4-5-16,12-11 1 0,-5 5 1 16,1-1-3-16,-8 7 1 0,13-12 7 0,-7 7 8 15,1-1 1-15,1 0-2 0,2 1 5 0,-2-2-8 16,-1 1 1-16,1 0-1 0,-2 0 0 0,2 0 0 0,-1 1-3 15,-1-2 1-15,3 1 5 0,-1 1-4 0,-2-2-2 16,-1 1-4-16,2 1 3 0,-2 0 2 0,1 1-1 16,-1-3-3-16,3 2 5 0,-1-2 3 0,0 0 2 15,0 4-5-15,-3-3 2 0,3 1-2 16,-2 1 0-16,0 0-6 0,1-1 5 0,0 0 2 0,1-1-2 16,-2 1 3-16,4 1-6 0,-4-4 3 0,3 3 1 15,-2 0-3-15,2-2-1 0,-3 1-1 0,3 2 8 16,-4-1-10-16,3 0 3 0,0-2-3 15,0 4 3-15,-3-1 1 0,1-1-1 0,1 0 0 16,2-2-1-16,-2 2 0 0,0-2 4 0,2 1 0 0,-2 2 3 16,-1-1 0-16,1 1-3 0,1 1 3 0,-3-3-5 15,1 1-1-15,2 0-3 0,-3 0 1 0,1-3 2 16,2 5-1-16,-1-1-1 0,-1-2-1 16,4-1 2-16,-2 0-3 0,-1 3 5 0,0-3-2 0,2 0 2 15,-1 0 0-15,1 0-4 0,-1 2-3 0,-2 0 1 16,2 0 3-16,-1 0-1 0,-1 0 1 0,3-2-2 15,-5 2-2-15,6 1 1 0,-2-3-3 16,1 1 1-16,2-1 1 0,-3 0-2 0,1 2 2 16,1 1 1-16,1-2 2 0,-4-1-1 0,1 3 3 15,-1-2 0-15,-1 1-2 0,2 0 2 0,0 1 1 0,-3-1 0 16,5-1 1-16,-3 2 0 0,2-1 0 0,-2 1 2 16,-2-2 0-16,3 2 0 0,-2-2-3 15,2 3 3-15,-1 0-5 0,-1-2-2 0,1-1 3 16,-1 1 1-16,2 1-3 0,-4 0 3 0,3-2-6 15,0 3 3-15,-6 3-1 0,9-8-4 0,-3 3 3 0,0 2 0 16,-1-2-1-16,-1 0 2 0,2 0-2 16,-2 0-3-16,-4 5 4 0,10-8 0 0,-5 4 1 0,1 1 2 15,-6 3-4-15,9-10 3 0,-4 5 0 0,0 2-6 16,1-2 6-16,-1 2-5 0,1-1 4 16,-2-1 0-16,1 0 7 0,0 0-3 0,1 1 1 0,-6 4 0 15,9-10-1-15,-6 5-2 0,1 1 1 0,3-2-4 16,-3 2 6-16,3 1-5 0,-7 3 1 0,11-9-1 15,-6 4 3-15,2 0-5 0,-1-1 5 0,-1 1-2 16,-5 5-1-16,8-9 0 0,2 3 1 0,-10 6 3 16,9-9-7-16,-5 5 0 0,-4 4 1 0,9-11 0 15,0 5-2-15,-2 0-1 0,-3 1 0 16,3 0 1-16,0-1 0 0,-4 1 1 0,3 0-2 0,1 1 4 16,-1-1 0-16,-2 0-1 0,2 0 4 0,-2-1-6 15,1 2 3-15,3-3 1 0,-4 2-1 16,1 0 2-16,0 0 0 0,0 0 2 0,-1 0-5 0,2 2 3 15,-3-3-2-15,3 1-3 0,-2 0 3 0,2-1-3 16,-2 0 2-16,3 1-2 0,-3 1 2 0,0-3-4 16,4 3 4-16,-4 0 4 0,3 0-4 0,-1-3-2 15,-1 2 3-15,-1 1 2 0,1-1-3 0,0 0 5 16,3-1-8-16,-3 3 4 0,-1-3-2 0,-4 6 4 16,10-8 0-16,-6 4-6 0,1-1 4 0,1 1 2 15,-2-1 0-15,1 1 0 0,-5 4 0 0,9-9 1 16,-6 5-2-16,3-1 2 0,-6 5-3 0,7-7 0 15,-1 4-3-15,-6 3-1 0,8-7 1 0,-6 4-1 16,-2 3 8-16,8-8-4 0,-5 4 0 0,3 0-2 16,-6 4-2-16,12-7 3 0,-8 1-2 0,3 3 3 15,-7 3-3-15,9-6-3 0,-2 0 3 0,-2 2-3 16,3 1 0-16,-8 3 3 0,11-10 0 0,-3 5 0 16,0 0 2-16,-8 5-2 0,13-6 1 0,-13 6-3 15,10-9 2-15,-4 5 1 0,-6 4-3 0,11-10 9 16,-6 8 0-16,-5 2-1 0,14-8-1 0,-10 3-1 15,-4 5 0-15,13-11-3 0,-8 7 5 0,-5 4-5 16,11-9 1-16,-6 5 2 0,3-2-1 0,-8 6-6 16,10-8 9-16,-10 8-6 0,11-7 4 0,-11 7-2 15,9-8-1-15,-5 3 1 0,-4 5-4 0,10-10 7 16,-6 6 3-16,-4 4 0 0,9-9-1 0,-3 4 0 16,-6 5-1-16,8-8 2 0,-8 8-3 0,8-9-2 15,-3 5 3-15,-5 4-2 0,8-8-2 0,-8 8-1 16,7-10 0-16,-7 10-3 0,8-7 6 0,-4 0 0 15,-4 7-5-15,9-8 3 0,-9 8 0 0,8-9-1 16,-8 9 0-16,10-9-1 0,-8 4 1 0,-2 5 0 16,7-10-2-16,-7 10 1 0,6-12-3 0,-1 7 2 15,-5 5 6-15,9-9 1 0,-5 4-2 0,-4 5 1 16,7-10 0-16,-1 5-2 0,-6 5 3 0,10-10-8 16,-5 4 4-16,-5 6 1 0,8-11-4 0,-8 11 1 15,5-8 0-15,1 3-3 0,-6 5 2 0,10-9-1 16,-10 9 5-16,9-9-5 0,-5 4 1 0,-4 5-1 15,11-8 0-15,-6 3 2 0,-5 5-3 0,7-8 0 16,-7 8 3-16,12-10-2 0,-7 5 0 0,-5 5-3 16,8-7 2-16,-8 7 3 0,10-10 0 0,-10 10 2 15,5-7-6-15,-5 7 2 0,10-8-2 0,-10 8 10 16,8-8-11-16,-8 8 3 0,7-7 0 0,-7 7-4 16,8-8 2-16,-8 8-4 0,9-6 3 0,-9 6 2 15,10-7-8-15,-2 2 10 0,-8 5-7 0,11-6 8 16,-3 0-3-16,-2 1 0 0,-6 5-1 0,11-8 7 15,-11 8-8-15,10-7 4 0,-10 7-7 0,9-8 3 16,-9 8 1-16,10-7 4 0,-3 1 0 0,-7 6-7 16,10-10 4-16,-4 6 1 0,-6 4 2 0,9-9-2 15,-5 5 0-15,-4 4-3 0,12-7 5 0,-12 7-1 16,7-8 1-16,-7 8-1 0,8-5 6 0,-8 5-8 16,7-9 2-16,-7 9 6 0,9-6-7 0,-9 6 3 15,7-7 0-15,-7 7-1 0,4-6-2 0,-4 6-1 16,0 0 4-16,11-10-3 0,-11 10 4 0,10-6 4 15,-10 6 1-15,7-5-7 0,-7 5 2 0,0 0 1 16,8-8-3-16,-8 8-3 0,6-5 2 0,-6 5-1 16,8-6 2-16,-8 6 5 0,0 0-7 0,9-8 2 15,-9 8-3-15,8-5 2 0,-8 5 0 0,5-6-8 16,-5 6 6-16,9-5 0 0,-9 5 3 0,0 0-5 16,9-8 5-16,-5 6 0 0,-4 2-6 0,0 0 4 15,9-7-2-15,-9 7-2 0,8-6 6 0,-8 6-1 16,7-6 0-16,-7 6 2 0,6-6-4 0,-6 6 1 15,7-5-7-15,-7 5 6 0,7-6 0 0,-7 6-2 16,8-7-2-16,-8 7 6 0,7-8 2 0,-7 8-1 16,9-7 2-16,-9 7 1 0,9-7-4 0,-9 7 4 15,9-9-3-15,-9 9-1 0,9-7-1 0,-5 3 1 16,-4 4 1-16,8-7-6 0,-8 7 9 0,8-7 0 16,-8 7-3-16,9-8 2 0,-5 2-4 0,-4 6 2 15,10-8-4-15,-4 4 14 0,-6 4-6 0,9-9 4 16,-4 5-3-16,-5 4-2 0,11-7 0 0,-11 7 3 15,7-7-2-15,-1 2-7 0,-6 5 5 0,7-8-4 16,-7 8 10-16,8-7-13 0,-8 7 2 0,11-9 0 16,-7 6-1-16,-4 3 4 0,9-8 0 0,-2 3-2 15,-7 5-2-15,9-6 2 0,-9 6-2 0,8-8 7 16,-3 3-5-16,-5 5 2 0,7-6-6 0,-7 6-1 16,9-9 4-16,-3 5-6 0,-6 4 4 0,9-10 0 15,-4 6 5-15,-5 4-3 0,10-8 2 0,-10 8 8 16,8-8-6-16,-4 2 3 0,-4 6-6 0,9-7 1 15,-9 7 1-15,10-8-6 0,-10 8 1 0,10-7 1 16,-10 7 3-16,9-7 7 0,-4 1-3 0,-5 6-8 16,11-7 4-16,-6 3-4 0,-5 4 5 0,9-8-7 15,-9 8 2-15,9-7 2 0,-9 7 8 0,9-7-8 16,-9 7-3-16,9-5 11 0,-9 5-4 0,6-5-2 16,-6 5-7-16,8-8 9 0,-8 8 0 0,9-6-4 15,-9 6 3-15,6-5-3 0,-6 5 0 0,8-7-2 16,-8 7 5-16,12-5-3 0,-12 5-1 0,7-7 4 15,-7 7-3-15,8-6 4 0,-8 6-5 0,10-5 6 16,-10 5-3-16,5-6-1 0,-5 6 2 0,0 0-2 16,9-6 1-16,-9 6-2 0,0 0 1 0,8-8 6 15,-8 8-7-15,8-5-3 0,-8 5 10 0,0 0-2 16,11-7-8-16,-11 7-2 0,6-5 5 0,-6 5 16 16,0 0-12-16,9-7-5 0,-9 7 1 0,10-4 0 15,-10 4 1-15,0 0 3 0,8-7-1 0,-8 7-4 16,8-5 2-16,-8 5 2 0,0 0-1 0,5-7-3 15,-5 7-2-15,0 0 3 0,10-7 3 0,-10 7-4 16,6-6 5-16,-6 6-7 0,0 0 8 0,7-7-2 16,-7 7-4-16,0 0-1 0,9-7 5 0,-9 7 0 15,10-5-3-15,-10 5-3 0,6-3 5 0,-6 3-1 16,11-6-4-16,-11 6 0 0,7-4 0 0,-7 4 2 16,9-4-1-16,-9 4-10 0,8-6 8 0,-8 6-5 15,9-6 8-15,-9 6 2 0,0 0 8 0,8-7-6 16,-8 7 2-16,10-7-4 0,-10 7 0 0,7-6 4 0,-7 6-3 15,7-7 0-15,-7 7 1 0,7-7-3 16,-7 7 6-16,11-7-9 0,-11 7 4 0,9-7 2 16,-9 7 0-16,8-7 1 0,-3 2-1 0,-5 5-3 15,11-7 3-15,-11 7 3 0,9-7-3 0,-9 7-1 16,12-8-3-16,-8 3 16 0,-4 5-12 0,9-6-3 16,-9 6 4-16,7-7-6 0,-7 7 0 0,7-6 2 0,-7 6 5 15,7-7-8-15,-7 7 1 0,9-7 12 16,-9 7-9-16,6-6-3 0,-4 2-3 0,-2 4 17 15,0 0-17-15,10-9 8 0,-3 6-8 0,-3 0 6 16,-4 3-5-16,0 0-2 0,10-11 4 0,-6 8 3 16,-4 3-3-16,6-8 2 0,-6 8 2 0,0 0-3 15,9-7-2-15,-9 7 0 0,8-7 2 0,-5 3 2 0,-3 4-1 16,0 0 0-16,11-11 3 0,-11 11-13 16,7-4 10-16,-4 0-3 0,-3 4 7 0,6-6 4 15,-6 6-12-15,8-7 4 0,-8 7-3 0,4-6 7 0,-4 6-9 16,8-5 7-16,-8 5-4 0,0 0-8 15,9-7 6-15,-9 7 7 0,9-7-6 0,-8 4 1 0,-1 3 4 16,0 0-5-16,10-7 8 0,-10 7-4 16,0 0-1-16,8-7 0 0,-8 7-1 0,8-7-1 15,-8 7 2-15,0 0 2 0,7-5-1 0,-4 2 3 0,-3 3-3 16,0 0 2-16,0 0-3 0,9-10-1 16,-9 10-1-16,0 0-1 0,6-7 2 0,-6 7 0 0,0 0 0 15,0 0 2-15,7-7-4 0,-7 7 2 16,0 0-4-16,0 0 3 0,7-6 0 0,-7 6 3 15,0 0 0-15,0 0-1 0,0 0 0 0,0 0 1 0,8-3-1 16,-8 3-1-16,0 0-5 0,0 0 6 16,0 0 6-16,0 0-10 0,5-7 2 0,-5 7-4 15,0 0 8-15,0 0-2 0,7-7 1 0,-7 7 5 16,0 0-7-16,0 0 3 0,0 0-1 0,7-6-2 16,-7 6 0-16,0 0-3 0,8-5 2 0,-8 5 5 0,0 0-3 15,0 0 4-15,5-8-2 0,-5 8-2 0,0 0 2 16,0 0 4-16,0 0-6 0,0 0-1 15,0 0-3-15,6-6 4 0,-6 6 4 0,0 0-1 16,0 0-5-16,0 0 0 0,0 0 0 0,0 0-2 16,0 0 4-16,7-6 3 0,-7 6 5 0,0 0-1 0,0 0-1 15,0 0-10-15,0 0-3 0,0 0 8 16,0 0-2-16,0 0 1 0,0 0-2 0,0 0 0 0,6-7-3 16,-6 7 0-16,0 0 3 0,0 0 3 15,0 0-2-15,0 0 5 0,0 0-13 0,0 0-11 0,0 0-11 16,0 0-12-16,3-4-14 0,-3 4-21 0,0 0-18 15,0 0-23-15,0 0-26 0,0 0-40 0,0 0-50 16,0 0-38-16,0 0-47 0,0 0-30 0,-31 11-27 16,13-5-37-16,1-1-66 0,-4 1-261 15,2 0-801-15,-2 0 356 0</inkml:trace>
  <inkml:trace contextRef="#ctx0" brushRef="#br0" timeOffset="-64931.83">25217 12904 23 0,'0'0'67'16,"0"0"-5"-16,0 0-1 0,0 0-3 0,2-7 2 15,-2 7-5-15,0 0 4 0,0 0-13 0,0-8-1 16,0 8 1-16,0 0 3 0,0 0 10 0,0 0-10 16,-5-10 4-16,5 10-9 0,0 0 1 0,-2-8 7 15,2 8-3-15,0 0-1 0,-3-7-6 0,3 7-2 16,0 0 2-16,0 0 1 0,0 0 4 0,0 0-13 15,-4-8-2-15,4 8-2 0,0 0-2 0,0 0 2 16,0 0-8-16,0 0 2 0,0 0-4 0,0 0-5 16,0 0-1-16,0 0-5 0,0 0-2 0,0 0 2 15,0 0-8-15,0 0 9 0,0 0-3 0,0 0 2 16,0 0-8-16,0 0 3 0,0 0-3 0,0 0-1 16,0 0 2-16,0 0 5 0,0 0-10 0,0 0 4 15,0 0-2-15,0 25 3 0,0-25 5 0,0 10-3 16,0-10-4-16,0 8 2 0,0-8 1 0,-2 12-1 15,4-6-8-15,-2-6 14 0,-2 13-9 0,2-13-8 16,0 10 8-16,2-3 6 0,-2 0-4 0,0-7-3 16,-2 14 3-16,2-14 2 0,0 11-2 0,0-4-2 15,0-7-1-15,0 12-1 0,0-5 5 0,0-7-4 16,0 12-4-16,0-5 6 0,0 0 0 0,0-7 4 16,0 13-3-16,0-7 0 0,0-6-3 0,0 12 1 15,0-12 5-15,0 11-8 0,2-3 7 0,-2-8-1 16,0 11-3-16,0-5 8 0,0-6-5 0,0 10 0 15,0-10-8-15,2 12 1 0,0-6-8 0,-2-6 6 16,3 11-2-16,-1-5-1 0,1-2 0 0,-3-4-1 16,2 12 0-16,1-5 3 0,-3-7-3 0,2 9-3 15,-2-9 10-15,2 10 0 0,-2-4-6 0,0-6-1 16,2 8 8-16,-2-8 3 0,2 10-1 0,0-5-4 16,-2 2 3-16,0-7-2 0,1 9 3 0,-1-9-3 15,0 9-1-15,0-9 1 0,2 10 4 0,-2-10-3 0,1 8 1 16,-1-8 1-16,1 9-1 0,-1-9 3 0,5 9-4 15,-5-9-1-15,2 8 3 0,-2-8 4 0,0 8-2 16,0-8 5-16,2 10-1 0,-2-10-2 0,1 8 0 16,-1-8 2-16,0 8-4 0,0-8 6 0,0 0-3 15,0 10-7-15,0-10 6 0,0 7-2 0,0-7-5 16,0 9 5-16,0-9-3 0,0 0 4 0,0 11-1 16,0-11-2-16,0 0 3 0,-1 9-2 0,1-9-1 15,0 9 3-15,0-9-3 0,1 7 2 0,-1-7-4 16,0 0 8-16,2 11-3 0,-2-11-4 0,1 6-2 15,-1-6 5-15,5 7-2 0,-5-7 2 0,0 8-2 16,0-8 1-16,2 7 7 0,-2-7-8 0,2 8 2 16,-2-8 3-16,0 0-5 0,0 10 6 0,0-10 4 15,0 7-6-15,0-7-7 0,0 0 2 0,1 10 1 16,-1-10 1-16,0 0 4 0,0 6-7 0,0-6 2 16,0 0 1-16,0 9-2 0,0-9 2 0,0 0 2 15,0 9 1-15,0-9-6 0,2 6 8 0,-2-6-6 16,1 8-2-16,-1-8-1 0,0 0 1 0,1 10 2 15,-1-10 2-15,1 8-3 0,-1-8 5 0,0 0-5 16,3 10 3-16,-3-10-3 0,3 5-1 0,-3-5 6 16,0 0-3-16,-3 12 3 0,3-12 0 0,0 8-6 15,0-8 0-15,0 0-1 0,0 10 2 0,0-10 5 16,0 0 0-16,0 10 2 0,0-10-1 0,0 0-7 16,0 9 1-16,0-9 1 0,-3 8 1 0,3-8 1 15,0 0 2-15,0 9-6 0,0-9 0 0,0 0 3 16,3 8-3-16,-3-8-1 0,0 7 1 0,0-7 7 15,0 0-6-15,0 9 4 0,0-9-1 0,3 8 4 16,-3-8 1-16,0 0 1 0,0 10 2 0,0-10-2 16,0 0 0-16,-3 11 1 0,3-11-1 0,-3 7-6 15,3-7 7-15,-1 10-7 0,1-10 1 0,0 8 7 16,0-8-7-16,-1 9-2 0,1-9 7 0,0 9 3 16,0-9-3-16,0 9-5 0,0-9 3 0,0 8-1 15,0-8 1-15,-1 8-3 0,1-8 4 0,1 7 0 16,-1-7 0-16,0 0 2 0,0 12-3 0,0-12 1 15,-1 7-5-15,1-7 5 0,0 0 1 0,-2 12-4 0,2-12 3 16,0 7 0-16,0-7 1 0,0 0-4 0,-1 10 7 16,1-10-7-16,-2 7 2 0,2-7-7 15,0 0 9-15,-2 7-3 0,2-7 0 0,0 0 6 16,0 0-8-16,0 10 3 0,0-10 6 0,0 0 4 16,-2 10-1-16,2-10-3 0,0 7 1 0,0-7 0 0,0 0 4 15,0 0-6-15,0 9-3 0,0-9 2 0,0 0 0 16,-2 7 1-16,2-7-4 0,0 0 0 0,0 10-1 15,0-10-3-15,0 0 6 0,-1 8-1 16,1-8 0-16,0 0-6 0,-1 8 0 0,1-8 6 0,0 0-5 16,0 0 3-16,1 11-3 0,-1-11 2 0,0 0-1 15,0 8-1-15,0-8-2 0,0 0 3 0,1 8-4 16,-1-8 2-16,0 0-1 0,-1 9-1 0,1-9 3 16,0 0-3-16,1 6 0 0,-1-6 4 15,0 0-3-15,2 7 1 0,-2-7-2 0,0 0 4 0,0 0 1 16,0 11-5-16,0-11 2 0,0 0 1 0,0 6 7 15,0-6 3-15,0 0-11 0,2 10-4 16,-2-10 5-16,0 0-3 0,0 6-2 0,0-6 1 0,0 0 4 16,0 0-2-16,0 9 0 0,0-9 0 0,0 0 1 15,0 0-2-15,0 8 19 0,0-8-11 0,0 0 4 16,0 0 0-16,2 9-3 0,-2-9 0 0,0 0 1 16,2 5 0-16,-2-5-4 0,0 0 0 0,0 9 1 15,0-9 0-15,0 0-2 0,1 8 1 0,-1-8 1 16,0 0-3-16,0 7 4 0,0-7-1 0,0 0 3 15,0 0-3-15,-1 10 0 0,1-10-1 0,0 0 0 16,1 8-17-16,-1-8 8 0,0 0 4 0,-1 7-6 16,1-7-1-16,0 0-2 0,0 9 6 0,0-9 0 15,0 0 0-15,1 7 1 0,-1-7 3 0,0 0-3 16,-1 10 2-16,1-10 0 0,0 0 1 0,0 0 1 16,0 0-2-16,0 9-1 0,0-9 1 0,0 0-2 15,0 0 2-15,0 0-5 0,0 0 6 0,0 8-1 16,0-8-1-16,0 0 0 0,0 0 2 0,0 0 0 15,3 5-1-15,-3-5 4 0,0 0-4 0,0 0 1 16,0 0-2-16,0 0 1 0,0 0 0 0,0 0-1 16,0 0 2-16,0 10-4 0,0-10 8 0,0 0-3 15,0 0-5-15,0 0 8 0,0 8-4 0,0-8 1 16,0 0-2-16,0 0 5 0,1 9-5 0,-1-9-2 16,0 0-1-16,-1 8 5 0,1-8-5 0,0 0 4 15,0 0 5-15,-2 11-4 0,2-11-2 0,0 0 4 16,-1 7-6-16,1-7-1 0,0 9 7 0,0-9-15 15,0 0 8-15,0 0-8 0,0 0-7 0,-2 7-3 16,2-7-5-16,0 0-8 0,0 0-13 0,-2 6-7 16,2-6-14-16,0 0-9 0,0 0-20 0,0 0-16 15,0 0-9-15,0 0-12 0,0 0-70 0,0 0-220 16,-5 9 98-16</inkml:trace>
  <inkml:trace contextRef="#ctx0" brushRef="#br0" timeOffset="-62592.04">23621 13076 8 0,'0'0'64'0,"0"0"-11"0,0 0-1 0,0 0-7 0,0 0 4 16,0 0-4-16,-16-5 2 0,16 5-1 0,0 0-8 16,0 0 3-16,0 0 12 0,0 0-14 0,-11 2 3 15,11-2-6-15,0 0-10 0,0 0-8 0,0 0 19 16,-11 0-5-16,11 0-5 0,0 0 5 0,0 0-9 16,0 0 8-16,0 0-9 0,0 0 6 0,-6 6 2 15,6-6-8-15,0 0-5 0,0 0 3 0,0 0 2 16,0 0-5-16,0 0-6 0,0 0 3 0,0 0 2 15,0 0 4-15,0 0-1 0,0 0 8 0,0 0-2 16,0 0 10-16,0 0-9 0,0 0 5 0,0 0-3 16,0 0-7-16,0 0 2 0,0 0 1 0,0 0-1 15,0 0-7-15,0 0 1 0,-11-4-5 0,11 4-1 16,0 0-2-16,0 0 1 0,0 0-1 0,0 0-1 0,0 0 1 16,0 0-4-16,-6-6 1 0,6 6 3 15,0 0 5-15,0 0 1 0,0 0 5 0,0 0-8 16,0 0 0-16,0 0 7 0,0 0-6 0,0 0-10 15,0 0 7-15,-3-7-3 0,3 7 1 0,0 0-3 0,0 0 7 16,0 0-9-16,0 0 4 0,0 0-13 0,0 0 14 16,-4-4-13-16,4 4 7 0,0 0 2 15,0 0-1-15,0 0 0 0,0 0 0 0,0 0 1 0,0 0 2 16,0 0-5-16,0 0-1 0,0 0 1 0,0 0 1 16,0 0-4-16,0 0 2 0,-4-7-3 0,4 7 1 15,0 0 2-15,0 0 2 0,0 0-3 0,0 0 4 16,0 0 2-16,0 0-13 0,0 0 7 0,0 0-1 15,0 0 0-15,0 0 4 0,0 0-8 0,0 0 6 16,0 0 3-16,22 2-6 0,-22-2 6 0,14-2-3 16,-14 2-5-16,13 0 6 0,-2 0-8 0,-1 0 9 15,2-1-5-15,2-1 4 0,-3 0 0 0,8 0-2 16,-6 2 4-16,5-1-6 0,-5 1-1 0,6-3 5 16,-3-1-3-16,1 1 1 0,0 1-7 0,2 0 0 15,-1-1-1-15,-6 2 2 0,7-1-2 0,-5 1 5 16,2-2 6-16,-3 1-9 0,0-1-3 0,1 0 8 15,-1-1 1-15,-1 2 0 0,0 2 1 0,0-1-3 16,-2-2 6-16,0 3-12 0,0-3 7 0,0 1 1 16,-2 2-2-16,-8 0 2 0,17-2 0 0,-8 2 0 15,1-1 2-15,1-2 3 0,0 2-3 0,0-1-7 16,2 2 5-16,-2-1-5 0,0-2 1 0,1 1-2 16,0 2 4-16,-1-2-3 0,1 2 4 0,0-2-2 15,-1 0 6-15,-1 0 2 0,0 1-9 0,1 2 2 16,-1-2 2-16,-10 1 2 0,13-1-3 0,-13 1 2 15,14-2 1-15,-7 1 3 0,1-1 1 0,-8 2-3 16,14 0 2-16,-4-3-7 0,-3 0 4 0,3 2-5 16,-1 0 3-16,0-3 5 0,2 0-3 0,-3 3-3 15,0-1 1-15,0 1-2 0,4 1 3 0,-12 0-4 16,13-3-9-16,-7 3 14 0,-6 0 4 0,14-3-6 16,-5 2 4-16,-2-1 2 0,2 1-4 0,-9 1 1 15,18-1-4-15,-7-1 1 0,-2 2 2 0,0-3-7 0,2 3 9 16,-3-2-4-16,-8 2 1 0,13-2 1 15,-3 0 1-15,-4 1-2 0,2 0-4 0,-8 1-2 0,13-3 6 16,-7 2 4-16,-6 1-6 0,13 0 5 16,-13 0-3-16,10-2 1 0,-2 0-2 0,-8 2-2 15,9-2 1-15,-9 2 3 0,11-1-1 0,-4 1-4 0,-7 0 9 16,13-2-7-16,-13 2-15 0,11-1 14 0,-2 1 3 16,-9 0-3-16,12-3 4 0,-5 2-13 0,2 0 6 15,-9 1 9-15,13-4-6 0,-8 4 5 0,-5 0 0 16,15-1-6-16,-15 1 7 0,13 0-2 0,-6-1 2 15,-7 1-7-15,14-3 3 0,-8 3-1 0,-6 0-4 16,13-2 9-16,-5 1-4 0,-2-1 3 0,-6 2-8 16,13-3-3-16,-3 2 12 0,-3-1 0 0,0 1-2 15,2-2-2-15,-3 2-3 0,-6 1 9 0,16-3-9 16,-9 3 5-16,-7 0-4 0,14-3 7 0,-6 3 5 16,-8 0-4-16,13-3-4 0,-13 3 4 0,12-1-2 15,-12 1 0-15,11-2 1 0,-11 2-1 0,11 0-1 16,-3-2 4-16,-8 2-2 0,10 0-1 0,-10 0-6 15,9 2 4-15,-9-2 4 0,11-2 6 0,-11 2-11 16,10 0 6-16,-10 0-4 0,11-1-5 0,-11 1 4 16,11-1 3-16,-11 1-5 0,9-1 2 0,-9 1 1 15,10-3 1-15,-10 3-9 0,8 0 5 0,-8 0 0 16,0 0 3-16,0 0-6 0,13 0-4 0,-13 0-2 16,0 0 10-16,9 0-8 0,-9 0 2 0,9-1-6 15,-9 1 5-15,0 0-1 0,12-1 4 0,-12 1 1 16,10-1 0-16,-10 1-3 0,10-1 8 0,-10 1 6 15,0 0-8-15,11-3-4 0,-11 3 1 0,10-1-5 16,-10 1 12-16,10-1-11 0,-10 1 8 0,11-2-4 16,-11 2 5-16,9 0-8 0,-9 0 6 0,12-2 1 15,-12 2 3-15,10-2-5 0,-10 2 0 0,11 0-3 16,-3-2 6-16,-8 2-3 0,13-1-2 0,-13 1 0 16,11-1 4-16,-11 1 2 0,14-2-6 0,-14 2-6 0,9 0-7 15,-9 0-2-15,9-3 2 0,-9 3-8 16,10 0-6-16,-10 0-7 0,10 0-8 0,-10 0-10 15,0 0-10-15,8-1-12 0,-8 1-15 0,0 0-74 16,0 0-179-16,8-3 78 0</inkml:trace>
  <inkml:trace contextRef="#ctx0" brushRef="#br0" timeOffset="-60844.12">22367 12924 30 0,'0'0'133'15,"0"0"-11"-15,0 0-3 0,0 0-5 0,1-7-2 16,-1 7-3-16,0 0-6 0,0 0-5 0,0 0-6 15,0 0-7-15,0 0-2 0,0 0-16 0,0 0-2 16,0 0-7-16,0 0-1 0,0 0-9 0,0 0 0 16,0 0-1-16,0 0-1 0,0 0-6 0,0 0-3 15,0 0-3-15,0 0-3 0,0 0-5 0,0 0-2 16,0 0-5-16,0 0 1 0,0 0-4 0,0 0-4 16,0 0 10-16,0 0-13 0,0 0 2 0,0 0-6 15,0 0 1-15,0 0 0 0,0 0-2 0,0 0 1 16,0 0 0-16,0 0-1 0,0 0 0 0,0 0-1 15,0 0 0-15,0 0-2 0,0 0-1 0,0 0 2 16,0 0 0-16,0 0 4 0,0 0-4 0,0 0 2 16,0 0-1-16,0 0 2 0,0 0-2 0,0 0 2 15,0 0 2-15,0 0 5 0,0 0-1 0,0 0 5 16,0 0 9-16,0 0-6 0,0 0 1 0,0 0 1 16,0 0 1-16,0 0-1 0,0 0 3 0,0 0-1 15,0 0-5-15,0 0 0 0,0 0-1 0,0 0-1 16,0 0 0-16,0 0 6 0,0 0 0 0,0 0-3 15,0 0 1-15,0 0-3 0,0 0 0 0,0 0-4 16,0 0 2-16,-14-3-3 0,14 3-3 0,0 0-2 16,0 0 4-16,0 0-2 0,0 0-3 0,0 0-1 15,0 0 1-15,0 0-3 0,0 0-1 0,0 0 2 16,0 0-2-16,0 0-1 0,0 0 2 0,0 0-1 16,0 0-1-16,0 0 1 0,0 0 0 0,0 0-3 15,-15 4 1-15,15-4 1 0,0 0 2 0,0 0-4 16,0 0 2-16,-5 5 0 0,5-5-1 0,0 0 1 15,-6 7 6-15,6-7-7 0,-2 6 0 0,2-6 2 16,-3 7-2-16,3-7-1 0,-4 6 2 0,4-6 2 16,0 0 2-16,-7 6 5 0,7-6-2 0,-6 8 2 15,4-3 0-15,2-5-3 0,-5 5-3 0,5-5 4 16,-1 8-2-16,1-8 0 0,-3 6-1 0,3-6-2 16,-2 7 0-16,2-7-1 0,0 0-1 0,0 10 3 15,0-10-2-15,0 9 5 0,0-9-4 0,1 9-2 16,-1-9 0-16,1 10-2 0,1-5 5 0,-2-5-4 15,3 9-2-15,-3-9 6 0,4 5-4 0,-4-5 2 16,3 11 1-16,-1-7-1 0,3-1 0 0,-5-3 2 0,8 10 0 16,-3-7-2-16,0 2 1 0,2-1-3 15,0-1 2-15,-2 1 1 0,2-1-3 0,-1 0 2 16,1 1 3-16,2-1-3 0,-4 0-2 0,2 0 1 16,-7-3-2-16,11 4 5 0,-6 0-2 0,-5-4 1 15,9 5 0-15,-9-5-5 0,6 6 4 0,-2-5-6 0,-4-1 5 16,6 4 1-16,-6-4-4 0,5 5 4 15,-5-5-2-15,0 0-2 0,0 0 4 0,0 0 1 16,3 8 0-16,-3-8-1 0,0 0 12 0,0 0 3 16,0 0 0-16,-9 12 0 0,9-12-1 0,-8 5-1 15,5-1 4-15,3-4-8 0,-11 6 1 0,5-4-1 16,6-2 0-16,-13 6 0 0,8-3-5 0,-1-1 2 16,-2 1-2-16,3 0 1 0,5-3 1 0,-13 4-1 15,7-1-9-15,6-3-11 0,-12 4-1 0,6-4-9 16,6 0-10-16,-12 1-16 0,12-1-19 0,-12 2-20 0,12-2-26 15,-12-3-22-15,12 3-29 0,-8-4-30 0,3 0-147 16,5 4-370-16,-11-9 164 0</inkml:trace>
  <inkml:trace contextRef="#ctx0" brushRef="#br0" timeOffset="-60657.82">22321 12930 53 0,'10'-3'130'0,"-3"3"-10"0,1-3-12 0,-8 3-7 0,18-2-14 15,-6 1-5-15,-2 1-14 0,-1 1-5 0,2-1-15 16,1 1-33-16,-2 0-36 0,2 1-36 0,-3 0-77 16,-3 0-143-16,2-2 64 0</inkml:trace>
  <inkml:trace contextRef="#ctx0" brushRef="#br0" timeOffset="-60009.36">22543 13051 79 0,'0'0'171'0,"0"0"-4"0,0 9-12 0,0-9-5 15,-1 11-15-15,1-11-11 0,-1 11-5 0,-1-4 2 16,2-7-2-16,-1 12-6 0,0-5-17 0,1-7-10 16,-2 10-8-16,2-10-6 0,0 14-11 0,0-14-2 0,0 9-7 15,0-9-5-15,-1 8-4 0,1-8 10 0,0 0-2 16,-1 8 0-16,1-8 4 0,0 0 3 16,0 0 6-16,-1 7 1 0,1-7 2 0,0 0 6 15,0 0 1-15,0 0-6 0,0 0-6 0,0 0-7 0,0 0-9 16,0 0 1-16,0 0-3 0,0 0-9 0,0 0-7 15,0 0 3-15,-2-25-5 0,2 25-1 0,3-13 0 16,-2 5-7-16,2 1-1 0,-2-3-1 0,3 0-3 16,0 0-4-16,1-3-2 0,0 2-3 0,3 0 2 15,-2-1-2-15,2 3-5 0,-2-1 2 0,3 2-2 16,-1 1 1-16,-2 1-2 0,1 1-1 0,-2 2-1 16,2-1 0-16,-7 4 3 0,12-3-4 0,-12 3-1 15,11 2 2-15,-4 2-1 0,-7-4-3 0,11 4 4 16,-7 1-1-16,0-1 1 0,1 3 1 0,0-3 2 15,-2 2-4-15,2 3 4 0,-3-3-1 0,1 1 4 16,-1-1-2-16,-2-6 1 0,3 10 1 0,-3-10 1 16,0 6 1-16,0-6 2 0,3 6 0 0,-3-6 4 15,0 0 6-15,0 0 2 0,0 0-4 16,0 0 4-16,0 0-6 0,0 0 0 0,0 0-1 0,0 0-5 16,0 0 3-16,0 0-1 0,0 0-6 0,3-29-2 15,0 19-1-15,2 1-1 0,1 0-4 0,2-1 0 16,-3 2 0-16,4 0-3 0,-3 2-3 0,2-1 6 15,-3 4-6-15,-2-3 2 0,3 3-4 0,-6 3 3 16,10-3-1-16,-10 3 1 0,11 0 1 0,-11 0 0 16,9 6 2-16,-4-2-1 0,-2 1 1 0,0 2 0 15,0 2 5-15,1 1-2 0,-2-1 1 0,1 0 4 16,-2 0 0-16,-2 1-2 0,3-1 1 0,-2 0-17 16,0 0-17-16,0-9-29 0,-2 16-41 0,2-10-42 15,0-6-46-15,1 10-36 0,-1-3-165 0,0-7-425 16,1 9 188-16</inkml:trace>
  <inkml:trace contextRef="#ctx0" brushRef="#br0" timeOffset="-59570.04">22976 13023 47 0,'0'0'186'0,"0"0"-26"15,0 0-6-15,0 0-11 0,0 0-8 0,-5 23-11 16,3-16-8-16,0 0-13 0,2-7 1 0,-2 12-7 15,-1-5-8-15,2-1-6 0,1-6-6 0,-6 10-7 16,6-10-7-16,-3 6 2 0,3-6 7 0,0 7 7 16,0-7 10-16,0 0 10 0,0 0 6 0,-1 9-2 15,1-9-7-15,0 0-7 0,0 0-13 0,0 0-4 16,0 0-3-16,0 0-2 0,0 0-11 0,-3-27 0 16,3 27-7-16,2-13-7 0,2 2-4 0,-1 2 0 15,2-4-5-15,-1 1 1 0,0-1-4 0,1-1 2 16,3-1-6-16,-3 4-1 0,5-2-1 0,-3 1 3 15,-2 4-3-15,0-1-3 0,0 3-2 0,0 1-1 16,0 0-2-16,-5 5-2 0,8-7-8 0,-4 4 3 16,-4 3-5-16,9-2-1 0,-9 2-4 0,0 0 1 15,11 7-2-15,-6-1 1 0,-2 0 3 0,1 2 4 16,1 2 5-16,0 1 0 0,-1-2 6 0,-3 4 6 16,3-1 5-16,-2 0-1 0,1 3 3 0,-1-3-3 15,1-1-1-15,-2-1 7 0,2 2-13 0,-2-2-2 16,0-1-2-16,2 0 3 0,-1-2-6 0,0 0 6 15,-1 1-6-15,-1-1-15 0,0-7-24 0,2 10-21 16,-2-10-21-16,2 7-20 0,-2-7-27 0,0 0-44 16,0 9-40-16,0-9-45 0,0 0-41 0,0 0-148 15,-5 7-470-15,5-7 208 0</inkml:trace>
  <inkml:trace contextRef="#ctx0" brushRef="#br0" timeOffset="-59394.04">22967 13024 109 0,'0'0'159'0,"0"0"-13"0,0 0-9 15,15-6-14-15,-8 5-15 0,5-1-11 0,1 1-8 16,0-1-12-16,7-1-26 0,0 2-44 0,8-2-52 16,-6 1-52-16,-3-1-64 0,4 1-173 0,3-3 77 15</inkml:trace>
  <inkml:trace contextRef="#ctx0" brushRef="#br0" timeOffset="-51843.73">27463 14018 38 0,'-4'4'91'16,"4"-4"-13"-16,0 0-4 0,0 0-3 0,0 0-3 16,0 0-15-16,0 0 1 0,0 0-7 0,-2 8 18 15,2-8-19-15,0 0-4 0,0 0-6 0,0 0-5 0,-8 6 13 16,8-6-18-16,0 0 3 0,-2 5-3 0,2-5 0 16,0 0 9-16,0 0-13 0,0 0-4 0,0 0 0 15,0 0-3-15,-2 9-1 0,2-9-5 16,0 0 26-16,0 0-20 0,0 0 5 0,0 0-12 15,0 0 5-15,-1 7 4 0,1-7 6 0,0 0 2 0,0 0-9 16,0 0 1-16,0 0 1 0,0 0-1 0,0 0-1 16,0 0-3-16,0 0 6 0,3 9-4 15,-3-9 4-15,0 0 6 0,0 0 2 0,0 0 8 0,0 0-7 16,0 0 0-16,0 0 5 0,0 0 3 0,0 0 1 16,0 0-1-16,0 0-6 0,0 0 3 0,0 10-5 15,0-10-13-15,0 0 10 0,0 0-7 16,0 0-4-16,0 0 4 0,0 0 0 0,0 0-5 15,0 0-3-15,0 0 1 0,0 0-5 0,0 0 8 0,0 0-5 16,0 0 4-16,4 4-1 0,-4-4 2 0,0 0 10 16,0 0 4-16,0 0 5 0,0 0 5 0,0 0 2 15,0 0 2-15,0 0-3 0,0 0-3 0,0 0 2 16,0 0-4-16,0 0-2 0,0 0 3 16,0 0-3-16,0 0 2 0,0 0-4 0,0 0 5 15,0 0-2-15,0 0-11 0,0 0 1 0,0 0-3 0,0 0-1 16,0 0 3-16,0 0 4 0,0 0 3 0,0 0 1 15,0 0-1-15,0 0 1 0,0 0-1 0,0 0 0 16,0 0 2-16,0 0 0 0,0 0-2 16,0 0-6-16,-2-24 8 0,2 24 3 0,0 0 16 15,2-8-3-15,-2 8-10 0,0 0-4 0,0-9-3 0,0 9-6 16,0 0-1-16,0-9-3 0,0 9-2 0,0 0 0 16,0-12-3-16,0 12-1 0,2-9-3 0,-2 9 0 15,1-11-3-15,-1 11 4 0,3-9 7 16,-3 2-11-16,0 7 2 0,2-10 1 0,-2 10 11 15,2-12-5-15,-2 6-8 0,0 6 0 0,0-13 4 0,0 13-1 16,0-11-4-16,0 3 0 0,0 8-2 0,0-14 0 16,0 7 3-16,0 7-2 0,0-11 1 0,0 4 6 15,0-1-7-15,0 8-6 0,0-15 4 0,0 15-3 16,0-13 5-16,0 5-6 0,0 8 2 16,0-13-2-16,0 5 8 0,0 8-8 0,0-13 4 0,0 13-2 15,0-12-2-15,0 5 1 0,0 7 1 0,0-13 4 16,0 6-4-16,0 7-1 0,-2-13 7 0,0 5 8 15,2 8-8-15,-3-13 1 0,3 4 2 0,0 9-3 16,-1-12 1-16,-1 5 2 0,2 7-7 0,0-12-1 16,0 12 3-16,0-12-1 0,0 12 2 0,-2-12-2 15,2 4 0-15,0 8 1 0,2-13-3 0,-2 6 0 16,0-3 3-16,0 2-4 0,0 8 5 0,0-15 7 16,0 6-4-16,0 0 2 0,0 1-6 0,0 8 4 15,0-17-3-15,0 10 7 0,2-3 1 16,-2 0-9-16,0 3 16 0,0-4-10 0,0 11-1 0,-2-18 6 15,2 11-5-15,0 7 2 0,2-15-8 0,-2 5 1 16,0-1 0-16,0 2-2 0,0 1 2 0,1-3-5 16,2 2 0-16,-3 1-2 0,0-2 12 0,0 10-2 15,0-17 0-15,0 7-2 0,0 0 14 0,0-1-18 16,2 2 1-16,-2-3-3 0,0 3 3 0,0-2-1 16,2 2 3-16,-2-1-2 0,0 1 10 0,0 0-13 15,0-2 23-15,0 2-4 0,0 1 9 0,0 8-7 16,0-18-8-16,0 8-5 0,0 0 2 0,0 0 2 15,0 1-3-15,2-1-1 0,-2 3-2 16,0 7 4-16,-2-19 0 0,2 19-3 0,0-17 1 0,0 17 3 16,0-16 12-16,0 16-10 0,0-14 1 0,0 14 3 15,-2-13-3-15,2 13-7 0,0-14 4 0,0 14-7 16,-2-15 0-16,2 15 4 0,2-18-1 0,-2 12-3 16,0 6-5-16,0-19 6 0,-2 9 3 0,2 10-3 15,2-16-4-15,-2 7 8 0,0 2-4 0,-2-4 5 16,2 11 1-16,2-13 8 0,-2 4-6 0,0-3-4 15,0 2 2-15,0 0-4 0,0 1-2 0,0-1 1 16,-2-1 5-16,2 2 1 0,-3-1-7 0,6 0 16 16,-6 2-7-16,3 8 0 0,-1-16 0 0,1 7 5 15,0 2-10-15,-2-3 1 0,2 10-1 0,0-17 0 16,0 10-6-16,-2-1 2 0,2-2 3 0,0 10-3 16,-2-13-2-16,4 3-1 0,-4 1 1 0,2 0-6 15,0 9 5-15,0-18 0 0,0 9-1 0,0 0 2 16,0 1-3-16,0-2-2 0,0 1 1 0,0-1 5 15,0-1-5-15,-2 1 5 0,2 0-5 0,0 0-1 16,0 0 4-16,-1 1 3 0,1-1-5 0,0 10 16 16,0-16-2-16,0 9 5 0,0-2-3 0,-1-1-3 15,0 2-4-15,1 8 4 0,0-17-6 0,0 10 9 16,0 7-7-16,0-14-2 0,-2 5 3 0,2-1-2 16,0 2-3-16,0-1 0 0,0-1 1 0,0 1-8 15,0-1 2-15,0 10 1 0,0-18 0 0,0 8 1 16,0 10 2-16,0-19-6 0,0 8 2 0,0 11 6 15,0-22-9-15,-2 10 0 0,2-1 3 0,2 2-1 16,-2-2-2-16,2-2-6 0,-2 2 7 0,0 2 4 16,0 0 1-16,1-2-1 0,-1 2-5 0,1-1 1 15,-1-1-4-15,1 2 2 0,-1-2 1 0,0 1-1 16,0 0 1-16,0 0-3 0,2 0 2 0,-4 0 1 16,4 0 0-16,-2 0-2 0,0 1-2 0,0 0 3 0,0 2 0 15,2-3-2-15,-2 2 0 0,2 0 6 16,-2-2-6-16,0 5 2 0,2-4 1 0,-2 2 2 15,0-1 0-15,0 1-5 0,1-1-6 0,-1 1 9 16,3-3 0-16,-6 3 2 0,6-1 0 0,-3 1 0 16,0-3-4-16,0 3 1 0,2-2-3 0,-2-2 3 15,2 3-2-15,-2-2 9 0,0-1-9 0,2 4 13 0,-2-3-7 16,0 1 2-16,2-1-7 0,-2 0 3 16,0 12-2-16,0-22-2 0,2 10 3 0,1-3-2 15,-3 3 0-15,0 0-2 0,2-4 4 0,-2 4 1 16,0 1-5-16,0 1 2 0,0 10-3 0,2-25 4 15,0 15 3-15,-2-2-5 0,0 1 4 0,3-1-1 16,-3 12-3-16,0-21 2 0,0 10 1 0,1 1-1 16,-1 10-5-16,-1-24 9 0,-2 12-4 0,6 2-4 15,-3 10 1-15,1-18 2 0,-1 8 2 0,0 10-1 16,1-18-4-16,-1 8 3 0,2 1 2 0,-2 9 0 0,0-18 2 16,0 18-1-16,0-14-6 0,0 14 1 15,0-14 6-15,0 4-4 0,0 10 9 0,0-12-5 0,0 12-3 16,2-11 0-16,-2 11 3 0,0-14-3 15,0 7-3-15,0 0 3 0,0 7-7 0,0-14 14 0,3 7-5 16,-3 7-3-16,0-14 2 0,0 6-2 16,2 1-2-16,-2-1 4 0,3-1-4 0,-3 9 3 15,2-15 0-15,-2 7 2 0,1 0-4 0,0 1 0 0,-1 7 4 16,2-13-2-16,-2 3-2 0,0 3 3 16,0 7 0-16,2-14-2 0,0 9 2 0,-2 5 0 0,0-17 0 15,0 10-3-15,0 7-1 0,0-14 2 0,2 7 0 16,-2 7 4-16,0-12-5 0,0 5 1 15,0 7 2-15,0-13-3 0,2 7 0 0,-2 6 3 16,0-11 0-16,0 11 0 0,1-13 0 0,-1 13 0 16,0-10-3-16,0 10 6 0,1-9-6 0,-1 9 0 0,0-8 5 15,0 8-4-15,1-8-1 0,-1 8-2 0,0 0 3 16,0-9 3-16,0 9 0 0,0 0 7 16,2-9-10-16,-2 9 4 0,0 0-2 0,0 0-4 15,0 0 8-15,0-17 0 0,0 17-8 0,0 0 9 0,0 0 2 16,-2-13-7-16,2 13-7 0,0 0 16 0,0-13-11 15,0 13 3-15,0 0-3 0,-1-12 1 0,1 12 1 16,0 0-4-16,-2-11 1 0,2 11 1 16,-2-12 1-16,2 12 0 0,0 0 1 0,-2-13-5 0,2 13 9 15,0 0-7-15,0-10 11 0,0 10-10 0,0 0 2 16,0 0-4-16,-2-14 2 0,2 14 3 0,0 0-3 16,0 0 2-16,0 0-3 0,-2-9 1 0,2 9-1 15,0 0 3-15,0 0-3 0,0 0 1 0,0 0 2 16,0-11 2-16,0 11-4 0,0 0-5 15,0 0 8-15,0 0-1 0,-2-11 4 0,2 11-3 0,0 0 2 16,0 0-3-16,0 0 0 0,-1-13 3 0,1 13-6 16,0 0 0-16,0 0 2 0,0 0-2 0,-1-11-1 15,1 11 3-15,0 0-9 0,0 0 8 16,0 0 1-16,0 0-1 0,0 0-2 0,0 0 0 0,0 0-18 16,-1-11 6-16,1 11-12 0,0 0-13 0,0 0-19 15,0 0-19-15,0 0-14 0,0 0-21 0,0 0-17 16,0 0-22-16,0 0-7 0,0 0 7 0,0 0-15 15,0 0-23-15,0 0-50 0,-18 39-64 0,12-26-233 16,-3 1-581-16,-5 0 258 0</inkml:trace>
  <inkml:trace contextRef="#ctx0" brushRef="#br0" timeOffset="-43640.18">27488 10885 35 0,'0'0'85'0,"0"0"-6"0,0 0-10 0,0 0 8 0,6-7-4 15,-6 7-4-15,0 0-5 0,0 0-3 0,0 0 0 16,0 0 4-16,0 0-16 0,0 0 11 0,0 0-13 16,0 0 0-16,0 0-11 0,0 0 1 0,0 0-6 15,0 0 7-15,0 0-4 0,0 0-6 0,0 0-6 16,0 0-1-16,0 0 9 0,-13-14-4 0,13 14 10 16,0 0-2-16,0 0 1 0,0 0-5 0,0 0-7 15,-9-2 4-15,9 2-7 0,0 0 1 0,0 0 1 16,0 0 0-16,-9 0 2 0,9 0 3 0,0 0 4 15,0 0 0-15,-6-3 3 0,6 3-10 0,0 0 8 16,0 0-15-16,0 0 4 0,-13-1-3 0,13 1 1 16,0 0-5-16,-12 1-2 0,12-1 0 0,0 0-2 15,-12 1-3-15,12-1 2 0,-9 2 15 0,9-2-4 16,-9 3 1-16,9-3-1 0,-13 3-2 0,8-2 0 16,5-1-4-16,-13 3-4 0,7-1 3 0,-4-1-3 15,3 0-2-15,-1 0 8 0,0 0-6 0,8-1 7 16,-17 1-4-16,6 1-2 0,-1 0 4 0,3 1 8 15,-1-2-3-15,-2-1-4 0,1 3 2 0,2-3 0 16,-3 1-4-16,5 1-2 0,-5-1-1 0,2 0 0 16,1 0-2-16,1-1-3 0,-4 1-1 0,-1-1 1 15,1 2-2-15,-1-1 2 0,2 0 0 0,-3 2 1 0,1-3-5 16,-1 1 4-16,3-1-2 0,0 2-2 16,-3-2 3-16,1 3 1 0,-1-3-6 0,1 0 1 0,1 2 3 15,-3 0-3-15,6-3 5 0,-5 2-2 16,1 0-3-16,1-1 3 0,1 2-6 0,0-1 0 0,-3-1-1 15,3 0 8-15,1 0-6 0,-4 0 1 0,3 1-1 16,-1 0 1-16,1-1 6 0,0 0-3 16,-1 2-1-16,-1-2-3 0,-1 2 3 0,3-2-1 15,0 0 0-15,-3 2 2 0,1-2-4 0,1 0 0 0,1 1 0 16,-2 1 1-16,0-2-1 0,2 0-1 0,-3 0-1 16,3 2-1-16,0-2 6 0,-1 0-1 0,1 2-4 15,-2 0 4-15,3-2 3 0,0 1-2 16,-4 0-2-16,5-1-3 0,-4 0 6 0,-1 2-3 0,5-2-1 15,-2 2-1-15,-1-2 4 0,1 2-2 0,1 0 1 16,-2-1-2-16,3-1 2 0,-3 2 0 0,1-1-2 16,1 0 0-16,-2 0 2 0,1 1-1 0,-2-1-1 15,1 0 3-15,-1 2 0 0,-1-1-4 0,3 0 2 16,-2 0-1-16,-1-1 1 0,5-1 2 0,-5 2-5 16,5-2 2-16,-2 1 2 0,-3-1-1 0,4 1-1 15,-1 1-2-15,1-1 5 0,-3 0-2 0,4 1 0 16,-5-2-1-16,3 2 2 0,-3-1 1 0,3 0-3 15,-1 2-3-15,-2-2 2 0,2 0 2 0,-2 0 0 16,1 1 2-16,-1 0-7 0,3 0 5 0,-2 1 3 16,-1-1-1-16,2-2-2 0,-3 1 0 0,-2 1 1 15,1-1 2-15,-2 0-2 0,0-1 0 0,-1 2 0 16,2-1-2-16,-1 0 4 0,2 2 14 0,-2-2-3 16,1-1-3-16,3 0 0 0,-2 0-2 0,-2 4 0 15,5-3 5-15,-1-1-9 0,1 1 0 0,-3 1-1 16,3-2 1-16,-1 1-2 0,1 0 1 0,2 2-2 15,-3-3-1-15,1 1 2 0,-1 1-1 0,3-1 0 16,-3 0-1-16,3 1-2 0,-2-1 5 0,1 1-4 16,1 1 1-16,-3-2-1 0,3-1 8 0,-1 3-10 15,-3-3 1-15,-2 3 4 0,3-1-1 0,1-2 0 16,-5 1-2-16,4 0 1 0,-4 0-2 0,3 2 1 16,-4 0 0-16,1-3 1 0,0 0 1 0,4 2 0 15,-3-2-5-15,-1 3 4 0,-1-3-1 0,0 1 1 16,-1-1 1-16,4 0-2 0,-3 2 1 0,2-1 0 15,1 0 2-15,-3-1-4 0,-2 2 2 0,4 0-4 0,-2 0 4 16,3 0 1-16,-3-1-1 0,2-1-1 0,-3 1-1 16,3-1 1-16,-2 2-2 0,1-2 10 15,0 2-10-15,-1-1 3 0,6-1 0 0,-5 0-1 0,1 2-2 16,-3-1 2-16,2 1-1 0,-2 0-1 16,1-1 2-16,6 1-1 0,-5-3 1 0,1 4 1 0,2-2 0 15,0 0 0-15,1 1-1 0,1-2 0 0,-2 0-1 16,2 0 1-16,-1 1-4 0,-3-1 3 15,4 2 1-15,-1-2 0 0,-1 2 0 0,-3-2 5 16,5 2-6-16,-1-2 1 0,3 0-1 0,-3 2 1 0,2-1 0 16,2 0-1-16,-4 1 0 0,1-2 0 0,2 2 1 15,0-2 0-15,0 2 0 0,1-2 1 0,-1 0-3 16,2 2 2-16,-4-2-1 0,2 1 3 16,0-1-3-16,-1 0 2 0,1 0-4 0,0 2 1 0,-1-1 2 15,3 0 3-15,-3 2-4 0,2-3-1 0,-2 1 2 16,1 0 1-16,-2 2 3 0,3-3-4 0,-1 0-1 15,-2 3-1-15,-1-2 2 0,2 2 1 0,-2-3-1 16,0 0 0-16,1 2 1 0,-1-1 9 0,3 2-12 16,-2-2 0-16,3 0 6 0,-2 1-5 0,1-2-1 15,-2 2 2-15,1-2 0 0,-2 1 5 0,3 0-7 16,-1 1 0-16,2-1 2 0,-1-1 1 0,-1 1-1 16,2 0-1-16,-3 0 1 0,0 0-1 0,2 2 1 15,-3-2 5-15,1 0-8 0,-2 0 3 0,2-1 0 16,-5 0-2-16,4 2 4 0,2-2-1 0,-3 2 1 15,4-1 1-15,-3 1-3 0,-3-1 0 0,3 0-4 16,1 1 0-16,-1-2 6 0,1 1-3 0,2 0 3 16,-2-1-5-16,3 2 3 0,-3-1 3 0,4 1-4 15,-3-1-2-15,2 1 1 0,10-2 5 0,-15 0-3 16,8 0 1-16,-1 1-2 0,8-1-2 0,-13 0 1 16,13 0 2-16,-10 3 9 0,10-3-11 0,-8 0 3 15,8 0-1-15,0 0 3 0,-12 1-4 0,12-1 0 16,0 0-1-16,0 0 3 0,-9 0-3 0,9 0 2 15,0 0 1-15,-7 2-3 0,7-2-1 0,0 0 3 16,-10 0-2-16,10 0 2 0,0 0-1 0,0 0 4 16,0 0-2-16,-12-1-2 0,12 1 1 0,0 0-2 0,0 0 1 15,0 0 2-15,-10 1-4 0,10-1 3 0,0 0 1 16,0 0-2-16,-10 0 0 0,10 0 2 16,0 0 0-16,-9 2-1 0,9-2-1 0,-9 0 3 15,9 0-2-15,0 0-3 0,-13 1 7 0,13-1-2 0,0 0 2 16,-10 0 0-16,10 0 2 0,0 0 5 15,-7 2-9-15,7-2 3 0,0 0 0 0,0 0 0 16,0 0 1-16,0 0-3 0,-10 1 2 0,10-1 0 16,0 0-1-16,0 0 0 0,0 0-1 0,0 0-2 15,0 0 2-15,0 0-1 0,0 0-1 0,0 0-2 0,0 0 1 16,0 0-7-16,0 0-10 0,0 0-19 0,0 0-21 16,0 0-29-16,0 0-30 0,0 0-23 15,0 0-33-15,0 0-155 0,0 0-353 0,0 0 156 16</inkml:trace>
  <inkml:trace contextRef="#ctx0" brushRef="#br0" timeOffset="-42594.07">21898 11061 16 0,'0'0'192'0,"0"0"-1"0,0 0-9 15,0 0-5-15,0 0-6 0,0 0-8 0,-1-10-4 16,1 10-4-16,0 0-4 0,0 0-11 0,0 0-5 16,0 0-7-16,0 0 1 0,0 0-7 0,0 0-7 15,0 0-11-15,0 0-6 0,0 0-13 0,-2-8-8 16,2 8-8-16,0 0-10 0,0 0-8 0,0 0-4 16,0 0-10-16,0 0-6 0,0 0-3 0,0 0-2 15,0 0-9-15,0 0 0 0,0 0-3 0,0 0-1 16,-4 34-4-16,3-25 5 0,0 0-5 0,-1 3-2 15,1-1 2-15,0 1-3 0,1 1 4 0,-1-2-5 16,1 0-2-16,-2 0 7 0,2 1-4 0,0-2-1 16,-2 2-3-16,2-3 4 0,2 1-5 0,-4 1 3 15,2-2-2-15,2 1 2 0,-2-2 4 0,0 0 5 16,0-8-2-16,-2 14 1 0,2-7-3 0,0-7-2 16,-3 13 4-16,3-7-4 0,0-6 2 0,0 15 1 15,-1-9-13-15,0 1-9 0,1-7-15 0,-3 11-13 16,3-11-11-16,-2 8-21 0,0-2-24 0,2-6-34 15,-2 10-45-15,2-10-36 0,-1 5-28 0,1-5-137 16,0 0-406-16,0 0 179 0</inkml:trace>
  <inkml:trace contextRef="#ctx0" brushRef="#br0" timeOffset="-42226.88">22065 11222 208 0,'0'0'191'0,"0"0"-13"16,0 0-20-16,0 0-10 0,0 0 2 0,0 0 4 16,0 0-17-16,0 0-9 0,5 14-9 0,-5-14-2 15,2 12-11-15,-1-6-9 0,-1-6-10 0,0 11-12 0,1-4-3 16,2-1-10-16,-1 0-4 0,1 0-6 16,1 0-5-16,1-1-4 0,0 1-3 0,1-2-2 15,1-1-3-15,0 1-4 0,2-2-4 0,0 0 18 16,1-1 3-16,0-1-2 0,2 2 0 0,0-2 0 0,-2-3-2 15,1 1 7-15,0 0-1 0,0-2 3 0,-2 0 0 16,-1-2 4-16,-2 3-8 0,-2-2 1 0,2 0 0 16,-2-1 3-16,-3-1-8 0,1 0-5 15,-2 7-2-15,-2-17-3 0,0 11-9 0,-1-1-4 0,-3-2-2 16,2 3 1-16,-4-1-5 0,1 1-3 0,0 3-4 16,-3-2-3-16,1 1-14 0,-1 1-12 0,-3 1-11 15,3 2-14-15,0 2-16 0,-3 0-11 0,3 1-21 16,0 1-41-16,-2-1-39 0,6 1-57 0,0 1-225 15,1 2-490-15,5-7 216 0</inkml:trace>
  <inkml:trace contextRef="#ctx0" brushRef="#br0" timeOffset="-41592.11">22438 11233 22 0,'0'0'193'0,"0"0"7"0,0 0-17 16,4 8-17-16,-4-8-7 0,1 8-7 0,-1-8-14 15,0 11-18-15,0-11 5 0,2 11-4 0,-2-11-13 16,-2 11-8-16,2-4 4 0,0-7-10 0,-1 9-10 16,1-9-5-16,-1 7-6 0,1-7 9 0,0 0-3 15,-1 9 5-15,1-9 9 0,0 0 1 0,0 0 9 16,-2 9 0-16,2-9 1 0,0 0 4 0,0 0 12 15,0 0 0-15,0 0-9 0,0 0-5 0,0 0-16 16,0 0-3-16,0 0-8 0,0 0-12 0,0 0-5 16,0 0 6-16,0 0-20 0,-1-29-6 0,1 29-4 15,0-15-6-15,3 5 2 0,-2 1 2 0,0-2-11 16,4 1-10-16,-1-2-3 0,1 2-6 0,2 0 4 16,-1 1-1-16,2 1-3 0,-2 0-12 0,2 3 0 15,-3 0-4-15,4 2 1 0,-3 1 0 0,3-1-5 16,4 4 19-16,-3 2-13 0,-1 1-1 0,3 1 2 15,-3 3-3-15,-2-2 5 0,1 1-5 0,1 3 7 0,-4-1-3 16,1 0 1-16,2 0-1 0,-2-1 5 16,-1 2-6-16,-1-1 5 0,-1-3 2 0,-1-1 11 15,1 1-17-15,-3-6 5 0,3 10 1 0,-3-10-3 16,0 7 4-16,0-7 4 0,0 0-3 0,-2 8 7 0,2-8-4 16,0 0 4-16,0 0 4 0,-5 6-3 0,5-6-1 15,0 0-5-15,0 0 2 0,0 0 0 0,0 0 0 16,0 0 5-16,0 0-9 0,0 0 1 0,-9-18-5 15,9 18-10-15,4-13 3 0,0 5-8 16,1-1-5-16,2 1 0 0,0 0 2 0,-1 3 0 0,2-1-1 16,-3 0 3-16,0 3-1 0,6-3 2 0,-5 3-1 15,2 0-3-15,-8 3 4 0,14-2 0 16,-8 2-2-16,-6 0 0 0,13 5 5 0,-7-3 1 16,-1 2 18-16,2 0-13 0,-3 1-3 0,-1 2 1 0,1-3 0 15,0 3 1-15,-2-1 6 0,-1 0-1 0,0 1 1 16,-1-7-22-16,-1 13-16 0,1-5-17 0,0-8-23 15,-5 13-21-15,2-6-40 0,0 2-49 0,1-3-54 16,2-6-51-16,-4 10-154 0,4-10-487 0,0 0 216 16</inkml:trace>
  <inkml:trace contextRef="#ctx0" brushRef="#br0" timeOffset="-41076.02">22954 11222 126 0,'0'0'199'0,"0"0"-1"16,0 0 3-16,0 0-3 0,0 0-12 0,0 0-6 16,0 0-15-16,2 18-11 0,-2-18-10 0,-2 10-9 15,2-1-5-15,0-9-11 0,-3 12-8 0,2-6-5 16,1-6-12-16,-3 12-2 0,0-7-11 0,3-5-6 16,-2 7-8-16,2-7 0 0,-3 8-4 0,3-8 8 15,0 0 3-15,-1 9 12 0,1-9 8 0,0 0 6 0,0 0 13 16,0 0 0-16,-4 7-1 0,4-7-13 15,0 0-6-15,0 0-15 0,0 0 0 0,0 0-11 16,0 0-6-16,-9-20 7 0,9 20-12 0,2-11-8 16,-2 11-9-16,1-15 1 0,3 3-11 0,-1 0-8 0,4-3 7 15,-1-1-19-15,1 0-3 0,2-1-8 0,0 2 11 16,1-1 0-16,0 1-6 0,-1 2 1 16,-1-1 1-16,-3 5 0 0,4 0-2 0,-6 3-10 15,3 2-2-15,-2-1 0 0,-4 5 2 0,9-7-6 16,-9 7 8-16,8 0-8 0,-8 0 10 0,9 8-2 15,-5-2-5-15,1 2 2 0,1 3 4 0,-4-1-2 16,3 1 2-16,-2 0-6 0,0-1 4 0,0 1 4 16,-2 2 8-16,1-1 3 0,-1-1-1 0,1-1-1 0,0 0 0 15,-1 1-3-15,-2-1 5 0,2-1 3 0,0 1 1 16,-1-3 0-16,2 1 1 0,-1-1-2 16,0 0-2-16,0 0-1 0,-1-7-4 0,2 13 3 15,1-7-2-15,-3-6-3 0,3 8-1 0,-3-8 5 0,2 10-9 16,-2-10-1-16,3 7-23 0,-3-7-20 0,0 0-26 15,1 7-18-15,-1-7-9 0,0 0-25 0,0 0-18 16,0 8-13-16,0-8-34 0,0 0-24 16,0 0-42-16,0 0-34 0,0 0-186 0,0 0-514 0,-14-1 227 15</inkml:trace>
  <inkml:trace contextRef="#ctx0" brushRef="#br0" timeOffset="-40800.1">22911 11248 158 0,'0'0'209'0,"-5"-3"-4"0,5 3-8 16,0 0-10-16,-6-4-8 0,6 4-17 0,0 0-16 15,0 0-9-15,0 0-10 0,0 0-10 0,0 0-3 16,16-8 0-16,-16 8-6 0,18-3-2 0,-6 0-4 16,-1 2-4-16,3-1-2 0,-1 0-3 0,0-1 1 15,-4 1-5-15,1 0-3 0,-2 1 1 0,-8 1-3 16,13-2-3-16,-8 0-11 0,-5 2-2 0,11 0-9 15,-11 0-4-15,8 0-9 0,-8 0-8 0,0 0-4 16,0 0-2-16,0 0 0 0,10-3-11 0,-10 3-2 16,0 0-12-16,0 0-18 0,8 0-26 0,-8 0-22 15,0 0-23-15,0 0-38 0,0 0-59 0,10 3-71 16,-10-3-237-16,0 0-527 0,0 0 233 0</inkml:trace>
  <inkml:trace contextRef="#ctx0" brushRef="#br0" timeOffset="-36577.06">28767 13925 2 0,'0'0'128'15,"0"0"-8"-15,0 0 11 0,0 0-6 0,0 0-4 16,0 0-14-16,-4-6-6 0,4 6-7 0,0 0 3 16,0 0-6-16,0 0 9 0,-6-8-11 0,6 8 1 15,0 0-8-15,-3-7-3 0,3 7 2 0,0 0-5 16,-4-6 4-16,4 6-3 0,0 0 5 0,-5-8 0 15,5 8 0-15,0 0 0 0,0 0-1 0,0 0 3 16,-2-7 1-16,2 7-4 0,0 0 2 0,0 0 0 16,0 0-1-16,0 0-5 0,0 0-2 0,-3-8-7 0,3 8-3 15,0 0-1-15,0 0-3 0,0 0-1 0,-1-9-1 16,1 9-2-16,0 0-6 0,0 0 0 16,0 0 0-16,0 0-6 0,0 0 3 0,0 0-14 15,0 0-4-15,0 0-7 0,0 0 0 0,0 0-6 0,0 0-2 16,0 0-5-16,0 0-5 0,0 0 2 0,0 0-3 15,0 0 2-15,0 0-1 0,0 0-5 16,0 0 4-16,0 0-5 0,5 32 5 0,-4-22-3 16,2 0 0-16,-3 2-19 0,2-2-1 0,-2 3 1 15,1 1-1-15,-1 0 3 0,0-4 5 0,-1 6 1 16,1-5 0-16,-2 5-1 0,2-3 5 0,0-2 1 16,0 0-2-16,-3 0-1 0,8 0 5 0,-5-2 0 15,-2 2 4-15,-1-5-6 0,3-6 2 0,0 13 2 16,3-8-1-16,-3-5 0 0,-3 12-8 0,3-12-13 0,0 0-9 15,-1 8-14-15,1-8-11 0,0 0-10 0,-1 8-15 16,1-8-19-16,0 0-29 0,0 0-41 16,0 0-48-16,0 0-229 0,-7 3-484 0,7-3 214 15</inkml:trace>
  <inkml:trace contextRef="#ctx0" brushRef="#br0" timeOffset="-36058.17">28615 14393 148 0,'0'0'176'0,"0"0"4"0,-2-11-9 0,2 11-7 0,0 0-7 16,0 0-2-16,0-9-6 0,0 9-1 0,0 0-3 15,0 0-7-15,0 0-7 0,0 0-14 16,-1-9-6-16,1 9-13 0,0 0-10 0,0 0-12 16,0 0-13-16,0 0-1 0,0 0-11 0,0 0-3 15,0 0-4-15,0 0-8 0,0 0 1 0,0 0-2 0,0 30 3 16,0-30 3-16,1 14-4 0,-2-7 0 0,2 4-6 16,-1-2-3-16,0 1-3 0,0 2 0 15,0-2 0-15,0 4-3 0,2-5 13 0,-2 3-1 16,0 1-9-16,0-4 0 0,2 3 3 0,-2-1-7 15,2 0 0-15,-2-2-1 0,0 1-3 0,0-1 0 0,2 0-9 16,-1 0-15-16,-1-1-22 0,3-2-17 16,-3-6-19-16,2 13-24 0,-2-8-40 0,0-5-42 15,2 8-36-15,-2-8-41 0,0 9-136 0,0-9-414 0,0 0 184 16</inkml:trace>
  <inkml:trace contextRef="#ctx0" brushRef="#br0" timeOffset="-35839.57">28942 14494 129 0,'0'0'265'0,"0"0"-5"0,0 0-6 0,0 0-12 16,0 0-10-16,0-8-18 0,0 8-14 0,0 0-16 0,0 0-14 16,0 0-14-16,0 0-20 0,0 0-13 15,0 0-11-15,0 0-12 0,0 0-6 0,0 0-13 16,0 0-18-16,0 0-13 0,0 0-24 0,0 0-22 15,0 0-28-15,0 0-29 0,0 0-36 0,0 0-47 16,0 0-49-16,4 21-47 0,-4-21-164 0,0 0-429 0,0 0 189 16</inkml:trace>
  <inkml:trace contextRef="#ctx0" brushRef="#br0" timeOffset="-35477.02">29105 14409 51 0,'0'0'240'16,"0"0"-4"-16,3-6-20 0,-3 6-16 0,0 0-18 16,0 0-21-16,0 0-14 0,0 0-18 0,0 0-4 15,0 0-2-15,0 0-10 0,0 0-6 0,0 0-12 16,3 20-7-16,-3-13-8 0,2-2-8 0,-2-5-10 0,5 12-6 16,0-5 3-16,0 1-10 0,1-1-6 15,0 3-3-15,0-1-4 0,3 2-3 0,-1-3-3 16,1-3-3-16,0 2-3 0,1 2-2 0,-1-3-3 15,0 1 7-15,2 0-10 0,-4 1-1 0,1-2-3 16,-5-1 0-16,4 0-2 0,-2-1-2 0,-1 0 1 16,0 0-1-16,-1 1 1 0,-3-5 16 0,4 9 1 0,-4-9 1 15,-2 7-1-15,2-7 5 0,-7 7-5 16,2-2 1-16,5-5-3 0,-15 6 0 0,7-4-4 16,-1 0-5-16,-2 1-7 0,0-2-12 0,0 1-17 15,0-4-8-15,0 2-14 0,0 0-21 0,-1 0-28 0,1-3-35 16,-1 0-49-16,2-1-28 0,1-2-30 15,0 2-146-15,-1-2-411 0,4-1 183 0</inkml:trace>
  <inkml:trace contextRef="#ctx0" brushRef="#br0" timeOffset="-35343.67">29085 14443 74 0,'9'-8'129'0,"0"3"-3"0,0 2 4 0,4-1-7 15,-2 0-9-15,4 2-12 0,2-2-11 16,1 2-2-16,1-2-12 0,-5 2-6 0,3 1-12 15,-3 0-26-15,-1 0-36 0,1-1-49 0,-3 1-54 16,-2 0-71-16,4-2-190 0,-3 0 84 0</inkml:trace>
  <inkml:trace contextRef="#ctx0" brushRef="#br0" timeOffset="-34944.18">29438 14349 21 0,'0'0'204'0,"0"0"-9"0,0 0-15 0,0 0-9 16,0 0-7-16,0 0-8 0,14 5-3 0,-14-5-7 16,5 7 0-16,1-2-6 0,-1-1-9 0,1 1 0 15,0 4-2-15,-1-2 3 0,3 4-14 0,-2-2-4 16,-2-1-7-16,1 3-1 0,2-5-7 0,-4 5 0 16,2-4-2-16,0 4-8 0,-1-7-8 0,1 6-1 15,-1-1 2-15,-1 0-3 0,1-4-6 0,1 1-5 16,-1 3-6-16,-2-2 0 0,1-1-8 0,-3-6 1 15,5 6-9-15,-3-2 6 0,-2-4 1 0,7 7-3 16,-7-7-2-16,4 5 17 0,-4-5-7 0,6 5 17 16,-6-5-3-16,0 0 7 0,0 0 1 0,10-1-3 15,-10 1-2-15,9-8-4 0,-4 4-6 0,2 0-10 16,-1-4-4-16,0 0-4 0,3-1-5 0,4-4-5 16,0-1-3-16,-2 2 2 0,0-2-8 0,-1-1-5 15,3-2 3-15,-2 2 3 0,1 0-14 0,-1 0-1 16,-3 0-6-16,0 2 0 0,-2 3-7 0,0 0-11 15,-3 3-19-15,1 0-23 0,-2 2-36 0,1-2-41 16,-3 7-44-16,-1-12-34 0,1 12-35 0,-6-7-57 16,6 7-53-16,-12-4-243 0,12 4-642 0,-12-2 284 15</inkml:trace>
  <inkml:trace contextRef="#ctx0" brushRef="#br0" timeOffset="-34802.64">29885 14321 89 0,'0'0'127'0,"0"0"-17"0,0 0-21 15,0 0-47-15,0 0-54 0,0 0-63 0,-10 13-80 16,10-13 36-16</inkml:trace>
  <inkml:trace contextRef="#ctx0" brushRef="#br0" timeOffset="-16603.61">10338 11975 118 0,'0'0'134'0,"0"-10"-4"16,0 10 1-16,2-7-8 0,-2 7-5 0,0 0-2 0,0 0 3 16,1-9 7-16,-1 9 11 0,0 0-1 0,0-10-2 15,0 10-11-15,0 0-3 0,0 0-7 16,1-9 0-16,-1 9-7 0,0 0-9 0,0 0 1 0,0 0-14 16,0-8-4-16,0 8-8 0,0 0-1 0,0 0-7 15,0 0-5-15,0 0-5 0,0 0-1 0,0 0-5 16,0 0-2-16,-2-8 1 0,2 8 1 0,0 0-9 15,0 0-5-15,0 0-1 0,0 0 0 0,0 0-9 16,0 0 3-16,0 0-8 0,0 0 0 0,0 0-1 16,0 0-5-16,0 0-2 0,0 0-7 0,0 0-2 15,0 0 2-15,0 0-2 0,0 0 1 0,0 0-4 16,0 0 3-16,0 0-1 0,1 26-4 0,-2-15 4 16,1 1 0-16,0 1-5 0,-2 1 6 0,1 1-5 15,0 1 4-15,0 2-1 0,-1-2-2 0,0 2 3 16,1-2-2-16,-1 2 3 0,2-2-1 0,0 1-4 15,-2-1 2-15,2-3 2 0,-1 0-2 0,1 3 1 16,-2 3 5-16,1-6-7 0,2 2 4 0,-3-3-1 16,2-1 0-16,0 1-3 0,0 0 4 0,-2-1-1 15,2-3 2-15,0 3 1 0,0-3-2 0,0-8 1 16,0 13-1-16,0-7 3 0,0-6-6 0,0 8 3 16,0-8 3-16,0 8-3 0,0-8 2 0,-2 7 0 15,2-7-2-15,0 0-8 0,-1 9-8 0,1-9-13 16,0 0-17-16,-7 5-31 0,7-5-36 0,-9 1-45 15,9-1-52-15,0 0-41 0,-13-4-160 0,13 4-443 16,-9-7 196-16</inkml:trace>
  <inkml:trace contextRef="#ctx0" brushRef="#br0" timeOffset="-16010.17">10276 11951 166 0,'0'0'209'16,"-3"-7"-4"-16,3 7-17 0,0 0-14 0,2-11-18 15,-2 11-16-15,6-11-11 0,2 3-11 0,-1 1-10 16,4 0-6-16,3-3-10 0,3 2 1 0,-1 3-7 15,2-3-6-15,-2 6-8 0,-2 0-5 0,4 0-8 16,-4 2-7-16,1 2-6 0,-2 0-1 0,0 2-7 16,0 2-3-16,-3-1-6 0,-1 4-1 0,0 0-1 15,0 0-1-15,-1 2 8 0,-4 1-2 0,0 0 1 16,-1 0-6-16,2 4 5 0,-5-5 8 0,-2 3-2 16,-1-2-1-16,1 0-2 0,-7 2 1 0,-3 0-5 15,2-1 0-15,-1-2-3 0,-2-1-3 0,-3 1-1 16,4-1-3-16,-5-3-3 0,3 1-1 0,1-1-1 15,2-3 0-15,-2 1-1 0,1-3-2 0,2 1 1 16,-1 0 5-16,4-3 0 0,0 1 6 0,7-1 0 16,-13 0 1-16,13 0-1 0,-12-1 12 0,12 1-5 15,-6-4 2-15,6 4-1 0,0 0-3 0,-8-6-4 16,8 6-4-16,0 0 5 0,-5-4-12 0,5 4-3 16,0 0-1-16,0 0-3 0,0 0-7 0,0 0 2 15,14-10 1-15,-14 10-4 0,0 0 4 0,14 4-9 16,-14-4 4-16,13 3 0 0,-7 2 2 0,2 0 0 15,2 0-2-15,-1 0-1 0,2 2 1 0,0-1 1 16,-2 0-2-16,1 0 1 0,2 1-1 0,-3 1 3 16,1 0 2-16,4-1 2 0,-3 1 0 0,0-2 4 15,3 5-1-15,-4-2-3 0,0-3 0 0,2 2-1 16,-2-1 5-16,-2 0-3 0,2-1-2 0,-1 1-15 16,-1-2-27-16,-1 0-23 0,-2 0-24 0,0-1-41 15,-1 2-57-15,1-2-56 0,0 2-249 0,-5-6-529 0,8 6 233 16</inkml:trace>
  <inkml:trace contextRef="#ctx0" brushRef="#br0" timeOffset="-15677.13">11073 12113 263 0,'0'0'308'0,"0"0"-7"0,0 0-5 0,-3-6-9 15,3 6-16-15,0 0-17 0,0 0-24 0,0 0-20 0,0 0-22 16,0 0-17-16,0 0-29 0,0 0-3 16,0 0-11-16,0 0-16 0,8-9-2 0,-8 9-11 0,8-2 1 15,-8 2-20-15,12-2-5 0,-12 2-4 0,14 0-8 16,-7 0-3-16,5-3-4 0,-1 2-13 0,1 1 5 15,-3 0 5-15,2 0-25 0,1-1 0 16,-1 2-2-16,0-3-19 0,-4 1-24 0,1 0-29 0,-8 1-34 16,17 0-28-16,-12-1-36 0,-5 1-47 0,9 1-61 15,-9-1-36-15,10 0-233 0,-10 0-563 0,0 0 250 16</inkml:trace>
  <inkml:trace contextRef="#ctx0" brushRef="#br0" timeOffset="-15443.1">11117 12211 47 0,'0'0'282'0,"-10"2"-1"0,10-2-7 0,-8 2-17 0,8-2-13 16,0 0-12-16,0 0-16 0,0 0-13 0,0 0-17 16,0 0-12-16,0 0-17 0,-8 4-5 0,8-4-11 15,0 0-14-15,0 0-5 0,0 0-4 0,0 0-17 16,0 0-3-16,0 0-5 0,26 3-8 0,-26-3-18 15,13 1-13-15,-2-2-21 0,-1 1-23 0,1 0-45 16,1-1-42-16,-1-2-60 0,1 2-75 0,4-5-76 16,-6 3-214-16,8-1-542 0,-7 1 240 0</inkml:trace>
  <inkml:trace contextRef="#ctx0" brushRef="#br0" timeOffset="-11036.21">25412 14164 24 0,'0'0'23'0,"0"0"-2"0,0 0-1 0,0 0 0 16,0 0-2-16,0 0 3 0,0 0-4 0,0 0 6 16,0 0-7-16,0 0 0 0,0 0-2 0,0 0 0 15,0 0 5-15,0 0 3 0,0 0 3 0,0 0-1 16,0 0-2-16,0 0 2 0,0 0-3 0,0 0 1 15,0 0-3-15,0 0 3 0,0 0-8 0,0 0-4 16,0 0 3-16,0 0 2 0,0 0-6 0,0 0-3 16,0 0 1-16,0 0 3 0,0 0-4 0,0 0 3 15,0 0-9-15,0 0 5 0,0 0-2 0,0 0 4 16,0 0 0-16,0 0-2 0,0 0 3 0,0 0-8 16,0 0 5-16,0 0 2 0,0 0-3 0,0 0 5 15,0 0-8-15,0 0 7 0,0 0-9 0,0 0 5 16,0 0-4-16,0 0 3 0,0 0 2 0,0 0-2 15,0 0-5-15,0 0 7 0,0 0-2 0,0 0 0 16,0 0-1-16,0 0-1 0,0 0-1 0,0 0 3 16,0 0 8-16,0 0-14 0,0 0 1 0,0 0-8 15,0 0-3-15,0 0-9 0,0 0-5 0,0 0-13 0,0 0-14 16,0 0-30-16,0 0-91 0,0 0 40 16</inkml:trace>
  <inkml:trace contextRef="#ctx0" brushRef="#br0" timeOffset="-9118.08">23448 13095 44 0,'0'0'65'0,"0"0"3"0,0 0-7 16,0 0-9-16,0 0 2 0,0 0-8 0,0 0 0 15,0 0-4-15,0 0 5 0,0 0-2 0,0 0-7 16,0 0-7-16,0 0 3 0,0 0-10 0,0 0 11 16,0 0-11-16,0 0 7 0,0 0-8 0,0 0 3 15,0 0 5-15,0 0-8 0,0 0-4 0,0 0 1 16,0 0-11-16,0 0 7 0,0 0-4 0,0 0 4 16,0 0-16-16,0 0 11 0,0 0-3 0,0 0 6 15,0 0-4-15,0 0-5 0,0 0 9 0,0 0-7 0,0 0-1 16,0 0-14-16,0 0 14 0,0 0-7 15,0 0 5-15,0 0-4 0,0 0 17 0,0 0-14 16,0 0 3-16,0 0-2 0,0 0 3 0,0 0-6 16,0 0 5-16,0 0-2 0,0 0-10 0,0 0 8 0,0 0 1 15,0 0 1-15,0 0-9 0,0 0 4 16,0 0-1-16,0 0 8 0,0 0-11 0,0 0 1 0,0 0 1 16,0 0 3-16,0 0-3 0,0 0 10 15,0 0-10-15,0 0 2 0,0 0-2 0,0 0 0 0,0 0 6 16,0 0 0-16,0 0-3 0,0 0 5 0,0 0-10 15,0 0-1-15,0 0 3 0,0 0 3 0,0 0-2 16,0 0 0-16,0 0 6 0,0 0-9 16,0 0 0-16,0 0 6 0,0 0 2 0,0 0 1 0,0 0-4 15,0 0 3-15,0 0-6 0,0 0-2 0,0 0 3 16,0 0 3-16,0 0-5 0,0 0 4 0,0 0 2 16,0 0-3-16,0 0-2 0,0 0 8 0,0 0-5 15,0 0 1-15,0 0-4 0,0 0 8 0,0 0-7 16,0 0 8-16,0 0-1 0,0 0 5 0,0 0-17 15,0 0 10-15,0 0-3 0,0 0-3 0,0 0 1 16,0 0 1-16,0 0 3 0,0 0 10 0,0 0-14 16,0 0 6-16,0 0-3 0,0 0 5 15,0 0-10-15,0 0 2 0,0 0 4 0,0 0 2 0,0 0-11 16,0 0 10-16,0 0-5 0,0 0-2 0,0 0-2 16,0 0-4-16,0 0 0 0,0 0-11 0,0 0-10 15,0 0-2-15,0 0-7 0,0 0-8 0,0 0-5 16,0 0-6-16,0 0-8 0,0 0-54 0,0 0-131 15,0 0 58-15</inkml:trace>
  <inkml:trace contextRef="#ctx0" brushRef="#br0" timeOffset="5779.94">13176 11721 29 0,'0'0'177'16,"0"0"0"-16,0-8-7 0,0 8-10 0,0 0-13 15,0 0-5-15,0 0-8 0,0 0-9 0,0 0-10 16,0 0 0-16,0-10-9 0,0 10-3 0,0 0-2 15,0 0-4-15,0 0-3 0,0 0-4 0,0 0-10 16,0 0-7-16,-2-9-2 0,2 9-5 0,0 0-3 16,0 0-1-16,0 0-5 0,0 0-1 0,0 0-8 15,-2-8-1-15,2 8-2 0,0 0-8 0,0 0 0 16,0-8 1-16,0 8 3 0,0 0-3 0,0 0 3 16,0 0-1-16,-3-9 2 0,3 9-4 0,0 0 0 15,0 0-2-15,0 0 6 0,0 0-11 0,-2-7-6 16,2 7 1-16,0 0-4 0,0 0-11 0,0 0 3 0,0 0-2 15,0 0 1-15,0 0-1 0,0 0-9 0,0 0-3 16,0 0 1-16,0 0-1 0,0 0 3 16,0 0-4-16,2 32 1 0,-2-21-4 0,-2 0 5 15,4 1 21-15,-2 3-3 0,0-1-1 0,-2-2-1 16,-1 1 2-16,3 2-2 0,0-2-2 0,-2 3-1 16,0-5 1-16,2 0-1 0,0 1 2 0,0-1-7 15,-2 0 5-15,2-2-2 0,0 1 1 0,-3 0-5 16,3-2 0-16,0 1 1 0,0-9-1 0,-2 13 4 15,2-5-3-15,0-8 0 0,0 9 3 0,0-9 3 16,0 10-5-16,0-10-3 0,-2 7 7 0,2-7-1 0,0 0-2 16,0 8-2-16,0-8-5 0,0 0 8 15,0 0-6-15,0 0 1 0,-2 9-2 0,2-9 4 0,0 0-3 16,0 0-1-16,0 0-3 0,0 0-1 16,0 0 7-16,0 0 0 0,0 0-6 0,0 0 3 0,0 0-9 15,0 0 5-15,0 0-10 0,0 0-10 16,0 0-10-16,0 0-13 0,0 0-14 0,0 0-14 0,0 0-24 15,0 0-39-15,0 0-48 0,0 0-40 16,0 0-38-16,0 0-198 0,0 0-495 0,0 0 220 16</inkml:trace>
  <inkml:trace contextRef="#ctx0" brushRef="#br0" timeOffset="6589.68">13380 11675 7 0,'0'0'217'0,"0"0"-11"16,-3-8-11-16,3 8-9 0,0 0-14 0,-2-6-8 16,2 6-11-16,0 0-12 0,0 0-7 15,0 0-9-15,0 0-14 0,-4-6-11 0,4 6-11 16,0 0-7-16,0 0-10 0,0 0-11 0,0 0-7 0,0 0-7 16,0 0-1-16,0 0-9 0,0 0-1 0,0 0-5 15,0 0-2-15,0 0-2 0,6 28-3 0,-5-19-2 16,4-1-2-16,-1 3 0 0,-1 1 4 15,3-2 18-15,-2 7 0 0,-1-5-4 0,1 4-1 0,3 0-7 16,-2-2-2-16,3 2-5 0,-1-1-1 0,-3-1-2 16,2-2 0-16,0 2-4 0,1 1 2 15,-1-1-6-15,-1-3 2 0,2 0-4 0,0-2 4 0,-3-1-6 16,2 1 5-16,-1-2-5 0,-1-1 2 0,1 0-2 16,-2-1-1-16,1 0-1 0,0-2 3 0,-4-3-2 15,5 6 1-15,-5-6 1 0,4 5 16 0,-4-5 17 16,0 0 25-16,4 4 1 0,-4-4 8 0,0 0-7 15,0 0-6-15,0 0-2 0,16-11-4 0,-11 5-8 16,-1-2 6-16,1-2 1 0,7-4-3 0,-4-1-14 16,3-3-3-16,-1 1-5 0,1-5-2 0,0 5-9 15,3-5 8-15,-8 3-6 0,5 2 3 0,-1-2-8 16,-2 0-2-16,3 3 1 0,-3-2-7 0,2 2 10 16,-5 2 1-16,1 3-10 0,-1 2 6 0,-3 0 5 15,3 4 0-15,-2-3 4 0,-1 3-8 0,-2 5-9 16,4-11-2-16,-4 11 5 0,4-5-5 0,-4 5-2 15,0 0 1-15,0 0 0 0,5-7-6 0,-5 7-8 16,0 0-10-16,0-8-17 0,0 8-12 0,0 0-18 16,0 0-9-16,0 0-17 0,6-5 0 0,-6 5-18 15,0 0-29-15,0 0-38 0,0 0-45 0,0 0-24 16,10 13-29-16,-10-13-180 0,0 11-492 0,0-3 218 16</inkml:trace>
  <inkml:trace contextRef="#ctx0" brushRef="#br0" timeOffset="7122.8">12925 12233 224 0,'0'0'224'0,"-16"2"-5"0,9-1-15 0,7-1-10 16,-9-1-13-16,9 1-8 0,0 0-15 0,-12 1-16 15,12-1-13-15,0 0-12 0,-8 1-15 0,8-1-10 16,0 0-13-16,0 0-6 0,0 0-3 0,0 0-9 16,0 0 7-16,33 10 3 0,-12-10-5 0,12 0-2 15,3-2-7-15,18 0-6 0,-1-2-2 0,4-3-5 0,4 0-3 16,-5 0-4-16,4 0-6 0,-3 0-2 16,-1 4 0-16,2-2-6 0,-6 0-1 0,2 4-2 15,-2-3-3-15,-14 0-1 0,2 1-1 0,1 1 0 16,-8 0-4-16,1 0-4 0,-3 2 1 0,-3 0 2 15,-9 0-1-15,-7 0-1 0,3-1-6 0,-3 2 1 16,1-2 1-16,-6 0-2 0,-7 1 1 0,14 0-3 16,-14 0 3-16,10 1-1 0,-10-1 1 0,9 0-3 15,-9 0 3-15,0 0-1 0,0 0-1 0,8 0 3 16,-8 0-3-16,0 0 0 0,0 0 5 0,0 0-15 16,0 0-13-16,0 0-19 0,0 0-28 0,0 0-33 15,0 0-45-15,-25 9-43 0,18-8-42 0,-2 1-183 16,-2 0-449-16,2 2 198 0</inkml:trace>
  <inkml:trace contextRef="#ctx0" brushRef="#br0" timeOffset="8477.84">12900 12528 137 0,'0'0'164'0,"0"0"-6"16,-7-3-4-16,7 3-4 0,0 0-12 0,0 0-13 15,0 0-8-15,-7-4-16 0,7 4-8 0,0 0-7 16,0 0-9-16,0 0-9 0,0 0-3 0,0 0-12 16,0 0 3-16,0 0 6 0,0 0 0 0,0 0-2 15,0 0-6-15,0 0-8 0,-7 9-2 0,7-9-3 16,0 0-4-16,0 0 2 0,0 0 10 0,0 0 3 16,-4 6 3-16,4-6 5 0,0 0 6 0,0 0 4 15,0 0 4-15,0 0 6 0,0 0 6 0,0 0 4 16,0 0 4-16,0 0-2 0,0 0 7 0,0 0-7 15,0 0 3-15,0 0-13 0,0 0 4 0,0 0-8 16,0 0-11-16,0 0-6 0,0 0-5 0,0 0-6 16,0 0-17-16,0 0-1 0,0 0-15 0,0 0 5 15,0 0-1-15,0 0-9 0,0 0 3 0,4 18-5 16,-4-9-1-16,-4 3 0 0,4 0 2 0,0 6-4 16,0 0-2-16,-2 0 3 0,2 1-1 0,-3-2-2 15,1 1-2-15,2 0 0 0,-2 0 2 0,0-1-2 16,2-2 1-16,0-2-5 0,-2-3 0 0,4 2 1 15,-4-2-3-15,0 0 10 0,2 0 6 0,0-2-18 16,-1-1 7-16,1-7-1 0,1 11 2 0,-1-11-1 16,0 12 12-16,2-7-14 0,-2-5 1 0,0 0 6 15,0 12-20-15,0-12-16 0,0 0-22 0,-2 9-11 0,2-9-17 16,0 0-18-16,-4 8-16 0,4-8-25 16,0 0-40-16,-4 5-33 0,4-5-48 0,0 0-220 15,0 0-519-15,0 0 230 0</inkml:trace>
  <inkml:trace contextRef="#ctx0" brushRef="#br0" timeOffset="8856.34">13115 12664 113 0,'0'0'213'0,"0"0"-4"0,0 0-8 15,0 0-5-15,0 0-9 0,3 12-14 0,-3-3-12 16,0-9-20-16,-5 15-13 0,5-6-8 15,-4 3-11-15,4-3-10 0,-2 1-7 0,2-1-10 16,0-2-7-16,-2 0-13 0,4 2-4 0,-2-9-5 16,2 13-2-16,2-7-4 0,-2-1-8 0,3 0-2 15,1-2 13-15,-2 1 7 0,4-1 1 0,3 1-2 0,-2-4-1 16,2 2-7-16,-2-5-3 0,4 2-5 16,-3-3-4-16,3 0 1 0,-4 0-3 0,2 1-2 15,-2-4 5-15,0 0 0 0,1-1 2 0,-4 0 5 16,-1 0 0-16,-1-1 4 0,-2 1-6 0,-2-4-12 15,0 3-1-15,-2-4-3 0,0 2-1 0,-3 0-4 16,1 1-5-16,-3 1 1 0,-2 0 2 0,2 3-2 16,1 0 1-16,-3 0-13 0,-1 2-3 0,0 2 7 15,3 0-6-15,-3 2-15 0,-1 0-18 0,0 3-24 16,2 2-16-16,-2 0-20 0,4 2-37 0,1 0-45 16,0-2-60-16,4 3-54 0,-2 0-156 0,2-2-479 15,2-6 213-15</inkml:trace>
  <inkml:trace contextRef="#ctx0" brushRef="#br0" timeOffset="9439.73">13430 12711 89 0,'0'0'212'0,"2"11"-3"0,-2-11-21 0,-2 11-10 16,-1-1-11-16,3-4-11 0,0-6-12 0,-4 16-15 0,2-10-12 15,0 0-13-15,2-6-7 0,0 10-9 16,0-10-4-16,0 11 3 0,0-11 4 0,-2 7 3 16,2-7 9-16,0 0 7 0,0 0 11 0,0 9 5 15,0-9 7-15,0 0 7 0,0 0 4 0,0 0-10 16,0 0-14-16,0 0-8 0,0 0-15 0,0 0-8 16,0 0-1-16,0 0-19 0,4-28-15 0,0 19 9 15,-2-1-19-15,3-2-8 0,1 1-2 0,2-4-14 16,0-1-4-16,1 3-2 0,3-2-2 0,-1-1-2 15,-2 5-5-15,2 3-3 0,-2 1-5 0,-2 0-2 16,1 2 0-16,-2 4-1 0,-6 1 3 0,13-2 0 16,-13 2 5-16,20 7-8 0,-13-2-1 0,2 2-2 15,1 1 4-15,-4 1 2 0,2 0 4 0,-1 3-4 16,1-3 7-16,0 1-5 0,-3-1 0 0,1 0-2 16,-4-2 0-16,3 1-1 0,-1-2 2 0,-2 0 3 15,-2-6 0-15,5 7 7 0,-5-7 13 0,3 7 5 0,-3-7 16 16,0 0 2-16,2 8-2 0,-2-8 2 0,0 0-20 15,0 0 9-15,0 0 1 0,0 0-5 16,0 0-1-16,0 0-7 0,0-22-3 0,0 14-8 16,4-1-6-16,0-1-4 0,-2-3 4 0,1 2-15 0,5 0-6 15,-2-5 3-15,3 3 1 0,-1 2 5 0,-1 1-5 16,2 3-3-16,-2 0-1 0,2 1 2 0,-3 3 1 16,2 0-3-16,-2 1 4 0,-6 2 1 15,13 0-3-15,-8 4 4 0,4-3 0 0,-4 4 10 16,3 2-12-16,1 0 2 0,-4 1 3 0,0 1 4 0,1-1-1 15,-2 3-6-15,-1-3-14 0,1 3-15 0,-2-1-20 16,2 0-29-16,-4 0-22 0,0-1-35 16,-4 1-56-16,4-4-60 0,0-6-67 0,-4 13-166 15,2-7-535-15,2-6 238 0</inkml:trace>
  <inkml:trace contextRef="#ctx0" brushRef="#br0" timeOffset="9882.39">14009 12658 112 0,'0'0'259'0,"0"0"-9"0,0 17-18 0,-2-7-8 15,0-2-18-15,-1 2-13 0,-1-1-12 16,1 2-11-16,-1-2-15 0,0 2-6 0,-1-1-9 0,3-1-12 16,0 1-7-16,-1-1-3 0,1-4-6 15,0 1-2-15,2-6-1 0,-5 11-1 0,5-11 4 16,-2 8 8-16,2-8 8 0,-2 6 21 0,2-6 5 0,0 0-3 15,0 0-9-15,0 0-16 0,0 0-7 0,0 0-2 16,0 0-13-16,0 0-16 0,-9-17-7 16,9 17-5-16,2-18-3 0,2 7-8 0,-3-1-11 15,3-3 0-15,1-4-8 0,1 2-10 0,1-2-2 0,2-6-6 16,2 2-2-16,1 1-6 0,-2 4-3 0,0 3-4 16,1 0-3-16,0 1 0 0,-2 4-3 0,-2 2-14 15,0 1 11-15,-3 2-4 0,5 3-2 16,-4-2-3-16,-5 4 4 0,11 1-4 0,-11-1 2 15,14 10-2-15,-7-2-2 0,-1 2 5 0,1 1-7 16,-1 4 16-16,0 1 0 0,-2 0 4 0,0-1 0 0,1 1-4 16,-2-1 1-16,2 0 2 0,-3-3 1 0,2 5-6 15,0-6 0-15,0 1 1 0,-2-1 1 16,-2 0-2-16,3 0 0 0,-1-2-3 0,0 1 4 16,-2-2 2-16,2-2-8 0,-2-6-23 0,0 14-27 0,2-10-48 15,-2-4-46-15,2 9-27 0,-2-9-30 0,0 0-26 16,0 0-54-16,-4 11-61 0,4-11-289 0,0 0-681 15,0 0 302-15</inkml:trace>
  <inkml:trace contextRef="#ctx0" brushRef="#br0" timeOffset="10072.52">14025 12707 205 0,'0'0'246'0,"0"0"-2"0,0 0-11 16,0 0-11-16,0 0-14 0,0 0-15 15,0 0-14-15,0 0-17 0,0 0-15 0,20-6-16 0,-11 5-10 16,2-1-14-16,-2 0-27 0,4 0-31 0,1-1-49 16,2-2-70-16,4-2-78 0,1 3-71 0,0-5-130 15,6 0-377-15,-2-3 167 0</inkml:trace>
  <inkml:trace contextRef="#ctx0" brushRef="#br0" timeOffset="10256.39">14673 12407 297 0,'0'0'311'0,"0"0"-7"0,6-4-15 15,-6 4-25-15,0 0-25 0,10-5-24 0,-10 5-24 0,12 0-12 16,-1-2-19-16,5 1-16 0,-2 0-17 0,-2-2-13 16,5 3-23-16,-2-2-27 0,-1 1-33 0,-1 0-33 15,-2 0-29-15,1 0-53 0,-12 1-56 16,23 0-50-16,-13 0-42 0,-5 1-159 0,-5-1-422 0,0 0 187 15</inkml:trace>
  <inkml:trace contextRef="#ctx0" brushRef="#br0" timeOffset="10422.06">14759 12465 182 0,'-8'4'204'0,"1"-1"3"0,3 0-4 0,-4 1-8 16,8-4-17-16,-9 3-14 0,9-3-16 0,-8 5-13 15,8-5-13-15,-5 7 4 0,5-7-1 0,0 6 0 0,0-6-1 16,0 0-11-16,0 0-6 0,11 8-16 0,-2-8-8 15,-1 1-18-15,-8-1-17 0,21-1-29 0,-7 0-45 16,-1-1-58-16,3-2-81 0,-2 1-68 0,-2-1-143 16,2 1-408-16,3-3 181 0</inkml:trace>
  <inkml:trace contextRef="#ctx0" brushRef="#br0" timeOffset="11414.3">16273 11985 60 0,'0'0'177'0,"0"0"-6"0,0 0-15 16,0 0-14-16,0 0-11 0,0 0-9 0,0 0-10 16,0 0-5-16,0 0-13 0,0 0-7 0,0 0 3 15,0 0-1-15,0 0 0 0,0 0 3 0,0 0-2 16,0 0-4-16,0 0 3 0,0 0-1 0,0 0 2 15,0 0 0-15,0 0 7 0,0 0 4 0,0 0-3 16,0 0-4-16,0 0-11 0,4-7-7 0,-4 7-9 16,0 0-5-16,0 0-3 0,-5-15-3 0,5 15-2 0,-2-10 1 15,2 10 0-15,-2-10-4 0,1 4 0 16,1 6 0-16,-4-10 2 0,4 10 4 0,-1-10-3 16,1 10 4-16,-1-8-6 0,1 8-2 0,0 0-6 15,-3-6-17-15,3 6 1 0,0 0-2 0,0 0-6 16,0 0-2-16,0 0-6 0,0 0-2 0,0 0 1 15,0 0-4-15,-3 34-5 0,1-16 11 0,0 0-4 16,-1 7 8-16,0-5-2 0,1 5 1 0,-2 3-4 16,3-9 6-16,-3 6 1 0,1-4-6 0,1 5 11 15,-1-1 8-15,3-4-3 0,-1-2-1 0,-2-1 3 0,2 0-4 16,0 0 11-16,2-2-24 0,-1-4 5 0,-1 3-4 16,1-3 1-16,-2-1 4 0,4-1-3 15,-2-1-4-15,-2 0 6 0,2 1-12 0,0-10 12 16,0 13-7-16,-1-8 2 0,1-5-21 0,-1 9-24 0,1-9-21 15,-3 9-21-15,3-9-25 0,0 0-37 0,-2 5-38 16,2-5-57-16,0 0-66 0,0 0-258 0,0 0-600 16,0 0 265-16</inkml:trace>
  <inkml:trace contextRef="#ctx0" brushRef="#br0" timeOffset="11822.63">16499 12133 90 0,'0'0'258'16,"0"0"-12"-16,6-3-16 0,-6 3-24 0,0 0-18 15,0 0-10-15,0 0-6 0,0 0-9 16,0 0-8-16,-7 23-8 0,6-14 0 0,-3 1-21 0,-2 2-2 16,2 0-8-16,3 0-13 0,-2 0-6 0,-1 5-11 15,0-3-6-15,4-1-5 0,-1-2-11 0,1 1-9 16,0 4 7-16,1-6-16 0,2-4-5 0,0 3-6 15,0-1 3-15,4 2 3 0,-1-6-12 0,2 1 3 16,2-1 5-16,-1-1-1 0,4 0 0 16,-2-2-5-16,3-2 3 0,-1 0-3 0,1-1 1 0,1-2 12 15,2-2-12-15,-8 0 2 0,6-1 1 0,-3 1-2 16,-3-1-4-16,-1-2 3 0,0 1-2 0,-1-6-1 16,1-3-2-16,-3 1-4 0,-1 0-3 0,-2 0-2 15,-2 0 1-15,-1 0-5 0,-2 0 4 0,-1-1-5 16,-1 6-1-16,1 0 0 0,-3 0-2 0,-1 1 4 15,2 2-4-15,1 1-6 0,-3-2 1 0,3 5-3 16,-4 0-10-16,2 1-12 0,0 1-16 0,7 2-22 16,-17 0-21-16,7 2-26 0,1 1-18 0,0 2-25 15,0 1-46-15,4 0-37 0,1-1-43 0,1 2-211 16,1 0-526-16,2-7 232 0</inkml:trace>
  <inkml:trace contextRef="#ctx0" brushRef="#br0" timeOffset="12210.84">16896 12123 107 0,'0'0'242'15,"0"0"-8"-15,0 0-14 0,6 3-7 0,-6-3-10 16,0 0-6-16,0 0-1 0,-8 17-11 0,1-10-9 16,2 5-15-16,-3-2-3 0,4 0-12 0,-2 0-14 15,-1 5-11-15,1-1 3 0,0 1-22 0,0 0-12 16,4-3-9-16,-1 0-8 0,2-4-10 0,0 4-7 15,2 1-5-15,2-4-1 0,-1 1-8 0,5-2 1 16,-2 0-6-16,2-1 8 0,3 0 2 0,1-2-4 16,0-1 10-16,6-1-11 0,2 0-3 0,-1-2-4 15,1-1 0-15,-1-2-3 0,1 0-4 0,-1-2 2 16,-3-2 0-16,3 0-2 0,-5 2 9 0,2-5-4 16,-4 2-4-16,-1 0-5 0,-2-3 4 0,3-3 3 15,-3-3-8-15,-3 1 3 0,-2-2-10 0,-5 1 3 16,2 0-2-16,-4 0 0 0,2 4 6 0,-5-4-7 15,0 0-2-15,-3 3 0 0,1 0-2 0,-4 3-3 16,3 2-6-16,1 0 2 0,-3 1-13 0,-1 1-6 0,2 1-9 16,-3 1-10-16,1 1-39 0,3 2-28 15,-4 1-33-15,2 0-25 0,1 4-40 0,3 1-57 0,0 1-53 16,-1 1-206-16,3-2-558 0,6-5 247 16</inkml:trace>
  <inkml:trace contextRef="#ctx0" brushRef="#br0" timeOffset="13241.82">17632 12123 82 0,'0'0'224'15,"0"0"-1"-15,0 0-14 0,-4-10-11 0,4 10-26 0,0 0-7 16,0 0-20-16,-9-1-5 0,9 1-12 16,0 0-5-16,-12 11-7 0,7-3-8 0,-1 1-1 0,-2 1-4 15,3 2-8-15,-2 3-6 0,-1 3-9 16,3-2 3-16,0-2-12 0,1 0-4 0,0 2-5 15,1-5-6-15,2 1-5 0,2 1-5 0,-1-3-5 16,2 0-4-16,0 2-2 0,2-2-3 0,1 0-5 0,-1-3 6 16,0 0-10-16,5-2 1 0,-1 2-4 15,1-1 0-15,2-4-3 0,1 0 0 0,7 0 3 16,-7-2 7-16,1-2 1 0,1 1-1 0,3-4 0 16,-4 1 1-16,0 0 2 0,-1-3-3 0,2-2-2 0,2-3 0 15,-4 3-4-15,-3 0 7 0,4-3-9 0,-4-1-6 16,-2 1 5-16,1-2-4 0,0 0 7 0,-5 0-11 15,-3-3 0-15,1 5 0 0,-1-1-2 0,-1 2-1 16,-2-1-2-16,-1 0 3 0,-3 0-8 0,0 2 3 16,-2 0-2-16,0 2-3 0,-6-2 5 0,3 5-5 15,-1 0-11-15,1 2-8 0,0 1-9 0,-2 2-12 16,1 2-19-16,0-1-15 0,2 2-11 0,1 0-17 16,-1 1-36-16,2 0-40 0,3 0-32 0,3 1-34 15,3-5-174-15,-7 7-454 0,7-7 201 0</inkml:trace>
  <inkml:trace contextRef="#ctx0" brushRef="#br0" timeOffset="13694.29">18018 11909 197 0,'1'-5'264'0,"-1"5"-8"0,4-7-19 0,-4 7-25 16,0 0-22-16,3-6-23 0,-3 6-16 0,0 0-15 15,0 0 2-15,2 20-3 0,-4-5-10 0,-1 3-8 16,-1 7-10-16,2 1-6 0,-4 2-7 0,5-1-6 16,-2-1-12-16,1-1-4 0,-1-5-9 0,1-1-4 15,2 0-9-15,0-1-3 0,0 8-3 0,0-8-6 16,2-2-4-16,1 1-3 0,-1-3 0 0,0-2-4 16,-1-2-6-16,0-2 0 0,1-2-3 0,-2-6 0 15,1 10 1-15,-1-10 5 0,3 7 0 16,-3-7 10-16,0 7 13 0,0-7 13 0,0 0 16 0,0 0 7 15,0 0-3-15,3 5-2 0,-3-5-8 0,0 0-19 16,0 0-2-16,11-19-13 0,-5 10 5 0,0-2-14 16,3-3-7-16,3-3-8 0,1 1-16 0,-2 1 12 15,2 1 0-15,1-1-7 0,0 3-1 0,0 2-4 16,-5 2 2-16,1 0-3 0,0 3 4 0,-2 0-3 16,2 0-2-16,-2 4-11 0,0 1 14 0,-8 0-8 0,14 4 6 15,-5-1 0-15,-2 3 1 0,-1-1-4 16,2 3 2-16,-3 2-2 0,1 0 5 0,-1 4-3 15,0-1 5-15,-3-3 10 0,1 2-12 0,1 0-3 16,-3-2-2-16,-1 0-14 0,0 0-23 0,0-1-22 0,0 1-25 16,-1-1-28-16,-3 0-40 0,1-2-63 15,1-1-63-15,-2 1-229 0,4-7-557 0,-8 7 247 16</inkml:trace>
  <inkml:trace contextRef="#ctx0" brushRef="#br0" timeOffset="14756.23">18466 12165 90 0,'0'0'232'16,"0"0"-3"-16,7 13-7 0,-7-6-2 0,0 2-12 0,0-9-13 16,0 17-15-16,0-8-13 0,0 1-17 15,-2 1-2-15,1 2 2 0,0-3-8 0,0 1-12 16,-1-4 0-16,2-7-9 0,-1 13-8 0,0-7 5 15,1-6-5-15,-3 10-4 0,3-10 5 0,0 11 3 16,0-11 10-16,0 0 2 0,0 0 14 0,0 8-1 16,0-8 9-16,0 0-9 0,0 0-14 0,0 0-9 15,0 0-17-15,0 0-8 0,0 0-11 0,0 0-7 16,0 0 1-16,-15-17-14 0,15 17-1 0,-3-13-7 16,3 4-7-16,0-4-4 0,0 1-9 0,4 1-5 15,0-4-8-15,-1 2-3 0,1 3 2 0,2-6-5 16,0 5-7-16,-2 0-4 0,4 1 0 0,-2 3 1 15,2-1 0-15,-3 3-1 0,0 0-6 0,5 4-2 16,-3-2 2-16,-7 3-4 0,14 0 1 0,-14 0-3 0,16 4 5 16,-4 1-7-16,-5 2 4 0,2 0-2 0,0 2 3 15,-1 0-3-15,1 0 4 0,-1 1 1 16,-1-1 3-16,0 1-5 0,-2 1 5 0,0-2 1 0,-2 1-5 16,-1-3 3-16,3 1 0 0,-1 1 1 0,-2-4 0 15,1 2 5-15,-3-7-3 0,3 9-3 0,-3-9 2 16,2 6 4-16,-2-6 4 0,0 0 6 15,3 7 0-15,-3-7 6 0,0 0-2 0,0 0-1 16,0 0-3-16,0 0 1 0,0 0-3 0,0 0 0 16,0 0 0-16,0 0-4 0,0 0-3 0,-4-29-2 0,4 20-5 15,2-6-2-15,1 4-15 0,1-2 3 0,1-3-2 16,6 0-1-16,-3-3-3 0,4 2-6 0,-1 1 8 16,1 1-6-16,2 1 7 0,-4 2-1 0,2 0 1 15,-1 5-12-15,-2 0 10 0,-1 0 4 0,-1 3 0 16,1 1-6-16,-3 0 7 0,-5 3-2 0,13 3 2 15,-6 0 2-15,0 1-4 0,-3 1 8 0,2 4-1 16,-2 1 4-16,1 1 7 0,0 1-11 16,-5 0 8-16,3 0-3 0,-2-1 16 0,0 0-14 0,2 6 1 15,-2-5 1-15,-1 1-1 0,1-1 0 0,2-1 3 16,-3 0-3-16,1-1 2 0,2-2-1 0,-2-1 4 16,0 0-3-16,-1-7 1 0,4 9 4 0,-1-2-20 15,-3-7 19-15,6 5 2 0,-6-5 1 0,10 1-1 16,-1-2 0-16,1 1 2 0,-10 0 1 0,21-5 0 15,-7-1-4-15,0 1 1 0,4-7 2 0,1-4 5 16,-1 3-18-16,-3 1 10 0,7-4 2 0,-2-2-1 16,0 2-2-16,-1-6-1 0,-6 6-2 0,-1 0 2 15,0-1 0-15,-2 1 4 0,0 0-5 0,-2 1-2 16,-3 4 2-16,0-2-2 0,0 4 0 0,-1 1-1 16,0 3 7-16,-3-2 8 0,-1 7-8 0,4-10-7 15,-4 10 0-15,4-6-2 0,-4 6 6 0,0 0 2 16,0 0-7-16,0 0 3 0,0 0-5 0,0 0 4 15,-22 15-4-15,15-9 8 0,0-1-8 0,-1 4-13 16,2 0 11-16,0-1 3 0,2 1 3 0,-1-1-6 16,2 1 1-16,-1 2 1 0,2-2 0 0,2 0 2 15,0-1-2-15,1 1 4 0,0-2-4 0,1 0 6 0,0 3-8 16,1-2-12-16,1 2 13 0,1-1-4 16,0 0 2-16,-1-3-4 0,2 6 2 0,-1-4 2 15,2 2 11-15,-1 1-10 0,7 0-4 0,-9-2-5 16,-1 2-3-16,3-4-4 0,-4 0-6 0,2 0 2 15,0 0-4-15,-2 1 4 0,-1 0 13 0,-1-2-10 0,0-6 5 16,0 13-8-16,0-13 17 0,-2 13 3 0,-3-7 0 16,2 1 7-16,0-3 0 0,-4 3 6 0,1-2-2 15,-1 0 0-15,-3 0-1 0,1 1-5 16,0-1 7-16,-1-2-5 0,4 0-12 0,-6 1-14 16,1-1-27-16,0-2-27 0,1 0-46 0,-3-1-38 0,1 0-32 15,0 0-61-15,1-1-78 0,-1 2-291 16,-1-2-676-16,3 1 299 0</inkml:trace>
  <inkml:trace contextRef="#ctx0" brushRef="#br0" timeOffset="14904.29">19401 12352 89 0,'6'0'315'0,"-6"0"-13"0,10-2-23 16,-10 2-27-16,9 0-28 0,-9 0-26 0,0 0-30 0,0 0-41 15,0 0-65-15,0 0-109 0,0 0-133 0,0 0-119 16,-44 5-323-16,15-2 144 0</inkml:trace>
  <inkml:trace contextRef="#ctx0" brushRef="#br0" timeOffset="34489.8">1784 13013 134 0,'0'0'141'0,"-6"-4"-3"0,6 4-8 0,0 0-12 15,0 0-6-15,0 0-7 0,0 0-6 16,-5-5-12-16,5 5 3 0,0 0-20 0,0 0-4 15,0 0 0-15,0 0-9 0,0 0-5 0,0 0 3 0,0 0-10 16,0 0-5-16,-7-4-10 0,7 4 3 0,0 0 1 16,0 0-8-16,0 0-3 0,0 0 3 0,0 0-7 15,0 0 7-15,0 0-9 0,-16 3 0 0,16-3-1 16,0 0-2-16,-12 1 9 0,12-1 2 16,0 0 6-16,-13 0 1 0,13 0 1 0,-12 0-2 15,12 0 4-15,-10 1 5 0,10-1-1 0,-11 0-4 0,11 0 1 16,0 0-1-16,-11 0 4 0,11 0 1 0,-10 0 9 15,10 0-3-15,0 0 2 0,-10-2 0 16,10 2-3-16,0 0-3 0,-10 0-7 0,10 0 0 16,0 0-1-16,-13-3 0 0,13 3-6 0,-9-2 0 15,9 2 0-15,0 0-4 0,0 0 4 0,-8 0-1 0,8 0-3 16,0 0 1-16,0 0-1 0,-10-2-4 16,10 2 0-16,0 0-3 0,0 0 5 0,0 0-11 15,0 0 0-15,0 0-4 0,0 0 3 0,0 0-6 16,0 0 2-16,0 0-8 0,0 0 6 0,0 0-2 15,0 0-1-15,0 0-2 0,0 0 1 0,0 0-2 16,0 0 6-16,0 0-5 0,0 0 3 0,0 0 0 0,0 0 0 16,29 2-1-16,-17-2 0 0,-4-2 1 15,3 2-2-15,2 2 7 0,-3-4-7 0,4 2 31 16,-1 0-3-16,5 0-1 0,0-2-3 0,0 2-5 16,-2-1 1-16,2-2-2 0,1 3-2 0,-1-1 0 15,4 1-3-15,-5-1-3 0,-3 1 0 0,-1-1 0 16,5 0-1-16,-5 1-1 0,1 0 1 0,0 0-3 15,-1-1-1-15,5 2 4 0,-5-2-3 0,1 3-2 16,-1-3-1-16,1 1-1 0,0 0-1 0,-1 0 4 16,-2 0 0-16,2 1-6 0,-1-1 3 0,1-1 1 15,1 0-1-15,-2 2-1 0,0 0 1 0,0-1 1 16,1 1-1-16,0-1-1 0,-3 0 5 0,2 0-6 16,-1 1 3-16,2-1-1 0,0 0 1 0,2-1-3 15,-1 1 4-15,0 0-2 0,-2-1 1 0,3 0 0 16,-1 1-1-16,4-1-2 0,-5-1 0 0,5 1 0 15,-2 0 4-15,2 1-2 0,2-2 1 0,-3 2 0 16,1-2-1-16,-1 0-4 0,-2-1 3 0,2 2-3 16,2-1 5-16,-6-1-3 0,6 1-1 0,-1 1-3 15,-4 0 6-15,5-2 2 0,-2 3-2 0,-2 0 1 16,-2-2-3-16,2 2 1 0,-4 0-1 0,9-3 0 16,-8 3-1-16,2-1 2 0,-2 0-3 0,2 1 5 15,0 0-2-15,-2 0-8 0,2 0 8 0,-3 1 2 16,2-1-2-16,1-1 1 0,-2-1 0 0,0 2 2 15,0 0-4-15,-1 0 4 0,2 0-6 0,-1 0 2 16,0 2 3-16,-1-4-3 0,-1 2 3 16,4 2-3-16,-3-2 1 0,-3 1-3 0,5 0 1 0,-4-1 4 15,-9 0 1-15,20 0-6 0,-10 0 6 0,1-1-6 16,-11 1 2-16,24 1-2 0,-11-1 3 0,-2 0 0 16,-1 1 0-16,3-1 1 0,0-1-7 0,1 0 7 15,-1 2 2-15,7-1-3 0,-7-1-3 0,1 0 5 16,-1 1 2-16,0-2-4 0,1 2 1 0,0 0 1 15,0-1-2-15,-1 1-3 0,2 0 3 0,-2 0 0 16,4-2 0-16,0 2 3 0,-2 0 1 0,1-2-2 16,2 2 0-16,-5-2-5 0,1 2 3 0,-2 0 1 15,7-2 1-15,0 1-1 0,-2 0-1 0,4-1 4 16,-5 2-1-16,2 0-3 0,-1-1 1 0,1 0 2 16,-1-1 2-16,0 2-1 0,0-3 4 0,-2 3-4 15,2 0 1-15,-3-3-6 0,5 2-5 0,-2-1 10 16,-3 1 0-16,2 1-3 0,-3-1 2 0,3 1 6 15,-4 0-4-15,6-1-8 0,-4 1 2 0,0-2 6 16,0 1-6-16,0 1 2 0,-2 0 0 0,3 1-2 16,-2-1 0-16,1-1-1 0,-1 1 0 0,0-1 1 15,1 1 0-15,-3 0 8 0,4 0-5 0,-2 0 0 16,3-1-7-16,0-1 6 0,2 2-2 16,-5 0 0-16,5 0 1 0,-5 0 2 0,1 0-5 0,-2 0-8 15,6-2 9-15,-1 2 6 0,-3 0-6 0,4 2-13 16,-4-4 19-16,0 1-5 0,0 1 2 0,4-3 0 15,-2 3 5-15,1 0-4 0,2-1 0 0,-2-1-2 16,2 2 0-16,2-2 2 0,-5 2 0 16,6 0 5-16,-2-3 1 0,0 3-1 0,-1-1 0 15,1 1 0-15,1 0-2 0,-2-1 2 0,0-2-6 0,0 3 4 16,1-1-1-16,-3 1-2 0,2 0 3 0,1-2 2 16,-1 1-3-16,-4 0-2 0,2-2 2 0,0 3-2 15,0-1 1-15,1 0 4 0,0 1-3 16,0-2-5-16,0 2 6 0,0-2 0 0,-1 2-12 15,-5 0 12-15,2 0 2 0,3-2-5 0,-3 1 2 16,-1-1 0-16,-1 1-2 0,7 2-2 0,-6-2 13 0,3 1-9 16,0 0-1-16,3-2-2 0,-6 1 1 0,-1 1-5 15,1-1 4-15,2 1-3 0,1-2 0 0,-3 2-1 16,-1-1 3-16,2 1-1 0,-14 0 4 0,25-2 2 16,-7 2-5-16,-5 0 1 0,2 0 2 15,2-2 1-15,-2 2-4 0,-2 0-1 0,1-1 1 16,-1 1 0-16,1-1-2 0,-1 2 6 0,2-1-3 0,-2-1-16 15,1 2 21-15,-1-1 0 0,1 0-1 0,0-1-1 16,0 2-1-16,0-2-2 0,0 0-2 0,1 1 2 16,-2 0 2-16,0-2 3 0,0 2-3 15,0-1 4-15,2 1-3 0,1 0-1 0,-2 0-1 16,1 0-1-16,-3-1 2 0,1 1 4 0,1 0-3 16,-1-1-5-16,0 2-2 0,1-2 0 0,-14 1 2 15,25-1 6-15,-8 1-7 0,-3 0 5 0,-1-2 0 16,2 2 0-16,-3 0-1 0,-1-2-3 0,7 2 7 0,-5-1-4 15,2 1-6-15,-2 0 7 0,1 0 6 16,-1-1-4-16,6-1-2 0,-6 2 6 0,1-1-2 16,-2 2-3-16,1-2-1 0,1 1 0 0,-1-1 0 15,0 1 2-15,0-1 0 0,-1 0-4 0,-12 1-20 16,24 0 26-16,-11 0-3 0,-1-2-1 0,2 2 8 16,-2 0-1-16,2 0 1 0,-3-1 8 0,2 1-7 15,-13 0-13-15,23-1 11 0,-10 1 1 0,-2-2 1 16,-11 2 0-16,27 0 1 0,-14 0-6 0,-3-3 1 15,4 2 2-15,-2 1 1 0,2 0-4 0,-2 0-2 16,0-1 1-16,1-1 4 0,-13 2-13 0,24 0 5 16,-11-2 2-16,-2 2-4 0,2 0-1 0,-1-1 6 15,-12 1-2-15,23-1-1 0,-12 0 0 0,0 2 0 16,-11-1 2-16,24-1-7 0,-13-1 3 0,1 2 3 16,-12 0-1-16,21-2-2 0,-13 2 4 0,5-1-10 15,-13 1 2-15,20 0 1 0,-8 0 4 0,-12 0 0 16,20 0 3-16,-20 0-7 0,17 1-9 0,-10-1 17 15,-7 0 8-15,17-1-6 0,-17 1 1 0,14 0-1 0,-14 0 1 16,13 0 2-16,-13 0 4 0,14 0-9 16,-14 0 5-16,0 0 7 0,14 0-6 0,-14 0-4 15,13 0 9-15,-13 0 7 0,0 0 0 0,0 0-2 16,0 0 1-16,18-2-1 0,-18 2-6 0,0 0 0 16,0 0 2-16,0 0-6 0,0 0-1 0,0 0 1 15,0 0-3-15,0 0-7 0,16 2 7 0,-16-2 0 16,0 0-1-16,0 0-4 0,0 0 9 0,0 0-11 15,0 0 3-15,0 0-4 0,0 0 6 0,0 0-4 16,0 0 0-16,0 0 4 0,0 0-2 0,0 0-2 16,0 0-3-16,0 0 1 0,0 0-5 0,0 0-11 15,0 0-15-15,0 0-9 0,0 0-23 0,0 0-20 16,0 0-27-16,0 0-24 0,0 0-16 0,0 0-16 16,0 0-31-16,0 0-34 0,0 0-46 0,-47 0-270 15,47 0-590-15,-31 1 262 0</inkml:trace>
  <inkml:trace contextRef="#ctx0" brushRef="#br0" timeOffset="47239.88">3692 10513 73 0,'0'0'153'0,"0"0"-9"0,0 0-13 0,0 0 4 16,0 0-8-16,0 0-4 0,0 0-8 0,0 0 3 16,0 0-7-16,-2-9-1 0,2 9-3 0,0 0-6 15,0 0-5-15,0 0-3 0,0 0-2 0,0 0-4 16,0 0 1-16,0 0-3 0,0 0-19 15,0 0 1-15,0 0 1 0,0 0-1 0,0 0-3 0,0 0-2 16,0 0-2-16,0 0-5 0,0 0-6 0,0 0-1 16,0 0-6-16,0 0-2 0,0 0-4 15,0 0 1-15,0 0-1 0,0 0-2 0,0 0-3 0,0 0-2 16,0 0-4-16,0 0-6 0,0 0-2 0,0 0-3 16,0 0-1-16,0 0-3 0,0 0-1 0,0 0-8 15,0 0 2-15,0 0-1 0,0 0-2 0,0 0-1 16,0 0 4-16,0 0-3 0,0 0 0 0,0 0 1 15,0 0-2-15,11 20-2 0,-10-15 2 0,-1-5-1 16,3 13 2-16,-2-5 4 0,1 1-8 0,2 1 6 16,-3-1-1-16,1 3-1 0,-2-3 1 0,2 2-1 15,1-1 2-15,-2 1-3 0,0 0-1 0,2 0 2 16,-1-2 0-16,0 4 0 0,0-2 2 0,0 2-4 16,0-2 3-16,-1 1 1 0,2 1-2 0,-2-3 1 15,-1 1 0-15,4 1-3 0,-3 0 3 0,1 0 1 16,-1-1 5-16,0 4-3 0,0-4 3 0,1 1-1 15,-2 0-2-15,1 0 2 0,0-2-3 0,1 1 2 16,-2-1 1-16,1 1 5 0,0 0 3 0,-1 0-12 16,0-1 0-16,1-1 3 0,-1 2 1 0,2-2-4 15,-1 2 1-15,-1-3-1 0,3 2 2 16,-3-3-2-16,1 3-3 0,-1-1 1 0,2 1 8 0,0 0-4 16,-2-2 4-16,0-1 1 0,1 0-1 0,-1 3-3 15,1-2 4-15,-1 1 0 0,0 0-2 0,3-1-2 16,-3-8 6-16,1 15-5 0,0-6 0 0,-1-2 0 15,1 0 0-15,-1-7 0 0,0 15 2 0,2-8-3 16,-2 1 2-16,1 0-6 0,-1-8 5 16,0 12-4-16,1-4 1 0,-1 1 0 0,0-1-1 0,2-1 1 15,-1 0 3-15,0 0-3 0,-1-7-1 0,2 13 1 16,-1-5 0-16,-1-1-3 0,0-7 6 0,1 13-1 16,0-6-4-16,-1 0 4 0,0-7-1 0,2 13 0 15,-1-6-1-15,0 0 2 0,-1-7 3 16,0 14 7-16,2-8 0 0,-2-6-4 0,1 11 1 0,-1-11-4 15,1 11-1-15,0-5 0 0,-1-6 2 0,0 12-1 16,0-6 8-16,0-6-7 0,0 12-4 0,2-5 2 16,-2-7-3-16,-2 13-1 0,2-4 3 0,0 0 0 15,2 2 0-15,0-1 9 0,-2-1-2 0,0 2 3 16,3-3 0-16,-2-1-1 0,-1 1-6 0,-1 1 1 16,1 1-2-16,1-2 2 0,-1 3-4 0,0-1-1 15,0 1 1-15,1-3-2 0,-1 2 0 0,0-2 3 16,1 2-6-16,1-1 0 0,-4 1-1 0,2 1 3 15,0-2 2-15,4 1-2 0,-4-1 3 0,2 2 5 16,-2 0-5-16,1 1 2 0,-1-1-2 0,1 0-1 16,0-1-7-16,1 1 10 0,-2 1 0 0,1-2-1 15,-1 1-2-15,0 0-1 0,3 0-2 0,-2 0 3 16,0 1 3-16,-1-1-5 0,1 0 5 0,-1 0-5 16,2 2 5-16,-1-4-6 0,0 4 1 0,2-3 2 15,-3 0-7-15,1 2 7 0,-1-3 0 0,1 1 0 16,-1 1 1-16,2-1-5 0,-1 0 5 0,0 0-6 15,-2-1 3-15,1 1 1 0,0-1 2 0,0 1-5 16,0 0 0-16,1-1 5 0,0-2-6 0,-1 5 5 16,0-3-1-16,2 2 3 0,-2-3 0 0,0 3 4 15,1-1-3-15,-1 0 5 0,0 3 0 0,0-2-3 16,0 0 10-16,1 0-4 0,1 3 5 0,-2-1-7 16,1-2-5-16,-1-2 7 0,1 4-4 0,0-2 0 15,-1 1-4-15,0-3 3 0,0 3-3 0,0-1-1 16,0-2 2-16,2 4-5 0,-4-1 4 0,4 1 0 15,-2-2-3-15,1-1 1 0,-2 3 1 0,2-3-8 16,0 2 1-16,-2-1 3 0,1 2 3 0,0-2-3 16,1 0 0-16,-1 0-2 0,2 1 4 0,-4-2 1 15,4 2-1-15,-1 0 0 0,-1-1-2 0,2 3 1 16,-2-3 1-16,2 0 4 0,-2 2 1 0,0-2 2 16,-2 2-10-16,2 0-1 0,2-2-1 0,-2 1 5 15,0 1-1-15,1-2 0 0,-1 0-1 0,1 2-2 16,3-2-1-16,-5 1 12 0,1 1-15 0,1-2 4 15,-1 2 11-15,1 1-17 0,0-4 0 0,-1 2 0 16,2-1-2-16,-1 1 13 0,-1 1 3 0,0-4-4 16,0 3 1-16,1 0 0 0,-1 0 1 0,0-2 2 15,0 1-9-15,2-1 1 0,-1 1-6 0,-1 0 13 16,1-1-1-16,1 1-2 0,-2 0-3 0,1 0 0 16,0 1 6-16,-2-1-1 0,2 0 14 0,-1-1 7 15,1 2-3-15,-1 1-3 0,0-3-7 0,2 3 2 16,-2 0-6-16,0-2 11 0,0 0-7 0,1 3-4 15,-1-4 1-15,1 4-8 0,-1 1 8 0,2-4-1 16,-2 0-6-16,0 1 2 0,1 1-6 0,0-2 9 16,-1 4-9-16,0-3 1 0,1-1 0 0,1 1 16 15,-4 0-14-15,2 2-5 0,0-4 9 0,0 2-6 16,0 0-1-16,2 1 10 0,-1-1-9 0,-2 0 1 16,2 0-9-16,-1 1 13 0,2 0 2 0,-2-2-7 15,0 1-2-15,0 1 17 0,2-2-12 0,-1 2 1 16,-1 1-6-16,0-2-3 0,0 0 7 0,1 1 2 15,-1-1-2-15,3 1-1 0,-3 2-1 0,0-4-3 16,0 2 1-16,0 3 4 0,0-3 7 0,0-2-9 16,1 3 1-16,-1-3-3 0,0 0-2 0,1 1 2 15,1 1 14-15,-1 3-11 0,-1-4-4 0,0 0-7 16,1 4 3-16,-2-5 7 0,5 5-4 0,-3 0 2 16,-2 1 2-16,1-4-2 0,1-1-8 0,3 4 9 15,-4 1 2-15,-1-1-6 0,2 0-5 0,0 0 7 16,1 0 4-16,-1 2-5 0,-1-6-2 0,2 3 6 15,-2 1-1-15,2 0 0 0,0 1-4 0,-1-2 2 16,1 2 1-16,0-1 12 0,-2 0-14 0,3 1 2 16,-2-1-5-16,0 1 4 0,1-1-5 0,-2 0 0 15,2 0 2-15,-1 0 0 0,1 0 3 0,-1 1 2 16,2-3-4-16,-2 0 3 0,1 2 6 0,0 0-7 16,0 1 7-16,-2-5-3 0,5 2-2 0,-4 2-2 15,-1-3-5-15,3 0 3 0,-3 0 6 0,1-1-6 16,2 3 1-16,-2-4 2 0,2 1-3 0,-3 1-2 15,1-1 1-15,2 4 4 0,-1-5-3 0,-2 1 3 16,2-1 2-16,-1 2-4 0,0-1 0 0,-1-1 0 16,1 0 1-16,2 1 6 0,-4 0-11 0,2 2 4 15,1-3-4-15,0 0 10 0,-1 1-5 0,0 0 7 16,0 0-12-16,2 0 12 0,-2-1 2 0,1 0 5 16,-1 1-11-16,0-1 7 0,0 0-4 0,2-1 7 15,-3 3-2-15,1-5 3 0,-1 3-9 0,0-1-1 16,2 1 4-16,0 0 3 0,-2 0-2 0,0-1 1 15,2 0-3-15,0 0-2 0,-2-1 9 0,1 1-9 16,1-1 5-16,-2 1 1 0,3 1 0 0,-3-3-7 16,2 2 8-16,-1-1-8 0,-2-2 2 0,2 5 3 15,1-6-2-15,-2 2-1 0,0 2-1 0,0-2-1 16,0 1-3-16,2 1 5 0,-2-2-5 0,1 2-5 16,0-1 7-16,1-2 5 0,-1 3-2 0,0-3 3 15,0 2-5-15,-1 2 2 0,0-3-2 0,0-1 6 16,0 2-3-16,2 1 13 0,0-1-2 0,-2-1-2 15,4 1 3-15,-3 1 0 0,1-2-3 0,-1-1-5 16,0 1-7-16,-1 0 8 0,3 1-4 0,-3-1-7 16,0 1 4-16,0-1 7 0,1 0-3 0,-1-8 3 15,1 16 0-15,1-7-1 0,-1-2-1 0,-1 3 2 16,0-3-8-16,0-7-1 0,1 13 3 0,-1-3-1 16,1-1-3-16,-1 2 5 0,0-2-7 0,0-2-2 0,2 3 6 15,0-1 2-15,0 2-4 0,-1-4 3 16,0 2-3-16,-1-1 3 0,3-1-3 0,-5 2 1 15,4-1-3-15,0 1 7 0,-2-3-10 0,0 3 8 16,2-2-5-16,-2-7-1 0,0 13 1 0,0-5-1 16,1-1 3-16,-1-7 3 0,1 14-6 0,-1-7 5 15,1 1 0-15,-1-8 2 0,3 11-1 0,-3-3-3 0,1 0 5 16,-1-8-3-16,3 12-1 0,-3-7 0 16,0-5 2-16,0 12-3 0,1-5-2 0,-1-7 7 15,0 15 2-15,1-9 8 0,0 0-7 0,-1-6 2 16,0 12 4-16,0-12 21 0,2 12-3 0,-1-6-4 15,-1-6-1-15,0 14 0 0,0-8-7 0,0-6 3 0,-1 13-5 16,1-6-3-16,0-7 3 0,1 11-4 16,-1-4-4-16,0-7 3 0,-1 13-3 0,1-7 2 15,0-6-4-15,1 13-2 0,-1-6 3 0,1 2-1 16,-1-9 0-16,-2 13 1 0,3-6 0 0,-1 0-5 16,0-7 2-16,-1 10 3 0,1-10 2 0,1 12 3 15,-1-5-3-15,0-7 3 0,1 11-3 0,2-4-1 16,-3-7-5-16,1 10 5 0,-1-10-1 0,-1 10-5 15,1-10 4-15,-3 9-1 0,3-9 1 0,0 8-4 16,0-8-5-16,2 9 3 0,-2-9 2 0,-3 9 0 16,3-9-3-16,0 0 2 0,3 10 0 0,-3-10-1 15,0 0-1-15,0 7 0 0,0-7 5 0,0 0-4 16,2 8-6-16,-2-8 3 0,0 0 3 0,0 0-2 16,0 0 1-16,-1 9 3 0,1-9-3 0,0 0-3 15,0 0 2-15,0 8 6 0,0-8-5 0,0 0 1 16,3 6-2-16,-3-6 1 0,0 0-5 0,-2 9 3 15,2-9 1-15,0 0 0 0,0 0 3 0,2 9-3 16,-2-9-1-16,0 0 2 0,0 0-1 0,0 0 1 16,-2 9-1-16,2-9 4 0,0 0-5 0,0 0-1 15,-1 7 1-15,1-7 2 0,0 0-2 0,0 0-1 16,4 7 6-16,-4-7-5 0,0 0 4 0,0 0-3 16,0 0 1-16,0 0 2 0,0 0-3 0,0 0-4 15,-1 9 1-15,1-9 2 0,0 0 0 0,0 0 0 16,0 0-1-16,0 0-1 0,0 0 3 0,0 0 1 15,0 8-2-15,0-8 0 0,0 0 0 0,0 0 3 16,0 0-2-16,0 0-7 0,0 0 6 0,0 0 2 16,0 0 5-16,0 0-7 0,0 0 3 0,0 9-1 15,0-9 2-15,0 0-1 0,0 0 1 0,0 0-4 16,0 0 0-16,0 0-9 0,0 0-16 0,0 0-22 16,0 0-43-16,0 0-65 0,-18-2-90 0,9 0-79 15,-4-2-99-15,-6 0-348 0,2-1-835 0,-3-4 371 16</inkml:trace>
  <inkml:trace contextRef="#ctx0" brushRef="#br0" timeOffset="54723.24">3908 12950 17 0,'0'0'64'0,"0"0"4"0,0 0-7 0,0 0-7 0,0 0 9 16,0 0 4-16,0 0-6 0,0 0-3 0,0 0-4 16,0 0 6-16,0 0-8 0,0 0-7 15,0 0 2-15,0 0-10 0,0 0 2 0,0 0-8 16,0 0 5-16,0 0-1 0,0 0-7 0,0 0-5 0,0 0-4 15,0 0 3-15,0 0-3 0,0 0 9 0,0 0 4 16,0 0-5-16,0 0 2 0,0 0-7 0,0 0 11 16,0 0-3-16,0 0-2 0,0 0 11 15,0 0-2-15,0 0 0 0,0 0-5 0,0 0 4 16,0 0-3-16,0 0 0 0,0 0-6 0,0 0 0 0,0 0-2 16,0 0 5-16,0 0 0 0,0 0-7 0,0 0-10 15,0 0-1-15,0 0 2 0,0 0 3 0,0 0-4 16,0 0-1-16,0 0 0 0,0 0-1 0,0 0-5 15,0 0 7-15,0 0-9 0,0 0 5 16,0 0-3-16,0 0-1 0,0 0-1 0,0 0 5 0,0 0-5 16,0 0 5-16,0 0 2 0,0 0-5 0,0 0-3 15,0 0 2-15,0 0 7 0,0 0-8 0,-6 4-2 16,6-4 0-16,0 0 3 0,0 0-5 0,0 0 3 16,0 0-2-16,0 0 2 0,0 0 4 15,0 0-2-15,0 0 0 0,0 0 6 0,0 0 3 0,0 0-5 16,0 0 7-16,0 0-4 0,0 0 8 0,0 0-4 15,0 0 7-15,0 0 0 0,0 0-1 0,0 0 4 16,0 0-2-16,0 0-3 0,0 0 7 0,0 0 0 16,0 0-1-16,0 0 5 0,0 0-1 15,0 0 2-15,0 0 0 0,0 0 3 0,0 0-6 0,0 0 5 16,0 0-2-16,0 0-4 0,0 0-1 0,0 0-3 16,0 0-5-16,0 0 2 0,13-15-4 0,-13 15 1 15,4-6-5-15,-4 6 0 0,5-6-2 0,-5 6 3 16,8-10-3-16,-4 7 7 0,1-2-8 15,-5 5 4-15,8-11 0 0,-3 7 1 0,2-4-2 0,0 3-1 16,0-1 0-16,0-3-2 0,0 1 0 0,1 3 1 16,-2-1-3-16,0 2 2 0,1-3-6 0,1 1 6 15,-4-1-3-15,3 1 3 0,-1 0-4 0,1-1 2 16,2 1-2-16,-4 2 2 0,3-4-6 0,0 3 5 16,-1-3 0-16,-3 3 1 0,0 2-1 15,-4 3 4-15,9-9-4 0,-5 6 1 0,0-1 1 0,3-1 0 16,-7 5 1-16,8-7-1 0,-3 2-1 0,-1 2-2 15,-4 3-4-15,10-7 5 0,-6 0-7 0,0 3 6 16,1 0-4-16,-5 4 3 0,6-11-3 16,-2 8 1-16,1-2 1 0,1 0-1 0,0 1-4 0,-6 4 3 15,7-8-2-15,-3 5 3 0,0-3-2 0,2 3-3 16,-6 3 0-16,9-9 4 0,-5 4-3 0,-1 0 0 16,1 0 6-16,1 1-4 0,-5 4 3 0,9-8-1 15,-6 4-1-15,3-1-2 0,-6 5 2 0,7-7-2 16,-2 3 4-16,-1-1-3 0,2 1 3 0,0-1 0 15,-2-1 1-15,-1 1 5 0,3 2-2 16,-3-4 2-16,4 3-3 0,-2-4-1 0,0 3 2 0,-5 5-2 16,8-10 1-16,-3 5 0 0,1-1-2 0,-1 2 0 15,-1-2-3-15,0 1 5 0,0-1-5 0,1 0 5 16,0 1-5-16,1-2 3 0,-2 2-1 0,1 0 1 16,2-3 3-16,-2 3-1 0,-1 2 2 15,1-3 0-15,-2 1 2 0,3 1-5 0,-2-2 3 16,-1 2 1-16,1-1-3 0,1 0 1 0,0 1-4 0,-1-1 0 15,1-1 11-15,-1 1-1 0,-4 5-12 0,8-7-1 16,-4 0 0-16,1 2-1 0,-1 0 0 16,1 1 2-16,0-2-1 0,1-1 3 0,1 0-6 15,-1 2 0-15,-1 0 7 0,0-1-4 0,-1 1 0 0,1 0 2 16,-1-1 2-16,0 2 0 0,2-1 1 0,-1 0 3 16,0 0 0-16,-1-1 0 0,3 2-1 0,0-3-1 15,-3 2-3-15,3-4 1 0,-1 1 0 16,-1 1 2-16,-1 1 1 0,5 0-7 0,-4-1 8 15,0 0 1-15,0 3 4 0,2-3 0 0,0 1 2 16,0-1-4-16,-4 1 7 0,4 1-4 0,-2-1-5 16,1-1 2-16,-1 1 1 0,-1 2-1 0,1-2 7 0,-1 2 0 15,1-2 0-15,-1 1-3 0,1 0 3 0,0 0-4 16,-1 1 5-16,0-1-8 0,0 0 1 0,0 0-7 16,-4 5 5-16,9-9-3 0,-7 5 0 0,3-1 0 15,-1 0-1-15,0 1-3 0,1-2 5 16,-5 6-6-16,9-9 3 0,-4 5-2 0,-1-3 12 0,1 2-13 15,-1 1 0-15,0-3 7 0,1 3 1 0,0-1-1 16,0-1 0-16,0 2 2 0,0-2 2 16,-1 1-1-16,0 0-5 0,0 0 3 0,2-1-3 15,-2 1 0-15,0 1 0 0,0-2 8 0,-4 6-11 16,6-9 2-16,-2 4 4 0,2 0-4 0,-6 5 1 16,8-9-2-16,-5 4-3 0,2 0 2 0,-3-1 1 0,-2 6-1 15,8-10 0-15,-8 10-4 0,10-10 10 16,-6 5-7-16,-4 5 5 0,8-12-2 0,-4 7-3 0,-4 5 1 15,7-12 4-15,-2 6-2 0,-5 6 16 16,9-10-14-16,-5 5-3 0,-4 5 1 0,8-13 0 16,1 7 0-16,-4 2-4 0,2-4 5 0,-1 3 2 0,-6 5-6 15,11-13 1-15,-5 6 2 0,-6 7-2 16,9-11-6-16,-2 4 2 0,-2 2-1 0,-5 5 5 16,13-13-4-16,-8 5 0 0,0 1 3 0,0 1-3 15,-5 6 1-15,10-11 3 0,-5 5-3 0,0-1 7 16,-5 7-4-16,10-12 4 0,-7 9-8 0,-3 3 10 0,12-11-4 15,-8 6 12-15,-4 5-13 0,7-9 2 16,-2 4-8-16,-5 5 6 0,9-9 0 0,-5 3 0 0,-4 6-1 16,9-10-2-16,-4 4 8 0,-5 6 0 15,9-8 3-15,-9 8 4 0,9-10-5 0,-5 5 1 16,-4 5 7-16,8-9-14 0,-8 9-2 0,7-11 5 16,-2 5-2-16,-5 6 0 0,12-12 4 0,-7 7-1 0,-5 5-11 15,8-11 11-15,-4 6-7 0,-4 5 6 16,12-12-6-16,-5 2-1 0,-1 4-1 0,-2 0 0 15,-4 6-10-15,11-13 15 0,-7 9-7 0,-4 4 4 16,9-10 1-16,-4 6-7 0,-5 4 3 0,10-10 1 16,-10 10 0-16,8-8 12 0,-8 8 1 0,9-11 1 0,-5 6 1 15,2 0-3-15,-6 5-3 0,9-8 4 0,-5 0-2 16,0 3-3-16,-4 5 1 0,8-7-4 16,-3 3 1-16,-1-2-1 0,-4 6-7 0,7-8 0 15,-3 4-4-15,0-1 13 0,1 0-4 0,-5 5 0 16,11-9 7-16,-5 5-4 0,-3-1 6 0,3 0-2 0,-1-1 5 15,1 2-2-15,-2-1 0 0,1 0 2 0,-1 0-2 16,1 1 2-16,0-2 1 0,-5 6-5 16,9-9 3-16,-4 6-2 0,-1-3 6 0,0 2 1 15,-4 4-2-15,6-8-3 0,-2 3 0 0,0 0-1 16,2 0 0-16,-6 5-1 0,8-10-1 0,-4 5-1 0,0 1-5 16,-4 4-1-16,7-7 3 0,-2 2-1 0,-1 0-4 15,-4 5 5-15,8-9-3 0,-4 3 3 16,0 2 1-16,0-1-2 0,1 1 1 0,-5 4 3 0,10-10-2 15,-6 7-1-15,1-3 6 0,-1 1 0 16,-1 0 0-16,-3 5-1 0,9-9-3 0,-6 4 0 0,1 2 0 16,-4 3 8-16,6-9-2 0,-3 4 1 0,-3 5-6 15,7-8 3-15,-4 5 1 0,-3 3 0 16,6-8-4-16,-2 4 2 0,-4 4-1 0,6-8 0 16,-2 3-1-16,-4 5-2 0,6-8 2 0,-4 3-2 15,-2 5 2-15,8-8-2 0,-8 8-3 0,3-9 1 0,0 5 1 16,-3 4-3-16,5-8-1 0,-5 8 2 0,7-8-2 15,-5 5 0-15,-2 3 0 0,5-8 3 16,-5 8-1-16,7-8-1 0,-5 4 1 0,-2 4-4 16,5-7 4-16,-5 7-1 0,4-8-2 0,0 5-1 15,-4 3 1-15,4-6-4 0,0 1 4 0,-4 5 2 0,6-7-1 16,-6 7-3-16,4-6 4 0,-4 6-5 0,5-6-1 16,-3 2 2-16,-2 4-4 0,6-8 4 0,-6 8 0 15,4-6-2-15,-4 6 0 0,3-4 0 16,-3 4 2-16,7-8-1 0,-7 8 1 0,5-6-3 15,-5 6 3-15,4-6 0 0,-4 6 0 0,5-6-2 0,-3 1 0 16,-2 5-5-16,4-5 8 0,-4 5-1 0,4-6 0 16,-4 6 1-16,0 0-3 0,8-8 2 0,-8 8-3 15,5-5 3-15,-5 5 0 0,6-6-3 16,-6 6 3-16,4-6 4 0,-4 6-3 0,3-5-4 16,-3 5 3-16,0 0-2 0,5-8 1 0,-5 8 0 0,0 0-1 15,7-8 1-15,-7 8-4 0,5-3-1 0,-5 3 6 16,4-7-1-16,-4 7-2 0,8-7 0 0,-8 7 0 15,4-5 2-15,-4 5 0 0,0 0-1 16,7-10 1-16,-7 10 0 0,0 0-1 0,8-7 0 16,-8 7-4-16,0 0 4 0,8-8 1 0,-8 8 3 15,4-6-4-15,-4 6-1 0,10-5 3 0,-10 5-3 0,0 0 1 16,6-9 1-16,-6 9 0 0,0 0-2 0,9-8 1 16,-9 8 0-16,8-4 0 0,-8 4 2 0,5-5-3 15,-5 5-1-15,0 0 3 0,9-6-1 16,-9 6 3-16,0 0-4 0,6-6 0 0,-6 6 1 0,0 0 0 15,8-7 2-15,-8 7-1 0,0 0-1 0,0 0 1 16,6-8 0-16,-6 8-1 0,0 0-1 16,9-5 1-16,-9 5 0 0,0 0-1 0,8-8 0 15,-8 8 1-15,0 0 1 0,5-6 0 0,-5 6 2 0,0 0 2 16,0 0-1-16,9-7 2 0,-9 7 1 16,0 0-1-16,5-7-1 0,-5 7 4 0,0 0-6 0,8-8 1 15,-8 8 2-15,0 0-2 0,5-5 1 16,-5 5 1-16,0 0 5 0,0 0 3 0,8-8-3 0,-8 8 4 15,0 0-2-15,0 0 0 0,0 0 0 0,7-6-3 16,-7 6 1-16,0 0 0 0,0 0 0 16,7-8-2-16,-7 8 0 0,0 0 0 0,0 0-2 0,5-6 1 15,-5 6-1-15,0 0-1 0,0 0-2 0,6-7 0 16,-6 7 4-16,0 0-4 0,0 0 1 0,7-8 5 16,-7 8-4-16,0 0 4 0,6-6 1 0,-6 6-5 15,0 0 4-15,0 0 0 0,0 0-1 16,6-9-1-16,-6 9-2 0,0 0 3 0,7-5-4 0,-7 5-1 15,0 0 1-15,0 0 1 0,5-8 0 0,-5 8 2 16,0 0-1-16,0 0 6 0,0 0-1 0,5-7 4 16,-5 7 7-16,0 0-8 0,0 0 2 0,0 0-5 15,0 0 1-15,0 0 1 0,0 0 3 16,0 0-6-16,0 0 5 0,4-9 1 0,-4 9-3 0,0 0 1 16,0 0-1-16,0 0 1 0,0 0 1 0,0 0 1 15,0 0-1-15,0 0-4 0,0 0 1 16,0 0-1-16,0 0-9 0,0 0 8 0,0 0 1 0,0 0-7 15,0 0-2-15,0 0 0 0,0 0 2 0,0 0-3 16,0 0 0-16,0 0-2 0,0 0-1 0,0 0-4 16,0 0-10-16,0 0-20 0,0 0-27 0,0 0-21 15,0 0-31-15,0 0-37 0,0 0-45 0,0 0-46 16,0 0-43-16,0 0-29 0,0 0-36 16,0 0-53-16,0 0-41 0,0 0-294 0,0 0-799 15,-20 26 354-15</inkml:trace>
  <inkml:trace contextRef="#ctx0" brushRef="#br0" timeOffset="62062.55">6494 12833 76 0,'0'0'85'0,"0"0"-4"16,0 0 5-16,0 0 1 0,0 0-11 0,0 0-2 16,0 0 6-16,0 0-10 0,0 0-2 0,0 0-10 15,0 0 2-15,0 0-14 0,0 0-4 0,0 0-3 16,-12-11-6-16,12 11-2 0,0 0-11 0,0 0 6 16,0 0-9-16,0 0 0 0,0 0-1 0,-12 1-4 15,12-1 5-15,0 0-3 0,0 0 6 0,0 0-8 16,0 0-2-16,-13 3-4 0,13-3 0 0,0 0 1 15,0 0-1-15,0 0 8 0,-11 1 11 0,11-1 11 16,0 0-4-16,-8 3 7 0,8-3-4 0,0 0 2 16,-8 0 15-16,8 0-21 0,0 0 1 0,0 0-2 15,0 0-5-15,-12 0-4 0,12 0-3 0,0 0-1 16,0 0-2-16,-9 0-4 0,9 0 3 0,0 0-3 16,-8 4 0-16,8-4 0 0,0 0-4 0,-9 3 1 15,9-3 0-15,0 0 1 0,0 0-1 0,-11 0-1 16,11 0 11-16,0 0 7 0,0 0 4 0,0 0 8 15,-6 3 1-15,6-3 0 0,0 0-5 0,0 0 1 16,0 0 1-16,0 0-2 0,-9 1-3 0,9-1 0 16,0 0 0-16,0 0-8 0,0 0 1 0,0 0-1 15,0 0-4-15,0 0 1 0,0 0-3 0,0 0 0 16,0 0 2-16,0 0-7 0,0 0-6 0,0 0 4 16,0 0-5-16,0 0 5 0,0 0-6 0,0 0-1 15,0 0 1-15,0 0 0 0,0 0-3 0,0 0 2 16,0 0 4-16,0 0-4 0,0 0 2 0,0 0-3 15,0 0 0-15,27-5 1 0,-19 3-4 0,-8 2 3 16,13 0-2-16,-4-1 1 0,0 1 2 0,1-1-1 16,-10 1-1-16,18-2 0 0,-8 2 1 0,-2-2-2 15,1 0 1-15,1 2 1 0,1-1-2 0,1-2 6 16,-3 2-3-16,2 0-3 0,2-1 4 0,-1 1-5 16,0-1 1-16,-1 1 1 0,0 0 1 0,2-1-2 0,-2 2 0 15,0 0 0-15,0-3 0 0,1 3 1 16,-2 0 0-16,1-1 2 0,0-1-1 0,1 1-2 15,0 1 1-15,-2-3 1 0,4 3-1 0,-1-1 3 16,0-1-3-16,-1 0 2 0,-1 0 1 0,1 0-3 16,-1 1 2-16,-1-1-2 0,-1 0 3 0,-1 1-6 15,2 0 7-15,-10 1-4 0,15-1 0 0,-7 1-2 16,0-2 1-16,-8 2-2 0,16 0 3 0,-6-1 2 16,-1 1-1-16,0-2 0 0,1 2-14 0,1 0 0 15,-1-2-1-15,-1 1 5 0,4-2 6 0,-5 3 3 16,1-1-1-16,2 1 2 0,-2-1 5 0,1-1-7 0,0 1 2 15,0 1 0-15,-2-1-2 0,-8 1 1 16,14-1 0-16,-6 0 2 0,-8 1-1 0,12-3-1 16,-12 3-1-16,13 1-1 0,-5-1 0 0,-8 0 1 15,11-1 3-15,-11 1-1 0,16 0 4 0,-10 0-6 16,-6 0 0-16,13-2 1 0,-13 2 4 0,14 0-2 16,-8-1 9-16,-6 1-1 0,13-1 1 0,-4 1-1 15,-9 0-4-15,13-3 3 0,-7 2-2 0,-6 1-6 16,14-1 4-16,-7 1 1 0,-7 0 3 0,10-2 6 15,-10 2-2-15,14-1 1 0,-14 1-1 0,9 0-2 16,-9 0 1-16,6-2 1 0,-6 2-1 0,9-2 2 16,-9 2 3-16,0 0 0 0,10 0 0 0,-10 0 2 15,0 0-6-15,0 0 3 0,9-2-3 0,-9 2 5 0,0 0-1 16,0 0 1-16,0 0-3 0,0 0 2 16,8-1-5-16,-8 1 0 0,0 0-2 0,0 0 1 15,0 0-2-15,0 0-1 0,0 0 1 0,0 0-1 0,0 0-2 16,0 0-1-16,0 0 1 0,0 0 0 0,0 0-1 15,0 0-2-15,0 0-2 0,0 0 4 0,0 0-12 16,0 0-9-16,0 0-14 0,0 0-14 16,0 0-24-16,0 0-29 0,0 0-36 0,0 0-49 15,0 0-52-15,0 0-130 0,0 0-393 0,0 0 174 0</inkml:trace>
  <inkml:trace contextRef="#ctx0" brushRef="#br0" timeOffset="62724.3">7161 12646 38 0,'0'0'184'0,"0"0"-12"16,-10-3-10-16,10 3-1 0,0 0-14 0,0 0-6 15,0 0-14-15,-11 0-6 0,11 0-14 0,0 0-6 16,0 0-13-16,0 0-10 0,0 0-5 0,0 0-9 15,0 0-7-15,0 0-10 0,0 0-6 0,0 0-2 16,0 0-2-16,0 0-9 0,0 0 0 0,0 0 0 16,0 0-3-16,14 19-2 0,-5-13-1 0,0-3-1 15,0 3-4-15,2 0 3 0,-1-1-3 0,3-2-4 16,-1 4 0-16,-1-4 1 0,1 1-2 0,4 3 5 16,-3-2-6-16,0 1 4 0,-2-3-4 0,1 2 3 15,-3 0-5-15,1 0-1 0,-2 0-1 0,-1-2-3 16,0 2 1-16,-1-1-2 0,-1 1 3 0,0 0-5 15,0 0 4-15,-2 1-3 0,-1 0 1 0,-2 3-1 16,0-9 4-16,-7 17 0 0,1-7 3 0,-1 2-5 16,-2 0 2-16,-2 2-2 0,-3 2-1 0,1-2 6 15,-1-3-10-15,0 3 7 0,-2 0-18 0,2 1-24 16,-1-1-32-16,2-2-39 0,0 1-50 0,3-1-187 16,-1-1-372-16,3-1 165 0</inkml:trace>
  <inkml:trace contextRef="#ctx0" brushRef="#br0" timeOffset="63154.17">7322 13087 205 0,'0'0'242'0,"0"0"-17"15,0 0-25-15,4-3-22 0,-4 3-18 0,0 0-16 16,0 0-20-16,0 0-10 0,0 0-14 0,7 12-7 16,-7-12-12-16,4 11-9 0,-1-4-4 0,4 4-2 15,-5 0-7-15,3-1-3 0,2 6 4 0,-3-3-5 16,2-2 3-16,-2-2-6 0,1 0-9 0,0 1 2 16,-1 2-2-16,0-3 0 0,2-1 7 0,-2 1-10 15,-1-3 1-15,2 0 1 0,-2-1-2 0,-3-5 1 16,7 7-5-16,-3-2 6 0,-4-5 2 0,4 6 4 15,-4-6 2-15,5 4 8 0,-5-4 3 0,0 0 2 16,5 4 14-16,-5-4-4 0,0 0 10 0,0 0-7 16,14-7 5-16,-9 2-11 0,1-3 1 0,3-1-18 15,-2-2-1-15,7-11-2 0,-2 6-4 0,0-1-10 16,2-8-2-16,0 0 1 0,0 1-6 0,3-1-1 16,-1 1-9-16,-2 1 0 0,-3 6 0 0,0 3-9 15,-1-1 3-15,-1 2-3 0,0 5-12 0,-2 0-10 16,-3 1-15-16,-1 1-19 0,1 3-29 0,0-2-23 15,-4 5-28-15,3-6-32 0,-3 6-63 0,0 0-81 16,0 0-225-16,0 0-570 0,0 0 252 0</inkml:trace>
  <inkml:trace contextRef="#ctx0" brushRef="#br0" timeOffset="65456.35">3690 10131 55 0,'-1'-9'94'0,"1"9"1"0,0 0 2 0,-1-9-3 0,1 9-14 15,0 0 4-15,-3-9-7 0,3 9-2 16,0 0-7-16,-1-8 1 0,1 8 2 0,0 0 2 16,-3-9-9-16,3 9 10 0,0 0-12 0,-2-6 6 15,2 6 0-15,0 0 1 0,0 0-5 0,-1-10 14 16,1 10-7-16,0 0-5 0,-2-7-4 0,2 7 3 16,0 0-5-16,-2-8-1 0,2 8-3 0,0 0-4 15,0 0 1-15,0 0 0 0,0 0-8 0,0 0 3 16,0 0-7-16,0 0-4 0,0 0-4 0,-1-10-3 15,1 10-1-15,0 0-3 0,0 0-2 0,0 0-7 16,0 0-1-16,0 0-3 0,0 0-3 0,0 0-1 16,0 0-5-16,0 0-3 0,0 0 0 0,0 0-2 15,0 0 1-15,0 0 0 0,0 0-1 0,0 0 2 16,0 0-1-16,0 0-2 0,0 0-1 0,5 23 2 16,-5-23-1-16,1 14 2 0,-1-7 0 0,2 0-2 15,1 3-1-15,-3 1 2 0,0-1 2 0,1 1 2 16,0 0-1-16,1 0 1 0,-1-1 2 0,-1 2 5 15,1 1-15-15,1-2 18 0,-1 1-3 0,-1 1 3 16,1-2 0-16,0 1-5 0,1 2 5 0,-1 0-1 16,0-2 1-16,1 0 0 0,-2 0-2 0,0-2 0 15,0 2-2-15,1-3 2 0,0-1 1 0,-1 2-3 16,0 0 11-16,3-1-2 0,-3-2 1 0,0 2-2 16,1-2-1-16,-1-7 1 0,1 15-2 0,-1-10-2 0,0 4 1 15,2-3-2-15,0 3-3 0,-2-9 0 0,0 13 1 16,1-8-4-16,-1-5 2 0,2 9-2 15,-2-9 6-15,2 10-9 0,-1-4 1 0,-1-6-1 0,2 10 0 16,0 0 1-16,0-5 2 0,-2-5-4 16,2 10 2-16,-1-5 1 0,-1-5 11 0,2 13-4 0,-1-8-1 15,-1-5-3-15,3 10 2 0,-3-10 0 0,1 9 0 16,0-4 0-16,0 2 5 0,-1-7 4 16,3 8-4-16,-2-2 2 0,-1-6-3 0,4 10 4 0,-4-10-3 15,-1 10 1-15,1-10-2 0,1 11 0 16,-1-11-2-16,-1 11 2 0,1-11 7 0,-3 7-10 0,3-7 2 15,0 9-4-15,0-9 4 0,0 7 5 16,0-7-10-16,0 10 2 0,0-10 6 0,3 8-2 16,-3-8-3-16,0 0-6 0,0 9-1 0,0-9-1 0,-3 11 4 15,3-11 1-15,0 8-4 0,0-8 2 0,4 9-1 16,-4-9-1-16,0 7 0 0,0-7 0 16,1 10-1-16,-1-10 0 0,0 0 3 0,0 7 1 15,0-7 1-15,2 7 1 0,-2-7 1 0,0 0 0 0,1 10 1 16,-1-10-3-16,0 7 5 0,0-7-7 15,0 0 3-15,1 7-5 0,-1-7 1 0,0 0 3 0,0 0-2 16,-1 10 0-16,1-10-1 0,0 0-3 16,1 7-4-16,-1-7-11 0,0 0-13 0,0 0-16 15,0 0-15-15,0 0-20 0,0 0-19 0,0 0-38 16,-2 11-52-16,2-11-46 0,0 0-224 0,-12 2-493 16,12-2 218-16</inkml:trace>
  <inkml:trace contextRef="#ctx0" brushRef="#br0" timeOffset="66080.09">3784 10005 91 0,'0'0'124'0,"0"0"-10"0,0 0-10 15,-7-4-14-15,7 4-8 0,0 0-11 0,0 0-2 0,0 0-5 16,0 0 13-16,-15 14 11 0,11-7-7 0,-1 0-11 16,0 3-4-16,1-3-4 0,-2 1-6 15,1 3 8-15,-1-3-6 0,1 1-7 0,0 0 9 16,-2 0 1-16,3 0-5 0,-1-1-4 0,-1-2-6 15,1 3-1-15,0-2-6 0,1-1-3 0,1-1-3 0,-1 1-4 16,4-6-6-16,-7 9 2 0,4-5 0 0,3-4-5 16,-10 9-5-16,7-4-15 0,-2-1-26 0,5-4-33 15,-7 7-36-15,7-7-39 0,-4 5-37 16,4-5-90-16,-3 5-282 0,3-5 125 0</inkml:trace>
  <inkml:trace contextRef="#ctx0" brushRef="#br0" timeOffset="66305.95">3727 10084 81 0,'0'0'135'0,"11"1"-10"0,-11-1 6 16,0 0 11-16,7 6-18 0,-7-6-14 0,7 6-14 15,-3 0-6-15,-1-2-12 0,3 2-1 0,-3-1-6 16,6 0-8-16,-2 3-7 0,0 0-4 0,2-1-6 15,0-1-5-15,0 3-2 0,0-1-5 0,1 0-9 16,-2-3-42-16,1 4-31 0,0-3-36 0,0 0-29 16,-4 0-113-16,1 1-244 0,-2-1 107 0</inkml:trace>
  <inkml:trace contextRef="#ctx0" brushRef="#br0" timeOffset="67024.8">2691 10435 63 0,'0'0'231'16,"0"0"-10"-16,0 0-18 0,1-10-16 0,-1 10-22 0,7-8-2 15,-4 0-20-15,3-1-16 0,-1-1-10 16,2-1-7-16,5-1-15 0,-2-1-8 0,3 0-5 16,0-1 3-16,-3 1-10 0,3 0-7 0,-2-1-4 15,-3 3-3-15,5-4-4 0,-6 3 4 0,0 2-4 16,0 0 5-16,0-1 0 0,-4 2-6 0,1 0-5 16,-1 1-5-16,0 1-7 0,-3 7-5 0,3-8-2 15,-3 8 1-15,2-10-6 0,-2 10-1 0,1-8-5 16,-1 8-1-16,0 0-5 0,0 0 0 0,0 0 3 15,0 0-4-15,0 0-6 0,0 0 0 0,0 0 0 16,-16 16-2-16,10-8 4 0,1 3 3 0,1-1-6 16,-2 5 4-16,-1 1 3 0,4 0-2 0,0 0-1 15,2-5 0-15,-3 1-2 0,3-2 1 0,1 0-3 16,0 0-2-16,2-1 1 0,1 1 3 0,1-3-3 16,-1-2 5-16,4 2-5 0,1-1 2 0,2-3 6 15,0 1-18-15,4-3-15 0,0-1-17 0,4 0-27 16,1-1-33-16,-1-2-47 0,-1-1-60 0,-1 0-52 15,-4 2-159-15,-2-3-449 0,0 0 198 0</inkml:trace>
  <inkml:trace contextRef="#ctx0" brushRef="#br0" timeOffset="67217.97">2792 9935 14 0,'-8'-7'331'0,"3"2"-21"0,5 5-3 16,-6-6-14-16,6 6-9 0,-7-3-10 0,7 3-32 16,-4-7-18-16,4 7-31 0,0 0-20 0,-7-4-22 15,7 4-37-15,0 0-32 0,0 0-40 0,0 0-41 16,0 0-29-16,0 0-56 0,0 0-75 0,23-2-83 16,-23 2-179-16,19 2-455 0,-9-1 202 0</inkml:trace>
  <inkml:trace contextRef="#ctx0" brushRef="#br0" timeOffset="71156.35">4691 12184 66 0,'0'0'83'0,"0"0"2"0,0 0-2 0,0 0 1 16,0 0 0-16,0 0-8 0,0 0-7 0,0 0 2 16,0 0-7-16,0 0 3 0,0 0-6 0,0 0-7 15,0 0-9-15,0 0-1 0,0 0 4 0,0 0-14 16,0 0-1-16,0 0-5 0,0 0 0 0,0 0-5 15,0 0-5-15,0 0-5 0,0 0 3 0,0 0-3 16,0 0-2-16,0 0-3 0,0 0 3 0,0 0-1 16,0 0-2-16,0 0-1 0,0 0-7 0,0 0 3 0,-1 23 4 15,1-23 2-15,-1 7-5 0,1-7 2 16,0 9-4-16,0-9-2 0,0 12 12 0,0-12-9 16,0 10-3-16,0-4 1 0,0-6 6 0,0 12-3 15,0-12-2-15,0 12 2 0,0-12-2 0,0 11 11 16,0-6-12-16,1 2 7 0,-1-7-5 0,0 13 0 15,0-7-9-15,1 0 6 0,-1-6-5 0,1 13 6 16,1-3-3-16,-1-4 4 0,0 1-3 0,2 0 2 16,-1-1-4-16,-2-6 3 0,1 14-1 0,1-9 1 15,0 2 5-15,0 0-6 0,-2-7-1 0,0 10 1 16,0-10 7-16,0 16-1 0,0-10-9 0,0 1 7 16,0-7-9-16,-2 15 5 0,1-9 1 0,1-6 4 15,0 14-11-15,0-8 9 0,0-6-3 0,-3 13 1 16,3-13 3-16,0 10-4 0,0-10-5 0,0 10 7 15,0-10-5-15,-1 9 1 0,1-9 2 0,0 10 1 0,0-10 0 16,0 10-1-16,0-10-2 0,-1 11 6 16,1-11 1-16,-1 10-4 0,1-10 0 0,-3 10 0 15,3-10-3-15,-1 8 5 0,1-8 7 0,0 8-4 16,0-8-10-16,0 10 4 0,0-10-4 0,-1 9 0 16,1-9 8-16,0 8-1 0,0-8-4 0,-3 9 1 0,3-9-1 15,-1 7 2-15,1-7 0 0,0 0-6 16,-1 10 1-16,1-10 7 0,0 0-5 0,-2 8 1 15,2-8 5-15,0 0-1 0,2 10-4 0,-2-10-1 16,0 0 1-16,0 8 4 0,0-8-5 0,2 8 6 16,-2-8-2-16,0 0-2 0,3 7 4 0,-3-7-3 15,0 0 1-15,2 7 3 0,-2-7-7 0,4 5 6 16,-4-5-3-16,2 7 5 0,-2-7-6 0,0 0 0 0,4 8 4 16,-4-8-2-16,0 7 1 0,0-7 0 0,3 5-8 15,-3-5 6-15,0 0 1 0,1 12 1 0,-1-12-6 16,0 9-20-16,0-9-9 0,0 8-18 0,0-8-14 15,0 10-32-15,0-10-14 0,-2 9-62 0,2-9-186 16,-4 7 83-16</inkml:trace>
  <inkml:trace contextRef="#ctx0" brushRef="#br0" timeOffset="71932.33">4721 12609 119 0,'0'0'134'15,"0"0"-3"-15,0 0-5 0,-2-11-12 0,2 11-9 16,0 0-10-16,0 0-10 0,0 0-2 0,0 0-20 15,0 0-5-15,0 0-6 0,0 0-9 0,0 0-1 16,0 0-3-16,0 0 0 0,0 0-5 0,0 0-6 16,0 0-3-16,0 0-4 0,0 0 2 0,0 26-7 15,0-26 1-15,0 9 1 0,0-9-6 0,3 12 8 16,-2-7 1-16,-1 3 2 0,3 0-7 0,-3-8 1 16,2 15-3-16,-1-7 1 0,1-1-2 0,-2 0-3 15,1-1-1-15,0 4-1 0,-1-10 1 0,1 13 0 16,-1-6 1-16,2 0-3 0,0 0 1 0,-2 0-3 15,2 0 1-15,-2-7-3 0,2 14 10 16,-1-8 9-16,1 2-2 0,-1-2 1 0,-1-6-4 0,1 16-6 16,1-12 6-16,-1 2-6 0,-1-6 1 0,0 10-2 15,0-10 0-15,0 8 1 0,0-8 0 0,1 9 3 16,-1-9 3-16,0 0 1 0,0 9 4 0,0-9-1 16,0 8-5-16,0-8-1 0,0 0-2 0,0 0-1 15,0 0 1-15,-2 9-2 0,2-9 1 0,0 0-4 16,0 0-1-16,0 0-1 0,0 0 1 0,0 9-2 15,0-9 0-15,0 0-5 0,0 0-11 0,0 0-17 16,0 0-20-16,-3 5-22 0,3-5-24 0,0 0-21 16,0 0-6-16,0 0-11 0,0 0-14 0,0 0-86 15,0 0-250-15,0 0 110 0</inkml:trace>
  <inkml:trace contextRef="#ctx0" brushRef="#br0" timeOffset="72656.35">4493 13094 176 0,'-1'-12'220'0,"1"12"-14"16,0 0-14-16,0 0-18 0,0 0-13 0,0 0-18 16,-8-3-10-16,8 3-17 0,0 0-10 0,0 0-7 15,0 0-12-15,-14 11-6 0,14-11-7 0,-6 10-1 16,2-5-3-16,0 1 0 0,1 4-2 0,-3-1-6 15,3-2-3-15,2 1-6 0,-1 1-7 0,-1-1-2 16,2-1-6-16,1-7 1 0,0 14-1 0,-2-7-10 16,2-7 3-16,0 13-9 0,2-7-2 0,0-1-1 15,-2-5-3-15,4 9 1 0,0-4-2 0,1-2 1 16,-5-3 1-16,9 5-5 0,-4-4 2 0,-5-1 0 16,9 3 9-16,-9-3 2 0,13-1-1 15,-13 1-1-15,11-2 2 0,-11 2-1 0,12-4 2 16,-5 1-3-16,-1 0 1 0,-1-1 1 0,-5 4 2 0,8-9 0 15,-5 6 6-15,1-4 2 0,0 1-2 0,-4 6-9 16,4-12 4-16,-4 6-1 0,0 6 1 16,1-16-4-16,-1 8-4 0,0 8 0 0,-3-15-3 0,2 11 0 15,-3-3-3-15,4 7-4 0,-6-10 2 0,4 5 0 16,2 5-3-16,-7-8-3 0,7 8 0 0,-8-4-5 16,8 4 5-16,-11-3-9 0,11 3-4 15,-10-2-18-15,10 2-11 0,-12 0-17 0,12 0-12 0,-13 3-13 16,7-1-19-16,6-2-26 0,-10 2-40 0,6 2-34 15,4-4-29-15,-5 8-187 0,1-4-446 0,4-4 197 16</inkml:trace>
  <inkml:trace contextRef="#ctx0" brushRef="#br0" timeOffset="72848.62">4658 13118 162 0,'0'0'261'0,"0"0"-5"15,0 0-1-15,0 0-19 0,0 0-10 16,9-1-17-16,-9 1-17 0,0 0-18 0,0 0-18 16,0 0-20-16,0 0-11 0,0 0-16 0,0 0-9 0,0 0-23 15,0 0-16-15,0 0-19 0,0 0-27 0,0 0-26 16,0 0-27-16,-5 13-45 0,5-13-42 0,-5 10-51 16,5-10-38-16,-4 9-144 0,1-4-388 0,3-5 173 15</inkml:trace>
  <inkml:trace contextRef="#ctx0" brushRef="#br0" timeOffset="73240.8">4769 13069 31 0,'0'0'247'0,"0"0"-11"0,0 0-16 0,0 0-16 15,0 0-22-15,3-6-19 0,-3 6-18 0,0 0-14 16,0 0-17-16,0 0-11 0,0 0-4 0,0 0-15 0,0 0-9 15,0 0-7-15,0 0-5 0,2 24-10 16,-2-24-3-16,1 11-6 0,1-5 3 0,0-1-8 16,1 1-6-16,1 0-4 0,-3 0-6 0,-1-6 1 15,6 10-7-15,-1-4 5 0,1 2-4 16,-3-2-3-16,1 0 2 0,0-1-2 0,2 2-2 0,-1-3 1 16,1 0-1-16,-3 3 0 0,1-3 6 0,0 1 3 15,0-1 4-15,-4-4 5 0,8 8-4 0,-5-5 5 0,-3-3 4 16,4 8 4-16,-1-4 2 0,-3-4 2 15,2 7-2-15,-2-7 0 0,2 6 2 0,-2-6-1 16,0 0-1-16,0 0-6 0,-4 11-2 0,4-11-1 16,-7 7-3-16,2-2 0 0,-1-3-8 0,0 2 1 0,6-4-1 15,-12 4-7-15,7-1-5 0,5-3-20 16,-14 4-13-16,14-4-15 0,-13 0-22 0,7 0-14 16,6 0-22-16,-14-4-33 0,7 1-32 0,7 3-32 15,-7-10-18-15,3 3-15 0,0 2-146 0,0-4-403 16,2-2 178-16</inkml:trace>
  <inkml:trace contextRef="#ctx0" brushRef="#br0" timeOffset="73455.7">4792 13050 26 0,'6'-6'144'0,"-6"6"10"16,7-7 5-16,-3 4-1 0,-4 3-5 0,7-7 1 16,0 6-4-16,-1-2-8 0,-6 3 0 0,10-4-10 15,-4 2-10-15,1-1-2 0,-1 0-14 0,2 0-4 16,-1 0-9-16,4 1-10 0,-2-3-5 0,0 3-7 15,-1 1-12-15,-1-3-1 0,-7 4-10 0,16-4-2 16,-9 3-3-16,1 0-5 0,-2-3-10 0,5 4-11 16,0-2-16-16,-3 0-25 0,-8 2-37 0,14-4-46 15,-14 4-53-15,15-4-43 0,-7 4-143 0,-8 0-374 0,15-6 166 16</inkml:trace>
  <inkml:trace contextRef="#ctx0" brushRef="#br0" timeOffset="78263.48">3863 12236 11 0,'0'0'87'0,"0"0"-11"0,0 0-3 0,0 0 0 16,0 0-4-16,0 0 3 0,0 0-11 0,-3-8 1 15,3 8-3-15,0 0-10 0,0 0-3 0,0 0-1 16,0 0-5-16,0 0 2 0,0 0-15 0,0 0 13 16,0 0-13-16,0 0-4 0,0 0-1 0,0 0-2 15,0 0-3-15,0 0 3 0,0 0-11 0,0 0 10 16,0 0-10-16,-5-5-1 0,5 5-2 0,0 0-3 15,0 0 4-15,0 0 3 0,0 0-8 0,0 0 7 16,0 0-2-16,0 0 1 0,0 0 2 0,0 0-11 16,0 0-1-16,0 0 10 0,0 0 1 0,0 0-7 15,-13 3-1-15,13-3 7 0,0 0-3 0,0 0 0 16,-10 4-6-16,10-4 4 0,0 0 16 0,0 0-6 16,-6 3-7-16,6-3 4 0,0 0-4 0,0 0-3 15,-5 4-2-15,5-4 3 0,0 0 1 0,0 0 2 16,0 0-5-16,0 0 3 0,0 0-5 0,-5 6 5 15,5-6-7-15,0 0 6 0,0 0-4 0,0 0-3 16,0 0 5-16,0 0-2 0,0 0-3 0,0 0 9 16,0 0-2-16,0 0-3 0,0 0 2 0,11 7-2 0,-11-7 9 15,0 0-11-15,0 0 9 0,13-1-6 16,-13 1-1-16,8 1 1 0,-8-1-2 0,0 0-3 16,12 0 0-16,-12 0 4 0,10 1-12 0,-10-1 4 15,11 2-7-15,-11-2 7 0,14 1-6 0,-7 0 2 16,-7-1-3-16,15-1-5 0,-9 1 2 0,8-1 0 15,-6 1-5-15,-1-3 6 0,2 2 0 0,-9 1-2 16,16-3 11-16,-9 3-12 0,-7 0-2 0,14-1 2 16,-6 1 1-16,0-1 2 0,3 0 3 0,-1-1 4 15,-10 2-7-15,18 0 5 0,-10-1 0 0,0 1-4 0,-8 0 2 16,15 0 8-16,-9 0-5 0,-6 0 1 16,12 0 3-16,-12 0 0 0,13-1-3 0,-7-1 0 0,-6 2 2 15,10 3-10-15,-10-3 8 0,14 0 1 16,-14 0-1-16,11-3 3 0,-5 3-2 0,-6 0 1 15,10-2-3-15,-10 2 5 0,12-2 0 0,-12 2 4 0,9 0-7 16,-9 0 1-16,9-1 3 0,-9 1 0 0,10 0-4 16,-10 0 8-16,0 0 6 0,11 0-9 15,-11 0-2-15,9 0 5 0,-9 0-3 0,8-2 2 16,-8 2 0-16,8-2 0 0,-8 2 1 0,9 0 2 16,-9 0-2-16,0 0 6 0,12-1-6 0,-12 1 1 15,9 0 3-15,-9 0 0 0,8 1-6 0,-8-1 0 16,0 0 3-16,13-2 6 0,-13 2-8 0,7-1 3 0,-7 1 5 15,0 0 1-15,13 0 1 0,-13 0-2 16,10 0 4-16,-10 0 3 0,9-2-12 0,-9 2 4 0,12 0 2 16,-12 0 0-16,9-1 2 0,-9 1-3 0,0 0 0 15,13 0-3-15,-13 0 0 0,9 0 4 0,-9 0-4 16,0 0-1-16,11 0 1 0,-11 0 0 16,0 0 4-16,9-1-7 0,-9 1-5 0,0 0 10 15,10 0-8-15,-10 0 7 0,7-2 0 0,-7 2-1 0,8-1-4 16,-8 1 3-16,0 0-4 0,13 0 2 0,-13 0-1 15,9-3 2-15,-9 3-1 0,0 0 2 0,12-1-3 16,-12 1-1-16,7-1 1 0,-7 1 2 0,0 0-4 16,11 2 3-16,-11-2 1 0,0 0 0 0,12-1-3 15,-12 1 3-15,6-3 1 0,-6 3-3 0,0 0 7 16,9 0-3-16,-9 0-4 0,8-2 3 16,-8 2-6-16,0 0 6 0,8-1-5 0,-8 1 4 0,0 0-4 15,0 0 6-15,10 0-3 0,-10 0-3 16,0 0 1-16,0 0-1 0,9-1 0 0,-9 1 3 0,0 0 4 15,8-3-9-15,-8 3 3 0,0 0-2 0,0 0 2 16,0 0 6-16,9 3-11 0,-9-3 6 0,0 0 1 16,0 0 5-16,0 0-8 0,9 1 2 0,-9-1 0 15,0 0 2-15,0 0-4 0,12 0 2 0,-12 0-3 16,7 1 7-16,-7-1-7 0,0 0 12 0,0 0-8 16,12-2-13-16,-12 2 7 0,0 0-14 0,11-2-1 15,-11 2-2-15,0 0-3 0,10-1-2 0,-10 1-3 16,8-1 2-16,-8 1-2 0,0 0-2 0,11-2 4 15,-11 2 3-15,7-3 1 0,-7 3 3 0,0 0 3 16,9 0 3-16,-9 0-3 0,0 0 2 0,0 0 3 16,7-2 5-16,-7 2 4 0,0 0 7 0,0 0-2 15,11 0 9-15,-11 0 8 0,0 0 0 0,0 0 9 16,0 0 1-16,9-1-4 0,-9 1 9 0,0 0-13 16,0 0 3-16,0 0-6 0,0 0-1 0,0 0-1 15,0 0 0-15,7-4-6 0,-7 4 2 0,0 0-7 16,0 0-4-16,0 0-20 0,0 0-16 0,0 0-17 15,0 0-65-15,0 0-128 0,0 0 58 0</inkml:trace>
  <inkml:trace contextRef="#ctx0" brushRef="#br0" timeOffset="78409.1">4731 12163 55 0,'0'0'88'0,"0"0"-12"0,0 0-22 0,0 0-22 16,0 0-33-16,0 0-50 0,0 0-55 0,0 0 24 16</inkml:trace>
  <inkml:trace contextRef="#ctx0" brushRef="#br0" timeOffset="81613.82">5353 11399 11 0,'0'0'32'16,"0"0"-1"-16,0 0 3 0,0 0-5 0,8-2 5 16,-8 2 0-16,0 0 2 0,0 0-2 0,0 0 3 15,0 0-1-15,0 0-5 0,0 0 0 0,0 0-3 16,0 0-4-16,0 0-2 0,0 0 0 0,0 0-2 0,0 0-5 15,0 0 1-15,4-3-3 0,-4 3-12 16,0 0 12-16,0 0-4 0,0 0 1 0,0 0-6 16,0 0 4-16,0 0-5 0,0 0 3 0,0 0-3 15,0 0-1-15,0 0 2 0,0 0 4 0,0 0-8 16,0 0 2-16,0 0-2 0,0 0 4 0,0 0 1 16,0 0-1-16,0 0-3 0,0 0 1 0,0 0 3 15,0 0 1-15,0 0-2 0,0 0 10 0,0 0-7 16,0 0 0-16,0 0 5 0,0 0-6 0,0 0 0 15,0 0 4-15,0 0-5 0,0 0 2 0,0 0-4 0,0 0 0 16,0 0 3-16,0 0-4 0,0 0-3 16,0 0 6-16,0 0-5 0,0 0 13 0,0 0-14 0,0 0 0 15,0 0 3-15,0 0 1 0,0 0 6 16,7-2-1-16,-7 2-9 0,0 0 8 0,0 0-3 16,0 0-1-16,0 0 4 0,0 0-3 0,0 0 0 0,0 0-1 15,0 0 0-15,0 0 3 0,0 0-6 0,0 0 2 16,0 0 3-16,0 0-3 0,0 0 1 0,0 0 1 15,0 0-6-15,0 0 6 0,0 0-3 16,0 0-1-16,0 0-1 0,0 0-3 0,0 0 1 16,0 0 6-16,0 0 3 0,0 0-6 0,0 0 5 0,0 0 7 15,0 0-2-15,0 0-1 0,0 0 2 0,0 0 10 16,0 0-11-16,0 0-2 0,0 0-2 0,0 0 7 16,0 0-4-16,0 0-4 0,0 0-2 0,0 0 1 15,0 0 12-15,0 0-18 0,0 0 7 0,0 0-4 16,0 0 2-16,0 0-1 0,0 0 1 0,0 0 13 15,0 0-17-15,0 0 14 0,0 0-2 0,0 0 1 16,0 0 7-16,0 0-10 0,0 0-2 0,0 0 3 16,0 0 1-16,0 0 16 0,0 0-18 15,0 0 6-15,0 0 7 0,0 0 0 0,0 0 4 0,0 0 5 16,0 0-1-16,0 0 2 0,0 0 5 0,0 0-2 16,0 0-1-16,0 0 11 0,0 0-13 0,0 0-3 15,0 0-3-15,0 0-3 0,0 0-5 0,0 0 2 16,0 0-5-16,0 0 0 0,0 0 1 0,0 0-1 15,0 0-4-15,0 0 0 0,0 0-1 0,0 0-6 16,0 0 5-16,0 0-1 0,0 0-4 0,0 0-1 16,0 0 0-16,0 0-1 0,0 0-2 0,0 0 7 15,0 0-7-15,0 0 3 0,0 0-7 0,0 0 4 16,0 0 2-16,0 0 1 0,0 0-5 0,0 0 7 16,0 0-6-16,0 0 0 0,0 0-1 0,0 0 4 15,0 0-4-15,0 0 3 0,0 0-3 0,3 13 1 16,-3-13 1-16,0 0 2 0,0 0-2 0,0 0 1 15,1 8-1-15,-1-8 2 0,0 0-2 0,0 0 0 16,0 0 1-16,-4 10 3 0,4-10-5 0,0 0 1 16,0 0 1-16,0 10-1 0,0-10-5 0,0 0 6 15,0 8-4-15,0-8 0 0,0 0 4 0,0 0-1 16,-1 10-3-16,1-10 5 0,0 0 1 0,0 8-2 16,0-8 1-16,0 0-4 0,1 10-1 0,-1-10 6 15,0 7-3-15,0-7 1 0,0 9-5 0,0-9 3 16,0 8 5-16,0-8-4 0,0 0 3 0,-1 12 2 15,1-12-8-15,1 9 1 0,2-4 1 0,-3-5 1 16,0 10 1-16,1-4-3 0,-1-6 5 0,1 11-2 16,-1-11-2-16,3 10 2 0,-3-4-4 0,0-6 5 15,0 10-1-15,0-10 2 0,2 10-3 0,1-5 0 16,-3-5-1-16,1 10-1 0,1-6 3 0,-2-4 8 16,3 12-10-16,-3-6 1 0,2 0-3 0,-2-6 8 15,2 11-4-15,0-7 0 0,-1 3-2 0,-1-7 1 16,2 11-2-16,-2-11 2 0,3 9-3 0,-2-1 5 15,3-3-1-15,-4-5 2 0,2 11-4 0,0-5 4 16,-1 0-5-16,-1-6 4 0,3 13-3 0,-3-7 2 16,1 2 4-16,0-2-3 0,1 1 2 0,-1 1-10 15,-1-8 7-15,1 13 0 0,-1-6 1 0,0-7-1 16,1 14-3-16,-1-8 3 0,2 0-2 0,-2-6 4 16,0 14-5-16,0-8 6 0,0-6-4 0,-2 10-3 15,2-10 3-15,2 13 5 0,-1-7-7 0,-1-6 3 16,-1 12 1-16,1-12 2 0,1 11-2 0,-1-5-1 15,0-6-5-15,-1 11 5 0,1-11-5 0,0 12 6 16,0-6-1-16,0-6-4 0,1 11 3 0,-1-5 1 16,0-6-1-16,-1 11 4 0,1-11-3 0,0 11 0 0,0-11 1 15,0 12-5-15,0-12 4 0,0 9 0 16,0-9-3-16,0 11 1 0,-2-5 5 0,2-6-2 0,-1 11-3 16,0-4 0-16,1-7 1 0,-1 10-2 15,1-10 3-15,-2 12-4 0,2-12 0 0,0 11 3 16,-1-4-1-16,1-7 3 0,-3 11-5 0,2-6 6 0,1-5 14 15,0 13-18-15,-1-8-1 0,1-5-1 0,0 12 0 16,0-12 1-16,-2 11 4 0,2-11-2 16,0 12-2-16,-1-7 0 0,1-5 1 0,0 11 4 15,0-11-5-15,-1 9 4 0,1-9-2 0,-4 10 2 0,4-10 1 16,0 11-4-16,0-11 2 0,-1 9 1 0,1-9-4 16,-1 10 2-16,1-10-1 0,-2 9-3 0,2-9 0 15,0 10 3-15,0-10 5 0,-1 9-3 0,1-9-4 16,-1 10 1-16,1-10 0 0,-1 9 1 15,1-9 3-15,0 10-2 0,0-10-3 0,0 10 5 0,0-10 2 16,1 11-3-16,-1-11-2 0,0 10 1 16,0-5-3-16,0-5 7 0,0 10-8 0,0-10 3 0,0 9-2 15,0-9 2-15,0 9-2 0,0-9 5 16,0 11-4-16,0-11 3 0,-1 9-2 0,1-9 1 16,0 8 1-16,0-8-4 0,0 8 3 0,0-8-1 0,0 9 10 15,0-9-2-15,0 8-5 0,0-8-3 0,0 8-1 16,0-8-1-16,-2 9 0 0,2-9 5 0,3 7-1 15,-3-7 1-15,0 8-2 0,0-8 0 0,0 0 0 16,0 10 1-16,0-10 1 0,0 7 0 0,0-7 1 16,0 0-6-16,0 11 3 0,0-11-1 0,0 6-2 15,0-6 5-15,0 0-5 0,-3 13 3 0,3-13-6 16,0 0 5-16,0 9-1 0,0-9 14 0,2 8-15 16,-2-8 3-16,0 0 0 0,-2 7-5 0,2-7 7 15,0 0-3-15,0 12 1 0,0-12-2 0,0 6 0 16,0-6 9-16,2 9-5 0,-2-9-4 0,0 7 0 15,0-7 3-15,0 0-1 0,-2 11-1 0,2-11 1 16,3 6-1-16,-3-6-4 0,0 0 7 0,1 12-5 16,-1-12 6-16,0 0-6 0,-1 12 2 0,1-12-1 15,0 8 6-15,0-8-4 0,-1 10 1 0,1-10-2 16,1 8-1-16,-1-8-1 0,-1 8 4 0,1-8 1 16,-2 12 0-16,2-12 0 0,2 9-4 0,-2-9 2 15,-2 9-1-15,2-9-2 0,0 9 2 0,0-9 1 16,0 10 0-16,0-10-2 0,0 10-2 0,0-10 4 15,2 12 2-15,-2-7-1 0,0-5-2 0,0 12 1 16,0-6 3-16,0-6-8 0,-2 11 5 0,2-11 0 16,0 12 3-16,0-12-3 0,0 11 3 0,0-11-2 15,2 9-2-15,-2-9 1 0,-2 11 1 0,2-11-2 0,0 8-3 16,0-8 1-16,0 9 7 0,0-9-4 16,2 8 0-16,-2-8 1 0,0 8 0 0,0-8-4 15,0 0 7-15,-3 9-4 0,3-9-3 0,-1 7 7 16,1-7-2-16,0 0-2 0,0 0 1 0,0 11-5 15,0-11 4-15,0 0-3 0,-3 10-1 0,3-10 5 16,-1 9-1-16,1-9-1 0,0 9 2 0,0-9-4 16,-1 6 5-16,1-6 0 0,0 0-1 0,0 12-3 15,0-12-1-15,-2 7 6 0,2-7 0 0,0 0-4 16,0 0 1-16,-1 12 1 0,1-12 1 0,1 5-6 16,-1-5 8-16,0 0-3 0,0 0-1 0,-1 12 14 0,1-12-15 15,0 0-2-15,0 0 4 0,-1 9-8 16,1-9 2-16,0 0 1 0,1 10 11 0,-1-10-10 15,1 7 3-15,-1-7-2 0,0 0 2 0,0 0 0 16,2 8 0-16,-2-8 4 0,0 0-7 0,0 8 3 0,0-8-2 16,0 0 1-16,0 0 0 0,1 9-2 15,-1-9 3-15,0 0 1 0,0 0-2 0,1 8 0 0,-1-8-1 16,0 0 2-16,0 0 0 0,1 6 1 16,-1-6-2-16,0 0 2 0,0 0-3 0,0 0 5 15,0 0 1-15,0 0-1 0,0 0 3 0,-1 10-5 16,1-10-1-16,0 0-2 0,0 0 3 0,0 0-1 15,0 0 3-15,0 0-9 0,0 0 6 0,3 6 0 0,-3-6 2 16,0 0-1-16,0 0-1 0,0 0 0 16,0 0 0-16,0 0 0 0,0 0 2 0,0 0-2 0,0 0-1 15,0 0 0-15,0 9 6 0,0-9-5 16,0 0 2-16,0 0-3 0,0 0 3 0,0 0-21 16,0 0-10-16,0 0-22 0,2 6-13 0,-2-6-22 15,0 0-17-15,0 0-27 0,0 0-92 0,0 0-240 16,0 0 107-16</inkml:trace>
  <inkml:trace contextRef="#ctx0" brushRef="#br0" timeOffset="82682.17">5303 13257 9 0,'0'0'92'0,"0"0"-6"0,0 0-4 16,0 0 3-16,0 0-8 0,0 0-11 0,0 0-8 15,0 0 9-15,4-7-2 0,-4 7-12 16,0 0 6-16,0 0 0 0,0 0 9 0,3-5-4 0,-3 5 4 15,0 0 0-15,0 0-1 0,0 0 6 0,0 0-5 16,-2-12-1-16,2 12 0 0,0 0 0 0,0 0 6 16,0 0-3-16,-2-9 2 0,2 9-4 0,0 0 0 15,0 0 2-15,0 0 3 0,0 0 1 16,0 0-2-16,-1-10 0 0,1 10-2 0,0 0 0 0,0 0-4 16,0 0-4-16,0 0-1 0,0 0-9 0,0 0-1 15,0 0-5-15,0 0-8 0,0 0-4 0,0 0-6 16,-2-7 1-16,2 7-9 0,0 0 0 0,0 0-1 15,0 0-6-15,0 0-3 0,0 0 8 16,0 0-13-16,0 0-2 0,0 0 2 0,0 0-3 16,0 0 2-16,0 0-1 0,0 0 0 0,0 32-1 15,2-26 1-15,-2 3 0 0,0 3-1 0,0-3-1 16,0 1-1-16,0-1 5 0,1 1 4 0,-1 0-6 0,-1 0-3 16,2-1 2-16,-1 1 0 0,1-2-1 15,0 1-1-15,-1-9 4 0,0 13-5 0,-1-7 1 0,1-6 2 16,1 11 0-16,-1-11-1 0,0 9 2 0,0-9 0 15,-1 10 1-15,2-4-3 0,-1-6-6 0,2 8-16 16,-2-8-20-16,0 9-24 0,0-9-40 0,0 0-44 16,0 8-33-16,0-8-41 0,0 0-151 0,0 0-404 15,0 0 179-15</inkml:trace>
  <inkml:trace contextRef="#ctx0" brushRef="#br0" timeOffset="82874.57">5423 13309 50 0,'0'0'249'15,"0"0"-11"-15,0 0-22 0,4-6-20 0,-4 6-21 16,0 0-18-16,0 0-21 0,0 0-11 0,0 0-13 0,0 0-14 16,0 0-11-16,0 0-29 0,0 0-30 0,0 0-38 15,0 0-47-15,0 0-42 0,0 0-39 16,0 0-133-16,0 0-292 0,4 18 129 0</inkml:trace>
  <inkml:trace contextRef="#ctx0" brushRef="#br0" timeOffset="83272.47">5588 13245 141 0,'0'0'224'16,"0"0"-15"-16,0 0-15 0,0 0-21 0,0 0-14 15,0 0-15-15,0 0-5 0,0 0-13 0,0 0-12 16,0 0-7-16,-9 19-13 0,9-19-7 0,-2 15-11 16,-1-8-6-16,2 0-5 0,1-7-9 0,-3 12-7 15,2-4-5-15,1 0-1 0,0-8-1 0,0 11-5 16,0-11-6-16,1 12-9 0,-1-7 4 0,0-5-1 16,5 10-1-16,-1-7-2 0,0 1-3 0,-4-4 1 15,9 5 5-15,-3-4 4 0,-6-1-1 0,13 0-1 16,-5 1-1-16,-8-1-1 0,15-4-2 0,-7 2 4 15,0-3-3-15,-1 2-2 0,0-2-2 0,-1 0 0 16,-1 0 0-16,-1 1 6 0,2-3 1 0,-2 3 3 16,-3-3 4-16,2 0 8 0,-3 7-4 0,3-12-2 15,-3 5-4-15,0 7 0 0,-3-14 0 0,-1 8-4 16,0-2-3-16,-1 3-1 0,1-1-1 0,4 6-5 16,-10-7 0-16,5 4-6 0,5 3-4 0,-15-4-5 15,7 4-6-15,-2 0-7 0,10 0-16 0,-18 6-20 16,8-3-23-16,1 2-32 0,-3 0-54 0,6-1-64 15,-1-1-241-15,-3 3-498 0,4 0 220 0</inkml:trace>
  <inkml:trace contextRef="#ctx0" brushRef="#br0" timeOffset="85673.95">3851 11371 70 0,'0'0'97'15,"0"0"-17"-15,0 0-9 0,0 0-4 0,0 0-3 0,0 0-5 16,0 0-11-16,0 0-8 0,-9 0-6 0,9 0 8 16,0 0-8-16,0 0-3 0,-6 2-6 15,6-2 8-15,0 0-13 0,0 0 1 0,0 0-7 0,-8 2 3 16,8-2-6-16,0 0 2 0,0 0-7 0,-9 3 3 16,9-3 2-16,-5 3-3 0,5-3 0 0,0 0 6 15,-7 4-13-15,7-4 5 0,0 0 0 0,-9 5-3 16,9-5 2-16,-5 2 1 0,5-2-3 0,0 0 2 15,-9 3-4-15,9-3 1 0,0 0-2 16,-7 4 3-16,7-4-5 0,0 0 1 0,0 0 2 0,-9 4 2 16,9-4-5-16,0 0 6 0,0 0 0 0,0 0 12 15,0 0-6-15,-5 4 5 0,5-4 2 0,0 0 12 16,0 0-3-16,0 0-5 0,0 0 7 0,0 0-7 16,0 0 3-16,0 0-2 0,0 0-6 15,0 0 0-15,0 0-2 0,0 0 5 0,0 0-5 0,0 0-1 16,0 0-3-16,0 0 10 0,0 0-15 0,25-3 9 15,-25 3-6-15,9 1 5 0,-9-1-8 0,11 0 2 16,-11 0-2-16,11 0-3 0,-4 2 0 16,-7-2 2-16,16-2 4 0,-8 4-8 0,1-2 0 0,-9 0-2 15,18-3 2-15,-6 3 4 0,-2 1-3 0,0-2 8 16,-1 2-19-16,-9-1 7 0,20-2-5 0,-9-1 6 16,0 4 1-16,-3-2-5 0,2 0-1 0,3 1 3 15,-4 0-5-15,2 0 7 0,1 0-8 16,-1 0 8-16,1-2-3 0,2 0 3 0,-3 1 3 0,1 1-5 15,-1 1-2-15,1-2 0 0,0 2 1 0,1-2 3 16,0 1-2-16,-1 0 2 0,0 0-5 0,2-2 5 16,-1 2 5-16,0 2-8 0,0-4 4 0,-2 2-2 15,3 0 2-15,-2-1 1 0,-1 1-2 16,0 0 1-16,-1 0 0 0,-1 1 5 0,1-2-8 0,-1 1 6 16,-1 1-4-16,-8-1 4 0,17-1-5 0,-9 1 1 15,1-1 7-15,1 1-5 0,-1 0 12 0,-1-2-11 16,-8 2-2-16,17-1 3 0,-11 0-8 0,2 2 5 15,-8-1-14-15,12-1-9 0,-12 1-3 0,12 0-11 16,-12 0-11-16,10 1-7 0,-10-1-11 0,0 0-10 16,9-1-18-16,-9 1-51 0,0 0-158 0,0 0 70 15</inkml:trace>
  <inkml:trace contextRef="#ctx0" brushRef="#br0" timeOffset="86639.98">4274 11423 31 0,'0'0'68'16,"0"0"-7"-16,0 0-5 0,0 0 2 0,23 7-12 15,-23-7-3-15,11 0-1 0,-11 0 3 0,11 3-1 16,-4-3-1-16,-7 0-10 0,15 0-2 0,-5 0 13 16,3 0 10-16,-2 0-7 0,7-1-5 0,-5 1-1 15,5-2-6-15,-4 2-1 0,1 0-6 0,2 0-3 16,-3 0-2-16,3 2-4 0,0-4-4 0,-2 2 7 15,2-4-7-15,1 2 1 0,0 1-6 0,-4 2 3 16,4 1-7-16,0-2 7 0,-1 1-1 0,-3-2-6 16,2 1-1-16,-4 0 6 0,3-2-2 0,-3 2-4 15,0-1 1-15,0 0 5 0,1 0-9 0,0-1 1 16,-3 2-1-16,4-1 2 0,-3 1-2 0,1-2 1 16,1 2 6-16,-3 0 3 0,4-2-14 0,-3 1 4 15,1 1 0-15,1-2 1 0,-3 1 4 0,3 1-3 16,-3-1-1-16,-1-1-5 0,2 2 13 0,-3-2 3 15,-8 2-3-15,17-2 0 0,-8 2 2 0,1-3-3 16,-4 2-1-16,-6 1 5 0,15-2-5 0,-6 2 1 16,-9 0-4-16,12 0 0 0,-4-2-3 0,-8 2 5 15,11-1-6-15,-11 1 3 0,10 0 0 0,-10 0 1 0,14-2 0 16,-14 2 2-16,12 0-7 0,-12 0 9 16,10-2-11-16,-10 2 6 0,12-3-2 0,-7 2-1 15,-5 1 5-15,11-1-5 0,-11 1 1 0,13 0 3 16,-13 0-4-16,9-3 2 0,-9 3-1 0,9-1-5 0,-9 1 2 15,9 0 5-15,-9 0-4 0,0 0 0 16,10-3 2-16,-10 3 0 0,0 0-5 0,9 0 1 16,-9 0 3-16,9-3-2 0,-9 3 3 0,0 0 1 15,10 0-6-15,-10 0 2 0,8 0 1 0,-8 0 4 16,0 0-10-16,11-2 8 0,-11 2-2 0,8-1 6 0,-8 1-10 16,0 0 5-16,0 0-4 0,12 0-3 15,-12 0 3-15,0 0 1 0,7-1 1 0,-7 1-5 16,0 0 16-16,0 0-13 0,10-2-3 0,-10 2 10 15,0 0-4-15,0 0 10 0,9-4 3 0,-9 4 0 0,0 0-1 16,11 2 1-16,-11-2-5 0,7-3-1 16,-7 3-3-16,0 0 4 0,9-2-3 0,-9 2 3 15,0 0-6-15,9 0 1 0,-9 0-7 0,0 0-7 16,0 0-10-16,12 0 1 0,-12 0-13 0,0 0-6 16,0 0-9-16,11 1-6 0,-11-1-6 0,5 1-3 0,-5-1-9 15,0 0 3-15,8 3-7 0,-8-3-2 0,0 0 2 16,8 1 1-16,-8-1 1 0,0 0 5 0,0 0 4 15,6 3-34-15,-6-3-107 0,0 0 349 16,0 0-186-16,0 0-23 0,0 0 66 0,0 0-20 16,0 0 12-16,6 2 10 0,-6-2 8 0,0 0 10 0,0 0 7 15,0 0 11-15,0 0 7 0,0 0 9 0,0 0 6 16,0 0-2-16,0 0-1 0,0 0 11 16,0 0-9-16,7 3-1 0,-7-3 6 0,0 0-15 15,0 0-4-15,0 0 0 0,0 0-7 0,0 0 0 16,0 0-8-16,14-3-26 0,-14 3-35 0,0 0-41 0,0 0-110 15,0 0-197-15,8-1 87 0</inkml:trace>
  <inkml:trace contextRef="#ctx0" brushRef="#br0" timeOffset="89406.12">3189 12268 108 0,'0'0'163'16,"0"0"-12"-16,0 0-10 0,3-6-6 0,-3 6-11 15,0 0-3-15,0 0-6 0,0 0-9 16,0 0 1-16,0 0-2 0,0 0-8 0,4-5-4 0,-4 5 2 15,0 0-7-15,0 0-7 0,0 0-2 0,0 0-2 16,0 0-1-16,0-8 1 0,0 8-1 0,0 0 4 16,0 0-9-16,0 0-2 0,0 0 1 15,0 0-5-15,0 0 3 0,0 0-2 0,0 0 0 0,0 0 3 16,0 0 2-16,0 0-5 0,1-9-7 0,-1 9-1 16,0 0-4-16,0 0-14 0,0 0 2 0,0 0-10 15,0 0-1-15,0 0-5 0,0 0-8 16,0 0 27-16,0 0-1 0,0 0-2 0,-3 31-4 0,2-24 1 15,1 6-3-15,1-1 0 0,-2-1-5 16,1 2-1-16,1-1 0 0,-1 1-1 0,-1-1-1 0,0 1 7 16,1-2-2-16,1-1-6 0,-2 0 0 0,2 1-2 15,-1 0 19-15,0-2-16 0,1-2-2 0,-1-7 2 16,0 12-8-16,0-12 2 0,2 9-5 0,-2-9 3 16,0 8-3-16,0-8 0 0,1 6 0 0,-1-6-3 15,0 0-5-15,0 0 0 0,0 0 0 0,0 0-25 16,-3 8-12-16,3-8-25 0,0 0-21 0,0 0-34 15,0 0-35-15,0 0-43 0,0 0-70 0,0 0-60 16,0 0-189-16,-20-14-547 0,16 8 242 0</inkml:trace>
  <inkml:trace contextRef="#ctx0" brushRef="#br0" timeOffset="90173.98">3183 11399 188 0,'0'0'184'0,"0"0"-6"0,-6-4-3 0,6 4-2 16,0 0 2-16,0 0-1 0,0 0-10 0,0 0 0 15,-5-4-5-15,5 4-16 0,0 0-9 0,0 0-11 16,0 0-11-16,0 0-13 0,0 0-6 0,0 0-12 16,0 0-7-16,0 0-11 0,17-6-10 0,-17 6-4 15,12 0-6-15,-12 0-3 0,11 1-7 0,-2 1-4 16,-9-2-4-16,12 9 0 0,-4-2-5 0,-3 0 0 16,2 0-3-16,0 3-3 0,-5 1 1 0,2 0 2 15,-3 1 4-15,1 3 4 0,-1 1-1 0,-1-1-1 16,-4 1 4-16,-1 1-6 0,1-7 3 0,-2 4-2 15,-4-1-2-15,2-4-3 0,-1 1-1 0,-1 0 1 16,-2-2-3-16,2-1-2 0,-1-1 1 0,0 1-1 16,1-3 2-16,2-1-3 0,1-1 8 15,0 0 3-15,7-2 6 0,-11 3-1 0,11-3 4 0,-12 1 6 16,12-1 4-16,0 0 3 0,0 0-1 0,-11-1-9 16,11 1 2-16,0 0-3 0,0 0-13 0,0 0-4 15,0 0-4-15,0 0-4 0,0 0 1 0,0 0-2 16,0 0 0-16,0 0-7 0,32-4-14 0,-21 4-13 15,3 0-17-15,-3 1-17 0,-1-1-15 0,4 0-33 16,-4 1-45-16,0 2-62 0,4-2-46 0,-6-1-222 16,0 3-523-16,-1-2 231 0</inkml:trace>
  <inkml:trace contextRef="#ctx0" brushRef="#br0" timeOffset="91106.85">2265 10535 91 0,'0'0'191'0,"0"0"-6"0,0 0-21 0,-7-5-11 0,7 5-14 15,0 0-12-15,0 0-12 0,0 0-10 16,-12 10-4-16,8-5 7 0,0 2-13 0,4-7-8 0,-6 17 2 15,4-7 6-15,-1 2-8 0,-2 4-4 0,4 1-9 16,-1-2-8-16,1-3-6 0,1 6-6 0,1-6-3 16,-1 1-3-16,0 0-7 0,3 0-3 0,0-4-4 15,0 2-2-15,1-1-3 0,0 1 2 16,2-1-6-16,-2-3 0 0,-1 2-18 0,5-4-27 0,0 2-39 16,-3-2-50-16,3-2-53 0,-1-3-48 0,-1 3-135 15,7 1-374-15,-13-4 165 0</inkml:trace>
  <inkml:trace contextRef="#ctx0" brushRef="#br0" timeOffset="91689.97">2428 10672 80 0,'0'0'191'0,"0"0"-15"0,0 0-22 0,0 0-17 16,0 0-16-16,0 0-12 0,0 0 4 15,0 0 4-15,0 0-9 0,0 0-9 0,5 13-17 16,-5-13-3-16,0 0-1 0,4 9-16 0,-4-9-1 0,0 0-6 16,2 3 12-16,-2-3-1 0,0 0 11 0,0 0 5 15,0 8 5-15,0-8 4 0,0 0 6 0,0 0-6 16,0 0-10-16,0 0-9 0,0 0-5 0,0 0-10 16,0 0 7-16,0 0 0 0,-18-13-7 0,18 13-3 15,-5-8-4-15,5 8-7 0,-5-9-1 0,5 9-9 16,-1-10-1-16,1 10-4 0,1-12-2 0,2 4-3 15,-2-2-8-15,1 2 0 0,2 0-3 0,0-1-1 16,0 3 6-16,1-2-12 0,0 5-3 0,-5 3-3 16,8-5 1-16,-1 4-2 0,-7 1-1 0,0 0-1 15,17 3 5-15,-10 0-4 0,0 0 1 16,3 4 0-16,-2-3 2 0,2 4-2 0,-2-1 1 0,-2-2 1 16,1 3-1-16,-3-4 0 0,3 3-1 0,-2-3 5 15,-5-4 0-15,4 8-2 0,-4-8 2 16,4 4 0-16,-4-4 3 0,4 6 1 0,-4-6-2 15,0 0 1-15,0 0 3 0,4 4-2 0,-4-4 2 16,0 0-2-16,0 0 15 0,0 0-14 0,0 0 9 0,0 0-11 16,0 0-3-16,0 0-1 0,0 0 0 0,0-18-9 15,0 18 3-15,5-12-2 0,-1 6-1 0,1-1 7 16,-3 1-8-16,3 1-1 0,1 0 3 16,-3 0-5-16,-3 5 4 0,9-4-1 0,-5 0-2 15,-4 4-1-15,9-3 1 0,-9 3 1 0,10 4 1 16,-10-4 0-16,10 6 2 0,-4-1-1 0,-1 0 1 0,0 0 0 15,-1 0 4-15,0 1-4 0,1 0-15 0,-2 1-2 16,-1 0-20-16,0-1-17 0,0 0-37 16,-2-6-36-16,3 16-38 0,-3-10-43 0,0-6-36 0,-1 14-131 15,1-14-412-15,0 0 183 0</inkml:trace>
  <inkml:trace contextRef="#ctx0" brushRef="#br0" timeOffset="92106.96">2755 10633 90 0,'0'0'145'0,"5"-4"-15"0,-5 4 0 0,0 0 6 15,0 0-10-15,0 0-3 0,0 0-4 0,4 19-11 0,-4-19-9 16,1 8-6-16,-1-8-9 0,3 9-3 0,-3-9-4 16,0 8 9-16,0-8-4 0,0 9-1 0,0-9 0 15,0 0 3-15,0 0 3 0,0 8 5 16,0-8 9-16,0 0 6 0,0 0 0 0,0 0-14 15,0 0 2-15,0 0-14 0,0 0 2 0,0 0-18 16,0 0-6-16,0 0-10 0,0 0 0 0,-8-22-6 16,8 22 0-16,1-12-5 0,-1 12-4 0,1-17-6 15,2 9 0-15,1-1-2 0,0-3-6 0,0 2 8 16,1 0-11-16,1-2-2 0,0 5-5 0,0-2 4 16,-3 2-6-16,1 2-2 0,1-2 0 0,-1 4-6 15,-4 3 10-15,7-7-12 0,-7 7 3 0,9-1-5 0,-9 1 2 16,0 0-2-16,14 4-1 0,-8 0 4 15,-1-1-4-15,2 5 2 0,-2-4 3 0,0 3 1 16,0 2-2-16,0-4 5 0,-1 0-2 0,0 4-2 16,-1-2 9-16,1 0 1 0,0 1-13 0,0-2 6 15,0 0-1-15,-2-1 2 0,1 1-6 0,-3-6-19 16,4 10-10-16,-4-10-16 0,2 8-26 0,-2-2-31 16,0-6-52-16,0 0-60 0,-7 14-53 0,7-14-145 0,-16 10-449 15,7-7 198-15</inkml:trace>
  <inkml:trace contextRef="#ctx0" brushRef="#br0" timeOffset="92266.89">2765 10637 102 0,'6'-6'179'16,"-6"6"-8"-16,8-5-15 0,-1 5-16 0,3-4-13 15,0 0-16-15,3 1-8 0,-4 1-10 0,4-1-4 16,-1 1-12-16,0 1-29 0,-1-1-52 0,1 1-54 15,-1-2-49-15,1 3-98 0,-12 0-222 0,20-4 99 16</inkml:trace>
  <inkml:trace contextRef="#ctx0" brushRef="#br0" timeOffset="92472.29">3042 10496 36 0,'3'-6'234'0,"-3"6"-17"16,0 0-20-16,4-7-25 0,-4 7-18 0,0 0-4 15,0 0-4-15,0 0-4 0,14 9-7 0,-14-9 5 16,10 9-8-16,-6 0-10 0,1-2-9 0,-1 2-10 16,-1 1-12-16,0 3-6 0,-3-4-8 0,0 4-13 15,-1-3-17-15,-1 6-25 0,-5 0-41 0,-1-2-45 16,2 4-59-16,-2-8-59 0,-4 4-184 0,-1 1-395 16,-3 0 175-16</inkml:trace>
  <inkml:trace contextRef="#ctx0" brushRef="#br0" timeOffset="104593.79">2159 13011 36 0,'0'0'69'0,"23"-3"-8"16,-23 3-14-16,23-3-8 0,-23 3-1 0,23-2-4 15,-5-1-2-15,-18 3-4 0,32-2 1 16,-15-1-5-16,-3-1 1 0,-14 4-8 0,27-1 2 16,-27 1-5-16,23-2-5 0,-23 2 1 0,0 0 4 15,18 0 12-15,-18 0 11 0,0 0 5 0,0 0 6 0,0 0 2 16,0 0 4-16,0 0 3 0,0 0 1 0,0 0 0 16,0 0 5-16,0 0-1 0,0 0 2 15,0 0-10-15,0 0 9 0,0 0 1 0,0 0 5 16,-54 3-7-16,54-3-4 0,0 0-3 0,-15 2-9 15,15-2 1-15,0 0-10 0,0 0-10 0,0 0 5 16,0 0-4-16,0 0-3 0,0 0-5 0,0 0 9 16,0 0-11-16,0 0 1 0,46 8 0 0,-19-6 1 15,1 0-3-15,2-2-1 0,0 0 1 0,3-1-1 16,-1 1 0-16,2 0 0 0,1-1-1 0,-2 2-4 16,3-2 1-16,-2 2 2 0,1-4-3 0,-1 0 1 15,-2 3 1-15,2-2 0 0,-4 2 0 0,1-1-1 16,1 1 1-16,-4-1-2 0,-6 1-2 0,6 0 0 15,-8-3 1-15,2 5-3 0,-2-4 5 0,-2 1-9 16,-18 1 4-16,32-2-2 0,-18 2 3 0,-14 0 1 16,24-1-5-16,-24 1-1 0,17 0 1 0,-17 0-4 15,0 0 1-15,0 0 1 0,21 0 2 0,-21 0-2 16,0 0-2-16,0 0 2 0,0 0-4 0,0 0 1 16,0 0 4-16,0 0-3 0,0 0 1 0,0 0-1 15,0 0 2-15,0 0-2 0,-55-1-2 0,55 1 2 16,-26 1 0-16,15-1-3 0,11 0-1 0,-26-1 0 15,26 1 3-15,-23 2-4 0,15 0 6 0,8-2-5 16,-15 0-1-16,15 0 0 0,0 0 0 0,-18 0 4 16,18 0-3-16,0 0 1 0,0 0-2 0,0 0 0 15,-14 4 0-15,14-4 3 0,0 0 1 0,0 0 0 16,0 0 1-16,0 0 2 0,0 0-1 0,0 0-2 16,51-1 1-16,-51 1 2 0,36-2 9 15,-13 2-2-15,6-2-2 0,3 1 2 0,-2 1-3 16,0-2 0-16,0 1-4 0,-2-1 6 0,0-2-5 15,-6 4 2-15,-2-2-2 0,3-2 1 0,-2 3-3 16,-2-2 3-16,0 2 0 0,-2-1-2 0,2 0 1 16,-8 1-1-16,-11 1 3 0,25-1-1 0,-25 1 1 15,16-3-7-15,-16 3 3 0,0 0 2 0,16-1-2 16,-16 1 1-16,0 0 1 0,0 0-1 0,0 0-3 16,0 0 3-16,0 0-4 0,0 0 1 0,0 0-1 15,0 0 0-15,0 0 3 0,0 0 0 0,0 0 0 16,-58-1-3-16,45 1 4 0,13 0-1 0,-25 0-2 15,25 0 1-15,-23 0 0 0,23 0 2 0,-16 0-3 16,16 0-1-16,0 0-7 0,-15 0 6 0,15 0 3 16,0 0-3-16,0 0 2 0,0 0-2 0,0 0 3 15,0 0 2-15,0 0-3 0,0 0 4 0,0 0-4 16,0 0 2-16,58 1 5 0,-46-1-6 0,5-3 4 16,-17 3 0-16,25-1-4 0,-9 4 0 0,-16-3 1 15,24-3-2-15,-13 2 0 0,-11 1 1 0,17-1-2 16,-17 1 5-16,15-2-6 0,-15 2 7 0,0 0-3 15,0 0-2-15,19 0 3 0,-19 0-3 0,0 0-1 16,0 0 3-16,0 0-2 0,0 0-2 0,0 0 2 16,0 0-4-16,0 0-3 0,0 0-5 0,0 0-4 15,0 0-13-15,0 0-11 0,0 0-14 16,0 0-19-16,0 0-18 0,0 0-24 0,0 0-18 16,0 0-35-16,0 0-98 0,0 0-289 0,0 0 129 15</inkml:trace>
  <inkml:trace contextRef="#ctx0" brushRef="#br0" timeOffset="106140.99">3117 12909 20 0,'0'0'146'0,"0"0"-11"0,0 0-7 16,0 0-4-16,0 0-2 0,0 0-1 0,0 0-8 16,0 0 0-16,0 0-5 0,0 0-2 0,0 0 6 15,0 0-3-15,0 0-1 0,0 0 0 0,0 0-5 0,0 0-4 16,0 0-5-16,0 0 1 0,0 0-1 0,0 0-1 15,0 0-1-15,0 0-1 0,0 0-8 16,0 0-9-16,0 0-7 0,-2-10-4 0,2 10 0 16,0 0 8-16,0 0-6 0,0 0-1 0,2-7 0 15,-2 7-7-15,0 0 6 0,0 0-5 0,0-10 6 0,0 10 1 16,0 0-5-16,0 0-6 0,-4-7 3 16,4 7-8-16,0 0 5 0,0 0-7 0,0 0-4 15,0 0-3-15,0 0 2 0,0 0-6 0,-3-7-1 16,3 7 4-16,0 0-4 0,0 0 1 0,0 0-2 15,0 0 0-15,0 0 9 0,0 0-13 0,0 0 9 0,0 0-6 16,0 0-17-16,0 0-7 0,0 0 2 0,0 0-8 16,0 0-1-16,0 0-2 0,0 0-4 15,0 0 0-15,0 0 2 0,0 0-1 0,-5 19-5 0,5-19 5 16,0 17 0-16,-1-7 0 0,1 2 6 16,-2-1-2-16,1 6-1 0,0-2 2 0,1-2-3 15,-1 3 1-15,-2-5-4 0,1 2 0 0,-1 2 20 16,3-6-13-16,-1 3-2 0,1-3 1 0,-1 3-1 15,-1-4 7-15,1 3 2 0,1-5 2 0,0 3 6 16,0-9-2-16,0 13 7 0,0-7 13 0,0-6-13 16,-3 12-2-16,3-12 2 0,0 9 3 0,0-9-3 0,0 0-3 15,-1 9 8-15,1-9-2 0,0 0-3 0,0 0-3 16,-1 9-2-16,1-9 1 0,0 0 0 16,0 0 0-16,0 0 4 0,0 0-8 0,0 0 3 15,0 0-18-15,0 0-22 0,0 0-30 0,0 0-41 16,0 0-49-16,0 0-31 0,0 0-31 0,0 0-60 0,0 0-64 15,0 0-245-15,0 0-620 0,0 0 274 0</inkml:trace>
  <inkml:trace contextRef="#ctx0" brushRef="#br0" timeOffset="107091.12">2668 13405 99 0,'0'0'151'0,"0"0"2"0,0 0-4 16,0 0-4-16,0 0 0 0,0 0-8 0,0 0-2 15,0 0-4-15,0 0-4 0,0 0-2 0,0 0-3 16,0 0-5-16,0 0-2 0,0 0 26 0,0 0-12 15,0 0-14-15,0 0-10 0,0 0-7 0,0 0-3 16,-6-4 0-16,6 4-1 0,0 0-3 0,0 0-7 16,0 0-1-16,0 0-7 0,-12 0 3 0,12 0-13 15,0 0-1-15,0 0-1 0,-10 2-5 0,10-2-6 16,0 0-2-16,-10 0 2 0,10 0 6 0,0 0-11 16,-9 1-3-16,9-1-1 0,0 0-1 15,-9 0 2-15,9 0-7 0,0 0 4 0,0 0-14 0,-9 0 6 16,9 0-9-16,0 0 2 0,0 0 0 0,0 0-2 15,0 0-4-15,0 0-8 0,0 0 0 0,0 0 2 16,0 0-15-16,0 0 19 0,0 0 1 16,0 0 2-16,0 0-7 0,38-3 2 0,-26 3-1 15,2-3-4-15,-3 3 2 0,2 0 4 0,0-2-12 16,-2 1 1-16,1 1 4 0,-3 0 1 0,1-1-8 16,-10 1 4-16,14-2 3 0,-6 1-21 0,-8 1 14 0,10-1-3 15,-10 1 6-15,0 0 1 0,11 0-7 0,-11 0 5 16,0 0 3-16,8 1-11 0,-8-1 5 15,0 0 11-15,0 0 5 0,0 0 10 0,0 0-1 16,0 0 1-16,0 0-6 0,0 0 1 0,0 0-1 16,0 0-12-16,0 0 4 0,0 0-8 0,0 0-21 15,0 0-19-15,0 0-24 0,0 0-38 0,0 0-35 16,0 0-30-16,-22 10-37 0,22-10-49 0,-10 4-58 16,6-1-257-16,4-3-608 0,0 0 269 0</inkml:trace>
  <inkml:trace contextRef="#ctx0" brushRef="#br0" timeOffset="107540.02">2907 13390 266 0,'0'0'299'0,"0"0"-9"15,0 0-14-15,0 0-16 0,0 0-19 0,0 0-14 16,0 0-26-16,0 0-14 0,0 0-24 0,0 0-23 15,0 0-4-15,0 0-11 0,0 0-11 0,0 0-15 16,0 0-4-16,0 0-12 0,-17 19-8 0,16-14-6 16,-3-1-6-16,4-4-7 0,-6 12-7 0,6-12-2 15,-1 9-4-15,1-9-4 0,-3 8-3 16,3-8-8-16,0 10-12 0,0-10 17 0,3 9-8 0,-3-9-2 16,5 6 1-16,-3-2-4 0,-2-4 1 0,7 5 2 15,-7-5-4-15,7 4-1 0,-7-4 3 0,12 2-7 16,-12-2 2-16,10-1-1 0,-10 1-14 0,12-1 13 15,-12 1 5-15,10-4 6 0,-10 4-22 0,10-5 22 16,-10 5-1-16,8-8-3 0,-6 3 8 0,-2 5-6 16,7-8-2-16,-7 8-4 0,5-12-2 0,-5 12 1 15,2-13-18-15,-2 13 15 0,0-17-6 0,0 17 6 16,-6-15-5-16,3 8 1 0,3 7 3 0,-5-12-10 16,5 12-3-16,-6-12 4 0,3 8 1 0,3 4-12 15,-9-5 0-15,2 2-8 0,7 3-5 0,-13-2-20 16,13 2-19-16,-18 5-24 0,12-3-20 15,-3 1-19-15,1 1-38 0,8-4-49 0,-14 9-52 16,10-6-42-16,0 2-182 0,4-5-526 0,0 0 233 0</inkml:trace>
  <inkml:trace contextRef="#ctx0" brushRef="#br0" timeOffset="107720.92">3002 13403 21 0,'0'0'272'0,"6"4"0"0,-6-4-16 0,0 0-10 16,0 0-18-16,0 0-17 0,0 0-11 0,0 0-20 16,0 0-19-16,0 0-14 0,0 0-15 0,0 0-24 0,0 0-4 15,0 0-10-15,0 0-17 0,8 4-21 0,-8-4-31 16,0 0-37-16,0 0-56 0,0 0-56 16,0 0-66-16,0 0-210 0,0 0-432 0,0 0 191 15</inkml:trace>
  <inkml:trace contextRef="#ctx0" brushRef="#br0" timeOffset="108074.25">3145 13350 200 0,'0'0'271'0,"0"0"-13"0,0 0-18 16,0 0-19-16,5-1-23 0,-5 1-15 0,0 0-16 15,0 0-1-15,0 0-13 0,0 0-13 0,0 0-14 16,-8 19-11-16,8-19-13 0,-1 11-10 0,1-11-10 15,-1 11-9-15,-1-3-8 0,2-8-4 0,2 13-4 16,-1-7-6-16,-1-6-5 0,6 10-4 0,-2-4-5 16,0 2-3-16,3 0-5 0,-7-8 0 0,13 12-5 15,-7-7-3-15,0 0-1 0,-6-5-2 0,11 9-12 16,-6-3 12-16,-5-6-2 0,9 8-4 0,-5-4-3 16,-4-4 6-16,8 7-3 0,-8-7-6 0,6 6 5 15,-6-6 10-15,0 0 6 0,0 0-5 0,3 10 15 16,-3-10-6-16,0 0-3 0,0 0-1 0,-19 7-3 15,19-7-4-15,-14 2 4 0,6-1 0 16,8-1-10-16,-18-1-16 0,8 1-24 0,0 0-31 0,-1-2-20 16,2 1-35-16,9 1-42 0,-21-6-47 0,12 2-46 15,2 1-35-15,1-2-147 0,6 5-463 0,-10-15 206 16</inkml:trace>
  <inkml:trace contextRef="#ctx0" brushRef="#br0" timeOffset="108204.93">3133 13371 23 0,'10'-9'163'16,"-3"5"2"-16,4-1-9 0,0 1-11 0,-1-1-12 16,4 2-9-16,-3-1-14 0,1 1-11 0,-1 0-11 0,1-1-11 15,0 3-30-15,-1-1-47 0,-11 2-61 16,18-2-60-16,-18 2-71 0,10 0-207 0,-10 0 92 16</inkml:trace>
  <inkml:trace contextRef="#ctx0" brushRef="#br0" timeOffset="108572.76">3324 13349 85 0,'0'0'276'0,"0"0"-15"16,0 0-22-16,0 0-27 0,5 1-18 0,-5-1-20 16,0 0-2-16,0 0-6 0,0 0-16 0,6 9 1 15,-6-9-15-15,9 8-4 0,-9-8 3 0,9 9-3 16,-5-4-15-16,-4-5-12 0,6 9-11 0,-2-3-6 15,-4-6 4-15,9 11-6 0,-7-5-5 0,-2-6-7 16,8 9 0-16,-4-4-16 0,-4-5-4 0,8 9-1 16,-8-9-4-16,7 7-7 0,-7-7-7 0,0 0 5 15,5 6 6-15,-5-6 11 0,0 0 13 0,0 0 15 16,0 0 10-16,0 0 0 0,8 4-12 0,-8-4 13 16,0 0-2-16,0 0 2 0,13-12-8 0,-13 12-7 15,8-11 0-15,-5 6-12 0,3-5-5 0,-3 2-7 16,3-1-3-16,0-3-11 0,-1 1-5 0,1-4-5 15,1 1-10-15,-1-2-23 0,3 1-23 0,-3 1-30 16,0 3-22-16,0 0-37 0,-2 3-18 0,-2 1-25 16,-2 7-30-16,4-9-46 0,-4 9-46 0,0 0-48 15,0 0-282-15,0 0-657 0,-22 0 291 16</inkml:trace>
  <inkml:trace contextRef="#ctx0" brushRef="#br0" timeOffset="108905.21">3025 13463 51 0,'0'0'327'0,"0"0"-7"15,0 0-12-15,0 0-12 0,0 0-23 0,0 0 3 16,0 0-13-16,0 0-18 0,0 0-8 0,0 0-29 16,0 0-15-16,0 0-15 0,0 0-21 0,0 0-21 15,0 0-9-15,0 0-15 0,0 0-13 0,0 0-6 16,0 0-35-16,0 0-34 0,0 0-31 0,0 0-37 15,0 0-40-15,0 0-33 0,0 0-57 0,0 0-76 16,0 0-302-16,0 0-596 0,0 0 265 0</inkml:trace>
  <inkml:trace contextRef="#ctx0" brushRef="#br0" timeOffset="110480.43">1166 13504 106 0,'-10'-2'254'0,"10"2"-8"0,-10 2-4 0,10-2-3 15,0 0-3-15,-11 0-14 0,11 0-10 0,0 0-16 16,0 0-10-16,-8 0-10 0,8 0-8 0,0 0-11 16,0 0-4-16,0 0-8 0,0 0-9 0,0 0-17 15,0 0-4-15,0 0-10 0,0 0-13 0,0 0-7 16,0 0-7-16,0 0-4 0,0 0-10 0,0 0-7 16,0 0-3-16,0 0-4 0,0 0 4 0,0 0-14 15,0 0 10-15,0 0-14 0,0 0 1 16,0 0-2-16,0 0-3 0,38 1 3 0,-26-1-5 0,0 0-5 15,-1 2-2-15,2-2-7 0,1 0 7 0,-1 0-3 16,1-3 3-16,1 4-13 0,2-2 11 16,-5-1-12-16,-12 2-14 0,22-1-17 0,-16 1-11 15,-6 0-24-15,16 1-35 0,-16-1-14 0,11 0-28 0,-11 0-13 16,13 2-19-16,-13-2-46 0,0 0-23 16,11 1-53-16,-11-1-211 0,0 0-539 0,0 0 239 15</inkml:trace>
  <inkml:trace contextRef="#ctx0" brushRef="#br0" timeOffset="110772.75">1501 13394 200 0,'0'0'352'0,"0"0"-9"0,0 0 0 0,-6-15-9 16,6 15-14-16,0 0-11 0,0 0-30 0,-4-8-12 15,4 8-30-15,0 0-14 0,0 0-28 0,0 0-22 16,0 0-17-16,0 0-19 0,0 0-19 0,0 0-5 16,0 0-14-16,0 0-6 0,0 0-4 0,0 0-12 15,-6 34-5-15,6-22-11 0,-2-1 0 0,0 1-7 16,2 1-2-16,0-2-3 0,-2 2-6 0,-1 0-5 16,-1-2-15-16,4-11-25 0,-2 23-37 0,-1-13-41 15,1 1-43-15,2-11-46 0,-3 15-29 16,3-15-59-16,-4 12-49 0,4-12-64 0,0 0-191 15,0 0-608-15,6 14 269 0</inkml:trace>
  <inkml:trace contextRef="#ctx0" brushRef="#br0" timeOffset="110945.18">1593 13508 234 0,'0'0'322'0,"0"0"-4"16,7-7-7-16,-7 7-17 0,0 0-28 15,0 0-26-15,0 0-24 0,0 0-20 0,0 0-28 16,0 0-18-16,0 0-13 0,0 0-19 0,0 0-31 16,0 0-30-16,0 0-38 0,0 0-47 0,0 0-44 15,0 0-66-15,0 0-72 0,0 0-238 0,0 0-485 16,0 0 215-16</inkml:trace>
  <inkml:trace contextRef="#ctx0" brushRef="#br0" timeOffset="111339.55">1770 13437 90 0,'0'0'324'0,"0"0"-9"0,0 0-17 16,0 0-23-16,0 0-32 0,0 0-25 0,0 0-22 16,0 0-16-16,0 0-2 0,0 0-4 15,0 0-15-15,0 0-16 0,0 0-14 0,0 0-9 16,-7 29-13-16,7-29-6 0,-2 13-9 0,2-13-13 15,-2 13-10-15,2-13 0 0,-2 15-8 0,2-15-1 16,0 15-12-16,0-15-2 0,0 9-10 0,0-9 4 16,4 10-7-16,-4-10 0 0,5 9-2 0,-5-9 10 15,10 5-15-15,-10-5-2 0,13 4 3 0,-13-4-1 0,18 1-6 16,-18-1-2-16,21-5 1 0,-8 3-1 16,-3-1-2-16,-1 0 4 0,1 0-11 0,-10 3 4 15,15-9-5-15,-3 4-2 0,-7-1 7 0,1 0-1 16,-6 6-5-16,6-14 4 0,-5 7-8 0,-1 7 0 15,2-17 1-15,-4 8 2 0,2 9-4 0,-5-16 1 16,1 10-3-16,0-3-3 0,4 9 3 0,-10-12 4 16,3 7-8-16,7 5-14 0,-8-8-19 0,8 8-23 15,-10-4-32-15,10 4-37 0,-14-3-28 0,14 3-34 16,0 0-64-16,-17 3-57 0,17-3-196 0,0 0-551 16,-16 7 244-16</inkml:trace>
  <inkml:trace contextRef="#ctx0" brushRef="#br0" timeOffset="111758.52">2002 13382 11 0,'0'0'334'0,"0"0"-13"0,0 0-10 15,0 0-26-15,7-7-30 0,-7 7-27 0,0 0-38 16,0 0-11-16,0 0-22 0,0 0-15 0,0 0-8 15,0 0-18-15,12 12-7 0,-12-12-5 0,7 11-4 16,-6-5 2-16,-1-6-7 0,9 11-5 0,-5-5-17 16,1 0-5-16,-5-6-2 0,9 13-7 0,-5-6-3 15,-4-7-9-15,7 10-5 0,-3-4-3 0,-4-6 1 16,9 12 0-16,-9-12 10 0,6 8-11 0,-6-8 5 16,6 9-14-16,-6-9 3 0,6 8-3 0,-6-8-1 15,4 7-4-15,-4-7-1 0,0 0 3 0,0 0-9 16,0 0 4-16,9 10 6 0,-9-10 13 0,0 0 20 15,0 0 19-15,0 0 11 0,10-1 5 0,-10 1-10 16,0 0 5-16,0 0 8 0,9-12 1 0,-9 12-3 16,8-12-11-16,-3 3-6 0,-3 1-2 0,3-1-7 15,-1-1-6-15,1 1-9 0,-1-2-5 0,0 0-6 16,-1 1-2-16,3-1-4 0,-2 2-7 0,-2-1-3 16,-2 10 0-16,4-14-7 0,-4 14-14 0,0 0-32 15,5-16-62-15,-5 16-62 0,3-8-66 0,-3 8-45 16,0 0-53-16,0 0-74 0,1-14-338 0,-1 14-783 15,0 0 347-15</inkml:trace>
  <inkml:trace contextRef="#ctx0" brushRef="#br0" timeOffset="111896.78">2279 13384 169 0,'0'0'309'0,"0"0"-21"0,0 0-32 16,0 0-24-16,0 0-39 0,12 0-46 0,-12 0-57 15,0 0-82-15,0 0-101 0,0 0-174 0,0 0-288 16,0 0 127-16</inkml:trace>
  <inkml:trace contextRef="#ctx0" brushRef="#br0" timeOffset="139586.81">402 13511 39 0,'0'0'40'0,"0"0"-5"0,-15-45-6 16,15 45-8-16,-18-23-6 0,18 23-7 0,-29-20-40 0,29 20-34 16,-40-12 16-16</inkml:trace>
  <inkml:trace contextRef="#ctx0" brushRef="#br0" timeOffset="145524.79">744 12990 50 0,'0'0'80'0,"0"0"12"0,0 0-24 0,0 0-3 15,0 0-9-15,0 0-3 0,0 0-1 16,0 0-7-16,0 0-1 0,0 0-2 0,0 0-19 16,0 0 3-16,0 0-1 0,0 0-3 0,0 0-2 15,0 0-5-15,-54-7-3 0,54 7 10 0,0 0 2 16,0 0-13-16,0 0 4 0,0 0-7 0,0 0-2 15,0 0 3-15,0 0-3 0,-53 10-2 0,53-10-3 16,0 0 4-16,0 0-3 0,0 0 7 0,0 0-2 16,-34 8 0-16,34-8-5 0,0 0 10 0,0 0-4 15,0 0-4-15,0 0-8 0,0 0 10 0,0 0-6 16,0 0 2-16,0 0 0 0,-32 6 8 0,32-6-2 16,0 0-6-16,0 0-5 0,0 0 5 0,0 0 17 15,0 0-8-15,0 0 21 0,-34 7 16 0,34-7 8 16,0 0-9-16,0 0-2 0,0 0-2 0,0 0-5 15,0 0 2-15,0 0-3 0,0 0-2 0,0 0 7 16,0 0 9-16,-34 7-4 0,34-7-2 0,0 0-5 16,0 0-2-16,0 0-9 0,0 0-3 0,0 0-3 15,0 0 1-15,0 0-6 0,0 0-1 0,0 0 0 16,0 0-2-16,0 0 5 0,0 0 0 0,0 0 2 16,0 0 4-16,0 0 6 0,0 0 2 0,0 0-1 15,0 0-3-15,0 0-1 0,0 0-7 0,0 0 1 16,-38 1-2-16,38-1 0 0,0 0-2 0,0 0-8 15,0 0 1-15,0 0-1 0,0 0 0 0,0 0-5 16,0 0 0-16,0 0-1 0,0 0-2 0,0 0 2 16,0 0 1-16,0 0 7 0,0 0 5 15,0 0 13-15,0 0 14 0,0 0-7 0,0 0-5 0,0 0-7 16,0 0-1-16,0 0-3 0,0 0-1 16,0 0 0-16,0 0-1 0,0 0-6 0,95 12-1 0,-95-12-1 15,0 0 0-15,0 0-1 0,0 0 0 0,43 3-1 16,-43-3-5-16,0 0 3 0,0 0-1 0,36 0-1 15,-36 0-2-15,0 0 0 0,0 0 3 0,40 0-1 16,-40 0-2-16,0 0-1 0,0 0 0 16,0 0 1-16,40 4-1 0,-40-4-1 0,0 0 0 15,0 0 1-15,37 2 1 0,-27-2-1 0,-3-2-4 16,4 1 4-16,-1 0 0 0,1-2 0 0,-1 3-1 0,0-2-3 16,-3 4 3-16,-7-2 0 0,20-2 1 0,-13 1-2 15,1 2 1-15,-8-1-1 0,17-2 1 16,-9 2-1-16,1-1 1 0,-9 1-2 0,14 0-2 0,-8-1 1 15,-6 1 2-15,13 1 1 0,-7-1-1 16,-6 0-2-16,13 0 1 0,-5 0 3 0,-8 0-1 16,15-1 0-16,-6 1-1 0,-9 0 1 0,15 1-1 15,-15-1 0-15,13-1 2 0,-8 0-3 0,-5 1 0 0,13 0 1 16,-13 0-4-16,14 0 2 0,-8-2 0 16,-6 2 4-16,13-1-3 0,-13 1-2 0,12-1 5 15,-12 1-1-15,9 0-3 0,-9 0 2 0,10 0 1 16,-10 0-1-16,13 0-1 0,-13 0 1 0,11 0 0 15,-11 0 0-15,14-1 1 0,-10 0 0 0,-4 1-2 16,15-1 2-16,-15 1-4 0,14-1 4 0,-7 1 0 16,-7 0 0-16,16-2-1 0,-9 1 2 0,-1 0-3 15,-6 1 2-15,17-3-3 0,-11 3 0 0,-6 0 0 16,13-1 2-16,-7 0-4 0,-6 1 11 0,14-1-7 16,-7-1 1-16,-7 2-5 0,14-2 6 0,-14 2-3 15,13-2-1-15,-10 2 0 0,-3 0 3 0,10 0 0 16,-10 0-2-16,0 0 1 0,20-1-1 0,-20 1 0 15,10-1 0-15,-10 1 3 0,0 0-4 0,14-2 2 16,-14 2-3-16,10-3 1 0,-10 3 4 0,0 0-2 16,14-3-2-16,-14 3 0 0,0 0 0 0,14 0 2 15,-14 0-1-15,8-1-2 0,-8 1 4 0,0 0 0 16,14-1-2-16,-14 1 2 0,9-3-3 0,-9 3 1 16,0 0-1-16,13-2 4 0,-13 2 0 0,12-1-1 15,-12 1 0-15,0 0 0 0,15-2 2 0,-15 2-4 16,12 0 2-16,-12 0-2 0,11-4 3 0,-11 4-1 15,14-2 0-15,-14 2 0 0,10-2 1 0,-10 2 0 16,13-2-3-16,-13 2 2 0,12-3 1 0,-12 3-6 16,11-3 1-16,-11 3 2 0,0 0 0 0,15-1-1 15,-15 1-1-15,0 0 4 0,14-2-2 0,-14 2-1 16,0 0 3-16,14 0-2 0,-14 0 0 0,0 0 0 16,12-2 0-16,-12 2 1 0,0 0-1 0,11-1 0 15,-11 1 4-15,0 0-5 0,0 0 2 0,13-3 0 16,-13 3 0-16,0 0-1 0,0 0 1 0,12-1 1 15,-12 1-4-15,0 0 4 0,8-2 1 16,-8 2-3-16,0 0 0 0,0 0 1 0,0 0 1 16,17 0 0-16,-17 0-3 0,0 0-1 0,8-3 3 0,-8 3 2 15,0 0-4-15,0 0 2 0,16-2 0 0,-16 2 0 16,0 0 0-16,11 0 0 0,-11 0 1 0,0 0-5 16,11-2 2-16,-11 2 2 0,0 0 0 15,0 0 1-15,16 0-1 0,-16 0-2 0,0 0 4 16,9-1-3-16,-9 1-2 0,0 0 5 0,0 0-1 15,13-3 0-15,-13 3-3 0,0 0 3 0,0 0-3 16,0 0 0-16,13 0 0 0,-13 0 3 0,0 0-3 16,0 0 0-16,0 0 3 0,0 0-2 0,13 1 0 15,-13-1 0-15,0 0 0 0,0 0 0 0,0 0 1 0,0 0-2 16,14 0 1-16,-14 0-1 0,0 0 1 16,0 0 2-16,9-2 0 0,-9 2-2 0,0 0 0 15,0 0 0-15,0 0 0 0,0 0 0 0,0 0-1 16,15-2-9-16,-15 2-17 0,0 0-28 0,0 0-36 15,0 0-35-15,0 0-44 0,0 0-37 0,0 0-164 16,0 0-401-16,0 0 178 0</inkml:trace>
  <inkml:trace contextRef="#ctx0" brushRef="#br0" timeOffset="145763.51">1467 12988 25 0,'0'0'117'0,"0"0"2"0,0 0-17 0,38 2-9 15,-38-2-8-15,25 0-6 0,-12-1-13 0,-13 1-7 16,32 0-39-16,-14 0-38 0,0-1-45 0,-4 1-51 15,-14 0-124-15,24 0 55 0</inkml:trace>
  <inkml:trace contextRef="#ctx0" brushRef="#br0" timeOffset="151424.64">2101 13019 56 0,'-15'0'103'0,"4"-2"8"15,1 2-7-15,-2 0-8 0,-2 0-3 0,1 0-3 16,-1 0-4-16,2-2-12 0,-1 2-6 15,-5 0-9-15,4 0-7 0,1 0-5 0,0 0-1 16,-2 0-5-16,2 2-11 0,-3-4 4 0,3 1-3 0,-1 1-11 16,1 0 3-16,-1-1-1 0,3 1 6 0,0-2 9 15,1 0 3-15,0 2-1 0,10 0-8 0,-14-2 1 16,6 2-5-16,8 0-2 0,-13-2-4 0,13 2-2 16,-12-1-7-16,12 1 3 0,-10 0-5 0,10 0-1 15,-10 0 1-15,10 0-4 0,-10 1 5 0,10-1-5 16,-10 3-4-16,10-3-2 0,-10 3-13 0,10-3-9 15,-6 1-18-15,6-1-11 0,-5 6-8 0,5-6-9 16,-6 5-8-16,6-5-9 0,-5 3-13 16,5-3-8-16,-3 6-69 0,3-6-189 0,0 0 83 0</inkml:trace>
  <inkml:trace contextRef="#ctx0" brushRef="#br0" timeOffset="151629.37">1683 13036 93 0,'0'0'164'0,"-9"-4"-2"16,9 4-6-16,-7-5-11 0,7 5-15 0,0 0-10 15,-6-3-17-15,6 3-5 0,0 0-15 0,-5-3-9 16,5 3-12-16,0 0-7 0,0 0-20 0,0 0-24 16,0 0-29-16,0 0-19 0,0 0-15 0,0 0-6 15,0 0-15-15,0 0-6 0,0 0-4 0,0 0-4 16,0 0-5-16,0 0-60 0,0 0-165 0,0 0 72 15</inkml:trace>
  <inkml:trace contextRef="#ctx0" brushRef="#br0" timeOffset="153089.06">1634 12988 11 0,'0'0'26'16,"-9"0"0"-16,9 0-7 0,0 0 5 0,0 0-6 16,-12 0-3-16,12 0-5 0,0 0 2 0,-7 1-4 15,7-1 3-15,0 0-6 0,0 0 2 0,-9 1 1 0,9-1-6 16,0 0-2-16,0 0 6 0,0 0-3 16,0 0-4-16,0 0-11 0,0 0 11 0,0 0-7 15,0 0 4-15,0 0 7 0,0 0-11 0,0 0 5 16,0 0 0-16,0 0 0 0,0 0-2 0,0 0 6 15,0 0-5-15,0 0 7 0,0 0-5 0,0 0 6 16,0 0-1-16,0 0-1 0,28-4-2 0,-18 3-2 16,4-1 6-16,-2 1-1 0,1-2 0 0,2 3-2 15,3 0-2-15,1-3-3 0,-1 2-5 0,3 1-2 16,0-2-16-16,0 2-28 0,2-2 13 0</inkml:trace>
  <inkml:trace contextRef="#ctx0" brushRef="#br0" timeOffset="154856.65">1609 13001 17 0,'0'0'30'15,"0"0"-4"-15,-17 2-2 0,17-2-1 0,0 0-3 16,0 0-3-16,0 0-3 0,0 0-1 0,0 0 0 0,0 0-2 16,0 0-3-16,0 0 1 0,0 0 5 15,0 0-7-15,0 0 2 0,0 0-1 0,0 0 7 16,0 0 5-16,0 0-3 0,0 0 7 0,0 0-1 15,0 0-1-15,0 0-2 0,0 0 0 0,0 0-1 16,0 0 2-16,0 0 2 0,0 0-4 0,0 0 4 16,-13 2-3-16,13-2-4 0,0 0 7 0,0 0-2 15,0 0-9-15,0 0 2 0,0 0-4 0,0 0 1 16,0 0-4-16,0 0-2 0,0 0-1 0,0 0 3 16,0 0-2-16,0 0-3 0,0 0 1 0,0 0-2 15,0 0 5-15,0 0 4 0,0 0-10 0,0 0 5 16,0 0-4-16,0 0-4 0,32 6 3 0,-32-6-1 15,0 0 3-15,14 2 2 0,-14-2 2 0,13 2 0 16,-13-2 2-16,16 3-10 0,-8-3 7 0,-8 0-9 16,17 1-6-16,-4 1-5 0,-3-2-5 0,4 1-10 15,-3-1-3-15,3 0-4 0,2 0-4 0,3-1 6 16,-5 1-1-16,0 0-1 0,-1 0 0 0,0 0 1 16,4-2 2-16,-6 1-22 0,3 0-59 0,-3 3 26 15</inkml:trace>
  <inkml:trace contextRef="#ctx0" brushRef="#br0" timeOffset="168342.92">1836 12914 113 0,'0'0'133'0,"0"0"6"16,0 0-9-16,0 0-7 0,0 0-21 0,2-7-2 16,-2 7-8-16,0 0 5 0,0 0-7 0,0 0-5 15,0 0-10-15,-2-12-2 0,2 12 1 0,0 0 27 16,0 0-3-16,0-8-6 0,0 8-5 0,0 0-11 15,0 0-1-15,0 0-7 0,0 0 3 0,0 0 0 16,0 0-4-16,-3-8-3 0,3 8-1 0,0 0-4 16,0 0 3-16,0 0-2 0,-3-6-4 0,3 6-2 15,0 0-3-15,0 0-3 0,0 0-6 0,0 0 1 16,0 0 1-16,0 0-7 0,0 0-4 0,0 0-2 16,0 0-1-16,0 0-5 0,0 0-3 0,0 0 0 15,0 0-3-15,0 0 0 0,0 0-5 16,0 0 0-16,0 0 1 0,0 0 0 0,0 0-3 0,0 0-4 15,0 0 2-15,0 0-5 0,0 0 1 16,0 0-3-16,0 0 0 0,0 0-2 0,0 0-4 0,0 0 2 16,0 0-4-16,0 0 1 0,0 0-3 0,0 0-3 15,0 0-1-15,0 0-1 0,0 0-1 0,0 0 2 16,0 0 3-16,0 0-1 0,0 0-2 0,0 0 2 16,3 30 2-16,-3-19 1 0,1-1-1 15,-1 2 3-15,2 1 0 0,-2-2 0 0,2 1 0 16,-4 6 1-16,4-3-2 0,0 2 5 0,-2-6-1 15,1 2-5-15,-1-2 4 0,3-2-1 0,-2 2 1 0,0-2 2 16,2 1-1-16,-2-3 3 0,-1-1-3 16,1 2 3-16,-1-8-3 0,0 13 2 0,2-9-1 15,-2-4 2-15,2 10-2 0,-2-10 1 0,0 6-1 16,0-6-3-16,3 6 6 0,-3-6-1 0,0 0 4 16,0 0-3-16,0 0 3 0,0 0-1 0,0 0 4 15,-1 10-1-15,1-10 17 0,0 0 3 0,0 0 3 16,0 0-6-16,0 0 1 0,0 0-5 0,0 0 0 15,0 0-2-15,0 0 1 0,-7-26-5 0,6 18-1 16,1-2-5-16,-2 1 4 0,0-3-9 0,2 1-2 16,-1 0 1-16,1-6 3 0,-3 1-6 0,2 0 9 15,1-1-7-15,-2 2-2 0,0 4 0 0,2-7 1 16,0 8 1-16,-2 0-5 0,1-2-1 0,-1 1 4 16,-1-1-2-16,3 2 0 0,-2 0-2 0,-2 1 2 15,4-1-1-15,-2 3 1 0,0 0 0 0,2 7 2 16,-2-11-6-16,2 11 4 0,-3-9 0 0,3 9-2 15,0 0 0-15,-1-8-4 0,1 8 1 0,0 0 2 16,-3-7-2-16,3 7 2 0,0 0-4 0,0 0-2 16,0 0-2-16,0 0-1 0,0 0 5 0,0 0 1 15,0 0-3-15,-5 21 2 0,5-11 3 0,0 1 0 16,-4-1-2-16,4 6 3 0,0-1 1 0,-1-2-2 16,0 2 0-16,1 2 2 0,0-2-1 0,0 5 1 15,0-4 0-15,0 2-1 0,0-2 4 0,0 0-5 16,1-4 4-16,0 0 1 0,-1 0 0 0,3-2 5 15,-2 0-3-15,-2 0-2 0,2-1 1 0,-1-9-1 16,1 11 2-16,-1-5-4 0,0-6 3 0,2 10 1 16,0-5 1-16,-2-5-4 0,0 0 1 0,0 10-7 15,0-10-4-15,0 0-5 0,0 0-11 16,0 0-16-16,0 0-24 0,0 0-29 0,0 0-50 0,0 0-57 16,0 0-219-16,0 0-458 0,0 0 204 0</inkml:trace>
  <inkml:trace contextRef="#ctx0" brushRef="#br0" timeOffset="170849.95">3450 12968 62 0,'0'0'88'0,"-11"1"-5"0,11-1 6 15,0 0-18-15,-11 0-8 0,11 0 10 0,0 0-14 16,-10 0 0-16,10 0-6 0,0 0 10 0,0 0 1 16,-8 2-7-16,8-2-13 0,0 0-8 0,0 0 2 15,0 0 1-15,0 0-15 0,0 0 1 0,0 0-11 16,0 0-1-16,0 0 1 0,0 0-3 0,0 0 5 15,0 0 2-15,0 0-12 0,0 0 11 0,0 0-3 16,18 8-5-16,-9-6 0 0,-1-1 11 0,2 0-13 16,2 3-2-16,-1-2-2 0,1-2 6 0,2 0-6 15,0 1 4-15,4-1-8 0,-2 0 17 0,0 1-13 16,-3-1 9-16,4 0-12 0,-4 0-1 0,2 2 4 16,-2-2-3-16,2-2 5 0,-3 2-1 0,1-1-1 15,0 1-2-15,0 0 0 0,0 0 14 0,-1-2-14 16,1 1 2-16,-4 0-2 0,0 0-4 0,-3-1 7 15,-6 2-2-15,14-1-5 0,-14 1 1 0,8-1 11 16,-8 1-7-16,6-2-1 0,-6 2-2 0,0 0 3 16,0 0-7-16,9 0 4 0,-9 0 5 0,0 0 1 15,0 0 2-15,0 0 6 0,0 0 1 0,0 0-10 16,0 0 2-16,0 0-1 0,0 0 3 0,0 0-1 16,0 0-7-16,0 0 11 0,-33-2-10 0,33 2 9 15,-19 0-5-15,6 0-3 0,3 0 1 0,-1-1 0 16,0 1-2-16,1 1 2 0,-1-1-2 0,3 0 13 15,8 0-14-15,-14-1 3 0,7 0-1 0,7 1-2 16,-11 0-1-16,11 0 4 0,0 0 4 0,-13 0-8 16,13 0 3-16,0 0 3 0,0 0 1 0,-9 1-4 15,9-1 4-15,0 0-5 0,0 0 4 0,0 0-3 16,0 0-6-16,0 0 7 0,0 0-1 0,0 0-5 16,0 0 6-16,27-7 2 0,-17 6-1 0,0-1-7 15,2 0 5-15,-1 0 0 0,1 0-1 0,-1 0 2 16,1-1 4-16,-3 2-2 0,2-1 3 0,-1 0 0 15,-2 2 0-15,2-3-7 0,-10 3 3 0,12-2 1 16,-12 2-6-16,10-2 8 0,-10 2-5 0,8 0-1 16,-8 0 7-16,0 0-4 0,0 0 4 0,0 0 1 15,0 0-7-15,0 0-4 0,0 0-1 0,0 0-1 16,0 0 4-16,0 0 2 0,-29-3 0 0,29 3-4 16,-21 1 4-16,9 1-2 0,-2-2 4 0,3 0-5 15,-2 0 5-15,1 0-2 0,1 0 1 0,0 2-2 16,0-2-1-16,3 1 3 0,-2-1-7 0,10 0 0 15,-14 0 1-15,14 0 5 0,-9 0 0 0,9 0-5 16,-10 1 0-16,10-1 1 0,0 0 4 0,-9 0 1 16,9 0 5-16,0 0-9 0,0 0 5 0,0 0-1 15,0 0-5-15,0 0 2 0,0 0 7 0,0 0-6 0,0 0 0 16,26-6 2-16,-26 6-5 0,11-4 3 16,-11 4-4-16,9-1 2 0,-9 1-4 0,10 0 6 15,-10 0-6-15,0 0 3 0,9 0-4 0,-9 0 1 16,0 0 5-16,0 0-8 0,0 0 2 0,0 0 0 15,0 0 4-15,0 0-7 0,0 0 1 0,0 0-2 16,0 0-1-16,0 0 0 0,0 0 0 0,-29 7-3 16,21-7-2-16,8 0-4 0,-14 3 2 0,8-2 10 15,6-1 0-15,-12 2 1 0,12-2-4 0,-11 1 4 16,11-1 4-16,-8 0-1 0,8 0 0 0,0 0 1 16,-7 2-3-16,7-2 3 0,0 0-5 0,0 0 4 15,0 0-4-15,0 0 11 0,0 0-4 0,0 0 13 16,0 0-12-16,0 0-2 0,30-5 1 0,-23 3-4 15,-7 2 2-15,15-4-2 0,-6 3-2 0,1-2 1 16,-1 2-1-16,-9 1-1 0,14 3-4 0,-14-3-27 16,12-2 6-16,-12 2-9 0,11-2-5 0,-6 0-6 15,-5 2 7-15,0 0 2 0,0 0 3 0,11 3 10 16,-11-3-2-16,0 0 3 0,0 0 10 0,0 0-5 16,0 0 2-16,0 0 2 0,0 0 0 0,0 0 10 15,0 0 3-15,-22 7-3 0,22-7 7 0,0 0 4 16,-10 0-4-16,10 0 5 0,0 0 14 0,0 0-13 15,0 0 11-15,0 0-4 0,0 0 3 0,0 0 4 16,0 0 1-16,0 0-10 0,0 0 8 0,0 0 0 16,0 0-2-16,0 0-11 0,0 0 9 0,0 0-5 15,0 0-1-15,0 0 6 0,0 0 6 0,0 0-18 16,0 0 12-16,24 0-11 0,-24 0-12 0,0 0-12 16,13 0-26-16,-13 0-17 0,7 0-68 0,-7 0-145 15,0 0 65-15</inkml:trace>
  <inkml:trace contextRef="#ctx0" brushRef="#br0" timeOffset="175399.53">1820 12924 16 0,'0'0'50'0,"2"-8"1"0,-2 8 3 16,0 0-5-16,0 0-2 0,0 0 5 0,0 0-1 15,0 0-2-15,-2-9 2 0,2 9 7 0,0 0-6 16,0 0-7-16,0 0 0 0,0 0 4 0,0 0-3 16,0 0-4-16,0 0 0 0,0 0 3 0,0 0 6 15,0 0-10-15,0 0 8 0,0-9-4 16,0 9 3-16,0 0-5 0,0 0-4 0,0 0-2 0,0 0-1 16,0 0-2-16,0 0-2 0,0 0-5 0,0 0-1 15,0 0-5-15,0 0-6 0,0 0 2 0,0 0-5 16,0 0 0-16,0 0-6 0,0 0 3 0,0 0 0 15,0 0-10-15,0 0 4 0,0 0 1 0,0 0 6 16,0 0-13-16,0 0 4 0,0 0 5 0,0 0-1 16,0 26-5-16,0-26-2 0,2 12 4 15,-2-5-2-15,0 0 0 0,0-7-2 0,3 16 17 16,-2-6-11-16,0 0 3 0,-1 0 12 0,1 1 6 0,1 0-11 16,-2 0 1-16,1-1 0 0,1-1-4 0,-1 1-3 15,-2-1 4-15,-1-1 9 0,4 1 13 0,-2-9-6 16,0 16 0-16,-2-9 20 0,4 0-3 15,-2-7-6-15,0 11-6 0,-2-4 2 0,2-7-3 16,0 12 1-16,0-12-5 0,0 9-5 0,0-9 1 16,0 0-2-16,-1 9-1 0,1-9 4 0,-3 7-2 15,3-7 0-15,0 0 7 0,0 9-10 0,0-9 1 16,0 0-1-16,0 0-5 0,0 0 2 0,0 0-11 16,-1 9 8-16,1-9-3 0,0 0 1 0,0 0 0 15,0 0-2-15,0 0 2 0,0 0-4 0,0 0 2 16,0 0-4-16,0 0-9 0,0 0-17 0,0 0-26 15,0 0-47-15,0 0-44 0,0 0-42 0,0 0-152 16,0 0-358-16,0 0 159 0</inkml:trace>
  <inkml:trace contextRef="#ctx0" brushRef="#br0" timeOffset="175797.51">1814 12979 15 0,'0'0'41'0,"0"0"2"0,0 0-5 0,0 0-6 16,0 0-2-16,0 0-4 0,22 3-4 0,-22-3-2 15,0 0-2-15,11 3-2 0,-11-3 0 16,11 1-7-16,-4 0-12 0,-7-1-7 0,13 2-13 16,-8-1-26-16,2 0-52 0,-7-1 24 0</inkml:trace>
  <inkml:trace contextRef="#ctx0" brushRef="#br0" timeOffset="176980.46">3877 12931 28 0,'0'0'147'0,"0"0"-7"0,13 0-13 0,-13 0-6 16,0 0-14-16,0 0-4 0,0 0-9 0,0 0-5 16,0 0-15-16,0 0 0 0,0 0-2 0,0 0 0 15,0 0-8-15,0 0-2 0,0 0-6 0,0 0-5 16,0 0-4-16,0 0 0 0,0 0-3 0,0 0 2 16,0 0-1-16,0 0-2 0,0 0-6 0,0 0-3 15,0 0 3-15,0 0-6 0,0 0 7 0,0 0-9 16,0 0 2-16,0 0 0 0,0 0 0 0,0 0 0 15,0 0 2-15,0 0-4 0,0 0 2 0,0 0-2 16,0 0 2-16,0 0-4 0,0 0-4 0,0 0-4 16,0 0 3-16,0 0-5 0,0 0-2 0,0 0 3 15,0 0-5-15,0 0 1 0,0 0-3 0,0 0-2 16,0 0-3-16,0 0-2 0,0 0 0 0,0 0 3 16,0 0-3-16,0 0 0 0,0 0-1 0,0 0 1 15,0 0-4-15,0 0 6 0,0 0-5 0,0 0 2 16,0 0-4-16,0 0 4 0,0 0 1 0,0 0-4 15,0 0 1-15,0 0-1 0,0 0 0 16,0 0 2-16,0 0-2 0,0 0 1 0,0 0-3 0,0 0 1 16,0 0-1-16,0 0-2 0,0 0-15 0,0 0 1 15,0 0-11-15,0 0-8 0,0 0-7 0,0 0-10 16,0 0-9-16,0 0-10 0,0 0-10 0,0 0-20 16,0 0-21-16,0 0-12 0,0 0-13 0,0 0-108 15,0 0-278-15,0 0 123 0</inkml:trace>
  <inkml:trace contextRef="#ctx0" brushRef="#br0" timeOffset="177297.33">3849 12939 64 0,'0'0'90'0,"0"0"-10"0,0 0-8 0,0 0-5 15,0 0-3-15,0 0-16 0,0 0-10 0,0 0-13 16,0 0-17-16,0 0-18 0,0 0-22 0,0 0-14 16,0 0-32-16,0 0-85 0,0 0 37 0</inkml:trace>
  <inkml:trace contextRef="#ctx0" brushRef="#br0" timeOffset="178378.45">1611 13082 53 0,'0'0'62'0,"0"0"-9"15,0 0-5-15,0 0 0 0,0 0-7 0,0 0-3 16,0 0 0-16,0 0-9 0,0 0-3 0,0 0-3 16,0 0-4-16,0 0-6 0,0 0-5 0,0 0-9 15,-2-17-2-15,2 17-5 0,0 0-8 0,0 0-10 16,0 0-9-16,2-19-34 0,2 16-74 0,-4 3 33 15</inkml:trace>
  <inkml:trace contextRef="#ctx0" brushRef="#br0" timeOffset="178711.95">1638 12976 104 0,'0'0'111'0,"0"0"-3"16,0 0-10-16,0 0-7 0,0 0-4 16,0 0-10-16,0 0 1 0,0 0-8 0,0 0 3 15,0 0-1-15,0 0-7 0,0 0 1 0,0 0 3 0,0 0-11 16,0 0-1-16,0 0-6 0,0 0-5 0,0 0-6 16,0 0-2-16,0 0-8 0,0 0-2 0,0 0 0 15,0 0-3-15,0 0-7 0,0 0 2 16,0 0-4-16,0 0-4 0,0 0 0 0,0 0 2 15,0 0-2-15,0 0-2 0,0 0-1 0,0 0-2 16,0 0-2-16,0 0 1 0,0 0 3 0,0 0 2 16,0 0-7-16,0 0-6 0,0 0-13 0,0 0-17 0,0 0-9 15,0 0-28-15,0 0-3 0,0 0-13 16,16 17 3-16,-12-15-19 0,3-1-4 0,-7-1-84 16,7 2-204-16,-7-2 90 0</inkml:trace>
  <inkml:trace contextRef="#ctx0" brushRef="#br0" timeOffset="180126.14">3857 12954 96 0,'0'0'103'0,"0"0"-10"15,0 0-1-15,0 0-10 0,0 0-2 0,0 0-1 16,0 0-4-16,0 0 3 0,0 0-6 16,0 0 1-16,0 0-3 0,0 0-6 0,0 0-4 15,0 0-9-15,0 0 0 0,0 0-7 0,0 0-1 16,0 0-4-16,0 0-4 0,0 0-5 0,0 0-2 0,0 0-4 15,0 0 2-15,0 0-5 0,0 0-2 16,0 0 0-16,0 0-1 0,0 0 2 0,0 0-3 16,0 0 2-16,0 0 0 0,0 0-2 0,0 0-2 15,0 0 2-15,0 0-3 0,0 0-2 0,0 0 0 16,0 0 6-16,0 0-8 0,0 0-5 0,0 0 1 16,0 0-2-16,0 0 7 0,0 0-6 0,0 0 2 0,0 0-1 15,0 0-5-15,0 0 1 0,0 0-1 16,0 0 3-16,0 0 3 0,0 0-7 0,0 0 6 15,0 0-4-15,0 0 3 0,0 0 1 0,0 0 2 16,0 0 5-16,0 0-2 0,0 0 3 0,0 0 1 16,0 0 2-16,0 0 2 0,0 0-1 0,0 0 2 15,0 0 2-15,0 0-1 0,0 0 2 0,0 0-1 16,0 0 1-16,0 0-2 0,0 0 7 0,0 0 0 16,0 0 3-16,0 0-4 0,0 0 4 0,0 0-7 15,0 0 2-15,0 0-1 0,0 0 0 0,0 0 3 16,0 0 0-16,0 0-5 0,0 0 0 0,0 0-1 15,0 0-2-15,0 0-3 0,0 0 0 0,0 0 2 16,0 0-8-16,0 0 1 0,0 0-3 0,0 0 0 16,0 0-1-16,0 0 0 0,0 0 1 0,0 0-1 15,0 0 1-15,0 0-3 0,0 0-1 0,0 0 0 16,0 0 0-16,0 0-2 0,0 0-1 0,0 0-12 16,0 0-10-16,0 0-17 0,0 0-25 0,0 0-25 15,0 0-28-15,0 0-29 0,0 0-16 0,0 0-32 16,0 0-112-16,0 0-330 0,0 0 146 0</inkml:trace>
  <inkml:trace contextRef="#ctx0" brushRef="#br0" timeOffset="182522.43">3940 12946 8 0,'0'0'54'0,"0"0"-4"0,0 0-7 16,0 0-1-16,0 0-3 0,0 0-7 0,0 0-1 16,0 0-8-16,0 0 1 0,0 0 0 0,0 0-4 15,0 0-3-15,0 0 1 0,0 0-4 0,0 0 1 16,0 0-2-16,0 0-5 0,0 0 1 0,0 0 1 15,0 0-1-15,0 0-5 0,0 0 0 0,0 0 6 16,0 0-8-16,0 0 4 0,0 0-1 0,0 0-3 16,0 0-3-16,0 0 4 0,0 0-1 0,0 0 1 15,0 0 0-15,0 0-3 0,0 0 11 0,0 0-10 16,0 0-2-16,0 0 1 0,0 0-3 0,0 0 3 16,0 0-1-16,0 0 2 0,0 0 2 0,0 0-3 15,0 0-2-15,0 0 0 0,0 0 3 0,0 0-9 16,0 0 1-16,0 0 4 0,0 0-6 0,0 0 3 15,0 0 5-15,0 0-7 0,0 0 3 0,0 0 3 16,0 0-1-16,0 0-1 0,0 0 3 0,0 0-4 16,0 0 2-16,0 0-1 0,0 0 0 0,0 0 1 15,0 0 1-15,3-13 0 0,-3 13 3 0,0 0-7 16,0 0 6-16,0 0-5 0,0 0-4 0,8-5 1 16,-8 5-2-16,0 0-1 0,0 0 0 0,0 0 3 15,0 0 0-15,0 0 0 0,5-4 2 0,-5 4 3 16,0 0 3-16,0 0 3 0,0 0 1 0,0 0-1 15,0 0 7-15,0 0-2 0,0 0 0 0,0 0 1 16,0 0 7-16,0 0-5 0,0 0 5 0,0 0-1 16,0 0 3-16,0 0-6 0,0 0-4 0,0 0 1 15,0 0 1-15,0 0-4 0,0 0 0 0,0 0 2 16,0 0-3-16,0 0-4 0,0 0-1 0,0 0 5 16,0 0-1-16,0 0 1 0,0 0 5 0,0 0-8 15,0 0 8-15,0 0-1 0,0 0 4 0,0 0-1 16,0 0 0-16,0 0-1 0,0 0 1 0,0 0-5 15,0 0 3-15,0 0 1 0,0 0-3 0,0 0 6 16,0 0-12-16,0 0 2 0,0 0-1 0,0 0-3 16,0 0 1-16,0 0-2 0,0 0 5 0,0 0 0 15,0 0-4-15,0 0 3 0,0 0-3 0,0 0 3 16,0 0-1-16,-2-10-7 0,2 10 5 0,7-6-5 16,-7 6 4-16,4-7-7 0,0 3-2 0,-4 4-8 15,6-6-3-15,-6 6-6 0,6-10-5 0,-3 5-5 16,2 1-5-16,-1-2-1 0,0 1-4 0,0-2-29 15,0 2-81-15,-2-1 35 0</inkml:trace>
  <inkml:trace contextRef="#ctx0" brushRef="#br0" timeOffset="184237.15">5877 10758 19 0,'0'0'16'16,"0"0"-1"-16,0 0-3 0,0 0 1 0,0 0-4 16,0 0-1-16,0 0-1 0,0 0-3 0,0 0-8 15,0 0 9-15,0 0-23 0,0 0-19 0,0 0 9 16</inkml:trace>
  <inkml:trace contextRef="#ctx0" brushRef="#br0" timeOffset="194501.74">6142 14502 129 0,'0'0'134'0,"0"0"-4"0,0 0 0 16,0 0-9-16,0 0-2 0,0 0-9 15,0 0-1-15,0 0 1 0,0 0-6 0,0 0-6 16,0 0-3-16,0 0-7 0,0 0-6 0,0 0-8 0,0 0-7 16,0 0-6-16,0 0-6 0,0 0-8 0,0 0-4 15,0 0-3-15,0 0-7 0,0 0-2 0,0 0-6 16,0 0-2-16,0 0-2 0,0 0-7 15,0 0 0-15,0 0-4 0,0 0 3 0,0 0-5 16,0 0-3-16,0 0 1 0,0 0-1 0,0 0 2 16,0 0-2-16,11 9-1 0,-11-9 2 0,5 6-3 0,-5-6-1 15,5 6-1-15,-1-1 0 0,-4-5 2 16,7 9-9-16,-4-3 8 0,2 1 1 0,-1 1 1 0,0-5-5 16,1 5 3-16,0 0-1 0,2-1 2 15,-2 3-1-15,0 0 1 0,0-1 2 0,2 0-8 16,-2-1 9-16,2-1-4 0,-2 1 4 0,3 1-2 15,-1-1 4-15,-4 0 0 0,2-1-2 0,0 1 2 0,-1-2-3 16,0 1-1-16,1 0-1 0,-1-1 2 16,0 0-2-16,0-2 0 0,0 1-1 0,-1 0 0 0,0 1 0 15,1 0 4-15,-4-6-7 0,5 7 6 16,-2-3-1-16,-3-4-1 0,3 8 0 0,-3-8-1 16,4 5 3-16,-4-5 0 0,0 0-2 0,5 5 3 15,-5-5-3-15,0 0 4 0,0 0 1 0,5 3 11 16,-5-3 17-16,0 0 16 0,0 0 4 0,0 0 11 15,0 0-5-15,0 0 1 0,0 0-4 0,0 0-10 16,7-12 1-16,-7 12-2 0,2-13 1 0,0 4-9 16,0-2-3-16,1-1-1 0,-1-1-2 0,1 2 1 15,1-6-9-15,-2-1 6 0,2 4-12 0,-1 3-2 16,0-6 0-16,0 4 2 0,0-2 2 0,-2 3-1 16,1 2 2-16,1 1-5 0,-2 1 2 0,2-1 6 15,-2 2-5-15,2-1-3 0,-3 8 0 0,2-14-2 16,-2 7 2-16,0 7 1 0,3-11-6 0,-3 5 4 15,0 6-3-15,1-11 0 0,-1 11 0 0,0-8-7 16,0 8 3-16,3-6-2 0,-3 6-2 0,0 0 2 16,0 0-6-16,1-7 2 0,-1 7-3 0,0 0 1 15,0 0-4-15,0 0 4 0,0 0-6 0,1-8 3 0,-1 8-2 16,0 0 0-16,0 0-8 0,0 0-13 16,0 0-9-16,0 0-13 0,0 0-14 0,0 0-16 15,0 0-14-15,0 0-20 0,0 0-38 0,0 0-42 16,0 0-43-16,0 0-200 0,0 0-467 0,0 0 207 15</inkml:trace>
  <inkml:trace contextRef="#ctx0" brushRef="#br0" timeOffset="200173.43">4838 14436 93 0,'0'0'191'0,"0"0"-19"0,0 0-17 0,-5-4 0 16,5 4-15-16,0 0-7 0,0 0-12 15,0 0-3-15,0 0-13 0,0 0-2 0,0 0-12 0,0 0 0 16,0 0-5-16,0 0-6 0,0 0-4 16,0 0-6-16,0 0-9 0,0 0-6 0,0 0-4 15,0 0-7-15,0 0-2 0,0 0-3 0,0 0-3 0,0 0-6 16,0 0-6-16,-14 2 1 0,14-2-2 0,0 0 1 15,0 0 2-15,-9 1-4 0,9-1 2 16,0 0 3-16,0 0-1 0,0 0 1 0,-8 1-6 16,8-1 3-16,0 0-7 0,0 0 0 0,0 0-1 15,0 0-3-15,0 0 6 0,0 0 0 0,0 0-3 16,0 0 1-16,0 0-4 0,0 0 0 0,0 0 0 0,0 0 0 16,23-6-2-16,-13 4-3 0,2 0 0 0,1-2 2 15,0 3-4-15,0-2 3 0,-1 1-2 16,0-1-3-16,-1 1-3 0,1-2 1 0,2 1-4 15,-4 1-2-15,-2 0-15 0,3 1-10 0,-3 0-21 16,-8 1-20-16,11 0-29 0,-11 0-42 0,12-3-30 16,-6 2-21-16,-6 1-159 0,0 0-381 0,0 0 168 15</inkml:trace>
  <inkml:trace contextRef="#ctx0" brushRef="#br0" timeOffset="200476.27">4810 14411 70 0,'0'0'150'0,"0"0"-8"0,-4 6-15 0,0 2 6 16,4-8-11-16,-2 12-4 0,-2-2-7 0,4 1-9 16,-2 0 5-16,1 2 0 0,1 5-3 0,1-1 9 15,-2 3-4-15,1-1-11 0,0 0-7 0,0 0-8 16,1-2 2-16,-1 2-2 0,2-4-9 0,-4-2-4 15,2 4-2-15,0-5 0 0,2 3-4 0,-1-3-11 16,-2-1-2-16,-1 1-6 0,2-2-1 0,3-2 22 16,-3 1-2-16,0-9-8 0,-1 15-7 0,1-9-13 15,0-6-13-15,0 9-17 0,0-9-19 0,1 8-17 16,-1-8-21-16,0 0-17 0,0 0-33 0,3 5-35 16,-3-5-36-16,0 0-24 0,0 0-159 0,6-17-383 15,-2 6 170-15</inkml:trace>
  <inkml:trace contextRef="#ctx0" brushRef="#br0" timeOffset="200958.65">4775 14611 104 0,'0'0'136'0,"-6"-7"-16"0,6 7-6 15,-1-5-13-15,1 5-9 0,0 0-15 0,0 0 1 16,0 0-11-16,0 0 9 0,0 0-5 0,0 0-1 16,0 0-1-16,0 0-7 0,20 0-2 0,-11 0-2 15,-9 0 3-15,21 1 3 0,-2-1-4 0,-3-6-7 16,0 5-4-16,1-2-5 0,-4 2 0 0,1-2-8 15,-1 2-2-15,1-2-2 0,-2 2-3 0,-3-3-7 16,-9 4 1-16,14-4-3 0,-7 2 8 0,0-1-3 16,-7 3-2-16,0 0 2 0,15-3 0 15,-15 3-2-15,8 0-6 0,-8 0-1 0,0 0 0 16,7-2-2-16,-7 2 2 0,0 0 2 0,0 0 3 0,0 0-1 16,0 0 6-16,0 0 1 0,0 0 4 0,0 0 1 15,8 5-1-15,-8-5 0 0,0 0-1 16,0 0 6-16,-9 16-2 0,5-9 0 0,0 2-5 0,-2-1-3 15,1 2-2-15,3 2 6 0,-2-1-3 16,1 0 1-16,1-2-5 0,-2 2-1 0,4-2-1 16,-2-1-7-16,4 2 0 0,-2-10 3 0,2 13-2 15,1-7-4-15,2 2 2 0,-1-1-6 0,1-5 7 0,1 2-5 16,1 0 2-16,0-3 1 0,0 0 0 16,-7-1-3-16,20-1 0 0,-13 1-1 0,5-3 7 15,-5 1-7-15,3-3 1 0,-4 1 3 0,3-1 3 16,-1-2-2-16,-3 3 3 0,-1-2 7 0,1-3-7 15,-1 0 1-15,-2-1-2 0,0 0-1 0,-2 1 0 16,-2 0-4-16,2 9 1 0,-3-15-6 0,-1 5-6 0,-1 6-14 16,2-1-7-16,3 5-11 0,-9-10-18 15,5 6-21-15,4 4-25 0,0 0-24 0,-14-2-25 16,14 2-31-16,0 0-30 0,-11 7-161 0,8-1-396 16,3-6 175-16</inkml:trace>
  <inkml:trace contextRef="#ctx0" brushRef="#br0" timeOffset="201390.01">5243 14698 30 0,'5'-6'201'0,"-5"6"-4"16,10-7-7-16,-4 1-9 0,-1 0-6 0,-1 2-4 16,-4 4-7-16,7-11-10 0,-2 6-11 0,-1-1-9 15,-3-4-2-15,1 0-3 0,-1 4-14 0,-1-4-3 16,0-2-8-16,1 4-4 0,-1-1-7 0,0 9-3 15,-2-15 9-15,-1 7-1 0,-1-1-3 0,2 3-4 16,-3 1-22-16,5 5 24 0,-7-9-16 0,5 3-3 16,2 6-7-16,-5-7-7 0,5 7 1 0,0 0-13 15,-7-6-5-15,7 6-4 0,-2-4-8 0,2 4 2 16,0 0-11-16,0 0-7 0,0 0-3 0,0 0-9 16,0 0 2-16,0 0-4 0,0 0 1 0,0 0-3 15,0 0 2-15,16-2-2 0,-16 2 2 0,22 3 1 16,-10-4 1-16,1 1 0 0,0 0-2 0,1 1-3 15,-2-2 1-15,-1-1 2 0,1 1-5 0,-4 2 0 16,-1 1 0-16,-7-2-4 0,15 1 1 0,-8 0 4 16,-2 2 1-16,0 0 2 0,0 3-3 0,-2 0 6 15,3-2 5-15,-2 2-6 0,-3 1 16 16,-1 1-2-16,3 2-3 0,-3 0 3 0,1 0-1 0,-1 2-2 16,0-2-2-16,0 3-2 0,-1-3-5 0,0 0-17 15,1 0-26-15,-2 0-20 0,2 1-26 0,-2-2-40 16,0 1-65-16,2-2-72 0,-1 1-252 0,0-1-556 15,0 0 247-15</inkml:trace>
  <inkml:trace contextRef="#ctx0" brushRef="#br0" timeOffset="201541.8">5623 14618 156 0,'0'0'162'0,"0"0"-17"0,0 0-24 16,0 0-58-16,0 0-55 0,9 0-70 0,-9 0-38 16,0 0-106-16,0 0 47 0</inkml:trace>
  <inkml:trace contextRef="#ctx0" brushRef="#br0" timeOffset="202624.45">7122 14340 37 0,'2'-6'213'0,"-2"6"-15"16,0 0-12-16,0 0-13 0,0 0-16 0,0 0-19 16,4-4-10-16,-4 4-15 0,0 0-9 0,0 0 0 15,0 0-5-15,0 0-4 0,0 0-1 0,0 0-7 16,0 0 0-16,0 0-11 0,-13 14 3 0,13-14-1 16,-10 7-3-16,3 1-6 0,-1-3 3 0,0 1-6 15,-1 0-1-15,-1 3-7 0,-3-1-7 0,2-1-4 16,-1 1 2-16,2-2-10 0,-5 5 3 0,4-6-9 15,0 0 1-15,1 0 2 0,0 2-1 0,3-4-7 16,-3 3-1-16,2-3-2 0,1 3-3 0,0-4-2 16,2 2 0-16,5-4-5 0,-11 6 1 0,4-4-2 15,7-2-1-15,-4 5-4 0,4-5 0 0,0 0-1 16,-7 4 1-16,7-4-4 0,-7 2-2 0,7-2 1 16,0 0 3-16,0 0-6 0,0 0 7 0,0 0-1 15,0 0-11-15,0 0 2 0,0 0-1 0,0 0 3 16,0 0 0-16,0 0-4 0,0 0 4 0,12 12 2 15,-6-9 2-15,-1 0-3 0,4-2 3 0,0 5-5 16,1-2 5-16,-1-1-4 0,3-1 3 0,-1-2 1 16,0 4 1-16,3-2 6 0,-2-1-4 0,1 2-1 15,-1 0-3-15,-1-3 1 0,2 2-2 0,-3 0 4 16,4 0-6-16,-2 2 3 0,-2-4-6 0,3 3-11 16,-3 1-15-16,0-1-14 0,-2-1-23 0,0 1-24 15,-8-3-37-15,11 6-45 0,-11-6-39 0,10 8-47 16,-6-3-131-16,-4-5-420 0,5 8 186 0</inkml:trace>
  <inkml:trace contextRef="#ctx0" brushRef="#br0" timeOffset="202856.81">6950 14718 18 0,'0'0'233'0,"-10"2"-12"16,10-2-12-16,-6 2-9 0,6-2-8 15,0 0-15-15,0 0-16 0,0 0-5 0,0 0-5 16,0 0-9-16,0 0-6 0,0 0-9 0,0 0-6 0,0 0-12 16,20 6-10-16,-20-6-9 0,17-2-11 0,-7 2-9 15,-10 0-7-15,17-3-2 0,-8 3-5 0,-2 0-8 16,2 0-17-16,2-1-17 0,-11 1-27 0,18 0-29 16,-11 0-46-16,-7 0-58 0,18-1-60 15,-12 1-206-15,-6 0-446 0,12-3 197 0</inkml:trace>
  <inkml:trace contextRef="#ctx0" brushRef="#br0" timeOffset="203373.02">7570 14444 157 0,'0'0'266'0,"0"0"-12"16,0 0-19-16,0 0-19 0,0 0-21 0,0 0-17 15,0 0-9-15,0 0-23 0,0 0-12 0,0 0-10 16,0 0-11-16,0 0-14 0,0 0-8 0,0 0-8 16,0 0-7-16,0 0 1 0,-26 13-8 0,26-13-11 0,-7 9-5 15,7-9-3-15,-9 11 0 0,7-3-3 16,-3 0-3-16,2 1 2 0,3-9-11 0,-6 15 0 15,6-5-1-15,-4-1-5 0,4-9 0 0,-3 14 0 16,2-6-6-16,1-8-4 0,-1 14 3 0,3-4-5 16,-2-10-3-16,3 12-2 0,-3-12 2 0,4 10-3 15,-4-10 3-15,9 7 0 0,-9-7-3 0,14 4 6 16,-5-4-4-16,-9 0 3 0,16 0 3 0,-16 0 3 16,22-6-3-16,-9 4-3 0,-2-1-2 0,2 1 0 15,-2-4 5-15,1-1 2 0,2-3 0 0,-2 3-2 16,0-3 0-16,0 4 3 0,1-9-7 0,-2 4 7 15,-2 2 14-15,-3-3-8 0,1 2 9 0,-2-5-3 16,0 3 8-16,-4-1 0 0,2 1 9 0,-5 0-13 16,1 0 7-16,-1 2 5 0,-5-1-1 0,2 1-1 15,-2 0-5-15,-1 1-13 0,-3 2 3 0,1 0-3 16,-1 1-10-16,0 3-1 0,-2 0-13 0,-1 1-12 16,2 1-15-16,12 1-23 0,-32 3-35 0,13 3-42 15,1 0-47-15,0 4-61 0,3-4-85 0,-8 7-253 16,5-4-613-16,3 1 271 0</inkml:trace>
  <inkml:trace contextRef="#ctx0" brushRef="#br0" timeOffset="207640.83">6359 15367 65 0,'0'0'122'0,"0"0"-8"0,0 0-3 0,0 0-11 15,0 0 0-15,0 0 0 0,0 0-4 0,0 0-3 16,0 0-3-16,0 0-6 0,-6-9 6 0,6 9 0 16,0 0-4-16,0 0-9 0,0 0-1 0,0 0-3 15,-2-8-4-15,2 8 4 0,0 0 0 0,0 0-3 16,-2-7-5-16,2 7-6 0,0 0-4 0,-4-10 6 16,4 10 2-16,-3-5 0 0,3 5 1 0,0 0 2 15,-2-10 2-15,2 10-1 0,-2-6 0 0,2 6 3 16,0 0-4-16,0 0-4 0,0 0 2 0,-4-7-8 15,4 7-4-15,0 0-5 0,0 0-4 0,0 0-12 16,0 0-5-16,0 0-2 0,-3-6-5 0,3 6-4 16,0 0-7-16,0 0-1 0,0 0 0 0,0 0-3 15,0 0 4-15,0 0-4 0,2 27 2 0,-2-18-3 16,-1 4 32-16,1-2-2 0,-1 7-3 0,1-2 0 16,-3 0-2-16,3 1-2 0,-2 1 0 0,0 1 0 15,1-1 0-15,0 0-1 0,0 0-2 16,1 2 3-16,0-3-5 0,-2-1 5 0,1 0-9 15,0 0 4-15,-2-3-6 0,3-2 2 0,0-1-2 0,-2 3-1 16,2-3-3-16,0 1 4 0,-2-5-11 0,2-6 8 16,0 13-2-16,0-4-4 0,0-9-2 0,0 10 4 15,0-10-6-15,-1 9 6 0,1-9 0 0,0 9-1 16,0-9-2-16,0 0 6 0,0 0-1 16,0 8-5-16,0-8-11 0,0 0-2 0,0 0-17 15,0 0-13-15,0 0-19 0,0 0-24 0,0 0-31 16,0 0-41-16,0 0-42 0,0 0-50 0,0 0-38 15,0 0-147-15,-9-26-464 0,9 17 205 0</inkml:trace>
  <inkml:trace contextRef="#ctx0" brushRef="#br0" timeOffset="208393.39">6322 15271 16 0,'0'0'174'0,"-1"-6"-2"0,1 6-9 0,0 0-12 15,0 0-13-15,-2-11 1 0,2 11-7 0,0 0-5 16,-2-7-4-16,2 7-4 0,0 0-3 16,-2-7-9-16,2 7-12 0,0 0-6 0,-2-7-11 15,2 7-8-15,0 0 4 0,0 0-18 0,4-11 0 16,-4 11-9-16,6-10-2 0,-1 6-12 0,1-2 1 16,1 3-6-16,1-2-1 0,1 0-7 0,2 0 0 0,-1 2-6 15,-2 1-2-15,1 0 0 0,-9 2 1 0,15-1-9 16,-8 2 2-16,-7-1-5 0,16 6 1 15,-7-1-1-15,-1 0-7 0,1 4 9 0,-4-2 4 16,1 2 0-16,0 8-4 0,-1-5-3 0,0-1 6 16,-4 2-5-16,1 3 4 0,-2 1 2 0,-2-1 6 15,-1-1 8-15,-2-2-1 0,-1 4 3 0,-1-3 3 16,1-3-7-16,-4 1-2 0,1-2 3 0,-3 2-4 16,0-1-2-16,1-2 0 0,-1 0-2 0,0 0 0 0,3-4-1 15,-1 0 0-15,2-2-3 0,-1 1 1 0,3 0 2 16,-1-1 1-16,7-3 1 0,-10 3 6 15,10-3 1-15,-7 0 8 0,7 0 6 0,-9 0-4 16,9 0 2-16,0 0-3 0,0 0-4 0,0 0 0 16,-13-3-6-16,13 3 0 0,0 0-3 0,0 0-5 15,0 0 0-15,0 0-1 0,0 0-3 0,0 0 4 16,0 0-9-16,0 0-2 0,0 0 0 0,0 0 1 16,0 0-4-16,0 0 1 0,0 0-2 0,19-9-1 15,-19 9 8-15,0 0-8 0,18 6 2 0,-12-4-1 16,1 1 5-16,-1-1-4 0,6 2 2 0,-3 0 2 15,0 1-2-15,3 0-1 0,-3 0-2 0,0 0 3 16,0 2 0-16,3-3-1 0,-3 1 1 0,1-1-2 16,0 2 4-16,-1-1-4 0,-1 1 1 0,2 0 2 15,-2-1-1-15,1 1 1 0,-2 1 3 0,2-3-4 16,-2 1 2-16,-2-2-1 0,1 0 2 16,0 1-1-16,-2 0 2 0,1-1 5 0,0 1-8 15,-5-4 1-15,10 6 1 0,-3-3-9 0,-2 0-14 0,-5-3-30 16,7 6-18-16,-7-6-30 0,0 0-43 0,7 4-58 15,-7-4-45-15,4 3-146 0,-4-3-421 0,0 0 187 16</inkml:trace>
  <inkml:trace contextRef="#ctx0" brushRef="#br0" timeOffset="208656.73">6847 15430 154 0,'0'0'251'0,"0"0"-15"15,0 0-24-15,0 0-21 0,0 0-23 0,0 0-15 16,0 0-8-16,0 0-20 0,11-2-10 0,-11 2-12 16,9-2-5-16,-9 2-15 0,13 0-4 0,-5-1-6 15,-8 1-11-15,15-1-6 0,-3-1-5 0,-2 2-4 16,-1-4-6-16,0 4-8 0,0-3-20 0,-1 1-28 15,-1 1-38-15,-7 1-29 0,0 0-61 0,18-4-40 16,-18 4-153-16,8 1-363 0,-8-1 160 0</inkml:trace>
  <inkml:trace contextRef="#ctx0" brushRef="#br0" timeOffset="208890.14">6834 15531 9 0,'-5'4'199'0,"5"-4"-8"16,-9 5-13-16,9-5-15 0,-5 3-15 0,5-3-10 16,0 0 1-16,-6 5-12 0,6-5-6 0,0 0 0 15,0 0-2-15,0 0-7 0,0 0 3 0,0 0-4 0,0 0 1 16,0 0-12-16,18 7-5 0,-18-7-9 0,12-1-9 16,-1 0-7-16,0-1-14 0,-2-2 1 0,1 1-8 15,3-1-20-15,-4 2-27 0,1-1-37 16,3-1-53-16,-4-1-60 0,1 0-66 0,2 2-160 15,-2 0-404-15,-1-3 179 0</inkml:trace>
  <inkml:trace contextRef="#ctx0" brushRef="#br0" timeOffset="211373.51">3883 12963 70 0,'0'0'130'0,"0"0"-4"15,0 0-19-15,0 0-6 0,0 0-13 0,0 0 3 16,0 0-3-16,0 0-4 0,0 0-1 0,0 0 3 16,0 0-9-16,0 0-4 0,0 0-6 0,0 0-5 15,0 0-7-15,0 0-2 0,0 0 1 0,0 0 3 16,0 0-10-16,0 0-5 0,0 0-3 0,0 0-6 15,0 0-1-15,0 0-1 0,0 0-7 0,0 0-3 16,0 0 2-16,0 0-6 0,0 0 2 0,0 0-4 16,0 0-2-16,7 3-4 0,-7-3 3 0,0 0-3 15,0 0-2-15,0 0 3 0,0 0 1 0,0 0-3 16,0 0-1-16,0 0-2 0,0 0 3 0,0 0-3 16,0 0 0-16,0 0 0 0,0 0-1 0,0 0-9 15,0 0-27-15,0 0-31 0,0 0-37 0,0 0-37 16,0 0-143-16,0 0-302 0,0 0 133 0</inkml:trace>
  <inkml:trace contextRef="#ctx0" brushRef="#br0" timeOffset="212170.94">3694 13079 24 0,'0'0'21'0,"-1"11"-5"0,1-11-18 16,0 0-9-16,0 0-9 0,-1 11 4 0</inkml:trace>
  <inkml:trace contextRef="#ctx0" brushRef="#br0" timeOffset="212840.99">3754 13157 204 0,'0'0'199'0,"0"0"-9"0,0 0-7 16,0 0-10-16,0 0-7 0,0 0-2 0,0 0-10 15,-7-11-10-15,7 11-7 0,0 0-13 0,0 0-9 16,0 0-7-16,0 0-3 0,0 0-8 0,0 0 0 16,0 0-9-16,0 0-5 0,-11-1-10 0,11 1-8 15,0 0-3-15,0 0-6 0,0 0-10 0,0 0-3 16,0 0-7-16,0 0 2 0,0 0-10 0,-11 9-4 16,11-9 0-16,0 0 0 0,-5 7-8 0,5-7 1 15,-3 5-4-15,3-5-4 0,-1 9 1 16,1-9 3-16,-3 7-7 0,3-7 2 0,-1 12-2 15,1-12-3-15,-2 9 3 0,2-9-1 0,0 9-3 16,0-9 4-16,0 12-2 0,0-12-1 0,2 11 1 0,-1-6 1 16,-1-5-4-16,3 10 2 0,-2-5 0 0,-1-5-1 15,5 9 2-15,-2-5-2 0,-3-4 1 16,5 7 0-16,-5-7-1 0,5 4 3 0,-5-4 0 16,5 8-4-16,-5-8 1 0,5 2 5 0,-5-2-3 15,5 4 10-15,-5-4-7 0,0 0-1 0,9 0 0 16,-9 0 0-16,0 0 0 0,0 0 2 0,11-5-3 0,-11 5 3 15,6-6-1-15,-2 3 1 0,-4 3-3 0,5-10 2 16,-1 7-5-16,-4 3 3 0,4-12 0 16,0 8 2-16,-3-3-1 0,-1 7 5 0,2-13 3 15,-2 13-1-15,2-11 6 0,0 4-4 0,-2 7-2 16,-4-14 3-16,4 5 1 0,-1 0-2 0,-3 0-7 16,2-1-3-16,-2 0 2 0,0 4 0 0,0 1 10 0,4 5-1 15,-6-12-4-15,-1 6 1 0,7 6-1 0,-7-8-1 16,7 8 0-16,-7-7-2 0,7 7 2 0,0 0 0 15,-9-9 1-15,9 9-5 0,0 0 6 16,0 0-8-16,-6-7 1 0,6 7 0 0,0 0-6 16,0 0 8-16,-6-1-8 0,6 1-13 0,0 0-10 15,0 0-12-15,0 0-21 0,0 0-15 0,0 0-23 16,-11 8-24-16,11-8-43 0,0 0-43 0,-4 11-52 0,2-6-188 16,2-5-480-16,0 0 213 0</inkml:trace>
  <inkml:trace contextRef="#ctx0" brushRef="#br0" timeOffset="213266.95">3934 12937 80 0,'0'0'118'0,"0"0"-10"0,0 0-15 0,0 0-12 16,0 0-2-16,0 0-23 0,0 0-24 0,0 0-34 0,0 0-38 15,-6 3-62-15,6-3-109 0,0 0 50 16</inkml:trace>
  <inkml:trace contextRef="#ctx0" brushRef="#br0" timeOffset="-196768.22">7762 15075 50 0,'0'0'79'0,"0"0"-6"0,0 0 3 15,1-8 0-15,-1 8-5 0,0 0 0 0,0 0-2 16,0 0-5-16,0 0 1 0,0 0-2 0,0 0-5 15,0 0-1-15,0 0-6 0,0 0-5 0,0 0 6 16,-2-9-7-16,2 9 4 0,0 0 1 0,0 0-10 16,0 0 1-16,0 0-1 0,0 0-3 15,0 0 5-15,0 0-1 0,0 0 3 0,0 0-13 0,-1-10 14 16,1 10-8-16,0 0-4 0,0 0-3 0,0 0-4 16,0 0 0-16,0 0-7 0,0 0-1 0,0 0 1 15,0 0-7-15,0 0-4 0,0 0 0 16,0 0-2-16,0 0 0 0,0 0 5 0,0 0-3 15,0 0-1-15,0 0 4 0,-16 18-1 0,14-12 9 16,-2-1 2-16,0 3 1 0,-1 0 0 0,-2 1 0 16,1-2 0-16,-1 3-1 0,0 0 1 0,-1-2-1 0,-1 5 7 15,1-2 0-15,1-1-3 0,-2 1 11 0,0-2-3 16,2 2-9-16,-1-4 3 0,1 2-2 0,0-1-3 16,-2 0-1-16,1 1-3 0,4 0-3 0,-1-5 15 15,1 1-2-15,4-5-9 0,-8 8 5 16,2-5-2-16,1 1-3 0,5-4 6 0,-5 7-4 15,1-3-7-15,4-4 0 0,0 0-3 0,-6 6 1 0,6-6 1 16,0 0-1-16,-4 5-2 0,4-5 0 0,0 0 6 16,-6 2 5-16,6-2-2 0,0 0 0 0,0 0 0 15,0 0 2-15,0 0-3 0,0 0 3 0,0 0-1 16,0 0 5-16,0 0-2 0,0 0-2 16,0 0 1-16,0 0-3 0,-7 2-6 0,7-2-1 0,0 0 3 15,0 0-5-15,0 0 1 0,0 0-1 0,0 0-1 16,0 0-4-16,0 0 0 0,0 0-2 0,0 0-2 15,0 0 1-15,0 0-1 0,0 0 0 16,16-16-1-16,-10 13 0 0,-6 3 0 0,14-4-2 16,-5 1 2-16,2 0 0 0,-2 1-1 0,3 1-2 15,2-2 1-15,-2 3 0 0,0-1-4 0,1 0 3 0,0-1-1 16,0 1 0-16,0-2 3 0,0 3-7 0,-1 2 3 16,1-2-1-16,-2-2 1 0,0 2 1 0,1 0 0 15,-3 2 0-15,0-2-2 0,3 1 3 0,-12-1-4 16,14 0-1-16,-7 1 1 0,-7-1 2 15,16-1-1-15,-11 0-3 0,-5 1 4 0,10 1-1 16,-10-1-3-16,9 0 5 0,-9 0-3 0,8 1 3 0,-8-1 1 16,0 0 1-16,0 0 0 0,9 0 2 0,-9 0 1 15,0 0 0-15,0 0-1 0,0 0 2 16,0 0 2-16,0 0-4 0,5-6-5 0,-5 6 5 0,0 0-3 16,0 0 2-16,-3-10 3 0,3 10-2 15,-5-10-1-15,5 10 10 0,-5-10 17 0,2 5 3 16,1-2-7-16,-2-1-1 0,-2 1-3 0,2 0 1 0,0-2-7 15,-1 1 1-15,0 1 4 0,1 0-7 0,-1 1-3 16,-2-2 0-16,0 0-1 0,0 2 3 16,2-2-4-16,0 3 1 0,-1-1-3 0,6 6 3 15,-7-8-5-15,3 3 2 0,4 5 3 0,-3-7-1 16,3 7-18-16,-4-7-21 0,4 7-22 0,-5-3-35 16,5 3-34-16,0 0-47 0,0 0-57 0,-7-6-165 0,7 6-428 15,0 0 190-15</inkml:trace>
  <inkml:trace contextRef="#ctx0" brushRef="#br0" timeOffset="-196273.4">8037 15026 24 0,'0'0'199'0,"0"0"-21"0,0 0-23 0,0 0-17 16,0 0-10-16,0 0-16 0,0 0-9 0,0 0-14 15,0 0-8-15,11 14-8 0,-7-6-9 0,1 0-3 16,0 0-5-16,-1 1-11 0,0 1 0 0,3-3-3 16,-2 5-5-16,2-3 5 0,-2-2-11 0,2 2-3 15,-2-2-2-15,0-1-8 0,0-1 0 0,0 0 0 16,0 2-2-16,-1-3-2 0,0 1 1 15,-4-5 5-15,8 6-1 0,-2-3 0 0,-6-3 6 16,4 4 12-16,-4-4 5 0,0 0 9 0,9 3 5 0,-9-3 9 16,5 1 5-16,-5-1 0 0,0 0-4 0,0 0 0 15,0 0-2-15,0 0-1 0,8-11-3 0,-8 11-4 16,2-10-4-16,1 4 8 0,-2-2-7 0,0-3-2 16,0 1-5-16,1-2-4 0,0 0-5 0,1-2 3 15,0 4-12-15,-1-7 8 0,1 5 0 0,-2-2 3 16,2 1-4-16,-1 2 1 0,1-2-2 0,0 3-8 15,-1 0-2-15,0 0 0 0,-2 1-5 0,1 3 4 16,-1 6-2-16,4-10-10 0,-1 6-3 0,-3 4-9 16,0 0 1-16,2-10-15 0,-2 10-15 0,0 0-9 15,0 0-14-15,2-8 2 0,-2 8-17 0,0 0-22 16,0 0-40-16,0 0-41 0,0 0-36 0,2 22-38 16,-4-11-153-16,2-3-431 0,-2 2 190 0</inkml:trace>
  <inkml:trace contextRef="#ctx0" brushRef="#br0" timeOffset="-195890.93">7610 15636 28 0,'0'0'155'0,"0"0"-11"0,0 0 10 0,0 0-8 0,0 0-1 15,0 0-11-15,32 3 1 0,-4-7-3 16,0 0-7-16,3-2-6 0,2-1-12 0,0 2-5 16,2 1-5-16,1-2-7 0,-2 0-6 0,1 1-6 15,-5-2-6-15,1 1-7 0,0 0-5 0,-3 0 0 16,-8 2-3-16,3 1-4 0,-2-4-1 0,-2 3-7 0,0 0-1 15,-6 2-4-15,1-1-7 0,-3 3-1 16,2-3-2-16,-3 1-4 0,-2 2-4 0,-2-2 0 16,-6 2-6-16,12-2 0 0,-12 2-5 0,10-2 1 15,-10 2-2-15,0 0 0 0,8-2-14 0,-8 2-12 16,0 0-24-16,0 0-34 0,0 0-35 0,0 0-58 16,0 0-52-16,0 0-137 0,-16 20-386 0,5-13 172 15</inkml:trace>
  <inkml:trace contextRef="#ctx0" brushRef="#br0" timeOffset="-195312.41">7762 15836 46 0,'0'0'204'0,"0"0"-12"0,-1 7-15 0,1-7-8 15,-3 9-11-15,1-3-9 0,2-6-6 0,-4 13 1 16,1-7-11-16,1 1-7 0,-3 2-10 0,0 3-9 16,-1-4 0-16,1 0-1 0,0 0-12 0,-2 1-1 15,3-3 2-15,1 1-11 0,-1-1-5 0,0 3-3 16,-1-4 0-16,0 0-7 0,1 0-2 0,-1 0-10 16,5-5 2-16,-5 6-4 0,5-6-2 15,-5 5 0-15,5-5-2 0,-4 6 7 0,4-6 2 0,-4 5-2 16,4-5-6-16,0 0-4 0,0 0-4 0,0 0 1 15,0 0-6-15,0 0-5 0,-6 1-5 0,6-1-4 16,0 0-4-16,0 0-5 0,0 0 0 16,0 0-8-16,0 0 0 0,0 0-5 0,0 0 1 15,0 0-4-15,15 9 2 0,-7-7 3 0,1 0-5 16,2-2-6-16,0 4 4 0,3-6-5 0,-1 5 3 16,2-2-3-16,-1 0-12 0,4 0 5 0,-1-1 0 0,0 1 2 15,1-1 1-15,1-1-5 0,-1-1 3 0,-4 1 0 16,4-2-1-16,-5 1 2 0,5 0 5 15,-7 0-9-15,2-1 6 0,-1-1 2 0,-3 1-1 16,1-1 4-16,-4 2-2 0,-1-2-3 0,-5 4 10 16,11-8 8-16,-9 5 1 0,-2 3 6 0,4-10 4 15,-4 10-14-15,-2-10 12 0,2 10-1 0,-10-11 4 16,4 3-3-16,-2 1 1 0,-2 0-3 0,1 0 7 16,-2 1 3-16,1 0 0 0,-2-1-5 0,-1 2-15 15,2-1 15-15,-1 0-5 0,0 0 5 0,0 1-2 16,2 1-8-16,-3-1 3 0,3 3-8 0,1-2 3 15,-3-1-1-15,6 4-2 0,-1-2-16 0,7 3-17 16,-11-2-20-16,11 2-25 0,-9-2-29 0,9 2-38 16,0 0-54-16,0 0-61 0,0 0-31 0,0 0-168 15,0 0-490-15,0 0 217 0</inkml:trace>
  <inkml:trace contextRef="#ctx0" brushRef="#br0" timeOffset="-194889.75">8119 16003 17 0,'0'0'190'0,"9"2"-1"0,-9-2-1 15,0 0-4-15,0 0-5 0,14 0-6 0,-14 0-7 16,11-6-9-16,-3 1-6 0,1 0-2 0,0-3-16 15,-3 0-6-15,2 0-10 0,0 0-11 0,-1-1-7 16,2-5 5-16,-1 1-17 0,-3 3-6 0,4-6-7 16,-3 2-5-16,-2 4 5 0,1-1-3 0,-2 2-3 0,-1-1 8 15,3 3-1-15,-5 7 0 0,3-13 6 16,-3 13-6-16,1-9 5 0,-1 9-6 0,0 0-2 16,0 0 2-16,0-12-21 0,0 12-1 0,0 0 1 15,0 0-11-15,0 0-6 0,0 0-3 0,0 0 5 16,0 0-15-16,0 0 4 0,-20 18-3 0,20-18-4 15,-7 14-5-15,5-5 0 0,-3-2-4 0,5-7-1 16,-3 17-3-16,2-10 7 0,1-7-11 0,1 14 8 16,-1-14-6-16,1 12 6 0,-1-12-2 0,4 10-7 15,-4-10-14-15,10 8-23 0,-6-3-21 0,-4-5-29 16,12 4-30-16,-12-4-35 0,0 0-41 0,25 0-53 16,-14-3-44-16,-1-1-208 0,-10 4-537 0,18-10 238 15</inkml:trace>
  <inkml:trace contextRef="#ctx0" brushRef="#br0" timeOffset="-194729.1">8284 15593 139 0,'0'0'207'15,"0"0"-28"-15,-11-3-16 0,11 3-15 0,0 0-16 0,0 0-11 16,0 0-38-16,0 0-48 0,0 0-66 15,0 0-65-15,0 0-84 0,0 0-195 0,0 0 86 16</inkml:trace>
  <inkml:trace contextRef="#ctx0" brushRef="#br0" timeOffset="-194472.57">8811 15418 168 0,'0'0'219'0,"0"0"-2"0,0 0-16 0,14-3-19 0,-6 1-15 16,2 1-18-16,2-2-12 0,-1 1-16 0,2-1-10 15,5-3-12-15,-1 3-7 0,0 0-15 0,1-2-32 16,-4 3-44-16,-1 0-52 0,0-1-58 15,-1 0-67-15,-12 3-99 0,0 0-299 0,17 0 133 16</inkml:trace>
  <inkml:trace contextRef="#ctx0" brushRef="#br0" timeOffset="-194290.6">8832 15521 61 0,'0'0'223'0,"-5"5"2"0,5-5-12 15,0 0-2-15,0 0-8 0,0 0-16 0,18 5-16 16,-7-7-15-16,1 2-15 0,4-3-14 0,2-2-13 16,1 4-12-16,1-3-28 0,-1-1-28 0,0-1-37 15,-6 3-59-15,-1 0-57 0,2-1-66 0,-2 2-150 16,1-3-349-16,-13 5 155 0</inkml:trace>
  <inkml:trace contextRef="#ctx0" brushRef="#br0" timeOffset="-190156.28">9722 14905 163 0,'0'0'188'0,"0"0"-11"16,0 0-8-16,-3-7-8 0,3 7-14 0,0 0-8 15,0 0-6-15,0 0-9 0,-8-4-8 0,8 4-5 16,0 0-7-16,0 0-2 0,0 0-2 0,0 0-9 15,-15 4-8-15,10 1-9 0,-3 0-1 16,2 0-7-16,-1 2 23 0,1 2-10 0,-1-2-5 0,1 2-11 16,0 0-5-16,-1-1 0 0,2 0 1 0,1 2-9 15,-2-1-4-15,2 0-1 0,0 1-8 0,2-1-4 16,0-3-10-16,0 5 6 0,-1-1-5 16,2-4-2-16,1-6-3 0,1 13 2 0,2-7-7 0,-1 0 5 15,1 1-4-15,-3-7 1 0,8 8-1 16,-2-3 0-16,0-1 0 0,2-1-3 0,-1-2-1 15,4 0 1-15,-1 0-3 0,2-1 0 0,0-1 1 0,1-2-1 16,0 0 4-16,-2-1-7 0,4-1 8 16,-3 0-4-16,-1 0-3 0,0-1 2 0,-1-1-12 15,-1-1 17-15,3-2-8 0,-5 2-1 0,1 0 4 16,4-5-5-16,-5 5 3 0,-2-2 2 0,-1-2 2 16,0 0-4-16,-3 1 1 0,1-1 0 0,-4-1 3 0,5 3 1 15,-4-1 5-15,-2 0-2 0,-1 0-5 16,2 2 4-16,-2-1 5 0,0 1-10 0,-2 3 1 15,2 0-2-15,-1-1-4 0,1 3-1 0,-3 1-1 16,7 3-2-16,-11-7 0 0,5 6-2 0,6 1 0 16,-11-2 0-16,11 2-5 0,-14 2-12 0,14-2-8 15,-11 5-7-15,6-1-8 0,-3 2-18 0,0 2-31 16,2 2-42-16,1-2-65 0,1 1-54 0,0 1-205 0,1-1-495 16,3-2 219-16</inkml:trace>
  <inkml:trace contextRef="#ctx0" brushRef="#br0" timeOffset="-189939.03">10043 14902 162 0,'0'0'264'0,"0"0"-16"15,9 1-21-15,-9-1-21 0,0 0-19 0,0 0-19 16,0 0-19-16,0 0-18 0,0 0-12 0,0 0-12 15,9 0-13-15,-9 0-5 0,0 0-11 0,0 0-7 16,0 0-9-16,-1 12-11 0,1-12-35 0,2 5-38 16,-2-5-45-16,0 0-54 0,3 7-43 0,-3-7-179 15,0 0-371-15,0 0 164 0</inkml:trace>
  <inkml:trace contextRef="#ctx0" brushRef="#br0" timeOffset="-189573.75">10263 14804 37 0,'0'0'225'0,"0"0"-13"0,0 0-14 0,0 0-20 15,0 0-17-15,0 0-17 0,0 0-11 0,0 0-15 16,0 0-9-16,0 0-12 0,0 0-3 0,0 0-16 16,0 0-10-16,-11 16-3 0,11-16-7 0,0 9-8 15,0-9-5-15,2 12-4 0,-1-5-4 0,3 2 2 16,0 0-5-16,1-2-6 0,3 2 1 0,-3-1-4 15,0 0-3-15,2-1 1 0,-1 0-3 16,4-1-4-16,-2 3-1 0,0-2 0 0,0-3-5 0,-3 1 12 16,3 0-6-16,-3 0-8 0,1 0 0 0,2 0-1 15,-3-2-3-15,1 3 1 0,-3-3 1 0,1 2 14 16,3-1 8-16,-5 1 8 0,-2-5 10 16,5 6 4-16,-5-6 2 0,0 0 4 0,-2 10-5 0,2-10-5 15,-10 8-4-15,4-5-4 0,-3 0-2 16,-2 1-6-16,1 2-6 0,-1-4-15 0,-1 1-10 0,0-1-24 15,1 0-14-15,-3 0-46 0,1-2-42 0,-1 0-57 16,2-3-54-16,1 1-157 0,-1-1-427 16,5-2 190-16</inkml:trace>
  <inkml:trace contextRef="#ctx0" brushRef="#br0" timeOffset="-189405.89">10262 14786 163 0,'5'-3'226'0,"-5"3"-7"0,13-8-19 0,-3 5-15 16,-1-3-11-16,5 2-18 0,-4-1-14 0,4 0-19 16,3 2-7-16,-3-1-18 0,-3 2-6 0,2-2-7 15,0 0-11-15,-1 2-7 0,5-3-9 0,-5 2-30 16,3 0-43-16,-5 1-54 0,1-1-62 0,0 0-55 16,-6 1-116-16,-5 2-325 0,0 0 145 0</inkml:trace>
  <inkml:trace contextRef="#ctx0" brushRef="#br0" timeOffset="-188527.91">3166 13082 83 0,'0'0'102'0,"0"0"-8"0,0 0-4 15,0 0-18-15,0 0-5 0,0 0-4 0,0 0-7 16,0 0-6-16,0 0-28 0,0 0-26 0,0 0-32 16,0 0-75-16,0 0-118 0,0 0 52 0</inkml:trace>
  <inkml:trace contextRef="#ctx0" brushRef="#br0" timeOffset="-187305.9">9756 15354 84 0,'0'0'148'0,"0"0"-8"0,-8-4-3 15,8 4-4-15,0 0 2 0,0 0-3 0,0 0-7 0,0 0 3 16,0 0-2-16,-14 6-9 0,14-6-5 0,0 0-6 16,0 0-3-16,0 0-11 0,0 0-11 0,0 0-2 15,0 0-10-15,-9-3-8 0,9 3-2 0,0 0-9 16,0 0-4-16,0 0-6 0,0 0-4 16,0 0-2-16,0 0-3 0,0 0-3 0,0 0 0 0,36 1-3 15,-16 3-2-15,7-1 0 0,4-2 5 16,5-2-3-16,14-3-1 0,1 3-4 0,1-1-2 0,2-2-4 15,2 1 5-15,0 3-6 0,4-3 7 16,-2-4 2-16,2 7 0 0,-5-7-2 0,-2 5-2 16,-13 0-2-16,-2 1 3 0,1-3-1 0,-6 3 2 15,3-1 8-15,-7-1 2 0,-1 3-1 0,-6-3 2 0,-2 3 2 16,-2-3 1-16,-5 2 2 0,0 0-2 16,-3 1 1-16,-10 0-4 0,18 0-7 0,-18 0 4 15,13-2-2-15,-13 2-4 0,0 0-4 0,15-3-1 16,-15 3-4-16,0 0 1 0,0 0-1 0,0 0 2 15,12 0-6-15,-12 0 0 0,0 0-10 0,0 0-1 16,0 0-16-16,0 0-21 0,0 0-23 0,0 0-33 16,0 0-55-16,-34 7-63 0,21-3-50 0,-6 3-163 15,-2-1-461-15,-6-2 205 0</inkml:trace>
  <inkml:trace contextRef="#ctx0" brushRef="#br0" timeOffset="-186806.66">10236 15641 129 0,'0'0'267'0,"0"0"-10"16,0 0-18-16,0 0-11 0,0 0-20 0,0 0-15 15,-15-4-14-15,15 4-13 0,0 0-14 0,0 0-11 16,-17 6-4-16,12-2-15 0,0 0-12 0,1 1-8 16,0 1-7-16,-1 2-7 0,-1-1-1 0,2 2-5 15,-1 0-4-15,0 1-8 0,4 0-8 0,-2 1-4 16,2-5-3-16,-2 5-7 0,3-2-4 0,0-1-4 15,3-1-5-15,-1 2-2 0,1-2-2 0,2 2 3 16,0-3-6-16,5 0-3 0,-2-1 0 0,1 1-2 16,4-3 0-16,-3 0 13 0,3-2 12 0,2-1 5 15,-3-1 7-15,7-3 10 0,-8 2-5 0,6-4-6 16,-4 1 10-16,3 0 3 0,-4-1 14 0,3-4 0 16,-9 2 7-16,1-1-7 0,-1 0-2 0,-2-3-6 15,0 1-4-15,-5-2-8 0,2 0-10 0,-1 2-2 16,-4-6-12-16,-1 1 0 0,-1 3-6 0,-1-1-4 15,-3 2-7-15,0 0-1 0,1 4-10 0,-1-1-6 16,-1 1-17-16,2 2-14 0,-3 1-22 0,-4 0-42 16,2 2-45-16,1 1-51 0,-6 2-37 0,-3 2-62 15,5-1-80-15,-5 2-284 0,1-1-698 0,-1 0 309 16</inkml:trace>
  <inkml:trace contextRef="#ctx0" brushRef="#br0" timeOffset="-185768.23">3844 12908 127 0,'0'0'133'0,"0"0"-5"15,0 0-10-15,0 0-7 0,0 0-15 0,0 0-2 0,0 0-12 16,0 0-3-16,0 0-10 0,0 0-4 16,0 0-11-16,0 0-11 0,0 0 11 0,0 0-19 15,0 0 0-15,0 0-9 0,0 0 2 0,0 0-1 16,0 0-12-16,0 0-20 0,-18 9-20 0,18-9-27 16,-5 2-24-16,5-2-20 0,-8 4-17 0,3 0-63 15,5-4-189-15,-13 3 83 0</inkml:trace>
  <inkml:trace contextRef="#ctx0" brushRef="#br0" timeOffset="-182890.62">11445 15093 195 0,'0'0'193'15,"0"0"-12"-15,0 0-16 0,0 0-15 0,1-7-10 16,-1 7-8-16,0 0-7 0,0 0-7 0,0 0-11 16,0 0-6-16,0 0-2 0,0 0-5 0,0 0-8 0,0 0 1 15,0 0-9-15,0 0-4 0,0 0-2 0,0 0 0 16,0 0-3-16,0 0 0 0,0 0-4 0,0 0-3 15,0 0-8-15,0 0 1 0,0 0-7 16,0 0 0-16,12-1-1 0,-12 1-3 0,13-1-3 16,-6 1-3-16,4-1 5 0,0-2-4 0,3 3-12 15,-1-3-3-15,3 2-9 0,-3 0-10 0,5-1-18 0,-5 2-15 16,0-1-36-16,-3 1-39 0,-10 0-51 0,19-5-43 16,-12 4-48-16,-7 1-132 0,0 0-407 15,0 0 180-15</inkml:trace>
  <inkml:trace contextRef="#ctx0" brushRef="#br0" timeOffset="-182690.03">11440 15148 7 0,'0'0'216'0,"0"0"-5"0,-6 2-10 15,6-2-15-15,0 0-10 0,0 0-11 0,0 0-9 16,0 0-9-16,0 0-10 0,0 0-8 0,19 7-15 15,-13-6-7-15,5-1-11 0,1-1-8 0,3 1-3 16,6-1-17-16,-4-1-11 0,-1 0-26 0,-2 0-32 16,-2 2-47-16,1-2-57 0,3-1-55 0,-3 1-185 15,-5 0-372-15,-8 2 166 0</inkml:trace>
  <inkml:trace contextRef="#ctx0" brushRef="#br0" timeOffset="-181756.58">12358 14918 165 0,'0'0'211'0,"0"0"-20"16,0 0-21-16,0 0-15 0,0 0-12 0,0 0 6 16,0 0-7-16,0 0-7 0,0 0-2 15,-9 27-9-15,3-15-8 0,-1 1-8 0,-2 2-1 16,2-5-9-16,-4 3-1 0,1 2-2 0,2-1-10 0,-3 3-4 16,-1-5-6-16,1-1-8 0,-2 1 1 0,2 2 4 15,-2-5-10-15,1-2 2 0,-2 1-7 0,3-1 2 16,-2 0-8-16,3-1-2 0,-3-1 0 15,2 0-5-15,0-3-3 0,-1 1-5 0,1-2-1 16,1 1-4-16,0-1-2 0,3-1 0 0,7 0 0 16,-13 0 4-16,13 0-7 0,-12-5-11 0,4 3 17 0,8 2 0 15,-9-7-4-15,4 3 0 0,5 4 0 16,-5-10-7-16,1 4-4 0,2 0 1 0,0-4-4 0,1 2-5 16,1 8 3-16,1-20-4 0,1 11 0 0,0 2-4 15,2-1-1-15,-2 2 4 0,1-1-4 16,2 1 1-16,-1-3 3 0,0 5-10 0,1-2-1 15,0 1 1-15,-1 0-2 0,-4 5 3 0,13-5-2 0,-6 2 2 16,-3 0-5-16,-4 3 6 0,17-2 3 16,-8 3-8-16,1 0-3 0,0-1 3 0,-1 3 0 0,3 0 1 15,-2-1-2-15,-1 1 3 0,0 2-2 16,2 0 2-16,-2 1 2 0,2-2-1 0,-1 1-4 16,-1 1 3-16,0-2 4 0,2 1 2 0,-2 1-4 15,0-2 4-15,-1 3-5 0,0-1 1 0,2-1-1 16,-1-1 2-16,1 1 2 0,-3-1 2 0,3 1-3 15,2 0 0-15,-3-3 0 0,-4 4 0 0,3-5 0 16,1 2 1-16,1 1 1 0,-4-1-1 0,2-1 4 16,3 0-1-16,-3-1 2 0,-1 2-3 0,4-5 2 15,-2 4 1-15,2-2-5 0,-4 0 1 0,4 3 1 16,0-6 3-16,1 0 2 0,-1 2-1 0,-5-1 8 16,3 0 5-16,-1-1 5 0,2-1 1 0,1 0-8 15,-1-3 7-15,-3 4 0 0,3-4-5 0,-5 2-1 16,3-2 2-16,0-2 4 0,-2 2 5 0,-1-3 9 15,1 4 1-15,-2-3-4 0,0 0 1 0,-4 9-5 16,4-17 8-16,-4 10 2 0,0-3-1 0,0 1-1 0,0 9 0 16,-8-16-3-16,5 8 10 0,-4 1-14 15,1 0-5-15,-1 1-13 0,-7 1 4 0,3 1-5 16,-8 1 0-16,5 3-23 0,-5 0-16 0,-1 1-60 16,-9 2-47-16,-2 4-66 0,-5 2-99 0,-3-5-351 15,-10 7-701-15,-7-4 310 0</inkml:trace>
  <inkml:trace contextRef="#ctx0" brushRef="#br0" timeOffset="-179012.75">5124 16473 11 0,'0'0'135'0,"0"0"-8"0,0 0-7 0,0 0-4 16,0 0 0-16,0 0-10 0,7-3 3 0,-7 3-4 15,0 0-4-15,0 0-12 0,0 0 2 0,0 0-13 16,0 0 0-16,0 0-11 0,0 0 3 0,0 0-13 15,0 0 5-15,0 0-8 0,0 0 5 0,0 0-1 16,0 0-6-16,0 0 2 0,0 0-7 0,0 0-2 16,-29 0 1-16,29 0 2 0,-8-1-5 0,8 1 0 15,0 0-2-15,-14 1-2 0,14-1-3 0,0 0-7 16,-12 0 0-16,12 0-3 0,0 0 2 0,0 0 2 16,-9 1-2-16,9-1-1 0,0 0-1 0,0 0-1 15,0 0 0-15,0 0-7 0,0 0-2 0,0 0 1 16,0 0-2-16,0 0 2 0,0 0-2 0,32-9-1 15,-19 7 1-15,4-3-2 0,0 2-1 0,0-1 2 16,2-1-2-16,-1 3-2 0,-5-1-1 16,0 0-3-16,1 1 3 0,-3-2-2 0,2 2-2 15,-2 1 2-15,0 1-7 0,-4-1 0 0,1-2-9 16,-8 3-6-16,12 0-11 0,-12 0-10 0,6-1-22 16,-6 1-24-16,0 0-22 0,0 0-25 0,0 0-20 0,0 0-26 15,5 6-163-15,-5-6-365 0,0 0 161 0</inkml:trace>
  <inkml:trace contextRef="#ctx0" brushRef="#br0" timeOffset="-178686.62">4972 16471 127 0,'-11'-2'174'0,"11"2"-20"16,0 0-17-16,0 0-16 0,0 0-8 0,0 0-16 15,0 0-6-15,0 0 1 0,-2 17-6 0,2-17 11 16,0 16-11-16,0-16-3 0,4 20-4 0,-1-7 20 16,-1 0-6-16,2 1-4 0,-4 1-5 0,-1-2 0 15,7 3-3-15,-4-3-5 0,0-2 5 0,-1 6-8 16,2-5 4-16,-3 2 1 0,0-3-8 0,0 0-2 16,0 0-2-16,0-2 0 0,0 2-12 0,0-11 0 15,1 17-7-15,-1-17-4 0,0 14-4 0,0-9 5 16,0-5-9-16,2 14-8 0,-2-14-2 15,0 12-18-15,0-12-16 0,0 0-14 0,0 0-13 16,-2 14-16-16,2-14-11 0,0 0-30 0,0 0-27 16,2 10-20-16,-2-10-18 0,0 0-30 0,0 0-14 15,0 0-134-15,0 0-363 0,0 0 160 0</inkml:trace>
  <inkml:trace contextRef="#ctx0" brushRef="#br0" timeOffset="-178223.48">5003 16681 27 0,'0'0'72'15,"0"0"-3"-15,0 0 2 0,0 0-1 0,0 0 0 16,0 0-9-16,0 0 2 0,0 0 8 0,0 0 5 16,10-6-8-16,-10 6 18 0,17 0-9 0,-2-2 1 15,2 2-6-15,3-3 8 0,2 0-12 0,-2 0-2 16,9 1-4-16,-8-1-5 0,1 2-8 0,-2-3-2 16,-1 4-5-16,-6-5-4 0,1 4 0 15,-2 0-7-15,-1 1-3 0,-3-2-4 0,-8 2 4 16,12 0-3-16,-6-1-5 0,-6 1-1 0,10-1-2 15,-10 1 3-15,0 0 1 0,0 0 4 0,10 1 5 0,-10-1 10 16,0 0 1-16,6 3 8 0,-6-3-7 0,0 0 6 16,0 0-3-16,-12 15 2 0,8-10 5 0,0 1-7 15,-2 4 1-15,2-5 24 0,-1 1-4 0,5-6-6 16,-8 17-3-16,7-9-6 0,1-8-2 16,-4 12-7-16,4-12-6 0,-1 10-4 0,1-10-1 0,1 13-2 15,-1-13-6-15,7 8 3 0,-7-8-4 16,11 7-2-16,-2-5 1 0,1 0-1 0,2 1-1 15,-12-3-4-15,25-3 2 0,-11 2-3 0,-1-2 1 16,5-1 0-16,-5-1-1 0,3-1-2 0,-4 0 9 16,0-1-2-16,-1 1 0 0,-1-4-2 0,0 4 0 15,-1-4 0-15,-2 1-4 0,-2-2-1 0,0 3 2 16,-2-4-3-16,-1 2-2 0,-2-1 3 0,0 11-4 16,-1-17-12-16,-2 8 8 0,3 9 0 0,-5-13-3 15,1 7-11-15,4 6-11 0,-11-9-20 0,3 5-16 16,8 4-16-16,-14-1-30 0,14 1-30 0,-20 5-15 15,11-1-54-15,1 2-22 0,-1-1-157 0,3 6-411 16,1-2 183-16</inkml:trace>
  <inkml:trace contextRef="#ctx0" brushRef="#br0" timeOffset="-177822.91">5533 16738 150 0,'0'0'165'0,"10"-5"-11"15,-3 1-1-15,1-1-3 0,-8 5-3 0,14-9-8 16,-8 1-13-16,3 1-2 0,0 0-10 0,-1-2-8 16,-1 0-4-16,-2-2-3 0,3 3 5 0,-3-3-6 15,0 1 1-15,-1 1 0 0,-1 1-3 0,-3 8 1 16,2-15-5-16,-2 15-6 0,-1-13-6 0,1 13 3 16,0 0-9-16,-5-13-6 0,5 13-6 0,-5-7-2 15,5 7-6-15,-9-4-8 0,9 4-2 0,0 0-7 16,0 0-2-16,-13-3-7 0,13 3-5 0,0 0-4 15,0 0 0-15,0 0-2 0,0 0-3 0,0 0-3 16,0 0-3-16,0 0-2 0,0 0 0 0,0 0-1 16,0 0 0-16,0 0-12 0,0 0 9 0,0 0 4 15,27 17-1-15,-27-17-1 0,13 6 1 16,-13-6-5-16,10 4 2 0,-10-4 0 0,10 5-1 16,-5-1 1-16,-5-4-3 0,10 7-7 0,-5-4 10 0,-5-3 1 15,8 10-3-15,-4-4 3 0,-4-6 0 16,8 12-3-16,-6-6 0 0,-2-6-6 0,9 15-2 15,-8-9-12-15,2 3 7 0,0-1-8 0,-2 1-13 16,-1-9-26-16,4 18-37 0,-2-7-62 0,0-4-75 16,-2-7-212-16,0 0-484 0,2 18 215 0</inkml:trace>
  <inkml:trace contextRef="#ctx0" brushRef="#br0" timeOffset="-177243.98">6391 16521 2232 0,'-10'-8'86'15,"7"3"-42"-15,3 5-27 0,-6-9-7 0,6 9 5 16,-4-6 25-16,4 6 4 0,-4-7 5 0,4 7-2 16,-5-6-2-16,5 6-3 0,0 0-10 0,0 0-5 15,0 0-8-15,0 0-4 0,0 0 2 0,0 0-8 16,0 0 2-16,0 0-5 0,15 15 15 0,-10-7-1 16,2 0 9-16,2 1 1 0,-2 2-2 0,1-2-4 15,2 5 8-15,-1-3-5 0,0 1 2 0,1 1 9 16,0 1-6-16,-2 0-3 0,0-4-1 0,-2 0-2 15,3 0-3-15,-1 4 2 0,-2-5 1 0,1 1-8 16,-1-2 3-16,0 0-4 0,-2-3 0 0,1 0-6 16,-5-5 2-16,8 9-14 0,-8-9 18 0,6 6-4 15,-6-6 1-15,4 8-2 0,-4-8 1 16,0 0 16-16,0 0 14 0,0 0 13 0,8 5 14 16,-8-5-1-16,0 0-4 0,0 0-7 0,0 0-2 0,9-16-5 15,-4 9 3-15,-2-3-7 0,2 0-7 0,-2-2-4 16,0-1 11-16,3-3-20 0,0 2 16 0,-1-4-9 15,0 0 1-15,0 1-3 0,1 0 1 0,-3 1-5 16,1 4 0-16,0 2 7 0,-1-1-4 16,1 1-4-16,-1 0-2 0,-3 10-5 0,2-12 5 15,-2 12-12-15,5-10 6 0,-5 10-12 0,4-9 1 16,-4 9 1-16,0 0-6 0,0 0-5 0,3-9-20 16,-3 9-15-16,0 0-27 0,0 0-26 0,0 0-29 15,0 0-19-15,0 0-23 0,0 0-39 0,0 0-59 16,0 0-68-16,0 0-211 0,0 0-581 0,0 0 257 15</inkml:trace>
  <inkml:trace contextRef="#ctx0" brushRef="#br0" timeOffset="-176673.18">7067 16397 36 0,'-6'-5'258'0,"6"5"-9"0,-7-2-12 0,7 2-15 15,0 0-12-15,0 0-14 0,-9-1-19 0,9 1-14 16,0 0-18-16,0 0-14 0,0 0-17 0,0 0-11 16,0 0-11-16,-13 1-24 0,13-1 11 0,0 0-10 15,0 0-5-15,0 0-6 0,0 0-3 0,21 15-7 16,-12-11-2-16,1 2-4 0,1 0-2 0,0-3 0 16,1 2-5-16,0 0-3 0,-2-1-3 0,3 1-3 15,-1 0-2-15,0-1-1 0,-2-1 1 0,1 1-9 16,-2-1 0-16,0 1-2 0,-3-3 2 0,0 3-4 15,1-1 2-15,-7-3-4 0,11 5-1 0,-6-3-3 16,-5-2-1-16,7 5-1 0,-7-5 2 0,6 7-1 16,-6-7-2-16,6 3-2 0,-6-3 2 15,4 5-1-15,-4-5 6 0,4 4 6 0,-4-4 9 16,0 0 6-16,0 11 3 0,0-11 7 0,-4 11 0 16,2-4-1-16,-3 0 3 0,-3 1 3 0,0-1-15 15,-1 2 15-15,-1-1-3 0,-1 4 3 0,-2-2-7 16,-1 3 2-16,0 0-9 0,-4-1 3 0,3 0-1 15,-1 0-13-15,0-2-5 0,0 4-21 0,3-2 11 16,0-3-20-16,2 0-18 0,3-1-22 0,-2 2-25 16,4-4-15-16,-2 0-35 0,2 4-48 0,1-4-33 15,5-6-53-15,-5 8-205 0,5-8-510 0,-5 9 226 16</inkml:trace>
  <inkml:trace contextRef="#ctx0" brushRef="#br0" timeOffset="-176440.28">7269 16769 89 0,'0'0'258'0,"0"0"-4"0,0 0-18 16,0 0-9-16,0 0-17 0,-14 17-20 0,5-12-16 0,1 2-18 15,-1 1-13-15,0-3-11 0,0 2-14 16,0 2-8-16,-1-2-9 0,-1-3-13 0,-4 6-9 15,4-4-16-15,-3 5-4 0,4-6-19 0,0 4-19 16,-1-2-19-16,1-1-18 0,0-3-35 0,5 3-24 16,5-6-41-16,-11 5-42 0,11-5-49 0,0 0-148 15,0 0-384-15,-13 5 170 0</inkml:trace>
  <inkml:trace contextRef="#ctx0" brushRef="#br0" timeOffset="-175923.52">7696 16466 251 0,'0'0'263'0,"0"0"-12"0,0 0-17 0,0 0-14 16,0 0-13-16,0 0-19 0,-31 22-12 0,23-15-18 15,-2 1-12-15,1 2-16 0,3-1-10 16,-1 3-9-16,0-2-18 0,2-1 7 0,-2 1-6 16,1 0-11-16,1 0-10 0,0-1-7 0,3 1-7 15,-3-3-5-15,3 4-6 0,2-11-3 0,0 11-7 16,0-11-3-16,0 14-1 0,0-14-3 0,6 11-14 16,-6-11 9-16,8 14-1 0,-3-9-3 0,0 0 0 15,-5-5-2-15,13 9-4 0,-7-5 4 0,-6-4-6 16,19 5 4-16,-7-4-8 0,-2 0 2 0,2 1 2 15,-12-2-3-15,19-2 7 0,-9 1-1 0,1-1-1 16,0-2 7-16,-2 0-6 0,2-1 3 0,-2 1 5 16,-3-1 0-16,3 0 1 0,0-2 8 0,-2 1 8 15,-1-3-5-15,1 1 2 0,0-1 1 0,-3-1 1 16,1 1 4-16,-2-1-2 0,-3 10 10 0,1-22-3 16,-2 10 5-16,1 12-5 0,-6-23-2 15,3 13-1-15,-4 0 3 0,1 0-12 0,-1 2 17 16,7 8-9-16,-12-17-5 0,4 10-11 0,-2 1 1 15,10 6-7-15,-18-8-10 0,8 5-4 0,10 3-13 16,-19-3-28-16,7 5-19 0,0 0-41 0,-3 0-35 16,2 2-34-16,-4 3-40 0,1 1-60 0,2-2-85 15,-3 1-229-15,4 1-620 0,4-1 274 0</inkml:trace>
  <inkml:trace contextRef="#ctx0" brushRef="#br0" timeOffset="-173973.66">7091 17509 170 0,'0'0'233'0,"-5"-10"-8"16,5 10-7-16,-4-9-10 0,4 9-10 0,-1-6-15 15,1 6-18-15,0 0-14 0,-3-8-19 16,3 8-11-16,0 0-16 0,0 0-15 0,0 0-9 0,0 0-10 16,0 0-9-16,0 0-3 0,0 0-3 0,0 0 0 15,0 0 3-15,-2 28 4 0,0-16-7 0,2 0 0 16,-1 5-2-16,1 1-4 0,-1-1-1 0,0 2 2 15,-3-1-1-15,3-1-7 0,-1 1 0 0,1 0-5 16,2-7-4-16,-4 5-1 0,0 0 0 16,0-4 0-16,3-2-9 0,-2 2-2 0,1-1 0 0,-1 1-5 15,2-12 1-15,0 17-1 0,-1-10-1 16,1-7-2-16,0 12-4 0,0-12-4 0,-1 14 9 16,1-14-3-16,0 11-3 0,0-11 5 0,-3 8-21 15,3-8-15-15,-1 6-16 0,1-6-15 0,0 0-5 16,-4 12-18-16,4-12-14 0,0 0-26 0,-5 7-45 15,5-7-38-15,0 0-43 0,0 0-173 0,0 0-447 16,0 0 198-16</inkml:trace>
  <inkml:trace contextRef="#ctx0" brushRef="#br0" timeOffset="-173486.93">7021 17465 197 0,'0'0'193'0,"2"-14"-18"0,-2 14-17 0,0 0-8 15,7-14-17-15,-7 14-7 0,10-7-11 0,-10 7-11 16,12-8-13-16,-1 5-6 0,-11 3-13 16,20-6-6-16,-7 6-5 0,-13 0-2 0,22 0-14 15,-8 3-3-15,-14-3-4 0,19 9-6 0,-11-3-2 0,2 1-3 16,-5 0-9-16,2 2 17 0,-7-9 7 0,6 17 6 15,-5-7-8-15,-1-10 5 0,-2 23 1 0,-2-12-1 16,4-11-8-16,-9 20 1 0,2-10-1 16,-1 2-6-16,-1-3-1 0,0-2 1 0,-3 1-8 0,2-2-3 15,0 0-1-15,0 0 2 0,-1-2-6 16,11-4 1-16,-13 8 4 0,13-8-4 0,-13 1-1 0,13-1 13 16,0 0 4-16,-16 0 0 0,16 0-7 0,0 0 2 15,0 0-3-15,0 0-2 0,-14-9-6 16,14 9-3-16,0 0 0 0,0 0-4 0,0 0 2 15,0 0-5-15,0 0 0 0,0 0-4 0,0 0-2 16,0 0-3-16,0 0 1 0,0 0 3 0,0 0-3 16,0 0 1-16,52 5-1 0,-44 3 3 0,4-2-5 15,-3 0 2-15,0 0 0 0,2-1 3 0,-1 3 1 16,-1-1 2-16,1 0-3 0,-1-1-1 0,-1 1 0 16,-8-7-1-16,15 7 11 0,-6 0-5 0,-1-1-8 15,-8-6-11-15,14 9-28 0,-14-9-17 16,9 8-61-16,-9-8-36 0,0 0-60 0,12 5-176 15,-12-5-424-15,0 0 188 0</inkml:trace>
  <inkml:trace contextRef="#ctx0" brushRef="#br0" timeOffset="-173206.72">7440 17257 191 0,'0'0'294'0,"0"0"-1"16,1-23-6-16,-1 23-13 0,0 0-11 0,3-15-22 15,-3 15-21-15,0 0-25 0,0 0-13 16,0 0-26-16,0 0-20 0,0 0 0 0,0-17-16 16,0 17-12-16,0 0-13 0,0 0-4 0,0 0 0 15,0 0-18-15,0 0-5 0,0 0-1 0,0 0-11 16,0 0-10-16,0 52-19 0,0-52-25 0,-3 21-32 15,3-21-30-15,-5 18-23 0,4-8-22 0,-2 2-35 16,3-12-57-16,-3 21-54 0,1-12-224 0,2-9-514 16,-2 13 228-16</inkml:trace>
  <inkml:trace contextRef="#ctx0" brushRef="#br0" timeOffset="-172904.92">7738 17557 219 0,'0'0'265'0,"0"0"-15"0,0 0-29 0,0 0-17 16,0 0-20-16,0 0-23 0,0 0-14 0,0 0-2 15,0 0-3-15,0 0-10 0,18 4-6 0,-18-4-11 16,16-4-9-16,-16 4-9 0,23-6-7 0,-10 4-13 16,-1-2-5-16,-12 4-7 0,24-3-19 0,-14-1-24 15,0 1-25-15,-10 3-27 0,17-2-37 0,-17 2-45 16,0 0-40-16,17-5-42 0,-17 5-194 16,0 0-421-16,0 0 186 0</inkml:trace>
  <inkml:trace contextRef="#ctx0" brushRef="#br0" timeOffset="-172690.63">7739 17677 202 0,'0'0'214'0,"0"0"-15"0,0 0-24 0,0 0-6 16,-5 10 1-16,5-10 0 0,0 0-2 0,0 0-1 15,0 0-1-15,0 0-7 0,29 6-7 0,-29-6-12 16,18-2-15-16,-18 2-15 0,25-4-7 15,-25 4-7-15,24 0-7 0,-10-3-15 0,-4 0-11 16,-10 3-24-16,23-1-31 0,-23 1-30 0,17 0-37 16,-17 0-34-16,15-3-55 0,-15 3-59 0,12-1-199 15,-12 1-438-15,0 0 194 0</inkml:trace>
  <inkml:trace contextRef="#ctx0" brushRef="#br0" timeOffset="-170518.17">8804 17354 102 0,'0'0'182'0,"0"0"-10"0,-2-7-6 15,2 7-6-15,0 0-13 0,0 0-12 0,0-9-10 16,0 9-12-16,0 0-2 0,0 0-5 0,0 0-4 16,0 0-2-16,0 0-8 0,0 0-8 15,-12 24-5-15,9-12-4 0,-3-3-6 0,1 3 0 16,-2 1 1-16,-3 3-11 0,1-3-1 0,0 1-5 15,0 0-6-15,0-2 0 0,1 0-5 0,-1-3-4 16,-1 4-2-16,1-5-6 0,2-1-5 0,0 4 9 16,0-6-4-16,2 1 6 0,5-6 2 0,-9 9-3 15,9-9 1-15,-6 7 0 0,6-7 5 0,-6 6 1 16,6-6 0-16,0 0 5 0,0 0 1 0,0 0-1 16,-10 5-3-16,10-5-4 0,0 0-5 0,0 0-5 15,0 0-3-15,0 0-5 0,0 0-3 0,0 0-4 16,0 0 1-16,0 0-4 0,0 0-4 0,0 0-6 15,42-10-6-15,-32 9 3 0,3-1-4 0,0-1-1 16,-2 0 0-16,2 1 1 0,0-1-5 0,0-1-2 16,5 2-1-16,-8-1-3 0,1 0-1 0,0-1 3 15,-2 2 6-15,2-1-1 0,-5-1-2 0,2 1 3 16,-2 1 10-16,-6 2-6 0,11-4 0 16,-8 0-3-16,-3 4 5 0,7-9 0 0,-5 4-1 15,-2 5 2-15,4-10 3 0,-4 4-2 0,0 6 1 16,-5-16-3-16,3 7 5 0,-2 2 0 0,-3-3-5 15,0 1 9-15,-2 1 1 0,2-1-2 0,-2 1 1 16,1-1 0-16,-1 0-2 0,1 1 3 0,-1 1-4 16,3 0 5-16,-1 0-4 0,-1 1 0 0,2 1 0 15,0 1-10-15,6 4-11 0,-8-6-14 0,8 6-23 0,-6-4-17 16,6 4-28-16,0 0-32 0,0 0-24 16,0 0-20-16,0 0-34 0,0 0-30 0,0 0-132 15,0 0-399-15,0 0 177 0</inkml:trace>
  <inkml:trace contextRef="#ctx0" brushRef="#br0" timeOffset="-170152.91">8975 17329 171 0,'0'0'181'0,"0"0"-23"0,0 0-16 15,0 0-17-15,0 0-13 0,0 0-17 0,0 0 0 16,0 0 4-16,13 15 5 0,-11-6-12 0,-2-9-5 15,5 18-9-15,-2-8 7 0,0 2-2 0,0 2-5 16,0-2-12-16,3 0-3 0,-3-2-6 0,1 0-7 16,1 2-8-16,-1-4-2 0,0 2-5 0,-2-1-4 15,-2-9 1-15,5 12-3 0,-5-12-4 0,5 9 0 16,-5-9 15-16,4 6 10 0,-4-6 15 0,0 0 10 16,0 0 5-16,5 9 4 0,-5-9-3 0,0 0-1 15,0 0-2-15,0 0-9 0,17-14-5 0,-17 14-7 16,7-11-3-16,-1 0-4 0,-1 1-7 0,0 0-5 15,5-6-3-15,-2 1-5 0,1-2-4 16,-2 1 6-16,9-4-11 0,-7 1-7 0,2 4-8 0,-1-1 1 16,1 2-12-16,-6 4-5 0,2 0-6 15,0 1-14-15,-6 3-20 0,-1 6-15 0,8-10-27 16,-8 10-31-16,0 0-27 0,0 0-26 0,10-6-27 0,-10 6-22 16,0 0-161-16,0 0-418 0,0 0 185 15</inkml:trace>
  <inkml:trace contextRef="#ctx0" brushRef="#br0" timeOffset="-169806.54">8705 17770 12 0,'-9'4'199'0,"4"-1"-12"0,-1-1-19 0,6-2-13 16,-7 5-16-16,7-5-17 0,0 0-7 0,0 0 1 16,0 0 0-16,0 0-6 0,13 8 5 0,5-8-9 0,1-2-11 15,11 1-6-15,2-5 7 0,2 0-6 0,-1-1-6 16,2 2-5-16,-2-3-6 0,0-1-9 0,3 2 1 16,-3 0-9-16,-1 0-6 0,-1 2-5 15,-2-1-3-15,2 1-4 0,-9 1-2 0,-3 0-5 16,-1-1-7-16,-5 4 0 0,1-1-2 0,-14 2-6 15,18-2 0-15,-18 2-2 0,14 0-15 0,-14 0-11 16,10 0-14-16,-10 0-10 0,0 0-19 0,0 0-29 16,12 9-44-16,-12-9-38 0,-2 10-35 0,2-10-149 15,-14 18-380-15,6-10 169 0</inkml:trace>
  <inkml:trace contextRef="#ctx0" brushRef="#br0" timeOffset="-169270.36">8859 18037 101 0,'0'0'191'0,"-11"5"-5"0,11-5 17 0,0 0-6 16,0 0-13-16,0 0-9 0,-30 32-15 0,30-32-11 15,-17 19-9-15,17-19-12 0,-23 24-17 0,23-24 4 16,-15 21-5-16,15-21-5 0,-18 20-9 0,18-20-9 15,0 0 1-15,-26 27-7 0,26-27-4 0,0 0-7 16,-18 24-2-16,18-24-4 0,0 0-8 0,-16 16-2 16,16-16-4-16,0 0-2 0,0 0 4 15,0 0-7-15,0 0 2 0,-22 20-13 0,22-20 7 16,0 0 5-16,0 0 1 0,0 0-1 0,0 0-4 16,0 0-6-16,0 0-4 0,0 0-7 0,0 0-2 15,0 0-1-15,0 0-1 0,0 0-7 0,0 0 7 16,0 0-9-16,0 0 0 0,0 0-8 0,74-44 3 15,-74 44 3-15,0 0-1 0,39-11-8 0,-39 11 6 16,0 0-1-16,39-5-8 0,-39 5 14 0,0 0-10 16,37-4 7-16,-37 4-5 0,0 0-4 0,32-4 0 15,-32 4-1-15,0 0 0 0,0 0 6 0,0 0-2 16,36-4 2-16,-36 4-2 0,0 0-1 16,0 0 6-16,0 0 8 0,0 0-8 0,0 0 3 15,0 0 6-15,0 0 5 0,0 0 11 0,0 0-1 16,0 0-9-16,23-15 4 0,-23 15 5 0,0 0-12 15,0 0 5-15,0 0 7 0,0 0-5 0,0 0-3 16,0 0-11-16,0 0 10 0,0 0 2 0,-40-41-8 16,33 35-4-16,7 6-16 0,-17-9-2 0,11 4 0 15,6 5-4-15,-12-10-25 0,6 7-23 0,6 3-17 16,-10-7-23-16,10 7-29 0,0 0-27 0,-13-7-43 16,13 7-50-16,0 0-36 0,0 0-211 0,0 0-535 15,0 0 237-15</inkml:trace>
  <inkml:trace contextRef="#ctx0" brushRef="#br0" timeOffset="-168932.91">9057 18170 52 0,'0'0'243'0,"0"0"-11"0,0 0-16 0,0 0 3 15,0 0-13-15,0 0-12 0,0 0-12 0,51-28-6 16,-51 28-16-16,17-17-6 0,-7 9-9 0,-1-2-7 15,-3 2-6-15,3-1-8 0,-3-1-6 0,2 0-13 16,-4-2-8-16,-4 12-14 0,6-21 1 0,-3 11-4 16,-3 10 4-16,2-18-8 0,-2 18 7 0,0 0-5 15,0 0-1-15,0-20-5 0,0 20-13 0,0 0 2 16,0 0-7-16,0 0-4 0,0 0-9 0,-7-12-8 16,7 12 0-16,0 0-3 0,0 0-7 0,0 0 0 15,-18 30-12-15,18-30 8 0,0 0-9 16,0 0 5-16,0 0 6 0,-18 48-5 0,18-48-1 0,0 0-5 15,0 0 3-15,0 32-8 0,0-32-4 16,0 0-15-16,0 0-22 0,0 0-14 0,0 0-22 16,0 0-26-16,0 0-32 0,22 30-34 0,-22-30-49 15,0 0-52-15,0 0-254 0,0 0-561 0,0 0 248 16</inkml:trace>
  <inkml:trace contextRef="#ctx0" brushRef="#br0" timeOffset="-168752.9">9128 17841 63 0,'0'0'235'16,"0"0"-33"-16,-7-8-15 0,7 8-30 0,0 0-5 16,0 0-12-16,0 0-17 0,0 0-42 0,0 0-45 15,0 0-52-15,0 0-77 0,0 0-119 0,51-2-229 16,-32-4 102-16</inkml:trace>
  <inkml:trace contextRef="#ctx0" brushRef="#br0" timeOffset="-168519.1">9816 17597 61 0,'0'0'311'0,"0"0"-4"0,0 0-11 15,0 0-16-15,0 0-22 0,0 0-21 0,0 0-12 16,0 0-27-16,0 0-25 0,4-16-19 0,-4 16-8 16,0 0-13-16,0 0-19 0,15-2-7 0,-15 2-15 15,18-5-14-15,-18 5-30 0,15-4-35 0,-15 4-30 16,18-4-29-16,-18 4-28 0,17-2-41 0,-17 2-35 16,18-1-40-16,-18 1-45 0,0 0-166 0,0 0-435 15,0 0 193-15</inkml:trace>
  <inkml:trace contextRef="#ctx0" brushRef="#br0" timeOffset="-168351.53">9806 17697 45 0,'-7'9'208'0,"-2"-2"-4"15,9-7-3-15,-11 9-3 0,11-9-19 0,-10 9-15 16,10-9-10-16,-7 6-7 0,7-6-7 0,0 0-7 16,0 0-6-16,0 0-11 0,0 0-9 0,0 0-9 15,14 17-8-15,-14-17-9 0,19 0-18 0,-19 0-24 16,25-3-29-16,-25 3-42 0,24-8-60 0,-11 4-44 15,-13 4-78-15,23-9-125 0,-23 9-367 0,16-8 164 16</inkml:trace>
  <inkml:trace contextRef="#ctx0" brushRef="#br0" timeOffset="-165716.25">10452 17183 87 0,'0'-10'246'0,"0"10"-13"0,0 0-5 0,-1-12-14 16,1 12-17-16,-2-9 0 0,2 9-13 0,-3-5-15 16,3 5-10-16,0 0-16 0,0 0-4 15,-3-8-3-15,3 8-8 0,0 0-11 0,0 0-10 0,-6-4-10 16,6 4-20-16,0 0 4 0,0 0-5 16,0 0-7-16,0 0-5 0,-17 14 1 0,14-9-7 15,-3 6 3-15,1-3-10 0,0 2 2 0,0 0-1 16,-3-1-10-16,3 1 0 0,0 0-9 0,1 1 5 15,0-2-10-15,1 3-2 0,0-3 2 0,1-2-5 16,0 0 2-16,2-7-5 0,0 15-7 0,2-9 3 16,-2 1-5-16,0-7 7 0,3 11-6 0,1-6 0 15,-4-5 1-15,5 8 1 0,-2-6-6 0,-3-2 4 16,11 4 1-16,-4-3-5 0,-7-1 5 0,13-1-8 16,-13 1 11-16,16-4-9 0,-6-1 3 0,-1 1-4 15,-1-1-4-15,2-3 11 0,-2 1 8 0,0-1-8 16,-1-2 0-16,1 2-2 0,0-6 7 15,-3 1-7-15,0-1 1 0,1 0 4 0,-1-1-5 16,-2 2-10-16,-1 0 14 0,1 1 6 0,-2-5-1 0,-2 5 4 16,2 0 2-16,-3 0-7 0,2 12-3 0,-2-17 1 15,0 8-7-15,2 9 10 0,-4-12-9 16,4 12-2-16,-6-7 1 0,6 7-11 0,-7-8 9 16,7 8-8-16,-11-4 2 0,11 4-13 0,-14 2-14 15,14-2-11-15,-14 6-21 0,6-2-22 0,-1 0-16 16,1 2-15-16,2 1-17 0,1-1-33 0,5-6-36 15,-9 12-42-15,8-6-30 0,1 1-227 0,0-7-535 16,0 0 236-16</inkml:trace>
  <inkml:trace contextRef="#ctx0" brushRef="#br0" timeOffset="-165530.91">10638 17139 51 0,'0'0'216'0,"0"0"-2"16,0 0-9-16,0 0-12 0,0 0-9 0,0 0-9 15,0 0-8-15,0 0-7 0,8 4-10 0,-8-4-15 16,0 0-13-16,0 0-16 0,0 0-6 16,0 0-10-16,0 0-8 0,0 0-6 0,0 0-10 15,0 9-6-15,0-9-18 0,2 6-23 0,-2-6-22 0,1 8-37 16,-1-8-42-16,0 0-50 0,8 9-48 0,-4-5-183 16,-4-4-393-16,0 0 174 0</inkml:trace>
  <inkml:trace contextRef="#ctx0" brushRef="#br0" timeOffset="-165155.49">10830 17022 79 0,'0'0'222'0,"0"0"-11"16,0 0-17-16,0 0-15 0,0 0-11 0,0 0-1 16,0 0-9-16,-13-5-7 0,13 5-3 0,0 0-16 15,0 0-12-15,0 0-13 0,-9 19-9 0,9-19-10 16,0 0-10-16,0 15-5 0,-2-11-17 0,2-4 4 15,2 14-17-15,0-9 7 0,1 1-8 0,-1 3-6 16,3-1 1-16,2 1-7 0,-1-2 1 0,3 2-5 16,-4 0-2-16,3-1 0 0,1 2-5 0,0-3-1 15,4 3-1-15,2-3 1 0,-2 4-1 0,-2-5 2 16,-1 1 0-16,-2-2 0 0,1 2-1 0,-1-3-1 16,-1 4 9-16,1-2-8 0,1-2 12 0,-4 2-12 15,3-1 11-15,-4-2 6 0,-1 1 4 0,-3-4 6 16,7 10 8-16,-7-10 2 0,1 8 5 15,-1-8-8-15,-4 12 0 0,4-12 7 0,-10 10-6 16,1-5-3-16,-2 3-9 0,-1-5 1 0,-3 3-8 16,2-2-5-16,-4 0-14 0,3-1-14 0,1-1-18 15,0-1-17-15,0-1-28 0,0 3-16 0,1-3-32 0,12 0-34 16,-23-3-40-16,13-1-52 0,2 0-47 16,1-1-168-16,7 5-487 0,-13-9 216 0</inkml:trace>
  <inkml:trace contextRef="#ctx0" brushRef="#br0" timeOffset="-164906.25">10799 17063 114 0,'0'0'209'0,"7"-10"-11"0,1 8-2 0,1-2-19 16,2-2-8-16,5 1-5 0,3 0-7 0,0 0-9 15,0 1-5-15,8-3-7 0,0 1-5 16,1-1-10-16,-2 0-10 0,-1 2-9 0,-3 1-12 15,-3-1-8-15,-2 1-8 0,1 0-11 0,-6 4-2 16,1-3-7-16,-4 2-5 0,1-2-5 0,-10 3-9 0,14-3 0 16,-14 3-12-16,12-2-8 0,-12 2-24 0,0 0-23 15,13-2-26-15,-13 2-26 0,0 0-25 0,0 0-31 16,0 0-32-16,10 4-49 0,-10-4-125 0,0 0-376 16,0 0 167-16</inkml:trace>
  <inkml:trace contextRef="#ctx0" brushRef="#br0" timeOffset="-164407.55">10383 17592 46 0,'0'0'240'0,"-13"0"-14"0,13 0-20 0,0 0-18 0,0 0-19 15,0 0-15-15,0 0-18 0,0 0-5 16,0 0-1-16,0 0-4 0,0 0-10 0,0 0-8 15,36-5 0-15,-14 5-7 0,-1-4-5 0,8 2-5 16,0 0 9-16,2-2-6 0,1 3 0 0,-1-3-4 16,3 0-3-16,4 0-4 0,-1-1-2 0,-1 2-8 15,-1-2-10-15,2 1-4 0,0-1-2 0,-4 2 0 16,0-1 0-16,0-1-5 0,-1 3-1 0,-5-1-1 16,3 1-6-16,-10 1-7 0,2 0 2 0,-2-1-1 15,-3 2-8-15,-4 0 0 0,-2-1-8 16,1 1-1-16,-12 0 1 0,18 0-6 0,-18 0-1 15,10 0 2-15,-10 0 0 0,0 0-3 0,0 0-8 16,15 1 2-16,-15-1 1 0,0 0-5 0,0 0 0 0,0 0-12 16,0 0-15-16,0 0-8 0,0 0-28 0,0 0-30 15,0 0-30-15,0 0-44 0,0 0-59 16,0 0-60-16,0 0-205 0,0 0-526 0,-50-5 233 0</inkml:trace>
  <inkml:trace contextRef="#ctx0" brushRef="#br0" timeOffset="-161055.33">10560 17795 120 0,'0'0'140'0,"0"0"2"0,0 0-4 0,0 0-5 15,-11-19-4-15,11 19-3 0,-5-6 4 0,5 6 5 16,0 0-2-16,-2-8 2 0,2 8 1 0,0 0-3 16,0 0-4-16,-5-10-3 0,5 10-3 0,0 0-7 15,0 0-6-15,0 0-10 0,0 0-6 16,0 0-10-16,0 0-15 0,0 0-6 0,0 0-9 0,0 0-5 15,0 0-10-15,0 0-4 0,0 0-2 16,0 0-5-16,0 0-1 0,0 0-3 0,0 0-2 16,2 35 0-16,1-25-5 0,-1 0 4 0,0 4 6 15,-1-2-6-15,3 0 0 0,-3 0-3 0,1 1-3 16,1 0 7-16,0-2 13 0,-1 0-10 0,1 0-2 16,-1-2 0-16,0 1-2 0,-1-1 1 0,0 2 2 15,1-4 5-15,-1 3 2 0,-1-10 0 0,1 18 5 16,0-10-13-16,-1-8 0 0,0 14-4 0,0-14 0 15,0 10 1-15,0-10-6 0,-1 12 0 0,1-12-13 16,0 0-18-16,-2 14 2 0,2-14-19 0,0 0-25 16,-6 9-21-16,6-9-26 0,0 0-36 0,-2 8-45 15,2-8-52-15,0 0-227 0,0 0-505 0,0 0 225 16</inkml:trace>
  <inkml:trace contextRef="#ctx0" brushRef="#br0" timeOffset="-160655.52">10741 17849 5 0,'0'0'253'0,"0"0"-11"0,0 0-17 15,-4-12-17-15,4 12 1 0,0 0-8 0,0 0-21 16,0 0 2-16,-2-14-15 0,2 14-8 0,0 0-18 16,0 0-13-16,0 0-14 0,0 0-7 0,0 0-15 15,0 0-8-15,0 0-12 0,0 0-3 0,0 0-11 16,0 0-2-16,0 0 3 0,0 0 5 0,0 0-14 16,0 0-2-16,0 0 3 0,23 22-9 15,-23-22-6-15,15 14 0 0,-7-8 2 0,-1 2-1 0,1-1 2 16,0 0-3-16,1 0-5 0,-2 0-5 0,2-1-1 15,2 2 0-15,-4-3 4 0,-7-5-1 0,13 11-6 16,-5-6-9-16,-8-5 8 0,14 8-9 0,-7-3 4 16,-7-5 0-16,11 8-16 0,-11-8-16 0,11 4-21 15,-11-4-22-15,0 0-28 0,10 9-25 16,-10-9-27-16,0 0-31 0,0 0-47 0,0 0-66 16,0 0-156-16,0 0-475 0,0 0 209 0</inkml:trace>
  <inkml:trace contextRef="#ctx0" brushRef="#br0" timeOffset="-160423.86">10942 17763 160 0,'0'0'240'16,"0"0"-11"-16,0 0-14 0,-12-7-17 0,12 7-13 15,0 0-12-15,0 0-15 0,0 0-15 0,-20 21-2 16,13-11-10-16,-2 0-13 0,3-1-13 15,0 2-7-15,-5 2-11 0,4-2-9 0,-2 5-3 16,-3-3-9-16,6 0-8 0,-1-4-16 0,0 1-10 16,2 0-25-16,0 0-24 0,-2-2-35 0,7-8-36 15,-9 14-58-15,9-14-57 0,-7 9-170 0,7-9-402 16,-8 7 178-16</inkml:trace>
  <inkml:trace contextRef="#ctx0" brushRef="#br0" timeOffset="-160071.89">11059 17781 25 0,'4'-14'284'0,"-4"14"-5"0,0 0-14 16,0 0-10-16,0 0-13 0,0 0-8 0,4-13-26 0,-4 13-14 15,0 0-15-15,0 0-16 0,0 0-16 0,0 0-21 16,0 0-10-16,0 0-12 0,0 0-8 0,0 0-5 16,0 0-3-16,0 0-13 0,0 0 1 15,0 0-1-15,0 38-9 0,0-38-10 0,3 20-4 16,-3-20-1-16,1 22-10 0,1-11-2 0,1 2 0 16,-2 2-5-16,0-4-2 0,2 2-4 0,0 2-3 15,-2-3-1-15,3-1-7 0,-4-11 6 0,4 23 1 16,-3-14-4-16,-1-9 4 0,5 20-8 0,-1-12-6 15,-4-8-22-15,1 12-28 0,-1-12-28 0,0 0-13 16,3 17-24-16,-3-17-28 0,0 0-40 0,0 0-41 16,-4 14-66-16,4-14-194 0,0 0-512 0,0 0 228 15</inkml:trace>
  <inkml:trace contextRef="#ctx0" brushRef="#br0" timeOffset="-159740.28">11192 17905 2 0,'0'0'234'0,"0"0"-20"0,0 0-6 0,0 0-11 15,0 0-18-15,0 0-10 0,0 0-26 0,0 0-11 16,14 23-4-16,-14-23-14 0,4 10-10 0,-4-10-11 16,0 0-11-16,9 7 10 0,-9-7 4 0,12 4-6 15,-12-4 1-15,15 0-8 0,-15 0 0 0,18-1-2 16,-18 1-13-16,20-7-5 0,-8 4 2 0,-3-4 0 15,-9 7-5-15,18-9-6 0,-11 2 0 16,0 1-5-16,0-3 3 0,-7 9-7 0,9-13-5 16,-9 13-4-16,1-12 0 0,-1 12 5 0,0 0-11 15,-3-20-4-15,3 20-5 0,-12-11 1 0,12 11-4 16,-15-9-7-16,6 4 1 0,9 5-1 0,-19-5 0 16,19 5-5-16,-22 1-8 0,22-1-18 0,-23 3-12 15,14-1-4-15,9-2-24 0,-20 10-25 0,11-6-38 16,9-4-49-16,-14 7-71 0,14-7-214 0,0 0-494 15,-14 6 219-15</inkml:trace>
  <inkml:trace contextRef="#ctx0" brushRef="#br0" timeOffset="-159543.57">11384 17745 184 0,'0'0'230'0,"0"0"-17"0,0 0-16 16,15-2-17-16,-15 2-22 0,0 0-14 0,17-2-14 16,-17 2-12-16,13-2-12 0,-13 2-12 0,16-2-27 15,-16 2-39-15,19-5-59 0,-19 5-46 0,18-8-68 16,-7 3-121-16,-11 5-289 0,21-8 128 16</inkml:trace>
  <inkml:trace contextRef="#ctx0" brushRef="#br0" timeOffset="-159123.44">11661 17537 115 0,'0'0'273'15,"0"0"-17"-15,0 0-13 0,0 0-11 0,0 0-22 16,0 0-22-16,0 0-19 0,0 0-22 16,0 0-10-16,0 0-12 0,5-16-13 0,-5 16-12 0,0 0-9 15,0 0-3-15,0 0-5 0,0 0-8 0,0 0-7 16,36 17-12-16,-36-17-3 0,11 7-3 0,-11-7-8 15,0 0 7-15,13 12 11 0,-13-12 3 0,0 0 7 16,4 14-2-16,-4-14-6 0,0 0-10 0,0 0 0 16,-15 22-11-16,15-22-2 0,-12 13-2 15,12-13-9-15,-10 11-6 0,10-11-2 0,-9 7-3 16,9-7-9-16,0 0-8 0,0 0-2 0,-11 11-5 16,11-11-9-16,0 0 5 0,0 0 0 0,0 0 1 15,0 0-1-15,0 0-6 0,0 0 3 0,0 0 3 16,27 13-1-16,-27-13 1 0,11 5-3 0,-11-5 3 15,15 5 3-15,-15-5-1 0,13 7 0 0,-13-7 1 16,13 6 0-16,-13-6 4 0,0 0-3 0,13 10-5 16,-13-10 13-16,0 0 4 0,2 13 3 0,-2-13 9 15,0 0-3-15,0 0 6 0,0 0 0 0,-17 23-3 16,17-23-3-16,-17 12-1 0,17-12-1 0,-18 9-6 16,9-4-13-16,1-1-18 0,-6 1-16 0,14-5-29 15,-20 6-32-15,20-6-56 0,-18-1-70 16,18 1-255-16,0 0-523 0,-27-5 233 0</inkml:trace>
  <inkml:trace contextRef="#ctx0" brushRef="#br0" timeOffset="-158802.91">12138 17348 80 0,'0'0'311'0,"0"0"-9"15,0 0-17-15,0 0-16 0,0 0-20 0,0 0-27 16,0 0-20-16,0 0-25 0,0 0-14 0,0 0-11 15,0 0-16-15,14-17-6 0,-14 17-24 0,22-3-3 16,-11 0-12-16,1 0-21 0,-12 3-27 0,24-1-32 16,-13-1-33-16,-11 2-35 0,17-2-49 15,-17 2-41-15,14-2-65 0,-14 2-215 0,0 0-462 16,0 0 205-16</inkml:trace>
  <inkml:trace contextRef="#ctx0" brushRef="#br0" timeOffset="-158641.12">12163 17431 22 0,'0'0'213'0,"-9"4"-18"0,9-4-15 0,0 0-20 16,-10 9-19-16,10-9 8 0,0 0-7 0,0 0 2 15,0 0-15-15,0 0-14 0,30 5-7 0,-30-5-14 16,33-6-34-16,-14 1-29 0,3 2-43 0,-2-2-75 16,7 0-92-16,-6-1-89 0,-1-1-290 0,0 1 128 15</inkml:trace>
  <inkml:trace contextRef="#ctx0" brushRef="#br0" timeOffset="-156706.49">13017 16857 114 0,'2'-10'187'16,"0"1"-3"-16,2 0-8 0,-3 1 10 0,0 2-12 16,-1 6-8-16,0-14 4 0,0 7 0 0,0 7-2 15,-2-10-8-15,2 10-3 0,-4-11-10 0,4 11-7 16,0-6-11-16,0 6-9 0,0 0-8 0,-4-7-10 16,4 7-11-16,0 0-11 0,0 0-7 0,0 0-9 15,0 0-6-15,0 0-4 0,-19 17-6 0,15-8-5 16,0 0-5-16,-1 7-4 0,0 0-7 0,3 4-2 15,-2-2-4-15,4 7 0 0,-3-6-4 0,3 10 33 16,0-1-6-16,0-1-6 0,0-1-3 0,3 0-2 16,-1-6 5-16,2 6-1 0,1-6 5 0,0 3-8 15,-3-5-4-15,0 0 7 0,2 2-8 0,-1-2 1 16,-1-3-1-16,2 1-2 0,0-3 3 0,-4-2-2 16,3 1-7-16,-2-1-4 0,1 0 8 0,-2-2-5 15,0 2-4-15,0-3-1 0,0-8-8 0,-2 13-11 16,-2-7-8-16,4-6-9 0,-2 11-22 0,2-11-15 15,-4 11-21-15,4-11-32 0,-7 5-35 0,7-5-29 16,0 0-42-16,-22 1-58 0,22-1-230 0,-11-7-547 16,2 0 243-16</inkml:trace>
  <inkml:trace contextRef="#ctx0" brushRef="#br0" timeOffset="-156371.72">12843 17116 52 0,'-6'-7'137'0,"6"7"-7"0,0 0-5 0,0 0-5 16,0 0-2-16,0 0-3 0,25-2-6 0,-8 2-9 16,6-1-2-16,4 1-6 0,2-1-11 0,0-1-2 0,5 1-11 15,-5-3-7-15,1 2-1 0,-1 1 2 16,0-3-2-16,-9 2 3 0,0-1-5 0,-3 0 6 16,-2 1 1-16,-4 0 5 0,0 0 1 0,0-1 3 15,-11 3 0-15,13-3 6 0,-13 3-6 0,10-2-4 16,-10 2 2-16,0 0 1 0,9-6 0 0,-9 6 0 15,0 0-4-15,0 0-6 0,0 0 3 0,0 0-12 16,0 0-10-16,0 0-6 0,0 0 4 0,13 9-8 16,-13-9-8-16,0 0 4 0,-3 19-4 15,3-19-7-15,-2 20 2 0,2-12-3 0,-4 4-4 16,0 0-10-16,4-1-10 0,0 0-11 0,-2-1-16 0,2-10-11 16,2 20-19-16,-4-9-17 0,2-1-41 0,0-10-43 15,2 15-57-15,-2-15-203 0,0 0-458 0,-3 20 202 16</inkml:trace>
  <inkml:trace contextRef="#ctx0" brushRef="#br0" timeOffset="-155749.63">13457 17141 20 0,'0'0'246'0,"2"4"-12"15,-2-4-16-15,0 0-5 0,0 0-15 0,0 0-5 16,0 0-15-16,0 0-6 0,0 0-21 0,0 0-9 16,0 0-4-16,0 0-8 0,0 0-8 0,9-26-11 0,0 19-14 15,-9 7-8-15,9-11-7 0,-9 11-7 16,11-8-5-16,-11 8-7 0,11-7-10 0,-11 7-5 16,7-7-6-16,-7 7-7 0,0 0-4 0,13-2-9 15,-13 2 12-15,0 0-17 0,14 7 0 0,-14-7 5 16,9 10-9-16,-5-3-1 0,-4-7 1 0,7 14 2 15,0-7-6-15,-2 0-2 0,-1 2 3 0,2-2 0 16,-6-7-3-16,11 12 2 0,-5-8 1 0,0 1-1 16,-6-5 2-16,17 4-3 0,-4-3-3 0,-3-1 3 15,4-1-1-15,0 1 4 0,-1-4-5 16,0 1 1-16,3-3 3 0,-4 1 3 0,1 1 2 16,-1-3 10-16,-4 0-8 0,1-1 0 0,-1 1-3 0,-2-1-5 15,-2-1 7-15,0 0-5 0,-1-3 0 0,-3 12-3 16,2-16-6-16,-2 16 6 0,0 0-3 15,-2-21-3-15,2 21 4 0,0 0 0 0,-2-13 2 16,2 13-2-16,0 0 1 0,0 0-5 0,-3-7 3 16,3 7-1-16,0 0-1 0,0 0-1 0,0 0 1 15,0 0 0-15,-14 23 1 0,14-23 3 0,-2 13-4 16,2-13-6-16,-2 13-16 0,2-13-12 0,2 15-14 16,-2-15-24-16,5 13-6 0,-5-13-24 0,5 10-27 15,-5-10-30-15,9 9-57 0,-9-9-33 0,8 5-191 16,-8-5-474-16,0 0 211 0</inkml:trace>
  <inkml:trace contextRef="#ctx0" brushRef="#br0" timeOffset="-155602.48">13691 16794 4 0,'-16'-6'114'0,"16"6"-48"15,0 0-60-15,0 0-38 0,0 0-35 0,0 0 16 16</inkml:trace>
  <inkml:trace contextRef="#ctx0" brushRef="#br0" timeOffset="-155324.26">13976 16743 221 0,'0'0'212'0,"0"0"-21"0,0 0-13 16,0 0-3-16,0 0-9 0,0 0-2 0,0 0 5 16,0 0 0-16,0 0-17 0,-12 38-4 0,12-22-4 15,0 2-14-15,0 1-8 0,-2-2-8 0,2 0-11 16,0 2-9-16,0 0-9 0,0 0-7 0,2 0-7 16,-2-2-7-16,2-1-3 0,1 2-6 15,-1-2-7-15,-2-1-6 0,0-2-2 0,0 0-6 16,0-2-18-16,2 3-24 0,-2-3-26 0,-2 0-17 15,2-11-28-15,-2 19-33 0,2-19-37 0,0 11-45 16,0-11-43-16,0 0-160 0,0 0-431 0,-9 14 191 16</inkml:trace>
  <inkml:trace contextRef="#ctx0" brushRef="#br0" timeOffset="-155179.34">13861 16890 110 0,'0'0'162'0,"16"-7"-19"0,-16 7-15 0,18-6-7 16,-5 6-21-16,-13 0-4 0,30 6-18 0,-17-4-56 15,9 0-47-15,-6 3-132 0,0 4-168 0,-7-4 75 16</inkml:trace>
  <inkml:trace contextRef="#ctx0" brushRef="#br0" timeOffset="-154840.31">14052 17143 56 0,'9'6'211'15,"-9"-6"-2"-15,0 0-8 0,17-1 4 0,-17 1-5 16,19-5-11-16,-10 3-2 0,1-2-12 0,0 0-5 16,3 0-5-16,-4-3-13 0,9 0-8 0,-5-1-6 15,-3-1-12-15,1 0-11 0,0-4-13 0,1 2-11 16,-6 3-2-16,0-2-10 0,-1 1-3 0,-5 9 1 15,6-14 4-15,-6 14-10 0,0 0-2 0,-1-18-5 16,1 18-5-16,0 0-9 0,-14-13-3 0,14 13-8 16,-15-4 0-16,15 4-4 0,-20 3-7 0,20-3 0 15,-21 7-3-15,13-3 1 0,-2 4-4 16,1 0-2-16,3 2 4 0,-1-1-6 0,1 2-4 0,1-2-3 16,3 0 1-16,-1 1-5 0,3-10 1 15,0 19 1-15,0-19-7 0,5 16-4 0,0-10-6 0,-1 0-14 16,2 0-14-16,-6-6-18 0,17 8-20 0,-11-5-19 15,2 0-20-15,-8-3-39 0,19 4-51 0,-19-4-49 16,15 0-241-16,-15 0-534 0,0 0 237 16</inkml:trace>
  <inkml:trace contextRef="#ctx0" brushRef="#br0" timeOffset="-154665.25">13844 16857 135 0,'0'0'222'0,"0"0"-23"15,0 0-16-15,0 0-28 0,0 0-44 0,52 1-49 16,-25-5-82-16,1 4-155 0,3-6-189 16,5-1 84-16</inkml:trace>
  <inkml:trace contextRef="#ctx0" brushRef="#br0" timeOffset="-143991.41">15987 15366 186 0,'0'0'178'0,"-3"13"-16"0,3-13-11 0,-2 11-11 15,2-11-11-15,-1 8-17 0,1-8-10 0,-2 10-10 16,2-10-8-16,-2 5 2 0,2-5 4 0,0 0 4 16,-2 8 1-16,2-8 3 0,0 0 1 0,0 0 7 15,-2 5 2-15,2-5 7 0,0 0 1 0,0 0 6 16,0 0 0-16,0 0-1 0,0 0 6 0,0 0-7 16,0 0 0-16,0 0-10 0,0 0-2 0,0 0-8 15,0 0-16-15,0 0-3 0,0 0-4 0,0 0-5 16,-8-17 3-16,8 17 0 0,-1-8-5 0,1 8 10 15,0 0-22-15,1-14 8 0,-1 14-4 16,0 0 3-16,0-12-9 0,0 12-1 0,0-7 2 0,0 7 1 16,0 0-1-16,0 0-2 0,0-11-5 0,0 11-3 15,0 0 1-15,0 0-15 0,-1-8 2 0,1 8-7 16,0 0-2-16,0 0-9 0,0 0-2 0,0 0 5 16,0 0-12-16,0 0-9 0,0 0 5 0,0 0 3 15,0 0 4-15,0 0-6 0,0 0-7 0,0 0 2 16,0 0 3-16,-9 23-6 0,7-15 0 0,0 2 3 15,0-1-5-15,0 1 1 0,1-1 10 0,0 3-12 16,0-2 3-16,-2 1-7 0,2 0 10 0,2-1-1 16,-2 1 0-16,2 0 5 0,-1 0 1 0,0 0-10 15,1-3 2-15,-1 1 4 0,2-2-2 0,-2-7 1 16,1 13-2-16,1-6 4 0,-2-1-4 0,0-6 3 16,4 13-20-16,-4-13-29 0,2 7-44 0,-2-7-34 15,0 7-29-15,3-2-27 0,-3-5-14 0,0 0-37 16,0 0-38-16,0 9-41 0,0-9-236 0,0 0-594 15,0 0 264-15</inkml:trace>
  <inkml:trace contextRef="#ctx0" brushRef="#br0" timeOffset="-143785.59">15964 15127 220 0,'0'-8'237'0,"0"8"-18"0,0 0-20 0,0 0-22 16,0 0-21-16,0-11-14 0,0 11-20 0,0 0-16 15,0 0-17-15,0 0-22 0,0 0-42 0,0 0-48 16,0 0-51-16,1 26-58 0,1-15-123 0,-2-11-277 16,3 21 122-16</inkml:trace>
  <inkml:trace contextRef="#ctx0" brushRef="#br0" timeOffset="-143022.34">16327 15413 276 0,'0'0'276'0,"0"0"-13"16,0 0-15-16,0 0-13 0,0 0-20 0,0 0-13 0,0 0-20 15,-15-11-7-15,7 8-18 0,8 3-4 0,-17 3-16 16,7-1-7-16,-4 1-12 0,5-1-2 16,-2 4-15-16,3-1-8 0,-1 0-8 0,0 3-9 15,0-2-7-15,3 2-5 0,-2-1-5 0,2 3-12 16,1-1-2-16,0 1-7 0,2-4-3 0,-1 3-1 16,3-4-6-16,-3 4-2 0,4-9-1 0,1 12 1 0,-1-12-4 15,3 11-3-15,-1-6-1 0,-2-5 1 16,8 7-6-16,0-3-1 0,-3-3-5 0,5 0 6 15,-1 0-7-15,0-1 0 0,2-1 0 0,0-4 29 16,3 2 5-16,-3-2-6 0,4-2 1 0,0-2-5 16,-3 1-19-16,0-3 11 0,-1-1-1 0,1 0 2 15,-2-3 1-15,0 2-7 0,0-3-3 0,-2-3 1 16,-3 3 4-16,4-7-10 0,-2 3 1 0,-2 0 2 0,-1 2-12 16,-2-3 9-16,2-3 1 0,-3 5 0 0,1-5 11 15,0-1-1-15,-2 6 5 0,0 1 1 16,1-1-4-16,1 1 9 0,-2 3 9 0,0 4-3 15,0 2-16-15,0 1 15 0,0 8-15 0,0-9 5 16,0 9-7-16,0-9-6 0,0 9-3 0,0 0-10 16,0 0 4-16,0 0-11 0,0 0 8 0,0 0-11 15,1 26 10-15,0-8-1 0,2 2 3 0,-2 5-5 16,0 1 11-16,-1 4-6 0,2-11 2 0,-4 6-5 16,2-6 1-16,4 5-16 0,-3-7 25 0,2 1-13 15,-2-2 1-15,2 0-2 0,-1-5 10 0,4 0-7 16,-3 0 0-16,5-1 7 0,-3-1-7 0,2 0 4 0,-1-2-3 15,4-3-1-15,-2 1-1 0,1-1-11 16,2-2 3-16,1 0-7 0,-1-2 3 0,2-2-5 16,4-1-1-16,-3-1 4 0,0 0-5 0,2-3 9 15,-4 0-5-15,1-2-2 0,-2 0 1 0,2-2 2 16,0 0-2-16,-7 0 0 0,2 0 12 0,-3-1-7 16,-1 1-1-16,-2 1 1 0,1 1 9 0,-2 1-6 0,-1-1 5 15,0 9 5-15,-4-9 0 0,4 9-1 16,-3-5-4-16,3 5 6 0,-9-5-5 0,9 5 0 15,-11 1-15-15,11-1 21 0,-12 7-5 0,3 0 4 16,2 3-5-16,1-1-1 0,-2 0 1 0,2 2 2 16,1-1 1-16,1 2 2 0,2-1-4 0,-1 1-7 15,1-2-14-15,2 0-16 0,0 1-24 0,2-3-21 16,3 1-21-16,-3 2-27 0,3-5-37 0,2 2-56 16,4-3-52-16,-2 0-234 0,2-1-555 0,2-3 246 15</inkml:trace>
  <inkml:trace contextRef="#ctx0" brushRef="#br0" timeOffset="-142606.54">17063 15287 222 0,'-8'-7'297'16,"3"4"-14"-16,5 3-13 0,-18-1-11 0,11 2-14 15,-2 2-11-15,-1 2-14 0,-5 4-13 0,2 1-18 16,2-1-19-16,1-4-13 0,-4 7-16 0,4-2-13 15,2 0-9-15,-3 2-14 0,4-2-14 0,2-1 1 16,1 0-15-16,3 2-8 0,0-5-1 0,1-6-20 16,0 11-4-16,3-4-4 0,0-1-4 0,1-2-1 15,1 0-4-15,3-2-2 0,-8-2-7 0,15 2 0 16,-7-4-4-16,1 0-5 0,1 0 6 0,-1-1 0 16,0-2-1-16,1 0-5 0,-2-1 6 0,-1 1-1 15,0-3-6-15,-1 2-1 0,-1-1-2 16,2-2-1-16,-4-2 6 0,0 4-7 0,2-2 1 15,-2 2-6-15,-3 7 7 0,2-12 5 0,1 8 10 0,-3 4-1 16,2-9 3-16,-2 9-21 0,0 0 10 0,2-9-10 16,-2 9 4-16,0 0-8 0,0 0 11 0,0 0-8 15,0 0-3-15,0 0-18 0,0 0 23 16,1 22-5-16,-2-11 6 0,-1-2-2 0,2-9 3 0,0 18-7 16,2-8-7-16,-2-1-18 0,1-1-4 0,0-1-23 15,0 4-26-15,1-6-18 0,2 3-14 0,-3-2-13 16,3-1-32-16,0 0-41 0,-1 0-43 0,5-2-50 15,-8-3-201-15,10 5-529 0,-2-4 234 0</inkml:trace>
  <inkml:trace contextRef="#ctx0" brushRef="#br0" timeOffset="-142373.31">17252 15111 236 0,'0'-10'304'0,"0"2"0"0,0 8-5 15,0-10-27-15,0 10-30 0,2-10-26 0,-2 10-26 16,0 0-18-16,0 0-17 0,0 0-1 0,0 0-5 16,0 0-5-16,-6 31-8 0,4-16-1 0,-1 3-11 15,3-1-14-15,-2 1-14 0,0 3-1 0,0 3-18 16,-2 0-2-16,4-6-7 0,0 2-1 0,-1 3-27 0,-2-5-29 16,2-1-34-16,0 0-38 0,0 1-32 0,-2-1-35 15,-1-2-59-15,1-1-84 0,0 2-247 16,-1-5-562-16,0 1 249 0</inkml:trace>
  <inkml:trace contextRef="#ctx0" brushRef="#br0" timeOffset="-141421.86">17729 15250 212 0,'0'0'285'0,"-4"-9"-19"0,-1 3-14 0,5 6-16 0,-9-7-19 15,4 5-10-15,-5 0-14 0,-2 3-6 16,2 4-8-16,-3-1-12 0,2-1-9 0,-5 4-22 0,2 1-2 16,1-1-13-16,0 4-4 0,1 0-11 15,3-1-13-15,0 1-9 0,3-1-7 0,1 0-5 0,1-2-8 16,0 5-1-16,3-3-5 0,-1 2-8 0,5-5-16 16,-2 1-10-16,2 1 17 0,-1-3 6 15,3 0-16-15,2 1-2 0,-1-4-2 0,3-1 1 0,4 0-9 16,-2 1 0-16,2-1 0 0,-1-4 3 15,3-1-8-15,0-3 0 0,-2 2-1 0,0-2 3 16,-2-1-4-16,0 0-1 0,0-6-1 0,1 2 3 16,-5 0-22-16,4-4-1 0,-1-2 25 0,-4 3-8 15,2-4 0-15,-3-1 0 0,1 2 7 0,-3-3-10 16,2 1 7-16,-3-8 9 0,0 1 2 0,-1 0 4 0,-1-1 5 16,1-2-6-16,-1 0 0 0,0 3 0 0,2 2 9 15,-4 6 5-15,5 1-10 0,-3 2 5 16,3 4 2-16,-3 1-5 0,0 10-1 0,-2-13-1 0,2 13-10 15,0-10-23-15,0 10 22 0,0 0-10 16,0 0-1-16,0 0-6 0,0 0-4 0,0 0 3 16,7 31 3-16,-5-14 4 0,2 9 2 0,1-1 6 0,-4-1 0 15,-1 4-6-15,2-9-11 0,-1-1 5 16,0 3 2-16,-3-2 4 0,5 2-4 0,3-4 1 16,-3-2 0-16,4 1 1 0,-1-1-3 0,2-6 2 15,-2 1-12-15,2-3 15 0,-2-1-2 0,6 1 4 16,-3-3-3-16,2 1-3 0,1-2 0 0,1 0-5 15,-1-2 0-15,1-1-4 0,-1-3 1 0,0 1 4 0,0-4 2 16,-1 1-29-16,-2 3 26 0,2-5-3 16,-4 2-3-16,2-4 0 0,-2 0 5 0,-1-1-2 15,-2 0 4-15,0 1-8 0,-3-1 4 0,0 0-4 0,2 0 7 16,-3 10-6-16,1-11 1 0,-1 11 1 16,0-9 1-16,0 9-8 0,0 0 8 0,0-9-10 0,0 9 1 15,0 0-2-15,0 0 14 0,0 0-7 16,0 0 7-16,0 0 4 0,-7 27-7 0,5-16 1 15,1-1 4-15,0-1-6 0,-1 2 0 0,2-1-14 16,-1 0-26-16,2 1-16 0,-1-4-24 0,0 0-22 16,2 2-23-16,2-3-13 0,-3 2-21 0,4-3-46 15,-5-5-52-15,6 8-52 0,-3-5-217 0,-3-3-572 0,9 7 254 16</inkml:trace>
  <inkml:trace contextRef="#ctx0" brushRef="#br0" timeOffset="-141256.52">18084 14977 130 0,'0'0'156'0,"0"0"-15"0,-10 14-11 0,7-4-10 16,2 1-47-16,4 0-50 0,-2 1-49 0,3 3-46 15,1 1-41-15,-1-5-122 0,7 2 54 0</inkml:trace>
  <inkml:trace contextRef="#ctx0" brushRef="#br0" timeOffset="-140989.99">18255 15179 96 0,'0'0'194'0,"4"7"-3"0,-4-7-8 0,2 7-17 16,-2-7-5-16,1 7-2 0,-1-7-8 0,4 8-5 16,-3-3-11-16,-1-5-11 0,5 8 0 0,-1-4 0 15,-4-4-4-15,8 9-4 0,-2-8-6 0,0 1 0 16,0 2 6-16,0 0-4 0,-6-4-6 0,11 2-1 15,-11-2-1-15,11 0-1 0,-11 0-3 0,9-2 2 16,-9 2-4-16,8-5-8 0,-4-1 5 0,-4 6-7 16,4-12-5-16,-3 5-11 0,1-3-8 0,-2 0 7 15,1 0-15-15,-1 0-8 0,-3 0-12 0,2-1-16 16,-1 4 14-16,0-3-13 0,2 10-2 0,-4-12-18 16,2 6-11-16,2 6-22 0,-6-7-27 0,6 7-27 15,-9-4-20-15,9 4-11 0,-9 0-23 0,9 0-38 16,-8 7-54-16,8-7-44 0,-5 11-211 0,2-6-527 15,3-5 234-15</inkml:trace>
  <inkml:trace contextRef="#ctx0" brushRef="#br0" timeOffset="-140286.38">18732 15117 174 0,'0'0'260'16,"0"0"-6"-16,0 0-8 0,0 0-18 0,-10-10 0 15,10 10-11-15,-10-2-11 0,10 2-10 0,-18 3-12 16,11 0-9-16,-4 1-15 0,1 0-6 16,-3 2-11-16,0-1-9 0,4 2-16 0,-1 3-8 0,1-1-12 15,0 0-14-15,0-1-4 0,4 3-10 16,-1 0-8-16,1-2-3 0,2 2-7 0,0-4-2 16,1 1-5-16,2-8-2 0,1 14-2 0,-1-14-3 0,9 15-5 15,0-8-3-15,-3-2 1 0,5 0-1 16,-1-2-7-16,4-2 1 0,-1-1 0 0,2 3-6 15,-2-5 5-15,6-2 3 0,-4 0-8 0,-2 1-5 16,-1-5 2-16,0 2-3 0,-3-3 8 0,3-1-10 16,1-2 5-16,-3-1-1 0,-1-1 0 0,1-3-2 0,0-6-4 15,1-1-8-15,-1 1 8 0,-5 5-2 16,2-8-2-16,0 0 6 0,-3 1-12 0,1-1 4 0,-1-3 7 16,-2 2-11-16,-1 8 12 0,2-7 11 0,-3 6-1 15,1 1 10-15,-1 4-1 0,-1-2 7 16,1 6 7-16,0 2-5 0,1 3 2 0,-1 6 6 15,0-13-18-15,0 13-6 0,0-7-6 0,0 7-5 0,0 0 2 16,0 0 2-16,0 0-4 0,-7 29 1 16,4-14-10-16,-1 3 10 0,2 1-4 0,-1 7-5 15,1-7 2-15,-1 6 7 0,2 1-1 0,-1-2 4 16,-3-5-1-16,4 0-2 0,4-1-2 0,-3 0-3 16,3-2 4-16,0 0-1 0,1-1-7 0,0-2-12 15,2 1 6-15,2-1 15 0,-2-2-5 0,2-2 8 16,3-2-6-16,5 3-2 0,-4-4-1 0,1-2 5 15,6 0-19-15,-1-1 18 0,3-1 4 0,0-3-2 16,0-2-6-16,7 0 5 0,-1-1-10 0,0-3 0 16,-8 1 2-16,0 0-5 0,0-2-4 0,-3-3-2 15,-1-1-7-15,-1 1 5 0,2-3-1 0,-5-2-2 16,-3 1 1-16,-1-2-1 0,-3 1 4 0,-2-1-1 0,1 5 0 16,-3-1 5-16,0 3 4 0,-1-1-1 15,-1 4 1-15,2 7 1 0,-3-11-2 0,3 11 4 16,-10-4-4-16,10 4-1 0,-17 4 1 0,5 1 4 15,2 3 0-15,-3 2-4 0,1 0-7 0,4 1 8 16,0-1-4-16,-1 0-2 0,3 1-9 0,3 2-11 16,-1-3-7-16,3-1-22 0,-1 2-21 0,3-2-24 15,1 2-9-15,2-1-31 0,4-2-24 0,2 0-41 0,-2-3-60 16,5-1-64-16,-4 2-229 0,1 3-607 16,-4-4 269-16</inkml:trace>
  <inkml:trace contextRef="#ctx0" brushRef="#br0" timeOffset="-138682.39">16313 16189 32 0,'0'0'189'0,"0"0"-19"16,0 0-11-16,0 0-6 0,0 0-15 0,0 0-14 16,0 0-11-16,0 0-7 0,0 0-11 0,0 0-11 0,0 0-7 15,0 0-8-15,0 0-2 0,0 0-6 16,0 0-1-16,0 0-2 0,0 0-1 0,0 0-4 15,0 0 2-15,4-6 1 0,-4 6-1 0,0 0 3 16,0 0-4-16,0 0 6 0,0 0-5 0,0 0 7 16,0 0-3-16,0 0 4 0,0 0 6 0,0 0-2 15,0 0 2-15,0 0-2 0,0 0 3 0,0 0-6 16,0 0-1-16,0 0-8 0,0 0-5 0,0 0-3 16,0 0 5-16,0 0-4 0,0 0-1 0,-2-8-4 15,2 8 3-15,0 0-2 0,-1-12-2 0,1 12 0 16,0 0-1-16,-1-9-7 0,1 9 13 0,0 0 2 15,-3-10 3-15,3 10-1 0,0 0-1 0,-1-10 6 16,1 10-4-16,0 0-3 0,0 0-6 0,0 0 0 16,0 0-12-16,0-9-8 0,0 9 0 0,0 0-4 15,0 0 1-15,0 0-8 0,0 0-1 0,0 0-3 16,0 0 1-16,0 0-10 0,0 0-3 0,0 0 6 16,0 0 2-16,0 0 1 0,0 0-8 0,4 23 4 15,-4-23 2-15,1 17 12 0,-1-7-18 0,1 1 1 16,1 0-8-16,-2 1 14 0,1 4-3 0,-1 0-2 15,0 0 2-15,-1 0-2 0,-1-3 7 0,4 4-7 16,-4 0-35-16,1-6 10 0,1 3-1 16,0 2 4-16,-1-4 2 0,1 1 1 0,0-2 1 15,0-1 5-15,0 0 2 0,1-1 5 0,-1-1-1 16,0-1-3-16,0 3-1 0,0-10 4 0,-1 12 5 0,2-6-2 16,-1-6 4-16,0 11-1 0,1-5-1 0,-1-6-1 15,0 8 1-15,0-8 2 0,0 0-2 0,2 9 6 16,-2-9-7-16,0 0 4 0,1 9 1 0,-1-9-7 15,0 0-11-15,0 0-11 0,0 0-9 16,1 6-19-16,-1-6-9 0,0 0-16 0,0 0-10 16,0 0-18-16,0 0-19 0,0 0-35 0,0 0-44 15,0 0-40-15,0 0-197 0,0 0-481 0,0 0 213 16</inkml:trace>
  <inkml:trace contextRef="#ctx0" brushRef="#br0" timeOffset="-138168.43">16272 16063 126 0,'0'0'189'0,"3"-18"-17"0,-3 18-12 15,7-8-16-15,-7 8-10 0,10-9-12 16,0 3 2-16,1 5-15 0,0-2-7 0,0 0-15 15,3 1-7-15,-14 2-9 0,19 2-7 0,-6 3-12 16,-13-5 0-16,18 9-4 0,-8 0 8 0,-4-3 0 16,1 4-5-16,-2 0-5 0,0-1 0 0,-1 1 4 15,-3 0 2-15,1 0-3 0,-2 0-5 0,0 2 0 16,0-12 4-16,-3 19-5 0,-4-10-2 0,1 0-7 0,-2 1-4 16,0-3-1-16,-2 2 0 0,0-3-3 15,0-2-6-15,-3 0 1 0,3-1-2 0,0 0 0 16,-2-2-3-16,12-1-1 0,-14 3 0 0,14-3-2 15,-14-3-2-15,14 3 0 0,0 0-1 0,-18-2 0 16,18 2-2-16,0 0-2 0,-11-2 2 0,11 2-6 16,0 0 2-16,0 0-4 0,0 0-3 0,0 0-1 15,0 0 3-15,0 0-7 0,0 0 5 0,0 0 0 16,0 0 0-16,0 0-3 0,0 0 3 0,0 0-2 16,27 21 2-16,-19-16 2 0,1 1 0 15,2 0 0-15,0-1 6 0,1 1-1 0,-1 1 2 0,3-2 3 16,-4 0 1-16,3 3-2 0,-1-2 5 0,-1-1-6 15,2 0 4-15,-3 1-2 0,2-2-3 0,-1 2 0 16,-1-1 0-16,-1-1-1 0,1 1 1 0,-1-2-1 16,1 0-3-16,-2 0-13 0,-8-3-18 0,14 6-20 15,-14-6-37-15,9 4-43 0,-9-4-45 0,10 1-47 16,-10-1-145-16,0 0-396 0,0 0 176 16</inkml:trace>
  <inkml:trace contextRef="#ctx0" brushRef="#br0" timeOffset="-137806.49">16742 15867 95 0,'2'-5'256'0,"-2"5"-9"0,0 0-12 0,0-11-19 15,0 11-25-15,0 0-18 0,0 0-16 0,2-10-20 16,-2 10-11-16,0 0-18 0,0 0-12 0,0 0-9 16,0 0-10-16,0 0-3 0,0 0 2 0,0 0-2 15,0 0-2-15,0 0 1 0,0 0 0 0,0 0-5 16,0 0-3-16,0 0 0 0,3 34-3 0,-3-34 12 16,1 18-7-16,2-8-3 0,-3-10-5 0,0 21-6 15,0-21-3-15,0 23-3 0,-3-13-5 16,3-10-6-16,-1 23-2 0,1-13-2 0,0-10-7 0,1 23 0 15,-1-12-3-15,0-11-5 0,-1 17-20 0,1-17-8 16,-3 21-24-16,2-11-23 0,1-10-28 16,-3 20-18-16,3-20-42 0,-1 15-58 0,1-15-64 15,-5 12-172-15,5-12-476 0,0 0 211 0</inkml:trace>
  <inkml:trace contextRef="#ctx0" brushRef="#br0" timeOffset="-137573.19">16948 16209 84 0,'14'2'243'0,"-14"-2"-10"0,10-2-15 15,-10 2-15-15,12 0-17 0,-12 0-19 0,23 0-9 16,-10-1-20-16,-2 1-14 0,-11 0-12 0,31-3-11 15,-18 1-18-15,1 1-30 0,-1 1-31 0,-13 0-49 16,17-1-66-16,-17 1-51 0,12-4-167 0,-12 4-336 16,0 0 149-16</inkml:trace>
  <inkml:trace contextRef="#ctx0" brushRef="#br0" timeOffset="-137374.22">16979 16302 159 0,'0'0'217'0,"-8"4"-17"16,8-4-14-16,0 0-21 0,0 0 4 0,0 0 4 16,0 0-2-16,0 0 2 0,0 0-15 0,0 0-13 15,12 16-12-15,-12-16-12 0,19 3-11 0,-8-3-17 16,2 0-20-16,-1 1-20 0,5-1-27 0,-2 0-28 16,2-3-44-16,-5 2-42 0,7-1-52 0,3-3-41 15,-3 1-164-15,0 1-374 0,-1-3 166 0</inkml:trace>
  <inkml:trace contextRef="#ctx0" brushRef="#br0" timeOffset="-136821.32">17563 16111 33 0,'0'0'269'0,"0"0"-21"16,0 0-10-16,0 0-20 0,0 0-14 0,0 0-13 15,0 0-7-15,0 0-10 0,0 0-7 0,0 0-10 16,0 0-8-16,0 0-8 0,0 0-6 0,0 0 1 16,-32 27-5-16,27-21-12 0,5-6-3 0,-9 15-8 15,5-9-9-15,-2 2-11 0,1-1-9 0,1 3-4 16,4-10-4-16,-8 17-8 0,4-9-8 0,1 1-3 16,1 1-7-16,2-10-3 0,-3 15-5 0,3-7 0 15,-3 2-10-15,3-10 1 0,0 13-5 0,0-13 3 16,-2 13-3-16,2-13-5 0,2 12 2 0,1-5-1 15,-3-7-4-15,5 10 1 0,-5-10-3 0,7 8 0 16,-7-8 15-16,9 7-4 0,-3-5 8 0,-6-2-4 16,14 5-6-16,-14-5 7 0,17 3-8 0,-8-3 4 15,1 0 5-15,-10 0-3 0,21 0-7 0,-21 0 1 16,18-4 4-16,-7 0-3 0,-11 4 6 0,17-8 13 16,-7 4-12-16,-1-1 0 0,-9 5 5 0,15-11-8 15,-7 4-3-15,-1 0 1 0,-7 7 2 16,11-17-7-16,-6 8 12 0,-5 9 7 0,10-17-1 15,-8 6 1-15,2 2-7 0,3-3 0 0,-7 12 7 16,4-20-2-16,-3 11-3 0,-1 9 1 0,0-20 1 16,0 20 0-16,0-13 0 0,0 13-3 0,1-17-3 15,-1 17-3-15,0 0 3 0,-4-18-5 0,4 18-1 16,-3-10-1-16,3 10-5 0,-6-13 1 0,6 13-10 0,-6-12 6 16,6 12-1-16,-11-9 0 0,11 9-7 15,-9-8 1-15,9 8-1 0,-12-7-5 0,12 7-1 16,-15-4 3-16,15 4-19 0,-17-4-15 0,17 4-41 15,-16-2-29-15,16 2-46 0,-23 1-43 0,10 1-43 16,-1 1-39-16,2 1-73 0,1 0-334 0,11-4-735 16,-37 10 325-16</inkml:trace>
  <inkml:trace contextRef="#ctx0" brushRef="#br0" timeOffset="-133488.75">17017 16626 150 0,'0'0'160'0,"-14"1"-5"0,14-1-11 16,0 0-4-16,0 0-12 0,-13 0-5 0,13 0-6 15,0 0-6-15,0 0-8 0,0 0 1 0,0 0-10 16,0 0-5-16,0 0-9 0,0 0-4 0,0 0-3 16,37 1-13-16,-15-1-3 0,7-3-6 0,7 3-6 15,-1-4-6-15,1 3-1 0,2-1-3 0,-1-1-4 16,2 0-8-16,0 0-5 0,12 0-2 0,-17-1-4 16,1-1 2-16,-2 2 3 0,0 1-5 0,-2 0 1 15,-3-1-2-15,-6 1-2 0,-3-3-1 0,2 1 3 16,-1 1-5-16,-5 0 0 0,1 3 2 0,-6-2 0 15,-2 0 1-15,-8 2 5 0,16-1-5 0,-16 1 4 16,12-3-3-16,-12 3 0 0,0 0 4 0,10-1 3 16,-10 1 5-16,0 0 7 0,0 0 2 0,0 0 9 15,0 0 1-15,15 0 2 0,-15 0-1 0,0 0 7 16,0 0-5-16,0 0 4 0,0 0-6 16,0 0-1-16,0 0-9 0,0 0-1 0,0 0 0 0,0 0-5 15,0 0-1-15,0 0-4 0,0 0-2 0,0 0-4 16,0 0 0-16,0 0 1 0,0 0-6 0,0 0 4 15,0 0-6-15,0 0 1 0,0 0 2 0,0 0-5 16,0 0 1-16,0 0-2 0,0 0 1 16,0 0 1-16,0 0-8 0,0 0-4 0,0 0-6 0,0 0-6 15,0 0-4-15,0 0-6 0,0 0 2 16,0 0-10-16,0 0-8 0,0 0 0 0,0 0-4 16,0 0-4-16,0 0-6 0,0 0-11 0,0 0-13 15,0 0-9-15,0 0-17 0,0 0-10 0,0 0-15 16,0 0-20-16,-32-7-19 0,32 7-22 0,0 0-105 0,-9-3-321 15,9 3 142-15</inkml:trace>
  <inkml:trace contextRef="#ctx0" brushRef="#br0" timeOffset="-121107.61">3946 12928 28 0,'0'0'83'0,"0"0"-5"16,0 0-8-16,0 0-5 0,-4-6 3 0,4 6-11 16,0 0-7-16,0 0 1 0,0 0-10 0,0 0-6 0,0 0-2 15,0 0-3-15,0 0-1 0,0 0-1 0,0 0-4 16,0 0 0-16,0 0-2 0,0 0-6 0,0 0-7 16,0 0 3-16,0 0-1 0,0 0-4 15,0 0-7-15,0 0-4 0,0 0-16 0,0 0-8 16,0 0-8-16,0 0-7 0,0 0-13 0,0 0-9 0,0 0-39 15,0 0-112-15,0 0 50 0</inkml:trace>
  <inkml:trace contextRef="#ctx0" brushRef="#br0" timeOffset="-120894.68">3862 12927 33 0,'0'0'73'0,"0"0"-5"0,0 0-16 16,0 0-8-16,0 0 1 0,0 0-15 16,0 0-13-16,0 0-26 0,0 0-19 0,0 0-27 15,0 0-58-15,0 0 26 0</inkml:trace>
  <inkml:trace contextRef="#ctx0" brushRef="#br0" timeOffset="-115413.91">3906 12939 7 0,'0'0'38'0,"0"0"0"0,0 0 6 0,0 0-16 0,0 0-1 16,0 0-6-16,11-2-1 0,-11 2-2 0,0 0-3 15,0 0 0-15,0 0-2 0,0 0-2 0,0 0-2 16,0 0 1-16,0 0 0 0,0 0-3 0,0 0-1 15,0 0 0-15,0 0 2 0,0 0-5 0,0 0 1 16,0 0-2-16,0 0 3 0,0 0-2 16,0 0 0-16,0 0 3 0,0 0-5 0,0 0 0 15,0 0-3-15,0 0 6 0,0 0-3 0,0 0-1 0,0 0-2 16,0 0 3-16,0 0 0 0,0 0-1 0,0 0-1 16,0 0 0-16,0 0 3 0,0 0-2 0,0 0-1 15,0 0 1-15,0 0 5 0,0 0-5 0,0 0 9 16,0 0 1-16,0 0-7 0,0 0 2 15,0 0 4-15,0 0-10 0,0 0 2 0,0 0-1 0,0 0 1 16,0 0 1-16,0 0 7 0,0 0-6 0,0 0-7 16,0 0 1-16,0 0-2 0,0 0-3 0,0 0-1 15,0 0-6-15,0 0-4 0,0 0 5 0,0 0-9 16,0 0-2-16,0 0-27 0,0 0-57 16,0 0 25-16</inkml:trace>
  <inkml:trace contextRef="#ctx0" brushRef="#br0" timeOffset="-43331.21">17410 16645 37 0,'3'-6'39'0,"-3"6"-9"16,0 0-4-16,0 0-24 0,0 0-25 0,0 0-24 16,5-5 11-16</inkml:trace>
  <inkml:trace contextRef="#ctx0" brushRef="#br0" timeOffset="-39013.12">17797 16490 2 0,'0'0'64'0,"0"0"-4"0,0 0-4 0,0 0-11 16,0 0 0-16,0 0-2 0,0 0-11 0,0 0-5 16,0 0 2-16,0 0-16 0,0 0-27 0,0 0-22 15,0 0-25-15,0 0-67 0,0 0 30 0</inkml:trace>
  <inkml:trace contextRef="#ctx0" brushRef="#br0" timeOffset="55560.06">18390 16422 52 0,'0'0'150'16,"0"0"-3"-16,0 0-6 0,0 0-7 0,0 0-7 16,0 0-3-16,0 0-6 0,0 0-8 0,0 0-6 0,0 0-11 15,0 0-4-15,0 0-6 0,0 0-8 0,0 0-5 16,0 0-2-16,0 0-1 0,0 0 8 15,0 0 10-15,0 0 2 0,0 0 0 0,0 0-10 16,0 0-11-16,14-3-15 0,8-17-17 0,16-13-21 16,12-2-29-16,20-23-43 0,13 0-70 0,5 1-226 15,3-3-382-15,4-7 169 0</inkml:trace>
  <inkml:trace contextRef="#ctx0" brushRef="#br0" timeOffset="-160121.69">19747 7684 65 0,'0'0'84'0,"0"0"-10"0,0 0-4 15,0 0-12-15,0 0-10 0,-1-9 3 0,1 9-12 16,0 0-2-16,0 0 0 0,0 0-9 0,0 0-15 16,0 0-16-16,0 0-10 0,0 0-15 0,0 0-7 15,0 0-6-15,0 0-40 0,0 0-88 0,0 0 39 16</inkml:trace>
  <inkml:trace contextRef="#ctx0" brushRef="#br0" timeOffset="-159617.4">20442 7715 36 0,'0'0'80'0,"0"0"-11"15,0 0-9-15,0 0-7 0,0 0-6 0,0 0 0 16,0 0-7-16,0 0 1 0,0 0-9 0,7 3 0 0,-7-3-3 15,0 0 6-15,0 0-6 0,0 0-1 0,0 0-8 16,0 0 4-16,0 0 1 0,0 0 0 16,0 0 2-16,0 0-3 0,0 0 12 0,0 0-15 15,0 0-6-15,0 0 13 0,0 0-14 0,0 0 9 0,0 0 1 16,0 0-8-16,0 0-2 0,0 0 1 0,0 0-4 16,0 0 5-16,0 0 1 0,0 0 0 0,0 0-10 15,0 0 11-15,0 0-7 0,0 0 5 16,0 0-2-16,0 0 1 0,0 0-4 0,0 0 6 0,0 0-10 15,0 0 3-15,0 0-7 0,0 0 6 0,0 0-4 16,0 0 6-16,0 0-7 0,0 0 11 0,0 0-5 16,0 0-5-16,0 0-1 0,0 0-4 0,0 0 5 15,0 0 1-15,0 0-2 0,0 0 4 0,0 0-1 16,0 0-3-16,0 0-1 0,0 0-3 0,0 0 4 16,0 0 2-16,0 0-1 0,0 0-27 0,0 0-6 15,0 0-14-15,0 0-18 0,0 0-21 16,0 0-20-16,0 0-63 0,5 4-176 0,-5-4 78 0</inkml:trace>
  <inkml:trace contextRef="#ctx0" brushRef="#br0" timeOffset="-159173.57">21830 7659 54 0,'0'0'69'0,"0"0"-16"0,0 0 12 0,0 0-10 15,0 0-1-15,0 0-9 0,0 0-9 0,0 0 0 16,0 0-3-16,0 0-7 0,0 0-7 0,0 0-4 0,0 0-11 16,0 0-14-16,0 0-7 0,0 0-19 15,0 0-48-15,0 0-90 0,0 0 39 0</inkml:trace>
</inkml:ink>
</file>

<file path=ppt/ink/ink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6:50:37.710"/>
    </inkml:context>
    <inkml:brush xml:id="br0">
      <inkml:brushProperty name="width" value="0.05292" units="cm"/>
      <inkml:brushProperty name="height" value="0.05292" units="cm"/>
      <inkml:brushProperty name="color" value="#FF0000"/>
    </inkml:brush>
  </inkml:definitions>
  <inkml:trace contextRef="#ctx0" brushRef="#br0">21390 8495 29 0,'0'0'138'0,"0"0"-18"0,0 0 6 0,0 0-8 16,0 0-8-16,0 0-10 0,0 0-7 0,0 0-5 16,0 0-10-16,0 0-11 0,0 0 3 0,0 0-8 15,0 0-12-15,0 0-3 0,0 0-2 0,0 0-3 16,0 0-4-16,0 0-3 0,0 0-10 0,0 0-1 15,0 0 4-15,0 0-8 0,-16-2 0 0,16 2-5 16,0 0-1-16,0 0 5 0,-14 3-5 0,14-3-7 16,-12 1 6-16,12-1-1 0,-9 2-2 0,9-2-2 15,-10 4 5-15,3-4-3 0,7 0-1 0,-15 3 1 16,8-2 3-16,-3 2 4 0,1 0-1 0,-2-2 3 16,0 0 2-16,3 1-1 0,-1 0-1 0,0 0 0 15,0-2-4-15,9 0 6 0,-13 5 1 0,5-4-2 16,0 0 7-16,0 0 0 0,8-1 3 0,-18 3 5 15,12-2 0-15,0 1 1 0,6-2 2 0,-13-2 2 16,13 2 1-16,-12 0-1 0,12 0-2 0,-9 2-1 16,9-2-4-16,-9 1-1 0,9-1 5 0,0 0 1 15,-11 0-1-15,11 0-1 0,0 0-3 0,-10 1 3 16,10-1-5-16,0 0-1 0,0 0-4 0,0 0 0 16,0 0-4-16,0 0 0 0,-9-2 1 0,9 2 1 15,0 0-9-15,0 0 2 0,0 0 3 0,0 0-9 16,0 0 0-16,0 0-2 0,0 0-3 0,0 0 2 15,0 0 2-15,0 0-5 0,0 0 0 0,0 0 0 16,0 0-3-16,0 0 2 0,0 0-1 0,0 0 1 16,0 0 7-16,0 0-3 0,0 0-1 0,0 0 0 0,24 4 1 15,-24-4 1-15,14-2-3 0,-4 2 3 0,3 0-2 16,-3-1-2-16,2 1-1 0,0-1 2 16,1-1-1-16,1 1 7 0,0 2 0 0,2-3-3 0,-3 2 0 15,6-2 0-15,-1 2-3 0,-1 0 2 0,0 0-3 16,2-1-1-16,-2 1-1 0,1-1 10 0,1 2-8 15,0-1-2-15,0-2 6 0,-1 3 1 0,3-1-3 16,-1 0 2-16,-1 1 1 0,3-2-4 16,-2-1-1-16,1 2 1 0,-1-1-1 0,8 1 4 0,1-3 0 15,-9 0-1-15,-1 3 3 0,11-3-2 0,-10 2-3 16,2-1 2-16,-2 0-3 0,8 1 2 0,0-4-2 16,-6 2-2-16,7-1 1 0,2 3 3 0,-4-2-6 15,0-2 6-15,-4 5-1 0,6-4-1 0,-2 3 0 16,-4 0 0-16,5-3 4 0,-1 1-5 0,0-1 3 15,-4 1 12-15,5 6-12 0,-1-9-3 0,-4 5 3 16,-3 0-3-16,9-1 3 0,-1 0-3 0,-7 0 3 16,7-1 1-16,-1 0-3 0,-6 1 7 0,2 2-8 15,-2-3-1-15,0 3 0 0,2-1-4 0,-1-1 4 16,-1 0-3-16,-1 2 3 0,3-1-2 0,-3-1 0 16,8 2 4-16,-9 0-4 0,0 0 0 0,2 0 5 15,-1-3 8-15,2 1-6 0,-4 2-2 0,2-1 0 16,1 1-6-16,-1 0 3 0,-1 0 2 0,1 0-2 15,-5 0 2-15,4 0 7 0,0-1 3 0,0-2-3 16,2 3 3-16,-2-3-6 0,2 1 5 0,0 4-6 16,-1-5 12-16,8 0-9 0,-7 2 2 0,1 1-3 15,0-2-4-15,7 0 1 0,-7-2-2 0,6 1 7 16,0-1-6-16,0 1-1 0,0 3 0 0,0-3 2 16,-1 3 4-16,2-5-3 0,0 5-1 0,2 0 2 15,-3-4 6-15,2 3-9 0,0-3-2 0,-1 1 4 16,2 2 0-16,-4-1-2 0,5-2 2 0,-2 2 0 15,2-1-2-15,0 2 0 0,0-3 5 0,3 0 1 16,-1 3-5-16,2 1 2 0,-2-3 3 0,2-1-1 16,1 3 3-16,2-2-5 0,0-2-1 0,1 1 0 15,-2 4 4-15,2-3-4 0,-3-1-2 0,1 2 1 16,-1 0 0-16,2 0 0 0,-3-1 2 0,3 3 14 16,-3-6-6-16,2 5-3 0,-1-1-4 0,4-2 6 15,9 1-5-15,1 0-3 0,-14 1-1 0,0 1 0 16,4-2-1-16,9-2-1 0,4 1 3 0,-17 3-1 0,1 0 3 15,3-1-5-15,9-1-2 0,-12 3 1 16,15-6-3-16,-14 4 1 0,-1 0 7 0,2 1-6 16,10-4 0-16,-12 3 1 0,0 2-1 0,3-4 0 0,10 2 1 15,-15 1 11-15,18-4-14 0,-16 5 2 0,1-2 1 16,-1 0 2-16,14-3-2 0,-1 4-3 0,-15-2 1 16,4 1 18-16,-2 1-23 0,3-2 6 0,-2 2 2 15,-1-1-3-15,13-2 5 0,-13 1-8 16,1 0-4-16,-1 2 13 0,-1-2-5 0,4 2 4 0,-3-1-5 15,14-1 6-15,-12 1 9 0,-1 1-16 0,12 0-5 16,-11-1 5-16,10-1 2 0,-10 4-4 0,12-5 0 16,-3 2 6-16,-10 0-3 0,1 1 0 15,-2 0-3-15,0 0-1 0,14 1 1 0,-16 0 3 16,16-3-2-16,-18 1 0 0,4 0 3 0,-1 2-1 0,0-1-3 16,1 1 17-16,-2-3-6 0,4 1-7 0,-6 1 6 15,7 1 8-15,-4-2-3 0,0 2-2 0,14 0 7 16,-19-1-14-16,6-1 2 0,2-1 1 0,-3 3 1 15,1-1 1-15,1 1-6 0,-1-3 9 0,-1 2-4 16,-1-2-1-16,-2 3-2 0,2-1 19 0,3 0-21 16,-4 0-2-16,1-1-2 0,0 4 6 0,1-4-1 15,-3 1 1-15,5 1-7 0,-1-2 1 0,-2 1-8 16,4-2 17-16,-2 3-4 0,1-1 1 0,-3 1-1 16,2-1-3-16,-2 0 0 0,2-1-2 0,0 1 0 15,-2 1 10-15,-2-3-12 0,-1 2 2 0,-1 1 4 16,3 0 0-16,-1-2 1 0,-2 1 4 0,2-1-6 15,-2 1 1-15,2 0 3 0,-1-2 3 0,-1 4-6 16,-1-4 2-16,1 2 3 0,0 0 4 0,-2-1-6 16,1 0 7-16,1 0-6 0,-3 2 3 0,-1 0-7 15,-1 0 5-15,2-1-5 0,-3 0 1 0,1 0 4 16,1 1-2-16,-5 1-1 0,7-2-7 0,-4 1 0 16,-4 0 3-16,6-1 3 0,-6 1 1 0,6 1 10 15,-6-1-8-15,-3 0-3 0,4-1 7 0,-1 1-4 16,-3 0 0-16,3-3 2 0,-2 3-8 0,2 0 6 15,-3 0 5-15,3-1 0 0,-3 2-2 0,-1-1-1 0,0 0 4 16,1 0 0-16,0 2-3 0,-2-1 7 16,0-1 1-16,-4 2-5 0,-1-3 4 0,-1 2 35 15,0-1-8-15,0 0-4 0,-5 1 3 0,-6-1-5 16,16 0-5-16,-7 0 0 0,-9 0-4 0,11 0-3 0,-4 0-1 16,-7 0-5-16,11 0-1 0,-11 0-3 0,0 0 3 15,12-1-8-15,-12 1 1 0,6-1-2 0,-6 1-7 16,0 0 5-16,0 0 6 0,0 0-9 15,11 0-7-15,-11 0 10 0,0 0 0 0,0 0 3 0,0 0 4 16,0 0-11-16,0 0-15 0,0 0-13 0,0 0-16 16,0 0-53-16,0 0-55 0,-3-11-35 15,3 11-40-15,-11-11-33 0,1 5-43 0,1 0-41 16,-2-1-47-16,-5-2-208 0,1 1-644 0,1-1 285 0</inkml:trace>
  <inkml:trace contextRef="#ctx0" brushRef="#br0" timeOffset="2883.27">24745 4241 128 0,'0'0'136'0,"-4"-10"-12"0,4 10-7 15,-3-8-5-15,3 8-3 0,-2-8-7 16,2 8-4-16,-2-7 3 0,2 7-1 0,0 0 0 0,-3-10-10 15,3 10-4-15,0 0-7 0,-1-9 4 16,1 9 0-16,0 0 7 0,-1-8-9 0,1 8-4 16,0 0-2-16,0 0-5 0,-4-8 26 0,4 8-9 15,0 0-2-15,0 0-10 0,0 0-2 0,0 0-2 0,0 0-5 16,0 0-2-16,0 0-5 0,0 0-1 16,0 0-1-16,0 0-3 0,0 0-1 0,0 0-3 15,-4-4-9-15,4 4 9 0,0 0 1 0,0 0-4 16,0 0 0-16,0 0-6 0,0 0-3 0,0 0 0 15,0 0-6-15,0 0-3 0,0 0 1 0,0 0-4 16,0 0-12-16,0 0-4 0,0 0 10 0,0 0-6 16,0 0-1-16,0 0-1 0,0 0-1 0,0 0-7 0,0 0 3 15,0 0-5-15,0 0 1 0,0 0-6 0,0 0 2 16,0 0 3-16,0 0-2 0,0 0 0 16,0 0-4-16,0 0 0 0,6 20 4 0,-6-20-3 15,0 12 2-15,2-5-3 0,-1 2 3 0,-1 1 0 16,1 1 1-16,0-2 1 0,1 4 2 0,-1-4-1 15,-1 4 1-15,-3 0-3 0,5-2-4 0,-1 4 3 16,0 2 4-16,1-4-2 0,-1-1 6 0,0 3-9 16,0 2 2-16,2-1-1 0,-2-4-1 0,-1 3 4 15,3 0-2-15,-3-1-1 0,2 2 8 0,0 2-4 16,-1 1-2-16,0-2-8 0,2 3 10 0,-3-3 4 16,2 2-2-16,-3-2 10 0,4-2 2 0,-3-1-5 15,2 2 2-15,-2-1-1 0,2 0 1 0,0 2-15 16,1-2 12-16,-1 2 0 0,-1-1-2 0,3-5-1 15,-4 1 7-15,2 1-3 0,0 3-6 0,-1-4 2 16,2 5 1-16,-2-5-6 0,3 4 4 0,-2-1 3 16,-2-2-5-16,0-1 0 0,2 2 1 0,-1-3-1 15,0 3 8-15,-1-1-1 0,3-1 5 0,-1 0-2 16,0 1 3-16,-2-1-6 0,1 2-3 0,0-4 1 16,2 2 1-16,-1 0 0 0,1-1-2 0,-1 2 3 15,-2-1-6-15,3 2 4 0,-2-4-6 0,1 3 4 16,0 0 0-16,-1 2-6 0,3 0 7 0,-4-2 0 15,3-3 1-15,-1 2 2 0,0 3-3 0,0-2 0 16,1-2-1-16,-1 7 11 0,-2-6 4 0,3 5-1 16,-2 0-2-16,2-1 3 0,-2 0-5 0,2 0-6 15,-1 1 4-15,-2-5-24 0,2 5 31 0,-1 0-7 16,1 1 3-16,2-3-18 0,-2 2 20 0,0 2-4 16,-2-2 6-16,2-1-4 0,-2 0 1 0,2 0-2 15,-1 1-2-15,1 0 8 0,0-2-11 0,-1 3 11 16,1-3-7-16,0 2 3 0,-1-2-6 0,1 2 3 15,-1-2-8-15,1 1 6 0,1 0-4 0,-4 1 0 16,4-2 1-16,-1 1-2 0,0 0 8 0,0-1 3 16,-2 0 4-16,2 1 6 0,-2 0-11 0,1 1 3 15,2-2 9-15,-1 2 7 0,-2-2-3 0,0 1-6 16,3 0-6-16,-3 1 3 0,0-5-2 0,3 3-1 16,-2 3-1-16,-1-2-4 0,0 2 0 0,2 6 2 15,2-5 2-15,-4 0 0 0,2-3 2 0,-1 4-12 16,-1-2 11-16,1-1-7 0,0 2 3 15,1-2 1-15,-1 2-2 0,0-2-11 0,2 2 6 16,-3-2-3-16,2 2 7 0,-2-1-4 0,2 2 2 0,-1-2-4 16,-1 1-1-16,1-2 3 0,-1 2 2 15,1 1-2-15,1 0 3 0,-1-1-4 0,-1 0 3 16,1 4 1-16,1-3-4 0,0 0 8 0,-2 5-5 16,0-8 4-16,0 9 2 0,0-2-2 0,-2 3-2 15,4-9-1-15,-2 0 2 0,1 3-6 0,-2 2-2 16,1 6 6-16,0-5 1 0,0 4-3 0,0-3-2 0,0 3-7 15,0-2 6-15,-2-1-1 0,2-1 0 0,2 2-3 16,-2-1 1-16,0-1-1 0,1 2 1 0,2-1-2 16,-3-5-3-16,0 6 1 0,-1 0 1 15,2-1 2-15,-1-5-3 0,0 6-1 0,0-1 0 16,0-5 1-16,0 0 3 0,0 0-8 0,0 4 3 16,0-4-1-16,0 0-2 0,-1-1 3 0,3 5 0 0,-3-4 0 15,2 3-2-15,-1-2-1 0,0-5 5 16,0 2 0-16,0 2-2 0,-1 5 2 0,1 1 0 15,0-1-3-15,1-5 2 0,-3-1 0 0,2 1 1 16,0 0-5-16,0 1 8 0,0-2-6 0,1 5 2 16,-1-4 2-16,0 1-2 0,-1-2-2 0,1 5 3 15,0-5 6-15,-2 7 1 0,1-8 2 0,2 1-3 16,-1 6 0-16,0 1 2 0,0-9-3 0,0 10-4 0,0-8 5 16,0-2 0-16,0 2-4 0,0 1 3 15,0 0-4-15,0-1 2 0,-1 0 1 0,1 0-6 16,0 0 3-16,0 7 1 0,0-9 0 0,-4 2 1 15,4 1-4-15,0 0 6 0,-1 0 1 0,2 3 0 16,-2 4-3-16,1-2-2 0,-3-5 3 0,1 6 1 16,3-2-6-16,-1-3 4 0,1 2-2 0,-1 2-1 15,0-4 1-15,0 4 2 0,0-5-2 0,-1 5 1 16,1-2-3-16,1 2-4 0,-2-1 3 0,1 1 2 16,0-6 1-16,-1 2-2 0,1 3 0 0,-1-5-1 15,2 6 1-15,-1-5 0 0,0-2 0 0,1 2 2 16,-1 5-4-16,0-6 3 0,-1 0-4 0,1 0 5 15,0 6-3-15,0-5-4 0,0-1 4 0,0 6-1 16,0-5-3-16,1 6 0 0,0 0 4 0,-1 1 0 16,0-8 2-16,-1 8-1 0,2-1-1 0,-2-6-1 15,1 4 1-15,0 1 1 0,1-5 0 0,-1 6 0 16,0-1-2-16,0 0 2 0,-1 0 2 0,2 1-2 16,1-2-1-16,-4 2-6 0,1 0 13 0,1-2-1 15,-2 0 0-15,0 1 5 0,2 1-3 0,2-1-2 16,-4-1 3-16,2 1-1 0,0-5-6 0,0-1 4 15,0 7-1-15,0 0-2 0,0-3-2 0,0 5 0 16,0-4 2-16,-2 1-1 0,2 3-5 0,0-2 4 16,2 3 3-16,-2 0-3 0,0 0 0 0,0-2-3 15,0 2 1-15,-2-3 0 0,4 2-2 0,-2 1 0 16,0-3 2-16,0 2-2 0,0 0 2 0,0 1-1 16,3-1 1-16,-2-1-2 0,4 1 0 0,-5-1-6 15,2-1 7-15,-2 1 1 0,0-3-1 0,2 0 0 16,-2 2 0-16,3 0 2 0,-1-1-2 0,0 2-1 15,-1-1-4-15,2 0 7 0,-1 0-4 0,2 0 1 16,-2 1-1-16,-1 0 0 0,2-1 1 0,-3-1 0 16,0 0-2-16,2-1 4 0,0 2-4 15,-2-1 3-15,3 1-2 0,-2 1-1 0,0-3 2 0,0-5-2 16,-1 7 1-16,3-1 0 0,0 0 0 0,-3 1 2 16,1-3-1-16,0 1-2 0,-1-5 3 0,1 0-1 15,1 7-1-15,1-2 1 0,0-5 1 0,-1 1-2 16,0-1 1-16,0 8-3 0,0-8 4 0,0 6 1 15,-1-7-3-15,1 6 2 0,0 6-2 0,0-5-8 16,-1-1 10-16,2 2 1 0,-2-1-1 0,1-1-2 16,3 1 1-16,-5-1-6 0,2 1 11 0,1 0-5 15,-3-6 1-15,4 4 2 0,-2-4-3 0,0 8 0 16,-1-3 0-16,-1-3 0 0,2-2 4 0,-1 0-1 16,-1 6-3-16,5-1-1 0,-5-5 1 0,2 0-4 15,0-2 2-15,-2 2 5 0,1-1-5 0,-1 0 4 16,4 0 1-16,-3 2-3 0,0-2 1 0,2 1-2 15,-3-4 3-15,3 3-1 0,-2-1 1 0,0-3-4 16,1-3 2-16,0 6 3 0,0 0-6 0,0-2 3 16,-2 4 1-16,3-2 3 0,-2-2-4 0,-1 2 2 15,0-3 0-15,2 0-3 0,0-2 3 16,-2-12 0-16,0 24-1 0,2-12 1 0,-2-12-2 16,4 20-1-16,-4-11-6 0,0-9 9 0,0 18-4 15,0-18 3-15,2 18 2 0,-2-11-4 0,0-7 2 0,0 0-2 16,0 20 1-16,0-20 1 0,0 0 2 0,0 13-2 15,0-13 0-15,0 8 2 0,0-8 1 0,0 0-2 16,0 0 0-16,0 11-8 0,0-11 10 0,0 0-1 16,0 0 2-16,0 0-2 0,0 0 3 15,0 0-12-15,-2 15-19 0,2-15-21 0,0 0-37 16,-16 6-39-16,16-6-49 0,-22 2-72 0,6 0-61 0,-4 0-61 16,2-4-89-16,-9-1-330 0,9-1-848 0,2-1 375 15</inkml:trace>
  <inkml:trace contextRef="#ctx0" brushRef="#br0" timeOffset="13250.53">25018 8272 45 0,'0'0'67'0,"0"0"-4"15,0 0-6-15,0 0-5 0,0 0-3 0,0 0-4 16,0 0 7-16,0 0-2 0,0 0-3 0,-6-5-1 15,6 5 3-15,0 0-16 0,0 0 9 0,0 0-8 16,0 0 5-16,0 0-7 0,0 0-4 0,0 0-4 16,0 0 3-16,0 0-1 0,-13 4-9 0,13-4-5 15,0 0 6-15,0 0-6 0,0 0 2 0,-11 1 4 16,11-1-5-16,0 0 3 0,0 0 3 0,0 0 2 16,-8 2-4-16,8-2 8 0,0 0-7 0,0 0 0 15,0 0-6-15,0 0 1 0,0 0 0 0,-8 0-2 16,8 0 1-16,0 0 1 0,0 0-2 0,0 0-12 0,0 0 8 15,0 0 10-15,-12 0-8 0,12 0-4 16,0 0 6-16,0 0 6 0,0 0 2 0,0 0 6 16,-8 1 2-16,8-1 0 0,0 0 1 0,0 0-7 15,0 0 8-15,0 0-10 0,0 0 6 0,0 0-6 16,0 0 1-16,0 0-2 0,0 0 3 0,0 0-5 0,0 0-1 16,0 0 3-16,0 0 6 0,-10-2-4 15,10 2-3-15,0 0 6 0,0 0-1 0,0 0 0 16,0 0 2-16,0 0 0 0,0 0 2 0,0 0-3 15,0 0 1-15,0 0 2 0,0 0-6 0,0 0 11 0,0 0-9 16,0 0-2-16,0 0 1 0,0 0 8 0,0 0-2 16,0 0 3-16,0 0 1 0,0 0-6 15,0 0 4-15,0 0 3 0,0 0-1 0,0 0 2 16,0 0-7-16,0 0 5 0,0 0-4 0,0 0-2 0,0 0 3 16,0 0 0-16,0 0 1 0,0 0-1 0,0 0-6 15,0 0 1-15,0 0 3 0,0 0-3 16,0 0-2-16,0 0-1 0,0 0-2 0,0 0 0 15,0 0 0-15,0 0 1 0,0 0-3 0,0 0 1 0,0 0 1 16,0 0 1-16,0 0 0 0,0 0 5 0,0 0-5 16,0 0-2-16,0 0 0 0,0 0 2 0,0 0 1 15,0 0-3-15,0 0 3 0,0 0-2 0,0 0 1 16,0 0-4-16,0 0 1 0,0 0 7 0,0 0-9 16,0 0-1-16,0 0 1 0,0 0-4 0,0 0-1 15,0 0 3-15,0 0 3 0,0 0 0 0,24-8-5 16,-24 8 1-16,8-1 0 0,-8 1 1 0,6-1-4 15,-6 1 2-15,0 0-2 0,13 0 1 0,-13 0-2 16,6-2-1-16,-6 2 0 0,8-3 2 0,-8 3-7 16,0 0 1-16,11 0 0 0,-11 0 1 0,0 0-2 15,11 0 1-15,-11 0 3 0,0 0-2 0,10-1-3 16,-10 1 1-16,0 0-1 0,0 0 9 0,11-1-10 16,-11 1 0-16,8-1 5 0,-8 1-7 0,0 0 6 15,9-1-1-15,-9 1-2 0,0 0-1 0,11-1 9 16,-11 1-9-16,0 0 2 0,9-2 1 0,-9 2-2 15,0 0 0-15,10-1 2 0,-10 1-4 0,0 0 0 16,0 0 4-16,9-1-4 0,-9 1 4 0,0 0 2 16,7 1 2-16,-7-1-2 0,0 0 6 0,0 0-4 15,10-2 1-15,-10 2 0 0,0 0 0 0,9-1 1 16,-9 1-1-16,0 0-3 0,0 0 4 0,12 0-6 16,-12 0 3-16,0 0 0 0,10-1-1 0,-10 1-1 15,0 0 0-15,8-4-1 0,-8 4 1 0,0 0-4 16,8 0 2-16,-8 0 3 0,0 0-4 0,0 0 1 15,0 0 2-15,11 0-1 0,-11 0 1 0,0 0 1 16,0 0-2-16,9 0-1 0,-9 0 1 0,0 0-2 0,0 0 1 16,10 0-1-16,-10 0 3 0,0 0-3 15,10-1 4-15,-10 1-2 0,0 0 2 0,9-2-1 16,-9 2 5-16,0 0 0 0,9 0 1 0,-9 0-1 16,0 0 1-16,8-3-4 0,-8 3 1 0,0 0-3 15,11 0 1-15,-11 0 0 0,0 0-1 0,0 0 1 0,12 0 2 16,-12 0-2-16,0 0-1 0,9-1 3 15,-9 1-4-15,0 0 3 0,0 0-2 0,10 0-2 16,-10 0 3-16,0 0-4 0,9 0 5 0,-9 0-3 16,0 0 2-16,10 0 1 0,-10 0-2 0,0 0 2 0,10 0-2 15,-10 0 0-15,0 0-2 0,8 0 1 16,-8 0 2-16,0 0-1 0,0 0 1 0,11 0-2 16,-11 0 10-16,0 0-9 0,10 0-3 0,-10 0-1 15,0 0 3-15,9 0-2 0,-9 0 5 0,0 0-5 0,10-2 5 16,-10 2-2-16,0 0 0 0,0 0-3 0,11-1 5 15,-11 1-5-15,0 0 2 0,10-1-4 0,-10 1 8 16,0 0-4-16,9 4-3 0,-9-4 4 16,0 0-4-16,12-2 6 0,-12 2 8 0,0 0-12 0,9-1-1 15,-9 1 2-15,0 0 0 0,10 0-4 0,-10 0 3 16,0 0 3-16,13 1 2 0,-13-1 2 0,8-1-4 16,-8 1-2-16,7-1 5 0,-7 1-1 0,0 0 2 15,12 0 0-15,-12 0-4 0,0 0 4 0,12 0-5 16,-12 0 11-16,0 0-11 0,7 0 1 0,-7 0-1 15,8 1-2-15,-8-1 0 0,0 0-2 0,12 0 5 16,-12 0-4-16,0 0 3 0,9-1 8 0,-9 1-9 16,9 0-3-16,-9 0 1 0,0 0 0 0,10 1 0 15,-10-1 1-15,0 0 6 0,0 0 0 0,10-1-2 16,-10 1-2-16,0 0 10 0,9 1 0 0,-9-1-7 16,0 0 4-16,8 1 3 0,-8-1-3 0,0 0-3 15,0 0-1-15,0 0-5 0,11-1 5 0,-11 1-2 0,0 0 6 16,0 0-10-16,10 0 3 0,-10 0-1 15,0 0-2-15,0 0 6 0,12 0 0 0,-12 0 1 16,0 0-8-16,7 1 3 0,-7-1-1 0,0 0 4 16,12-1-8-16,-12 1 0 0,0 0 1 0,0 0 6 15,12 0-3-15,-12 0 2 0,7 1-4 0,-7-1 15 16,0 0-16-16,11-1 3 0,-11 1 2 0,8 1-1 16,-8-1-3-16,0 0 10 0,10 0-4 0,-10 0 0 15,0 0-1-15,0 0 2 0,11-1 5 0,-11 1-8 16,0 0-2-16,10 0 1 0,-10 0 3 0,0 0-2 15,0 0 3-15,0 0-1 0,11 0-5 0,-11 0 1 16,0 0 1-16,0 0-7 0,6-1 11 0,-6 1 0 16,0 0-3-16,0 0-3 0,0 0 4 0,0 0-4 15,0 0 4-15,11 1 4 0,-11-1-3 0,0 0-2 0,0 0 3 16,10 0-4-16,-10 0 3 0,0 0-1 0,0 0 2 16,0 0-3-16,9-3 2 0,-9 3-5 15,0 0 4-15,8 2 0 0,-8-2-1 0,0 0 0 16,0 0 3-16,12-2-8 0,-12 2 4 0,0 0 3 0,7 2 1 15,-7-2 2-15,0 0-5 0,0 0 2 16,11-2 7-16,-11 2-3 0,0 0-1 0,14 0-5 16,-14 0 5-16,8-1-12 0,-8 1 11 0,0 0-1 15,0 0 2-15,9-3-2 0,-9 3 0 0,7-1-7 0,-7 1 2 16,0 0 6-16,9-2-2 0,-9 2 3 0,0 0-8 16,0 0 2-16,9 0 6 0,-9 0 1 0,0 0 4 15,8-2 0-15,-8 2-12 0,0 0 5 16,10-2 0-16,-10 2-3 0,0 0 5 0,11 0-1 15,-11 0 3-15,6-3-1 0,-6 3 2 0,0 0-1 0,10-1-7 16,-10 1 13-16,9-1-8 0,-9 1-3 0,5-3 2 16,-5 3-5-16,0 0 14 0,10-3 1 15,-10 3-6-15,8-2-2 0,-8 2 0 0,0 0-1 0,8-2-5 16,-8 2-2-16,0 0 6 0,7-3 0 0,-7 3-15 16,0 0 16-16,0 0-6 0,7-3 1 0,-7 3 7 15,0 0-6-15,0 0-1 0,0 0 15 0,9-2-14 16,-9 2 4-16,0 0-2 0,0 0 13 0,5-4-12 15,-5 4-9-15,0 0 12 0,0 0-4 0,0 0-10 16,10-1 25-16,-10 1-14 0,5-5 11 0,-5 5-15 16,0 0-1-16,9-2-1 0,-9 2 2 0,0 0-3 15,5-5-1-15,-5 5 3 0,0 0-1 0,8-2 1 16,-8 2-1-16,0 0-3 0,0 0 15 0,5-6-4 16,-5 6-6-16,0 0 4 0,6-2-3 0,-6 2-2 15,0 0 1-15,0 0-4 0,8-7 4 0,-8 7-2 16,6-2 4-16,-6 2 12 0,7-4-7 0,-7 4-3 15,0 0 11-15,4-7-9 0,-4 7 5 0,0 0-6 16,5-3-4-16,-5 3 3 0,4-6 3 0,-4 6-3 16,0 0 7-16,7-4-11 0,-7 4-1 0,5-6 6 15,-5 6-5-15,6-5 6 0,-6 5-10 0,5-5 11 16,-5 5-6-16,0 0-3 0,6-4 8 0,-6 4-2 16,0 0-4-16,5-6 3 0,-5 6 7 0,0 0-4 15,5-6-7-15,-5 6 5 0,0 0-4 0,6-4 11 16,-6 4-13-16,0 0 10 0,5-6-9 0,-5 6 7 15,6-4-6-15,-6 4 0 0,0 0 6 0,0 0-1 0,5-7-5 16,-5 7 10-16,0 0-10 0,5-5-3 0,-5 5 5 16,4-4-2-16,-4 4 0 0,4-6 4 15,-4 6-14-15,5-4 19 0,-5 4-1 0,0 0 1 16,4-6 1-16,-4 6-2 0,5-5 1 0,-5 5 1 0,2-5-1 16,-2 5 4-16,5-5 2 0,-5 5 3 0,4-5 3 15,-4 5 2-15,0 0-1 0,5-8 0 16,-5 8-4-16,2-6 0 0,-2 6-1 0,2-8-3 0,-2 8 5 15,3-6-5-15,-3 6-2 0,0 0-5 0,6-9 5 16,-6 9 2-16,2-7-7 0,-2 7 0 0,2-4 4 16,-2 4 2-16,0 0-7 0,4-10 3 0,-4 10 5 15,1-6-6-15,-1 6-1 0,0 0 2 0,0-12-3 16,0 12-3-16,0 0-2 0,1-11 2 0,-1 11 1 16,0-8-3-16,0 8-1 0,2-9 0 0,-2 9 3 15,2-8-1-15,-2 8-2 0,2-8 4 0,-2 8-4 16,0-11 4-16,0 11-2 0,2-7 4 0,-2 7-2 15,0-9 0-15,0 9-3 0,0-8 2 0,0 8 0 16,0-8 1-16,0 8-4 0,0-9 7 0,0 9-6 16,0-11-2-16,0 11 4 0,0-8-4 0,0 8 4 15,2-10-6-15,-2 10 3 0,0-11 1 0,0 11-2 16,1-11-1-16,-1 11 3 0,2-11-1 0,-2 11 1 16,0-8-5-16,2 1 7 0,-2 7-4 0,-2-13 2 15,4 3 0-15,-2 10 0 0,2-9-3 0,-2 9-5 16,0-10 7-16,0 10 1 0,0-9-2 0,2 1 0 15,-2 8 1-15,0 0-3 0,-2-11 2 0,2 11 2 16,2-12-4-16,-2 12 4 0,0-7 0 0,0 7-3 16,0-11 4-16,0 11-2 0,0-7-2 0,0 7 3 15,2-12 1-15,-2 12-2 0,0-10 0 0,0 10 0 16,0-8-4-16,0 8-1 0,0 0 2 0,0-13 2 16,0 13-2-16,0-7 2 0,0 7 3 0,0 0-5 15,0-13 5-15,0 13-5 0,0-7-1 0,0 7 6 16,0 0-3-16,0-11-1 0,0 11 1 0,1-7 4 0,-1 7-4 15,0 0 1-15,0-10 4 0,0 10-3 0,0-7 1 16,0 7 0-16,1-8 2 0,-1 8-3 0,3-9-2 16,-3 9 4-16,0-9 0 0,0 9 3 15,3-8-3-15,-3 8-2 0,2-11 1 0,-2 11-1 0,0-9-2 16,0 9 3-16,0-8 2 0,0 8-2 0,0-10 1 16,0 10-1-16,0-9-4 0,0 9 4 0,2-8 0 15,-2 8-1-15,0-10 2 0,0 10-1 0,2-10 1 16,-2 10 2-16,1-7-4 0,-1 7-1 0,1-10 4 15,-1 10-2-15,3-8-2 0,-3 8-2 0,0-9 0 16,0 9 2-16,2-8-1 0,-2 8-3 0,0-8 2 16,0 8 6-16,0 0-5 0,0-10 1 0,0 10 1 15,2-7-1-15,-2 7 2 0,0 0 5 0,0-11 0 16,0 11 1-16,2-9 30 0,-2 9-2 0,0-7 1 16,0 7-4-16,0-8 0 0,0 8-5 0,0 0 1 15,0-11-5-15,0 11-1 0,4-6-3 0,-4 6 0 16,0-9 0-16,0 9-3 0,0 0-3 0,0-11-3 15,0 11-2-15,0 0 1 0,0-11-1 0,0 11-4 16,-1-11-8-16,1 11 10 0,0-7 0 0,0 7 1 16,0 0-1-16,0-16 1 0,0 16 2 0,0-9-2 15,0 9 1-15,1-10 0 0,-1 10 0 0,3-10-3 16,-3 10-5-16,-3-11 6 0,3 11 2 0,0-8-2 16,0 8-6-16,-1-10 3 0,1 10 0 0,0-8 1 15,0 8 0-15,0 0-7 0,0-14 5 0,0 14 1 16,-1-7-3-16,1 7 0 0,0 0 2 0,0-12-2 15,0 12-5-15,1-7-6 0,-1 7 11 0,0 0 0 16,1-12 0-16,-1 12-2 0,0-8 3 0,0 8-4 16,0 0 2-16,-1-10-4 0,1 10 5 0,0 0-3 15,0-9 5-15,0 9-5 0,0 0-1 0,-1-11 5 0,1 11-5 16,1-9-4-16,-1 9 7 0,0 0-1 16,1-8-3-16,-1 8 4 0,0-8 3 0,0 8-1 15,0 0 3-15,-1-12-2 0,1 12-6 0,4-6 10 16,-4 6-1-16,0-9 0 0,0 9-3 0,0-8 2 15,0 8-2-15,0-10-1 0,0 10 1 0,0-7 0 0,0 7-1 16,0 0-2-16,0-13 3 0,0 13-5 16,0-10 1-16,0 10 5 0,-3-12-3 0,3 12 0 15,0-10 0-15,0 10 2 0,3-9-3 0,-3 9-2 0,-3-13 5 16,3 13-3-16,0-9 3 0,0 9 0 0,3-9 2 16,-3 9 0-16,0 0 1 0,-3-10-1 0,3 10 7 15,-1-8-6-15,1 8-1 0,0 0 1 0,4-8 5 16,-4 8-6-16,0 0 0 0,0 0 0 0,0-8 6 15,0 8-6-15,0 0 1 0,0 0-1 0,0 0-2 16,2-11 4-16,-2 11-5 0,0 0 0 0,0-8 4 16,0 8-3-16,0 0 3 0,0-9-2 0,0 9 5 15,0 0-7-15,0 0-7 0,0-11 7 0,0 11 0 16,-2-6-1-16,2 6 4 0,0 0-2 0,0-12-3 16,0 12 3-16,0 0-1 0,2-7-11 0,-2 7 9 15,-2-10-2-15,2 10 0 0,0 0-1 0,0-13 12 16,0 13-9-16,0-9 1 0,0 9-2 0,0-10-11 15,0 10 14-15,-3-6-5 0,3 6-2 0,3-9-3 16,-3 9 10-16,-4-8-2 0,4 8 0 0,0 0-2 16,0-13-2-16,0 13 3 0,1-7-1 0,-1 7 1 15,0 0-1-15,-1-9-9 0,1 9 12 0,0 0-3 16,0-10 4-16,0 10-7 0,-3-9 5 0,3 9 0 16,0 0-1-16,2-12-3 0,-2 12-12 0,2-5 14 15,-2 5-2-15,0 0 5 0,0 0-3 0,-1-14-1 16,1 14 4-16,-1-7-2 0,1 7-2 0,1-8 3 15,-1 8-2-15,0 0-2 0,0-11 3 0,0 11-4 16,0 0 2-16,0-10 0 0,0 10 0 0,0-7 0 16,0 7-2-16,0 0 2 0,-1-13 3 0,1 13-5 15,0-8 3-15,0 8 1 0,0-9-1 0,0 9 5 16,1-8-6-16,-1 8-1 0,-3-8 2 0,3 8-2 0,0-11 1 16,0 11 1-16,0-10 1 0,0 10-2 15,0-11 1-15,0 11-3 0,0-13 3 0,0 13-1 16,0-9 2-16,0 9-4 0,-2-10 6 0,2 10-3 15,0-10-3-15,0 10 4 0,0-9-1 0,0 9 3 16,0-10-1-16,0 10 1 0,0-9 3 0,0 9-2 16,-2-8 3-16,2 8 3 0,0 0-4 0,2-12 0 15,-2 12-1-15,-2-8-1 0,2 8 4 0,0 0-1 16,-2-11-7-16,2 11 6 0,0 0 0 0,0-10-2 16,0 10-2-16,0-8 1 0,0 8-1 0,0 0-1 0,0-11-1 15,0 11 4-15,0 0-4 0,0-10 0 16,0 10 1-16,0 0 1 0,0-12 1 0,0 12-8 15,0-7 4-15,0 7 1 0,-3-10-1 0,3 10-1 16,3-7 4-16,-3 7-2 0,0 0 1 0,-3-13 1 0,3 13-4 16,0-8 3-16,0 8 3 0,-1-8 0 15,1 8-3-15,-1-9 3 0,1 9-1 0,0 0-4 0,0-10 3 16,0 10 5-16,1-10-5 0,-1 10 6 16,0-9-4-16,0 9 1 0,0-9-1 0,0 9 3 15,1-10 1-15,-1 10-15 0,0-8 12 0,0 8 0 0,-1-11 1 16,1 11-3-16,0-8 1 0,0 8-1 0,0-12 1 15,0 12-7-15,1-7 0 0,-1 7 7 0,-1-12-3 16,1 12 4-16,-1-10-5 0,1 10 1 0,0-9 1 16,0 9 1-16,0-10-4 0,0 10 4 0,0-11 1 15,0 11 1-15,-2-9-3 0,2 9-3 0,2-10 3 16,-2 10 1-16,0-8 2 0,0 8-1 0,0 0-1 16,0-12 0-16,0 12 4 0,-2-8 0 0,2 8 1 15,0 0-1-15,0-13-2 0,0 13 1 0,-2-10-3 16,2 10-5-16,0-10-1 0,0 10 6 0,0-13 3 15,0 6-7-15,0 7 0 0,-2-13 2 0,2 13 0 16,-3-11-3-16,3 11 1 0,0-10 5 0,0 10 4 16,0-11-3-16,0 11-2 0,0-10 3 0,0 10-1 15,-3-9-5-15,3 9 3 0,0-11-1 0,0 11-3 16,-1-13 4-16,1 13-4 0,-1-9 0 0,1 9 2 16,0-12 0-16,0 12 2 0,-2-10-1 0,2 10-3 15,2-10 8-15,-2 10-3 0,-2-12-2 0,2 12 6 16,0-7-6-16,0 7 2 0,-2-12-2 0,2 12 0 15,0-9-2-15,0 9 1 0,-2-11-12 0,2 11 5 16,-2-9 6-16,2 9 1 0,0-11 1 0,0 11 0 16,0-11-2-16,0 11 5 0,0-11-2 0,0 11-1 15,0-10-12-15,0 10 15 0,0-9-11 0,0 9 8 0,-3-10 1 16,3 10 0-16,-2-8-4 0,-2 2 1 16,4 6 3-16,-2-10-1 0,2 10-4 0,-2-10 3 15,2 10 3-15,-1-11-3 0,-2 6 4 0,3 5-1 16,-2-9-2-16,2 9 0 0,0-9-9 0,0 9 13 15,-2-10-2-15,2 10-1 0,0-9 6 0,0 9-16 16,-2-11 17-16,2 11-5 0,2-10-7 0,-2 10 5 16,-2-11-3-16,2 11 8 0,0-11-8 0,0 11 3 15,0-10-4-15,0 10-2 0,0-11 6 0,0 11-2 16,-2-11-2-16,2 11-1 0,0-11 0 0,0 11-1 0,-2-9-2 16,2 9 2-16,-1-10 3 0,1 10 0 15,-1-10 0-15,1 10-8 0,0-11 10 0,0 11-5 16,0-7 4-16,0 7-3 0,-3-10 3 0,3 10 1 15,0-8 9-15,0 8-7 0,0 0 0 0,0-11-7 16,0 11 11-16,-2-9 0 0,2 9-3 0,0 0-1 16,-2-11 4-16,2 11 3 0,0 0-12 0,0-12-1 15,0 12-9-15,0-7 11 0,0 7-1 0,-2-10-2 16,2 10 1-16,0 0 7 0,-2-12-2 0,2 12-1 16,0-9-3-16,0 9 0 0,0 0 4 0,-1-12 0 0,1 12-6 15,-2-11 0-15,2 11 4 0,-2-9 6 16,2 9-5-16,0-11-6 0,0 11 4 0,0-10 7 15,0 10-3-15,-3-12-1 0,3 12-2 0,-2-10 6 16,2 10-16-16,0-11 14 0,0 11-6 0,-2-12 1 16,2 7 2-16,0 5-2 0,0 0 5 0,0-15-6 0,0 15 7 15,-3-10 3-15,3 10-10 0,0-11 4 16,0 5-5-16,0 6-2 0,-2-10 3 0,2 10 3 16,-2-9-1-16,2 9-2 0,0-11-8 0,0 11 6 15,0-8 3-15,0 8-3 0,0-11 0 0,0 11 6 16,0-10-3-16,0 10 3 0,0-10-5 0,0 10 6 0,0-10-2 15,0 10-3-15,-2-8-6 0,2 8 7 0,0-11-6 16,0 11 3-16,0-9 3 0,0 9-2 16,2-10-1-16,-2 10 0 0,0-9 5 0,0 9-2 15,0-8-5-15,0 8 3 0,0-10 1 0,0 10-3 0,0-9 8 16,0 9-7-16,0-9 5 0,0 9-3 0,0-7-6 16,0 7-1-16,0-10 4 0,0 10 3 0,0-9-13 15,0 9 20-15,0-10-5 0,0 10 2 16,0-8-3-16,0 8 3 0,0 0-4 0,0-14-13 15,0 8 20-15,0 6-4 0,0-8 0 0,0 8-8 0,0-10 6 16,0 10-1-16,0-11 1 0,0 11-2 0,0-9-3 16,0 9 1-16,0-9 1 0,0 9 2 0,0-9 7 15,0 9-7-15,4-10-24 0,-4 10 6 0,-4-10 1 16,4 10-3-16,2-10 5 0,-2 10 1 16,0-11-1-16,0 11 4 0,-2-10 6 0,2 10-2 0,2-9 21 15,-2 9-17-15,2-8-6 0,-2 8 4 0,0 0-3 16,0-13 9-16,0 13-3 0,-2-8-2 0,2 8 3 15,0 0 1-15,2-12-2 0,-2 12-3 0,0-7 2 16,0 7 0-16,0 0-4 0,0-12 7 0,0 12-1 16,0-7-4-16,0 7 10 0,0 0-11 0,-2-11 5 15,2 11 2-15,2-7-13 0,-2 7 6 0,3-9 7 16,-3 9 1-16,0-8-2 0,0 8 5 0,2-9-11 16,-2 9 6-16,0-9 0 0,0 9-2 0,0-10 1 15,0 10-2-15,0-8 5 0,0 8-1 0,0-11-3 16,0 11 2-16,0-10-3 0,0 10-1 0,-2-12 2 15,2 12 2-15,2-10 0 0,-2 10-13 0,0-11 10 16,0 11 7-16,0-10-1 0,0 10-8 0,-2-9 1 16,2 9 5-16,2-9-5 0,-2 9 4 0,-2-10-1 15,2 10 5-15,0 0-5 0,0-11 0 16,0 11 1-16,0-9 1 0,0 9 3 0,-3-8-9 0,3 8 8 16,0 0 1-16,3-11-4 0,-3 11-5 0,0 0 4 15,-3-10-2-15,3 10-1 0,0 0 0 0,0-10 4 16,0 10 0-16,0 0 2 0,0-9-5 0,0 9 2 15,0 0 0-15,0-10 1 0,0 10-3 0,0 0 3 16,0-9 4-16,0 9-5 0,0 0 4 0,-2-9-6 16,2 9 10-16,0 0-3 0,0-9-4 0,0 9-3 15,0 0 6-15,0 0-6 0,-2-9 5 0,2 9-6 16,0-10 5-16,0 10-2 0,0 0 1 0,0-11-2 16,0 11 6-16,0-8-5 0,0 8-3 0,0 0 7 15,0-9 0-15,0 9 2 0,0 0-8 0,0-12 3 16,0 12-2-16,-2-8-1 0,2 8 4 0,0-9-1 15,0 9-3-15,0 0-2 0,-2-11 2 0,2 11 6 16,0 0-2-16,0-13 1 0,0 13 3 0,0-8-7 16,0 8 6-16,-2-7-8 0,2 7 7 0,0 0-3 15,2-9-2-15,-2 9-1 0,0-9 0 16,0 9 2-16,0 0 0 0,-2-12 0 0,2 12 0 0,0 0 3 16,0-12-6-16,0 12 1 0,-1-7 3 0,1 7 1 15,-2-8 8-15,2 8-11 0,-2-7 1 0,2 7 0 16,0 0-4-16,0 0 5 0,0-14-1 0,0 14 1 15,0-8-1-15,0 8-2 0,0 0 20 0,-2-11-18 16,2 11 4-16,-2-9 0 0,2 9-4 0,0 0-5 16,0-11 7-16,0 11-1 0,0 0-3 0,0-12 1 15,0 12 2-15,0-7-4 0,0 7 4 0,0 0-5 16,0-12 4-16,0 12-2 0,0 0 4 0,-2-12-2 16,2 12-4-16,0-8 5 0,0 8-5 0,0-9 7 15,0 9-3-15,-3-8-1 0,3 8 5 0,-1-8-3 16,1 8-3-16,0 0 6 0,-2-13 1 0,2 13-7 15,2-7 2-15,-2 7 3 0,0 0-1 0,-2-12-1 16,2 12 11-16,0-7-15 0,0 7 0 0,0 0 0 16,0-10 12-16,0 10-11 0,0 0 2 0,-2-10-2 15,2 10 4-15,0 0-3 0,0 0 1 0,0-9-2 16,0 9 15-16,0 0-10 0,0 0-3 0,0-9 2 16,0 9-3-16,0 0 1 0,0 0-2 0,0-8-5 15,0 8 5-15,0 0-3 0,-2-9 6 0,2 9 0 16,0 0-5-16,0 0 4 0,0 0-4 0,0-10 4 15,0 10 3-15,0 0-5 0,0 0 6 0,0-9-4 16,0 9 1-16,0 0-2 0,-2-8 1 0,2 8-2 16,0 0 1-16,0 0 0 0,-2-9-1 0,2 9 4 15,0 0-2-15,0 0 0 0,0-11-1 0,0 11 2 16,0 0 1-16,-2-8-3 0,2 8 5 0,0 0-3 16,0 0 6-16,0-11-7 0,0 11 4 0,0 0-7 15,-1-8 0-15,1 8 9 0,0 0 2 0,0 0 3 16,-1-10-4-16,1 10-1 0,0 0-6 0,0 0 2 15,0-10 2-15,0 10-3 0,0 0 0 0,0-12-3 16,0 12 6-16,0 0-3 0,-1-9 3 0,1 9 0 16,-2-8 0-16,2 8-4 0,0 0 0 0,2-10 5 15,-2 10-10-15,0 0 5 0,-2-9 5 0,2 9-4 16,0 0 0-16,0-10-4 0,0 10 3 0,0 0 1 16,0 0-6-16,-2-10 5 0,2 10-4 0,0 0 3 15,0 0-1-15,0-12-8 0,0 12 11 0,0 0-3 16,0 0 3-16,2-9-1 0,-2 9 1 0,0 0 4 15,0 0-5-15,0 0-2 0,2-7-1 0,-2 7 2 16,0 0 1-16,0 0-7 0,0 0 6 0,1-8 0 16,-1 8 5-16,0 0-3 0,0 0 3 0,0 0-2 15,0 0 1-15,0 0-2 0,0-9-1 0,0 9-7 16,0 0 9-16,0 0-3 0,0 0 3 0,0 0-1 16,-1-12-2-16,1 12-4 0,0 0 9 0,-2-7-3 15,2 7 0-15,0 0-5 0,0 0 5 0,0-9-1 16,0 9 1-16,0 0 3 0,0 0 2 0,0 0-8 15,0-10 1-15,0 10 2 0,0 0 2 0,0-8-2 16,0 8 6-16,0 0-6 0,0 0-1 0,0 0 3 16,0 0-3-16,0-11-4 0,0 11 3 0,0 0 0 15,0 0 0-15,0-8-1 0,0 8 4 0,0 0-5 16,0 0 4-16,0 0-5 0,-2-9 7 16,2 9-1-16,0 0-1 0,0 0 2 0,0 0 0 15,-2-8 2-15,2 8-4 0,0 0-6 0,0 0 6 0,0 0-2 16,0 0-1-16,0-10 0 0,0 10 6 0,0 0-5 15,0 0 3-15,0 0-1 0,0 0 1 0,0 0-6 16,-2-7 4-16,2 7-2 0,0 0 4 0,0 0-7 16,0 0 7-16,0 0-2 0,2-11-1 15,-2 11 3-15,0 0-3 0,0 0-1 0,0 0-1 16,-2-9 0-16,2 9 6 0,0 0-5 0,0 0 1 16,0 0-2-16,0 0 4 0,0 0-1 0,0 0 0 0,0 0 5 15,0 0-2-15,0 0-2 0,0 0-1 16,-3-8-1-16,3 8-3 0,0 0 3 0,0 0 3 15,0 0 2-15,0 0-5 0,0 0 7 0,0 0-2 16,0 0-9-16,0 0 7 0,0 0 1 0,0 0-4 16,0 0 5-16,0 0-12 0,0 0 9 0,0 0-9 15,0 0 10-15,0 0 1 0,0 0-5 0,0 0 3 16,0 0 0-16,0 0 3 0,0 0 1 0,0 0-5 16,0 0 3-16,0 0-8 0,0 0 3 0,0 0-1 15,0 0 4-15,0 0 2 0,0 0-2 0,0 0 0 16,0 0-1-16,0 0-6 0,0 0 6 0,0 0 2 15,0 0 1-15,0 0 5 0,0 0-4 0,0 0-4 16,0 0-1-16,0 0 2 0,0 0-2 0,0 0-1 16,0 0 4-16,0 0-2 0,0 0-1 0,0 0 0 15,0 0 3-15,0 0 3 0,0 0-9 0,0 0 2 16,0 0-5-16,0 0 7 0,0 0 1 0,0 0 2 16,0 0 2-16,0 0-6 0,0 0 2 0,0 0 2 15,0 0-2-15,0 0 1 0,0 0 0 0,0 0 1 16,0 0-4-16,0 0 1 0,0 0 3 0,0 0 0 15,0 0-2-15,0 0-2 0,0 0-4 0,0 0 6 16,0 0-13-16,0 0-16 0,0 0-10 0,0 0-13 16,0 0-12-16,0 0-20 0,0 0-20 0,0 0-34 15,0 0-46-15,0 0-47 0,0 0-55 0,0 0-63 16,0 0-80-16,0 0-91 0,0 0-311 0,-26 8-899 16,13-7 399-16</inkml:trace>
  <inkml:trace contextRef="#ctx0" brushRef="#br0" timeOffset="14650.53">24732 4231 69 0,'0'0'132'0,"2"-8"6"0,-2 8-2 15,0 0 0-15,0 0-6 0,0 0-12 0,-2-10-9 16,2 10-8-16,0 0 4 0,0 0-6 0,0 0 2 15,0 0 0-15,-2-8-8 0,2 8-3 0,0 0-8 16,0 0 2-16,0 0-5 0,0 0-5 0,0 0-7 16,0 0-3-16,-1-9-4 0,1 9-10 0,0 0 1 15,0 0 18-15,0 0-6 0,0 0-3 0,0 0-3 16,0 0-5-16,0 0-3 0,0 0-3 0,0 0-3 16,0 0-5-16,0 0 0 0,0 0-4 0,0 0-2 15,0 0-2-15,0 0-2 0,0 0-5 0,0 0 3 16,0 0 2-16,0 0 1 0,0 0 2 0,0 0 0 15,0 0 1-15,0 0-8 0,0 0 8 0,0 0 4 16,0 0-7-16,0 0-1 0,0 0-4 0,0 0-3 16,0 0-3-16,2-8-1 0,-2 8-2 0,0 0 0 15,0 0-5-15,0 0 2 0,0-9-1 0,0 9 0 16,0 0-4-16,0 0-2 0,0 0 1 0,0 0-2 16,0 0 1-16,0 0-5 0,0 0 0 0,0 0-2 15,0 0-2-15,0 0 1 0,0 0-2 0,0 0-9 16,0 0 7-16,0 0 0 0,0 0 1 0,0 0-8 15,0 0 11-15,-18 21 0 0,9-12 2 0,-2 3-4 16,-2-1 2-16,3 1 2 0,2-3 3 0,0-2-2 16,2 1 2-16,-2-1-5 0,1 0 1 0,0-1 2 15,0 2-4-15,0 0-4 0,3-2 6 0,-3-1-10 16,1 0-3-16,0-1-10 0,3 2-13 0,-4-2-8 16,3 0-18-16,4-4-26 0,-8 9-34 0,8-9-42 15,-5 4-44-15,5-4-45 0,-8 5-129 0,8-5-415 16,0 0 184-16</inkml:trace>
  <inkml:trace contextRef="#ctx0" brushRef="#br0" timeOffset="14866.29">24689 4211 5 0,'0'0'200'0,"9"-3"-7"0,-4 1-18 16,-5 2-12-16,14-4-13 0,-8 3-16 0,-6 1-14 15,13-1-5-15,-6 1-13 0,5 2-11 0,0 2-10 16,0-1-6-16,-1 1-5 0,2 0-10 16,-1 0-4-16,-1 2-6 0,5 4-1 0,-7-1-24 0,3-2-46 15,-1 1-72-15,0-1-63 0,-3 0-118 0,0 0-298 16,-2 0 132-16</inkml:trace>
  <inkml:trace contextRef="#ctx0" brushRef="#br0" timeOffset="15285.22">23904 4314 255 0,'0'0'254'0,"0"0"-17"0,0 0-9 16,-7-3-15-16,7 3-12 0,0 0-16 0,0 0-14 16,0 0-8-16,0 0-21 0,0 0-13 0,0 0-15 15,0 0-8-15,11-10-10 0,2 5-8 0,2 1-7 16,6-3-10-16,0 4-9 0,0-4-3 0,4 3-9 16,-4-1-17-16,-3 2-19 0,1 1-22 0,-6 2-26 15,1-1-36-15,-4 0-50 0,-1-1-49 0,2 1-47 16,-11 1-174-16,11 3-421 0,-11-3 186 0</inkml:trace>
  <inkml:trace contextRef="#ctx0" brushRef="#br0" timeOffset="15784.96">24024 4299 44 0,'0'0'214'0,"0"0"-13"0,0 0-10 0,0 0-23 16,0 0-15-16,-6 5-21 0,6-5-13 15,0 0-15-15,0 0-6 0,0 0 12 0,3 17 0 0,-3-11-8 16,1 5-10-16,0-2-5 0,2 3-4 0,-3-1 6 16,2 1-11-16,1-1-6 0,-2 0-5 0,-1-1-9 15,3 3-1-15,0-4-8 0,-1-3-5 0,0 4-6 16,-1-3-1-16,1 0-2 0,-1 0-4 16,0-1-3-16,-1-6-2 0,2 12-2 0,-2-12 1 15,1 9-5-15,0-4 0 0,-1-5-3 0,2 6-1 0,-2-6-3 16,2 8 1-16,-2-8-6 0,0 0 7 0,0 0-1 15,0 8-7-15,0-8 0 0,0 0 4 0,0 0-3 16,0 9-2-16,0-9 5 0,0 0-3 16,0 0 2-16,-4 8 3 0,4-8-5 0,0 0 1 15,-4 6-3-15,4-6-4 0,-6 5 8 0,6-5-4 16,-8 2-1-16,8-2-3 0,-6 4 5 0,6-4-5 0,-8 2 3 16,8-2 0-16,-9 1-1 0,9-1-3 15,-9 2 2-15,9-2-2 0,-6 4-1 0,6-4 3 0,0 0-2 16,-12 3 1-16,12-3-1 0,-5 1 0 15,5-1-1-15,0 0-2 0,0 0 2 0,-8 4 0 16,8-4-2-16,0 0 1 0,0 0-1 0,0 0-3 16,0 0-2-16,-6 4 4 0,6-4 0 0,0 0-2 0,0 0 2 15,0 0 0-15,0 0-1 0,0 0 8 16,22 0-7-16,-22 0-6 0,23-5-7 0,-11 1-21 0,7 1-25 16,-1-1-31-16,-1 1-43 0,4-1-55 15,1 1-56-15,-3 2-126 0,-2-1-405 0,2-2 179 16</inkml:trace>
  <inkml:trace contextRef="#ctx0" brushRef="#br0" timeOffset="17033.93">29876 8087 33 0,'-9'-4'118'0,"9"4"3"0,-6-3-4 0,6 3 3 15,-9-6 5-15,4 3 0 0,5 3-3 0,-7-4-1 16,7 4-2-16,-7-6 3 0,7 6-3 0,-9-4-1 15,9 4-5-15,-7-5-1 0,7 5-3 0,0 0-3 16,-7-5-5-16,7 5-2 0,0 0-7 0,-8-5-8 16,8 5-5-16,0 0-10 0,0 0-4 0,-8-1-6 15,8 1-6-15,0 0-4 0,0 0-6 0,0 0-3 16,-7-4-6-16,7 4 0 0,0 0-4 0,0 0-4 16,0 0-2-16,0 0-6 0,0 0-1 0,0 0-3 15,0 0 0-15,0 0-2 0,0 0-5 0,0 0 3 16,0 0-6-16,0 0 0 0,0 0 1 0,0 0-2 15,0 0-5-15,0 0 1 0,0 0 2 0,0 0 2 16,0 0 0-16,0 0-2 0,0 0 3 0,0 0-3 16,0 0 3-16,0 0-1 0,24 9 0 0,-14-7 0 15,2 1 0-15,-3 0 0 0,2-3 2 0,1 3-4 16,0-2 0-16,1 2 0 0,0-3 1 0,-1 2-3 16,0 0 4-16,0 0-4 0,-2-2 2 0,3 1 0 15,-7 2 1-15,2-1-5 0,-2-1 5 0,-6-1-5 16,13 3 2-16,-8-1 1 0,-5-2-19 0,10 3 0 15,-3-2 4-15,-7-1-3 0,6 4 5 0,-6-4-1 16,4 8 8-16,-2-4-7 0,-2-4 2 0,-1 11 5 16,1-11 1-16,-8 15 0 0,-2-2-1 0,-1-2 4 15,-1 1 3-15,-3 4-3 0,1-2 3 0,-7 4-3 16,1-2 2-16,6-5-7 0,-1 2-6 0,1-1-17 16,-3 0-22-16,3 2-36 0,0-2-46 0,4-2-39 15,-1 3-40-15,2-2-151 0,1-2-395 0,2 0 175 16</inkml:trace>
  <inkml:trace contextRef="#ctx0" brushRef="#br0" timeOffset="17550">29880 8550 7 0,'0'0'276'16,"0"0"-4"-16,0 0-11 0,0 0-4 0,1-9-21 15,-1 9-13-15,0 0-19 0,0 0-17 0,0 0-18 16,0 0-15-16,0 0-22 0,0 0-21 0,0 0-12 15,0 0-11-15,0 0-6 0,0 0-11 0,0 0-8 16,0 0-3-16,0 0-11 0,22 17 0 0,-17-11-9 16,2 1 0-16,0 1-6 0,-1 0 9 0,1 1-15 15,1-2-5-15,0 0 5 0,-1 2-3 0,-1-3 1 16,-1 4-10-16,3-4-1 0,-2-2 0 0,2 1-6 16,-3 0 5-16,2-2-3 0,-1 0-2 0,2 1 1 15,-2 0-3-15,-1-2 10 0,-5-2-8 0,8 7-1 16,-3-6 0-16,-5-1-2 0,9 2 8 0,-9-2 11 15,6 1 10-15,-6-1-2 0,0 0 0 0,13-4-3 16,-7-1 8-16,-1 0 7 0,1-2 0 0,1 0-6 16,0-4-3-16,-1 0-1 0,0-3-5 0,2-1 5 15,-1-2-10-15,4 4-2 0,-6-2-3 0,0 3-2 16,0-1 1-16,1 4-2 0,-3 0-5 0,2-2-5 16,-2 4-15-16,0 2-15 0,-1-4-20 0,-1 1-29 15,2 4-21-15,-3 4-30 0,1-13-34 0,-1 13-36 16,0 0-61-16,4-12-46 0,-4 12-174 0,0 0-512 15,0 0 226-15</inkml:trace>
  <inkml:trace contextRef="#ctx0" brushRef="#br0" timeOffset="19406.28">26235 7832 11 0,'0'0'43'0,"0"0"-2"0,0 0-7 0,0 0 3 0,-9 0-10 15,9 0 6-15,0 0 1 0,0 0 7 0,0 0-1 16,-6-5 1-16,6 5 0 0,0 0 2 0,0 0-8 16,0 0 6-16,0 0 6 0,-8-2-6 0,8 2 8 15,0 0-2-15,0 0 9 0,0 0-7 0,0 0 7 16,0 0-5-16,-5-4-5 0,5 4 3 0,0 0-1 16,0 0-2-16,0 0-13 0,0 0 10 0,2-13 3 15,-2 13-1-15,0 0-8 0,0 0 4 0,-4-9-1 16,4 9-1-16,0 0-1 0,0 0 5 0,0-9 1 15,0 9-10-15,0 0 0 0,0 0-6 0,-4-6 0 16,4 6 2-16,0 0-9 0,0 0-1 0,0 0 2 16,0 0-3-16,0 0-9 0,0 0 3 0,0 0-4 15,-7-3 6-15,7 3-9 0,0 0 1 0,0 0 3 16,0 0-3-16,0 0-2 0,0 0 1 0,0 0-6 16,0 0 3-16,0 0 4 0,0 0-2 0,0 0-5 15,0 0 3-15,0 0 2 0,0 0-4 0,0 0 4 16,0 0-6-16,0 0 7 0,0 0-3 0,0 0-4 15,0 0 2-15,-5-4-3 0,5 4 12 0,0 0-7 16,0 0 0-16,0 0-6 0,0 0 3 0,0 0 2 16,0 0-5-16,0 0 4 0,0 0-1 0,0 0-3 15,0 0 3-15,0 0-3 0,0 0 6 0,0 0-7 16,0 0 2-16,0 0 3 0,0 0-5 0,0 0 4 16,0 0-1-16,0 0-8 0,0 0-10 0,0 0 4 15,0 0-19-15,0 0-3 0,5-14-7 0,-5 14 9 16,2-7-2-16,-2 7-2 0,0 0 7 0,1-15 0 15,-1 15 7-15,0-12-1 0,0 12 10 0,-1-11-3 0,1 11 13 16,0-11 0-16,0 11 3 0,-2-8-3 16,2 8 8-16,0 0 2 0,0 0-3 0,0-11 8 15,0 11 0-15,0 0-15 0,0 0 10 0,-3-6 4 16,3 6-7-16,0 0-2 0,0 0-1 0,0 0 0 0,0 0 0 16,0 0 6-16,0 0-2 0,0 0-3 0,0 0 2 15,-4 23-5-15,4-23 10 0,-3 7-9 16,3-7 6-16,3 13-4 0,-3-13-2 0,0 15-4 15,0-6 11-15,0-1-2 0,2 2 1 0,-2-3 3 0,0-7-3 16,0 16-4-16,0-7 15 0,2 0-19 0,-2-3 5 16,3 4 2-16,-3-1 3 0,3 0-1 15,-1 1 1-15,-2-2-2 0,2 3-6 0,0-3 7 16,0 3-1-16,0-2-3 0,0-2-1 0,-2 1 8 0,1 2 5 16,1-1-8-16,-2 1-6 0,2-1 16 0,0 2-10 15,-2-3-6-15,0 1 6 0,0-2-5 0,0 2 2 16,0 1-5-16,0-10 2 0,0 17 3 0,0-9 8 15,0-8-10-15,-2 13-6 0,2-5-2 0,-2-2-2 16,2-6-3-16,0 15 5 0,0-9 2 0,0-6-10 16,0 12 2-16,-2-7-1 0,2-5-2 0,2 13 8 15,-2-7 2-15,0-6-4 0,0 9 0 0,0-9 6 16,0 9-3-16,0-9 3 0,0 8 1 0,0-8-2 16,2 7-3-16,-2-7 8 0,0 0 2 0,2 11-3 15,-2-11-5-15,0 0 5 0,0 9-3 0,0-9 3 16,4 8 0-16,-4-8 3 0,0 7-2 0,0-7 2 15,0 0-3-15,1 9 12 0,-1-9-12 0,-1 8 3 16,1-8-2-16,0 0 4 0,1 10 0 0,-1-10-4 16,2 8-6-16,-2-8 9 0,0 0-7 0,3 7 0 15,-3-7 3-15,0 0 7 0,2 7-6 0,-2-7-14 16,2 6 4-16,-2-6 0 0,0 0 3 0,4 9 7 0,-4-9-2 16,0 0-6-16,1 7-11 0,-1-7 18 15,0 0-4-15,0 7 4 0,0-7 1 0,0 0-1 16,0 0 11-16,0 10-8 0,0-10-3 0,0 0 1 15,-1 7-4-15,1-7 9 0,0 0-1 0,0 0 5 0,0 0-11 16,1 8-1-16,-1-8-4 0,0 0 10 16,0 0-1-16,0 0 3 0,0 9 2 0,0-9-4 15,0 0 3-15,0 0 0 0,4 6-13 0,-4-6-11 16,0 0-1-16,0 0-3 0,0 0-10 0,0 0 1 0,0 0-6 16,0 0-7-16,4 3-5 0,-4-3-3 0,0 0-4 15,0 0 3-15,0 0-6 0,0 0-2 0,0 0-53 16,0 0-125-16,0 0 56 0</inkml:trace>
  <inkml:trace contextRef="#ctx0" brushRef="#br0" timeOffset="20450.8">26153 8563 46 0,'0'0'175'0,"-6"-5"3"0,6 5-1 16,-5-4-2-16,5 4 4 0,0 0-6 0,-6-7-7 16,6 7-7-16,-8-4-5 0,8 4-5 0,0 0-2 15,-4-6-5-15,4 6-6 0,0 0-8 0,-5-5-8 16,5 5-7-16,0 0-9 0,0 0-8 0,0 0-11 15,0 0-4-15,0 0-9 0,0 0-9 0,0 0-3 0,0 0-7 16,0 0-11-16,0 0-6 0,0 0-9 0,0 0-1 16,0 0 0-16,0 0-6 0,0 0-2 0,0 0-1 15,0 0-1-15,0 0 0 0,15 14 0 16,-11-10-7-16,-4-4 1 0,9 10-1 0,-5-5 0 0,0 3-2 16,6 0 1-16,-6-2 1 0,1 2-4 0,1 0 4 15,-2-1-5-15,1 1 2 0,2-1 1 0,-2 1-5 16,1 1 6-16,-4-4-6 0,3 3 2 0,1-2-1 15,-3-2 0-15,0 2 0 0,1-2-3 0,-4-4 2 16,7 8 1-16,-5-4-2 0,-2-4-4 0,8 8 0 16,-5-4 6-16,-3-4 0 0,7 4-1 0,-7-4 1 15,0 0-4-15,4 6 5 0,-4-6-5 16,0 0 4-16,0 0 3 0,0 0-3 0,0 0 2 0,0 0 5 16,0 0 1-16,0 0 4 0,0 0-7 0,0 0 2 15,0 0 15-15,9-16-17 0,-7 9-5 0,0 2 4 16,1-5-7-16,-1 0 8 0,-2 0-3 0,2-2-4 15,0 0 4-15,3-4-2 0,-2 5-2 0,-1-5 3 16,2 2-3-16,1-2 3 0,-3 5 1 0,-2-3-2 16,2 4 2-16,0-2 3 0,-2 2 3 0,4 1 1 15,-4-1-4-15,3 3 1 0,-3 7 0 0,-2-13 4 16,2 13-4-16,5-8-1 0,-5 8 0 0,0-9 1 16,0 9-4-16,4-6-1 0,-4 6-1 0,0 0 0 15,0 0-1-15,4-4-8 0,-4 4 4 0,0 0-13 16,0 0-7-16,0 0-11 0,0 0 1 0,0 0-17 15,0 0-7-15,0 0-8 0,0 0-12 0,7 14-28 16,-5-8-48-16,-2-6-38 0,2 13-42 0,0-3-230 16,-2 0-500-16,1-2 222 0</inkml:trace>
  <inkml:trace contextRef="#ctx0" brushRef="#br0" timeOffset="21066.51">26410 8724 75 0,'0'0'169'0,"-3"-6"3"0,3 6-2 0,0 0 1 16,-3-7-4-16,3 7-5 0,0 0-3 0,0 0-7 16,-4-7-6-16,4 7-11 0,0 0-13 0,0 0-10 0,0 0-8 15,0 0-12-15,0 0-12 0,0 0-8 0,0 0-10 16,0 0-4-16,0 0-6 0,0 0-8 16,0 0-3-16,0 0-5 0,0 0-1 0,0 0 0 15,16 17-9-15,-13-14-1 0,1 5-4 0,0-4 0 0,-1 2-1 16,1-1-5-16,0 2 2 0,-4-7-1 0,8 9-3 15,-6-4-4-15,2 1 4 0,0-2-4 16,-4-4 1-16,5 10-2 0,-3-7 1 0,-2-3-2 16,4 9 0-16,-4-9-1 0,4 6-1 0,-4-6 0 0,4 4 0 15,-4-4 3-15,0 0-4 0,0 0-1 0,4 5 6 16,-4-5-4-16,0 0 11 0,0 0 12 0,0 0 10 16,0 0-1-16,0 0 1 0,0 0-4 0,0 0 4 15,0 0-1-15,9-15-1 0,-9 8-3 0,0 7-2 16,4-16-7-16,1 6 0 0,0 0 4 0,-1-2-3 15,-1 2-4-15,1-3 9 0,0 2-5 0,1-1-3 16,-1 0-2-16,3 4 0 0,-4-3 1 0,3 3-5 16,-2-1 6-16,-1 0-6 0,1 4-3 15,-2 0 1-15,-2 5 0 0,5-7-1 0,-5 7-2 0,5-7-3 16,-5 7-2-16,4-7-3 0,-4 7 0 0,0 0 4 16,0 0-8-16,2-5-1 0,-2 5-6 0,0 0-7 15,0 0-13-15,0 0-14 0,0 0-6 0,0 0-11 16,0 0-9-16,0 0-28 0,0 0-49 0,0 0-38 15,-2 26-29-15,-2-19-37 0,-1 1-174 0,0 3-457 16,1-2 202-16</inkml:trace>
  <inkml:trace contextRef="#ctx0" brushRef="#br0" timeOffset="21518.94">26479 8853 143 0,'0'0'199'0,"0"0"-6"0,2-21-8 0,-2 21-13 16,0 0-7-16,0 0-6 0,0 0-7 0,0 0-7 16,0 0-6-16,0 0-7 0,0 0-11 0,0 0-5 15,0 0-12-15,0 0 1 0,0 0-12 0,-2-10-3 16,2 10-6-16,0 0-9 0,0 0-8 0,0 0-6 15,0 0-9-15,0 0 0 0,0 0-7 0,0 0-3 0,0 0-9 16,0 0 1-16,0 0-11 0,0 0 1 16,0 0-4-16,0 0-2 0,0 0 6 0,0 0-4 15,0 0-1-15,0 0 6 0,3 26-2 0,-1-21 4 16,-2-5-2-16,2 14 2 0,0-8 3 0,-2 3 8 16,4 0-10-16,-4 1 1 0,2-3-2 0,-1 3 0 0,1-2-5 15,0 1 1-15,1-2 14 0,-1 2-3 0,0 1 2 16,0-4-1-16,-2-6-4 0,3 11-1 0,-3-11 2 15,2 7 1-15,-2-7 3 0,4 7-3 16,-4-7-1-16,2 7 2 0,-2-7-3 0,0 0-5 0,0 0 6 16,0 8-3-16,0-8-4 0,0 0 4 0,0 0 4 15,0 0-9-15,0 0-10 0,0 0 5 0,2 7-4 16,-2-7-20-16,0 0-28 0,0 0-30 16,0 0-28-16,0 0-29 0,0 0-46 0,0 0-53 0,-19-13-60 15,19 13-249-15,-5-5-570 0,5 5 253 0</inkml:trace>
  <inkml:trace contextRef="#ctx0" brushRef="#br0" timeOffset="21850.38">26827 8761 28 0,'0'0'235'0,"0"0"-9"0,0 0-2 0,-4-10-14 16,4 10-16-16,0 0-11 0,0 0-15 0,0 0-20 16,0 0-10-16,0 0-17 0,0 0-8 0,0 0-12 15,0 0-6-15,0 0-6 0,0 0-4 0,0 0-11 16,0 0-9-16,8-4-9 0,-8 4 1 0,0 0-9 15,10 0-6-15,-10 0-1 0,9-4-9 0,-9 4-12 16,9-2-23-16,-9 2-25 0,10-2-43 0,-10 2-44 16,12 0-53-16,-12 0-36 0,0 0-164 0,9 0-397 15,-9 0 175-15</inkml:trace>
  <inkml:trace contextRef="#ctx0" brushRef="#br0" timeOffset="22017.94">26810 8839 76 0,'0'0'230'16,"0"0"4"-16,0 0-9 0,0 0-14 0,0 0-19 15,0 0-11-15,0 0-18 0,0 0-14 0,0 0-14 16,0 0-12-16,0 0-17 0,24-4-16 0,-24 4-32 16,14-4-40-16,-8 2-56 0,-6 2-64 0,13-3-69 15,-13 3-143-15,10-4-339 0,-8 2 150 0</inkml:trace>
  <inkml:trace contextRef="#ctx0" brushRef="#br0" timeOffset="22634.92">27512 8697 154 0,'0'0'241'0,"-7"-5"-8"0,7 5-17 0,-9-5-17 16,3 4-9-16,6 1-16 0,-11-3-10 0,11 3-17 16,-16 0-13-16,16 0-14 0,-14 3-9 0,7 1-9 15,-4 1 1-15,0 1-22 0,4 2-3 0,-2 0-6 16,3 1-4-16,-3 3-6 0,0 1-1 0,0 0-6 16,5-3 1-16,-4 2-8 0,4-2-5 0,1 3-4 15,2-3-3-15,-2 0-5 0,1 0 0 0,2 0-3 16,0-1-2-16,2-2-4 0,-2-7-5 0,4 13 11 15,-1-5-11-15,1-2 1 0,-2 1-2 0,6-3-2 16,-4-1-11-16,3 2-8 0,1-2-8 0,2-1-15 16,1 0-16-16,0-1-24 0,1-1-19 0,0 0-25 15,1-1-31-15,-2-2-11 0,1 1-16 0,2-2 6 16,-3 1-17-16,0 0-1 0,3-3-133 0,-3-1-340 16,1 1 150-16</inkml:trace>
  <inkml:trace contextRef="#ctx0" brushRef="#br0" timeOffset="23050.69">27599 8842 622 0,'5'-9'-3'0,"2"1"23"16,-2 1 18-16,-3-1 26 0,0 1 4 0,0-1 21 15,-2 8 14-15,0-13 13 0,1 7 8 0,-1 6 3 16,-1-11 5-16,1 11 5 0,-4-8-1 0,4 8-1 16,-4-7-1-16,4 7-2 0,-3-8 15 0,3 8-15 15,0 0-8-15,-7-4-17 0,7 4-13 0,0 0-8 16,0 0-11-16,0 0-8 0,0 0-6 0,-11 16-5 0,9-11-6 16,0 3 4-16,0-1-2 0,2 1-9 15,-1 1 3-15,1-1-13 0,0 2 1 0,1-2-5 16,1-1-2-16,0 0 0 0,0-1-4 0,2 2-3 15,1-4 0-15,-1 2-1 0,3-1-2 0,-2-2 2 16,1 2-6-16,3-1 0 0,-2-1-2 0,0-3-1 16,2 2-2-16,-1-2 1 0,-8 0-4 0,19-2-1 15,-11 0 2-15,-3 1 2 0,5-4-3 0,-4-1-2 16,1-1-2-16,-1 2 6 0,1-2-2 0,0-3 0 16,-3 3-1-16,-1 0 2 0,3-1 10 0,-3-2 1 0,1 0 6 15,-4-1 6-15,2 3-1 0,-2-2 8 0,4 3 20 16,-4 7 1-16,4-11 4 0,-4 11 5 15,0-8-1-15,0 8 2 0,2-10-14 0,-2 10-8 16,0 0-1-16,0 0 1 0,0 0-19 0,0 0-1 0,0 0-6 16,0 0 10-16,0 0-17 0,0 0-7 15,0 0 5-15,0 0 0 0,-5 27 0 0,5-18-17 16,0-9 18-16,1 17 4 0,1-7-12 0,-2-1-1 0,2 0 9 16,2-2-11-16,-1 2-14 0,-1-2-20 0,2 0-27 15,0-1-25-15,1-1-23 0,0-1-22 0,1 0-28 16,-1 1-51-16,2-2-56 0,1 1-42 0,-1-3-237 15,0 0-591-15,-7-1 261 0</inkml:trace>
  <inkml:trace contextRef="#ctx0" brushRef="#br0" timeOffset="23300.1">27953 8620 249 0,'-3'-7'306'0,"-1"0"-4"0,1 1 9 0,3 6-5 0,-4-9-6 15,4 9-23-15,0 0-16 0,0-9-35 0,0 9-29 16,0 0-17-16,0 0-24 0,0 0-18 0,0 0-14 16,0 0 2-16,0 0-14 0,6 32-1 0,-5-21-9 15,-1 6-14-15,2-1-9 0,1 3-8 0,-1-3 5 16,-2 4-7-16,2-2-12 0,-2-2 4 0,5 1-9 16,-3 0-5-16,0-1-22 0,2 0-22 0,-4-3-26 15,5 0-28-15,-2-3-26 0,-2 1-25 0,2 0-16 16,-3 0-49-16,2-4-63 0,-2-2-58 0,3 4-272 15,-3-9-605-15,-8 11 267 0</inkml:trace>
  <inkml:trace contextRef="#ctx0" brushRef="#br0" timeOffset="23499.66">27838 8786 137 0,'0'0'257'15,"0"0"-16"-15,0 0-17 0,0 0-22 0,0-9-19 16,0 9-18-16,0 0-18 0,16-9-14 0,-2 6-11 16,2-2-12-16,3-1-17 0,13 1-25 0,-4-1-47 15,-1 2-42-15,-1 0-50 0,3 1-46 0,-9-1-58 16,2 4-112-16,-7 0-310 0,3-2 137 0</inkml:trace>
  <inkml:trace contextRef="#ctx0" brushRef="#br0" timeOffset="23767.37">28180 8742 134 0,'0'0'266'0,"0"0"6"15,-2-10-13-15,2 10-8 0,-3-8-9 0,3 8 0 16,-2-7-12-16,2 7-2 0,0 0-13 0,0-10-9 16,0 10-6-16,0 0-6 0,0 0-8 0,0 0-36 15,-2-8 10-15,2 8-11 0,0 0 3 0,0 0-33 16,0 0-16-16,0 0-8 0,0 0-13 0,0 0-13 15,0 0 1-15,0 0-3 0,0 0-3 0,0 0-3 16,0 0 7-16,4 27-4 0,-4-17-4 0,3 0 3 16,-1-1-26-16,1 1 11 0,-5 1-1 0,5-1-4 15,-1 0-3-15,0 0-8 0,-2-1-4 0,0 0-25 16,3-4-20-16,-3-5-43 0,6 17-33 0,-5-10-35 16,-1-7-32-16,0 14-31 0,2-10-65 0,-2-4-72 0,2 12-300 15,-2-8-680-15,0-4 301 0</inkml:trace>
  <inkml:trace contextRef="#ctx0" brushRef="#br0" timeOffset="23931.26">28123 8622 88 0,'0'0'69'15,"21"13"-29"-15,-15-1-36 0,3 4-38 0,2 2-37 16,-1 5 18-16</inkml:trace>
  <inkml:trace contextRef="#ctx0" brushRef="#br0" timeOffset="24183.87">28296 8879 233 0,'0'0'249'15,"0"0"1"-15,0 0 0 0,0 0-7 0,0 0-7 16,0 0-11-16,0 0-8 0,4-21-13 0,-2 16-18 0,-1-5-7 15,1 0-11-15,1-3-12 0,1 2-14 0,0-5-12 16,2 0-9-16,2 2-7 0,1 1-8 0,-5 2-10 16,6 3-6-16,-4 0-10 0,2 1-13 15,-2 2-4-15,-1 0-8 0,4 4-10 0,-9 1 1 0,14 0-5 16,-14 0-7-16,18 4-5 0,-9 2 0 0,-2 0-10 16,3 1 3-16,-1 0 0 0,-3 1-4 0,1 3-2 15,-3-2-25-15,3-1-24 0,-2 2-18 0,-1-1-19 16,0 1-18-16,0 0-19 0,-3-2-48 15,0 2-57-15,2-5-61 0,-3 3-258 0,1-1-574 0,-1-7 253 16</inkml:trace>
  <inkml:trace contextRef="#ctx0" brushRef="#br0" timeOffset="24584.93">28698 8714 73 0,'-4'-8'357'0,"4"8"-18"0,0 0-16 0,-2-9-14 0,2 9-38 15,0 0-23-15,0 0-25 0,0 0-29 0,0 0-17 16,0 0-14-16,0 0-19 0,0 0-14 0,0 0-6 16,21 20-20-16,-13-11-9 0,-3 3-10 0,1-1-5 15,-1 0-13-15,2 0-9 0,-1 0 0 0,0 0-9 16,1-1-7-16,-2-1-1 0,0 1-6 0,0-3 3 15,0-1-5-15,-1-2-2 0,-1 3-3 0,-3-7-9 16,4 7 3-16,-4-7 10 0,2 5 16 0,3-2 24 16,-5-3 24-16,0 0 22 0,0 0 2 0,0 0-9 15,0 0-14-15,0 0-7 0,0 0-3 0,9-18-13 16,-6 8-12-16,-1-1-4 0,1-1-4 0,1-7-6 16,0 2-4-16,1-2-1 0,-1 0-9 0,1 2-3 15,2-1-1-15,-5 3-9 0,3 0-13 0,-3 4-12 16,1 1-17-16,-3 1-33 0,2 1-39 0,-1 2-41 15,-1 6-32-15,3-8-28 0,-3 8-39 0,0 0-19 16,0 0-10-16,0 0-14 0,0 0-8 0,0 0-27 16,0 0-198-16,3 27-552 0,-1-17 244 0</inkml:trace>
  <inkml:trace contextRef="#ctx0" brushRef="#br0" timeOffset="24883.6">28914 8771 155 0,'4'6'168'0,"-4"-6"-1"0,2 5 7 0,-2-5 7 16,0 0 5-16,4 5 3 0,-4-5 0 0,0 0 1 15,4 6-6-15,-4-6-13 0,0 0-11 0,2 8-11 16,-2-8-11-16,2 6-11 0,-2-6-11 0,5 5-7 16,-5-5-11-16,5 6-10 0,-5-6-3 0,4 6-12 15,0-2-6-15,-4-4 8 0,12 4 2 0,-3-1 2 0,2-2-9 16,-2-1-2-16,3-1-10 0,1-1 0 16,-2 0-8-16,1 0-8 0,-3-1 5 0,1-1-3 15,0-1 17-15,-1-2-5 0,-2 2-4 0,0-4-4 16,-2 1-8-16,-1-2 5 0,0 0-11 0,-3-1-1 15,-1 0-3-15,0 0-15 0,0 0 20 0,-3 2-14 0,0 0 4 16,-2 0-15-16,-5 2 6 0,3 0-1 16,-1 3-5-16,0-1-7 0,-4 4-14 0,1-1-17 15,0 0-11-15,0 4-25 0,-2-2-20 0,2 6-19 16,-1-1-24-16,2 0-39 0,-1 3-55 0,3-3-50 0,1 2-274 16,1 1-590-16,1-1 261 0</inkml:trace>
  <inkml:trace contextRef="#ctx0" brushRef="#br0" timeOffset="25133.69">29148 8615 87 0,'0'-9'352'0,"0"9"3"16,0-10 4-16,0 10 10 0,-2-10-11 0,2 10-14 15,0-9-19-15,0 9-26 0,0 0-30 0,0-9-28 0,0 9-32 16,0 0-24-16,0 0-21 0,0 0-9 0,0 0-25 15,0 0-9-15,9 19-13 0,-6-3-8 0,1 0-7 16,-2 2-11-16,1-3-9 0,-2 4-6 16,0 5-15-16,-1-3 1 0,2 4-3 0,-2-6-5 0,-2-1-16 15,2-1-29-15,0 0-35 0,2-3-59 0,-2-1-44 16,0-2-32-16,-2 2-27 0,2-3-62 0,0 0-68 16,-1-1-316-16,1-1-696 0,0-8 309 15</inkml:trace>
  <inkml:trace contextRef="#ctx0" brushRef="#br0" timeOffset="25383.64">29261 8658 102 0,'0'-11'325'0,"0"11"0"0,0-12-1 0,0 12-15 16,0-8-19-16,0 8-35 0,0 0-26 0,2-7-23 15,-2 7-15-15,0 0-4 0,0 0-5 0,0 0-11 16,5 27-9-16,-5-16-16 0,2 5-13 0,0 0 4 15,0 0-26-15,-1 0-11 0,1 0-11 0,0 0-1 16,-1-3-30-16,-1-2 11 0,2 2-7 0,-2-1-20 16,1-1-17-16,-1 1-42 0,1-3-34 0,1 3-31 15,-2-5-22-15,0-7-18 0,1 13-42 0,-2-7-49 16,1-6-45-16,1 9-35 0,-1-9-210 0,0 0-544 16,-7 5 241-16</inkml:trace>
  <inkml:trace contextRef="#ctx0" brushRef="#br0" timeOffset="26484.82">29191 8771 154 0,'0'0'212'0,"0"0"-10"15,0 0-13-15,0 0-9 0,0 0-15 0,8-11-9 16,-2 9-12-16,7-2-16 0,2-1-11 0,4-2-12 16,-1 4-9-16,4-1-11 0,0-2-8 0,3-1-7 15,-5 3-9-15,-1 0-2 0,-6 3-10 0,0-3-1 16,0 1-8-16,1 1 2 0,-7-1-6 0,0 2-5 15,-7 1-2-15,9 0 13 0,-9 0 8 0,10-3 8 16,-10 3 10-16,0 0 2 0,8-2-4 0,-8 2-3 16,0 0-3-16,0 0 6 0,0 0-2 0,0 0-5 15,0 0-6-15,0 0-1 0,-23 11-4 0,18-8 3 16,0 2-6-16,-3 2 3 0,2 0 4 0,-2 3 2 16,3-2-5-16,-1 1 1 0,3 1-12 0,-2-1-3 15,0-1-7-15,3 1 2 0,-1 0-4 0,2-3 0 0,1-6-9 16,0 14 4-16,1-8 1 0,-1-6-9 15,5 11 3-15,0-7 0 0,-5-4 10 0,10 5-12 16,-3-3-6-16,-2-1-1 0,5-1 5 0,-10 0-2 16,17-1-5-16,-7-1 4 0,-3-1-2 0,1 1 4 0,-1-3-8 15,-2 1 0-15,2 1 4 0,1-4-1 16,-3 2-4-16,0-2 2 0,-3 0 8 0,2 1-6 16,-2 0 0-16,2 1 1 0,-4 5-1 0,1-9-7 15,-1 9 9-15,3-9 5 0,-3 9 1 0,0 0-3 16,-2-9 0-16,2 9 1 0,0 0-13 0,0 0 2 0,0 0 8 15,0 0 1-15,0 0-7 0,0 0-3 0,0 0 3 16,0 0-2-16,-7 27 2 0,6-22-3 16,1-5-1-16,0 12 1 0,0-12 3 0,3 10-1 15,4-5 4-15,-2-1-6 0,2-1 11 0,4 1 11 0,3-2-2 16,2-2 0-16,0-2 3 0,4 1-9 0,1-5 3 16,5 2-4-16,-7-2 2 0,-2 0 13 0,2 1-11 15,-2-3 2-15,0 1 4 0,-2-1-6 16,-5 3-2-16,0-3 18 0,2 0 1 0,-6 1-6 0,-1-4 1 15,0 1-5-15,1 0-1 0,-5 0-3 0,0 1 1 16,1 2 0-16,-2 7 1 0,-6-12-6 0,1 8 4 16,-3-2-19-16,1 3 16 0,-5 0-3 0,-1 6-6 15,0 0 7-15,-4 1-9 0,0 2 4 0,2 3-5 16,0 0 0-16,2 1-3 0,-1 0-5 0,4 0 4 16,1 0-8-16,1 0 5 0,3-2-9 0,1 0 2 15,1-2 1-15,2 0-29 0,1-6 2 0,0 13-2 16,0-13-16-16,4 7 6 0,0-3-1 0,3-2-4 15,-7-2 11-15,11 3 9 0,-4-3-2 0,-7 0 0 16,14 0-1-16,-14 0 4 0,11-1 8 0,-11 1-2 16,10-4 6-16,-10 4-1 0,6-2 5 0,-6 2 8 15,0 0-13-15,0 0-2 0,9-2 3 0,-9 2 3 16,0 0 2-16,9 8 7 0,-8-3 11 0,2 0 13 16,1 5 8-16,0 2 24 0,3 4-10 0,-3 0 12 15,1 4 4-15,3 5-6 0,0 2 1 0,0-4-2 16,0 3 0-16,0-1-15 0,-3 1 7 0,5 4-3 15,-2-6-1-15,-3 1-5 0,2 3-1 0,-4-3 6 16,2 1-8-16,-5-3 2 0,-2-3-23 0,-2 5 20 16,-1-7-5-16,-2-2-3 0,0 1 2 0,-6-2-10 15,-1-2 0-15,-3-2-5 0,1 0-3 0,-3-3-5 16,2 0 1-16,-1-2 3 0,1-3-7 0,3-1 3 16,3-1-5-16,-1-4 1 0,2 1-1 0,4-1-8 15,1-6 0-15,2 1 0 0,2-5-4 0,5-4 0 16,3-1-5-16,4-6 7 0,4 0-11 0,4-2 13 15,0-1-14-15,2-1 12 0,1 5-3 0,2-3 5 0,-1-1-2 16,0 2 0-16,-1 0 11 0,-1 0-5 16,-4 4-3-16,-3-1 14 0,-3 5-3 0,2 1-10 15,-4-1 21-15,-1 2-8 0,-1-1-23 0,-2 0 23 16,-3-1-2-16,-2 6 6 0,-2 3-10 0,2-4 33 0,-2 6 7 16,2 6 2-16,-3-10-2 0,3 10 0 0,-7-8-8 15,7 8-4-15,-8-2-2 0,8 2 0 0,0 0 7 16,-15 10-5-16,5-1-4 0,3-2 1 15,1 5-5-15,2-2 2 0,-1 0-3 0,0 2 4 16,3-2-22-16,0 1-24 0,3-2-33 0,2 1-41 0,2-2-19 16,2 0-33-16,2-2-31 0,0 1-54 0,11-4-69 15,-3 0-51-15,1 1-209 0,3-4-615 0,0 0 272 16</inkml:trace>
  <inkml:trace contextRef="#ctx0" brushRef="#br0" timeOffset="26602.04">30116 8965 59 0,'0'0'268'0,"0"0"-26"0,0 0-22 16,0 0-21-16,0 0-22 0,0 0-15 0,-21 6-17 16,21-6-24-16,-12 0-45 0,6 2-66 0,-3-1-79 15,1 0-86-15,-2 1-88 0,-3-1-262 0,-5 1 115 16</inkml:trace>
  <inkml:trace contextRef="#ctx0" brushRef="#br0" timeOffset="32419.97">24828 8311 27 0,'0'0'66'16,"0"0"-10"-16,0 0 0 0,0 0-7 0,0 0-2 16,0 0-2-16,0 0-2 0,0 0-1 0,0 0 2 15,0 0-8-15,0 0-4 0,0 0-4 0,0 0-3 16,0 0 4-16,0 0-12 0,0 0 2 0,0 0 3 16,0 0 1-16,0 0-6 0,0 0-11 0,0 0 8 15,0 0 5-15,0 0-4 0,0 0-5 0,0 0 6 0,0 0-1 16,0 0-2-16,0 0-6 0,0 0-5 15,0 0 11-15,0 0-5 0,-23 8 3 0,23-8-5 16,0 0-4-16,0 0 7 0,0 0-12 0,0 0 12 16,-7 3 1-16,7-3-9 0,0 0 7 0,0 0-2 0,-8 1-3 15,8-1 1-15,0 0-2 0,0 0-3 0,-8 2 5 16,8-2-4-16,0 0 2 0,0 0 2 16,-10 0-8-16,10 0 7 0,0 0 3 0,-6 3-2 15,6-3-3-15,0 0-3 0,0 0-1 0,0 0 6 0,-9 1-10 16,9-1 13-16,0 0-4 0,0 0-3 0,-7 2-3 15,7-2 0-15,0 0 9 0,0 0-5 0,-10 2-1 16,10-2 8-16,0 0-13 0,0 0 1 0,-8 2 9 16,8-2-8-16,0 0 3 0,0 0 8 0,-9 0-5 15,9 0 2-15,0 0-2 0,0 0 0 0,0 0 1 16,-10 0-8-16,10 0 5 0,0 0-6 0,0 0 9 16,0 0 5-16,-10 0-2 0,10 0-9 0,0 0 8 15,0 0-5-15,0 0-4 0,0 0-2 0,-10 1 1 16,10-1 12-16,0 0-6 0,0 0-8 0,0 0 10 15,0 0-3-15,0 0 9 0,-10-1-1 0,10 1-2 16,0 0 10-16,0 0-8 0,0 0 4 0,0 0-11 16,0 0 9-16,0 0-4 0,-9 0 0 0,9 0 3 15,0 0-11-15,0 0 11 0,0 0-10 0,0 0 5 16,-11 0 2-16,11 0 0 0,0 0 2 0,0 0 6 16,0 0-12-16,0 0 7 0,-11 0 6 0,11 0-5 15,0 0-8-15,0 0 2 0,0 0 1 0,0 0-4 16,0 0 7-16,0 0-1 0,-9 1 0 0,9-1 5 15,0 0-11-15,0 0 13 0,-8 2 5 0,8-2-8 16,0 0 8-16,0 0-4 0,-10 0 1 0,10 0-4 16,0 0 16-16,-9 0-17 0,9 0-5 0,0 0 8 15,0 0 0-15,0 0-2 0,0 0-5 0,0 0-3 16,-11 0 8-16,11 0-8 0,0 0-5 0,0 0 6 16,0 0 2-16,0 0 1 0,-10 0-7 0,10 0 5 15,0 0-2-15,0 0-1 0,0 0 10 0,0 0 3 0,0 0 2 16,-11 0-5-16,11 0 6 0,0 0-1 15,0 0 0-15,0 0 0 0,0 0-3 0,-10 0 2 16,10 0-8-16,0 0 4 0,0 0-9 0,-8 4 1 16,8-4 13-16,0 0-7 0,0 0-7 0,0 0-1 15,-10 0 4-15,10 0 0 0,0 0-5 0,0 0 5 16,0 0-4-16,-11 0 2 0,11 0-1 0,0 0 4 16,-8 2 3-16,8-2-3 0,0 0-4 0,0 0 7 15,-12 1-1-15,12-1-3 0,0 0 0 0,-9 0-4 0,9 0 6 16,0 0-1-16,0 0-2 0,0 0-1 0,0 0-2 15,0 0 2-15,0 0-5 0,0 0 10 0,0 0-8 16,0 0-4-16,-9 0 4 0,9 0 1 16,0 0-5-16,0 0 4 0,0 0 13 0,0 0-18 0,0 0 8 15,0 0 0-15,0 0-1 0,0 0-5 0,0 0 1 16,0 0-5-16,0 0 1 0,0 0 5 0,0 0 0 16,0 0-2-16,0 0-1 0,-11 0-7 0,11 0-4 15,0 0-18-15,0 0-16 0,0 0-18 0,0 0-14 16,-2 6-16-16,2-6-18 0,0 0-24 0,0 0-69 15,0 0-224-15,0 0 100 0</inkml:trace>
  <inkml:trace contextRef="#ctx0" brushRef="#br0" timeOffset="38500.43">21636 11467 75 0,'0'0'79'0,"0"0"7"0,0 0-6 16,0 0 2-16,0 0-3 0,0 0 12 15,0 0-10-15,0 0 3 0,0 0 1 0,0 0 2 16,0 0-4-16,0 0-2 0,0 0-6 0,0 0-4 15,0 0-18-15,0 0 12 0,0 0-6 0,0 0-3 0,0 0 4 16,0 0 3-16,0 0-3 0,0 0 3 0,0 0 0 16,0 0-5-16,0 0 1 0,0 0-6 15,0 0-5-15,0 0-7 0,0 0-5 0,0 0 2 16,0 0-9-16,0 0-2 0,0 0-1 0,0 0-2 0,0 0-7 16,0 0-2-16,0 0 5 0,0 0-6 0,0 0 0 15,0 0 0-15,0 0-7 0,0 0 3 0,0 0 1 16,0 0-5-16,0 0 1 0,0 0-4 0,0 0 7 15,0 0-5-15,0 0-2 0,0 0 2 0,0 0-1 16,0 0-1-16,0 0 0 0,0 0-4 0,0 0-5 16,0 0 1-16,0 0 3 0,0 0-3 0,0 0 3 15,0 0-2-15,0 0 3 0,0 0-2 0,0 0 0 16,0 0 3-16,-6 18-3 0,6-18-2 0,6 3-1 16,-6-3-2-16,4 5 1 0,-4-5-11 0,3 4-2 15,-3-4-6-15,0 0-3 0,3 8-2 16,-3-8 3-16,0 0-2 0,5 5 6 0,-5-5-4 0,0 0 4 15,0 0-5-15,0 0 6 0,4 3-1 16,-4-3 8-16,0 0 5 0,0 0 2 0,0 0-3 0,0 0 1 16,0 0-1-16,0 0 1 0,0 0 6 0,0 0-3 15,0 0-2-15,0 0 8 0,0 0-1 0,9 0-1 16,-9 0 3-16,0 0 0 0,0 0 2 0,0 0-5 16,0 0 5-16,0 0-3 0,0 0-3 0,0 0 1 15,0 0 4-15,0 0-1 0,0 0-4 0,0 0 1 16,11-5 5-16,-11 5-1 0,0 0 3 0,0 0-3 15,0 0-5-15,0 0 1 0,0 0 2 0,0 0 2 16,0 0 0-16,0 0-7 0,0 0-2 0,0 0-8 16,0 0 2-16,0 0-10 0,0 0-11 0,0 0-11 15,0 0-6-15,0 0-15 0,0 0 1 0,0 0-11 16,0 0-8-16,0 0-7 0,0 0-10 0,0 0-85 0,-26 4-204 16,26-4 91-16</inkml:trace>
  <inkml:trace contextRef="#ctx0" brushRef="#br0" timeOffset="49249.96">24880 8322 8 0,'0'0'56'0,"0"0"-5"0,0 0-6 0,-10 0-11 16,10 0-2-16,0 0 1 0,0 0-6 0,0 0 2 16,0 0-7-16,0 0-6 0,0 0-5 0,0 0-1 15,-4-6-6-15,4 6-5 0,0 0 1 0,0 0-3 16,0 0-10-16,0 0 1 0,0 0 0 0,0 0-1 15,0 0-4-15,0 0 3 0,0 0 0 0,0 0 6 16,0 0 0-16,0 0 1 0,0 0-4 0,0 0 0 16,0 0-1-16,0 0 4 0,0 0-1 0,0 0 4 15,16-9-1-15,-16 9 1 0,0 0 1 0,0 0 4 16,0 0 3-16,0 0 8 0,0 0 3 0,0 0 6 16,0 0-3-16,0 0 6 0,0 0 0 0,0 0 4 15,0 0-4-15,0 0 4 0,0 0-1 0,0 0 8 16,0 0-9-16,0 0 5 0,0 0-5 0,0 0-1 15,0 0-7-15,0 0 1 0,0 0 1 0,0 0 2 16,0 0-6-16,0 0-2 0,0 0-3 0,0 0 4 16,0 0-4-16,0 0 4 0,0 0-4 0,0 0-13 15,0 0 14-15,0 0-2 0,0 0-2 0,0 0-3 16,0 0 4-16,0 0-5 0,0 0 0 0,0 0 6 16,0 0-1-16,0 0-6 0,0 0 4 0,0 0-4 15,0 0-5-15,0 0 10 0,0 0-5 0,0 0 2 16,0 0 4-16,0 0-6 0,0 0 5 0,0 0-5 15,0 0 12-15,0 0-13 0,0 0 0 0,0 0-3 16,0 0 2-16,14 6-2 0,-14-6 1 0,0 0-8 16,0 0 10-16,0 0-1 0,0 0-3 0,8 2-3 0,-8-2 10 15,0 0-5-15,0 0 0 0,0 0 1 16,0 0-1-16,0 0-1 0,0 0 1 0,0 0 1 16,10-2-4-16,-10 2 1 0,0 0 0 0,0 0 6 15,0 0-1-15,0 0-1 0,9 0-3 0,-9 0-3 0,0 0 6 16,0 0 1-16,0 0 3 0,6-3-8 15,-6 3 0-15,0 0 3 0,0 0-1 0,0 0 1 16,0 0-1-16,0 0 1 0,0 0-3 0,9-1 2 0,-9 1 2 16,0 0 2-16,0 0 4 0,0 0 7 0,0 0-3 15,0 0 13-15,0 0 1 0,0 0-4 0,0 0 8 16,0 0-2-16,0 0-5 0,0 0 6 0,0 0 9 16,0 0-7-16,0 0-2 0,0 0-2 0,0 0-6 15,0 0-4-15,0 0 2 0,0 0 4 0,0 0-7 16,0 0-10-16,0 0 3 0,0 0-5 0,0 0 8 15,0 0 1-15,0 0-2 0,0 0-1 0,0 0-3 16,0 0 1-16,0 0-1 0,-29-2-5 0,29 2 3 16,-8-1-1-16,8 1 3 0,0 0-2 0,-15-2 0 15,15 2-22-15,-11 0 21 0,11 0-3 0,-11 2 0 16,11-2 2-16,-9 0 1 0,9 0 3 0,0 0-4 16,-13-2-10-16,13 2 13 0,0 0-9 0,-12 2 7 15,12-2-3-15,-8 0-1 0,8 0 5 0,-9 0 1 16,9 0-7-16,0 0-2 0,-17 0 9 0,17 0-4 15,-10 0-3-15,10 0 2 0,-9 3 5 0,-1-3-9 16,10 0 0-16,-14 0 2 0,5 1-3 0,1 0 2 16,8-1-2-16,-15 2 5 0,5-1 1 0,-3-1 1 15,4 2 0-15,-1-2-2 0,10 0 2 0,-12 3-2 16,7-3-2-16,5 0 5 0,-14 3 0 0,14-3-6 16,-13 0 8-16,13 0 0 0,-10 0-9 0,10 0 7 15,-10 0-14-15,10 0 16 0,-10 1 1 0,10-1-8 16,-8 2 6-16,8-2-7 0,0 0 4 0,-10 2-16 15,10-2 10-15,-9 1 3 0,9-1 5 0,-12 1 2 16,12-1-3-16,-12 2-1 0,6 0-2 0,6-2 1 16,-10 0-2-16,10 0 0 0,-14 2 0 0,14-2 2 0,-13 0-2 15,7 0 8-15,6 0-9 0,-14 1 6 16,6 1-1-16,8-2-4 0,-16 0 3 0,8 3 0 16,8-3-3-16,-13 1 5 0,7-1-7 0,6 0 3 15,-12 0 3-15,12 0 0 0,-11 2-4 0,11-2 3 0,-9 1-2 16,9-1 1-16,-10 2-3 0,10-2 6 15,-9 2-3-15,9-2 3 0,-9 1-1 0,9-1 0 16,0 0 2-16,-12-1-3 0,12 1-8 0,-7 1 13 16,7-1-9-16,0 0 9 0,-11 0-3 0,11 0-2 0,0 0-3 15,-12 0 0-15,12 0 2 0,-9 1 0 0,9-1-6 16,-12 2 9-16,4-2-5 0,8 0 18 0,-11 3-11 16,11-3-13-16,-13-1 3 0,3 2 2 15,10-1 3-15,-13 2-1 0,13-2-11 0,-14 0 14 0,6 1-4 16,8-1 3-16,-14 0 4 0,7 1-4 0,7-1-4 15,-14 0 0-15,7 0 3 0,-3 0 3 16,3 1-6-16,7-1-2 0,-13 3 11 0,4-3-7 0,9 0-2 16,-14 1 4-16,7 1-5 0,7-2 5 0,-15 0 3 15,8 1 1-15,-2-1 3 0,9 0-11 0,-16 0-5 16,8 0 5-16,-1 0 0 0,-1 1 7 0,10-1-9 16,-18-1 0-16,7 2 0 0,0-1 11 0,2 2-1 15,-2-2-2-15,1 0-15 0,-1 0 10 0,3 2 1 16,-3-2 2-16,4 1-2 0,-4-1 0 0,0 1 0 15,1-1 4-15,-2 0-8 0,2 0 0 0,10 0-1 16,-18 0-3-16,8 0 2 0,2 0-1 0,-2 0 10 16,0 0-10-16,10 0 3 0,-14 2 5 0,6-4-3 15,8 2-2-15,-14 3 4 0,6-2 6 0,8-1-15 16,-15 0 11-16,9 1 4 0,6-1-6 0,-12-1-2 16,4 0 8-16,8 1-8 0,-14-1 0 0,14 1 7 0,-14 0 0 15,5-2-10-15,9 2 10 0,-12 0-4 16,12 0-2-16,-17 0-20 0,9 0 16 0,8 0 3 15,-15 0 1-15,5 2 5 0,2-2 0 0,8 0-7 16,-14 1 6-16,5-1-2 0,0 2 5 0,9-2-6 0,-14 0 6 16,5 1-8-16,9-1 12 0,-15 1-11 15,3-1-1-15,5 0 7 0,7 0-10 0,-16 0 0 16,7 1 6-16,0 1-6 0,2-1 8 0,7-1-2 16,-16 1 6-16,9 0-11 0,7-1 7 0,-14 0-5 0,6 2 7 15,0-2-2-15,8 0-1 0,-16 2-2 0,8-2 4 16,8 0 2-16,-14 0-5 0,7 0 1 0,7 0-7 15,-13 1 6-15,13-1 8 0,-9 2-12 0,9-2 6 16,-11 0-6-16,11 0 7 0,0 0-5 0,-12-2 7 16,12 2-3-16,-8 2-1 0,8-2 2 0,0 0-2 15,-13-3-10-15,13 3 6 0,0 0 3 0,-11 1 1 16,11-1 3-16,-8 0-2 0,8 0 2 0,-9 3-6 16,9-3-6-16,-9 0 8 0,9 0-1 0,0 0 1 15,-14 0 3-15,14 0-4 0,-9 0-2 0,9 0 7 16,0 0-3-16,-14-1 2 0,14 1-2 0,-10 0 3 15,10 0 3-15,-12 1-11 0,12-1 10 0,-10 0 3 16,10 0 3-16,-12-1-9 0,5-2 6 0,7 3-5 16,-12-2 3-16,12 2-7 0,-11 2 1 0,11-2-12 15,-14-2 15-15,14 2 2 0,-12 0 0 0,12 0 2 16,-11 0 6-16,3-2-12 0,8 2 10 0,-11 0-9 16,11 0-4-16,-12-1-4 0,12 1 14 0,-10-1-2 15,10 1-3-15,0 0 0 0,-13-1 3 0,13 1-1 16,-11 1-5-16,11-1 0 0,-11-1 10 0,11 1-8 15,-12 1-3-15,12-1 1 0,-12 0 9 0,12 0-5 16,-10 0-6-16,10 0-1 0,-10 0 4 0,10 0 6 16,-13 0-14-16,13 0 10 0,-13-1 3 0,5-1-8 15,8 2 1-15,-14 0 6 0,14 0-9 0,-10-1 0 16,10 1 4-16,-13 0 7 0,13 0-18 0,-12 0 15 16,12 0 4-16,-11-1-5 0,11 1-7 0,-10 0 7 15,10 0 0-15,-10 0-6 0,10 0 2 0,-9 1 5 16,9-1-11-16,-11 0 10 0,11 0-6 0,-9 1 5 15,9-1-4-15,-11 2 11 0,11-2-9 0,-11 1-1 16,11-1-5-16,-9 2 6 0,9-2 3 0,-10 0-5 0,10 0 1 16,-10 0-4-16,10 0 5 0,-11 2-4 15,11-2 11-15,0 0-6 0,-10 0-9 0,10 0 8 16,0 0 5-16,-11 0-4 0,11 0-2 0,0 0 3 16,-11 2-1-16,11-2-1 0,-8 1 1 0,8-1 5 0,0 0-6 15,-12 2 4-15,12-2-1 0,-10 2 3 0,10-2-6 16,-9-1-1-16,9 1-2 0,-12 1 4 0,12-1 1 15,-8 3 0-15,8-3-1 0,-9 3 1 0,9-3 7 16,-11 0-1-16,11 0 0 0,-8 3-3 0,8-3-2 16,-7 1-4-16,7-1 2 0,-9 3 0 0,9-3 0 15,-10 3-2-15,10-3 2 0,0 0 6 0,-12 1-1 16,12-1-3-16,-6 2-1 0,6-2 5 0,0 0-3 16,-13 0 2-16,13 0 2 0,-9 1 4 0,9-1-11 15,-9 0 5-15,9 0 1 0,0 0-2 0,-14 0 2 16,14 0-2-16,-9 1 8 0,9-1-6 15,-10 1-3-15,10-1 6 0,-10 4-6 0,10-4-7 0,-11 2 3 16,11-2 2-16,-9-1 0 0,9 1-5 0,-11 1 1 16,4 2-2-16,7-3 5 0,-9 3 0 0,9-3 2 15,-12 1 3-15,12-1-5 0,-11 0-5 0,11 0 4 16,-11 0 1-16,5 3-2 0,6-3 1 0,-9 1-1 16,9-1 1-16,-9 0 0 0,9 0 4 0,0 0-4 15,-14 2 1-15,14-2-1 0,-8 0 0 0,8 0-3 16,-9 2 5-16,9-2-1 0,0 0 2 0,-14 1 4 15,14-1-10-15,-9 0 0 0,9 0 6 0,-10 2 1 0,10-2-6 16,-10-1-1-16,10 1 9 0,-8 4-12 16,8-4 5-16,-9 0-1 0,9 0-1 0,-12 0 4 15,12 0 1-15,-11 4 0 0,3-3-4 0,8-1-4 16,-15 3 6-16,7-3-8 0,2 1 11 0,6-1-3 0,-14 0 0 16,6 2 2-16,8-2-1 0,-15 2 6 15,3 0-2-15,5-2-2 0,7 0 4 0,-16 3-8 16,9-3 5-16,7 0 1 0,-13 1-3 0,6 1-2 15,7-2 6-15,-13 0 5 0,13 0-7 0,-10 1 1 16,10-1-3-16,-9 0 1 0,9 0 3 0,-10 1-7 0,10-1 3 16,-10 2-4-16,10-2-1 0,-6 2 3 15,6-2-4-15,0 0 2 0,-9 0 7 0,9 0-6 0,0 0 0 16,0 0-4-16,-13 0 10 0,13 0-3 0,0 0-2 16,-9 1-1-16,9-1 3 0,-8 1-4 0,8-1 1 15,-7 3 0-15,7-3 2 0,0 0-1 0,-9 3 2 16,9-3 8-16,0 0-8 0,-11 1 0 15,11-1 8-15,-8 0-11 0,8 0 3 0,0 0 0 0,-12 2-3 16,12-2 2-16,0 0 1 0,-9 2-5 0,9-2-3 16,-5 2 4-16,5-2 0 0,0 0-1 0,-13 4 4 15,13-4-1-15,-9 1 2 0,9-1-1 0,-10 2-4 16,10-2 3-16,-9 2 1 0,9-2 0 0,-9 2-1 16,9-2 1-16,-9 4 6 0,9-4-10 0,-12 4 6 15,5-2-3-15,1-1-1 0,6-1-3 0,-13 5 5 16,8-3-2-16,5-2-3 0,-13 2 5 15,9 1-4-15,-2 0 3 0,6-3 2 0,-12 3 0 0,12-3 6 16,-9 5-4-16,4-2-2 0,5-3-2 0,-10 5 0 16,5-4-4-16,5-1 1 0,-8 4-1 0,8-4 3 15,0 0 5-15,-10 2-6 0,10-2-3 0,-6 3 6 16,6-3-9-16,-7 7 7 0,7-7 1 0,-6 3-2 16,6-3-1-16,-7 3 3 0,7-3-12 0,-6 6 13 15,6-6-3-15,-8 4 2 0,8-4-1 0,-5 4-2 16,5-4 3-16,-7 6 1 0,4-3-5 0,3-3 0 15,-8 8-1-15,8-8 3 0,-7 5 1 0,3-1 3 0,4-4 2 16,-10 9-7-16,6-7 5 0,-1 2-1 0,5-4-5 16,-10 8 3-16,4-3 0 0,3-2 1 15,3-3-9-15,-10 8 6 0,8-4 4 0,2-4 10 16,-9 9-11-16,7-5 2 0,2-4-5 0,-7 7 12 0,3-3 4 16,4-4-21-16,-6 8 5 0,3-5 6 0,3-3-9 15,-6 5 4-15,6-5-3 0,-5 8-6 0,5-8 10 16,-4 8 2-16,4-8-6 0,-5 6 6 0,2 0-2 15,3-6 0-15,-5 6 4 0,5-6 3 0,-4 8-3 16,-1-4-7-16,5-4 1 0,-2 8-2 0,2-8 2 16,-4 8 3-16,4-8 0 0,-4 8-3 15,4-8 4-15,-5 7-4 0,2-3 1 0,3-4-5 0,-2 9 5 16,2-9-2-16,-4 7 5 0,4-7-3 0,-3 9 8 16,3-9-9-16,-5 7 2 0,5-7-3 0,-3 9 4 15,0-5-1-15,3-4-2 0,-4 9 1 0,4-9-2 16,-2 7 1-16,2-7-2 0,-4 10 6 0,4-10-1 15,-2 9 2-15,2-9 3 0,-3 7-3 0,0-1-6 16,3-6 6-16,-4 8 0 0,4-8-2 0,-2 10 3 16,2-10-4-16,-3 8 2 0,3-8-5 0,-2 7 14 15,2-7-11-15,-4 10-1 0,4-10 1 0,-3 7 0 16,3-7 2-16,-2 9 0 0,2-9-1 0,-3 8 2 16,3-8-2-16,-3 8 0 0,3-8 0 0,-2 8-6 15,2-8 7-15,-3 8 0 0,2-2-3 0,1-6 5 16,-1 9-6-16,1-9 1 0,-4 11-6 0,4-11 7 15,-2 8 3-15,2-8-2 0,-2 11 3 0,2-11-1 16,-1 12-4-16,0-7 4 0,1-5-2 0,-3 8 4 16,3-8 16-16,-1 11 2 0,-1-5-2 0,2-6 3 15,-2 10-7-15,2-10-7 0,-1 8 0 0,1-8 2 16,-3 11 2-16,2-7 1 0,1-4-8 0,0 10 5 16,0-10-5-16,-2 8-2 0,2-8 0 0,-1 11-2 15,0-5-1-15,1-6-1 0,-1 8 3 0,1-8 3 16,0 11-7-16,0-11 2 0,-3 10 13 0,3-4 0 0,0-6-3 15,-4 9 0-15,4-9-4 0,2 9 8 16,-2-9-9-16,-2 9 0 0,2-9-2 0,0 9-2 16,0-9 5-16,-1 9-2 0,1-9 2 0,0 12-2 15,0-12-5-15,-2 9 0 0,2-9 5 0,1 9-6 0,-1-9 3 16,0 11-1-16,0-11-1 0,-1 11 2 0,1-11 1 16,0 7-3-16,0-7-1 0,0 10 0 15,0-10 2-15,0 9-1 0,0-9 0 0,-2 12 1 0,2-12-3 16,0 9 1-16,0-9 1 0,0 10 1 0,0-10-1 15,0 9 1-15,0-9-3 0,0 11 2 0,0-11 1 16,-1 10-1-16,1-10-4 0,0 9 3 0,0-9-2 16,0 8 2-16,0-8 0 0,1 11 2 0,-1-11-4 15,0 11-6-15,2-5 7 0,-2-6 1 0,0 11 2 16,1-6-1-16,-1-5 3 0,-1 10-4 0,1-10-1 16,0 12 0-16,-2-7-1 0,2-5 1 0,0 14-1 15,0-14 5-15,0 11-3 0,-1-3-2 0,1-8 5 16,0 11-4-16,-1-4 1 0,1-7 0 0,0 9-1 15,0-9 16-15,0 12-1 0,0-12-2 0,1 11 1 16,-1-5-1-16,0-6-1 0,0 12-3 0,0-5 1 16,0-7-1-16,-1 10 0 0,1-10-2 0,0 12 0 15,0-12-3-15,0 12 4 0,0-12-1 0,0 9 2 16,-2-3-4-16,2-6 1 0,0 11-1 0,0-11 1 16,2 11-3-16,-2-11 2 0,-2 11 0 0,1-5-3 15,1-6-3-15,0 11 7 0,0-11-3 0,0 10 0 16,0-10 2-16,0 11-1 0,0-11-3 0,0 11 1 15,-1-5 1-15,1-6 1 0,0 12-2 0,0-12-2 16,-1 11-2-16,1-11 3 0,-2 11 0 0,2-11 4 16,-1 12-5-16,1-12 1 0,0 9-1 0,1-3 2 15,-1-6-1-15,-1 9 0 0,1-9-2 0,-1 13 3 16,1-13 0-16,0 9-4 0,0-9 4 0,0 11-2 16,0-11 0-16,0 10 2 0,0-10 0 0,1 10 1 15,-1-10-2-15,0 10 0 0,0-10 1 0,-1 9-2 16,1-9 1-16,-2 9-3 0,2-9 3 0,-1 9 1 15,1-9 0-15,0 9-2 0,0-9 0 0,0 11 1 16,0-11 0-16,0 10 0 0,0-10-1 0,-1 9 2 16,1-9-1-16,0 9 0 0,0-9 0 0,0 10-2 15,0-10 2-15,0 10 2 0,0-10-3 0,-2 10 0 16,2-10 1-16,0 10-2 0,0-10 4 0,0 10-1 16,-1-4-1-16,1-6-1 0,1 10 1 0,1-2-2 15,-2-8-1-15,-2 11 4 0,2-11 0 0,-1 13-1 16,1-7-1-16,0-6-1 0,0 15 2 0,0-15 0 15,0 11 1-15,-1-4 4 0,1-7-7 0,0 15 0 16,0-8 2-16,0-7 1 0,0 13 2 0,0-3-1 16,0-3-3-16,0-7 2 0,0 17 0 0,0-9 11 15,0-2 0-15,0 3 0 0,0 1-2 0,0-2 1 16,0-8-2-16,0 17 0 0,0-9-1 0,1 0-2 16,0 1 4-16,-1 0-5 0,0-1-3 0,0 0 1 15,0-8 2-15,-1 16-3 0,1-8 1 0,0 0 6 16,1-2-8-16,-1-6 1 0,0 14-1 0,0-5-1 15,0-2 2-15,2 2 0 0,-1 1-3 0,-1-2 1 0,1-1 0 16,-1-7 2-16,2 13-1 0,-1-6 4 16,-1-7-2-16,0 12-2 0,0-5-2 0,0-7 1 0,1 14 0 15,-2-8 2-15,2 1-4 0,-1-7 5 16,2 12 0-16,-1-8-6 0,-1-4 0 0,1 14 0 0,0-7 3 16,-1-7-2-16,2 13 1 0,-1-7 1 15,-1-6 0-15,0 14 1 0,1-8 1 0,-1-6-2 0,2 14 3 16,0-9-4-16,-1 2 3 0,-1-7-2 15,2 12 4-15,-2-4-3 0,2-2 4 0,-2-6-5 16,1 11 0-16,1-5 0 0,0 1 0 0,-2-7 1 0,0 16 0 16,1-9 0-16,-1-7 2 0,2 13-2 15,-2-7 0-15,1 1 1 0,-1-7 0 0,1 12-1 16,-1-3-3-16,0-9 3 0,2 12 1 0,-1-5-2 16,0-1 1-16,-1-6-1 0,0 14 4 0,1-9-3 0,1 4 1 15,-2-9-3-15,1 15 3 0,2-11-2 0,-3-4 1 16,1 13-2-16,-1-7 1 0,0-6-1 0,1 13 3 15,1-5 1-15,-1-1-1 0,-1-7-3 0,2 13 6 16,-2-6-4-16,3 2 4 0,-3-1-6 0,1 0 1 16,-1-1 3-16,0-7-4 0,1 14 3 0,1-5 15 15,-2 1 1-15,1-3 0 0,-1 3-3 0,1-2 1 16,-1 3-4-16,0-3-1 0,1 2 1 0,1-3-4 16,-2 3 0-16,1-1 0 0,0 1-2 0,1-1 1 15,-1-1-2-15,-1 1 2 0,0 1-1 0,2-1-2 16,0 0 1-16,-1-1-2 0,-1 2 1 0,3-1-2 15,-2 1 3-15,-1-1 0 0,1 1-2 0,-1 0 2 16,1-1-3-16,1 1 0 0,-2 0-2 0,2-1 6 16,-2 1-9-16,3 0 3 0,-2 0 1 0,0-1-1 15,-1 0 5-15,2 0-5 0,-2 1 0 0,1-1 4 16,0 1-5-16,0-1 3 0,1-1-2 0,-2-1 5 16,1 3-4-16,0-3 0 0,-1 1-1 0,0 1 1 15,3-1 0-15,-3-1-1 0,0 1 3 0,2-1-2 16,-2 1-1-16,0-8 4 0,2 14-1 0,-2-4 3 15,0-4-1-15,1 2 2 0,0-1 1 0,-1-7 3 16,2 14-3-16,-2-6 1 0,0-8-1 0,0 13-4 16,0-6 1-16,1 2 1 0,-1-9-3 0,0 13 2 15,0-6-1-15,1-1-1 0,-1 4-2 0,1-4 2 16,-1-6 0-16,2 13 0 0,-2-7-1 0,3 3-2 16,-1-2 1-16,-2-7 1 0,1 16 2 0,-1-10 1 15,1 1-5-15,-1-7 0 0,0 14 3 0,0-8-2 16,0-6 0-16,0 13 0 0,1-3-1 0,-1-1 4 15,2 0 0-15,-1 1-1 0,-1-2-2 0,0 0 6 16,0 2-4-16,0-4-5 0,1 2 1 0,-1-8 0 16,0 15 5-16,-1-7-3 0,1 1 1 0,1 1 0 15,1-2-4-15,-2-8 2 0,0 13 1 0,1-5 0 16,-1-8 4-16,0 12 1 0,0-5-5 0,1-1-1 16,-1-6 1-16,2 13-2 0,-2-5 2 0,0-8-2 15,1 12 3-15,-1-5 0 0,0 0-1 0,1 0 5 16,-1-7-3-16,3 13 0 0,-3-6-2 0,0 0 3 15,0-7-1-15,2 14 1 0,-2-7-3 0,-1 3 1 16,1-10-1-16,0 13 0 0,1-5 1 0,-1 0-2 16,0-8 3-16,0 16-1 0,0-9 0 0,2 1 3 15,-1-1-4-15,0 0-2 0,-1 3 2 0,1-2 0 16,2 1 1-16,-3-1 2 0,2 0-5 0,-2-2 2 16,2 1-3-16,-2-7 5 0,0 16-4 0,0-9 2 15,0 1 2-15,1-1-1 0,0 2-2 0,-1 1 1 16,1-3 0-16,1 0 1 0,-2 3-2 0,2-2-2 15,0 0 2-15,-2-2 0 0,1 1-1 0,-1-7 5 16,1 16-3-16,0-8 1 0,1 1 0 0,-2 0 3 16,0-9-1-16,0 15-1 0,1-6 0 0,0-2 0 15,1 0 2-15,0 0-3 0,-2 2-2 0,0-9 3 16,0 14 1-16,0-7-4 0,1 0-1 0,1 1 2 16,-2 1 2-16,0-9-3 0,0 12-1 0,1-5 4 15,-1 0-2-15,0-7 1 0,4 13-2 0,-2-4 2 16,-2-2-2-16,0-7 4 0,3 13-4 0,-2-6-1 15,-1 0 2-15,0-7 1 0,1 12-1 0,-1-4 1 16,0 0-5-16,2-2 3 0,-2 4-5 0,1-2 8 16,0 2-3-16,-1-3 0 0,0-7 0 0,3 13 0 15,-2-6 0-15,-1 0 0 0,0-7 0 0,1 10 1 16,-1-2 1-16,0-8 0 0,2 11-3 0,-2-11 1 16,0 12-1-16,0-12 1 0,1 9-2 0,-1-3 4 0,0-6 1 15,3 13-1-15,-3-7-1 0,0-6-1 0,0 12-3 16,0-6 5-16,2 1-1 0,-2-7 1 15,0 10-1-15,0-10-1 0,1 10 1 0,-1-10 0 16,2 10-3-16,-2-10 4 0,0 11 0 0,3-8-1 0,-3-3-1 16,0 11 0-16,0-11-3 0,3 10 4 0,-3-10 1 15,-1 9 0-15,1-9-2 0,0 6 1 0,0-6-2 16,1 8 0-16,-1-8 5 0,0 0 2 16,0 11-5-16,0-11 4 0,4 6-5 0,-4-6-1 15,0 0 2-15,0 0 2 0,-2 8-3 0,2-8-3 0,0 0 5 16,0 0-1-16,0 9-1 0,0-9 5 0,0 0-4 15,0 0 2-15,0 0-5 0,0 0 5 0,0 8-1 16,0-8 0-16,0 0-1 0,0 0 0 0,3 6 2 16,-3-6 0-16,0 0-6 0,0 0 5 15,0 0-1-15,0 0 0 0,0 0 1 0,0 9 1 0,0-9-2 16,0 0 2-16,0 0-1 0,0 0 0 0,0 0-2 16,0 0 3-16,0 0 0 0,0 0 0 0,-3 7-3 15,3-7 3-15,0 0 2 0,0 0-3 16,0 0 2-16,0 0 1 0,0 0-2 0,0 0 5 0,0 0-2 15,0 0-5-15,4 7 1 0,-4-7-1 0,0 0 1 16,0 0 3-16,0 0-2 0,0 0 1 0,0 0-2 16,0 0 4-16,0 0-4 0,0 0 2 0,0 0-8 15,0 0-12-15,0 0-12 0,0 0-18 16,0 0-33-16,0 0-52 0,-19-11-60 0,19 11-58 0,-9-13-184 16,4 4-467-16,1-8 207 0</inkml:trace>
  <inkml:trace contextRef="#ctx0" brushRef="#br0" timeOffset="51745.88">21649 8507 67 0,'0'0'75'0,"1"-10"-2"16,-1 10-10-16,0 0-2 0,0 0-3 0,0 0 5 16,0 0-2-16,0 0-3 0,0 0-1 0,0 0 2 15,0 0 0-15,0 0-8 0,0 0 2 0,0 0 1 16,0 0-7-16,0 0 2 0,0 0-4 0,0 0-4 16,0 0-6-16,0 0 4 0,0 0-5 0,0 0-3 15,0 0 5-15,0 0-10 0,0 0 2 0,0 0-2 16,0 0 4-16,0 0 5 0,0 0-1 0,0 0-4 15,0 0 2-15,0 0 0 0,0 0 1 0,-7-5-9 16,7 5-7-16,0 0 4 0,0 0-3 0,0 0-1 16,0 0-3-16,0 0-5 0,0 0 3 0,0 0-1 15,0 0-2-15,0 0 2 0,0 0-7 0,0 0-2 0,0 0 8 16,0 0-6-16,0 0-5 0,0 0 7 16,0 0-6-16,0 0-1 0,0 0 1 0,0 0 0 15,0 0-1-15,0 0 1 0,0 0 2 0,0 0 0 16,0 0-2-16,0 0-1 0,0 0-3 0,0 0 5 15,3 25 1-15,-3-25 0 0,1 8-2 0,-1-8 2 16,2 6-4-16,-2-6-1 0,2 11 3 0,-2-11 0 0,0 9 1 16,0-9-1-16,0 9 1 0,0-9 2 15,0 11-5-15,0-11 5 0,-1 10-7 0,2-5 6 16,-1-5 3-16,0 13-5 0,0-6 0 0,0-7-1 0,0 8 0 16,0-8 1-16,-1 11-2 0,1-11 3 0,0 10-1 15,0-10 0-15,-1 10 3 0,1-10 0 0,0 10-3 16,0-10 5-16,-2 8-4 0,2-8-3 15,-1 8 7-15,1-8-4 0,-1 9-3 0,1-9 5 0,0 7 1 16,0-7-2-16,0 10-3 0,0-10 1 0,0 0-5 16,0 10 3-16,0-10 1 0,0 8-3 15,0-8-3-15,-2 9 7 0,2-9-3 0,2 8 0 16,-2-8-3-16,-3 9-1 0,3-9 3 0,-2 13 0 0,0-9 4 16,2-4-5-16,-1 9 0 0,1-9 4 0,-1 7-5 15,1-7 2-15,-4 8-4 0,4-8 5 0,-2 9-2 16,2-9 3-16,0 0 4 0,-2 12-3 0,2-12-3 15,-2 7 1-15,2-7 4 0,-2 7-5 0,2-7 3 16,0 8 0-16,0-8-4 0,-2 8 5 0,2-8 12 16,0 0-15-16,-2 10 3 0,2-10-1 0,-1 6-4 15,1-6 2-15,0 9 3 0,0-9-3 0,1 9 3 16,-1-9-4-16,0 7 3 0,0-7 0 0,0 0 1 16,-1 11-1-16,1-11-1 0,1 8 5 0,-1-8-9 15,0 0-1-15,-1 11-10 0,1-11 1 0,-1 7-4 16,1-7 5-16,0 0 1 0,1 11 3 0,-1-11-4 15,1 9-1-15,-1-9 7 0,2 8 1 0,-2-8 7 16,1 7-5-16,-1-7-7 0,1 9 4 0,-1-9 7 16,2 6-2-16,-2-6-12 0,1 8 13 0,-1-8 3 15,0 0-20-15,0 9-9 0,0-9-12 0,0 0-14 16,1 8-10-16,-1-8-24 0,0 0-23 0,0 0-66 16,0 0-191-16,0 0 85 0</inkml:trace>
  <inkml:trace contextRef="#ctx0" brushRef="#br0" timeOffset="52617.24">21153 7914 85 0,'-4'-8'222'0,"4"8"-4"16,-4-7-6-16,4 7-11 0,0 0-15 0,0 0-19 15,0 0-18-15,0 0-15 0,-4-6-18 0,4 6-14 16,0 0-10-16,0 0-13 0,0 0-7 0,0 0-9 16,0 0-3-16,0 0-10 0,0 0 3 0,10 20-11 15,-4-12-2-15,-3 2-5 0,3 1-5 0,-3-2-5 16,4 3 2-16,-5-2-4 0,2 3 0 0,1-4-4 16,-1 2-2-16,0 1-1 0,1-5 0 0,0 3-3 15,0 0 4-15,-2-3-7 0,-1 1-1 0,2-3-1 16,-4-5 0-16,4 11-1 0,-1-6 1 0,-3-5 1 15,4 6-3-15,-4-6-3 0,3 9 3 0,-3-9 0 16,0 0 1-16,4 7-1 0,-4-7-1 0,0 0 1 16,4 3 3-16,-4-3-1 0,0 0 2 0,0 0-3 15,0 0 3-15,8-16-3 0,-5 9-1 0,0-2-1 16,2 2 4-16,-2-4 2 0,2-1 3 0,-4 1-1 16,4-4-4-16,-1 3 0 0,1-3 16 0,0 1 9 15,-1 2-3-15,-1-1-3 0,2 0 2 0,-2 2-6 16,1 1 0-16,-1 0 0 0,-1 1 5 0,0 3 0 15,-2 6 0-15,4-11-7 0,-3 6-4 0,-1 5-4 16,0 0-1-16,3-10-9 0,-3 10-8 0,0 0-18 16,0 0-7-16,3-4-4 0,-3 4-10 0,0 0-15 15,0 0-36-15,0 0-35 0,0 0-38 0,5 21-35 16,-3-10-204-16,-4 0-439 0,1-2 195 0</inkml:trace>
  <inkml:trace contextRef="#ctx0" brushRef="#br0" timeOffset="52992.93">21407 8039 40 0,'0'0'227'0,"0"0"-7"0,0 0-12 16,0 0-12-16,-1-8-14 0,1 8-13 0,0 0-16 15,0 0-19-15,0 0-12 0,0 0-18 0,0 0-8 0,0 0-14 16,0 0-8-16,0 0-10 0,0 0-5 0,0 0-6 16,0 0-4-16,0 0 2 0,0 0-4 15,0 0-1-15,0 0 1 0,0 0-4 0,-4 26-5 16,4-19 1-16,0-7-5 0,0 13-3 0,-1-7-4 0,1-6-2 16,1 14-2-16,-1-7-3 0,1 0-1 0,-1 2-4 15,0-9 1-15,2 15 4 0,-2-11 7 0,0 4-1 16,1-1-6-16,-1-7 3 0,1 13-4 15,0-7-5-15,-1-6 0 0,0 9 0 0,0-9-2 16,0 9 0-16,0-9-4 0,2 9 2 0,-2-9-6 0,1 7-12 16,-1-7-9-16,0 0-14 0,0 10-18 0,0-10-25 15,0 0-29-15,0 8-32 0,0-8-14 16,0 0-26-16,0 0-19 0,0 0-147 0,0 0-368 16,0 0 163-16</inkml:trace>
  <inkml:trace contextRef="#ctx0" brushRef="#br0" timeOffset="53467.08">21407 8022 94 0,'1'-9'169'0,"-1"9"-15"0,4-9-15 15,1 5-6-15,3 0-7 0,-2 1-6 0,5 0-13 16,0-1-4-16,-1 0-13 0,2 0-12 0,-1 4-3 15,1-1-11-15,-2 2-3 0,3 0-3 0,-6 1-10 16,3 1 10-16,0 2 3 0,-4-3 0 0,0 2-4 16,0 1 9-16,-1 1-3 0,0 1-1 0,-3-1-9 15,-2-6 0-15,0 12-5 0,-1-5 0 0,1-7-3 16,-5 12 5-16,4-6 1 0,1-6-8 0,-7 9-6 16,3-6-2-16,1 2-4 0,-1-1-5 0,4-4 0 15,-5 6-2-15,5-6-3 0,-8 6-3 0,8-6 0 16,0 0-3-16,-5 6-4 0,5-6-2 0,0 0 2 15,0 0-4-15,0 0 0 0,0 6-1 0,0-6 7 16,0 0-9-16,0 0 1 0,13 5-2 0,-13-5 1 16,9 4 0-16,-6-1-1 0,-3-3-3 0,12 3 1 15,-6 0 2-15,-6-3-2 0,9 4 1 0,-4-1 2 16,-5-3-1-16,9 6-4 0,-5-3 1 0,0 1 1 16,-4-4-2-16,4 7 1 0,-4-7-5 0,0 8 4 15,0-8 2-15,0 0-3 0,-8 14-1 0,3-9-6 16,-1-1-4-16,-2 1 4 0,-2 1-5 0,-2-2 0 15,2 1-9-15,-3-1-10 0,3 0-9 0,0 0-11 16,-2-1-14-16,1 0-18 0,-1-1-21 0,3-2-23 16,2 1-21-16,7-1-29 0,-13 1-131 0,4 0-334 15,3 1 148-15</inkml:trace>
  <inkml:trace contextRef="#ctx0" brushRef="#br0" timeOffset="53937.15">21728 8050 33 0,'0'0'233'0,"0"0"0"0,0-8-9 0,0 8-7 16,0 0-10-16,0 0-9 0,-3-10-12 0,3 10-13 15,0 0-11-15,0 0-15 0,0 0-14 0,0 0-14 16,0 0-16-16,0 0-15 0,0 0-9 0,0 0-5 15,0 0-11-15,0 0-4 0,0 0-6 0,0 0-4 16,8 22-2-16,-7-13-4 0,-1 2-3 0,1-2-3 0,-1 1-1 16,2 0-3-16,-2 0-3 0,2-1-5 15,-2 2-1-15,3-3-5 0,-3 0 1 0,2 0-3 16,-2-8-1-16,2 13-2 0,-2-9-2 0,0-4-3 16,2 14-7-16,-2-10-2 0,0-4-7 0,0 9-7 15,0-9-12-15,0 0-11 0,0 11-19 0,0-11-30 16,0 0-28-16,-2 10-33 0,2-10-27 0,0 0-32 15,-4 6-19-15,4-6-137 0,-8 1-390 0,8-1 173 16</inkml:trace>
  <inkml:trace contextRef="#ctx0" brushRef="#br0" timeOffset="54317.23">21747 8000 154 0,'5'-4'155'0,"-5"4"-10"0,9-4-19 0,-9 4-9 16,10 0-3-16,-10 0-9 0,9 0-5 15,-9 0-7-15,10 7 0 0,-10-7-3 0,8 7-2 16,-7-4-4-16,-1-3 3 0,4 11-3 0,-1-6-8 0,-3-5 0 16,0 13-11-16,-1-6-1 0,1-7-8 0,-6 12-7 15,4-6-4-15,-2-1-2 0,-2 0-4 0,2 1-5 16,4-6-1-16,-8 7-6 0,4-6 2 15,4-1-7-15,-6 8 2 0,6-8-5 0,-8 2 1 16,8-2-3-16,0 0-2 0,-7 4-3 0,7-4 1 0,0 0-1 16,-6 3-3-16,6-3-5 0,0 0-1 0,0 0 1 15,0 0-2-15,0 0 4 0,-1 9-8 0,1-9 2 16,0 0-1-16,0 0 3 0,12 7-5 16,-12-7 16-16,9 4-9 0,-4 0-4 0,1-3 0 0,-6-1 0 15,10 6 3-15,-2-3-4 0,0 0-6 0,-2 1-19 16,1 0-35-16,0 1-29 0,-1-4-32 0,1 2-27 15,2 0-35-15,-4 4-122 0,0-4-330 16,-1 2 147-16</inkml:trace>
  <inkml:trace contextRef="#ctx0" brushRef="#br0" timeOffset="54445.04">21939 8214 78 0,'0'0'206'0,"0"0"-20"0,12-4-20 0,-12 4-17 15,0 0-17-15,0 0-20 0,0 0-58 0,0 0-65 16,8 0-79-16,-8 0-74 0,0 0-178 0,0 0 80 16</inkml:trace>
  <inkml:trace contextRef="#ctx0" brushRef="#br0" timeOffset="60234.91">24962 12333 7 0,'0'0'33'16,"0"0"-2"-16,0 0 3 0,0 0 7 0,0 0 1 15,0 0-2-15,0 0 5 0,0 0-4 0,0 0-2 16,0 0 3-16,0 0-1 0,0 0 1 0,0 0 6 16,0 0 6-16,0 0 0 0,0 0-8 0,0 0-1 15,0 0 4-15,-8-3 0 0,8 3 3 0,0 0 7 16,-9-4 1-16,9 4-7 0,0 0 9 0,-7-3-3 15,7 3 3-15,0 0 5 0,0 0 3 0,0 0 4 16,-6-2-1-16,6 2 1 0,0 0-3 0,0 0 7 16,0 0-4-16,0 0-2 0,0 0-7 0,-7-7-3 15,7 7-6-15,0 0-3 0,0 0-6 0,0 0-3 16,0 0-4-16,0 0-5 0,0 0-4 0,0 0-3 16,0 0-1-16,0 0-4 0,0 0-2 0,0 0-4 15,0 0-2-15,0 0 1 0,22 16-2 0,-17-13 0 16,1 3-2-16,-2-2 1 0,4 0-2 0,-4 1-2 15,1 0-3-15,2 0 3 0,-2 1-5 0,3-2 3 0,-2 2-6 16,1 1 7-16,2-2-3 0,-4 0 0 0,0 1-1 16,3 0 0-16,-4-1-1 0,1 0 0 15,0 0 15-15,1 0-3 0,0-1 0 0,-2 1-3 16,2 0 0-16,-3 0 2 0,2-2-6 0,-5-3-1 0,8 6-1 16,-2-2 6-16,-3-1-7 0,-3-3 6 0,7 3-6 15,-7-3 2-15,6 6-1 0,-6-6 1 16,0 0 0-16,7 2 1 0,-7-2-3 0,0 0 1 15,12-5 2-15,-6 2-3 0,-6 3-3 0,7-9-3 0,0 2-10 16,-1 1-3-16,1-4-8 0,-2 3-21 0,1-4-17 16,1-3-27-16,0 2-36 0,1-2-32 0,1-3-30 15,-2 2-165-15,0-2-378 0,-1-2 168 16</inkml:trace>
  <inkml:trace contextRef="#ctx0" brushRef="#br0" timeOffset="60577.32">25127 12589 84 0,'0'0'188'0,"-7"3"-7"0,7-3-6 0,-7 2-7 16,7-2-7-16,0 0-16 0,0 0-9 0,0 0-12 15,0 0-8-15,0 0-14 0,0 0-5 0,0 0-12 16,22 3-5-16,-22-3-9 0,15-3-8 0,-6 3-15 15,2-3-18-15,-11 3-26 0,15 0-33 0,-6-1-32 16,0 0-35-16,1-3-28 0,-2 1-23 0,-8 3-121 16,15 0-288-16,-15 0 128 0</inkml:trace>
  <inkml:trace contextRef="#ctx0" brushRef="#br0" timeOffset="60966.71">25260 12614 109 0,'0'0'197'0,"-3"9"-1"0,3-9 4 16,-2 10-9-16,2-2-8 0,0 1-9 0,-2 3-12 15,0 1-15-15,1 3-12 0,1 0-11 0,1 1-15 16,1-5-10-16,0 3-9 0,2 0-8 0,-4-2-10 16,0-3-3-16,3 1-8 0,-2-2-3 0,1 0-10 15,1 0-6-15,0-3 0 0,-1 1-5 0,-1-1-6 16,-1-6-2-16,3 9-2 0,-3-9-2 0,1 8 3 15,-1-8-8-15,0 0 1 0,1 8 0 0,-1-8 2 16,0 0-6-16,0 0-6 0,-11 7 3 0,11-7-5 16,-8 2-1-16,8-2 0 0,-11-2 3 0,11 2-5 15,-14-2-2-15,14 2 0 0,-12-1-1 0,12 1 0 16,0 0 2-16,-10 0-4 0,10 0-1 0,0 0 0 16,-10-2 1-16,10 2 6 0,0 0-4 0,0 0 0 15,0 0 0-15,0 0 1 0,0 0 0 0,0 0-1 16,0 0 5-16,0 0-2 0,23 7 1 0,-13-7 0 15,0 0-12-15,1-2-9 0,7-1-18 0,-6-1-30 16,0-1-36-16,2 0-55 0,-1-1-43 0,-1 0-49 16,-1 0-124-16,0 0-398 0,1-1 177 0</inkml:trace>
  <inkml:trace contextRef="#ctx0" brushRef="#br0" timeOffset="61126.8">25347 12589 2746 0,'-6'-8'95'16,"6"8"-76"-16,-5-6-3 0,5 6-22 0,0 0-16 15,-2-7-10-15,2 7-3 0,0 0-7 0,5-12-6 16,3 7-19-16,-3-1-34 0,10-4-42 0,-2 0-46 16,4-1-177-16,-2 2-395 0,-1-2 175 0</inkml:trace>
  <inkml:trace contextRef="#ctx0" brushRef="#br0" timeOffset="63373.82">20422 8622 46 0,'0'0'80'15,"0"0"-3"-15,0 0-17 0,0 0 17 0,0 0-12 0,0 0-5 16,0 0-7-16,0 0-3 0,0 0-2 15,0 0-14-15,0 0 7 0,-12-8-7 0,12 8 3 16,0 0 6-16,0 0-7 0,0 0-4 0,0 0-2 16,0 0-9-16,0 0 6 0,0 0 4 0,-16 5-5 0,16-5 8 15,0 0-11-15,0 0 10 0,0 0-14 0,-9 1 4 16,9-1 1-16,0 0 2 0,0 0 0 0,0 0 1 16,-12-1 9-16,12 1-7 0,0 0-5 15,-11-4-2-15,11 4 1 0,-7-1-7 0,7 1 5 0,0 0-1 16,-9-1-2-16,9 1-1 0,0 0 2 0,-11-2-6 15,11 2 2-15,0 0 3 0,-12 2 2 0,12-2 2 16,0 0 1-16,-10-3-2 0,10 3-3 16,0 0-4-16,-13 0-2 0,13 0 2 0,0 0-1 0,-10 1-1 15,10-1 7-15,-8 0 4 0,8 0-1 0,-8 2-2 16,8-2-1-16,0 0-3 0,-12 1 3 0,12-1 0 16,0 0 1-16,0 0 1 0,0 0-3 0,-9 0 0 15,9 0-1-15,0 0 5 0,0 0-2 0,0 0 0 16,-10 0-3-16,10 0 5 0,0 0-6 0,0 0 4 15,0 0-4-15,0 0-4 0,0 0 6 0,-10 0 1 16,10 0 1-16,0 0-3 0,0 0 3 0,0 0-6 16,0 0 2-16,0 0-2 0,0 0 0 0,0 0 1 15,0 0-6-15,0 0-1 0,-8 0 2 0,8 0 2 16,0 0-5-16,0 0 1 0,0 0-3 0,0 0 4 16,0 0-7-16,0 0 0 0,0 0 0 0,0 0 2 15,0 0-1-15,0 0 0 0,0 0-3 0,0 0-2 16,0 0 5-16,30-1 2 0,-19 1 0 0,-3-2 1 15,4 1 0-15,-2-1-1 0,2 0-2 0,1 2 3 16,0-2-1-16,1 1 2 0,0-2 1 0,0 3-5 16,-2-3 1-16,6-1-1 0,-5 3-5 0,1 1 8 15,0-2-3-15,-1 1-1 0,2-1 3 0,-3-1-2 16,2 2 1-16,3 0 1 0,-3 0-3 0,-3-1 1 16,4 1-1-16,-2 1 2 0,1-1 1 0,3-1 2 15,-3 0-5-15,3 0 1 0,-5 1-3 0,4-2 2 16,-3 3-1-16,0-2 1 0,0 2-1 0,1-2 1 15,-1-1 1-15,-1 1-6 0,6 2 2 0,-6 0 3 16,2-3 0-16,-1 1-1 0,5 2 1 0,-3-4-1 16,3 2 1-16,-1 0-2 0,2-4-3 0,-5 4 4 0,3 2 0 15,1-5 1-15,-3 1-3 0,0 2 1 16,-2 0 1-16,-3-1 1 0,2 1-4 0,-5 2-1 0,3-4 0 16,1 3 8-16,-3 1-7 0,-8 0 0 15,14-1 4-15,-5 1-1 0,-9 0-2 0,11-1-1 16,-3-1-2-16,2 2-2 0,-10 0 1 0,17 0-2 0,-3-1 2 15,-2-1 5-15,0 2-2 0,1-1 0 0,-2-1-11 16,2 1-3-16,-1-1 1 0,-6 0-8 16,4 2-4-16,-2-2-5 0,-8 2-14 0,11 0 0 0,-11 0-4 15,12 2-14-15,-12-2-21 0,7 2 1 0,-7-2-10 16,0 0-16-16,11 2-16 0,-11-2-22 0,2 4-101 16,-2-4-270-16,0 0 119 0</inkml:trace>
  <inkml:trace contextRef="#ctx0" brushRef="#br0" timeOffset="63983.91">20185 8461 151 0,'0'0'172'15,"0"0"-7"-15,0 0-7 0,0 0-9 0,0 0-14 16,0 0-10-16,0 0-7 0,0 0-16 0,0 0-8 16,0 0-10-16,0 0-8 0,5-6-8 0,-5 6-4 15,0 0-2-15,0 0-6 0,0 0-1 0,0 0-6 16,-12 18-2-16,12-18-9 0,-9 9-5 0,3-4 5 16,3 0-5-16,-4 0-7 0,1 2 1 0,0-1-2 15,0-1 0-15,0-1 1 0,0 3-5 0,1-4-2 16,1 3 1-16,4-6-4 0,-7 4 1 0,7-4 0 15,-5 6-2-15,5-6 1 0,-5 3 0 0,5-3-2 16,0 0-2-16,0 0 1 0,-6 3 0 0,6-3-2 16,0 0-2-16,0 0 0 0,0 0 0 0,0 0-1 15,0 0-1-15,0 0-1 0,0 0-3 0,0 0-1 16,0 0 2-16,0 0 2 0,0 0-4 0,0 0 1 16,0 0-2-16,0 0 2 0,0 0-3 0,0 0 0 15,0 0 1-15,0 0-4 0,0 0 4 0,0 0-1 16,0 0-1-16,0 0-1 0,0 0-2 0,0 0-7 0,0 0-7 15,0 0-4-15,0 0-18 0,0 0-14 16,0 0-9-16,23-10-10 0,-23 10-11 0,0 0-15 16,10 0-11-16,-4-3-16 0,-6 3-6 0,12-2-7 15,-4-1-114-15,-8 3-273 0,15-5 121 0</inkml:trace>
  <inkml:trace contextRef="#ctx0" brushRef="#br0" timeOffset="64318.25">20282 8454 103 0,'3'-3'131'0,"-3"3"-1"0,0 0-2 0,0 0-1 0,0 0-9 16,4-8-14-16,-4 8 2 0,0 0-14 0,0 0-14 16,0 0-3-16,0 0-5 0,0 0 7 15,0 0 4-15,0 0 1 0,0 0-8 0,-4 26-1 16,0-16-9-16,-1 1-7 0,-1 2 6 0,1-2-3 0,-2 3-2 16,-3 1-2-16,2 0-6 0,-1-2-6 0,2 2-1 15,-2-5-7-15,1 0-2 0,0-1 4 16,2 3 6-16,-2-4-6 0,1 0-3 0,0 1-5 15,1-3 2-15,1 3-7 0,0-5 2 0,1 0-12 0,4-4 5 16,-7 7-2-16,4-4-1 0,3-3-3 0,-6 5 2 16,6-5-4-16,0 0-3 0,-6 5 0 0,6-5-1 15,0 0-3-15,0 0-2 0,0 0-1 16,-1 8-1-16,1-8-3 0,0 0 4 0,0 0 1 0,6 6-2 16,-2 0 0-16,1-3 0 0,2 1-4 0,-1 0 6 15,4 2-3-15,0 0 1 0,-1-1 2 0,4 3 0 16,-1-4-2-16,8 4 3 0,2 0-4 0,-7-3-14 15,7 1-26-15,-2 0-42 0,2-1-48 0,0-1-47 16,4 2-192-16,-5-4-398 0,1 0 177 0</inkml:trace>
  <inkml:trace contextRef="#ctx0" brushRef="#br0" timeOffset="66000.77">18461 10763 178 0,'-3'-5'232'0,"0"-2"-5"16,3 7-5-16,-7-7-4 0,7 7-17 0,-3-7-16 0,3 7-25 15,0 0-13-15,0 0-20 0,-4-5-11 16,4 5-18-16,0 0-8 0,0 0-13 0,0 0-6 0,0 0-7 16,4 23-3-16,-1-11-4 0,-3 3-7 0,3 4-3 15,0-1-2-15,-3 2-2 0,2-1-3 0,0 0-5 16,-2 0 3-16,3 5-5 0,-3-5-1 15,4-2-6-15,-4 0 0 0,1 0-2 0,-1-2-2 0,3 2-5 16,-2-4 1-16,-1 5-2 0,0-7-1 0,0 2 0 16,-2-2-9-16,3 0-10 0,-1 0-9 0,0-2-16 15,0 2-17-15,0-1-18 0,0-3-35 16,0-7-31-16,0 11-41 0,0-11-18 0,0 9-21 0,0-9-144 16,-3 6-384-16,3-6 170 0</inkml:trace>
  <inkml:trace contextRef="#ctx0" brushRef="#br0" timeOffset="66466.86">18434 10794 137 0,'0'-14'169'0,"7"9"-8"0,-3-1-6 0,2-1-11 16,2 1-3-16,1-1-12 0,2 0-17 0,2 4-7 15,1 0-7-15,0 0-13 0,4 5-10 0,-5-4-9 16,1 4-4-16,-4 0-3 0,3 1-9 0,-2 2-3 16,-2 3-6-16,1 1-3 0,-2 1-3 0,-3 1-2 15,-3 2-4-15,-1 2-3 0,-1 2-3 0,-3 0 0 16,-1-3 6-16,-3 2 5 0,-1-1 3 0,-1-2-7 16,3-6-1-16,1 3-2 0,1-1-4 0,-3-5 2 15,4 2 0-15,-1-2-9 0,4-4-2 0,-7 6-1 16,7-6 0-16,-2 7-1 0,2-7 0 0,-3 6-6 15,3-6-1-15,0 0 1 0,0 0 5 0,9 7-7 16,-2-5 0-16,3 2 1 0,0-1 1 0,-2 0-4 16,2 0 2-16,0 2-5 0,0 0 2 0,3 1 4 15,-3-2-3-15,1 2 0 0,1 1-2 0,-3-2-1 16,-1 2 1-16,-2-1 0 0,2-1 2 0,0 2-1 16,-4 0-3-16,-2 0 2 0,-1 0 2 0,-1 0 4 15,0-7-2-15,-7 19-1 0,1-10 1 0,-2-1 2 16,-4 4-6-16,3-3 3 0,-2-1 0 0,-3 2 1 15,0-2-2-15,-2-1-4 0,5 0-5 0,-3-3-27 16,2 1-21-16,-1-3-39 0,6 1-41 0,-2-3-49 16,1 1-145-16,8-1-355 0,-14-4 157 0</inkml:trace>
  <inkml:trace contextRef="#ctx0" brushRef="#br0" timeOffset="66850.59">18735 10933 144 0,'0'0'223'16,"0"0"-27"-16,0 0-17 0,0 0-19 0,0 0-17 15,6-10-9-15,-6 10-8 0,10 1-10 16,-10-1-9-16,18 5-7 0,-5-1-13 0,-1 2-2 15,4 1-9-15,-2 2-9 0,-1 1-3 0,1 2-7 0,-5-3-7 16,1 1-4-16,-1-1 12 0,0 4-1 0,-4-2 5 16,0-1 8-16,-1 0-4 0,-1-1-5 0,-3 2 1 15,0-2 4-15,-2-1-4 0,0 0-5 16,-3 1-6-16,-2-3-3 0,2 1-4 0,-4-2-4 16,3-2-1-16,1-1-6 0,-3 1-3 0,8-3 2 0,-11 1 1 15,11-1 0-15,0 0 4 0,-19-6-3 0,15 1-2 16,0-4-4-16,1-2 0 0,1-1-4 0,3-4-6 15,0-2-10-15,2 0 0 0,2-7-6 0,6 0-3 16,3 2-4-16,4 2-2 0,-2 0-14 0,3 4-13 16,-6 4-19-16,2 1-27 0,0 5-43 0,-2 0-50 15,2 1-49-15,-2 3-222 0,-3 3-481 0,1 4 212 16</inkml:trace>
  <inkml:trace contextRef="#ctx0" brushRef="#br0" timeOffset="67185.23">19064 11095 196 0,'4'-3'206'0,"3"-4"-3"0,0-1-13 16,0-2-12-16,2 1-7 0,-2 0-14 0,5-3-16 16,-1-2-4-16,0 2-20 0,0 0-14 0,-2 2-4 15,-1-1-15-15,2-3 0 0,-4 4-9 0,1-5-4 16,-2 7-6-16,-3-1-2 0,1 2 4 0,-2 2 1 15,-1 5-7-15,3-14-6 0,-3 8-6 0,0 6 1 16,-7-9-6-16,7 9-2 0,-9-6 3 0,3 3-6 16,6 3-6-16,-15-1-2 0,6 1-5 0,-2 4 0 15,0 0 1-15,0 4 1 0,2-1-1 0,-3 2-1 16,3 1-2-16,1 0-4 0,-2 2 5 0,4-1-6 16,3-1 1-16,-2 1 0 0,1 0-6 0,2 0 2 15,0 0-3-15,2-1 1 0,3-1-4 0,1 0-6 16,0-1-18-16,2-1-23 0,3-1-46 0,0 0-67 15,1-3-70-15,3 0-244 0,-1-2-502 0,-1-1 223 16</inkml:trace>
  <inkml:trace contextRef="#ctx0" brushRef="#br0" timeOffset="67600.75">19353 10883 54 0,'0'0'299'0,"-14"-4"-10"0,8 3-12 0,6 1-17 16,-18 5-15-16,9 2-14 0,0-1-21 0,-1 3-18 16,-2 3-16-16,5 0-14 0,-5 4-17 0,3-1-18 15,1 0-11-15,3 1-13 0,2-4-12 0,1-1-7 16,1 0-7-16,1 0-8 0,3-2-8 0,0 0-9 16,2-1-10-16,1-2-8 0,1 1-14 0,1-4-7 15,0 1-4-15,-1-1-4 0,5-3-5 0,-3 0 0 16,0-3-8-16,-9 3 4 0,15-7 5 0,-6 3-7 15,-1-3 7-15,-3 2-7 0,0-3 3 0,1-1 2 16,-1 2 0-16,0-3 2 0,-2 0-4 0,1-1 1 16,-2 1 2-16,0 0 3 0,0 1-2 0,-2 9 6 15,-2-13 5-15,2 5 14 0,0 8-3 0,0-9 4 16,0 9-2-16,-2-9-2 0,2 9-8 0,0 0-2 16,0 0-5-16,0 0-2 0,0 0 3 0,0 0 7 15,0 0-3-15,0 0 1 0,0 0-2 0,3 24 2 16,-2-17-5-16,2 1 2 0,-2 0-2 0,1 3-2 0,0-5 0 15,3 1 1-15,0 1 2 0,-1-2-3 0,0-1-37 16,1-1-24-16,-1 2-42 0,1-2-64 16,3-1-75-16,-3 1-71 0,1-1-172 0,-6-3-517 15,12 3 228-15</inkml:trace>
  <inkml:trace contextRef="#ctx0" brushRef="#br0" timeOffset="67933.92">19573 10822 141 0,'0'-12'222'0,"0"12"-8"16,-4-10-9-16,4 10-10 0,0-8-6 0,0 8-7 16,-1-11-7-16,1 11-8 0,-2-9-5 15,0 2-5-15,2 7 0 0,-1-7-1 0,1 7-1 0,-3-8 2 16,3 8-1-16,0 0 2 0,-5-5-10 0,5 5-5 15,0 0 5-15,0 0-35 0,0 0-15 0,-2-6-6 16,2 6-14-16,0 0-9 0,0 0 5 16,0 0-21-16,0 0 17 0,1 25 9 0,-2-14-4 0,2 2 3 15,-2 3-1-15,-1 1-6 0,2-1-6 0,0 1 2 16,0 0-7-16,0 0-6 0,-1-1-1 0,1 0-4 16,-1 3 6-16,1-2-17 0,0 0-18 0,0-3-33 15,-2 2-21-15,2-4-39 0,-2 0-34 0,1 0-39 16,-1-1-26-16,-1 1-44 0,1-1-61 0,1-4-49 15,0 3-260-15,1-3-633 0,0-7 280 0</inkml:trace>
  <inkml:trace contextRef="#ctx0" brushRef="#br0" timeOffset="68233.92">19735 10773 15 0,'2'-5'238'0,"-2"5"-10"0,0 0 0 15,0 0-7-15,0 0-17 0,0 0-12 0,0 0-23 16,0 0-13-16,-17 24-17 0,9-16-12 0,-3 5-14 16,-2 0-9-16,2-2-10 0,-1 3-8 0,-1-3-8 15,2 2-8-15,2-6-10 0,1-1-3 0,1 1-7 16,-1-2-1-16,0-1-7 0,3-3-3 0,5-1-4 16,-9 5-5-16,9-5-2 0,-6 0 0 0,6 0-7 15,0 0-1-15,0 0-5 0,0 0-2 0,0 0 0 16,0 0-4-16,0 0-3 0,0 0 1 0,0 0-6 15,0 0 4-15,0 0 0 0,0 0 4 0,25 3-6 16,-16 2 2-16,-2 0-3 0,2-1 1 0,2 1 2 16,-2 2-2-16,0 0-19 0,1-3-27 0,-1 4-54 15,2-2-67-15,0-3-67 0,-3 3-182 0,1-1-446 16,-3-1 197-16</inkml:trace>
  <inkml:trace contextRef="#ctx0" brushRef="#br0" timeOffset="68700.32">20040 10817 205 0,'0'0'315'0,"-11"-8"0"0,6 6-13 16,5 2-14-16,-13-3-14 0,6 3-19 0,-3 3-19 16,-1 1-11-16,1 2-18 0,-3 1-14 0,-1 1-21 15,0 3-17-15,0 3-9 0,1 0-8 0,2 0-14 16,2 0-17-16,-1-1-3 0,5-2-22 0,1 1-2 0,3-2-1 15,-2 0-10-15,3 0-10 0,3 0-8 16,0-4-11-16,1 2-15 0,5-1-13 0,-4-3 0 16,4-3-28-16,1 1-6 0,2-2-12 0,1-2-8 15,-3 2 3-15,3-4-4 0,-3 1-4 0,1-4 4 0,1 2 1 16,-3-2 0-16,2-3 8 0,-2 1 1 0,-4 1 0 16,2-3 6-16,-1-6 1 0,1 2 7 15,-4 0-3-15,-1-4 2 0,0-5 0 0,0-1 3 16,-1 6 8-16,-2-6 2 0,-1 5 5 0,-2-5 8 15,3 6 11-15,-1 1 6 0,0-1 5 0,-3 1 13 0,1 0 9 16,3 3 13-16,-1 2 5 0,-1 3 13 0,2 2-4 16,-1 3 1-16,2 5-4 0,-1-13-10 15,1 13-1-15,-2-6-19 0,2 6-6 0,0 0-8 16,0 0 2-16,0 0 3 0,3 30 4 0,0-5-6 0,-2-5-3 16,2 6-3-16,-1-2 3 0,-2 1-3 0,4 0-2 15,-1 1 5-15,-1-6-27 0,2-1-23 16,-1 5-37-16,-1-7-36 0,2 2-27 0,-3-2-23 15,2 2-24-15,2-3-36 0,0 0-48 0,-2-6-37 0,2 1-32 16,-1 0-202-16,-1-3-564 0,3-2 251 0</inkml:trace>
  <inkml:trace contextRef="#ctx0" brushRef="#br0" timeOffset="68983.5">20163 10907 22 0,'0'-8'228'0,"0"8"-5"0,0 0-9 0,4-8-16 16,-4 8-18-16,0 0 4 0,0 0-1 0,0 0-11 15,0 0-11-15,0 0-8 0,3 21-22 0,0-15-10 16,-2 0-13-16,0 1-10 0,2 1-10 0,-1-2-7 16,2 0-9-16,2-2-4 0,-1 1-7 0,2-1-7 15,1-3-3-15,-2 1-4 0,-6-2-6 0,15-2-1 16,-4 2-4-16,-1-3-4 0,-4-1-2 0,2 0 1 16,1-2-7-16,-3 1 0 0,0-2 13 15,-2 0 1-15,3 0-6 0,-3-3-3 0,-4 3-1 0,2-5-4 16,-2 4 1-16,0-2-4 0,-4-3-4 0,3 4 2 15,-4-2-2-15,0 2-4 0,0 2-4 0,-4-2-5 16,2 3-9-16,1-1-5 0,-2 0-11 0,-1 6-13 16,2-1-18-16,7 2-27 0,-13-4-36 0,13 4-43 15,-15 4-51-15,11-1-38 0,-3 0-177 0,2 1-458 16,5-4 203-16</inkml:trace>
  <inkml:trace contextRef="#ctx0" brushRef="#br0" timeOffset="69450.28">20312 10819 11 0,'0'0'217'0,"0"0"2"0,0 0 9 16,0 0 0-16,1 9-3 0,-1-9-9 0,-1 11-14 15,1-11-2-15,-5 13-23 0,4-3-16 0,2-1-14 16,1-1-11-16,1 0-17 0,1 1-8 0,-1-1-8 16,1-2-11-16,0 1-14 0,3 2-8 0,-2-6-2 15,1 3-10-15,0-2 0 0,3 0-4 0,-1-1-5 16,1-3-5-16,-1 3-3 0,-8-3-5 0,14-1-2 15,-14 1-2-15,12-3-6 0,-5 1 4 0,-2-2-8 16,-5 4 0-16,8-8-4 0,-3 3-1 0,-5 5-3 16,2-9 2-16,0 0-5 0,-1 4-7 0,-1 5 0 15,0-13-1-15,0 5 2 0,0 8-3 0,1-10 0 16,-1 10-8-16,0 0 2 0,1-8 0 0,-1 8 1 16,0 0-3-16,0 0 1 0,0 0 0 0,0 0 3 15,0 0-2-15,0 0 0 0,13 14 3 0,-10-6-1 16,1-3-1-16,1 1 3 0,-2 1-3 0,4-3 2 15,-2 1-1-15,2 0 0 0,0-3 2 0,1 1 3 16,-1 0 1-16,2-3-2 0,3-2-1 0,-2 1 4 16,0-3-3-16,-2 2 8 0,1-2 3 0,0-2 11 0,1 2 13 15,-6-3 6-15,2 1 2 0,-3-1-7 16,1-1 2-16,-2 0-3 0,-2-2 5 0,0 3 4 16,0-3-6-16,-1-1-1 0,0 1-4 0,-2 0-5 0,1 1-3 15,-2-1 7-15,-1 1-14 0,0 1-19 16,-2 0-19-16,3 4-19 0,-1 1-26 0,5 3-29 15,-10-8-31-15,10 8-41 0,-11 1-50 0,11-1-50 16,-9 7-50-16,6-2-167 0,0 1-520 0,2 2 231 16</inkml:trace>
  <inkml:trace contextRef="#ctx0" brushRef="#br0" timeOffset="69700.52">20718 10937 203 0,'0'0'255'16,"10"0"5"-16,-10 0 3 0,0 0 7 0,0 0-8 0,4-8 0 15,-4 8-2-15,0 0-19 0,-1-14 2 0,1 14-17 16,-1-11-9-16,1 0-25 0,1 1-28 0,2-1-2 16,-1-1-21-16,3-5-6 0,3 2-15 15,-2-2-15-15,5 2-8 0,1-3-9 0,-4 9-7 0,2-1-4 16,-3 4-8-16,3-1-6 0,-1 1-6 0,-2 6-3 16,2-1-22-16,3 1 8 0,-3 0-8 0,0 1 5 15,0 1-10-15,-2 3-12 0,2 3 13 16,0-1-6-16,-2 2 1 0,-2 0-4 0,0 1-19 0,-1-1-34 15,2 3-50-15,-3-1-42 0,-2 0-32 0,0-1-39 16,-1 1-63-16,0-1-72 0,-2 1-277 0,-1-1-659 16,-3-1 291-16</inkml:trace>
  <inkml:trace contextRef="#ctx0" brushRef="#br0" timeOffset="70616.64">18520 12369 70 0,'0'0'262'0,"0"0"-20"0,0 0-11 0,0 0-8 0,0 0-10 15,-1-19-12-15,1 19-11 0,10-20-13 0,-2 7-15 16,1-4-14-16,-3 0-12 0,11-3-5 0,-7-3-7 16,5 2-9-16,-5-2-9 0,-2 8-2 0,-2-4-5 15,-1 0-7-15,-1-6-12 0,2 1-10 0,-4 5-4 16,2-1-6-16,-7-5-8 0,1 0-6 0,-2 6 0 16,-1-5-11-16,-5 1-2 0,2 3-2 0,0 2-1 15,1 1-1-15,-2 2-4 0,1 1 3 16,2 5 3-16,-2 0-4 0,0 2 0 0,1 0-2 0,0 3-7 15,1 0-2-15,-1 2 1 0,7 2-2 0,-16 1-2 16,8 4 0-16,-2 2-3 0,1 2-2 0,0 1 0 16,3-1-2-16,-3 2-2 0,5-1-3 0,0 0-2 15,1-1 1-15,2 2 0 0,2-1 2 0,2-2 12 16,2 2-8-16,3-3-4 0,1-1-3 0,2 1-1 16,6-3-8-16,1-2 17 0,3 1-11 0,1-3 2 15,-1 0-3-15,0 1 0 0,1-2 1 0,-1-2 2 16,-4 2-4-16,-4 1 0 0,1 0 4 0,-2-1-4 15,-1 2 3-15,0-1-2 0,-4 1-5 0,0 2 6 16,0 1-7-16,-2 2-3 0,2 0 4 0,-2 4 1 16,0 0 0-16,-1 1 2 0,0 1-4 0,-1 2 8 15,-1 0-2-15,-1-3 2 0,0 0-5 0,3 1 5 16,-3-1 0-16,3 0 2 0,-1-2-1 0,-1 0-2 16,2-1 2-16,3 1 0 0,-2-6 4 0,1 4-4 15,1-3-3-15,-1-2 1 0,5 0-5 0,2-2-3 16,1-2-1-16,3-1-4 0,1-2-3 0,0-2 1 15,0 1-1-15,-1-2 9 0,-1-1-14 0,0 1 8 16,-2-4 19-16,2 1-6 0,-3-1 0 0,-2-3-4 16,-1 4-2-16,-1-5 5 0,-1 4-6 0,-4 0 1 15,1 0 2-15,-4 2 5 0,-1-1-7 0,0 4 8 16,0 7-1-16,-5-13 6 0,3 7 3 0,-4 1 2 16,6 5-3-16,-11-5 2 0,3 4-2 0,8 1 0 15,-20 7 4-15,7 1 2 0,1 3 3 0,-2-1 0 16,2 3-3-16,0 0 2 0,3 5-2 0,-1-4-1 15,5 2 3-15,1-5-5 0,1 1-2 0,3 2 0 0,2 1-7 16,0-4-13-16,5 3-5 0,0-4-13 16,6-3-31-16,1-1-16 0,5-2-31 0,4-3-42 15,4-2-33-15,4-6-27 0,-2 1-22 0,1-5-11 16,0 3-141-16,-2-6-418 0,1 0 185 0</inkml:trace>
  <inkml:trace contextRef="#ctx0" brushRef="#br0" timeOffset="71033.92">19366 12005 507 0,'23'-15'9'0,"-10"1"12"0,-2 0 16 16,0-1 25-16,-6 4 9 0,0 0 15 0,0 0 23 15,-1 0 23-15,-2 2 16 0,-3 0 13 0,1 9 7 16,-8-16-4-16,3 12 5 0,-2-1-6 0,-1 1 6 0,-2 1 3 16,-1 3-6-16,11 0 5 0,-19 5-18 0,8 2-1 15,-1 0-16-15,0 3-2 0,-1 2-14 16,1-1-9-16,3-1-11 0,2 3-8 0,3-2-11 16,-1-1-11-16,1-1-5 0,3 2-8 0,1-2-9 0,0-1 4 15,1 0-14-15,3-3-3 0,-2 1-14 0,3 0-2 16,0-3 0-16,2 0-1 0,-1-2-15 15,6-1 5-15,-12 0-5 0,14-2-5 0,-5-1-1 16,1 1 0-16,-2-5 3 0,1 1-4 0,-4 2 5 16,2-3-2-16,0 0-1 0,-2 2 4 0,-1-2-6 0,1 1 0 15,-3 0 3-15,-2 6-5 0,3-10 1 0,-3 10 6 16,5-5-8-16,-5 5-4 0,0 0 4 0,5-6-10 16,-5 6 6-16,0 0 1 0,0 0 3 0,12 16-1 15,-10-5 4-15,3 2 2 0,4 3-1 0,-2 4 8 16,-1 5 0-16,-1 3-4 0,3 2 5 0,-2 2 2 15,-1 1 2-15,-2-3 2 0,1 3 6 0,-4 0 9 16,1-3-2-16,-1-1 10 0,-4 0 5 0,0 0-1 16,-5-3-3-16,-2 2-10 0,-3-4 3 0,0-1 1 15,2-6-8-15,-2-2 1 0,0 0-6 0,1-3-6 16,-1-3-19-16,3-3-29 0,-2-2-20 0,0-1-32 16,0-1-31-16,-4-3-30 0,5-1-35 0,-2-5-55 15,6-2-51-15,-1-1-268 0,-2-6-605 0,5-1 268 16</inkml:trace>
  <inkml:trace contextRef="#ctx0" brushRef="#br0" timeOffset="71233.83">19534 11957 58 0,'3'-4'249'0,"2"-2"1"0,-1 2-6 0,-4 4-14 15,5-6-22-15,-5 6-21 0,4-5-19 0,-4 5-17 16,0 0-10-16,0 0-8 0,14 7 10 0,-12-2-8 15,3 1-11-15,-3 3-10 0,1 4-10 0,-3-2-12 16,1 1-12-16,0 1-22 0,1 0-20 0,-1-1-24 16,0 5-19-16,-1-7-45 0,1 2-51 0,-1-2-58 15,2-2-54-15,-2 2-187 0,1-3-431 0,-1-7 191 16</inkml:trace>
  <inkml:trace contextRef="#ctx0" brushRef="#br0" timeOffset="71381.07">19554 11741 32 0,'-7'-2'135'0,"7"2"-43"0,0 0-44 16,0 0-37-16,0 0-64 0,0 0-58 0,11 23 25 15</inkml:trace>
  <inkml:trace contextRef="#ctx0" brushRef="#br0" timeOffset="71967.45">19845 11848 9 0,'0'0'249'0,"0"0"2"16,-11 17-5-16,7-13-5 0,0 2-12 0,-1-2-10 16,0 4-5-16,0-1-10 0,1 2-6 0,-1 1-17 15,1-1-15-15,-1 2-15 0,1 1-13 0,-1 0-13 16,3 0-11-16,-1-3-15 0,0 4-12 0,2-5-5 15,0 4-7-15,2-6-9 0,-1-6-11 0,1 13-3 0,3-8-4 16,0-1-1-16,2 0 5 0,-1-1-24 16,-5-3 1-16,11 4-7 0,-2-5 1 0,-9 1-5 0,14-2 1 15,-14 2-5-15,11-6 2 0,-6 4-5 16,0-4-2-16,-1 3 0 0,-4 3-3 0,5-13 6 0,-3 9-8 16,0-4-3-16,-2 8 0 0,0-15 5 0,0 5-9 15,-1-1-4-15,0 0 3 0,-2 0-2 16,0 1 18-16,1 0-17 0,-1 1-1 0,1-1 0 15,1 0 0-15,1 10 0 0,3-12 2 0,-1 7-1 16,1-1 5-16,3 2-4 0,-6 4 0 0,11-6 3 0,1 6-2 16,-2 0 7-16,1 4-5 0,1 0-3 0,-1 1 5 15,1 1-2-15,5 2-4 0,-7 0 5 16,2 3 2-16,-1-3-1 0,-2 0 3 0,2 1-2 16,-3-1-1-16,0-1 0 0,-1-1 2 0,-2 0-1 0,0-3 4 15,-1 3 11-15,0-3 12 0,-4-3 8 0,3 7 21 16,-3-7 14-16,5 5-17 0,-5-5 11 0,0 0-6 15,0 0 2-15,0 0-20 0,0 0 9 16,0 0 5-16,0 0-4 0,0 0 3 0,0 0-18 0,-8-22-2 16,8 12 0-16,1-1-10 0,5-5-7 0,-3 1-4 15,4-4 2-15,0 2-6 0,1 2 13 0,1-1-10 16,2 1-2-16,-2-1 8 0,-1 8-4 0,4-2-1 16,-3 2 4-16,1 2-7 0,0 4 10 0,-1-2-7 15,1 4-2-15,-1 0-4 0,1 1 3 0,-1 3-7 16,3-1 9-16,-5 3-16 0,4 1 17 0,-4 2-6 15,3-1 1-15,-4 3-11 0,0-1-22 0,1 0-45 16,-7 4-50-16,3-2-37 0,-1 5-40 0,-5-5-70 16,3 0-82-16,-2 0-276 0,0-2-675 0,2-10 298 15</inkml:trace>
  <inkml:trace contextRef="#ctx0" brushRef="#br0" timeOffset="72110.97">20366 11894 32 0,'0'0'283'0,"-4"-7"-13"0,4 7-26 16,0 0-24-16,-7-6-20 0,7 6-25 0,0 0-30 15,-5-6-47-15,5 6-64 0,0 0-80 0,-5-7-76 16,5 7-134-16,-5-5-277 0,5 5 123 0</inkml:trace>
  <inkml:trace contextRef="#ctx0" brushRef="#br0" timeOffset="73183.92">29518 5089 78 0,'0'0'220'0,"0"-7"-5"0,0 7-8 15,0 0-4-15,0 0-10 0,0 0-5 0,0 0 1 16,0 0-18-16,0 0-5 0,-6-9-7 0,6 9-9 15,0 0-6-15,0 0-10 0,0 0-2 0,0 0-15 16,0 0-9-16,0 0-6 0,-5-4-11 0,5 4-9 16,0 0-2-16,0 0-2 0,0 0-11 0,0 0 4 15,0 0-15-15,0 0-5 0,15-4-7 0,-3 2 0 16,8-2-8-16,11-2-2 0,1 0-5 0,1-1-5 16,0 1-4-16,0-1 5 0,-1 1-10 15,0-1-11-15,-2 4-20 0,-9-1-29 0,-3 2-28 16,-4 1-27-16,-3-1-29 0,-2 2-29 0,-2 2-41 0,-7-2-29 15,12 3-37-15,-12-3-154 0,0 0-455 0,0 0 202 16</inkml:trace>
  <inkml:trace contextRef="#ctx0" brushRef="#br0" timeOffset="73435.87">29652 5073 115 0,'-6'0'216'0,"6"0"-1"0,0 0-4 0,-15 0-6 16,15 0-5-16,0 0-11 0,-9-1-17 0,9 1-17 15,0 0-19-15,0 0-15 0,-5 3-9 16,5-3-9-16,-3 11 10 0,2 1 8 0,1-1-4 0,0 5-13 16,-3 2-3-16,6 2-8 0,-1-1-1 15,-2 1 1-15,2-1-11 0,-1 1 5 0,0-1-17 16,2 7-4-16,-3-7-4 0,2 0-7 0,1-2-1 0,-3 1-3 16,1-1-4-16,0-1-10 0,1 0 1 0,-2-4-14 15,0 2-19-15,1-3-15 0,-2 0-25 16,1-1-30-16,0-10-16 0,-2 12-32 0,2-12-39 15,-2 9-36-15,2-9-44 0,0 0-33 0,-3 14-156 16,3-14-454-16,0 0 201 0</inkml:trace>
  <inkml:trace contextRef="#ctx0" brushRef="#br0" timeOffset="73867.02">29572 5353 64 0,'0'0'186'0,"-5"-6"-18"0,5 6-12 16,0 0-17-16,0 0-15 0,0 0-12 0,0 0-17 15,0 0 15-15,0 0-13 0,19-5-3 0,-19 5 1 16,22 4 1-16,-10-4-8 0,5 2 3 0,5 0 3 16,-1-4-11-16,0 2-1 0,2-1-9 0,-3 0-8 15,-2 1-9-15,0-4 0 0,-5 4-11 0,1-1-2 16,-4 1 1-16,-2 0 5 0,-8 0 0 0,15-1 2 16,-15 1-6-16,0 0 3 0,16 1 0 0,-16-1 3 15,0 0 2-15,10 1-5 0,-10-1-2 0,0 0 10 16,0 0-9-16,0 0-7 0,0 0 0 0,-15 21 1 15,9-14-3-15,-1 5-5 0,2-2 1 0,-4 0-7 16,1 5-5-16,-1-1-1 0,4-2-3 0,0-2 1 16,-1 3-5-16,3-5-4 0,2 3 1 0,-1-1 0 15,2-3-3-15,0-7 3 0,6 13-5 0,-3-9 2 16,4 1-6-16,-1-1 1 0,2-3-2 0,3 1 1 16,2-2 1-16,0-3 2 0,2 0-2 0,-3-1 0 15,2 1 1-15,1-6 0 0,-2 2 9 0,-4 1-1 16,0-3 1-16,0 1-1 0,-2-3 0 0,1-4-3 15,-4 4-6-15,-3 0 0 0,0-7-5 0,1 3-19 16,-4 3-4-16,0-4-15 0,-1-1-4 0,1 6 1 16,-1 0-21-16,-3 1-20 0,1 1-33 0,5 9-38 15,-11-10-34-15,5 6-30 0,6 4-27 0,-14 0-124 16,14 0-401-16,0 0 179 0</inkml:trace>
  <inkml:trace contextRef="#ctx0" brushRef="#br0" timeOffset="74233.42">29999 5546 118 0,'8'-5'222'15,"0"-1"1"-15,1 0 0 0,0 0-6 0,-1-2-12 16,2-2-11-16,-3 0-11 0,-1 0-12 0,2-1-15 16,-1-3-7-16,0 1-5 0,-3-2-18 0,2 1-12 15,-5 3-5-15,4 2-8 0,-2-3-10 16,-2 2-2-16,-1-1-10 0,-1 1-3 0,-2 3-11 15,1-1-7-15,-3-1-3 0,1 3-6 0,-4 0-3 0,0 1-6 16,1 2-5-16,0-1-6 0,-2-1-1 0,3 3-5 16,6 2-2-16,-11-2-6 0,11 2-13 0,-9-3-7 15,9 3-13-15,0 0-6 0,-8 0 1 0,8 0 2 16,0 0 3-16,0 0 4 0,0 0 1 16,27 0 2-16,-14 0-4 0,-3-2 3 0,5 1 1 15,-3 1 0-15,0 0 0 0,0 1 1 0,0 1-2 0,-1 2 3 16,-1 1 0-16,-1 2 1 0,0 0 2 0,-1 0 4 15,-1 2 2-15,1-1 11 0,-2 1 3 16,1 1 2-16,-2-1-2 0,-1 2 0 0,0-3-14 16,0 5-3-16,-3-2-16 0,0 0-16 0,0 1-27 0,-1-2-37 15,0 3-58-15,3-4-53 0,-2 0-57 16,-1-9-135-16,0 19-435 0,0-19 192 0</inkml:trace>
  <inkml:trace contextRef="#ctx0" brushRef="#br0" timeOffset="74723.73">30388 5329 199 0,'0'0'223'16,"0"0"-8"-16,0 0-1 0,0 0 2 0,0 0-7 0,0 0-17 16,-13 16-19-16,10-8-18 0,0 3-12 0,2-2-16 15,1 1-16-15,0-1 1 0,1 1-24 16,2-1-7-16,-2-1-10 0,4 1-2 0,0-1-5 15,2 0-8-15,-2-3-2 0,4-1-2 0,2 0-10 16,1-1 9-16,0-2-18 0,-12-1 2 0,21 0-8 16,-12-1 3-16,-9 1-3 0,19-3-5 0,-12-1-1 15,-7 4-3-15,12-8 2 0,-3 2-3 0,-3 1-3 0,-6 5-1 16,7-16-3-16,-5 6 0 0,-2 10 0 16,0-17-1-16,0 17-4 0,0-13 1 0,0 13-1 15,0 0-2-15,1-11-3 0,-1 11-2 0,0 0-2 16,0 0-1-16,0 0 2 0,0 0 0 0,0 0 1 15,0 0 1-15,0 0-1 0,0 0-2 0,0 0-1 0,-3 31 1 16,3-31 1-16,3 15-1 0,-3-8 1 0,2-2 3 16,3 2-3-16,-1-2 3 0,4 1-5 15,0-5 5-15,2 1-2 0,-1-1-1 0,0-1 1 16,5-1 1-16,-5-2-4 0,1-1 7 0,0 1-3 16,0-4 2-16,1 2 0 0,-4-4 0 0,1 1 5 15,-3-3 7-15,0 1 7 0,-2 0 0 0,2-5-1 0,-4 2-2 16,-2 1-2-16,-2-3-2 0,2 1-3 15,-3-2-5-15,2-1-5 0,-4 2-9 0,1 1-6 16,-2 2-1-16,4 3-15 0,1 3-16 0,-5-2-27 16,5 2-29-16,2 6-39 0,0 0-55 0,-8-11-19 15,8 11-28-15,-8-1-129 0,8 1-403 0,0 0 179 16</inkml:trace>
  <inkml:trace contextRef="#ctx0" brushRef="#br0" timeOffset="75383.95">30839 5213 87 0,'0'0'220'0,"0"0"-9"0,0 0-6 16,0 0-5-16,0 0 0 0,0 0-11 0,-25 1-9 15,15 3-1-15,1 2-9 0,-5 3-5 0,0 3-10 16,2 0-8-16,0 0-9 0,1-4-15 0,1 8-12 16,1-5-10-16,3-1-11 0,-2 5-12 0,4-3-6 15,0-3-9-15,-2 1-4 0,7-1-6 0,-1-2-3 16,0-7-4-16,4 12-7 0,1-8-2 0,0 3-10 15,3-4-1-15,0-2-2 0,2 3-1 0,0-4-14 16,2 0-3-16,-1-1-2 0,-1 0 0 0,1-4-4 16,-4 1 3-16,1-1 0 0,1 0-2 0,-3-3 2 15,2 0-8-15,-3-1-3 0,-1-1 1 0,0 2 2 16,-2-1 3-16,0-1 0 0,-1 0-2 0,2 2 0 16,-3 8-3-16,0-13 4 0,1 7 2 0,-1 6 5 15,2-9-2-15,-2 9-3 0,0 0-1 0,0-9-6 16,0 9 4-16,0 0-5 0,0 0 3 0,0 0 6 15,0 0 2-15,0 0 2 0,0 0 2 0,-2 31-1 16,2-21-2-16,0-2 1 0,0 3-3 0,0-3 5 16,1 0-2-16,0-2-2 0,3 0-2 0,1 1 6 15,-1-1-4-15,5 0 4 0,0-1 0 0,1-4-1 16,2-1 0-16,0 0 5 0,1 1-4 0,0-3-1 16,5-1 0-16,-6 2 3 0,1-3-8 0,-1 0 0 15,1 0 1-15,-3-1-6 0,-1-2-8 0,0 2-6 16,-2-1 4-16,1-2 1 0,-3-2-2 0,-1 1-10 15,-2 0-3-15,-1-1-1 0,0 1 33 0,-1-3-2 16,-1 3-5-16,-3 0 3 0,0-1-1 0,-1 1 0 16,-2 0 5-16,1 1 0 0,-3 5 8 0,3-2-6 15,1 0 2-15,1-1 0 0,4 6-1 0,0 0 0 16,-8-5-3-16,8 5-1 0,-5-5 0 0,5 5-1 16,0 0 2-16,0 0-3 0,0 0 0 0,0 0 0 15,11-10 0-15,-4 8 1 0,5 1-1 0,0 0-3 16,1 0 5-16,1 1-2 0,-1-2-4 0,5 4 2 15,-8-1 0-15,0 0-1 0,2 2-1 0,-6 1-1 16,2 1 5-16,-2 0 6 0,-1 1 4 0,2 1 5 16,-2 0 6-16,0 2-1 0,-3 3-2 0,1-2-1 15,-3 0-20-15,3-1-11 0,-3 1-14 0,-2 1-15 16,2-11-18-16,-1 17-39 0,0-9-45 0,1-8-62 16,2 15-48-16,0-8-187 0,-2-7-479 0,2 12 213 15</inkml:trace>
  <inkml:trace contextRef="#ctx0" brushRef="#br0" timeOffset="75816.83">31448 5163 33 0,'-5'-3'256'0,"-2"-1"-11"16,-4 1-5-16,1 5-13 0,10-2-8 15,-23 6-1-15,6 2-9 0,1 2-11 0,-1 0-16 16,-2 3-20-16,3-1-12 0,1 2-16 0,4-1-15 15,-2 0-22-15,4 1-5 0,4-3 2 0,0 2-10 0,3-1-9 16,0-1-5-16,3 1-16 0,0-3 11 0,4 0-11 16,1-4-9-16,1 2-5 0,2-3-4 15,3 1-5-15,-1-4-8 0,2 1-1 0,-1-2 1 16,0-4-9-16,2 0-4 0,-2 0-6 0,-1-2-5 16,-2-2 1-16,2 1 1 0,-8-2-5 0,5-3-3 15,-3 2 1-15,0-8-5 0,-2 4 4 0,-2-3 0 16,-1-2-2-16,0 0 1 0,-2-7-1 0,0 7 3 15,-4-7-4-15,1 3 4 0,-3-1 10 0,4-2 3 16,0 7 12-16,1 1 8 0,-1 2 7 0,1 1 7 16,1 4 11-16,-1 3 9 0,-1 2 3 0,3 0-10 15,1 6-7-15,-1-9-7 0,1 9-14 0,0 0-3 16,0 0 1-16,0 0 4 0,0 0-11 0,-7 22 6 16,5-5 1-16,-1-1-6 0,1 9 5 0,0-5-6 15,-2 3 8-15,4-2-26 0,-2-3-21 0,2 0-23 16,2 0-31-16,0 1-25 0,-1-1-31 0,2 1-57 15,4-4-64-15,-3 2-66 0,-2-3-181 0,5-5-541 16,1-1 240-16</inkml:trace>
  <inkml:trace contextRef="#ctx0" brushRef="#br0" timeOffset="76217.38">31661 5025 105 0,'2'-11'302'15,"-2"3"-11"-15,0-2-24 0,0 10-28 0,0-11-24 16,0 11-27-16,0 0-20 0,0 0-6 0,0 0-10 16,0 0-14-16,0 0-11 0,1 36-1 0,2-17-5 15,-2 1-16-15,3-2-8 0,-3 3-6 0,3-2-9 16,-3-1-9-16,3 1-7 0,-3-1-8 0,3 0-5 16,-1-7-3-16,-2 3-3 0,0-6-9 0,-1 2 1 15,0-10-2-15,1 13-8 0,-1-13 6 0,3 10-8 16,-3-10 4-16,0 0 0 0,3 11-3 0,-3-11 2 15,0 0-2-15,0 0-5 0,0 0-5 0,0 0-10 16,0 0 0-16,0 0 0 0,15-25-7 0,-7 19-7 16,-1-4 2-16,5 3-9 0,-5 0 3 0,4 3-3 15,0-1 0-15,-1 2-1 0,-3 1 0 0,2 0 2 16,-2 0 0-16,-7 2 2 0,13 2 4 0,-6 2-8 16,-2 0 3-16,-5-4 8 0,7 9 3 0,-6-3 5 15,2-1 7-15,-3-5 13 0,-3 13-6 0,3-13 1 16,-11 19 6-16,3-10-7 0,-4 3 1 0,0-3-9 15,-2 2-7-15,-1-2-26 0,-1-1-22 0,0 1-26 16,4-4-23-16,3 0-31 0,-1-2-40 0,10-3-49 16,-15 4-48-16,8-2-199 0,7-2-498 0,0 0 220 15</inkml:trace>
  <inkml:trace contextRef="#ctx0" brushRef="#br0" timeOffset="76399.95">31927 5106 133 0,'0'0'235'0,"4"-5"-16"0,-4 5-18 0,0 0-3 16,0 0 2-16,0 0-10 0,0 0-10 0,0 0-19 15,0 19-9-15,0-10-12 0,-1 4-6 0,-1-2-16 0,1 5-11 16,1-3-9-16,0 2-15 0,0-3-29 0,0 6-28 16,1-7-31-16,1 5-42 0,-1-4-57 0,0-1-80 15,1 0-198-15,-2-11-414 0,2 19 184 0</inkml:trace>
  <inkml:trace contextRef="#ctx0" brushRef="#br0" timeOffset="76548.98">31904 5002 2 0,'0'0'147'16,"0"0"-37"-16,0 0-36 0,0 0-51 0,0 0-47 15,0 0-32-15,0 0-59 0,5 29 26 0</inkml:trace>
  <inkml:trace contextRef="#ctx0" brushRef="#br0" timeOffset="77333.92">32159 5115 117 0,'0'0'251'16,"0"0"-4"-16,0 0-12 0,-11-8-7 0,11 8-16 15,0 0-11-15,0 0-12 0,0 0-14 0,0 0-10 16,-16 14-14-16,9-6-5 0,2 1-17 0,0 0-9 16,1 1-13-16,-3-1-9 0,7 0-10 0,-4 1-11 15,4-10-6-15,-4 16-4 0,4-16-14 0,-1 13-1 16,1-13-4-16,1 13-6 0,-1-13-5 0,3 8-7 16,-3-8-4-16,5 8-7 0,-5-8 1 0,0 0-6 15,9 7 0-15,-9-7-4 0,0 0 2 0,0 0-8 16,16-4 7-16,-16 4-11 0,13-8 5 0,-8 1-6 15,-5 7-2-15,8-10 2 0,-3 5 1 0,-5 5 1 16,5-12-11-16,-5 12 1 0,5-12 0 0,-5 12 3 16,4-7 1-16,-4 7 8 0,0 0-10 0,5-7 2 15,-5 7-5-15,0 0-2 0,0 0 3 0,0 0 8 16,0 0 6-16,0 0 1 0,0 0 2 0,0 0 0 16,0 0 1-16,-4 33-1 0,4-33-7 0,-4 16 3 15,4-16 3-15,0 13-3 0,0-13 0 0,2 11-1 16,-2-11 4-16,5 8 0 0,-5-8 5 0,6 7-4 15,-6-7-2-15,12 3 0 0,-12-3 2 0,16-3-1 16,-16 3 0-16,19-3-3 0,-11-1 4 0,-8 4-2 16,13-6-4-16,-3 0 6 0,-2 0-5 0,-8 6 2 15,11-13-3-15,-7 5 0 0,0 2-3 16,1-4-3-16,-4 1 2 0,2-4-6 0,-2 1-1 0,0 1-2 16,-2 1 2-16,2 0 5 0,-1 2-3 0,0 8 0 15,0-12 1-15,0 12-2 0,0 0-1 0,-1-9-4 16,1 9 0-16,0 0 2 0,0 0 2 0,0 0 1 15,0 0 12-15,0 0 2 0,0 0 1 0,-1 34-6 16,1-34 5-16,1 20-3 0,-1-9 4 16,-1-1 6-16,2 2-9 0,-1-1 1 0,0-1 0 15,0-10-1-15,0 19 0 0,-1-10 1 0,1-9 1 0,0 11 0 16,0-11-5-16,0 0 3 0,1 12-2 0,-1-12-6 16,0 0 0-16,0 0-2 0,4 8-3 0,-4-8-2 15,0 0-3-15,0 0-4 0,24-3-1 16,-15-2-7-16,4 0 1 0,4-2-8 0,-2 2 1 15,2-2 1-15,-5-1 4 0,4-2 2 0,-5 3 4 16,1 0 0-16,-1-2 0 0,-3 0 2 0,2-3 2 0,-4 3 4 16,1-2 0-16,-3 1 11 0,0 1 2 0,-3 2 4 15,0 1 1-15,0-4 9 0,-1 10 4 0,-2-11 7 16,2 11 4-16,-1-7-4 0,1 7 2 16,-7-4-5-16,7 4 3 0,0 0-1 0,0 0-2 15,-20 8 3-15,11-2-4 0,2 2 1 0,1 0-2 16,-2 1-6-16,3-2-11 0,1 1-6 0,1 2-19 0,-1-3-22 15,4 3-13-15,0-3-21 0,0-7-28 0,5 12-49 16,0-6-51-16,3-1-32 0,2 0-186 16,-1-2-459-16,2 2 203 0</inkml:trace>
  <inkml:trace contextRef="#ctx0" brushRef="#br0" timeOffset="77733.92">32700 5115 118 0,'-2'-7'222'0,"2"7"-9"15,0 0-11-15,-10-6-5 0,10 6-5 0,-11 1-7 16,11-1-11-16,-14 7-11 0,4-2-8 0,0 1 0 16,1 0-8-16,-1 3-4 0,2-1-24 0,0 1-9 15,2 1-9-15,0-4-14 0,1 3-3 0,1-2-11 16,1 0-10-16,3 0-3 0,0-7-3 0,0 14-3 16,3-9-6-16,-3-5-6 0,2 9-8 0,2-5 0 15,-4-4-7-15,12 4-6 0,-5-2 0 0,5-5-4 16,-1 1-5-16,-11 2-6 0,18-5 0 0,-18 5-9 15,0 0-2-15,0 0-6 0,34-26 3 0,-34 26 1 16,0 0-10-16,16-31 0 0,-16 31 0 0,9-33-3 16,-9 33 32-16,5-36-1 0,-5 36 0 0,4-35-4 15,-4 35-1-15,4-48 4 0,-4 48-7 0,1-45 22 16,-1 45 6-16,0-38 2 0,0 38 28 0,0 0 13 16,1-33 2-16,-1 33-7 0,0 0-24 0,0 0 4 15,0 0-15-15,0 0-1 0,0 0 4 0,0 0 4 16,0 0-7-16,0 0-8 0,0 0 4 0,0 0 0 15,0 0-1-15,-7 94-1 0,7-94-13 0,-4 54-6 16,0-26-30-16,3-3-26 0,-1 1-35 0,2-26-40 16,-1 46-28-16,0-26-73 0,-2-1-73 15,-2 0-232-15,3 0-571 0,-7 5 252 0</inkml:trace>
  <inkml:trace contextRef="#ctx0" brushRef="#br0" timeOffset="78900.78">30164 6689 2776 0,'-12'-3'108'16,"12"3"-35"-16,-9-6-92 0,9 6 13 0,-6-6-4 15,6 6-2-15,-3-11 10 0,3 11 1 0,8-18 10 16,-3 7 28-16,0 0-6 0,4-4 11 0,1 0 0 15,-1 3-4-15,2-2 9 0,-1-2 2 0,-1 0-3 16,0-1 2-16,-2 1 2 0,3-3-12 0,-2-5-1 16,-3 6 0-16,2-5-3 0,-4 4-7 0,-1 2 1 15,-2-1 3-15,0 3 12 0,0 2 10 0,-4 1 1 16,3 2 7-16,-3 1-4 0,-1 1 2 0,1 2-6 16,-1 1-8-16,0 1-5 0,5 4-7 0,-16-5-3 15,10 4-9-15,6 1 4 0,-17 1-10 0,11 0-1 16,6-1-8-16,-10 5-16 0,5-2 0 0,5-3-1 15,-3 10-6-15,3-10-4 0,3 10-1 0,0-3 5 16,5-1-3-16,2 0 6 0,3 0-4 0,0-1-2 16,5 0 11-16,-2 0-2 0,2-2-1 0,-5-1 0 15,5 2-4-15,-6 0 5 0,-1 0-1 0,-2 0-1 16,0 1 1-16,-3 0 1 0,2 3 4 0,-2 0-1 16,-1 4-4-16,2-1 2 0,-1 0-1 0,-1 0 0 15,-1 2 1-15,-3 0 1 0,3-4 7 0,0 1-4 16,0 3 1-16,0-1-2 0,1-2 5 0,-1-1 5 15,1 0-7-15,1-2 4 0,2 0 9 0,2-3-4 16,0 1 3-16,3-3-8 0,6-2 10 0,0-1-10 16,1 0-2-16,6-4-1 0,-6 1 6 0,6-5-5 15,-6 3 1-15,-1-2 11 0,-5 2-9 0,4-3-3 16,-5-1 2-16,-3 1 0 0,-3 2-5 0,4-8-2 16,-6 4-4-16,1-4-4 0,-2-1 5 0,-4 1 8 15,0-2-10-15,-1 2 1 0,-2 0 3 0,-3 4-9 16,-1 1 5-16,2 1 1 0,-1-1-1 0,-1 4 2 15,0 3-4-15,0-1 5 0,-3 3 1 0,10 1 2 16,-18 2 2-16,7 2-3 0,-1 2 1 0,5 5 0 16,-6 0 3-16,5 3 0 0,1-3-1 0,-1 4 3 15,5-3-2-15,1-1-2 0,0 0 5 0,4 3-6 16,2-4-3-16,2-1-6 0,4 6-10 0,4-6-10 16,4-1-5-16,1-4-18 0,3-1-8 0,9-3-7 15,1 0-14-15,0-4-8 0,-2 1-2 0,4-4 2 16,-3-1 4-16,-1-2 7 0,1 0 13 0,-6-1 3 15,-6 2 5-15,0-1 12 0,-2 2 3 0,-2-5-1 16,-1 0 12-16,-2 1 4 0,-3 0 4 0,-3 0 5 16,2 1 7-16,-4-1 12 0,-3 3 8 0,-1 0 14 15,0 9 10-15,-4-14 12 0,2 7-4 0,-2 2 2 16,4 5 1-16,-12-5-5 0,6 3 2 0,6 2-1 16,-20 5 0-16,9-1 0 0,-5 6-2 0,4-4-2 15,1 5-2-15,-2 1 1 0,5-2-1 0,0-1-1 16,2 1-1-16,2 0-7 0,1-1 0 0,1 1 2 15,1-4-2-15,1-6-5 0,3 13 2 0,-3-13-6 16,3 11-2-16,4-8-5 0,-1 0 3 0,0 1-3 16,2-3 0-16,-8-1-1 0,15 0-1 0,-6 0-2 15,-9 0 2-15,13-3-3 0,-9 0 4 0,6 1 3 16,-10 2-4-16,8-3 3 0,-8 3-1 0,5-5-2 16,-5 5 1-16,5-3-3 0,-5 3-4 0,6-3 4 15,-6 3-4-15,0 0-6 0,0 0 2 0,0 0 1 16,11 8 5-16,-10-2-5 0,2-1 3 0,-1 6 5 15,2 1 5-15,-3 1 3 0,3 3 4 0,-3 0 3 16,1 3 5-16,-4-2-1 0,0 3 11 0,-2-1 1 16,0-1 9-16,-1 0 7 0,-3 0 1 0,1-2-8 15,-6-1 3-15,0 0-11 0,0 0 2 0,1-1-2 16,-4-2-18-16,1-2-14 0,2 0-23 0,0-4-18 16,0 0-23-16,1-1-33 0,0 0-40 0,3-2-74 15,-2-3-256-15,11 0-505 0,0 0 224 0</inkml:trace>
  <inkml:trace contextRef="#ctx0" brushRef="#br0" timeOffset="79117.2">31143 6311 2219 0,'10'-10'98'0,"-4"1"-59"0,-1 3-29 0,-1-1-5 15,1 4-11-15,-5 3 6 0,7-6-6 0,-7 6 13 16,7 0 31-16,-7 0 27 0,0 0-3 0,8 12 8 15,-7-5 5-15,3 4-7 0,-1 0-7 0,-2 3-4 16,2-1-7-16,-3 0 1 0,0 3-22 16,2 1-20-16,-2-2-23 0,1 1-17 0,-1-3-34 0,2-1-45 15,0 0-65-15,-1-3-55 0,-1 3-166 0,0-12-429 16,-1 15 189-16</inkml:trace>
  <inkml:trace contextRef="#ctx0" brushRef="#br0" timeOffset="79277.11">31181 6149 35 0,'-3'-14'179'0,"3"14"-30"0,0 0-15 16,0 0-18-16,0 0-40 0,0 0-39 0,0 0-23 15,0 0-48-15,7 32-84 0,-2-22-127 0,0 1 55 16</inkml:trace>
  <inkml:trace contextRef="#ctx0" brushRef="#br0" timeOffset="79833.92">31444 6299 199 0,'0'0'246'0,"0"0"-7"16,8-3-10-16,-8 3-11 0,0 0-9 0,0 0-16 16,0 0-5-16,0 0-12 0,0 0-13 0,0 0-10 15,-16 12-14-15,11-6-12 0,-2 1-18 0,2 1-8 16,-2 1-5-16,3-1-2 0,1 2-17 0,-1 0-14 0,2-1-1 15,-1-1-8-15,3-8-5 0,0 12-3 16,-3-5-5-16,3 0-6 0,3 0 1 0,-3-7-2 16,3 13-7-16,1-7 2 0,0-1-7 0,3-1-1 15,-2-1-10-15,0 1-6 0,-5-4-1 0,12 3-2 16,-5-3 1-16,-7 0-1 0,10-2-2 0,-10 2 3 16,13-5-3-16,-8 0-11 0,3 0-2 0,-3-3-4 15,-1 0 2-15,-3-1-3 0,4-3 2 0,-2 3-4 16,0-2 3-16,-1 1 0 0,0-5-2 0,1 3-4 15,1-4 3-15,0 4-1 0,-2 2 6 0,4 1 2 0,-1-1 1 16,2 3 3-16,-2 0 2 0,0 4 0 0,4 1 9 16,-1-1-12-16,2 3 4 0,3 1 0 15,-4 1 1-15,1 4 2 0,1 0-3 0,-2 1 29 16,0-1 5-16,-1 2-8 0,1 2 1 0,-1-1 3 0,-2 0-4 16,-1 0 6-16,-1-3 4 0,1 0-2 0,-1 0 0 15,-2-1-3-15,-2-5-4 0,6 7 19 16,-5-2-13-16,-1-5 15 0,0 0 13 0,0 0 1 15,4 7 12-15,-4-7-13 0,0 0-17 0,0 0 5 16,0 0 4-16,0 0-10 0,0 0-7 0,4-19 3 0,-3 12-8 16,0-3-7-16,3-1 3 0,2 0-10 0,3-2-18 15,2-3 12-15,1 5 1 0,1-3 3 16,0 2-11-16,0 2 1 0,-4 1 3 0,1 4-11 16,-1-1 2-16,-4 2 1 0,1 1-4 0,3 2-2 15,-9 1 3-15,12 0-1 0,-6 4 3 0,-2 0 5 0,2 5-5 16,1-1 1-16,-5 1 4 0,2 1 2 0,-1 3-2 15,-2 2-3-15,-1 2-28 0,-1-3-31 0,-3 2-38 16,0 2-45-16,-1-2-70 0,0-1-111 0,-5-1-197 16,2 1-569-16,-2-8 252 0</inkml:trace>
  <inkml:trace contextRef="#ctx0" brushRef="#br0" timeOffset="79981.88">31908 6387 234 0,'-4'-7'238'16,"4"7"-42"-16,-5-6-43 0,5 6-45 0,-6-6-61 15,6 6-52-15,-8-5-62 0,8 5-84 0,-13 0-163 16,13 0 71-16</inkml:trace>
  <inkml:trace contextRef="#ctx0" brushRef="#br0" timeOffset="112073.43">24989 8259 33 0,'0'0'32'15,"0"0"-5"-15,0 0-2 0,0 0-2 0,0 0-8 16,0 0-3-16,0 0-20 0,0 0-19 0,0 0-28 16,0 0 12-16</inkml:trace>
  <inkml:trace contextRef="#ctx0" brushRef="#br0" timeOffset="113900.74">12233 3663 25 0,'0'0'155'0,"3"-4"-7"0,-3 4-15 15,0 0-3-15,0 0-16 0,0 0-4 0,0 0-10 16,0 0-9-16,0 0-8 0,0 0-7 0,0 0-4 15,0 0-7-15,0 0-2 0,0 0-7 0,0 0-5 16,0 0-1-16,0 0-8 0,0 0-2 0,-23 10 6 16,17-9 2-16,6-1 1 0,-13 4-3 0,7-1-1 15,-1-3 0-15,-5 2 3 0,4 1-2 0,8-3 7 16,-14 3-1-16,7-1 3 0,0-2 4 0,7 0-1 16,-12 2 2-16,12-2 2 0,-8 3-3 0,8-3-5 15,-7 3-4-15,7-3-5 0,0 0-4 0,-8 1-4 16,8-1-4-16,0 0-4 0,0 0-5 0,0 0-7 15,-6 3-1-15,6-3 0 0,0 0-3 0,0 0 4 16,21 3-1-16,-7-3 5 0,6-1 1 0,11-2-4 16,1 2 3-16,8 0-1 0,1-3 0 0,17-1-2 15,-5 0-4-15,1 3 4 0,1 0 7 0,-1-2-3 16,-2 0-3-16,-3 0-2 0,5 1-1 0,0 0-2 16,5-1 0-16,-6 1 3 0,5 0 1 0,-1-1 3 15,-1 0-1-15,2 1-6 0,-1-2-7 0,1 1 7 16,-5-1-2-16,-3-1-1 0,-12 1-1 0,0 0 4 15,1 1 5-15,-5-1-5 0,1 0 7 0,-3 1-8 16,1 1-1-16,-12 0 3 0,-1 0-4 0,0 0-2 16,-7 1 0-16,-1 0 0 0,-4 1-4 0,-1 0-1 15,-7 1-6-15,12-2 8 0,-12 2 0 0,9-1-8 16,-9 1-15-16,0 0-15 0,10 0-12 0,-10 0-22 16,0 0-30-16,0 0-36 0,0 0-47 0,0 0-53 15,0 0-211-15,-27 12-477 0,16-9 211 0</inkml:trace>
  <inkml:trace contextRef="#ctx0" brushRef="#br0" timeOffset="114350.8">13656 3195 123 0,'-2'-12'233'0,"2"12"-19"0,0-9-2 16,0 9-9-16,-4-10-6 0,4 10-4 0,0-8-5 16,0 8-4-16,0 0-17 0,0-9-15 0,0 9-12 15,0 0-24-15,0 0-11 0,0 0-10 0,0 0-13 16,0 0-10-16,0 0-9 0,0 0-9 0,0 0-9 15,0 0-2-15,0 0-5 0,2 24-4 0,0-7-1 16,-2 7-4-16,7 5-1 0,-7 1-2 0,3 4 0 16,-3-1-4-16,0 2 0 0,2 12 1 15,0-1-3-15,0-11-1 0,-2-2 1 0,2 2-1 0,0 1 1 16,0-3 0-16,1 2-1 0,-3-1 1 0,2 0-3 16,0-5-2-16,-2 2 2 0,0-2 4 0,2 0 4 15,-4 0 3-15,2-6-3 0,0 4-1 0,-4-9-4 16,4 0 2-16,0-3-4 0,0 1-2 0,-2-4 1 15,2 1-5-15,0-13 2 0,0 19-5 0,0-12-10 16,0-1-11-16,0-6-9 0,0 9-19 16,0-9-8-16,-2 7-16 0,2-7-13 0,0 0-24 15,0 0-59-15,0 0-69 0,0 0-249 0,0 0-517 0,0 0 228 16</inkml:trace>
  <inkml:trace contextRef="#ctx0" brushRef="#br0" timeOffset="115019.73">13706 3115 213 0,'0'0'217'0,"-4"-4"-14"16,4 4-14-16,0 0-22 0,0 0-10 0,-5-7-22 16,5 7-13-16,0 0-11 0,0 0-16 0,0 0-11 15,0 0-9-15,0 0-10 0,0 0-2 0,0 0-10 16,0 0 2-16,20 11-3 0,-4-3 1 0,9 2-3 16,2-2-1-16,4 2-5 0,3 1-4 0,4 0 1 15,-2-3-4-15,13 8-4 0,-15-7-2 0,4-1-1 16,-2 3-3-16,14 2-2 0,-14-3-4 0,1 2 1 15,13 1 3-15,-1 1-1 0,-12-3 1 0,-2-1-3 16,12 7 3-16,-13-6-5 0,3-1-2 0,-4 1-2 16,0 4-2-16,1-2 0 0,-2-1 2 15,1 0-1-15,-5 0 1 0,0 0-3 0,-1 0 1 16,-3-1 1-16,-5-3-3 0,1 1-4 0,-4-1 3 16,0-2-1-16,0 2-2 0,-3-5 3 0,-2 4-3 15,0-2-2-15,-2-1 1 0,0 1-1 0,-2 0-5 16,-2-2 2-16,2-1 2 0,-7-2-3 0,7 5 0 15,-3-2 0-15,-4-3 1 0,0 0 1 0,6 4-2 16,-6-4 1-16,0 0 2 0,0 0 1 0,5 5 5 16,-5-5 0-16,0 0 4 0,0 0 1 0,-11 10 0 15,6-6 0-15,-3 2 0 0,-4-2 1 0,1 3 0 16,-6 0-1-16,0 0 10 0,-3 3-4 0,-7 0 1 16,0 3 0-16,-5 1-1 0,1 1 1 0,-5-2-3 15,0 1 1-15,-13 8-1 0,-2-3-3 0,0 2-2 16,0 3 4-16,-6-2 1 0,6-1-1 0,5-2-4 15,13-2 6-15,0 0-10 0,-3-1-1 0,6-1 1 16,1 1-8-16,2-2-3 0,2-3-3 0,2 4 0 16,-2-3-11-16,6-3-3 0,4 1-8 0,-3-3-6 15,2 2-13-15,0-1-9 0,1-1-16 0,-1 0-11 16,0 0-25-16,-2 0-26 0,7-2-36 0,-3-1-51 16,3 2-204-16,-3-2-456 0,1 1 202 0</inkml:trace>
  <inkml:trace contextRef="#ctx0" brushRef="#br0" timeOffset="115876.04">14920 3215 45 0,'0'0'180'0,"-4"-8"13"16,4 8 7-16,-5-9-3 0,5 9-6 0,-4-9-3 15,4 9-8-15,-2-4-13 0,2 4-8 0,-4-7-12 16,4 7-9-16,0 0-10 0,0 0-14 0,0 0-12 15,-3-7-12-15,3 7-14 0,0 0-4 0,0 0-13 16,0 0-8-16,0 0-4 0,0 0-12 0,0 0-6 16,0 0-1-16,0 0-4 0,7 31 0 0,-6-10-2 15,1 8 4-15,1 6-1 0,-2-2-3 0,3 13 0 16,-1 2-4-16,-2-13 0 0,1 11 0 16,0 4-1-16,-4-16 2 0,4 2-2 0,-2-1 0 15,2 0 0-15,-3 1-3 0,1 0 0 0,1-1 0 16,-1-6-4-16,0 0 3 0,2-1 0 0,-2 0-4 0,2-4-2 15,-1-7-1-15,1 1 6 0,-1-3-3 0,0-2 3 16,1-2-4-16,-2 1-3 0,2-1-1 16,-2-1 1-16,0-4 0 0,2 2 1 0,-2-8-13 15,2 12-14-15,-2-12-21 0,3 7-11 0,-3-7-18 16,0 8-13-16,0-8-32 0,0 0-47 0,0 0-60 16,-7 7-195-16,7-7-454 0,0 0 201 0</inkml:trace>
  <inkml:trace contextRef="#ctx0" brushRef="#br0" timeOffset="116601.27">14993 3595 126 0,'0'0'136'0,"-9"0"10"0,9 0-7 16,0 0-1-16,-12-2-3 0,12 2-4 0,0 0-1 15,0 0-11-15,-9-1-4 0,9 1-11 0,0 0-6 16,0 0-7-16,0 0-7 0,0 0-6 15,0 0-1-15,0 0-1 0,0 0-14 0,0 0-2 16,0 0 3-16,0 0-11 0,0 0-1 0,30 1-6 16,-11-1 4-16,4-1-5 0,8 0-3 0,1-1 0 15,2 0 0-15,7-2-7 0,-1 3-1 0,14-3-6 16,3 1 0-16,-2-1-2 0,6 0 2 0,2 0-7 16,-1 0 2-16,2 1-2 0,4 0-1 0,25-2-5 15,-32 4 2-15,5-3-1 0,-1 0-2 0,0 2 1 16,-5-1-4-16,-1 3 2 0,2-3-3 0,-5 1 4 15,-2 0 0-15,-13 2 3 0,10-3 1 0,-14 0 0 16,0 3-7-16,-2 0 3 0,-4-1-4 0,-2 1-1 16,-1 0 1-16,-9-1-1 0,2-1-2 0,-2 4 3 15,-1-4-1-15,-4 2 2 0,-4 0-3 16,4 0-1-16,-2 0 3 0,-2 0-2 0,1 0-2 0,-2 0-1 16,-1 0 1-16,-8 0 1 0,15 0-1 0,-7 0 0 15,0 0 3-15,-8 0-2 0,12 0-2 0,-12 0 4 16,13 0 9-16,-13 0 4 0,10-2-1 0,-10 2 1 15,13 2-1-15,-13-2-1 0,10-2-2 0,-10 2 0 16,9 2 3-16,-9-2-3 0,0 0-1 0,12-3-3 16,-12 3 4-16,7 0 0 0,-7 0-3 0,0 0 0 15,0 0-1-15,11 0 1 0,-11 0 3 16,0 0-1-16,9 0 1 0,-9 0 6 0,0 0-16 0,0 0 9 16,0 0-4-16,0 0 1 0,0 0 2 0,0 0-2 15,9 0-1-15,-9 0 2 0,0 0 0 0,0 0-1 16,0 0-4-16,0 0 5 0,0 0-2 0,0 0 3 15,0 0-8-15,0 0-1 0,0 0-9 16,0 0-7-16,0 0-16 0,0 0-22 0,0 0-20 16,0 0-33-16,-30 1-24 0,12 1-38 0,0 1-36 15,-2-2-44-15,-2 2-202 0,-6-2-481 0,1 1 213 16</inkml:trace>
  <inkml:trace contextRef="#ctx0" brushRef="#br0" timeOffset="117466.4">16944 3432 104 0,'0'0'217'0,"0"0"-15"16,0 0-11-16,0 0-16 0,0 0-11 0,0 0-12 15,0 0-9-15,0 0-13 0,0 0-9 0,0 0-11 16,0 0-12-16,0 0-16 0,0 0-8 0,0 0-7 16,0 0-9-16,0 0-8 0,0 0-4 15,0 0-6-15,0 0-1 0,-14 15-8 0,12-10-2 0,2-5-5 16,-7 11-2-16,5-5-4 0,-1 3 2 16,1-2-8-16,-1 0 2 0,2 2 2 0,-2-1-3 15,-1 0 0-15,3 0-3 0,0 1-3 0,-1-2 4 16,2-7-1-16,2 14-3 0,-1-6-3 0,-1-8 0 0,3 12 2 15,-1-6-4-15,2 0 8 0,0-2-3 0,1 0 10 16,3-1-1-16,-2 0 6 0,-1 1 7 0,4-2-3 16,0 0 0-16,0-2-2 0,1 0 3 15,-2 0 2-15,3-1 4 0,-3 0 3 0,-8 1-2 16,15-4 6-16,-10 2 11 0,4-3-5 0,-2 0-2 16,-2 1-4-16,1-1 6 0,-2-4-7 0,1 1-3 15,-2-4-1-15,-2 1-7 0,0-1-1 0,-2 1-9 16,1-6-3-16,-4 6-5 0,-1-1-5 0,0 2-10 0,-4-3-17 15,-1-1-20-15,-3 4-26 0,-5 2-25 16,-2 3-31-16,-7 1-41 0,-1 2-50 0,-3 3-47 16,-5 2-131-16,2 1-426 0,-6-1 189 0</inkml:trace>
  <inkml:trace contextRef="#ctx0" brushRef="#br0" timeOffset="118417.32">12091 3638 78 0,'0'0'175'0,"0"0"0"0,0 0-12 0,0 0-9 15,0 0-11-15,0 0-9 0,0 0-9 0,0 0-10 0,0 0-12 16,0 0-4-16,0 0-15 0,0 0-3 0,0 0-10 16,0 0-3-16,0 0-9 0,0 0-4 0,-25 8-5 15,19 1 2-15,-4-1-3 0,1 6-3 16,-1-2-1-16,-2 1-8 0,3 2-2 0,-1 0-1 15,1-6-12-15,1 7 7 0,-1-2-4 0,3 2-3 16,1-7-1-16,0 6 3 0,1-5-5 0,3 3-1 0,-2-4-2 16,3 1-4-16,0 1 4 0,0-1-5 15,1-3 2-15,4 1-1 0,-1-2-1 0,4 0 0 0,-4-1-1 16,5 0 12-16,0 1 4 0,3-4 5 16,1 0 3-16,1 0-3 0,3-2 8 0,1-2-3 15,0-2 9-15,0 0-4 0,2-1-5 0,-2-3-2 16,1-1 3-16,0-1-1 0,-3-1 2 0,0-2-2 15,-2 2 3-15,-1-4-3 0,0 3-2 0,-4-2 0 16,0 0 2-16,-5-2 0 0,-2 0-4 0,2-1 0 16,-5 5 1-16,-2-7 0 0,-1 3-4 0,-2 0 3 15,-1 3-8-15,-4 0 8 0,2 2-8 0,0 2-5 16,-5-1-8-16,1 4-4 0,-1-2-5 0,-1 5-10 16,-1-1-13-16,-2 4-18 0,0 3-20 0,2 1-20 15,-2 4-29-15,0 2-42 0,-2 5-58 0,5-1-69 16,-6 2-160-16,8-3-474 0,2 3 211 0</inkml:trace>
  <inkml:trace contextRef="#ctx0" brushRef="#br0" timeOffset="119233.38">13517 2817 143 0,'-18'2'137'0,"14"-2"2"0,4 0-9 16,-11 1-7-16,11-1-12 0,-7 0-13 0,7 0-7 15,0 0-11-15,-10 1-11 0,10-1-4 0,0 0-9 16,0 0-9-16,0 0-4 0,0 0 12 0,34 11 8 16,-13-9-5-16,8 1 2 0,11-1-2 0,12-1 2 15,0-1-3-15,3-1-4 0,2 1-4 0,-5-4-6 16,2 1-3-16,-14 1-7 0,-2-1-1 0,3 0 13 16,-3 2-7-16,0-2 3 0,-3 0 1 0,2 1 0 15,-3-2 0-15,-3 2-1 0,-2 0-3 0,5-1-5 16,-10 0-6-16,-3 1 4 0,-1 1-8 0,0-1-1 15,-2 1 2-15,-1-2 2 0,-6 2 0 16,-1-1-4-16,-3 2-8 0,-7 0 6 0,13 0-6 0,-13 0 2 16,0 0-8-16,13 0 5 0,-13 0 0 15,0 0-4-15,5-1-4 0,-5 1 1 0,0 0 0 16,0 0 3-16,0 0-5 0,12 3 2 0,-12-3-8 16,0 0 5-16,0 0-4 0,0 0 1 0,0 0 0 15,0 0-1-15,0 0 2 0,-16 22-5 0,7-12 4 16,2-1 0-16,-4 4 3 0,-2 1 2 0,4-2-2 15,-1 2 2-15,0-1-5 0,-3 0 5 0,2 1-4 16,1-5 3-16,-1 6 2 0,4-5-13 0,-3 0-12 16,4-1-13-16,-8 1-30 0,10-2-37 0,-1 2-53 15,5-10-42-15,-10 13-167 0,10-13-390 0,0 0 173 16</inkml:trace>
  <inkml:trace contextRef="#ctx0" brushRef="#br0" timeOffset="119440.35">14397 2671 143 0,'-15'-15'235'0,"-1"4"0"0,2 0-1 16,0 1-3-16,2 3-11 0,-1-4-18 0,3 3-12 16,1 2-16-16,1-1-17 0,8 7-14 0,-13-7-15 15,13 7-11-15,-8-4-16 0,3 3-13 16,5 1-27-16,-8-5-37 0,8 5-37 0,0 0-36 15,0 0-37-15,0 0-27 0,0 0-48 0,0 0-54 16,0 0-126-16,0 0-370 0,0 0 163 0</inkml:trace>
  <inkml:trace contextRef="#ctx0" brushRef="#br0" timeOffset="119851.65">14775 2964 185 0,'0'0'240'0,"0"0"-4"16,6 7-5-16,-6-7-8 0,0 0-4 0,0 0-7 16,0 0-12-16,0 0-12 0,20-11-11 0,-20 11-11 15,10-8-11-15,-5 4-11 0,-5 4-4 16,6-11-17-16,-1 5-12 0,0-2-9 0,-3-1-6 15,-2 9-9-15,9-14-11 0,-6 7-3 0,-2-4 0 16,4 0-9-16,-3-1-10 0,-1 2-6 0,0 0-2 16,-1 10 6-16,0-22-5 0,1 14-4 0,-1 8-1 15,0-12-1-15,0 12 9 0,0 0-10 0,2-13-4 16,-2 13-5-16,0 0-8 0,0 0-6 0,0-11-5 16,0 11-7-16,0 0-9 0,0 0 5 0,0 0-3 15,0 0 4-15,0 0-11 0,0 0 6 0,0 0 2 16,-7 33-1-16,7-33 3 0,0 17 2 0,0-10-2 15,0-7 3-15,3 16-2 0,-1-9-10 0,-2-7-17 16,6 15-17-16,0-8-19 0,-1-1-19 0,4-2-20 16,0 3-27-16,0-1-32 0,-9-6-54 0,21 4-41 15,-8-1-252-15,-13-3-547 0,14 0 242 0</inkml:trace>
  <inkml:trace contextRef="#ctx0" brushRef="#br0" timeOffset="120029.65">14961 2683 2242 0,'-11'-11'116'0,"4"1"-49"0,-2 3-32 0,0 0-6 16,0 1 27-16,0 0 28 0,3 1 7 0,2 1 4 15,4 4-3-15,-10-7-7 0,10 7-10 0,-4-6-5 16,4 6 1-16,-5-3-18 0,5 3-9 16,0 0-24-16,-6-6-42 0,6 6-38 0,0 0-24 15,0 0-32-15,0 0-58 0,0 0-70 0,0 0-194 16,0 0-474-16,24 18 210 0</inkml:trace>
  <inkml:trace contextRef="#ctx0" brushRef="#br0" timeOffset="121017.27">13299 4572 42 0,'0'0'138'0,"-11"-3"-3"0,11 3 4 0,-13 0-8 16,13 0 10-16,-9-3-8 0,9 3 0 0,-10 3-12 15,10-3-6-15,0 0-10 0,-11 0-9 0,11 0-12 16,0 0-7-16,0 0-6 0,0 0-9 0,-11 0-7 16,11 0-6-16,0 0-10 0,0 0 0 0,0 0 2 0,0 0-8 15,0 0 0-15,36-6-4 0,-18 4-4 0,4 0-21 16,-3-1-20-16,0 0-45 0,4 0-47 16,-5 2-50-16,-5-2-131 0,-1 4-311 0,-1-2 138 15</inkml:trace>
  <inkml:trace contextRef="#ctx0" brushRef="#br0" timeOffset="121201.71">13297 4465 53 0,'0'0'216'0,"0"0"-29"16,-4-4-17-16,4 4-18 0,0 0-19 0,0 0-18 15,0 0-10-15,0 0-6 0,0 0-15 0,0 0-4 16,6 21-10-16,-3-10-7 0,1 4-5 0,0 2-4 15,3 2-4-15,0 7-5 0,2 0 2 0,-4-1-7 16,-1 5-57-16,2-5-61 0,0 0-54 0,-4 5-134 16,0-11-288-16,2 4 127 0</inkml:trace>
  <inkml:trace contextRef="#ctx0" brushRef="#br0" timeOffset="121545.2">15143 4337 153 0,'0'0'202'0,"0"0"-20"16,0 0-20-16,0 0-20 0,0 0-12 15,0 0-17-15,0 0-17 0,20-6-18 0,-6 5-30 16,-1-2-37-16,13-3-57 0,-5 1-49 0,-1 4-101 15,-1-3-213-15,-2 0 94 0</inkml:trace>
  <inkml:trace contextRef="#ctx0" brushRef="#br0" timeOffset="122333.96">13953 4681 64 0,'-2'-5'266'0,"2"5"-13"0,-2-8-7 16,2 8-10-16,-3-11-7 0,3 11-11 0,0 0-11 15,-4-5-17-15,4 5-19 0,0 0-18 16,0 0-16-16,0 0-21 0,0 0-6 0,0 0-18 15,0 0-12-15,0 0-13 0,0 0-3 0,0 0-10 16,0 0-3-16,0 0-6 0,0 0-4 0,18 17-3 0,-12-9-3 16,2 0-3-16,-4 0-3 0,2 0-2 0,1 0-6 15,0 0-3-15,-3-2 11 0,1 2-13 16,-1-1-1-16,1 0-7 0,-1-2 7 0,3 2-3 16,-4-1 2-16,-1 0-4 0,-2-6-1 0,4 6-4 15,-4-6 2-15,5 7 0 0,-5-7-3 0,0 0 4 16,2 4-4-16,-2-4 2 0,0 0-1 0,4 6-2 0,-4-6 1 15,0 0 0-15,0 0 1 0,4 6 6 0,-4-6-8 16,0 0 1-16,0 0 3 0,0 0-1 0,0 0 2 16,0 0-3-16,0 0-1 0,0 0-2 15,0 0-1-15,0 0 1 0,0 0 3 0,0 0-2 16,13-14-2-16,-9 9 2 0,2-4-5 0,-1-1 1 16,5-3 1-16,2-3-3 0,-1-1 5 0,-1 1-4 0,-1-3-1 15,2 3 1-15,0-7 7 0,0-1-5 0,-4 5-6 16,-1 1 5-16,2-6-1 0,1 7 3 15,-5 0-3-15,0 1 1 0,0 0-2 0,-3 2 0 16,0 4-1-16,-2-2 2 0,3 1 1 0,-3 2 1 16,0-1 0-16,0 2 0 0,1 8 5 0,-4-10 1 15,4 10-2-15,-2-7 2 0,2 7-3 0,0 0-4 16,-2-9-1-16,2 9 0 0,0 0-2 0,0 0-2 16,0 0-2-16,-23 18 1 0,16-8 3 0,-3 4-2 15,-2-2 3-15,5 0-3 0,1-2-2 0,-1-1-19 16,3 1 6-16,1-1-1 0,3 0-1 0,0 2-13 15,5-3 2-15,1 2-11 0,1 0-13 0,10-4-9 16,-3 0-29-16,9-2-49 0,5-1-38 0,2-3-51 16,2-1-182-16,-5-2-450 0,-3 0 200 0</inkml:trace>
  <inkml:trace contextRef="#ctx0" brushRef="#br0" timeOffset="125650.24">24983 8283 14 0,'0'0'53'0,"0"0"-3"0,0 0-11 0,0 0 0 16,0 0-4-16,0 0 6 0,0 0-12 0,-11 0 1 15,11 0 6-15,0 0-3 0,0 0-2 0,0 0-5 16,0 0 2-16,-10-2-2 0,10 2-7 0,0 0-3 15,0 0-4-15,0 0 5 0,0 0 0 0,0 0-6 16,0 0-2-16,0 0 2 0,0 0-3 0,0 0 1 16,0 0-4-16,0 0-1 0,0 0-3 0,0 0 6 15,0 0-13-15,0 0 0 0,0 0-1 0,0 0 5 16,0 0-6-16,0 0-6 0,0 0-8 0,0 0-2 16,0 0-7-16,0 0-10 0,0 0 4 0,0 0 1 15,0 0 0-15,17 14-29 0,-17-14-69 0,9 2 30 0</inkml:trace>
  <inkml:trace contextRef="#ctx0" brushRef="#br0" timeOffset="128884.17">25098 8274 11 0,'0'0'25'0,"0"0"-2"15,0 0 1-15,0 0-3 0,0 0-4 0,0 0 3 16,0 0-7-16,0 0-4 0,0 0 2 0,0 0 0 16,0 0-8-16,0 0 8 0,0 0-7 0,0 0 4 15,0 0 3-15,0 0-8 0,23 7 8 0,-23-7-8 16,0 0 3-16,11 1-2 0,-11-1-3 0,10-1-1 16,-10 1 3-16,12 0-2 0,-12 0-1 0,9 0 2 15,-9 0-5-15,13 1 5 0,-13-1-7 0,14-1 5 16,-14 1-3-16,13-3 1 0,-7 3-4 0,-6 0 6 15,12-1-2-15,-12 1-2 0,14 0 2 16,-7 0 3-16,-7 0-3 0,13-2 0 0,-13 2-2 16,10-1 5-16,-10 1-10 0,13 1 5 0,-13-1 4 0,9-1-1 15,-9 1-2-15,12-1 2 0,-12 1-1 0,8-2 2 16,-8 2 0-16,11-3 1 0,-11 3 0 0,8-1-6 16,-8 1-4-16,0 0-24 0,13 0-34 0,-13 0 15 15</inkml:trace>
  <inkml:trace contextRef="#ctx0" brushRef="#br0" timeOffset="132800.68">26245 7924 21 0,'0'0'31'0,"0"0"-4"0,0 0 11 16,0 0-9-16,0 0 1 0,0 0-4 0,0 0 0 15,0 0-1-15,0 0 6 0,0 0-6 0,7 17-1 16,-7-17-1-16,0 0-1 0,5 7 4 0,-5-7-5 15,0 8-1-15,0-8 7 0,0 0 2 0,0 14-4 16,0-14 0-16,2 8 1 0,-2-8-10 0,0 9-6 16,2-4 14-16,-2-5-7 0,1 11-2 0,-1-11 2 15,2 8 3-15,0-4-4 0,-2-4-2 0,0 9-4 16,0-9-4-16,0 9 6 0,0-9-1 0,4 9 4 16,-4-9-2-16,2 9 3 0,-2-9-5 0,-2 9-1 15,2-9 0-15,2 7-4 0,-2-7-8 0,0 7 8 16,0-7-1-16,0 0-5 0,-2 13 9 0,2-13-6 15,0 8 6-15,0-8-1 0,0 0-12 0,-2 10 3 16,2-10 3-16,-2 8 4 0,2-8-7 0,0 0 5 16,0 9-3-16,0-9 3 0,0 0 2 0,-2 7-3 15,2-7-1-15,0 0-2 0,0 0 1 0,0 9-3 16,0-9 5-16,0 0-8 0,0 9 2 0,0-9 7 16,0 0-7-16,0 0 3 0,-2 8 6 0,2-8-6 15,0 0 1-15,0 0 0 0,-1 6-4 0,1-6 10 16,0 0-7-16,-4 7-5 0,4-7 9 0,0 0 1 15,0 0-4-15,0 0-3 0,0 0 3 0,0 0 2 16,0 0 5-16,0 0-7 0,0 0 2 0,0 0-6 16,0 0 5-16,0 0-2 0,0 0 3 0,0 0-3 15,0 0-11-15,0 0 1 0,0 0 6 0,0 0-7 16,0 0 8-16,0 0-8 0,0 0-1 0,0 0-7 16,0 0 0-16,-5-25 6 0,5 25 5 0,-2-8-1 15,2 8 2-15,-3-11-11 0,3 11 0 0,-2-9 3 16,2 9 6-16,-2-10 0 0,2 10-8 0,-4-9 12 15,4 9-2-15,-2-9 0 0,2 9 2 0,-3-10-1 16,3 10 3-16,0-10-3 0,0 10 8 0,-4-7 2 0,4 7 0 16,-4-9 0-16,-1 4 2 0,5 5-4 15,-3-8 2-15,3 8 6 0,-2-10-2 0,2 10-4 16,-2-6 5-16,2 6-7 0,0 0-1 0,-2-11 4 16,2 11 6-16,0 0-3 0,-5-7-6 0,5 7 2 15,0 0 3-15,0 0-2 0,0-9 5 0,0 9-4 0,0 0 0 16,0 0-3-16,0 0 0 0,0 0 1 15,0 0-4-15,0 0 1 0,0 0 1 0,0 0 2 16,0 0-2-16,0 0-7 0,0 0 3 0,0 0 3 16,0 0 2-16,0 0-2 0,0 0 2 0,0 0-1 0,0 0 2 15,9 19-1-15,-9-19-9 0,4 9 5 16,-3-3 8-16,-1-6-10 0,2 13 13 0,1-7-7 0,-3 2 6 16,0-8 7-16,4 14-3 0,-4-5 0 15,2-5-2-15,0 6 3 0,-1 1-5 0,1-4 0 16,-2-1-1-16,2 1-3 0,0 0 0 0,-2-7-2 0,2 10 5 15,-2-10-1-15,2 11 4 0,-2-6-16 0,0-5 7 16,0 0 2-16,-2 13 0 0,2-13-3 0,2 6-1 16,-2-6 6-16,0 0 1 0,0 0-9 15,2 7 3-15,-2-7 4 0,0 0-6 0,0 0-1 0,1 7 6 16,-1-7-4-16,0 0 12 0,0 0-19 0,0 0 7 16,0 0 5-16,0 0 5 0,0 0-7 0,0 0 3 15,0 0-18-15,0 0 25 0,0 0-13 0,0 0 6 16,0 0-2-16,0 0-6 0,0 0 3 15,0 0 0-15,2-27 0 0,0 22-3 0,-2 5-1 0,-2-12 7 16,0 2-8-16,2 10 9 0,0-13-5 0,-1 6-2 16,1 7-3-16,-2-17 1 0,0 9 10 0,2 8-18 15,0-14 15-15,-2 10 3 0,2 4-9 16,-2-12 3-16,2 12-3 0,0-11 2 0,0 11 3 0,-2-9 5 16,2 9-6-16,0 0 4 0,-2-9-7 0,2 9 0 15,-1-8-1-15,1 8 0 0,0 0-6 0,0 0 9 16,0 0 0-16,0 0-4 0,0 0 1 0,0 0-4 15,0 0 4-15,0 0 0 0,0 0 4 0,0 0 1 16,0 0-1-16,0 0 10 0,1 28-9 0,-1-20-2 16,0 0-3-16,2 1 5 0,-2 0-6 0,0 0 8 15,0 1 0-15,0-10-2 0,2 13-2 0,-2-6 0 16,-2 3 10-16,2-10-8 0,2 11-3 0,-2-6 7 16,2 2-2-16,-2-7-2 0,2 9 0 0,-2-9-1 15,0 7 3-15,0-7-5 0,2 9-15 0,-2-9-10 16,0 0 8-16,0 0 9 0,2 7-1 0,-2-7 9 15,0 0-8-15,0 0 0 0,0 0-7 0,0 0 3 16,0 0-4-16,0 0 5 0,0 0 3 0,0 0-4 16,0 0 8-16,0 0-3 0,0-27 4 0,0 27 4 15,-4-14 1-15,4 7-2 0,-2 0-1 0,0-5 15 16,2 4-7-16,-4 0 5 0,3-3 8 0,-3 2-3 16,0 2 9-16,4 0-3 0,0 7 6 0,-6-12 14 15,6 12-2-15,-2-9-4 0,2 9 7 0,-2-7 4 16,2 7-15-16,0 0 5 0,-6-7-12 0,6 7 3 15,0 0-9-15,0 0-1 0,0 0-4 0,0 0-2 16,0 0 0-16,0 0-6 0,0 0 2 0,0 0 5 16,0 0-5-16,6 29-3 0,-6-20 0 0,2-2-1 15,0 5 4-15,-2-3 1 0,1 1-4 0,-1-5-1 16,5 5 7-16,-5-4 2 0,0-6-16 0,2 12 4 16,0-5 3-16,0-3-3 0,-2-4-1 0,2 9-7 15,-2-9 9-15,1 6 2 0,-1-6 4 0,0 0 2 16,2 9-3-16,-2-9 3 0,0 0 7 0,0 0 17 15,0 0 11-15,0 0 9 0,0 0 7 0,0 0-2 16,0 0-8-16,0 0-3 0,0 0-4 0,0 0-8 16,0 0-1-16,0 0-4 0,0 0-5 0,0 0 3 15,-3-31-6-15,3 31-7 0,-2-12 1 0,2 12-6 16,2-8 1-16,-2 8-3 0,0-9-1 0,0 9-4 16,0 0-7-16,-2-9 7 0,2 9-5 0,0 0-5 15,0 0 6-15,0 0-2 0,0 0-15 0,0 0-24 16,0 0-25-16,0 0-25 0,0 0-16 0,0 25-28 0,0-25-28 15,-2 14-101-15,2-8-285 0,0-6 127 0</inkml:trace>
  <inkml:trace contextRef="#ctx0" brushRef="#br0" timeOffset="144847.97">26077 3687 4 0,'0'0'8'0,"0"0"-1"0,0 0 2 0,0 0-1 0,0 0 1 15,0 0-1-15,0 0-2 0,0 0-1 0,0-10 5 16,0 10-6-16,0 0 1 0,0 0 2 0,0 0-1 15,0 0-6-15,0 0 4 0,0 0-1 0,0 0-2 16,0 0-6-16,0 0 1 0,0 0 2 16,0 0-1-16,0 0 2 0,0 0-2 0,0 0 1 15,0 0-6-15,0 0-5 0,0 0-14 0,0 0 7 16</inkml:trace>
  <inkml:trace contextRef="#ctx0" brushRef="#br0" timeOffset="158488.17">26481 3188 159 0,'0'0'213'15,"0"0"-16"-15,0 0-9 0,0 0-5 0,0 0-10 16,-4-7-11-16,4 7-15 0,0 0-16 0,0 0-10 16,-6-5-6-16,6 5-7 0,0 0-8 0,0 0-7 15,0 0-6-15,-10-2-9 0,10 2-8 0,0 0-7 16,0 0-2-16,-11-3-2 0,11 3 0 0,-7-1-7 15,7 1-4-15,0 0-1 0,-13 0-2 0,13 0-2 16,0 0 1-16,-11-2-3 0,11 2-5 0,0 0 3 16,0 0-5-16,-9 0 5 0,9 0-5 0,0 0-1 15,0 0-4-15,0 0 1 0,0 0-9 0,0 0 2 16,0 0-4-16,0 0-3 0,-10 0-1 0,10 0-4 16,0 0-3-16,0 0 1 0,0 0-1 0,0 0 1 15,0 0-4-15,0 0-1 0,0 0-1 0,0 0-1 16,0 0 4-16,30-9 0 0,-16 6-6 0,3 0 1 15,4-1 1-15,8-3-3 0,2 3 4 0,-2-4-2 16,-1-1-5-16,5 3-7 0,-2 1-12 0,-1 0-13 16,-3 1-14-16,-8 1-19 0,0 3-26 0,-2-3-27 15,-3 2-34-15,-1-1-50 0,-1-1-34 0,-3 3-147 16,-1 0-419-16,-8 0 185 0</inkml:trace>
  <inkml:trace contextRef="#ctx0" brushRef="#br0" timeOffset="159116.87">26679 3132 135 0,'0'0'218'0,"0"0"-10"0,0 0-10 15,0 0-14-15,0 0-18 0,0 0-15 16,0 0-14-16,0 0-14 0,0 0-12 0,0 0-17 15,0 0-15-15,0 0-8 0,0 0-9 0,0 0-9 16,-3 10-1-16,3-10-8 0,0 15 0 0,-2-6-4 16,0 3-9-16,2 2 0 0,-2 1-3 0,2 2-1 15,0-4-4-15,0 3-2 0,-2 0 0 0,0 3-3 16,2-4-1-16,2 3 1 0,-2-2-2 0,2-1-3 16,-4-2-1-16,4 1 2 0,0-2 1 0,-2 1-10 15,2-2 3-15,0-1 1 0,-2 3 2 0,1-2-5 16,1-1 0-16,0-3 1 0,-2 1 0 0,0-1 1 15,0-7-3-15,0 12 5 0,0-7-2 0,0-5-5 16,0 14 5-16,0-14-4 0,0 9-3 0,0-9 5 16,0 10-3-16,0-10 4 0,-2 6 0 0,2-6-3 15,0 0 4-15,-2 9 0 0,2-9 2 0,0 0-6 16,-3 7 5-16,3-7-4 0,-4 3 1 0,4-3-1 16,0 0 1-16,-9 4 1 0,9-4 0 0,0 0-4 15,0 0-1-15,-18 2 1 0,13-4 2 0,5 2-1 16,-16 0-4-16,16 0 4 0,-15 0 0 0,15 0-6 15,-18 0 3-15,18 0-3 0,-18-3 4 0,18 3 0 16,-16-1-3-16,16 1-3 0,-13-1 8 0,13 1-4 16,0 0 2-16,-16-2-1 0,16 2 2 0,0 0-2 15,-9 0 1-15,9 0 1 0,0 0 1 16,-8 0 0-16,8 0-3 0,0 0 0 0,0 0 2 16,0 0 1-16,0 0-2 0,0 0 3 0,0 0-4 15,0 0 0-15,0 0 1 0,0 0 3 0,0 0-3 0,31-6 2 16,-20 5-1-16,7-2-1 0,-3 1 1 0,-1 0-1 15,4 0 1-15,0-1 1 0,0-1-3 0,0 2 1 16,3-1 1-16,-4 3 2 0,3-2-16 0,-4-1-17 16,0 2-23-16,1-1-33 0,0 2-43 15,-5-2-24-15,2 2-54 0,-3-1-150 0,1-1-386 16,-1 0 171-16</inkml:trace>
  <inkml:trace contextRef="#ctx0" brushRef="#br0" timeOffset="159366.44">27185 3308 103 0,'0'0'267'0,"-14"-2"-8"0,14 2-15 15,0 0-19-15,0 0-20 0,0 0-17 0,0 0-17 16,-11-1-20-16,11 1-3 0,0 0-23 0,0 0-11 15,0 0-11-15,0 0-13 0,0 0-7 0,0 0-9 16,0 0-15-16,37-3-22 0,-24-1-22 16,4 2-30-16,1-2-35 0,0 1-40 0,-2-1-43 15,3 2-42-15,-5 0-30 0,-2 0-128 0,-1 1-359 16,-2-2 159-16</inkml:trace>
  <inkml:trace contextRef="#ctx0" brushRef="#br0" timeOffset="159508.41">27223 3382 92 0,'0'0'166'0,"-5"3"-16"0,5-3-10 0,0 0-8 15,0 0-5-15,0 0 3 0,0 0-6 0,0 0-14 16,0 0-11-16,27 4-17 0,-16-5-32 0,10 0-54 16,3-2-68-16,-1-2-149 0,-3 0-240 0,7-3 106 15</inkml:trace>
  <inkml:trace contextRef="#ctx0" brushRef="#br0" timeOffset="167367.68">27752 3146 37 0,'-2'-8'147'0,"2"8"-2"0,0 0 2 16,0 0-3-16,0 0-7 0,0 0 2 0,-2-8-6 16,2 8 0-16,0 0-4 0,0 0-6 0,0 0-2 15,0 0-2-15,0 0-7 0,0 0-4 0,0 0-11 16,0 0-6-16,0 0-10 0,0 0-5 0,0 0-3 15,0 0-14-15,0 0 0 0,0 0-7 0,-6-6-2 16,6 6-7-16,0 0 3 0,0 0-9 0,0 0-8 16,0 0-3-16,0 0-5 0,0 0 0 0,0 0 0 15,-17 3-6-15,17-3 0 0,0 0 3 0,-9-3-4 16,9 3-3-16,0 0-1 0,-10 1 0 0,10-1-2 16,0 0 4-16,0 0-7 0,-10-2 2 0,10 2-3 15,0 0 0-15,0 0-2 0,0 0 1 0,0 0-4 16,0 0-1-16,-7-2-4 0,7 2 3 0,0 0-1 15,0 0 4-15,25-2 0 0,-12-1-3 0,6-2-2 16,6-1-2-16,6 2-1 0,-2-1-4 16,1-2-4-16,-3 2-10 0,-6 3-14 0,0-1-24 0,0-1-28 15,-4 1-38-15,2 0-31 0,-7 2-33 0,2 2-12 16,-4 0-113-16,-10-1-347 0,15 2 154 0</inkml:trace>
  <inkml:trace contextRef="#ctx0" brushRef="#br0" timeOffset="167876.33">27851 3101 53 0,'0'0'186'16,"0"0"-10"-16,-7-3-20 0,7 3-15 0,0 0-17 15,0 0-21-15,0 0-3 0,-4 8-13 0,4-8-10 16,-2 15-8-16,2-3-8 0,0 4 0 0,0 1-14 15,0 2 2-15,2 0-5 0,-4 0-5 0,2 6-2 16,-2-6-4-16,0 1-3 0,2-1 0 0,0-2-5 16,0 2 1-16,0-2-4 0,0-1-5 0,0 1 1 15,0-5 2-15,0-1-6 0,0 1-1 0,0-1 3 16,-2 0 2-16,1-3-6 0,0-1-3 0,1-7 4 16,0 14-6-16,0-7-1 0,0-7 2 0,-1 8-1 15,1-8-2-15,-2 8 4 0,2-8-4 0,0 0 12 16,-3 9-11-16,3-9 0 0,0 0-2 15,0 0 2-15,0 0 6 0,-4 5-8 0,4-5 3 0,-9 2-3 16,9-2 0-16,-9 0-3 0,0 0 1 0,9 0 1 16,-14 0-6-16,4 0 1 0,10 0 5 0,-16 0-3 15,6 0 2-15,-1-2-5 0,2 2 3 16,9 0 0-16,-20 0-5 0,9 2 3 0,2 0 7 16,9-2-11-16,-14 0 8 0,9 1-7 0,5-1 2 0,0 0 1 15,-12 0-1-15,12 0 3 0,0 0-2 0,0 0 0 16,-9 0 0-16,9 0 6 0,0 0-2 0,0 0 9 15,0 0 0-15,0 0 2 0,0 0 1 0,29 1 9 16,-16-1-2-16,0-1 7 0,8 0-6 0,-3-1 2 16,4 0-5-16,-1 1-1 0,6-4-3 15,0 3 0-15,-7 0-23 0,0-1-35 0,2 1-41 16,1 0-52-16,-3 1-47 0,-1 1-119 0,-4-2-326 16,3 2 145-16</inkml:trace>
  <inkml:trace contextRef="#ctx0" brushRef="#br0" timeOffset="168283.89">28224 3428 39 0,'0'-7'273'0,"0"7"-8"0,0 0-9 0,0 0-17 15,0 0-13-15,0 0-22 0,0 0-15 0,-7-10-14 16,7 10-16-16,0 0-14 0,-10-1-20 0,10 1-12 15,0 0-14-15,-22 9-9 0,15-5-9 0,-4 1-6 16,0 1-10-16,1 1-4 0,1 1-11 0,0-1 0 16,1 1-9-16,-2 1-7 0,1-1-5 0,4-4 3 15,0 6-9-15,1-5-1 0,4-5-6 0,-4 12-12 16,4-7-3-16,0-5-3 0,5 13 0 0,-1-7-6 16,2 1-1-16,2-1-1 0,2 1 1 0,-1-1 1 15,3-1 3-15,1 0-1 0,-2 0 2 16,1 0-9-16,-1 0 1 0,-1-1-2 0,2-3 4 15,-7 3-3-15,5 1 4 0,-2-3-3 0,-8-2 3 0,9 5 1 16,-4-3-6-16,-5-2-4 0,6 7 3 0,-6-7 0 16,0 0 2-16,0 0 4 0,-15 16-1 0,3-10 5 15,-3 1-3-15,-6 0 1 0,4 0 2 16,-4-1-5-16,2 1-7 0,-8 0-12 0,2 0-14 16,-2-2-17-16,8-1-25 0,1-3-31 0,4 1-33 15,2 0-51-15,0-1-165 0,12-1-396 0,-22 0 175 16</inkml:trace>
  <inkml:trace contextRef="#ctx0" brushRef="#br0" timeOffset="168817.87">28685 3042 25 0,'-1'-12'273'15,"1"12"-11"-15,-4-7-19 0,4 7-14 0,-6-8-21 16,6 8-13-16,-7-4-20 0,7 4-19 0,0 0-17 15,-14 2-16-15,8 5-8 0,-3 6-8 0,-2 3-20 16,-3 8 3-16,0 7-11 0,-6 12 0 0,-2 5-6 16,2-2-3-16,-1 1-6 0,2 1 4 0,2-2-9 15,5-13-7-15,2 1 0 0,2-2-8 0,1 1-6 16,2-1-1-16,5-4-4 0,0 0-2 0,5-2-5 16,-1-1-1-16,5-6 1 0,0 4-4 0,5 0-10 15,0-1-3-15,3 1-14 0,-2-8-8 0,8 0-11 16,1-1-15-16,5-1-22 0,-1-2-21 0,4-4-43 15,1-3-46-15,1 2-64 0,0-4-194 0,-4 1-464 16,0-3 205-16</inkml:trace>
  <inkml:trace contextRef="#ctx0" brushRef="#br0" timeOffset="169850.73">29145 3155 146 0,'0'0'221'0,"0"0"-11"0,0 0-4 0,4-6-10 16,-4 6-3-16,0 0-11 0,0 0-11 0,0 0-11 16,0 0-10-16,0 0-17 0,0 0-12 0,0 0-14 15,0 0-11-15,0 0-11 0,0 0-7 0,0 0-2 16,-32 15-8-16,18-6-9 0,-3 3-3 15,0-2-6-15,-7 7-8 0,1 1-2 0,4-1-2 0,-4 1-5 16,5 1-5-16,0 0 0 0,2 1-7 0,4-4-2 16,2 1-3-16,0 1 1 0,1-1-3 15,2 1-3-15,1 0 1 0,1-3-3 0,4 2 1 16,-2-1 2-16,5 0-3 0,-1-5-1 0,5 4 1 16,-2-2-2-16,2-2 0 0,2 0 3 0,0-3-2 15,6 3 3-15,1-1-1 0,3-2-2 0,-3-2 0 16,2 0 7-16,1-2-9 0,-2-1 2 0,5-1 0 15,-2 1 1-15,0 1-3 0,-1-4-7 0,-1 2-1 0,-3-4-11 16,4 2-14-16,-4 0-25 0,-1-2-18 16,-2 1-33-16,2-2-36 0,-2-1-50 0,1-1-32 15,-3 1-187-15,0-2-441 0,-2 1 195 0</inkml:trace>
  <inkml:trace contextRef="#ctx0" brushRef="#br0" timeOffset="170160.53">29128 3385 84 0,'0'0'206'0,"-11"0"-9"16,11 0-15-16,0 0-17 0,0 0-14 0,0 0-16 15,0 0-14-15,0 0-3 0,0 0-13 0,0 0-12 16,0 0-5-16,0 0 6 0,0 0-3 0,0 0-2 15,38 2-6-15,-17-2-4 0,0-2-6 0,6 1-3 16,-4-3-9-16,4 2 0 0,-6-1 0 16,0 1-7-16,-4-1-3 0,1 1-3 0,-5 0-2 15,1 1-6-15,-5-1-3 0,-2 0-3 0,2 1-3 16,-9 1-1-16,12-1-3 0,-12 1-3 0,8-2-2 0,-8 2-1 16,8-1-5-16,-8 1 3 0,0 0-18 0,8-3-12 15,-8 3-26-15,0 0-39 0,0 0-56 0,0 0-68 16,0 0-209-16,0 0-443 0,0 0 196 15</inkml:trace>
  <inkml:trace contextRef="#ctx0" brushRef="#br0" timeOffset="171234.9">29599 2746 238 0,'0'0'240'15,"0"0"-7"-15,-5-5-12 0,5 5-8 0,0 0-13 16,-4-7-13-16,4 7-16 0,0 0-17 0,0 0-16 16,0 0-14-16,0 0-17 0,-4-4-11 0,4 4-16 15,0 0-8-15,0 0-12 0,0 0-10 0,0 0-4 16,0 0-6-16,0 0-6 0,0 0-4 0,0 0-2 15,8 23 0-15,-4-14-3 0,1 2-4 16,0-2-4-16,1 3 4 0,0-3-5 0,1 7 4 16,-1-5-5-16,-1-1 2 0,4-1-1 0,-4 1-3 15,2-1-2-15,-1 1-1 0,3-1 3 0,-4-1-5 16,2 1 1-16,-2-1 3 0,1-1-5 0,-1 1 2 16,3-4-2-16,-3 2 2 0,-5-6-1 0,8 8-2 15,-8-8 1-15,6 7-3 0,-6-7-1 0,5 4 2 16,-5-4 1-16,0 0 5 0,0 0 4 0,0 0 12 15,9 6 1-15,-9-6 0 0,0 0-2 0,0 0-2 16,9-15-7-16,-9 15 2 0,8-18-5 0,-3 6 5 16,2-4-8-16,4 0-2 0,-2-3 2 0,0 2 3 15,-2 0-5-15,2 0 0 0,0-1 3 0,-1 1-6 16,-2 0 0-16,1 1 36 0,-3 6-3 0,-2 0 8 16,1 0-4-16,3 1 2 0,-3 3-21 0,-2 0 13 15,-1 6-3-15,2-7-6 0,-2 7 0 0,0 0-3 16,4-10-1-16,-4 10-8 0,3-5-8 0,-3 5 0 15,0 0-22-15,0 0-16 0,0 0-24 0,0 0-17 16,0 0-2-16,0 0-10 0,0 0 8 0,0 0-10 16,0 0-36-16,11 18-45 0,-11-18-62 0,5 15-250 15,-3-5-519-15,-1-2 230 0</inkml:trace>
  <inkml:trace contextRef="#ctx0" brushRef="#br0" timeOffset="171834.81">29475 3127 112 0,'-11'-2'189'0,"11"2"-5"16,-15-2-6-16,15 2-5 0,-13-2-9 0,13 2-2 15,-12 0-7-15,12 0-1 0,0 0-10 0,-17-1-14 16,17 1-11-16,0 0-10 0,0 0-4 0,-10 0-5 16,10 0-8-16,0 0-9 0,0 0-11 0,0 0-1 15,0 0-7-15,0 0-3 0,39-9-8 0,-9 5 2 16,4 0-6-16,5-2-7 0,-1 1-2 15,13-5-5-15,0 2-5 0,1-3 1 0,0 1-6 16,-14 6-1-16,13-2-3 0,0 0-1 0,-14 1-3 0,1 0-5 16,-1 1 0-16,0 0 2 0,0-1-7 15,-3 1 5-15,-3-1 7 0,-1 1 6 0,-3-1 9 16,-9 1-3-16,3 3 1 0,-5-5 2 0,-2 3-5 16,-1 2 3-16,-1-2 4 0,-12 3-3 0,14-3 2 15,-14 3-4-15,10-2-4 0,-10 2 2 0,0 0-6 16,11-1 0-16,-11 1-2 0,0 0-14 0,0 0-21 15,0 0-19-15,0 0-33 0,0 0-22 0,0 0-32 16,0 0-44-16,0 0-43 0,-38 19-71 0,18-12-165 16,-6 6-477-16,1-1 211 0</inkml:trace>
  <inkml:trace contextRef="#ctx0" brushRef="#br0" timeOffset="172418.58">29684 3220 19 0,'0'0'271'0,"0"0"2"0,2-9-8 0,-2 9-9 15,0 0-17-15,0 0-19 0,1-10-23 0,-1 10-21 16,0 0-21-16,0 0-16 0,0 0-22 0,0 0-15 15,0 0-6-15,0 0-10 0,0 0-11 0,0 0-6 16,0 0-8-16,12 33 0 0,-10-17-2 0,2-4-8 16,0 1-4-16,-4 1-5 0,3-1-3 0,3 2-4 15,-3-4-6-15,-1 2-2 0,0-5-4 0,-2 3-3 16,2-2 5-16,2-1-6 0,-4-8-2 0,2 10-3 16,-2-10 1-16,1 9 2 0,-1-9 4 0,0 0 4 15,5 9-1-15,-5-9 10 0,0 0 1 0,0 0 6 16,3 9 5-16,-3-9 7 0,0 0 12 0,0 0-1 15,0 0 6-15,0 0 3 0,0 0 9 0,0 0-9 16,0 0 18-16,0 0-14 0,0 0-2 16,0 0-10-16,0 0-4 0,0 0-16 0,0 0-4 15,4-32-8-15,1 20-7 0,-1 1-2 0,1-5 2 16,2 1-15-16,0 4-4 0,1-3 7 0,-1 3-3 16,3-2 3-16,-2 4-11 0,0 1 3 0,-2-1-4 15,3 2 0-15,-9 7-5 0,6-12-2 0,-6 12 4 16,8-5-7-16,-8 5 0 0,7-5 0 0,-7 5-5 0,0 0 2 15,0 0 1-15,19 7-2 0,-14-1 9 0,1 0-9 16,3 4 5-16,-1-1 0 0,-3 2 9 16,0 0-2-16,0 0 2 0,0 0-4 0,2 3 10 15,-1 0-9-15,-1-2-3 0,-1-1 4 0,0 1-4 16,-2-1 13-16,3-2-4 0,-2 3-5 0,1-3 6 16,-2 0-20-16,-2-9-15 0,7 14-36 0,-5-8-35 15,-2-6-26-15,4 13-15 0,0-6-27 0,-4-7-48 16,5 11-68-16,-5-11-294 0,0 0-626 0,6 12 277 15</inkml:trace>
  <inkml:trace contextRef="#ctx0" brushRef="#br0" timeOffset="172883.96">30039 3269 191 0,'0'0'364'0,"-3"-12"-14"0,3 12-28 0,0 0 6 16,0 0-36-16,-1-10-22 0,1 10-29 15,0 0-22-15,0 0-23 0,0 0-20 0,0 0-25 16,0 0-18-16,0 0-16 0,0 0-10 0,0 0-9 16,0 0-10-16,19 20-9 0,-12-9-8 0,0 0 0 15,0-2-8-15,2 6-12 0,0-1-4 0,0 0-1 16,0-4-6-16,-2 2-4 0,-1-3-16 0,1 1 11 15,0-3-1-15,-1 3-1 0,0-3-14 0,-3 1 10 16,-3-8-6-16,9 10-3 0,-4-4-3 16,-5-6-6-16,7 8 9 0,-7-8 0 0,0 0 0 0,6 7-2 15,-6-7 4-15,0 0 6 0,0 0 8 0,0 0 4 16,0 0-2-16,0 0-4 0,0 0 0 0,0 0 4 16,13-22-12-16,-8 13 1 0,-1-6-4 0,4 0 0 15,-3-1-3-15,3-3-6 0,-2 4 1 0,0-2 0 16,2 0-1-16,0 0-3 0,-2-1-4 0,3 3-1 15,-4 3 0-15,-1 2-3 0,0-1 4 16,1 4 2-16,-5 7 0 0,6-12-4 0,-6 12-8 16,5-10 12-16,-5 10-14 0,4-10-8 0,-4 10-27 15,0 0-28-15,0 0-32 0,3-8-24 0,-3 8-33 16,0 0 2-16,0 0-21 0,0 0-17 0,0 0-28 16,0 0-36-16,0 0-27 0,0 0-208 0,0 0-537 0,20 22 238 15</inkml:trace>
  <inkml:trace contextRef="#ctx0" brushRef="#br0" timeOffset="173150.73">30375 3245 138 0,'0'0'211'0,"0"0"-13"0,0 0-8 0,0 0-4 15,0 0-11-15,0 0-6 0,-11 3-12 0,11-3-16 16,0 0-9-16,0 0-3 0,0 0-10 16,0 0-5-16,0 0-10 0,40-7-12 0,-22 3-16 15,-4 1 1-15,4 0-7 0,-2-1-7 0,4-2-8 16,-1 4-5-16,0-2-13 0,-1 3-17 0,-7-2-25 16,-1-1-29-16,-10 4-27 0,16-2-35 0,-16 2-35 0,13-1-37 15,-13 1-33-15,8-3-134 0,-8 3-362 16,0 0 160-16</inkml:trace>
  <inkml:trace contextRef="#ctx0" brushRef="#br0" timeOffset="173397.49">30552 3192 47 0,'0'0'228'0,"0"0"-3"0,0 0-8 0,0 0-14 16,0 0-5-16,0 0-15 0,0 0-16 0,0 0-22 16,0 0-21-16,0 0-10 0,-9 8-12 0,9-8-5 15,-1 11 15-15,1-11-8 0,-1 17 0 0,-1-7 1 16,0 2-4-16,-2 5-1 0,0-2 2 15,3 1-2-15,-3 3-10 0,3-2-8 0,1-2-4 16,-3 2-10-16,2 1-1 0,1-1-2 0,-1-1-9 0,-2 0-2 16,3-4-6-16,-1-1-6 0,1 1 2 15,-2-2-7-15,1 1 2 0,2 0-10 0,-1-11 2 0,0 19-16 16,0-9-21-16,0-10-31 0,0 12-19 0,0-12-21 16,0 0-30-16,0 0-56 0,2 15-54 15,-2-15-76-15,0 0-169 0,0 0-499 0,0 0 221 16</inkml:trace>
  <inkml:trace contextRef="#ctx0" brushRef="#br0" timeOffset="173983.95">30887 3517 213 0,'0'0'282'0,"-5"0"-10"0,5 0-12 0,0 0-11 16,0 0-12-16,0 0-5 0,-15-3-14 15,15 3-18-15,0 0-12 0,0 0-29 0,0 0 5 0,0 0-9 16,0 0-14-16,0 0-13 0,0 0-14 0,0 0-14 16,0 0-9-16,0 0-8 0,0 0-13 0,0 0 1 15,0 0-10-15,37-9-7 0,-25 6-12 0,0 1 2 16,-1 2-6-16,2-2-5 0,0 1 3 15,-2-3-4-15,1 3-11 0,2-2-14 0,-4 3-13 16,1-1-20-16,0-2-22 0,-2 3-26 0,-9 0-25 16,14 0-34-16,-14 0-32 0,13-2-35 0,-13 2-47 15,11-1-48-15,-11 1-156 0,0 0-488 0,0 0 217 16</inkml:trace>
  <inkml:trace contextRef="#ctx0" brushRef="#br0" timeOffset="174350.86">31259 3256 10 0,'0'0'226'0,"2"-17"-6"0,1 8-12 0,-3 9 10 0,1-13 4 15,-1 13 0-15,2-15-14 0,-2 15 0 16,-2-9 2-16,2 9-3 0,0 0-4 0,0-14-10 15,0 14-13-15,0 0-6 0,0 0-21 0,2-9-6 16,-2 9-17-16,0 0-19 0,0 0-14 0,0 0-8 16,0 0-20-16,0 0-2 0,0 0-1 0,0 0-16 15,0 0 11-15,0 0 2 0,0 0-7 0,-2 47 2 16,1-31 3-16,0 0-6 0,-1 1 4 0,2-1-11 16,2 2-1-16,-2-3-7 0,0 2 2 0,-2-2-3 15,1-2-1-15,0-1-3 0,0 0-2 0,-1 0-9 16,4-2-3-16,-2-10 2 0,-2 22-2 0,2-12-14 15,0-10 7-15,0 18 5 0,0-18-21 0,0 12-36 16,0-12-33-16,3 11-29 0,-3-11-31 0,0 12-25 16,0-12-30-16,0 0-49 0,-3 11-74 0,3-11-279 15,-6 8-636-15,6-8 282 0</inkml:trace>
  <inkml:trace contextRef="#ctx0" brushRef="#br0" timeOffset="174817.47">31539 2904 270 0,'0'0'292'0,"-5"-9"-5"15,5 9-2-15,0 0-25 0,-2-13 1 0,2 13-38 0,0 0-13 16,0 0-23-16,0 0-18 0,-2-11-20 0,2 11-14 16,0 0-20-16,0 0-13 0,0 0-10 0,39 18-4 15,-13-3-10-15,3 2-13 0,2 5-2 16,0 2-8-16,8 9-1 0,-4 3-6 0,-3 1-17 16,-8-9 11-16,3 10-1 0,-9-9-2 0,-2 1-2 15,-4 0-11-15,1 1 9 0,-6 1-4 0,-1 0-6 16,-3-2-5-16,-5 2-9 0,-3 3-14 0,-8-2-19 15,-11 9-33-15,-11 1-38 0,-10-2-61 0,-1 0-78 16,-25 16-313-16,-7-11-590 0,2 2 261 0</inkml:trace>
  <inkml:trace contextRef="#ctx0" brushRef="#br0" timeOffset="180081.86">29808 3468 67 0,'0'0'110'0,"0"0"-8"0,0 0-4 0,8 0-17 15,-8 0-5-15,0 0-14 0,0 0-12 0,0 0-11 16,0 0-26-16,0 0-27 0,0 0-26 16,0 0-14-16,0 0-45 0,0 0-107 0,0 0 49 0</inkml:trace>
  <inkml:trace contextRef="#ctx0" brushRef="#br0" timeOffset="181535.68">29220 11783 129 0,'0'0'241'0,"0"0"-9"16,0 0-15-16,0 0-15 0,0-10-25 15,0 10-17-15,0 0-21 0,0 0-15 0,0 0-14 16,0 0-13-16,0 0-10 0,0 0-9 0,0 0-9 16,0 0-9-16,0 0-4 0,0 0-7 0,12 27-4 15,-8-16-5-15,-2 1-4 0,6 2-2 0,-3 2-4 16,-1-1-2-16,0 2-2 0,0-1-1 0,-2 1-2 15,1-2-1-15,1 1 1 0,1-1-4 0,-4-3 3 16,0 0-1-16,2 0 8 0,-3 1 2 0,1-2-1 16,0-2-3-16,1 1-1 0,-2-3-8 0,1 0 9 15,-1-7-8-15,1 12 2 0,-1-12-3 0,0 9-1 0,0-9-2 16,2 8-1-16,-2-8 4 0,0 0 14 16,1 8 1-16,-1-8 11 0,0 0 10 0,0 0 16 15,0 0 12-15,0 0 12 0,0 0 11 0,0 0-5 16,0 0-13-16,0 0-7 0,0 0-3 0,0 0-5 15,5-23-20-15,-2 12-11 0,-1 1-1 0,4-7-8 0,2-2-1 16,1-3-8-16,5-4 0 0,0 1-4 16,0 2-14-16,2-1 6 0,0-2-3 0,-1 4-6 15,-4 6 6-15,0-1-6 0,2 2 4 0,-4 3 0 0,-2 2 3 16,0 2-6-16,-2-1-1 0,-1 3 7 0,0 0-13 16,1 2 4-16,-5 4-2 0,6-8-4 15,-6 8-5-15,4-5-2 0,-4 5 3 0,0 0-6 16,0 0 7-16,10 9-3 0,-7-3 2 0,1 6 11 15,1 3 2-15,-1 4 3 0,-1 7 4 0,3 3 10 0,-4 0-7 16,-1-3 11-16,1 3-2 0,-1-1 5 0,0 1 4 16,1 0-11-16,-2-2 16 0,-2-1-2 15,1 1-3-15,0 0-1 0,-1 0 0 0,2-2-6 16,2 1-2-16,-1-7 3 0,2 1-8 0,-3-3-2 16,2 1-34-16,1-6-31 0,3 5-28 0,-2-3-25 0,0-2-13 15,1-1-37-15,-1 0-50 0,0-3-61 0,4 1-61 16,-8-9-214-16,5 10-583 0,1-6 258 0</inkml:trace>
  <inkml:trace contextRef="#ctx0" brushRef="#br0" timeOffset="181867.45">29911 11975 69 0,'-4'-6'291'0,"4"6"-3"0,0 0 1 0,0 0-2 0,-7-6-22 16,7 6-12-16,0 0-13 0,-5-4-18 0,5 4-19 16,0 0-10-16,0 0-15 0,0 0-24 0,-5-4-11 15,5 4-5-15,0 0-21 0,0 0-6 0,0 0-5 16,0 0-6-16,0 0-12 0,0 0-5 0,0 0-11 15,0 0-9-15,0 0-9 0,0 0-7 0,0 0-1 16,10-8-12-16,-3 6-6 0,4 0-1 0,2-2-29 16,2 1-32-16,-1-1-33 0,3-1-25 0,0 0-37 15,-1 2-52-15,1-3-67 0,2 1-60 0,-6 1-214 16,0 1-565-16,1-2 250 0</inkml:trace>
  <inkml:trace contextRef="#ctx0" brushRef="#br0" timeOffset="182053.67">29943 12058 95 0,'-8'4'267'0,"8"-4"-2"16,-4 4-3-16,4-4-11 0,0 0-14 0,0 0-16 16,0 0-15-16,0 0-24 0,0 0-14 0,0 0-18 15,0 0-13-15,0 0-25 0,27-1-22 0,-16 0-29 16,3-1-35-16,1 0-45 0,2-1-54 0,1-1-65 15,3 0-65-15,-5 0-181 0,5-1-414 0,-3 1 184 16</inkml:trace>
  <inkml:trace contextRef="#ctx0" brushRef="#br0" timeOffset="189168.94">30519 11714 166 0,'0'0'221'0,"0"0"1"16,0 0-3-16,0 0-11 0,-3-7-8 0,3 7 6 15,0 0-9-15,0 0-8 0,0 0-13 0,0 0-9 16,0 0-8-16,0 0-12 0,0 0-6 0,0 0-20 16,0 0-8-16,0 0-7 0,-5-6-16 0,5 6-11 15,0 0-11-15,0 0-9 0,0 0-9 0,0 0-6 16,0 0-3-16,0 0-7 0,0 0 0 0,7 29-3 16,-6-14-3-16,3 2 6 0,0 2-5 0,-3 7 1 15,2-2 4-15,-1 4 4 0,-2-2-4 0,0-6-6 16,1 5 4-16,-1 1-6 0,0-7-3 0,0 0 4 15,0 1-1-15,0-1-6 0,-1-2 2 0,0 1-6 16,1-3-1-16,-1-3 0 0,-1 0 6 0,1-1-4 16,2-2-2-16,-1-1 1 0,0-8-7 0,-1 11 2 15,1-11 6-15,1 8 1 0,-1-8 5 0,0 0 4 16,0 8 9-16,0-8 12 0,0 0-20 0,0 0 0 16,0 0-5-16,0 0 2 0,0 0-22 0,0 0-13 15,0 0-28-15,0 0-41 0,0 0-28 0,0 0-31 16,0 0-52-16,0 0-81 0,0 0-66 0,0 0-190 15,0 0-571-15,2-33 253 0</inkml:trace>
  <inkml:trace contextRef="#ctx0" brushRef="#br0" timeOffset="191050.73">31091 11739 64 0,'0'0'192'16,"-2"-9"-2"-16,2 9-5 0,0 0-8 0,0 0-12 15,-1-9-12-15,1 9-6 0,0 0-9 0,0 0-3 16,0 0-6-16,0 0-8 0,0 0-8 0,0 0-2 15,-2-10-11-15,2 10-5 0,0 0-10 0,0 0-8 16,0 0-9-16,0 0-8 0,0 0-6 0,0 0-6 16,0 0-10-16,0 0 0 0,0 0-6 0,0 0-7 15,0 0 0-15,0 0-7 0,0 0-3 0,0 0 3 16,0 0-8-16,0 0 1 0,0 0-6 0,0 0-1 16,0 0-1-16,0 0 1 0,3 28-1 0,-6-17-3 15,3 4 2-15,2 2 6 0,-2-2 5 0,0 3 1 16,0 0 4-16,1 0 2 0,-2 0 0 0,2 0 5 15,-2 3-1-15,2-4-2 0,1 1-1 0,-2-3 0 16,0 2 6-16,2-5-5 0,-4 0 7 0,4 0-9 16,-1 0-1-16,-2-2-3 0,2 0-5 0,-1-1 5 15,1-3-3-15,-1-6 0 0,2 11 0 0,-2-11-5 16,2 9 3-16,-2-9 0 0,3 7-1 0,-3-7-8 16,2 5-10-16,-2-5-13 0,0 0-13 0,7 3-18 15,-7-3-35-15,0 0-41 0,11-2-49 0,-11 2-42 16,8-6-33-16,-8 6-137 0,5-10-419 0,-4 3 186 15</inkml:trace>
  <inkml:trace contextRef="#ctx0" brushRef="#br0" timeOffset="191517.49">30951 11920 84 0,'0'0'217'0,"0"0"-9"0,-9-5-14 0,9 5-28 16,0 0-18-16,0 0-14 0,0 0-17 0,0 0-11 15,0 0-6-15,21-8-12 0,-4 4-4 0,4 1-17 16,1 0 0-16,4 0-12 0,1-2-1 0,1 1-8 16,-6 3-4-16,-1-1-5 0,0 1-3 0,-2-5-2 15,-1 4-8-15,-4 1 0 0,-2 0-3 16,-2 1-4-16,1 0-1 0,-4-2-7 0,-7 2 4 16,0 0 2-16,13 2-9 0,-13-2 0 0,7 0 1 0,-7 0 16 15,7 2 0-15,-7-2 15 0,4 9 11 0,-4-4 5 16,0-5-5-16,0 14 6 0,0-4-5 0,-2-2 2 15,1 3-11-15,1-1-2 0,-1 0-2 0,1-1-6 16,0-2-3-16,0 2 2 0,0-1-7 16,0-8 0-16,2 14-6 0,1-8 1 0,-1 0-2 0,4-1 0 15,-3 2 1-15,4-2-3 0,-2-1 0 0,3-1-1 16,-2 0 0-16,5-2 7 0,0 2-8 0,-2-2 2 16,-2-2-1-16,6 2 0 0,-4-2 2 0,-3-2 5 15,-6 3 1-15,12-5-1 0,-8-1-1 0,1-1 2 16,-1-1 10-16,0 0-5 0,-3-3-1 0,1 1 8 15,0 0-9-15,-4-3-4 0,1-2-1 0,-3-1-3 16,0-1-4-16,-1 6 3 0,-1 0-7 0,-3-3 0 16,3 2-1-16,-2 4-1 0,0-1-3 0,2 0-11 15,-4 2-11-15,1 1-13 0,1 1-14 16,-1 1-16-16,3 2-27 0,6 2-29 0,-13 0-42 0,13 0-49 16,-12 5-29-16,7 1-176 0,1 2-448 0,1 1 199 15</inkml:trace>
  <inkml:trace contextRef="#ctx0" brushRef="#br0" timeOffset="192100.62">31870 11779 63 0,'0'0'261'0,"0"-6"-3"16,0 6-16-16,2-6-13 0,-2 6-21 0,0 0-22 16,3-9-21-16,-3 9-16 0,5-6-14 0,-5 6-15 15,7-5-16-15,-7 5-12 0,11-1-7 0,-11 1-10 16,10 0-9-16,-10 0 1 0,14 3-16 16,-6-1-6-16,-2 1-5 0,1 1-1 0,-1 0-8 15,2 3 0-15,-1 0-4 0,-3-1-7 0,3 2 1 0,-3 3 26 16,-3 0 0-16,4 0 11 0,-5-1 5 0,0 3 0 15,-4 3 1-15,-1-3-5 0,-2 3 0 0,-3-2 3 16,0 2-12-16,-3-1 8 0,0-1-11 0,-1 0-5 16,2 0 2-16,-2-2-12 0,1-2-2 15,4 1-6-15,-3-5 5 0,3 1-4 0,-1 1 7 16,1-1-2-16,3-1-4 0,-1-2-4 0,1-1 7 0,1 0-4 16,5-3 8-16,-8 7-4 0,4-5-7 0,4-2-3 15,-5 4-1-15,5-4 10 0,-4 4-8 16,4-4-5-16,0 0 5 0,0 0 0 0,-5 5-3 15,5-5 1-15,0 0 0 0,0 0-2 0,0 0-5 16,0 0-1-16,0 0 3 0,14 4-2 0,-3-4-1 0,0 0 5 16,6-2-9-16,-2 1 6 0,3 1-2 15,2-3 0-15,2 1-5 0,-1 0-5 0,7-1-10 16,-7 1-5-16,0 0 21 0,-1 0-3 0,2 0 6 16,-4 1-4-16,1 0-15 0,-5 1 15 0,-1 0 0 15,1-1-3-15,-4-1 7 0,1 2-9 0,-3-1 2 16,-8 1 2-16,15-1-9 0,-9 0 2 0,-6 1-8 15,11-2 3-15,-11 2-17 0,11 0-4 0,-11 0-9 16,0 0-20-16,10-1-19 0,-10 1-20 0,0 0-15 16,0 0-23-16,0 0-35 0,10 1-49 0,-10-1-42 15,0 0-248-15,0 0-550 0,0 0 243 0</inkml:trace>
  <inkml:trace contextRef="#ctx0" brushRef="#br0" timeOffset="203767.54">28974 13015 106 0,'0'0'221'0,"0"0"-1"0,0 0-2 0,-5-6-12 16,5 6-6-16,-3-5-12 0,3 5-13 0,0 0-12 15,0 0-9-15,0 0-18 0,0 0-9 0,0 0 8 16,0 0-14-16,0 0-11 0,0 0-15 0,-4-8-10 15,4 8-10-15,0 0-11 0,0 0-6 0,0 0-6 16,0 0-8-16,0 0-6 0,0 0-4 0,14 18-4 16,-10-10-2-16,0 1-3 0,3 6-5 0,1-2 0 15,-1-1 2-15,0 3-1 0,-1-3-5 0,2 3-2 16,-1-2 1-16,-2-2-4 0,3 1-18 0,-2 2-2 16,0-2 2-16,-1-2-1 0,2-1 7 0,-2 1-5 15,2-2 9-15,-1-1 1 0,-2 4-5 0,1-5-5 16,-1 1 1-16,-1-1-1 0,1-1 3 0,-1-1-1 15,-3-4 0-15,5 6 5 0,-5-6 1 0,4 5 0 16,-4-5 2-16,0 0 0 0,4 6 3 0,-4-6 4 16,0 0 6-16,0 0 3 0,0 0 2 0,0 0-1 15,0 0 0-15,12-16-1 0,-9 10-5 0,1-4 2 16,0 0 6-16,1 0-2 0,-1-2-1 0,2-5 2 16,-3 6-5-16,2-4 0 0,0-3 3 0,1 0 2 15,0 0-2-15,0 2-3 0,-1-1 3 0,0-1-6 16,-1 6 2-16,3 2-1 0,-4-2 1 0,1 2 2 15,0 2 0-15,-1 0-1 0,0 1-4 0,0 1-4 16,-3 6 4-16,2-9-5 0,-2 9-4 0,1-6 1 16,-1 6-3-16,0 0-4 0,3-7-12 0,-3 7-9 15,0 0-13-15,0 0-19 0,0 0-1 0,0 0-6 16,0 0-7-16,0 0-8 0,0 0-18 0,10 13-36 16,-10-13-44-16,0 0-47 0,4 17-35 0,-1-6-157 15,-2 1-449-15,3-1 198 0</inkml:trace>
  <inkml:trace contextRef="#ctx0" brushRef="#br0" timeOffset="204066.79">29343 13211 250 0,'0'0'251'0,"0"0"-6"0,0 0-8 0,0 0-15 15,0 0-17-15,-10-8-11 0,10 8-14 0,0 0-3 16,-5-5-17-16,5 5-15 0,0 0-12 0,0 0-13 16,0 0-7-16,0 0-13 0,0 0-6 0,0 0-12 15,0 0-11-15,0 0 4 0,0 0-18 16,0 0 3-16,0 0-10 0,24-8-5 0,-12 4-10 0,0 1-1 16,3 2-3-16,-2-2-1 0,0 0-5 0,6 0-3 15,-2-1-7-15,1 3-10 0,-4-1-7 0,1 0-17 16,-2-1-17-16,0 3-22 0,0-2-24 0,-3 2-44 15,-10 0-45-15,19-2-42 0,-12 2-32 0,0 1-174 16,-7-1-453-16,0 0 201 0</inkml:trace>
  <inkml:trace contextRef="#ctx0" brushRef="#br0" timeOffset="204352.57">29486 13189 152 0,'0'0'253'0,"0"0"-8"16,0 0-19-16,0 0-20 0,0 0-21 0,0 0-23 0,0 0-20 16,0 0-13-16,-3 5-8 0,3-5-6 0,-2 13-4 15,2-6-6-15,0 1-8 0,0 3-2 0,0 3 3 16,2-1 5-16,-4 3-10 0,2-4-6 16,0 5-1-16,2-4-6 0,-4 2-1 0,1-1-7 15,1-1-5-15,-1-1-4 0,1 1-11 0,-2 0 2 0,2-2-11 16,-1-2-1-16,1 3-5 0,0-2-3 0,-1 0-2 15,1-1 4-15,0 1-10 0,0-3-4 16,0-7-13-16,-1 13-14 0,1-13-16 0,-2 11-20 16,1-6-16-16,1-5-15 0,-1 11-22 0,1-11-44 15,0 0-49-15,1 10-53 0,-1-10-211 0,0 0-488 16,3 5 215-16</inkml:trace>
  <inkml:trace contextRef="#ctx0" brushRef="#br0" timeOffset="204578.8">29791 13266 71 0,'0'0'276'0,"0"0"5"16,3-6-13-16,-3 6-18 0,0 0-22 15,7-6-21-15,-7 6-22 0,9-7-17 0,-4 5-16 16,1 0-20-16,4-4-11 0,1 4-17 0,-1-3-15 15,0 2-23-15,0 0-22 0,2 1-29 0,-1-2-35 16,1 2-46-16,-4 2-55 0,0-2-58 0,-8 2-44 16,12 2-119-16,-12-2-370 0,6 2 164 0</inkml:trace>
  <inkml:trace contextRef="#ctx0" brushRef="#br0" timeOffset="204750.77">29785 13359 120 0,'-5'3'243'0,"5"-3"4"0,0 0-7 16,0 0-12-16,0 0-14 0,-4 5-16 0,4-5-16 16,0 0-14-16,0 0-12 0,0 0-18 0,26-5-13 15,-15 3-19-15,1 0-27 0,6-5-31 0,1 4-36 16,-1-2-54-16,2-2-75 0,1 1-70 0,-3 1-173 16,2 1-390-16,-2-2 173 0</inkml:trace>
  <inkml:trace contextRef="#ctx0" brushRef="#br0" timeOffset="205301.74">30510 12952 51 0,'-11'-2'222'0,"-1"-1"-11"0,2 1-6 16,-4 0-8-16,6-1-13 0,-1 2-7 0,0-2-14 15,9 3-11-15,-11-1-19 0,11 1-12 0,-9 0-14 16,9 0-8-16,0 0-9 0,-10-2-15 0,10 2-8 16,0 0-5-16,0 0-5 0,0 0 2 0,0 0-7 15,0 0-5-15,30 0-3 0,-11 0-4 0,-2 0-3 16,5-2-4-16,7 1-6 0,-10-1 0 0,2 4-10 16,-1-4-31-16,0 4-17 0,1-4-26 0,-2 2-32 15,-1 2-40-15,-1-2-43 0,-2-2-36 0,-2 2-135 16,-4 2-371-16,1-2 163 0</inkml:trace>
  <inkml:trace contextRef="#ctx0" brushRef="#br0" timeOffset="205549.93">30567 12971 113 0,'0'0'200'0,"0"0"-16"0,0 0-14 0,0 0-21 15,0 0-22-15,-5 6-7 0,5-6-7 0,-2 12 0 16,-1-3-6-16,5 4-11 0,-2 2-6 0,2 5 6 16,-3-3-9-16,1 2-4 0,0 0-8 0,-3 1-5 15,2-1-7-15,1 5-5 0,-3-7-8 0,1 1-4 16,1 1-6-16,1-1 0 0,-2 0-2 0,1-3-4 16,-2 3-5-16,3-1-6 0,-1-6 4 0,0 1-6 15,-2 2-23-15,2-2-37 0,-3-3-48 0,4-3-57 16,0-6-47-16,-1 17-143 0,1-11-360 0,0-6 159 15</inkml:trace>
  <inkml:trace contextRef="#ctx0" brushRef="#br0" timeOffset="206417.43">30700 12995 178 0,'0'0'229'0,"2"-8"-21"15,-2 8-22-15,0 0-16 0,0 0-14 0,0 0-8 16,0 0 0-16,0 0-6 0,0 28-11 0,1-12-10 16,0 2-10-16,2 0-11 0,-2 0-8 0,2 8-10 15,-3-9-8-15,2 0-5 0,0 0-7 0,-1 0-6 16,0-5-5-16,0 4-7 0,2-6-3 0,-2 3-4 16,-1-4-2-16,0-1-6 0,1-2 0 0,-1-6-5 15,2 11 3-15,-2-11-3 0,1 8-2 0,-1-8 0 16,0 0 3-16,0 7-4 0,0-7-2 0,0 0 7 15,0 0 5-15,0 0 0 0,0 0 0 0,0 0-9 16,0 0 1-16,15-13-6 0,-9 5-1 0,1-1-3 16,-1 1 2-16,1 0-6 0,-1 5-3 0,-1-1-2 15,2-1-2-15,-1 1-2 0,1 1 1 0,-7 3-1 16,11 0-1-16,-11 0-1 0,15 2 2 0,-8 1-2 16,3 0-2-16,-1 1 3 0,0 0 4 0,1-1-1 15,2 0-2-15,-1 1 8 0,-1-1-4 0,0-1-1 16,0 0-5-16,0 0 5 0,2-2-1 0,-1-2 0 15,-1 2 2-15,1-4-2 0,1 2 2 0,-1-3 0 16,-2 0-3-16,0 1 0 0,0-2 3 0,0-1-4 16,-1-2 3-16,0 2 1 0,-2 0-3 0,0-2 3 15,-1 0 0-15,1-1 6 0,-3 0-2 0,0 0-2 16,-2-1-3-16,-1-1 6 0,0 1 6 0,-1 3 3 16,0-3-4-16,-1 3 4 0,2 8-5 0,-3-11 2 15,3 11-1-15,-3-9 0 0,0 4-4 0,3 5-3 16,-6-8 6-16,6 8-2 0,-9-1-5 0,9 1 2 15,0 0-5-15,-17 9 3 0,10-3 0 0,-1 3 4 16,2 1-3-16,-1 0-5 0,1 5 2 0,0-4-1 16,2 5 5-16,3 1-6 0,-1-5 0 0,2 1-1 15,0 1 2-15,5 0 0 0,0-2-1 0,-1 0 0 16,3-1 0-16,0-3 0 0,0 0 2 0,4 1-4 16,-1-4 5-16,7 5-3 0,-5-7 1 0,-1 0 1 15,7-2 4-15,-1 1-3 0,2-3-2 0,-5 0 1 16,0-2-1-16,4-1 2 0,-5 0 2 0,1-3-6 15,0 1 5-15,1-2-6 0,-1-3 2 0,-1 1-8 16,1 0 3-16,-5 1 2 0,-1-2-7 0,-1 0 1 16,2 1 1-16,-4-6 1 0,-2 6 1 0,-2-2-2 15,-1 2 1-15,0 10-2 0,-1-21 3 0,0 11 5 16,-5 2-6-16,1-1 1 0,0 2-4 0,0 1 4 16,5 6-1-16,-5-10 1 0,5 10 1 0,-5-6-1 15,5 6 1-15,0 0-2 0,-4-7-1 0,4 7-3 16,0 0 5-16,0 0-5 0,0 0-2 0,0 0 6 15,0 0 0-15,0 0-3 0,31 8 5 0,-31-8-5 16,19 2 1-16,-12 0 2 0,0 3 7 0,2 0-10 16,1 2 4-16,-2-2 0 0,-2 2-2 0,1 0-2 15,1-1 5-15,-4 1-3 0,-1-1 5 0,3 3-3 16,-3-2 2-16,2 1 4 0,-2-2-2 0,-1 3 1 16,1 1 1-16,2-1-18 0,-4-2-13 0,0 2-16 15,2 0-17-15,-3-1-41 0,0-8-59 0,0 0-56 16,-4 19-232-16,4-19-486 0,-3 10 216 0</inkml:trace>
  <inkml:trace contextRef="#ctx0" brushRef="#br0" timeOffset="206983.95">31504 13143 94 0,'0'0'176'16,"0"0"-2"-16,0 0-6 0,0 0-15 0,0 0-12 15,0 0-10-15,12 14 11 0,-12-7-7 0,4 0-14 16,-4-7-10-16,3 11-13 0,-1-4-8 0,-2-7-11 16,2 10-3-16,-2-10-6 0,1 9 6 0,2-6 4 15,-3-3 1-15,0 0 3 0,1 10 11 0,-1-10 7 16,0 0 5-16,0 0 9 0,3 6 0 16,-3-6 2-16,0 0-4 0,0 0-15 0,0 0-6 0,0 0-8 15,0 0-12-15,0 0-3 0,0 0-8 0,0 0-3 16,-7-26-5-16,7 17-12 0,0 9-2 0,2-17-4 15,0 5 4-15,4 0-15 0,-4 1-14 0,3-1 1 16,4 2-1-16,-3 1-5 0,1 1-3 0,-1 1 2 16,1 2-5-16,-1 1 1 0,2 3-2 0,-8 1-6 15,13 1 4-15,-5 0 5 0,0 4-5 0,1 2-3 16,0-2 3-16,0 5 2 0,-4-2-3 0,3 1 4 16,-2 1 0-16,-1 1-4 0,3-1 42 0,-3-2-8 15,0 2-5-15,-1-2-13 0,0-1 10 0,-2-2 1 16,1 0-14-16,-3-5 13 0,5 7 3 0,-5-7-13 15,3 5 24-15,-3-5 9 0,0 0-1 0,0 0 2 16,0 0-5-16,0 0-1 0,0 0-5 0,0 0-3 16,0 0-1-16,0 0 1 0,0 0-2 0,0-25-16 15,0 17-3-15,2 0-7 0,-1-3 5 0,3 0-13 16,0-1-4-16,0 1-8 0,4 1-3 0,-2 3 3 16,0-1-3-16,-1 4 0 0,2-1 4 0,-2 3 0 15,-5 2-2-15,11-4 4 0,-11 4-3 0,11 6 4 16,-6-4 0-16,0 3-3 0,1 0 2 0,-2 1 3 15,3 2-1-15,-2 0-6 0,-1-1-5 0,-2 1-7 16,3 2-11-16,-1 1-5 0,-2-2-11 0,1-1-23 16,1 3-13-16,-1-2-22 0,-2-3-32 0,0-1-30 15,-1-5-47-15,5 9-31 0,-1-5-25 0,-4-4-170 16,9 4-486-16,-3-2 215 0</inkml:trace>
  <inkml:trace contextRef="#ctx0" brushRef="#br0" timeOffset="207333.89">32036 13108 181 0,'0'0'255'0,"0"-7"0"0,0 7-5 0,-8-7-11 16,8 7-7-16,-7-4-8 0,7 4-16 0,-14 1-14 15,14-1-14-15,-16 9-6 0,7-4-14 0,2 3-14 16,-1-1-22-16,1 1-4 0,1 1-13 0,0 1 7 16,1 0-28-16,2-1-5 0,-1 3-10 0,2-3-4 15,2-2-7-15,0 3-4 0,0-10-12 0,4 13-3 16,-2-7-5-16,5-1-5 0,-4 0-1 0,5-2-4 15,2-2-5-15,-5 1 1 0,3-1-8 0,-8-1-1 16,14-5 7-16,-5 0-4 0,-3 2-8 0,1-1 4 16,-2-1 3-16,0-1-1 0,-1 1-2 0,-2-2 3 15,2-2-10-15,-1 1 6 0,-3 8-1 0,1-10 3 16,-1 10 7-16,1-9 0 0,-1 9-4 0,0 0 6 16,4-7-12-16,-4 7-3 0,0 0 4 0,0 0 6 15,0 0-9-15,0 0-1 0,0 0-5 0,0 0 1 16,0 0 1-16,-7 32 0 0,7-24 1 0,-2 3-6 15,4-2-14-15,-1 1-12 0,3-1-19 0,-1 2-26 16,-1-3-17-16,0-1-26 0,1-1-37 0,1-2-54 16,2 0-76-16,-2 1-246 0,-4-5-571 0,0 0 253 15</inkml:trace>
  <inkml:trace contextRef="#ctx0" brushRef="#br0" timeOffset="207550.99">32226 12907 49 0,'0'-8'376'16,"2"3"-12"-16,-2 5-24 0,2-12-33 0,-2 12-32 15,0 0-32-15,0 0-22 0,0 0-17 0,0 0-13 16,0 0-33-16,0 0 5 0,0 0-17 0,5 41-11 16,-4-27-11-16,1 3-19 0,-1 1-24 0,2 1-14 15,-1 1-43-15,-2-1-39 0,3 0-29 0,-4 0-34 16,-2-1-53-16,0 9-82 0,1-3-81 0,-8 0-173 15,3 2-505-15,-2-1 223 0</inkml:trace>
  <inkml:trace contextRef="#ctx0" brushRef="#br0" timeOffset="208117.44">30501 14080 1968 0,'-6'-7'55'15,"2"-3"22"-15,0 4-32 0,0 0 17 0,4 6 17 0,-5-11 13 16,2 7 12-16,3 4 13 0,-5-8-10 0,5 8 6 16,0 0-7-16,-1-10-23 0,1 10-6 0,0 0-5 15,0 0-13-15,0 0-7 0,0 0-4 16,0 0-9-16,0 0-2 0,9 19-2 0,-5-6-3 15,4 1-3-15,-2 3-1 0,0 0-4 0,3 0-2 16,-2-2-2-16,0 0-4 0,0-5 0 0,3 5 0 0,-2-4-2 16,-2-2-1-16,-1-1 1 0,3-1-3 0,-4 0 1 15,1-1-3-15,-1-2 8 0,-4-4 19 16,5 7 24-16,-5-7 18 0,5 2 18 0,-5-2 10 16,0 0-7-16,0 0-8 0,15-6-9 0,-10-1-7 15,2-2 3-15,-1-2-8 0,4-4-4 0,-2-2-5 16,4-4-7-16,1-3-8 0,-2 1-2 0,-2-4-1 0,2 0-10 15,-1 4-3-15,-1-2-9 0,-1 6-7 0,-3 2-5 16,-1 5-16-16,0 1-29 0,-2 1-31 0,1 1-36 16,-2 2-25-16,-1 7-40 0,3-7-21 15,-3 7-11-15,0 0 0 0,0 0-24 0,0 0-35 16,-4 23-43-16,4-10-220 0,-1 4-565 0,5 1 251 16</inkml:trace>
  <inkml:trace contextRef="#ctx0" brushRef="#br0" timeOffset="208416.81">30787 14145 79 0,'0'0'195'0,"0"0"1"0,2 8 11 16,-2-8-6-16,0 0-4 0,1 7-8 16,-1-7-11-16,0 0-13 0,0 0-18 0,1 7-12 15,-1-7-15-15,0 0-13 0,1 6-7 0,-1-6-5 16,0 0 0-16,6 6-8 0,-6-6-6 0,6 7-9 16,-2-4-5-16,-4-3-7 0,11 5 10 0,-6-3 5 15,3 0-4-15,-1 1 3 0,-7-3-4 0,16 0 4 16,-6 0 3-16,2 0-2 0,-3-3-8 0,2 0-10 15,-1-2-7-15,-1 1 7 0,-2 0 2 0,-2-1 2 16,-1 0 10-16,2 0 16 0,-3 0-11 0,-1-2-2 16,1-1-9-16,-3 8-9 0,-3-17-3 0,1 10-11 15,-2-1-5-15,-1 1-1 0,-3-1-12 0,0 1-2 16,-1 1-5-16,2 2-12 0,-1 2-6 0,-2 0-22 16,-3 2-27-16,3 1-21 0,-2 0-31 0,0 3-20 15,1 0-27-15,2 0-37 0,-2 2-56 0,6-1-46 16,1 2-236-16,1-3-567 0,3-4 251 0</inkml:trace>
  <inkml:trace contextRef="#ctx0" brushRef="#br0" timeOffset="208666.79">31100 13953 171 0,'2'-7'324'0,"-1"1"6"0,-1 6-9 16,1-14-7-16,-1 9-24 0,0 5-37 0,3-8-27 15,-3 8-23-15,0 0-24 0,0 0-23 0,0 0-15 16,0 0-17-16,0 0 10 0,5 23-10 16,-2-11-4-16,-2 0-11 0,0 5-7 0,0 0-10 0,1-2-11 15,1 1-8-15,-1 0-8 0,1 0-2 0,-1 2-9 16,0-3 10-16,-2-3-23 0,3 1-45 16,-2-1-39-16,0-3-34 0,2 2-20 0,-2-6-25 15,-1 2-48-15,0-7-53 0,2 10-62 0,-2-10-238 16,-3 8-565-16,3-8 250 0</inkml:trace>
  <inkml:trace contextRef="#ctx0" brushRef="#br0" timeOffset="208888.47">31261 13923 12 0,'0'-8'298'0,"0"8"-6"0,2-10-8 0,0 3-24 0,-2 7-26 15,3-5-27-15,-3 5-21 0,0 0-9 16,0 0 7-16,0 0-2 0,0 0-9 0,4 25-17 15,-3-13-8-15,0-2-7 0,3 7-16 0,-3-5-8 16,-1 3-14-16,4 0-3 0,-1 1 0 0,-2 0-14 16,2-4-15-16,-2 0 2 0,0-1-27 0,0 0 8 15,1-1-5-15,-2-2-20 0,2-2-32 0,0 2-23 16,-2-8-31-16,1 12-21 0,-1-12-21 0,0 7-26 16,0-7-49-16,0 0-71 0,0 0-60 0,0 0-158 15,0 0-501-15,0 0 222 0</inkml:trace>
  <inkml:trace contextRef="#ctx0" brushRef="#br0" timeOffset="209984.99">31185 13981 89 0,'0'0'192'16,"0"0"-15"-16,10-10-8 0,-2 6-11 0,4 4-15 16,0-2-13-16,7 0-15 0,-1-1-12 0,4 1-5 15,-1 2-15-15,0-1-4 0,1-2-11 0,1 2-6 16,-3 1-5-16,-2-1-5 0,-5-1-4 0,1 2-10 15,-4-1-3-15,3 1-4 0,-6 0 0 0,-7 0 0 16,11 1 11-16,-5 2 10 0,-6-3 16 0,9 1 12 16,-9-1 9-16,0 0 8 0,3 5 3 0,-3-5-4 15,0 0-4-15,-12 13 6 0,7-6-1 0,0-2-5 16,-2 1-1-16,2 3-10 0,-5 0-3 0,5 1-5 16,-1 0-4-16,-1 1-13 0,3 0-4 0,-2-3-12 15,2 2-2-15,3-1 0 0,-2 1-7 0,2-3-2 16,1-7-3-16,3 13 4 0,-2-8-12 0,-1-5 4 15,6 10 1-15,-1-5 2 0,0-2-6 0,-5-3 3 16,11 1-12-16,-11-1 8 0,15-1 0 0,-9-2 2 16,2 1-2-16,-1-1-2 0,3-2-2 0,-5 0 0 15,4 0-1-15,-3-3 6 0,1 1-6 0,-1 0-7 16,-1-1 7-16,-1-3-7 0,-1 6-4 0,-2-1 9 16,-1 6-9-16,2-12 14 0,-2 12-13 0,0-9 0 15,0 9 2-15,2-10-4 0,-2 10-4 0,0 0 0 16,0 0-1-16,1-7-3 0,-1 7 1 0,0 0-2 15,0 0-4-15,0 0 6 0,0 0-10 0,3 23 16 16,-3-15 2-16,1-1-4 0,1 1 0 0,3 1-5 16,-2-4-14-16,1 1-17 0,0 1-6 0,2 1-12 15,2-2 1-15,-2-1 1 0,4-3-5 0,8 2 1 16,-5-3-7-16,0-1-24 0,6-1-2 0,3-2-6 16,-2 0 5-16,2-1 3 0,-2 0 8 0,0-2 11 15,-3 1 6-15,0-3 9 0,0 2 5 0,-5 1 3 16,0-3 5-16,-3 1 8 0,0 0 6 0,-2-1 14 15,-3 1 8-15,0-2 15 0,-1 2 6 0,-2-2 23 16,0 2-8-16,-1 7 11 0,-1-15 13 0,-3 10 5 16,1-1 4-16,3 6 2 0,-10-8 0 0,5 5 0 15,-2 0-3-15,7 3-3 0,-15 1-5 0,5 2-7 16,0 2 2-16,1 1-5 0,-2 2-4 0,2-2-6 16,1 2 2-16,0 2-9 0,1 1 1 0,0-1-1 15,3-3-6-15,2 3 0 0,-1-1-7 0,2-2 0 16,1-7-11-16,-1 13-3 0,1-13-7 0,1 10-3 15,3-6 5-15,-4-4-4 0,9 5 3 0,-3-2-3 16,2-3 5-16,-8 0-6 0,13 0-1 0,-13 0 7 16,11-4 0-16,-2 3 2 0,-4-2-4 0,-5 3 0 15,10-4-1-15,-10 4 1 0,7-3-3 0,-7 3 3 16,0 0-6-16,11 0 4 0,-11 0-1 0,5 7 1 16,-2-2 6-16,1 2-6 0,-2 2 1 15,2 1 2-15,-1 2 2 0,-2 4 1 0,3 1 4 0,-4 2-3 16,2 4 3-16,-3-4 3 0,1 9 0 0,-4-4 0 15,3 0 5-15,0 1-4 0,0-6 1 0,-2 0-3 16,-1 1 4-16,-2 5-3 0,-1-8-1 0,0 0 4 16,0 0 1-16,-2-3-4 0,0 0 1 0,0-4 4 15,2-2-7-15,0 1 3 0,1-4 5 16,6-5-1-16,-13 6 0 0,13-6 3 0,-9 2-12 16,9-2 0-16,0 0-3 0,0 0-7 0,-9-15 3 0,12 5-3 15,1-6 3-15,5-1-2 0,6-5 5 0,2 0 4 16,2-3-6-16,4 1-6 0,5-2 8 0,8-9 0 15,-2 3-6-15,-7 7 5 0,9-9-2 0,-11 12 7 16,2-2-6-16,-4-2 4 0,3 2 4 0,-10 4 1 16,2-2 11-16,-3-1 5 0,-4 7 0 15,-2 2 18-15,-2-2 3 0,-2 5 11 0,-2 1 14 0,-3 0-2 16,3 0 14-16,-3 10-1 0,-2-13 5 0,2 13-4 16,-6-8-1-16,6 8-14 0,-11-4-3 0,11 4-3 15,-17 3-6-15,4 2-3 0,3 1-5 16,0 3-3-16,-2 1-7 0,2 4-5 0,2-4 4 15,2 5-3-15,-2-4-10 0,6 0-18 0,-1-2-30 16,3-9-24-16,0 18-25 0,1-12-17 0,6 2-11 0,-1-3-34 16,3 1-22-16,4-2-31 0,5 3-37 15,0-9-52-15,2 4-54 0,-1-1-181 0,1-1-561 16,-1 2 248-16</inkml:trace>
  <inkml:trace contextRef="#ctx0" brushRef="#br0" timeOffset="210734.95">27627 15205 125 0,'0'0'273'0,"-1"-7"27"15,1 7-19-15,0 0-19 0,-2-9-27 16,2 9-37-16,0 0-12 0,0 0-19 0,0 0-22 16,0 0-17-16,0 0-14 0,0 0-13 0,12 18-9 15,-5-3-8-15,4 8-2 0,-2 2-6 0,2-2-5 0,-4-4-7 16,1 4-4-16,1 1-3 0,-1-6-5 0,0-2-4 15,-3-1-5-15,5-1-4 0,-2 3-4 0,-1-3-8 16,0-3-8-16,-1-2 7 0,-2 1-6 16,2-3 4-16,-2-1 4 0,0 0 15 0,-1-3 11 15,-3-3 7-15,4 10 24 0,-4-10 14 0,4 3 2 16,-4-3 3-16,0 0-5 0,0 0-14 0,14-10 6 0,-11 1-8 16,2-1 3-16,-2-6-9 0,2 0-10 0,1-8-7 15,1 0-7-15,2-2-2 0,-4-1-5 16,1 0-2-16,2-2-3 0,-4 5-6 0,2 4-7 15,0-5-5-15,-3 9-3 0,1 0-4 0,-4 5-7 16,3 0-12-16,-1 3-21 0,1 1-20 0,-1 2-38 16,-2 5-40-16,2-9-44 0,-2 9-21 0,0 0-31 15,0 0-24-15,0 0-34 0,0 0-30 0,0 0-254 16,22 21-604-16,-11-8 267 0</inkml:trace>
  <inkml:trace contextRef="#ctx0" brushRef="#br0" timeOffset="210950.8">28045 15448 266 0,'0'0'278'15,"0"0"-6"-15,0 0-11 0,0 0-18 0,0 0-18 16,0 0-16-16,10 1-18 0,-10-1-10 0,14-4-13 16,-2 3-14-16,1-2-15 0,5-1-14 0,-5 0-9 15,6 1-13-15,-2 1-35 0,-3 0-10 0,-3 1-27 16,1 0-31-16,0-1-25 0,-2 2-32 0,-1 0-41 15,-9 0-33-15,0 0-31 0,16-2-35 0,-12 0-25 16,-4 2-144-16,0 0-397 0,0 0 175 16</inkml:trace>
  <inkml:trace contextRef="#ctx0" brushRef="#br0" timeOffset="211138.55">28231 15413 101 0,'0'0'49'0,"0"0"26"16,0 0 21-16,-18 2 18 0,15 1 20 0,3-3 16 16,0 0 3-16,-12 2-7 0,12-2-4 0,-6 2-8 15,6-2-4-15,-4 6 13 0,4-6-5 0,-4 9 4 16,1-3 3-16,3-6 11 0,-2 16 2 0,-2-7-8 15,4 4-4-15,0-3 8 0,-3 6-10 0,3-1-15 16,-1 1-10-16,0 0-11 0,0 0-2 16,-1 0-11-16,1 0-12 0,1 0-5 0,-5 0-14 0,5-3-2 15,0-2-26-15,0 1-41 0,0-3-44 0,0 1-29 16,0-2-37-16,0-1-53 0,0-7-77 0,2 11-275 16,-2-11-564-16,0 0 250 0</inkml:trace>
  <inkml:trace contextRef="#ctx0" brushRef="#br0" timeOffset="211287.95">28521 15466 91 0,'7'-2'204'16,"-2"-1"-20"-16,3 0-19 0,-8 3-18 0,12-6-14 15,-4 6-25-15,-8 0-53 0,0 0-53 0,16-4-59 16,-10 4-42-16,-6 0-57 0,0 0-168 0,0 0 74 15</inkml:trace>
  <inkml:trace contextRef="#ctx0" brushRef="#br0" timeOffset="211421.81">28544 15559 93 0,'-2'8'169'0,"2"-8"-5"0,-3 6 7 0,3-6 0 16,0 0-12-16,0 0-8 0,4 10-13 0,-4-10-5 15,9 0-16-15,-9 0-9 0,18-4-32 0,-7-2-23 16,1-1-47-16,3 0-66 0,6-3-62 0,-5 1-133 15,3-1-275-15,0-2 121 0</inkml:trace>
  <inkml:trace contextRef="#ctx0" brushRef="#br0" timeOffset="211840.21">29329 14985 106 0,'0'0'324'16,"-2"-12"-9"-16,2 12-19 0,-3-7-14 0,3 7-34 16,-3-7-28-16,3 7-30 0,0 0-6 0,0 0-10 15,0 0-9-15,-5 20 3 0,5-8-5 0,-1 6-10 16,-2 2-10-16,3-2-5 0,2 8-1 0,0-1-1 16,0 0-13-16,-1 0-18 0,0-6 6 15,0 0-11-15,2-1-13 0,0-1-9 0,-1-1-4 0,1 3-5 16,0-2-14-16,0 0-5 0,0 0 2 0,-2-6-12 15,-1 2 1-15,1-1-43 0,0-3-15 0,2-2-40 16,-2 1-39-16,1-3-33 0,-2-5-36 0,0 0-50 16,3 14-77-16,-3-9-301 0,0-5-641 0,0 0 283 15</inkml:trace>
  <inkml:trace contextRef="#ctx0" brushRef="#br0" timeOffset="212167.3">29601 15016 115 0,'0'0'261'0,"0"0"-5"0,0 0-5 16,0 0-11-16,0 0-20 0,-32 14-12 0,22-7-19 15,-6 4-18-15,1 1-17 0,-5 5-15 0,3-5-11 16,-2 1-14-16,0-3-12 0,2 4-9 16,1-6-8-16,3 5-12 0,4-7-7 0,-1 0-7 15,4-3-3-15,0 2-1 0,1-1-9 0,5-4-2 16,-9 5 11-16,9-5 11 0,-6 4-2 0,6-4-14 15,-6 2 6-15,6-2-3 0,0 0-3 0,0 0-4 0,0 0-15 16,0 0 0-16,0 0-7 0,16 8-4 16,-11-5 0-16,4 1-3 0,-2-1 3 0,4 0-7 15,-2 2 0-15,-1 2 0 0,2-3 8 0,1 1-11 16,1 1-1-16,1-1 2 0,-2 1 3 0,7-2-8 16,-6 1-15-16,4-1-21 0,1-1-29 0,1-1-28 15,-5 1-46-15,1 0-69 0,4-3-80 0,-8 1-224 16,-10-1-549-16,28-4 243 0</inkml:trace>
  <inkml:trace contextRef="#ctx0" brushRef="#br0" timeOffset="212434.98">29870 14993 2524 0,'-5'-8'58'0,"1"2"15"0,-3 0-18 0,4 2-15 15,3 4 34-15,-4-9 17 0,4 9 8 0,-5-6-6 16,5 6-16-16,0 0-11 0,-4-6-5 16,4 6-16-16,0 0 7 0,0 0-1 0,0 0 0 0,23-3-1 15,-12 2-2-15,8-2-4 0,1 2 1 0,9 1-3 16,-1-3-3-16,2 1-7 0,-2-2-5 0,-2 0-1 16,2 2-8-16,-7 0-14 0,-2 1-15 0,-1-1-24 15,-6 0-37-15,-2 2-31 0,-1-1-34 16,-3 0-45-16,-6 1-39 0,10-1-40 0,-10 1-217 15,0 0-516-15,0 0 228 0</inkml:trace>
  <inkml:trace contextRef="#ctx0" brushRef="#br0" timeOffset="212666.83">30059 14921 140 0,'-8'-3'273'0,"8"3"7"0,0 0-2 15,-10 0-10-15,10 0-15 0,0 0-22 0,0 0-22 16,0 0-27-16,0 0-20 0,-9 4-9 0,9-4 8 15,-3 15-1-15,3-5-4 0,0 2-9 0,-1-2-4 16,2 6-7-16,1 1 9 0,-2-2-16 0,1 3-8 16,0 0-14-16,2-1 9 0,-2 1-12 0,-1-1-8 15,2 0-6-15,-1-1-16 0,0 0-4 0,-1 1-8 16,1-6-1-16,-2 1-12 0,2-2 0 0,-1 3-15 16,0-13-20-16,-1 20-38 0,0-10-47 0,0 0-41 15,-2 0-38-15,2 0-27 0,1-10-53 0,-4 16-85 16,1-9-281-16,3-7-646 0,-4 15 287 0</inkml:trace>
  <inkml:trace contextRef="#ctx0" brushRef="#br0" timeOffset="213116.84">29505 15769 234 0,'-9'-2'272'0,"2"1"-10"15,7 1-18-15,-13 0-23 0,13 0-18 0,0 0-21 16,0 0-15-16,0 0-12 0,0 0-13 0,45-12-9 16,-11 8-11-16,20-6-9 0,-2 1-7 0,2 0-12 15,5-1-12-15,0 0-2 0,-4-3-3 0,-2 7-17 16,2-4 0-16,-2 1 0 0,-5 2-4 0,-12 1-1 15,2 0-3-15,-5 2-6 0,-1-1-5 0,-1 1-1 16,-10 2-7-16,-2 1-7 0,-5 1 2 0,-1 1-6 16,-3-1-16-16,-4 0-16 0,2 2-16 0,-3 1-23 15,-5-3-26-15,1 13-38 0,-1-13-67 0,-14 15-76 16,-8 2-206-16,-3 0-499 0,-7 1 222 0</inkml:trace>
  <inkml:trace contextRef="#ctx0" brushRef="#br0" timeOffset="213799.93">29772 15965 152 0,'-1'-11'309'15,"-5"1"-9"-15,3 0-5 0,-3 2-7 0,-2-2-22 16,1 5-18-16,-9-4-20 0,-2 2-20 0,-1 3-12 15,-2 2-18-15,0 1-11 0,-7 4-7 0,1 2-10 16,-2 4-10-16,3 1-27 0,3 4 12 0,6-2-11 16,-4 5-7-16,2 1-11 0,2 3-8 0,2 0-11 15,7-4 3-15,2 1-13 0,2-1-9 0,4 2-11 16,2-3 4-16,3 1-7 0,2-1-3 0,3-2-4 16,2-1 0-16,-1-1-4 0,4-3-11 0,1 0 1 15,4-5-8-15,1 0 2 0,-2-4-5 0,9-2-3 16,-9 0-4-16,9-3-2 0,0-3 3 0,-8-1 4 15,3-3-3-15,-7 2 4 0,-2-1-1 0,0 0-2 16,-1 0 2-16,-1-2 4 0,-6 3 0 16,3-3-2-16,-4 0 10 0,-2 3-6 0,0-1 8 0,0 0 0 15,-2-1-1-15,1 1 3 0,-2 11 12 0,1-14 3 16,0 8 4-16,-1 6 6 0,1-9-6 0,-1 9-8 16,3-9-5-16,-3 9-9 0,0 0-12 0,2-8 3 15,-2 8-2-15,0 0 2 0,0 0-5 0,0 0 0 16,0 0-2-16,5 30 1 0,-2-21-3 0,0 8 3 15,-2-1 1-15,0 6-5 0,3 1 4 0,-1-4-9 16,3 6 6-16,-2-6 1 0,-3 5-10 0,0-4 7 16,3 8 2-16,-3-9-2 0,2 6 2 0,-3-4-3 15,1 2 3-15,1 2 3 0,-4-5-2 0,4-1 0 16,-1-1-4-16,-1-1 2 0,0-2-1 0,1-3-4 16,-1-2 0-16,1 0 2 0,-2-2 4 0,2-2-7 15,-1-6 2-15,2 11 3 0,-2-11 0 16,1 10-4-16,-1-10 5 0,0 0-2 0,0 6 2 15,0-6 2-15,0 0 16 0,0 0 19 0,3 6 10 16,-3-6 3-16,0 0-1 0,0 0-3 0,0 0-1 16,16-19-7-16,-7 5-2 0,8-6 0 0,-1-2-7 15,2-3-5-15,0 0-1 0,4-2-5 0,10-11-1 16,0 2-2-16,-2-2-8 0,1 2-16 0,-4 10-17 16,-2 0-18-16,2 0-28 0,-6 1-36 0,4-1-34 15,-2 4-57-15,-4 2-46 0,-4 7-49 0,-5 1-77 16,-4 2-79-16,-2 1-228 0,-4 9-730 0,2-11 323 15</inkml:trace>
  <inkml:trace contextRef="#ctx0" brushRef="#br0" timeOffset="-209161.8">30620 15466 70 0,'0'0'244'0,"-5"-4"-8"16,5 4-21-16,0 0-12 0,0 0-23 0,0 0-19 15,0 0-14-15,0 0-14 0,0 0-8 0,0 0-11 16,15-3-5-16,-9-1-6 0,1 2-6 0,1-2-8 16,3 2-2-16,-1-1-13 0,1 0-8 0,0-1-6 15,1 0-6-15,-2 1-6 0,1 1-1 0,-1-2-12 16,-2 2-14-16,2-2-23 0,-3 1-45 0,-1 1-47 15,1 0-70-15,-7 2-53 0,6-2-149 0,-6 2-396 16,0 0 175-16</inkml:trace>
  <inkml:trace contextRef="#ctx0" brushRef="#br0" timeOffset="-208995.83">30666 15566 199 0,'0'0'221'0,"0"0"-19"16,0 0-21-16,0 0-18 0,0 0-16 0,0 0-13 16,0 0-15-16,28-7-10 0,-16 2-8 0,-1 0-14 0,6-1-6 15,-2-1-21-15,0 0-23 0,-2 0-37 16,4 1-45-16,-2 1-59 0,-1-1-45 0,-2 3-109 16,-2 0-278-16,1-1 123 0</inkml:trace>
  <inkml:trace contextRef="#ctx0" brushRef="#br0" timeOffset="-208379.16">31158 15225 22 0,'0'0'249'0,"-5"-4"-9"0,5 4-20 0,-6-8-17 0,6 8-12 16,-4-6-13-16,4 6-14 0,-4-7-12 16,4 7-13-16,0-9-10 0,0 9-9 0,0 0-9 15,4-9-8-15,-4 9-8 0,0 0-4 0,5-10-10 0,0 7-6 16,1-1-11-16,1 1-5 0,-7 3-7 0,14-3-6 15,-7 2-3-15,1 1-6 0,4-1 0 16,-1 2-9-16,1 0-7 0,-3 2 2 0,-1 2-3 16,3 0-2-16,-2 2-1 0,-2-1-1 0,1 4-3 15,-2 0-2-15,-2 0 1 0,1 0-2 0,-2 2 8 16,-2 1 5-16,-1 3 2 0,-1 2-3 0,-3 0 4 16,-2 0-4-16,-3 6 6 0,-3-7-9 0,-2 3-3 15,0-3 9-15,1-2-8 0,-1-2-3 0,1 1-3 0,1 0 3 16,-2-2-3-16,1-1-2 0,-1 0-1 15,5-5 0-15,0 2 1 0,-1-3-3 0,3-1 2 16,2-3 6-16,5-1-8 0,-10 6 5 0,5-4-3 16,5-2-1-16,0 0-1 0,0 0 1 0,-14-4-4 15,14 4-2-15,-5-5 4 0,5 5-4 0,0-9 3 16,0 9 1-16,0 0-5 0,2-16 7 0,1 11-13 16,-3 5 7-16,4-9-5 0,-1 3 0 0,-3 6 10 15,9-4-10-15,-2 3-4 0,-7 1 5 0,10-4 2 16,-10 4-3-16,14 1-1 0,-6-1-2 0,1 3 3 15,1 2 1-15,-1-3-1 0,0 5 5 0,0-2-3 16,2 1 1-16,-3-1-1 0,1 2 2 0,1 0-1 16,-4 0-11-16,2 1-21 0,-1-3-25 0,0 3-21 15,-2-1-30-15,-5-7-45 0,10 8-53 0,-3-4-54 16,-7-4-164-16,0 0-459 0,13 8 203 0</inkml:trace>
  <inkml:trace contextRef="#ctx0" brushRef="#br0" timeOffset="-207945.93">31605 15179 149 0,'0'0'269'0,"0"0"-13"16,-5-7-21-16,5 7-23 0,0 0-18 0,0 0-21 15,0 0-14-15,0 0-6 0,-23 16-8 0,15-6-4 16,1 4-12-16,-2 2-2 0,0 0-7 0,-5 7-14 16,7-6-5-16,-3 1-7 0,3 0-14 0,-4 7-4 15,5-8-14-15,1 1 0 0,0-3-9 0,2-1-4 16,-1-2-5-16,4-2-2 0,-1 0-5 0,1-10-3 16,4 17-5-16,-2-8 1 0,-2-9-4 0,6 13-7 15,-1-8 0-15,-5-5-7 0,12 4-6 0,-12-4 4 16,13 0-1-16,-13 0-1 0,22-4-4 0,-13-1-5 15,-9 5-4-15,16-8 4 0,-10 2-2 0,-1 2-5 16,1-4 9-16,-6 8-3 0,9-13-1 0,-6 9 2 16,-3 4-1-16,0-15 2 0,0 15-2 0,0 0-2 15,-7-13 2-15,7 13-1 0,-6-7-2 16,6 7-1-16,-10-3-1 0,10 3 5 0,-18 3 1 16,18-3-4-16,-21 9 0 0,10-5-10 0,-1 3-16 15,3 1-15-15,-6 1-25 0,6-1-26 0,-1 0-53 0,2 1-51 16,3-3-61-16,5-6-161 0,-8 16-458 0,8-16 204 15</inkml:trace>
  <inkml:trace contextRef="#ctx0" brushRef="#br0" timeOffset="-207289.91">31816 15302 24 0,'0'0'240'0,"9"-2"-20"0,-9 2-13 0,0 0-8 16,0 0-23-16,0 0-15 0,0 0-10 0,6 18-12 15,-6-18-15-15,2 16-11 0,-2-7-1 0,0-3-14 16,1 3-7-16,-1 3-10 0,0-5-5 0,0 3-7 16,1-2-2-16,-1-1-6 0,0-7 0 0,0 10 3 15,0-10 7-15,0 10 4 0,0-10 10 0,0 0 5 16,0 0 3-16,0 0 0 0,-5 15-3 0,5-15-2 15,0 0-3-15,0 0-2 0,0 0-7 0,0 0-6 16,0 0-10-16,0 0 2 0,0 0-9 0,0 0-5 16,-24-17-3-16,24 17-3 0,-4-13-5 15,4 13-4-15,1-15-7 0,-1 15 2 0,3-20-8 16,-1 11 2-16,1 0-2 0,1 0-6 0,-4 9 7 16,6-14-8-16,1 8-5 0,-2-1 14 0,-5 7-17 0,9-9 5 15,-9 9-7-15,11-7-3 0,-3 5 1 16,-8 2 1-16,14 0 0 0,-14 0-1 0,22 2-1 15,-13 4 0-15,1-2-4 0,1 0 2 0,-2 4-1 16,0-2 3-16,3 3 0 0,-5 0 0 0,1-4 1 16,1 4 3-16,0-1-6 0,-3-1-1 0,1 1-2 15,-3-2 10-15,-4-6-9 0,6 11 7 0,-6-11 3 16,6 9 3-16,-6-9-7 0,2 7 3 0,-2-7-2 16,0 0-3-16,0 0 3 0,0 0-3 0,-11 12 9 15,11-12-3-15,0 0 2 0,0 0-5 0,-11 0-5 16,11 0 10-16,0 0-6 0,0 0 2 0,0 0-2 15,-12-19-5-15,12 19-2 0,2-16 2 0,-1 6-3 16,4 0 1-16,0 1-6 0,0-1 0 0,2 1 5 16,-1-1-3-16,0 3-3 0,2-1 6 0,0 1-5 15,1 1-1-15,-9 6 7 0,12-7-2 0,-12 7 0 16,13-2 4-16,-13 2-2 0,16 2-5 0,-16-2 4 16,14 7 0-16,-4-1 3 0,-4-3-2 0,-6-3 5 15,11 11-6-15,-8-6 4 0,-3-5-3 16,7 13 3-16,-4-8-3 0,-3-5-2 0,7 11-20 15,-7-11-15-15,4 10-25 0,-2-3-21 0,-2-7-15 0,2 11-21 16,-2-11-28-16,2 10-41 0,-2-10-40 0,0 0-40 16,0 0-178-16,0 0-488 0,0 0 216 0</inkml:trace>
  <inkml:trace contextRef="#ctx0" brushRef="#br0" timeOffset="-206930.77">32228 15240 45 0,'0'0'227'0,"7"-7"-17"0,-7 7-8 0,0 0-19 16,0 0 4-16,0 0-7 0,0 0-5 0,0 0-13 15,0 0-11-15,16 14-9 0,-16-14-11 0,7 11-6 16,-3-4-13-16,1 3-7 0,-1-2-11 0,1 3-6 16,0-3-6-16,1 5-9 0,0-4-6 0,-2 0-10 15,2 1-1-15,-1-3-10 0,-1 1-3 0,1 0-6 16,-1-2-1-16,1-3-1 0,-1 1 1 15,-4-4-6-15,0 0 1 0,6 8 14 0,-6-8 0 0,0 0-3 16,0 0 6-16,0 0-6 0,0 0-5 0,22-12-4 16,-18 5-8-16,1-2-2 0,1-1-3 0,0-2 7 15,0 1-6-15,-1 0-3 0,1-5-5 16,-1 4 1-16,1-2 1 0,-1 3-5 0,1 1-2 16,-3-2-1-16,0 0 3 0,1 6-3 0,-1-1 2 0,-3 7-1 15,2-11-3-15,0 6 25 0,-2 5-15 0,4-9-15 16,-4 9-28-16,3-6-27 0,-3 6-21 0,5-4-25 15,-5 4-41-15,0 0-41 0,0 0-55 0,0 0-49 16,0 0-150-16,0 0-471 0,0 0 209 16</inkml:trace>
  <inkml:trace contextRef="#ctx0" brushRef="#br0" timeOffset="-206680.2">31899 15675 64 0,'-6'4'279'0,"0"0"-14"0,2-1-15 0,4-3-13 16,-6 6-7-16,6-6-4 0,0 0-6 0,0 0-4 16,21 7-19-16,-3-7-19 0,2-1-20 0,8-2-13 15,2 0-18-15,-1-3-15 0,2-3-32 0,2 0-20 16,-4-2-40-16,5 2-36 0,-1-2-60 0,-2-1-61 15,3 0-67-15,-3-2-235 0,-4 4-475 0,-7 3 210 16</inkml:trace>
  <inkml:trace contextRef="#ctx0" brushRef="#br0" timeOffset="-206564.91">32533 15508 49 0,'0'0'216'0,"0"0"-21"0,0 0-19 0,0 0-39 15,0 0-51-15,-15-3-82 0,15 3-149 0,0 0-155 16,-18-3 69-16</inkml:trace>
  <inkml:trace contextRef="#ctx0" brushRef="#br0" timeOffset="-205168.92">28023 15775 36 0,'4'2'46'0,"-4"-2"-7"0,0 0 1 0,6 4-8 16,-6-4-11-16,0 0-19 0,0 0-20 0,0 0-15 16,7 0-36-16,-7 0 16 0</inkml:trace>
  <inkml:trace contextRef="#ctx0" brushRef="#br0" timeOffset="-201511.22">28033 16165 31 0,'0'0'98'0,"0"0"-2"0,0 0-9 16,0 0-18-16,0 0-6 0,0 0 1 16,0 0 1-16,0 0-11 0,0 0-11 0,0 0-7 0,0 0-5 15,4-6-28-15,-4 6-31 0,0 0-32 16,0 0-49-16,0 0-118 0,0 0 53 0</inkml:trace>
  <inkml:trace contextRef="#ctx0" brushRef="#br0" timeOffset="-191910.92">28018 3995 16 0,'0'0'182'0,"-4"-7"2"0,4 7-4 0,-6-6-1 16,6 6-11-16,0 0-8 0,-4-9-10 0,4 9-17 15,0 0-14-15,0 0-9 0,0 0-17 0,-3-7-9 16,3 7-8-16,0 0-9 0,0 0-7 0,0 0-9 16,0 0-5-16,0 0-7 0,0 0-5 0,0 0-3 15,0 0-3-15,0 0-1 0,-6 19-3 0,2-11 0 16,4 1-5-16,0 3 0 0,-3-2-2 15,1 1 1-15,1 5-5 0,-2-4 3 0,3 3 1 0,0 2 0 16,3 0 1-16,-3 2 1 0,1-2-5 0,-2 0 0 16,3-1-1-16,-1-1-4 0,1-1 3 0,-1 0-3 15,1-2 3-15,-2 1-4 0,0-2-1 0,2 0-1 16,0 0 3-16,0-1-1 0,-1-1 1 0,0 0 8 16,1-1-2-16,-1-1 9 0,-1 0-11 0,0-7-1 15,2 10 1-15,-2-10 4 0,0 8-2 0,0-8-7 16,0 0 1-16,2 9-1 0,-2-9-2 0,0 0 5 15,0 0-3-15,0 0-7 0,3 7-8 0,-3-7-14 16,0 0-23-16,0 0-37 0,0 0-45 0,0 0-42 16,0 0-52-16,0 0-127 0,0 0-375 0,0 0 166 15</inkml:trace>
  <inkml:trace contextRef="#ctx0" brushRef="#br0" timeOffset="-191545.76">27819 4163 80 0,'0'0'190'0,"0"0"-16"15,0 0-9-15,0 0-17 0,-8-4-19 0,8 4-16 16,0 0-6-16,0 0 3 0,0 0-12 0,0 0-7 16,0 0-10-16,9 24-10 0,-5-15-7 0,4 1 2 15,-2 1 10-15,-1 1-5 0,3 2-6 0,0 0 0 16,1-1-11-16,-1-1-7 0,-1-2-5 0,2 3-1 15,-2-3-6-15,3 0-1 0,-3 0-6 0,2-1 2 16,2 2-5-16,-2-3-3 0,-1-1 3 0,2-2-9 16,-2 1 3-16,-2 2-1 0,4-4-3 0,-4 0-1 15,2 1 2-15,-1-3 9 0,0 0 4 0,0 0 3 16,-7-2 0-16,13 3 2 0,-6-1 2 0,1-2-4 16,-8 0-1-16,10-4-2 0,-3 1-4 15,5-3-3-15,-2 2-1 0,1-3-5 0,-1-1-5 16,7-3 18-16,-2 1-12 0,0-3-14 0,7-3-15 0,1-1-24 15,-4 0-30-15,4 2-50 0,-2-2-54 0,-5 3-68 16,-7 5-135-16,3-2-402 0,-6 1 178 0</inkml:trace>
  <inkml:trace contextRef="#ctx0" brushRef="#br0" timeOffset="-190429.73">27090 4960 53 0,'0'0'208'0,"0"0"-11"0,0 0-10 16,13-20-14-16,-8 13-9 0,-1 1-7 0,4-3-8 15,3-5-16-15,-3 5-7 0,2-1-1 0,-1-3-3 16,1-2-14-16,2 2-8 0,-1-3-12 0,0 2-2 16,-1 0-7-16,-2-2 0 0,-1 1-7 0,-3-1-6 15,3 1-6-15,-2 0-7 0,-3-2-4 0,0 7-8 16,-1-1-2-16,1 1-2 0,-2 1-3 0,0 0 3 16,0 9-10-16,-3-14 1 0,1 10-5 0,2 4-2 15,-7-8 0-15,7 8-4 0,-11-4-3 0,11 4-1 16,0 0-3-16,-27 7-1 0,18-2-2 0,-5-1 2 15,5 3-2-15,-1-1 0 0,3-2-1 0,-1 2-6 16,2 1 3-16,2-3-2 0,-1 1-1 0,5-5-1 16,-4 11 0-16,2-6 1 0,2-5 0 0,0 0 1 15,4 12-1-15,1-8 6 0,-1-1-6 0,4-1-1 16,5 2 4-16,-1-2-3 0,-3 0 2 0,5 2-4 16,-3-4-3-16,3 3 1 0,-3-1 2 0,-2 0 0 15,2 2-2-15,-4-1 0 0,2 2 2 0,2 0 0 16,-2 1 2-16,-4 3-3 0,1-1 2 0,-2 2 3 15,2 0-1-15,0-1-1 0,-2 1-3 0,-3-4 1 16,3 3-3-16,0-2-3 0,0 1 2 0,-3 0 1 16,3 0-2-16,2-3 4 0,0 2-3 0,1 0 4 15,1-1 2-15,-2-1 2 0,0-2-4 0,5 0 4 16,0 0-2-16,1-3 3 0,0-1-5 0,1-1 5 16,1 0-4-16,-1-3 2 0,2 1 1 0,-2-1 1 15,1 1-4-15,1-5 3 0,-3 3 1 0,3-2-2 16,-3 1 1-16,-3-3 2 0,0 2-4 0,-3-2 1 15,2 2 1-15,-2-3 1 0,-1 1-3 0,-1-1-3 16,-2 0 3-16,0 1-1 0,-2 0 3 0,-2 1-3 16,0-1 1-16,-1 0-1 0,-1 3-1 0,0 2 2 15,1-2-5-15,3 7 2 0,-9-4-6 0,9 4 0 16,-9-2 1-16,9 2 2 0,-17 8-2 0,7-1-1 16,3 1 3-16,-5 2 0 0,4 1 0 0,2-1 3 15,-3 4-1-15,5-3 2 0,2 0-1 0,-1 2 3 16,3-2-9-16,0 0-5 0,4-1-14 0,-2 0-25 15,3-2-28-15,2 0-51 0,1-2-39 16,4 0-45-16,-1 0-153 0,1-1-399 0,5 0 177 0</inkml:trace>
  <inkml:trace contextRef="#ctx0" brushRef="#br0" timeOffset="-190061.42">27794 4669 2 0,'0'0'220'16,"0"0"-16"-16,0 0-25 0,0 0-22 0,0 0-18 15,0 0-1-15,0 0 5 0,0 0-7 0,0 0-10 16,0 0-16-16,2 24-9 0,0-15-9 16,-2 3-9-16,2-5-9 0,0 6-4 0,0-1-8 15,1-2-4-15,1 1-7 0,-2-1-3 0,0 1-2 16,0-1-8-16,1-1 0 0,1-1-5 0,-4-2-4 0,3 0-5 15,0 1-3-15,-3-7 4 0,2 8 2 16,-2-8-6-16,4 5-2 0,-4-5 0 0,0 0-1 16,0 0 4-16,0 8 18 0,0-8 23 0,0 0-2 15,0 0 2-15,0 0-3 0,0 0-1 0,0 0-1 16,0 0-9-16,11-16-2 0,-9 8-2 0,2-3-3 16,0 0-1-16,-2 2-2 0,2-7-8 0,0-1 0 0,2 0-12 15,1 0-7-15,1 1 0 0,-1-1-17 0,-3 2-6 16,6 3-9-16,-7 2-19 0,1 3-33 15,-4 7-47-15,0 0-63 0,10-16-47 0,-8 11-216 16,-2 5-482-16,0 0 214 0</inkml:trace>
  <inkml:trace contextRef="#ctx0" brushRef="#br0" timeOffset="-188912.75">28020 4819 24 0,'4'-4'207'16,"-4"4"-5"-16,7-8-5 0,-3 2-7 0,-2 1-12 16,-2 5-16-16,10-13-8 0,-6 7 0 0,-1-1-12 15,1-3-3-15,-2 1-10 0,2 0-11 0,-3 1-13 16,1 1-7-16,0-1-8 0,-2 8-5 0,-2-17-2 16,2 10-8-16,0 0-5 0,0 7-6 0,-7-11-6 15,7 5-6-15,0 6-1 0,-9-5-7 0,9 5-7 16,-9-5-3-16,9 5-4 0,0 0-6 0,-20 3-5 15,9 3 9-15,1 0-12 0,0 1 1 0,-1 1-5 16,2-1 3-16,0 4-6 0,0-2 4 0,2 2 5 16,0 0-13-16,3-1 0 0,-1 0 1 0,3 0-1 15,0-1-4-15,-1 1 4 0,3-3-2 0,0 2-1 16,3-3 4-16,-1 2-3 0,2 0-2 0,1-3 1 16,3 0 2-16,0 0 2 0,-2-1-2 0,3-1 2 15,5-1 0-15,-1 0-4 0,6 0 4 0,-6-4-2 16,5 2 0-16,0-3 3 0,-1 0-5 0,-3 2 6 15,0-2-2-15,3-2-1 0,-5 1-1 0,1 1 1 16,-4-3 6-16,2 0 1 0,-2 0-9 0,0 0-1 16,0-2-4-16,-4 0-2 0,0-1-4 0,-1-1 2 15,-2 1-2-15,0-3 2 0,-2 2-7 0,-2-2-3 16,-1 1 3-16,-1 0 3 0,-4-3-5 0,1 4 3 16,-1 0-2-16,0 1 1 0,2 2-2 0,-4 0 4 15,4-1 1-15,-3 1 0 0,4 4 2 0,-2-2 2 16,7 5 7-16,-9-6-13 0,5 3 3 0,4 3 3 15,-7-3 5-15,7 3-8 0,0 0 1 0,-12-1-1 16,12 1 3-16,0 0-4 0,0 0 6 0,0 0-3 16,-7 7 4-16,7-7-1 0,0 0 4 0,0 0-4 15,0 0 2-15,13 12-1 0,-7-10 3 0,-6-2 2 16,13 4-1-16,-6-3 2 0,3-1 0 0,1 0-2 16,-1-2 2-16,0-1 6 0,1 2-8 0,-3 1-1 15,-8 0 3-15,14-1 0 0,-9 0-1 0,-5 1-2 16,10-1 0-16,-10 1 3 0,0 0-1 0,9-3-2 15,-9 3 4-15,0 0-10 0,0 0 0 0,0 0 1 16,0 0 2-16,10 5-3 0,-10-5 3 0,3 9 3 16,-1-2 3-16,-2 1 0 0,-1 1 0 0,1 2 0 15,-1 0 2-15,0 2 0 0,-1-2 0 0,0 1 2 16,2-2 1-16,-3 2-3 0,2-3-1 0,2 1-3 16,-1-10 1-16,0 13-2 0,0-7 1 0,0-6 1 15,1 8 3-15,-1-8-2 0,7 8 4 16,-2-6-2-16,4-1-2 0,-9-1 10 0,16 2-7 15,-5-5-1-15,1 1 1 0,0-2-1 0,2-1 1 16,-1 2 0-16,0-2 2 0,-1-3-2 0,-2 2 6 0,2-3-7 16,-3-1 4-16,1 2-4 0,-3 0 3 15,5-5-4-15,-4-2 1 0,-5 5-2 0,1-3-1 16,1 3-5-16,-3-3 2 0,-1 3 6 0,-1 1-5 0,0-2 0 16,2 4-1-16,-2 7 0 0,0-12-3 0,0 12 8 15,0 0-12-15,0-9 0 0,0 9-1 0,0 0-1 16,0 0 3-16,0 0-1 0,0 0 2 0,0 0-2 15,0 0 2-15,0 0 0 0,-2 37 3 0,4-26 1 16,-4 0-2-16,4 2 3 0,-4-2-1 16,-1 0-2-16,5 2 5 0,-4-3 9 0,0 0-13 15,1-3 2-15,-1 0 3 0,2-7-4 0,-3 12 2 16,3-6 8-16,0-6-8 0,0 9-3 0,0-9 3 16,0 0-4-16,0 11 6 0,0-11-4 0,0 0 6 15,5 5 0-15,-5-5 0 0,10-2 4 0,-10 2-8 16,18-7 5-16,-9 0-3 0,4 2 1 0,-3-4 0 15,5 0-2-15,-2-1 9 0,3 1-11 0,-7-4 2 16,2 2 2-16,3-2-1 0,-6 4 0 0,2-4-4 0,-2 3 5 16,-1-4-2-16,-2 2 2 0,-1 2 1 15,0 1-4-15,-3-3 0 0,-1 6 0 0,2-5 4 16,-2 11 4-16,-2-11-3 0,2 11-2 0,-5-8 0 16,5 8-5-16,-9-3-2 0,9 3 10 0,-10 1-6 15,0 4-3-15,2 3 3 0,0 0 0 0,-1 0 2 16,2 1-5-16,1-1 4 0,0 3-4 0,1 0-2 15,1-2-17-15,-2 2-2 0,4-2-14 0,0 3-11 0,4 0-29 16,-1-2-38-16,-1 2-49 0,4-4-36 16,1 2-48-16,-5-1-126 0,4 2-406 0,-2-3 180 15</inkml:trace>
  <inkml:trace contextRef="#ctx0" brushRef="#br0" timeOffset="-188379.84">27041 5703 109 0,'2'-17'234'0,"2"0"-9"0,0-2-5 16,2-7-8-16,5 2-5 0,-3-2-17 16,1 1-9-16,3-3-11 0,-1-2-9 0,3 2-18 0,1-1-7 15,1 3-11-15,-3-1-13 0,1 2-5 0,-3 3-1 16,-2 6-4-16,1 2 4 0,-4 5 1 0,-2-3 0 16,-1 5 0-16,1 1-8 0,-2 2 11 0,0-3-18 15,-2 7-1-15,2-7-4 0,-2 7-10 16,0 0-2-16,0 0-18 0,0 0-8 0,0 0-13 0,0 0-9 15,0 0-3-15,-31 12 0 0,20-6-6 16,3 2-8-16,-4 0-10 0,5 1-10 0,1-2-7 0,1 0-7 16,-2 2 5-16,5-2-2 0,-3 2-7 0,7 2-6 15,-2-11 2-15,8 15-1 0,-4-6 3 0,5-1 10 16,0 1-2-16,3-2 2 0,2 2 0 0,1-1 1 16,0 2 6-16,3-3-1 0,0-2 3 0,-2 2 1 15,-5 0-23-15,0 0 3 0,-2-3 1 0,0 2 3 16,-3-3 3-16,1 1-1 0,-2 1-5 0,-2 2 3 15,-1-3 0-15,2 2 4 0,-4-6 2 0,2 10 4 16,-2-10 2-16,-6 12 3 0,-1-5-2 0,0-3 3 16,-2 3-11-16,2-1-13 0,-4-1-14 0,2 1-20 15,0-2-28-15,3 0-32 0,-4-2-30 0,6 0-39 16,4-2-37-16,-11 5-151 0,11-5-418 0,-7 0 185 16</inkml:trace>
  <inkml:trace contextRef="#ctx0" brushRef="#br0" timeOffset="-187989.84">27501 5398 76 0,'2'-6'253'0,"-2"6"-2"15,4-6-2-15,-4 6 0 0,0 0-10 0,0 0-14 16,0 0-16-16,-11-5-23 0,11 5-12 0,0 0-14 16,-17 7-14-16,8-4-10 0,0 6-15 0,1-2-17 15,0 1-2-15,-1 2-17 0,3-1 1 0,-2 0-18 16,4 1 1-16,1 0-7 0,-1-1-16 0,2-2-9 15,2 0-16-15,0-7-2 0,0 16-3 0,0-10-12 16,0-6-5-16,6 8-6 0,-4-5-4 0,3 2 0 16,-5-5-6-16,9 4-1 0,-9-4-3 0,12 0 2 15,-12 0 5-15,11-4 0 0,-11 4 9 0,14-5-7 16,-8 2-1-16,1 0 5 0,0-5 0 0,-2 2 1 16,-1 0 7-16,0-2-8 0,0-2 4 15,0 4-2-15,-3 0 5 0,3 2 7 0,-4 4 14 0,5-9-8 16,-5 9 1-16,7-8-5 0,-7 8-3 0,2-5-2 15,-2 5-4-15,0 0-3 0,0 0 1 0,0 0 2 16,0 0 2-16,0 0-1 0,7 16-1 0,-7-16 0 16,4 13 1-16,-4-4 0 0,2 1 2 0,0 1 0 15,-1-1 1-15,0 0-12 0,3-1-12 0,-2 1-14 16,0 0-21-16,0-4-29 0,-2 0-42 0,5 1-56 16,-3-2-45-16,-2-5-190 0,2 8-454 0,-2-8 201 15</inkml:trace>
  <inkml:trace contextRef="#ctx0" brushRef="#br0" timeOffset="-187727.9">27703 5249 172 0,'-3'-11'231'0,"-1"0"-1"16,4 2 11-16,0 9 0 0,0-13-13 0,0 13-20 15,0-9-19-15,0 9-26 0,-2-7-19 16,2 7-17-16,0 0-4 0,0 0 6 0,0 0 4 0,0 0-8 15,0 42-3-15,0-24-9 0,0 1-4 0,2 6-1 16,-2 0-20-16,0 0-10 0,0-7-5 0,0 3-6 16,0-3-4-16,2-1-9 0,-4 0-23 15,2-2-12-15,-2-1-35 0,0-4-29 0,2 2-18 16,-1-2-21-16,-2 0-41 0,2-2-51 0,1-8-67 16,1 11-42-16,-1-11-144 0,0 0-465 0,0 0 206 0</inkml:trace>
  <inkml:trace contextRef="#ctx0" brushRef="#br0" timeOffset="-187026.84">27609 5353 78 0,'5'-8'177'0,"-5"8"-14"16,9-3-7-16,-5-1-10 0,-4 4-5 0,13-1-17 15,-13 1-11-15,16 1 1 0,-7 2-6 16,3-1-11-16,-4 0-5 0,3 1 3 0,-1 2-4 0,-1 1-5 15,-1 0 5-15,1-1 5 0,-2 4-9 16,0-2-6-16,2-2-5 0,-3 3-8 0,2 1-6 16,-2-2-6-16,-1-1-4 0,-1 0-5 0,0-1-1 0,2 0 0 15,3 1-9-15,-5-3-5 0,0 2-1 0,-4-5-5 16,9 4 2-16,-2-4-6 0,-7 0 1 16,11 2-2-16,-11-2 0 0,9-1-5 0,-9 1 3 15,7-5-2-15,-7 5-1 0,7-4-2 0,-7 4 2 0,6-6-2 16,-5-1-4-16,-1 7 0 0,3-11 1 0,-3 3-2 15,2-1 5-15,-2-1-9 0,0 0 0 0,-1 0-2 16,1-1 1-16,-1 3-1 0,1 8 4 16,0-14 5-16,0 14 7 0,-3-9 2 0,3 9 0 15,-1-7-4-15,1 7-4 0,0 0-6 0,0 0-6 16,0 0-2-16,0 0 6 0,0 0-4 0,0 0 1 0,0 0 2 16,0 0 0-16,0 0 2 0,7 30 1 0,-5-18-2 15,0-3 1-15,0-1-3 0,2 1 4 16,-3-1 0-16,4 2-2 0,-1-3 1 0,0-2-3 15,-1 2-1-15,3-3 3 0,-1 1 2 0,-1-1 3 16,5 0-1-16,0 0-3 0,-6-2-1 0,-3-2 4 16,11 1 6-16,-11-1-3 0,11-3-1 0,-11 3 3 0,13-3-1 15,-8-2-1-15,5 2-1 0,-4-1-2 16,0 0 1-16,-2-3-4 0,4-1 2 0,-4 2 1 16,3-2-4-16,-6 1-2 0,3-3 3 0,-2-2 0 15,0 0-6-15,2 1 2 0,-4-2-7 0,-2 2 3 16,0 1 7-16,2 1-11 0,-2 1 0 0,2 8 6 0,-2-13-2 15,1 9 0-15,1 4-2 0,-2-10 0 16,2 10-1-16,-2-9 1 0,2 9-3 0,0 0 1 16,-4-7-8-16,4 7 8 0,0 0-4 0,0 0 4 15,0 0-4-15,0 0 5 0,0 0-5 0,0 0 1 16,0 0 1-16,0 0 2 0,19 10 0 0,-19-10 1 16,8 8-1-16,-3-2 1 0,-1 0 2 0,0 0-2 0,-2 1 5 15,3 1-1-15,1 0 0 0,0 1-2 16,-4-2 5-16,0 4 8 0,0-3-7 0,2-1-10 15,0 0-13-15,-4 0-10 0,2 3-18 0,1-5-21 16,-1 1-27-16,-2-6-46 0,10 11-44 0,-4-8-32 16,-1 1-24-16,1-3-125 0,-6-1-397 0,0 0 176 15</inkml:trace>
  <inkml:trace contextRef="#ctx0" brushRef="#br0" timeOffset="-186678.82">28343 5254 78 0,'-4'-11'220'15,"0"8"-6"-15,-5-2-10 0,9 5-4 0,-18-1-3 16,8 5-9-16,-2-2-14 0,-1 3-8 0,3 2-5 16,-5 2-3-16,1 0-11 0,4-1-18 0,-3 5-8 15,4-2-12-15,1 1-10 0,2-3-12 0,-1 0-8 16,4 1-9-16,0 1-4 0,0-5 1 0,3 1-18 16,0-7-2-16,3 12-4 0,-3-7-4 0,5 0-3 15,-5-5-8-15,8 5-1 0,-2-2-10 0,-6-3 0 0,16 2-4 16,-16-2-3-16,12-3 2 0,-4 0-3 15,-8 3-2-15,12-3-1 0,-7 0 4 0,1-1-6 16,-6 4-2-16,10-8-1 0,-6 1 1 0,1-1-4 16,-1 0-5-16,-2 3 3 0,1-1-2 0,-3 6 3 15,3-8-2-15,-3 8 2 0,2-7-3 0,-2 7 0 16,4-6-2-16,-4 6-6 0,0 0 5 0,0 0-2 16,0 0 5-16,0 0 4 0,0 0 0 0,2 22 0 15,-4-13 4-15,2-9 1 0,0 17-4 0,0-6 3 16,2-3-15-16,-2 2-17 0,2-1-25 0,-1 0-40 15,2 0-61-15,-1-4-54 0,1 1-234 0,-3-6-481 16,5 9 212-16</inkml:trace>
  <inkml:trace contextRef="#ctx0" brushRef="#br0" timeOffset="-186411.62">28501 5118 255 0,'-3'-8'295'0,"1"3"-4"16,1-2-7-16,1 7-31 0,-3-9-29 0,3 9-22 15,0 0-27-15,0 0-17 0,0 0-7 0,0 0-16 16,0 0-1-16,0 0-6 0,5 35-9 0,-1-17-12 16,0 0-5-16,0 1 0 0,-3 1-14 0,1-1-3 15,1 1-12-15,-3-2-1 0,1 5-6 0,1-4-5 16,-2-2-6-16,1-1-10 0,-1-2-17 0,0 1-23 15,0-5-20-15,1 2-23 0,-1-3-23 0,-1 1-24 16,1-10-28-16,-1 14-50 0,1-14-42 0,-3 10-36 16,3-10-221-16,-6 7-501 0,6-7 221 0</inkml:trace>
  <inkml:trace contextRef="#ctx0" brushRef="#br0" timeOffset="-186128.72">28368 5283 98 0,'0'0'185'0,"0"0"-10"0,0 0-6 0,0 0-8 0,11-5-9 16,-2 1-11-16,3-1-9 0,7 0-15 0,-1-2-11 15,3 3-11-15,-2 1-11 0,-1 0-7 0,2-2-4 16,2 1-11-16,-3 3 1 0,0-4 0 0,-6 4 1 16,6-3-12-16,-9 4-3 0,0-2-4 0,-2 2-7 15,-8 0-2-15,14 0 0 0,-10 2 7 16,6-1 3-16,-10-1-1 0,12 9 11 0,-7-5 20 15,-5-4-2-15,9 12-1 0,-6-4 0 0,1 1-3 0,0-1-3 16,-2 3-1-16,-1 0-3 0,-1-11-5 0,1 19-2 16,-1-7-8-16,1-2-6 0,-1-10-25 0,-1 19-25 15,2-9-25-15,-1-10-30 0,-3 18-53 16,3-18-71-16,-3 13-61 0,0-7-185 0,3-6-467 16,0 0 207-16</inkml:trace>
  <inkml:trace contextRef="#ctx0" brushRef="#br0" timeOffset="-185960.91">28659 5100 104 0,'-6'-7'245'0,"6"7"-26"0,0 0-23 0,0 0-23 15,0 0-44-15,0 0-55 0,0 0-54 0,0 0-66 16,-2 24-63-16,2-24-59 0,5 15-181 0,-5-15 80 0</inkml:trace>
  <inkml:trace contextRef="#ctx0" brushRef="#br0" timeOffset="-185479.63">28838 5233 73 0,'-6'14'212'0,"6"-14"-2"15,0 0 4-15,-8 14 3 0,4-9-12 0,4-5-14 0,-5 12-15 16,5-12-19-16,-7 13-13 0,6-6-15 15,1-7-13-15,-2 12-12 0,2-12-8 0,-1 13-14 16,1-13 2-16,0 11-18 0,0-11 0 0,0 0-7 16,4 16-3-16,-4-16-7 0,6 9-5 0,-6-9-4 15,8 5-5-15,-8-5-4 0,9 3 0 0,-9-3-4 16,0 0-1-16,15 0-7 0,-15 0 4 0,10 0-8 16,-10 0-5-16,9-7-5 0,-9 7-2 0,12-7-2 15,-7 1-2-15,0 0-2 0,1-4-2 0,-2 3-1 16,1-2-5-16,2 3-3 0,-7 6 4 0,7-14-4 15,-2 11 3-15,-5 3-1 0,6-7-3 0,-6 7 1 16,10-4 1-16,-10 4 3 0,0 0 7 0,0 0-6 16,0 0 1-16,13 11-1 0,-13-11 5 0,2 10 1 15,-2-10 5-15,4 12-2 0,-4-12 2 0,1 9 2 16,-1-9 2-16,0 0-1 0,2 9 1 0,-2-9-2 16,0 0 8-16,0 0 4 0,0 0 14 0,2 10-1 15,-2-10 12-15,0 0 0 0,0 0-7 0,0 0-3 16,0 0-5-16,0 0-3 0,0 0-3 0,0 0-3 15,0 0-14-15,10-24-7 0,-10 24 2 0,5-7-6 16,-5 7-3-16,7-6-2 0,-7 6-1 0,0 0 3 16,11-3-6-16,-11 3 0 0,0 0-1 0,16 8-4 15,-16-8-9-15,7 11-11 0,-3-5-7 0,-4-6-30 16,4 13-20-16,0-3-36 0,-3 1-39 0,0-2-39 16,-5 7-160-16,-2 0-403 0,0-5 179 0</inkml:trace>
  <inkml:trace contextRef="#ctx0" brushRef="#br0" timeOffset="-184011.57">27532 5875 272 0,'-6'-5'273'0,"1"1"-5"0,-4 1-12 0,2 0-2 16,-3 0-18-16,0 3-8 0,-3 0-15 0,4 3-17 15,-3 3-19-15,-1 1-19 0,-1 2-14 0,3 4-14 16,-4 7-10-16,3-3-10 0,2-1-3 0,-1 6-15 16,1 3 1-16,3 0-13 0,3-6-8 0,0 1-6 15,3-1-6-15,2-1-7 0,1-1-2 0,2-2-8 16,1 2-11-16,1-8 7 0,3 3-10 0,1-4 5 16,0 0-11-16,6-2 4 0,0-1-4 0,4-2-9 15,-1-4-6-15,-2-1 0 0,3-2-7 0,-2 1 5 16,2-4-4-16,1 1 0 0,-6 0-3 0,2-4 2 15,-3 2-3-15,0-3 1 0,-3 1 4 0,-2 1-5 16,-2-1-7-16,4-4 1 0,-4 2 5 0,0-1 0 16,-3-3-6-16,2 4 1 0,-2-3 8 0,-4 5-6 15,4-1 9-15,-4 5 0 0,0-2 6 0,4 2-2 16,-4 6 1-16,2-8-3 0,-2 8 0 0,3-8-6 16,-3 8-1-16,0 0-9 0,0 0 4 0,0 0 5 15,0 0-1-15,0 0 4 0,6 21 2 0,-6-12-5 16,3 1 5-16,0 0-1 0,-1 1-3 0,2-1 10 15,0-1-9-15,-3 1 3 0,1-4 1 0,4 3-8 16,-2-1 2-16,1-2 4 0,3 0 4 0,-8-6 0 16,12 7 0-16,-3-7 1 0,-9 0-6 0,23 0 0 15,-13-2 10-15,2-1-13 0,-2-1-2 0,-2-3 4 16,2 3-3-16,-2-1 4 0,-3-2-1 0,1 0-5 16,2-2 2-16,-6 2 5 0,5-3-9 0,-4-2 0 15,0 4 2-15,-1-6-6 0,0 2 6 0,-1 2-8 16,-2-1 6-16,1 0 1 0,-2 3 3 0,2 8 1 15,0-11 7-15,0 11 0 0,-2-9 5 0,2 9-1 16,0-8 0-16,0 8-5 0,0 0-7 0,0 0 2 16,0 0 2-16,0 0 1 0,0 0-4 0,0 0-1 15,0 0 1-15,-9 18 4 0,9-18 3 0,-2 16-5 16,2-10-3-16,0-6 0 0,0 14 4 0,2-5 2 16,-2 0-1-16,1-1 1 0,1-2-4 0,-2-6 4 15,4 13 4-15,-4-13-10 0,10 9 6 0,-4-6 3 16,-6-3 0-16,15 5 5 0,-4-5-4 0,-1 0 8 15,5-2-12-15,-1-1 2 0,-1-2-5 0,-1 1 1 16,5-4-2-16,-6 1-1 0,1 2-6 0,-1-3-6 16,-2 0-6-16,-2 0 2 0,4-1-2 0,-4-4-1 15,-3 1-1-15,4-1-6 0,-6 4 1 0,-1-3 0 16,-2 1 15-16,1 1-10 0,-1 0 1 0,-3 1 1 16,-3 0-1-16,0 2 6 0,2 0 1 0,-3 2 5 15,3 1-1-15,-6 1 4 0,6-1-2 0,-3 2 4 16,8 2-1-16,-12-1-3 0,12 1 2 0,-7-4-2 15,7 4 2-15,0 0 0 0,0 0-2 0,-8-2-1 16,8 2 4-16,0 0 2 0,0 0-3 0,0 0 1 16,31-6 5-16,-18 5-3 0,6-2 2 0,-6 1 2 15,0 0-2-15,-1 1-4 0,2 0 3 0,-1 1 0 16,-2 0-1-16,2 1 0 0,-3 0-4 0,-4 2 6 16,4-1-4-16,-4 3 6 0,2 1-1 0,-3 1 10 15,0-3 8-15,0 5 10 0,-1 0 3 0,1-1-5 16,-2 1 0-16,-2-3-2 0,3 4-2 0,-2-2-5 15,1-1-2-15,-1-1 3 0,0-1-5 0,1 1 3 16,-3-6-7-16,4 10 3 0,-1-4 0 0,-3-6 1 16,4 9-5-16,0-7 6 0,-4-2-2 0,7 5-7 15,-7-5 2-15,8 2 2 0,-8-2 2 0,0 0-2 16,14-5-9-16,-9 2 0 0,-5 3-1 0,9-7-5 16,-2 1 3-16,-3 3-7 0,0-5-1 0,-1-1 1 15,-1 2-6-15,0-1 0 0,-1-2-1 0,0 0 1 16,-1 2-1-16,0-2 2 0,0 10 1 0,-4-14 0 15,2 7 1-15,2 7 4 0,-1-12-5 0,-1 5 6 16,2 7-4-16,-1-10 3 0,1 10-3 0,4-9-1 16,-4 9 3-16,8-9-2 0,-3 5 2 0,1 2 0 15,2 0 0-15,-8 2-3 0,13-3 7 0,-3 3-2 16,-10 0 0-16,14 4-1 0,-8-1 4 0,0 0-1 16,2 2 1-16,-2 0-5 0,2 3 8 0,-3-2 0 15,2-1 2-15,-1 5-1 0,-3-4-1 0,3 0-1 16,-2 1 11-16,1 0-4 0,1 0-5 0,-2-2 4 15,1 0-1-15,-1-1-1 0,3 0 5 0,-2-1-7 16,1-1 6-16,-6-2-1 0,17 0 4 0,-7 0 1 16,1 0 2-16,0-2-1 0,-1-1 4 0,1-1 1 15,0 0-6-15,-5-2 12 0,4-1-9 0,-6 3-3 16,4-1 2-16,-3-1-5 0,-1-2 4 0,1 2-2 16,-1-3-1-16,-3 2 5 0,-1-1 4 0,0 8-1 15,0-13 5-15,0 13 5 0,-3-13 2 0,1 8-7 16,2 5 8-16,-9-9-8 0,9 9-3 0,-7-5-1 15,7 5-9-15,-12 4 5 0,0-1-6 0,2 4 7 16,0-2-22-16,-2 2-19 0,3 1-20 0,0 0-29 16,0 2-24-16,3-1-25 0,1 1-46 0,1 1-60 15,1-4-51-15,1 2-208 0,2-9-529 0,-1 15 234 16</inkml:trace>
  <inkml:trace contextRef="#ctx0" brushRef="#br0" timeOffset="-183787.59">28676 5849 129 0,'3'-9'226'0,"-2"2"-1"0,5-3-12 0,-6-2-17 16,5 2-5-16,0-2-6 0,-1 2-7 0,0 1 0 15,-1-2-12-15,1 2-9 0,-1 1-14 0,2 0-14 16,-1 2-16-16,-4 6-9 0,7-9-11 0,-3 5-11 16,-4 4-12-16,9-2-6 0,-9 2-4 0,0 0-7 15,16 6-5-15,-9-1-8 0,-3-1 3 16,3 2-8-16,2 2 0 0,-4 0 2 0,0 1-1 15,-1-2-6-15,1 1-9 0,0 0-15 0,0-3-18 0,0 4-18 16,-3-3-25-16,-2-6-43 0,7 9-54 0,-7-9-55 16,6 7-51-16,-6-7-155 0,6 5-446 0,-6-5 197 15</inkml:trace>
  <inkml:trace contextRef="#ctx0" brushRef="#br0" timeOffset="-183554.81">29006 5553 267 0,'0'0'304'0,"1"-8"-8"0,-1 8-10 16,0 0-21-16,0 0-21 0,0 0-22 0,0 0-4 15,0 0 16-15,0 0-25 0,0 0 2 0,-6 24-5 16,4-14-39-16,1 6-8 0,0-2-14 0,2 1-20 16,-2 4-7-16,-2-5 1 0,3 2-28 0,3 0-2 15,-6-2-13-15,6-3-23 0,-1 0-40 0,1 1-48 16,-3-3-32-16,1-2-31 0,-1-7-30 0,3 17-47 15,-3-17-75-15,1 9-53 0,-1-9-208 0,0 0-552 16,0 0 244-16</inkml:trace>
  <inkml:trace contextRef="#ctx0" brushRef="#br0" timeOffset="-183415.39">28959 5665 197 0,'0'0'268'0,"-2"-10"-31"0,2 10-22 0,0 0-21 15,0 0-22-15,0 0-19 0,4-5-18 0,-4 5-28 16,9-8-38-16,-4 3-45 0,3-1-60 0,7-2-70 16,-2 3-166-16,-3-1-294 0,5-2 130 0</inkml:trace>
  <inkml:trace contextRef="#ctx0" brushRef="#br0" timeOffset="-164512.95">26877 3806 21 0,'0'0'52'16,"-10"-6"-5"-16,10 6-12 0,-6-5 1 0,6 5-2 16,-7-3-9-16,7 3-1 0,-8-4-1 0,8 4-2 15,0 0-6-15,-8-1-5 0,8 1-2 0,-7-4 2 16,7 4 2-16,0 0-1 0,-8-4-1 0,8 4 0 16,-5-3-6-16,5 3 2 0,0 0-1 0,0 0 7 15,0 0-6-15,-14 0-6 0,14 0 7 0,-6-2-4 16,6 2-3-16,0 0 4 0,-11 0-7 0,11 0 9 15,0 0-4-15,-14 1 0 0,14-1-4 0,-9 0 4 16,3 3-5-16,6-3 4 0,-12 0 0 0,5 3 3 16,1-1-9-16,6-2 3 0,-15 2 5 0,9 0-6 15,6-2 8-15,-13 1-4 0,7 0-2 0,6-1 4 16,-12 3 0-16,12-3 0 0,-13 0-1 0,13 0 3 16,-11 3 1-16,4-3-2 0,7 0-1 0,0 0 7 15,-12 0 1-15,12 0-2 0,0 0 3 0,-12 0 7 16,12 0-5-16,0 0 0 0,-10 0 1 0,10 0 4 15,0 0 6-15,0 0 0 0,0 0 6 0,-9 0-2 16,9 0-6-16,0 0 3 0,0 0-5 0,0 0-3 16,-13-2-2-16,13 2 0 0,0 0-2 0,0 0 0 15,0 0 7-15,-10 0 2 0,10 0-2 16,0 0 0-16,0 0 4 0,0 0-9 0,-10 2 1 16,10-2-7-16,0 0 9 0,0 0-5 0,0 0 1 0,0 0-6 15,0 0-2-15,0 0-1 0,0 0 7 0,0 0-17 16,0 0 2-16,0 0-3 0,0 0 2 0,0 0 1 15,0 0 0-15,0 0-1 0,0 0 0 0,22 10-1 16,-15-9 2-16,2 0 6 0,4 1-6 16,0-1 0-16,3 0 4 0,4-1-12 0,-1-1 12 0,0 0 2 15,0 1-6-15,3 0-3 0,-2-2 10 0,7 0-2 16,2 1-3-16,-2-2 6 0,-4 0-3 0,0 3 10 16,5-3-13-16,1 3 4 0,0 0-5 0,-1 0-1 15,1 0 4-15,-2-2 4 0,4 0-7 0,-2 0 3 16,1 1 2-16,-3 1 1 0,4 0-1 15,-3 0-3-15,-1 0 0 0,2 0 0 0,-1 1 4 16,5-1-5-16,-5 0 7 0,6 0-4 0,-4 3-1 0,1-4 5 16,0-2-1-16,-1 0-6 0,-2 1 3 0,1 2-4 15,0-2 3-15,-1 2-8 0,0-3 14 0,0 3-3 16,-7 0-9-16,8-4 7 0,-10 1-4 16,4 2 2-16,-2 2 2 0,-2-2 6 0,1 2-10 15,1-3-2-15,-2 1 2 0,2-1-6 0,0 2 12 16,1 0-6-16,-2-3-6 0,0 2 7 0,0 1 9 0,8-3-8 15,-8 3 4-15,-1-2-4 0,2 1-5 16,2 1 0-16,4 0 2 0,-7 0 4 0,2-1-2 16,1 1-4-16,6-2 5 0,0 2 1 0,-9-1 1 15,7 0-5-15,-3-1 0 0,2 2-13 0,-4 0 18 16,-2 0-6-16,9 2 9 0,-9-2-7 0,1 1-2 16,-3-1 5-16,2 0 4 0,-2 1-14 0,1 1 11 0,3-1 1 15,-3 0 1-15,2 1-1 0,0-2-2 16,-1-2 2-16,0 4-3 0,2-4 2 0,-2 2 3 15,7-2-12-15,-5 3 8 0,6-2-8 0,-5 1 13 16,-3 0-4-16,8-4-16 0,-7 3 14 0,0 0 7 16,0 1-7-16,7-2 4 0,-1 1-8 0,-7 0 4 15,2 1 11-15,0-3-9 0,-2 2-11 0,0 0 3 16,1 0 7-16,1 0 1 0,6 0 1 0,-9 1 0 16,3 0-5-16,6 0 6 0,-9 0-7 0,2 1-6 15,0-1 5-15,1 1 1 0,4-1 2 0,-7 1 2 16,1-1 6-16,0 0-8 0,-1-1 1 0,1 0-2 15,-2 2-3-15,2-1 12 0,-2 0-12 0,0-2 4 16,1 2 2-16,-2-2-7 0,5 2 6 0,-1 0-1 16,-1 2 11-16,0-1-16 0,3-1 1 0,-2 0 11 15,0-1-3-15,1-1-4 0,6 4 9 0,-6-4-8 16,-2 1 2-16,1 2-5 0,-1-1-6 0,2-1 7 16,5 2 8-16,-4-2-4 0,-4 1-1 0,9 1-6 15,-6-2 13-15,6 1 20 0,0 1-4 0,-6-2-5 16,6 1-3-16,0-2 3 0,0 2 0 0,0-2 2 15,-6 2 0-15,1-3-10 0,2-1 8 0,5 2-4 16,-8 2-7-16,7-1 15 0,-9-1-17 0,12 1 0 16,-11 0 3-16,0-2-5 0,2 1 1 0,-3 0-4 15,8 0 6-15,-6 0-1 0,0 1-1 0,5-1 1 16,-5-1-4-16,5 3 5 0,-7-2-8 0,2 0 7 16,-1-1-6-16,0 2 1 0,0-1-2 0,-3 0-2 15,5 0 7-15,-3 1-2 0,1-1-26 0,-1 0 5 16,2 1 1-16,-4-1 3 0,3 0 1 0,-2 2 5 15,-1-1-4-15,3 1 10 0,-3-2-5 0,1 0 2 16,2 1-2-16,-4 1-1 0,2 0 4 0,-1-3-4 16,1 3 3-16,-1-1 9 0,2-1-10 0,1 0 0 15,0 0 12-15,-2-1-16 0,3 2 10 0,-2-1 1 16,1 2-2-16,-1-2-2 0,-2 2 8 0,0-1 0 16,3 0 1-16,1-1-1 0,-1 1 1 0,7-1-1 15,-8 1 1-15,1-1 1 0,0 2 1 0,0-2-5 16,0 1 1-16,-3-1-8 0,1 2 7 0,-2-3-1 15,-3 0-1-15,-1 3 1 0,0 0-3 0,-2 0 2 16,0-2 6-16,0 2-3 0,-3-1 4 0,-8 1-10 16,14 0 7-16,-7 0-14 0,-7 0-25 15,9 0-18-15,-9 0-26 0,8-2-30 0,-8 2-95 0,0 0-220 16,0 0 98-16</inkml:trace>
  <inkml:trace contextRef="#ctx0" brushRef="#br0" timeOffset="-163813.89">28188 3466 54 0,'0'0'109'16,"0"0"-8"-16,0 0-11 0,0 0-2 0,0 0-2 15,0 0-13-15,0 0-5 0,0 0-6 0,0 0 1 16,0 0 3-16,0 0 3 0,0 0-9 0,0 0-5 16,0 0-5-16,0 0-6 0,0 0 3 0,0 0-13 15,0 0 4-15,0 0-6 0,0 0-3 16,0 0-3-16,0 0-2 0,0 0-8 0,0 0-23 15,0 0-41-15,0 0-51 0,0 0-106 0,0 0-223 0,-2 10 99 16</inkml:trace>
  <inkml:trace contextRef="#ctx0" brushRef="#br0" timeOffset="-162939.08">24740 8301 33 0,'0'0'144'16,"0"0"-8"-16,0 0-9 0,0 0-14 0,0 0-13 15,0 0-5-15,0 0-13 0,0 0-2 0,0 0-13 0,0 0-12 16,0 0-20-16,0 0-16 0,0 0-17 0,0 0-29 15,0 0-32-15,0 0-108 0,0 0-182 16,-23 8 81-16</inkml:trace>
  <inkml:trace contextRef="#ctx0" brushRef="#br0" timeOffset="-162226.85">21848 8643 29 0,'0'0'90'0,"0"0"-15"16,0 0-19-16,9-1-14 0,-9 1-25 0,0 0-28 15,0 0-39-15,0 0-54 0,0 0 24 0</inkml:trace>
  <inkml:trace contextRef="#ctx0" brushRef="#br0" timeOffset="-154540.78">26207 8148 28 0,'0'0'74'0,"0"0"-3"16,0 0-8-16,0 0-13 0,0 0-7 0,0 0 1 15,0 0-6-15,0 0-5 0,2-9 1 0,-2 9-3 16,0 0-17-16,0 0 13 0,0 0-1 15,0 0-17-15,0 0-4 0,0 0-9 0,1-8-8 0,-1 8-11 16,0 0-10-16,0 0-5 0,0-12-42 16,0 12-87-16,0 0 38 0</inkml:trace>
  <inkml:trace contextRef="#ctx0" brushRef="#br0" timeOffset="-139820.15">24796 3925 16 0,'-13'2'44'0,"13"-2"-5"0,-11 0-5 16,11 0-1-16,-9 1 1 0,9-1-10 0,-13 2 1 16,13-2-4-16,-11 0 0 0,11 0 2 0,-10 2-8 15,10-2 3-15,-7 1-2 0,7-1-6 0,0 0 7 16,0 0 1-16,-14 0 4 0,14 0-8 0,0 0 3 16,0 0 3-16,0 0-6 0,0 0-4 0,0 0 2 15,-8-1-1-15,8 1 1 0,0 0-3 0,0 0 2 16,0 0-2-16,0 0-2 0,0 0 1 0,0 0 0 15,0 0-6-15,0 0 5 0,0 0 5 0,0 0 0 16,0 0-7-16,0 0-5 0,0 0 2 0,0 0 2 16,0 0 1-16,0 0 0 0,0 0 5 0,0 0-2 15,0 0 3-15,27 4 2 0,-19-3 11 0,5-4 3 16,-2 3 5-16,1-1-5 0,7 0-4 0,-1-1 3 16,0 2-4-16,1 0 0 0,-1 0-2 0,4-2 2 15,0 1-7-15,-1 1 7 0,1-3-5 0,-2 0 1 16,1 2-3-16,2-2 6 0,-2 0 2 0,0 2-3 15,-2 1-4-15,1-2 4 0,2 1-11 0,-4-1 6 16,3 0 1-16,-4 2-8 0,4 0 1 0,-2-1-1 16,0 2 2-16,-1-2-12 0,0 1 10 0,1-2 0 15,1 1 5-15,1 0-2 0,2-2-4 0,-2 3-1 16,0-2 1-16,-2 4 0 0,3-5-1 0,0 4 3 16,5-2 1-16,-6-2 0 0,2 2-6 0,-2-1 5 15,7 1-4-15,-8 0-3 0,10-3 3 0,-8 3 10 16,-2-2 5-16,9-2 0 0,0 2-12 0,-1-1 8 15,0 3 1-15,-7-2-9 0,9-3 1 0,-11 5-1 16,4-2-1-16,-3 2 0 0,7-1-3 0,-5 0 2 16,-4 0 7-16,3-2-8 0,-4 3-5 0,2 1 6 15,-2-3-3-15,-3 2 0 0,4-2 2 0,-4 3-1 16,3 0-5-16,-3-3 4 0,-1 3-6 0,1-2 4 16,-1 4 10-16,1-4 1 0,3 0-4 0,-2-1-2 15,-2 2 1-15,1-2 11 0,-1 0-12 0,0 1 2 16,-1 1 0-16,1 1 2 0,-2-2 5 0,0 1-1 15,-4 1-3-15,-7 0 1 0,16-2-7 0,-9 0 7 16,-7 2-3-16,11-1-2 0,-2-3 4 0,-9 4-5 16,9 0 1-16,-9 0-5 0,9-1 8 0,-9 1 1 15,10-1-4-15,-10 1 2 0,14 2-4 0,-9-2-2 16,-5 0-3-16,11-4 3 0,-4 4 0 0,-7 0 2 16,13-2-5-16,-13 2 3 0,9-1-1 0,-9 1 2 15,10 0-7-15,-10 0-6 0,8-2-22 16,-8 2-17-16,0 0-13 0,7-2-24 0,-7 2-25 15,0 0-18-15,0 0-89 0,0 0-235 0,0 0 105 0</inkml:trace>
  <inkml:trace contextRef="#ctx0" brushRef="#br0" timeOffset="-139311.72">25585 3870 102 0,'0'0'99'0,"0"0"-12"0,0 0-12 0,0 0-4 15,0 0 4-15,0 0-14 0,0 0-1 0,0 0-5 16,0 0-10-16,0 0-1 0,0 0 8 0,0 0-15 16,0 0 14-16,0 0-9 0,0 0 1 0,0 0-3 15,45-4 2-15,-25 1-17 0,8 0 2 0,5-1-8 16,1 1 5-16,1-2-5 0,4 0-6 0,0-2 5 16,0 0-3-16,10-3-6 0,-10 8-13 0,-3-4-14 15,0 4-9-15,-5-2-14 0,0 3-5 0,1-3-37 16,-5 0-8-16,0 1-66 0,-6-1-170 0,-4 2 76 15</inkml:trace>
  <inkml:trace contextRef="#ctx0" brushRef="#br0" timeOffset="-139124.85">26234 3771 55 0,'14'-1'43'16,"-5"0"-18"-16,0 1-36 0,0 1-8 0,-9-1-20 16,20-2 8-16</inkml:trace>
  <inkml:trace contextRef="#ctx0" brushRef="#br0" timeOffset="-138829.65">25782 3857 62 0,'0'0'114'0,"-10"-2"-12"15,10 2-23-15,0 0 4 0,0 0-21 0,0 0-1 16,0 0-1-16,0 0-9 0,27 7-9 0,-14-7-9 16,8 2-7-16,8-3-4 0,0-2-14 0,5 3-9 15,3-3-5-15,-1-1-21 0,2 4-14 0,3-1-14 16,-3-4-58-16,0 1-122 0,-2 2 54 0</inkml:trace>
  <inkml:trace contextRef="#ctx0" brushRef="#br0" timeOffset="-134529.25">29972 2468 22 0,'0'0'54'0,"0"0"-8"15,0 0 4-15,0 0-3 0,0 0-14 0,0 0 1 16,0 0-3-16,0 0 0 0,-14-19-7 0,14 19 0 16,0 0-1-16,-15-2 0 0,15 2-4 0,-11-1-7 15,11 1 8-15,-15 0-8 0,15 0 6 0,-18-3-6 16,18 3 9-16,-20 3-4 0,9-3 5 0,0 0-11 16,11 0 10-16,-22 1-3 0,11-1-3 0,0 2 0 15,1 0-1-15,10-2 0 0,-21 4 6 0,10-3-5 16,1 3-2-16,0-2-8 0,-2 2 3 15,2-1 5-15,1 2-7 0,-1 0-1 0,-3 1 3 0,2 0 2 16,0 1-5-16,-1 1 1 0,-1 3 2 16,-1-1 5-16,4-3-10 0,-2 5 9 0,1-5-2 15,2 2-4-15,-2 5 4 0,-1-3-7 0,1 0-1 16,4 1 17-16,-6 1-9 0,4 0 5 0,-1 2-9 16,2-4-5-16,-1 2-1 0,1-1 4 0,1 2 2 0,-1 0-12 15,3-2 19-15,1-1-12 0,0 0 0 0,2 0 3 16,0-1-2-16,0 2 0 0,1 0-1 15,1-2 6-15,0-10-5 0,-2 23 3 0,5-13 3 16,-1 2-8-16,2-2 3 0,2 1-5 0,-1 1 4 16,2-1 2-16,3 2-3 0,-1-3 2 0,3 2 1 15,2-2 8-15,-1 0-6 0,3 1 0 0,1-3-8 16,0 0 4-16,2-2 1 0,-1 0 2 0,2-2-2 16,-1 1-1-16,1 0 2 0,1-1 2 0,0-1 2 15,-1-4-2-15,8 2-5 0,-6 1 7 0,-1-4-4 16,1 1 6-16,5-3-5 0,-8 1-5 0,1 1-4 15,0-2 7-15,0 1 2 0,0-3 1 16,-1 0 8-16,1-1-5 0,-1-1 6 0,-1 0 7 0,-2 1 10 16,-1 0 2-16,0-1 6 0,-1-5-6 0,0 4-3 15,-3-3 2-15,0-3-8 0,-1 3-4 0,-3 1 10 16,3-6 3-16,-5 2 4 0,2-2-5 0,-4 0 4 16,1 1-3-16,0-3 0 0,-3 4 29 0,-2-4-6 15,0 0-10-15,-2 2 7 0,-1-2-3 16,1 0-11-16,-4 3-1 0,-3-2-5 0,0 1-6 15,1 2-4-15,-10-6-14 0,-1 6-13 0,-7-1-16 16,-2 4-23-16,-3 0-19 0,-4 6-19 0,-4 3-49 16,-13 2-29-16,-4 7-110 0,-5 2-290 0,3 1 128 15</inkml:trace>
  <inkml:trace contextRef="#ctx0" brushRef="#br0" timeOffset="-124996.05">26134 8255 35 0,'0'0'45'0,"0"0"-4"0,0 0-7 0,0 0-2 16,0 0-1-16,0 0-6 0,0 0-3 0,0 0 3 15,0 0-2-15,0 0-6 0,0 0 3 16,0 0 1-16,0 0-6 0,0 0-1 0,0 0 5 0,0 0-4 16,0 0 1-16,0 0 1 0,0 0-2 0,0 0 4 15,0 0-1-15,0 0 7 0,0 0-12 16,0 0-2-16,0 0 6 0,0 0-6 0,0 0 12 15,0 0-6-15,0 0-3 0,0 0-1 0,0 0-4 16,0 0 3-16,0 0-1 0,0 0-3 0,0 0-3 16,0 0 2-16,0 0 3 0,0 0-9 0,0 0 10 0,0 0-8 15,0 0 2-15,0 0-7 0,0 0 11 16,0 0-6-16,0 0 2 0,0 0-3 0,0 0 4 16,0 0-4-16,0 0-1 0,0 0 1 0,0 0-3 15,0 0-3-15,0 0 5 0,0 0-5 0,0 0 3 0,0 0 5 16,0 0-1-16,0 0 2 0,0 0-4 0,0 0-7 15,0 0 2-15,0 0-5 0,21-5 4 0,-21 5-3 16,0 0-2-16,0 0 1 0,0 0-5 0,15 3-6 16,-15-3-4-16,0 0 2 0,0 0 0 0,10 0-9 15,-10 0 4-15,0 0-3 0,9 0-5 0,-9 0-4 16,0 0-38-16,0 0-84 0,10 2 37 0</inkml:trace>
  <inkml:trace contextRef="#ctx0" brushRef="#br0" timeOffset="-124383.02">26400 8235 42 0,'0'0'37'16,"0"0"11"-16,0 0-7 0,0 0 4 0,0 0-6 0,0 0-13 16,0 0 5-16,0 0-4 0,0 0 3 0,0 0-10 15,0 0 2-15,0 0-2 0,0 0-12 0,0 0 6 16,0 0 0-16,0 0-9 0,0 0 13 0,0 0-7 15,0 0 3-15,0 0 1 0,0 0-5 16,0 0-3-16,0 0 2 0,0 0-2 0,0 0-4 0,0 0-1 16,0 0 1-16,0 0 4 0,0 0-8 0,0 0-1 15,0 0-7-15,0 0-8 0,0 0-6 0,0 0-15 16,0 0-44-16,0 0-87 0,0 0 39 0</inkml:trace>
  <inkml:trace contextRef="#ctx0" brushRef="#br0" timeOffset="-119729.59">25610 3887 5 0,'0'0'66'16,"0"0"-8"-16,0 0-10 0,0 0-2 0,0 0-3 15,0 0-3-15,0 0-9 0,0 0-4 16,0 0 6-16,-5-6-5 0,5 6-6 0,0 0-1 16,0 0-2-16,0 0-6 0,0 0 7 0,0 0-8 15,0 0 10-15,0 0-12 0,0 0 12 0,0 0-1 0,0 0-2 16,0 0 2-16,0 0 5 0,0 0-2 16,0 0 2-16,0 0-6 0,0 0 0 0,0 0-1 0,0 0-5 15,-3-14-1-15,3 14 2 0,0 0-3 16,0 0-2-16,-10-2-1 0,10 2 4 0,0 0-7 15,0 0-5-15,0 0 2 0,-16 1 2 0,16-1-2 16,0 0-5-16,0 0 4 0,-18 4-6 0,18-4 8 16,-13 1-1-16,13-1-2 0,0 0-3 0,-14 2-2 0,14-2 5 15,-11 4-1-15,11-4-3 0,0 0 3 0,-13 1-2 16,13-1 0-16,0 0 0 0,-10 3 0 16,10-3 2-16,0 0 5 0,-14 0-11 0,14 0 2 15,0 0 10-15,0 0-6 0,0 0 3 0,0 0-4 16,-15-2 3-16,15 2-3 0,0 0-6 0,0 0 11 15,0 0-3-15,0 0-7 0,0 0 9 0,0 0 1 16,0 0-2-16,-12 2-9 0,12-2 7 0,0 0 6 16,0 0-6-16,0 0 3 0,0 0 4 0,0 0-16 15,0 0 14-15,0 0-6 0,0 0 1 0,0 0 6 16,48-3 2-16,-30-1-7 0,0 3 2 0,0 0-4 16,0 0 7-16,2-3-6 0,-1 2 6 0,2 0-3 15,8-2 3-15,3-2-5 0,-2 1 6 0,3 0-9 16,-1 2 5-16,2-1-1 0,0 1 0 0,-3-1-4 15,0-1 5-15,-1-2-1 0,-1 5 0 0,-8 2 1 16,5-1 2-16,5-1 9 0,-4 1-18 0,-8 0-11 16,4 0 5-16,-2-2-7 0,-1 3 4 0,0-1 3 15,-2 0-2-15,1-3-10 0,-2 2 1 0,1 2-10 16,-7 0-3-16,-2 0-1 0,-9 0 4 0,23 0-7 16,-23 0-9-16,14 0-1 0,-8 0-48 0,-6 0-103 15,11 0 45-15</inkml:trace>
  <inkml:trace contextRef="#ctx0" brushRef="#br0" timeOffset="-119461.64">26014 3830 61 0,'0'0'70'0,"36"-6"-5"0,-21 5-6 16,6-1-1-16,-2 2-6 0,8-6 6 0,1 5-18 15,-1-3-8-15,2 0 3 0,-8 2-5 16,8-2-4-16,0 2-4 0,-2-1-8 0,2-4-8 16,-9 4-12-16,0-1-8 0,3 2-3 0,-3-1-13 0,0 2-11 15,-3-1-4-15,0-2-35 0,-8 1-86 0,3 3 39 16</inkml:trace>
  <inkml:trace contextRef="#ctx0" brushRef="#br0" timeOffset="-119339.3">26584 3764 42 0,'10'0'64'0,"-10"0"-10"0,13-2-2 0,-2-1-8 0,1 1-17 15,1 1 5-15,7 1-7 0,-4-5-39 16,4 0-41-16,-4 0-59 0,4-1 27 0</inkml:trace>
  <inkml:trace contextRef="#ctx0" brushRef="#br0" timeOffset="-115759.31">26250 4710 9 0,'0'0'13'0,"0"0"-2"0,0 0 8 0,0 0-7 0,0 0 2 16,0 0 2-16,0 0-4 0,0 0 4 0,0 0 0 16,0 0 0-16,0 0-8 0,0 0 3 0,0 0-1 15,0 0-2-15,0 0 3 0,0 0 1 0,0 0 3 16,0 0 2-16,0 0-1 0,0 0 2 15,0 0-3-15,0 0 3 0,0 0-2 0,0 0 6 0,0 0-1 16,0 0 3-16,0 0-10 0,0 0 8 0,0 0-11 16,0 0-4-16,0 0-1 0,0 0 7 0,0 0-8 15,0 0-4-15,0 0-21 0,0 0-19 0,0 0-31 16,0 0-75-16,-16-5 34 0</inkml:trace>
  <inkml:trace contextRef="#ctx0" brushRef="#br0" timeOffset="-114008.77">21833 13067 43 0,'0'0'69'15,"0"0"-14"-15,0 0 2 0,-8-2-3 0,8 2 8 0,0 0-11 16,0 0 10-16,0 0-8 0,-8-3-4 16,8 3 8-16,0 0-2 0,0 0-6 0,0 0-1 15,0 0-3-15,0 0 4 0,0 0-10 0,0 0-12 16,-11 3 4-16,11-3 4 0,0 0-6 0,0 0-3 0,0 0 13 16,0 0-5-16,0 0 6 0,0 0-5 0,0 0-5 15,0 0-1-15,0 0 0 0,-11 0-3 16,11 0 3-16,0 0-2 0,0 0-2 0,0 0-2 15,0 0 0-15,0 0-1 0,0 0-3 0,0 0-6 0,0 0 3 16,0 0-3-16,0 0-3 0,0 0 4 0,0 0 0 16,0 0 1-16,0 0-6 0,0 0-1 15,0 0 2-15,0 0 3 0,0 0-9 0,0 0 4 0,36-6-2 16,-20 4 2-16,4-2 0 0,0 2-6 16,0 0 3-16,9-4-3 0,3 6 6 0,0-3-2 0,0 0 2 15,1-1-4-15,3 1-4 0,-2-1 5 0,4 1-4 16,1-1 1-16,1 2-6 0,10-6 5 0,-12 7-7 15,0-2-3-15,1 1 5 0,-2-3 4 0,0 3-9 16,-1 1 6-16,3 0 0 0,-2-3 1 0,2 4-2 16,-2-2 1-16,2-1 3 0,0 0-7 0,-2 0 5 15,-1 3 2-15,2-2-5 0,-1 2 7 0,2-2-2 16,0 0-1-16,-2-2 1 0,1 4 0 0,12-7-3 16,-13 4 2-16,1-1 0 0,1 3 0 0,-1-3 4 15,2 3-2-15,-2-3 0 0,-3 0 0 0,4 0-4 16,-2 0 1-16,0 2 2 0,2-1 1 0,-4 1-4 15,1-1 2-15,0 1 1 0,1-2-1 16,-4 1 2-16,2 0-2 0,-6 1 4 0,3 0-1 0,-1 0 2 16,-1 1-1-16,1-2-4 0,-1 3-1 0,-2-2-4 15,2 1 7-15,0 0-2 0,-3-2 14 0,2 3-18 16,-1-4 6-16,-6 1-3 0,6 2 1 0,-6 0-3 16,-3-2 8-16,1 3-2 0,1-1-1 0,-3 0-16 15,1 0 20-15,-4-2-8 0,0 3-7 0,-3-1 22 16,-2 1-9-16,2-2-3 0,-1 2-1 0,-1-1 3 15,1 1 2-15,-1-1-3 0,1 1-2 0,-4-2 3 16,-7 2 2-16,18-1-5 0,-9 1 1 0,-3-2-5 16,4 2 12-16,-2 0-3 0,-8 0-4 0,14-2-3 15,-14 2-1-15,14-1 3 0,-5 0 1 0,-9 1-3 16,14 0 4-16,-6 0 1 0,2-1-6 0,-10 1 2 16,20-2 1-16,-7 2 2 0,-4-1-3 0,4 1 3 15,-2-1-5-15,1 0-3 0,0 1 5 0,-1 0 4 16,-1-1-4-16,2 0 8 0,-3 1-4 0,2-3-3 15,-1 3 4-15,2-1-2 0,-3 2 1 0,-9-1 1 16,15-2-2-16,-7 2-6 0,-8 0 2 0,15 0-13 16,-10 1-15-16,-5-1-9 0,12 0-9 0,-12 0-13 0,11 0-16 15,-3 0-27-15,-8 0-102 0,0 0-224 0,10 0 101 16</inkml:trace>
  <inkml:trace contextRef="#ctx0" brushRef="#br0" timeOffset="-100927.74">4570 6384 50 0,'0'0'121'0,"0"0"-14"16,0 0-3-16,1-9-12 0,-1 9-6 0,0 0 1 16,0 0-11-16,0 0-8 0,0 0 0 0,0 0-9 15,0 0 0-15,0 0-8 0,0 0-20 0,-3-8 4 16,3 8-5-16,0 0 5 0,0 0-11 0,0 0 6 15,0 0-8-15,0 0 5 0,0 0-5 0,0 0 1 16,0 0-7-16,0 0 8 0,0 0-5 16,0 0 6-16,0 0 4 0,0 0 1 0,0 0 3 15,0 0 0-15,0 0-5 0,0 0-1 0,0 0-4 0,0 0-7 16,0 0 1-16,0 0-4 0,0 0-1 0,0 0 0 16,0 0-4-16,0 0 11 0,0 0-4 0,0 0-6 15,0 0 2-15,0 0-5 0,0 0-3 0,0 0 5 16,0 0-1-16,0 0 1 0,0 0-4 0,0 0 5 15,0 0-7-15,0 0 3 0,0 0 6 0,0 0-10 16,0 0 5-16,0 0-2 0,-2-8-2 0,2 8 3 16,0 0-5-16,0 0 0 0,0 0 6 0,-3-6 2 15,3 6 4-15,0 0-1 0,0 0 8 0,0 0 0 16,-4-8-1-16,4 8-4 0,0 0 11 0,0 0 7 16,0 0-4-16,-5-5 0 0,5 5-8 15,0 0 4-15,0 0-5 0,0 0-4 0,0 0-12 0,0 0 0 16,0 0 2-16,0 0-4 0,0 0 1 0,0 0-3 15,0 0 0-15,-6 17 1 0,3-6-4 0,2 5 6 16,-3 2-3-16,3 3-1 0,1 5 1 0,-1-1 1 16,0 0-3-16,-1 1 3 0,2 0 5 0,2-3-7 15,-4-4-1-15,2 2 9 0,0-3-6 0,2 4-1 16,-2-6 4-16,1 3 1 0,-1-3-1 0,1 2-3 16,2-2-1-16,-1-1 3 0,-1 1-1 0,1-4-1 15,-2-1 3-15,0 1-3 0,2-2 6 16,-1 2-3-16,1-4 2 0,-1 0-4 0,0-3-16 15,-1 3-16-15,0-8-29 0,0 0-30 0,4 16-16 16,-4-10-18-16,0-6-34 0,-1 10-103 0,1-10-281 0,0 0 126 16</inkml:trace>
  <inkml:trace contextRef="#ctx0" brushRef="#br0" timeOffset="-100529.02">4493 6410 9 0,'0'0'157'0,"-1"-11"-4"0,1 11-14 0,-2-8-8 16,2 8-1-16,0-11-21 0,0 11-5 0,3-10-20 15,1 3-6-15,1 1-12 0,4-2-1 0,2 0-6 16,6-1-11-16,3 1 2 0,5-5-11 16,0 4-7-16,3 4 3 0,-8 0-9 0,3 4-6 15,5 2 0-15,-8 3-1 0,-3-3-4 0,3 4-5 16,-4 3 0-16,0 0 5 0,0 1-7 0,-5 4 6 16,-5-4 2-16,1 3-8 0,-3 5 16 0,-3 1-2 0,-4 1 3 15,-4 0-4-15,-2 3 4 0,-8 0-7 16,-1-3 2-16,-4 2 1 0,-1-1-2 0,-3-4-4 15,-1 0-8-15,0-2-5 0,-2-1 1 0,0-1-8 16,2-3-7-16,6-3-16 0,-1-2-25 0,5 0-21 16,0-1-34-16,4-3-42 0,-1-1-94 0,5-5-264 0,1 2 117 15</inkml:trace>
  <inkml:trace contextRef="#ctx0" brushRef="#br0" timeOffset="-99838.86">4833 6737 73 0,'-1'-9'199'0,"1"9"0"0,0 0-2 0,0-10 1 15,0 10-6-15,0 0-9 0,0 0-11 0,-3-12-11 16,3 12-11-16,0 0-11 0,0 0-17 0,-3-6-14 16,3 6-12-16,0 0-10 0,0 0-10 0,0 0-12 15,0 0-9-15,0 0-5 0,0 0-6 16,0 0-8-16,0 0-4 0,0 0-6 0,0 0 0 0,0 28-1 15,0-15-4-15,0-4-2 0,2 4 0 0,-4-2-2 16,4 7-3-16,-4-3-2 0,2 3 1 0,2 1-2 16,-1-3 1-16,-4 2-2 0,3 0 2 15,0-2-2-15,-1 3-3 0,1-5-2 0,0 2-5 0,1-4-3 16,-1-2-8-16,0 2-16 0,0-1-19 0,-1-1-26 16,0-1-28-16,0 0-32 0,1-2-18 0,-2 1-21 15,2-8-15-15,-2 14-10 0,-1-9-104 0,3-5-324 16,-5 7 143-16</inkml:trace>
  <inkml:trace contextRef="#ctx0" brushRef="#br0" timeOffset="-99375.09">4756 6741 17 0,'-4'-6'158'0,"4"6"-5"0,0 0-6 0,-3-6-3 15,3 6-4-15,0 0-5 0,0 0-3 0,0 0-7 16,-3-7-12-16,3 7-12 0,0 0-9 0,0 0-12 15,0 0-12-15,9-9-4 0,-3 4-7 0,3-1-4 16,0 3-7-16,3-4-8 0,1 1-1 16,2 1-6-16,-1 2-4 0,3-1-3 0,3 4 4 0,-2 0-12 15,1 0 0-15,1 4 0 0,0 1-8 16,-1 4 3-16,-1 1-2 0,0-1-3 0,-1 5 1 0,5 2-3 16,-4 0 1-16,0 5-1 0,-8-4-2 0,2 1 7 15,-1 7-1-15,-7-2 3 0,0-2-5 0,-1 4 0 16,-5 0 5-16,-2-1-3 0,-3 2 1 0,-1-2 0 15,-6 1 2-15,-1-1-3 0,-7-1 0 0,2-5-6 16,-5 0 0-16,1-1-5 0,-2 1 2 0,-1-6-2 16,1 0-2-16,-2-1-3 0,1-2-7 15,7-3-7-15,-8 1-15 0,8-5-17 0,1-1-24 0,1-2-26 16,0-2-43-16,6-2-145 0,2-2-314 0,1 0 139 16</inkml:trace>
  <inkml:trace contextRef="#ctx0" brushRef="#br0" timeOffset="-99087.53">5486 6728 224 0,'0'0'222'0,"0"0"-24"15,0 0-20-15,0 0-18 0,0 0-13 0,0 0-18 16,-1-14-14-16,6 11-9 0,5 0-10 0,0 0-11 16,2 0-8-16,7 0-12 0,-6 1-24 0,6 0-37 15,-6 2-39-15,1-2-57 0,-4 1-51 0,-2 1-121 16,-8 0-284-16,12 1 127 0</inkml:trace>
  <inkml:trace contextRef="#ctx0" brushRef="#br0" timeOffset="-98927.3">5519 6844 68 0,'-2'4'189'0,"2"-4"-13"0,0 0-13 15,0 0-16-15,0 0-7 0,0 0-13 0,0 0-10 16,0 0-10-16,0 0-13 0,17 2-21 0,-17-2-30 15,22-4-48-15,-5 0-54 0,2 0-54 0,-2-2-99 16,4-1-229-16,-1-1 102 0</inkml:trace>
  <inkml:trace contextRef="#ctx0" brushRef="#br0" timeOffset="-92100.58">6516 6559 19 0,'0'0'81'0,"0"0"-1"0,0 0-7 15,1-9 4-15,-1 9 4 0,0 0-15 0,0 0 9 16,0-9-3-16,0 9 3 0,0 0 3 0,0 0-2 16,0-10-4-16,0 10 2 0,0 0 0 0,2-7 5 15,-2 7-15-15,0 0-1 0,0 0 2 0,0 0 1 16,-4-12-9-16,4 12 4 0,0 0 2 0,-3-6-2 15,3 6 0-15,0 0 2 0,0 0 1 0,0-10-4 16,0 10 1-16,0 0-2 0,0 0-2 0,0 0 0 16,0 0-4-16,-1-9-5 0,1 9 0 0,0 0-3 0,0 0-6 15,0 0-2-15,0 0-6 0,0 0-3 16,0 0-5-16,0 0-3 0,0 0-3 0,0 0-1 16,0 0-4-16,0 0-4 0,0 0-2 0,0 0-2 15,0 0-1-15,0 0-2 0,0 0 1 0,0 0-2 16,0 0-1-16,0 0 2 0,11 22-4 0,-7-13 3 0,0 2 0 15,1-2 2-15,-1 4-4 0,2-3 3 16,1 5-1-16,-2-5-1 0,0 1 2 0,2 0 0 16,-4 0-1-16,4-1-1 0,-2 2 2 0,1-1-2 15,-2-3 1-15,1 2 3 0,-1 0-3 0,1-1 1 16,-2-1 1-16,0 1-2 0,3-1 2 0,-3 0-1 0,1-2-1 16,-1-1-1-16,2 1 3 0,-4-1 1 15,4 1-5-15,-5-6 3 0,5 11 0 0,-2-7 0 16,-3-4-1-16,4 8 3 0,-4-8 0 0,4 6-3 15,-4-6 1-15,2 7-2 0,-2-7 1 0,2 6 1 16,-2-6 0-16,0 0 1 0,2 5-3 0,-2-5 6 16,0 0-3-16,4 5-3 0,-4-5 2 0,0 0 2 15,5 5-3-15,-5-5 1 0,0 0 1 0,0 0-2 16,0 0-1-16,0 0 3 0,0 0-1 0,0 0 3 16,0 0-4-16,2 7 2 0,-2-7-3 0,0 0 4 15,0 0 2-15,0 0 2 0,0 0-2 0,0 0 0 16,0 0 0-16,0 0 7 0,0 0-9 0,0 0 3 15,0 0-4-15,0 0 5 0,0 0-2 0,0 0-1 16,0 0 2-16,0 0-1 0,3-21-2 0,-3 21-1 16,0-15 2-16,1 5 0 0,2 1-1 0,-1-3-4 15,1-4 2-15,0 4 1 0,0-7-4 0,1 2 6 16,4 1-4-16,-4-4-2 0,1 5 5 0,1-4-6 16,1 1 2-16,-1 0 0 0,2 1 0 0,-2 2 0 15,-2-2-2-15,1 1 0 0,-1 1 2 0,1 6-1 16,-1-1 3-16,1 0-1 0,-1-1 1 0,-2 1-1 15,1 4 4-15,0-1-7 0,-1-2 6 0,1 5-5 16,-3 4-4-16,2-8 6 0,-2 8 1 0,3-7 1 16,-3 7-4-16,0 0 1 0,0 0-3 0,2-7-1 15,-2 7 4-15,0 0-4 0,0 0 5 0,0 0-4 16,0 0 2-16,0 0-6 0,0 0-13 0,0 0-21 16,0 0-29-16,0 0-27 0,0 0-32 0,0 0-37 15,0 0-34-15,0 0-123 0,0 0-350 0,0 0 155 16</inkml:trace>
  <inkml:trace contextRef="#ctx0" brushRef="#br0" timeOffset="-91155.76">7256 6314 48 0,'0'0'140'0,"0"0"0"0,0 0-4 16,0 0-15-16,-5-11-4 0,5 11-12 0,0 0-10 15,0 0-7-15,0 0-11 0,0 0-6 0,0 0-5 16,0 0-8-16,0 0-11 0,0 0-3 0,0 0-4 16,0 0-6-16,0 0 0 0,0 0-2 0,0 0 1 15,14-1-2-15,-6 1-6 0,1 0-1 0,5 0-6 16,2-1-1-16,5-3-2 0,-1 3-2 15,7-6 3-15,-6 6-23 0,8-3-15 0,-2 2-25 0,-6-2-36 16,-1 3-34-16,-1-2-119 0,-5 3-253 0,-3-1 112 16</inkml:trace>
  <inkml:trace contextRef="#ctx0" brushRef="#br0" timeOffset="-90705.32">7423 6334 64 0,'0'0'120'0,"-3"4"-22"15,3-4 0-15,-3 7-13 0,3-7-2 0,0 14-9 16,-1-5 2-16,1 3-3 0,0 4-6 0,1 0-5 16,-2 0-11-16,1 3 0 0,1 1 8 0,-1-1-2 15,1-1-7-15,-1 1 4 0,2 0-14 0,-1-1 3 16,0 1-10-16,2-3-10 0,-2 0 8 0,2-3-5 15,-2 2-11-15,3 1 3 0,-2-1-6 16,2-4 9-16,-3 0-4 0,2-1-3 0,-1-1-1 0,0-1 2 16,-1-2 7-16,0 0-13 0,-1-6 3 0,3 11-2 15,-3-11 1-15,0 8 1 0,0-8 0 0,0 0 7 16,0 7 11-16,0-7 1 0,0 0 3 16,0 0-3-16,-5 6-1 0,5-6-5 0,0 0-7 0,-16 0 3 15,16 0-2-15,-11 0-3 0,1-2-4 0,-2 2 1 16,12 0-6-16,-17-4 3 0,5 4-1 0,2-1 0 15,-1 1-1-15,2 1-3 0,9-1 0 16,-12 0-6-16,12 0 6 0,-11 0-5 0,11 0 3 16,-9 0-6-16,9 0 2 0,0 0 1 0,0 0-3 0,0 0-1 15,-10 0 5-15,10 0 4 0,0 0-3 0,0 0 0 16,0 0 7-16,28 4-2 0,-11-8 1 0,5 3 1 16,8-4 1-16,5 1-1 0,4-4-10 0,11-3-5 15,-13 4-27-15,3 0-40 0,-2-2-42 0,1 3-37 16,-5-1-126-16,-2 1-299 0,-2 1 133 15</inkml:trace>
  <inkml:trace contextRef="#ctx0" brushRef="#br0" timeOffset="-85056.63">7544 6768 112 0,'6'2'234'0,"-6"-2"-25"0,0 0-20 16,6 3-19-16,-6-3-23 0,0 0-11 0,8 1-12 16,-8-1-15-16,0 0-9 0,0 0-10 0,0 0-10 15,0 0-6-15,0 0-13 0,0 0-2 0,0 0-5 16,0 0-5-16,4 7-8 0,-4-7-3 0,0 0-3 15,0 0-4-15,0 0-3 0,0 0-4 0,0 0 0 16,0 0-4-16,0 0 0 0,0 0-1 0,0 0-4 16,0 0 0-16,0 0 0 0,0 0-1 0,0 0-4 15,0 0 3-15,0 0-7 0,0 0 1 0,0 0 3 16,0 0-3-16,0 0 0 0,0 0 1 0,0 0 1 16,0 0-4-16,0 0-2 0,0 0 3 0,0 0-4 15,0 0-3-15,0 0-12 0,0 0-11 0,0 0-15 16,0 0-24-16,0 0-17 0,5 4-29 0,-5-4-6 15,0 0-29-15,0 0-22 0,0 0-114 0,0 0-302 16,-18 7 134-16</inkml:trace>
  <inkml:trace contextRef="#ctx0" brushRef="#br0" timeOffset="-78984.74">26468 8209 19 0,'0'0'65'16,"0"0"-10"-16,0 0-3 0,0 0-7 0,0 0-9 0,0 0-15 16,0 0-19-16,0 0-28 0,0 0-20 0,0 0-48 15,0 0 22-15</inkml:trace>
  <inkml:trace contextRef="#ctx0" brushRef="#br0" timeOffset="-75700.72">7474 6882 139 0,'0'0'141'0,"0"0"-5"0,0 0-7 0,0 0-11 16,0 0-14-16,0 0-11 0,0 0-7 0,0 0-10 15,0 0-20-15,0 0-1 0,0 0-22 0,0 0-26 16,0 0-32-16,0 0-29 0,0 0-32 0,0 0-82 15,-2 9-182-15,2-9 80 0</inkml:trace>
  <inkml:trace contextRef="#ctx0" brushRef="#br0" timeOffset="-54095.56">5051 7410 18 0,'0'0'191'15,"0"0"-7"-15,-5-8-4 0,5 8-4 0,-2-7-11 16,2 7-6-16,-3-6-9 0,3 6-11 0,-2-8-9 15,2 8 0-15,-3-7-2 0,3 7-15 0,0 0 0 16,-4-7-15-16,4 7-5 0,0 0-9 0,-2-7-6 16,2 7-7-16,0 0-5 0,0 0-14 0,0 0-5 15,0 0-8-15,0 0-3 0,0 0-5 0,0 0-4 16,0 0-6-16,0 0-2 0,0 0-5 0,0 0-2 16,0 0 0-16,0 0-4 0,0 0 1 0,0 0-3 15,0 0 0-15,0 0 3 0,4 26-5 0,-2-19 1 16,1 2 0-16,-1 0 1 0,-1-1-2 0,1-2 1 15,-1 2-2-15,-1-8 2 0,1 11-3 0,2-7 4 16,-3-4-2-16,1 12-1 0,-1-12 2 0,3 5-2 16,-3-5 3-16,0 0 0 0,2 7-1 0,-2-7 4 15,0 0-1-15,0 0 1 0,2 6-2 0,-2-6 5 16,0 0-5-16,0 0 1 0,0 0 3 0,0 0-4 16,0 0-3-16,0 0 0 0,0 0 0 0,-9-23 0 15,9 23-1-15,-3-14-1 0,2 5-2 0,-1-1 3 16,2-1-3-16,0 0-1 0,0 0 0 0,2-2 0 15,-2 4-3-15,1-4 2 0,2 2-1 0,0 1-2 16,0 0 1-16,1 2 0 0,1-1-24 0,0 3 5 16,0 2 1-16,-1-1 1 0,4 0-1 0,-3 1 2 0,1 2 1 15,6 1 2-15,-3 1 0 0,-2 2 4 16,2-1 0-16,0 4 5 0,0 1-7 0,-2 0 3 16,1-1 3-16,0 1 2 0,-1 3-4 0,-1-1 7 15,0 1-3-15,-1 0 9 0,1-2-9 0,-4-1 1 16,1 3 1-16,-1-5 3 0,-2-4-1 0,0 14 3 15,0-8-3-15,0-6 4 0,-1 11-4 0,1-11 6 16,-4 9-1-16,4-9 0 0,-4 6 7 0,4-6-4 16,-6 5-2-16,6-5 3 0,0 0-7 0,0 0 4 15,-12-2-2-15,12 2 1 0,0 0-3 0,-6-9-1 16,6 9-3-16,-3-11 1 0,2 3-1 0,1-3 2 16,0 0-1-16,0 1-3 0,1-2 4 0,3 1-3 15,0 1 1-15,1 0-1 0,0-1 0 0,2 2 3 16,-2 5-5-16,0-2 2 0,1 1-1 0,1 2 0 15,-7 3-4-15,12-2 0 0,-4 3 2 0,1 2 1 16,0 2-3-16,-1 0 7 0,2 1 6 0,1 3-7 16,-2-1 1-16,-2 1 0 0,-1 3-1 0,2-1 2 15,-3 0 0-15,-1 2-5 0,1-3 8 0,-1 2-3 16,0-1-3-16,-1 0-8 0,1-1-15 0,-1 1-20 16,-2 0-30-16,-1-2-25 0,1-1-35 0,1-1-11 15,-1 0-18-15,-1-7-128 0,0 0-321 0,0 14 141 16</inkml:trace>
  <inkml:trace contextRef="#ctx0" brushRef="#br0" timeOffset="-53695.69">5517 7278 88 0,'-16'0'179'0,"5"1"-9"0,1 0-7 0,1 1-6 16,-3 2-22-16,1 1-5 0,2 1-19 0,0 0-8 15,1 2-13-15,0 0-15 0,1 0-8 0,2 1-6 16,0 1-2-16,2-1-9 0,0 3-5 0,1-3 1 16,1 0-7-16,2-1-3 0,0 1-9 0,-1-9 0 15,4 13 1-15,-1-8-5 0,-1 0-3 0,3 2 0 16,0-4 2-16,-5-3-3 0,11 6 0 0,-8-5-3 16,-3-1 1-16,12 2 2 0,-12-2-5 0,11-2-1 15,-11 2-1-15,11-5 1 0,-5 0 0 0,-1-2-4 16,-1 4 4-16,0-6-7 0,-2 0-1 15,1 0 4-15,-2 0 0 0,0-1-1 0,1 1 0 16,-2-1-5-16,1 2 3 0,-1 8 4 0,0-12 2 0,0 12-1 16,0-10-6-16,0 10 5 0,0-8-8 0,0 8-7 15,0 0 1-15,0 0 0 0,0 0 2 0,0 0 0 16,0 0-5-16,0 0 3 0,16 14 2 0,-12-6 4 16,3-1-4-16,-2 2 0 0,0 1 2 0,3-3 4 15,-1 4-3-15,1-3-14 0,-1 2-23 0,0 0-30 16,1-1-34-16,-1 0-29 0,0-2-29 0,-1 0-130 15,-1-3-311-15,-5-4 139 0</inkml:trace>
  <inkml:trace contextRef="#ctx0" brushRef="#br0" timeOffset="-53461.55">5606 7279 118 0,'-2'-5'206'0,"2"5"-20"15,0 0-18-15,0 0-17 0,0 0-20 0,0 0-16 16,0 0-11-16,0 0-8 0,0 0-13 0,0 0-8 16,0 0-6-16,0 0-10 0,21 13-7 0,-13-7-1 15,-2 3-4-15,3-2-4 0,3 1 1 0,-3 2-8 16,0-2 1-16,1 0-7 0,-1-1-14 0,-1 1-27 16,2-1-47-16,-1-1-27 0,-2 0-15 0,1 0-20 15,0 0-17-15,-8-6 11 0,12 4-88 0,-12-4-231 16,12 2 103-16</inkml:trace>
  <inkml:trace contextRef="#ctx0" brushRef="#br0" timeOffset="-53312.86">5799 7374 178 0,'0'0'6'0,"0"-13"15"0,0 13 21 0,-2-16 21 0,-4 4 10 16,0-2 22-16,-4 1-5 0,2 2 8 0,-1-3 9 15,1 7 17-15,-2 0 6 0,4-3 0 0,-2 7-4 16,3-4-14-16,0 5-9 0,5 2-15 0,-10-6-9 16,10 6-13-16,0 0-4 0,-13 8-6 0,7 1-5 15,-3 6-8-15,4 3 2 0,-3-1-3 16,-2 9-8-16,-3-1-6 0,3 1-29 0,-2 1-41 15,3 0-39-15,0-4-39 0,-1 2-28 0,0-3-136 0,2-7-306 16,2 2 135-16</inkml:trace>
  <inkml:trace contextRef="#ctx0" brushRef="#br0" timeOffset="-53110.48">5283 7778 132 0,'11'-7'155'0,"10"-3"-12"0,3-6-29 0,5-1-35 16,3-4-49-16,14-3-34 0,-3-2-24 0,0 2-16 16,-10 5-53-16,2 2-103 0,12-10 46 0</inkml:trace>
  <inkml:trace contextRef="#ctx0" brushRef="#br0" timeOffset="-52978.68">6048 7450 143 0,'13'-1'246'0,"-13"1"-5"0,0 0-6 0,0 0-5 15,9 0-11-15,-9 0-17 0,0 0-21 0,0 0-22 0,0 0-19 16,0 0-20-16,0 0-25 0,0 0-36 16,0 0-52-16,0 0-71 0,0 0-67 0,0 0-65 15,0 0-119-15,0 0-341 0,0 0 152 0</inkml:trace>
  <inkml:trace contextRef="#ctx0" brushRef="#br0" timeOffset="-43300.73">25542 8248 41 0,'0'0'34'15,"0"0"1"-15,0 0 1 0,0 0-5 0,0 0-8 16,0 0 2-16,0 0-8 0,0 0-11 0,0 0 4 0,0 0-2 16,0 0 0-16,0 0 1 0,0 0-6 0,0 0 5 15,0 0-4-15,0 0-6 0,0 0 1 16,0 0 0-16,0 0-2 0,0 0 2 0,0 0-2 15,0 0-4-15,0 0 0 0,0 0-1 0,0 0 0 0,17-6-12 16,-17 6 0-16,0 0-17 0,0 0-38 0,10-3 17 16</inkml:trace>
  <inkml:trace contextRef="#ctx0" brushRef="#br0" timeOffset="-34378.89">26201 7892 33 0,'0'0'56'0,"0"-10"-5"15,0 10-14-15,0 0 3 0,-2-8-4 0,2 8 1 16,0 0-7-16,-3-7-1 0,3 7-1 0,0 0-6 16,0 0 0-16,-2-11-2 0,2 11-4 0,0 0-1 15,0-9-2-15,0 9 4 0,0 0-10 0,0-9 7 16,0 9-11-16,0 0 7 0,-3-7-7 0,3 7-2 15,0 0-5-15,0-12 3 0,0 12 0 0,0 0 1 16,0-11-10-16,0 11 0 0,3-6-5 0,-3 6-4 16,2-7 3-16,-2 7-7 0,0-12 0 0,0 12 2 15,1-8-2-15,-1 8-2 0,2-11-34 0,-2 11-63 16,-2-13 29-16</inkml:trace>
  <inkml:trace contextRef="#ctx0" brushRef="#br0" timeOffset="-34012.9">26205 7180 16 0,'0'0'29'0,"2"-11"-10"0,-2 11-1 0,2-10-3 0,-1 0 0 16,1 3-1-16,-2 7-1 0,0-14-3 15,2 8 0-15,0-2-14 0,-2 0 3 0,2 1 0 0,0-3 2 16,-2 4-6-16,0 6 5 0,1-15-2 0,-1 7 7 16,2 2-6-16,-2 6-4 0,0-16-6 0,0 9-12 15,0-2-24-15,0 0 11 0</inkml:trace>
</inkml:ink>
</file>

<file path=ppt/ink/ink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5:36:46.618"/>
    </inkml:context>
    <inkml:brush xml:id="br0">
      <inkml:brushProperty name="width" value="0.05292" units="cm"/>
      <inkml:brushProperty name="height" value="0.05292" units="cm"/>
      <inkml:brushProperty name="color" value="#FF0000"/>
    </inkml:brush>
  </inkml:definitions>
  <inkml:trace contextRef="#ctx0" brushRef="#br0">13831 10356 41 0,'0'0'88'16,"0"0"-6"-16,0 0-6 0,0 0-6 0,0 0-1 0,0 0-2 15,0 0-3-15,0 0-10 0,0 0 0 16,0 0-16-16,0 0 0 0,0 0-5 0,0 0-4 16,0 0-7-16,0 0-8 0,0 0-7 0,0 0-3 15,0 0-7-15,0 0-3 0,9 0-12 0,-9 0-7 0,0 0-21 16,0 0-19-16,6 6-50 0,-6-6-124 0,0 7 55 15</inkml:trace>
  <inkml:trace contextRef="#ctx0" brushRef="#br0" timeOffset="753.22">13735 10379 24 0,'0'0'35'0,"0"0"-8"16,0 0-12-16,0 0-12 0,0 0-9 0,0 0-11 0,0 0-17 15,0 0 7-15</inkml:trace>
  <inkml:trace contextRef="#ctx0" brushRef="#br0" timeOffset="1485.05">13951 10447 9 0,'9'0'45'16,"-9"0"-6"-16,0 0-5 0,0 0-7 0,0 0-15 15,0 0-7-15,0 0-8 0,0 0-25 0,0 0-31 16,0 0 14-16</inkml:trace>
  <inkml:trace contextRef="#ctx0" brushRef="#br0" timeOffset="1831.46">13897 10507 11 0,'-3'6'-3'0,"3"-6"-1"16,0 0 1-16</inkml:trace>
  <inkml:trace contextRef="#ctx0" brushRef="#br0" timeOffset="2188.88">13986 10505 15 0,'0'0'10'0,"0"0"-15"0,0 0-4 16,-8 11 2-16</inkml:trace>
  <inkml:trace contextRef="#ctx0" brushRef="#br0" timeOffset="3199.43">14308 10553 17 0,'0'0'64'0,"0"0"-6"0,0 0-6 16,7 2-3-16,-7-2-4 0,0 0-1 15,0 0-3-15,0 0-2 0,0 0-6 0,0 0-5 16,0 0 0-16,0 0-2 0,0 0-1 0,0 0-4 0,0 0-6 16,0 0-1-16,0 0-3 0,0 0-10 15,0 0-4-15,0 0-11 0,0 0-5 0,0 0-16 16,0 0-9-16,0 0-39 0,0 0-90 0,0 0 41 16</inkml:trace>
  <inkml:trace contextRef="#ctx0" brushRef="#br0" timeOffset="4707.16">4719 10562 30 0,'0'0'29'0,"0"0"-10"0,0 0-15 0,0 0-18 16,0 0-15-16,0 0 6 0</inkml:trace>
  <inkml:trace contextRef="#ctx0" brushRef="#br0" timeOffset="5753.92">4439 10558 47 0,'0'0'79'0,"0"0"-3"0,0 0-4 0,0 0-10 0,0 0-12 15,0 0 3-15,0 0-9 0,0 0-2 0,0 0-2 16,0 0-5-16,0 0 4 0,0 0 0 0,0 0-9 15,0 0 0-15,0 0-3 0,0 0 6 0,0 0-6 16,0 0 1-16,0 0 3 0,0 0-3 16,0 0-6-16,0 0-2 0,0 0 0 0,0 0-2 0,0 0-2 15,0 0-5-15,0 0 5 0,0 0-1 0,0 0-4 16,0 0-6-16,0 0-2 0,0 0 11 16,0 0-11-16,0 0 6 0,0 0-1 0,0 0-4 15,0 0-2-15,0 0 5 0,0 0-6 0,0 0 7 0,0 0-9 16,7 2 8-16,-7-2-12 0,0 0 9 0,0 0-5 15,0 0 2-15,0 0 3 0,0 0-4 16,0 0 3-16,0 0-3 0,0 0 6 0,0 0-11 0,0 0 15 16,0 0-3-16,0 0-6 0,15-2-1 0,-15 2 4 15,0 0-2-15,0 0-10 0,0 0 0 0,0 0 5 16,0 0 1-16,0 0 2 0,0 0 10 0,0 0-14 16,0 0 3-16,0 0 4 0,0 0 1 0,0 0-3 15,0 0 5-15,0 0-14 0,0 0 10 0,0 0-1 16,0 0 1-16,0 0-8 0,0 0 2 0,0 0 13 15,0 0-6-15,0 0-2 0,0 0-9 0,0 0-4 16,0 0 12-16,0 0 7 0,0 0-8 0,0 0-2 16,0 0 11-16,0 0-18 0,0 0 11 0,0 0-9 15,0 0 11-15,0 0 3 0,0 0-8 0,0 0 2 16,0 0 3-16,0 0 1 0,0 0-1 0,0 0-10 16,0 0 6-16,0 0-6 0,0 0 11 0,0 0 0 0,0 0-4 15,0 0 2-15,0 0 0 0,0 0 1 16,0 0 0-16,0 0-4 0,0 0-6 0,0 0 2 15,0 0 2-15,0 0 8 0,0 0-11 0,0 0 6 16,0 0 8-16,0 0-13 0,0 0 11 0,0 0-8 0,0 0 14 16,0 0-17-16,0 0 5 0,0 0 0 0,0 0 3 15,0 0-10-15,0 0 10 0,0 0-8 0,0 0 6 16,0 0-1-16,0 0-5 0,0 0 4 16,0 0 5-16,0 0-8 0,0 0-2 0,0 0 6 0,0 0 3 15,0 0 5-15,0 0-9 0,0 0 8 0,0 0-4 16,0 0-5-16,0 0 1 0,0 0-5 15,0 0 10-15,0 0-2 0,0 0-2 0,0 0 3 16,3 4-2-16,-3-4-6 0,0 0 6 0,0 0-6 0,0 0 7 16,0 0 1-16,0 0-6 0,0 0 1 0,0 0-1 15,0 0-1-15,0 0-6 0,0 0 7 0,0 0-3 16,0 0 9-16,0 0-9 0,0 0 7 0,0 0-5 16,0 0-4-16,0 0 10 0,0 0-3 0,0 0-7 15,0 0 4-15,0 0 11 0,0 0 0 0,0 0-13 16,0 0 6-16,0 0-2 0,0 0 0 0,0 0 6 15,0 0-2-15,0 0-1 0,0 0-3 0,0 0-10 16,0 0 16-16,0 0-5 0,0 0 4 0,0 0-3 16,0 0 2-16,0 0-1 0,0 0 1 0,0 0 3 15,0 0-1-15,0 0-2 0,0 0-14 0,0 0 10 16,0 0-4-16,0 0 11 0,0 0-2 0,0 0-7 16,0 0-2-16,0 0 0 0,0 0-7 0,0 0-2 15,0 0-9-15,0 0-11 0,0 0-3 0,0 0-14 16,0 0-8-16,0 0-3 0,0 0-14 0,0 0-42 15,0 0-128-15,0 0 57 0</inkml:trace>
  <inkml:trace contextRef="#ctx0" brushRef="#br0" timeOffset="8301.99">9896 14098 16 0,'0'0'17'0,"0"0"-8"0,0 0 5 16,4-8-4-16,-4 8 7 0,0 0 5 0,0 0-6 16,0 0-1-16,0 0-5 0,0 0 7 0,0 0-6 15,0 0 1-15,0 0-3 0,0 0 2 16,0 0-1-16,0 0-4 0,0 0-2 0,0 0 2 15,0 0-6-15,0 0 4 0,0 0-3 0,0 0 0 0,0 0-2 16,0 0 2-16,0 0-3 0,0 0 2 0,0 0 1 16,0 0 1-16,0 0-2 0,4-8 1 0,-4 8 0 15,0 0 2-15,0 0-4 0,0 0 2 0,0 0 0 16,0 0 1-16,0 0 1 0,0 0-1 16,0 0-5-16,0 0 1 0,0 0 2 0,0 0-1 0,0 0 5 15,0 0-7-15,0 0 0 0,0 0-1 0,0 0 1 16,0 0-1-16,0 0-1 0,0 0 5 0,0 0-3 15,0 0 5-15,0 0-2 0,0 0-2 0,0 0-3 16,0 0 0-16,0 0 0 0,0 0-2 0,0 0-3 16,0 0-8-16,0 0 3 0,0 0 0 0,0 0-10 15,0 0-25-15,0 0 11 0</inkml:trace>
  <inkml:trace contextRef="#ctx0" brushRef="#br0" timeOffset="188268.62">4347 9384 6 0,'-5'-7'62'0,"5"7"-4"0,-4-6 49 15,2-1-66-15,2 7-4 0,0 0-13 16,-3-7-10-16,3 7-15 0,0 0-10 0,0 0-7 15,0 0-6-15,0 0-26 0,0 0-53 0,0 0 24 16</inkml:trace>
  <inkml:trace contextRef="#ctx0" brushRef="#br0" timeOffset="189407.08">9018 9465 19 0,'0'0'26'16,"0"0"-4"-16,0 0-18 0,-1-7-17 0,1 7-12 16,0 0 6-16</inkml:trace>
  <inkml:trace contextRef="#ctx0" brushRef="#br0" timeOffset="209421.02">13666 9187 23 0,'0'0'33'0,"-10"-2"1"16,10 2-6-16,0 0 4 0,-6-2-1 0,6 2-4 16,0 0-1-16,-5-5-3 0,5 5 4 0,0 0 1 15,-4-5-2-15,4 5 1 0,0 0 4 0,0 0 9 16,0 0-9-16,0 0 7 0,-7-5 2 0,7 5 0 16,0 0 8-16,0 0-14 0,0 0-8 0,0 0-3 15,0 0-1-15,0 0-4 0,0 0-3 0,0 0 2 16,0 0-3-16,0 0-3 0,0 0-3 0,0 0-2 15,0 0 4-15,0 0 2 0,0 0-4 0,0 0-3 16,0 0-3-16,0 0 7 0,0 0 0 0,0 0-3 16,0 0-2-16,22-4 0 0,-14 4-2 0,-8 0 5 15,12 0-3-15,-5 1 4 0,-7-1-5 0,18 0 1 16,-11 0-3-16,4 0 1 0,-1 2-3 0,1 0 2 16,-3 2 4-16,2-2-7 0,3 2 4 0,-4-1-5 0,4-1 2 15,-4 1 2-15,0 1-3 0,3 1 12 16,-4-1-18-16,1-1 0 0,1 4-3 0,-1-2 3 0,-1 2-3 15,2-3 6-15,-1 1-10 0,2 1 6 0,1-1-6 16,-4 3 0-16,1-2 4 0,-3 1 1 16,4-2 1-16,-5 1 3 0,3 0 1 0,-3 1-4 15,-1 3-2-15,1-4 5 0,0 0-4 0,-1 2 9 0,0-2-8 16,1 0-4-16,-1 3 1 0,0-4-7 0,1 3 0 16,-3-2-2-16,1 0 4 0,-1 2-3 0,2-3-2 15,-1 1-2-15,-1 0-3 0,0-1 4 0,2-1 4 16,1 2 0-16,-5-6 4 0,5 7-2 0,-1 0-2 15,1-4 5-15,-1 3 3 0,1-3-1 0,-5-3 1 16,4 6 2-16,0-2 2 0,-4-4 0 0,8 6 2 16,-8-6-6-16,8 4 6 0,-3-3-3 0,-5-1 1 15,6 4 0-15,-6-4-1 0,8 4 3 0,-8-4 3 16,6 2 2-16,-6-2-1 0,0 0-2 0,4 5 2 16,-4-5 4-16,0 0-2 0,0 0-6 0,0 0 6 15,-6 13 1-15,6-13-6 0,-5 4 5 0,5-4 8 16,-9 5-4-16,9-5-7 0,-9 7 8 0,5-2-3 15,-1-1-4-15,-4 0 0 0,3 0 4 0,-3 3-4 16,0-2-1-16,-1 4-7 0,-1-2-1 0,-5 3-9 16,3-1 3-16,-5 2-8 0,3 0-18 0,-4-1-44 0,2 1 21 15</inkml:trace>
  <inkml:trace contextRef="#ctx0" brushRef="#br0" timeOffset="210256.95">13647 10529 7 0,'0'0'68'0,"0"0"2"0,0 0-17 16,0 0 6-16,0 0-4 0,0 0-6 0,0 0 1 15,0 0-8-15,0 0-12 0,0 0-16 0,0 0-22 16,0 0-9-16,19 6-10 0,-19-6-5 0,0 0-38 15,2 6-74-15,-2-6 33 0</inkml:trace>
  <inkml:trace contextRef="#ctx0" brushRef="#br0" timeOffset="210612.87">13605 10608 4 0,'0'0'86'0,"0"0"-6"0,0 0 0 0,0 0 1 16,0 0-2-16,0 0 0 0,0 0-5 0,-10 4 3 15,10-4-3-15,0 0-3 0,0 0-3 0,0 0-3 16,0 0-3-16,0 0-9 0,0 0-1 0,0 0-2 16,0 0-9-16,0 0 0 0,0 0 5 0,0 0-1 15,0 0-10-15,0 0 1 0,0 0 6 0,0 0-3 16,27 0 2-16,-15 1-2 0,1-2-4 0,1 2-6 16,4-4 0-16,4 3 1 0,-1 2-4 0,5 0 1 15,5-2-5-15,-3 1-2 0,3-2-4 0,-4 0-1 16,2-2 1-16,-1 3-2 0,-8-3-5 0,2 1 0 15,0-2-3-15,-1 3-3 0,-3 0 2 0,-4-1-5 16,-1 1 6-16,1-1-8 0,-2 1 8 0,-5 1-4 16,1-2 7-16,-8 2-3 0,13-1-6 0,-13 1 5 15,9-2 4-15,-9 2 2 0,0 0-2 0,9 0-2 16,-9 0-1-16,0 0 2 0,0 0-2 0,0 0-4 16,0 0-3-16,-29 8-19 0,19-4-12 0,3-1-29 15,-3-1-14-15,0 3-36 0,2-2-24 0,-4 2-116 16,-1 0-273-16,1-4 121 0</inkml:trace>
  <inkml:trace contextRef="#ctx0" brushRef="#br0" timeOffset="211615.19">13605 10907 104 0,'0'0'124'0,"0"0"-1"0,0 0 6 0,-7-2-23 15,7 2-12-15,0 0-7 0,0 0-11 0,0 0-3 0,0 0-4 16,0 0-13-16,0 0 3 0,0 0-11 16,0 0 3-16,0 0-3 0,0 0 0 0,0 0-12 15,0 0 1-15,0 0-3 0,0 0 4 0,0 0-6 16,-11 2-1-16,11-2 0 0,0 0 4 0,0 0-2 0,0 0 10 15,0 0 3-15,0 0-3 0,0 0 2 16,27 1 0-16,-17-2-3 0,-2-2-7 0,3 3-2 16,0-3-2-16,1 2-3 0,-1-3-2 0,0 2-5 15,2 1 3-15,-2-2-5 0,3 1 3 0,-1-1 1 0,4 1-13 16,-4 0 3-16,7-2-8 0,-7 2-5 0,1 1-11 16,-1-1-16-16,2 1-21 0,-5 2-20 15,3 1-23-15,-3-2-35 0,-3 2-9 0,-1 1-23 16,-1 1-91-16,-5-4-270 0,2 10 120 0</inkml:trace>
  <inkml:trace contextRef="#ctx0" brushRef="#br0" timeOffset="211859.81">13650 10968 114 0,'0'0'125'0,"-9"4"5"0,9-4 0 0,-4 9 6 15,1-3-4-15,3 6-1 0,0-2-12 0,-2 7-3 16,2 2-5-16,-2 0-8 0,2 0-3 0,2 8-12 16,-2-4-4-16,0-2-11 0,2-3-8 0,1 1-5 15,-3 0-8-15,-3-2-1 0,3-1-6 0,0 0-5 16,0-3-6-16,0-1-1 0,3-2-19 0,-6 0-26 16,3 0-26-16,0-1-19 0,0-9-27 0,3 13-26 15,-3-9-15-15,0-4-13 0,0 0-116 0,-3 10-275 16,3-10 121-16</inkml:trace>
  <inkml:trace contextRef="#ctx0" brushRef="#br0" timeOffset="212227.98">13574 11205 92 0,'0'0'113'0,"0"0"0"16,8-8-2-16,-1 7-3 0,5 0-1 0,1 0-5 15,5 1-10-15,2 0-4 0,2-1-7 0,6-1-7 16,1-1-9-16,0 2-7 0,-9 0-4 0,2 1-7 15,-1-1-1-15,-4-1-4 0,2 4-5 0,-6-4-3 0,1 2-4 16,-3 0-11-16,-5 2 4 0,4-2-1 16,-10 0-4-16,9 1 1 0,-9-1-7 0,8 1 4 15,-8-1-3-15,0 0 1 0,2 7 9 0,-2-7-4 16,-2 10 9-16,2-10 5 0,-7 11 0 0,1-2-9 0,2 0 4 16,1 1-1-16,-1-2-3 0,1 3 1 0,1-4 0 15,0 3-7-15,2-3 1 0,0-7-3 16,4 12-1-16,1-6-2 0,-2-1-1 0,1 0 4 15,2-1-5-15,-6-4-1 0,14 2 1 0,-3-4 1 0,-11 2-1 16,18-4-2-16,-7-2 2 0,0-1-3 16,-2 0 1-16,-1 0-1 0,-2-1 0 0,-1 0 1 15,-1-1-3-15,-4 2 0 0,0 7-3 0,-5-16-13 16,-3 8-12-16,-2 1-20 0,-7 1-23 0,-4 2-18 0,1 0-19 16,-2 1-7-16,-7 3-5 0,8 3-6 0,0-1-20 15,2 4-90-15,0 0-247 0,2-1 110 0</inkml:trace>
  <inkml:trace contextRef="#ctx0" brushRef="#br0" timeOffset="212565.46">14056 11307 133 0,'5'-7'196'15,"-2"1"-9"-15,1-4-5 0,0 1-11 0,-2-1-14 16,0 3-15-16,0-2-12 0,-2 9-15 0,-2-16-7 15,0 9-13-15,0-2-6 0,-2 0-7 0,2 2-9 16,0 1-10-16,-6 0-4 0,4 2-9 0,-1-3-2 16,5 7-7-16,-4-7-5 0,4 7-3 0,-4-7-4 15,4 7-5-15,0 0-5 0,-3-7-5 0,3 7 1 16,0 0 0-16,0 0-4 0,9-7-1 0,-9 7 0 16,13-1 1-16,-5-1-4 0,4 1 0 0,-3 4-1 15,1-1-4-15,-1-1 4 0,0 4 0 0,0 0-5 16,0 2 0-16,-3 0-2 0,3 0 2 0,0 4 3 15,-4-1-3-15,1-1 6 0,-3 2-5 0,1 5 1 0,1-6 0 16,-1 5-4-16,-3-2-9 0,-1 0-21 16,2-3-15-16,0 3-24 0,0-4-5 0,1 1-27 15,-1 0-23-15,2-2-20 0,2-3-20 0,-3-2-108 16,-1 2-295-16,8-4 131 0</inkml:trace>
  <inkml:trace contextRef="#ctx0" brushRef="#br0" timeOffset="212972.21">14321 11212 37 0,'0'0'169'0,"-6"-12"-4"0,4 7-2 0,2 5-13 16,-3-6-1-16,3 6-5 0,0 0-12 15,0 0-12-15,0 0-9 0,0 0-3 0,0 0 1 0,0 0-12 16,0 0-4-16,0 0-10 0,12 26-10 16,-6-19-1-16,3-3-7 0,0 3-10 0,0-1 0 0,5-2-7 15,-3-1-2-15,0-3-8 0,3 2-6 0,-1-1-1 16,1-1 0-16,-3-1-11 0,2-1 0 0,0 1-9 15,-3 1-6-15,-2-2-7 0,-8 2-7 0,10-6-7 16,-6 4-3-16,-4 2-3 0,6-6-18 0,-6 6 11 16,0 0 2-16,0-9 4 0,0 9-2 0,0 0 4 15,0 0 2-15,0 0 4 0,0 0 0 16,0 0 2-16,-14-3 0 0,14 3 2 0,0 0 0 16,0 0-4-16,0 0 6 0,0 0 3 0,0 0-2 0,-4 15 5 15,4-15-6-15,0 0 7 0,0 0-5 0,0 0 3 16,17 4 3-16,-17-4-4 0,0 0 5 0,14-5-1 15,-8 3-1-15,1-4 14 0,-1 0 3 0,-1 1 6 16,-1 0 0-16,1-5 3 0,-5 1 3 0,0-1 1 16,-3 1-5-16,1 0 3 0,0 0-7 0,-7 1-4 15,3-2 1-15,-3 3-7 0,-1-1 1 0,-1 3-11 16,-1-1-14-16,1 2-14 0,-1 1-23 0,1 2-28 16,3 1-29-16,8 0-23 0,-13 2-15 0,11 2-142 15,2-4-313-15,-5 9 140 0</inkml:trace>
  <inkml:trace contextRef="#ctx0" brushRef="#br0" timeOffset="213492.87">14663 11122 144 0,'0'0'193'0,"0"0"2"16,-18-1-6-16,18 1-4 0,-22 7 1 0,11-2-5 15,-1 1-25-15,3 0-14 0,-3 6-4 0,4-2-15 16,3-1-11-16,-1 1-12 0,3 0-7 0,-1 1-11 15,7-1-9-15,0-1-4 0,0-2-7 0,5 3-6 16,-1-3-2-16,3-1-10 0,0 0-4 0,0-1-5 0,1-1-7 16,0-3-8-16,0 0 0 0,1-3-5 0,-2-1-5 15,0 0-3-15,-1-2 3 0,0 0-7 16,-3 0 2-16,1-2-1 0,-2 3 3 0,0-6-4 16,-1 0 4-16,-2 4-5 0,0-4 1 0,0 0-3 0,1-2 2 15,-3 2-2-15,1-1 3 0,0 2-5 16,-1 1 10-16,0 8-8 0,2-10 0 0,-2 10-3 0,0 0-4 15,2-7 3-15,-2 7 2 0,0 0 0 16,0 0 1-16,0 0 1 0,10 20 1 0,-6-12 0 0,1 2-1 16,-1-1 1-16,4 1 1 0,-2-2-2 0,2-1 0 15,-1 2 1-15,2-3 1 0,3-1-2 0,-4 1 1 16,1-3 1-16,1-1 0 0,0 0-2 0,-5-1-1 16,-5-1-3-16,16-3-2 0,-9 0 3 0,2-3-8 15,-4 1 2-15,4 0 0 0,-4 0 0 0,0-4 5 16,0 1-7-16,-1-1 7 0,0 1-7 0,-1-1 6 15,2 0 2-15,-3 2-1 0,0-2-3 0,1 4 3 16,-3 5-2-16,3-9 0 0,-3 9-1 0,3-5 0 16,-3 5 8-16,0 0 0 0,0 0-1 0,0 0 7 15,4 18-2-15,-4-9 2 0,2 1-4 0,-1 2 2 16,-1-2-2-16,3 2-5 0,-3 0-22 0,1-1-22 16,1 0-17-16,5-1-27 0,-3 2-21 0,1-6-28 15,1 2-14-15,-1-3-17 0,7-2-6 0,-3-1 8 16,2 0-92-16,3-2-282 0,-1-2 124 0</inkml:trace>
  <inkml:trace contextRef="#ctx0" brushRef="#br0" timeOffset="213844.06">15089 11248 513 0,'10'-7'-6'16,"-4"-3"9"-16,4 2 17 0,-4-1 11 0,-1-1 1 16,0 0-3-16,-2 1 17 0,3-3-1 0,-5 4 1 15,-1-2 8-15,1 4 17 0,-1-4-5 0,0 10 9 16,-2-13 10-16,2 13 7 0,-2-10-6 0,2 10-6 16,-7-3 0-16,7 3 2 0,0 0 1 0,-17 6-2 15,11 1 1-15,-2 0-3 0,0 3-9 0,1-1-3 16,0 1-11-16,0-1-6 0,2 2 0 0,1-2-7 15,2 3-7-15,0-3-2 0,2-2-5 0,4 0 1 16,-4-7-4-16,5 11-2 0,0-5-14 0,3-6-19 0,-1 3-12 16,4-4-4-16,-11 1-6 0,15-4 0 0,-7-1 2 15,2-1 0-15,0 0 7 0,-1-1-2 16,-3-3 6-16,1 0 5 0,-1-1 1 0,-2 0-1 16,1-6 4-16,-1 0 4 0,0 2 11 0,1-2 0 0,-5 0-2 15,-1 0 8-15,1-2 0 0,-2-1 5 0,0 1 3 16,0 1-1-16,0 1 9 0,-1 0 8 15,1 5 8-15,0 2 5 0,0 0-1 0,2 3 3 16,-3 1-6-16,3 6-5 0,0 0-7 0,0 0 5 0,0 0 0 16,0 0 2-16,0 0-7 0,-5 33 0 0,3-9-3 15,0-5 1-15,2 7-3 0,-2 1-9 0,2-1-30 16,-1-7-26-16,2 8-23 0,-1-8-38 16,4-2-42-16,3-2-35 0,0 1-36 0,-3-1-143 0,1-6-382 15,2 1 170-15</inkml:trace>
  <inkml:trace contextRef="#ctx0" brushRef="#br0" timeOffset="214232.81">15426 10936 97 0,'3'-17'242'0,"-3"5"7"0,1 2-8 15,-1 3-11-15,1 2-19 0,-1 5-22 0,0 0-20 16,0-10-13-16,0 10-15 0,0 0 1 0,0 0-9 15,0 24-9-15,0-13-11 0,0 8-5 0,0 1-15 16,0 6-3-16,-2-2-13 0,0-5-11 0,4-1-3 16,-2 1-4-16,1-2-9 0,-1-6-2 0,1 1-7 15,1-2 1-15,-2-1-8 0,2-1 1 0,-1-2-6 16,-1-6-2-16,3 9-2 0,-3-9 1 0,1 6-5 16,-1-6-6-16,0 0-6 0,0 0-3 0,0 0-7 0,0 0-6 15,17-11 1-15,-12 5-8 0,3-1-1 16,2 1 5-16,-1 0-7 0,2-1-3 0,-1 2-3 15,1 2 7-15,-1 2-1 0,2 1 0 0,-2 1 2 16,-4 1 3-16,0 1-2 0,1 5 5 0,-5 0-2 0,-1 0 1 16,-1 3 2-16,0 0 1 0,-3 0 1 15,-2 6 3-15,-2-2 0 0,1-5 1 0,-5 4-4 16,3-5 4-16,-1 1-12 0,0 1-21 0,0-5-27 16,0-1-20-16,0 2-15 0,4-3-15 0,-2-1-29 0,7-3-42 15,0 0-17-15,0 0-168 0,0 0-397 0,0 0 175 16</inkml:trace>
  <inkml:trace contextRef="#ctx0" brushRef="#br0" timeOffset="214395.24">15683 11049 83 0,'6'-9'201'0,"-1"5"0"0,-2-2-11 0,1 2-4 16,-4 4-12-16,6-6-12 0,-6 6-11 0,0 0-4 16,0 0-6-16,0 0-4 0,5 12-2 0,-5-2-20 15,-1 2-8-15,1-1-14 0,-1 6-6 0,1 0-34 16,0 0-40-16,-3-1-37 0,3-1-39 0,0 0-43 15,0-2-40-15,3-1-41 0,-5-2-122 0,4 0-334 16,-2-3 148-16</inkml:trace>
  <inkml:trace contextRef="#ctx0" brushRef="#br0" timeOffset="214537.21">15659 10883 13 0,'-4'-6'54'0,"4"6"-37"0,0 0-31 16,0 0-16-16,0 0 8 0</inkml:trace>
  <inkml:trace contextRef="#ctx0" brushRef="#br0" timeOffset="-214409.23">15931 11039 45 0,'-17'-19'225'0,"17"19"-7"16,-18 1 4-16,18-1 14 0,-16 4-14 0,4-1-8 16,3 4-20-16,3-3-8 0,-3 2-22 0,1 3-13 15,3 0-17-15,0 1-14 0,1 2-8 0,2 0-12 0,0-2-10 16,2 0-12-16,3 1-8 0,-1-3-6 16,4 1-18-16,0-2-7 0,0-1-17 0,2-2-8 15,2-2-13-15,1 1-6 0,-1-2-2 0,-1-2 0 16,1-4-4-16,-4 3 1 0,2-1 0 0,-3-2-1 0,0 0 4 15,-1-1 1-15,0 0 2 0,0-3-4 16,-3 1 4-16,3-1 1 0,-3 3-1 0,-1 6 0 0,-1-13 4 16,1 13 7-16,0-12 8 0,0 12 7 15,-3-7-7-15,3 7-3 0,0 0 5 0,0 0-8 16,0 0 14-16,0 0 0 0,0 0 5 0,0 0-6 0,0 0-3 16,-6 29 3-16,7-19-6 0,0-3 1 0,3 2-2 15,1-2-1-15,0-1-2 0,2-2-3 16,-1-2-2-16,7-2 4 0,-2-2-17 0,2-2 1 0,4-2-4 15,-2-3-3-15,1 1 3 0,-2-3 3 0,0 0-2 16,-5 2 4-16,0-4-4 0,-1-1 7 16,-1-1-3-16,-3 1 4 0,0 0-3 0,-3 2 3 15,0 3 3-15,-1-4-5 0,1 0 0 0,-2 4 12 0,1 1 5 16,0 8-1-16,0-14-3 0,0 14 0 0,-1-8-4 16,1 8 0-16,0 0-3 0,0 0 4 0,0 0-3 15,0 0 4-15,-8 33-3 0,7-17 2 0,-2 2-5 16,3 1 3-16,0 8-3 0,-1-4 4 0,0-2-5 15,-1 4 5-15,2 0-3 0,0-8 3 0,0 1-5 16,2-1 7-16,-2-1-6 0,0-5 0 0,-2 0-5 16,-1-1 4-16,1-1 1 0,-3 0-2 0,0 2 1 15,-2-1-9-15,-4-3-24 0,-5 3-23 0,-2-1-34 16,-8 1-44-16,-1-1-54 0,7-4-46 0,-6 0-197 16,8 1-465-16,-2-5 206 0</inkml:trace>
  <inkml:trace contextRef="#ctx0" brushRef="#br0" timeOffset="-212694.77">3998 7842 34 0,'-4'-9'166'16,"4"9"-2"-16,-7-8-4 0,7 8-9 0,-4-3-10 15,4 3-7-15,0 0-9 0,0 0-10 0,-5-4-18 16,5 4-10-16,0 0-6 0,0 0-16 0,0 0-10 16,0 0-4-16,0 0-11 0,0 0-4 0,0 0-4 15,0 0 8-15,3 29-14 0,0-16 1 0,2 4-2 16,-1 1-3-16,-1-2-3 0,1 2 2 0,2 7-6 15,-2-8 1-15,-1 1 2 0,2-1-1 0,0 0-4 16,-4 2-13-16,1-1-23 0,-2-4-15 0,3 3-28 16,-2-2-24-16,-1-2-21 0,-1 1-28 0,-2 0-116 15,1-2-276-15,-4-1 124 0</inkml:trace>
  <inkml:trace contextRef="#ctx0" brushRef="#br0" timeOffset="-212544.93">3849 7884 86 0,'1'-7'104'15,"6"1"-17"-15,-1-2-21 0,3-1-15 0,0 2-31 16,-1 5-32-16,-2-1-55 0,-6 3-74 0,13-1 33 16</inkml:trace>
  <inkml:trace contextRef="#ctx0" brushRef="#br0" timeOffset="-212046.6">3981 7924 1588 0,'3'-9'13'0,"-3"-1"-11"0,3 1 13 15,-3-1-12-15,0 10-16 0,2-12 4 0,-2 12-11 16,2-11-2-16,-1 2 6 0,-1 0 0 0,0 9 10 15,1-13 15-15,0 6 8 0,-1 7-3 0,2-9 0 16,-2 9-2-16,1-10-4 0,-1 10 1 0,4-6-1 16,-4 6-3-16,5-5 1 0,-5 5-5 0,9-5-2 15,-9 5 3-15,10-3-1 0,-10 3 2 0,10-1-3 16,1 1-1-16,0 2 2 0,-2 0-1 0,1 1-3 16,0 1 6-16,0-1-6 0,-1 3-4 0,-1 0 6 15,0 0 0-15,-2 0-1 0,0 1 5 0,-3-2-8 16,4 4 4-16,-5 0-1 0,1 0 0 0,-4 1-1 0,-2 0 4 15,-5 0-2-15,2 6 4 0,-3-3-5 16,-4 0 5-16,3-2-3 0,1-2 0 0,-1 0 0 16,0-2-4-16,1-4 1 0,1 4 5 0,0-2-3 15,3-1 8-15,5-4-7 0,-7 5 5 0,7-5-3 0,-6 5-2 16,6-5 2-16,0 0-1 0,-5 4 0 0,5-4-4 16,0 0-1-16,0 0 3 0,0 0-7 0,0 0 3 15,0 0-1-15,0 0 7 0,0 0-5 16,14 9 3-16,-6-8-5 0,2 0 6 0,2 2-2 0,-1-1 3 15,2 2 1-15,-1 0-3 0,0 0-1 0,1 1 4 16,4 0-1-16,-6-2 2 0,1 0-1 0,0 1-6 16,1 0 8-16,1 0 0 0,-1-1-16 15,0 1-11-15,1-4-24 0,-2 1-24 0,0 1-17 16,-1-1-16-16,-4 1-17 0,1-1-67 0,-1 1-204 0,-7-2 91 16</inkml:trace>
  <inkml:trace contextRef="#ctx0" brushRef="#br0" timeOffset="-211759.64">4349 8067 69 0,'0'0'153'0,"0"0"-7"0,0 0-6 0,0 0-9 15,2-6-10-15,-2 6-7 0,0 0-13 0,5-7-9 16,-5 7-10-16,7-10-7 0,-4 7-7 0,0-3-3 16,-3 6-11-16,8-13-2 0,-6 6-6 0,2-2 0 15,-1 2 1-15,-1-1-3 0,1 1-6 0,-2-4 1 16,0 2 5-16,-1 1-9 0,0-1 3 0,0 9 2 15,-1-15-6-15,-3 10 3 0,0-5-1 0,3 4 3 16,1 6-2-16,-6-11-2 0,2 8 1 0,4 3-6 16,-5-5-5-16,5 5-1 0,0 0-5 0,-8-2-4 15,8 2-3-15,0 0-3 0,0 0-2 0,-13 9 0 16,12-2-5-16,1-7-4 0,-3 15-16 0,3-5-15 16,2 1-21-16,0-1-15 0,2 2-4 0,4-3-22 15,-2-1-23-15,3 1-11 0,-1-3-21 0,2 1-108 16,-1 0-278-16,0-2 123 0</inkml:trace>
  <inkml:trace contextRef="#ctx0" brushRef="#br0" timeOffset="-211451.04">4492 7871 70 0,'0'0'155'16,"0"0"-26"-16,0 0-7 0,0 0-18 0,0 0-10 15,0 0-12-15,0 0-10 0,18 13-7 0,-10-4 3 16,3 6-18-16,-2-2 0 0,3 4-5 0,-1-3 0 16,-1 1-8-16,3-2-3 0,-3 0-3 0,-1-4-4 15,0-1-2-15,0 1 2 0,-3-3-4 0,-1 0 5 16,3-2-4-16,-4 0 11 0,-4-4 14 0,6 6 16 16,-6-6 10-16,7 2 5 0,-7-2-7 0,0 0-5 15,10-9-5-15,-9 0-9 0,2-1-2 0,-1 0-4 16,1-3-1-16,-1-3-1 0,0 0-4 0,-1-2-10 15,0-1 1-15,0-8-7 0,1 10-8 0,2-9-23 0,-2 7-19 16,-1-6-27-16,3 8-28 0,1 1-26 16,-1 0-30-16,-1 6-23 0,-1 3-135 0,-1 2-318 15,-1 5 142-15</inkml:trace>
  <inkml:trace contextRef="#ctx0" brushRef="#br0" timeOffset="-210392.75">4873 7937 168 0,'0'0'175'15,"0"0"-20"-15,0 0-15 0,7-13-10 0,-7 13-8 16,4-11-10-16,-3 1 0 0,3 2-14 0,0-1-2 16,-1 0-16-16,-3-1-4 0,2-2-10 0,-1 3-7 15,1-4-6-15,-2 3-3 0,0-1-7 0,-2-1-6 16,4 2 3-16,-4 1 0 0,2 9 2 0,-1-14-2 15,0 7 1-15,1 7 0 0,-1-10-2 0,-3 5-7 16,4 5-1-16,-4-7-3 0,4 7-4 0,0 0-6 16,-5-6-2-16,5 6-5 0,0 0-1 0,0 0-4 15,0 0-2-15,-16 12-1 0,11-5 2 0,1 2-2 0,1 2-2 16,-4 0 3-16,4 2 3 0,0 2-6 0,0 0-1 16,3-3-2-16,2-2 1 0,-2 3 0 0,1 0 1 15,0-4 0-15,2 1 3 0,3-3-2 16,0 0-2-16,0 0 1 0,0-1-3 0,3 0 3 0,5-3 0 15,-1 0 4-15,2-3-3 0,-2 1 0 0,1-2-1 16,-3-2 1-16,2 2 3 0,6-4-2 0,-7 2-5 16,2-1 1-16,-1 0 5 0,-2-4-12 15,-1 4 0-15,-1-3 0 0,2-1-5 0,-6 1 4 0,1-1-5 16,-1-1-4-16,0 1-1 0,-2-3-4 0,-2 2 2 16,2-1 3-16,-6-2 1 0,1 1 5 0,-3-4-1 15,1 5 1-15,-1-1 5 0,-1-1-2 0,0 1 7 16,-2 2 4-16,2 0 11 0,2-1 1 0,-2 4 4 15,2 0 0-15,1 1 4 0,3 5-1 0,-7-9 1 16,7 9-1-16,-4-4 0 0,4 4-6 16,-5-4-1-16,5 4-4 0,0 0-2 0,0 0-2 0,0 0-2 15,0 0-4-15,0 0-2 0,0 0 2 0,8-11-2 16,-8 11-1-16,12-3 1 0,-2 2-1 0,1 2 2 16,-11-1-4-16,16 0 4 0,-5 0-2 0,-4 0-3 15,-7 0 0-15,14 3-3 0,-7-2 2 0,-1 3 4 16,0-2-2-16,-1 2-1 0,1 0 2 0,-1 0-1 15,-1 2-3-15,0-1 4 0,-1 4 0 0,2 0 1 16,-2 1-1-16,-1-3 5 0,2 5-4 0,0-3 2 16,-1 3 3-16,1 0 0 0,-1-3 0 0,1 1-5 15,2-1 4-15,0-1 1 0,-1 0-1 0,-1-4-5 16,1 3 4-16,-1-3-2 0,2-2 2 0,-1 2 0 16,1-1-5-16,-6-3 0 0,12-2-2 0,-12 2-3 15,15-1 4-15,-7-1 0 0,0-2-4 0,1-1-1 16,-2-3 6-16,1-1-2 0,-2 1 5 0,1-2-1 15,-4 0 0-15,1-1 1 0,-1-1 2 0,-2-1 1 16,-1 1-3-16,-1-1 5 0,0 3-2 0,-1 0 5 16,-2-2-2-16,3 5 5 0,-1-2 5 0,-2 1-1 15,1 2 5-15,1-2-3 0,2 8-4 0,-3-8-3 16,3 8-1-16,0 0-6 0,0 0-1 0,0 0-1 16,0 0 4-16,0 0-4 0,0 0-3 0,0 0 6 15,9 23-1-15,-3-11-3 0,0-2 2 0,0 5 3 16,-1-3-1-16,-1 1 2 0,2 2 0 0,-2-3 0 15,-1 0-1-15,-1 0-1 0,1 0 0 0,1-4-3 16,-3 3 1-16,2-2-5 0,-2-4-2 0,-1-5-5 16,2 9-5-16,-2-9 5 0,2 8-1 0,-2-8 1 0,5 6 0 15,-5-6 3-15,0 0 3 0,0 0 2 16,14-6-3-16,-14 6 2 0,13-13 0 0,-2 0-2 16,-2 0 1-16,1 0 1 0,3-2 4 0,-4-3-2 15,1 3 0-15,-1-1 0 0,-1-1 7 0,0 2-6 0,-2 0-2 16,-1-3 8-16,-1 3 0 0,-2-1 8 0,-2 5 9 15,2 0 8-15,-2 0 9 0,-2 2 4 0,1 1 3 16,1 8 6-16,-4-11-2 0,2 4 2 16,2 7-10-16,-7-5-4 0,7 5-7 0,0 0-3 15,-11 0-7-15,11 0-3 0,-9 8-1 0,5-2-1 0,0 3 0 16,-1 7-5-16,3 0-10 0,0 1-18 0,4 0-30 16,0-2-34-16,3 2-39 0,5-2-32 15,-1-1-29-15,3 1-127 0,-1-2-334 0,-2-4 148 16</inkml:trace>
  <inkml:trace contextRef="#ctx0" brushRef="#br0" timeOffset="-209836.98">4745 8222 183 0,'0'0'198'0,"-4"-7"-22"15,4 7-24-15,0 0-20 0,0 0-13 0,0 0-11 16,0 0 1-16,0 0-19 0,0 0-9 16,10 33-2-16,-6-17-7 0,4 4-6 0,-3-1-7 0,4 3-3 15,-4-5-3-15,0 1-4 0,1 1-7 0,-1-3-4 16,-2-4-3-16,0 0-1 0,2-2-4 0,-4-1-1 16,2-2-4-16,-1 0 12 0,-1-2-11 0,-1-5 10 15,5 7 11-15,-5-7 10 0,0 0 8 0,3 7 8 16,-3-7 0-16,0 0-2 0,0 0-5 0,0 0-8 15,0 0-8-15,0 0-11 0,6-17-4 0,-3 9-7 16,-1 0-5-16,4 1-3 0,-1-3-7 0,2 3 0 16,4-3-5-16,-1 6-1 0,-1-1-6 0,2 0-7 15,2 1 0-15,0 3-1 0,-2 1-6 0,3 1-1 16,0 1 1-16,2 6 4 0,-6-1 2 0,2 5-3 16,-5-2 2-16,-2 1 2 0,3 5-3 0,-4 0 1 15,-3-3 2-15,-1 1 3 0,-1 0-6 0,-4-1-1 16,1 0 0-16,-1-3-6 0,-3 0-10 0,2-1-15 15,-2 0-8-15,2 0-22 0,-3-4-23 0,0 1-23 16,9-6-17-16,-12 4-22 0,5-5-20 0,7 1-129 16,-15-5-330-16,15 5 146 0</inkml:trace>
  <inkml:trace contextRef="#ctx0" brushRef="#br0" timeOffset="-209646.64">5078 8313 227 0,'4'-6'230'0,"-4"6"-17"0,4-4-17 16,-4 4-11-16,0 0-19 0,0 0-18 0,0 0-16 16,6-3-14-16,-6 3-15 0,0 0-11 0,0 0-8 15,8 10-7-15,-8-10-10 0,4 15-5 0,-2-4-8 16,5 4-6-16,-2 2-22 0,0 0-29 0,-1-1-34 16,2 1-26-16,-2-2-38 0,1 2-28 0,-1-6-25 15,1 1-137-15,-3-2-314 0,0-3 140 0</inkml:trace>
  <inkml:trace contextRef="#ctx0" brushRef="#br0" timeOffset="-209480.68">5012 8176 33 0,'0'0'55'0,"0"0"-17"0,0 0-18 0,4-8-9 15,-4 8-27-15,11 0-8 0,-11 0-25 16,19 3 11-16</inkml:trace>
  <inkml:trace contextRef="#ctx0" brushRef="#br0" timeOffset="-208879.75">5367 8203 35 0,'0'0'206'0,"9"0"-15"0,-9 0-24 0,0 0-14 15,0 0-13-15,0 0-13 0,-6 14-6 0,-1-7-6 16,1 1-14-16,-1 2-5 0,-1 4-11 0,0 3-7 0,0-2-10 16,2 3-9-16,1-2-4 0,0-3-7 15,3 1-3-15,2-5-4 0,0 1-8 0,3 1-2 16,1-3-3-16,1-2-2 0,-1 0-1 0,2-1-4 16,-1 0-2-16,2-4-3 0,4 2-3 0,-5-3-5 0,-6 0 1 15,17-3-1-15,-9-1 3 0,-1 1-1 0,1 0 0 16,-3-1-1-16,1-2 1 0,0-3 2 0,-2-1-1 15,-3 3-3-15,0-2 9 0,0-2 0 16,-2 0 1-16,0 0-2 0,-2 0 4 0,1 3-3 0,-1-4-2 16,-1 3 5-16,3-1 6 0,-4 2 0 0,4 2 4 15,1 6 1-15,-3-10-6 0,3 10-4 0,-2-6-8 16,2 6-4-16,0 0-6 0,0 0-3 0,0 0 2 16,0 0 2-16,0 0 1 0,0 0-3 0,11 21-2 15,-7-11 4-15,0 1 1 0,1 0-4 0,1-2 1 16,1 2-1-16,0-3-2 0,2-2 2 0,-4 0-3 15,2 0 0-15,2-3 0 0,-3-1-6 0,-6-2 1 16,17 1-4-16,-6-3-2 0,-2-1 1 16,0-1 4-16,0-3 2 0,-1 1 3 0,-1-3-4 0,1-1 5 15,-2 1-1-15,-1-2 1 0,-1 0 4 0,-4-1-1 16,3 0-2-16,-2 0 5 0,-1-1-1 0,-1 1 0 16,0 1-1-16,-1 0 6 0,1 1 3 0,0 4 8 15,1 6-2-15,-3-12-1 0,3 12-3 0,-2-9 0 16,2 9-7-16,0 0-7 0,0 0 0 0,0 0-3 15,0 0-3-15,0 0 4 0,0 0 1 0,0 0 1 16,0 35 2-16,2-24-7 0,1 5-2 0,2-1 0 16,-1 1-1-16,2-1 2 0,-2-3-3 0,2 0 6 15,-1 4-3-15,-1-6 1 0,0 2 2 0,0-2-1 16,-1 1 1-16,-1-1-3 0,-1-1-4 0,1-1-6 16,-4 1-5-16,4-1-12 0,-4 1-13 0,1-1-21 15,-3 4-34-15,-1-2-46 0,-1 1-31 0,-2-1-138 16,-2-2-342-16,-3 2 152 0</inkml:trace>
  <inkml:trace contextRef="#ctx0" brushRef="#br0" timeOffset="-207348.65">10742 4653 109 0,'0'0'135'15,"0"0"-2"-15,0 0-13 0,0 0-3 0,0 0-11 16,0 0-7-16,0 0-11 0,0 0-7 0,0 0-19 16,0 0 2-16,0 0-11 0,0 0-4 0,0 0-3 15,0 0-7-15,17-7 0 0,-4 4-4 0,-2 0-8 16,3 1-8-16,3-2-13 0,1 1-18 0,0-1-25 15,0 0-20-15,-5 2-21 0,0 1-20 0,0-1-94 16,-4 2-206-16,-9 0 92 0</inkml:trace>
  <inkml:trace contextRef="#ctx0" brushRef="#br0" timeOffset="-207136.34">10750 4655 39 0,'-8'8'105'0,"4"0"0"0,2 2 3 0,1 1-6 16,-3 2 5-16,3 3-6 0,1 1-12 0,-2 2-6 15,4 1-4-15,-2-1-7 0,0 5-4 16,0-5-9-16,2 2-5 0,-2-3-10 0,0 0-4 0,3 1 2 16,-1-1-21-16,-1-2-19 0,1-5-19 0,-1 2-27 15,2-1-19-15,-2-2-37 0,-1 0-83 0,0 0-198 16,0-2 88-16</inkml:trace>
  <inkml:trace contextRef="#ctx0" brushRef="#br0" timeOffset="-206757.68">10774 4921 3 0,'17'-5'119'0,"9"-5"-14"0,0 3-1 0,-5 0-19 15,7 0-3-15,-10 4-6 0,2-4-14 0,1 2-11 16,-3 1 4-16,-1 2-7 0,0-1-12 0,-4 1 4 16,-2-1-13-16,0 2 6 0,-3 1-16 0,0-2 2 15,-8 2 1-15,11 0-9 0,-11 0-1 0,11 0 14 16,-11 0-15-16,4 3 3 0,-4-3-4 0,2 7 2 16,-2-7 1-16,2 11 4 0,-4-3-1 0,2-8 1 15,-1 17-5-15,2-8 2 0,-2 1-9 0,2-1 6 16,2 2 4-16,-1-2 4 0,1-3-11 0,0 1 1 15,0 1 3-15,4-3 1 0,-2-1-4 0,1-2-1 16,1 1 1-16,-7-3 7 0,15 3-14 16,-7-5 9-16,-8 2-4 0,14-5-6 0,-6 1 4 0,-1-2-2 15,-1-3 7-15,0 2 5 0,-1-3 3 0,-3 2-3 16,0-3-2-16,-2 1-10 0,-2-1 7 0,-3 1-7 16,-1 0-14-16,-2-6-18 0,-2 5-13 0,1 2-14 15,-1-1-3-15,1 1-15 0,-1 3-22 0,1 3-62 16,-2-2-174-16,4 2 77 0</inkml:trace>
  <inkml:trace contextRef="#ctx0" brushRef="#br0" timeOffset="-206428.36">11303 4932 7 0,'0'0'135'0,"0"-12"-7"15,-2 2-13-15,-1 1 6 0,-1-1-25 0,1-1-5 16,-4 1-9-16,1 1-5 0,-1 1-6 16,-2-2-9-16,1 1 0 0,-1-2 1 0,1 2-8 15,0 2-4-15,1 0 0 0,0 0-1 0,3 2-10 16,1 1-4-16,3 4-5 0,-4-9-8 0,4 9-3 0,0 0-6 16,0 0-6-16,11-12 6 0,-3 10 3 0,1 1-17 15,3 0 11-15,2 2-16 0,1-1-4 0,3 3 18 16,-6 1-1-16,6 3-5 0,-7-2-1 0,4 5 3 15,-1-1-5-15,-5-2 6 0,0 2-2 0,1 0-6 16,-2 0 5-16,-1 1-1 0,2-1 3 0,-4 1-3 16,1-1 1-16,-1 1-11 0,0 1-13 0,0-1-27 15,-1-1-19-15,-1-1-18 0,2 1-32 16,-3-3-87-16,-1 0-220 0,2 0 97 0</inkml:trace>
  <inkml:trace contextRef="#ctx0" brushRef="#br0" timeOffset="-205985.2">11633 4773 136 0,'0'0'131'16,"0"0"-6"-16,0 0-11 0,0 0-6 0,0 22-15 0,0-15-5 15,4-1-5-15,-3 1-10 0,5 2-15 0,-1-1 2 16,1-1-9-16,1 0-4 0,0-3-1 0,1 2-10 15,-1-2-6-15,1-1 4 0,0 0-12 0,-8-3-9 16,15 3-4-16,-5-4-5 0,-2 1 0 16,-8 0-5-16,11-5-1 0,-11 5 0 0,10-4 4 15,-10 4 8-15,4-10-13 0,-4 10-3 0,3-11 6 0,-3 11-7 16,0-13-5-16,0 13 12 0,0-12 1 0,0 12 0 16,0 0 1-16,0-13 4 0,0 13 1 15,0 0-8-15,4-9 4 0,-4 9 5 0,0 0-6 16,0 0-26-16,0 0 16 0,0 0 4 0,0 0 3 15,13 12-3-15,-7-7 12 0,-2-2-11 0,2 0 6 0,-1 1 8 16,2-2-6-16,-7-2-6 0,14 3 9 0,-4-5-4 16,-1 4 4-16,-9-2-1 0,11-5 7 15,-4 1-1-15,2-2 8 0,-5 0 7 0,1 2 9 16,-2-6 4-16,-1 0-6 0,0 1-9 0,-2 9 3 16,-4-16-3-16,-1 5-4 0,0 0-13 0,-1 1-11 15,0 3 0-15,-1-2-18 0,2 2-30 0,5 7-14 0,-13-9-14 16,8 5-17-16,5 4-20 0,-6-6-11 15,6 6-63-15,0 0-204 0,0 0 90 0</inkml:trace>
  <inkml:trace contextRef="#ctx0" brushRef="#br0" timeOffset="-205462.31">12001 4698 123 0,'0'0'159'16,"0"0"-10"-16,-15-9-13 0,15 9-6 0,0 0-17 15,0 0-8-15,-18 12-8 0,12-7-11 0,2 3-8 16,-3 2-7-16,5-1-14 0,0 3 1 0,0-2-7 16,2 1-2-16,0-2-5 0,2 0-2 0,1 0-7 0,1 1 2 15,2-2-3-15,2 0-2 0,1-2-3 16,0-1-4-16,2-1-3 0,-2-1-8 0,2-2 1 16,-3 0-8-16,4-2 1 0,-12 1-15 0,15-4 7 15,-5-2 2-15,-1 2-2 0,-3-1 3 0,-2 0 1 16,4-3-1-16,-6 2-3 0,1-1 2 0,1-1 1 15,-4-2 0-15,2 4 5 0,-2-4 3 0,0 1-2 16,0-1 7-16,2 1-4 0,-1-1-2 0,-1 3-5 16,0 7-3-16,2-12 4 0,-2 12-10 0,1-7 4 15,-1 7 1-15,0 0-6 0,9-2 4 0,-9 2-2 16,0 0 0-16,0 0 3 0,12 14-2 0,-7-9 7 16,1 2-6-16,-2 2 1 0,0-3 1 0,2-2-4 15,-4 3 2-15,2-2 0 0,3 1 0 0,-2-1 4 16,1-1 1-16,-1 0-5 0,0-1 7 0,-5-3-2 15,9 3-1-15,-9-3 2 0,8 0 0 0,-8 0 6 16,0 0-2-16,14-5-6 0,-9 0-1 0,1-1-1 16,-1 0-5-16,-3 0 4 0,7-1 2 0,-6 1 0 15,-1-1 0-15,2-2-2 0,0 3 0 0,1-2-3 16,-1 2 3-16,2 1 3 0,-1 0-8 0,0 0 4 0,-5 5 0 16,7-7 2-16,-7 7-4 0,6-2-2 15,-6 2 3-15,0 0 4 0,16 4 0 0,-16-4-2 16,7 7 0-16,-1-1 2 0,-3-1 2 0,6 3 2 15,-6-1-12-15,3 0-29 0,-2-1-17 0,0 3-18 16,3-5-16-16,-3 2-28 0,4-2-19 0,-2 0-108 16,-1 0-259-16,-5-4 115 0</inkml:trace>
  <inkml:trace contextRef="#ctx0" brushRef="#br0" timeOffset="-205086.67">12586 4618 36 0,'0'0'158'0,"-8"-10"3"0,3 6-7 0,-1 2 0 16,6 2-12-16,-9-5-8 0,3 4-15 0,6 1-14 16,-14 3-10-16,5 2-6 0,0 4-10 0,0-1-6 15,0 5-4-15,0-2-9 0,0-1-8 0,4 1-1 16,1-2 0-16,-1 1-12 0,8 1-8 0,-3-1 2 16,2-1-4-16,2 1-2 0,0-4-7 0,2 0 1 15,-1-2-10-15,7 0-11 0,-7-2-9 0,9-1 0 16,-7-1-10-16,-7 0 0 0,15-3 2 0,-8-1 3 15,-3-1 2-15,3 2 14 0,-1-7-6 0,1 1 9 16,0-3-8-16,-2-3 14 0,-1 1 7 0,-4-2-4 16,0-1 3-16,-2-2 19 0,0-4-7 0,2 4-4 15,-4 0 0-15,1-7-2 0,0 9-3 0,3-2 13 16,0 0 1-16,-2 1 0 0,0 3-2 0,2 3 4 16,-2 3 7-16,2 1-7 0,0 8-4 0,0-11-8 15,0 11-1-15,0 0-3 0,0 0-2 0,0 0-1 16,0 0 6-16,6 30-5 0,-3-11 1 0,-2 9 0 15,3-2-4-15,2 3 1 0,-2-1-5 0,1 2-37 16,-1-3-38-16,2 1-50 0,4-1-51 0,-3 2-210 16,-1-2-406-16,-1-2 181 0</inkml:trace>
  <inkml:trace contextRef="#ctx0" brushRef="#br0" timeOffset="-204226.7">10673 13766 92 0,'-8'-9'173'0,"-2"-4"-8"0,3 3-16 0,-2 2-8 16,3 0-2-16,0 1-6 0,3 1-5 0,-1 2-3 0,4 4-11 16,-8-9-6-16,8 9-12 0,-5-3 2 15,5 3-8-15,0 0-13 0,0 0-5 0,0 0 13 16,-3 22-4-16,3-7-2 0,2 2-11 0,-2 1-1 16,2 7-8-16,2 0-8 0,-3 0-4 0,1-4-5 0,0 3-2 15,1-4-6-15,-1 0-7 0,2 3-13 0,-1-5-23 16,-1-1-27-16,1-1-27 0,-2 0-30 15,0-5-25-15,1 1-18 0,-1 0-17 0,3-4-17 0,-4-1-133 16,0-7-328-16,-2 11 145 0</inkml:trace>
  <inkml:trace contextRef="#ctx0" brushRef="#br0" timeOffset="-203714.41">10650 13575 40 0,'11'-15'151'0,"1"2"-4"0,0 0-6 16,-3 6-13-16,2-1-12 0,0 7-9 0,0 2-5 16,-1 2-7-16,-1 1-10 0,0 1-9 15,-1 5 1-15,2 2-11 0,-2 4-7 0,-2 0-11 16,-3 0 3-16,-3 4-9 0,1-1-3 0,-4 0-4 0,-2 4-7 16,-1-4-9-16,1-2-8 0,-5 2-10 0,1-2 4 15,-2-5-5-15,1 1-5 0,3-5 7 0,-1-1-4 16,3-2 4-16,-2 0-2 0,0-1 3 15,2-1 0-15,5-3-8 0,-9 0 4 0,9 0 3 0,0 0-4 16,0 0 6-16,0 0-5 0,0 0-4 0,0 0 7 16,0 0 10-16,0 0 7 0,0 0 3 0,0 0 0 15,20 14 3-15,-10-9 2 0,2-1-6 0,7 1 6 16,-1 1-2-16,2-1 3 0,2-1-5 0,0-1-5 16,-3 0 3-16,3 0 1 0,-1-1-10 0,6-2 3 15,-8-2-4-15,3-2 0 0,-3 0-1 0,-1-1-3 16,0 2 3-16,0-3-3 0,-5 1-1 0,2-6 3 15,-3 5-5-15,0-6 5 0,-1 4-3 0,-4-1-2 16,1 0-2-16,-4-1 5 0,1 0-1 0,-4 2 0 16,0-4-6-16,-2 3 7 0,-1 2-1 0,0-3-3 15,2 10 0-15,-6-11 4 0,3 8 4 0,3 3-2 16,-11-6 11-16,6 3-9 0,5 3 5 0,-13 6 2 16,4 0-5-16,1 3 2 0,2 0 3 0,-1 6-1 15,4-3-3-15,-1-3-2 0,3 5-2 0,0 1-1 16,3-3-6-16,-1 0-9 0,4 2-25 0,2-5-13 15,-1 2-24-15,3-6-43 0,1 3 8 0,0-3-27 16,1 0-22-16,3-1-9 0,-3-1-95 0,2-1-278 16,-1-3 123-16</inkml:trace>
  <inkml:trace contextRef="#ctx0" brushRef="#br0" timeOffset="-203439.63">11302 13715 47 0,'0'0'172'0,"1"-7"-3"15,-1 7-11-15,0 0-14 0,2-7-16 0,-2 7 5 16,0 0-9-16,0 0-8 0,16 4-2 0,-16-4-15 16,11 9-6-16,-4-3-5 0,1 1-12 0,-1 2-9 15,0-2 0-15,2-1-2 0,0-1-6 0,0-1-13 16,0 0 2-16,-3-2-8 0,2 0 3 0,-2 0 3 16,-6-2 7-16,13-2 6 0,-4-1 7 0,-2-3-16 15,0-1 7-15,-1-2-9 0,-1 0-4 0,-2-1-1 16,3-1-5-16,-1-1-6 0,-3 2-1 0,0-2-3 15,1-3-2-15,-3-1-1 0,0 2-5 0,-1-1-14 16,-1 3-21-16,-2-2-24 0,2 4-19 0,-4 0-26 16,2 1-20-16,-4 0-36 0,4 3-24 0,1 2-4 15,3 4-12-15,-7-3-123 0,7 3-328 0,0 0 145 16</inkml:trace>
  <inkml:trace contextRef="#ctx0" brushRef="#br0" timeOffset="-202434.63">11606 13723 78 0,'4'-5'155'0,"5"-2"-4"0,0 0-15 15,-1 1 0-15,-2-6-2 0,0 5-9 0,-2-1-15 16,-2 0-4-16,2 2 0 0,-2-4-7 0,-2 3-8 16,0 7 0-16,-2-16-7 0,2 9-6 0,0 7 7 15,-6-12-1-15,6 12-9 0,-4-7-3 0,4 7-6 16,-6-8-3-16,6 8-7 0,0 0-8 0,-14 4-3 15,7 2 7-15,-1 2-5 0,1 1 5 0,-2 4-6 16,-2 1-2-16,2 4-12 0,0-4-5 0,1 1 1 16,2 2-7-16,2-2 2 0,3-1-4 0,1-4-4 15,1 4 1-15,3-3-3 0,1-3 2 0,1 1-3 16,3-1-3-16,0-4 2 0,5 2-1 0,-2-4 0 16,6-2 5-16,-1 0-8 0,1-5 2 0,4 1 0 15,-3 1 0-15,1-4-2 0,-1-1-2 0,0-1-2 16,-4 2 3-16,1-3-6 0,-2 3 0 0,0-5 0 15,-4 5-4-15,1-5 0 0,-3 2-5 0,0 0-2 16,1 1 5-16,-4 0 1 0,0-2-6 0,-3 1-3 16,-2-2 8-16,4-1-5 0,-6 4 6 0,2-1-2 15,-2 0 0-15,-3 3-1 0,0 0 4 0,-1 2 0 16,0-2 5-16,0 3 2 0,1-2 5 0,-1 3 3 16,6 3-1-16,-9-4-4 0,9 4 4 0,-10-3-5 15,10 3 1-15,-7-2-3 0,7 2 0 0,0 0-1 16,0 0 5-16,0 0-6 0,0 0 8 0,0 0-8 15,0 0 3-15,31-5-2 0,-18 3 0 0,5 1 1 16,-7-1-3-16,8 0 0 0,-8 2 0 0,0 2-2 16,1-2-1-16,-2 0 2 0,-1 2 0 0,1 1 1 15,-5 2 2-15,3 0-1 0,-6 2-1 0,0 3 1 16,-1 0 0-16,-1-1 1 0,-1 4 3 0,-1-1-3 16,0-1 5-16,2 1-2 0,0 4 1 0,0-5-3 15,0 1 4-15,2 1-6 0,0 0 2 0,0-6 0 16,3 3 1-16,2-4-2 0,0 1 4 0,2-3-2 15,-1-2 1-15,4-2-4 0,-1 0 5 0,3-3-4 16,-1 0 1-16,3-4-2 0,-3-1 7 0,3 0-6 16,-4 1-5-16,1-3-2 0,0-2 0 0,-4 3-4 15,-3-2 1-15,1 1-6 0,0-2 8 0,-2 1-9 16,-1-2-4-16,-3 1 1 0,2-4 4 0,-3 4 3 16,-1 1-1-16,-1-1-1 0,2 2 5 0,-1 4 3 15,-3-1-1-15,4 7 6 0,-2-10-3 0,2 10-2 16,-3-8 4-16,3 8-7 0,0 0 4 0,0 0-1 0,0 0 2 15,0 0 1-15,-11 21 0 0,11-9 0 16,-3 0 2-16,6 3 0 0,-3 1-1 0,7-2 4 16,-2-1 0-16,1 6-1 0,1-3 0 0,1-1 1 15,2-1-3-15,-2-1 3 0,-1 2-1 0,-3-4-1 16,1 0 0-16,1 0 3 0,-3-3-3 0,2-2-1 0,-3-1-1 16,2 1-1-16,-4-6 0 0,2 7 3 15,3-4 1-15,-5-3 0 0,0 0 7 0,0 0-7 16,4 8 4-16,-4-8-9 0,0 0-9 0,0 0-10 15,0 0 4-15,0 0-12 0,13-17-3 0,-7 8 2 16,-2 2-9-16,1-1 3 0,2 0-8 0,-1-3 0 0,3-1 1 16,0-1 3-16,-1-1 3 0,0-1 4 15,1 1-1-15,-1-1 8 0,0 2 1 0,-3 1 8 16,1 1 1-16,-2 2 4 0,-1 0 19 0,1 2 10 16,-1 2 2-16,-3 5-1 0,0-10 5 0,0 10 5 15,0 0-2-15,-5-9-4 0,5 9 8 0,0 0 4 0,0 0 6 16,-18 9 0-16,8-1 1 0,4-1-1 0,-1 3 4 15,1-1-9-15,0 5 3 0,0 1-11 16,1-5 0-16,4 1 0 0,1-1-6 0,1 0-7 16,4-3-19-16,-1 2-24 0,2-3-37 0,1-2-46 15,3-1-49-15,0-2-39 0,0 1-159 0,-10-2-389 0,21-6 172 16</inkml:trace>
  <inkml:trace contextRef="#ctx0" brushRef="#br0" timeOffset="-202285.11">12529 13849 22 0,'0'0'112'0,"0"0"-61"0,0 0-44 16,23-18-39-16,-17 12-35 0,1-2 15 0</inkml:trace>
  <inkml:trace contextRef="#ctx0" brushRef="#br0" timeOffset="-187033.95">9174 9429 11 0,'0'0'49'0,"0"0"-2"0,0 0-7 0,0 0-1 0,0 0-5 16,0 0-2-16,0 0 5 0,0 0-11 0,0 0 1 16,0 0 2-16,0 0-1 0,0 0-8 15,0 0 9-15,0 0-4 0,0 0-4 0,0 0 0 16,0 0-9-16,0 0 2 0,0 0-3 0,0 0 1 0,0 0 1 15,0 0-2-15,0 0 1 0,0 0-1 0,0 0-5 16,0 0-1-16,0 0-2 0,0 0 5 0,0 0-5 16,0 0 3-16,0 0 6 0,0 0-5 15,0 0 2-15,0 0-5 0,0 0-8 0,0 0 1 16,0 0 4-16,0 0 1 0,-9 0-1 0,9 0 6 0,0 0-2 16,0 0-10-16,0 0 4 0,0 0 4 0,-6 7-4 15,6-7 6-15,0 0-5 0,0 0-2 0,0 0 0 16,-4 6 0-16,4-6 3 0,0 0-6 0,0 0 3 15,0 0 3-15,0 0 5 0,0 0-5 0,0 0-5 16,0 0 5-16,0 0-2 0,0 0 5 0,0 0-1 16,0 0-3-16,0 0 0 0,0 0 1 0,0 0 9 15,0 0-4-15,0 0-3 0,0 0-3 0,0 0 7 16,0 0-2-16,0 0-5 0,0 0-3 0,0 0 6 16,0 0-9-16,0 0 9 0,0 0-6 0,0 0 1 15,0 0 2-15,0 0 1 0,0 0 0 0,0 0 4 16,0 0-1-16,0 0-8 0,0 0 8 0,0 0-7 15,0 0 3-15,0 0-4 0,0 0 6 0,0 0-3 16,0 0-1-16,0 0-6 0,0 0 8 0,0 0 1 16,0 0 2-16,0 0-3 0,15-16 2 0,-15 16-6 15,9-7-4-15,-2 2 7 0,-2 1 1 0,0-1-3 16,0-1 2-16,3 0 1 0,-2-1 2 0,1-2-6 16,1 3-3-16,0-2-3 0,0-1 0 0,2 1-1 15,-1-2 7-15,-1 3 0 0,1-1-6 0,1 1-3 16,-1-3-3-16,1 3 3 0,4-5-2 0,-2 1 1 0,-3 4-8 15,1 0 0-15,1-4 3 0,-2 3-2 16,3-6-1-16,-1 2-5 0,-2 3 0 0,4-5 4 16,-3 3 5-16,3-2 3 0,-4 5 1 0,1-4-1 15,-1 3 1-15,0-1 0 0,-1 0 5 0,1 1-3 0,-1-1 7 16,2 3-1-16,-3-3 1 0,1 1 12 16,1 3-17-16,-2-3 16 0,0 1 0 0,3 0 6 15,-2 0-2-15,-1 1-3 0,2-2 5 0,-1 1-7 16,2 0-2-16,-2 1 0 0,0-2 4 0,2 2-5 15,-1 0-1-15,0-2 7 0,1 3-4 0,3-6-2 0,-3 5 11 16,1-3-13-16,1 0 2 0,-2 1 0 0,3-1 2 16,0-1 0-16,1 1-6 0,-5 2 2 15,2-5-2-15,3 2 2 0,-2 0-8 0,2 1 4 0,-3-1-2 16,1 1 3-16,1-2-6 0,-3 3 3 0,3-2-12 16,-1-3-33-16,-1 1-55 0,1-1 24 0</inkml:trace>
  <inkml:trace contextRef="#ctx0" brushRef="#br0" timeOffset="-186394.79">9904 8776 46 0,'0'0'60'0,"-5"3"-3"16,5-3-15-16,0 0 6 0,0 0-7 0,0 0 2 15,0 0-3-15,0 0 4 0,0 0-4 0,-6 5-1 16,6-5-6-16,0 0-5 0,0 0-4 0,0 0 7 16,0 0 5-16,0 0-10 0,0 0-5 0,0 0 3 15,0 0-4-15,0 0-4 0,0 0-4 0,0 0-3 16,0 0 4-16,0 0-5 0,0 0 1 0,0 0 2 15,13-20 0-15,-9 15-1 0,-1 0-2 0,1-2-5 16,1-1-6-16,1-3 6 0,3 0 5 0,1-1-11 16,-3 2 5-16,4-4-4 0,0 1-10 0,1 0 5 0,1-3-4 15,-1 2 2-15,3-1-2 0,-1 1 1 16,0-1 2-16,-1 1-5 0,6-6-16 0,-7 4 11 16,0 0 1-16,8-4-4 0,-3-1-1 0,0 1 2 0,-3 4-1 15,3-5 0-15,-3 5-5 0,2-4 7 0,0-1 4 16,-2 7-5-16,-3-3 8 0,2 4 2 0,-1 0 5 15,2-2-4-15,-2 2 7 0,-1-1 3 0,0 1-9 16,1 0 13-16,-1 2-8 0,-1-1 5 0,-1 3 3 16,0-2-7-16,1 2 6 0,-2 0-1 0,0-4-5 15,2 6 2-15,-2-2 1 0,-1-1-5 16,1 1 0-16,-2 0-7 0,1 1-1 0,-2 0 1 0,1 2 1 16,-1-3 0-16,-1 4-9 0,1 0-1 0,-2-1-16 15,-3 6-25-15,8-7-64 0,-5 4 29 0</inkml:trace>
  <inkml:trace contextRef="#ctx0" brushRef="#br0" timeOffset="-186057.75">10422 8171 12 0,'12'-11'28'0,"-3"2"-4"0,3-4 0 0,-1-1-3 15,3 1-3-15,0-2 0 0,-1 4-6 0,2-6 2 16,1-1 1-16,-2 3-7 0,-1 0-3 0,0-1 2 16,-1 2 0-16,1-2-2 0,0 2-8 0,-2-1 2 15,0-1-4-15,0 5-9 0,-1-2-19 0,1 1-35 16,-3 2 15-16</inkml:trace>
  <inkml:trace contextRef="#ctx0" brushRef="#br0" timeOffset="-185725.81">10698 7846 5 0,'10'-13'40'0,"0"1"-7"0,0-1 3 0,0 1-10 16,0 0 4-16,0-2-9 0,0 2 1 0,-1 3-1 15,-1 0-8-15,2-2 7 0,-1 4-8 0,-2-3-5 16,1 1-3-16,0-4-2 0,-1 7-5 0,1-3 1 0,-4 4-6 15,2-1-3-15,1-1-3 0,-4 3-7 0,1-2-19 16,-4 6-41-16,5-7 19 0</inkml:trace>
  <inkml:trace contextRef="#ctx0" brushRef="#br0" timeOffset="-185490.79">10884 7581 23 0,'12'-13'50'0,"-5"4"-8"0,4-5-3 16,3 4-5-16,-4-6-2 0,1 3-3 0,0 0-5 16,-1-1 1-16,0 2-1 0,2-1-1 0,-1 1-5 0,-1-2-4 15,1 1-3-15,-4 4-5 0,0-1-7 0,1 4-4 16,0-3-5-16,-3-1-13 0,2 4-4 0,-2-4-28 15,0 5-59-15,0-2 25 0</inkml:trace>
  <inkml:trace contextRef="#ctx0" brushRef="#br0" timeOffset="-185304.2">11132 7247 30 0,'6'-8'43'0,"0"1"-2"0,-1-2-4 0,1 0 1 0,2 0-4 16,1 0-9-16,-2 0 0 0,0 0 3 0,3 0-15 16,-2 0 2-16,-2-1-2 0,3 1-8 15,-1 0 2-15,-1 2-13 0,1-1-15 0,-1 1-8 0,-1 0-21 16,0 3-54-16,-1-2 24 0</inkml:trace>
  <inkml:trace contextRef="#ctx0" brushRef="#br0" timeOffset="-182123.81">9937 8965 25 0,'0'0'50'0,"0"0"-7"16,-1-7-7-16,1 7-1 0,0 0-3 0,0 0 1 15,0 0-9-15,0 0 5 0,0 0-4 0,0 0 7 0,-5-9-11 16,5 9-5-16,0 0 7 0,0 0 1 0,0 0-1 15,0 0 0-15,0 0-2 0,0 0-2 0,0 0-2 16,0 0 6-16,0 0-2 0,0 0-8 16,-3-7-5-16,3 7 1 0,0 0 3 0,0 0 1 0,0 0-12 15,0 0-1-15,0 0 7 0,0 0 4 0,0 0-7 16,0 0-13-16,0 0 0 0,0 0-2 0,0 0 3 16,0 0-3-16,0 0 8 0,12 29 3 15,-6-12-3-15,1 8-2 0,-2 1-7 0,4 6 1 0,-2 15-6 16,0 0-18-16,0 3-56 0,1-1-96 0,-3-3 43 15</inkml:trace>
  <inkml:trace contextRef="#ctx0" brushRef="#br0" timeOffset="-177693.36">9089 9448 18 0,'0'0'83'0,"0"0"-16"0,0 0-15 16,0 0-22-16,0 0-15 0,0 0-14 0,0 0-11 15,0 0-33-15,0 0-46 0,0 0 20 0</inkml:trace>
  <inkml:trace contextRef="#ctx0" brushRef="#br0" timeOffset="-162126.72">9117 9451 8 0,'0'0'59'0,"-5"-4"-6"0,5 4-2 0,0 0-7 0,0 0-4 15,0 0 0-15,0 0-23 0,0 0 13 0,0 0-1 16,0 0 0-16,0 0-10 0,0 0 3 0,0 0-11 16,0 0-5-16,0 0-2 0,0 0-7 15,0 0-8-15,0 0-10 0,0 0-7 0,0 0-2 0,0 0-4 16,0 0-23-16,0 0-60 0,0 0 28 0</inkml:trace>
  <inkml:trace contextRef="#ctx0" brushRef="#br0" timeOffset="-161974.62">9082 9423 5 0,'0'0'50'0,"0"0"-1"0,0 0-1 0,0 0-3 0,0 0-6 16,0 0-14-16,0 0-3 0,0 0-19 0,0 0-8 15,0 0-1-15,0 0-8 0,0 0-11 0,0 0-15 16,0 0-42-16,0 0 18 0</inkml:trace>
  <inkml:trace contextRef="#ctx0" brushRef="#br0" timeOffset="-161144.75">9082 9407 16 0,'0'0'48'16,"0"0"-19"-16,0 0-5 0,0 0-10 0,0 0-19 15,0 0-16-15,0 0-23 0,0 0 10 0</inkml:trace>
  <inkml:trace contextRef="#ctx0" brushRef="#br0" timeOffset="-160952.1">9090 9500 34 0,'0'0'64'0,"0"0"-27"16,0 0-26-16,0 0-20 0,0 0-15 0,0 0-24 15,0 0 12-15</inkml:trace>
  <inkml:trace contextRef="#ctx0" brushRef="#br0" timeOffset="-160784.4">9055 9509 38 0,'0'0'93'0,"0"0"-8"0,0 0-16 0,0 0-20 16,0 0-23-16,0 0-22 0,0 0-20 0,0 0-13 16,0 0-25-16,-2-6-57 0,2 6 25 0</inkml:trace>
  <inkml:trace contextRef="#ctx0" brushRef="#br0" timeOffset="-160627.45">9050 9493 28 0,'0'0'20'0,"0"0"-12"16,0 0-18-16,0 0-10 0,0 0 5 0</inkml:trace>
  <inkml:trace contextRef="#ctx0" brushRef="#br0" timeOffset="-160316.83">9014 8932 8 0,'-3'-6'20'0,"3"6"5"0,-4-15-5 0,1 8-3 0,3 7-3 16,-3-12-3-16,-1 3-11 0,0 1-1 0,1 1-18 15,-1-3-22-15,-1 2 10 0</inkml:trace>
  <inkml:trace contextRef="#ctx0" brushRef="#br0" timeOffset="-156896.75">9030 9499 9 0,'0'0'-2'0,"0"0"-2"0</inkml:trace>
  <inkml:trace contextRef="#ctx0" brushRef="#br0" timeOffset="-155768.89">9055 9503 29 0,'0'0'38'0,"0"0"-10"0,0 0-5 0,0 0-9 0,0 0 0 0,0 0-8 16,0 0-4-16,0 0-1 0,0 0-5 16,0 0-2-16,0 0-5 0,0 0 0 0,0 0 0 15,0 0 0-15,0 0-7 0,0 0-18 0,0 0 62 0,0 0-39 16,0 0-12-16,0 0 44 0,0 0-20 15,0 0-1-15,0 0 2 0,0 0 4 0,0 0 5 0,0 0 4 16,0 0 3-16,0 0 3 0,0 0-7 0,0 0 1 16,3-13-1-16,-3 13-4 0,0 0 7 0,0 0-6 15,0 0 6-15,0 0-8 0,0 0-1 16,0 0 5-16,0 0-5 0,0 0-3 0,0 0 1 16,0 0 4-16,0 0-6 0,0 0 1 0,0 0 5 0,0 0 3 15,0 0-2-15,0 0-2 0,0 0 5 0,0 0-1 16,0 0-6-16,0 0-3 0,0 0-1 0,0 0 10 15,0 0-7-15,1-11-1 0,-1 11 3 0,0 0-2 16,0 0-1-16,0 0 1 0,0 0 3 16,0 0 2-16,0 0-6 0,0 0 1 0,7-7 2 15,-7 7 8-15,0 0 1 0,0 0-1 0,0 0 6 0,0 0-1 16,6-7 3-16,-6 7 2 0,0 0 6 0,0 0-6 16,0 0-8-16,0 0 10 0,0 0 8 15,0 0-4-15,0 0 1 0,0 0-3 0,0 0-1 16,0 0 0-16,0 0 4 0,0 0-6 0,0 0-3 15,0 0 6-15,0 0-8 0,0 0 3 0,0 0-1 16,0 0-10-16,0 0 2 0,0 0-3 0,0 0-3 0,0 0 9 16,0 0-7-16,0 0-3 0,0 0 2 15,0 0-1-15,0 0-1 0,0 0-5 0,0 0 4 16,0 0 11-16,0 0 3 0,0 0 0 0,0 0-7 16,0 0-8-16,0 0 2 0,0 0-5 0,0 0 23 15,0 0-16-15,0 0-4 0,0 0 1 0,0 0 5 0,0 0 0 16,0 0 0-16,0 0 1 0,0 0-4 0,0 0 12 15,0 0-16-15,0 0-6 0,0 0 1 16,0 0 6-16,0 0 1 0,0 0-4 0,0 0 0 16,0 0 3-16,0 0-5 0,0 0 1 0,0 0 5 15,0 0-10-15,0 0 17 0,0 0-11 0,0 0-2 0,0 0-1 16,0 0 5-16,0 0-6 0,0 0-2 0,0 0 0 16,0 0 3-16,0 0 4 0,0 0 0 0,0 0-9 15,0 0 9-15,0 0-3 0,0 0 5 16,0 0-7-16,0 0-1 0,0 0 4 0,0 0-2 15,0 0-3-15,0 0 13 0,0 0 3 0,0 0-11 0,0 0-3 16,0 0 21-16,0 0-13 0,0 0-8 0,0 0-7 16,0 0 4-16,0 0 5 0,0 0-3 0,0 0-7 15,0 0 9-15,0 0-2 0,0 0 3 16,0 0-3-16,0 0 2 0,0 0 9 0,0 0-3 16,0 0 11-16,0 0-21 0,0 0 16 0,0 0-10 0,0 0 0 15,0 0-3-15,0 0-1 0,0 0 3 0,0 0-11 16,0 0 8-16,0 0 6 0,0 0-3 0,0 0-5 15,0 0 7-15,0 0-3 0,0 0 0 16,0 0 4-16,0 0-4 0,0 0 13 0,0 0-14 16,0 0-1-16,0 0 5 0,0 0 2 0,0 0-5 0,0 0-2 15,0 0 3-15,0 0-7 0,0 0 11 0,0 0-1 16,0 0-6-16,0 0 17 0,0 0-6 0,0 0-10 16,0 0-4-16,0 0 1 0,0 0 4 15,0 0 1-15,0 0-5 0,0 0 2 0,0 0-3 16,0 0 6-16,0 0 6 0,0 0-12 0,0 0 1 0,0 0 2 15,0 0-13-15,0 0 12 0,0 0-2 0,0 0-2 16,0 0 0-16,0 0-4 0,0 0 7 16,0 0-15-16,0 0 11 0,0 0-5 0,0 0 6 15,0 0-9-15,0 0 2 0,0 0-2 0,0 0-10 16,0 0-7-16,0 0-1 0,0 0-2 0,0 0-6 16,0 0-1-16,0 0 0 0,0 0-3 0,0 0-10 0,0 0-11 15,0 0-51-15,0 0-130 0,0 0 58 0</inkml:trace>
</inkml:ink>
</file>

<file path=ppt/ink/ink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9:51:33.986"/>
    </inkml:context>
    <inkml:brush xml:id="br0">
      <inkml:brushProperty name="width" value="0.05292" units="cm"/>
      <inkml:brushProperty name="height" value="0.05292" units="cm"/>
      <inkml:brushProperty name="color" value="#FF0000"/>
    </inkml:brush>
  </inkml:definitions>
  <inkml:trace contextRef="#ctx0" brushRef="#br0">13492 10514 27 0,'0'0'48'0,"0"0"-8"0,0 0 0 0,0 0-5 16,0 0 0-16,0 0-11 0,0 0 2 0,0 0-3 16,-11 0-3-16,11 0-3 0,0 0 1 0,0 0-3 15,-13 0-14-15,13 0 14 0,0 0-5 0,-11 0 0 16,11 0-1-16,0 0 2 0,-11 2-7 0,11-2 2 16,0 0-1-16,-12-2 1 0,12 2-1 0,0 0-2 15,-11 2 4-15,11-2 2 0,0 0 0 0,-6 1 2 16,6-1 2-16,0 0-3 0,0 0 4 0,0 0-6 15,0 0 3-15,0 0-6 0,0 0 2 0,0 0 3 16,0 0-3-16,0 0-3 0,0 0-7 0,0 0 7 16,-10-3-5-16,10 3 2 0,0 0 0 0,0 0 1 15,0 0 1-15,0 0-6 0,0 0 2 0,0 0 5 16,0 0 1-16,37 4-1 0,-24-4-4 0,-2 0 2 0,7-1-4 16,2 0 2-16,-2 1 2 0,2 1-1 0,-2-1-13 15,2 1-8-15,1 0-8 0,-2 1-9 16,2 0-10-16,-3-1-29 0,0 3-82 0,0-2 36 15</inkml:trace>
  <inkml:trace contextRef="#ctx0" brushRef="#br0" timeOffset="286.45">14079 10540 39 0,'0'0'48'0,"0"0"-9"0,0 0-2 16,0 0-16-16,0 0-1 0,0 0-10 0,0 0-1 15,0 0-3-15,0 0-9 0,0 0-2 0,0 0-7 16,0 0-5-16,0 0-15 0,0 0-35 0,0 0 15 16</inkml:trace>
  <inkml:trace contextRef="#ctx0" brushRef="#br0" timeOffset="5584.14">4257 10505 13 0,'0'0'51'0,"0"0"-4"0,0 0-6 0,0 0 7 15,0 0-1-15,0 0-8 0,0 0-4 0,0 0 6 16,0 0-1-16,0 0-3 0,0 0-6 0,0 0 1 15,0 0-2-15,0 0-2 0,0 0 2 0,0 0-3 16,0 0-3-16,0 0-2 0,0 0-3 0,0 0-5 16,0 0 2-16,0 0-2 0,0 0-7 0,0 0 6 15,0 0-4-15,0 0 10 0,0 0-13 0,23-8 8 16,-17 8-3-16,-6 0-1 0,14-3 5 0,-8 3-6 16,5-2-4-16,-5 1 3 0,5 0-1 0,-2-1-2 15,2 1 3-15,-2 0-2 0,1 0-3 0,0 1 4 16,3-2 1-16,-2 2-1 0,0-1-7 0,1 0 6 15,0 1-6-15,1 0 3 0,-2 0 2 0,2-1 5 16,1 2 0-16,0-1-6 0,-1 0 0 0,0 1-2 16,1-1-1-16,-2 0 8 0,7 1-4 0,-6 1-2 15,1-1 0-15,-1-1 3 0,0 1-4 0,1-2 2 16,-2 3 4-16,2-2-10 0,-2 2 4 0,-1-2 5 16,3 0-2-16,-3 1-2 0,2-1-5 0,-2 1 11 15,-2-2-11-15,-1 2 7 0,-8-1-10 0,13 0 2 16,-7 0 3-16,-6 0 1 0,12 0 1 0,-12 0-2 15,0 0 0-15,10 0 2 0,-10 0 1 0,0 0 3 16,0 0-3-16,8 2 0 0,-8-2 2 0,0 0-5 16,0 0 4-16,0 0-2 0,0 0 0 0,0 0 0 15,0 0-2-15,0 0-1 0,0 0 0 0,0 0 6 16,0 0-7-16,0 0 10 0,0 0-3 0,0 0 4 0,0 0-5 16,0 0 4-16,0 0 6 0,0 0-6 0,0 0 11 15,0 0-12-15,0 0 1 0,0 0 2 16,0 0-2-16,0 0-3 0,0 0-2 0,0 0 1 15,0 0 11-15,0 0-10 0,0 0-5 0,0 0 5 16,0 0-10-16,0 0 12 0,0 0-10 0,0 0 6 16,0 0-8-16,0 0-3 0,0 0-5 0,0 0-17 15,0 0 1-15,0 0-4 0,0 0-15 0,0 0-6 16,0 0-13-16,0 0-7 0,0 0-65 0,0 0-148 16,0 0 66-16</inkml:trace>
  <inkml:trace contextRef="#ctx0" brushRef="#br0" timeOffset="9528.16">9722 5250 8 0,'0'0'11'0,"0"0"0"16,0 0-1-16,0 0 0 0,0 0 1 0,0 0-3 16,0 0 2-16,0 0-2 0,0 0 1 0,0 0-1 15,0 0 0-15,0 0-1 0,0 0 3 0,0 0-4 16,0 0-1-16,0 0-2 0,0 0 0 0,0 0 1 16,0 0-2-16,0 0 3 0,0 0-3 0,0 0 0 15,0 0 0-15,0 0 0 0,0 0 1 0,0 0-1 16,0 0-2-16,0 0 1 0,0 0-2 0,0 0 0 15,0 0 0-15,0 0-1 0,-21 2-1 0,21-2 3 16,0 0 1-16,0 0-2 0,0 0 1 0,0 0 0 16,0 0 2-16,0 0-2 0,0 0 1 0,0 0-4 15,0 0 3-15,0 0 3 0,0 0-4 0,0 0 3 16,0 0-1-16,0 0 2 0,0 0 0 0,0 0-4 16,-10-1-2-16,10 1 2 0,0 0 1 15,0 0 5-15,0 0-5 0,0 0-1 0,0 0 2 0,0 0 2 0,0 0-2 16,0 0 1-16,0 0 3 0,-8-2-7 15,8 2 3-15,0 0-2 0,0 0 1 0,0 0 0 16,0 0 0-16,0 0 2 0,0 0-5 0,0 0-2 16,0 0-2-16,0 0 0 0,0 0-4 0,0 0 1 15,0 0 2-15,0 0 3 0,0 0-1 0,-10 2-1 16,10-2 0-16,0 0-1 0,0 0-1 0,-5 3 3 0,5-3-9 16,0 0 16-16,0 0-6 0,0 0-1 0,-7 3 3 15,7-3 1-15,0 0-1 0,0 0 3 16,0 0-3-16,0 0 0 0,0 0-1 0,0 0 2 15,0 0-6-15,0 0 10 0,-5 4-9 0,5-4 9 0,0 0-7 16,0 0-6-16,0 0 2 0</inkml:trace>
  <inkml:trace contextRef="#ctx0" brushRef="#br0" timeOffset="11431.42">9729 5278 3 0,'0'0'23'0,"0"0"-2"0,0 0-3 0,0 0 1 16,0 0-1-16,0 0-2 0,0 0 2 0,0 0-4 15,0 0-1-15,0 0 1 0,0 0 1 0,0 0 4 16,0 0 2-16,0 0-3 0,0 0 2 0,0 0-2 16,0 0 1-16,0 0 1 0,0 0-3 0,0 0 1 15,0 0-3-15,0 0 1 0,0 0-8 0,0 0 4 16,0 0-3-16,0 0-1 0,-26 3-2 0,26-3 3 15,0 0-1-15,-9 1-5 0,9-1 5 0,0 0 5 16,0 0-6-16,0 0-4 0,0 0 1 0,-10 0 0 16,10 0-2-16,0 0-4 0,0 0 9 0,0 0-7 15,0 0 2-15,0 0-1 0,0 0 0 0,0 0 1 16,0 0-1-16,0 0-1 0,0 0-1 0,0 0-1 16,0 0 5-16,0 0-2 0,0 0 0 0,0 0-2 15,-7 1 3-15,7-1 1 0,0 0 3 0,0 0-1 16,0 0 5-16,0 0-1 0,0 0 3 0,0 0-4 15,0 0 5-15,0 0-3 0,0 0 0 0,0 0-3 16,0 0 7-16,0 0 0 0,0 0-1 0,0 0-2 16,0 0 7-16,0 0-12 0,0 0 7 0,0 0-6 15,0 0-5-15,0 0 5 0,0 0 9 0,0 0-10 16,0 0 2-16,0 0-5 0,0 0 1 0,0 0 2 16,-11-2 2-16,11 2-9 0,0 0 2 0,0 0 1 15,0 0 0-15,0 0 1 0,0 0 3 0,0 0-7 16,0 0 10-16,0 0-8 0,0 0 2 0,0 0-3 15,0 0 2-15,0 0-5 0,-9-2 3 0,9 2 2 16,0 0-1-16,0 0-2 0,0 0 5 0,0 0-4 16,0 0-1-16,0 0-4 0,0 0 6 0,0 0 2 15,0 0-1-15,0 0 0 0,0 0-3 0,0 0-1 16,0 0 2-16,0 0-1 0,0 0 2 0,0 0-9 16,0 0 7-16,0 0 5 0,0 0-4 0,0 0 0 15,0 0 6-15,0 0-3 0,0 0 6 0,0 0 2 16,0 0-4-16,0 0-6 0,0 0 2 0,0 0-1 15,0 0-3-15,0 0 5 0,0 0 2 0,0 0 4 16,0 0-4-16,0 0-3 0,0 0 3 0,0 0-6 16,0 0 3-16,0 0 0 0,0 0-3 0,0 0-4 15,0 0 4-15,0 0-5 0,0 0 2 0,0 0 1 16,0 0 5-16,0 0-4 0,0 0 1 0,0 0-3 16,0 0 6-16,0 0-5 0,0 0 8 0,-10 2-2 15,10-2-5-15,0 0-2 0,-9 2 3 0,9-2-4 16,-6 2 4-16,6-2 1 0,0 0 3 0,-10 1-7 15,10-1 5-15,0 0-2 0,0 0-2 0,-9 0 6 16,9 0-1-16,0 0 1 0,0 0-3 0,0 0-1 16,-9 1-5-16,9-1 2 0,0 0 1 0,0 0 7 15,0 0 0-15,-8 4-8 0,8-4 6 0,0 0-10 16,0 0 3-16,0 0 5 0,0 0 1 0,-8 2-2 16,8-2 0-16,0 0 4 0,0 0-11 0,0 0 8 15,0 0-2-15,0 0-5 0,0 0 3 0,0 0 0 16,0 0 3-16,0 0-5 0,0 0 5 0,0 0-4 15,0 0-3-15,0 0 8 0,0 0-4 0,0 0 2 16,0 0 1-16,0 0-2 0,0 0 4 0,0 0-7 16,0 0 8-16,29 2-7 0,-21-2 0 0,3 0 3 15,-1 0 1-15,3 0-3 0,-1 0 0 0,1 0 5 16,5 0-1-16,0 0 1 0,0-2-1 0,1 1 5 0,3 0-5 16,-3-1 11-16,1 0-9 0,1 1-3 15,1 1 4-15,1-3-3 0,-3 3 5 0,-1-2 15 16,-1-1-13-16,0 1 1 0,1 0 1 0,-7 1-3 15,0-1 3-15,1 1-4 0,1-1 2 0,-5 0-4 16,2 2 2-16,-4-2 1 0,-7 2-3 0,12-3 1 16,-12 3 0-16,7 0 9 0,-7 0 5 0,0 0-3 15,12 0 9-15,-12 0-2 0,0 0 4 0,6-2 0 16,-6 2 7-16,0 0 1 0,0 0-1 0,0 0-2 16,0 0 4-16,0 0-5 0,0 0 0 0,0 0-3 0,0 0 0 15,0 0-5-15,0 0 2 0,0 0-6 16,0 0 0-16,0 0-5 0,0 0 4 0,0 0-6 15,0 0 3-15,0 0-13 0,0 0-1 0,0 0-16 16,0 0-23-16,0 0-12 0,0 0-17 0,0 0-15 16,0 0-8-16,0 0 0 0,0 0-8 0,0 0-72 0,0 0-184 15,0 0 82-15</inkml:trace>
  <inkml:trace contextRef="#ctx0" brushRef="#br0" timeOffset="13473.8">9585 14224 5 0,'0'0'13'0,"0"0"-1"0,0 0-3 0,0 0 1 15,0 0 2-15,0 0 0 0,0 0 1 0,0 0 2 0,0 0 2 16,0 0-3-16,0 0 0 0,0 0 0 15,0 0 3-15,0 0-9 0,0 0 9 0,0 0 0 0,0 0 3 16,0 0-9-16,0 0 4 0,0 0-2 16,0 0 1-16,0 0 0 0,0 0 4 0,-6 3-9 15,6-3-3-15,0 0 3 0,0 0-3 0,0 0 2 16,0 0-8-16,0 0 4 0,0 0 6 0,0 0-7 0,-3 7 1 16,3-7 4-16,0 0-5 0,0 0 0 15,-4 6 2-15,4-6-2 0,0 0 7 0,0 0-6 16,0 0-4-16,-3 5 8 0,3-5 1 0,0 0 0 15,0 0 4-15,0 0 0 0,0 0-6 0,10 10 7 16,-4-7 3-16,0-2-2 0,5 1 1 0,2-1 3 16,1 1-4-16,4 0 9 0,3-4-7 0,2 2-5 15,2-3 2-15,-2 1 6 0,5 0 5 0,0-1-3 16,-6-1-4-16,5 1 1 0,-5 1-2 0,-2 1 3 16,-1 0 3-16,-1-1-5 0,-3 1-8 0,-2 1 7 15,3-1 4-15,-5-1-5 0,-1 4 3 0,-1-4-8 16,-9 2 5-16,11 0-5 0,-11 0 7 0,10-1-6 15,-10 1 5-15,0 0 14 0,9 1-4 0,-9-1 0 16,0 0 0-16,0 0-1 0,0 0-3 0,0 0-4 16,0 0 3-16,0 0 2 0,0 0-5 0,0 0-11 15,0 0 8-15,0 0-5 0,0 0-19 0,0 0-11 16,0 0-18-16,0 0-10 0,0 0-8 0,0 0-9 16,0 0-7-16,-3 10-12 0,3-10-66 0,0 0-159 15,-11 10 71-15</inkml:trace>
  <inkml:trace contextRef="#ctx0" brushRef="#br0" timeOffset="35223.71">9078 9460 15 0,'0'0'13'0,"0"0"3"0,0 0-2 16,0 0-3-16,0 0 0 0,0 0 1 0,0 0-5 15,0 0-4-15,0 0 1 0,0 0-3 0,0 0-1 16,0 0 3-16,0 0 1 0,0 0 0 0,0 0-6 16,0 0-3-16,0 0-1 0,0 0 1 0,0 0 0 15,0 0 2-15,0 0 2 0,0 0 0 0,0 0-6 16,0 0 3-16,0 0 5 0,0 0-5 0,0 0 0 16,0 0-3-16,0 0-5 0,0 0-11 0,0 0 6 15</inkml:trace>
  <inkml:trace contextRef="#ctx0" brushRef="#br0" timeOffset="53642.34">9278 9407 14 0,'0'0'22'0,"0"0"-11"0,0 0 1 0,0 0 0 16,0 0-6-16,0 0-2 0,0 0-7 15,0 0-4-15,0 0-6 0,0 0-12 0,-14 3 6 0</inkml:trace>
  <inkml:trace contextRef="#ctx0" brushRef="#br0" timeOffset="53881.93">9210 9429 8 0,'0'0'12'0,"-9"0"-2"0,9 0-1 0,0 0 1 0,0 0 1 16,0 0-1-16,0 0-2 0,0 0-5 0,0 0-1 15,0 0 0-15,0 0 0 0,0 0 3 0,0 0 1 16,0 0-2-16,0 0-3 0,0 0 0 15,0 0-3-15,0 0 1 0,10-17 4 0,-10 17-1 0,7-9-1 16,-7 9 4-16,9-8 1 0,-6 3 2 0,1 1-5 16,3-4-1-16,-2 1 2 0,1 0-2 0,1 0-4 15,0-1 3-15,4-6-4 0,-1 5-3 0,1-4 5 16,1 0-4-16,3 0 5 0,-3-1 1 0,2 1 1 16,-2-3-6-16,8-2 2 0,-2-2 5 0,-5 6-4 15,6-5-1-15,-2 1-1 0,-3 5 5 0,2-3-2 16,-1 4-2-16,-1 1-6 0,0-2-11 0,1 1-18 15,-3 1 8-15</inkml:trace>
  <inkml:trace contextRef="#ctx0" brushRef="#br0" timeOffset="54550.16">10946 7381 3 0,'5'-7'5'0,"1"3"-2"0,0-5 7 0,0 2-3 16,0 0-6-16,-1 1 2 0,3-3 0 0,-2 0-4 16,1 1-5-16,-1 1-6 0,3-2 3 15</inkml:trace>
  <inkml:trace contextRef="#ctx0" brushRef="#br0" timeOffset="54636.36">11057 7242 7 0,'5'-10'-1'0,"1"2"1"0,-1-1-1 16,2 0 1-16,-1 2 0 0,-1-3 2 0,2 2-1 15,0 0 0-15,-2-2-1 0,2 1 2 0,-1 0-1 16,1 0-3-16,1-2 1 0,-1 1-1 15,-1 1 3-15,1-1-3 0,2 0-1 0</inkml:trace>
  <inkml:trace contextRef="#ctx0" brushRef="#br0" timeOffset="55182.75">11638 6470 2 0,'0'0'6'0,"6"-6"-3"16,-6 6 0-16,5-5 3 0,-5 5-1 0,3-5-1 15,-3 5 0-15,0 0-1 0,8-4-3 0,-8 4 2 16,0 0 1-16,0 0 1 0,4-5-3 15,-4 5 0-15,0 0-3 0,0 0 13 0,0 0-8 16,5-5-2-16,-5 5 2 0,0 0-2 0,0 0 2 0,4-5 5 16,-4 5 1-16,0 0-4 0,0 0 2 0,0 0 1 15,0 0 5-15,4-4-2 0,-4 4-3 0,0 0 0 16,0 0 3-16,0 0-1 0,0 0-1 0,0 0-2 16,0 0 1-16,0 0 0 0,2-7-1 0,-2 7-3 15,0 0-1-15,0 0 1 0,0 0-3 0,0 0 1 16,0 0 0-16,0 0 0 0,0 0-4 0,0 0 4 15,0 0 2-15,5-6-5 0,-5 6 4 0,0 0-2 16,0 0 3-16,0 0-5 0,0 0 2 16,0 0-4-16,0 0-7 0,0 0 1 0,0 0-7 0,0 0-17 15,0 0-35-15,0 0 15 0</inkml:trace>
  <inkml:trace contextRef="#ctx0" brushRef="#br0" timeOffset="67592.33">14027 10062 5 0,'0'0'103'0,"3"-6"-12"16,-3 6-9-16,2-6-9 0,-2 6-4 0,4-7-3 15,-4 7-6-15,3-6-16 0,-3 6-9 0,0 0-13 16,2-8-12-16,-2 8-17 0,0 0-20 0,0 0-15 16,0 0-56-16,0 0-105 0,0 0 46 0</inkml:trace>
  <inkml:trace contextRef="#ctx0" brushRef="#br0" timeOffset="74386.14">9114 9418 29 0,'0'0'44'0,"0"0"-12"15,0 0-2-15,0 0-2 0,0 0-4 0,0 0-6 16,0 0-4-16,0 0 0 0,0 0-2 0,0 0-5 16,0 0-2-16,0 0-3 0,0 0 3 0,0 0-5 15,0 0 0-15,0 0-3 0,0 0 4 0,0 0-6 16,-11-1 1-16,11 1 1 0,0 0 0 0,0 0 1 16,0 0 0-16,0 0 1 0,0 0 2 0,0 0-3 15,0 0-3-15,0 0 2 0,0 0 1 0,0 0 1 16,0 0-9-16,0 0-2 0,0 0-7 0,0 0-13 15,0 0-34-15,0 0 15 0</inkml:trace>
  <inkml:trace contextRef="#ctx0" brushRef="#br0" timeOffset="84097.05">2290 4192 29 0,'0'0'86'0,"0"0"2"0,0 0 2 16,-4-11 1-16,4 11-10 0,0 0-6 0,0 0 4 16,-5-10-13-16,5 10 1 0,0 0 0 0,-4-5-6 15,4 5-4-15,0 0-2 0,-5-4-6 0,5 4 2 16,0 0-6-16,0 0 1 0,0 0-5 15,0 0-5-15,-3-9-2 0,3 9 0 0,0 0-11 16,0 0-4-16,0 0-4 0,0 0-4 0,0 0 3 16,0 0-5-16,0 0-1 0,0 0-5 0,0 0 0 15,-2 26 0-15,0-16 5 0,4 7-2 0,-2-2-6 0,-2 2 6 16,2 2-6-16,0 1 7 0,2 5 2 16,0 0-5-16,-2 0 2 0,-1-7-7 0,2 7 4 15,-1-1 0-15,1-5-3 0,1-1 5 0,0 0 0 16,-2 1-2-16,2 1 0 0,-1-2 1 0,0-2-2 15,-1 1 3-15,3 1-6 0,-2-5 8 0,0-2-4 16,1 4 1-16,-1-3-5 0,0-2 10 0,2-1-9 16,-2 0 6-16,-1-9 1 0,0 14-1 0,0-14-1 15,4 10-1-15,-4-10-9 0,0 0-10 0,1 10-11 16,-1-10-18-16,0 0-10 0,0 0-18 0,0 0-12 16,0 0-26-16,0 0-83 0,0 0-207 0,0 0 92 15</inkml:trace>
  <inkml:trace contextRef="#ctx0" brushRef="#br0" timeOffset="84702.63">2265 4172 16 0,'4'-7'67'0,"-4"7"-1"0,8-8-7 0,-8 8-6 15,8-7-6-15,-8 7-8 0,6-5-2 16,-6 5 0-16,0 0-11 0,10-3 0 0,-10 3 11 16,0 0-16-16,16 8 14 0,-10-5-16 0,1 6-4 15,-1-1 1-15,1 1 1 0,-1 1 0 0,2 6-5 16,-1-2 7-16,-1 3-7 0,-5-6-7 0,3 7 9 16,-4-3-8-16,0 1 6 0,-1 1 2 0,-3-6 7 15,-1 2-8-15,-5 2-5 0,1-1 0 16,0-1 4-16,-1 0-2 0,-4 0-13 0,0-3 16 0,-2 0-6 15,5-2 4-15,-1-4-1 0,3 2-4 0,3-2 7 16,-4-1 9-16,10-3-1 0,-14 3-17 0,14-3 19 16,-12 0-9-16,12 0-6 0,0 0 14 0,-14 2 1 15,14-2-4-15,0 0 2 0,0 0-2 16,0 0-4-16,0 0-6 0,0 0 0 0,0 0 11 0,-5-10-13 16,5 10 0-16,0 0-4 0,0 0-1 15,0 0 4-15,26-8-3 0,-26 8 2 0,0 0-6 0,20 4 9 16,-11-2-5-16,-9-2-2 0,17 7-7 0,-6-4 0 15,-2 4 12-15,0-3-7 0,1 2 7 16,-10-6 4-16,19 9-9 0,-9-5 5 0,0 2-6 0,-10-6 3 16,15 9-1-16,-6-4-9 0,-2 1-16 0,3 0-25 15,-2 0-17-15,-1-2-14 0,0 2-83 16,-1 1-174-16,-6-7 78 0</inkml:trace>
  <inkml:trace contextRef="#ctx0" brushRef="#br0" timeOffset="84898.34">2651 4339 20 0,'9'-2'70'0,"-1"-1"-15"0,-8 3-23 15,14-2-18-15,-6 2-29 0,-8 0-15 0,16 1-32 16,-9 0 15-16</inkml:trace>
  <inkml:trace contextRef="#ctx0" brushRef="#br0" timeOffset="85077.62">2621 4491 77 0,'0'0'92'0,"0"0"-5"16,0 0-3-16,0 0-11 0,0 0-3 0,29 1-12 15,-16-4-1-15,10-1-38 0,6-4-20 0,3 0-33 0,-1 0-63 16,-2-3-106-16,3 3 47 0</inkml:trace>
  <inkml:trace contextRef="#ctx0" brushRef="#br0" timeOffset="88243.78">3483 4024 90 0,'0'0'101'0,"0"0"-9"0,-2-7-8 0,2 7-6 16,0 0-6-16,0 0-19 0,0 0 2 0,0 0-7 16,0 0-3-16,0 0-10 0,0 0-3 0,0 0-6 15,0 0 1-15,0 0-6 0,0 0 0 0,0 0 0 16,0 0-2-16,0 0 6 0,20 15-5 15,-13-8 5-15,-2-1-5 0,1 1 3 0,4 1 8 16,-1 1-9-16,2 4 4 0,2 0 1 0,0-3-2 16,-1 2-1-16,3 2-4 0,-3-2 2 0,2-2 0 0,-3 4-3 15,4 0-2-15,-3-2 6 0,0 2-6 0,0-1 1 16,0-2 2-16,-2-1-5 0,-2-2 0 0,-1 0 3 16,0 1-10-16,2-2 6 0,-4 0-4 15,0-2 0-15,-1-1-2 0,0 0 0 0,-4-4 3 16,7 6 1-16,-7-6-1 0,7 5 3 0,-4-3 7 15,-3-2 11-15,0 0 16 0,0 0 6 0,7 4 7 16,-7-4-8-16,0 0 6 0,0 0-12 0,0 0-2 16,0 0-4-16,6-14-2 0,-6 14-2 0,2-14 3 15,-1 4-13-15,2-2 0 0,-1-1-5 0,3-2 0 16,-1-3-6-16,0 0 0 0,0-3-2 0,2 3-3 16,-1-6-2-16,0 5 1 0,0-6-1 0,-2 7-3 15,-1 2 2-15,1-4-10 0,0 2 11 0,0 2-7 16,0 0 2-16,0 4-6 0,-2 2 5 0,1 0 3 15,0 0-5-15,-1 0 1 0,-1 2-2 0,1 0-1 16,-1 8 1-16,4-9 0 0,-4 9 0 0,1-7 0 16,-1 7 1-16,0 0 1 0,1-12-7 0,-1 12 6 15,0 0-4-15,0 0 5 0,0 0-3 0,0 0-4 16,-1-7-1-16,1 7 2 0,0 0-24 0,0 0-16 16,0 0-6-16,0 0-25 0,0 0-13 0,0 0-15 15,0 0-22-15,0 0-23 0,0 0-126 0,-7 32-295 16,3-19 131-16</inkml:trace>
  <inkml:trace contextRef="#ctx0" brushRef="#br0" timeOffset="88648.63">3395 4613 90 0,'0'0'111'0,"0"0"-10"0,0 0 4 16,46-5 0-16,-19-1 2 0,4-1 3 0,7-1-6 15,14-2-10-15,2-4-2 0,2 2-8 0,1-1-2 16,-3-1-6-16,3 1-2 0,-2 0-2 0,1 1-7 16,-1-1-9-16,-3 4-3 0,-2-3-7 0,-13 5-1 15,3-1-5-15,-3 0-3 0,-1 0-5 0,-3 1 0 16,-1-1-5-16,-1 0-3 0,-3 5-3 0,-8-1 0 16,-2-2 1-16,0 4-5 0,0-2 0 0,-7 2-6 15,-2 0-1-15,-1 0 1 0,-1 2-1 0,-7 0-1 16,11-3-17-16,-11 3-13 0,6-2-22 0,-6 2-45 15,0 0-40-15,0 0-45 0,0 0-86 0,0 0-280 16,-43 6 123-16</inkml:trace>
  <inkml:trace contextRef="#ctx0" brushRef="#br0" timeOffset="89469.72">3375 4165 18 0,'0'0'115'0,"0"-10"-12"0,0 10-10 0,0 0-14 15,0 0-3-15,0 0-19 0,0 0-6 0,0 0-3 16,0 0 1-16,0 0-9 0,0 0 1 0,0 0-13 16,0 0 7-16,-8 30-3 0,6-17-3 0,0 3-4 15,-2 1 2-15,1 2-5 0,0-4-1 0,-4 2-1 16,1-2-2-16,1-1 0 0,0-4-4 0,2 2-4 15,0-4 0-15,-1 1 4 0,4-9-2 0,-7 11 28 16,7-11-37-16,-5 10 4 0,5-10 9 0,-3 8-8 16,3-8 3-16,0 0 1 0,-4 9 0 0,4-9 4 15,0 0 10-15,-3 4 4 0,3-4 1 0,0 0 3 16,0 0 2-16,0 0-4 0,0 0-5 0,0 0 6 16,0 0-14-16,0 0-3 0,0 0 3 0,0 0-3 15,0 0-7-15,19-14 2 0,-12 12-3 0,-7 2 4 16,12-2 3-16,-3-1-8 0,2 1-2 0,-4 1-1 15,5-1 1-15,-1-1 0 0,2 0-5 0,-2 2-2 16,1-1 8-16,2 1-3 0,-2-2-1 0,-3 2-1 16,2 0 0-16,-3 1 0 0,-1-1 4 0,-7 1-2 15,17-3 2-15,-11 1-5 0,-6 2 4 0,12-3-3 16,-6 1 3-16,-6 2 1 0,7-6-3 0,-7 6-1 16,5-6 0-16,-5 6 1 0,1-10 1 0,-1 3 17 15,0 7-17-15,-4-15-2 0,2 4 4 16,-2 3-1-16,-1-3-3 0,2 1-2 0,-2 0 8 0,0 1 5 15,0-1 0-15,0-3-2 0,-3 5-2 0,2-2-5 16,2 1 7-16,-3 1-1 0,5 2-1 0,-2 0-3 16,4 6 1-16,-8-10-3 0,6 6-5 0,2 4 4 15,-5-8-2-15,5 8-13 0,-5-5-25 16,5 5-29-16,0 0-22 0,0 0-9 0,0 0-16 0,0 0-20 16,0 0-75-16,0 0-226 0,0 22 100 0</inkml:trace>
  <inkml:trace contextRef="#ctx0" brushRef="#br0" timeOffset="90086.76">3827 4851 30 0,'0'0'94'0,"0"0"-2"0,0 0-5 16,-2 17-12-16,-2-8 3 0,0-1-7 0,0 6-3 15,-2 1-5-15,-3 1-6 0,0-1 4 0,1-1-11 16,-2 2-12-16,2-2 5 0,1 1-8 0,0-5-1 16,1 3-5-16,-2-6-3 0,3 2 0 0,1-2-2 15,4-7 0-15,-6 10 2 0,2-6 2 0,4-4 4 16,-6 6 13-16,6-6 1 0,-4 4 3 0,4-4-1 16,0 0-3-16,-4 7-2 0,4-7-7 0,0 0 1 15,0 0-5-15,0 0-4 0,0 0-5 0,0 0-6 16,0 0-5-16,0 0-1 0,0 0-5 0,14-18 0 15,-9 15-2-15,-5 3-3 0,14-4 2 0,-2 1-6 16,-2 1 2-16,1 1 5 0,7-1-9 0,-6 0 5 16,2 1-2-16,-1-2-2 0,1 2 3 15,0-2-1-15,0-1 3 0,2 1-5 0,-2 0 5 16,-1-1-4-16,0 1 5 0,4-3-6 0,-6 2 2 0,0-1 6 16,-3 1-2-16,-8 4 4 0,16-7-4 0,-10 4 6 15,-6 3-4-15,10-10 5 0,-7 4-5 0,-3 6 15 16,6-12 3-16,-6 12 2 0,2-15-10 15,-2 15 2-15,-7-16-4 0,3 6-2 0,-2 1 5 16,-1 0-2-16,-1 0-2 0,-1 0-4 0,-1 1 2 0,0 1 0 16,1-2-4-16,0 3 0 0,-1 0-1 15,1 1-3-15,3 2-7 0,1-1-12 0,5 4-35 16,-12-7-21-16,9 5-40 0,3 2-23 0,0 0-113 0,-9-2-269 16,9 2 120-16</inkml:trace>
  <inkml:trace contextRef="#ctx0" brushRef="#br0" timeOffset="90559.1">4156 4782 26 0,'0'0'153'0,"0"0"-17"15,3-9-11-15,-3 9-15 0,6-7-4 0,-6 7-16 16,10-7-8-16,-10 7-4 0,6-9-13 0,-6 9-9 16,5-4 0-16,-5 4-7 0,0 0-5 0,7-9-4 15,-7 9 5-15,0 0-6 0,5-6 5 0,-5 6-8 16,0 0 1-16,1-13-5 0,-1 13 0 0,3-8-1 16,-3 8 1-16,0 0 14 0,0 0-14 0,0-15 1 15,0 15 2-15,0 0-3 0,0 0-3 0,0 0 2 16,1-10-3-16,-1 10 1 0,0 0-2 0,0 0-8 15,0 0-1-15,0 0 1 0,0 0-8 0,0 0 2 16,0 0-1-16,0 0-4 0,0 0-2 0,0 0-3 16,0 0 1-16,0 0-1 0,0 0 0 0,0 0-4 15,0 0 4-15,0 0-3 0,0 0 0 0,0 0 2 16,0 0-1-16,0 0-2 0,2 38 3 0,-4-27-1 16,6-2 3-16,-4 1-7 0,1 1 6 0,-1-11-3 15,2 21-2-15,1-10 4 0,1-1-2 0,-2 1 3 16,1-1-2-16,2-1 3 0,-1 1-1 0,2-1 0 15,-1-1 2-15,2 1-4 0,-1-1 3 16,1-1-3-16,0 2-9 0,-2-3-22 0,2 1-16 16,-2-1-30-16,1 0-16 0,2 1-30 0,-4-1-21 0,0-1-108 15,-4-5-272-15,0 0 121 0</inkml:trace>
  <inkml:trace contextRef="#ctx0" brushRef="#br0" timeOffset="90773.9">4153 4582 100 0,'-5'-5'193'0,"5"5"-15"0,0 0-21 0,0 0-14 15,-5-8-18-15,5 8-12 0,0 0-16 0,0 0-32 16,0 0-31-16,0 0-29 0,0 0-39 0,0 0-47 15,0 0-102-15,24-6-197 0,-24 6 87 0</inkml:trace>
  <inkml:trace contextRef="#ctx0" brushRef="#br0" timeOffset="91024.34">4664 4260 141 0,'0'0'178'0,"0"0"-15"0,0 0-15 15,0 0-18-15,0 0-9 0,0 0-14 0,0 0-12 16,5-13-18-16,-5 13-27 0,11-3-21 0,-5 2-37 15,3-3-35-15,4 3-42 0,-6 1-100 0,-7 0-198 16,14 1 88-16</inkml:trace>
  <inkml:trace contextRef="#ctx0" brushRef="#br0" timeOffset="91187.01">4616 4402 75 0,'0'0'140'0,"0"0"-6"16,0 0-13-16,0 0-6 0,0 0-19 0,0 0-22 16,0 0-34-16,28-4-30 0,-10 1-53 0,10-1-84 15,-7 0-139-15,9-6 62 0</inkml:trace>
  <inkml:trace contextRef="#ctx0" brushRef="#br0" timeOffset="92774.96">5356 3824 86 0,'0'0'119'0,"-2"-7"-9"0,2 7-11 16,0 0-5-16,0 0 4 0,0 0-7 0,0 0-11 16,0 0-2-16,0 0-5 0,2-6-7 0,-2 6-5 15,0 0-7-15,0 0-9 0,0 0-1 0,0 0-4 16,0 0-2-16,0 0-4 0,0 0-8 0,0 0-3 16,0 0-7-16,0 0 3 0,0 0-12 0,0 0 7 15,0 0-9-15,0 0 13 0,-11 18-13 0,11-18 4 16,-1 13-3-16,-3-7 2 0,3 3 0 0,-1 1 0 15,0 0-2-15,1 1-5 0,0-1-2 0,1 1 1 16,-2 1-1-16,4 0 5 0,-2 1 4 0,1-2-6 16,0 2 8-16,1-1-7 0,-1-1 5 0,3 1-12 15,-1-1 6-15,1 0 3 0,0-1-4 0,1-2 6 16,-1 0-3-16,2 2-1 0,1-5 4 0,2 2 0 16,0-3 0-16,0 2 5 0,2-4 0 15,1-1 5-15,2 0 4 0,2-2 0 0,3-2-3 16,-2-1 2-16,2-1-1 0,-2-1 0 0,2 0 1 0,0 1-1 15,-1-4-2-15,0 1 4 0,-4-1 1 0,1-3 0 16,-3 1 1-16,2-1-2 0,-4-4 1 0,-2 2 0 16,-2-3 1-16,2-1 0 0,-3 0-8 0,-2 1 1 15,-2-3 1-15,-1 1 1 0,0 0 0 16,-4-2-8-16,0-2-7 0,-1 5 3 0,-3 3 1 16,-1-1 0-16,2 6-3 0,-3-4 2 0,-3 5-3 0,1 1-5 15,-4 1 1-15,-1 4 1 0,-6 2-7 0,-6 3-8 16,-5 3-10-16,-1 8-15 0,-15 2-24 0,1 10-20 15,3 3-26-15,3 3-18 0,-2 2-144 16,5 1-294-16,3-4 130 0</inkml:trace>
  <inkml:trace contextRef="#ctx0" brushRef="#br0" timeOffset="93210.22">5224 4411 94 0,'0'0'108'15,"0"0"-11"-15,0 0-13 0,0 0-1 0,0 0-7 16,0 0 12-16,55-6-6 0,-16-1-23 0,24-4-3 16,30-5 5-16,3 0-5 0,5-6-4 0,-2 3-11 15,7-3-11-15,-5 4-15 0,0-3-26 0,-3 4-19 16,-6-2-34-16,-28 8-20 0,-3 0-66 0,-6 0-161 0,3 0 73 16</inkml:trace>
  <inkml:trace contextRef="#ctx0" brushRef="#br0" timeOffset="94834.22">5504 4830 46 0,'0'0'58'0,"4"4"-2"0,-4-4-7 0,0 0-5 15,0 0-7-15,0 0-7 0,0 0 4 16,0 0-3-16,0 0-5 0,0 0-16 0,0 0 8 0,0 0 0 16,0 0-6-16,0 0 0 0,0 0-6 0,0 0-3 15,0 0-1-15,0 0 7 0,0 0-6 0,0 0 5 16,0 0-2-16,0 0 5 0,0 0-9 0,0 0 3 15,0 0 2-15,0 0 4 0,0 0 0 16,0 0 1-16,0 0-6 0,0 0 2 0,0 0-3 0,0 0-3 16,0 0 5-16,0 0-7 0,0 0-1 0,0 0 0 15,0 0-5-15,0 0-5 0,0 0-12 0,0 0-13 16,0 0-13-16,0 0-31 0,0 0-87 0,0 0 39 16</inkml:trace>
  <inkml:trace contextRef="#ctx0" brushRef="#br0" timeOffset="96798.58">5508 4606 22 0,'0'0'94'0,"0"0"-9"0,0 0-5 0,0 0-12 16,-7-4-10-16,7 4-4 0,0 0 0 0,0 0-9 15,0 0-9-15,-11 14 20 0,8-3 7 0,1 1-6 16,-1 4 0-16,1 0 0 0,-1 4-7 0,2 4-3 16,-1-3-6-16,2-4 1 0,0 4-5 0,0 4 7 15,-1-6-9-15,1-1 0 0,0-1-6 0,1-1-3 16,1 0-3-16,-2 0 2 0,1-3-2 0,0-2-3 15,-2 2-3-15,1-1 2 0,-1-2-7 0,-1 3-9 16,0-1-14-16,1-2-21 0,-6 1-27 0,1 4-25 16,-2-5-29-16,-2 1-74 0,-4 0-200 0,5-5 89 15</inkml:trace>
  <inkml:trace contextRef="#ctx0" brushRef="#br0" timeOffset="97093.04">5451 4842 77 0,'17'-5'70'16,"0"-1"-4"-16,-1-1-2 0,0 1-9 0,0 1-2 16,-4 0-11-16,-2 0-5 0,1 2-3 0,-2-1 5 15,0 0-4-15,-9 4 5 0,16-4 8 0,-16 4 7 16,9-7 10-16,-9 7 2 0,7-4 1 0,-7 4 3 15,0 0 2-15,9-7-6 0,-9 7-2 0,0 0-6 16,0 0-5-16,0 0-8 0,0 0-7 0,0 0-6 16,0 0-8-16,0 0 1 0,0 0-7 0,0 0 6 15,12 14-13-15,-12-14 2 0,2 14-8 0,1-5-19 16,-2 3-20-16,3-3-23 0,-1 4-26 0,-1-3-23 16,1 2-105-16,-5-1-228 0,2-11 101 0</inkml:trace>
  <inkml:trace contextRef="#ctx0" brushRef="#br0" timeOffset="98035.45">5763 4811 5 0,'-2'-15'131'0,"2"15"-3"0,0-13-4 15,0 13 3-15,1-13-17 0,3 4 1 0,-1-1-11 16,-3 10-7-16,10-14-18 0,-4 5-3 0,-1 0-12 16,4 2 2-16,1 1-12 0,1 1-6 0,-2 2-6 15,-9 3-6-15,16-3-1 0,-6 4-5 0,-10-1 2 16,16 2 0-16,-16-2-12 0,18 6-3 0,-12-4 6 16,2 2-5-16,-8-4-1 0,14 7 1 0,-8-3-7 15,-6-4 3-15,11 8-4 0,-3-6-9 0,-8-2-2 16,11 7-3-16,-6-3-6 0,-5-4-2 0,0 0-4 15,11 6 11-15,-11-6 2 0,0 0 0 0,0 0-3 16,0 0 7-16,0 0 5 0,14-11-3 0,-14 11-2 0,1-9-2 16,-1 9 0-16,2-13 15 0,-2 13-14 15,0 0 0-15,0-20-1 0,0 20 10 0,0-14 1 16,0 14-5-16,-2-15 3 0,2 15 7 0,-2-10-8 16,2 10 6-16,0 0-8 0,-3-11 1 0,3 11 1 15,0 0-4-15,0 0 3 0,0 0-6 0,0 0 4 16,0 0-2-16,0 0 1 0,0 0 8 0,0 0-9 15,0 0 5-15,9 29-5 0,-5-20 12 0,0 1-15 16,0-1 7-16,2 1-2 0,-1-1 1 0,0-2-5 16,3-1-3-16,-3 0 4 0,-5-6-1 0,12 7 3 15,-12-7-5-15,14 3 4 0,-14-3 4 0,14-3 1 16,-14 3-14-16,11-11 4 0,-2 6-6 0,-2-5 7 16,-4 0 2-16,4-6-1 0,-3-1 6 0,2 5-3 15,-5 1 3-15,4-7-4 0,-5 2 4 0,2-1 3 16,-2 0-4-16,1 2-4 0,-2-4 4 0,-1 3 0 15,2-1 10-15,-1 7-6 0,-2 1 4 0,3 1 2 16,0 8 2-16,-1-14-3 0,1 14-3 0,0 0 2 16,0-13-2-16,0 13-4 0,0 0-3 0,0 0 4 0,0 0-3 15,0 0 0-15,0 0 2 0,7 35-3 16,-6-19 4-16,0 1-3 0,2 2 3 0,-1 1-3 16,2-2 1-16,0-1 6 0,-1-1 0 0,4 0-3 15,0-1-4-15,-2-4 1 0,1-2 4 0,-2-1-5 16,4 1 2-16,-3-5-2 0,2 4-6 0,0-5 7 15,-7-3-17-15,15 5-4 0,-7-5-1 0,-8 0 0 16,18-2-10-16,-18 2 8 0,16-5-6 0,-9 1 1 16,2-2-1-16,-4-2 5 0,0 0-6 0,-5 8-10 15,8-15 12-15,-7 7 10 0,-1 8 13 0,1-17-4 16,-1 17-8-16,-1-14-6 0,1 5 13 0,0 9 6 16,0 0 1-16,-4-12-6 0,4 12 0 0,0 0 4 15,0 0 5-15,0 0-10 0,0 0 7 0,0 0 4 16,0 0-10-16,0 0-2 0,-18 23 14 0,14-16-8 15,4-7 1-15,-1 17-18 0,1-17-16 0,1 13-20 16,-1-6-23-16,0 0-64 0,0-7-158 0,0 0 70 16</inkml:trace>
  <inkml:trace contextRef="#ctx0" brushRef="#br0" timeOffset="98365.1">6570 4163 95 0,'11'-10'99'0,"-4"9"-28"0,3-3-24 0,1 1-24 0,2 0-27 15,-1 1-28-15,3 0-19 0,-3 2-53 16,0 2 24-16</inkml:trace>
  <inkml:trace contextRef="#ctx0" brushRef="#br0" timeOffset="98515.79">6645 4266 129 0,'-9'2'153'0,"9"-2"-7"0,0 0-2 0,-4 1-10 0,4-1-15 15,0 0-20-15,0 0-34 0,0 0-27 16,0 0-33-16,0 0-38 0,42-16-31 0,-25 10-27 15,5 2-50-15,-3-3-153 0,2-1 68 0</inkml:trace>
  <inkml:trace contextRef="#ctx0" brushRef="#br0" timeOffset="100520.08">7201 3766 36 0,'0'0'105'0,"0"0"-5"16,0 0-9-16,0 0-5 0,0 0-5 0,0 0-12 15,0 0-7-15,0 0-8 0,0 0-5 0,0 0-3 16,-6-7-6-16,6 7-9 0,0 0 0 0,0 0 1 16,0 0-6-16,0 0-2 0,0 0-2 0,0 0-2 15,-18 14 2-15,18-14-8 0,-8 10 4 0,4-4-1 16,-2 3 6-16,1-1-7 0,1 3-2 0,-1 0 11 15,0-2-13-15,0 7-7 0,1-4 8 16,-4 4 1-16,3-5 1 0,1 5 5 0,0 0 0 0,2-4-28 16,-1 3 24-16,1-1-1 0,0 1-2 0,1 1-7 15,1-3 6-15,3-1-3 0,-2 2-2 0,1-2 4 16,2 1-3-16,-1-2 6 0,2 0-5 16,-1-1 0-16,2-1 1 0,2 1-3 0,-3-6-2 0,3 2 8 15,1 0-4-15,-1-2 3 0,3-1-6 0,-1-1 2 16,4-1 0-16,-2-2-1 0,0-1 3 0,0-1 0 15,6-1-3-15,-4-4 4 0,2 1 3 0,0-3 0 16,-2-1 5-16,-3-1 0 0,-3 2 2 0,2-4-3 16,0-2 1-16,-1 0-3 0,-3-1-4 0,-3-1-1 15,2-1 1-15,-1 0 0 0,-1-1 3 0,1 1-4 16,-6 1-1-16,0 0-2 0,0 6 10 16,-1-4-16-16,-1 0 4 0,-1 2-1 0,-2 2 3 0,2 2-2 15,0 0-5-15,-1 7-2 0,-4-3-13 0,1 3-14 16,-3 1-22-16,-2 1-12 0,-5 4-23 15,0 3-17-15,-7 6-32 0,-1 3-83 0,-3 3-234 0,0-4 104 16</inkml:trace>
  <inkml:trace contextRef="#ctx0" brushRef="#br0" timeOffset="101248.86">7071 4369 80 0,'0'0'84'0,"0"0"-1"0,0 0 1 0,0 0 8 16,0 0-14-16,0 0 3 0,0 0-8 0,0 0 6 15,0 0-3-15,0 0-5 0,0 0 1 0,0 0-7 16,0 0-3-16,0 0-2 0,0 0 1 0,0 0-2 15,0 0-4-15,0 0-4 0,0 0 5 0,0 0-9 16,0 0 2-16,0 0-3 0,0 0-6 0,0 0 1 16,0 0-13-16,0 0 7 0,0 0-4 0,0 0-2 15,0 0-3-15,0 0-1 0,0 0-2 0,0 0 1 16,0 0-7-16,0 0 2 0,0 0 5 0,0 0-4 16,0 0-1-16,0 0-5 0,0 0 1 0,0 0-3 15,0 0-5-15,0 0 4 0,0 0-1 0,0 0 0 16,0 0 1-16,0 0 1 0,0 0-5 0,0 0-6 15,0 0 7-15,0 0-3 0,0 0 4 0,0 0-7 16,0 0 3-16,0 0-1 0,0 0-1 0,0 0 3 16,0 0 2-16,0 0-8 0,0 0 5 0,0 0-12 0,0 0 13 15,0 0-1-15,0 0-4 0,0 0-1 16,0 0 4-16,0 0-3 0,0 0 1 0,0 0-2 16,0 0-2-16,-19-10 0 0,19 10 3 0,0 0 1 15,-10-3-4-15,10 3 0 0,0 0-1 0,0 0 2 16,-8-1-1-16,8 1 5 0,0 0 0 0,0 0 2 15,-11 0-2-15,11 0-6 0,0 0 3 0,0 0-1 16,0 0 5-16,-7-3-4 0,7 3 1 0,0 0-3 16,0 0 3-16,0 0 1 0,0 0 1 0,0 0 2 15,0 0-6-15,0 0 2 0,0 0 1 0,0 0-1 16,-8-2 3-16,8 2-4 0,0 0 1 0,0 0 7 16,0 0-3-16,23-3-4 0,-8 1-8 0,13-3-14 15,4-1-30-15,0-4-22 0,7 1-33 0,12-2-35 16,-4-2-156-16,3 0-321 0,-15 1 142 0</inkml:trace>
  <inkml:trace contextRef="#ctx0" brushRef="#br0" timeOffset="155524.16">29582 6138 45 0,'0'0'51'0,"0"0"-15"0,0 0-16 15,0 0-12-15,0 0-15 0,0 0-19 0,0 0-28 16,0 0 13-16</inkml:trace>
  <inkml:trace contextRef="#ctx0" brushRef="#br0" timeOffset="160484.23">22550 11927 31 0,'28'-23'36'0,"10"-12"-14"0,7-3-2 0,0-3-8 15,19-17-13-15,-20 17-19 0,1-1-22 0,-4-2 9 0</inkml:trace>
  <inkml:trace contextRef="#ctx0" brushRef="#br0" timeOffset="160990.51">26362 8161 48 0,'0'0'140'0,"-6"-4"-6"0,6 4-10 16,-4-9-16-16,4 9-6 0,2-12-6 0,2 2-17 16,5 0-8-16,7-5-22 0,5-1-17 0,9-4-22 15,17-4-24-15,5-3-36 0,-1-1-106 0,6-2-167 16,-3-1 75-16</inkml:trace>
  <inkml:trace contextRef="#ctx0" brushRef="#br0" timeOffset="183811.26">30783 9247 39 0,'0'0'44'15,"0"0"-9"-15,0 0 3 0,4-5-1 0,-4 5-7 16,0 0-2-16,0 0 2 0,0 0-4 0,0 0-1 16,0 0-4-16,0 0-6 0,0 0 4 0,0 0 2 0,0 0 1 15,0 0-5-15,0 0 0 0,0 0-3 0,0 0-5 16,0 0 0-16,0 0 5 0,0 0-6 0,0 0 0 15,0 0 0-15,0 0-3 0,0 0 0 16,0 0-3-16,0 0-10 0,0 0 1 0,0 0-9 0,0 0-2 16,0 0-2-16,0 0-10 0,0 0-6 0,0 0-33 15,0 0-74-15,0 0 32 0</inkml:trace>
  <inkml:trace contextRef="#ctx0" brushRef="#br0" timeOffset="185235.27">18512 9493 23 0,'0'0'22'0,"0"0"-1"16,0 0 0-16,0 0-3 0,0 0-7 0,0 0 1 16,0 0-1-16,0 0 2 0,0 0-5 0,0 0 0 15,0 0 1-15,0 0-2 0,0 0-4 0,0 0 2 16,0 0 0-16,0 0 1 0,0 0-1 0,0 0-3 15,0 0-4-15,6 4 7 0,-6-4 0 0,0 0-4 16,0 0-1-16,0 0 3 0,0 0-3 0,0 0 0 16,0 0 2-16,0 0 2 0,0 0-2 0,0 0-4 15,0 0 0-15,5 4 4 0,-5-4-6 0,0 0 7 16,0 0 1-16,0 0-2 0,0 0-3 0,3 6 2 16,-3-6-1-16,0 0 4 0,0 0-4 0,0 0 3 0,0 0-3 15,4 4-2-15,-4-4 3 0,0 0-4 16,0 0 5-16,0 0-3 0,0 0 3 0,0 0-3 15,3 7 1-15,-3-7-1 0,0 0-3 0,0 0-4 16,0 0 5-16,0 0 1 0,0 0-2 0,4 5 0 0,-4-5-1 16,0 0 3-16,0 0-4 0,0 0-2 15,0 0 5-15,0 0 2 0,0 0-5 0,0 0 5 0,0 0 1 16,0 0-1-16,0 0 1 0,0 0 1 16,0 0-3-16,0 0-1 0,3 5-2 0,-3-5-6 0,0 0 0 15,0 0-14-15,0 0-27 0,0 0 12 0</inkml:trace>
  <inkml:trace contextRef="#ctx0" brushRef="#br0" timeOffset="188256.29">25493 4484 8 0,'0'0'-2'0,"0"0"4"0,0 0 2 0,0 0-2 15,0 0 0-15,0 0-2 0,0 0 2 0,0 0 1 16,0 0-1-16,0 0 0 0,0 0-1 0,1-9-1 16,-1 9 4-16,0 0-6 0,0 0 2 0,0 0 0 15,0 0 2-15,0 0 1 0,0 0-3 0,0 0 2 16,0 0 2-16,0 0-4 0,0 0-2 0,0 0 4 15,0 0-1-15,0 0-4 0,0 0 3 16,0 0-4-16,0 0 5 0,0 0-2 0,0 0 4 0,0 0-2 16,0 0-4-16,0 0 5 0,0 0-3 0,0 0 0 15,0 0 2-15,0 0-2 0,0 0 0 0,0 0 0 16,0 0 2-16,0 0-1 0,0 0 0 0,0 0-2 16,0 0 4-16,0 0 1 0,0 0-5 0,0 0 5 15,0 0-1-15,0 0-2 0,0 0 8 0,0 0-8 16,0 0 0-16,0 0-4 0,0 0 1 0,0 0 4 15,0 0-3-15,0 0-5 0,0 0 11 0,0 0-4 16,0 0 1-16,0 0-1 0,0 0-1 0,0 0 1 16,0 0-1-16,0 0 0 0,0 0 1 0,0 0-2 15,0 0 2-15,0 0 1 0,0 0-2 0,0 0 2 16,0 0-3-16,0 0 3 0,0 0 3 0,0 0-6 16,0 0 9-16,0 0-6 0,0 0-5 0,0 0 2 15,0 0 6-15,0 0 1 0,0 0-6 0,0 0-1 16,0 0-2-16,0 0-3 0,0 0-7 0,0 0 4 15</inkml:trace>
  <inkml:trace contextRef="#ctx0" brushRef="#br0" timeOffset="190952.15">25290 14170 19 0,'0'0'39'0,"0"0"-10"0,0 0-3 16,0 0 5-16,0 0-4 0,0 0-5 0,0 0-4 16,0 0 1-16,0 0-2 0,0 0-8 0,0 0 2 15,0 0 3-15,0 0-5 0,0 0 2 0,0 0 0 16,0 0-5-16,0 0 4 0,0 0 1 0,0 0 0 15,0 0 3-15,0 0-2 0,0 0-3 0,0 0 1 16,0 0-4-16,0 0 0 0,0 0 3 0,0 0-3 16,0 0-1-16,0 0 1 0,0 0-1 0,0 0-1 15,0 0 1-15,0 0-5 0,0 0 5 0,0 0 1 16,0 0-7-16,0 0 0 0,0 0-4 0,0 0 7 16,0 0-1-16,0 0-5 0,0 0 4 0,0 0-1 15,0 0 2-15,0 0 0 0,0 0-3 0,0 0-5 16,0 0 1-16,0 0-3 0,0 0 4 0,0 0-4 15,0 0 2-15,0 0-2 0,0 0-1 0,0 0 3 16,0 0 0-16,0 0-4 0,0 0 4 0,0 0-1 16,0 0 2-16,0 0-5 0,0 0 1 0,0 0 1 15,0 0-3-15,0 0 0 0,0 0-7 0,0 0-6 16,0 0-16-16,0 0-44 0,0 0 20 0</inkml:trace>
  <inkml:trace contextRef="#ctx0" brushRef="#br0" timeOffset="193593.12">20888 9581 47 0,'0'0'67'0,"0"0"-15"0,0 0-3 0,0 0-6 15,0 0-6-15,0 0-14 0,0 0-12 0,0 0-10 0,0 0-5 16,0 0-7-16,0 0-14 0,0 0 0 0,0 0-20 16,0 0-47-16,0 0 21 0</inkml:trace>
  <inkml:trace contextRef="#ctx0" brushRef="#br0" timeOffset="2487.17">9086 8693 52 0,'0'0'46'0,"0"0"-7"15,0 0-4-15,4-14 0 0,-4 14 0 0,0 0-5 16,5-5-4-16,-5 5-3 0,0 0-5 0,0 0-4 16,4-5-7-16,-4 5-11 0,0 0-7 0,0 0-47 15,0 0-63-15,0 0 29 0</inkml:trace>
  <inkml:trace contextRef="#ctx0" brushRef="#br0" timeOffset="3494.53">27436 8583 8 0,'0'0'23'0,"0"0"5"16,0 0-5-16,0 0-1 0,0 0-8 0,0 0-10 15,0 0-9-15,0 0-15 0,0 0-21 0,0 0 10 16</inkml:trace>
  <inkml:trace contextRef="#ctx0" brushRef="#br0" timeOffset="25418.22">27796 5304 22 0,'0'0'45'0,"0"0"-6"0,0 0 3 0,0 0-6 15,0 0 2-15,-4-8-4 0,4 8-8 0,0 0 7 16,0 0 1-16,-4-5-6 0,4 5 0 0,0 0 0 16,0 0-8-16,-6-6 5 0,6 6-4 0,0 0 0 15,0 0-6-15,-1-8 1 0,1 8 2 0,0 0-5 16,0 0 6-16,-2-7-8 0,2 7-3 0,0 0 5 0,0 0-2 15,0 0-1-15,-4-9-3 0,4 9 6 16,0 0-6-16,0 0 4 0,0 0-8 0,0 0 5 16,-4-5-2-16,4 5 5 0,0 0-9 0,0 0-3 15,0 0 5-15,0 0-5 0,0 0 5 0,-2-7 5 16,2 7-6-16,0 0-3 0,0 0 1 0,0 0-2 16,0 0 3-16,0 0-4 0,0 0 5 0,0 0 1 15,0 0 3-15,0 0-7 0,0 0-3 0,0 0 2 16,0 0-3-16,0 0 12 0,0 0-21 0,0 0 20 15,0 0-4-15,0 0 0 0,0 0 2 0,-2-8-4 0,2 8 7 16,0 0-11-16,0 0 3 0,0 0 0 0,0 0 6 16,-6-6-3-16,6 6 0 0,0 0 2 0,0 0 1 15,0 0 2-15,0 0 1 0,0 0-1 16,0 0-4-16,0-8 8 0,0 8 3 0,0 0 5 0,0 0-6 16,0 0-1-16,0 0-1 0,0 0 0 0,-2-9 2 15,2 9-11-15,0 0 6 0,0 0 6 0,0 0 3 16,0 0-12-16,0 0 0 0,0 0 1 15,0 0 4-15,0 0 0 0,0 0-7 0,0 0 4 0,0 0-8 16,0 0 17-16,0 0-11 0,0 0-1 0,0 0-7 16,0 0 5-16,0 0-10 0,0 0 8 0,0 0 2 15,2-12 1-15,-2 12-5 0,0 0 9 0,0 0-12 16,0 0 5-16,0 0 0 0,0 0 1 16,-2-7 0-16,2 7 1 0,0 0 0 0,0 0-5 0,0 0 7 15,0 0-2-15,0 0-6 0,0 0 0 0,0 0 4 16,0 0-2-16,0 0-4 0,2-7 6 0,-2 7-2 15,0 0 5-15,0 0-3 0,0 0-3 0,0 0 3 16,0 0-6-16,0 0 9 0,0 0-6 0,0 0 7 16,0 0-10-16,0 0-1 0,0 0 14 0,0 0-2 15,0 0-1-15,0 0-6 0,0 0-1 0,0 0 2 16,0 0 0-16,0 0 5 0,0 0-5 0,0 0 9 16,0 0-6-16,0 0-5 0,0 0 0 0,0 0 17 15,0 0-22-15,0 0 8 0,0 0 0 0,0 0-8 16,0 0 5-16,0 0 8 0,0 0-6 0,0 0-3 15,0 0-1-15,0 0 2 0,0 0 8 0,0 0-6 16,0 0-3-16,0 0 4 0,0 0 0 0,0 0-3 16,0 0 5-16,0 0-7 0,0 0 10 0,0 0-3 15,0 0 0-15,0 0-5 0,0 0-5 0,0 0 5 16,0 0 10-16,0 0-16 0,0 0 10 0,0 0 2 16,0 0-7-16,0 0 6 0,0 0-1 0,0 0-4 15,0 0 1-15,0 0-4 0,0 0 7 0,0 0-7 16,0 0-12-16,0 0-3 0,0 0 7 0,0 0-6 15,0 0-13-15,0 0-3 0,0 0-9 0,0 0-5 16,0 0-9-16,0 0-10 0,0 0-55 0,0 0-133 0,0 0 60 16</inkml:trace>
  <inkml:trace contextRef="#ctx0" brushRef="#br0" timeOffset="29766.62">27566 7234 25 0,'0'0'35'0,"-4"-7"-1"16,4 7 3-16,0 0-9 0,-3-5 7 0,3 5-1 16,0 0 1-16,0 0-4 0,-4-9-7 0,4 9-2 15,0 0 2-15,-2-7-3 0,2 7-6 0,0 0 1 16,0 0 6-16,0 0-5 0,0-7 8 0,0 7 4 16,0 0-4-16,0 0-2 0,0 0 4 0,0 0 2 15,0 0 5-15,-2-9-3 0,2 9-7 0,0 0 3 16,0 0-10-16,0 0-1 0,0 0 0 0,0 0-6 15,0 0-3-15,-2-8-7 0,2 8-10 0,0 0-4 16,0 0-3-16,0 0 0 0,0 0 0 0,0 0 3 16,0 0-3-16,0 0 7 0,0 0-6 0,0 0-4 15,0 0-1-15,0 0-2 0,0 0 9 0,0 0-7 16,0 0 3-16,0 0-3 0,0 0-3 0,0 0 4 16,0 0-7-16,0 0 7 0,0 0-4 0,0 0-4 15,0 0 4-15,0 0 0 0,0 0-4 0,9-5 0 16,-9 5 6-16,0 0 1 0,0 0-1 0,6-4-14 15,-6 4-38-15,0 0 16 0</inkml:trace>
  <inkml:trace contextRef="#ctx0" brushRef="#br0" timeOffset="32410.7">27582 7170 2 0,'0'0'12'16,"0"0"6"-16,0 0-8 0,0 0 9 0,0 0 1 0,0 0 1 16,0 0-1-16,0 0 7 0,0 0 4 15,0 0-8-15,0 0 5 0,0 0-2 0,0 0 0 16,0 0 6-16,0 0 4 0,0 0-5 0,0 0 3 15,0 0-4-15,0 0 6 0,-10-16-9 0,10 16 9 16,0 0-10-16,0 0 2 0,0 0-3 0,0 0 0 0,0 0-10 16,0 0 8-16,0 0-17 0,0 0 8 0,0 0-5 15,0 0 3-15,0 0-3 0,0 0 1 16,0 0-6-16,0 0-6 0,0 0 5 0,0 0-1 16,0 0 4-16,0 0-7 0,0 0-2 0,0 0 5 0,0 0-2 15,0 0 1-15,0 0-2 0,0 0 4 16,0 0 1-16,0 0 5 0,0 0-17 0,0 0 10 15,0 0-1-15,0 0 4 0,0 0-2 0,0 0-3 16,-12 17-9-16,12-17 13 0,0 0-8 0,0 0 6 0,-2 7-2 16,2-7 12-16,-5 4-9 0,5-4 3 15,0 0-4-15,-2 5 4 0,2-5 3 0,0 0 6 0,-5 8-3 16,5-8-12-16,0 0 20 0,-5 7-13 16,5-7 0-16,-2 4 8 0,2-4-13 0,0 0 16 0,0 0-2 15,-4 8-1-15,4-8 2 0,0 0-8 0,-1 8-1 16,1-8-1-16,0 0-6 0,0 0 13 0,-3 7-6 15,3-7-4-15,0 0 8 0,0 0-1 0,1 12-6 16,-1-12 6-16,0 0-4 0,-1 9-3 16,1-9 3-16,0 0 8 0,0 8-15 0,0-8 3 0,0 0 16 15,0 12-4-15,0-12 2 0,0 8 4 0,0-8 8 16,-1 8-19-16,1-8 3 0,0 0 1 0,1 11-6 16,-1-11 1-16,0 7 1 0,0-7 5 0,0 9-9 15,0-9 5-15,0 8-2 0,0-8-2 0,0 8-6 16,0-8 1-16,0 8 0 0,0-8 6 0,0 9-4 15,0-9-2-15,0 8-9 0,0-8-4 0,0 7 21 16,0-7-9-16,0 0 3 0,-1 12 4 0,1-12 0 16,0 8 0-16,0-8 14 0,0 0-12 0,0 10-2 15,0-10-1-15,0 0-3 0,-2 9 4 0,2-9-14 16,0 0 15-16,-2 9-8 0,2-9 3 0,0 0 5 16,0 0-7-16,2 10 5 0,-2-10-7 0,0 0 4 15,0 6-2-15,0-6 2 0,0 0-5 0,0 0 9 0,-2 10-7 16,2-10-5-16,0 0 10 0,0 9-3 15,0-9 2-15,0 0 1 0,-2 8 2 0,2-8-4 16,0 0 6-16,0 0-3 0,-2 11 1 0,2-11 10 0,2 5-10 16,-2-5-1-16,0 0-10 0,0 10 6 0,0-10 3 15,0 0 1-15,-2 9 2 0,2-9-6 16,0 0 5-16,-1 9-1 0,1-9-6 0,0 0 2 16,-2 10 1-16,2-10-9 0,0 0 10 0,-3 9-2 0,3-9 5 15,0 0-8-15,0 10 0 0,0-10 4 16,0 10 2-16,0-10-1 0,3 7-2 0,-3-7-1 0,0 9 4 15,0-9-2-15,0 10-1 0,0-10 2 16,2 9-3-16,-2-9-1 0,1 11 9 0,-1-11-7 0,0 10 0 16,0-4 1-16,0-6 4 0,0 13-1 0,0-13-3 15,0 8-5-15,0-1 12 0,0-7-8 0,0 10 0 16,0-10-3-16,0 14 3 0,0-6-3 16,-1-1 5-16,1-7 0 0,1 14 1 0,-1-9-3 0,0-5 3 15,0 12 2-15,0-12-6 0,0 11-2 0,0-11 7 16,-1 12 0-16,-1-8-4 0,2-4-2 0,-3 13 7 15,3-6-6-15,0-7 5 0,-2 12 1 0,2-5 4 16,0-7-5-16,-2 12 7 0,2-5-5 0,0-7 0 16,0 12 5-16,-2-5-6 0,2-7 5 0,-3 9-12 15,1-3 10-15,2-6-5 0,-2 13-2 0,0-5 0 16,2-8-1-16,-2 11-2 0,2-3 4 0,0-8-3 16,-2 13 6-16,1-4-2 0,-1-3 1 0,2-6-4 15,0 13-1-15,0-13 1 0,-4 11-1 0,4-5 2 16,0-6-1-16,-2 10 3 0,2-3 4 0,0-7-1 15,-3 14 1-15,3-14 0 0,0 11 1 0,0-11-1 16,-2 10-1-16,4-4-2 0,-2-6-1 0,-2 9-1 16,2-9 2-16,0 10 3 0,0-10-2 0,0 10-4 15,0-10 4-15,0 10 0 0,0-10 0 0,0 9 0 16,0-9-7-16,0 9 5 0,0-9-4 0,0 10 4 16,0-10-5-16,-2 8 2 0,2-8-4 0,-1 12 13 15,1-12-2-15,-4 10-3 0,4-10 0 0,0 10-1 16,-2-5 5-16,2-5-5 0,-2 9-1 0,0-3 1 15,2-6-2-15,0 13-2 0,-2-7 0 0,2-6 2 16,-1 10 2-16,1-10-3 0,-4 10 3 0,4-10-5 0,0 11 2 16,0-11-1-16,0 8-5 0,0-8 3 15,0 0 2-15,-2 12 2 0,2-12 0 0,0 9-2 0,0-9-1 16,0 9 7-16,0-9-3 0,0 8-4 16,0-8 2-16,0 10 2 0,0-10-3 0,0 7 0 0,0-7-3 15,2 7 4-15,-2-7-3 0,0 7 3 0,0-7-3 16,0 0 2-16,0 9-2 0,0-9 0 15,2 8-1-15,-2-8-1 0,0 0 3 0,2 12 4 16,-2-12 1-16,1 6-3 0,-1-6-2 0,0 9 3 0,0-9-1 16,2 9-2-16,-2-9-1 0,0 0 1 0,-2 10 0 15,2-10 2-15,0 10 2 0,0-10-2 16,0 7 0-16,0-7-1 0,0 9-1 0,0-9 1 16,0 9-1-16,0-9-2 0,0 7 7 0,0-7 0 0,0 9 0 15,0-9 2-15,0 9-1 0,0-9 1 16,-3 8-1-16,3-8 1 0,0 8-2 0,0-8-5 0,0 0 2 15,0 12-1-15,0-12 3 0,2 8 0 0,-2-8-3 16,0 0 3-16,-2 13-2 0,2-13-3 0,2 7 2 16,-2-7 2-16,0 0-4 0,0 7 2 0,0-7-1 15,0 0 1-15,-4 8-2 0,4-8-2 0,0 0 1 16,-2 10 7-16,2-10 0 0,0 0-3 0,0 8-1 16,0-8-10-16,-4 6 8 0,4-6 0 0,0 0 1 15,0 8 1-15,0-8-1 0,-4 5 0 0,4-5-1 16,0 0-1-16,0 0 7 0,-2 13-5 0,2-13 1 15,0 0-3-15,0 6-2 0,0-6 6 0,0 0-2 16,0 0 1-16,0 0 0 0,0 10 1 0,0-10-4 16,0 0 2-16,0 0 2 0,0 0-4 0,0 0-1 15,0 9 3-15,0-9-1 0,0 0-3 0,0 0 5 16,0 0 0-16,2 10 1 0,-2-10-6 0,0 0 0 16,0 0 3-16,0 0-3 0,0 0 1 0,0 0 2 15,0 0 0-15,0 7-6 0,0-7 6 0,0 0-2 0,0 0-3 16,0 0-2-16,0 0 2 0,0 0-7 15,-2 9 3-15,2-9 0 0,0 0 1 0,0 0 1 16,0 0-3-16,0 8 5 0,0-8 0 0,0 0-6 0,0 9 7 16,0-9-5-16,-4 6 1 0,4-6-1 15,-2 6-3-15,2-6-5 0,0 0 3 0,-2 8 2 16,2-8 1-16,-3 7 2 0,3-7 2 0,0 0-1 16,0 0 3-16,-2 8-3 0,2-8 2 0,0 0 4 0,0 0-2 15,0 0-1-15,-4 7 3 0,4-7-1 0,0 0 0 16,0 0 2-16,0 0-4 0,0 0 2 0,0 0-2 15,0 8 2-15,0-8 6 0,0 0-3 16,0 0-5-16,0 0 2 0,0 10 1 0,0-10 2 0,0 0 2 16,0 0-6-16,-2 7 1 0,2-7 0 0,0 0 1 15,0 0-4-15,-2 10 1 0,2-10 2 0,0 0-2 16,-6 7 1-16,6-7 2 0,0 0-5 0,-2 7 3 16,2-7 2-16,0 0-2 0,0 0-4 0,-2 8 5 15,2-8 1-15,0 0-2 0,0 8 2 0,0-8 1 16,0 0 2-16,-2 8-3 0,2-8-2 0,0 0 5 15,-1 10 1-15,1-10-5 0,0 0 2 0,-1 8-4 16,1-8 5-16,-1 6-4 0,1-6 4 0,0 0-2 16,-4 8 1-16,4-8-4 0,-2 7 5 0,2-7-2 15,0 0 3-15,-2 9-1 0,2-9 0 0,0 0 1 16,-3 8-4-16,3-8 3 0,-2 7 4 0,2-7-2 16,0 0 3-16,-4 7-5 0,4-7 2 0,0 0-3 15,-5 7 2-15,5-7-5 0,0 0 4 0,-3 7-6 16,3-7 6-16,0 0 0 0,-2 4-1 0,2-4 1 15,0 0-4-15,-4 7 4 0,4-7 2 0,0 0-3 16,0 8 4-16,0-8-7 0,0 0 4 0,0 0 4 16,-4 6-4-16,4-6 0 0,0 0 2 0,0 0-4 15,0 11 1-15,0-11 3 0,0 0-4 0,0 0 4 16,0 10-2-16,0-10-2 0,0 0 2 0,0 9-3 16,0-9 4-16,0 0-2 0,0 7-1 0,0-7 0 15,0 0 4-15,-1 12-1 0,1-12-4 0,0 8 5 16,0-8 0-16,-3 8-2 0,3-8-5 0,-1 7-2 15,1-7 8-15,-4 7-2 0,4-7 5 0,0 0 2 0,-2 9-2 16,2-9-5-16,0 7 0 0,0-7 2 0,0 0-3 16,-2 8 4-16,2-8-3 0,-1 8 4 15,1-8-5-15,0 0 4 0,-1 7-5 0,1-7 2 16,0 0 2-16,-4 6-4 0,4-6 3 0,0 0 1 0,0 0-2 16,0 0 2-16,-2 9 1 0,2-9 1 0,0 0-2 15,0 0-1-15,0 10 1 0,0-10 1 0,0 0-4 16,0 0 2-16,0 7 1 0,0-7-1 0,0 0 0 15,-2 9-6-15,2-9 6 0,0 0 2 0,0 0-4 16,0 9 6-16,0-9-2 0,0 0-2 0,-2 9 3 16,2-9-4-16,0 0-2 0,0 0 5 0,0 9-1 15,0-9-1-15,0 0-4 0,0 0 5 16,2 8 3-16,-2-8-5 0,0 0 2 0,0 0 1 0,2 7-5 16,-2-7 1-16,0 0 0 0,2 6 5 0,-2-6-2 15,0 0 0-15,0 0 1 0,0 8-4 0,0-8 0 16,0 0 1-16,4 7 6 0,-4-7-5 0,0 0-3 15,1 6 7-15,-1-6-4 0,0 0 0 0,3 6 2 16,-3-6-6-16,0 0 5 0,0 7-1 0,0-7-1 16,0 0-2-16,2 6 4 0,-2-6-1 0,0 0-1 15,0 0 5-15,4 9-6 0,-4-9 2 0,0 0 1 16,0 0-3-16,0 7 6 0,0-7-2 0,0 0 0 16,0 0 1-16,0 0-1 0,1 8-3 0,-1-8 0 15,0 0 1-15,0 0-7 0,0 0 5 0,0 8 1 16,0-8 4-16,0 0-2 0,0 0-3 0,2 7 3 15,-2-7-2-15,2 6-1 0,-2-6 1 0,0 0 3 16,2 7 0-16,-2-7 0 0,0 0-2 0,0 0-1 16,0 9 3-16,0-9-3 0,0 0-2 0,0 0 4 15,0 0-4-15,2 6 5 0,-2-6-1 0,0 0 0 16,0 0 0-16,0 0 0 0,0 0-2 0,0 0 3 0,2 8-4 16,-2-8 1-16,0 0-1 0,0 0-7 15,0 0-5-15,0 0-10 0,0 8-1 0,0-8-7 16,0 0-1-16,0 0-6 0,0 0-4 0,0 0-14 15,0 0-5-15,0 0-21 0,-6 3-14 0,6-3-25 16,0 0-109-16,0 0-250 0,0 0 111 0</inkml:trace>
  <inkml:trace contextRef="#ctx0" brushRef="#br0" timeOffset="33362.05">27526 8232 61 0,'0'0'65'0,"0"0"-9"0,0 0-2 0,0 0-7 0,0 0-1 16,0 0-7-16,0 0-5 0,0 0-2 0,0 0-3 15,0 0 0-15,0 0-6 0,0 0-4 0,0 0 2 16,0 0-3-16,0 0 6 0,0 0-18 0,0 0 10 16,-16 14-2-16,16-14 5 0,-5 7-5 0,5-7-3 15,-2 6-1-15,2-6 7 0,-4 9-8 0,2-4-6 16,0 0 2-16,2-5 5 0,-5 13-9 0,0-8-7 16,3 2 3-16,2-7-4 0,-3 10 0 0,2-6-10 15,1-4 2-15,-5 11 8 0,5-4-3 0,0-7 3 16,-2 11-2-16,0-6 3 0,2-5-5 0,0 12 3 15,0-12 1-15,0 8 3 0,0-8 6 0,0 9-8 16,0-9 4-16,-2 7-1 0,2-7 6 0,0 0-8 16,0 10 5-16,0-10-5 0,0 0 4 0,-1 7 8 15,1-7 10-15,-4 10-5 0,4-10-7 0,0 9 10 0,0-9-7 16,-2 9 4-16,0-3-1 0,2-6-2 16,-2 12 3-16,-1-7-4 0,3-5 6 0,-1 12 0 15,-1-5 5-15,2 0-4 0,-2 0-5 0,0 1 23 16,-1 0-32-16,2 0 12 0,0-1 2 0,-3 3 5 15,4-3-4-15,-2 0-4 0,0 0-2 0,2 3 1 16,-2-2 5-16,1 3 0 0,1 0 3 0,0-1-1 16,-2-4-4-16,0 2 2 0,2 1-4 0,0 1-10 15,0-1 1-15,0-1 14 0,-3 2-1 0,3-1 0 16,0 0-2-16,0-1-10 0,3 1 1 0,-3 1 5 16,0 0-3-16,0-1-3 0,0 2 0 0,0-3-4 15,-3 3-7-15,3-2 17 0,0 2-2 0,-4-3-10 16,4 1 4-16,-3 0 8 0,1 1-6 0,0-1 6 0,0-2-5 15,0 2 0-15,0-2-4 0,2-7 1 0,0 13-2 16,2-5 2-16,-2 0 1 0,0-8 2 0,2 13-4 16,-2-6-5-16,0 1 5 0,0-1-4 15,0 2 0-15,2-2 4 0,-2-7 3 0,0 14 4 0,2-8-4 16,-2 3-6-16,1-2 2 0,-1-7 8 0,0 13-9 16,-1-6 0-16,1-7 6 0,0 14 1 0,-4-6 2 15,4-2-11-15,0-6 15 0,-2 12-6 0,0-6-13 16,2-6 9-16,0 12 0 0,0-12-3 0,-3 9-2 15,3-9 1-15,0 9 0 0,0-9 1 16,-1 10 2-16,1-10 5 0,-1 8-5 0,1-8 1 0,-4 9-12 16,4-9 15-16,0 7-2 0,0-7-7 0,-5 7 4 15,5-7-7-15,-2 8 5 0,2-8-8 0,0 0-8 16,-2 6-7-16,2-6-2 0,0 0-5 0,0 0-14 16,0 0-3-16,-5 6-13 0,5-6-10 0,0 0-73 15,0 0-158-15,0 0 70 0</inkml:trace>
  <inkml:trace contextRef="#ctx0" brushRef="#br0" timeOffset="33889.87">27420 8561 42 0,'0'0'78'16,"4"-10"7"-16,-4 10-1 0,6-5-9 0,-6 5-12 15,0 0-12-15,4-5-8 0,-4 5-6 0,0 0-2 16,0 0-1-16,0 0-2 0,0 0-3 0,0 0-6 15,0 0 9-15,4 17-16 0,-4-17 6 0,4 10 5 16,-4-1 1-16,1-3-17 0,0 4 20 0,0 0-8 0,1 1 2 16,0 0 0-16,0-1 6 0,0 0-5 0,2 3 2 15,-4-2-6-15,2 1-3 0,0 2 10 16,-2 0-6-16,2 2 1 0,-2 0-4 0,0 0-5 16,2-2 3-16,-2-3 0 0,0 4-6 0,0-2 0 0,-2 3 7 15,2 0-15-15,-2-4 8 0,2 3-2 0,-4 1 3 16,1-2-7-16,0 1 5 0,3 0-5 0,-2-2 2 15,0 0-5-15,2-3 8 0,0 2-11 16,-2-2 4-16,0 0 1 0,2 2 0 0,-1-2-1 0,1-3 0 16,-2 5 11-16,2-5-11 0,0 2-3 0,0-9-7 15,0 10 4-15,0-10 5 0,0 10 2 0,0-10-4 16,2 5-4-16,-2-5-3 0,0 0-10 16,1 9 12-16,-1-9-13 0,0 0 9 0,0 0-12 0,2 5-2 15,-2-5-12-15,0 0-10 0,0 0-8 0,0 0-12 16,0 0-11-16,0 0-21 0,0 0-60 0,0 0-168 15,12-11 74-15</inkml:trace>
  <inkml:trace contextRef="#ctx0" brushRef="#br0" timeOffset="34229.85">27461 8658 107 0,'-4'-9'104'0,"4"9"-11"0,-3-7-1 0,3 7-21 15,0 0 3-15,0 0-5 0,0 0-15 0,0 0 0 16,0 0-18-16,0 0 9 0,0 0-4 0,0 0-1 16,0 0-11-16,0 26 3 0,3-16-1 0,-3-1-3 15,2 4-1-15,-2 3 4 0,0-1-3 0,2 0-5 16,-2 0 5-16,0 2-1 0,0-2-11 0,0 2 10 15,0-1-10-15,0 0 0 0,-2 0-6 0,0-2 11 16,2-1-4-16,-3-1 1 0,2 4-8 0,-1-4-4 16,2 2 7-16,-4-3-1 0,4 0-9 0,0 2-3 0,0-4-11 15,-2 2 2-15,1-1-19 0,0-4-2 16,1-6 1-16,-1 12-4 0,-1-6-18 0,2-6-9 16,0 0-13-16,2 10-17 0,-2-10-66 0,0 0-169 15,0 0 75-15</inkml:trace>
  <inkml:trace contextRef="#ctx0" brushRef="#br0" timeOffset="34620.17">27507 8716 16 0,'0'0'62'0,"0"0"-5"0,-4-9 1 16,4 9-8-16,0 0-7 0,0-10-1 0,0 10-7 16,0 0-7-16,0-11-5 0,0 11 2 15,0-11 5-15,0 11-4 0,0-14-1 0,4 5 1 0,-4-1-3 16,0-1-2-16,0 0-7 0,0 0-1 0,0 1-8 16,-2-3 9-16,0 0-3 0,2 3 0 0,-2-3-4 15,2 0 0-15,-2 1-7 0,2 0 3 0,0-6 2 16,0 2 0-16,0 4-1 0,-2 0 0 0,1-1 1 15,1-4 1-15,0 2-5 0,-1 1 0 0,2-3-6 16,-1 1-1-16,-1 4 1 0,1-4 2 0,1 4 3 16,-1-5-7-16,0 3 2 0,0 3-4 0,-1-2 2 15,1 1-4-15,0 0 3 0,0 1 1 0,0 0-6 16,0 1-18-16,1-1 11 0,0 0-12 0,1 2 10 16,0-1 0-16,0 0-1 0,2 3-8 0,-2-4-2 15,1 3 5-15,-3 1-35 0,4-1-69 0,-4 8 30 16</inkml:trace>
  <inkml:trace contextRef="#ctx0" brushRef="#br0" timeOffset="35473.61">27591 7738 12 0,'4'-14'14'0,"-3"8"5"0,-1 6-5 0,3-12-6 16,-3 12 3-16,0-16 6 0,0 12 0 0,1-7-3 0,-1 11 1 15,0-12 1-15,0 4-4 0,0 8-5 16,2-11 2-16,-2 3 1 0,0 8-6 0,0-11 2 15,0 11-2-15,-2-12 4 0,2 5-6 0,0 7 2 16,0-13 1-16,0 7 2 0,0 6 1 0,0-14 10 0,-1 4 2 16,1 10-6-16,1-16-2 0,-1 8 1 0,0 8-3 15,-1-14 3-15,2 7 1 0,-1 7 0 16,0-13-3-16,0 5-1 0,0 8 0 0,-1-12-2 16,1 4 7-16,0 8-7 0,-3-13 1 0,3 6 0 15,0 7-2-15,-1-12 5 0,1 12-4 0,1-13-1 0,-1 6 4 16,0 7-3-16,0-11-3 0,1 4 4 0,-1 7-2 15,2-12-5-15,-2 12 3 0,0-10-5 16,0 10 1-16,1-11 0 0,-1 11 2 0,0-11-3 16,0 11 2-16,-1-11 3 0,1 11-3 0,1-10-3 0,-1 10 2 15,0-10 2-15,0 10-5 0,0-10-2 16,0 10 8-16,0-8-4 0,0 8-7 0,4-8 1 0,-4 8 1 16,0-7-1-16,0 7 0 0,0-10-8 0,0 10-4 15,4-10 10-15,-4 10 1 0,1-9 4 0,-1 9-5 16,4-10-1-16,-4 10 9 0,0-13-5 0,1 8-4 15,-1 5 9-15,0-14-3 0,0 9 0 0,0 5 0 16,0-11 1-16,0 11-7 0,0-10 5 0,0 1 0 16,0 9-7-16,0-11 2 0,4 3 10 15,-4 1-8-15,0 7 0 0,0-11 7 0,0 11-4 0,0-14-4 16,0 7 0-16,0 7 6 0,0-10 5 0,0 2-4 16,0 8 7-16,0-11-1 0,0 11-5 0,0-9 2 15,0 9 1-15,2-11-6 0,0 4 5 0,-2 7-8 16,0-11 3-16,0 11 2 0,1-11 1 0,-1 11 2 15,1-11-2-15,1 5-2 0,-2 6 4 0,1-12-10 16,-1 6 9-16,0 6 1 0,2-12-8 0,0 1 6 16,-2 4-5-16,2-2 5 0,0 1-1 0,-2 8 2 15,1-14-2-15,0 6 2 0,-2-2 4 0,1 10-5 16,2-11-2-16,0 4 9 0,-2 7-2 0,0-15-3 16,0 11-2-16,3-6 4 0,-1 1-1 0,-2 1 2 15,0 8-6-15,3-12 7 0,-1 4-3 0,-1 2 1 16,-1 6 3-16,3-11-7 0,-1 4-6 0,-2 7 15 15,2-12-2-15,-2 12 0 0,2-12 0 0,-1 7 1 16,-1 5-3-16,2-13-7 0,-2 6 6 0,0 7 0 16,0-12-1-16,0 12 1 0,-2-10 0 0,2 10-1 15,0-10 6-15,0 10-8 0,-1-6 5 0,1 6-13 16,0 0-8-16,0 0 3 0,0-10-10 0,0 10-4 16,0 0-39-16,0 0-69 0,0 0 31 0</inkml:trace>
  <inkml:trace contextRef="#ctx0" brushRef="#br0" timeOffset="37109.24">27672 6774 42 0,'0'0'52'0,"0"-10"-10"0,0 10 7 0,0 0-5 16,0-8-7-16,0 8 0 0,0 0-14 0,2-9 3 15,-2 9 1-15,0 0-6 0,0-9-2 0,0 9-8 16,0 0 1-16,1-7-12 0,-1 7 2 0,0 0 0 16,0 0-3-16,0-10 3 0,0 10-1 0,0 0 0 15,3-7 1-15,-3 7-2 0,0 0-4 0,1-12 8 16,-1 12-4-16,2-5 6 0,-2 5-7 0,0 0-2 16,0-11 6-16,0 11 2 0,0-8-8 0,0 8 1 15,0 0 0-15,-2-13-2 0,2 13 4 0,-1-8-4 16,1 8-3-16,0 0 1 0,0-11 6 0,0 11-3 15,-1-10-5-15,1 10 12 0,-2-11-5 0,2 11 8 16,0-10-6-16,0 10 10 0,0-9-5 0,0 9 0 16,-1-10-4-16,1 10 3 0,-2-10 7 0,2 10-7 15,-3-9 2-15,3 9-2 0,-2-10 0 16,2 10 3-16,0-12-2 0,0 12 3 0,0-9-1 0,0 9-3 16,-2-8 5-16,2 8-4 0,-4-11-4 0,1 5 3 15,3 6 4-15,-2-12-5 0,0 5 1 0,2 7 1 16,-4-10-2-16,2 4 5 0,1-4-8 0,1 10 4 15,-2-16 1-15,0 10-9 0,-1-2 3 0,3 8 5 16,0-14-3-16,0 6 0 0,0 8 3 0,-2-14-6 16,2 6 7-16,0 8-7 0,-1-11 0 0,1 11 0 15,-1-13 2-15,1 5-1 0,0 8 5 0,0-13 2 16,-1 7-2-16,1 6-5 0,1-13 3 0,-1 7 0 16,0 6-2-16,2-12 0 0,-2 6 8 0,0 6-6 0,2-12-1 15,-2 6 4-15,0 6-3 0,0-12-2 16,0 12-1-16,3-11 2 0,-3 11-2 0,0-12 2 15,0 6-8-15,0 6 6 0,2-10 2 0,-2 10 4 16,0-11-1-16,0 11-4 0,0-12-4 0,0 12 5 0,0-9-3 16,0 9 1-16,0-11 0 0,0 11-4 0,-5-10 5 15,5 10-3-15,0-13-3 0,0 13 9 16,0-9-1-16,0 9 1 0,0-11-3 0,0 11-3 16,-2-12 1-16,2 12 0 0,-1-9 5 0,1 9-4 15,0-7 3-15,0 7-3 0,0 0 6 0,0-12-4 0,0 12-3 16,0 0 0-16,0-10-7 0,0 10 11 0,1-7-3 15,-1 7-6-15,0 0 8 0,0-11-4 16,0 11 2-16,2-8 0 0,-2 8 1 0,0 0-5 16,0-9 7-16,0 9-3 0,0 0-9 0,0-11 16 0,0 11-11 15,3-8 6-15,-3 8-6 0,2-8 4 16,-2 8 8-16,0 0-5 0,0-11 0 0,0 11-1 16,0 0 1-16,0-11-5 0,0 11 7 0,2-7-4 15,-2 7-2-15,1-8 10 0,-1 8-6 0,0 0-2 0,2-10-4 16,-2 10 5-16,0 0 0 0,1-11-4 0,-1 11 3 15,0 0 4-15,1-8-5 0,-1 8 0 0,2-8-1 16,-2 8 0-16,0 0 1 0,0-8 3 0,0 8 0 16,0 0 1-16,0 0-4 0,0-12 8 15,0 12-5-15,0 0 5 0,2-8-2 0,-2 8 1 0,0 0-9 16,0-9 10-16,0 9-11 0,4-5 4 0,-4 5-6 16,1-8 8-16,-1 8-4 0,3-9 4 0,-3 9 3 15,3-7-7-15,-3 7-1 0,0 0 7 0,0-11-6 16,0 11 0-16,2-5 1 0,-2 5 2 0,0 0-10 15,0-12 5-15,0 12 4 0,3-6-2 0,-3 6 5 16,0 0-1-16,3-9-6 0,-3 9 6 0,3-7-12 16,-3 7 6-16,0 0-3 0,0 0 3 0,0 0-8 15,1-7 0-15,-1 7 0 0,0 0 1 16,0 0-3-16,4-7-4 0,-4 7 1 0,0 0 5 0,0 0-13 16,0 0-12-16,4-6-12 0,-4 6-41 15,0 0-95-15,0 0 43 0</inkml:trace>
  <inkml:trace contextRef="#ctx0" brushRef="#br0" timeOffset="38653">27679 5835 24 0,'0'0'32'0,"0"0"-1"16,0-11-3-16,0 11 0 0,0 0 0 0,0 0-7 15,2-6 0-15,-2 6 9 0,0 0-6 0,4-9-1 16,-4 9-1-16,0-7-6 0,0 7-3 0,0 0 0 15,3-10 1-15,-3 10-2 0,1-9 2 0,-1 9-4 16,2-8 5-16,-2 8-1 0,1-8-5 0,-1 8-4 16,2-10 4-16,-2 10-1 0,2-8 2 0,-2 8-5 15,0-8 1-15,0 8-2 0,0-9 1 0,0 9 3 16,2-10-4-16,-2 10 5 0,2-7 3 0,-2 7-7 16,0 0-4-16,1-10 3 0,-1 10 4 15,3-10-6-15,-1 4 2 0,-2 6-3 0,4-7 3 0,-4 7-3 16,4-10 2-16,-4 10 2 0,1-9 2 0,-1 9-7 15,2-10 2-15,0 5-1 0,0-1-2 0,-2 6 3 16,2-11 0-16,0 5 2 0,-2 6-1 0,3-11-5 16,-2 4 4-16,-1 7-4 0,1-12 2 0,1 6 1 15,-2 6 4-15,3-10 3 0,-3 10-11 0,2-10 7 16,-2 5 2-16,0 5 0 0,2-11-3 0,-2 11 0 16,3-7 0-16,-3 7 1 0,1-9 6 0,-1 9-7 15,3-8 0-15,-3 8-2 0,2-8-2 0,-2 8-2 16,3-8 6-16,-3 8 0 0,1-8 2 0,-1 8 1 15,4-8-5-15,-4 8 4 0,1-8-3 0,-1 8-2 16,2-9 0-16,-2 9 6 0,2-7-1 0,-2 7-1 16,0 0 4-16,0-12-2 0,0 12-5 0,0-8 9 15,0 8-2-15,0-7-4 0,0 7 5 0,0 0-6 16,0-14 10-16,0 14-7 0,4-7 2 0,-4 7-6 16,0-8 13-16,0 8-12 0,0-9 7 0,0 9-2 15,0 0-2-15,-4-13 1 0,4 13 5 0,0-9-5 16,0 9-1-16,0-9 7 0,0 9-11 0,0 0 11 15,4-11-6-15,-4 11-8 0,0 0 1 0,-4-13-1 16,4 13 5-16,0-6-5 0,0 6 4 0,0 0 6 16,0-11 4-16,0 11 4 0,0 0-6 0,-2-8-3 15,2 8-1-15,0 0 9 0,0 0 21 0,0-10-30 16,0 10 5-16,0 0-3 0,-2-8-9 0,2 8 6 16,0 0-1-16,0-10-4 0,0 10 4 0,0 0-3 15,0 0-4-15,-1-11 5 0,1 11-2 0,0 0 2 16,0 0-1-16,0-10 0 0,0 10-2 0,0 0 3 15,-3-8-5-15,3 8 3 0,0 0 0 0,0-8 2 16,0 8 1-16,0 0 3 0,-2-9-3 0,2 9 3 16,0 0 3-16,0 0 2 0,-3-8-12 0,3 8-4 15,0 0 11-15,0 0-8 0,0-11 3 0,0 11-4 16,0 0 3-16,-2-8-4 0,2 8 7 0,0 0-5 16,-2-9 2-16,2 9-7 0,0 0 12 0,0-9-6 15,0 9 1-15,0 0-2 0,-2-8 9 0,2 8-6 16,-3-6 2-16,3 6-7 0,0 0 7 0,-2-8 1 0,2 8-5 15,0 0 8-15,-2-8-2 0,2 8 4 16,0 0 5-16,0 0-7 0,0-10-1 0,0 10 6 16,0 0-1-16,-3-9-10 0,3 9 2 0,0 0-2 15,0-10 5-15,0 10-6 0,0 0-3 0,0-9 7 16,0 9-1-16,0 0-3 0,0 0 3 0,3-13-2 16,-3 13 1-16,0-7 0 0,0 7 1 0,2-7-5 0,-2 7 8 15,0 0-2-15,0 0-1 0,0 0 0 0,-2-12 5 16,2 12-9-16,0 0 0 0,-3-9 0 15,3 9-1-15,0 0-3 0,-2-9 5 0,2 9 0 16,0 0 4-16,-1-10-11 0,1 10 9 0,-1-7-5 16,1 7 16-16,0 0-21 0,-1-8 7 0,1 8-6 0,0 0 4 15,-4-9-1-15,4 9 4 0,0 0-4 16,0 0 3-16,0-8 1 0,0 8-2 0,0 0 3 16,-2-8-3-16,2 8 2 0,0 0-3 0,-2-9 0 15,2 9 3-15,0 0-2 0,-2-7 11 0,2 7-11 0,0 0 0 16,-1-8-4-16,1 8 3 0,0 0 4 0,0-10 3 15,0 10-6-15,0 0 7 0,0 0-6 0,-1-12-14 16,1 12 13-16,0 0 0 0,0-9-3 16,0 9-1-16,0 0-4 0,0 0 7 0,1-9-9 15,-1 9 8-15,0 0 1 0,0 0 2 0,0 0 1 0,-1-11-7 16,1 11 1-16,0 0 7 0,0 0-3 16,1-8-3-16,-1 8 4 0,0 0-7 0,1-8 8 0,-1 8 5 15,0 0-8-15,0 0 3 0,0 0-5 16,-1-10 11-16,1 10-8 0,0 0-5 0,0 0 4 15,0 0 3-15,0 0-7 0,1-10 3 0,-1 10 4 16,0 0-7-16,0 0 3 0,0-8 4 0,0 8 1 16,0 0 0-16,0 0-3 0,0 0 3 0,0 0 2 15,-1-10 1-15,1 10-5 0,0 0 2 0,0 0-1 16,0 0 1-16,0 0-3 0,0 0 8 0,0 0 6 16,-2-8-14-16,2 8-6 0,0 0 10 0,0 0 0 0,0 0-6 15,0 0 5-15,0 0-3 0,0 0-1 0,0 0 0 16,0-9 7-16,0 9-7 0,0 0 3 0,0 0 4 15,0 0-2-15,0 0-3 0,0 0-6 16,0 0 11-16,1-9-6 0,-1 9 0 0,0 0-7 16,0 0 7-16,0 0-7 0,0 0 6 0,0 0 6 0,0 0-3 15,0 0-9-15,0 0 8 0,0 0-2 0,0 0-1 16,0 0 2-16,0 0-5 0,0 0 3 0,0 0 7 16,0 0-7-16,0 0 10 0,0 0-22 15,0 0-4-15,0 0-14 0,0 0-3 0,0 0-6 16,0 0-4-16,0 0 1 0,0 0-3 0,0 0-7 0,0 0-9 15,0 0-13-15,0 0-42 0,0 0-126 0,0 0 55 16</inkml:trace>
  <inkml:trace contextRef="#ctx0" brushRef="#br0" timeOffset="43338.93">9066 9206 56 0,'0'0'70'0,"0"0"-5"0,0 0-9 16,6-3-8-16,-6 3-2 0,0 0-4 0,0 0-9 15,0 0-13-15,0 0-12 0,0 0-16 16,0 0-13-16,0 0-13 0,0 0-30 0,0 0-69 0,0 0 31 16</inkml:trace>
  <inkml:trace contextRef="#ctx0" brushRef="#br0" timeOffset="52812.86">9077 9403 72 0,'0'0'65'0,"0"0"-3"0,0 0-5 0,0 0-9 15,0 0 3-15,0 0-3 0,0 0-4 0,0 0-2 16,0 0 2-16,0 0 1 0,0 0-12 0,0 0-1 15,0 0 3-15,0 0-10 0,0 0 1 0,0 0 1 16,0 0-5-16,-25 0 6 0,25 0-7 0,0 0-1 16,0 0-9-16,0 0 1 0,0 0 0 0,0 0 7 15,0 0-9-15,0 0 9 0,0 0-12 0,0 0-4 16,0 0 5-16,0 0 15 0,0 0-19 0,0 0 4 0,0 0-2 16,0 0 8-16,0 0-17 0,0 0 9 15,0 0 1-15,0 0-2 0,0 0-3 0,0 0 3 16,0 0 3-16,0 0-12 0,0 0 9 0,0 0 3 15,0 0-9-15,0 0-1 0,0 0 1 0,0 0 7 16,0 0 4-16,0 0-6 0,0 0 3 0,0 0-9 16,0 0 7-16,0 0-9 0,0 0 1 0,0 0 4 15,0 0 1-15,-3-10 1 0,3 10 0 0,0 0 2 16,0 0-4-16,0 0 2 0,0 0-9 0,0 0 7 16,0 0 0-16,0 0 5 0,0 0-4 0,0 0-1 0,0 0 3 15,0 0-6-15,0 0-17 0,0 0 21 16,0 0-1-16,0 0-5 0,0 0 5 0,0 0-5 0,0 0 1 15,0 0-10-15,0 0 2 0,0 0-15 16,0 0-4-16,0 0-7 0,0 0-11 0,0 0-3 0,0 0-9 16,0 0-18-16,0 0-40 0,0 0-127 15,0 0 55-15</inkml:trace>
  <inkml:trace contextRef="#ctx0" brushRef="#br0" timeOffset="55205.28">25232 9001 29 0,'0'0'38'16,"-2"-7"1"-16,2 7-5 0,0 0-4 0,0 0-3 0,0 0-2 15,0 0-5-15,0 0-3 0,0 0-2 16,0 0-3-16,0 0 6 0,0 0-6 0,0 0-2 15,0 0 1-15,0 0-4 0,0 0-1 0,0 0-3 16,0 0 4-16,0 0-9 0,0 0-2 0,0 0-1 0,-6-4-5 16,6 4-2-16,0 0 1 0,0 0-4 15,0 0-9-15,0 0-3 0,0 0-15 0,0 0-45 16,0 0 20-16</inkml:trace>
  <inkml:trace contextRef="#ctx0" brushRef="#br0" timeOffset="57020.41">25594 9041 19 0,'20'-1'17'0,"0"0"3"0,0 2-5 0,-1-1-2 16,0 0-2-16,0 0 1 0,2 0-2 0,0 1-2 16,-2-2 2-16,0 1-3 0,2 1-1 0,-3-1-5 15,2 1 4-15,0 0-2 0,-4 2-2 0,2-2 3 16,-4-1 1-16,-1 2-2 0,0-2 0 0,1 1 0 15,-1 0-2-15,-1-1-1 0,1 0 1 0,1 0 0 16,-1 0 0-16,0 0 0 0,6 0 7 0,3-1 8 16,-2 0-3-16,9-1-8 0,0 2 4 0,5 2-2 15,-3-2-2-15,1-2 2 0,2 2-7 0,-5 0 1 16,5-1-3-16,-6 2 1 0,5-1 1 0,-5 0-2 16,5 2 0-16,-5-1-4 0,1 0 0 0,0 0-2 15,-6 1 2-15,-4-2 1 0,2 0-7 0,-2-2 3 16,-1 4-4-16,-1-2 3 0,-1 3-2 0,-5-2-3 15,0-1-10-15,-1 0-25 0,-1 0 12 0</inkml:trace>
  <inkml:trace contextRef="#ctx0" brushRef="#br0" timeOffset="57451.63">26312 9024 4 0,'28'2'11'0,"3"-2"-7"0,0 0-8 0,1 0-3 16,-1 2 2-16</inkml:trace>
  <inkml:trace contextRef="#ctx0" brushRef="#br0" timeOffset="58642.73">27314 9069 22 0,'11'-1'30'16,"-11"1"-4"-16,0 0-2 0,7 1-2 0,-7-1 0 15,0 0-4-15,12 2-5 0,-12-2-5 0,8 0-2 16,-8 0-8-16,7 1 0 0,-7-1-9 0,0 0-19 15,12-1-32-15,-12 1 15 0</inkml:trace>
  <inkml:trace contextRef="#ctx0" brushRef="#br0" timeOffset="59600.5">27447 8671 14 0,'0'0'37'0,"14"14"-2"0,-14-14-2 0,2 8-2 16,-2-8-6-16,2 11 2 0,0-4-7 0,-2 1 4 16,0-8-6-16,1 19 2 0,-1-8-3 0,2-2-7 15,-5 1 1-15,1 1-1 0,2 1 1 0,-2 0 0 16,2-1 6-16,0 0-6 0,0 0-4 0,2-1-3 15,0-1 2-15,-1-1 3 0,-1 2-6 0,2-2-1 16,-2-8 1-16,0 12-4 0,0-6-2 0,0-6-5 16,2 11 3-16,-2-5-2 0,0-6-1 0,0 11-2 15,0-11-1-15,4 12-3 0,-4-7-4 0,0-5-1 16,0 11 5-16,0-11-6 0,0 13 0 0,-2-7-3 16,2-6-17-16,0 11-42 0,0-11 19 0</inkml:trace>
  <inkml:trace contextRef="#ctx0" brushRef="#br0" timeOffset="59913.4">27411 8855 29 0,'0'10'45'0,"2"-1"-4"0,0 3-3 15,-1-2-3-15,0 0-7 0,-1 2-4 16,3-3 0-16,-3 1-3 0,0-3 0 0,2 3-4 0,0-3-11 15,-2 0-9-15,0-7-1 0,3 12-6 0,-3-6-5 16,0-6-35-16,0 11-54 0,0-11 24 0</inkml:trace>
  <inkml:trace contextRef="#ctx0" brushRef="#br0" timeOffset="61215.21">27562 8350 7 0,'0'0'25'0,"0"0"2"16,0 0-4-16,2-8 0 0,-2 8 1 0,0 0-2 0,0-11-6 16,0 11-3-16,0 0 4 0,0-8-5 15,0 8-1-15,0 0 1 0,2-8-2 0,-2 8 3 16,0 0-4-16,2-8-1 0,-2 8 4 0,0 0-8 0,0 0 6 15,0-10-5-15,0 10-1 0,0 0-5 16,0-7 7-16,0 7-7 0,0 0 9 0,0 0-8 0,0-9 4 16,0 9-2-16,0 0-2 0,0 0-2 15,0 0 2-15,4-9 0 0,-4 9-8 0,0 0-2 0,0 0-7 16,0 0-4-16,0 0-24 0,-4-9-48 0,4 9 21 16</inkml:trace>
  <inkml:trace contextRef="#ctx0" brushRef="#br0" timeOffset="77103.6">27447 8548 45 0,'0'-9'36'0,"0"9"0"16,0 0-7-16,0 0 0 0,0 0 3 0,0-11 0 16,0 11-3-16,0 0-7 0,0 0 6 0,0 0-3 15,-3-6-1-15,3 6 0 0,0 0 1 0,0 0-1 16,0 0-3-16,0 0-4 0,0 0 2 0,0 0-8 16,0 0-4-16,0 0-3 0,0 0 6 0,0 0-6 15,0 0-1-15,0 0 3 0,0 0-1 0,0 0-1 16,0 0-4-16,-6 19 0 0,4-12-4 0,0 1 13 0,2 1-2 15,0 1-3-15,0 1-1 0,-3-1 1 16,2 2 4-16,0-1-2 0,-1-1 0 0,-1 6 2 16,1-3 1-16,2 3 0 0,-4 2-1 0,3-5 2 15,-1 4 5-15,0-1-5 0,0 0-3 0,0 1 9 16,0-4-10-16,2 3 5 0,-3-4-2 0,2 0 0 16,1 0 4-16,0-1-10 0,-1 0 2 0,-1 0 2 0,0 2-5 15,2-4-4-15,0 1 12 0,0-1-11 0,0-1 11 16,0 0-5-16,0-8 1 0,0 15-5 0,0-10 5 15,0 3-1-15,0-8-4 0,4 10-1 16,-3-5 4-16,-1-5-3 0,1 9 0 0,-1-9-2 0,0 0 4 16,1 8 0-16,-1-8 2 0,0 0-3 0,2 7 4 15,-2-7 6-15,0 0 1 0,0 0 1 0,0 0 4 16,0 0-1-16,0 0 3 0,0 0 1 0,0 0-6 16,0 0-1-16,0 0 3 0,0 0-3 0,0 0 0 15,0 0 2-15,0 0-11 0,0 0 1 0,0 0 1 16,0 0-2-16,0 0-2 0,-2-29-1 0,4 23 0 15,-2 6 4-15,0-12-3 0,4 2-8 0,-4 0 5 16,2-1 1-16,0 0-3 0,0-2-1 0,-1-3-6 16,3 1-1-16,-2-2-4 0,3 0 4 0,-3 1 7 15,1-3-19-15,1 2 13 0,-2 0 2 0,1-1-6 16,-1 3 12-16,0 0-14 0,2-2 5 0,-1 5 5 16,0-1 8-16,-1 1-8 0,0-4 4 0,0 4 0 15,0 3-1-15,1-1 0 0,-1 1 4 0,-2-1-3 16,2 0-2-16,-2 4 3 0,0 6 15 0,4-10-9 15,-1 5 4-15,-3 5 6 0,0 0-9 0,0-10 2 0,0 10 2 16,0 0-19-16,2-7 9 0,-2 7-4 0,0 0 5 16,0 0-6-16,0 0 6 0,0 0-11 0,0 0 8 15,0 0-10-15,0 0 17 0,0 26-8 16,0-15 5-16,-2 3 4 0,-1 2-3 0,1 1 6 0,0 8-9 16,0-7-1-16,0 1 15 0,-1 7-15 15,1-1 5-15,2-6 8 0,-2 0-3 0,2-2 1 16,0 3-4-16,-2-2 0 0,4 0-2 0,-2-2-6 0,0 1 2 15,-2-6 5-15,4 5-2 0,-2-3 0 0,0-3-4 16,0 0-2-16,2 2 2 0,-2-5 1 0,0 5 4 16,0-3-4-16,-2-1 0 0,2-8-1 0,2 10 14 15,-2-10-14-15,-2 9 5 0,2-9-4 0,0 8 4 16,0-8-5-16,0 0 0 0,0 9 5 0,0-9 3 16,0 0-1-16,0 0-3 0,0 0-2 0,0 0-10 15,0 0 18-15,0 0-8 0,0 0 8 0,0 0 2 16,0 0-10-16,0 0 3 0,-4-26-7 0,4 26 0 15,0-19 9-15,0 9-2 0,-3-1-2 0,3-2-11 16,0-2 2-16,0-1-2 0,3-1-8 0,-6-1 11 16,6 0-2-16,-6-2 4 0,3 3-9 0,0-2-6 0,0 0 12 15,0 2-2-15,0 0-1 0,-1-2-1 16,1 0 8-16,-2 3 0 0,2-1-2 0,0 5 5 16,0 1-7-16,-2 0 2 0,2 1-3 0,0 0 5 15,-2 3-2-15,2 7-4 0,0-13 2 0,0 13 0 16,0-9 2-16,0 9 3 0,0 0-7 0,4-8 7 15,-4 8 1-15,0 0-3 0,0 0 4 0,0 0-3 0,0 0 1 16,0 0-5-16,12 27 6 0,-10-13 3 0,3 5-14 16,-3 0 10-16,0 9-4 0,0-1 10 0,-2 1-10 15,0-1 6-15,0 1-2 0,3-2-4 16,-3-1-7-16,0-1-4 0,0-4-7 0,0 4-5 0,1-5-16 16,-1-1-19-16,0 2-67 0,0-4-141 0,0 0 64 15</inkml:trace>
  <inkml:trace contextRef="#ctx0" brushRef="#br0" timeOffset="81906.06">26818 10875 59 0,'-4'-4'129'0,"4"4"-12"0,-10-7-6 15,6 2 2-15,-2 3-4 0,-1-2-13 0,-3 1-8 16,1-1 3-16,-1 3-8 0,3-1-9 16,7 2-10-16,-20 2 0 0,11-1-4 0,-1 3-6 0,1-1 6 15,-1 3-11-15,-4 6-3 0,1-2-3 0,-1 4-2 16,1-2-3-16,4 4 0 0,-3 0 3 0,-1 7-10 15,2-1-1-15,4-5-1 0,0 2-3 0,3 0-3 16,-1 0-3-16,1 0 0 0,2-2-1 16,2 2-3-16,2-2-4 0,0 2 1 0,3-6 0 0,-1 3-2 15,2-1 3-15,4-1-5 0,-1-6-1 0,0 1-5 16,5-2-6-16,-1 2-11 0,0-3-12 0,5-1-15 16,0 0-2-16,0-1-24 0,2-2-6 0,-2-2-4 15,0-3-2-15,1 0-5 0,-2 0 0 0,3-4-3 16,-5 4-8-16,0-5 2 0,2 0-6 0,-3 0 7 15,-1-3 10-15,1 0 5 0,-5 2 7 0,4-4 7 16,-3 0 10-16,-2-2 14 0,-3 0 2 0,1 0 19 16,-1 3 1-16,0-3 18 0,-1 0 13 0,-2 3 7 15,1 2 8-15,-1-3 2 0,0 3 11 0,-2 1 3 16,0 2 2-16,0 7 6 0,2-10 3 0,-2 10-9 16,2-8-1-16,-2 8-10 0,0 0 4 0,0 0-2 15,0 0 8-15,0 0 4 0,0 0 2 0,0 0-7 16,0 0 0-16,4 22 1 0,-4-14-4 0,1 3-1 15,-1 1-3-15,0 0-2 0,2 0-1 0,0-2-3 16,-2 2-5-16,3 0 1 0,-1-2-2 0,3 1-4 0,-1-2 0 16,-2-1-2-16,5 0-3 0,-3-2-4 15,4 2 1-15,-2-3-3 0,1-1 3 0,-1-1-3 16,4 1-1-16,-4-2-1 0,3-2 0 0,-9 0-3 16,21-6 4-16,-11 3-3 0,-1-2 8 0,5-2-8 15,-7 1 2-15,1-2-4 0,0 1 4 0,-2-3 8 0,1 3-6 16,-3-3-2-16,1-2-7 0,-1-4 1 0,1 1 2 15,-2 3-2-15,1 1 3 0,-4 1 7 16,2 2 10-16,0 2-5 0,-2 6-10 0,2-11 9 0,-2 11-5 16,0-8-1-16,0 8-2 0,0 0-3 0,3-6-4 15,-3 6 0-15,0 0-3 0,0 0 4 0,0 0-3 16,0 0 1-16,-5 22 7 0,5-12-7 0,-2 1 2 16,2-1 2-16,0 0-3 0,2 1-1 0,2-3-2 15,-1 3 6-15,1-2 1 0,2 1-2 0,0-2-3 16,0-3 1-16,-1 1-2 0,1-1 4 0,-1-1-10 15,0 0-6-15,2-2 3 0,-1 2 4 0,3-4-4 16,3 0-13-16,-1 0-1 0,-1-2 11 0,4-2-14 16,-1-2-3-16,-1 0 0 0,-1-1 3 0,0-2 2 15,1-3-2-15,-1-1 8 0,0-1-8 0,1 0 9 16,-4-3 0-16,1 0 4 0,-2 0 8 0,-2-2 5 16,1-6-3-16,-2 2 6 0,-3 3-5 0,1-5 2 15,0 0 0-15,-2 7 14 0,0 0 6 0,0 4 2 16,0-2 9-16,0 3 6 0,0 4-4 0,0-1 3 15,0 10 3-15,2-9-8 0,-2 9-7 0,2-10-2 16,-2 10-3-16,0 0 0 0,0 0 1 0,0 0-4 16,0 0 8-16,12 24 6 0,-8-8 0 0,-3 2-4 15,1 0 2-15,0 7-3 0,0-4-1 0,0 3-3 0,1 0-1 16,-2-3 1-16,0-2-4 0,-1 1 0 16,2 5-7-16,-2-7 4 0,2 1-2 0,-2-1-5 15,0-2-8-15,0-1-17 0,-2 2-4 0,2-5-16 16,0 2-11-16,0-3-36 0,0 0 3 0,0-3-22 0,0 0-14 15,0-8-23-15,0 12-23 0,0-12-100 0,0 7-285 16,0-7 127-16</inkml:trace>
  <inkml:trace contextRef="#ctx0" brushRef="#br0" timeOffset="82083.18">27369 10929 87 0,'0'0'106'0,"21"10"-14"0,-8-6-20 15,4-2-11-15,6 1-15 0,4-1-32 0,2 2-28 16,0 1-64-16,-2 0-84 0,3-4 38 0</inkml:trace>
  <inkml:trace contextRef="#ctx0" brushRef="#br0" timeOffset="82328.53">27834 11015 38 0,'0'0'170'0,"0"0"-5"16,0 0-14-16,0 0-19 0,0 0-9 0,0 0-20 15,0 0 0-15,0 0 7 0,0 0 5 0,0 0-5 16,4 20-13-16,-2-11-11 0,-2 1-9 0,2 1-7 15,-2 2-9-15,2-1-2 0,-2-2-8 0,0 4-6 16,0-2-2-16,0-1-9 0,-1 2-10 0,1-3-12 16,1 1-18-16,-1 0-13 0,-2-3-27 0,3 2-29 15,-1-3-11-15,1-1-21 0,-1-6-38 0,0 11-105 0,1-5-269 16,-1-6 119-16</inkml:trace>
  <inkml:trace contextRef="#ctx0" brushRef="#br0" timeOffset="82731">28074 11178 53 0,'0'0'153'16,"0"0"-10"-16,-16-18-2 0,16 18-9 0,2-13-2 15,1 3-20-15,1 2-7 0,0-3-5 0,3 0-7 16,0 1-12-16,2 1-2 0,3 1-13 0,-3 3-2 15,1-2-8-15,2 1-4 0,-1 2-5 0,-2 2-11 16,3 1 1-16,-2 2-4 0,-1 1-5 0,1 4 0 16,-1 1-9-16,-1 0 2 0,-1 1-2 0,1 1-3 15,-3 3 3-15,-2-1-6 0,2 1-19 0,-3 4-14 16,0-4-23-16,-2 1-8 0,0-1-41 0,1 0-14 16,-2 0-36-16,-2-1-83 0,2-2-245 0,0-3 108 15</inkml:trace>
  <inkml:trace contextRef="#ctx0" brushRef="#br0" timeOffset="83101.39">28613 10937 53 0,'0'0'155'0,"0"0"-3"0,6-8-1 0,-6 8 9 15,0 0-4-15,0 0-13 0,10 22-10 0,-6-11-12 0,-2 0-9 16,2 3-6-16,-1 3-17 0,2-1-4 16,0 0-5-16,1-5-10 0,-3 0-7 0,3 4-6 15,-2-6-13-15,1 3 2 0,-1-3 2 0,1 1-9 16,2-1-1-16,-5-3-8 0,3-1 1 0,-2 1-1 0,0-2 0 16,-3-4-1-16,6 7 1 0,-6-7 13 0,3 4 8 15,-3-4 0-15,0 0-4 0,0 0-2 16,0 0-6-16,14-11-3 0,-10 3-5 0,0-1-4 15,1-1-3-15,4-1-3 0,-2-4 2 0,2-2-3 0,0 0-3 16,0-6-3-16,2 0 0 0,-5 7-2 0,1 0 0 16,0 2-2-16,0-1 1 0,-2 3-9 0,-3 2-12 15,1 1-15-15,0 3-21 0,-3 6-24 0,3-7-28 16,-3 7-29-16,5-8-32 0,-5 8-17 0,6-2-14 16,-6 2-132-16,0 0-348 0,0 0 153 0</inkml:trace>
  <inkml:trace contextRef="#ctx0" brushRef="#br0" timeOffset="83386.61">28907 11104 125 0,'2'9'136'0,"-2"-9"-9"0,1 8-3 0,-1-8 19 16,2 7-13-16,-2-7-10 0,6 7-6 0,-3-5-10 15,3 2-8-15,0-2-15 0,3 2 0 0,1-2-7 16,2 0-5-16,0-1-1 0,0-2-2 0,1 1-5 15,-2-2-5-15,1-2-4 0,-1 2-2 0,-1-5-7 16,-2 1-5-16,0-1 0 0,-3-2-4 0,0 0-4 16,-1-2-1-16,-4 0-4 0,0 0-2 0,-3-5 1 15,-2 5-6-15,1 1-1 0,-4-2-4 0,4 3 1 0,-2 0-4 16,-1 1 4-16,-1 2-6 0,0 2-1 0,1 1-6 16,0 1 3-16,7 2-12 0,-21 3-10 15,12 1-19-15,-3 1-11 0,1 2-18 0,-1 0-27 16,2 2-27-16,4 0-34 0,-2 1-134 0,1 0-311 0,5-2 139 15</inkml:trace>
  <inkml:trace contextRef="#ctx0" brushRef="#br0" timeOffset="83645.86">29265 10839 39 0,'3'-6'194'0,"-3"6"-11"16,2-9-17-16,-2 9-12 0,5-5-17 0,-5 5-2 16,0 0 2-16,0 0-5 0,11 20-3 0,-9-9-9 15,2 4-8-15,-1 3-10 0,-2 7-10 0,-1-6-9 16,0 8-8-16,-3-2-7 0,2-5-6 0,-1 4-4 16,-1-4-6-16,2-4-6 0,-1 2-5 0,1-1-5 15,0-2-7-15,-1-3-24 0,2 3-22 0,-1-4-25 16,0 0-34-16,0-1-28 0,1-3-31 0,1 0-30 15,-1-7-143-15,-3 9-334 0,3-9 147 0</inkml:trace>
  <inkml:trace contextRef="#ctx0" brushRef="#br0" timeOffset="83895.92">29539 10788 173 0,'2'-6'185'0,"0"2"-19"15,-2 4-14-15,0 0-9 0,5-6 4 0,-5 6 10 16,0 0-6-16,7 19-3 0,-7-6-3 16,0 5-10-16,0 0-11 0,-2 7-12 0,0-5-8 15,2 5-9-15,-3 0-11 0,3-5-10 0,0 4-9 0,-3-6-4 16,2-1-5-16,1-1-2 0,-1-1-10 16,1 1-4-16,0-4-12 0,-2 0-13 0,2-2-26 15,-1 0-17-15,1-2-26 0,0-8-21 0,-3 11-28 0,3-5-12 16,0-6-14-16,0 0-20 0,-3 9-7 0,3-9-151 15,-8 1-332-15,8-1 148 0</inkml:trace>
  <inkml:trace contextRef="#ctx0" brushRef="#br0" timeOffset="85072.57">29439 10981 115 0,'0'0'132'0,"-1"-6"-8"0,1 6-15 15,0 0-15-15,5-8-4 0,1 5-9 0,6 1-15 16,-1-1 3-16,10-1-13 0,-1 3 1 0,2-2-10 15,0 1 0-15,7 1-10 0,0-1-4 0,-1-1 6 16,-7 3-2-16,1-2-9 0,-3 0 2 0,-5 2-5 16,-1 0 0-16,-1-2 1 0,-1 2 3 0,-2-1-8 15,-9 1 6-15,12-1 6 0,-12 1-3 0,11 0 6 16,-11 0 6-16,10-2 5 0,-10 2 1 0,0 0-2 16,0 0-2-16,0 0 0 0,0 0-6 0,0 0-4 15,0 0-3-15,0 0-4 0,0 0 1 0,0 0 3 16,-18 20 0-16,9-11 0 0,-1-2-4 0,-2 6 2 15,-2-1-6-15,4 2 1 0,0-1-5 0,-2 1 1 16,3 0-7-16,3-4 2 0,1 2-4 0,1-2 4 16,1 0-1-16,3-2-3 0,-1 2-3 0,1-10 6 15,3 12-7-15,0-7 3 0,3 1-1 0,-1-3 2 16,1-1-1-16,-6-2-1 0,13 0-4 0,-13 0-2 0,14-1 3 16,-4-2-1-16,0-4 1 0,-2 4 0 0,1-3-2 15,1-1 3-15,-2 0-3 0,-2-2-3 16,2-2-1-16,0 1 2 0,-3-1-2 0,1 0 4 15,1-4-1-15,-1 1-5 0,-1 2 4 0,-1 3-4 0,-2 2-1 16,2-2 1-16,-2 5 0 0,-2 4-1 0,3-8-2 16,-3 8 0-16,0 0-2 0,0 0 6 0,0 0-3 15,0 0 2-15,0 0 2 0,2 26 1 16,-4-18-1-16,2 2-2 0,0-1-1 0,2 2 4 0,-1-2-2 16,2 1 0-16,-2-2 1 0,4 1 0 0,-1-4 1 15,1 0 2-15,3 3-2 0,1-5 3 0,1 0 0 16,0 0 3-16,-1-3-7 0,4 1 2 0,-1-2-1 15,0 1 4-15,2-1 1 0,-1-1-4 0,1-3 1 16,-1 1-3-16,1 1 2 0,-3-4 0 0,0 2 0 16,1-3 3-16,0 1-7 0,-3 0 6 0,2-1-5 15,-3 0 2-15,0-1-1 0,0 0 4 0,-1-1-1 16,-1 2-2-16,-2-1 3 0,1 2-6 0,-1 1-3 16,1 0 6-16,-2 0 5 0,-3 6-10 0,2-7 1 15,-2 7-1-15,0 0 3 0,0 0 0 0,3-7-5 16,-3 7 6-16,0 0 1 0,0 0 0 0,-26 11-4 15,17-6 0-15,-2 3-1 0,1-1 4 0,2 0 0 16,0-2 0-16,-1 2-13 0,3 0 0 0,1-2-5 16,1 0-6-16,0-1-4 0,4-4-10 0,-6 8 3 15,6-8-3-15,-3 9 1 0,3-9 2 0,0 0 7 16,0 0-1-16,5 7-1 0,-5-7 10 0,9 1 1 16,-9-1 4-16,0 0 4 0,0 0-3 0,18-7 2 15,-18 7 7-15,8-5-3 0,-8 5 6 0,5-7 13 16,-1 4 12-16,-4 3 1 0,5-4 4 0,-5 4-1 15,0 0 0-15,5-6 0 0,-5 6 0 0,0 0-5 0,0 0-4 16,4-4-3-16,-4 4 1 0,0 0 7 0,0 0 7 16,2 18-1-16,-3-7 3 0,2 7 16 0,2-1 5 15,-2 2-5-15,5 6-6 0,0 2 0 16,-1 3-2-16,0-2-11 0,0 3 3 0,1-1-7 0,-2 2-4 16,-3 1-1-16,-1-2 1 0,2 0-2 0,-4 3-1 15,1-3-3-15,1-1 1 0,-4-2-3 16,-1 0-3-16,-1 0-9 0,1-5-9 0,-2 3 3 0,1-9-12 15,-2 0-4-15,-1-2-1 0,2-2 2 0,-5-1-1 16,1-3-1-16,0-1 2 0,1-3-3 0,-5 1-8 16,3-2-8-16,0-3-4 0,-1-1-4 0,1-1-2 15,2-2-3-15,-1-3 4 0,-1 0 8 0,1-5 3 16,2 2-2-16,1-7 3 0,4-1-2 0,3 2 9 16,1-5 4-16,4 1-4 0,2 0 8 0,6-4 2 15,0-4 5-15,5 2 0 0,2 3 2 0,0-2-6 16,4 1 11-16,3 0-5 0,1-1 11 0,-2 5-11 15,2-5 8-15,3 1 5 0,-5 2 2 0,5 0 3 16,-1 0 8-16,-2-1-6 0,-1 1 1 0,3-1 2 16,-5 3-2-16,2-3 2 0,-3 0-3 0,1 3 4 15,-4-2 0-15,2 2-4 0,-4-1-1 0,-4-2 10 16,-1 7-5-16,-4-3 7 0,-3 2-5 0,2 1 3 16,-3 5-2-16,-1-3 4 0,-2 3-1 0,-1 0 2 15,1 4 1-15,-2 6-1 0,-2-11-6 0,2 11 3 16,-11-5-1-16,11 5-7 0,-18 3 2 0,5 2 4 15,-2 6-8-15,1 0 3 0,-3 1 0 0,3 3 0 16,4-1-7-16,0 4 3 0,3-3-2 0,5 3-13 16,-2-1-22-16,4-1-27 0,4 0-29 0,3-2-32 15,4-1-43-15,-3-4-158 0,3 0-347 0,4-2 154 16</inkml:trace>
  <inkml:trace contextRef="#ctx0" brushRef="#br0" timeOffset="86806.1">27485 8628 17 0,'0'0'67'0,"0"0"-4"16,0 0-6-16,0 0-9 0,0 0 1 0,0-8-10 0,0 8 3 16,0 0-9-16,0 0 7 0,0 0-8 0,0 0-3 15,0 0-13-15,0 0 6 0,0 0 1 0,0 0-1 16,0 0 4-16,0 0-12 0,0 0 21 16,-2 27-7-16,4-14 2 0,-2 0 1 0,0 1-6 0,0 5 0 15,0-1-3-15,0 1-2 0,0 2 5 0,-2-3-4 16,2 0-3-16,2 1-2 0,-4-1 9 0,2 0-13 15,-2-1 1-15,2-2-1 0,0-1-4 0,0 1 9 16,2 1-1-16,-4-3 0 0,2-2 6 0,-1 1-5 16,1 0-2-16,-1-2 0 0,-2 1-4 0,3 1-11 15,-2-4 6-15,0 2 7 0,2-3-4 0,-2-2 1 16,2-5-5-16,0 11 0 0,0-11 4 0,0 11-1 16,0-11-14-16,0 9 9 0,0-9 6 0,0 0 0 15,-2 7-5-15,2-7 11 0,0 0-1 0,0 0-8 16,-1 9-7-16,1-9 10 0,0 0-3 0,0 0 2 15,0 0 0-15,0 0-2 0,0 0 5 0,0 0-15 16,0 0-11-16,0 0-12 0,0 0-11 0,0 0-31 16,0 0-25-16,-10 3-82 0,10-3-190 0,0 0 84 15</inkml:trace>
  <inkml:trace contextRef="#ctx0" brushRef="#br0" timeOffset="87124.26">27431 8695 30 0,'0'0'83'0,"0"0"-5"0,0 0-2 0,0 0-3 15,0 0-4-15,-7 31 2 0,5-19-11 16,0 5-1-16,0 2 9 0,0-2-15 0,1 2-13 0,-3-1 6 16,0 0 4-16,2-1-12 0,1 1 1 0,0-2-12 15,0 1-12-15,-3 0 12 0,4-3 1 0,0-1-4 16,-2-2 5-16,2 2-12 0,0-3-8 16,0 2-9-16,0 1-6 0,-3-4-11 0,6 3-10 0,-6-4-27 15,6 1-11-15,-1 1-22 0,-7-1-56 0,5-9-154 16,0 10 69-16</inkml:trace>
  <inkml:trace contextRef="#ctx0" brushRef="#br0" timeOffset="87315.59">27409 8967 45 0,'0'0'38'0,"-2"13"-18"0,2-7-28 0,0 4-9 15,0-1-16-15,-2 2 8 0</inkml:trace>
  <inkml:trace contextRef="#ctx0" brushRef="#br0" timeOffset="94939.27">27516 8386 20 0,'0'0'18'0,"0"0"-1"0,0 0-4 15,0-7 0-15,0 7 1 0,0 0-3 0,0 0 4 16,0 0-4-16,5-8-5 0,-5 8 14 0,0 0-6 16,1-7 2-16,-1 7-5 0,0 0 5 0,0 0-6 15,0-9-5-15,0 9-1 0,0 0-2 0,2-10 1 16,-2 10 1-16,0 0-3 0,2-10 5 0,-2 10-6 15,0-10 0-15,0 10 4 0,2-6-5 0,-2 6 1 16,3-8-4-16,-3 8 3 0,1-8-2 0,-1 8 0 16,2-10-6-16,-1 5-5 0,-1 5-5 0,4-10-15 15,-4 10-36-15,4-6 17 0</inkml:trace>
  <inkml:trace contextRef="#ctx0" brushRef="#br0" timeOffset="95381.84">27549 8000 8 0,'-3'-9'23'0,"3"9"-1"16,-1-7-7-16,1 7 3 0,-1-10 2 0,1 10 3 16,0 0-6-16,1-10 3 0,-1 10 5 0,0-10 1 15,0 10 2-15,0-11-8 0,0 11 6 0,4-10-5 16,-4 10-1-16,0-8-4 0,0 8-3 0,2-11 6 16,-2 11-14-16,2-8-8 0,-2 8 5 0,2-10 4 15,-2 10 1-15,3-6 0 0,-3 6-6 0,0-10 7 16,0 10-7-16,0 0 1 0,1-11 4 0,-1 11-8 0,1-9 0 15,-1 9 0-15,2-8-5 0,-2 8 4 16,0-11-1-16,0 11 2 0,0-10-1 0,0 10-3 16,0-10-3-16,0 10 4 0,2-11-2 0,-2 11-1 15,0-10-7-15,0 10 4 0,2-10 1 0,0 4-2 0,-2 6-1 16,0-11 4-16,0 11 1 0,3-13-3 0,-2 7-4 16,-1 6-3-16,1-12 0 0,-1 12 3 15,2-13 0-15,-2 9 1 0,0 4 2 0,2-13 0 16,-2 7-2-16,0 6-10 0,3-13-25 0,-1 7 11 0</inkml:trace>
  <inkml:trace contextRef="#ctx0" brushRef="#br0" timeOffset="98129.79">27691 6397 15 0,'0'0'13'16,"0"-11"2"-16,0 11-3 0,3-11 0 0,-3 11-3 15,0-9-1-15,0 9-1 0,2-11 4 0,0 6-3 16,-2 5 5-16,2-12-1 0,-2 12-1 0,-2-10-4 15,2 10 1-15,0-9 1 0,0 9 4 0,0-11-5 16,0 11 2-16,0-11-4 0,0 11-2 0,0-11 4 16,0 11 0-16,0-10-1 0,0 10 2 0,2-9-3 15,-2 9 3-15,0-10-5 0,0 10 2 0,1-9-1 16,-1 9 0-16,0-10-2 0,0 10 1 0,2-9-2 16,-2 9 2-16,1-8-4 0,-1 8 2 0,0-10 4 15,0 10-4-15,0-9 0 0,0 9-4 0,0-10 3 16,0 10 2-16,0-11-1 0,0 11-4 0,0-11 4 15,0 11-3-15,2-10 4 0,-2 10 2 0,-2-9-8 16,2 9 4-16,2-10-2 0,-2 4 2 0,0 6 1 16,0 0-1-16,0-14-2 0,0 14-3 0,0-10 5 15,0 10 3-15,0-9-7 0,0 9 2 0,0-11 4 16,0 11-5-16,-2-9 2 0,2 9-2 0,-3-10 2 16,3 10 1-16,-3-9-4 0,3 9 5 0,-2-10 0 15,0 4-1-15,2 6 1 0,-2-8 0 0,2 8-2 0,-3-8 0 16,3 8 3-16,-2-7 1 0,2 7 4 0,0-10-3 15,0 10-3-15,0 0 3 0,-4-11-3 16,4 11-2-16,0-8 5 0,0 8-3 0,0 0-1 16,-2-12 2-16,2 12-3 0,0-7 1 0,0 7-5 15,0 0 6-15,0-12 3 0,0 12-4 0,0-9 8 16,0 9-5-16,2-8 7 0,-2 8-4 0,0 0 0 0,0-11-5 16,0 11 1-16,0-8-2 0,0 8 1 15,0-9 0-15,0 9 7 0,2-7-3 0,-2 7 5 16,0 0-5-16,0-10-2 0,0 10 6 0,0 0-8 15,2-9 5-15,-2 9-3 0,0 0-1 0,0-10-2 16,0 10 2-16,0 0-1 0,0-9 1 0,0 9 0 16,0 0 2-16,-2-10-1 0,2 10 0 0,0 0 0 15,-2-11 0-15,2 11 2 0,0-7 5 0,0 7-4 16,0 0-2-16,-2-12 7 0,2 12-7 0,-2-7-2 0,2 7-2 16,0-9 0-16,0 9 0 0,0 0 4 0,-2-9-5 15,2 9 3-15,-2-7-5 0,2 7 4 16,0 0 4-16,-3-10-4 0,3 10 2 0,0 0-2 15,0 0-4-15,0-10 5 0,0 10-2 0,0 0 1 16,0 0-7-16,0-10 9 0,0 10-7 0,0 0 4 16,0 0-1-16,0 0-1 0,0-9-1 0,0 9 2 0,0 0 1 15,-3-8-5-15,3 8-1 0,0 0 9 0,3-9-5 16,-3 9 3-16,0 0-2 0,0-9 0 16,0 9-3-16,0 0 3 0,2-10-4 0,-2 10 4 0,1-7-4 15,-1 7 3-15,2-10 1 0,-2 10 2 16,0-9-3-16,0 9 1 0,0-10 5 0,0 10 1 0,1-9-6 15,-1 9 5-15,1-10-10 0,-1 10 5 0,2-9-2 16,-2 9 0-16,4-10 6 0,-2 7-7 0,-2 3 9 16,2-12-11-16,0 6 2 0,-2 6 0 15,1-9 0-15,3 3 6 0,-4 6-1 0,4-11-1 16,-3 5-5-16,-1 6 2 0,5-9 1 0,-5 4-4 0,0 5 8 16,4-12-8-16,-2 6 4 0,1-1 1 15,-3 7-3-15,4-11 1 0,0 6 1 0,-4 5-3 16,4-10 1-16,-4 10 0 0,2-10 7 0,-2 10 0 15,3-7-4-15,-3 7 4 0,3-8-4 0,-3 8 0 16,2-8 0-16,-2 8-1 0,2-7 3 0,-2 7-7 0,1-9 8 16,-1 9-6-16,4-7-2 0,-4 7 7 0,2-7-1 15,-2 7-1-15,2-8 1 0,-2 8-3 0,0 0 0 16,3-9 1-16,-3 9 0 0,1-8 5 16,-1 8-4-16,0 0 0 0,0-8 0 0,0 8 2 15,0 0-2-15,1-10 1 0,-1 10 2 0,0 0-2 0,0-8-1 16,0 8 3-16,0 0-6 0,-3-11 1 0,3 11 3 15,-2-7 3-15,2 7-6 0,0 0 2 0,-2-8-1 16,2 8 4-16,0 0-4 0,-3-9 4 0,3 9-4 16,0 0 1-16,-4-12 4 0,4 12 0 15,-2-5-1-15,2 5 0 0,-5-9 5 0,5 9-2 0,-2-10 1 16,2 10-1-16,-2-7-3 0,2 7 6 0,-5-7 3 16,5 7-2-16,-4-8-2 0,4 8 3 0,-4-7-1 15,4 7-4-15,-3-9-3 0,3 9 8 0,-2-8 3 16,2 8 6-16,-4-8-3 0,4 8 2 0,-2-7-7 15,2 7 6-15,-3-7-2 0,3 7-2 0,0 0 5 16,-3-8-15-16,3 8-1 0,0 0 2 0,-2-10 1 16,2 10-1-16,0 0 0 0,0-8 1 0,0 8 2 15,0 0-3-15,-4-7 9 0,4 7-7 0,0 0-5 16,0 0 4-16,-1-9 0 0,1 9 0 0,0 0-1 16,0 0 9-16,-2-8-4 0,2 8-6 0,0 0-3 15,0 0-4-15,-1-9 5 0,1 9 9 0,0 0-13 16,0 0 5-16,0 0-1 0,0-9 0 0,0 9-3 15,0 0 6-15,0 0-8 0,0 0 6 0,0 0-6 16,0-12 4-16,0 12 1 0,0 0-1 16,0 0 2-16,3-7 5 0,-3 7-6 0,0 0 5 0,0 0-4 15,1-9-7-15,-1 9-1 0,0 0 9 0,0 0-9 16,0 0 4-16,2-9 6 0,-2 9-9 0,0 0 10 16,2-7-12-16,-2 7 4 0,0 0 9 15,0-7-9-15,0 7 2 0,0 0-4 0,0 0 2 0,4-10 0 16,-4 10 0-16,0 0 1 0,3-7-2 0,-3 7 6 15,0 0 6-15,0 0-12 0,3-7-3 0,-3 7 3 16,0 0-1-16,4-7 2 0,-4 7 1 0,0 0-3 16,0-5 6-16,0 5-7 0,0 0 7 0,0 0-10 15,2-10 17-15,-2 10-15 0,0 0 17 0,3-9-15 16,-3 9 3-16,0 0 0 0,2-7 1 0,-2 7-2 16,0 0 3-16,0 0 8 0,0 0-8 0,-1-10-3 15,1 10 5-15,0 0 4 0,0 0-6 0,0 0 1 16,0 0 5-16,0 0-9 0,0 0-1 0,0-8 4 15,0 8 0-15,0 0-1 0,0 0 5 0,0 0-1 16,0 0 0-16,0 0 2 0,0 0 4 0,0 0-9 16,0 0 2-16,0 0-9 0,0 0 10 0,0 0 0 15,0 0-2-15,0 0 0 0,0 0-1 0,-1-10-2 16,1 10 1-16,0 0 3 0,0 0-1 0,0 0 2 16,0 0 1-16,0 0-5 0,0 0-3 0,0 0 5 15,0 0-5-15,0 0 9 0,0 0-4 0,-5-6 3 16,5 6-5-16,0 0-4 0,0 0 5 0,0 0-4 15,0 0 3-15,0 0-6 0,0 0 10 0,-4-7-2 16,4 7 6-16,0 0-11 0,0 0 1 0,0 0 4 16,0 0-4-16,0 0 2 0,0 0-3 0,-3-7 8 15,3 7 6-15,0 0-13 0,0 0 5 0,0 0 2 16,0 0 6-16,0 0-16 0,0 0 2 0,0 0 16 16,0 0-18-16,0 0 2 0,0 0-8 0,0 0 10 15,0 0-6-15,0 0 8 0,0 0-2 0,0 0-5 16,-3-6 1-16,3 6 4 0,0 0 0 0,0 0-9 15,0 0 10-15,0 0-3 0,0 0 8 0,0 0-7 16,0 0 2-16,0 0-3 0,0 0 2 0,0 0 5 16,0 0-5-16,0 0-3 0,0 0-2 0,0 0 0 15,-4-7 3-15,4 7-1 0,0 0 10 0,0 0-10 16,0 0 4-16,0 0-1 0,0 0 1 0,0 0 4 16,0 0-5-16,0 0-1 0,-2-9-1 0,2 9 10 15,0 0-8-15,0 0 7 0,0 0-12 0,-2-6 3 16,2 6 5-16,0 0-3 0,0 0-4 0,0 0 9 15,0 0-3-15,-3-7-3 0,3 7 3 0,0 0-1 16,0 0-6-16,0 0 4 0,0 0 8 0,-4-6-9 16,4 6 5-16,0 0 6 0,0 0-11 0,0 0-3 15,0 0 10-15,0 0-1 0,0 0-9 0,0 0 9 16,0 0-17-16,0 0 14 0,0 0-5 0,0 0 4 16,0 0-9-16,0 0-5 0,0 0-5 0,0 0-1 15,0 0-12-15,0 0-9 0,0 0-11 16,0 0-12-16,0 0-56 0,0 0-132 0,0 0 59 0</inkml:trace>
  <inkml:trace contextRef="#ctx0" brushRef="#br0" timeOffset="115452.63">18094 4402 5 0,'0'0'76'15,"0"0"-3"-15,0 0 3 0,0 0-14 0,0 0 2 16,0 0-12-16,0 0 0 0,0 0 0 0,0 0-4 15,0 0-6-15,0 0-5 0,0 0-13 0,0 0 7 16,0 0-6-16,0 0 0 0,0 0 0 0,0 0 2 16,0 0-7-16,0 0 0 0,0 0-8 0,0 0 3 15,0 0-10-15,0 0 3 0,0 0 2 0,0 0 8 16,0 0-12-16,0 0-2 0,0 0-3 0,0 0 4 16,0 0 0-16,-25 9-2 0,20-6-2 0,5-3 5 15,-13 3 2-15,8-2-3 0,5-1-5 0,-12 3 1 16,6 0 15-16,6-3 0 0,-9 4-16 0,9-4-4 15,-13 1 5-15,7 1 1 0,6-2 3 0,-14 3-1 16,14-3-3-16,-12 2 17 0,12-2-6 0,-10 1 9 16,10-1 5-16,-9 0 2 0,9 0 0 0,0 0 12 15,-11 1-7-15,11-1 7 0,0 0 3 16,-10-1 6-16,10 1-11 0,0 0-2 0,0 0-11 0,0 0 4 16,-10-3-4-16,10 3 1 0,0 0-4 0,0 0-6 15,0 0 0-15,0 0-4 0,0 0 0 0,0 0-1 16,0 0 2-16,0 0-1 0,34 8-2 0,-15-5 1 15,3-2 2-15,10 3-1 0,2-4 9 0,3 3-1 16,3-3-8-16,12 2 7 0,-15-2-4 0,17 1-4 16,-16 0-4-16,2 1 10 0,1-1 4 0,9-2-12 15,-15 2-4-15,-3-2 8 0,0 1-3 0,-2-2 0 16,-1 1 2-16,-2 0-1 0,-7 1-5 0,1-2 0 16,-5 2 4-16,-2-1 1 0,-2-1 4 0,-3 2 3 15,-1 0 4-15,-8 0 11 0,12 0 1 0,-12 0 6 16,9-2 8-16,-9 2-5 0,0 0 1 0,0 0-2 15,9 0-2-15,-9 0-7 0,0 0-4 0,0 0-2 16,0 0-9-16,9 2-8 0,-9-2-18 0,0 0-20 16,0 0-31-16,0 0-23 0,0 0-27 0,0 0-18 15,0 0-20-15,0 0-27 0,-11 15-106 0,11-15-302 16,-11 7 134-16</inkml:trace>
  <inkml:trace contextRef="#ctx0" brushRef="#br0" timeOffset="115922.39">18681 4174 123 0,'0'-9'144'0,"-1"-1"-2"0,1 0 0 15,0-1-6-15,-3 5-6 0,3 6-8 0,-1-14-1 16,1 14-11-16,0-10-8 0,0 10-7 0,-2-9-12 16,2 9-9-16,0 0-6 0,0-7-13 0,0 7-8 15,0 0-4-15,0 0-8 0,0 0 0 0,0 0 1 16,11 27-2-16,-5-11 0 0,-2 3 0 15,-1 5 6-15,-1 3-4 0,3-1 6 0,2 4 1 0,-4 0-6 16,-3-1 1-16,4 2 4 0,0-1 1 0,-2 0-1 16,-1-1-2-16,-1 2-1 0,1-2-1 0,-2 0-4 15,2-1-1-15,-1-9-6 0,0 6 3 16,1-6-4-16,1 2-3 0,0-3-5 0,-2-2 4 16,-1 1-5-16,2-1 2 0,1-1-2 0,-2-3-2 15,1-1-1-15,-1-2-3 0,0 1-4 0,1-1 1 0,-1-2-14 16,0-7-8-16,0 9-16 0,0-9-11 0,1 9-12 15,-1-9-10-15,0 0-5 0,0 0-22 0,0 7-33 16,0-7-32-16,0 0-35 0,0 0-130 0,0 0-344 16,5-28 152-16</inkml:trace>
  <inkml:trace contextRef="#ctx0" brushRef="#br0" timeOffset="116488.08">18674 4082 58 0,'0'0'107'0,"0"0"-5"0,0 0-18 0,0 0 9 15,0 0-4-15,0 0-3 0,0 0 1 0,15 16-6 16,-6-9-7-16,7 2-1 0,-2 0 0 0,5-1 1 0,6 6-7 16,0-6-5-16,4 3 8 0,-1-2-12 15,0 1-3-15,2 0-5 0,1 2 3 0,0-6-7 16,-3 4-3-16,0-3-1 0,0 2-8 0,-1-2-1 16,0 0-5-16,-9-2 0 0,2 2 2 0,-1-2-6 15,0-1-7-15,1 1 4 0,-2 0-6 0,-2 0 0 16,-4 0-1-16,0 0-3 0,0 0-2 0,1 0-2 15,-2 2 3-15,-2-4 1 0,0 1 1 0,-1 0-3 0,-1 1-5 16,-1-2 6-16,0 3-3 0,-6-6-1 16,8 6-1-16,-8-6-2 0,10 8 0 0,-10-8 6 15,6 6-8-15,-6-6 3 0,0 0-4 0,5 9 4 16,-5-9 0-16,3 7 2 0,-3-7-2 0,1 4 0 16,-1-4 1-16,0 0 3 0,-8 12-2 0,3-8-2 15,-2 2 4-15,-3 2-1 0,1-3 1 0,-3 2-2 16,-5 3 3-16,1 0-7 0,-7 2 3 0,-3 2-1 15,7-4 3-15,-9 5 1 0,2 1-7 0,-3 1 6 16,2 2-5-16,-1-2 1 0,-3 2 3 0,3-1 1 16,-2 2-2-16,-2 0 6 0,-2-1-4 0,2 0 3 15,3 0-5-15,2-2 4 0,3 0-5 0,0-1-15 16,7-5-16-16,2 0-20 0,1 1-6 0,2-3-16 16,3-1-24-16,0 1-23 0,1-1-37 0,-2-1-118 15,3 1-293-15,-1 0 129 0</inkml:trace>
  <inkml:trace contextRef="#ctx0" brushRef="#br0" timeOffset="117197.64">19402 4052 56 0,'-3'-9'135'0,"3"9"-13"0,-1-8-5 0,1 8-1 15,-3-7-13-15,3 7 1 0,0 0-7 0,-2-11-1 16,2 11 6-16,-4-4-7 0,4 4 2 0,0 0-14 16,0 0-1-16,0 0-11 0,-1-9-3 0,1 9-11 15,0 0-2-15,0 0-13 0,0 0-8 16,0 0-4-16,0 0-5 0,0 0 3 0,0 0-4 15,0 0 2-15,0 0-3 0,4 26-2 0,-3-13-2 16,3 3 1-16,-2 8 11 0,0-3-1 0,0 4 2 0,-3 3-3 16,1 0-3-16,-1 1 6 0,1 0 5 0,0 0-1 15,-3 0 1-15,0 2 0 0,3-2-3 0,0 2-4 16,2-2 1-16,-4 0-5 0,1 2-1 16,2-2 0-16,-1-1 0 0,2-2 0 0,-1-5-7 15,0 5-3-15,1-7 9 0,-2-2-8 0,1 2 0 0,0-2 0 16,-1 1-4-16,0-1-4 0,3 1 3 15,-5-6-5-15,1 1 3 0,1-1-1 0,-1 1-8 16,-2-1-12-16,3-2-5 0,-1-1-22 0,1-2-18 0,-1 3-15 16,1-10-15-16,-2 10-29 0,2-10 6 15,0 9-19-15,0-9-23 0,0 0-159 0,0 0-337 0,0 0 150 16</inkml:trace>
  <inkml:trace contextRef="#ctx0" brushRef="#br0" timeOffset="118781.92">17639 4437 21 0,'0'0'40'0,"-13"-1"-1"16,13 1 0-16,-9 0-4 0,9 0-6 15,-11 0 3-15,11 0-6 0,-15 1 0 0,9-1-4 16,6 0-2-16,-16 1 2 0,10-1 4 0,6 0 9 15,-13 0-12-15,5 0 0 0,8 0-1 0,-16 2 10 0,8-1-10 16,8-1 1-16,-15-1 5 0,6 1-3 0,9 0 1 16,-16 0 13-16,8 0-8 0,-1-2 3 0,9 2-3 15,-18-1-6-15,9 0 1 0,0-1-4 16,-3 2 7-16,12 0-3 0,-15 0 5 0,7-1 4 16,-2-1 5-16,10 2-4 0,-10 0-2 0,10 0 9 0,-10 0-5 15,10 0-7-15,0 0-1 0,-13-2-10 16,13 2 7-16,0 0-7 0,-9 0-1 0,9 0-4 0,0 0-4 15,0 0-5-15,0 0 4 0,0 0 7 0,0 0 8 16,0 0-7-16,31 9 0 0,-19-6 3 16,10-1-4-16,6 0 8 0,0 0-5 0,2-1 2 0,4 1 2 15,-1 0 0-15,5-2 2 0,0 1-1 0,-2-1 1 16,-1 2-1-16,2-4-6 0,-2 2 1 16,1 0-1-16,1 0 6 0,-3 0-1 0,2 2-2 0,-3-2-2 15,-1-2 0-15,2 2 6 0,-5 0-10 16,-1 0 3-16,0 0-10 0,-1-3 9 0,-6 1-2 0,0 0-1 15,1 1-4-15,-4-1 9 0,1 1-6 0,-6 0 4 16,1-2-5-16,-3 2 4 0,2 0 3 0,-5 1-1 16,1-2-5-16,-9 2 4 0,14 0 2 15,-14 0 0-15,7-1 0 0,-7 1 0 0,0 0 5 16,11 0-4-16,-11 0 3 0,0 0-4 0,0 0-3 16,0 0 1-16,9-2-5 0,-9 2 2 0,0 0-4 15,0 0-3-15,0 0-3 0,0 0-13 0,0 0-9 16,0 0-17-16,0 0-17 0,0 0-16 0,0 0-27 15,0 0-26-15,0 0-25 0,0 0-23 0,0 0-113 16,0 0-304-16,-22 7 135 0</inkml:trace>
  <inkml:trace contextRef="#ctx0" brushRef="#br0" timeOffset="119954.11">17978 3666 78 0,'-11'0'82'0,"0"0"-17"16,0 0-1-16,1 0 7 0,10 0-8 15,-16 0-2-15,9 0 5 0,7 0-2 0,-14-3-5 0,14 3-2 16,-12 0-2-16,12 0-3 0,0 0 4 0,-14 0 4 16,14 0-10-16,0 0-3 0,-8 0-5 0,8 0 2 15,0 0-6-15,0 0-7 0,0 0-9 16,0 0 0-16,0 0 1 0,0 0-12 0,0 0 8 16,0 0-5-16,0 0 2 0,34 2-6 0,-17-1 8 0,3-1-8 15,7 0 5-15,3 0 4 0,4 0-2 0,1 0 6 16,3 0 2-16,-2 0 4 0,14 0 1 0,-10-3-4 15,-2 3 12-15,1-2-1 0,14 1-1 0,-16-3-2 16,2 3 1-16,-1-1-3 0,0-5 1 16,-1 5 1-16,-2-1-4 0,1-1 1 0,1-1 0 15,-5 1 0-15,-1 1-3 0,-2-1-5 0,0 2 4 0,-8 0-1 16,-1-1-8-16,-5 2 27 0,4-1-3 16,-6 1-8-16,0 1 2 0,-3-1-10 0,2 0-2 0,-3 0-3 15,-9 1-1-15,13 0-1 0,-7 1-5 16,-6-1 0-16,10 1-3 0,-10-1 2 0,0 0-2 15,13-1-1-15,-13 1 5 0,0 0-6 0,8 0 0 16,-8 0-2-16,0 0-5 0,0 0 4 0,0 0 2 16,0 0-3-16,0 0 0 0,0 0 1 0,0 0-4 0,0 0 4 15,0 0-3-15,0 0 3 0,0 0-5 16,0 0 3-16,0 0-3 0,0 0 0 0,-22 17 6 16,9-12-6-16,2 3 0 0,0 0-4 0,-3 2 5 15,4-1-2-15,0-1 0 0,-3 3-3 0,3-4 4 16,-2 1-1-16,3-1-1 0,0 1 1 0,-2-1 2 15,1 0-1-15,2 0-1 0,-1-1 1 0,2 2-1 0,7-8 2 16,-11 10-6-16,6-6-8 0,5-4-9 0,-8 8-15 16,8-8-23-16,-8 7-20 0,8-7-26 15,-6 7-25-15,6-7-16 0,-5 10-19 0,5-10-130 16,-8 6-319-16,8-6 140 0</inkml:trace>
  <inkml:trace contextRef="#ctx0" brushRef="#br0" timeOffset="120214.62">18873 3567 137 0,'0'-11'174'16,"-2"2"2"-16,2-2-8 0,-1 2-9 0,-1-1-3 15,0 0-3-15,0 1-12 0,-3-1-12 0,0 1-10 16,-3 1-7-16,0 0-12 0,-1-2-6 0,2 2-2 15,-2 1-5-15,1-1-13 0,-3 2-9 0,2-1-4 16,1 3-9-16,-2-3-3 0,2 5-10 0,2-1-12 16,-3-1-18-16,-1 1-20 0,2 1-23 0,8 2-15 15,-16 0-27-15,16 0-23 0,-15 4-34 0,10-3-28 16,-3 3-18-16,2-1-94 0,6-3-294 0,-9 7 131 16</inkml:trace>
  <inkml:trace contextRef="#ctx0" brushRef="#br0" timeOffset="120827.08">17769 3457 24 0,'2'-16'170'15,"-2"16"-5"-15,4-11-13 0,0 2-16 0,5-2-9 16,-3 0-8-16,3-3-7 0,3-1-7 0,-1 1-8 16,1-1-4-16,0 1-4 0,2 0-9 0,-1-1-8 15,-1 0-7-15,-2-1-2 0,-1 2-3 16,-2 4-2-16,-1 0 0 0,-1 0-1 0,0-1-12 15,-2 3 6-15,-1 2-10 0,-1 0-2 0,-1 6-4 0,4-11-5 16,-4 11-1-16,3-6-11 0,-3 6 3 0,2-6-5 16,-2 6-1-16,0 0-8 0,0 0 2 0,0 0-2 15,0 0 1-15,0 0-1 0,0 0-3 0,0 0-2 16,-18 16 1-16,13-6-4 0,1 1 2 0,-5 3 2 16,3 0-3-16,0 1 2 0,-2 0-1 0,4-4 4 15,-1 1-6-15,0 1 1 0,2-3 2 0,2 1 0 16,1 0 6-16,0 0 6 0,0-1 2 0,5 0-1 15,0-3 0-15,3 0-2 0,1 0 3 0,6-2-4 16,-2 1 4-16,7-4 2 0,0 2-19 0,1-4-19 16,8 2-23-16,-8-2-38 0,7-1-36 0,0-3-37 15,-8 3-48-15,-3-2-103 0,2-4-331 16,-7 2 147-16</inkml:trace>
  <inkml:trace contextRef="#ctx0" brushRef="#br0" timeOffset="121078.17">17941 3020 97 0,'-5'-5'291'0,"1"0"-16"0,-1 0-9 0,5 5-13 15,-6-9-17-15,3 4-14 0,-1-2-17 0,4 7-15 16,-4-12-16-16,-1 7-24 0,5 5 0 0,-3-8-20 15,3 8-13-15,-3-6-7 0,3 6-18 0,0 0-10 16,-6-7-27-16,6 7-34 0,0 0-37 0,0 0-38 16,0 0-41-16,0 0-31 0,0 0-53 0,0 0-49 15,0 0-175-15,0 0-438 0,0 0 194 0</inkml:trace>
  <inkml:trace contextRef="#ctx0" brushRef="#br0" timeOffset="125866.46">17358 4356 90 0,'-6'-5'107'0,"6"5"-10"0,-6-2-6 16,6 2-3-16,0 0-7 0,-8-4-15 0,8 4 1 16,-7-3-9-16,7 3-7 0,0 0 0 0,0 0-9 15,0 0-7-15,0 0 3 0,0 0-9 0,0 0-2 16,-13 5-6-16,13-5-1 0,-7 9 2 0,5-4-3 16,-4 0 2-16,2 4-8 0,-1 1 1 0,-2 0 0 15,2-3-6-15,0 3 1 0,-1 1 3 0,1-1-3 16,0-1-2-16,0 2 3 0,1-1-12 0,3-1 6 15,-2-2 2-15,2 3-1 0,1 1-3 0,1-4 3 16,-1 0-5-16,0-7-13 0,3 13 22 0,0-6 2 16,-2-3-5-16,-1-4-1 0,9 8-2 0,-3-3 6 15,1-3-9-15,-1 1 3 0,3 0-1 0,2-1-6 16,-2-2 9-16,3-2 7 0,-2 2-1 0,0-4-7 16,4 2 9-16,-3-5 3 0,-1 2 6 0,0-2 1 15,-2 0 5-15,1-1-6 0,-2-1-4 0,1 0 4 16,-3 0 1-16,0 0-10 0,0-2-3 0,-2 2 6 15,0-1-4-15,-3-1-4 0,-2 3-3 0,0-3-2 16,-2 2-1-16,0-3 4 0,-1 3-2 0,-2 1-2 16,0-1 6-16,-2 2-10 0,0-1 1 0,-1 2 5 15,-1 2-9-15,1 0-3 0,-3 2 3 0,3-1-3 16,0 3-5-16,-3 0-4 0,3 0-7 0,1 4-12 16,-1-1-11-16,1 0-25 0,2 0-18 0,0 2-23 15,0 1-78-15,1 1-204 0,2-2 90 0</inkml:trace>
  <inkml:trace contextRef="#ctx0" brushRef="#br0" timeOffset="128737.62">18254 4902 80 0,'0'0'119'0,"0"0"3"0,-12 0-1 16,12 0-11-16,0 0-13 0,0 0 4 16,-8-1-10-16,8 1-3 0,0 0-4 0,0 0-4 15,0 0-5-15,0 0-7 0,-8-2-5 0,8 2-8 16,0 0-2-16,0 0-6 0,0 0-3 0,0 0-1 15,0 0-6-15,0 0-5 0,0 0-5 0,0 0 4 16,0 0-15-16,0 0 9 0,0 0 1 0,0 0-5 16,40 0-3-16,-21-3 0 0,0 0-4 0,0-1 1 0,3 3 1 15,-1-2-8-15,1 0 3 0,-3 0-9 16,0 2-10-16,-2-2-15 0,-4 3-18 0,0-1-22 16,0 0-21-16,-2 0-23 0,-2 1-17 0,-1 1-17 0,-8-1-71 15,0 0-229-15,18-1 102 0</inkml:trace>
  <inkml:trace contextRef="#ctx0" brushRef="#br0" timeOffset="128980.63">18379 4748 45 0,'0'0'171'0,"-5"-5"-10"0,5 5-18 0,0 0-14 15,-8-5-15-15,8 5-11 0,0 0-15 0,0 0-1 16,0 0-14-16,-10 13-5 0,8-5 0 0,-2 2-8 16,3 0-7-16,-2 3-3 0,1 0-5 0,-1 3-4 15,1 2-4-15,0-1-5 0,0 0-2 0,2 2-19 16,1-2-14-16,-1 1-24 0,1-2-28 0,1 2-38 16,1 0-26-16,-1 2-100 0,-1-4-237 0,0-3 105 15</inkml:trace>
  <inkml:trace contextRef="#ctx0" brushRef="#br0" timeOffset="129613.22">18659 4844 140 0,'0'0'178'0,"-2"-7"-8"0,2 7-7 15,-3-6-8-15,3 6-13 0,0 0-15 0,0 0-12 16,0 0-5-16,0-11-19 0,0 11-6 0,0 0-8 15,0 0-8-15,0 0-7 0,0 0-1 0,0 0-7 16,18 16 1-16,-13-6-4 0,0-3-3 0,0 3-5 16,-1 1-4-16,1-2 1 0,1 1-6 0,-4 2-2 15,4 1-3-15,-3-3-6 0,2 2-1 0,0-1-2 16,-1-2 2-16,1 2-5 0,-2 0-1 0,1-1 1 16,1 0-5-16,-3-2 0 0,1-1 2 0,1-1-5 15,-2 2 0-15,3-3-4 0,-1 1-3 0,1 0 1 0,0-4-6 16,-5-2 6-16,12 5 2 0,-6-4-6 15,1 0 3-15,-7-1 0 0,14-1 1 0,-14 1 0 16,15-6 2-16,-5 1-2 0,0-3-3 0,0 0 2 16,1-3 0-16,-2-2 0 0,-1 3-7 0,-1-4 5 15,1-1 3-15,-2 0-6 0,-1-1-1 0,-2 1-4 16,0-1-3-16,0 0-3 0,-1 1 3 0,-2 2-2 16,-2 0-2-16,2 2 4 0,-1 0 2 0,0 0-2 15,0 5 0-15,-2-1-3 0,3 7 5 0,-4-12 0 16,4 12-2-16,-2-8 6 0,2 8-7 0,-6-6 4 15,6 6-1-15,0 0 2 0,-10-1-5 0,10 1 6 16,0 0-2-16,-10 8 5 0,6-4-6 0,4-4 5 16,-4 9 3-16,4-9-5 0,-2 10 0 0,2-10 1 15,-2 12-6-15,2-12 4 0,4 10-7 0,-1-5 9 16,1-1-13-16,1 1-4 0,4 0-12 0,0 0-22 16,1 0-21-16,4-1-26 0,1 0-14 0,3 0-23 15,0 0-115-15,0-1-277 0,-1 0 122 0</inkml:trace>
  <inkml:trace contextRef="#ctx0" brushRef="#br0" timeOffset="129895.93">19127 4976 1 0,'0'0'198'0,"-1"-7"6"16,1 7-1-16,0 0-10 0,-4-10-10 0,4 10-17 15,0 0-14-15,-4-6-19 0,4 6-12 0,0 0-16 16,0 0-14-16,0 0-5 0,0 0-16 16,0 0-5-16,0 0-4 0,0 0-8 0,0 0-4 0,5 24-8 15,-5-13-2-15,2 0-5 0,-2 1-3 0,0-2-2 16,0 3-4-16,0 0-1 0,0-1-7 0,1-1-12 16,-1 1-8-16,0-1-22 0,1 2-14 0,0-4-18 15,-1 3-11-15,2-3-16 0,-1 0-40 0,0-1-21 16,1 0-9-16,0-1-12 0,-2-7-87 0,0 0-273 15,3 15 121-15</inkml:trace>
  <inkml:trace contextRef="#ctx0" brushRef="#br0" timeOffset="130156.39">19119 4963 2 0,'0'0'102'0,"8"-2"-6"0,-8 2 3 0,17 3 1 0,-7-1-5 16,0 3 2-16,3 1-11 0,1 2-8 0,1 2 3 16,-3 0-6-16,1 0-7 0,-5 0-1 0,4 3-6 15,-7-1-3-15,2-1-12 0,-1 1 1 0,-5 0-6 16,2 2 0-16,-3-3-6 0,-4 0-7 16,0 2 1-16,-5 0-3 0,2 3-3 0,-5-4 5 0,-1 0-9 15,0-2-11-15,1-5 3 0,-2 4-7 0,-2-2-4 16,3-2-8-16,2 0-16 0,-2-1-14 0,2-4-20 15,2 1-20-15,-3 1-33 0,5-3-95 0,7 1-223 16,0 0 98-16</inkml:trace>
  <inkml:trace contextRef="#ctx0" brushRef="#br0" timeOffset="130700.4">19637 5045 34 0,'0'0'138'0,"0"0"-6"0,0 0-3 0,0 0-5 15,0 0-9-15,0 0 2 0,-15-8-11 16,15 8-5-16,0 0-8 0,-8-3 0 0,8 3-3 0,0 0-3 16,-9-1-5-16,9 1-1 0,0 0-4 15,-9-4-2-15,9 4-8 0,0 0-1 0,-8-4-4 16,8 4-4-16,0 0-1 0,0 0-8 0,-6-4-2 15,6 4-4-15,0 0-1 0,0 0-8 0,0 0-4 16,0 0 0-16,0 0-7 0,0 0 1 0,0 0 1 16,0 0-5-16,0 0-3 0,0 0 0 0,22-6-5 15,-15 5 0-15,5 1 2 0,-1-3-5 0,1 3-2 16,1-2 3-16,-1 0-2 0,-1 1 2 0,-1 0-2 16,1-2-3-16,-3 3 1 0,2 0-3 0,-10 0-1 15,16-2 1-15,-10 0 1 0,-6 2-1 0,10-2-1 16,-10 2-2-16,12 0 1 0,-12 0 4 0,10 0-6 0,-10 0-7 15,9-1-6-15,-9 1-4 0,0 0-2 0,11 0-4 16,-11 0-14-16,0 0-3 0,9 0-24 16,-9 0-11-16,0 0-28 0,0 0-25 0,8 0-3 0,-8 0-19 15,0 0-16-15,0 0-87 0,0 0-275 16,0 0 122-16</inkml:trace>
  <inkml:trace contextRef="#ctx0" brushRef="#br0" timeOffset="142829.87">18387 3288 77 0,'-5'-4'77'0,"5"4"-1"16,0 0-2-16,-8-5-14 0,8 5-2 0,0 0-5 15,-8-2 9-15,8 2-5 0,0 0 1 0,0 0 2 0,-6-5-7 16,6 5 2-16,0 0-10 0,-6-3-4 0,6 3-11 16,0 0-1-16,0 0 14 0,-9-2-14 15,9 2-11-15,0 0 11 0,-11-2-10 0,11 2 2 16,0 0-4-16,0 0-3 0,-12 2 0 0,12-2 3 15,-9 2-7-15,9-2 5 0,-9 2-7 0,9-2-2 16,-9 2-4-16,9-2 8 0,-8 6-6 0,5-3-3 16,3-3 5-16,-8 7 1 0,4-2 1 0,4-5 0 0,-6 11-1 15,1-3 1-15,-1 2-2 0,1-3 0 16,0 4-4-16,2 0 7 0,0 0-6 0,-1 0 4 16,3 0 0-16,-1 2 3 0,1-1-4 0,-1-1-3 15,0 1-2-15,1 1 10 0,1 0-6 0,0-2 1 16,0 1-6-16,1-1 2 0,-2 1-1 0,1-2 2 15,0 2-1-15,0-3 6 0,0 0-9 0,0-1 7 16,-1 1-2-16,1-9-2 0,-2 12 1 0,1-5-4 16,1-7 3-16,-4 10-11 0,-1-5-13 0,5-5-17 15,-5 11-23-15,-1-8-15 0,1 2-28 0,-4 0-77 16,-3-1-195-16,2-3 87 0</inkml:trace>
  <inkml:trace contextRef="#ctx0" brushRef="#br0" timeOffset="143023.19">18232 3474 114 0,'11'-1'110'0,"3"-2"-15"16,1-1-11-16,4 2-27 0,-6-2-36 0,5 3-34 15,-5-2-65-15,1 0-85 0,-1-1 37 0</inkml:trace>
  <inkml:trace contextRef="#ctx0" brushRef="#br0" timeOffset="143156.37">18484 3445 125 0,'0'0'170'0,"0"0"-4"16,0 0-28-16,0 0-11 0,0 0-24 0,0 0-32 15,0 0-47-15,13-3-54 0,-13 3-119 0,0 0-162 16,0 0 71-16</inkml:trace>
  <inkml:trace contextRef="#ctx0" brushRef="#br0" timeOffset="179103.77">19464 4402 33 0,'0'0'57'0,"0"0"-13"0,0 0-3 15,0 0-5-15,0 0-3 0,0 0 0 0,0 0 4 16,0 0-14-16,0 0-5 0,0 0-2 0,0 0-2 16,-6 3 2-16,6-3-15 0,0 0 16 15,0 0-7-15,-8 2 6 0,8-2-3 0,0 0-4 0,0 0 6 16,-8 3 4-16,8-3 3 0,0 0-2 0,0 0-5 16,-7 4 4-16,7-4-5 0,0 0 20 0,-5 3-6 15,5-3-11-15,0 0 13 0,0 0 18 0,0 0-19 16,-8 2 10-16,8-2 0 0,0 0 0 15,0 0-3-15,0 0 3 0,0 0-1 0,0 0-7 0,0 0-1 16,-10 2 14-16,10-2 1 0,0 0-7 0,0 0-2 16,0 0-6-16,0 0 4 0,0 0 0 0,0 0-8 15,0 0 2-15,0 0-2 0,0 0-4 0,0 0-3 16,0 0-1-16,0 0 2 0,0 0 4 16,0 0-10-16,0 0-5 0,0 0-1 0,0 0-1 0,0 0 0 15,0 0-1-15,0 0 2 0,0 0-1 0,0 0-12 16,0 0 5-16,0 0 6 0,27 4 0 0,-16-2-3 15,1-2 3-15,2 2-3 0,5 0 0 0,2-2 4 16,7 2 2-16,-3-2-9 0,2 1 5 0,5-1-2 16,0 2-3-16,4-2 9 0,1 0-4 0,-5 1 3 15,1-1 0-15,-1 0 12 0,1-1-21 0,-1-1 5 16,-1 4-3-16,0-2 6 0,-3 1-3 0,1 0-1 16,-1-2 1-16,-9 4-10 0,2-1 7 0,-2-1 0 15,-1 1-4-15,-4-2 8 0,-3-2-4 0,5 4-1 16,-5-4 3-16,0 5 4 0,-3-3 2 0,-1 1-7 15,-7-1 15-15,13-1-6 0,-13 1-3 0,11-1 7 16,-11 1 4-16,8 0-5 0,-8 0 0 0,0 0-7 16,0 0 7-16,9 0-2 0,-9 0-4 0,0 0 3 15,0 0-6-15,0 0-4 0,0 0-7 0,0 0-18 16,0 0-17-16,0 0-16 0,6 2-28 0,-6-2-14 16,0 0-20-16,0 0-122 0,0 0-259 0,3 6 115 15</inkml:trace>
  <inkml:trace contextRef="#ctx0" brushRef="#br0" timeOffset="179834.31">20344 4095 91 0,'-8'-8'113'0,"8"8"-12"0,-2-9-16 0,2 9 3 16,-7-5-20-16,7 5-3 0,-4-5-3 0,4 5-7 16,0 0 0-16,0 0-4 0,-4-9-4 0,4 9-7 15,0 0 13-15,-2-8-8 0,2 8-10 0,0 0 10 16,-3-6-4-16,3 6-2 0,0 0-3 0,0 0 1 15,-5-6 2-15,5 6-1 0,0 0 0 0,0 0 8 16,-2-7-7-16,2 7 3 0,0 0-3 0,0 0 2 16,0 0-5-16,-4-7 5 0,4 7-6 0,0 0 2 15,0 0-1-15,0 0 0 0,-4-7 1 0,4 7-5 16,0 0-4-16,0 0-6 0,0 0-5 0,0 0 1 16,0 0-5-16,0 0-2 0,0 0-2 0,0 0 2 15,0 0 1-15,-1 21-7 0,1-21 1 0,2 21-3 16,1-8 5-16,-2 5-3 0,-1 1 1 15,3 5 0-15,-4-5 1 0,1 7 0 0,-3 0-4 0,3-7 5 16,0 6 1-16,3-8-4 0,-2 2 1 0,1 7-1 16,1-5 7-16,-1 3-3 0,1-1-1 0,-3 3 2 15,2-8 2-15,1 2-1 0,0-2-4 0,-5 7 1 16,2-5 0-16,2-2 0 0,-4-1 1 0,4 2 0 16,-2-1-4-16,-2 1 5 0,4-1-9 0,-1-1 7 15,-1-2-5-15,-1 4 3 0,-1-8 1 0,2 7-5 16,0-7 1-16,0 4 1 0,0-2-3 0,-1-1 2 15,0-5 2-15,2 4-2 0,-1-5 0 16,0-6-3-16,0 13 6 0,0-13-6 0,0 8 0 16,0-8-6-16,1 8-11 0,-1-8-11 0,0 0-6 0,0 0-16 15,0 0-18-15,0 0-22 0,0 0-26 0,0 0-53 16,0 0-115-16,0 0-305 0,0 0 135 16</inkml:trace>
  <inkml:trace contextRef="#ctx0" brushRef="#br0" timeOffset="180547.71">20535 4298 11 0,'0'0'104'0,"3"-6"-4"0,-3 6 5 15,0 0 8-15,0 0-2 0,0 0-5 0,0 0 1 16,3-7-6-16,-3 7-1 0,0 0-3 0,0 0-6 16,0 0-1-16,0 0 5 0,0 0-7 0,0 0 0 15,0 0-3-15,-3-12 0 0,3 12-7 16,0 0-4-16,0 0-3 0,0 0-4 0,3-7-4 16,-3 7-2-16,0 0-1 0,0 0-3 0,0 0-4 0,0 0-2 15,0 0-6-15,0-9 2 0,0 9-2 0,0 0-5 16,0 0 2-16,0 0-3 0,0 0 1 15,1-7-3-15,-1 7 0 0,0 0-6 0,0 0-1 16,0 0-5-16,0 0-5 0,0 0-4 0,0 0 2 16,0 0-7-16,0 0 3 0,0 0-4 0,0 0 3 15,0 0-1-15,0 0-4 0,0 0 8 0,0 0-13 0,0 0 3 16,0 0-2-16,0 0-2 0,0 0 0 0,0 0-3 16,0 0 1-16,0 0-4 0,0 0 1 0,0 0 0 15,0 0 0-15,0 0-1 0,0 0 1 16,4 24-2-16,-3-16 3 0,-1 2 1 0,-1 0 1 15,1 3-3-15,-2 0 2 0,2 1 0 0,-1 3 0 0,0 0-1 16,1 2 1-16,-4 5-1 0,1-6 5 16,3 0-1-16,-1 9-1 0,0-8-1 0,-2 0 4 15,1 0 4-15,-3 1-7 0,2-4-1 0,3 1 1 16,0 0 0-16,-1-2 1 0,1-4 1 0,0 1 0 16,0-2 1-16,0-1-1 0,1-2-2 0,-1-7-1 15,-2 10-8-15,2-10-3 0,-2 10 0 0,2-10 1 0,0 0-3 16,2 8-7-16,-2-8-5 0,0 0-7 0,0 0-21 15,0 0-20-15,0 0-28 0,0 0-23 16,0 0-29-16,0 0-17 0,20-27-19 0,-15 17-133 16,0 3-349-16,-5 7 156 0</inkml:trace>
  <inkml:trace contextRef="#ctx0" brushRef="#br0" timeOffset="181086.3">20620 4473 13 0,'0'0'123'0,"0"0"-6"0,0 0-12 15,0 0-6-15,0 0-2 0,0 0-5 0,0 0-12 16,0 0-4-16,0 0 2 0,0 0-20 0,0 0 1 16,0 0-11-16,0 0-5 0,0 0 12 0,11-6-5 15,2 9 1-15,5-3 13 0,4 0-9 0,7-1-2 16,4-2 5-16,3 1-4 0,2-1 3 0,16 1-4 15,-4-2 1-15,1 2-6 0,-12 2-1 0,0 0-2 16,14-1-7-16,-15-1 1 0,1 4-6 0,11-4 6 16,-10 2-12-16,11 0 0 0,-11 0 7 0,-1-2-6 15,12 1-3-15,-14 2 2 0,-1-3 1 0,-3 1-5 16,-2-1 0-16,-3 2-2 0,-7 0-3 0,-3 2 0 16,-1 0 5-16,-4-1-3 0,0-1 5 0,-4-1 2 15,1 0-1-15,-10 1 2 0,15 1-1 0,-15-1-1 16,9-1 1-16,-3 3 2 0,-6-2-4 0,0 0 0 15,0 0-3-15,12-1 2 0,-12 1-9 0,0 0 5 16,0 0-1-16,0 0-7 0,0 0-2 0,0 0-8 16,8-1-7-16,-8 1-19 0,0 0-22 0,0 0-34 15,0 0-34-15,0 0-29 0,0 0-37 16,0 0-26-16,-35-3-113 0,35 3-347 0,-20-1 154 16</inkml:trace>
  <inkml:trace contextRef="#ctx0" brushRef="#br0" timeOffset="186452.87">25513 10867 86 0,'-6'-10'156'16,"1"5"-11"-16,5 5 1 0,-7-10-1 0,3 7 1 15,4 3-8-15,-5-7-4 0,5 7-7 0,-6-6-5 16,6 6-8-16,0 0-13 0,-3-8-9 0,3 8-7 15,0 0-12-15,0 0-6 0,0 0-13 0,0 0-3 16,0 0-6-16,0 0-4 0,0 0-3 0,0 0-1 0,0 0 5 16,12 31-6-16,-10-20-1 0,5 5-2 0,-3 1-8 15,2 0-3-15,-1 2 1 0,2-2-5 16,-2 6-5-16,-1-3 6 0,1-1-4 0,-1-1-1 16,-2 0 0-16,0 0-3 0,0-5 3 0,2-2-4 0,-2 0-1 15,2 1-1-15,-4-4-2 0,4 1 1 0,-4-2 0 16,0-7-1-16,3 10 0 0,-2-4 1 15,-1-6 3-15,3 6 0 0,-3-6 4 0,0 0-4 16,8 0 4-16,-8 0 3 0,0 0-2 0,17-9 0 0,-9 2 2 16,-1-4 1-16,1 0-1 0,2-2 1 0,-1-3-1 15,1 0-2-15,1-1 1 0,1-5-3 0,2-2 1 16,-5 7-3-16,2-7 1 0,-3 6-1 16,1 3-2-16,-1-5-2 0,2 2-2 0,-1-4 2 0,-1 4-2 15,-3 3-3-15,2 5 2 0,-2 1-2 0,-3 3 5 16,2-1-5-16,0 2 1 0,-4 5-4 0,2-8-4 15,3 5 0-15,-5 3-6 0,0 0-7 0,6-7-5 16,-6 7-13-16,0 0-9 0,0 0-11 0,0 0-17 16,8 12-12-16,-8-12-22 0,2 11-17 0,-2-4-16 15,0-7-18-15,2 16-10 0,-2-8-137 0,0 2-329 16,0-3 146-16</inkml:trace>
  <inkml:trace contextRef="#ctx0" brushRef="#br0" timeOffset="187078.11">25967 10878 5 0,'0'0'186'16,"-4"-9"2"-16,4 9-5 0,-1-7-8 0,1 7-11 15,0 0-17-15,-4-7-13 0,4 7-16 0,0 0-8 16,0 0-16-16,0 0-11 0,0 0-6 0,0 0-10 15,0 0 0-15,0 0-1 0,11 20-10 0,-7-14 2 16,4 4-8-16,-4 0 2 0,3 1-4 0,-3 1-2 16,2-1-2-16,4 4-6 0,-5-3-2 0,1 3-2 15,-1-1-2-15,3 0-3 0,-3-2-5 0,0-2-2 16,-1 0-3-16,0-1 1 0,1 3-3 0,-1-5-2 16,-4 0-2-16,2-2 1 0,0 0-5 0,-2-5 2 15,4 8 0-15,-4-8 3 0,4 7-2 0,-4-7 10 16,2 4 3-16,-2-4 9 0,0 0 1 0,0 0 6 0,0 0-5 15,0 0 7-15,0 0-10 0,0 0-5 16,0 0-5-16,0 0 1 0,0 0-2 0,0 0 0 16,7-16-3-16,-7 16 2 0,0 0 2 0,0-10 8 0,0 10-7 15,0 0-1-15,0-10 3 0,0 10-3 0,0 0-7 16,0-7-1-16,0 7 0 0,0 0-4 0,2-8 1 16,-2 8-1-16,0 0-3 0,0 0 0 15,0 0 0-15,0 0 3 0,2-7-4 0,-2 7-4 0,0 0 5 16,0 0-4-16,0 0-1 0,0 0-1 0,0 0-4 15,0 0 6-15,0 0-5 0,0 0 3 0,0 0-2 16,0 0 5-16,0 0-11 0,0 0 4 0,0 0-3 16,0 0 4-16,0 0-5 0,0 0 1 0,0 0 1 15,0 0 3-15,0 0-4 0,0 0 5 0,0 0-3 16,0 0 2-16,0 0-5 0,0 0 2 0,0 0 0 16,0 0-1-16,0 0 1 0,0 0 0 0,0 0 3 15,0 0 0-15,0 0-1 0,0 0 1 0,0 0-4 16,0 0 5-16,0 0-2 0,0 0 2 0,0 0-3 15,0 0-3-15,0 0-2 0,0 0-2 0,0 0-9 16,0 0-10-16,0 0-16 0,0 0-16 0,-11 18-14 16,11-18-21-16,0 0-14 0,0 0-37 0,0 0-15 15,0 0-28-15,0 0-26 0,0 0-128 0,0 0-372 16,0 0 165-16</inkml:trace>
  <inkml:trace contextRef="#ctx0" brushRef="#br0" timeOffset="187625.41">25850 11231 143 0,'-2'-9'143'0,"2"9"4"0,-2-9-14 0,2 9 2 16,0-8 0-16,0 8-6 0,-1-10 4 0,1 10-6 15,0 0 1-15,0-13-13 0,0 13 0 0,0 0-10 0,0-7-6 16,0 7-6-16,0 0-12 0,0 0-7 0,0 0-9 16,-2-8-6-16,2 8-7 0,0 0-5 0,0 0-6 15,0 0 3-15,0 0 0 0,0 0-6 16,0 0-1-16,0 0-6 0,0 0 3 0,21 15 3 0,-15-10-1 15,-1 1 2-15,1 2-4 0,-1-1-1 0,0 3-2 16,1-1-5-16,-1 3-1 0,1-5 1 0,-2 2-7 16,2 1-2-16,-2 0 1 0,1-3-4 15,-1 2 1-15,0-3-6 0,-1 0 2 0,1 0 0 0,-2-1-3 16,-2-5-3-16,6 8 4 0,-2-3-1 0,-4-5 2 16,2 6-4-16,-2-6 4 0,0 0 0 0,4 6 12 15,-4-6 2-15,0 0 6 0,0 0-2 0,0 0-7 16,0 0 1-16,11-13-5 0,-9 7-1 0,1-3-2 15,4 1-3-15,-1-3 4 0,-1 0-2 0,1-5 1 16,1 1-5-16,1 0 1 0,0-1-3 0,-1 4-2 16,1-5 1-16,0 6-3 0,-2 3 2 0,-1-3 2 15,-3 5-5-15,2-2 3 0,-2 2-2 0,4 1-2 16,-6 5-16-16,6-9-18 0,-6 9-24 0,2-5-23 16,-2 5-31-16,0 0-35 0,0 0-1 0,0 0-4 15,0 0-6-15,0 0-12 0,0 0-26 0,0 0-146 16,-2 24-368-16,0-17 163 0</inkml:trace>
  <inkml:trace contextRef="#ctx0" brushRef="#br0" timeOffset="187864.11">26010 11275 147 0,'-10'2'179'0,"10"-2"-16"15,-6 2-11-15,6-2-1 0,-11 3-4 0,7-1-9 16,4-2-5-16,-12 10 0 0,5-3-10 0,-1 1-4 15,0 2-12-15,4 1-6 0,-1 1-9 0,-1 0-5 16,0 3 2-16,3 1-13 0,1-4-6 0,-3 0-8 16,3 1-5-16,-1-2-7 0,1 6-5 0,2-8 0 15,-2 3-5-15,2-1-6 0,0-2-6 0,0 1 1 16,0-1-6-16,0-9-15 0,0 13-34 0,0-6-18 16,0-7-39-16,0 11-35 0,0-11-18 0,0 9-28 15,0-9-180-15,-2 5-370 0,2-5 163 0</inkml:trace>
  <inkml:trace contextRef="#ctx0" brushRef="#br0" timeOffset="188194.09">26203 11072 64 0,'0'0'184'0,"0"0"-4"0,0 0-13 0,0 0 2 0,2-7-12 16,-2 7-9-16,0 0-14 0,0 0-10 0,7-4-7 15,-7 4-3-15,6-3-10 0,-6 3-4 0,8-3-7 16,-8 3-10-16,9-2-8 0,-1 0-3 0,-8 2-10 15,18-4-7-15,-9 3-3 0,-2 0-8 0,2-1-3 16,0 1-15-16,0-2-25 0,-3 1-31 0,6 1-16 16,-5 0-43-16,-7 1-28 0,15-2-25 15,-8 2-35-15,-7 0-118 0,0 0-318 0,11 0 141 0</inkml:trace>
  <inkml:trace contextRef="#ctx0" brushRef="#br0" timeOffset="188373.66">26205 11162 132 0,'0'0'180'15,"0"0"-8"-15,0 0-7 0,0 0-15 0,0 0-9 16,7 10-14-16,-7-10-11 0,11 0-12 0,-2 0-11 0,0 0-23 16,2 0-22-16,1 1-32 0,-1-2-38 15,2 0-34-15,-2-1-37 0,-4 1-132 0,-1-2-242 0,4 2 108 16</inkml:trace>
  <inkml:trace contextRef="#ctx0" brushRef="#br0" timeOffset="188703.61">26239 11078 76 0,'0'0'184'0,"0"0"-14"15,0 0-17-15,0 0-20 0,0 0-18 0,0 0-7 16,0 0-10-16,0 0-10 0,20-5-14 0,-13 4-23 16,6 1-20-16,-1 0-42 0,1-1-11 0,1 1-22 15,-3 0-34-15,0 0-34 0,3 0-57 0,-4-3-184 16,1 3 82-16</inkml:trace>
  <inkml:trace contextRef="#ctx0" brushRef="#br0" timeOffset="188892.49">26277 11162 24 0,'-7'3'133'0,"7"-3"-15"0,0 0-15 15,0 0-4-15,0 0-15 0,0 0-6 0,0 0-29 16,23 6-28-16,-12-6-35 0,3 0-40 0,-1-2-54 15,0 0-115-15,1-3 52 0</inkml:trace>
  <inkml:trace contextRef="#ctx0" brushRef="#br0" timeOffset="191980.75">28413 9393 30 0,'0'0'138'16,"-16"0"-2"-16,9 0-5 0,-4 2-8 0,11-2-2 0,-15-2-8 15,15 2-7-15,-14 2-2 0,5-2-3 16,3 1-16-16,6-1 8 0,-13 0-4 0,13 0-5 16,-10 1-3-16,10-1-2 0,0 0-9 0,-9 3-4 15,9-3-4-15,0 0-4 0,0 0 0 0,0 0 0 0,-5 3-4 16,5-3 1-16,0 0 3 0,0 0 0 16,0 0-7-16,32 0-2 0,-19 0-7 0,6 0 6 15,-2-2-11-15,5 4 2 0,-1-6-3 0,-1 1-1 16,-2 2-7-16,-4-1-1 0,-1 0-6 0,1 1 2 0,-5 1-4 15,1-2-1-15,-3 2-4 0,-7 0 1 0,14-1-6 16,-14 1 5-16,7-1-2 0,-7 1 1 0,0 0-4 16,9-2 3-16,-9 2-5 0,0 0 0 15,0 0 0-15,9 2-2 0,-9-2-8 0,0 0-15 0,0 0-11 16,0 0-26-16,0 0-19 0,0 0-39 0,0 0-30 16,0 0-32-16,0 0-192 0,0 0-397 0,0 0 176 15</inkml:trace>
  <inkml:trace contextRef="#ctx0" brushRef="#br0" timeOffset="192410.17">28939 9227 90 0,'3'-9'178'0,"-1"4"-2"0,-2 5-1 16,0-9-3-16,0 9-5 0,0 0-8 0,0-10-7 15,0 10-9-15,0 0-18 0,0 0-9 0,0 0-10 16,0 0-9-16,-2-8-7 0,2 8-10 0,0 0-7 16,0 0-6-16,0 0-1 0,-30 14-2 0,18-8-9 15,1 1-1-15,-4 2-5 0,5-2-1 0,0 1-8 16,-1 0-3-16,1 1-3 0,1-2-4 0,2 3-5 16,0-1 1-16,2-1-4 0,3 0 0 0,0 0-2 15,2-1-2-15,3 3-1 0,0 0 3 0,4-2-3 16,1 0-2-16,2 0-5 0,1-2 2 0,0 4 0 15,5-4-5-15,1 1 0 0,-5-1 3 0,5 1-4 16,-6-1 1-16,0 0-4 0,-2-2 3 0,-4 1-1 16,3-1-5-16,-2 0 1 0,-1 1-2 0,-1 1 0 15,0-2 0-15,-4-4 2 0,4 8 1 0,-4-8 2 16,-3 11 0-16,3-11-4 0,-10 9 0 0,1-4 4 16,-1 2-1-16,0-3-4 0,-7-2 3 0,2 3-2 0,1-1 3 15,1 0-2-15,-1-1 1 0,1-2-10 16,1 3-13-16,1-2-16 0,-1 1-23 0,2-1-31 15,1 1-21-15,3-2-24 0,6-1-32 0,-9 3-33 0,9-3-153 16,-9 1-382-16,9-1 169 0</inkml:trace>
  <inkml:trace contextRef="#ctx0" brushRef="#br0" timeOffset="192724.43">29115 9429 130 0,'2'-6'232'0,"-1"0"0"0,2-1-2 16,-3 7-11-16,0-10-6 0,0 10-5 0,0-10-11 15,0 10-3-15,2-7-17 0,-2 7-13 0,0 0-15 16,0 0-13-16,0 0-11 0,2-9-16 0,-2 9-12 16,0 0-10-16,0 0-7 0,0 0-2 0,0 0-21 15,0 0 13-15,0 0-14 0,0 0-2 0,0 0 0 16,0 0-4-16,5 22-8 0,-4-15 1 0,-1-7-5 15,3 16 0-15,-2-6-13 0,-1 0 6 0,1 0-7 16,-1-1-2-16,0 2-5 0,1 2-1 0,-1-3 3 16,0 2-5-16,-1 1-8 0,2-2-18 0,-2 0-19 15,1 0-23-15,0-2-23 0,0 1-35 0,-1-1-30 16,0 0-35-16,-1-2-19 0,2-7-28 0,-2 11-33 16,2-11-152-16,-3 8-443 0,3-8 197 0</inkml:trace>
  <inkml:trace contextRef="#ctx0" brushRef="#br0" timeOffset="192942.6">29159 9255 287 0,'-2'-6'294'16,"-1"-1"-3"-16,3 7-1 0,-6-11-4 0,4 5-13 15,0 0-7-15,2 6-15 0,-5-9-12 0,5 9-27 16,-4-7-3-16,4 7-33 0,-3-6-12 0,3 6-18 15,0 0-10-15,-5-7-21 0,5 7-24 0,0 0-30 16,0 0-33-16,0 0-39 0,0 0-34 0,0 0-42 0,0 0-43 16,0 0-48-16,0 0-40 0,0 0-40 15,0 0-224-15,19 13-521 0,-19-13 230 0</inkml:trace>
  <inkml:trace contextRef="#ctx0" brushRef="#br0" timeOffset="193962.69">29074 9981 42 0,'0'0'215'0,"0"-10"-11"0,0 10-6 16,0 0-9-16,0 0-6 0,-3-10-7 15,3 10-13-15,0 0-11 0,0 0-10 0,0 0-15 0,0 0-8 16,0 0-13-16,0 0-8 0,0 0-5 0,0 0-7 16,0 0-6-16,-19 10-5 0,11-3-4 15,-1 1-17-15,-1 0 2 0,1 1-8 0,1-2 0 16,-1 5-6-16,1-6-1 0,0 5-8 0,-1 0 3 0,-1 3-6 16,3-4-3-16,2 0 0 0,0 6-5 15,1-8 1-15,2 3-4 0,-1-2 8 0,0 2-8 16,1-5-4-16,2 1 0 0,0 2-1 0,2-1 2 15,1 0-2-15,1-3 3 0,2 1-8 0,-2 0 5 0,6-3-3 16,0 3-2-16,-2-5-1 0,3 2 5 0,1-3-3 16,1-3-2-16,1 3 1 0,-1-3 2 0,-1-1-5 15,1 1 3-15,-1-3-8 0,-1 1 6 16,-2-1 10-16,0-3-13 0,-1 2 0 0,-2-2-1 0,-1-1 0 16,-1-1-2-16,-1 0 3 0,-3-1-1 0,1 0 7 15,-3-5-7-15,-2 5-3 0,-1-4-2 0,-2 0 2 16,1 0-2-16,1 6-2 0,0-2 5 0,-1 5-2 15,0-2-2-15,-1 0-1 0,0 4 3 0,0-2-8 16,1 4 3-16,-3 0-5 0,2 2-5 0,7 1-13 16,-23 4-5-16,12 0-9 0,-4 4-16 0,2-3-19 15,-1 7-24-15,2-2-22 0,4 1-29 0,1-3-33 16,4 3-17-16,-5-1-176 0,4-1-410 0,5-1 182 16</inkml:trace>
  <inkml:trace contextRef="#ctx0" brushRef="#br0" timeOffset="194172.54">29374 10135 42 0,'8'-2'221'0,"-8"2"6"0,0 0 0 16,0 0-4-16,0 0-6 0,0 0-12 0,5-5-15 16,-5 5-12-16,0 0-14 0,0 0-18 0,0 0-16 15,4-5-6-15,-4 5-20 0,0 0-17 16,0 0-12-16,0 0-31 0,0 0-24 0,0 0-20 0,0 0-22 15,0 0-23-15,0 0-31 0,0 0-23 0,0 0-33 16,3 16-25-16,-3-16-24 0,3 5-138 0,-3-5-345 16,0 0 152-16</inkml:trace>
  <inkml:trace contextRef="#ctx0" brushRef="#br0" timeOffset="194752.66">29609 9959 79 0,'0'0'137'16,"0"0"0"-16,-1-9-14 0,1 9 6 0,0 0 6 15,-3-9-8-15,3 9 1 0,0 0 0 0,0-9-4 16,0 9-5-16,0 0 0 0,0-10-6 0,0 10-7 16,0 0-9-16,4-8-7 0,-4 8-12 0,5-5-3 15,-5 5-7-15,9-2-5 0,-3 0-3 0,-6 2-3 16,17 2-6-16,-7 1 2 0,2 1-4 0,-1 0 1 16,0 1-3-16,-1 0-6 0,0 0-7 0,-2 2 1 15,-2-1-1-15,-1 0-7 0,-1 3-3 0,1 1 1 16,-5-3-2-16,0 3-1 0,-6-1-1 0,-1 3-2 15,0-2-3-15,-4-1-2 0,0-2 3 0,-3 3-6 16,2-4 3-16,3 1-3 0,-1-3-3 0,5-1 2 16,-1 1-4-16,1 0 1 0,5-4 0 0,-8 5 0 15,8-5-1-15,-4 5-2 0,4-5-1 0,0 0-2 0,0 0 0 16,0 0-3-16,0 0 1 0,0 0-2 16,15 4 0-16,-1-4 4 0,-1 0-3 0,6 0 1 15,-1 3-2-15,3 1 0 0,-2-2 2 0,-4 3-1 16,-1 0 4-16,3-1-6 0,-4 1 1 0,-3 0 2 0,-1 0-3 15,1-1-3-15,-4 2 6 0,-2-2-1 0,-1 1 0 16,-3-5 2-16,4 10 0 0,-4-10 4 0,-2 10-3 16,2-10 3-16,-12 11-7 0,4-8 4 0,-1 2 2 15,-1-1-4-15,-3 1 0 0,2-1 3 0,0-1 2 16,-1-1-2-16,-1 0-2 0,0-1 2 0,1 2-22 16,6-3-14-16,-4 0-25 0,0 2-19 15,2-1-33-15,0 0-39 0,8-1-19 0,0 0-51 16,-16-4-135-16,16 4-383 0,-5-4 170 0</inkml:trace>
  <inkml:trace contextRef="#ctx0" brushRef="#br0" timeOffset="194983.91">30116 10086 194 0,'0'0'225'15,"0"0"-2"-15,0 0-12 0,7-2-17 0,-7 2-21 16,0 0-13-16,9-3-14 0,-2 0-13 0,1 2-13 16,-8 1-11-16,17-3-13 0,-8 2-8 0,-9 1-10 15,12-2-7-15,-4 0-14 0,0 1-19 0,-8 1-20 16,10 0-34-16,-10 0-33 0,10 1-37 0,-10-1-27 16,13-1-32-16,-13 1-37 0,9-1-109 0,-9 1-314 15,9-2 138-15</inkml:trace>
  <inkml:trace contextRef="#ctx0" brushRef="#br0" timeOffset="195675.91">30583 9854 76 0,'0'0'199'0,"0"0"-1"0,-13 1-9 0,13-1-12 0,-13 3-4 16,4 0-10-16,0 3-5 0,-2 1-16 15,1 0-7-15,1 0-3 0,0 2-12 0,-4 4-11 16,1 1-6-16,0 1-10 0,1-1-5 0,4 0-6 0,-2 1-4 16,1 0-4-16,2 1-9 0,3-5-8 15,-3 4-1-15,3-4-3 0,1 0-3 0,1 1-8 16,1-2-4-16,0-1-1 0,1 0 0 0,0 0-6 15,3 1 1-15,-2-2-4 0,2 0 3 0,3-4-7 16,0 1-3-16,5 0 2 0,-2-1-4 0,3-2-2 0,1 1 0 16,-1-3-1-16,-1 0-2 0,1 0 2 0,-1 0-4 15,0-1-4-15,-3-2 4 0,-1 2-3 16,1-1 6-16,-1-4-8 0,-2 2 1 0,-1 1-1 0,0-7 1 16,0 4-4-16,-2-3-2 0,-3 1-2 0,0-4-3 15,-3 3-1-15,3 9 2 0,-5-17-3 0,3 9-1 16,-1-2 1-16,-3 3 3 0,-2 1-4 0,-3-2 1 15,4 5 0-15,0-3 4 0,-2 1-3 0,-1 2 0 16,2-2 2-16,1 3-3 0,7 2 2 0,-12-2 0 16,12 2 2-16,-5-4 0 0,5 4-5 0,-7-4 6 15,7 4-4-15,0 0 5 0,0 0-1 0,0 0 11 16,0 0-8-16,30-1-1 0,-11-2 2 0,-3 5 4 16,6-4-5-16,0 1 4 0,-2 1-3 0,2-4-2 15,-3 1 8-15,-1 1 0 0,-4 0-2 0,-2 2 4 16,-1-1-1-16,-2 0 1 0,-9 1-3 0,13-3 1 15,-13 3 0-15,10-3 0 0,-10 3 2 0,10 0 0 16,-10 0-4-16,0 0-2 0,9 1-1 0,-9-1 9 16,7 4-8-16,-7-4 14 0,3 6 3 0,0-1-1 15,1 1 3-15,-2 1-4 0,1 0 7 0,-3 3-4 16,2-1 1-16,0 2 2 0,-4 0 1 0,4 1 2 0,-4 1-1 16,2-3-8-16,0 3 4 0,-1-1-5 15,1-2 2-15,-1 1-10 0,0 2 4 0,-1-4 3 16,2 1 14-16,-1 0-23 0,1-3-11 0,1 3-17 15,-1-2 6-15,0-8-30 0,0 13-32 0,0-7-32 16,0-6-41-16,0 9-47 0,0-9-42 0,2 7-42 16,-2-7-191-16,0 0-507 0,0 0 225 0</inkml:trace>
  <inkml:trace contextRef="#ctx0" brushRef="#br0" timeOffset="196073.9">31024 10085 91 0,'0'0'240'0,"0"0"-4"0,0 0-10 0,6-3-14 15,-6 3-15-15,0 0-21 0,6-4-15 0,-6 4-15 16,8-5-16-16,-8 5-9 0,12-4-10 16,-3 3-7-16,-3-2-8 0,0 0-1 0,1 1-8 15,0-2-9-15,0 1 1 0,-1-1-3 0,1 0-4 0,-2-2-2 16,-1 2 3-16,2-2-10 0,-4 0-10 0,4-3-6 15,-5 4 3-15,3-3-1 0,-4 8 0 0,4-11 1 16,-4 4-2-16,1 0 4 0,-1 7-6 0,-1-15-5 16,1 15-4-16,-2-8-2 0,2 8-4 0,-5-7-9 15,1 3-1-15,4 4 5 0,-10-1-13 0,10 1 11 16,-19 6-6-16,9 1-1 0,-3 4-1 0,0 0 2 16,-3 1-1-16,3 1 0 0,-2-1 0 15,3 3 4-15,3-4-1 0,-1 0 7 0,3 0-3 0,0 3 0 16,2-3 1-16,2 0 5 0,3 0-10 0,1-1 6 15,3-1-2-15,3 0 0 0,3 0-3 0,2-3 1 16,4 1-14-16,4-1-12 0,-2-1-41 0,1-1-31 16,-3-2-43-16,-1 1-54 0,-3 0-68 0,-1-3-40 15,-1 2-242-15,-3 0-564 0,-1 0 250 0</inkml:trace>
  <inkml:trace contextRef="#ctx0" brushRef="#br0" timeOffset="209545.94">16874 5709 128 0,'0'0'144'0,"0"0"-1"0,0 0-5 15,0 0-6-15,0 0-8 0,0 0-2 0,0 0-2 0,0 0-9 16,0 0-1-16,0 0-3 0,0 0-4 0,0 0 2 15,0 0-6-15,0 0-6 0,0 0-9 16,0 0 7-16,0 0-7 0,0 0-8 0,0 0-8 16,9-20-7-16,-5 15 7 0,0-1-6 0,1 0-8 15,0-2-4-15,-1 0-5 0,1-1-5 0,1 0-4 16,-2 0-4-16,4 1-2 0,-3-2 1 0,0 1-8 16,-1-1-1-16,1 1-3 0,-1-3-2 0,5 2-3 15,-4 0 0-15,-1 0-2 0,-2 3-2 0,2-3 1 16,-3 0-1-16,2 2-2 0,-1 3-3 0,1-3-1 0,-3 8 2 15,2-10-2-15,-2 10 0 0,0-9-2 0,0 9 1 16,0 0-4-16,2-8-1 0,-2 8 2 16,0 0-2-16,2-7-3 0,-2 7-1 0,0 0 1 15,0 0-1-15,0 0 0 0,0 0 3 0,0 0-2 16,-12 21-1-16,8-12 2 0,0 4-4 0,0-2 4 0,0 0 1 16,0 5 0-16,2-4-2 0,-2-1 4 15,3 1-2-15,-1-1 0 0,2 1 1 0,0 0 4 0,3-1-4 16,2 0 1-16,3 3 4 0,-1-4-10 15,2 1-24-15,7-2-17 0,-2 1-22 0,1-3-30 0,0-1-41 16,3-2-27-16,-6 0-35 0,2 0-136 0,-4-1-367 16,2-3 164-16</inkml:trace>
  <inkml:trace contextRef="#ctx0" brushRef="#br0" timeOffset="209728.52">16894 5300 77 0,'0'0'78'16,"-10"-4"-27"-16,10 4-17 0,0 0-21 0,0 0-37 16,0 0-15-16,0 0-41 0,0 0 19 0</inkml:trace>
  <inkml:trace contextRef="#ctx0" brushRef="#br0" timeOffset="210338.34">17402 5499 124 0,'0'0'173'0,"-9"-3"-7"16,9 3 4-16,-10-4-10 0,10 4-10 0,-7-3-12 15,7 3-8-15,-6-4-12 0,6 4-6 0,0 0-11 16,0 0-8-16,-10 0-10 0,10 0-8 0,0 0-2 16,0 0-10-16,0 0-8 0,0 0-6 0,0 0-4 15,0 0-7-15,0 0-3 0,0 0-1 0,0 0-4 16,0 0-1-16,0 0-5 0,24 6-3 0,-11-4 4 15,-3 1-11-15,3 0 6 0,-2 0-8 0,2-1 1 16,0 0 0-16,-2 1-3 0,1-1 1 0,-1 2-1 16,0-3-1-16,-3 2-2 0,3-1-1 0,-5 2 0 15,7-1-2-15,-6 0-1 0,-3-1 1 0,3 2-2 16,-7-4-2-16,9 5 2 0,-4-2 0 0,-5-3-1 16,6 5 1-16,-6-5-3 0,4 6 2 15,-4-6 2-15,4 7-1 0,-4-7-3 0,1 8 2 0,-1-8-2 16,-1 10-1-16,1-10 0 0,-3 15 3 0,-1-5 1 15,-2 1 13-15,0 4-9 0,-3 0-4 0,-2-1 1 16,1 2-3-16,-1-1 3 0,0 1 1 0,-4 3-1 16,5-2-7-16,1-4-13 0,-1 0-20 0,1 0-19 15,0 1-22-15,4-3-25 0,0-1-27 16,1-1-21-16,0-1-28 0,0 0-113 0,0-1-316 0,4-7 140 16</inkml:trace>
  <inkml:trace contextRef="#ctx0" brushRef="#br0" timeOffset="210698.3">17682 5615 129 0,'0'0'146'0,"0"0"-11"15,0 0-9-15,0 0-9 0,0 0-8 0,0 0-2 16,0 0-8-16,0 0-13 0,-8 19-4 0,8-19-10 15,1 16-3-15,-1-16 5 0,2 13-12 0,0-7-6 16,2 1-1-16,2 1-8 0,3-3-1 0,-1 2-4 16,2-1-7-16,2-1-3 0,-6-2 1 0,3 1-3 15,1-1 4-15,2-1-2 0,-5-2-13 0,1 0 4 16,3 0-3-16,-3 0-5 0,1-4 1 0,1 0 0 16,-2-1-4-16,0 0 1 0,-2-3-6 0,-2 1 2 15,0-3 2-15,-2 1-5 0,-2-2 4 0,0 1-4 16,-1-2 1-16,-5 2 0 0,3 0-3 0,-3 0 3 15,-1 1-6-15,-2 0 3 0,1 0-4 0,-4 2-2 16,0 0-2-16,0 1-9 0,-1 2-15 0,-1 2-14 16,2 0-17-16,0 2-21 0,1 3-9 0,1 2-32 15,0-1-28-15,0 5-99 0,2-3-266 0,0 3 117 16</inkml:trace>
  <inkml:trace contextRef="#ctx0" brushRef="#br0" timeOffset="-181101.46">20984 3850 1269 0,'-1'2'-87'0,"1"-2"265"0,-1 0-401 0,-1 0 530 0,2 0-629 0,0 0 653 0,0 1-335 16,0-1-2-16,0 0 60 0,0 0-91 16,0 0 46-16,0 0-37 0,0 0 51 0,0 0-7 0,0 0-60 15,0 0 26-15,0 0-106 0,0 0 48 0,0 0-24 16,0 0 14-16,0 0-77 0,0 0 29 0,0 0-50 15,0 0 7-15,0 0-77 0</inkml:trace>
  <inkml:trace contextRef="#ctx0" brushRef="#br0" timeOffset="-181053.18">20883 3847 1618 0</inkml:trace>
  <inkml:trace contextRef="#ctx0" brushRef="#br0" timeOffset="-177780.65">20567 3908 25 0,'0'0'54'0,"-2"-8"-3"0,2 8-7 0,0 0-6 15,-2-9 5-15,2 9-2 0,0 0-2 0,-5-6-6 16,5 6 4-16,0 0-3 0,0 0 11 0,-5-8-22 16,5 8 15-16,-2-6-9 0,2 6 3 0,0 0-7 15,-5-7 9-15,5 7-10 0,-3-7 2 0,3 7 6 16,0 0-5-16,0 0-2 0,-6-4-4 0,6 4 0 15,0 0-2-15,0 0 0 0,0 0-8 0,0 0 1 16,0 0-5-16,0 0-3 0,0 0 0 0,0 0 11 16,0 0-7-16,-8 16 0 0,8-7-2 0,-4 4-1 15,3 5 10-15,-2 0-11 0,0 6 7 0,-1 2-1 16,1 2-2-16,-2 4 12 0,1 1-5 0,-3 1 4 16,2-4-3-16,-2 6-1 0,1-3 1 0,2-2-8 15,-1 1 1-15,0 0 1 0,2 1 8 0,2-3-14 16,0 1 4-16,-1-2-1 0,2 0 0 0,0 0 10 15,-1 1-4-15,0 0-3 0,2-3 3 0,0 3 0 16,2-2 5-16,-2 1-12 0,-2-1 2 0,2 0 1 16,-1-1-6-16,1 0 0 0,4-2-10 0,-3 0-14 15,1 0 2-15,1 0-19 0,0-3-6 0,0-1-15 16,0-3-11-16,1 1-12 0,1-1-77 0,-3 2-172 16,1-3 76-16</inkml:trace>
  <inkml:trace contextRef="#ctx0" brushRef="#br0" timeOffset="-177179.73">20601 3893 9 0,'0'0'69'0,"0"0"-21"15,0 0 0-15,-4-6 1 0,4 6-11 0,0 0-4 16,0 0 0-16,0 0 0 0,0 0-13 0,0 0 4 15,0 0-12-15,0 0 2 0,-7 15 3 0,4-6-2 16,0 1 2-16,1 1-5 0,-1 1-2 16,0 4 1-16,1 2-9 0,1 1 1 0,-1 5 4 15,0 2 3-15,0 2 1 0,1 1-9 0,0 0 6 16,-1 3 8-16,2 1-10 0,-2 0-9 0,1 1 9 0,-1 0-1 16,0 0 4-16,2 1-7 0,0-1 10 0,0 2-5 15,0-1 1-15,-1 0 0 0,1-1 1 16,0-1-10-16,0 1 12 0,0-2-4 0,-2 0-10 15,1-3 4-15,0 2 9 0,0-1-13 0,1-2 5 16,-3 2-15-16,-1-2-1 0,0-3-4 0,0 0-1 16,1-6 1-16,0-2-13 0,-1 1-4 0,2-2-6 15,-1-4-48-15,3-2-94 0,-1-3 42 0</inkml:trace>
  <inkml:trace contextRef="#ctx0" brushRef="#br0" timeOffset="-176903.4">20570 4289 12 0,'-1'32'48'0,"-1"-1"-1"16,2 4-3-16,-2 1-8 0,2 10-1 0,-2-14 2 15,-1 13-4-15,-2-9-9 0,1-2-15 0,1 0-7 16,-1-2-6-16,2 0-15 0,-2-1-32 0,0-2-55 16,0 0 24-16</inkml:trace>
  <inkml:trace contextRef="#ctx0" brushRef="#br0" timeOffset="-176345.91">19903 4017 5 0,'0'0'48'0,"0"0"-9"15,0 0-5-15,0 0-3 0,0 0-2 0,19-8-2 16,-6 5-10-16,7-1-7 0,2 1-3 0,6 0-19 15,-1 0-28-15,2-1-42 0,1 3 19 16</inkml:trace>
  <inkml:trace contextRef="#ctx0" brushRef="#br0" timeOffset="-175991.48">21006 3979 30 0,'11'-2'28'0,"2"2"-18"0,-3 0-17 0,2 1-4 16,-2-1-11-16,-4 2 6 0</inkml:trace>
  <inkml:trace contextRef="#ctx0" brushRef="#br0" timeOffset="-175805.14">21044 3913 43 0,'-9'12'50'16,"7"-1"4"-16,-1 4-6 0,0 3-18 0,0 1 9 16,-1 8-14-16,-1-1-4 0,2 6-17 0,1-1-10 15,-2-1-46-15,0 5-55 0,0-3 24 0</inkml:trace>
  <inkml:trace contextRef="#ctx0" brushRef="#br0" timeOffset="-175329.41">20893 4053 19 0,'0'0'79'0,"0"0"0"16,0 0-19-16,0 0 1 0,0 0-6 0,0 0-10 15,29-8-3-15,-16 6-19 0,7 0-16 0,0 2-14 16,0-1-15-16,0 1-52 0,1 0-80 0,-1 0 36 16</inkml:trace>
  <inkml:trace contextRef="#ctx0" brushRef="#br0" timeOffset="-175126.63">21042 4041 33 0,'-2'29'22'0,"1"1"-21"0,-3 1-11 0,0-2-10 16,-1 0 5-16</inkml:trace>
  <inkml:trace contextRef="#ctx0" brushRef="#br0" timeOffset="-174451.43">19973 3252 35 0,'0'0'91'16,"0"0"-13"-16,0 0-9 0,0 0-8 0,0 0-4 15,0 0-9-15,0 0-5 0,0 0-3 0,0 0 4 16,18 10-1-16,-11-6 6 0,1 3 5 0,-1-1-13 16,0 2-3-16,2 0-2 0,4 4 0 0,-4-4-4 15,3 4-9-15,-2-3-1 0,3 1 0 0,-1 1-2 16,-1-2 4-16,-4-2-2 0,2 0-8 0,3 0 4 15,-7-2-6-15,1 0 3 0,1-1-1 0,-1-2 4 16,-6-2-14-16,6 7 8 0,-6-7 9 16,6 3 7-16,-6-3-2 0,0 0 6 0,0 0 2 15,10-8-7-15,-10 8-6 0,4-10 0 0,1 0 5 0,-2-1-4 16,1 0 4-16,0-3-15 0,3 1 8 0,-2-4-8 16,4 1-5-16,-4 1 3 0,4-1 2 0,-4 0-7 15,4 3-1-15,0-1 3 0,-4 4-2 0,0 0-3 16,0-1-3-16,3 2-5 0,-2 3-16 15,0-2-8-15,-6 8-16 0,12-7-24 0,-6 4-2 16,-6 3-15-16,13-1 1 0,-13 1-5 0,12 5-73 16,-5 0-177-16,1 0 80 0</inkml:trace>
  <inkml:trace contextRef="#ctx0" brushRef="#br0" timeOffset="-173976.31">20363 3384 7 0,'0'0'109'0,"-1"-7"-5"15,1 7-6-15,0 0-17 0,-5-5-7 0,5 5-13 16,0 0-1-16,0 0-11 0,0 0 3 0,0 0-7 15,0 0-11-15,0 0 0 0,0 0-3 0,0 0-3 16,0 0 0-16,16 20-11 0,-12-13 5 0,1 0-15 16,-1 0 14-16,1 0-1 0,0 1-7 0,0 1-3 15,2-1 4-15,-4-1 0 0,0 0-6 0,1 3 2 16,-2-5 3-16,1 2-10 0,1-3 8 0,-4-4-8 16,5 10 7-16,-4-7-4 0,-1-3-3 0,7 7 3 15,-7-7 3-15,1 7-10 0,-1-7 6 0,0 0 0 16,0 0 3-16,0 0 16 0,4 5 2 0,-4-5 5 15,0 0-6-15,0 0-7 0,0 0 9 0,0 0-3 16,0 0-2-16,4-24-4 0,-2 14 0 16,2 0 3-16,2-4-5 0,2-3-4 0,0 0 3 0,-1 1-2 15,2 1-5-15,3-2 0 0,-3 0-4 16,0 3-5-16,1 0 12 0,-2 5-5 0,-2-1-4 0,-1 2-4 16,1 1 5-16,-1 1-6 0,-1 1-3 0,0 1-20 15,-4 4-7-15,8-5-9 0,-8 5-15 0,6-3-16 16,-6 3 1-16,0 0-10 0,0 0-12 15,4 16-72-15,-6-6-180 0,-3-1 81 0</inkml:trace>
  <inkml:trace contextRef="#ctx0" brushRef="#br0" timeOffset="-173536.33">20420 3495 29 0,'0'0'64'0,"0"0"-6"0,0 0-7 0,0 0-7 16,0 0-3-16,0 0 7 0,0 0-9 0,0 0-5 16,0 0-7-16,0 0 5 0,0 0-7 0,0 0 9 15,0 0-12-15,0 0 4 0,0 0-1 0,0 0 1 16,0 0 1-16,0 0-8 0,0 0-1 0,0 0 2 15,0 0 3-15,0 0 3 0,0 0 4 0,0 0 1 16,0 0 1-16,0 0 9 0,0 0-6 16,0 0 0-16,0 0 5 0,0 0 6 0,-14-4-8 0,14 4-1 15,0 0-3-15,0 0 2 0,0 0 4 0,0 0-14 16,0 0 5-16,0 0-11 0,0 0-6 0,0 0 2 16,0 0 3-16,0 0-4 0,0 0-7 0,0 0 1 15,0 0-3-15,0 0 0 0,0 0 0 0,0 0 1 16,0 0-4-16,0 0-4 0,-1 9 9 0,1-9-10 15,1 9-1-15,-1-9 8 0,0 11-1 0,2-3 2 16,-2-8-6-16,0 18 5 0,0-8 0 0,0 1-2 16,0 0-5-16,-2 2 5 0,2 2-6 0,-2 0-14 15,-2 2-26-15,4-5-28 0,-4 4-24 0,2 0-27 16,0 0-62-16,1 0-198 0,0-6 88 0</inkml:trace>
  <inkml:trace contextRef="#ctx0" brushRef="#br0" timeOffset="-171600.73">21737 4205 66 0,'0'0'60'0,"0"0"-7"0,0 0-4 16,0 0-8-16,0 0 0 0,0 0-11 0,0 0 4 15,-4 26-6-15,1-14-8 0,1 4-5 0,-3 2-15 16,1 2-6-16,-4 4-5 0,0 0-7 0,1 1-16 15,-1 1-28-15,3 2-66 0,-4-4 29 0</inkml:trace>
  <inkml:trace contextRef="#ctx0" brushRef="#br0" timeOffset="-171120.77">21651 4395 13 0,'-19'11'52'16,"14"-6"4"-16,1 3-3 0,-1 2-1 0,0 1-7 16,-2 2-3-16,2 4-5 0,2-5-3 0,0-1 1 15,0 1-10-15,2 0 2 0,1-1 1 0,0 0-3 16,3 0-1-16,-1 0-2 0,1-2-7 0,1-2 4 0,2-2 4 15,-1-2-6-15,1 0 2 0,1 0-5 16,-7-3-5-16,14-2 7 0,-6-2-7 0,2 1 2 16,0-2-12-16,-2-3 6 0,-2 0 4 0,1-3-5 15,-1 2 1-15,-1-4 0 0,-1 0 2 0,-3-2 2 16,-1-1-6-16,-1 2-3 0,-3-3 0 0,-1 7-6 16,0-5 4-16,0 2-3 0,-4 4-14 0,0 1 1 0,-3-1-16 15,1 3-9-15,-4 4-7 0,-2 2-49 16,-4 2-106-16,-7 2 46 0</inkml:trace>
  <inkml:trace contextRef="#ctx0" brushRef="#br0" timeOffset="-165191.68">18367 5796 95 0,'-4'-11'142'0,"4"11"-4"16,-3-8-9-16,3 8 1 0,-2-9-1 0,2 9-9 16,-2-7-10-16,2 7-5 0,0 0-7 0,-3-8-9 15,3 8-9-15,0 0-6 0,0 0-10 0,-3-6-8 16,3 6-6-16,0 0-7 0,0 0-6 0,0 0-6 15,0 0-1-15,0 0-6 0,0 0-2 0,0 0-2 16,6 21-2-16,-3-14 1 0,0 1-3 0,-1 4-4 16,2-2 1-16,1 3 0 0,0 2 0 15,-1-3-6-15,1 3 7 0,0 0-6 0,0-3 5 0,3 3-5 16,-2 1 1-16,1-2-3 0,-2-1 2 0,0 1-2 16,1-3 0-16,2 3-2 0,-3-3-3 0,2 0 5 15,-1-2-3-15,0 0 2 0,1 1 0 0,-5-5-1 16,2 1 2-16,1 0-4 0,-2-2 1 0,-3-4 0 15,6 8 1-15,-6-8 4 0,5 5 1 0,-5-5 4 16,0 0 12-16,4 5 5 0,-4-5-7 0,0 0 0 16,0 0-6-16,8-18 0 0,-6 8 0 0,1-1-6 15,1-6 5-15,-3 0 2 0,0 0-6 0,2-1-4 16,4-6 3-16,-4 4 1 0,2-5 3 0,-1 7-3 16,-1 0 2-16,-2-1-2 0,3-1 0 0,1 3 0 15,-1-1-1-15,-1 2-4 0,0 5 1 0,0-2-3 16,-1 5-1-16,1 1-2 0,-2 1-1 0,-1 6-23 15,3-11-15-15,-3 11-26 0,3-7-12 0,-3 7-8 16,7-2-8-16,0 0-13 0,-7 2-2 0,18 4-30 16,-5-1-16-16,-1 4-110 0,0-3-282 0,-3 2 125 15</inkml:trace>
  <inkml:trace contextRef="#ctx0" brushRef="#br0" timeOffset="-164996.6">18787 5921 59 0,'0'0'126'0,"0"0"-8"0,0 0-16 16,17-3-1-16,-17 3-20 0,15-4-7 0,-5 3-8 16,2 0-15-16,-2 0-30 0,3 1-26 0,-4 0-24 15,-2 1-18-15,1 1-21 0,0-1-41 0,-8-1-117 16,11 4 52-16</inkml:trace>
  <inkml:trace contextRef="#ctx0" brushRef="#br0" timeOffset="-164835.3">18779 6021 73 0,'0'0'148'0,"-6"3"-6"0,6-3-15 16,0 0-9-16,0 0-10 0,-9 0-11 0,9 0-12 15,0 0-7-15,0 0-7 0,0 0-8 0,0 0-2 16,0 0-5-16,17 10-10 0,-8-10-17 0,1 4-24 15,3 0-23-15,2-2-30 0,4 0-19 0,-1-1-29 16,1 2-84-16,-1-3-195 0,0 0 86 0</inkml:trace>
  <inkml:trace contextRef="#ctx0" brushRef="#br0" timeOffset="-164406.44">19177 5824 154 0,'0'0'194'0,"1"-6"-14"0,-1 6-15 0,0 0-21 16,0-9-13-16,0 9-18 0,0 0-12 0,0 0-11 15,0 0-11-15,0 0-6 0,0 0-7 0,13 14-4 16,-9-4-5-16,0 0-2 0,1 1-5 0,-1 5-1 16,1-4-9-16,-1 1 1 0,1 1-9 0,-3-4-2 15,3 2-3-15,-2-2-4 0,3 2-1 0,-3-2-1 16,1 0-2-16,0-1 5 0,-2 1-10 0,1 0 2 15,-2-3-3-15,2-1-1 0,-1 0 0 0,-1 1-1 0,-1-7 2 16,5 9-3-16,-5-9 3 0,4 6-6 0,-4-6 3 16,4 6 4-16,-4-6 3 0,0 0 9 0,0 0 11 15,0 0 4-15,0 0-5 0,0 0-2 16,0 0-3-16,15-21-5 0,-7 11-1 0,-2-6 0 16,2 0-7-16,2-3 1 0,2-3-4 0,-1-2-1 0,0 2 11 15,0 4-14-15,-2 0 0 0,1 1 1 0,-2 0 7 16,-2 3 4-16,-1 1 2 0,-1 3 1 0,1 0-6 15,-1 1 2-15,3 0-5 0,-5 4 2 16,1-1-4-16,-3 6-5 0,2-8-3 0,-2 8-8 0,2-6-15 16,-2 6-17-16,0 0-16 0,5-5-14 0,-5 5-4 15,0 0-16-15,0 0-17 0,0 0-27 16,16 11-16-16,-11-6-26 0,-2 2-158 0,-1 2-355 16,0 0 157-16</inkml:trace>
  <inkml:trace contextRef="#ctx0" brushRef="#br0" timeOffset="-163752.25">19507 6080 117 0,'-2'-10'201'0,"-1"4"-18"16,3 6-4-16,-2-10 0 0,2 10-5 0,0-10-7 0,0 10-13 16,-1-8-13-16,1 8-12 0,0 0-10 0,0-11-12 15,0 11-12-15,0 0-10 0,-4-5-9 0,4 5-14 16,0 0-6-16,0 0-8 0,0 0-7 16,0 0-2-16,0 0-5 0,0 0-2 0,0 0-2 0,0 0-5 15,0 0-3-15,18 16 1 0,-14-11-4 0,0-2 0 16,-4-3-1-16,5 7-5 0,-5-7 0 0,5 5-3 15,-5-5-2-15,3 5 3 0,-3-5 0 0,5 3-5 16,-5-3 0-16,5 6 3 0,-5-6-4 0,0 0 1 16,0 0 0-16,2 5-1 0,-2-5-1 0,0 0 0 15,0 0 1-15,4 5 0 0,-4-5-1 0,0 0-1 16,0 0-2-16,4 6 2 0,-4-6-1 0,1 7 6 16,-1-7-10-16,4 9 0 0,-3-2 3 0,2 0-1 15,-2 2 0-15,1 3 2 0,0-3 1 16,3 1-3-16,-1 0 1 0,-2-1-1 0,1-3-1 0,0 1 5 15,-2 0-1-15,-1-7-3 0,2 10 3 0,0-5-1 16,-2-5 1-16,2 7 3 0,-2-7 7 0,0 0 10 16,5 5 10-16,-5-5 4 0,0 0 4 0,0 0-4 15,0 0-5-15,0 0 2 0,8-21-8 0,-5 11-1 16,-1 0-2-16,3-1 2 0,-1 0-3 0,4-4-2 16,-1 2-4-16,-2 0-3 0,-1-3 3 0,3 3-1 15,-2 1-4-15,3-2 2 0,-1 4-3 0,-2 0-3 16,0-2 2-16,-1 1-1 0,2 4-2 0,-4 0 0 15,3 1-5-15,-2-1 2 0,-3 7 0 0,6-9-3 16,-6 9 1-16,3-7-1 0,-3 7 0 0,1-7-3 16,-1 7-8-16,0 0-3 0,0 0-17 0,2-6-8 15,-2 6-14-15,0 0-8 0,0 0-16 0,0 0-5 16,0 0-10-16,0 0-10 0,0 0-8 0,0 0-5 16,0 0-10-16,0 0-19 0,11 18-8 0,-11-18-17 15,0 10-14-15,-3-1-103 0,1 0-308 0,-2 0 136 16</inkml:trace>
  <inkml:trace contextRef="#ctx0" brushRef="#br0" timeOffset="-163321.25">19574 6243 103 0,'0'0'201'0,"0"0"-1"15,0 0-8-15,0 0-7 0,0 0-11 0,0 0-18 16,0 0-5-16,0 0-10 0,0 0-9 0,0 0-5 16,0 0-8-16,0 0-6 0,0 0-10 0,0 0-3 15,0 0-9-15,0 0-9 0,0 0-3 0,0 0-12 16,0 0-7-16,0 0-8 0,0 0-3 0,0 0-5 16,0 0-5-16,0 0-5 0,0 0-6 0,0 0-4 15,0 0 0-15,0 0-6 0,0 0 1 0,0 0-6 16,0 0-1-16,0 0-2 0,0 0 0 0,-3 8 0 15,3 2 1-15,-2 1 2 0,2 3 5 0,0 1-2 16,-1 2 0-16,1-1-2 0,1 0-1 0,-1 1 1 16,0 0-2-16,-1-2-1 0,1-2-1 0,-1-1 0 15,1 1 3-15,0-1-4 0,0-2-1 0,0 1 6 16,0 0-5-16,0-4 1 0,-1 0 2 0,1-7-6 16,-2 11 8-16,2-11-5 0,0 9-1 0,0-9 1 15,0 0 10-15,-1 9-3 0,1-9-1 0,0 0 2 16,0 0 1-16,0 0-1 0,0 0-1 0,0 0-1 15,0 0-18-15,0 0-23 0,0 0-17 0,0 0-27 16,0 0-34-16,0 0-39 0,0 0-40 0,5-32-39 16,0 22-208-16,-1-1-467 0,0 1 207 0</inkml:trace>
  <inkml:trace contextRef="#ctx0" brushRef="#br0" timeOffset="-156309.84">20592 5802 82 0,'0'0'135'0,"1"-11"-1"16,-1 11-13-16,0 0-13 0,0 0-10 0,0 0-2 15,0 0-25-15,0 0 5 0,0 0-4 0,0 0-4 16,0 0-1-16,23 11 2 0,-14-3 1 0,-3 0 1 16,2 1-10-16,1 1-5 0,2 2-8 0,-2-2 5 15,0 2-8-15,0-2-3 0,1 4-6 0,-3-2-1 16,3 2-3-16,-4-4-1 0,1 1-6 0,-1 0 0 16,1-3-3-16,0 1-3 0,-2 2-2 0,2-3-2 15,-1-1-1-15,-1-1 0 0,0 0-3 0,0-1 3 16,-2 0-2-16,-3-5-2 0,8 7 0 0,-8-7 2 15,5 3 9-15,-5-3 10 0,5 4 6 0,-5-4 2 16,0 0-5-16,0 0 3 0,10-10 0 0,-6 5-3 16,-3-3 5-16,3-1-2 0,-1-2-1 0,1 0-6 15,2-3-1-15,-1-2 0 0,-1 0-5 0,1 1-4 16,-1 0 0-16,0-2 0 0,0 0-5 0,-1 1-1 16,4 1-2-16,-4-1-3 0,0 0 4 0,-2 4-2 15,2 1-4-15,0-1-1 0,0 3 0 0,-3 3-1 16,2-2-2-16,-2 8-1 0,2-9-4 0,-2 9-11 15,2-9-13-15,-2 9-15 0,0 0-22 0,1-7-13 16,-1 7 1-16,0 0-17 0,0 0-24 0,0 0-12 16,0 0-16-16,0 0-22 0,9 21-120 0,-8-17-309 15,3 2 137-15</inkml:trace>
  <inkml:trace contextRef="#ctx0" brushRef="#br0" timeOffset="-156131.51">21045 5878 49 0,'0'0'197'0,"0"0"-13"0,0 0-13 0,7-5-14 15,-7 5-15-15,0 0-20 0,7-4-18 0,-7 4-16 16,8-2-29-16,-8 2-27 0,12-1-41 0,-1-1-26 16,-1 2-29-16,-1 2-16 0,3-2-107 0,-1 2-201 15,1-1 89-15</inkml:trace>
  <inkml:trace contextRef="#ctx0" brushRef="#br0" timeOffset="-155982.31">21089 5964 107 0,'0'0'127'0,"0"0"-11"16,0 0-12-16,0 0-7 0,0 0-10 0,0 0-10 15,0 0-4-15,0 0-14 0,28 3-31 0,-15-3-17 16,5-2-30-16,-6 1-29 0,7-2-89 0,-2 1-148 15,1-3 66-15</inkml:trace>
  <inkml:trace contextRef="#ctx0" brushRef="#br0" timeOffset="-155648.32">21453 5819 117 0,'0'0'185'16,"0"-6"-16"-16,0 6-16 0,0 0-6 0,0 0-15 15,0 0-11-15,0 0-7 0,0 0-5 0,-18 16-7 16,14-10-9-16,0 2-10 0,2 1-9 0,-1 0-4 0,1 1-11 16,-1 1-1-16,3-1-8 0,0 0 1 15,3-3-6-15,2 2-1 0,0 1-4 0,1-2-1 16,2 1-7-16,0-6 1 0,1 4-5 0,1-3 0 16,3 0 0-16,-3-2-3 0,2 0-4 0,0-2 1 15,-2 0-1-15,1-2 4 0,-1 0-1 0,-1-2-1 16,-3 0-2-16,1-1-1 0,0-2 7 0,-2 0-7 15,-2 0-1-15,0-3-2 0,-1 1-3 0,-2-2-2 16,-1-1 3-16,-2 0-4 0,1 0-3 0,-1 0-4 16,-2 2 3-16,-1 0-1 0,1 2-2 0,-1 1-4 0,1 1-11 15,0 2-15-15,5 4-17 0,-11-5-14 0,3 3-23 16,8 2-21-16,-12 3-27 0,12-3-33 16,-11 7-167-16,5-2-354 0,3-1 157 0</inkml:trace>
  <inkml:trace contextRef="#ctx0" brushRef="#br0" timeOffset="-155353.46">21994 5610 189 0,'4'-5'242'0,"-4"5"-7"0,3-7-22 0,-3 7-15 15,7-5-22-15,-7 5-19 0,0 0-15 0,0 0-19 16,0 0-9-16,0 0-9 0,0 0-4 0,-17 28-3 0,9-9-4 16,-3 5-12-16,1 0-3 0,-1-1-9 15,1 3-5-15,1-3-7 0,3-4-5 0,1 1-6 16,0-3-3-16,0 2-3 0,2-1-5 0,1 2-2 0,2-2-3 16,1-2-1-16,0 2-7 0,4-2-4 0,-1 0-15 15,0-4-18-15,0 1-18 0,-1-2-18 0,4 1-44 16,-2-3-30-16,5 1-42 0,-2-2-27 0,0 1-179 15,-1-3-403-15,3-2 178 0</inkml:trace>
  <inkml:trace contextRef="#ctx0" brushRef="#br0" timeOffset="-155110.25">22253 5774 47 0,'1'-4'265'15,"-1"4"-8"-15,3-10-10 0,-3 10-14 0,2-7-16 0,-2 7-21 16,0 0-17-16,3-7-18 0,-3 7-21 0,0 0-16 16,0 0-14-16,0 0-6 0,0 0-12 0,0 0-10 15,0 31-6-15,1-19-8 0,-1-2-6 0,0 2-4 16,0 1-7-16,2 0-3 0,-4-1-5 16,4 3-5-16,-1-2-12 0,0-1-22 0,0 1-18 0,1-2-25 15,-1-1-32-15,0 1-36 0,-1-4-29 0,2 3-31 16,-1-2-30-16,-1-8-170 0,-4 13-396 0,3-7 175 15</inkml:trace>
  <inkml:trace contextRef="#ctx0" brushRef="#br0" timeOffset="-154944.6">22268 5627 67 0,'0'0'53'0,"0"0"-22"0,0 0-27 0,0 0-31 16,18 23-27-16,-13-16 12 0</inkml:trace>
  <inkml:trace contextRef="#ctx0" brushRef="#br0" timeOffset="-154307.6">22519 5818 81 0,'0'0'209'0,"0"0"2"0,0 0-10 0,0 0-8 0,0 0-19 16,0 0-18-16,0 0-15 0,0 0-15 0,0 0-13 15,0 0-14-15,-24 1-8 0,17 5-8 0,1 1-9 16,-1-2-9-16,2 3-7 0,0-2-4 0,-1 0-7 16,2 1-5-16,0 0-7 0,3 1-1 0,0 0-7 15,1-8-7-15,2 13-1 0,2-4-2 0,0-4-7 16,1 0-3-16,5 1-3 0,-3-3-3 0,3 0 0 15,0 0 0-15,0-3-2 0,2 0 1 16,-1 0 2-16,-2-3 0 0,0 0-1 0,3-4-1 16,-5 0 1-16,1-1 0 0,-2-2 1 0,3-4-2 0,-4-1 2 15,1-2-2-15,-4-2 6 0,2-1 2 0,4-5 2 16,-8 0 0-16,3 0-2 0,-3-2-2 0,2 4 3 16,-1 4-3-16,0 2 6 0,-2-1 4 15,1 7 6-15,0-3-5 0,0 3 8 0,-1 2 0 0,-1 1 1 16,2 8-3-16,0-10-3 0,0 10-4 0,-2-9-5 15,2 9-3-15,0 0-2 0,0 0-1 0,0 0-2 16,0 0 2-16,0 0-1 0,-3 31 0 0,5-15 2 16,-4 4-2-16,0-1-1 0,1 0 2 0,-3 2 0 15,1-2-3-15,2 0 1 0,1 6-1 0,-1-8-2 16,1-1 4-16,1-2-2 0,0-2 3 0,0 3-3 16,1-4-2-16,0 0-8 0,3 1 2 0,0-3-4 15,-1-1-1-15,0-3-6 0,1 1 2 0,3 0-2 16,-2-2 0-16,2-2-5 0,2 3 0 0,0-5-4 15,2 0 1-15,-2-2-4 0,0-1 7 0,4 1-3 16,-1-4 2-16,4-2-1 0,-7 1 3 0,-1-1 0 16,8-5 5-16,-11 3 2 0,0 1 1 0,1-1 2 15,-1 1 2-15,-1-1 5 0,-2 0 9 0,-1 2 8 16,0 3 3-16,-2 5 2 0,2-12-5 0,0 6 3 16,-2 6-5-16,0-8-3 0,0 8-3 0,0 0-2 0,0 0 0 15,-15-1 0-15,15 1-1 0,-12 9 1 16,5 0 0-16,1 0-1 0,-1-2 1 0,2 5-2 15,-1-3 5-15,1-1 0 0,1 2-2 0,4 0 2 0,0 1-17 16,1-1-13-16,1-1-29 0,2 1-30 0,4-1-35 16,3-1-32-16,3-3-33 0,0 0-127 0,1-1-335 15,5-2 147-15</inkml:trace>
  <inkml:trace contextRef="#ctx0" brushRef="#br0" timeOffset="-153922.4">23172 5761 157 0,'0'0'194'0,"-2"-12"3"0,2 12-6 16,-6-8-10-16,6 8-17 0,-9-5-15 0,9 5-13 0,-16-2-15 15,4 6-7-15,2 1-7 0,-3 1-11 0,-2 2-8 16,-2 2-9-16,3 1-6 0,-2 0-7 0,7-1-8 16,-4-1-5-16,4 1-6 0,1-1-4 0,1 2-2 15,0-2-4-15,3 1-2 0,3-1-13 16,0-2-7-16,0-1-5 0,1-6-9 0,2 12-2 0,2-8-1 15,2 0-1-15,-6-4-6 0,12 3 5 16,-6-3-2-16,-6 0-2 0,15 0 4 0,-8-3-2 0,2 0 1 16,-1 0 4-16,2-2-1 0,-3-1-1 15,0-1 2-15,-1 0 4 0,2-2 9 0,-2 2 4 0,-1-2 0 16,1 1-2-16,0 1 1 0,-1 0 3 0,-3 1 9 16,-2 6 8-16,7-10 0 0,-7 10 3 0,3-6-5 15,-3 6-7-15,3-4 0 0,-3 4-11 0,0 0-2 16,0 0 0-16,0 0-4 0,0 0 1 15,0 0-1-15,6 14 3 0,-6-14-6 0,1 15 4 0,0-4-3 16,0-1 2-16,1-1-2 0,0 1-13 0,-1-1-21 16,1 1-21-16,0 0-31 0,1-1-36 0,1 0-38 15,-1-3-52-15,3-2-166 0,0 0-401 0,3-2 178 16</inkml:trace>
  <inkml:trace contextRef="#ctx0" brushRef="#br0" timeOffset="-153701.32">23449 5552 81 0,'0'0'198'0,"10"-1"-10"16,-10 1-2-16,9 9-6 0,-3 1-15 0,4 5-8 15,-1 2-6-15,0 6-13 0,-2 3-14 0,1-1-12 16,-3 2-7-16,-1-1-11 0,-4 1-8 0,1 0-10 15,-2-1-23-15,-4-1-27 0,-4 1-40 16,-4 1-38-16,-2-2-48 0,-7-1-50 0,-5-1-151 0,-3-1-326 16,-1-4 145-16</inkml:trace>
  <inkml:trace contextRef="#ctx0" brushRef="#br0" timeOffset="-152348.75">23269 5699 101 0,'3'-10'150'0,"-3"10"2"0,2-7-12 0,-2 7 1 16,1-12-7-16,-1 12 0 0,0-9-4 0,0 9-9 0,2-8 2 16,-2 8-4-16,0 0 0 0,-2-11-3 15,2 11-6-15,0 0-8 0,-1-10-9 0,1 10-6 16,0 0-5-16,-1-8-6 0,1 8 0 0,0 0-12 15,0 0 1-15,-3-7-4 0,3 7-4 0,0 0-3 0,0 0-5 16,0 0-2-16,0 0-5 0,0 0 3 0,0 0-7 16,0 0-3-16,-2-7-1 0,2 7-10 15,0 0-1-15,0 0-5 0,0 0-2 0,0 0 1 16,0 0-7-16,0 0-3 0,0 0 3 0,0 0-1 16,0 0-3-16,0 0-2 0,0 0 3 0,0 0-5 0,1 31 4 15,-1-21 1-15,0 3 1 0,1-1-3 0,-1 4 0 16,-1 0 2-16,4 1-1 0,-3-1 11 0,0-1-5 15,1 1 1-15,0-1 0 0,0 0-1 16,-2-2 0-16,1-1-2 0,1-1 4 0,-1 1-5 16,-1-1-2-16,1 1 4 0,0-4-6 0,0 2 4 0,1-2-2 15,-1-8-3-15,0 12-1 0,0-6 5 16,0-6-4-16,0 10 2 0,0-10 1 0,0 7-4 0,0-7 1 16,0 0 3-16,2 8-2 0,-2-8-1 15,0 0-2-15,0 0-10 0,0 0-21 0,0 0-19 0,0 0-27 16,0 11-31-16,0-11-47 0,0 0-47 0,0 0-64 15,0 0-140-15,0 0-437 0,0 0 194 0</inkml:trace>
  <inkml:trace contextRef="#ctx0" brushRef="#br0" timeOffset="-151147.02">16956 6957 157 0,'0'0'175'0,"0"0"-12"0,5-15-8 0,-3 10-2 0,-2 5-12 15,6-13-3-15,-3 5-11 0,3-2-8 0,-1 0-14 16,0 1-8-16,-3-1-8 0,2 0-11 0,0 0 1 16,0-1-1-16,-2 3-4 0,1-3-8 0,1 3-5 15,-2-2 2-15,1 3 1 0,-1-4-2 0,0 3-7 16,-1 1 4-16,-1 7-7 0,1-12 2 0,2 5-7 16,-3 7 2-16,0 0-11 0,-2-7 0 0,2 7-5 15,0 0-6-15,0 0-6 0,0 0-2 0,2-8-2 16,-2 8-8-16,0 0 0 0,0 0-1 0,0 0-1 15,0 0 3-15,0 0-5 0,-2 28-1 0,5-17 1 16,-2 1 3-16,1-1-6 0,-1-1 4 0,0 1-2 16,2 2 3-16,-1-1-4 0,2-1 3 0,0 1-6 15,2 0-4-15,-1-2-16 0,2-2-16 0,-1 1-22 16,4-1-22-16,-1 3-29 0,2-7-38 0,5 4-32 16,-6-2-191-16,2-2-399 0,1-2 177 0</inkml:trace>
  <inkml:trace contextRef="#ctx0" brushRef="#br0" timeOffset="-150951.59">17004 6597 181 0,'-9'-5'170'16,"9"5"-23"-16,-5-3-15 0,5 3-16 0,0 0-21 15,0 0-23-15,0 0-28 0,0 0-19 0,0 0-42 16,0 0-33-16,0 0-35 0,26 14-54 0,-16-11-150 16,3 0 67-16</inkml:trace>
  <inkml:trace contextRef="#ctx0" brushRef="#br0" timeOffset="-149363.41">17440 6729 21 0,'0'0'65'16,"0"0"-6"-16,0 0-1 0,0 0-11 0,0 0-2 15,0 0-8-15,-5 13-16 0,5-13-15 0,0 0-22 16,-4 6-42-16,4-6-61 0,-4 6 27 0</inkml:trace>
  <inkml:trace contextRef="#ctx0" brushRef="#br0" timeOffset="-149108.45">17421 6851 152 0,'0'0'177'16,"0"0"-8"-16,0 0-5 0,0 0-12 0,0 0-7 16,0 0-12-16,0 0-12 0,0 0-8 0,0 0-15 15,0 0-9-15,0 0-9 0,0 0-8 0,0 0-9 16,24-9-7-16,-11 7-7 0,-1 0-4 0,7 1 0 16,-3-1-7-16,-2-1-9 0,-1 2-19 0,0 2-19 15,-3-2-21-15,3-1-18 0,-3 0-28 0,-2 0-24 16,0 1-21-16,-8 1-32 0,11-1-92 0,-11 1-263 15,8-1 117-15</inkml:trace>
  <inkml:trace contextRef="#ctx0" brushRef="#br0" timeOffset="-148912.25">17444 6932 62 0,'-9'0'174'0,"9"0"-3"0,0 0-10 0,0 0-6 15,0 0-13-15,0 0-11 0,0 0-15 16,0 0-14-16,0 0-7 0,0 0-8 0,0 0-11 16,20 5-3-16,-11-5-12 0,5 0-26 0,-1 0-24 0,3 0-30 15,3 0-34-15,1-3-28 0,1 0-28 0,-1 3-123 16,-1-4-251-16,1 2 111 0</inkml:trace>
  <inkml:trace contextRef="#ctx0" brushRef="#br0" timeOffset="-148530.57">18020 6799 189 0,'0'0'202'0,"3"-6"-10"0,-3 6-4 16,0 0-16-16,0 0-12 0,0 0-14 0,0 0-16 15,0 0-15-15,0 0-13 0,0 0-9 0,0 0-8 16,-17 13-10-16,11-4-7 0,0 0-5 0,0-1-6 15,-1 7-2-15,2-5-8 0,1 0-1 0,-1 2-9 16,1-2-1-16,3 1-5 0,-1 1 0 0,1-2-6 16,2 2-2-16,1-4-2 0,0-1 0 0,2-1-2 15,2 0-3-15,1-2 0 0,2 1 3 0,1 0-5 16,1-1 2-16,4-2 1 0,1 0-7 0,1-2-1 16,1-2 6-16,-4 0-8 0,0 0 6 15,-1-5-4-15,-1 1-1 0,-2-1 0 0,2 1 1 0,2-6-3 16,-4 0 3-16,2 0-4 0,-5-3 5 0,0 1-1 15,-3 1 0-15,-2 1-3 0,0-3 2 0,-4 4-1 16,1-2 1-16,-2 2 0 0,-3 1-2 0,0-2-4 16,-3 4 1-16,0 0-6 0,0 2-2 0,-4 0-21 15,0 2-19-15,2 3-20 0,-7-1-27 0,0 4-33 16,5-1-21-16,-5 5-37 0,0-2-155 0,4-1-364 16,-1 3 162-16</inkml:trace>
  <inkml:trace contextRef="#ctx0" brushRef="#br0" timeOffset="-146510.34">19063 6664 43 0,'0'0'159'16,"0"0"-6"-16,0 0-2 0,0 0-6 0,-5-4-13 16,5 4-12-16,0 0-10 0,0 0-11 0,0 0-11 0,0 0-13 15,0 0-6-15,0 0-10 0,0 0-2 16,0 0-11-16,0 0-1 0,0 0 0 0,0 0 5 16,9 19-4-16,-5-13-6 0,-1 1 3 0,3 1-2 0,0 2-2 15,-1 0-4-15,0 1-7 0,1 0-5 0,0 1 8 16,3-3-3-16,0 4 4 0,-3-2-3 0,2-2-4 15,1 2-3-15,-2-1-1 0,3 0-3 16,-4-2 3-16,0 1-13 0,1-3 6 0,-1 3 3 0,-2-4-3 16,0-2 2-16,3 4-3 0,-3-2-3 0,-4-5-1 15,7 7 4-15,-7-7-1 0,3 3-3 0,-3-3 5 16,0 0-1-16,6 3 5 0,-6-3 10 0,0 0 4 16,0 0-1-16,0 0-7 0,0 0 2 0,11-7-1 15,-7 0-5-15,-2 1 0 0,2-1-4 0,-1-1-2 16,2-3-1-16,-1 0 0 0,3-5 0 0,-2-1-4 15,-2 6 1-15,2-6-5 0,-1-1 3 0,-1 1-3 16,2 1 1-16,-3 1 1 0,2-1 1 0,-1 3-3 16,-2 1-2-16,1 2 2 0,1 0-4 0,-2 4 4 15,2-1 0-15,-3 7-5 0,1-11-4 0,-1 11-17 16,0 0-23-16,-1-9-27 0,1 9-21 16,0 0-14-16,0 0-26 0,0 0-15 0,0 0-18 15,0 0-156-15,0 0-347 0,13 18 153 0</inkml:trace>
  <inkml:trace contextRef="#ctx0" brushRef="#br0" timeOffset="-146171.36">19634 6672 108 0,'0'0'193'0,"2"-7"-5"0,-2 7-11 16,0 0-13-16,0 0-14 0,0 0-13 0,-18 0-9 15,18 0-10-15,-10 9-8 0,1-3-11 0,-2 3-7 16,0-2-11-16,0 1-6 0,0 1-7 0,1 1-9 16,-3-2 0-16,4 0-10 0,0 1-1 0,-2-1-6 15,2-1-1-15,1-2-9 0,-2 1 2 0,4 2-4 16,0-4-3-16,0-1-2 0,1 1-2 0,5-4-4 16,-6 6 0-16,6-6 0 0,-5 3-3 0,5-3-1 15,0 0-2-15,-4 5 1 0,4-5-5 0,0 0 0 16,0 0-4-16,0 0 0 0,0 0-2 0,0 0 5 15,12 10-4-15,-3-5 1 0,2-4-3 0,0 0 2 16,1 3-2-16,4-3 4 0,3 5-5 0,0-4-16 16,1 1-19-16,-1 2-26 0,1-2-28 0,-2 2-22 15,4-1-37-15,-2 0-28 0,-4 2-143 0,-1-5-344 16,-2 1 152-16</inkml:trace>
  <inkml:trace contextRef="#ctx0" brushRef="#br0" timeOffset="-145748.87">19861 6689 92 0,'0'0'240'0,"1"-11"-14"0,-1 11-12 0,0 0-22 16,1-8-13-16,-1 8-18 0,0 0-20 0,0 0-15 0,0 0-12 15,0 0-9-15,0 0-9 0,0 0-9 0,0 0 0 16,16 19-7-16,-13-13-7 0,2 1-10 0,1 5-1 15,-3-3-8-15,3 0-5 0,-4 1-8 16,6-1 6-16,-2-3-11 0,-1 4-3 0,0-3-3 0,2 1-4 16,-3-2-3-16,2-1 1 0,-2 1-2 0,0-1-3 15,0-2-2-15,-4-3 3 0,6 10-8 16,-3-5 7-16,0-2-2 0,-3-3-4 0,8 6-2 16,-8-6 4-16,5 4-7 0,-5-4 8 0,0 0 2 0,0 0 8 15,0 0 4-15,9-3 1 0,-9 3-5 0,7-7-4 16,-1-1-3-16,-1 0-3 0,1-4 3 0,-1 1-2 15,2-1-4-15,-2 1-1 0,3-2 0 0,-3 0 4 16,1-2-6-16,-1 3-1 0,0-3 0 16,0 3 1-16,-1 1 0 0,-1 0-1 0,-1 4-1 0,2-5 2 15,-3 2-3-15,2 3-4 0,-3 7 2 0,3-11-5 16,-1 7-10-16,-2 4-17 0,3-7-24 0,-3 7-27 16,0 0-28-16,5-6-17 0,-5 6-11 0,0 0-17 15,0 0-20-15,13 9-35 0,-8-4-161 0,-1 1-397 16,1 2 175-16</inkml:trace>
  <inkml:trace contextRef="#ctx0" brushRef="#br0" timeOffset="-145296.33">20187 6813 228 0,'0'0'224'0,"0"0"-6"16,-3-27-4-16,3 27-10 0,0 0-9 0,0 0-15 16,0 0-16-16,0 0-17 0,5-8-16 0,-5 8-12 15,0 0-16-15,0 0-11 0,0 0-11 0,0 0-7 16,0 0-10-16,0 0-7 0,0 0-4 0,9 18-4 16,-6-12-6-16,-3-6-6 0,5 11-2 0,0-2 0 15,0-2-9-15,0 2 1 0,-2-1-3 0,0-1 1 16,1 3-5-16,1-3-1 0,-1 1-2 0,-1-1 0 15,1-3-5-15,1 3-2 0,-2-2 0 0,4 1 4 16,-4-1-3-16,-3-5 0 0,6 7-1 0,-6-7 0 16,5 6-1-16,0-4 5 0,-5-2 5 0,0 0 13 15,5 4 4-15,-5-4 4 0,0 0-5 0,0 0 0 16,12-11-4-16,-6 3-7 0,-1-2-1 0,5-4 0 0,1 0-4 16,-1 0 8-16,3 0-7 0,-2-1-10 0,2-1 1 15,-2 3-1-15,1-1-2 0,-1 0 8 16,1 3-10-16,-3 2 0 0,-1 0 0 0,-2 1 3 15,-1-1-10-15,0 6-9 0,-1-2-13 0,-4 5-16 0,4-6-22 16,-4 6-21-16,6-4-19 0,-6 4-15 16,0 0-16-16,0 0-15 0,0 0-13 0,0 0-18 15,0 0-21-15,-2 21-23 0,-6-13-113 0,2 3-363 16,-1-2 161-16</inkml:trace>
  <inkml:trace contextRef="#ctx0" brushRef="#br0" timeOffset="-145092.81">20308 6915 33 0,'0'0'183'16,"0"0"-8"-16,-2 3-11 0,2-3-5 0,0 0-9 15,0 0-12-15,0 0-2 0,-2 13 0 0,2-13-8 16,-2 10-4-16,0-5-6 0,1 5-11 16,0 3-14-16,-2-3 0 0,2 1-14 0,0 0-9 0,-1 1-4 15,0 0-6-15,2 0-16 0,-2 0-15 0,4-1-33 16,-2 0-29-16,0 1-28 0,0-12-54 15,1 17-45-15,-2-7-159 0,1-10-345 0,-3 13 152 16</inkml:trace>
</inkml:ink>
</file>

<file path=ppt/ink/ink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18:24.105"/>
    </inkml:context>
    <inkml:brush xml:id="br0">
      <inkml:brushProperty name="width" value="0.05292" units="cm"/>
      <inkml:brushProperty name="height" value="0.05292" units="cm"/>
      <inkml:brushProperty name="color" value="#FF0000"/>
    </inkml:brush>
  </inkml:definitions>
  <inkml:trace contextRef="#ctx0" brushRef="#br0">27463 8919 11 0,'0'0'21'0,"0"0"-3"0,0 0 2 0,0 0-3 16,-2-8 0-16,2 8-8 0,0 0-4 0,0 0-2 15,0 0-12-15,0 0-10 0,0 0-20 0,0 0 8 16</inkml:trace>
  <inkml:trace contextRef="#ctx0" brushRef="#br0" timeOffset="4730.87">27571 8179 12 0,'0'0'21'0,"1"-9"-11"0,-1 9 7 0,1-10-4 15,-1 10 3-15,2-8-4 0,-2 8 6 0,0-10-1 16,2 4-1-16,-2 6-11 0,5-11 9 0,-5 5-5 16,0 6-1-16,4-10 0 0,-3 2 1 0,-1 8-6 15,4-12 0-15,-4 6 5 0,0 6-4 0,4-15 2 16,-3 10-5-16,0-1-2 0,1-1 2 0,-1-1 2 15,-1 1-1-15,2 0 1 0,0-2-8 0,-2 1 2 16,0 8 10-16,4-16-4 0,-4 10 1 0,0 6-9 16,3-18-2-16,-1 12-3 0,-1-2 2 0,-1-1 4 15,0 2 4-15,2-3-5 0,0 1 4 0,0 0-8 16,1-2-4-16,-3 2-1 0,3-1 9 0,-2 1-9 16,1-1-12-16,0-2-26 0,0 2 12 0</inkml:trace>
  <inkml:trace contextRef="#ctx0" brushRef="#br0" timeOffset="5029.71">27672 7479 5 0,'0'-9'6'0,"2"2"6"15,-2-2-7-15,1 1 8 0,-1-1-8 0,0 9 4 16,2-15-2-16,-2 8-1 0,1-1-1 15,-1 8-2-15,0-14 2 0,1 8 1 0,-1-1 1 0,0 7-6 16,2-13 1-16,0 4 5 0,-2 9 0 0,0-15 1 16,0 8-1-16,0 7-4 0,2-16 1 0,0 7-3 15,-1 0 1-15,2 0-1 0,-2-2 2 16,1 0 0-16,0 0-1 0,2 1-7 0,-3-3 11 0,2 1-5 16,1 1 1-16,-2 0-3 0,2-2-1 0,-2 2 3 15,1-1-8-15,1 2 4 0,0-2 1 0,-2-2 3 16,1 4-8-16,0-1 3 0,-1 0-3 0,1 0-5 15,0 1-6-15,-2 0-19 0,-1-2 8 16</inkml:trace>
  <inkml:trace contextRef="#ctx0" brushRef="#br0" timeOffset="5744.4">27937 5843 5 0,'0'0'3'0,"-3"-5"8"16,3 5-7-16,0 0-9 0,-4-7 6 15,4 7-5-15,-4-6-3 0,4 6 2 0</inkml:trace>
  <inkml:trace contextRef="#ctx0" brushRef="#br0" timeOffset="5772.18">27912 5806 8 0,'0'0'-2'0,"-4"-11"5"0,1 5-5 15,-1-3-2-15</inkml:trace>
  <inkml:trace contextRef="#ctx0" brushRef="#br0" timeOffset="12652.28">25143 5042 11 0,'0'0'17'0,"0"0"-4"0,-3-4-1 15,3 4 2-15,0 0-1 0,-8-4-4 0,8 4 7 16,0 0-9-16,-5-3 2 0,5 3-3 0,0 0-2 15,-6-6 5-15,6 6 2 0,0 0 3 0,0 0-3 16,0 0-2-16,-8-4 5 0,8 4 5 0,0 0-1 16,0 0 1-16,0 0 1 0,0 0 6 0,0 0 0 15,-5-6-3-15,5 6 1 0,0 0-2 0,0 0 0 16,0 0 0-16,0 0-3 0,0 0 1 0,0 0-4 0,0 0 4 16,0 0-1-16,0 0-6 0,0 0 3 15,0 0-6-15,0 0 3 0,0 0-8 0,0 0 2 16,0 0 0-16,0 0-2 0,0 0 1 0,0 0-9 15,0 0 4-15,0 0-3 0,0 0 4 0,0 0-3 0,0 0 5 16,22-3-1-16,-22 3-4 0,14 2 2 16,-2-2 12-16,-1 0-20 0,3 1 6 0,3 1 4 15,4-2-6-15,7 1 1 0,3-1 0 0,2 0-5 16,3-1 2-16,-4 2-1 0,7-2 5 0,-2-2-9 16,1 3-2-16,13-3 1 0,-1-1 0 0,-10 3 2 0,12-3 3 15,-14 2-4-15,14-3-5 0,-16 2 3 16,2-1-13-16,1 3-3 0,-3-4-3 0,-3 1-10 15,-1 2-23-15,-1-1-69 0,-11 1 31 0</inkml:trace>
  <inkml:trace contextRef="#ctx0" brushRef="#br0" timeOffset="13214.7">26708 4938 38 0,'14'-3'40'0,"3"1"-12"15,0 1-8-15,-4 0-12 0,1 1-17 0,-1-1-13 16,-3 1-22-16,2 1 10 0</inkml:trace>
  <inkml:trace contextRef="#ctx0" brushRef="#br0" timeOffset="13522.77">26239 4941 9 0,'0'0'50'0,"0"0"-6"15,0 0 2-15,27-3-7 0,-7 2-1 0,0-1-12 0,9-1 1 16,3-2-3-16,3 2 1 0,4 0-9 0,-1 2 4 16,16-4-2-16,-16 1-3 0,2 1 0 0,12-3-2 15,0 3-3-15,1-1-1 0,-14 2-4 0,13 0 3 16,0 0-3-16,-14 1-1 0,15-2-5 16,-3 1 0-16,-12 1-3 0,2 1 0 0,-4 0-9 0,2-3 2 15,-6 2 0-15,-1 0-2 0,-4-2-4 0,-6 2-5 16,1 1-9-16,-6 0-1 0,-3 0-19 0,-1 1-56 15,-1-1 25-15</inkml:trace>
  <inkml:trace contextRef="#ctx0" brushRef="#br0" timeOffset="13765.01">27608 4887 6 0,'28'-2'4'16,"-8"0"-6"-16,3 1-2 0,-2 1 1 0</inkml:trace>
  <inkml:trace contextRef="#ctx0" brushRef="#br0" timeOffset="13971.55">28181 4855 23 0,'17'-2'10'16,"0"-2"-13"-16,-3 1-2 0,-3 3-6 0,-6-2 2 16</inkml:trace>
  <inkml:trace contextRef="#ctx0" brushRef="#br0" timeOffset="14286.79">28372 4818 1 0,'0'0'80'0,"0"0"-11"0,6-3-17 0,-6 3-24 15,0 0-23-15,0 0-18 0,0 0-24 0,0 0-41 16,0 0 18-16</inkml:trace>
  <inkml:trace contextRef="#ctx0" brushRef="#br0" timeOffset="15912.84">25037 12914 57 0,'5'-3'80'0,"-5"3"-17"0,0 0-2 15,0 0-14-15,0 0 4 0,0 0-2 0,0 0-5 16,0 0-12-16,0 0 1 0,0 0 6 0,0 0-11 15,6-6-1-15,-6 6 6 0,0 0 1 0,0 0-3 16,4-4 4-16,-4 4 0 0,0 0-1 0,0 0 0 16,0 0-6-16,6-7-6 0,-6 7 2 0,8-5 5 15,-1 2-17-15,-1 0 5 0,4 1 10 0,1 0-4 16,2-1 0-16,1 2 4 0,2-3-4 0,3 1-5 16,2-1-6-16,10 2 10 0,-1-1-5 0,5-1 0 15,2 0 2-15,14 0-2 0,2 0-7 0,4-2-3 16,0 5-8-16,1 1-17 0,-2-2-11 0,3 0-15 15,1 0-12-15,-7 0-13 0,6 1-10 0,-7 1-79 16,-16-1-171-16,-3-2 76 0</inkml:trace>
  <inkml:trace contextRef="#ctx0" brushRef="#br0" timeOffset="16730.89">23840 12909 50 0,'-6'-5'48'0,"6"5"-3"0,0 0 3 15,0 0-8-15,-9-1-8 0,9 1-2 0,0 0-6 16,0 0-1-16,-13 1 3 0,13-1-11 0,-10-1-2 16,10 1 1-16,-10 2 5 0,10-2-2 0,-14 2-5 15,7-1-2-15,7-1 0 0,-14 1 0 0,7 1 5 16,-2-2-5-16,9 0-1 0,-16 1-3 0,7 1-5 15,2-2 9-15,7 0-7 0,-16 3 3 0,10-3-6 16,6 0 7-16,-13 1-5 0,13-1 11 0,-12 3-11 16,12-3 8-16,-9 2-6 0,9-2 3 0,-8 3 5 15,8-3-1-15,0 0-3 0,-10 2 8 0,10-2 0 16,0 0 1-16,0 0 3 0,0 0-1 0,0 0 10 16,28 8 4-16,-10-7-9 0,2 1 3 0,7-4-7 15,4 2 7-15,3 0-2 0,3-1-1 0,18-2 8 16,1 1-8-16,4 1 6 0,4-3-3 0,3-3-10 15,-2 4 1-15,0 1 1 0,-1-1-11 0,28-4-3 16,-27 6-12-16,0-3 15 0,-2 0-4 0,1 3 0 0,1 1 2 16,-1-2-11-16,0 1-5 0,-4 1-4 0,0 0 0 15,-5 1-12-15,-4 1 0 0,-1-1-8 0,-13 2-10 16,-3 0 0-16,4-1-18 0,-3 0 7 16,1 2-7-16,0-2-58 0,-3 1-130 0,0-1 58 0</inkml:trace>
  <inkml:trace contextRef="#ctx0" brushRef="#br0" timeOffset="17011.4">25339 12890 42 0,'37'-3'74'0,"-1"-1"-1"0,2 1-10 0,3 1-3 16,8-4-8-16,-8 3-5 0,8-2 2 0,-11 4-9 16,0-5-12-16,-1 3 0 0,0-2-17 0,-1 2-4 15,-7 1-15-15,1-1-7 0,-10 2-20 0,0 0-15 16,-2-1-28-16,-7 1-84 0,3 1 37 0</inkml:trace>
  <inkml:trace contextRef="#ctx0" brushRef="#br0" timeOffset="17169.5">26153 12818 38 0,'34'-1'35'0,"-3"1"-24"0,3-4-25 16,0 2-16-16,-5-2 8 0</inkml:trace>
  <inkml:trace contextRef="#ctx0" brushRef="#br0" timeOffset="17323.58">26762 12765 15 0,'11'1'63'0,"-3"-1"-25"0,-2 2-28 15,-6-2-31-15,11 0-23 0,-11 0 10 0</inkml:trace>
</inkml:ink>
</file>

<file path=ppt/ink/ink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6:47:52.901"/>
    </inkml:context>
    <inkml:brush xml:id="br0">
      <inkml:brushProperty name="width" value="0.05292" units="cm"/>
      <inkml:brushProperty name="height" value="0.05292" units="cm"/>
      <inkml:brushProperty name="color" value="#FF0000"/>
    </inkml:brush>
  </inkml:definitions>
  <inkml:trace contextRef="#ctx0" brushRef="#br0">9094 9479 13 0,'0'0'97'16,"0"0"-5"-16,9 2-5 0,-9-2-5 0,0 0 0 0,0 0-3 15,0 0-9-15,0 0 0 0,0 0-1 0,0 0-5 16,0 0-1-16,0 0-1 0,0 0 1 0,0 0-6 15,0 0 0-15,0 0-10 0,0 0-2 0,0 0 0 16,0 0-5-16,0 0 0 0,0 0-4 0,0 0 3 16,0 0-8-16,0 0 3 0,0 0-12 15,0 0 3-15,0 0-6 0,0 0-2 0,0 0-1 0,0 0 1 16,0 0-5-16,0 0 3 0,0 0-3 0,0 0-2 16,0 0-2-16,0 0-4 0,0 0 7 0,0 0 0 15,0 0-6-15,0 0 3 0,0 0-8 0,0 0 7 16,0 0-2-16,0 0-4 0,0 0 8 0,0 0-5 15,0 0-3-15,0 0 4 0,0 0-4 0,0 0 1 16,0 0 10-16,0 0-7 0,0 0-3 0,0 0 3 16,0 0-7-16,0 0 2 0,0 0-1 0,0 0 7 15,0 0-9-15,0 0 7 0,0 0-9 0,0 0 6 16,0 0-1-16,0 0 4 0,0 0 11 0,0 0-17 16,0 0-2-16,0 0 7 0,0 0-3 0,0 0-1 15,0 0-2-15,0 0 0 0,0 0 5 0,0 0 1 16,0 0-3-16,0 0 5 0,0 0-11 0,0 0 9 15,0 0 1-15,0 0-7 0,0 0 3 0,0 0 7 16,0 0-12-16,0 0 9 0,0 0-6 0,0 0 3 16,0 0-1-16,0 0 5 0,0 0-5 0,0 0 0 15,0 0 0-15,0 0-7 0,0 0 14 0,0 0-7 16,0 0 0-16,0 0 2 0,0 0-1 0,0 0-1 16,0 0 3-16,0 0-8 0,0 0 7 0,0 0-3 15,0 0 5-15,0 0-3 0,0 0-4 0,0 0 2 16,0 0-10-16,0 0 14 0,0 0-6 0,0 0 3 15,0 0 6-15,0 0-5 0,0 0 0 0,0 0 1 16,0 0-4-16,0 0 0 0,0 0-3 0,0 0 3 16,0 0 3-16,0 0-4 0,0 0 4 0,0 0-2 15,0 0 6-15,0 0-9 0,0 0 9 0,0 0-7 16,0 0 1-16,0 0 4 0,0 0-8 0,0 0 2 16,0 0 5-16,0 0-4 0,0 0 6 0,0 0-6 15,0 0 4-15,0 0 0 0,0 0-2 0,0 0 2 16,0 0 2-16,0 0 5 0,0 0-9 0,0 0 1 15,0 0-1-15,0 0 2 0,0 0-3 0,0 0-11 0,0 0 16 16,0 0-6-16,0 0 1 0,0 0 3 16,0 0 1-16,0 0-1 0,0 0 3 0,0 0-2 15,0 0 0-15,0 0-10 0,0 0 6 0,0 0 1 16,0 0-1-16,0 0-5 0,0 0 3 0,0 0 7 0,0 0-11 16,0 0-5-16,0 0-6 0,0 0 4 0,0 0-8 15,0 0-1-15,0 0-5 0,0 0-9 0,0 0-5 16,0 0-17-16,0 0-11 0,0 0-1 0,0 0-4 15,0 0-6-15,0 0-12 0,0 0-14 0,0 0-61 16,0 0-182-16,0 0 81 0</inkml:trace>
  <inkml:trace contextRef="#ctx0" brushRef="#br0" timeOffset="42876.33">8832 9293 118 0,'0'0'124'0,"0"0"-1"0,0 0-9 15,0 0-4-15,0 0-14 0,0 0-9 0,0 0 2 16,0 0 0-16,0 0-15 0,0 0-9 0,0 0-6 16,0 0-4-16,0 0-6 0,0 0-3 0,0 0-5 15,0 0 0-15,0 0-14 0,0 0 2 0,0 0-9 16,0 0 0-16,0 0-14 0,0 0-13 0,0 0-12 15,0 0-10-15,0 0-13 0,0 0-22 0,0 0-25 0,0 0-9 16,-21-8-91-16,21 8-205 0,0 0 90 16</inkml:trace>
  <inkml:trace contextRef="#ctx0" brushRef="#br0" timeOffset="51898.05">9063 9426 74 0,'0'0'89'0,"0"0"-13"0,0 0 8 0,0 0-11 0,0 0-10 16,0 0-12-16,0 0 2 0,0 0-13 0,0 0 3 16,0 0-3-16,3-6-13 0,-3 6 3 0,0 0-5 15,0 0 0-15,0 0-7 0,0 0-2 0,0 0-15 16,0 0 0-16,0 0-20 0,0 0 4 0,0 0 2 15,0 0-6-15,0 0-7 0,0 0 3 0,0 0-5 16,0 0 0-16,0 0-7 0,0 0-3 0,0 0-1 16,0 0-3-16,0 0-4 0,0 0-31 0,0 0-82 15,0 0 36-15</inkml:trace>
  <inkml:trace contextRef="#ctx0" brushRef="#br0" timeOffset="66959.92">8982 9439 2 0,'0'0'26'0,"0"0"1"0,0 0 0 0,-6 4 1 0,6-4-1 15,0 0 1-15,0 0 4 0,0 0-4 0,0 0-8 16,0 0 5-16,-9 2 0 0,9-2-2 0,0 0-8 16,0 0 4-16,0 0-6 0,-10 0 2 0,10 0 0 15,0 0-5-15,0 0-4 0,-8 1 4 0,8-1-2 16,0 0-1-16,0 0-1 0,0 0-1 0,0 0-5 16,0 0 7-16,0 0-6 0,0 0-6 0,-11-1-9 15,11 1-3-15,0 0-19 0,0 0-29 0,0 0-68 16,-8-4 31-16</inkml:trace>
  <inkml:trace contextRef="#ctx0" brushRef="#br0" timeOffset="78539.52">9061 9435 13 0,'0'0'42'16,"0"0"-12"-16,0 0-2 0,0 0-4 0,0 0 7 16,0 0-13-16,0 0 0 0,0 0-2 0,0 0-8 15,0 0-12-15,0 0-8 0,0 0-6 0,0 0-15 16,0 0-35-16,0 0 16 0</inkml:trace>
  <inkml:trace contextRef="#ctx0" brushRef="#br0" timeOffset="82906.48">4351 9479 11 0,'0'0'34'16,"0"0"-3"-16,0 0 13 0,0 0-7 0,0 0-4 16,0 0-5-16,0 0 0 0,0 0 1 0,0 0 2 15,0 0 0-15,0 0 0 0,0 0-4 0,0 0 3 16,0 0-8-16,0 0 4 0,0 0-6 16,0 0 4-16,-6-4 13 0,6 4-2 0,0 0-14 0,0 0 9 15,0 0-8-15,0 0-6 0,0 0 5 0,0 0-4 16,0 0-3-16,-5-6-4 0,5 6 3 0,0 0-6 15,0 0-1-15,0 0-2 0,0 0 1 0,0 0 2 16,0 0-5-16,0 0-2 0,0 0-2 0,0 0-7 16,0 0-10-16,0 0-10 0,0 0-17 15,0 0-15-15,0 0-42 0,0 0-113 0,0 0 50 0</inkml:trace>
  <inkml:trace contextRef="#ctx0" brushRef="#br0" timeOffset="83957.69">9035 9418 14 0,'0'0'30'15,"0"0"-12"-15,0 0-11 0,0 0-19 0,0 0-12 16,0 0 5-16</inkml:trace>
  <inkml:trace contextRef="#ctx0" brushRef="#br0" timeOffset="86134.09">8929 9442 42 0,'0'0'83'0,"0"0"-9"15,0 0-4-15,0 0-6 0,0 0-9 16,0 0-11-16,0 0-3 0,0 0-1 0,0 0-2 15,0 0-11-15,0 0-9 0,0 0-7 0,0 0-18 16,0 0-10-16,0 0-15 0,0 0-12 0,0 0-41 16,0 0-92-16,0 0 42 0</inkml:trace>
  <inkml:trace contextRef="#ctx0" brushRef="#br0" timeOffset="87767.55">4381 9351 45 0,'0'0'70'16,"0"0"0"-16,0 0-9 0,0 0-2 0,0 0-2 15,0 0-6-15,0 0-3 0,0 0-4 0,0 0-6 16,0 0 1-16,0 0-12 0,0 0 4 0,0 0-4 16,0 0-2-16,0 0-5 0,0 0 9 0,0 0-9 15,0 0-4-15,0 0-8 0,0 0 1 0,0 0-1 16,0 0 0-16,0 0 1 0,0 0 6 0,0 0-5 15,0 0-4-15,0 0-8 0,0 0 4 0,0 0-3 16,0 0-11-16,0 0-11 0,0 0-15 0,0 0-15 16,0 0-17-16,0 0-40 0,0 0-117 0,-9-4 53 15</inkml:trace>
  <inkml:trace contextRef="#ctx0" brushRef="#br0" timeOffset="90032.18">5290 9785 24 0,'0'0'71'0,"0"0"-9"0,0 0-11 16,0 0 9-16,0 0-8 0,0 0-3 0,0 0 4 16,0 0 6-16,0 0-3 0,0 0-1 0,0 0 0 0,0 0-1 15,0 0-1-15,0 0-2 0,0 0 2 16,0 0-2-16,0 0-6 0,0 0 10 0,0 0 2 16,0 0-15-16,0 0 1 0,0 0-7 0,0 0 0 15,0 0-15-15,0 0 7 0,0 0-5 0,0 0 0 16,0 0-2-16,0 0-2 0,0 0 8 0,0 0-7 0,0 0 2 15,0 0 1-15,0 0 5 0,0 0-15 0,0 0 16 16,0 0-4-16,0 0-1 0,0 0 7 16,0 0 0-16,0 0-2 0,0 0 0 0,0 0-7 15,0 0 4-15,0 0-4 0,0 0 0 0,0 0 0 16,0 0-2-16,0 0 1 0,0 0-4 0,0 0-1 16,0 0-4-16,0 0 0 0,0 0-3 0,0 0-1 15,0 0-1-15,0 0 4 0,0 0-5 0,0 0-2 16,0 0 1-16,0 0-2 0,0 0-1 0,0 0 3 15,0 0-6-15,0 0 8 0,0 0-5 0,0 0 1 16,0 0 1-16,0 0-2 0,0 0 2 0,0 0 2 16,0 0-4-16,0 0 4 0,0 0-3 0,0 0-1 15,0 0-4-15,0 0 1 0,0 0-7 0,0 0 8 16,0 0 1-16,0 0 1 0,0 0-2 0,0 0 1 16,0 0 4-16,0 0-8 0,0 0 1 0,0 0 5 15,0 0-2-15,0 0 1 0,0 0-5 0,0 0 2 0,0 0-4 16,0 0 7-16,0 0-1 0,0 0-4 0,0 0-2 15,0 0 1-15,0 0-3 0,0 0-1 16,0 0-14-16,0 0-9 0,0 0-3 0,0 0-20 16,0 0-19-16,0 0-3 0,0 0-19 0,0 0-13 15,0 0-21-15,0 0-96 0,0 0-242 0,0 0 107 16</inkml:trace>
  <inkml:trace contextRef="#ctx0" brushRef="#br0" timeOffset="92932.28">9370 6077 16 0,'1'-7'19'0,"-1"7"-5"16,0 0-2-16,0 0 9 0,1-7-14 16,-1 7-1-16,3-8-2 0,-3 8-3 0,0 0 4 15,0-9-6-15,0 9 11 0,0 0-8 0,0 0 3 0,1-12-7 16,-1 12 1-16,3-7 1 0,-3 7 0 0,0 0 2 16,0 0-4-16,1-9 3 0,-1 9-3 0,0 0 5 15,3-8-5-15,-3 8 1 0,0 0 1 0,1-10 1 16,-1 10 2-16,2-7 1 0,-2 7-1 0,0 0-1 15,2-9 0-15,-2 9 4 0,1-6-5 0,-1 6-5 16,0 0 4-16,3-9 0 0,-3 9 1 0,2-8-2 16,-2 8-4-16,0-8 7 0,0 8-3 0,0 0 2 15,1-11 3-15,-1 11-7 0,3-6 2 0,-3 6 1 16,1-7-5-16,-1 7 4 0,0 0 2 16,3-10-2-16,-3 10 0 0,2-6-3 0,-2 6-2 0,4-6 2 15,-4 6 5-15,4-7-7 0,-4 7-2 0,2-5 8 16,-2 5-3-16,4-9 0 0,-1 4 0 0,-3 5 3 15,2-7-5-15,-2 7 5 0,4-8-1 0,-4 8 2 16,6-9-8-16,-5 5 8 0,-1 4-4 16,2-7 3-16,-2 7-1 0,5-8 6 0,-5 8-1 0,4-6 1 15,-4 6-3-15,4-7-2 0,-4 7 2 0,3-7 0 16,-3 7 1-16,2-7 3 0,-2 7 0 0,3-6 2 16,-3 6 1-16,5-6 6 0,-5 6-4 0,2-8 5 15,-2 8 3-15,4-8 1 0,-4 8-2 0,4-6-4 16,-4 6 4-16,3-7-2 0,-3 7-1 0,2-6-6 15,-2 6 9-15,3-5 1 0,-3 5 0 0,0 0 4 16,1-8 3-16,-1 8-8 0,0 0-10 0,0 0 4 16,3-7 13-16,-3 7 2 0,0 0 4 0,0 0-5 15,0 0 10-15,0 0-9 0,1-8 1 16,-1 8-1-16,0 0-2 0,0 0 1 0,0 0 4 0,0 0 4 16,0 0-3-16,0 0 0 0,0 0 8 0,0 0-10 15,0 0 10-15,0 0-15 0,0 0 6 0,0 0-6 16,0 0-1-16,0 0-2 0,0 0 3 0,0 0 2 15,1-8-13-15,-1 8-6 0,0 0 21 0,0 0-14 16,0 0 3-16,0 0-4 0,0 0 0 16,0 0 0-16,0 0-6 0,0 0-7 0,0 0 2 0,0 0-4 15,0 0-16-15,0 0-12 0,0 0-10 0,0 0-25 16,0 0-7-16,0 0-17 0,0 0 3 0,0 0-56 16,0 0-153-16,0 0 68 0</inkml:trace>
  <inkml:trace contextRef="#ctx0" brushRef="#br0" timeOffset="-207763.34">25172 9029 69 0,'0'0'118'0,"0"0"-8"0,7-5-6 15,-7 5-12-15,0 0-6 0,0 0-4 0,0 0-10 16,0 0-6-16,0 0-7 0,0 0-5 0,0 0-11 16,0 0-5-16,0 0-4 0,0 0-12 0,0 0 0 15,0 0-16-15,0 0-4 0,0 0-12 0,0 0-16 16,0 0-9-16,0 0-16 0,0 0-23 0,0 0-74 15,0 0-159-15,0 0 71 0</inkml:trace>
  <inkml:trace contextRef="#ctx0" brushRef="#br0" timeOffset="-207194.2">27488 9063 122 0,'0'0'130'0,"0"0"2"0,7-4-12 0,-7 4-6 16,0 0-2-16,0 0-11 0,0 0-3 0,0 0-11 15,0 0 2-15,0 0-13 0,0 0-10 0,0 0-7 16,0 0-5-16,0 0-6 0,0 0-6 0,0 0-9 16,0 0 2-16,0 0-8 0,0 0-10 0,0 0-23 15,0 0-24-15,0 0-26 0,0 0-32 0,0 0-143 16,0 0-250-16,0 0 112 0</inkml:trace>
  <inkml:trace contextRef="#ctx0" brushRef="#br0" timeOffset="-206012.9">25250 9064 1 0,'0'0'100'0,"0"0"-11"0,0 0 4 16,0 0-19-16,0 0-8 0,0 0-6 0,0 0-3 15,0 0 1-15,0 0-16 0,0 0-4 0,0 0-4 16,0 0 5-16,0 0-15 0,0 0-3 0,0 0 8 15,0 0-15-15,0 0 8 0,0 0-7 0,0 0 5 16,0 0-8-16,0 0-2 0,0 0 6 0,0 0-6 16,0 0-6-16,0 0-5 0,0 0 3 0,0 0-5 15,0 0 5-15,0 0-9 0,0 0 2 0,0 0-10 16,0 0 3-16,0 0 1 0,0 0-10 0,0 0-1 16,0 0-1-16,-8-6-1 0,8 6-5 0,0 0-5 0,0 0 0 15,0 0-2-15,0 0-3 0,0 0 4 16,0 0 1-16,0 0-1 0,0 0-5 0,0 0-6 0,-10 3-29 15,10-3-81-15,0 0 37 0</inkml:trace>
  <inkml:trace contextRef="#ctx0" brushRef="#br0" timeOffset="-205782.62">25156 9060 1 0,'0'0'23'0,"0"0"-14"15,0 0 0-15,0 0-11 0,0 0-5 0,0 0-7 16,0 0 2-16</inkml:trace>
  <inkml:trace contextRef="#ctx0" brushRef="#br0" timeOffset="-205298.12">25159 9042 39 0,'0'0'46'0,"0"0"-3"0,0 0-3 0,0 0-6 0,0 0 0 15,0 0-3-15,0 0-6 0,0 0-2 0,0 0-2 16,0 0 1-16,0 0-7 0,0 0-3 0,0 0 3 16,0 0 0-16,0 0-3 0,0 0-7 0,0 0 5 15,0 0-2-15,0 0 7 0,0 0-8 0,0 0-1 16,0 0 2-16,0 0-3 0,0 0 2 0,0 0 2 16,0 0-4-16,0 0 4 0,0 0-1 0,0 0-2 15,0 0 4-15,0 0-1 0,0 0 1 0,0 0-2 16,0 0 2-16,0 0-4 0,0 0 5 0,0 0-2 15,0 0 5-15,0 0 1 0,0 0-5 0,0 0-4 16,0 0 0-16,0 0-1 0,0 0 6 0,0 0-9 16,0 0 2-16,0 0 2 0,0 0 2 0,0 0-5 15,0 0-5-15,0 0 2 0,0 0 5 0,0 0-4 16,0 0-3-16,0 0-9 0,0 0-8 0,0 0-8 16,0 0-14-16,0 0-11 0,0 0-40 0,0 0-100 15,0 0 45-15</inkml:trace>
  <inkml:trace contextRef="#ctx0" brushRef="#br0" timeOffset="-204288.2">27503 9071 78 0,'0'0'110'16,"0"0"-8"-16,0 0-10 0,0 0-4 0,0 0-18 15,0 0 6-15,0 0-14 0,0 0-1 0,0 0 7 16,0 0-17-16,0 0-1 0,0 0-7 0,0 0-9 15,0 0-5-15,0 0 7 0,0 0-8 0,0 0-7 16,0 0-1-16,0 0-4 0,0 0 5 0,0 0-7 16,0 0-2-16,0 0-3 0,0 0 7 0,0 0-8 15,0 0 5-15,0 0-4 0,0 0-2 0,0 0 2 16,0 0-1-16,0 0-8 0,0 0 7 0,0 0-14 16,0 0-7-16,0 0-20 0,0 0-8 0,0 0-26 15,0 0-21-15,0 0-80 0,0 0-184 0,0 0 82 16</inkml:trace>
  <inkml:trace contextRef="#ctx0" brushRef="#br0" timeOffset="-203747.15">25062 9033 43 0,'0'0'47'0,"0"0"1"16,0 0-5-16,0 0-8 0,0 0-7 0,0 0-2 15,3 9-5-15,-3-9-22 0,0 0-19 0,0 0-25 16,0 0-49-16,0 0 21 0</inkml:trace>
  <inkml:trace contextRef="#ctx0" brushRef="#br0" timeOffset="-200680.95">9105 9222 39 0,'0'0'62'15,"0"0"-5"-15,0 0 0 0,0 0-2 0,0 0-2 0,0 0-9 16,0 0-3-16,0 0-10 0,0 0 6 0,0 0-8 16,0 0-8-16,0 0-1 0,0 0-3 15,0 0-7-15,0 0-7 0,0 0-14 0,0 0-7 16,0 0-6-16,0 0-12 0,0 0-8 0,0 0 5 0,0 0-29 16,0 0-72-16,0 0 32 0</inkml:trace>
  <inkml:trace contextRef="#ctx0" brushRef="#br0" timeOffset="-199409.37">9004 9103 11 0,'0'0'62'0,"0"0"-7"0,0 0-9 0,0 0-5 16,0 0 5-16,0 0-26 0,0 0-3 0,0 0-20 15,0 0-16-15,0 0-6 0,0 0-18 0,0 0-44 16,0 0 20-16</inkml:trace>
  <inkml:trace contextRef="#ctx0" brushRef="#br0" timeOffset="-198584.99">11096 9499 62 0,'0'0'104'15,"0"0"4"-15,0 0-10 0,0 0-3 0,0 0-4 16,0 0-7-16,0 0-3 0,0 0-9 0,0 0-9 16,0 0-6-16,0 0-4 0,0 0-2 0,0 0-12 15,0 0-2-15,0 0 7 0,0 0-13 0,0 0 0 16,0 0-5-16,0 0-10 0,0 0 2 0,0 0-9 16,0 0 5-16,0 0-3 0,0 0-5 15,0 0 10-15,0 0 6 0,0 0-15 0,0 0 1 16,0 0-6-16,0 0 3 0,0 0-4 0,0 0 2 0,0 0-4 15,0 0-3-15,0 0-3 0,0 0-9 0,0 0-11 16,0 0 0-16,0 0-6 0,0 0-4 0,0 0-7 16,0 0 0-16,0 0 7 0,0 0-15 0,0 0-10 15,0 0-12-15,0 0-76 0,0 0-163 0,0 0 72 16</inkml:trace>
  <inkml:trace contextRef="#ctx0" brushRef="#br0" timeOffset="-196867.28">10914 9395 22 0,'0'0'44'0,"11"6"-4"0,-11-6-4 0,0 0-4 16,0 0 1-16,3 6-3 0,-3-6-2 0,0 0-3 16,0 0 6-16,4 5-6 0,-4-5-2 0,0 0 1 15,0 0-8-15,0 0 1 0,0 0 5 0,0 0-1 16,0 0 0-16,2 7-1 0,-2-7 2 0,0 0 3 15,0 0-4-15,0 0 5 0,0 0-2 0,0 0 4 16,0 0-12-16,0 0 14 0,0 0 8 0,0 0-4 16,0 0 7-16,0 0-5 0,0 0-1 0,0 0 4 15,0 0 6-15,0 0-2 0,0 0 9 0,0 0 0 16,0 0 2-16,0 0-6 0,0 0 2 0,0 0-6 16,0 0-6-16,0 0 1 0,0 0-10 0,0 0 18 15,0 0-14-15,0 0 8 0,4-19-7 0,-4 19 0 16,0-10-7-16,0 10 2 0,1-13-4 0,2 5-10 15,-3 0 0-15,1-2-3 0,2-2 1 0,0 1 1 16,0 0-1-16,-1-5 3 0,-2 1-4 0,0 3-4 16,3-6-1-16,0 1 2 0,-2-3-1 0,1 1-1 15,-2-8-3-15,2 8 0 0,-1-6 0 0,-1 5-2 16,0-6-2-16,1 1 1 0,1-1 3 0,1 1-3 0,-1-1 3 16,-3 0-4-16,1-2 5 0,0 0-8 15,2-3 1-15,-1 2 2 0,3 0-2 0,-1 1 3 16,-1 0-4-16,-1-1 0 0,2 1 4 0,-2 2-8 15,2 0 9-15,-2 1-1 0,-1-2 3 0,1 1-14 0,-1 0 7 16,0-1 0-16,-2 1 7 0,1-1-7 0,-1 8-1 16,1-7 1-16,0 7 4 0,-2-1-2 0,-2-6 3 15,0 2-4-15,2 4 5 0,-4-3-9 0,3 3-2 16,-1-3 6-16,0-1-5 0,-1-1 3 0,3 7 4 16,-2-2 1-16,0-3-5 0,-2-2 3 0,3 6 3 15,-2-7-4-15,2 7-1 0,0 0 1 0,2-5 0 16,-2 4 3-16,3-5-5 0,-2 6 5 0,4-7 1 15,-2 3-5-15,1 4-3 0,0-7 12 0,-1 7-9 16,-1-6-2-16,2 6 10 0,0-8-11 0,0 11-2 16,0-3 7-16,0 2-3 0,0-1-3 0,2 0 7 15,-2-1-2-15,1 3 2 0,-1-1 1 0,-1-2-5 16,-1 8 5-16,6-6-5 0,-4 1 4 0,0 4 0 16,4 1-1-16,1 0-6 0,-1-6 4 0,0 2 9 15,5 0-8-15,-3-2 5 0,-2 4-10 0,0-4 4 16,3 0-3-16,-1 1 2 0,-3-1 3 0,2-1-2 15,-2 2-2-15,1-3 3 0,2-1-2 0,-3-3 1 16,0 4 1-16,3 0 0 0,-5 0 2 0,2 1-6 16,2-8 5-16,-4 6-2 0,2 2-10 0,-2 1 12 15,2-1 0-15,-1 1 2 0,1-2-2 0,-1 2-3 0,3-2 0 16,-3 2 3-16,1-3 6 0,-1 2-2 16,2-1-6-16,-2 0 3 0,-1 3-11 0,1-2 11 15,-1 0-1-15,2 0-2 0,-1-1 2 0,1 1-2 16,-1 0 3-16,2 0-6 0,-2 0 8 0,1 1-2 15,-3 1-8-15,0 3-1 0,1-5 8 0,-1 0-6 0,3 2 8 16,-2-1-1-16,1-1 1 0,-2 2-6 16,2-1 5-16,-1 0-1 0,2 0 4 0,-3 2-7 15,0-1 2-15,0-2 1 0,0 2-2 0,0-3 1 0,0 2-5 16,0-2-4-16,-3-6 10 0,2 8-15 0,0-9 13 16,1 7-4-16,-1 1 4 0,-2-7 0 0,2 6-4 15,1-8 4-15,0 6 1 0,-2 2-4 16,1 0 5-16,0 1-6 0,-2-9 2 0,-2 0 4 0,2 8-1 15,1 1 0-15,1-1-2 0,-3 0 0 0,0-7 0 16,0 7-3-16,0-6 2 0,2 6-3 0,-2-7 4 16,3 1-8-16,-3 6 3 0,1-6-2 15,1 6 7-15,1-7 1 0,-1 6-3 0,2-4 1 0,-1 4-1 16,0-6 0-16,-2 0 2 0,1 7-8 0,0 0 6 16,1-5 0-16,-2 5 1 0,3-6-4 0,-1 6 4 15,2-2 0-15,-3 1-7 0,1-3 11 0,-1-1-7 16,1 5 3-16,-4-7 0 0,3 7 1 0,1-2-2 15,-2 3 8-15,1-1-5 0,0 1 0 0,2 0 2 16,-2 2-2-16,1-1-1 0,-1 1 3 0,2 1 2 16,-1 2-10-16,-2 0 9 0,0 1 10 0,2 0 19 15,-2-1 0-15,0 2-4 0,2-1 0 0,-1 2-3 16,1 0-5-16,0-1 2 0,1 2-5 0,0 9 2 16,-2-16-3-16,2 9-4 0,0 7-2 0,-2-12 13 15,-1 8-2-15,3 4 1 0,-2-9-3 0,2 9-6 16,0 0 2-16,0-11-5 0,0 11 4 0,0 0-6 15,-3-9 0-15,3 9 4 0,0 0-4 0,-4-7 4 16,4 7-5-16,0 0 3 0,0 0-5 0,-4-6 2 16,4 6-5-16,0 0 6 0,0 0-5 0,0 0 5 15,0 0-5-15,0 0 1 0,0 0 0 0,0 0 0 16,0 0-1-16,0 0 0 0,0 0-3 0,0 0 1 16,0 0-1-16,-2-7-1 0,2 7 1 0,0 0 2 15,0 0-4-15,0 0 3 0,0 0 0 0,0 0-1 16,0 0 0-16,0 0 0 0,0 0-2 0,0 0-5 15,10 22-60-15,-6-14 9 0,0 3-37 0,-3 1-18 16,2 4-108-16,-3 5-241 0,0 3 106 0</inkml:trace>
  <inkml:trace contextRef="#ctx0" brushRef="#br0" timeOffset="-196267.3">9213 9189 63 0,'0'0'67'0,"0"0"-2"0,0 0-6 16,0 0-7-16,0 0-4 0,7-3-10 15,-7 3-3-15,0 0-3 0,0 0-17 0,0 0-8 0,0 0-17 16,0 0-14-16,0 0-18 0,8-2-26 0,-8 2-73 15,0 0 33-15</inkml:trace>
  <inkml:trace contextRef="#ctx0" brushRef="#br0" timeOffset="-191511.57">27535 8416 32 0,'0'0'72'16,"0"0"-4"-16,0 0 2 0,0 0-14 0,0 0-4 15,0 0-8-15,0 0-1 0,0 0-1 0,0 0-13 16,0 0 7-16,0 0-16 0,0 0 11 0,0 0-4 16,0 0 4-16,0 0 1 0,14 12 3 0,-14-12-5 15,2 4 0-15,0 2-5 0,-2-6 6 0,2 8-7 16,-2-8-4-16,3 12 1 0,-3-3 3 0,2-3-3 16,0 0-2-16,-2 3-2 0,0 0 13 0,0 3 1 0,0-2 0 15,0 3-10-15,0 4 7 0,-2-1 0 0,1 1 0 16,-3 1-14-16,2 2 4 0,-2 1-2 15,-2 2 1-15,2-4 4 0,-1 5-2 0,3-5 0 16,-2 1-3-16,0-3-1 0,2 1-2 0,-1-3-3 16,0 1 2-16,3-4-1 0,0 0 2 0,0 1-4 0,0-2 1 15,0 1 6-15,5-1 1 0,-4 0-1 16,3 1-4-16,-4-2 1 0,6 1 1 0,-3 1-2 0,-1-1-1 16,0 0 3-16,3-1-6 0,0-1 0 0,-3 1-2 15,0-1 2-15,3 1 1 0,-4-3 2 0,2-1-5 16,-1 7 10-16,0-5 17 0,0 0-5 15,-2-2-3-15,0-6-3 0,4 11-5 0,-4-11 1 0,1 8-11 16,-1-8 10-16,2 6 0 0,-2-6-3 0,0 8-1 16,0-8 8-16,0 0-6 0,0 0 3 0,0 0 2 15,0 0 3-15,0 7-7 0,0-7 1 0,0 0-2 16,0 0 3-16,0 0-5 0,0 0-5 0,2 6-1 16,-2-6-17-16,0 0-12 0,0 0-22 0,0 0-10 15,0 0-14-15,0 0-25 0,0 0-27 0,0 0-20 16,-19-10-104-16,12 7-263 0,7 3 116 0</inkml:trace>
  <inkml:trace contextRef="#ctx0" brushRef="#br0" timeOffset="-190537.09">27562 8639 29 0,'6'-28'40'0,"1"1"1"0,0 1 1 0,2-4-4 15,0 5-3-15,-1-5 3 0,0 0-12 0,-1 3 2 16,1-1-3-16,-4 0-2 0,4 3 0 0,-3-1 2 15,1 0-16-15,-2 0 8 0,2 0 2 0,-3 1-6 16,2 0-6-16,1-1 2 0,-5 2-1 0,3-4 5 0,1 1 2 16,-1-1 4-16,0 3-4 0,1-3 2 15,0 4-8-15,-1-1 0 0,-2-2-4 0,1 1-6 0,-1 2 1 16,0 0-11-16,-4 4 2 0,2 0 1 16,0-6 6-16,-2 6-2 0,-1-7-2 0,1 10 1 15,-2-8 3-15,-1 7-1 0,0-8-2 0,0 8 1 0,1-1-1 16,0-2-2-16,0 1 0 0,3 2 1 0,0-1 3 15,-1-6 3-15,1 0-7 0,4-1 1 16,-1 3-3-16,-2 4 9 0,4-7-1 0,-4 0-7 16,2 2 11-16,0 0-3 0,-1 0-3 0,2-4 2 0,-2 5-1 15,-1 4-1-15,0-8-2 0,0 2 8 0,0-4 0 16,0 2 1-16,-1 0 0 0,1-2 1 0,-4 1-2 16,2-2-1-16,0 2 4 0,-3-3-3 0,1 5 2 15,-3-3 3-15,1 3-1 0,1 0 3 0,3 0-11 16,-1-1 6-16,3 3 3 0,-1-2-2 0,2 7-7 15,0-7 6-15,-1 2-3 0,2-3-1 16,2 1 2-16,1 1 4 0,-1-2-2 0,-2 0 5 0,4 0-2 16,-3 0 13-16,0-1 0 0,-1-2-6 0,2 2 4 15,1 2-7-15,-1-1 3 0,1-1 0 0,0 1 2 16,-1 2-3-16,3-1-2 0,-1 0-4 0,-1 0 0 16,-1 0-2-16,1 0 1 0,-3 7-11 0,2-6-3 15,-1 5 0-15,-3 1 4 0,0-7-5 0,0 7 0 16,-2 0-8-16,1-1 3 0,0 1-2 0,-4 0 7 15,0 0-3-15,2 1 3 0,-1 0-5 0,2 1-14 16,-2-1 5-16,1 0-4 0,1-1 9 0,0 0-9 16,0-1 1-16,2 1-7 0,-2 2 12 0,2-1-6 15,2 0 9-15,0 0-3 0,1 0 1 0,-1 0 0 16,4 0 6-16,-4 0-1 0,2-2 1 0,-1 2 1 16,2 2-2-16,-3-3 4 0,1 0 4 0,-1 2 2 15,0-1 4-15,-2 1-9 0,0 1 4 0,0 3 3 16,0-3 2-16,0 3 0 0,-2-3-1 15,1 4 4-15,0 1 5 0,-2-1 3 0,1 2 0 16,0-3-4-16,-1 7-2 0,1-3 1 0,2 9 3 0,-3-15-1 16,1 5-5-16,0 3 3 0,2 7 0 0,-4-11-3 15,4 11 3-15,-2-8-6 0,2 8 0 0,-1-11 3 16,1 11 1-16,-1-7-6 0,1 7 7 0,-1-10-6 16,1 10 3-16,-2-7-2 0,2 7 0 0,-2-9 4 15,2 9-2-15,0 0-7 0,0-9 4 0,0 9 2 16,0 0-4-16,0 0-5 0,2-13 5 0,-2 13-2 15,0 0 3-15,0 0-4 0,2-8-6 0,-2 8 9 16,1-9-3-16,-1 9 3 0,0 0-4 0,0-7 7 16,0 7-4-16,0 0-1 0,0 0 2 0,0-10 5 15,0 10-1-15,0 0 1 0,0 0-4 0,0 0 0 16,-1-10 4-16,1 10-5 0,0 0 5 0,0 0-6 16,0 0-5-16,0 0-1 0,0 0-2 0,0 0-3 15,0 0-8-15,0 0-15 0,0 0-39 0,0 0 18 16</inkml:trace>
  <inkml:trace contextRef="#ctx0" brushRef="#br0" timeOffset="-189431.78">25207 8774 75 0,'0'0'57'0,"0"0"-12"0,0 0-19 0,0 0-15 16,0 0-11-16,0 0-36 0,0 0-39 0,0 0 17 0</inkml:trace>
  <inkml:trace contextRef="#ctx0" brushRef="#br0" timeOffset="-188963.12">27510 8810 30 0,'0'0'141'0,"0"0"-9"0,0 0 1 0,0 0-7 16,0 0-7-16,0 0-6 0,0 0-6 0,0 0-5 15,0 0-11-15,12 0-6 0,-12 0-9 16,0 0-11-16,0 0-3 0,0 0-5 0,0 0-8 15,0 0 3-15,0 0-7 0,0 0-11 0,0 0 0 16,0 0-2-16,0 0-3 0,0 0-7 0,0 0-7 16,0 0-9-16,0 0-20 0,0 0-36 0,0 0-44 15,0 0-173-15,0 0-288 0,0 0 127 0</inkml:trace>
  <inkml:trace contextRef="#ctx0" brushRef="#br0" timeOffset="-183715.58">20230 3842 29 0,'1'-8'79'0,"-1"8"4"0,0-11-9 0,0 11 10 0,0-9-6 15,0 9 2-15,3-8 1 0,-3 8-2 0,0-10-14 16,0 10-1-16,0-9-11 0,0 9 14 15,0-9-1-15,0 9-17 0,0-9 6 0,0 9-21 16,-1-10 1-16,1 10 11 0,0 0 8 0,1-10-9 0,-1 10-1 16,0-9-6-16,0 9-5 0,0 0-4 0,-1-10 4 15,1 10-10-15,1-9-8 0,-1 9 10 0,0-7-7 16,0 7-1-16,0 0 12 0,0-10 5 16,0 10 3-16,0 0-1 0,0 0-1 0,0-11-4 15,0 11-7-15,0 0 1 0,0 0-5 0,0 0 1 16,0 0-5-16,0 0-2 0,0 0-5 0,0 0-1 0,0-8-2 15,0 8-1-15,0 0-7 0,0 0 8 16,0 0-4-16,0 0-2 0,0 0-6 0,0 0 7 16,0 0-1-16,0 0-1 0,0 0-4 0,0 0 5 15,0 29-2-15,0-20 1 0,0 1 1 0,-1 2-1 16,-1-1 4-16,2 2-5 0,-1 3 5 0,-2 1-3 16,2-2 2-16,-1 5-1 0,2-4 4 0,-2 5 4 0,1-2-1 15,-3 7 18-15,0-1 2 0,3-6-3 16,-1 6 3-16,2-4-2 0,-2 4-4 0,2 0 1 15,-1-2-1-15,1-4 6 0,0 7 9 0,1-7 6 16,-2 7 20-16,1-7-8 0,1 1 1 0,2-1-6 16,-1-2-4-16,-2 2-4 0,2-3-6 0,-1 1-4 15,-1 0-3-15,0 0-4 0,1 0 1 0,3-1-5 0,-4 0 11 16,0 0 2-16,-4 1-4 0,4-1-3 16,0 0-4-16,0-4 1 0,-1 1-5 0,1-1-1 15,0 0-3-15,0-1 2 0,-1 2 2 0,3-1-1 16,1 6-2-16,-1-5-1 0,-2 2 2 0,2 0-4 15,-2-4 2-15,1 3-1 0,0-5 8 0,-1 3-5 16,0 2 1-16,1-1-4 0,1-4-1 0,-2 1-1 16,0 1 0-16,1-3-2 0,0 0 1 0,-3 1-2 15,2 1-2-15,0-10-5 0,1 12 4 0,-1-5 1 16,1-2 0-16,-1-5 0 0,-1 11 7 0,1-11-8 16,-1 9 0-16,1-9-1 0,-3 9 3 0,3-9-2 15,0 0 2-15,0 0-2 0,0 0 0 0,0 9 0 16,0-9-1-16,0 0 2 0,0 0-4 0,0 0-24 15,0 0-19-15,0 0-28 0,0 0-32 0,0 0-38 16,0 0-34-16,-13-27-26 0,11 16-18 0,2-4-11 16,1-2-137-16,-1-1-393 0,0-2 173 0</inkml:trace>
  <inkml:trace contextRef="#ctx0" brushRef="#br0" timeOffset="-183067.78">20300 3707 69 0,'0'-5'123'15,"0"5"2"-15,-1-9 10 0,1 9-1 0,-1-8-5 16,1 8-6-16,0 0-7 0,-2-8-9 0,2 8-3 16,0 0-14-16,-3-5-6 0,3 5-6 0,0 0-11 15,0 0-1-15,0 0-12 0,0 0-8 0,0 0-8 16,0 0 0-16,0 0-7 0,0 0-2 0,0 0-10 16,0 0 0-16,0 0-7 0,0 0 4 0,0 0-6 15,0 0 3-15,0 0-8 0,0 23 9 0,0-23-2 16,2 23-6-16,-2-4 11 0,1 1-9 0,-3 8 1 15,4-1-5-15,-3 1 3 0,2-1 1 0,-2 4 0 16,1 1 3-16,-2-1-8 0,0 5 9 0,0-1-2 16,2-1-1-16,0 0 4 0,0-1-1 0,0 0 1 15,-2 2 3-15,4-2 9 0,-1-1-15 0,0 1 5 16,2 1 21-16,-2-1-1 0,-2-1-3 0,3 3 4 16,-2-2-3-16,2 3 8 0,2 0 11 0,-2-1-4 15,-2-6-3-15,0 3-8 0,4-3-3 0,-3-3 1 16,-1-1 5-16,-2 2 1 0,3-7-3 0,-1 0-3 15,0-1-3-15,1 0-3 0,-1 1-3 0,0 0-1 16,-2-2-3-16,2 2 0 0,-1-1 3 0,1-1 4 16,0 1 1-16,-2 1-1 0,1-4-4 0,0 1 3 15,-2-2-4-15,2 1 4 0,-2-3 8 0,1 0-3 16,-1-2-6-16,2 0 1 0,-1 0-3 0,0 1-4 16,-1-2-1-16,2 0-8 0,1-10 5 0,-4 19 0 15,3-13-3-15,1-6 3 0,-4 13-11 0,4-13 11 16,-1 9-8-16,1-9 4 0,0 0 0 0,-1 11-3 15,1-11 2-15,0 0 1 0,-4 9-5 0,4-9-9 16,0 0 8-16,0 0-7 0,0 0-7 0,0 0-11 16,0 0-30-16,0 0-19 0,0 0-37 0,0 0-43 15,0 0-28-15,-7-26-46 0,7 26-25 0,-1-27-164 16,0 9-443-16,2-7 197 0</inkml:trace>
  <inkml:trace contextRef="#ctx0" brushRef="#br0" timeOffset="-182662.75">20224 4015 46 0,'-3'-13'185'0,"2"2"-10"16,-2 0-21-16,1 1 9 0,-2 3 1 0,1-1 4 15,3 8-10-15,-1-11-13 0,1 11-13 0,-1-7-12 0,1 7-13 16,0 0-13-16,0 0-11 0,0-10-8 16,0 10-13-16,0 0-10 0,0 0-7 0,0 0-5 0,0 0-7 15,0 0 1-15,0 0 0 0,-2 38-7 16,4-14-6-16,-2 7 4 0,0 1-5 0,1 14 0 16,-1 2-4-16,3-5-1 0,-2-7-3 0,0 14 4 15,2-4-3-15,-1 1-1 0,-3-1 8 16,2 4 8-16,3 1 1 0,-1 0 1 0,-3-15 1 0,1 13 2 15,-1-15 3-15,1 0-3 0,0-3-1 0,1-2 1 16,-2-1 0-16,2-3 2 0,0-4 0 0,-1-2-6 16,0-3 1-16,0 1-5 0,1-1-2 0,0-3 0 15,1 2-1-15,-3-5-3 0,2 0 0 0,-2 0-5 16,3 0-6-16,-3-10-11 0,5 13-9 0,-5-13-13 16,1 9-24-16,-1-9-35 0,0 0-41 0,0 10-39 15,0-10-39-15,0 0-201 0,0 0-437 0,0 0 194 16</inkml:trace>
  <inkml:trace contextRef="#ctx0" brushRef="#br0" timeOffset="-180114.17">20982 4060 46 0,'0'0'68'15,"0"0"3"-15,0 0-1 0,0 0 1 0,0 0-1 16,-6 6-3-16,6-6 6 0,0 0-7 0,0 0 0 15,0 0 0-15,0 0-6 0,0 0 5 0,0 0-1 16,0 0-7-16,0 0 9 0,0 0-12 0,0 0-3 16,0 0-6-16,-11-2-3 0,11 2-5 0,0 0-3 15,-14 0-8-15,14 0-1 0,-9 0-9 0,9 0 4 16,0 0-1-16,-13-1-1 0,13 1-4 0,-11 0 2 16,11 0-6-16,-12 0 6 0,12 0-9 0,-9 3 2 15,9-3 1-15,0 0 1 0,0 0-1 0,-13-2-4 16,13 2 3-16,0 0 0 0,0 0 4 15,0 0-5-15,0 0 0 0,0 0 5 0,0 0 3 16,0 0-6-16,0 0 1 0,0 0-7 0,0 0 7 0,0 0 0 16,31-11-6-16,-22 9 0 0,2 1 0 15,1-2-2-15,-3 1 3 0,2 0 1 0,-5-1-7 0,-6 3 6 16,14-2-7-16,-9 1 4 0,-5 1-3 0,9-3 7 16,-9 3-9-16,0 0 7 0,0 0-3 0,0 0 7 15,0 0-17-15,7-1 8 0,-7 1 0 16,0 0-5-16,0 0 1 0,0 0 2 0,0 0 1 0,0 0-3 15,-23 8 0-15,23-8-2 0,-7 2 9 16,7-2 0-16,0 0-6 0,-9 2 12 0,9-2-9 16,0 0-8-16,-7 2 8 0,7-2 2 0,0 0-4 15,0 0 4-15,0 0-7 0,0 0 2 0,0 0-6 16,0 0 10-16,0 0-6 0,0 0 0 0,0 0 0 0,0 0 5 16,0 0-5-16,30-7-1 0,-23 5 1 0,2-1-5 15,-3 2 20-15,-6 1-13 0,11-2-4 0,-11 2-1 16,0 0-9-16,9-2-3 0,-9 2-14 15,0 0-7-15,0 0-13 0,0 0-19 0,0 0-17 0,0 0-11 16,0 0-17-16,0 0-63 0,0 0-196 16,0 0 87-16</inkml:trace>
  <inkml:trace contextRef="#ctx0" brushRef="#br0" timeOffset="-178614">19945 3919 14 0,'0'-8'80'0,"0"8"-7"15,0-9-4-15,0 9-6 0,2-9-2 0,-2 9 20 16,3-6 7-16,-3 6-23 0,3-9-1 0,-3 9-9 15,1-8-9-15,-1 8-2 0,3-8-3 0,-3 8 10 16,2-12-6-16,-2 12 1 0,3-8 4 0,-3 8 19 16,4-6 2-16,-4 6 0 0,0 0-6 0,2-7 4 15,-2 7 0-15,3-5-7 0,-3 5-1 0,0 0-10 16,5-7 3-16,-5 7 1 0,0 0-6 0,0 0-1 16,0 0-3-16,0 0-4 0,0 0-3 0,0 0-2 15,0 0-5-15,2-5-5 0,-2 5-5 16,0 0 2-16,0 0-7 0,0 0-3 0,0 0-1 15,0 0-6-15,0 0 2 0,0 0-2 0,0 0-6 16,0 0 3-16,0 0-4 0,0 0 1 0,0 0 12 16,0 0-12-16,8 16 0 0,-8-16 2 0,4 10 1 0,-3-3-3 15,-1-7 0-15,7 8 2 0,-6-2-6 16,1-1 3-16,-2-5 0 0,4 9-1 0,-3-4 2 16,-1-5-1-16,2 7-1 0,-2-7 3 0,2 7-2 0,-2-7-1 15,0 0 0-15,4 8 4 0,-4-8 0 16,0 0 0-16,0 0-4 0,1 6 5 0,-1-6 2 15,0 0 1-15,0 0-3 0,0 0-4 0,0 0 7 16,0 0-1-16,0 0-2 0,0 0 0 0,0 0 4 16,0 0-1-16,0 0 7 0,0 0 15 0,0 0-5 15,0 0 5-15,0 0-4 0,0 0 5 0,0 0-5 0,0 0 0 16,0 0 1-16,0 0-1 0,0 0-4 16,0 0 1-16,0 0-1 0,0 0 2 0,0 0 2 15,0 0 1-15,0 0-5 0,-14-17 1 0,14 17 5 16,0 0 2-16,-5-7 0 0,5 7 6 0,-4-8 4 15,4 8 2-15,0 0-3 0,-2-7 0 0,2 7-3 16,0 0-3-16,0 0-3 0,-4-8-5 0,4 8-4 16,-3-6 0-16,3 6-2 0,0 0-2 0,0 0-2 15,-2-8-5-15,2 8 2 0,0 0 0 0,-3-7-2 16,3 7-1-16,0 0-3 0,0 0-7 0,0 0 3 16,0 0-6-16,0 0 0 0,0 0-4 0,0 0 0 15,0 0 0-15,0 0 1 0,0 0 2 0,-2 28 0 16,4-16-4-16,-3 5 4 0,2 1 0 0,-2 1 1 15,0 0 6-15,-1 0-4 0,2 2-1 0,-3-3 0 16,1 1 2-16,1-2 2 0,1 0 0 0,-1-1 2 16,1 1-3-16,-1-2 4 0,1-4-7 0,-2 2 7 15,4-2-4-15,-2-1 2 0,0 0 3 0,-2-3-5 16,2-7 4-16,2 13 0 0,0-7 0 0,-2 1-3 16,0-7 4-16,0 9 0 0,0-9 0 0,1 8 1 15,-1-8-2-15,2 6 2 0,-2-6-2 0,0 0 5 16,0 0-4-16,0 0 0 0,2 9-10 0,-2-9-15 15,0 0-14-15,0 0-18 0,0 0-40 0,0 0-62 16,0 0-62-16,0 0-194 0,0 0-445 0,18-24 196 16</inkml:trace>
  <inkml:trace contextRef="#ctx0" brushRef="#br0" timeOffset="-177248.17">21024 4050 16 0,'0'0'98'0,"0"0"-1"16,0 0-4-16,0 0-3 0,0 0-3 0,0 0 3 16,0 0-1-16,0 0-2 0,0 0-7 0,0 0 4 15,-18 1-4-15,18-1 1 0,0 0 4 0,-7 1-2 16,7-1-8-16,0 0-5 0,0 0-1 0,-9 0-9 16,9 0-3-16,0 0 0 0,0 0-2 0,0 0 1 15,0 0-2-15,-7 3 0 0,7-3-6 0,0 0-3 16,0 0-3-16,0 0 0 0,0 0-12 0,0 0 2 15,0 0-7-15,0 0-2 0,0 0-2 0,0 0-4 16,0 0 0-16,0 0-5 0,0 0 2 0,28-6 1 16,-15 4-4-16,-3 0 0 0,8-1-2 0,-5 1 0 15,1 1-2-15,0-1 0 0,-4-1-7 0,1 2 4 16,-4 1-1-16,-7 0 1 0,13-3 1 0,-7 3-2 16,-6 0-3-16,0 0 3 0,14 0-1 0,-14 0-1 15,0 0 1-15,8 0 2 0,-8 0-5 0,0 0 4 16,0 0-3-16,0 0 2 0,0 0-5 0,0 0 5 15,-30 5 0-15,19-2-3 0,-3-1 1 0,1 0 1 16,-1-1 2-16,-4 1-2 0,4 0 1 0,2 0-1 16,1-1 0-16,2 0 0 0,9-1-2 0,-13 1 0 15,13-1 4-15,-8 1-3 0,8-1 0 0,-6 2-2 16,6-2-1-16,0 0 1 0,0 0 2 16,0 0-4-16,0 0 5 0,0 0 1 0,0 0 0 15,27-3-1-15,-10-2 2 0,-3 3-2 0,4-2-1 0,-7 2 2 16,7-2 0-16,-5 2-1 0,-4-1-1 0,2 0 3 15,-2 0-1-15,-1 0 7 0,-2 3 3 0,-6 0 12 16,8-4-1-16,-8 4-6 0,0 0-4 16,0 0-1-16,0 0-2 0,-12-13-1 0,0 10-4 0,-6 0-2 15,-4 3 4-15,-7-2-4 0,-1 2 2 16,2 0-2-16,8 1 3 0,0 0 2 0,3-2-5 16,5 1 0-16,3-1 2 0,0 1-5 0,9 0 0 0,-10 0 1 15,10 0 3-15,-9-1-3 0,9 1-2 0,0 0 0 16,0 0 3-16,0 0-2 0,0 0 1 15,0 0 0-15,33-13-4 0,-15 9 2 0,4-1 3 16,-6-2-1-16,4 6 2 0,-3-1-1 0,-5-1-4 16,-2-1 4-16,2 1-1 0,-5 1-1 0,-7 2 0 15,11-1-2-15,-11 1 1 0,8-3-3 0,-8 3 1 16,0 0 0-16,0 0 1 0,0 0-1 0,0 0 4 16,0 0-3-16,0 0 4 0,-24 13 0 0,17-12-4 15,-2 1 1-15,9-2-1 0,-12 5 4 0,7-4-1 16,5-1-3-16,-8 3 3 0,8-3-2 0,0 0-4 15,-8 2 3-15,8-2 2 0,0 0-2 0,0 0 4 16,0 0-1-16,0 0-1 0,25 1-2 0,-17-1 5 16,4-1-2-16,-1 1-1 0,-2 0 2 0,-9 0-3 15,14 1 2-15,-14-1-4 0,10 0 1 0,-10 0 2 16,6 2-3-16,-6-2 1 0,0 0-1 0,7 3 1 16,-7-3 5-16,0 0-4 0,0 0 5 0,-19 12-2 15,9-8 0-15,0 1-3 0,1-2 2 0,2 0-2 16,2 0-1-16,5-3 2 0,-13 4 0 0,9-2 0 15,4-2-3-15,-8 2 0 0,8-2 5 0,0 0-4 16,-5 3 2-16,5-3 0 0,0 0 0 0,0 0-1 16,0 0 2-16,21 6 0 0,-12-6 4 0,1-2-5 15,0 2 4-15,1-1 1 0,0 0 0 0,-11 1-5 16,11 0 3-16,-11 0 1 0,9-2-2 0,-9 2 5 16,8 0-3-16,-8 0 1 0,0 0-1 0,0 0-4 15,0 0 1-15,0 0 0 0,0 0-4 0,0 0-1 16,-35 2 2-16,24-2-9 0,-1 1-24 15,2-1-41-15,0 1-47 0,4 2-55 0,-1-1-175 0,-1 1-383 16,8-3 170-16</inkml:trace>
  <inkml:trace contextRef="#ctx0" brushRef="#br0" timeOffset="-176562.58">18640 4585 22 0,'0'-6'23'0,"0"6"-26"0,0 0-4 16,0 0-9-16,10-1 4 0</inkml:trace>
  <inkml:trace contextRef="#ctx0" brushRef="#br0" timeOffset="-176166.93">19489 4689 45 0,'0'0'59'0,"0"0"-5"0,0 0-2 0,0 0-6 0,0 0-6 15,0 0-7-15,0 0 3 0,0 0-12 16,0 0 2-16,0 0-8 0,0 0-4 0,0 0-11 16,0 0-5-16,0 0-2 0,0 0-18 0,0 0-14 15,7 2-29-15,-7-2-69 0,0 0 30 0</inkml:trace>
  <inkml:trace contextRef="#ctx0" brushRef="#br0" timeOffset="-174300.41">19845 4004 43 0,'0'0'82'0,"-10"-2"-2"0,10 2-10 0,0 0-5 16,0 0-11-16,0 0 21 0,0 0-19 16,-6-3 4-16,6 3-12 0,0 0 1 0,0 0-6 0,0 0 3 15,-8-2 4-15,8 2 1 0,0 0-5 0,0 0-7 16,0 0-9-16,0 0 2 0,0 0-7 16,0 0 0-16,-8-4 0 0,8 4-6 0,0 0 1 15,0 0 1-15,0 0-1 0,0 0 8 0,0 0 6 16,0 0 1-16,0 0-3 0,0 0 2 0,0 0 2 15,0 0-2-15,0 0-1 0,0 0-4 0,0 0-1 16,0 0-1-16,0 0 2 0,0 0-6 0,0 0-4 0,0 0-2 16,0 0-2-16,0 0 1 0,0 0-7 0,0 0 0 15,0 0-3-15,0 0 11 0,0 0-14 0,0 0 2 16,0 0 1-16,23 6-4 0,-11-6 4 0,1 0 2 16,5-1-3-16,1 2 2 0,-1-1 0 15,0-1 2-15,-1-1-4 0,-2 3 1 0,-2-2-8 16,-1 0 7-16,2-1 0 0,-2 2 0 0,0-1 1 15,0-2-5-15,-3 3 1 0,-1-1 0 0,-8 1 0 16,13 0-4-16,-13 0 2 0,11-1 6 0,-11 1-7 16,8-2 3-16,-8 2-4 0,0 0 1 0,0 0-1 15,11 0 8-15,-11 0-7 0,0 0 3 0,0 0-3 16,0 0 4-16,0 0-6 0,0 0 1 0,0 0 5 16,0 0 0-16,0 0-3 0,9 0 2 0,-9 0-6 15,0 0 5-15,0 0 0 0,0 0 1 0,0 0 0 16,9 0 1-16,-9 0-1 0,0 0-1 0,0 0-1 15,10 0 2-15,-10 0 0 0,0 0-5 0,0 0 6 16,0 0-2-16,0 0-3 0,0 0 3 0,0 0-5 16,0 0 5-16,0 0-4 0,0 0 8 0,0 0-9 15,0 0 7-15,0 0-2 0,0 0-3 0,-26 10 1 16,10-4 3-16,-1-1-4 0,-1 0 2 0,-1 0 1 16,-5 0 1-16,2 2-3 0,2-2 5 0,-1 0-2 15,2-1 1-15,-1 1 3 0,0-1-6 0,1 0 2 16,6 0 1-16,1-1-3 0,2-2 3 0,2 0 8 15,0 1-10-15,8-2 1 0,-9 0 1 0,9 0-2 16,-7 2 4-16,7-2 0 0,0 0-4 0,0 0-2 16,0 0 0-16,0 0 0 0,0 0 8 0,0 0-6 15,0 0 2-15,41-9-7 0,-21 7 5 0,0-2-4 16,-2 1-4-16,5 0-27 0,-4 3-39 0,-1-4-47 16,-2 4-151-16,-4-1-292 0,0 0 129 0</inkml:trace>
  <inkml:trace contextRef="#ctx0" brushRef="#br0" timeOffset="-172241.61">20666 4656 5 0,'0'0'51'0,"0"0"-11"0,0 0-18 0,0 0-14 16,0 0-20-16,0 0-7 0,0 0-22 0,0 0 10 16</inkml:trace>
  <inkml:trace contextRef="#ctx0" brushRef="#br0" timeOffset="-171542.62">20898 4639 12 0,'0'0'96'0,"-5"3"-5"0,5-3-19 16,0 0 4-16,0 0-12 0,0 0-8 0,0 0 1 0,0 0-17 16,0 0-26-16,0 0-20 0,-5 4-40 0,5-4-42 15,0 0-95-15,-13 3 42 0</inkml:trace>
  <inkml:trace contextRef="#ctx0" brushRef="#br0" timeOffset="-162411.62">25265 8997 47 0,'0'0'65'0,"0"0"-28"16,0 0 7-16,10-1-7 0,-10 1-12 0,0 0-10 15,11-4-30-15,-11 4-28 0,0 0-46 0,9-2 20 16</inkml:trace>
  <inkml:trace contextRef="#ctx0" brushRef="#br0" timeOffset="-161740.68">27417 8974 29 0,'0'0'87'0,"0"0"-7"0,0 0-2 0,0 0-12 15,0 0-9-15,0 0 0 0,0 0-5 0,0 0-9 16,0 0-17-16,0 0-2 0,0 0-14 0,5 4-18 15,-5-4-18-15,0 0-25 0,0 0-37 0,0 0-94 16,0 0 41-16</inkml:trace>
  <inkml:trace contextRef="#ctx0" brushRef="#br0" timeOffset="-160800.87">27521 9051 22 0,'0'0'69'0,"0"0"-20"16,0 0-18-16,0 0-35 0,0 0-25 0,0 0-29 15,0 0 14-15</inkml:trace>
  <inkml:trace contextRef="#ctx0" brushRef="#br0" timeOffset="-160484.72">27496 9090 1 0,'3'5'3'0,"-3"-5"-4"0,0 0-1 0</inkml:trace>
  <inkml:trace contextRef="#ctx0" brushRef="#br0" timeOffset="-159556.96">27472 9055 21 0,'0'0'-4'0,"0"0"-4"0,0 9 2 0</inkml:trace>
  <inkml:trace contextRef="#ctx0" brushRef="#br0" timeOffset="-159356.22">27476 9090 39 0,'0'0'42'16,"0"0"-12"-16,0 0-10 0,0 0-11 0,7 1-6 16,-7-1-28-16,0 0-25 0,0 0 12 0</inkml:trace>
  <inkml:trace contextRef="#ctx0" brushRef="#br0" timeOffset="-159202.97">27483 9091 36 0,'0'0'45'0,"0"0"4"0,0 0-7 15,0 0-3-15,0 0 1 0,0 0 3 0,0 0-5 16,0 0 0-16,0 0-3 0,0 0 5 0,0 0-9 16,0 0-1-16,0 0-3 0,0 0-7 0,0 0-1 0,0 0-14 15,0 0-13-15,0 0-29 0,0 0-52 0,12-9-97 16,-12 9 44-16</inkml:trace>
  <inkml:trace contextRef="#ctx0" brushRef="#br0" timeOffset="-155387.13">25424 9249 109 0,'0'0'108'16,"0"0"-5"-16,0 0-9 0,0 0-16 0,0 0-2 16,0 0-5-16,0 0-15 0,0 0-8 0,0 0 4 15,0 0-14-15,0 0-25 0,0 0 2 0,0 0-20 16,0 0-29-16,0 0-23 0,19-10-71 0,-19 10-138 15,0 0 61-15</inkml:trace>
  <inkml:trace contextRef="#ctx0" brushRef="#br0" timeOffset="-154989.92">27386 9139 160 0,'0'0'228'0,"0"0"-24"0,0 0-24 16,0 0-15-16,0 0-18 0,0 0-10 15,0 0-18-15,0 0-10 0,0 0-10 0,0 0-14 16,0 0-9-16,0 0-2 0,0 0-10 0,0 0-6 16,0 0-15-16,0 0-9 0,0 0-11 0,0 0-8 0,0 0-11 15,0 0-8-15,0 0-13 0,0 0-18 16,0 0-8-16,0 0-5 0,0 0-5 0,0 0-10 15,0 0-2-15,0 0-10 0,0 0-15 0,0 0-19 0,0 0-29 16,0 0-76-16,0 0-233 0,0 0 103 16</inkml:trace>
  <inkml:trace contextRef="#ctx0" brushRef="#br0" timeOffset="-141915.13">26241 8915 39 0,'0'0'48'0,"0"0"4"0,7 0-12 16,-7 0-6-16,0 0-5 0,0 0-9 0,13-2-9 16,-13 2-11-16,9-2-8 0,-9 2-5 0,0 0-7 15,11-2-19-15,-11 2-42 0,10-3 19 0</inkml:trace>
  <inkml:trace contextRef="#ctx0" brushRef="#br0" timeOffset="-140714.03">27488 8922 58 0,'0'0'149'0,"0"0"12"0,0 0-20 16,0 0-10-16,0 0-18 0,0 0-12 0,0 0-8 15,0 0-10-15,0 0-1 0,0 0-15 0,0 0-10 0,0 0-1 16,0 0-8-16,0 0-9 0,-12-21-13 15,12 21-7-15,0 0-10 0,0 0-12 0,0 0-8 16,0 0-12-16,0 0 1 0,0 0-12 0,-6-4-17 16,6 4-13-16,0 0-7 0,0 0-22 0,0 0-85 15,0 0-191-15,0 0 85 0</inkml:trace>
  <inkml:trace contextRef="#ctx0" brushRef="#br0" timeOffset="-140200.38">27535 9077 14 0,'0'0'84'0,"0"0"-9"0,0 0-7 16,0 0-8-16,0 0-1 0,0 0-20 0,0 0 6 16,0 0-6-16,0 0-14 0,0 0-14 0,0 0-2 15,0 0-15-15,0 0-12 0,0 0-14 0,0 0-47 16,0 0-85-16,8-12 37 0</inkml:trace>
  <inkml:trace contextRef="#ctx0" brushRef="#br0" timeOffset="-139939.07">27573 9035 30 0,'0'0'69'0,"0"0"-6"0,0 0-6 0,0 0-7 0,0 0-6 15,0 0-6-15,0 0-15 0,0 0-9 16,0 0-11-16,0 0-15 0,0 0-7 0,0 0-41 16,0 0-65-16,0 0 28 0</inkml:trace>
  <inkml:trace contextRef="#ctx0" brushRef="#br0" timeOffset="-139569.09">27539 9035 34 0,'0'0'36'16,"0"0"-29"-16,0 0-21 0,0 0-13 0,0 0 7 16</inkml:trace>
  <inkml:trace contextRef="#ctx0" brushRef="#br0" timeOffset="-138255.56">27549 8883 8 0,'0'0'0'0,"0"0"-2"0,0 0-1 16</inkml:trace>
  <inkml:trace contextRef="#ctx0" brushRef="#br0" timeOffset="-134981.15">27571 7892 6 0,'1'-9'24'16,"-1"9"2"-16,1-9-1 0,-1 9-1 0,2-10 0 15,-2 10 7-15,2-10-3 0,-2 10-4 0,0-9 2 16,3 2-6-16,-3 7 2 0,2-10-4 0,-2 10-3 16,3-9 2-16,-3 9 3 0,2-9-2 0,-2 9-1 15,0-10-3-15,0 10 0 0,2-8-7 0,-2 8 6 16,2-10 1-16,-2 5-2 0,0 5-7 0,4-10 5 15,-4 10 2-15,1-11 4 0,-1 5 2 0,0 6-4 16,1-13 1-16,-1 13-3 0,3-12-2 0,-3 5 5 16,0 7-7-16,4-11 5 0,-4 7-1 0,0 4-7 15,0-13 2-15,2 7 3 0,-2-4 2 0,0 10-5 16,3-14 4-16,-3 10-7 0,0 4-4 0,4-12 7 16,-3 4-7-16,-1 8 3 0,0-14-1 0,2 8 0 15,-2 6 2-15,2-11-7 0,-2 11 10 0,0-13-1 16,0 9-2-16,0 4 1 0,0-11 8 0,0 11-9 15,2-12-7-15,-2 12 4 0,0-11 5 0,0 11-7 16,-2-10 1-16,2 10 8 0,0-11-3 0,0 11-1 16,0-13 6-16,0 13 0 0,0-10-6 0,0 10 8 0,0-11-2 15,0 11 0-15,-4-10-2 0,4 10 3 16,0-10-8-16,0 10 0 0,0-12 5 0,0 12 4 16,0-10-7-16,0 10-6 0,0-10 2 0,0 10 0 15,0-12-2-15,0 12 4 0,0-11 0 0,0 11-4 16,0-13-1-16,-1 7 2 0,2-4 3 0,-1 10 0 0,0-13-4 15,0 4 0-15,0 3 0 0,0-6-1 16,0 4 2-16,0 8 5 0,0-19 6 0,0 12-3 16,-1 0-3-16,1-3-1 0,-2 1-9 0,0-3 16 15,1 3-8-15,1 0-1 0,-4-2-2 0,4 2 5 16,0-1 0-16,-2-1 0 0,2 1-5 0,0 1 10 16,0-1-12-16,-2 1 4 0,2 0-2 0,0-1 1 15,0 2 2-15,0 8-6 0,0-16 3 0,0 7 3 16,0 0-6-16,0-1 0 0,0 10 9 0,2-13-1 0,-2 7-8 15,2-2 8-15,-2 8-7 0,0-14 4 16,0 7-1-16,0 7-4 0,0-17 3 0,0 7-5 0,2 4 7 16,-2-4-4-16,2 0-7 0,1 1 6 0,-1-3 9 15,-1 7-1-15,-1-5-8 0,0 1 7 16,2-1-1-16,-2 10 5 0,2-15-4 0,-2 6-5 0,0-1 11 16,2 3-1-16,-2 7-11 0,2-17 4 0,-2 12-2 15,0 5-3-15,2-14 3 0,0 5 2 0,-1 0 1 16,-1-1 0-16,4 4-2 0,-4 6-1 0,0-13 3 15,2 3 5-15,0 0 6 0,-2 2-8 16,1-2 1-16,0 1 5 0,-1 9-4 0,0-14 7 0,1 5-12 16,1 1-4-16,-2 1-6 0,0 7 15 0,0-15-2 15,0 8-4-15,3-1-1 0,-1 1 8 0,-2-2-7 16,2 1 5-16,-2 8 2 0,1-15-3 0,1 8 2 16,-1-2 8-16,-1 9-3 0,1-13 4 0,-1 6-11 15,2-3 10-15,-2 10 4 0,0-13 2 0,2 5-8 16,-2 8 0-16,0-14-1 0,0 5-2 0,2 2 2 15,-2 7-5-15,0-14-3 0,2 7 4 0,-1-3-7 16,-1 10 7-16,2-13-1 0,-2 5 2 0,0 8-4 16,2-13-3-16,0 7 2 0,-2-1 7 0,0 7-6 15,2-13 2-15,-2 6-5 0,0 7 7 0,3-12-9 16,-3 5 4-16,0 7-3 0,2-16-1 0,-1 11-2 16,-1 5 2-16,2-11-4 0,-1 4 3 0,-1 7-3 15,0-13 7-15,0 13 2 0,1-13-4 0,-1 6-4 16,0 7 14-16,2-13-6 0,-2 13-6 0,-2-14 0 15,2 9 1-15,0 5-1 0,0-14 0 0,2 8 0 16,-2 6-2-16,-2-12 7 0,2 12 4 0,2-12-8 16,-2 4-5-16,0 8 1 0,0-14 3 0,0 5-1 15,0 9 3-15,0-14-1 0,0 7 0 0,0-1 2 16,0 8-4-16,0-12 3 0,0 3-3 0,2 2-2 16,-2 7 6-16,0-13 3 0,0 4 7 0,0 9-5 15,0-16 0-15,0 11 1 0,0 5-1 0,-2-16-7 16,4 7 1-16,-2 0 3 0,2-1-7 0,-2 10 6 15,0-12 3-15,2 4-1 0,-2 8-4 0,0-11 1 16,0 3 1-16,0 8-2 0,-2-13 2 0,2 6-6 16,0-3 6-16,0 10 1 0,0-14-6 0,0 7 1 15,0 7 4-15,0-13-4 0,-2 6 0 0,2 7 2 0,2-14 2 16,-2 7-9-16,0-3 8 0,0 10-4 16,0-14-2-16,0 14 3 0,0-13 1 0,0 7 1 15,0 6 1-15,-2-13-6 0,2 13 3 0,0-11-3 16,2 5 5-16,-2 6 4 0,-2-13-4 0,2 5-1 0,0 8 0 15,0-13 0-15,0 13-3 0,0-13 2 0,0 6 3 16,-2-1-4-16,2 8 1 0,0-14-1 16,0 4 3-16,0 2 2 0,0 8 4 0,0-15-11 15,0 7 3-15,0 8 5 0,0-14 1 16,0 7-5-16,0-3 6 0,2 1-6 0,-2 9 7 0,0-13-4 0,-4 6 0 16,4 7-6-16,0-18 1 0,0 11 1 15,0-2 3-15,0-1-7 0,2 0 5 0,-2 1 0 16,0 1-2-16,0-1 7 0,0-1-8 0,-2 0 6 15,2 0-4-15,0 0 2 0,0 1-3 0,0-1 3 16,0 10 1-16,0-15-3 0,-1 5-4 0,1 0 1 0,0 2 8 16,0 8-10-16,0-14 3 0,0 4-5 0,0 3 9 15,0-3-2-15,0 1 1 0,0 9-2 16,1-15-1-16,-1 7-1 0,0 1 3 0,0-3-6 16,2 1 4-16,-2 9-7 0,2-14-1 0,0 5 5 0,-2 1-5 15,2-1-1-15,0-2 7 0,0 1 1 0,-1 0-3 16,-1 0-4-16,2 0 7 0,0 1-6 15,-2 0 4-15,0-1-1 0,2 0 1 0,-2 0 2 0,2 1-6 16,-2 2 1-16,1-3 8 0,1 3-3 16,-2 7 0-16,-2-17-4 0,4 7 9 0,-4 2-7 0,4 1 3 15,-4-4-5-15,2 11 5 0,0-14-10 16,0 5 12-16,0 9-15 0,0-14-3 0,2 8 0 16,-2 6 1-16,-2-17 0 0,5 9-8 0,-1 2 3 0,-2 6 7 15,0-11 5-15,0 11-5 0,2-13-2 16,0 7 0-16,-2 6 13 0,0-11-11 0,0 11-8 15,0-11 23-15,0 11-8 0,0-10-2 0,0 10-3 0,0-8 1 16,0 8 1-16,-2-10-7 0,2 10 8 0,0-10 5 16,0 10-1-16,0 0 0 0,-2-10 1 0,2 10-1 15,0 0 1-15,0-13-1 0,0 13-2 0,0-7-6 16,0 7 8-16,0-10-12 0,0 10 11 16,2-7 3-16,-2 7-2 0,2-9 1 0,-2 9-1 0,2-9 3 15,-2 9-5-15,3-9 8 0,-3 9 11 16,1-7-10-16,-1 7 2 0,1-10-10 0,-1 10-6 0,2-7 7 15,-2 7 6-15,0-10-5 0,0 10 7 16,2-9-2-16,-2 9-3 0,2-7-2 0,-2 7 3 16,0 0 1-16,-2-13-5 0,2 13 6 0,2-9 2 15,-2 9 4-15,0 0 1 0,-4-12 20 0,4 12-13 0,0 0 0 16,0-11-7-16,0 11 1 0,0 0-4 0,0-8 4 16,0 8-4-16,0 0 21 0,0 0-15 15,0-12-5-15,0 12 2 0,0 0-6 0,-2-8 11 16,2 8-4-16,0 0 9 0,0 0 1 0,-1-13-7 15,1 13 2-15,0 0 1 0,0 0-4 0,0-10-3 16,0 10 4-16,0 0 9 0,0 0-3 0,0 0-3 0,0 0-4 16,0-9 0-16,0 9 18 0,0 0-11 15,0 0-3-15,1-8 3 0,-1 8 4 0,0 0-8 16,0 0 3-16,0 0-10 0,0-9 6 0,0 9-4 16,0 0-2-16,0 0 1 0,0-8 5 0,0 8-6 15,0 0 7-15,4-7 10 0,-4 7 0 0,0 0 3 16,0 0-3-16,0 0 1 0,6-5 7 0,-6 5-14 15,0 0 1-15,0 0-5 0,0 0-2 0,0 0 1 16,1-7-2-16,-1 7-4 0,0 0-2 0,0 0 0 16,0 0 2-16,4-6 0 0,-4 6 0 0,0 0 2 15,0 0-1-15,0 0 5 0,0 0-3 0,0 0-13 0,0 0 8 16,0 0-2-16,0 0 2 0,0 0-4 0,0 0 0 16,0 0 0-16,0 0 0 0,0 0 0 15,0 0-2-15,3-7 6 0,-3 7-5 0,0 0 4 16,0 0-4-16,0 0 1 0,0 0-21 0,0 0-17 15,0 0-2-15,0 0-2 0,0 0-11 0,0 0-11 0,0 0-11 16,0 0-9-16,0 0-13 0,0 0-22 16,0 0-71-16,0 0-204 0,16 8 90 0</inkml:trace>
  <inkml:trace contextRef="#ctx0" brushRef="#br0" timeOffset="-129352.16">18465 4550 6 0,'0'0'46'0,"0"0"-3"0,0 0-9 0,0 0 0 16,0 0-12-16,0 0 1 0,0 0-6 0,0 0-14 16,0 0-15-16,0 0-24 0,0 0-39 0,0 0 17 15</inkml:trace>
  <inkml:trace contextRef="#ctx0" brushRef="#br0" timeOffset="-123029.13">20580 4614 10 0,'0'0'161'0,"4"4"-9"16,-4-4-2-16,0 0-3 0,0 0 0 0,5 3-8 16,-5-3-12-16,0 0-6 0,0 0-14 0,0 0-8 15,0 0-9-15,0 0-11 0,0 0-6 0,0 0-9 16,0 0-7-16,0 0-7 0,0 0-1 0,6 3-22 16,-6-3-12-16,0 0-31 0,0 0-21 0,0 0-29 15,0 0-27-15,0 0-21 0,0 0-37 0,0 0-81 16,0 0-250-16,0 0 111 0</inkml:trace>
  <inkml:trace contextRef="#ctx0" brushRef="#br0" timeOffset="-122328.05">18882 4479 110 0,'0'0'136'0,"0"0"-5"0,0 0 0 15,0 0-6-15,-11 0-11 0,11 0-6 0,0 0-14 16,0 0-12-16,0 0-11 0,0 0-8 0,0 0-4 15,0 0-8-15,0 0-3 0,-5-5-13 0,5 5-12 16,0 0-22-16,0 0-3 0,0 0-8 0,0 0-16 16,0 0-11-16,-6 12-10 0,6-12-12 0,-5 10-13 15,1-4-15-15,0 1-16 0,0-1-54 0,-2 2-170 16,-2 0 76-16</inkml:trace>
  <inkml:trace contextRef="#ctx0" brushRef="#br0" timeOffset="-104872.4">17504 5763 36 0,'0'0'73'0,"0"0"1"0,0 0-19 16,0 0 5-16,0 0-8 0,0 0-8 0,0 0-3 15,0 0-7-15,0 0 1 0,0 0-5 0,0 0-4 16,0 0-1-16,0 0 5 0,0 0-11 0,0 0 0 16,0 0-8-16,0 0 6 0,0 0-6 15,0 0 3-15,0 0 1 0,0 0-6 0,0 0 3 0,0 0-1 16,0 0 1-16,0 0-8 0,0 0-1 0,0 0 5 15,0 0-5-15,0 0 1 0,0 0-11 16,0 0 6-16,0 0 1 0,0 0 10 0,0 0-14 16,0 0 4-16,0 0 4 0,0 0-5 0,0 0 4 15,0 0-4-15,0 0-2 0,0 0 4 0,0 0-1 16,0 0-1-16,0 0-3 0,9-3 7 0,-9 3-3 0,0 0 6 16,0 0-10-16,0 0 4 0,0 0-5 0,0 0 3 15,0 0-2-15,0 0 1 0,0 0 3 0,0 0 3 16,0 0-1-16,0 0-1 0,0 0-2 0,0 0 0 15,0 0 4-15,0 0-2 0,0 0-1 0,0 0-2 16,0 0 4-16,0 0-4 0,0 0 1 16,0 0 5-16,0 0-5 0,0 0 3 0,0 0-6 0,0 0 8 15,0 0-3-15,0 0 2 0,0 0 0 0,0 0-3 16,0 0 3-16,0 0-6 0,0 0 3 0,0 0-4 16,0 0 8-16,0 0-7 0,0 0 5 0,0 0-7 15,0 0 6-15,0 0-2 0,0 0 1 16,0 0 5-16,0 0-4 0,0 0 4 0,0 0-4 15,0 0-4-15,0 0 1 0,0 0 1 0,0 0 1 16,0 0 6-16,0 0-8 0,0 0 3 0,0 0 2 16,0 0-4-16,0 0 2 0,0 0-4 0,0 0 9 15,0 0-6-15,0 0 0 0,0 0 4 0,0 0-2 0,0 0-6 16,0 0 5-16,0 0 0 0,0 0-6 16,0 0 5-16,0 0-5 0,0 0 14 0,0 0-14 15,0 0-5-15,0 0 7 0,0 0 0 0,0 0-3 16,0 0-10-16,0 0-3 0,0 0-5 0,0 0-10 0,0 0 1 15,0 0-20-15,0 0 3 0,0 0-3 0,0 0-30 16,0 0-90-16,0 0 41 0</inkml:trace>
  <inkml:trace contextRef="#ctx0" brushRef="#br0" timeOffset="-100741.33">18478 6222 65 0,'-1'-10'84'0,"1"10"1"0,0 0-10 0,0 0-4 16,0 0-9-16,0 0 8 0,0 0-16 0,0 0-7 15,0 0-2-15,0 0-3 0,0 0-5 0,0 0-5 16,0 0-6-16,0 0 8 0,0 0-17 0,0 0 1 15,0 0-7-15,0 0-17 0,0 0-15 0,0 0-22 16,0 0-19-16,0 0-63 0,0 0-133 0,0 0 60 16</inkml:trace>
  <inkml:trace contextRef="#ctx0" brushRef="#br0" timeOffset="-74644.08">9673 11165 35 0,'0'0'199'0,"-7"6"-4"0,7-6 14 0,-4 1-3 16,4-1-2-16,0 0-9 0,-5 4-5 0,5-4-16 15,0 0-8-15,0 0-8 0,0 0-12 0,0 0-5 0,0 0-10 16,-7 2-5-16,7-2-9 0,0 0-2 16,0 0-10-16,0 0-4 0,0 0 2 0,0 0-3 15,0 0-9-15,0 0-4 0,0 0-4 0,0 0-11 16,0 0-6-16,0 0-7 0,9-23-10 0,-7 18-6 0,1-2 0 15,1-3-7-15,-2-1-4 0,-1 2-5 16,1-3 12-16,0 3-18 0,-2-1-7 0,3 0 4 16,-2 2-4-16,0 2 11 0,2-1-13 0,-3 7 1 15,1-12-2-15,-1 12-3 0,0-9 3 0,0 9-3 16,0 0 4-16,0-9-10 0,0 9 4 0,0 0-4 0,4-6-1 16,-4 6-3-16,0 0-2 0,0 0 2 15,0 0-7-15,0 0 0 0,0 0 1 0,0 0 5 16,0 0-13-16,0 0 1 0,0 0 6 0,0 0-1 15,-10 29 2-15,9-18-2 0,-1 1 5 0,1-1-4 0,1 1 3 16,0-1 5-16,0 2-3 0,1-1 1 0,-1-1-1 16,3-1 4-16,-2-2-3 0,4 1-1 15,-2-1 3-15,2 1-1 0,-3-2 9 0,2-1-13 16,0 0-20-16,3 1-10 0,-4-1-16 0,1-1-14 16,2 0-20-16,0 1-35 0,-1-3-36 0,0 1-40 0,1 0-23 15,-6-4-22-15,12 3 5 0,-7-1 12 0,-5-2 7 16,0 0-114-16,0 0-360 0,10-9 159 15</inkml:trace>
  <inkml:trace contextRef="#ctx0" brushRef="#br0" timeOffset="-74480.43">9650 10897 215 0,'-4'-3'212'0,"0"-1"-13"0,4 4-12 0,-8-11-16 0,8 11-23 16,-4-4-13-16,4 4-14 0,-5-4-12 0,5 4-22 15,0 0-33-15,0 0-51 0,0 0-45 0,0 0-26 16,0 0-36-16,0 0-10 0,0 0-7 0,0 0-78 16,0 0-215-16,27 5 94 0</inkml:trace>
  <inkml:trace contextRef="#ctx0" brushRef="#br0" timeOffset="-74036.45">9878 10968 188 0,'0'0'225'0,"0"0"-10"15,0 0-10-15,0 0-15 0,2 7-20 0,-2-7-18 16,0 0-12-16,0 0-19 0,0 0-13 0,0 0-11 16,0 0-8-16,0 0-10 0,6 4-11 0,-6-4-4 15,5 5-5-15,-5-5-6 0,9 3-4 0,-1 0-5 16,-2-1-3-16,5 0-7 0,-1 3 2 0,-3-3-6 15,5-2-1-15,1 3-4 0,-1-2-5 0,-1-1 0 16,1 2-4-16,0-1-1 0,-2-1 0 0,2 2-1 16,-6-1-2-16,2-1 2 0,-8 0-3 0,14 3-2 15,-9-2-2-15,-5-1-2 0,8 2 0 0,-8-2 1 16,7 1-4-16,-7-1 1 0,8 3-1 0,-8-3 2 16,5 2-2-16,-5-2 2 0,0 0-4 0,5 4 3 15,-5-4 6-15,0 0 4 0,1 9-1 0,-1-9 2 16,0 8 3-16,0-8-1 0,-5 10 3 0,1-6 1 15,1 3-2-15,-1 3 4 0,-3-2-6 0,2 1 2 16,-1-1-4-16,-1 1 4 0,1-1-7 0,-3 1 8 16,3-2-6-16,-1 1-1 0,1 0-2 0,0-3-3 15,1 1 0-15,1-1 2 0,0 1-7 0,4-6-14 16,-7 6-15-16,4-2-25 0,3-4-31 0,-7 6-33 16,7-6-40-16,-4 4-27 0,4-4-12 0,0 0 2 15,0 0 7-15,0 0 10 0,0 0-98 0,0 0-295 0,0 0 131 16</inkml:trace>
  <inkml:trace contextRef="#ctx0" brushRef="#br0" timeOffset="-73546.36">10304 10903 207 0,'0'-9'226'0,"0"9"-15"0,0 0-8 0,0 0-14 0,0 0-10 16,0 0-15-16,0 0-15 0,0 0-17 0,0 0-11 16,0 0-11-16,0 0-12 0,-23 9-5 0,23-9-6 15,-6 7-8-15,1 0-5 0,0 0-6 0,1 1-3 16,1-1-6-16,-2 2-3 0,0 1-3 0,0-1-2 16,1 2-5-16,0 0-6 0,2-1 0 0,-1-1-8 0,2 2 2 15,-1-2-3-15,0 2-6 0,2-5 3 16,-1 3-5-16,1 0-2 0,0-9-3 0,3 15-2 15,-1-8-3-15,0-2 3 0,-2-5-4 0,7 9-1 16,-4-4 0-16,2 0 3 0,1-3-3 0,-1 1-2 16,0 1 1-16,-5-4 2 0,15 1-6 0,-7 1 5 15,1-2-3-15,-9 0 4 0,16-3-3 0,-8-1 1 0,1 1-1 16,-1 1-2-16,1-3-1 0,0-2 4 16,-2 1-5-16,2-2 3 0,-2 0-2 0,0 0 2 0,-2-1-2 15,2 1 0-15,-1-2-3 0,-3 2 1 0,-1-2 3 16,0-1-3-16,-1 1 6 0,-2 0-4 0,-2 0 4 15,2 0 4-15,-3 1-2 0,0-2 0 0,-1 5 2 16,0-3 1-16,0 2-5 0,0 1 4 0,-2-2-5 16,2 3-3-16,-1 2 2 0,6 3-8 0,-13-6 0 15,8 5-2-15,-4-2-4 0,9 3-9 0,-12-1-14 16,12 1-21-16,-10-1-34 0,10 1-47 16,0 0-45-16,-13 1-37 0,13-1-16 0,0 0-15 15,-6 8-132-15,6-8-407 0,0 0 180 0</inkml:trace>
  <inkml:trace contextRef="#ctx0" brushRef="#br0" timeOffset="-72446.93">10737 10824 160 0,'0'0'193'0,"0"0"-5"0,-5-6-14 16,5 6-2-16,0 0-6 0,0 0-10 0,-2-7-8 0,2 7-13 16,0 0-11-16,0 0-13 0,0 0-8 15,0 0-14-15,0 0-9 0,0 0-7 0,0 0-11 0,0 0-8 16,0 0-6-16,0 0-1 0,0 0-13 15,0 0-5-15,0 0 1 0,0 0-8 0,0 0-3 0,0 0 2 16,0 0-4-16,0 0 0 0,12 22-2 16,-8-13-3-16,0 1-1 0,1 0-1 0,0 2-2 15,3 0 3-15,-3-3-5 0,1 3 4 0,-2-2-3 16,0 0-2-16,0-1 1 0,1 0 2 0,0-1-2 0,-1 1-4 16,-1-3 2-16,-1 1 3 0,2 0-3 0,-1-3 0 15,-3-4-2-15,3 8 3 0,-3-8-1 0,4 7-1 16,-4-7-2-16,5 6-1 0,-5-6 4 15,0 0 0-15,3 6 0 0,-3-6 3 0,0 0 0 0,0 0 20 16,0 0 11-16,0 0 13 0,4 4 7 0,-4-4-7 16,0 0-2-16,0 0 3 0,0 0-13 0,7-20 0 15,-4 14-6-15,0-3-1 0,-2-2-5 0,4-1-5 16,-5 1 8-16,5-1-14 0,-3-4 2 0,2 1-4 16,0-2 0-16,0 1-2 0,0 4 2 0,0 2-3 15,-2-1 1-15,3 0 5 0,0 2-7 0,-3 3 0 16,0-3 4-16,2 2-7 0,-1 4 0 0,-3 3 1 15,2-11 0-15,0 6-2 0,-2 5-14 0,0 0-12 16,2-9-14-16,-2 9-16 0,0 0-9 0,4-5-15 16,-4 5-30-16,0 0-27 0,0 0-38 0,14-2-41 15,-14 2-18-15,12 5-157 0,-7-3-417 0,-5-2 185 16</inkml:trace>
  <inkml:trace contextRef="#ctx0" brushRef="#br0" timeOffset="-72275.01">11059 10869 47 0,'0'0'147'15,"0"0"2"-15,0 0-13 0,8 2-16 0,-8-2-16 16,0 0-5-16,10 1-12 0,-10-1-5 0,12-1-11 16,-5-1-3-16,5 2-16 0,-3 0-28 0,2-1-27 15,2 0-38-15,-3-1-45 0,1 2-90 0,-3 0-191 16,1-1 84-16</inkml:trace>
  <inkml:trace contextRef="#ctx0" brushRef="#br0" timeOffset="-72104.69">11094 10987 117 0,'0'0'171'0,"0"0"4"0,-7 4-9 15,7-4-14-15,0 0-14 0,0 0-16 0,0 0-12 16,0 0-8-16,0 0-10 0,0 0-7 0,0 0-11 0,0 0-7 15,0 0-19-15,23-2-21 0,-11 0-29 16,2-2-23-16,4-1-30 0,1-5-42 0,0 4-34 16,-1-1-92-16,0-2-241 0,0 2 106 0</inkml:trace>
  <inkml:trace contextRef="#ctx0" brushRef="#br0" timeOffset="-71734.53">11505 10742 49 0,'4'-7'212'0,"-4"7"-8"0,0 0-12 0,0 0-12 16,0 0-16-16,0 0-13 0,0 0-9 0,0 0-16 16,0 0 1-16,0 0-4 0,0 0-1 0,0 0-8 15,-18 16-7-15,12-6-10 0,1-2-8 0,0 6-13 16,-3 0-1-16,3-1-8 0,0 1-7 16,1-3-4-16,2 0-5 0,-1 1-6 0,3-2 20 0,0-1-14 15,0 1-4-15,1-4-5 0,3 1-4 0,-1 0-2 16,2-2-3-16,1 1-3 0,2-1-1 0,-1-2-1 15,2 0-1-15,5-3-5 0,-1 0 1 16,0-2-4-16,5 1 4 0,-5-2-6 0,6-2 1 0,-3-1-3 16,-3 1 9-16,1-3 6 0,-2 2 0 0,-2-2-2 15,-2 1-4-15,-1-2 8 0,0-2-2 0,-1 0-1 16,-5 0 12-16,1-1 1 0,-2-1-5 0,0 1-4 16,-4-6-1-16,-3 8-4 0,2-3 1 0,-4-3-4 15,3 9-5-15,-7-7-3 0,-1 4-3 0,5 2-9 16,-2 2-15-16,-5-1-17 0,1 2-30 0,-5 2-45 15,-1 2-49-15,2 6-59 0,-3 0-67 0,-6 4-208 16,4 1-526-16,1 1 234 0</inkml:trace>
  <inkml:trace contextRef="#ctx0" brushRef="#br0" timeOffset="-70344.13">9128 9418 57 0,'0'0'95'0,"0"0"-6"0,0 0-4 16,0 0-6-16,0 0-5 0,0 0 1 16,0 0 4-16,0 0-9 0,0 0 3 0,0 0 1 15,0 0-6-15,0 0-17 0,0 0 7 0,0 0-1 16,0 0-7-16,0 0-3 0,0 0 3 0,0 0-3 15,0 0-5-15,0 0 0 0,0 0 2 0,0 0-3 16,0 0 0-16,0 0-6 0,0 0-1 0,0 0-1 16,0 0-7-16,0 0 13 0,0 0-22 0,0 0-2 15,0 0 1-15,0 0-5 0,0 0-2 0,0 0-5 0,0 0-11 16,0 0-9-16,0 0-13 0,0 0-8 16,0 0-2-16,0 0-8 0,0 0-8 0,0 0 1 15,0 0 6-15,0 0 4 0,0 0-12 0,0 0 2 16,0 0 4-16,0 0 2 0,0 0 6 0,0 0 8 0,0 0-2 15,0 0 7-15,0 0 9 0,0 0-10 0,0 0-5 16,0 0 24-16,0 0-5 0,0 0 0 16,0 0 6-16,0 0 1 0,0 0-6 0,0 0 8 15,0 0-4-15,0 0 2 0,0 0 6 0,0 0 0 16,0 0 8-16,0 0 2 0,0 0-1 0,0 0 11 0,0 0 2 16,0 0-2-16,0 0 8 0,0 0-3 0,0 0 4 15,0 0-5-15,0 0 6 0,0 0-15 0,0 0 2 16,0 0 2-16,0 0-4 0,0 0 2 15,0 0 0-15,0 0-6 0,0 0 2 0,0 0-17 0,0 0-10 16,0 0-19-16,0 0-12 0,0 0-13 0,0 0-4 16,0 0-5-16,0 0-5 0,0 0-45 0,0 0-130 15,0 0 57-15</inkml:trace>
  <inkml:trace contextRef="#ctx0" brushRef="#br0" timeOffset="-69750.09">9096 9415 90 0,'0'0'136'0,"0"0"5"16,0 0-13-16,0 0-10 0,0 0-8 0,0 0-14 15,0 0-4-15,0 0-14 0,0 0-12 0,0 0-5 16,0 0-3-16,0 0-10 0,0 0-3 0,0 0-6 15,0 0-6-15,0 0-1 0,0 0-6 0,0 0-1 16,0 0 1-16,0 0-4 0,0 0-6 0,0 0 3 16,0 0-8-16,0 0 6 0,0 0 0 0,0 0-8 15,0 0-2-15,0 0-5 0,0 0 4 0,0 0 2 16,0 0 0-16,0 0-2 0,0 0 2 0,0 0 1 16,0 0-7-16,0 0 5 0,0 0-5 0,0 0-10 15,0 0 10-15,0 0-2 0,0 0 5 0,0 0-10 16,0 0 8-16,0 0 0 0,0 0-4 0,0 0 2 15,0 0-6-15,0 0 3 0,0 0-2 0,0 0 8 16,0 0-2-16,0 0 1 0,0 0 2 0,0 0-11 16,0 0 4-16,0 0 5 0,0 0-2 0,0 0 0 0,0 0 4 15,0 0-5-15,0 0 4 0,0 0 1 16,0 0-1-16,0 0-8 0,0 0 6 0,0 0-1 16,0 0 1-16,0 0-7 0,0 0 1 0,0 0 3 15,0 0 3-15,0 0-7 0,0 0 6 0,0 0-4 0,0 0 5 16,0 0-1-16,0 0-5 0,0 0 7 0,0 0-5 15,0 0 2-15,0 0-4 0,0 0 3 0,0 0-6 16,0 0 10-16,0 0-4 0,0 0 4 16,0 0-6-16,0 0-2 0,0 0-3 0,0 0 5 15,0 0-9-15,0 0-2 0,0 0 0 0,0 0-4 0,0 0-5 16,0 0 7-16,0 0-12 0,0 0 6 0,0 0-3 16,0 0-5-16,0 0 1 0,0 0-3 0,0 0-4 15,0 0-5-15,0 0 1 0,0 0 4 16,0 0-8-16,0 0-5 0,13-14-9 0,-13 14-6 0,-3-8 0 15,3 8-2-15,0 0-4 0,-2-12-59 0,-2 7-139 16,4 5 61-16</inkml:trace>
  <inkml:trace contextRef="#ctx0" brushRef="#br0" timeOffset="-62425.89">17778 5891 18 0,'0'0'65'0,"0"0"3"0,0 0-11 0,0 0-5 15,0 0 4-15,0 0-9 0,0 0 2 0,0 0-3 16,0 0-1-16,0 0-4 0,0 0 6 0,0 0-1 15,0 0-20-15,0 0 7 0,0 0-9 0,0 0 7 16,0 0-9-16,0 0 0 0,0 0 6 0,0 0-10 16,0 0-3-16,0 0-4 0,0 0 3 0,0 0-5 15,0 0-8-15,-13-16 5 0,13 16 13 0,0 0-9 16,0 0-14-16,0 0-6 0,0 0-13 0,0 0-18 16,0 0-17-16,0 0-74 0,0 0-143 0,0 0 63 15</inkml:trace>
  <inkml:trace contextRef="#ctx0" brushRef="#br0" timeOffset="-61800.63">18640 6032 1 0,'0'0'46'0,"0"0"-6"0,0 0-8 16,0 0-19-16,0 0-17 0,0 0-18 0,0 0-23 15,0 0 11-15</inkml:trace>
  <inkml:trace contextRef="#ctx0" brushRef="#br0" timeOffset="-58728.96">25077 8945 38 0,'4'4'73'0,"-4"-4"0"0,8 3-5 0,-8-3-10 15,4 6-2-15,-4-6-10 0,5 3-6 0,-5-3 2 16,4 4-6-16,-4-4-25 0,4 9-11 0,-4-9-20 16,2 12-68-16,-3-5-93 0,2 3 42 0</inkml:trace>
  <inkml:trace contextRef="#ctx0" brushRef="#br0" timeOffset="-58314.33">25131 9137 71 0,'0'0'103'0,"0"0"-10"0,0 0-6 0,0 0-18 15,17-2-15-15,-17 2-16 0,0 0-16 0,11 1-19 16,-11-1-10-16,11 1-32 0,-11-1-44 0,12 2-89 16,-4-2 39-16</inkml:trace>
  <inkml:trace contextRef="#ctx0" brushRef="#br0" timeOffset="-57624.86">27600 9026 110 0,'0'0'162'0,"0"0"-9"15,0 0-15-15,2 9 0 0,-2-9-11 0,0 0-14 16,0 0-6-16,0 0-15 0,0 0-5 0,0 0-12 16,0 0-3-16,0 0-10 0,0 0-6 0,0 0-5 15,0 0-3-15,0 0-12 0,0 0-4 0,0 0-27 16,0 0-12-16,0 0-30 0,0 0-1 0,0 0-30 15,0 0-10-15,0 0-17 0,0 0-33 0,0 0-75 16,0 0-219-16,0 0 98 0</inkml:trace>
  <inkml:trace contextRef="#ctx0" brushRef="#br0" timeOffset="-57443.45">27457 9093 11 0,'0'0'107'0,"0"0"-22"0,0 0-28 16,0 0-30-16,0 0-31 0,0 0-44 0,0 0-51 16,0 0 24-16</inkml:trace>
  <inkml:trace contextRef="#ctx0" brushRef="#br0" timeOffset="-57277.96">27444 9081 14 0,'0'0'109'0,"0"0"-22"0,0 0-5 0,0 0-7 0,0 0-15 15,0 0-25-15,0 0-32 0,0 0-35 0,0 0-41 16,0 0-77-16,0 0 34 0</inkml:trace>
  <inkml:trace contextRef="#ctx0" brushRef="#br0" timeOffset="-57120.22">27468 9076 10 0,'0'0'7'16,"0"0"-11"-16,0 0-2 0,0 0 1 0</inkml:trace>
  <inkml:trace contextRef="#ctx0" brushRef="#br0" timeOffset="-56938.14">27519 9064 16 0,'0'0'66'0,"0"0"-2"0,0 0-2 0,0 0-10 0,0 0-6 15,0 0-8-15,0 0-12 0,0 0-5 16,0 0-20-16,0 0-18 0,0 0-14 0,0 0-27 16,0 0-62-16,0 0 28 0</inkml:trace>
  <inkml:trace contextRef="#ctx0" brushRef="#br0" timeOffset="-56795.19">27519 9064 42 0,'0'0'58'0,"0"0"-6"15,0 0-7-15,0 0-7 0,0 0-1 0,0 0 0 16,0 0-6-16,0 0-5 0,0 0-8 0,0 0-12 16,0 0-11-16,0 0-11 0,0 0-11 0,0 0-30 15,0 0-62-15,-22-1 27 0</inkml:trace>
  <inkml:trace contextRef="#ctx0" brushRef="#br0" timeOffset="-56650.1">27488 9058 38 0,'0'0'60'0,"0"0"-9"0,0 0-6 0,0 0-11 15,0 0-5-15,0 0-11 0,0 0-15 0,0 0-15 16,0 0-33-16,0 0-48 0,0 0 22 0</inkml:trace>
  <inkml:trace contextRef="#ctx0" brushRef="#br0" timeOffset="-55765.51">19697 6147 28 0,'10'-9'36'0,"-10"9"-13"0,11-4-26 0,-4 2-11 15,2 1-16-15,3-2 8 0</inkml:trace>
  <inkml:trace contextRef="#ctx0" brushRef="#br0" timeOffset="-55127.43">22201 5974 47 0,'0'0'47'0,"0"0"-9"0,0 0 3 0,0 0-8 15,0 0-3-15,0 0-2 0,0 0-4 0,0 0-3 16,0 0 1-16,0 0-7 0,0 0-1 0,0 0 3 16,0 0-4-16,0 0-1 0,0 0-1 0,0 0-5 15,0 0 6-15,0 0-4 0,0 0 7 0,0 0-9 16,0 0 4-16,0 0-9 0,0 0 4 0,0 0-8 15,0 0-8-15,0 0-17 0,0 0-45 0,0 0-78 16,0 0 35-16</inkml:trace>
  <inkml:trace contextRef="#ctx0" brushRef="#br0" timeOffset="-53979.23">17762 7268 74 0,'0'0'92'0,"0"0"-3"0,0 0-9 0,0 0-2 16,0 0-6-16,0 0-3 0,0 0-10 0,0 0 0 15,0 0-8-15,0 0 3 0,0 0-6 0,0 0-9 16,0 0-2-16,0 0-1 0,0 0 2 0,0 0-3 15,0 0-7-15,0 0-2 0,0 0-9 0,0 0 5 16,0 0-5-16,0 0-3 0,0 0-2 0,0 0 1 16,0 0-1-16,0 0-3 0,0 0-1 0,0 0 3 15,0 0-2-15,0 0-3 0,0 0-3 0,0 0 3 16,0 0-2-16,0 0-7 0,0 0 11 0,0 0-10 16,0 0 6-16,0 0-1 0,0 0-2 0,0 0 3 15,0 0-10-15,0 0-2 0,0 0 4 0,0 0-15 16,0 0-2-16,0 0-10 0,0 0 13 0,0 0-18 15,0 0 6-15,0 0-12 0,0 0-3 0,0 0-7 16,0 0-3-16,0 0 1 0,0 0-1 0,0 0-15 16,0 0-46-16,0 0-126 0,0 0 55 0</inkml:trace>
  <inkml:trace contextRef="#ctx0" brushRef="#br0" timeOffset="-37874.94">25085 9067 31 0,'0'0'45'0,"0"0"-2"16,0 0-8-16,6-4-3 0,-6 4 1 0,0 0-17 16,0 0-1-16,0 0-2 0,0 0-10 0,0 0-6 15,0 0-5-15,0 0-1 0,0 0-6 0,0 0 4 16,0 0-5-16,0 0 3 0,0 0-20 0,0 0 32 15,-26 4-26-15,26-4-28 0,-8 1 13 0</inkml:trace>
  <inkml:trace contextRef="#ctx0" brushRef="#br0" timeOffset="-26297.3">25111 9106 42 0,'0'0'47'0,"0"0"-4"16,0 0-7-16,0 0 1 0,0 0-7 0,0 0-5 16,0 0 1-16,0 0 3 0,0 0-14 0,0 0 2 15,0 0 6-15,0 0-12 0,0 0-4 0,0 0 3 16,0 0-12-16,0 0 2 0,0 0-8 0,0 0-6 16,0 0-2-16,0 0-16 0,0 0-23 0,0 0-59 15,0 0 27-15</inkml:trace>
  <inkml:trace contextRef="#ctx0" brushRef="#br0" timeOffset="-22128.86">24474 9031 10 0,'0'0'26'0,"0"0"-2"0,0 0-2 16,-12 0-4-16,12 0 1 0,0 0-3 0,0 0-8 16,-8-3 6-16,8 3-3 0,0 0-2 0,-10-2 1 0,10 2-2 15,0 0-4-15,-12 0-2 0,12 0 10 0,-10 0-6 16,10 0-4-16,0 0 2 0,-10 0 3 15,10 0-4-15,-9-3-2 0,9 3 1 0,0 0 4 16,0 0-6-16,-14 1 3 0,14-1-3 0,0 0 0 0,0 0 2 16,-9 0-2-16,9 0 1 0,0 0-2 0,0 0 0 15,0 0 2-15,-12 0-6 0,12 0 6 0,0 0 0 16,0 0 0-16,0 0-1 0,0 0-1 0,-9-1 8 16,9 1-7-16,0 0-3 0,0 0 3 0,0 0 3 15,-9-1-1-15,9 1-4 0,0 0 5 0,0 0-1 16,-12-1 0-16,12 1 1 0,0 0-4 0,0 0 0 15,-11-3 4-15,11 3-8 0,-9 0 6 16,9 0-2-16,0 0 4 0,-12-1-10 0,12 1 6 0,0 0 0 16,-12 0 0-16,12 0 2 0,0 0 4 0,-13-1-9 15,13 1 8-15,0 0-4 0,-10 0 5 0,10 0-9 16,0 0 1-16,-12-1 2 0,12 1 0 0,0 0 3 16,-12-2-2-16,12 2 0 0,0 0-5 0,-10 1 7 15,10-1 0-15,-8-1-1 0,8 1-1 0,-10-2 0 16,10 2-3-16,-9 2 5 0,9-2-3 0,-9 1 3 15,9-1-2-15,-14-1-2 0,14 1 4 0,-12 1 3 16,12-1-2-16,-13 0-2 0,6 0 4 0,-1 1-9 0,8-1 8 16,-14 0-1-16,6 1 2 0,8-1 2 15,-14 0-7-15,7 1 2 0,7-1 0 0,-13 0 1 16,13 0-6-16,-12 0 7 0,6 1 2 0,6-1-4 16,0 0 1-16,-17-1 1 0,17 1 1 0,-9 0-1 0,9 0-3 15,0 0 5-15,-12 0-3 0,12 0-1 16,0 0-2-16,-12 0-3 0,12 0 0 0,-9-1 5 15,9 1 1-15,-10-1-7 0,10 1 5 0,-9 1 0 16,9-1 0-16,-9 2 0 0,9-2-6 0,-11 1 5 16,11-1 0-16,-11 0 0 0,11 0-2 0,-13 0 1 0,13 0 3 15,-10 2-4-15,10-2 2 0,-10 0-5 16,10 0 2-16,-10-2 9 0,10 2-7 0,-10 2-2 16,10-2-2-16,-9 0 5 0,9 0 0 0,-9 0-3 15,9 0 3-15,0 0-6 0,-13 0 0 0,13 0-1 0,-9 1-6 16,9-1-2-16,-8 1-2 0,8-1 3 15,-10 0-1-15,10 0-2 0,-10 0-16 0,10 0-36 16,-10 1 16-16</inkml:trace>
  <inkml:trace contextRef="#ctx0" brushRef="#br0" timeOffset="-22100.11">23810 9023 75 0,'0'0'-13'0,"0"0"-14"0,-11 0 7 0</inkml:trace>
  <inkml:trace contextRef="#ctx0" brushRef="#br0" timeOffset="-21869.25">23601 9031 5 0,'-7'1'2'15,"7"-1"0"-15,0 0-4 0,0 0 4 0,-9 1-4 16,9-1 0-16,0 0 0 0,0 0 0 0</inkml:trace>
  <inkml:trace contextRef="#ctx0" brushRef="#br0" timeOffset="-16629.79">27817 2979 162 0,'-6'-7'198'0,"6"7"-3"0,0 0-14 15,0 0-2-15,-4-3-10 0,4 3-7 16,-7-5-3-16,7 5-3 0,0 0-3 0,-8-5-4 15,8 5-6-15,0 0-7 0,-8-6-12 0,8 6-5 16,0 0-15-16,0 0-12 0,0 0-8 0,-6 0-8 16,6 0-11-16,0 0-6 0,0 0-7 0,0 0-8 15,0 0-9-15,0 0 0 0,0 0-6 0,0 0-3 16,29-6-6-16,-9 1-3 0,6 0-8 0,-3 2-13 16,8 0-22-16,-2 0-33 0,-2-1-37 0,-10 3-58 15,2-3-55-15,-7 2-49 0,-3 2-130 0,-1 0-420 16,-8 0 186-16</inkml:trace>
  <inkml:trace contextRef="#ctx0" brushRef="#br0" timeOffset="-16250.09">27899 2931 53 0,'-4'5'191'0,"4"-5"-26"15,0 0-15-15,0 0-22 0,0 0-16 16,-3 6-8-16,3-6-9 0,2 11 3 0,0 0-9 0,1 0-8 15,1 8-10-15,-2 1-6 0,0-1-9 16,0 8 1-16,-3-2-4 0,2 3 0 0,2-2-8 16,-6-6-11-16,2 4 6 0,0 0-5 0,-1-4-5 15,0-1 5-15,2-3-6 0,-2 1-2 0,0-1-3 16,2 0 1-16,0-3-1 0,-1-3-4 0,-1 0-3 16,2-2 1-16,-2 0-1 0,2-8-1 0,0 12-1 15,0-12 2-15,-4 7 2 0,4-7-2 0,-5 6-1 0,5-6-3 16,-5 0-2-16,5 0 3 0,-10 0-3 0,10 0-1 15,-16-3-3-15,9-2 3 0,-2 1-2 16,1-3-1-16,0 4 3 0,1-3-4 0,0 1-1 16,1 2-3-16,0 0 1 0,6 3-2 0,-10-8-1 15,10 8 4-15,-7-2-4 0,7 2-2 0,-4-6-2 16,4 6 5-16,0 0-2 0,-6-3-5 0,6 3 1 16,0 0 0-16,0 0 0 0,0 0 1 0,0 0-1 15,0 0 5-15,0 0 3 0,25 1-3 0,-8-2 0 16,3 1-6-16,0 0-17 0,10-3-37 0,0-1-35 15,-2 1-65-15,1-1-155 0,0-1-341 0,0-1 152 16</inkml:trace>
  <inkml:trace contextRef="#ctx0" brushRef="#br0" timeOffset="-16090.75">28340 3159 7 0,'6'-6'195'0,"-6"6"-26"0,9-2-12 0,-9 2-15 16,11-6-13-16,-5 3-18 0,1 2-5 0,-7 1-36 16,16-1-53-16,-8 1-53 0,-8 0-49 0,14 1-79 15,-9 0-178-15,-5-1 80 0</inkml:trace>
  <inkml:trace contextRef="#ctx0" brushRef="#br0" timeOffset="-15934.75">28319 3270 105 0,'0'0'172'16,"0"0"-12"-16,0 0-17 0,0 0-15 0,24-3-9 15,-12 0-11-15,5-1-13 0,1-1-36 0,0-1-73 16,5 2-58-16,-2-3-96 0,6-1-181 0,0-2 81 16</inkml:trace>
  <inkml:trace contextRef="#ctx0" brushRef="#br0" timeOffset="-15706.68">28919 2953 2587 0,'-5'-4'67'16,"-2"0"-12"-16,-1-3-28 0,2 3-10 0,6 4-6 15,-7-5 6-15,7 5 5 0,-7-4-4 0,7 4-3 16,0 0 3-16,-5-6-3 0,5 6-2 0,0 0-4 15,0 0 3-15,22-10-32 0,-4 3 0 0,6 5 9 16,2-3-17-16,3 3-6 0,-9 0-21 16,1 2-34-16,-3 0-35 0,-3-2-36 0,-5 4-23 15,2-1-6-15,-6 0-1 0,-6-1-110 0,8 4-325 0,-8-4 143 16</inkml:trace>
  <inkml:trace contextRef="#ctx0" brushRef="#br0" timeOffset="-15349.31">29086 2904 310 0,'-12'0'-10'15,"12"0"25"-15,0 0 20 0,-23-2 17 0,23 2 22 16,-13-1 18-16,13 1 11 0,-8-3 8 0,8 3 8 15,-8 0-18-15,8 0-3 0,0 0-16 0,0 0-6 16,-10 3-12-16,10-3-4 0,-4 11-3 16,0-3 1-16,1 5 16 0,-1 3 0 0,-2 5-1 15,-1 3 2-15,2-1-9 0,1-3-2 0,-2 5-5 16,-2-2-9-16,2 3-1 0,1-7-8 0,2-2 3 16,-1 0-10-16,-1 0-2 0,2 0 2 0,-2-1-6 15,3-5-2-15,-2 1-2 0,3 0 0 0,-1-2-1 16,-1 0-5-16,3-4 3 0,-2 1-2 0,0-1-1 15,2-6 0-15,-4 8-1 0,0-2-2 0,4-6 0 16,-6 5 0-16,6-5-4 0,0 0-4 0,-14 1 1 16,14-1-3-16,0 0-4 0,-13-7 2 0,13 7-1 15,-11-9-5-15,11 9-1 0,-7-8-5 0,7 8 9 16,-6-7-2-16,6 7 0 0,0 0 0 0,0 0-4 16,-6-8 1-16,6 8-1 0,0 0 1 0,0 0 1 15,0 0-2-15,0 0 2 0,0 0 1 0,13-7 1 16,-13 7-3-16,13 3 2 0,-2-1 4 0,0 0-3 15,7-2-10-15,-3 2-24 0,5-3-35 0,2 2-33 16,4-3-42-16,-5 0-20 0,6-1-19 0,-5 1-114 16,-1-1-324-16,0-1 144 0</inkml:trace>
  <inkml:trace contextRef="#ctx0" brushRef="#br0" timeOffset="-15050.17">29379 3123 25 0,'0'0'228'0,"5"-4"-6"15,-5 4-13-15,0 0-20 0,0 0-13 0,0 0-16 16,0 0-9-16,0 0-8 0,0 0-12 0,-24 4-8 0,15 3-11 16,0 0-10-16,-3-1-13 0,5 2-6 0,-1 0-8 15,0 2-10-15,2-1-6 0,1-2-5 16,2 5-3-16,2-3-9 0,0-1-3 0,3 2-8 16,4 0 0-16,1-1-6 0,3 3-1 0,1-2-5 15,4-1-1-15,-1 1-1 0,-3-2-4 0,2 2 6 16,-4-4-10-16,1 0 2 0,-3-3-6 0,-1 1 2 15,-2 0-1-15,-4-4-4 0,5 7-1 0,-5-7 2 16,0 7-1-16,0-7-4 0,-10 8-2 16,0-6-5-16,-4 4 4 0,-3-1-3 0,-2-2 1 0,-3 0-4 15,3 0-9-15,-1 0-12 0,2-3-12 0,4 0-18 16,1-2-38-16,0 0-44 0,4 0-42 0,1 2-171 16,8 0-385-16,-12-7 170 0</inkml:trace>
  <inkml:trace contextRef="#ctx0" brushRef="#br0" timeOffset="-14483.56">29930 2943 166 0,'0'0'222'0,"0"0"-10"0,0-9-15 15,0 9-10-15,0 0-17 0,0 0-12 0,0 0-20 16,-13-1-14-16,13 1-12 0,0 0-2 0,-19 12-9 15,7-4-6-15,0 4-7 0,-3 2 0 0,1 2-14 16,-5 6-8-16,5-2 0 0,3-4 0 16,-1 6-8-16,2-5-2 0,2-2-3 0,-2 1-5 0,4 1-5 15,3 0 5-15,1 0-11 0,0-2-3 0,2-2-1 16,2-1-3-16,-1 1-2 0,1-2-2 16,4 0-1-16,2 4 0 0,-1-5-4 0,-1-1 2 15,3-1-4-15,1 1 0 0,2-4-2 0,0 0-2 16,4 2-2-16,1-1-5 0,-2-2-10 0,2-1-23 15,3 0-23-15,-2-4-36 0,-1 2-42 0,0-1-45 0,-4-3-45 16,0 3-193-16,-1-2-441 0,-1-1 196 16</inkml:trace>
  <inkml:trace contextRef="#ctx0" brushRef="#br0" timeOffset="-13984">29838 3113 98 0,'0'0'161'0,"0"0"-17"0,0 0-10 0,-2 4-1 16,2-4 10-16,0 0 6 0,20 4-2 0,-2-4-6 16,1 0-6-16,1 3-10 0,8-3-11 0,2-1-4 15,-2 2-2-15,-1-2-7 0,-6 1-13 0,0 0-3 16,-2 0-6-16,0-2-11 0,-6 4 0 0,-1-2-10 16,-1 0-6-16,-1 0-5 0,-2 0-7 0,-8 0 0 15,11-2-5-15,-11 2-3 0,9 0-1 0,-9 0-16 16,0 0-5-16,8-1-21 0,-8 1-27 0,0 0-34 15,0 0-49-15,0 0-62 0,0 0-195 0,0 0-409 16,0 0 181-16</inkml:trace>
  <inkml:trace contextRef="#ctx0" brushRef="#br0" timeOffset="-13626.98">29693 2708 30 0,'0'0'195'0,"-9"-2"-23"0,9 2-13 0,0 0-14 15,-19 11 16-15,10-3-14 0,-4 13-16 0,-4 6-9 16,0 3 6-16,-4 16-6 0,0 3-10 0,5 2-11 16,0 1-2-16,2-2-12 0,1 0-4 0,1 1-8 15,6-1 4-15,0-3-16 0,5 0-1 0,-1-13-1 16,5 1-10-16,3-2-3 0,0 1-5 0,9-2-4 16,0-1-3-16,4-5 0 0,2 1-1 15,8-2-8-15,2-3-7 0,2 0-25 0,13-1-31 0,0 2-46 16,4-7-60-16,-2-8-52 0,-9 2-175 0,1-7-399 15,15-2 177-15</inkml:trace>
  <inkml:trace contextRef="#ctx0" brushRef="#br0" timeOffset="-10299.25">30522 2230 38 0,'0'0'66'0,"0"0"-2"16,-3-7 10-16,3 7-7 0,0 0 12 0,-4-8-11 15,4 8 2-15,-1-8 4 0,1 8 15 0,-3-8 1 16,3 8 15-16,-4-7-10 0,4 7-2 0,-3-8 9 16,3 8-5-16,-3-7 5 0,1 0-6 0,2 7 8 15,0 0 28-15,0 0-10 0,-8-11-5 0,8 11-4 16,0 0 2-16,-3-10-1 0,3 10-6 0,0 0-9 15,0 0-7-15,0 0-11 0,0 0-12 0,-2-8-8 16,2 8-7-16,0 0-10 0,0 0 0 0,0 0-13 16,0 0-5-16,0 0-3 0,0 0-2 0,0 0-5 15,0 0-4-15,0 0 3 0,0 0-6 0,0 0 6 16,6 29-6-16,-2-19 1 0,0-1 1 0,0 3-4 16,2 3 2-16,-1-4-2 0,-2 1-1 15,1-2 1-15,-1 3-12 0,3 1 11 0,0-3-10 16,-2-1 13-16,-1-1-1 0,3 2-3 0,-3-2 2 0,1 0-5 15,0-3 3-15,-1 2-10 0,-3-8 11 0,9 11-3 16,-7-5 5-16,-2-6-4 0,5 8 0 0,-5-8 4 16,7 7-4-16,-7-7 3 0,5 7 4 15,-5-7-5-15,0 0 3 0,6 6 3 0,-6-6-2 16,0 0 0-16,0 0 1 0,0 0-8 0,0 0 9 16,17-17-2-16,-12 6-4 0,4 1 5 0,-2-3-5 15,1-3-3-15,1 1-4 0,1 1 5 0,-2-3-1 16,1-2-2-16,1 3 6 0,2-7-2 0,-3 6-3 15,-3 2 3-15,2-1 5 0,-1 2-3 16,0-1-1-16,-3 3 2 0,0 2 0 0,-2 3-4 0,3 1 3 16,-2 2-1-16,-3 4-2 0,3-10 0 0,-3 10-13 15,3-6-14-15,-3 6-18 0,0 0-15 0,0 0-7 16,4-4-15-16,-4 4-6 0,0 0-37 0,0 0-32 16,0 0-47-16,8 20-39 0,-8-10-160 0,0-10-430 15,-3 20 190-15</inkml:trace>
  <inkml:trace contextRef="#ctx0" brushRef="#br0" timeOffset="-9949.19">30143 2621 58 0,'0'0'215'0,"0"0"-15"0,0 0-16 0,0 0-10 15,37-11-16-15,-5 3-16 0,19-2-12 0,2-3-15 16,-1 0-12-16,8 6-4 0,-2-5-9 0,0 3-9 16,-1-1 3-16,-6-1-5 0,1 4-3 0,-16-1-1 15,1 2-3-15,0 1-6 0,-4-1-7 0,1 1-8 16,-4-1 0-16,-9 1-10 0,-1 1-3 0,1 2-1 15,-7 2-4-15,-3-2-9 0,-11 2 1 16,19 0 0-16,-19 0-7 0,13-4-6 0,-13 4-16 16,10 0-31-16,-10 0-38 0,0 0-23 0,9 4-47 15,-9-4-63-15,0 0-137 0,0 0-373 0,-26 19 165 16</inkml:trace>
  <inkml:trace contextRef="#ctx0" brushRef="#br0" timeOffset="-9511.75">30461 2734 16 0,'0'12'270'0,"0"-12"-29"16,0 0-24-16,0 0-25 0,0 0-22 0,0 0-16 15,0 0-19-15,0 0-14 0,6 15-12 16,-6-15-10-16,3 9-11 0,0-2-8 0,2 0-6 15,-5-7-8-15,8 12-5 0,-4-4-6 0,-2-1-9 16,-2-7-2-16,4 12-5 0,-4-12-4 0,4 11-2 16,-4-11-2-16,6 11-3 0,-6-11-3 0,4 6-4 0,-4-6 2 15,0 0-1-15,5 8 14 0,-5-8 12 0,0 0 1 16,0 0 24-16,0 0 9 0,0 0 9 16,0 0 6-16,0 0-4 0,0 0-10 0,0 0-2 15,0 0-9-15,0 0-11 0,0 0-6 0,16-20-8 16,-13 8-2-16,4 1-6 0,0 0-3 0,1 1-10 15,5-3-6-15,-2 0 0 0,2 3-2 0,-2-2-2 16,-3 4-2-16,0 2-3 0,1 0-5 0,-3 3 4 16,-6 3-7-16,9-7-2 0,-9 7 2 0,8-4-5 15,-8 4 1-15,0 0 1 0,0 0-1 16,15 2-2-16,-15-2-2 0,8 9 0 0,-8-9 4 16,8 9-1-16,-5-1 2 0,2 0 1 0,-1 0 0 0,0 1-12 15,0-1-21-15,-1 0-24 0,-3-8-13 16,6 15-27-16,-3-7-34 0,-3-8-55 0,2 18-67 15,-1-9-229-15,-1-9-520 0,0 0 231 0</inkml:trace>
  <inkml:trace contextRef="#ctx0" brushRef="#br0" timeOffset="-9182.9">30807 2691 62 0,'0'0'230'0,"2"-8"-24"0,-2 8-29 0,0 0-17 16,0 0-16-16,0 0-6 0,0 0-4 0,0 0-8 16,9 19-11-16,-5-10-10 0,-3 1-11 0,3 1-3 15,0 0-12-15,-2-1-11 0,2 2-3 0,0-2-6 16,2-1-7-16,-1 1-3 0,-2-5-7 16,-3-5-6-16,6 11 1 0,-2-5-5 0,0-2 6 15,-4-4 20-15,3 5 20 0,-3-5 17 0,0 0 9 16,0 0-2-16,0 0-5 0,0 0 0 0,0 0-23 15,24-8 18-15,-18 1-7 0,3 0-3 0,-2-2-7 0,-1-1-7 16,1-1-9-16,3-3-8 0,-3-3-1 16,2 2-9-16,0-2-5 0,3-1-6 0,-3 1-15 15,-2 1-16-15,2-1-14 0,-1 3-23 0,-3 3-25 16,2 1-36-16,-4 1-46 0,4 2-49 0,-4-1-63 16,0 3-229-16,-3 5-527 0,0 0 233 0</inkml:trace>
  <inkml:trace contextRef="#ctx0" brushRef="#br0" timeOffset="-9006.57">31075 2714 3 0,'10'-1'208'0,"-10"1"-14"0,12-3-13 0,-5 1-17 0,1 0-19 16,3-1-10-16,0 0-16 0,-1-1-13 15,3 0-12-15,-3 3-18 0,0-3-33 0,-10 4-43 16,15-4-43-16,-15 4-48 0,12-5-27 0,-7 4-85 15,-5 1-220-15,0 0 98 0</inkml:trace>
  <inkml:trace contextRef="#ctx0" brushRef="#br0" timeOffset="-8866.05">31164 2695 59 0,'0'0'108'0,"0"0"6"16,-4 8 2-16,4-8 5 0,-2 11-8 0,2-4 13 15,0 2 0-15,-3 2-16 0,3-3-7 0,0 4-6 16,-1 0-10-16,0 0-7 0,2 1-4 0,-2 2-13 15,-3 2 4-15,3-1-18 0,0-3-31 0,-1 2-66 16,2 2-76-16,-2-1-120 0,2-16-264 0,-3 22 117 16</inkml:trace>
  <inkml:trace contextRef="#ctx0" brushRef="#br0" timeOffset="-8217.75">32150 2605 4428 0,'5'-10'8'0,"0"3"18"0,-5 7-45 16,10-12-4-16,-6 9-13 0,1 0 8 0,-5 3 12 15,12 3-3-15,-1 2 6 0,2 6-1 0,10 7 2 16,-3 5 4-16,5 2-4 0,10 14 3 0,-3-1-1 15,0 4 6-15,-11-13-4 0,4 15 6 0,-6-2 1 16,-6-10-15-16,-4 17-24 0,-5-13-26 0,-8 9-36 16,-10 2-31-16,-9-4-60 0,-5-1-73 0,-16 0-303 15,-5-3-617-15,-5-5 274 0</inkml:trace>
  <inkml:trace contextRef="#ctx0" brushRef="#br0" timeOffset="-6301.17">31030 2823 4 0,'3'9'91'0,"-3"-9"-4"15,0 0-13-15,0 0-19 0,0 0 17 0,0 0-8 16,0 0-7-16,0 0-15 0,0 0 1 15,0 0-12-15,0 0 4 0,0 0-4 0,0 0-5 16,0 0-4-16,0 0 3 0,0 0-5 0,0 0-6 16,0 0 11-16,0 0-11 0,0 0-1 0,0 0-3 15,0 0-3-15,0 0 3 0,0 0-15 0,0 0-4 16,0 0-10-16,0 0-21 0,0 0-8 0,0 0-11 16,0 0-57-16,0 0-124 0,0 0 55 0</inkml:trace>
  <inkml:trace contextRef="#ctx0" brushRef="#br0" timeOffset="-5741.63">31126 2840 8 0,'0'0'17'0,"0"0"0"0,0 0-3 16,0 0-3-16,0 0 0 0,0 0 0 0,0 0 6 16,0 0-9-16,0 0 2 0,0 0-3 0,0 0 3 15,0 0 3-15,0 0-5 0,0 0 1 0,0 0 4 16,0 0 0-16,0 0-3 0,0 0 2 16,0 0-3-16,0 0-3 0,0 0-1 0,0 0-1 15,0 0 2-15,0 0 2 0,0 0-7 0,0 0 8 16,0 0-4-16,0 0-3 0,0 0-2 0,0 0 6 15,0 0-4-15,0 0-3 0,0 0-5 0,0 0-13 0,0 0-24 16,0 0-46-16,0 0 20 0</inkml:trace>
  <inkml:trace contextRef="#ctx0" brushRef="#br0" timeOffset="-4888.04">30512 2898 28 0,'0'0'34'0,"0"0"-6"0,0 0 2 16,0 0-4-16,0 0 3 0,0 0 1 0,0 0-1 16,0 0-1-16,0 0-3 0,0 0 11 0,0 0-3 15,0 0-2-15,0 0 0 0,0 0-1 0,0 0-3 16,0 0 7-16,0 0-2 0,0 0-8 15,0 0-5-15,0 0 8 0,0 0-13 0,0 0 7 16,0 0-11-16,0 0 6 0,0 0 17 0,0 0-16 0,0 0-2 16,0 0-4-16,0 0 4 0,0 0-4 0,0 0 0 15,0 0 0-15,0 0-1 0,0 0 6 0,0 0-5 16,0 0 4-16,0 0-1 0,0 0-6 0,0 0 3 16,0 0-8-16,0 0 2 0,0 0-2 0,0 0 10 15,0 0-8-15,0 0 7 0,0 0-1 16,0 0-2-16,0 0 6 0,0 0-10 0,0 0 6 15,0 0-2-15,0 0 8 0,0 0-8 0,0 0 4 16,0 0 1-16,0 0-1 0,0 0 4 16,0 0-10-16,0 0-1 0,0 0 1 0,0 0 4 0,0 0 0 15,0 0 2-15,0 0-1 0,0 0-14 0,0 0 9 16,0 0-4-16,0 0 4 0,0 0 0 0,0 0-6 16,0 0 4-16,0 0-3 0,0 0 6 0,0 0-3 15,0 0-1-15,0 0-1 0,0 0-13 0,0 0-17 16,0 0-12-16,0 0-23 0,0 0-28 0,0 0-69 15,0 0-173-15,0 0 76 0</inkml:trace>
  <inkml:trace contextRef="#ctx0" brushRef="#br0" timeOffset="-1404.05">30451 2355 48 0,'0'0'53'0,"0"0"-9"16,0 0 2-16,0 0-5 0,0 0-2 0,0 0 2 15,0 0-2-15,0 0-3 0,0 0-2 0,0 0 1 16,0 0-2-16,0 0 4 0,0 0-3 0,0 0-8 16,0 0-2-16,0 0-2 0,0 0 2 0,0 0-5 15,0 0 2-15,0 0-11 0,0 0-5 16,0 0 7-16,0 0-4 0,0 0 1 0,0 0 7 16,0 0-3-16,0 0-6 0,0 0 0 0,-14 7 8 15,14-7-4-15,0 0 13 0,0 0-11 0,-9 3-5 16,9-3-6-16,0 0 13 0,0 0-2 0,0 0 20 15,-10 2-22-15,10-2-4 0,0 0 4 0,0 0-8 16,0 0 4-16,0 0-1 0,-10 4 3 0,10-4 6 16,0 0-5-16,0 0 10 0,0 0-12 0,0 0 7 15,0 0-5-15,0 0 5 0,0 0-6 0,0 0 4 16,0 0-5-16,0 0 3 0,0 0-3 16,0 0-9-16,0 0 9 0,0 0 7 0,0 0-9 0,0 0-2 15,0 0-10-15,0 0 14 0,0 0-3 0,0 0 1 16,0 0-6-16,0 0 9 0,0 0 5 15,0 0 1-15,-10 2-8 0,10-2 5 0,0 0 0 0,0 0-1 16,0 0-2-16,0 0 5 0,0 0-1 0,0 0-1 16,0 0-2-16,0 0 4 0,0 0-10 0,-8 5 13 15,8-5-6-15,0 0 2 0,0 0 6 16,0 0-1-16,-13 3-2 0,13-3-3 0,0 0-1 16,0 0-2-16,-11 3-1 0,11-3-7 0,0 0 8 15,0 0-11-15,-11 3 6 0,11-3-4 0,0 0 5 16,0 0 3-16,0 0-2 0,-11 2-1 0,11-2 1 15,0 0-1-15,0 0-2 0,0 0-4 0,0 0 3 16,0 0 1-16,0 0 2 0,0 0-3 0,0 0-2 16,0 0 2-16,0 0 13 0,0 0-15 0,0 0 2 15,0 0 1-15,0 0-5 0,0 0-1 0,0 0-5 16,0 0 8-16,0 0 1 0,0 0-1 0,0 0-13 16,0 0 15-16,0 0-2 0,0 0 6 0,0 0-7 15,0 0 4-15,0 0-4 0,0 0 2 0,0 0-5 16,0 0-7-16,0 0 13 0,0 0-7 0,0 0 9 15,0 0 6-15,0 0-6 0,0 0-1 0,0 0-1 16,0 0-3-16,0 0-1 0,0 0 5 0,0 0-3 16,0 0 6-16,0 0-1 0,0 0 3 0,0 0-2 15,36-5 2-15,-36 5-1 0,0 0-2 16,0 0-2-16,0 0-3 0,0 0 3 0,0 0-4 16,0 0 8-16,0 0 2 0,0 0 2 0,0 0-2 0,0 0 4 15,12-1-7-15,-12 1 7 0,0 0-2 0,0 0-21 16,0 0 19-16,0 0-6 0,0 0 5 15,0 0-6-15,0 0-1 0,0 0 4 0,0 0-9 16,13-2 9-16,-13 2 2 0,0 0-5 0,13 2-1 16,-13-2 0-16,0 0 3 0,13 0-5 0,-13 0 8 15,0 0-9-15,0 0 4 0,14 1 2 0,-14-1 0 16,0 0-3-16,0 0 0 0,0 0-6 0,0 0 8 16,0 0 2-16,13-3 2 0,-13 3 7 0,0 0 0 15,0 0-5-15,0 0 8 0,0 0-2 0,0 0 4 16,0 0-5-16,0 0 0 0,0 0 5 0,0 0-3 15,5 0 5-15,-5 0 2 0,0 0 0 0,0 0 0 16,0 0 1-16,0 0 0 0,0 0-2 0,0 0-5 16,0 0 3-16,0 0-5 0,0 0 0 0,0 0-5 15,0 0 0-15,0 0 0 0,0 0-1 0,0 0 3 16,0 0-5-16,0 0 0 0,0 0-11 0,0 0 7 16,0 0 2-16,0 0-12 0,0 0-15 0,0 0-38 15,0 0-23-15,0 0-44 0,0 0-55 0,0 0-121 16,0 0-328-16,0 0 146 0</inkml:trace>
  <inkml:trace contextRef="#ctx0" brushRef="#br0" timeOffset="15085.17">29907 3010 15 0,'0'0'48'0,"0"0"-1"16,0 0-10-16,0 0 5 0,0 0-9 16,0 0-1-16,0 0-5 0,0 0 1 0,0 0-1 15,0 0-6-15,0 0 4 0,0 0-2 0,0 0 1 0,0 0-6 16,0 0 4-16,0 0-2 0,0 0-1 16,0 0-4-16,0 0-1 0,0 0-1 0,0 0 0 15,0 0 1-15,0 0-11 0,0 0 2 0,0 0 3 16,0 0-2-16,0 0 2 0,0 0-7 0,0 0 5 15,0 0-4-15,-13-2 2 0,13 2-1 0,0 0 9 16,0 0-4-16,0 0-5 0,0 0-4 0,0 0 2 16,-10-2 9-16,10 2-5 0,0 0 1 0,0 0-6 15,0 0 0-15,0 0 5 0,-8-3-2 0,8 3 4 16,0 0 0-16,0 0 0 0,0 0 3 0,0 0 10 16,0 0-6-16,0 0 4 0,0 0-2 0,0 0 8 15,-4-5 0-15,4 5 1 0,0 0-1 0,0 0-7 16,0 0 2-16,0 0 1 0,0 0-4 0,0 0 10 15,0 0-8-15,0 0-5 0,0 0 10 0,0 0-10 16,0 0 0-16,0 0 2 0,0 0 0 0,0 0-3 16,0 0-2-16,9-13-2 0,-9 13-4 0,10-3-2 15,-5 0 0-15,-5 3 2 0,11-5 7 0,-5 3-6 16,2 0-8-16,-8 2 9 0,11-4-2 0,-4 3 1 16,-1-2-4-16,-6 3 1 0,13 0 4 0,-7-2 4 15,-6 2-5-15,11-3-10 0,-11 3 11 0,12 0 5 16,-12 0-3-16,11-2-13 0,-11 2 7 0,7 0-5 15,-7 0 7-15,0 0-9 0,10-2 4 0,-10 2-5 16,0 0 6-16,8 3 9 0,-8-3-15 16,5 4-2-16,-5-4 12 0,0 0-10 0,8 5 2 15,-8-5 2-15,4 4-8 0,-4-4 4 0,6 5 4 16,-6-5 0-16,3 5 4 0,-3-5-4 0,3 5 4 16,-3-5 1-16,0 0-4 0,0 0 4 0,6 7 0 0,-6-7-8 15,0 0 0-15,0 0-3 0,2 4 12 0,-2-4-3 16,0 0 4-16,0 0-5 0,0 0 2 0,0 0-3 15,0 0-5-15,1 7 19 0,-1-7-21 0,0 0 8 16,0 0-4-16,0 0 20 0,0 0-14 16,0 0-1-16,2 8-2 0,-2-8-3 0,0 0 3 15,0 0 12-15,0 0-7 0,0 0-1 0,0 0 0 16,0 0-7-16,0 0 5 0,0 0 0 0,0 0 15 16,0 0-8-16,0 0 10 0,0 0 2 0,0 0-3 15,0 0-1-15,0 0 4 0,0 0 4 0,0 0-8 16,0 0 0-16,0 0 1 0,0 0 1 0,0 0-9 15,0 0 2-15,0 0 1 0,0 0-2 0,0 0 0 16,0 0-3-16,0 0 2 0,0 0-5 0,0 0-2 16,0 0 4-16,0 0 4 0,0 0-18 0,0 0 11 15,0 0 7-15,0 0-12 0,0 0 10 0,0 0-2 16,0 0-3-16,0 0 2 0,0 0-2 0,0 0-6 16,0 0 4-16,0 0-12 0,0 0-15 0,0 0-39 15,0 0-35-15,0 0-116 0,0 0-234 0,0 0 103 16</inkml:trace>
  <inkml:trace contextRef="#ctx0" brushRef="#br0" timeOffset="26469.38">31083 3264 57 0,'0'0'109'0,"0"0"-19"16,0 0-6-16,0 0 0 0,0 0-9 0,0 0-5 15,0 0 3-15,0 0-7 0,0 0-14 16,0 0 13-16,0 0-9 0,0 0-4 0,0 0 7 0,0 0-7 16,0 0-7-16,0 0 3 0,-22 7-8 0,22-7 11 15,-14 3-4-15,14-3-1 0,-14 4 2 0,5-3 3 16,9-1-6-16,-17 4-1 0,17-4 8 16,-15 2-3-16,7 0-3 0,8-2-10 0,-15 2 3 15,3 0-4-15,3 1-4 0,-1-1 8 0,0 0 3 0,4-2 5 16,6 0 4-16,-13 3-11 0,5-2-2 15,8-1-3-15,-9 3-4 0,9-3 1 0,-8 1-2 16,8-1-7-16,0 0-3 0,-6 2-4 0,6-2 1 16,0 0-4-16,0 0 2 0,0 0-6 0,0 0 3 15,0 0-8-15,0 0 6 0,0 0 6 0,0 0-6 0,24 0 7 16,-11-1-1-16,6 0 1 0,3-2 4 16,1 1 5-16,5-1 0 0,0 0-4 0,0 0 1 15,-2 0-2-15,2-1 1 0,-6 2-1 0,-2 0 0 16,-3-1-5-16,3 2 11 0,-1-3 7 0,-6 3-2 15,-1 0-2-15,-1 0 2 0,-3 0-11 0,0-1 8 16,-8 2-12-16,11-3 4 0,-11 3 4 0,8 0 0 16,-8 0 1-16,0 0-4 0,10 0 2 0,-10 0-2 15,0 0-1-15,0 0 0 0,0 0-5 16,0 0 2-16,0 0-6 0,0 0 2 0,14-2-2 16,-14 2-10-16,0 0-13 0,0 0-18 0,0 0-24 0,0 0-34 15,0 0-42-15,0 0-61 0,0 0-61 0,0 0-145 16,0 0-427-16,0 0 190 0</inkml:trace>
  <inkml:trace contextRef="#ctx0" brushRef="#br0" timeOffset="27049.12">31783 3060 18 0,'0'0'166'0,"0"0"-5"0,-1-11 0 0,1 11-9 16,0 0 13-16,-2-10-2 0,2 10 2 0,0 0-12 15,-1-7 1-15,1 7 22 0,0 0-18 0,-4-5 2 16,4 5 6-16,0 0-12 0,-2-10-4 0,2 10-7 16,0 0-8-16,-3-7-7 0,3 7 3 15,0 0-10-15,0 0-6 0,0 0-23 0,0 0 11 0,0 0-29 16,-5-7 6-16,5 7-5 0,0 0-7 16,0 0-7-16,0 0-4 0,0 0-4 0,0 0-13 15,0 0 6-15,0 0-11 0,0 0 0 0,0 0-14 16,0 0 7-16,0 0-1 0,0 0-9 0,0 0-1 0,0 0 2 15,0 0-10-15,0 0 3 0,0 0-13 0,0 0 7 16,0 0-6-16,0 0-1 0,0 0-2 16,0 0 4-16,0 0-5 0,0 0 2 0,0 0-3 15,4 33 6-15,-3-22-18 0,0 7 18 0,1 1 2 16,-1 0-5-16,0-1 0 0,0 2 9 0,1 5-3 16,-2-6-2-16,1 7 7 0,0-3-4 0,1-4 0 15,-2 0-1-15,1 0 2 0,0 0-10 0,2-1 7 16,-2-2 0-16,0-3 0 0,-1-2-1 0,2 0 2 15,-2-2-14-15,1 0 11 0,0-1 4 0,-1-8 2 16,0 11-2-16,0-11-11 0,1 7-10 0,-1-7-1 16,0 0-20-16,-1 10-6 0,1-10-22 0,0 0-35 15,0 0-47-15,0 0-81 0,0 0-93 0,0 0-217 16,0 0-581-16,-15-26 258 0</inkml:trace>
  <inkml:trace contextRef="#ctx0" brushRef="#br0" timeOffset="27933.1">32313 2562 56 0,'0'0'96'0,"0"0"25"0,0 0-11 0,0 0 10 0,0 0-4 16,-10-6-2-16,10 6-7 0,0 0-2 0,0 0-13 16,0 0-3-16,0 0-6 0,0 0-9 15,0 0-6-15,0 0-6 0,0 0-8 0,0 0-3 0,0 0-10 16,0 0-3-16,0 0 2 0,0 0-10 0,0 0-2 15,0 0-1-15,0 0-6 0,0 0-2 16,0 0 3-16,0 0-7 0,0 0-2 0,0 0-1 0,0 0-1 16,0 0-2-16,18 29 0 0,-9-17-2 15,-1 2 4-15,1 1-2 0,4 8 0 0,-5-5-4 16,6 6 1-16,-1 4 1 0,-1 2 6 0,-1 2-8 0,1 0 5 16,-3 2 2-16,3 14-5 0,-5-14-1 15,2 14 6-15,-3-2-2 0,-1-10-5 0,-4-3 6 16,3 13 1-16,-3-11-4 0,-3-2-1 0,-1 0 4 15,-2 2-3-15,-1-3-5 0,-2-2 0 0,0-3 7 16,0 1-2-16,-1-4 4 0,1-5-2 0,-6 4-1 16,4-6 0-16,-6 4 1 0,-2-2 1 0,-4 0-1 15,-5-4-12-15,1 1-18 0,-3-2-34 0,2-4-50 16,0-3-37-16,-4 0-162 0,-3-1-329 0,1-3 145 16</inkml:trace>
  <inkml:trace contextRef="#ctx0" brushRef="#br0" timeOffset="28466.41">32905 2730 14 0,'0'0'202'0,"0"0"-19"0,0 0 6 15,0 0 5-15,0 0-9 0,0 0-12 0,0 0-20 16,0 0-14-16,0 0-16 0,0 0-28 0,78-42-31 16,-19 25-53-16,26-13-74 0,0-1-82 15,-25 4-109-15,28-7-273 0,-28 8 122 0</inkml:trace>
  <inkml:trace contextRef="#ctx0" brushRef="#br0" timeOffset="-199439.05">20583 9011 47 0,'0'0'43'0,"0"0"-4"0,0 0-5 0,0 0-1 16,0 0-5-16,0 0 0 0,0 0-5 0,0 0 0 15,0 0 1-15,0 0-6 0,0 0 2 0,0 0 2 16,0 0-7-16,0 0 3 0,0 0-4 0,0 0-3 16,0 0 5-16,0 0-10 0,0 0 0 0,0 0 3 15,0 0-8-15,0 0-1 0,0 0-11 0,0 0-11 16,0 0-17-16,0 0-29 0,0 0-74 0,0 0 34 16</inkml:trace>
  <inkml:trace contextRef="#ctx0" brushRef="#br0" timeOffset="-198429.62">20748 9068 28 0,'-12'25'27'0,"8"-19"-20"16,2 2-18-16,-2 2-11 0,0-3 5 0</inkml:trace>
  <inkml:trace contextRef="#ctx0" brushRef="#br0" timeOffset="-196882.92">21027 9042 19 0,'0'0'50'0,"0"0"-14"0,0 0-1 0,0 0-3 15,0 0-2-15,0 0 3 0,0 0-3 0,0 0-3 16,0 0-4-16,0 0-6 0,0 0 0 0,0 0 0 16,0 0-6-16,0 0 6 0,0 0-4 0,0 0-2 15,0 0-2-15,0 0-1 0,-24 7-6 0,24-7-8 16,-4 5 0-16,4-5-20 0,0 0-8 0,-9 6-28 15,9-6-65-15,-6 4 30 0</inkml:trace>
  <inkml:trace contextRef="#ctx0" brushRef="#br0" timeOffset="-196263.35">21027 9071 42 0,'0'0'53'0,"0"0"-13"0,0 0-4 15,0 0 6-15,-19 7-10 0,19-7 1 0,-5 5-8 0,5-5 1 16,-8 4-4-16,8-4 1 0,-8 3-4 0,3 0 4 16,5-3-5-16,-9 7-2 0,3-4 1 0,0 0-5 15,-2 1 2-15,3-1-5 0,0 1 5 16,5-4-4-16,-10 6-5 0,2-1 0 0,2-2-1 16,1 1-1-16,-2-2 5 0,1 2 0 0,6-4-3 0,-10 8 0 15,5-3-6-15,0-1 8 0,-1-1-5 0,1 1 3 16,5-4-3-16,-10 7-1 0,5-4 5 0,0 1 1 15,1 1 0-15,4-5-8 0,-9 6-1 0,4-2 2 16,0 1 7-16,0-1-5 0,0-1 0 0,-1 1-1 16,1 0-2-16,-1 0 7 0,6-4-2 0,-8 5 0 15,3-1-1-15,5-4-4 0,-9 5 4 0,3-1-10 16,1 1 9-16,0-2-10 0,5-3-1 0,-9 7 13 16,5-3-5-16,4-4 1 0,-9 6-2 15,6-2 6-15,3-4-8 0,-7 8 6 0,3-4 3 0,4-4-6 16,-8 6 5-16,8-6-7 0,-9 7 0 0,6-4 7 15,3-3-4-15,-8 4 4 0,3 0 7 0,5-4-6 16,-9 5-3-16,2-1 3 0,7-4 6 0,-9 6-1 16,6-4-7-16,-1 3 5 0,4-5-7 0,-9 6 4 15,9-6-3-15,-8 6 8 0,6-3-6 0,2-3-6 16,-4 7 8-16,4-7-4 0,-5 6 4 0,5-6-7 16,0 0 3-16,-4 8 0 0,4-8-8 0,-2 6 5 15,2-6 7-15,-2 6-3 0,2-6 1 0,-4 5-25 16,4-5-12-16,0 0-21 0,-5 8-49 0,5-8-110 15,-4 6 49-15</inkml:trace>
  <inkml:trace contextRef="#ctx0" brushRef="#br0" timeOffset="-195146.82">20798 9232 19 0,'0'0'68'0,"0"0"-1"0,0 0-2 0,0 0-3 0,0 0-4 16,0 0-12-16,0 0 2 0,0 0-9 15,0 0 4-15,0 0-4 0,0 0-13 0,0 0 8 0,0 0-6 16,0 0-2-16,0 0-5 0,0 0-3 0,0 0 4 16,0 0-7-16,0 0 5 0,0 0-7 0,0 0 4 15,0 0-8-15,0 0 3 0,-12-3-2 0,12 3 4 16,0 0 0-16,0 0-9 0,0 0-7 0,0 0 5 15,-9-1 5-15,9 1-7 0,0 0 9 16,0 0-4-16,0 0-4 0,-10 1 5 0,10-1 3 0,0 0 1 16,0 0-5-16,-10 0-1 0,10 0-6 15,0 0-1-15,-9 0 1 0,9 0 0 0,-9 2 12 16,9-2-10-16,0 0 5 0,-14 0-7 0,14 0 2 0,-11 0 3 16,4 1-1-16,7-1 0 0,-13 1 0 0,4 1-6 15,9-2 9-15,-20 1-2 0,9-1-3 0,0 0 2 16,2 1-7-16,-1 1 5 0,0-2 2 15,-1 2-3-15,0-2-2 0,1 1 4 0,-2-1-4 16,0 0 1-16,1 2 4 0,-1 0 0 0,-2-1-9 16,-1 2 4-16,2-3 2 0,-1 2 0 0,3 1 4 0,-7 0-8 15,0-1 12-15,5 1-6 0,0 1-4 0,-3 0-3 16,3-1 2-16,-1 0 0 0,1-2 0 16,0 1-8-16,1-1-1 0,1 1 1 0,0 0-9 0,1-2-2 15,10 0 4-15,-14 2-11 0,6-1-13 0,8-1-15 16,-12 0-65-16,12 0-132 0,-12-2 59 0</inkml:trace>
  <inkml:trace contextRef="#ctx0" brushRef="#br0" timeOffset="-194680.1">20284 9175 79 0,'0'0'90'16,"-12"22"-13"-16,7-16-3 0,-1 2-14 0,-2 3 4 16,0-5-8-16,2 3-5 0,0 0-3 0,-6 3 15 15,2-2-13-15,2-3-2 0,-1 1-5 16,0-1-2-16,2 0-6 0,2-1-2 0,-1-3-3 0,1 1-8 16,5-4 3-16,-7 6-2 0,7-6-5 0,-5 3 5 15,5-3-3-15,0 0-4 0,-7 5 4 0,7-5 0 16,0 0-6-16,0 0 0 0,0 0-14 0,-4 5 4 15,4-5 7-15,0 0-6 0,0 0 9 0,0 0-8 16,8 10 4-16,-8-10-2 0,6 7-5 0,-1-3-5 16,-1 1 4-16,1-1 6 0,1 2 2 0,0 0-9 15,0-1 6-15,4 2-6 0,-1 0-10 0,0-1-17 16,3-1-24-16,-2 1-25 0,-1-3-20 0,1 1-70 16,-2-1-179-16,-2 0 79 0</inkml:trace>
  <inkml:trace contextRef="#ctx0" brushRef="#br0" timeOffset="-194300.16">19275 9388 96 0,'0'0'185'0,"-10"-2"-13"15,10 2-6-15,0 0-22 0,0 0-12 0,0 0-11 16,0 0-19-16,0 0-10 0,0 0-8 0,0 0-10 16,0 0-3-16,0 0-10 0,0 0-3 0,0 0-6 15,23-12-8-15,-13 12-9 0,-2 0-25 0,1-3-17 16,-9 3-33-16,16 0-34 0,-8-2-28 16,1 2-24-16,-9 0-99 0,12 0-244 0,-12 0 108 0</inkml:trace>
  <inkml:trace contextRef="#ctx0" brushRef="#br0" timeOffset="-193896.68">19280 9407 104 0,'0'0'144'0,"-2"7"-17"0,2-7-11 15,-3 14-10-15,2-6-4 0,-2 2 13 0,1-1-10 16,1 1-8-16,-2 2-6 0,1-2-13 0,0 2-2 15,0-2-4-15,1 1-7 0,-2 0-8 0,2-3-7 16,-1 2-9-16,0-3 1 0,2-7-6 0,-3 13-2 16,1-7-4-16,2-6-1 0,-2 12-4 0,0-6 1 15,2-6-4-15,-4 11 4 0,1-6-4 0,0 1-6 16,3-6 4-16,-7 8-6 0,7-8-1 0,-5 8-3 16,1-6 7-16,4-2-5 0,-5 4-3 0,5-4 4 15,0 0-5-15,-6 4 3 0,6-4 0 0,0 0-4 16,0 0 4-16,-9 1-7 0,9-1 0 0,0 0 2 15,0 0 1-15,0 0-6 0,0 0 4 0,0 0-1 16,0 0-4-16,0 0-4 0,0 0 16 0,0 0 2 16,-12-2-4-16,12 2-4 0,0 0 0 0,0 0-2 15,0 0 0-15,0 0-1 0,0 0 0 0,0 0 1 16,0 0-1-16,0 0 2 0,0 0-2 0,0 0-1 16,0 0 4-16,27 5-5 0,-20-5-10 0,-7 0-36 15,19 0-33-15,-8-2-29 0,1 2-34 0,2-2-26 16,-4 1-96-16,3-3-285 0,-2 3 127 0</inkml:trace>
  <inkml:trace contextRef="#ctx0" brushRef="#br0" timeOffset="-193658.43">19445 9510 172 0,'0'0'205'0,"0"0"-12"16,0 0-17-16,-3-7-20 0,3 7-17 0,0 0-15 15,0 0-14-15,0 0-15 0,0 0-10 0,0 0-10 16,0 0-6-16,0 0-7 0,-4 24-6 0,4-15-5 16,-2 1-2-16,2 2-7 0,-1-1 0 0,2 1-9 15,-4 0 2-15,3-1-5 0,-3 1-8 0,0 0 4 0,2-1-4 16,0 1-3-16,0-3 4 0,-2 2-51 16,-1-3-32-16,3 3-42 0,0-5-35 0,1-6-33 15,-2 13-99-15,1-9-292 0,1-4 129 0</inkml:trace>
  <inkml:trace contextRef="#ctx0" brushRef="#br0" timeOffset="-193363.95">19596 9469 88 0,'0'0'156'0,"4"-4"-20"15,-4 4-10-15,0 0-10 0,0 0-11 0,0 0-5 16,0 0-12-16,-15 20-4 0,7-13-14 15,-1 4 3-15,-2-1-9 0,1-1-6 0,-3 4-11 16,4-4 2-16,1-1-13 0,-1-1 1 0,1 1-6 16,1-2-4-16,0-2-2 0,2 0-3 0,-1 0 1 0,6-4-2 15,-8 7-6-15,4-3-1 0,4-4-1 0,-5 7 2 16,5-7-4-16,-5 6 3 0,5-6-7 16,-4 8 5-16,4-8-4 0,-2 7 4 0,2-7-7 15,0 0 4-15,5 13-5 0,-2-9 3 0,-3-4 0 0,7 9 0 16,-2-5 1-16,0 0 1 0,5 2-5 0,-5-2-30 15,2-1-42-15,-1 0-40 0,1-1-45 16,-1 1-82-16,-6-3-254 0,9 2 112 0</inkml:trace>
  <inkml:trace contextRef="#ctx0" brushRef="#br0" timeOffset="-192546.97">19599 9649 121 0,'0'0'136'0,"1"5"-7"15,-1-5 6-15,1 7-9 0,-1-7-13 16,0 0-6-16,3 10-4 0,-3-10-11 0,0 7 2 16,0-7 0-16,0 0 1 0,0 0 1 0,0 0 3 15,1 8-6-15,-1-8 6 0,0 0 2 0,0 0 7 0,0 0 2 16,0 0 1-16,0 0 2 0,0 0 0 0,0 0-13 15,0 0-5-15,0 0-10 0,0 0-8 16,0 0-9-16,0 0-7 0,0 0-7 0,0 0-3 16,0 0-8-16,0 0-2 0,0-28-6 0,0 28-7 0,4-11-5 15,-2 4 2-15,1 2-4 0,1-2-3 0,-4 7-2 16,4-10 1-16,-2 6-6 0,-2 4-1 16,3-9 0-16,-3 9-5 0,4-5 0 0,-4 5-7 15,0 0 0-15,0 0-1 0,8-3 0 0,-8 3 4 16,0 0-6-16,11 7 1 0,-11-7 1 0,8 7-1 0,-5-3 2 15,2 0 1-15,0 0 1 0,-1 1-2 0,-4-5 0 16,8 8 4-16,-4-4-1 0,0-1-2 16,1 3 5-16,-5-6-1 0,10 4-1 0,-6 0 1 15,2-3-3-15,-6-1 3 0,12 1 1 0,-6 0-1 0,-6-1-2 16,12-1 4-16,-12 1-1 0,12-2-3 0,-12 2 2 16,12-4-2-16,-8 1 5 0,2-2-4 15,-1 0-3-15,2 0 0 0,-1-1 2 0,-2 0 0 16,-4 6-3-16,8-13-1 0,-5 4 0 0,0 2 2 15,1 1-3-15,-2-1 6 0,-2 7-8 0,2-10 4 0,-2 10-5 16,0-10 2-16,0 10 0 0,0-9 3 0,0 9-3 16,0 0 2-16,0-8-4 0,0 8 0 0,0 0-1 15,0 0 0-15,0 0 0 0,0 0-2 0,0 0 1 16,-21 11 6-16,17-7-6 0,0 2 7 0,1 2-5 16,-1-1-1-16,1-1 2 0,1 4 0 0,-1-3 2 15,1 0-2-15,2-7 3 0,-2 13 0 16,2-13 0-16,3 13 0 0,-2-8-1 0,3 1 4 0,-4-6-1 15,8 10 1-15,-2-8 0 0,0 1 3 0,0 0-4 16,1-1 4-16,2-1-3 0,1 0 4 0,2-2-2 16,-1 1 0-16,-2-3-1 0,2 0 2 0,0 0-1 15,-2-1 4-15,0 1 0 0,-1 0-3 0,-1-4 1 16,1 2 0-16,0-1-4 0,-1-1 2 0,-2-1-1 16,1 1 0-16,-4-1 0 0,2 3 0 0,-3-3-1 15,-1 8-1-15,3-13 1 0,-1 7 0 0,-2 6-4 16,0-10 5-16,0 10-3 0,0-8-2 0,0 8-1 15,0 0 0-15,-5-6-3 0,5 6-1 0,0 0 2 16,0 0-1-16,0 0 1 0,-18 14 4 0,9-6-3 16,4-1 2-16,1 0-3 0,1 2 2 15,-1-2 0-15,1 3-18 0,2-2-13 0,1 0-31 0,0-8-37 16,2 13-37-16,4-6-39 0,1 0-39 0,6-3-168 16,0-3-419-16,8 1 185 0</inkml:trace>
  <inkml:trace contextRef="#ctx0" brushRef="#br0" timeOffset="-186174.97">20777 9004 20 0,'0'0'33'0,"0"0"-2"0,0 0 0 0,0 0 0 0,0 0 2 15,0 0-8-15,0 0-4 0,0 0 2 0,0 0 2 16,0 0 2-16,-3-8-9 0,3 8 5 0,0 0-1 16,0 0 0-16,0 0-1 0,0 0 3 15,0 0 2-15,0 0 1 0,0 0 0 0,0 0-8 0,0 0 3 16,0 0 2-16,0 0-1 0,0 0 1 0,0 0 3 16,0 0 3-16,0 0 3 0,0 0-2 0,0 0 1 15,0 0-5-15,0 0 5 0,0 0-4 0,0 0 3 16,0 0-7-16,0 0 7 0,0 0-2 0,0 0-7 15,0 0 3-15,0 0-6 0,0 0 2 0,0 0 0 16,0 0-11-16,0 0 10 0,0 0-1 0,0 0-7 16,0 0 2-16,0 0-10 0,0 0 3 0,0 0 3 15,0 0-6-15,0 0 4 0,0 0-3 0,0 0 4 16,0 0-6-16,0 0 3 0,0 0-9 0,0 0 3 16,0 0 5-16,0 0 4 0,0 0-11 0,0 0 10 15,0 0-5-15,0 0-1 0,0 0-2 0,0 0-11 16,0 0 12-16,0 0-1 0,0 0-4 0,0 0 4 0,0 0 12 15,0 0-9-15,0 0 11 0,0 0-6 16,-8 21-2-16,8-21 6 0,-2 7-2 0,2-7-7 16,-1 9 7-16,1-9-6 0,-3 8 1 0,3-8 7 15,-1 9 0-15,1-9-10 0,0 8 6 0,0-8 4 0,0 10-9 16,0-10 4-16,0 9-14 0,0-9 32 16,-1 13 11-16,1-7-9 0,0-6-3 0,0 14 1 15,0-7-3-15,0-7 4 0,-1 14-9 0,1-6-1 16,0 0 16-16,-2-1-5 0,2-7 5 0,0 14-9 0,-1-7-3 15,1-7 0-15,0 14 2 0,0-14-10 0,0 10 1 16,0-10-3-16,-1 7 1 0,1-7-3 0,0 8 2 16,0-8-4-16,0 8 2 0,0-8-2 15,0 0 0-15,0 9-1 0,0-9 1 0,0 0-4 0,1 8 0 16,-1-8 3-16,0 0 0 0,0 0 0 0,0 0 1 16,0 0-3-16,0 0-3 0,1 6 6 0,-1-6-3 15,0 0-1-15,0 0 4 0,0 0 1 16,0 0 3-16,0 0 4 0,0 0 17 0,0 0 7 0,0 0 5 15,0 0 8-15,0 0 0 0,0 0 0 0,0 0 1 16,0 0-5-16,0 0-5 0,0 0-5 0,0 0-7 16,0 0 1-16,0 0-3 0,0 0-4 0,0-27-3 15,0 27-2-15,2-12-3 0,-2 6 3 0,1-4-5 16,-1 2 0-16,0-2 2 0,2-1-4 0,-2 0-3 16,-1 0-7-16,2-2 4 0,-1 4-7 0,2-2 3 15,-2 0 0-15,0 3 4 0,1-2 0 0,-1 1-4 16,0 9 0-16,1-17 2 0,-1 9 1 0,0 1 1 15,2 0-7-15,-2 7 7 0,-2-12-6 0,2 12 2 16,0-11-1-16,0 11 0 0,0-9-1 0,0 9 0 16,0 0-2-16,2-11 3 0,-2 11-6 0,0 0 6 15,1-8-1-15,-1 8 0 0,0 0 0 0,0 0-1 16,0 0 1-16,0-9-1 0,0 9-1 0,0 0 2 16,0 0 3-16,0 0-7 0,0 0 0 0,0 0 0 15,0 0-3-15,0 0 0 0,0 0-1 0,0 0 6 16,0 0-5-16,0 0 1 0,0 0-2 0,0 0 5 15,0 0 3-15,0 0-7 0,0 0 3 0,0 0 0 16,0 0-1-16,0 0 3 0,0 25-4 0,0-25 3 16,1 11-2-16,-1-11 2 0,-1 13 2 0,1-13-2 15,0 13-1-15,0-4 1 0,0-2 3 0,0-7 0 16,0 16-2-16,0-7 2 0,-1 1-4 0,1-2 4 0,0-8-4 16,0 16 2-16,1-8 0 0,-1 0 4 0,0-1 0 15,0-7 1-15,1 16-6 0,-2-11 2 16,1-5 0-16,1 13 2 0,-1-8-2 0,0-5 1 15,1 10 0-15,-1-10 3 0,0 7-2 0,0-7 1 16,2 7 1-16,-2-7 0 0,0 0 0 0,0 0 1 16,-2 11-2-16,2-11 0 0,0 0 0 0,0 0-1 15,0 8-1-15,0-8 5 0,0 0-1 0,0 0-1 16,0 0-1-16,0 0-1 0,0 9 1 0,0-9 1 16,0 0 2-16,0 0 1 0,0 0-2 0,0 0 0 0,0 0 2 15,0 0 6-15,0 0 8 0,0 0 1 0,0 0-3 16,0 0-1-16,0 0-3 0,0 0 5 15,0 0 0-15,0 0 1 0,0 0 0 0,0 0-1 16,0 0-1-16,0 0-4 0,-9-23 0 0,9 23 0 16,-2-12-3-16,-1 8 3 0,3 4-3 0,-2-13-6 0,-1 8 0 15,2-3 1-15,-2 1 2 0,3 7-5 0,-5-13-5 16,3 7 7-16,-1 0-4 0,3 6 2 0,-2-13 7 16,0 8-8-16,2 5 2 0,-2-12-2 0,-1 7 1 15,3 5-1-15,-1-10-2 0,1 10 0 0,-3-7 0 16,3 7 1-16,-2-8-1 0,2 8-1 0,0 0 2 15,-2-9-3-15,2 9 3 0,0 0-1 0,0 0-2 16,-2-8 3-16,2 8-6 0,0 0 2 0,0 0-1 16,0 0-6-16,0 0-8 0,-4-6-8 15,4 6-17-15,0 0-15 0,0 0-19 0,0 0-24 0,0 0-25 16,0 0-7-16,0 0-10 0,0 0-19 0,0 0-25 16,0 0-126-16,0 0-339 0,-11 14 150 0</inkml:trace>
  <inkml:trace contextRef="#ctx0" brushRef="#br0" timeOffset="-182681.11">20763 9018 9 0,'0'0'99'16,"0"0"-7"-16,0 0 1 0,0 0-13 0,0 0 0 15,0 0 3-15,0 0 1 0,0 0-1 0,0 0-8 16,-18-4-8-16,18 4 7 0,0 0-4 0,0 0-2 16,0 0-4-16,0 0 0 0,-6-7 1 0,6 7-3 15,0 0 10-15,0 0-5 0,0 0-2 0,-3-6 4 16,3 6-7-16,0 0-5 0,0 0-4 0,0 0-2 16,0 0 5-16,-4-7-2 0,4 7-2 0,0 0-6 15,-2-8 3-15,2 8-6 0,0 0-1 0,0 0-7 16,0 0 6-16,0 0-6 0,-3-8 0 0,3 8 0 15,0 0-1-15,0 0 1 0,0 0-5 0,-2-7 0 16,2 7-1-16,0 0-1 0,0 0-6 0,0 0 1 16,0 0 0-16,0 0-4 0,0 0-3 0,0 0-4 0,0 0-3 15,0 0 4-15,0 0-7 0,0 0 0 16,0 0-5-16,0 0 0 0,0 0-1 0,0 0 0 16,0 0-3-16,0 0-2 0,0 0 3 0,0 0-1 15,0 0 2-15,0 0-4 0,0 0-6 0,0 0 11 16,0 0-2-16,3 26 0 0,-1-19 3 0,-2-7-4 15,1 17 2-15,-1-7-1 0,1-1 3 0,-1 1-2 16,2-1 3-16,-2 1-1 0,0-2-1 0,1 1 2 16,-1-2-1-16,0-7-1 0,1 13-2 15,0-4 0-15,1-2 1 0,-2-7 0 0,0 7 1 0,0-7 4 16,2 10-3-16,-2-10-1 0,0 8 1 0,0-8-1 0,0 0 0 16,3 8-1-16,-3-8 2 0,0 0 0 0,0 0 0 15,0 0 2-15,0 0 2 0,1 8 1 16,-1-8 1-16,0 0 9 0,0 0 13 0,0 0 4 0,0 0 12 15,0 0 6-15,0 0 5 0,0 0 3 0,0 0-6 16,0 0 3-16,0 0-13 0,0 0-3 0,0 0-10 16,0 0 0-16,0 0-1 0,-8-30-5 0,7 23 4 15,1 7-9-15,-1-13-2 0,0 3-2 0,-1 4 1 16,2 6-2-16,-1-14-7 0,0 5 1 0,-1 2-2 16,2 7-1-16,0-16 2 0,-1 10-7 0,1 6 8 15,0-12-5-15,0 12 1 0,-2-11-1 0,2 11 11 16,-2-8-14-16,2 8 3 0,0-9-3 0,0 9 1 15,0 0 0-15,-1-8-1 0,1 8 2 0,0 0-2 16,0 0-2-16,0 0 1 0,0-11 1 0,0 11-1 16,0 0 0-16,0 0-4 0,0 0 3 0,0 0-4 15,-4-5 2-15,4 5-2 0,0 0 2 0,0 0-4 16,0 0-3-16,0 0 2 0,0 0-2 0,0 0 5 16,0 0-3-16,0 0 4 0,0 0-1 0,0 0 1 15,7 26-3-15,-6-19 5 0,-1 1-2 0,1 1 1 16,-1 0 0-16,1 1 2 0,-1-1-3 0,2 0 5 15,-1-3-3-15,-1-6 2 0,1 14 0 0,1-6 1 16,-2-1-1-16,0-7 1 0,0 11 0 0,0-11 0 16,-2 8 3-16,2-8-4 0,2 7 3 0,-2-7 1 15,0 0-16-15,1 8-17 0,-1-8-16 0,0 0-27 16,0 0-33-16,0 0-41 0,0 0-48 0,0 0-36 16,0 0-179-16,0 0-445 0,0 0 197 0</inkml:trace>
  <inkml:trace contextRef="#ctx0" brushRef="#br0" timeOffset="-175662.8">20730 8885 27 0,'0'0'101'0,"0"0"-11"0,0 0-3 16,0 0-2-16,0 0-9 0,0 0-9 15,0 0-9-15,0 0-10 0,0 0 1 0,0 0-3 0,0 0-10 16,0 0-4-16,0 0-13 0,0 0 1 0,0 0 3 15,0 0-12-15,0 0 1 0,0 0-4 16,0 0-9-16,0 0-7 0,0 0 6 0,0 0-11 0,0 0 6 16,0 0-10-16,0 0 3 0,0 0-6 0,0 0-5 15,0 0-1-15,0 0 2 0,-11 18-9 16,11-18 9-16,-3 7-3 0,0-2-3 0,3-5 5 0,-5 11-9 16,3-6-5-16,2-5-11 0,-6 11-30 0,5-6-85 15,-2 2 37-15</inkml:trace>
  <inkml:trace contextRef="#ctx0" brushRef="#br0" timeOffset="-175211.81">20676 8999 11 0,'0'-28'65'0,"0"28"5"0,1-7-3 0,-1 7-5 15,0 0 2-15,2-8-15 0,-2 8-4 0,2-7-14 16,-2 7 11-16,0 0-5 0,0 0-8 0,1-8-8 16,-1 8 2-16,0 0 1 0,4-6-3 0,-4 6 7 15,0 0-11-15,0 0 3 0,0 0 7 0,0 0-5 16,0 0-1-16,0-10-7 0,0 10 3 0,0 0 4 16,0 0-3-16,0 0-9 0,0 0 5 0,0 0 3 15,0 0-22-15,0 0 15 0,0 0 4 0,0 0-5 16,1-9 8-16,-1 9-11 0,0 0 7 0,0 0-6 15,0 0-5-15,0 0 4 0,0 0-7 0,0 0 3 16,0 0 3-16,0 0 5 0,0 0-12 0,0 0 3 16,0 0 1-16,0 0 3 0,0 0 1 0,0 0-20 15,2-8 14-15,-2 8-8 0,0 0 13 0,0 0 3 16,0 0 7-16,0 0-4 0,0 0 3 0,0 0 1 16,0 0-20-16,0 0 16 0,0 0-8 0,0 0 3 0,0 0-8 15,0 0 8-15,0 0-2 0,0 0-1 16,0 0-16-16,0 0 5 0,0 0-7 0,0 0-8 15,0 0-6-15,0 0-1 0,0 0 7 0,0 0-9 16,0 0-9-16,0 0-5 0,0 0-2 0,0 0 3 16,0 0-3-16,0 0-5 0,0 0 3 0,0 0-6 0,7 18-32 15,-7-18-95-15,0 0 42 0</inkml:trace>
  <inkml:trace contextRef="#ctx0" brushRef="#br0" timeOffset="-174895.73">20707 8942 79 0,'2'5'-1'16,"-2"-5"7"-16,0 0 5 0,0 0 2 0,0 0 0 15,0 0-1-15,5 5 4 0,-5-5 3 0,0 0 0 0,0 0 5 16,0 0 4-16,0 0-3 0,0 0 0 16,0 0 15-16,0 0-2 0,0 0-1 0,0 0 10 15,0 0-9-15,0 0 8 0,0 0-4 0,0 0 11 0,0 0 7 16,0 0-13-16,0 0 10 0,0 0 5 0,0 0-1 16,0 0-1-16,0 0-3 0,0 0-1 15,0 0-3-15,0 0 1 0,0 0-1 0,0 0-3 16,0 0-15-16,0 0 4 0,0 0-3 0,0 0-8 0,0 0-3 15,0 0-1-15,-1-23 0 0,1 23-1 0,0 0-9 16,0 0 3-16,0 0-3 0,0 0-4 16,0 0-8-16,0 0-3 0,0 0 7 0,0 0 2 15,-4-7-5-15,4 7-3 0,0 0 9 0,0 0-10 16,0 0 3-16,0 0-2 0,0 0 4 0,0 0-5 0,0 0-10 16,-1 32-7-16,1-26-7 0,0 3-12 0,0 2-20 15,-1-1-18-15,1 0-19 0,-1 3-24 16,-2-2-80-16,0 0-214 0,2 1 95 0</inkml:trace>
  <inkml:trace contextRef="#ctx0" brushRef="#br0" timeOffset="-174328.15">20745 8906 19 0,'0'0'70'0,"1"-7"-5"0,-1 7-9 0,0 0-7 16,0 0-1-16,0 0-6 0,0 0-9 0,0 0-4 15,0 0-1-15,0 0 1 0,0 0 9 0,0 0-1 16,4 21-3-16,-3-10 14 0,1 0-17 0,-1 1-9 15,2 5 9-15,-3 2-12 0,0-3-3 0,1 10-21 16,-1-8-22-16,0 0-17 0,0 1-68 0,-4 4-120 16,3-4 53-16</inkml:trace>
  <inkml:trace contextRef="#ctx0" brushRef="#br0" timeOffset="-166689.9">25466 13318 119 0,'0'0'106'0,"0"0"-8"0,4-4 1 16,-4 4-6-16,0 0-12 0,0 0-13 0,0 0-2 16,5-3-1-16,-5 3-7 0,0 0-8 0,0 0-12 15,0 0-18-15,0 0-35 0,0 0-22 0,0 0-33 0,0 0-71 16,-18 12-151-16,9-10 68 0</inkml:trace>
  <inkml:trace contextRef="#ctx0" brushRef="#br0" timeOffset="-164481.51">25215 13120 74 0,'0'0'89'16,"-2"-7"-22"-16,2 7-1 0,0 0-12 0,0 0 3 15,-4-6-6-15,4 6 3 0,0 0-12 0,0 0-9 16,0 0-16-16,0 0-33 0,0 0-32 0,0 0-42 16,0 0-98-16,0 0 43 0</inkml:trace>
  <inkml:trace contextRef="#ctx0" brushRef="#br0" timeOffset="-163419.44">25268 13091 63 0,'0'0'93'0,"0"0"-13"0,0 0-9 16,0-7 0-16,0 7-13 0,0 0-9 0,0 0-8 16,0 0-7-16,0 0-5 0,0-8-7 0,0 8-6 15,0 0-4-15,0 0-12 0,0 0-1 0,0 0-5 16,0 0-10-16,0 0-4 0,0 0-2 0,0 0-14 16,0 0-1-16,0 0-12 0,0 0-27 15,0 0-81-15,5 22 35 0</inkml:trace>
  <inkml:trace contextRef="#ctx0" brushRef="#br0" timeOffset="-160712.06">25264 13319 3 0,'0'0'-1'0</inkml:trace>
  <inkml:trace contextRef="#ctx0" brushRef="#br0" timeOffset="-158455.57">28450 6819 84 0,'0'0'91'0,"0"0"-16"0,5-4-7 0,-5 4 8 15,0 0-14-15,3-4-10 0,-3 4 3 0,0 0-2 16,5-6-9-16,-5 6 1 0,0 0-8 0,4-4-14 0,-4 4-15 16,0 0-18-16,0 0-12 0,0 0-26 15,0 0-68-15,-20-8-125 0,8 7 56 0</inkml:trace>
  <inkml:trace contextRef="#ctx0" brushRef="#br0" timeOffset="-149377.98">20712 8939 55 0,'0'0'57'0,"0"0"-4"15,0 0-2-15,0 0-3 0,0 0-5 0,0 0 0 16,0 0-2-16,0 0-7 0,0 0-1 0,0 0-4 16,0 0-1-16,0 0-9 0,0 0 3 0,0 0-5 15,0 0-4-15,0 0 0 0,0 0 2 0,0 0 1 16,0 0-9-16,0 0-1 0,0 0 9 0,0 0-2 15,0 0-3-15,0 0-7 0,0 0 0 0,0 0 2 0,0 0-2 16,0 0 2-16,0 0 0 0,0 0 8 16,0 0-10-16,0 0 7 0,0 0-4 0,0 0 3 15,0 0-9-15,0 0 4 0,0 0-3 0,0 0 2 16,0 0-5-16,0 0-2 0,0 0-5 0,0 0 14 0,0 0-4 16,0 0-1-16,0 0 1 0,0 0 4 0,0 0-7 15,0 0 3-15,0 0 1 0,0 0-5 16,0 0 5-16,0 0-1 0,0 0-5 0,0 0 4 15,0 0 0-15,0 0-2 0,-4 24-1 0,4-24-7 16,0 0 10-16,-1 10 6 0,1-10 0 0,0 0-4 0,0 9 0 16,0-9-8-16,0 0 9 0,1 10-6 15,-1-10 4-15,0 7 1 0,0-7 4 0,0 0-12 16,0 0 9-16,-1 11 1 0,1-11-3 0,0 0-16 16,1 9 16-16,-1-9 1 0,0 0-1 0,0 9-3 0,0-9-2 15,1 7 3-15,-1-7 7 0,0 0-1 0,3 6-9 16,-3-6 1-16,0 0 6 0,1 8-3 0,-1-8-1 15,0 0 5-15,1 6-3 0,-1-6 1 0,0 0 0 16,2 8 1-16,-2-8-8 0,0 0 8 16,0 11-7-16,0-11 8 0,0 7-2 0,0-7 0 0,0 0-1 15,1 9-4-15,-1-9 0 0,0 7 4 0,0-7 4 16,0 0-2-16,0 10 1 0,0-10-3 16,0 0-2-16,1 7 3 0,-1-7-1 0,0 0 4 15,0 0 0-15,1 9-3 0,-1-9-8 0,0 0 4 0,0 0 7 16,0 0-1-16,0 0-7 0,0 0 11 0,0 0-12 15,0 8 8-15,0-8 2 0,0 0-3 0,0 0 7 16,0 0-6-16,0 0 3 0,0 0-6 0,0 0 13 16,0 0-1-16,0 0-7 0,0 0 3 15,0 0-5-15,0 0 1 0,0 0 6 0,0 0-7 0,0 0 5 16,0 0 10-16,0 0-3 0,0 0 8 0,0 0-6 16,0 0 5-16,0 0-4 0,0 0-2 0,0 0 2 15,0 0-7-15,0 0-2 0,0 0-6 0,0 0-21 16,0 0-11-16,0 0-11 0,0 0-9 0,0 0-10 15,0 0-13-15,2-25-65 0,-2 25-146 0,0-10 65 16</inkml:trace>
  <inkml:trace contextRef="#ctx0" brushRef="#br0" timeOffset="-145782.68">19821 12522 45 0,'0'0'64'0,"0"0"-2"16,0 0-2-16,0 0-1 0,0 0-2 0,0 0-2 15,0 0-7-15,0 0 3 0,0 0 3 16,0 0-5-16,0 0-2 0,0 0 1 0,0 0-5 0,0 0-6 16,0 0 0-16,0 0-9 0,0 0 0 0,0 0-3 15,0 0-6-15,0 0 9 0,0 0-6 16,0 0-6-16,0 0-4 0,0 0-1 0,0 0 1 15,0 0-2-15,0 0 0 0,0 0 6 0,0 0-11 16,0 0 4-16,0 0-3 0,0 0 3 0,0 0-7 0,0 0 14 16,0 0-14-16,0 0-2 0,0 0-2 0,0 0 10 15,0 0-9-15,0 0 6 0,0 0-1 0,0 0-5 16,0 0 3-16,1 18 7 0,-1-18-7 0,0 0 3 16,0 0-9-16,0 0 2 0,0 0 3 0,0 0 5 15,0 0-5-15,0 0 0 0,0 0-5 0,3 10 16 16,-3-10-8-16,0 0-1 0,0 0-2 0,0 0 0 15,0 0 0-15,0 0 7 0,0 0-2 16,0 0 0-16,0 0 3 0,0 0-9 0,0 0-1 16,0 0 4-16,0 0-11 0,0 0-5 0,0 0 0 0,0 0-1 15,0 0 0-15,0 0 1 0,0 0 4 0,0 0-5 16,0 0 6-16,0 0 5 0,0 0-6 16,0 0-2-16,0 0 0 0,0 0 4 0,0 0 9 15,-3-25-2-15,3 25 6 0,0 0-1 0,0 0-7 0,0 0 9 16,0 0 1-16,0 0 1 0,-2-7-1 0,2 7 3 15,0 0-5-15,0 0 7 0,0 0-8 0,0 0 6 16,0 0 7-16,-5-7-6 0,5 7 4 0,0 0-6 16,0 0-1-16,0 0 5 0,0 0-8 0,0 0 4 15,0 0 1-15,0 0-2 0,0 0 6 0,0 0-2 16,0 0 0-16,-5-4 4 0,5 4-3 0,0 0 1 16,0 0-4-16,0 0-4 0,0 0 3 0,0 0 2 15,0 0-7-15,0 0 5 0,0 0 1 0,0 0-2 16,0 0 1-16,0 0 0 0,0 0-4 0,0 0 5 15,0 0-6-15,0 0 0 0,0 0 3 0,0 0 2 16,0 0-8-16,0 0 6 0,0 0-5 0,0 0-2 16,0 0-2-16,0 0 6 0,0 0-4 0,0 0 2 15,0 0 3-15,0 0-5 0,0 0-2 0,0 0-2 16,0 0 1-16,0 0 1 0,0 0-4 0,0 0 24 16,0 0-23-16,0 0 2 0,0 0 2 0,0 0 1 15,0 0-6-15,0 0 6 0,0 0-5 0,0 0 2 16,-9 11-1-16,9-11 7 0,0 0-9 0,0 0 7 15,-3 5-3-15,3-5 5 0,0 0-9 0,0 0 0 16,0 0 1-16,0 0 4 0,-3 7-2 0,3-7 5 16,0 0-5-16,0 0 4 0,-2 7 3 0,2-7-5 15,0 0-2-15,0 0 4 0,0 0-7 0,0 0-6 16,0 0-8-16,0 0-2 0,-3 7-5 0,3-7-1 16,0 0-9-16,0 0-5 0,0 0-1 0,-1 7-17 15,1-7-8-15,0 0-12 0,0 0-96 0,0 0-191 16,-5 7 85-16</inkml:trace>
  <inkml:trace contextRef="#ctx0" brushRef="#br0" timeOffset="-135705.43">20255 12711 38 0,'-7'-4'52'0,"7"4"-7"0,0 0 3 16,0 0-4-16,0 0-7 0,0 0-6 0,0 0-4 15,-4-9 2-15,4 9-1 0,0 0-7 0,0 0-3 16,0 0-5-16,0 0 1 0,0 0-4 0,0 0 1 15,0 0-2-15,0 0-1 0,4-11-2 0,-4 11 4 16,0 0-3-16,0 0 2 0,2-10-1 0,-2 10-16 16,0 0 0-16,0 0-7 0,0 0-4 0,0-9-15 15,0 9-40-15,0 0-79 0,-6-9 36 0</inkml:trace>
  <inkml:trace contextRef="#ctx0" brushRef="#br0" timeOffset="-131982.57">20493 12378 11 0,'0'0'36'0,"0"0"-3"0,0 0-3 0,0 0-2 15,0 0 0-15,0 0-3 0,0 0-12 0,0 0 5 16,0 0-1-16,0 0 3 0,0 0-13 0,0 0 12 15,0 0 0-15,0 0-2 0,0 0 2 16,0 0-7-16,0 0 7 0,-6-19-11 0,6 19 3 0,0 0-1 16,0 0 1-16,0 0 1 0,0 0-5 0,0 0-1 15,0 0 1-15,0 0 3 0,0 0 2 0,0 0-3 16,0 0-4-16,0 0 1 0,0 0 0 0,0 0-3 16,0 0 5-16,0 0-4 0,0 0 2 0,0 0 2 15,0 0-5-15,0 0 2 0,0 0-6 0,0 0 6 16,0 0 0-16,0 0-5 0,0 0 5 0,0 0-3 15,0 0-3-15,0 0 8 0,0 0 0 0,0 0-10 16,0 0 3-16,0 0 3 0,0 0 5 0,0 0-7 16,0 0 2-16,0 0-1 0,0 0-5 0,0 0 2 15,0 0-1-15,0 0 2 0,0 0-2 0,0 0 2 16,0 0-5-16,0 0 11 0,0 0-6 0,0 0 2 16,0 0-5-16,0 0 5 0,-12 1-2 0,12-1-5 15,0 0 0-15,0 0 8 0,0 0 0 0,0 0-3 16,0 0-3-16,0 0 5 0,0 0-1 0,0 0 2 15,0 0-7-15,0 0 4 0,0 0-1 0,0 0 0 16,0 0-1-16,0 0 6 0,0 0-9 0,0 0 1 16,0 0 7-16,0 0-6 0,0 0 5 0,0 0-6 15,0 0 6-15,0 0-5 0,0 0 5 0,0 0-3 16,0 0 3-16,0 0-4 0,-11 2 3 0,11-2 3 16,0 0-4-16,0 0 0 0,0 0-3 0,0 0 6 15,0 0-10-15,-5 6 5 0,5-6 3 0,0 0 2 16,0 0-9-16,0 0 9 0,0 0-3 0,-5 3-1 15,5-3 6-15,0 0-1 0,0 0 5 0,0 0-10 16,0 0 2-16,0 0-3 0,0 0 1 0,0 0 0 0,0 0 2 16,0 0-1-16,0 0 7 0,0 0-4 15,-9 2 0-15,9-2-5 0,0 0 3 0,0 0 1 16,0 0 1-16,0 0 0 0,0 0-5 0,0 0 4 16,0 0 8-16,0 0-5 0,0 0-2 0,0 0 0 15,0 0 2-15,0 0-6 0,-12-1 9 0,12 1-7 0,0 0 1 16,0 0 1-16,0 0 0 0,0 0 1 15,0 0-3-15,0 0 1 0,0 0 7 0,0 0-11 16,0 0 9-16,0 0-3 0,0 0-1 0,0 0-1 16,0 0-1-16,0 0 3 0,0 0-8 0,0 0 12 0,0 0-7 15,0 0 1-15,0 0 4 0,0 0-6 0,-9 1 8 16,9-1 1-16,0 0-7 0,0 0 1 16,0 0 0-16,0 0-3 0,0 0 0 0,0 0 4 0,0 0 5 15,-9 3 2-15,9-3-8 0,0 0-3 0,0 0 4 16,0 0 8-16,0 0-13 0,-6 2 4 0,6-2 4 15,0 0-6-15,0 0 2 0,0 0-3 0,0 0 6 16,0 0 0-16,0 0-3 0,0 0-1 0,0 0-8 16,0 0 10-16,0 0-3 0,0 0 0 0,0 0 2 15,0 0-2-15,-8 7-10 0,8-7 10 0,0 0-2 16,0 0 2-16,0 0 7 0,0 0-3 0,0 0-5 16,0 0 3-16,0 0-4 0,0 0 2 0,0 0-9 15,0 0 11-15,0 0 0 0,0 0-1 0,0 0 0 16,0 0 5-16,-1 5-14 0,1-5 10 0,0 0-6 15,0 0 0-15,0 0 3 0,0 0 5 0,0 0-4 16,0 0 2-16,0 0 0 0,0 0-1 0,0 0-4 16,0 0 3-16,0 0 2 0,0 0-6 0,0 0 2 15,0 0 6-15,0 0-9 0,0 0 5 0,0 0 5 16,0 0-5-16,0 0-6 0,0 0 6 0,0 0-3 16,0 0-1-16,0 0 3 0,0 0-8 0,0 0 9 15,0 0-7-15,-4 6 8 0,4-6-9 0,0 0 10 16,0 0-1-16,-6 4 4 0,6-4-17 0,0 0 9 15,0 0 3-15,-7 3 0 0,7-3-3 0,0 0-4 16,0 0 0-16,-6 4 11 0,6-4-4 0,0 0-1 16,0 0-5-16,-4 5 6 0,4-5-2 0,0 0 0 15,-6 5-3-15,6-5 3 0,-5 5-5 0,5-5-4 16,0 0 9-16,0 0-2 0,-4 8 1 0,4-8 1 16,0 0-1-16,-4 6 2 0,4-6 0 0,0 0-14 15,0 0 16-15,-1 7 4 0,1-7-10 0,0 0 3 0,0 0-2 16,0 0 3-16,0 0 2 0,-5 5-8 15,5-5 4-15,0 0-2 0,0 0 0 0,-7 6 3 16,7-6-1-16,-4 4 1 0,4-4 2 0,0 0-1 16,0 0-6-16,0 0 9 0,-5 4-1 0,5-4-7 15,0 0 4-15,0 0 5 0,-6 3-4 0,6-3 1 16,0 0-3-16,0 0 1 0,0 0 3 0,0 0 4 16,0 0-9-16,-1 7-4 0,1-7 7 0,0 0-4 15,0 0-8-15,0 0-5 0,0 0-2 0,0 0 5 0,-3 9-1 16,3-9-3-16,0 0-4 0,0 0 0 0,0 0-1 15,0 0 4-15,-3 5-5 0,3-5 3 0,0 0-4 16,0 0-6-16,0 0-6 0,0 0-25 16,-2 6-66-16,2-6 29 0</inkml:trace>
  <inkml:trace contextRef="#ctx0" brushRef="#br0" timeOffset="-121890.96">19227 12988 39 0,'-19'-7'79'15,"-6"-3"-14"-15,4 2-6 0,-4-5-7 0,9 6 7 16,-2-3-11-16,0 0 3 0,0-2-2 0,0 1-7 16,0-2-4-16,-3-3-8 0,-1-1-2 0,1 0-5 15,1-2 4-15,1 2-3 0,-2-2-9 0,0-1 9 16,1 1 6-16,-1-2-14 0,0-3 5 0,1 2-11 15,-1-4 3-15,1 3 6 0,-2-4-3 0,-1 2-4 16,3-4-1-16,-2 1 5 0,0-1-11 0,-1 0 6 16,-4-10 0-16,7 7-6 0,-3-7 3 0,5 6-1 15,-5-11-5-15,3 1 4 0,2 11-1 0,-3-11 0 16,2 0-1-16,0 0 4 0,5 11 0 0,-5-14-4 16,3 13 6-16,-2-12-6 0,-1 3 3 0,5 8-6 15,1 1 11-15,-1-2-1 0,-2-8-6 0,0-3-4 16,4 19 4-16,-1-3 2 0,3-1-10 0,-1 1 7 15,-3 1-4-15,2 1 3 0,-1-1 6 0,1 0-7 16,1 1 8-16,1 1-14 0,1-1 4 0,2-1-3 0,0-1 5 16,3 0-6-16,0-2 3 0,1-1-4 15,5 0-1-15,-2-1 3 0,1 0 4 0,2 0-9 16,-2-13 15-16,3 13-9 0,2-12 7 0,2-1-19 16,-3 14 14-16,1-2-10 0,4-13 14 0,-2 16 1 15,2-3-9-15,-1 1 2 0,0 0-4 0,0 2 6 16,0 1 0-16,0-1 1 0,2 1-2 0,0 1-5 15,3 0 6-15,-5 1 0 0,1-3-3 0,4 2 0 16,-1-2 0-16,-1 0 5 0,3 1-3 0,0 0 3 0,-1 0-7 16,3 2 4-16,-2-2 1 0,3-2 2 15,2-8-5-15,-4 12-1 0,-1-1 11 0,0 1-9 16,2 0 4-16,0 0-7 0,0 0-3 0,1 4 1 16,0-1 10-16,0 1-5 0,0 2 4 0,-1 0 1 0,-2 0-4 15,2 0-3-15,-1 3 7 0,2-2 1 0,-1 1-9 16,0-1 6-16,2 0-3 0,1 0-1 0,-1-3 2 15,2 1 6-15,0 2-7 0,0-3 11 16,-2 1-1-16,3 2-6 0,-1 0-1 0,0 0-5 0,3 1 3 16,-2 1-2-16,-2 0-5 0,2 0 2 15,-2 3 9-15,0 0-11 0,-5 4 5 0,0-2 12 16,1 2-13-16,-2 0 3 0,2-1-4 0,-2 0 7 0,2 1-1 16,-1-1 2-16,5-3-6 0,-7 2-8 15,9 0 14-15,-7 1-4 0,6-2-1 0,2 0 2 0,0 0 0 16,0 1 5-16,-1-1-4 0,3 2 0 15,1-1 0-15,-1-1 6 0,2 0-5 0,-3 3-11 0,3 0-3 16,1 0 14-16,-1-1 1 0,0 1-4 0,0 2 0 16,-1-3-6-16,3 3 19 0,0-1-28 15,-2 1 16-15,2 4 3 0,1-5-4 0,-5 5 11 0,5-2-13 16,-2 2-3-16,2 0 2 0,1 0 5 0,-1 1 1 16,-2 0-3-16,1-1-8 0,2 1 12 15,-3 0 11-15,5 0-17 0,-2-1 5 0,2 4 2 0,0-5-6 16,2 2 0-16,1 1 6 0,-2-1-10 0,6-1 4 15,8 1 2-15,-11 1 6 0,3 1-13 0,-1-1 8 16,0 3 7-16,13-2-3 0,-16 0-6 0,2 2 6 16,1 0-3-16,-1 0-4 0,-2 0-1 0,1 1 1 15,-1 1-8-15,2 0 13 0,0 0-12 0,-1 1 13 16,1-1 0-16,2 2 2 0,-1-2 0 0,-1 0 3 16,-2 1-10-16,2 1-4 0,-1-1-3 0,-1 3 11 15,1-1-11-15,-1 0 7 0,1 2 6 0,-1-1-4 16,-1 2-4-16,-1 1 3 0,-1-1-3 0,0 1 6 15,0 1-6-15,-1 0 3 0,0 1 0 0,-1 0 4 16,0 0-5-16,2-1 5 0,-5 3-1 0,0-1-10 16,1 1 9-16,-2 0-2 0,3 1 1 0,-2 2-3 15,0-1 3-15,-1 1-1 0,-3 2 5 0,2 0-8 16,-2 3 7-16,-2-2 7 0,-1 4-11 0,-1 1 6 16,1 0-8-16,-1 0 4 0,1 2 1 0,1 3 0 15,-2-1-2-15,2-1 0 0,-2 1 0 0,0-2-4 16,-1 3 12-16,1 0-11 0,-2 0 1 0,-1 0 3 15,-3 1 6-15,2-1-11 0,-3 0-2 0,0 3 5 16,-5-1-8-16,1 2 7 0,-3 1-7 0,0-3 8 16,-1 4 6-16,-2-2-2 0,0 3-4 0,-2-1-15 15,-2 3 29-15,-1 0-5 0,1 11-8 0,-2-2 1 16,-2 3 11-16,-1-1-5 0,1-1 0 0,0 0-8 16,1-10-3-16,0 10 5 0,-1 1 7 0,-3-1-11 15,3-11-1-15,-2 12-3 0,-1-2 12 0,4-11-5 16,-2 1-4-16,1-2 8 0,-3 12 1 0,3-10 0 15,-4 10 1-15,1-13 0 0,4 2 0 0,-2-2 6 16,-2 4-4-16,2-3-12 0,-2 1-3 0,2-1 18 16,-3 1-2-16,-1-1-6 0,1-1 20 0,-2 1-9 15,1-1-10-15,1-1 6 0,-1 1-9 0,1-2 2 16,-4-1 4-16,3 0-2 0,0-3 0 0,-2 3 6 16,2-3-5-16,-2-1-1 0,-1 1 6 0,1-3-7 15,-4 1 2-15,1 0 2 0,-2-1 2 0,-1 0-16 0,1 2 6 16,1-2 1-16,-3 5 0 0,2-5 7 0,-4 1 14 15,-1 4-9-15,1-3 3 0,-2-1 3 16,2 2-3-16,0-4 6 0,-2 0-7 0,3 2 1 16,-3 1 0-16,0-3-8 0,2-1 5 0,-1 1 6 0,0 0-9 15,-1 2 5-15,-2-3-1 0,-1-1 4 0,0 2-2 16,-2 0 0-16,2-2-2 0,-3 2 1 16,1-3-7-16,2 2 4 0,-1-5-1 0,0 2-3 0,1-1 0 15,-1 2-2-15,1-2 4 0,-1-3-1 0,-1 4-1 16,1-2-3-16,-4 0 0 0,2 2-1 0,2-3-2 15,0-1 0-15,1 0 6 0,0 3-5 0,1-1 1 16,0-3 0-16,8-2-4 0,-8 4 5 16,0-2-2-16,-1 2-1 0,0-2 3 0,-1-1-5 0,-1 2 3 15,-1-1-1-15,0 0 1 0,0-2 0 0,-2 2-4 16,1-5 1-16,-2 5 1 0,0-1-2 0,1-1-3 16,2 1 6-16,-3-3-2 0,1 2-1 0,0 0-4 15,2-2-1-15,0 1 8 0,1-1-1 0,-2 3-3 16,1-3 4-16,-1 1-2 0,2 1 0 0,2-4-4 15,-1 5 0-15,2-3 0 0,5-1 8 0,-8 3-8 16,2 0 5-16,1 0-9 0,0 1 11 0,5-3-14 16,-4 3 9-16,-2-1 3 0,2-2-2 0,-1 4 2 15,0-4-4-15,3-2 7 0,-3 4 0 0,-1-1-9 16,-2 0 0-16,-3 0 7 0,2-2-1 0,-1-1-5 16,2 2 6-16,0 0-5 0,1-1 4 0,-1-2-5 15,8-1 7-15,-4 2-3 0,3-1-5 0,-6 2-2 16,7-3 9-16,-6 0-10 0,-3 3 6 0,3-1 1 15,0-1 2-15,-1 0 2 0,6-1-6 0,1 0 2 16,-2 0 1-16,2 1-3 0,0-1 5 0,-1-1-3 16,2-2-3-16,-1 0-5 0,1 2 10 0,3 1-6 15,-4-3 3-15,4 2 6 0,-3-3-3 0,1 2-6 16,1 0 8-16,1 1-9 0,-1-2 2 0,3 1-5 16,2-2-6-16,0 0-9 0,0 0-12 0,4 0-20 15,2 0-15-15,6-1-14 0,-14 0-17 0,14 0-18 16,-10 0-93-16,10 0-229 0,0 0 102 0</inkml:trace>
  <inkml:trace contextRef="#ctx0" brushRef="#br0" timeOffset="-110379.98">19762 12941 33 0,'0'0'43'0,"0"0"2"16,0 0-6-16,0 0 2 0,0 0-9 0,0 0 0 0,0 0 0 16,0 0-4-16,0 0-7 0,0 0 5 0,0 0-7 15,0 0 1-15,0 0 1 0,0 0-3 16,0 0 3-16,0 0 0 0,0 0-7 0,0 0 0 16,0 0-7-16,0 0 6 0,0 0 0 0,0 0-6 0,0 0-1 15,0 0 4-15,0 0 0 0,0 0-10 0,0 0-9 16,0 0 3-16,0 0-11 0,14-11-5 15,-14 11-16-15,2-8-45 0,-2 8-89 0,1-8 39 16</inkml:trace>
  <inkml:trace contextRef="#ctx0" brushRef="#br0" timeOffset="-108553.57">20658 9426 33 0,'0'0'33'0,"0"0"-5"16,0 0-2-16,0 0 0 0,0 0-4 0,0 0-2 15,0 0 0-15,0 0-6 0,0 0 1 0,0 0-11 16,0 0 6-16,0 0 0 0,0 0 4 0,0 0-7 16,0 0 1-16,0 0-3 0,0 0-1 15,0 0-8-15,0 0 10 0,0 0-5 0,0 0-5 0,0 0 1 16,0 0-4-16,0 0 0 0,0 0-9 0,0 0-3 16,0 0-22-16,0 0-45 0,0 0 19 0</inkml:trace>
  <inkml:trace contextRef="#ctx0" brushRef="#br0" timeOffset="-103615.27">20767 8958 36 0,'0'0'37'0,"0"0"-5"0,0 0 4 0,0 0-11 16,0 0-2-16,0 0 7 0,0 0-7 0,0 0-7 16,0 0-1-16,0 0 2 0,0 0-1 0,0 0-10 15,0 0 9-15,0 0-4 0,0 0 0 0,0 0-6 16,0 0 7-16,0 0-5 0,0 0 0 0,0 0-5 15,0 0 4-15,0 0-4 0,0 0 3 0,0 0 0 16,0 0-3-16,0 0 4 0,0 0 2 0,0 0 2 16,0 0 3-16,0 0-4 0,0 0 3 0,0 0-2 15,0 0-10-15,0 0 13 0,0 0-4 0,0 0 2 16,0 0-4-16,0 0 4 0,0 0-6 0,0 0 7 16,0 0-10-16,0 0 4 0,0 0 1 15,0 0-1-15,0 0-4 0,0 0 8 0,0 0-7 0,0 0-4 16,0 0 4-16,0 0-2 0,0 0-10 0,0 0-2 15,0 0-4-15,0 0-7 0,0 0-9 0,0 0-9 16,0 0-36-16,0 0-80 0,0 0 36 0</inkml:trace>
  <inkml:trace contextRef="#ctx0" brushRef="#br0" timeOffset="-100396.57">19785 12803 8 0,'0'0'76'0,"0"0"0"0,0 0 1 0,0 0-10 0,0 0-5 16,0 0-4-16,-1-9-2 0,1 9-2 16,0 0-2-16,0 0 1 0,0 0-9 0,0 0 2 15,0 0-5-15,0 0-3 0,0 0 1 0,0 0-3 16,0 0-4-16,0 0-3 0,0 0-4 0,0 0 0 0,0 0-14 16,0 0 10-16,0 0-2 0,0 0-9 15,0 0 8-15,0 0 2 0,0 0-10 0,-5-5-5 16,5 5-4-16,0 0 12 0,0 0-9 0,0 0 5 15,0 0-6-15,0 0 2 0,0 0-5 0,0 0 0 0,0 0-3 16,0 0 3-16,0 0-11 0,0 0-9 0,0 0 11 16,0 0 1-16,0 0-3 0,0 0 8 0,0 0-7 15,0 0 6-15,0 0 2 0,0 0 0 0,0 0-16 16,0 0 15-16,0 0 0 0,0 0 12 0,0 0-7 16,0 0 1-16,0 0 5 0,0 0 0 15,0 0-7-15,0 0 9 0,0 0-6 0,0 0 10 0,0 0-14 16,0 0 8-16,0 0 6 0,0 22-1 15,-3-12 0-15,1-1 1 0,2 4-4 0,-3 0 3 0,2 3-4 16,0 2 4-16,-1-5-8 0,1 3-7 0,1 2 11 16,0-2-4-16,-3 2-2 0,3-1 2 0,0 0-2 15,2 1-3-15,-1-4 3 0,-1 2 2 0,1-1 0 16,1-1 11-16,-1-1-14 0,-1-3 5 0,1 2-6 16,0-1 3-16,-1 0 0 0,2 1-3 0,-1 0-6 15,-1 0 10-15,0-1-7 0,1 0 11 0,1 0-11 16,-1-1 6-16,0 2-5 0,1-2 4 0,-2 0 1 15,0 2-8-15,0-5 3 0,0 3 5 0,-2 0-10 16,4-1 15-16,-2 1-14 0,-2 1 9 0,2 0-3 16,-2-2 2-16,2-9-1 0,1 12 4 0,-1-4-7 15,0-8 5-15,-3 12-10 0,3-12 1 0,2 11 8 16,-4-6-4-16,2-5-16 0,0 11 15 0,0-11 2 16,0 11 3-16,0-11-4 0,-1 9 2 0,1-9-4 15,0 8 12-15,0-8-10 0,0 0-5 0,0 8 9 16,0-8 7-16,0 0 0 0,0 0 4 0,0 0-1 15,0 10 1-15,0-10 6 0,0 0 5 0,-1 7-4 0,1-7 2 16,0 0-3-16,0 0 1 0,-3 7-6 16,3-7 1-16,0 0 6 0,-2 10-1 0,2-10-11 15,-2 7 10-15,2-7-5 0,0 0 6 0,-2 8-11 0,2-8 1 16,0 0-3-16,-2 8-1 0,2-8 3 16,-2 6-4-16,2-6-1 0,-3 7 8 0,3-7-9 15,0 0-1-15,-3 10 4 0,0-5-12 0,3-5 18 16,-1 11-1-16,1-11 5 0,-4 9-9 0,3-3 5 0,1-6 1 15,-3 12 0-15,2-6-4 0,1-6 2 16,0 12-3-16,0-12 0 0,-1 11-1 0,1-11 1 0,0 10-1 16,0-10 4-16,0 9-4 0,0-9-8 15,-3 7 4-15,3-7-8 0,0 0-4 0,-3 11 2 0,3-11 0 16,0 0-3-16,0 0-8 0,-1 7-10 16,1-7-9-16,0 0-3 0,-5 4-9 0,5-4-18 0,0 0-5 15,0 0-21-15,0 0-15 0,0 0-20 16,0 0-76-16,-14-11-219 0,14 11 98 0</inkml:trace>
  <inkml:trace contextRef="#ctx0" brushRef="#br0" timeOffset="-99679.89">19503 13621 35 0,'0'0'74'0,"-8"1"5"0,8-1-8 0,0 0-8 15,-9 1-9-15,9-1-8 0,0 0 3 0,-6 2-11 16,6-2-8-16,0 0 7 0,0 0-11 0,0 0-3 16,-10 2-1-16,10-2-2 0,0 0 0 0,0 0-6 15,0 0 6-15,-6 4-18 0,6-4 12 0,0 0 3 16,0 0-2-16,-7 3-2 0,7-3 1 0,0 0-2 15,0 0-2-15,0 0 5 0,-7 2 8 0,7-2-7 16,0 0 15-16,0 0 6 0,0 0-11 0,0 0 5 16,0 0 7-16,0 0-9 0,-8 1 1 0,8-1 7 15,0 0-2-15,0 0-4 0,0 0 9 0,0 0-4 16,0 0 1-16,0 0-5 0,0 0 0 0,0 0-4 16,0 0 0-16,0 0-3 0,0 0 3 0,0 0-4 15,0 0-6-15,0 0 5 0,0 0-6 0,0 0-2 16,0 0 4-16,0 0-2 0,0 0 14 0,0 0-3 15,0 0 8-15,0 0 1 0,0 0-3 0,33-3 3 0,-23 3-2 16,3-3 9-16,-2 2-1 0,3 1-5 16,3-4-4-16,3 3 1 0,-1 0 2 0,2 2-8 15,1 0-1-15,6-3-2 0,1 2 10 0,2 1-5 16,0 0 0-16,-1 2-2 0,2-2-4 0,-2 3-4 0,-1-2-2 16,-1-1-3-16,1 2 1 0,-9-2-5 0,-1 1 0 15,-1-1-7-15,-6 1 1 0,4-1 0 16,-3 0 1-16,-1-1 1 0,-1 1-5 0,-4-1-1 15,1 1-10-15,-8-1-1 0,13 3-8 0,-8-2-4 16,-5-1-10-16,7 3-4 0,-7-3 0 0,0 0-9 0,0 0-12 16,10 0-9-16,-10 0-14 0,0 0 1 0,0 0-7 15,0 0-15-15,0 0-9 0,0 0-5 16,0 0 1-16,0 0 6 0,0 0-6 0,0 0 2 16,-30-8-77-16,24 6-202 0,-2-1 89 0</inkml:trace>
  <inkml:trace contextRef="#ctx0" brushRef="#br0" timeOffset="-99428.73">19502 13655 100 0,'0'0'128'15,"24"2"-5"-15,-14-4-1 0,8 1 0 0,1-3-5 16,0 1-1-16,11-1-11 0,0-2-7 0,2-1-9 16,3 1-7-16,-1-1-14 0,3 1-2 15,-3-1-14-15,-1-1-10 0,-1 1-36 0,0 3-29 0,-2-2-26 16,-3 0-17-16,-6 4-39 0,0-1-95 0,-1 1-214 16,-5 2 94-16</inkml:trace>
  <inkml:trace contextRef="#ctx0" brushRef="#br0" timeOffset="-99283.65">20083 13588 78 0,'0'0'122'0,"-9"3"-18"16,9-3-17-16,0 0-28 0,0 0-27 0,0 0-27 15,0 0-34-15,0 0-48 0,0 0-82 0,0 0 36 16</inkml:trace>
  <inkml:trace contextRef="#ctx0" brushRef="#br0" timeOffset="-84863.69">20220 14249 37 0,'0'0'171'0,"-10"-4"-10"0,10 4-1 0,-8-6-13 0,4 2-10 16,4 4-2-16,-6-6 2 0,6 6-6 0,-7-6-14 15,7 6-6-15,-3-5-7 0,3 5-2 0,0 0-5 16,-7-4-5-16,7 4-6 0,0 0-7 0,-5-6-10 16,5 6-5-16,0 0-5 0,0 0-6 0,0 0-5 15,0 0-8-15,-4-4-7 0,4 4 1 16,0 0-7-16,0 0-4 0,0 0-7 0,0 0 0 0,0 0-4 15,0 0-7-15,0 0 3 0,0 0 2 0,0 0-3 16,0 0-1-16,0 0-1 0,-4 20-4 0,5-12 1 16,-1-8 0-16,2 18 1 0,0-7 0 0,-2 1-1 15,3-1 0-15,-2 1-2 0,-1-1 0 0,5 0 2 16,-3 1-2-16,-1-2 3 0,2 3-2 0,-3-2-1 16,2 0 1-16,-1 0 0 0,1 0 3 0,0 0-1 15,1-2-2-15,-1 1-1 0,-2-3-16 0,1 3-2 16,-1 0-21-16,0-4-3 0,2 1-26 15,-2 3-15-15,0-10-33 0,0 12-39 0,0-12-7 16,-4 13-18-16,1-7-103 0,0-1-304 0,3-5 135 16</inkml:trace>
  <inkml:trace contextRef="#ctx0" brushRef="#br0" timeOffset="-84596.75">20106 14201 50 0,'1'-9'129'0,"-1"-1"-8"0,3 1-2 16,1 2-4-16,0-2-6 0,3 4-4 0,3 1-11 0,-1-1-4 16,3 1-11-16,-1 4-9 0,1-3-6 0,2 4-4 15,-1 1-5-15,-3 2-3 0,3 1-9 16,-6 1-2-16,2 0-7 0,1 1-5 0,-4 2-6 16,-1 0-2-16,0 0 3 0,-2 2-4 0,-2 0 1 15,-1-1-7-15,-1 3 2 0,-5 3-1 0,1-4-1 16,0 0 6-16,-1-1-7 0,-2-2-12 0,2 1 9 15,-3-1 3-15,2 0-2 0,0-2-9 0,0 0-18 16,2-1-24-16,0-2-28 0,1-1-24 0,4-3-25 16,-9 8-111-16,9-8-246 0,-7 7 109 0</inkml:trace>
  <inkml:trace contextRef="#ctx0" brushRef="#br0" timeOffset="-84363.19">20400 14351 90 0,'0'0'164'0,"0"0"-8"0,10 0-11 16,-10 0-12-16,0 0-21 0,0 0-7 0,0 0-10 15,0 0-14-15,0 0-3 0,4 6-14 0,-4-6 2 0,4 9-12 16,-2-2-4-16,-2-7-5 0,2 12-8 16,-2-3 3-16,2 2-6 0,-2 1-4 0,0-1-1 15,0 1-2-15,2 0-5 0,-2 2 1 0,0-4-3 16,1 5-1-16,0-1 1 0,-1-4-3 0,1 5-2 15,-1-4-6-15,0-2-27 0,3 3-30 0,-2-2-39 0,2-2-39 16,-3-1-125-16,-3 5-271 0,3-12 121 16</inkml:trace>
  <inkml:trace contextRef="#ctx0" brushRef="#br0" timeOffset="-84096.65">20492 14340 115 0,'11'-1'124'0,"1"2"11"0,1 0-24 15,0 2-8-15,-2 0-18 0,0 3-2 0,1 0-8 16,-3 1-5-16,0 0-9 0,-1 2-5 0,-2 1-1 16,-1 0-3-16,-1 2 14 0,-3 0-6 0,-1-1 1 15,-3 6-7-15,-1-2-3 0,-3 0-2 0,-2-1-16 16,-2 1 8-16,-2 2-10 0,-1-3 4 0,0 2-6 15,-5 1-3-15,5-4-18 0,0-3-12 0,0 1-21 16,3-4-20-16,0 0-41 0,2-2-26 0,0-1-122 16,0 1-252-16,9-5 113 0</inkml:trace>
  <inkml:trace contextRef="#ctx0" brushRef="#br0" timeOffset="-83768.23">20891 14434 114 0,'0'0'219'0,"0"0"-17"15,0 0-7-15,0 0-19 0,0 0-18 0,1-12-9 16,-1 12-20-16,10-5-17 0,-3 3-9 0,0 0-10 16,5 1-7-16,-1 1-9 0,0-3-12 15,0 3-25-15,-11 0-39 0,19-2-43 0,-7 2-57 16,-12 0-43-16,14 1-131 0,-14-1-296 0,0 0 131 15</inkml:trace>
  <inkml:trace contextRef="#ctx0" brushRef="#br0" timeOffset="-83621.86">20915 14537 78 0,'0'0'171'15,"0"0"-9"-15,0 0-18 0,0 0-5 0,0 0-13 16,0 0-7-16,29-5-17 0,-17 1-15 0,5-2-45 15,2-1-37-15,0 0-44 0,8-2-50 0,-7 4-86 0,7-3-189 16,-9-1 84-16</inkml:trace>
  <inkml:trace contextRef="#ctx0" brushRef="#br0" timeOffset="-82928.97">21335 14177 190 0,'-6'-5'222'15,"6"5"-12"-15,-5-6-5 0,5 6-9 0,-5-4-17 16,5 4-13-16,0 0-17 0,0 0-13 0,0 0-15 16,-4-7-12-16,4 7-10 0,0 0-16 0,0 0-12 15,0 0-8-15,0 0-11 0,0 0-5 0,0 0-5 16,0 0-3-16,0 0-3 0,10 26-5 0,-5-15-5 16,2-1-3-16,-2 3-3 0,3-1 1 0,-3 5-3 15,1-7-1-15,-1 2-3 0,2 1-1 16,-1-4-4-16,-1 1 5 0,1 0 5 0,1-1 0 15,-2-1-1-15,1-1-4 0,-2 0-2 0,1-3 2 16,0 2-2-16,-2-1-3 0,1 0 1 0,-4-5 0 0,4 5-1 16,-4-5 0-16,5 5-1 0,-5-5 1 15,2 4 3-15,-2-4 15 0,0 0 7 0,5 6 10 16,-5-6 12-16,0 0 7 0,0 0 16 0,0 0-5 16,0 0-9-16,0 0-4 0,8-13-9 0,-5 4-6 15,-1-1-9-15,1-1 8 0,2-5-14 0,-1-2-3 0,2 0 0 16,3-6-4-16,-1 0-8 0,1-1 4 15,-3 7-1-15,4-6-7 0,-2 7-4 0,-3 0-4 0,0 7-2 16,3-1-8-16,-3 2-13 0,-1 3-15 0,0 0-17 16,-2 2-22-16,-2 4-17 0,0 0-11 15,5-9-10-15,-5 9-18 0,0 0-26 0,0 0-22 16,0 0-8-16,22 7-5 0,-16-2-18 0,1 3 0 16,3 1-117-16,-5 2-350 0,1-1 155 0</inkml:trace>
  <inkml:trace contextRef="#ctx0" brushRef="#br0" timeOffset="-82624.58">21755 14363 218 0,'0'0'218'0,"0"0"-6"16,0 0-10-16,0 0-11 0,-12-22-12 0,12 22-6 15,0 0-8-15,-4-5-11 0,4 5-12 0,0 0-11 16,0 0-16-16,0 0-14 0,0 0-10 0,-6-4-17 16,6 4-9-16,0 0-5 0,0 0-3 0,0 0-7 15,-1 21-10-15,-1-10-1 0,0 5-2 0,2 1-7 16,-3 1-1-16,2 7-2 0,1-6-2 0,0-2-4 16,1 1-2-16,-1 0-1 0,0-4-3 0,3 1-4 15,-2 2-12-15,-1-2-20 0,1-1-23 0,1-1-31 16,-1-4-27-16,-1-9-49 0,1 13-34 0,-1-13-14 15,1 8-157-15,-1-8-385 0,0 0 171 0</inkml:trace>
  <inkml:trace contextRef="#ctx0" brushRef="#br0" timeOffset="-82278.42">21752 14384 120 0,'3'-8'133'0,"3"4"1"0,-1-2 2 0,3 2-14 16,-3-1 4-16,3 2-2 0,-1 0-9 0,-7 3-12 15,12-2-10-15,-12 2-20 0,13 0 4 0,-13 0-10 16,14 2-4-16,-9 1-5 0,1 0-4 0,-6-3-5 16,12 9-6-16,-10-5-2 0,1 2-3 0,-2 0 2 15,-1-6-2-15,0 15-2 0,0-9-2 0,0-6-3 16,-3 16-5-16,1-8-4 0,-1-1-2 0,1 2-4 16,-2-4-11-16,4-5-3 0,-2 12-3 0,2-12-11 15,-2 11-10-15,2-11-2 0,4 13 0 0,-4-13-2 16,9 9 7-16,-9-9-4 0,8 7 7 0,-2-2-4 15,-6-5 9-15,13 6-7 0,-8-2 4 0,-5-4 4 16,11 4-4-16,-7 1 2 0,-4-5 4 0,0 0 3 16,10 7-4-16,-10-7 17 0,4 8 3 0,-4-8 4 15,1 9-4-15,-1-9 0 0,0 0 8 0,-8 14-6 16,8-14 0-16,-9 14-21 0,1-8-7 0,1-1-18 16,2 2-35-16,5-7-24 0,-12 6-33 0,3-1-128 15,0-1-272-15,9-4 121 0</inkml:trace>
  <inkml:trace contextRef="#ctx0" brushRef="#br0" timeOffset="-82063.31">22073 14373 197 0,'0'0'222'0,"4"-7"-14"0,-4 7-22 0,2-5-20 15,-2 5-19-15,0 0-16 0,0 0-14 0,0 0-5 16,0 0-8-16,14 8-7 0,-11-2-13 0,2 3-6 15,-3 0-7-15,1 2-4 0,0 1-8 0,1 0-5 16,-4 3-4-16,2 0-5 0,5-1-6 0,-6-1-2 16,1 0-1-16,2-2-4 0,-1 1-12 15,-2-1-17-15,0 0-31 0,-1-1-30 0,0-10-48 0,0 15-36 16,0-15-43-16,-2 14-123 0,2-14-333 0,-9 9 148 16</inkml:trace>
  <inkml:trace contextRef="#ctx0" brushRef="#br0" timeOffset="-81762.64">22201 14322 44 0,'6'-2'155'0,"-6"2"-10"0,10 0 9 0,-10 0-8 16,12 3-9-16,-10 2-9 0,2 1-5 0,-1 0-3 15,-3 3-5-15,-2 2-11 0,0-1-8 0,-2 2-13 0,-2 3-6 16,-3 0-4-16,0-2-8 0,0-1-9 15,0-2-3-15,0-1-4 0,4-2-4 0,-2-1 4 16,7-6-1-16,-7 12-6 0,7-12-3 0,-6 5-3 16,6-5-5-16,-6 8-1 0,6-8-5 0,0 0-3 15,0 0-2-15,0 0-3 0,-4 8-1 0,4-8-2 16,0 0 4-16,0 0-6 0,11 6 1 0,-4-5-1 0,-7-1-6 16,13 6 5-16,-5-4 2 0,3 0-4 15,1 1-5-15,-2-1-14 0,3 1-22 0,-2-2-41 16,2 1-26-16,1-2-41 0,-2 0-37 0,2 0-144 15,-14 0-348-15,21-2 154 0</inkml:trace>
  <inkml:trace contextRef="#ctx0" brushRef="#br0" timeOffset="-81554.58">22449 14372 208 0,'0'0'214'16,"0"0"-17"-16,0 0-18 0,3-6-22 0,-3 6-6 15,0 0-4-15,0 0-2 0,13 9-12 0,-6-4-8 16,-4-1-18-16,3 2-10 0,-1-2-7 0,0 1-11 16,4 5-5-16,-3-3-8 0,1 0-5 0,-1 0-6 15,0-1 1-15,3 1-20 0,-2-3-18 0,2 3-31 16,-3-3-39-16,-6-4-48 0,10 7-47 0,-10-7-43 16,8 2-126-16,-8-2-342 0,0 0 151 0</inkml:trace>
  <inkml:trace contextRef="#ctx0" brushRef="#br0" timeOffset="-81378.75">22616 14357 142 0,'-6'-4'209'0,"6"4"-8"15,-7-3-8-15,7 3-10 0,0 0-11 0,-16 6-14 16,9-1-11-16,-2 3-10 0,-2 5-5 0,-2-3-12 16,0 5-11-16,-2-1-12 0,1 1-7 15,-3 7-9-15,2-1-8 0,-2 0-11 0,6-6-2 0,-1 1-17 16,2 0-38-16,0-2-48 0,-2 4-66 0,6-10-61 15,1 5-179-15,0-4-378 0,1-3 168 0</inkml:trace>
  <inkml:trace contextRef="#ctx0" brushRef="#br0" timeOffset="-80862.59">22794 14259 1 0,'7'-8'214'0,"-7"8"-8"0,13-6-14 16,-6 5-20-16,3-4-14 0,2 2-13 16,1-1-16-16,6 1-9 0,-3-3-15 0,2 2-14 0,-5 2-7 15,0 0-6-15,-1-2-9 0,1 2-12 16,-3 1-20-16,-2 0-20 0,-8 1-27 0,14-2-19 16,-14 2-13-16,0 0-9 0,13-1-1 0,-13 1-5 0,0 0 4 15,0 0 1-15,0 0 8 0,0 0 6 0,0 0 4 16,0 0 23-16,0 0 14 0,0 0 8 15,0 0 4-15,0 0-6 0,0 0 13 0,0 0-2 0,0 0-2 16,0 0 8-16,0 0 10 0,-25 12 0 16,25-12 0-16,-4 9 11 0,3 1 3 0,0 0 4 15,1-1 2-15,0 3 13 0,-3 1-6 0,2-1-5 0,2 5-6 16,-2-2 0-16,2-1-6 0,-1 0-7 16,-1-1 0-16,2 3-2 0,-1-4-5 0,-1-1-3 15,2 4-4-15,-2-3 0 0,1-12-3 0,-3 15-3 16,2-6 4-16,-1 0-3 0,2-9 0 0,-10 14-5 15,4-9 5-15,1-1-9 0,5-4-3 0,-13 8-8 0,5-5-13 16,8-3-3-16,-13 3-6 0,13-3-3 16,-13 0-9-16,13 0 1 0,0 0-3 0,-12-6 4 15,12 6 4-15,0 0 2 0,0 0 6 0,-5-10 3 16,5 10 7-16,0 0 1 0,0 0 8 0,0 0 7 16,0 0 1-16,12-15 0 0,-12 15 2 0,11-4 1 15,-11 4 2-15,17-3-3 0,-17 3-1 0,22 0 3 0,-11-3-2 16,3 1-1-16,-1-1-1 0,2 1-5 15,2-3-25-15,1 3-29 0,-5-2-59 0,4-2-47 16,-6 5-41-16,-2-5-103 0,1 1-325 0,-2-1 145 16</inkml:trace>
  <inkml:trace contextRef="#ctx0" brushRef="#br0" timeOffset="-80695.69">23065 14221 39 0,'3'-4'156'0,"-3"4"-9"0,12-9-16 16,-1 3-18-16,7-1-7 0,-1 0-10 0,3 0-12 16,0-2-18-16,5 0-37 0,2 0-36 0,-2 0-38 15,-5 3-39-15,-1 1-55 0,0 1-150 0,-4 0 66 16</inkml:trace>
  <inkml:trace contextRef="#ctx0" brushRef="#br0" timeOffset="-67778.98">19795 13694 36 0,'0'0'104'0,"0"0"-9"16,0 0-7-16,0 0-6 0,0 0-8 15,0 0-10-15,0 0-5 0,0 0-4 0,0 0-3 16,0 0-11-16,0 0 8 0,0 0-15 0,0 0 5 16,0 0-1-16,0 0 2 0,0 0-7 0,0 0 2 0,0 0-3 15,0 0-1-15,0 0 2 0,0 0-3 16,0 0-3-16,0 0-2 0,0 0-2 0,0 0 1 15,0 0-7-15,0 0-4 0,0 0 3 0,0 0 1 16,0 0-6-16,0 0 4 0,0 0-8 0,0 0 5 16,0 0-6-16,0 0 2 0,0 0 9 0,0 0-13 0,0 0-1 15,0 0 7-15,0 0-10 0,0 0 3 16,0 0-4-16,0 0 6 0,0 0-4 0,0 0 5 16,0 0-4-16,0 0 4 0,0 0-5 0,0 0 7 15,0 0-11-15,0 0 2 0,0 0 1 0,0 0-2 0,0 0 6 16,0 0-1-16,0 0-6 0,0 0 7 15,0 0 0-15,0 0-2 0,0 0 1 0,0 0 0 16,0 0-10-16,0 0 9 0,0 0 2 0,0 0-7 16,0 0 2-16,0 0 2 0,0 0-4 0,0 0 7 15,0 0-6-15,0 0 1 0,0 0 5 0,0 0-4 0,0 0 1 16,0 0 0-16,0 0 3 0,0 0-16 0,13-3-6 16,-13 3-16-16,0 0-19 0,0 0-8 15,0 0-19-15,0 0-12 0,9 0-91 0,-9 0-199 16,0 0 88-16</inkml:trace>
  <inkml:trace contextRef="#ctx0" brushRef="#br0" timeOffset="-54172.91">24644 9059 18 0,'0'0'18'0,"0"0"4"15,-13 0-2-15,13 0-2 0,-10 1 0 0,10-1 5 16,-13 0-4-16,6 0 2 0,7 0-4 0,-21-2 2 15,14 2 1-15,7 0-15 0,-17 0 6 0,11 1 7 16,-1 0 0-16,7-1-5 0,-16 1-2 0,16-1-1 16,-14 2-1-16,6-1-1 0,8-1 2 0,-18 1-5 15,8-1 1-15,3 0-6 0,-1 2 10 0,8-2-10 16,-13 4 5-16,6-4 2 0,7 0-6 0,-14 0 0 16,8 0 1-16,6 0 6 0,-12 3-2 0,12-3 0 15,-11 0-4-15,11 0 1 0,-11 0-1 0,11 0-2 16,-14 2 2-16,8-1-1 0,6-1-3 0,-13 0 2 0,13 0 0 15,-12 1 5-15,12-1-6 0,-13-1-1 16,13 1 2-16,-12 0-1 0,12 0 0 0,-12 2 2 16,12-2-4-16,-11 0 7 0,11 0-4 0,-10 0-1 15,10 0 2-15,-11 0 1 0,11 0-3 0,-9-2 5 0,9 2-3 16,-11 1-1-16,11-1 6 0,-11 0-10 16,11 0-1-16,0 0 6 0,-13-4 1 0,13 4-3 0,-9 0 2 15,9 0 2-15,-9-2-5 0,9 2 5 16,-9 0 0-16,9 0-3 0,-9-1 5 0,9 1-3 15,-11 0 7-15,11 0-3 0,-9 0 2 0,9 0-3 0,-10-2-4 16,10 2-1-16,-10-1-1 0,10 1 6 16,-11-3-1-16,11 3-1 0,-10-1 1 0,10 1-2 15,-13-1-1-15,13 1 2 0,-10-2-3 0,10 2 9 16,-10-1 0-16,10 1 2 0,-12-1-6 0,12 1-4 0,-9-2 4 16,9 2-3-16,-12 0 1 0,12 0-7 0,-11-2 9 15,11 2-2-15,-10-1-1 0,10 1 1 0,-13 0 0 16,13 0 3-16,-10 0-3 0,10 0-2 15,-10 0-6-15,10 0 11 0,-14 0-7 0,14 0 0 0,-13 0-1 16,13 0 4-16,-13 0-5 0,13 0-5 0,-12 0-4 16,5 0 1-16,7 0 6 0,-14 0-9 0,8 1 4 15,6-1 2-15,-12 0-4 0,12 0 1 16,-11 0 5-16,11 0-5 0,-11-1 1 0,11 1 1 0,0 0 2 16,-12 1 3-16,12-1-5 0,-12 0 0 0,12 0 0 15,-9-1 1-15,9 1-5 0,-10-3 4 16,10 3-3-16,-14 0 11 0,14 0-5 0,-14 1 4 0,14-1-6 15,-14-1-3-15,14 1 4 0,-14 0 4 16,6 0-6-16,8 0-3 0,-14 0-3 0,14 0-2 0,-14 0 11 16,6 0-6-16,8 0 0 0,-14-1 5 0,14 1-7 15,-11 0 7-15,11 0-6 0,-13 0 6 0,7-1-22 16,6 1 27-16,-12 0-8 0,12 0 2 0,-14 1-1 16,8-1-10-16,6 0-20 0,-16 0 8 0</inkml:trace>
  <inkml:trace contextRef="#ctx0" brushRef="#br0" timeOffset="-49190.36">20744 8955 22 0,'0'0'54'0,"0"0"-4"0,0 0-1 0,0 0-8 0,0 0 4 16,0 0-2-16,0 0-9 0,0 0 8 0,0 0 0 16,0 0-5-16,0 0-1 0,0 0-12 0,0 0 0 15,0 0 4-15,0 0-5 0,-4-6 3 0,4 6-3 16,0 0 6-16,0 0-1 0,0 0-5 0,0 0-6 15,0 0 3-15,0 0-7 0,0 0 2 0,0 0 7 16,0 0-4-16,0 0-1 0,0 0 0 0,0 0-4 16,-6-4 7-16,6 4 0 0,0 0-10 0,0 0 6 15,0 0-6-15,0 0 4 0,0 0-9 0,0 0 1 16,0 0-1-16,0 0-2 0,0 0 1 0,0 0-1 16,0 0-3-16,0 0 5 0,0 0-13 0,0 0 11 15,0 0-5-15,0 0 1 0,0 0 9 0,0 0-2 16,0 0-6-16,0 0 0 0,0 0 1 0,0 0 5 15,0 0-8-15,0 0-6 0,0 0 10 0,0 0-1 16,0 0 1-16,0 0-2 0,3 24 0 0,-3-24 0 16,0 0-2-16,-1 8 5 0,1-8-6 0,0 0-8 15,-1 10 19-15,1-10-11 0,0 0 5 0,1 10 8 16,-1-10-8-16,0 0-6 0,0 9 8 0,0-9-6 16,0 0 4-16,1 7-6 0,-1-7 3 0,0 0 8 0,0 0-4 15,-2 8 4-15,2-8-6 0,0 0 0 16,0 0-1-16,0 0 6 0,0 0-7 0,0 0 5 15,0 0-5-15,0 0 1 0,-3 7 12 0,3-7 4 16,0 0-1-16,0 0 2 0,0 0-1 0,0 0 2 16,0 0-4-16,0 0-2 0,0 0 5 0,0 0-7 15,0 0 0-15,0 0 2 0,0 0 1 0,-4-23-7 16,4 23 9-16,0-9-10 0,0 9 4 0,-1-10-1 16,1 10 7-16,-1-9-15 0,1 9 7 0,0-10 3 15,0 10-6-15,-1-9-4 0,1 9 5 0,0-11 2 0,0 11-9 16,0 0 4-16,0-8-1 0,0 8-2 15,0 0 1-15,1-10 5 0,-1 10-2 0,0 0-3 0,0 0 5 16,-3-10-9-16,3 10 4 0,0 0 0 16,0 0 3-16,0 0 4 0,0 0-7 0,0 0 7 0,2-8-11 15,-2 8 2-15,0 0 1 0,0 0 6 0,0 0-7 16,0 0 1-16,0 0-5 0,0 0 9 16,0 0 4-16,0 0-23 0,0 0 15 0,0 0 0 15,0 0-2-15,0 0 0 0,0 0 9 0,0 0-5 0,0 0-3 16,0 0-4-16,0 0 10 0,0 0-8 0,0 0-1 15,0 0-2-15,0 0 1 0,3 22 4 0,-3-22 5 16,2 9-12-16,-2-9 10 0,1 12 2 16,-1-12-7-16,0 7-2 0,0-7 0 0,0 13 8 0,0-7-3 15,0-6 3-15,0 8 3 0,3-2-7 0,-3-6-4 16,0 9 13-16,0-9-7 0,1 7 1 0,-1-7 2 16,0 0-5-16,0 0 7 0,0 9 0 0,0-9-18 15,0 0 20-15,0 0-2 0,0 0-4 16,0 7-5-16,0-7 11 0,0 0-3 0,0 0-4 0,0 0 4 15,0 0-4-15,0 0 3 0,0 0 4 0,0 0 11 16,0 0-12-16,0 0-10 0,0 0 2 0,0 0-3 16,0 0 2-16,0 0 2 0,-3-25-1 0,3 25 2 15,-1-9 2-15,1 9-1 0,-1-11 1 0,1 11-3 16,-2-10-2-16,2 10 1 0,-1-11 1 0,1 11 4 16,-1-10-1-16,1 10 5 0,0-8-7 0,0 8-3 15,0 0 1-15,-1-9 7 0,1 9 1 0,0 0-5 16,0 0-8-16,0 0 8 0,-2-8-20 0,2 8 14 15,0 0 3-15,0 0-9 0,0 0 6 0,0 0 2 16,0 0-2-16,0 0 4 0,0 0-4 0,0 0 4 16,0 0-3-16,4 24-1 0,-4-24 6 0,0 9 2 15,1-2-1-15,-1-7-4 0,2 12 5 0,-1-6-3 16,-1-6 1-16,1 13 2 0,1-9 17 0,-2-4-18 16,2 10-9-16,-1-5 1 0,-1-5 6 0,2 7 0 15,-2-7-2-15,0 0 3 0,0 0-2 0,0 0 5 16,0 11-9-16,0-11 11 0,0 0-4 0,0 0 6 15,0 0 4-15,0 0 0 0,0 0 5 0,0 0 3 16,0 0 3-16,0 0-3 0,0 0-3 0,0 0 7 16,0 0-5-16,0 0-6 0,0 0-3 0,0 0 12 15,0 0-9-15,0 0-6 0,0 0-4 0,-4-29 4 0,3 22-1 16,1 7 4-16,-2-10-6 0,2 10 4 0,-1-12-6 16,1 12-1-16,-1-11 0 0,1 11 3 15,0-9-3-15,0 9-1 0,0 0 1 0,-2-9 4 16,2 9-11-16,0 0 3 0,0 0 0 0,0 0-4 0,0 0-2 15,0 0 7-15,0 0-2 0,0 0-9 0,0 0 0 16,0 0 12-16,0 0-3 0,0 0 3 16,0 0-5-16,0 0-1 0,0 0 7 0,8 23-1 0,-8-23 4 15,1 8-5-15,-1-8 2 0,0 0-2 16,2 8 6-16,-2-8-2 0,0 0 0 0,0 8-8 16,0-8 3-16,0 0 3 0,0 0 5 0,1 7-7 0,-1-7 1 15,0 0 1-15,0 0 1 0,0 0-1 0,0 0 2 16,0 0-3-16,0 0 5 0,0 0-4 0,0 0 9 15,0 0-1-15,0 0-5 0,0 0 6 0,0 0-6 16,0 0-1-16,0 0-8 0,0 0 9 16,0 0-2-16,0 0-7 0,0 0-1 0,0 0-4 15,0 0 0-15,0 0 2 0,0 0-4 0,0 0 6 16,-1-26 9-16,1 26-5 0,0 0-6 0,0 0 3 0,0 0-1 16,0 0-5-16,0 0 6 0,0 0 2 0,0 0-2 15,0 0 7-15,0 0-12 0,0 0 12 0,0 0-2 16,0 0 1-16,0 0 3 0,0 0-4 0,0 0-6 15,0 0 10-15,0 0-1 0,0 0 1 0,0 0 8 16,0 0-24-16,0 0 9 0,0 0 1 0,0 0-6 16,0 0-1-16,0 0-7 0,0 0 4 0,0 0-10 15,0 0 0-15,0 0-2 0,0 0-7 0,0 0 2 16,0 0-4-16,0 0-3 0,0 0 12 0,0 0 1 16,0 0-3-16,0 0 8 0,0 0-4 0,0 0 1 15,0 0 5-15,0 0-3 0,0 0 6 0,0 0 6 16,0 0-6-16,0 0 2 0,0 0 4 0,0 0-1 15,0 0 2-15,0 0 6 0,0 0-5 0,0 0-2 16,0 0 5-16,0 0 5 0,0 0 0 0,0 0 2 16,0 0-1-16,0 0-2 0,0 0-2 0,0 0 4 15,0 0 5-15,0 0 4 0,0 0-6 0,0 0 5 16,0 0-7-16,0 0 6 0,0 0-5 0,9-3 0 16,-9 3 1-16,0 0 3 0,0 0-2 0,0 0-4 15,0 0 4-15,0 0-2 0,0 0 5 0,0 0-5 16,0 0-8-16,0 0 2 0,0 0-1 0,0 0 4 15,0 0-3-15,0 0-11 0,0 0 13 0,0 0 5 16,0 0-8-16,0 0 0 0,0 0 7 0,0 0-4 16,0 0 2-16,0 0 4 0,0 0-8 0,0 0 10 0,0 0-8 15,0 0 2-15,0 0-4 0,0 0 2 16,0 0 3-16,0 0-9 0,0 0 2 0,0 0-1 16,0 0 8-16,0 0 6 0,0 0-5 0,0 0-14 15,0 0 14-15,0 0-18 0,0 0 17 0,0 0 1 0,0 0-7 16,0 0 0-16,0 0-1 0,0 0-2 15,0 0 7-15,0 0-17 0,0 0 22 0,0 0-6 16,0 0-1-16,0 0-4 0,0 0 4 0,0 0 1 16,0 0 0-16,0 0 0 0,0 0 0 0,-2-10-5 15,2 10 2-15,0 0 5 0,0 0 0 0,0 0 2 16,0 0-9-16,0 0 4 0,0 0 1 0,0 0-2 16,0 0 3-16,0 0-4 0,0 0 1 0,0 0 2 15,0 0-8-15,0 0 5 0,0 0 7 0,0 0-4 16,0 0-3-16,0 0 0 0,0 0 2 0,0 0-5 15,0 0 3-15,0 0 0 0,0 0-11 0,0 0 4 0,0 0 2 16,0 0-2-16,0 0-3 0,0 0-1 0,0 0 0 16,0 0-3-16,0 0-21 0,0 0 12 0,0 0-4 15,0 0-8-15,0 0-5 0,0 0 2 16,0 0-13-16,0 0-8 0,0 0-36 0,0 0-103 0,0 0 46 16</inkml:trace>
  <inkml:trace contextRef="#ctx0" brushRef="#br0" timeOffset="97864.19">27803 8443 12 0,'0'0'33'16,"0"0"-10"-16,0 0-15 0,0 0-11 0,0 0-10 15,0 0-12-15,0 0 5 0</inkml:trace>
  <inkml:trace contextRef="#ctx0" brushRef="#br0" timeOffset="122578.55">9087 9423 27 0,'0'-10'46'0,"0"10"-5"15,0 0 0-15,0 0-1 0,0 0-4 0,0 0 0 16,0 0 2-16,0 0-12 0,0 0 3 0,0 0-6 16,0 0 0-16,0 0-6 0,0 0 4 0,0 0-17 15,0 0 10-15,-3-6-1 0,3 6 2 0,0 0 0 16,0 0-4-16,0 0 2 0,0 0-5 0,0 0 0 15,0 0 0-15,0 0 2 0,0 0-5 0,0 0-10 16,0 0 10-16,0 0 0 0,0 0-5 0,0 0 0 16,0 0 9-16,0 0-7 0,0 0-1 0,0 0 4 15,0 0-4-15,0 0 5 0,0 0-4 0,0 0-1 16,0 0 7-16,0 0-3 0,0 0-7 0,0 0 3 16,0 0-6-16,0 0 5 0,0 0 1 0,0 0 1 15,0 0-3-15,0 0 0 0,0 0 1 0,0 0 5 16,0 0 1-16,0 0 1 0,0 0 2 0,0 0-6 15,0 0 5-15,0 0 4 0,0 0-8 0,0 0 9 16,0 0-19-16,0 0 12 0,0 0 0 0,0 0-3 16,0 0-2-16,0 0 3 0,0 0 4 0,0 0-4 0,0 0 1 15,0 0-4-15,0 0 10 0,0 0-8 0,0 0-8 16,0 0-1-16,0 0-12 0,0 0-7 16,0 0-11-16,0 0-4 0,0 0-59 0,0 0-106 15,0 0 46-15</inkml:trace>
  <inkml:trace contextRef="#ctx0" brushRef="#br0" timeOffset="123622.74">9072 9390 19 0,'0'0'19'0,"0"0"-1"16,0 0-4-16,0 0-6 0,0 0 6 0,0 0-5 15,0 0-1-15,4-6 0 0,-4 6-1 0,0 0 4 16,0 0-4-16,0 0-4 0,0 0-1 0,0 0-4 15,5-6-6-15,-5 6-16 0,0 0-24 0,0 0 12 16</inkml:trace>
  <inkml:trace contextRef="#ctx0" brushRef="#br0" timeOffset="123822.6">9098 9397 6 0,'0'0'44'0,"0"0"-4"0,0 0 0 0,0 0 0 16,0 0-5-16,0 0-3 0,0 0-7 0,0 0 0 15,0 0-1-15,0 0 1 0,0 0-6 0,0 0-8 16,0 0-8-16,0 0-7 0,0 0-10 0,0 0-12 16,0 0-29-16,0 0-58 0,0 0 26 0</inkml:trace>
  <inkml:trace contextRef="#ctx0" brushRef="#br0" timeOffset="123998.62">9086 9405 14 0,'0'0'0'0,"0"0"-3"0,0 0-3 0,0 0 3 16</inkml:trace>
  <inkml:trace contextRef="#ctx0" brushRef="#br0" timeOffset="124686.9">9090 9442 50 0,'0'0'52'0,"0"0"-3"0,0 0-12 0,0 0-10 0,0 0-23 16,0 0-13-16,0 0-26 0,0 0-39 16,0 0 18-16</inkml:trace>
  <inkml:trace contextRef="#ctx0" brushRef="#br0" timeOffset="125437.99">9110 9407 14 0,'0'0'38'0,"4"-7"-7"0,-4 7-8 15,0 0 1-15,0 0-10 0,0 0 2 0,0 0-5 16,1-10 1-16,-1 10-4 0,0 0 0 15,3-6 1-15,-3 6-3 0,0 0-1 0,0 0-6 0,0 0 1 16,3-7-2-16,-3 7-7 0,0 0 4 0,0 0-2 16,0 0 0-16,1-8-6 0,-1 8 6 0,0 0-2 15,0 0 5-15,0 0-11 0,0 0 14 16,-1-10 0-16,1 10 0 0,0 0 0 0,0 0 2 0,0 0 5 16,0 0-1-16,0 0 1 0,-3-8 0 0,3 8-1 15,0 0-4-15,0 0 5 0,0 0-1 0,0 0 4 16,0 0-4-16,0 0-5 0,0 0 5 0,-1-9 1 15,1 9-1-15,0 0 2 0,0 0 1 0,0 0 2 16,0 0 1-16,0 0-4 0,0 0-7 0,0 0 5 16,0 0-1-16,2-7 3 0,-2 7-3 0,0 0-4 15,0 0 0-15,0 0-7 0,0 0-1 0,0 0-8 16,-1-11-25-16,1 11-42 0,0 0 19 0</inkml:trace>
  <inkml:trace contextRef="#ctx0" brushRef="#br0" timeOffset="127232.67">8882 4624 6 0,'0'0'20'0,"0"0"-11"15,0 0 4-15,0 0 9 0,0 0-8 16,0 0-3-16,-5-4-2 0,5 4 1 0,0 0-6 16,0 0 2-16,0 0-5 0,0 0 3 0,0 0-2 15,0 0-1-15,0 0-1 0,0 0 2 0,0 0 0 16,0 0 3-16,0 0-8 0,0 0 6 0,0 0-1 0,0 0-3 16,-6-6 2-16,6 6-4 0,0 0 1 0,0 0 0 15,0 0-1-15,0 0-2 0,0 0-5 16,0 0-10-16,0 0-22 0,0 0 11 0</inkml:trace>
  <inkml:trace contextRef="#ctx0" brushRef="#br0" timeOffset="128603.25">9113 9306 14 0,'0'0'92'0,"0"0"-5"16,0 0-7-16,0 0-9 0,0 0-5 15,0 0-12-15,0-9 2 0,0 9-7 0,0 0-1 16,0 0-8-16,0 0 3 0,0 0-3 0,0 0-7 0,0 0-1 15,-1-11 6-15,1 11-14 0,0 0-9 0,0 0 4 16,0 0-9-16,0 0 5 0,0 0-10 16,0 0 5-16,0 0 7 0,0 0 0 0,0 0-4 0,0 0-14 15,1-8 2-15,-1 8 8 0,0 0 2 0,0 0-17 16,0 0 5-16,0 0-10 0,0 0-11 0,0 0 5 16,0 0-13-16,0 0-5 0,0 0-18 0,0 0 2 15,0 0-10-15,0 0-60 0,0 0-129 16,0 0 57-16</inkml:trace>
  <inkml:trace contextRef="#ctx0" brushRef="#br0" timeOffset="134484.21">27481 9128 42 0,'0'0'45'0,"7"1"1"0,-7-1 4 0,0 0-4 16,0 0 1-16,0 0-4 0,0 0 5 0,0 0-7 16,0 0-9-16,0 0-5 0,0 0-7 0,0 0 5 15,0 0 2-15,0 0-2 0,0 0-2 0,0 0 3 16,0 0-9-16,0 0 3 0,0 0-6 0,0 0 4 15,0 0-11-15,0 0 7 0,0 0-2 0,0 0 3 16,0 0 0-16,0 0-3 0,0 0-2 0,0 0 2 0,0 0-1 16,0 0-1-16,0 0-2 0,0 0-1 0,0 0 7 15,0 0-1-15,0 0-2 0,0 0 1 16,0 0-1-16,0 0-3 0,0 0-11 0,0 0 12 16,0 0-3-16,0 0 2 0,0 0 3 0,0 0 1 15,0 0-8-15,0 0 7 0,0 0-16 0,0 0 11 0,0 0-2 16,0 0-3-16,0 0-1 0,0 0 2 15,0 0 10-15,0 0-15 0,0 0 6 0,7 3 6 16,-7-3-14-16,0 0 14 0,0 0-3 0,0 0-2 0,0 0 0 16,0 0-2-16,0 0-6 0,0 0 5 0,0 0-7 15,0 0 3-15,0 0 1 0,0 0 3 0,0 0-11 16,0 0 3-16,0 0-9 0,0 0-3 0,0 0 8 16,0 0-12-16,0 0 6 0,0 0-11 0,0 0-5 15,0 0-3-15,0 0 4 0,0 0-10 0,0 0-10 16,0 0-10-16,0 0-37 0,0 0-107 0,0 0 49 15</inkml:trace>
  <inkml:trace contextRef="#ctx0" brushRef="#br0" timeOffset="135175.15">27481 9100 19 0,'0'0'11'0,"0"0"-2"0,0 0-8 0,0 0-8 0,0 0-7 16,0 0 2-16</inkml:trace>
  <inkml:trace contextRef="#ctx0" brushRef="#br0" timeOffset="140541.18">9311 9271 26 0,'0'0'38'0,"0"0"2"16,0 0-9-16,0 0-11 0,0 0-17 0,0 0-15 15,0 0-13-15,0 0-26 0,0 0 12 0</inkml:trace>
  <inkml:trace contextRef="#ctx0" brushRef="#br0" timeOffset="141563.44">8938 7942 51 0,'0'0'74'0,"0"0"-7"16,0 0-10-16,0 0-5 0,0 0-7 0,0 0-4 0,0 0-2 16,0 0-4-16,0 0-8 0,0 0 0 0,0 0-11 15,0 0-4-15,0 0-6 0,0 0-9 16,0 0-23-16,0 0-12 0,0 0-43 0,0 0-87 16,0 0 39-16</inkml:trace>
  <inkml:trace contextRef="#ctx0" brushRef="#br0" timeOffset="141969.78">9063 7965 7 0,'0'0'24'0,"0"0"-12"15,0 0-14-15,0 0-6 0,0 0-6 16,0 0 2-16</inkml:trace>
  <inkml:trace contextRef="#ctx0" brushRef="#br0" timeOffset="160210.44">9029 9456 12 0,'0'0'33'0,"0"0"-4"16,0 0-5-16,0 0-1 0,0 0 2 0,0 0-9 0,0 0-1 15,0 0 2-15,0 0-2 0,0 0-2 0,0 0 1 16,0 0-3-16,0 0-1 0,0 0 2 0,0 0 0 16,0 0-3-16,0 0 2 0,0 0-8 0,0 0 13 15,0 0-8-15,0 0-1 0,0 0-2 0,0 0 3 16,0 0 0-16,0 0-5 0,0 0 4 0,0 0-5 16,0 0 3-16,0 0-4 0,0 0 0 15,0 0-4-15,0 0 5 0,0 0 8 0,0 0-9 16,0 0 5-16,0 0-7 0,0 0 2 0,0 0-1 15,0 0 1-15,0 0 4 0,0 0-6 0,0 0 5 0,0 0-3 16,0 0-9-16,0 0 9 0,0 0 0 0,0 0 1 16,0 0 0-16,0 0-3 0,0 0 5 0,0 0-12 15,0 0 5-15,0 0 6 0,0 0 0 0,0 0-1 16,0 0-1-16,0 0-2 0,0 0-1 0,0 0 0 16,0 0-9-16,0 0-4 0,0 0-14 0,0 0-28 15,5-6-62-15,-5 6 28 0</inkml:trace>
  <inkml:trace contextRef="#ctx0" brushRef="#br0" timeOffset="161462.84">8981 4579 8 0,'0'0'17'0,"3"-6"0"15,-3 6-3-15,0 0 2 0,0 0-2 0,0 0-3 16,0 0 4-16,0 0-1 0,0 0-7 0,0 0 7 15,0 0-2-15,0 0-3 0,0 0 1 0,0 0 5 16,0 0-7-16,4-5 3 0,-4 5 3 0,0 0-1 16,0 0-5-16,0 0-2 0,0 0 11 0,0 0-13 15,0 0 0-15,0 0 2 0,0 0-3 0,0 0-6 16,0 0 5-16,0 0 1 0,0 0-4 0,0 0 0 16,0 0 0-16,0 0-5 0,0 0-7 0,0 0-12 15,0 0-16-15,0 0-43 0,0 0 19 0</inkml:trace>
  <inkml:trace contextRef="#ctx0" brushRef="#br0" timeOffset="162871.13">25142 9039 11 0,'0'0'74'0,"0"0"-5"0,0 0-8 0,0 0 1 16,-6-6 3-16,6 6 1 0,0 0-5 0,0 0-7 15,0 0 3-15,0 0-11 0,-4-5-2 0,4 5-6 0,0 0-3 16,0 0-4-16,0 0-9 0,0 0-11 16,0 0 15-16,0 0-4 0,0 0-4 0,0 0 1 0,0 0-5 15,0 0-5-15,10-10-3 0,-10 10-5 0,0 0 2 16,12 0-6-16,-12 0-2 0,11 1-1 0,-11-1-2 16,16 3-5-16,-5-2 4 0,2 0-8 0,4-1-3 15,3 2-3-15,-3 0-3 0,2-1-8 16,0 1-2-16,4 0-2 0,6 1-4 0,-8-1-8 15,8-2 1-15,-9 2-42 0,7-1-100 0,-7 1 45 0</inkml:trace>
  <inkml:trace contextRef="#ctx0" brushRef="#br0" timeOffset="169945.07">3819 9359 31 0,'0'0'53'0,"0"0"0"0,0 0-7 0,0 0-2 0,0 0-4 15,0 0-1-15,0 0-5 0,0 0 0 0,0 0-6 16,0 0 3-16,0 0-3 0,-1-7-3 0,1 7 5 16,0 0-6-16,0 0-2 0,0 0 3 15,0 0 1-15,0 0-3 0,0 0 5 0,0 0-9 16,0 0-3-16,0 0 12 0,0 0-15 0,0 0 6 0,0 0-11 15,0 0 4-15,0 0-9 0,0 0 11 16,0 0-4-16,0 0-7 0,0 0 4 0,0 0-1 0,0 0-1 16,0 0-5-16,0 0 3 0,0 0 6 0,0 0-10 15,0 0-7-15,0 0-9 0,0 0-9 0,0 0-7 16,0 0-9-16,0 0-5 0,0 0-65 16,0 0-119-16,13-1 53 0</inkml:trace>
  <inkml:trace contextRef="#ctx0" brushRef="#br0" timeOffset="177170.45">25044 9057 19 0,'0'0'51'0,"0"0"-8"0,0 0 10 15,0 0-10-15,0 0-6 0,0 0 4 16,0 0-6-16,0 0-3 0,0 0-10 0,0 0 7 15,0 0-2-15,-5-3-6 0,5 3-1 0,0 0 1 16,0 0-3-16,0 0 2 0,0 0 1 0,0 0-9 0,0 0 2 16,0 0 6-16,0 0-14 0,0 0-2 15,0 0 4-15,0 0 1 0,0 0-2 0,0 0-3 16,0 0 2-16,0 0 1 0,0 0-4 0,0 0 0 16,0 0 2-16,0 0-6 0,0 0 0 0,0 0 9 0,0 0-1 15,0 0-3-15,0 0-10 0,-10-2 6 16,10 2 4-16,0 0-4 0,0 0 5 0,0 0-4 15,0 0-5-15,0 0-7 0,0 0 18 0,0 0 0 16,0 0-3-16,-11-1 1 0,11 1-3 0,0 0 1 0,0 0 3 16,0 0-6-16,0 0 5 0,-10-2-5 0,10 2 2 15,0 0 2-15,0 0-1 0,0 0-1 0,0 0-5 16,0 0 2-16,0 0-4 0,-11 0 2 0,11 0 0 16,0 0 1-16,-10-2 0 0,10 2-4 0,0 0-6 15,-12-1-4-15,12 1 2 0,-9 0-6 0,9 0 6 16,0 0-3-16,-12-3 2 0,12 3-3 0,-11 0 6 15,11 0-5-15,-11-1 7 0,11 1 1 0,-12-1-4 16,12 1 8-16,-13-1-20 0,13 1 17 0,-12-2 7 16,4 2-9-16,8 0-2 0,-14-2-1 0,5 1-2 15,9 1 1-15,-15 0 8 0,8 0-6 0,-5 0 0 16,1 1 2-16,11-1-2 0,-16 0-8 0,7 0 8 16,9 0-2-16,-17-3-5 0,8 3 4 0,0 0 3 15,9 0-3-15,-18 0 7 0,11 0 1 0,-2 0 1 16,-3 0 0-16,3-1 1 0,-2 1-6 0,11 0 9 0,-18-1-4 15,8 1 4-15,-1 0-8 0,-1 1 7 16,-1-4-2-16,0 2 5 0,2-1-2 0,-1 2-1 16,2 0 0-16,-2-2-1 0,0 2-5 0,1-1-2 15,0 0-13-15,-1 0-25 0,1-1 11 0</inkml:trace>
</inkml:ink>
</file>

<file path=ppt/ink/ink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4:20.117"/>
    </inkml:context>
    <inkml:brush xml:id="br0">
      <inkml:brushProperty name="width" value="0.05292" units="cm"/>
      <inkml:brushProperty name="height" value="0.05292" units="cm"/>
      <inkml:brushProperty name="color" value="#FF0000"/>
    </inkml:brush>
  </inkml:definitions>
  <inkml:trace contextRef="#ctx0" brushRef="#br0">32001 1819 20 0,'0'0'34'0,"0"0"-11"0,-5-14 0 16,5 14 11-16,-4-8 0 0,4 8 0 0,-6-6-2 16,6 6-1-16,-7-8-3 0,7 8 10 0,-6-8-22 15,6 8 5-15,-7-5-7 0,7 5 9 0,-8-8-9 16,8 8 0-16,-13-7 1 0,7 4 8 0,-3-3-16 15,-1-1 3-15,-1 4-3 0,0-3-4 16,0 0-6-16,0-1 12 0,-2 2 2 0,-3-1 3 16,-3-2-11-16,1 3 13 0,-4 0-13 0,-5-4 2 15,-1 6-7-15,2-3 0 0,-3-2 2 0,-3 5 2 16,1 0-2-16,-2 0-3 0,-2 2 9 0,-1 0-3 16,0-1-1-16,-4 2-1 0,-11 0 1 0,0-2 5 15,13 4-8-15,-15-8 0 0,14 9 0 16,-15-7 2-16,0 4-1 0,-1-2 1 0,0 2 8 0,3-2-1 15,0 2 0-15,-5 0 5 0,5 2-9 16,-4-2 6-16,1 2-3 0,1-2 3 0,-1 3 0 16,4-1-4-16,-1 2 14 0,1-3-11 0,-3 2-1 15,1 1 0-15,0-1 5 0,-1 0-7 0,1 3 6 16,2-1-7-16,-2 0 12 0,-3 2-10 0,2 2-3 16,0-5 6-16,1 6 3 0,-1-1 7 0,-1 0-9 15,4-1-8-15,1 1 11 0,12 0-4 0,-1-2-1 16,-13 2 0-16,-2 3 0 0,4 1-2 0,1-3-1 15,-1 3-6-15,0-2 10 0,-1 3-10 0,0 0 6 16,-1 1-15-16,1-3 14 0,2 5 2 0,-3-2-10 16,0 1 9-16,0 0-6 0,1-3 4 15,2 6-7-15,-1 1 2 0,-6-1 5 0,4 2 4 0,-1-2-11 16,-1 2 4-16,-2 0 2 0,-1 4-1 16,2-3 1-16,1 4 1 0,-4 2-3 0,5 2 10 15,1 2-10-15,2-3 4 0,4 3-1 0,0-2 2 16,2 3-2-16,3 1 0 0,-2-2 0 0,7 1-4 15,7-7 1-15,-7 9 2 0,3-1 8 0,-3 0-15 16,9-8 7-16,-9 10-3 0,13-7 9 0,-4-1-3 0,-2 9-5 16,4-8 4-16,-2 9-8 0,10-12 8 15,0 5-4-15,2-1-1 0,-1 3 7 0,1 10-1 16,3-10-6-16,4 1 6 0,-1-1-3 0,4-1 2 16,-4-1-2-16,6 1 6 0,-1-1-3 0,2-3-1 15,2 3 0-15,-2 0-13 0,2-3 8 0,2 3 0 16,0-3 5-16,2 1 2 0,-1-1-2 0,2 0 4 15,3-2-4-15,-3 0 2 0,3 1-6 0,2-2 1 16,-1 1 4-16,0-1-2 0,5-1-1 0,-3 1 2 16,2-2-2-16,5 0 3 0,0 5-4 0,-4-2 7 15,4-2-5-15,4 0-3 0,-2-1 6 16,1-1 0-16,0-3-10 0,2 1 13 0,-2-1-2 16,4 0-10-16,1-2 7 0,-1 0-3 0,4 0-1 15,0 0 4-15,4-1 5 0,2-1 3 0,12 6-6 16,-11-8 1-16,20 3 4 0,0 1 3 0,3-1-4 15,-3-4 3-15,6 1 1 0,4-2-6 0,21 6-1 16,-30-8 5-16,5 1 4 0,3 2 3 0,2-4-4 16,27 3 3-16,-33-2-4 0,3-2 4 0,1 1 3 15,30 3-1-15,-3 1-4 0,-31-10 5 0,4 8-4 16,2-3 2-16,26 4 2 0,-33-5-2 0,4 0-2 16,27 1 4-16,-31 2 1 0,5-3-4 0,0-1-3 15,29 3-1-15,-29 0-4 0,1-1 3 16,26 4-5-16,-31-2 2 0,1-4-4 0,3 2 8 15,-6 0 2-15,3 1-5 0,-3-2 3 0,-1 0 1 16,-2 1-4-16,0-3-4 0,0 2 4 0,-2-1-6 16,0 0 0-16,1 2 0 0,-2-4-7 0,0 1 0 15,-2-2 0-15,1 3 4 0,2-1-4 0,0-1 5 16,-2 0 1-16,2-2-10 0,-1 0 8 0,-1-2-1 16,0-1 1-16,1-3 1 0,0 3-5 0,1 0-6 15,-2 1 6-15,-1-3 1 0,0-1 0 0,0 1 0 16,2-5 2-16,-16 5-3 0,1-1-2 0,17-6 6 15,-17 8-2-15,12-7 0 0,-11 4-2 0,12-3-4 16,-16 3 2-16,4-2 2 0,12-1-4 0,-1 2 2 16,-11-1 0-16,0 2-3 0,12-4 0 0,5 0 6 15,-5 4-10-15,4-6 9 0,-2 3-3 0,-14 2 1 16,14-5-1-16,0 1 0 0,-14 3-1 16,12-6 4-16,0 0-1 0,-4 1-1 0,-10 1-1 0,11-6 2 15,-13 4-2-15,13-2 3 0,-2-4-3 16,-10 8 12-16,0-5-9 0,-1 5 4 0,-1-3-2 15,1 0 6-15,-2-2-6 0,0-1 1 0,-2 1 5 16,-1 2 2-16,0-4 0 0,-3 0-2 0,0 2-1 0,-3-4 3 16,-2-1 2-16,0 0 2 0,-2 3 4 0,-1-7-1 15,3-1 2-15,-3-1 2 0,-2 0-5 16,1 1-2-16,-3-1 1 0,-1 1-4 0,-1-1-3 16,2-1 1-16,-3-1 0 0,-3 2 3 0,2-2-8 15,-3-2-1-15,1 2-1 0,-2-2 2 0,2-1 0 16</inkml:trace>
  <inkml:trace contextRef="#ctx0" brushRef="#br0" timeOffset="362.46">33856 2314 1914 0,'-12'-29'-10'0,"-3"1"6"0,2 1-5 16,-2 1 2-16,0 0 2 0,-1 0-1 0,-3 1-2 15,1-2 29-15,0-2-5 0,-10-8 5 0,4 9-2 16,-6-9-14-16,-2 0 2 0,-2 3 2 0,-4 3-16 16,-3-3 8-16,-4 2-4 0,-6 5 0 0,-4-2-8 15,0 0 8-15,-3 2-3 0,-3 2 3 0,-21-10-11 16,24 12 9-16,-1 5 2 0,-4-1-8 16,1-1 3-16,2 0 4 0,1 1-1 0,5 5-3 15,-2 1-5-15,2 1 7 0,-1-1 2 0,6 2 4 16,-5 5-7-16,-4-1 5 0,-2-1 4 0,0 5-12 15,-4 0 10-15,-28 0 2 0,0 5-7 0,-4-1-4 16,7 3 9-16,-8 1-11 0,-2 1 5 0,1-3 2 16,-4 8-6-16,-5 2 4 0,-2-5-5 0,-11 6-2 15,-1-1 3-15,5 6 3 0,-3-3-10 0,2 1-11 16,-2 8 1-16,-3-1-12 0,-3-2-20 0,0 5-36 16,-3 4-37-16,1 4-93 0,-3 0-242 15,-1 0 108-15</inkml:trace>
  <inkml:trace contextRef="#ctx0" brushRef="#br0" timeOffset="3542.5">8627 6728 2 0,'0'0'10'15,"0"0"-2"-15,0 0-3 0,0 0 3 0,-4 5-2 16,4-5 1-16,0 0-1 0,0 0 1 0,0 0-2 15,0 0-2-15,0 0 0 0,0 0-1 0,0 0 6 16,-3 6-10-16,3-6 6 0,0 0 0 0,0 0-4 16,0 0 2-16,-4 5 8 0,4-5-7 0,0 0-3 15,0 0-1-15,0 0 2 0,0 0 2 0,-5 6 2 16,5-6-2-16,0 0-5 0,-5 4 0 0,5-4-1 16,0 0 7-16,0 0-1 0,0 0-3 0,0 0 3 15,-4 7 0-15,4-7-2 0,0 0-4 0,0 0 3 16,0 0-2-16,0 0 2 0,0 0 0 0,-4 6 3 15,4-6-2-15,0 0 0 0,0 0 1 0,0 0-2 16,-3 7 2-16,3-7-4 0,0 0-19 0,0 0-21 16,0 8 9-16</inkml:trace>
  <inkml:trace contextRef="#ctx0" brushRef="#br0" timeOffset="25230.78">31998 1278 49 0,'0'0'124'0,"0"0"-12"0,0 0-23 0,0 0 4 0,0 0-15 15,0 0-20-15,0 0 1 0,0 0 0 0,0 0-6 16,0 0-11-16,0 0-2 0,0 0-6 0,0 0-11 15,0 0 3-15,0 0 6 0,0 0-10 0,0 0 4 16,0 0-4-16,0 0 9 0,0 0 6 0,0 0 12 16,0 0 9-16,0 0-10 0,0 0 11 0,0 0-5 15,19-5-26-15,-3-6 8 0,33-12-5 0,11-3 5 16,38-15-8-16,3-8-13 0,13-3-30 0,9 4-53 16,-1-7-177-16,1-6-266 0,5-1 119 15</inkml:trace>
</inkml:ink>
</file>

<file path=ppt/ink/ink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09:55:19.843"/>
    </inkml:context>
    <inkml:brush xml:id="br0">
      <inkml:brushProperty name="width" value="0.05292" units="cm"/>
      <inkml:brushProperty name="height" value="0.05292" units="cm"/>
      <inkml:brushProperty name="color" value="#FF0000"/>
    </inkml:brush>
  </inkml:definitions>
  <inkml:trace contextRef="#ctx0" brushRef="#br0">7972 4304 6 0,'-14'2'10'0,"7"-2"-4"0,7 0-2 0,-10 1 5 15,10-1 9-15,-10 0-1 0,10 0 1 0,-10 0 7 16,10 0-1-16,0 0-1 0,-13 0 0 0,13 0 2 15,0 0 5-15,-12-2-8 0,12 2 8 0,-6-3-5 16,6 3 11-16,0 0-5 0,-9 0 0 0,9 0 3 16,0 0 12-16,0 0-13 0,-8-3 3 0,8 3-2 15,0 0 0-15,0 0 5 0,0 0-10 0,-7-3 7 16,7 3-6-16,0 0 2 0,0 0-5 0,0 0 2 16,0 0-11-16,0 0-6 0,0 0-12 0,0 0 19 15,0 0-1-15,0 0-10 0,0 0-1 0,0 0-1 16,0 0-5-16,0 0 3 0,0 0 4 0,0 0-6 15,0 0 5-15,0 0-7 0,24-3 0 0,-16 3 1 16,-8 0 5-16,17 2-7 0,-5-2 4 0,1 0 5 16,-2-2-7-16,3 4 1 0,3-4 5 0,1 2-7 15,1-1 5-15,1 1-6 0,-1 0 1 0,2 0 2 16,2-1-2-16,4-1 7 0,-5 2-6 0,-1-1 5 16,6 0-5-16,-5-1 2 0,1 2-6 15,-4-2 9-15,3 1-2 0,-2 1-9 0,1 0 0 0,0 0 2 16,6-2 4-16,-5 4-4 0,-3-2 5 0,3 0-4 15,0 0 9-15,6 1-7 0,-3-1-2 0,-3 0 11 16,0 0 16-16,1 0-25 0,-4 0-5 16,4 2 5-16,-1-2 0 0,6 0 0 0,-8 0 0 0,8 0 0 15,2 0-1-15,-2 0 4 0,-1 0 3 0,1 3 0 16,0-3-9-16,0 1-2 0,-1-1 12 0,-5 0-13 16,7 0 3-16,-2 3 1 0,1-3 4 15,-6 1 2-15,-1-1 10 0,1 2-11 0,6-1-7 0,-6 1-1 16,0-1 6-16,-1 2 4 0,8-3-5 15,-1 4-3-15,-5-4 0 0,2 3 0 0,-2-2 1 0,4 0-3 16,-5 2 8-16,-2-1-1 0,8-1 5 0,-6 0-9 16,0 1 1-16,-3-1 1 0,3-1-1 0,1 2-9 15,-2-1 0-15,1 0 12 0,-1 1-1 16,7 1 4-16,-9-2-10 0,3-1 3 0,1 2 4 16,-3-1 2-16,7 0 3 0,-5 1-4 0,-1-1-10 15,7 0 8-15,-7 0 2 0,1-1-5 0,1 0 4 0,3 0-5 16,2 1 14-16,1 0-8 0,-2-1 0 0,-1 0 6 15,1 0 2-15,1 3-11 0,2-5 4 16,0 2-9-16,1-2 0 0,0-1 4 0,-2 2 2 16,1-2-4-16,0 1 0 0,1 2 9 0,0-2-1 15,-2-1-3-15,0 3-6 0,2-3 9 0,0 0-7 16,-2 3 4-16,0-3-2 0,2 3-3 0,-3-1-5 0,0 1 14 16,-1 0 3-16,3-2-7 0,-9 2-6 15,1-2 14-15,5 2-9 0,-5 0-1 0,-1 0-10 0,2-2 10 16,-1 1 5-16,6 1 3 0,-1 0-7 15,-7 0 5-15,3 0-3 0,-3-1 0 0,1 1 2 16,6 0-5-16,-5 0 6 0,-2 0-4 0,2 0 1 0,-2 0 0 16,7-4-2-16,-5 3-1 0,0 1 4 0,-1 0-5 15,0-2-4-15,1 1 4 0,1-1 6 0,-3 2-5 16,2-1-5-16,-2 1 5 0,0 0-2 16,0-1 4-16,-1 1 3 0,-1 2-5 0,0-2 0 15,-1-1 2-15,0 0 2 0,1-1-1 0,-5 2-5 16,5-2 3-16,-1 2 3 0,-2 0-5 0,2 0 7 0,-3-2-7 15,0 2-1-15,4-3 2 0,-3 3 4 0,3 0-2 16,-5-1-4-16,6-1 1 0,-1-1-2 16,0 3 0-16,0-2 14 0,1 2-13 0,-2-1-8 15,2 1 12-15,-6-1 6 0,8 1-8 0,-3-3-3 16,-4 2 9-16,1 0-6 0,4 0 0 0,-6 0 2 16,0 1-1-16,6 0 6 0,1-3 0 0,-3 3-9 0,0-2-3 15,2 2 5-15,-1-1 2 0,1 1 0 16,-1-2 5-16,4 2 0 0,-2 0-7 0,0-2-4 15,1 1 8-15,1 1-4 0,-2-1-3 0,1-1 1 16,1 1 1-16,-2-2 6 0,0 3-2 0,1 0-2 16,-2 0 2-16,2-2-2 0,-4 2 3 0,6-1 2 0,-4 0 0 15,-2-1-9-15,2 5 9 0,1-6 2 16,0 2-8-16,-2-2 3 0,-1 3-1 0,1-2-1 16,1 2 5-16,2-4-4 0,2 4 11 0,-4 0-12 15,2-3 8-15,0 3-7 0,8-2 21 0,-10 1-23 16,2-3 12-16,0 4-11 0,-1-2 8 0,0 0-8 0,1-1 5 15,-1 2-3-15,-4-1-6 0,4 2 4 0,-7 0-2 16,3 0 5-16,2-2-3 0,0 1 4 16,-5 0-4-16,5-1 3 0,0 2-7 0,0 0-1 15,-1-1 6-15,0 1 15 0,-3 0-12 0,-1 0-2 16,-2-1-4-16,3 1-3 0,-1 0 10 0,-1-1-4 16,1 1 4-16,1 0-2 0,-1-1-1 0,-2 1 3 0,1-1 4 15,-2 1-2-15,-1 0-6 0,3-1 5 0,-1 1-2 16,-3 1-8-16,-8-1 3 0,19-4 7 15,-10 5 0-15,-3-2-5 0,-6 1 4 0,16 0-3 16,-7-1 5-16,-2 1 5 0,-7 0-2 0,16-1-4 16,-8 1 6-16,-8 0-6 0,14 1 2 0,-14-1 2 0,11 0 1 15,-11 0-5-15,11-1 5 0,-11 1-3 16,12 0 2-16,-12 0 0 0,9 0-5 0,-9 0 2 16,11 0-2-16,-11 0-2 0,0 0 2 0,12-2-2 15,-12 2 2-15,6 2-4 0,-6-2 2 0,0 0-4 16,0 0 7-16,0 0-2 0,13-2 1 0,-13 2-2 15,0 0 1-15,0 0 1 0,0 0 10 0,0 0-10 16,0 0 0-16,0 0-2 0,8 0 7 0,-8 0-6 16,0 0-5-16,0 0 7 0,0 0-5 0,0 0 2 15,0 0 0-15,0 0-13 0,0 0 0 0,0 0-13 16,0 0-12-16,0 0-5 0,0 0-20 0,0 0-3 0,0 0-14 16,0 0-8-16,0 0-7 0,0 0-13 0,0 0-83 15,0 0-201-15,0 0 89 0</inkml:trace>
  <inkml:trace contextRef="#ctx0" brushRef="#br0" timeOffset="22367.55">10541 3968 5 0,'0'0'21'0,"0"0"0"0,0 0-4 0,0 0-3 0,-6-3-3 16,6 3 4-16,0 0-1 0,0 0-4 0,0 0-3 15,0 0 3-15,0 0 0 0,0 0-2 0,-6-4-1 16,6 4-1-16,0 0 1 0,0 0-5 0,0 0 6 16,0 0-4-16,0 0 0 0,0 0 3 0,0 0 4 15,-8-2-8-15,8 2 2 0,0 0 4 0,0 0-7 16,0 0 10-16,0 0-10 0,0 0 1 15,0 0 1-15,0 0 0 0,0 0 3 0,0 0-2 16,0 0 3-16,0 0-1 0,0 0 1 0,-11 0-1 16,11 0 1-16,0 0 5 0,0 0 0 0,0 0 5 15,0 0-4-15,-10 0 7 0,10 0-5 0,0 0 1 0,0 0-10 16,0 0 5-16,-8-3 4 0,8 3 1 16,0 0-8-16,0 0 3 0,-10-3-1 0,10 3-7 0,0 0 6 15,-11 0 0-15,11 0-4 0,0 0-5 16,0 0 6-16,-10 0 8 0,10 0 0 0,0 0-7 15,0 0 1-15,0 0 2 0,0 0 0 0,0 0-8 16,0 0 7-16,-10-2-9 0,10 2 5 0,0 0 2 16,0 0-7-16,0 0 4 0,0 0-6 0,0 0 4 15,0 0 3-15,0 0-4 0,0 0-1 0,0 0 2 0,28 6 3 16,-19-4-7-16,1-1 1 0,-1-1 1 16,4 0 4-16,-1 1-4 0,-1 1 2 0,2-2 0 15,1 2-2-15,0-2 1 0,3 1 0 0,0-1 1 16,1 0-1-16,-4 3 8 0,1-2-1 0,-2 1-5 15,0-2 0-15,-1 1 1 0,-1 0-5 0,-11-1 7 16,21 0-1-16,-11 1 9 0,-10-1 1 0,15-1-2 0,-15 1 2 16,13 1 2-16,-13-1-3 0,9 2 0 15,-9-2-1-15,0 0 2 0,0 0 4 0,0 0 1 16,0 0-3-16,14 1 7 0,-14-1 7 0,0 0 2 16,0 0-2-16,0 0 2 0,0 0-3 0,4 1 1 15,-4-1-8-15,0 0-1 0,0 0-5 0,0 0 5 16,0 0-10-16,0 0 1 0,0 0 11 0,0 0-9 15,0 0-7-15,0 0 6 0,0 0-8 0,0 0-1 16,0 0 6-16,0 0-4 0,0 0-2 0,0 0 10 16,0 0-10-16,0 0 2 0,0 0-2 0,0 0-3 15,0 0-2-15,0 0-19 0,0 0-2 0,0 0-15 16,0 0-15-16,0 0-10 0,0 0-10 0,0 0-3 16,0 0-10-16,0 0-7 0,0 0-63 0,5 4-165 15,-5-4 73-15</inkml:trace>
  <inkml:trace contextRef="#ctx0" brushRef="#br0" timeOffset="24816.73">27180 11005 53 0,'-12'-2'85'0,"-1"0"12"16,-1 1-9-16,1 0-10 0,-5-1 5 0,5 4 1 15,1-2 3-15,1-2 4 0,3 1-23 0,8 1 11 0,-14 0-13 16,14 0-6-16,-11 1-10 0,11-1-2 16,-7 0-4-16,7 0-10 0,0 0 1 0,-10 2-11 15,10-2-4-15,0 0 6 0,0 0 3 0,0 0 12 0,23 5-1 16,-3-2-1-16,14-2-1 0,4-1 5 0,14 0-14 15,4-3 7-15,3-1-5 0,4-1 4 16,0-2-10-16,27-3 3 0,-30 0 6 0,1 3-9 16,-3-2 4-16,0 2-1 0,2 0-6 0,-3-3 4 15,1 1-4-15,-7-1-3 0,-13 5-4 0,-3-1 5 0,-5 1-6 16,0-2 4-16,-11 5-5 0,-1 0 1 16,-4 0-4-16,-4 0-6 0,-3 1 12 0,0 0 1 0,-7 1-1 15,11-1 0-15,-11 1 0 0,7-1-2 0,-7 1-7 16,0 0 3-16,0 0-2 0,0 0-2 0,0 0-3 15,0 0-8-15,0 0-10 0,0 0-15 0,0 0-19 16,-25 7-18-16,18-6-20 0,-2 3-24 0,0-3-25 16,0 1-28-16,0 3-85 0,-2-1-270 0,2-3 120 15</inkml:trace>
  <inkml:trace contextRef="#ctx0" brushRef="#br0" timeOffset="25205.5">28395 10458 119 0,'-2'-9'131'0,"-1"-1"-13"0,0 4 12 0,2-1-10 0,1 7-1 16,-4-9-11-16,0 2-9 0,4 7-17 15,0 0-5-15,-3-7-10 0,3 7-5 0,0 0-7 16,0 0 3-16,0 0-3 0,1 39 0 0,-1-20 5 16,1 10-6-16,-2 5-2 0,1 0-1 0,1 15-7 15,-1-1 6-15,1-2-5 0,3 6-4 0,-4-4-1 16,2 2 3-16,-2 2-4 0,3-1 1 0,-3-1-4 16,4 0-3-16,-2-1 3 0,0-1-4 0,0-2 1 15,0 2-7-15,-2-14 0 0,4 13-4 0,-3-15-3 0,-1 1 0 16,0-3-1-16,1-1-4 0,-1-1 2 0,0-1-4 15,0-8 0-15,1 0 2 0,-1-2-6 16,0 0-9-16,0-2-12 0,-2-4-12 0,2-1-22 0,-1-1-19 16,1-1-29-16,0-8-11 0,0 0-22 0,0 10-33 15,0-10-131-15,0 0-315 0,0 0 139 0</inkml:trace>
  <inkml:trace contextRef="#ctx0" brushRef="#br0" timeOffset="25941.76">28709 10452 1295 0,'-1'-27'77'0,"1"2"47"0,-3 6-34 16,2 2-23-16,-1 4-23 0,0-2-12 0,4 5-19 15,-1 3 2-15,4-2-5 0,6 2-1 0,13-6-1 16,8 0-3-16,24-2 1 0,5 2-2 0,36-3 2 15,9-2 2-15,4 6-8 0,3-1 1 0,4 0 1 16,-3 1 2-16,7-6-1 0,2 10 2 0,-1-4-4 16,-1 3 0-16,-2-1 0 0,2 2-5 0,-7-6 1 15,0 3 9-15,-4 5-1 0,-3 2-9 0,-6-5 3 16,-4 4 5-16,-5 0-7 0,-28 2 0 0,1 1 0 16,-5 0 3-16,3 2-4 0,-4-2 4 0,-7 2 0 0,-15-2 0 15,0 0 0-15,-6 1-5 0,-3 1 3 16,-8 0 3-16,-3-3-2 0,-4 3-1 0,-4 0 8 15,-2 0 0-15,-7 0 6 0,13 0 6 0,-13 0 0 0,10 2 2 16,-10-2-3-16,7 1-3 0,-7-1 0 0,0 0-6 16,9 1-2-16,-9-1 2 0,0 0-3 0,6 9 1 15,-5-2-2-15,-1 4 3 0,1 0 7 0,2 7 4 16,1 1 5-16,0 8-9 0,0 2 6 0,2 1-1 16,-1 2-4-16,-1 2 0 0,1 0 4 0,4 13 5 15,-5-13-4-15,2 12 4 0,2 2-3 0,-2-3-2 16,-2-10-2-16,0 11 0 0,0 5 3 0,0-5 1 15,-1 4 0-15,0-5-6 0,0-9 1 0,-3 10-3 16,1-12-2-16,0-1 2 0,-1 2-20 0,0-3 0 16,1 0 7-16,-2-4-9 0,0 1 10 0,-3-4-3 15,-1-5-1-15,2 0-2 0,0-2 0 0,-4 1 5 16,5-1-3-16,-2 0 3 0,-1-2 0 0,-4 2 4 16,2-3-1-16,2 2-6 0,-3-3 2 0,2-3-1 15,-7 5 5-15,2-2-5 0,-3-1-2 0,-8 3-1 16,5-4 1-16,-7 1-6 0,5-4-6 0,-9 1 2 15,0 3 3-15,-2-3 3 0,-3-2-3 0,-1 1-4 16,0-1 3-16,-5-1 0 0,-11 1 3 0,-5-1-5 16,-3-3 5-16,-4 5-8 0,-2-6 1 0,-28 6-6 15,27-5 7-15,-26-1-8 0,-1-2 2 0,-4 1 9 16,2-4-7-16,-4 1 5 0,-5 1-3 0,2 3 6 16,-4-1-2-16,3 6 4 0,1-7-4 0,8 2 5 15,26-1 2-15,2-1 6 0,-1-1-4 0,2 0-3 16,0 0 4-16,3 2-3 0,3-2 7 0,2 2-3 15,-1 3-3-15,5-2 0 0,1 1-5 0,13-4-3 16,2 0-15-16,0 0-6 0,7 0-25 0,10-2-33 16,6 1-38-16,13 1-135 0,-21-5-285 0,21 5 126 15</inkml:trace>
  <inkml:trace contextRef="#ctx0" brushRef="#br0" timeOffset="26337.07">29895 10290 1692 0,'-2'-15'41'0,"-3"-1"19"15,3 6-20-15,1 0-19 0,0 4-15 0,1 6-14 16,-1-10-6-16,1 10 9 0,0 0 1 0,0 0-4 0,17 16 6 16,-10-5 0-16,1 6 2 0,3 7 11 15,-2 5-6-15,-1 5 16 0,0 13 9 0,0 1-1 16,-3 0-1-16,3 5 2 0,-4 1 3 0,-2-3 0 16,2 4-1-16,-4-2-9 0,0-2 4 0,-4 2-3 15,2-6 1-15,2-1-5 0,-3-12 0 0,1 0-2 0,0 1 0 16,1-3 0-16,1-1-3 0,0-2-1 15,0-1-2-15,1-3-2 0,1-4-1 0,-1-2 1 16,0 0-5-16,1-2 0 0,-1-1-18 0,1-1-21 0,-2-3-19 16,2 0-22-16,-5-1-18 0,2-2-28 0,-4 1-27 15,1-1-27-15,-6-2-97 0,-1-6-295 16,0-1 131-16</inkml:trace>
  <inkml:trace contextRef="#ctx0" brushRef="#br0" timeOffset="26653.26">29278 10704 4 0,'1'-10'167'0,"-1"0"-9"15,0 1-6-15,1 2-5 0,-1 7-8 0,0-10-6 16,0 10-20-16,0 0-10 0,0 0-12 0,0 0-9 15,0 0 8-15,0 0-8 0,2 29-1 0,-4-3 1 16,2 3-6-16,-3 6-7 0,1-2-1 0,-1 3-5 16,0 9-4-16,-1-10-5 0,2 1-4 0,-1-2-5 15,-1 2 1-15,0-4-8 0,3 1-3 0,0-4-1 16,-3-2-3-16,3-2-3 0,-3-5-6 0,4 0 0 16,-1-2-4-16,-2 0 2 0,1 0-4 0,-1-1-5 15,-1-2-27-15,0-2-25 0,0-2-23 0,1 0-23 16,-5 4-23-16,3-7-19 0,0-1-24 0,-3 0-153 15,3-3-330-15,-3-3 147 0</inkml:trace>
  <inkml:trace contextRef="#ctx0" brushRef="#br0" timeOffset="26930.01">29293 10662 50 0,'16'-14'122'0,"0"1"-10"0,2 4 9 0,10-3-14 16,2 5 0-16,0 1-2 0,2 6-9 0,3 0-4 15,-3 4-3-15,-5 1-4 0,1 5-5 0,-5 2-10 16,-8 2-6-16,-3 2-10 0,-4-1 0 0,-5 2-7 16,-3 3-5-16,-5-1 1 0,-4 6-2 0,-3-1-10 15,-1-1-4-15,-7 0-3 0,-4-1 2 0,1-1-6 16,-1-2-3-16,-1-4 3 0,1 0-9 0,6-3-3 15,2 1-9-15,-4-4-17 0,6-1-24 0,-1 1-23 16,5-3-17-16,0 0-25 0,5-2-135 0,-2 1-262 16,7-5 116-16</inkml:trace>
  <inkml:trace contextRef="#ctx0" brushRef="#br0" timeOffset="27359.19">30437 10876 1468 0,'12'-7'13'0,"-3"0"54"0,1 0-7 0,-3 3-12 0,-1-1-29 16,0 1 3-16,-6 4-11 0,9-6 0 0,-3 5 1 16,-6 1 9-16,12 0 12 0,-12 0 4 0,13 4 0 15,-6-2 7-15,2 4-2 0,0 2-5 0,-2 1-8 16,1 1 6-16,0-2-1 0,-3 4-6 0,0-2-1 15,-1-1-7-15,0 1 10 0,4-1-5 0,-6-2-4 16,1 0 2-16,-2-2-2 0,2 2-2 16,-3-7-3-16,2 10 0 0,-2-10 3 0,2 7 1 0,-2-7 5 15,2 6 6-15,-2-6-3 0,0 0-1 0,0 0-4 16,0 0-2-16,0 0-4 0,0 0-1 0,0 0-2 16,-1-28 3-16,2 16-3 0,3-3-4 0,1-1-1 15,5-1-2-15,0 0-1 0,6-8-3 0,-1 4 2 16,3 1-3-16,1 4 0 0,0-3 0 0,-3 6 0 15,-1 5-4-15,0-1 1 0,2 3-1 0,-7 2 2 16,3 1-7-16,-5 4 5 0,2 3-3 0,0-1-3 16,-2 2 2-16,-1 6 1 0,1 4 2 0,1-1 1 15,-3 0-2-15,-3 4-7 0,-2-2-13 0,1 10-21 16,-5-2-32-16,2-4-20 0,-3 0-32 0,0 0-40 0,-2 2-173 16,-1-3-369-16,3 0 163 0</inkml:trace>
  <inkml:trace contextRef="#ctx0" brushRef="#br0" timeOffset="28483.6">26911 11001 67 0,'-1'4'87'15,"-3"5"5"-15,0 2-3 0,-1 7 4 0,0 1-10 16,3 9-3-16,-2 0-2 0,-1 3-8 0,1 1 10 16,0 14-9-16,0 0-3 0,0 1-1 0,0 6 2 15,2 0 1-15,-1-2-1 0,1 3-5 0,-2 0-5 16,0 0-5-16,3 1 3 0,-3 2-9 0,-1-1-5 15,2-1-5-15,-1-4-2 0,2 0 5 0,2-1-11 16,0-4-3-16,-2 1-6 0,4-3 1 0,0-8-1 0,0 0 0 16,3-1-7-16,0 1 4 0,4-3-1 15,-3-2-7-15,1 0 2 0,3-2-3 0,-4-1 2 16,1-3-1-16,-1 0-1 0,-1-7-7 0,-3 0 2 16,3-1 6-16,-1-2-9 0,1 0 5 0,-1-4-1 15,-2-1-4-15,3-1 7 0,-3-2 0 0,5 0-4 16,-3 0-1-16,1-4 2 0,2 4-4 0,3-2 7 15,2-1-6-15,6-3-1 0,4 1 2 0,8-2-4 16,5-2 1-16,3-3 5 0,17 1-2 0,3-4-1 0,5 3-1 16,31-7-3-16,-4 0 11 0,-2 2-3 0,-23 2 4 15,27-3-5-15,4 2 5 0,0 0-1 0,-3 1 2 16,-1 0 4-16,4 3-9 0,-4-1 5 0,-28 3-2 16,2 1 2-16,-3-2 0 0,1 3 0 0,-6 0 0 15,-8 0-2-15,-14 1 2 0,-2 1-2 0,-3 0-2 16,-4 1 1-16,-7-1-3 0,-7 2-1 0,3-1 2 15,-5 0-2-15,1 1-5 0,-3 0 4 0,1-2 3 16,-4 2 0-16,-6-3-6 0,12 5 0 16,-6-3 2-16,1 1 3 0,-1 1-1 0,-6-4-16 0,7 4-3 15,-1 0-7-15,-6-4-16 0,9 4-12 0,-7 1-18 16,4-1-30-16,-6-4-21 0,8 6-45 0,-4-1-112 16,-4-5-298-16,5 6 132 0</inkml:trace>
  <inkml:trace contextRef="#ctx0" brushRef="#br0" timeOffset="29005.89">28858 11968 44 0,'3'-6'134'0,"0"1"-7"16,-3 5-14-16,1-7-4 0,-1 7-14 0,0 0-13 15,0 0-8-15,0 0-9 0,0 0-2 16,0 0-1-16,0 0 4 0,5 18 1 0,-2-1-3 0,-2 9 3 16,-1 3-4-16,0 3 0 0,0 22 6 15,0-5-4-15,4 4-6 0,-5 0 4 0,-2-1-2 0,3 1-14 16,0-2 8-16,-5-1-4 0,5-2-4 0,4-2-2 15,-4-10 0-15,1-1-4 0,3 0-3 0,-2 1-1 16,2-4-4-16,-1 3 0 0,-1-4-8 0,2 2 1 16,-2-1-5-16,2-1 0 0,-1-2-3 0,1-2-1 15,1-2 0-15,-2-5-3 0,-3-1 0 0,4 1-7 16,-2-2-20-16,2-1-9 0,-3-2-21 0,3 0-18 16,-3-4-35-16,2-3-17 0,-1-2-17 0,0 1-14 15,-2-7-27-15,0 0-85 0,0 0-277 0,0 0 123 16</inkml:trace>
  <inkml:trace contextRef="#ctx0" brushRef="#br0" timeOffset="29381.42">29224 12358 70 0,'0'0'158'0,"0"-8"-18"0,0 8-9 16,0 0-22-16,0 0-4 0,0 0-6 0,2-10-16 0,-2 10 4 15,0 0 11-15,0 0-4 0,0 0-8 0,0 0-8 16,5 33 0-16,-1-17-6 0,-2 0-6 15,-2 3-2-15,1 6 3 0,-1 1-3 0,0-1 11 16,-2 2-7-16,-1 1-7 0,2-1-2 0,1 2-5 0,-1-4-7 16,-1 3-4-16,2-3-5 0,0 0 0 0,2-5-2 15,-1 0-7-15,-1 1-1 0,3-5-5 0,-3 2-3 16,0-2-1-16,2-4-15 0,-2 1-16 16,4 3-29-16,-2-6-34 0,0 3-21 0,-2-4-24 15,2 0-25-15,-2 0-23 0,2-3-121 0,-2-6-314 0,0 0 139 16</inkml:trace>
  <inkml:trace contextRef="#ctx0" brushRef="#br0" timeOffset="29824.84">29274 12566 114 0,'-5'-5'142'0,"5"5"-9"0,0 0-13 0,0 0-16 0,0 0-5 15,0 0-13-15,10-8 0 0,1 5-2 0,1 2-2 16,11-1-6-16,5 1-1 0,7 1-4 16,2 0-6-16,15-1-3 0,2 1 3 0,3 0 0 15,2-1-6-15,0 0-8 0,0 1-1 0,7 0-6 0,-1-2-2 16,-1 1 1-16,27 1-4 0,-28 0-3 0,1 1-1 15,26-3-7-15,-28 2 3 0,4-2-2 16,24 2-3-16,-26 0-2 0,28-1-1 0,-32-2-5 16,5-2 0-16,26 0 0 0,-30 2-2 0,2 0 2 15,-1-1-1-15,0 0 2 0,-1 0-5 0,0 3 0 0,1-5 5 16,-5 6-2-16,-2-3 0 0,-4 2-17 0,-11-2 3 16,-2 1-3-16,-3 0-1 0,-2-1-1 0,-2 1 0 15,-5 2 1-15,-5-1-1 0,-8-1 2 0,-2 2 0 16,1-2 3-16,-5 0-1 0,1 2-2 0,-8 0 2 15,13 2-9-15,-13-2 7 0,0 0-9 0,9-2-13 16,-9 2-21-16,0 0-37 0,0 0-20 0,0 0-28 16,0 0-34-16,0 0-130 0,-26-13-314 15,15 5 139-15</inkml:trace>
  <inkml:trace contextRef="#ctx0" brushRef="#br0" timeOffset="31151.96">31764 10595 42 0,'0'0'86'0,"-8"-2"-1"0,8 2 8 0,0 0-14 16,0 0-2-16,-5-5 0 0,5 5-10 0,0 0-5 15,0 0-10-15,12-11-10 0,0 8 6 0,0-2-8 16,7 1 2-16,0-2-13 0,8 1 5 0,2 2-7 16,-2-2 0-16,4 1-3 0,-2-1 3 0,1 1-8 15,2 1 12-15,-2 1-10 0,2-2 2 0,0 2 9 16,1 1-9-16,1-1-8 0,-2 0 5 0,0 1-3 0,-2 1-4 16,-2-2 3-16,-6 2-20 0,-2 2 1 15,-2-4-1-15,-5 4 0 0,1-2 4 0,-2 1 1 0,0-1-2 16,-4 1 2-16,0 0 1 0,-8-1 3 15,14 0-16-15,-9 2 17 0,-5-2-5 0,9 3 2 0,-9-3-6 16,6 4 7-16,-6-4-3 0,7 5 10 16,-5 1-16-16,2-2 5 0,-1 3 2 0,-1 0-5 0,1 3 3 15,-2 0 6-15,2 3-5 0,-2-2 3 16,0 2-2-16,0 2 1 0,1-1 4 0,-1 3 0 0,0 2 0 16,2-1 2-16,-3 2 7 0,1 0-6 0,0 5 2 15,3-1-3-15,-3 1 2 0,3 1-1 0,0 1-2 16,-1 2 2-16,1 0 7 0,-1-1-4 0,1 1 4 15,1 2 2-15,-2-1 3 0,1 2 6 0,0-3-7 16,-2 2 0-16,1-1-7 0,-3 1 4 0,2-1 2 16,1-3 1-16,-3 4 1 0,0-5-4 0,0 2 4 15,1 0 4-15,-1 3 4 0,-1-3-3 0,1 4 5 16,-3-1-5-16,-1-4-5 0,3 4-3 0,-3-5 2 16,0 3-5-16,-1 0 1 0,-2 0 3 0,2-2-6 15,1 1 3-15,-1-2-1 0,-1 2-2 0,0 2-1 16,0-2 3-16,-1-2-6 0,2 2 1 0,1-2-4 15,-1-1-2-15,1 2 9 0,-1-2-9 0,-1 0 2 16,5 2 2-16,-1-2-2 0,0-6-1 0,1 0-6 16,2 7 5-16,-2-6-4 0,-1 4 2 0,2-4 1 15,0-1 0-15,0 7 0 0,-1-10 1 0,1 0-2 16,1 0-3-16,-2-3 1 0,1-1 3 0,0-1 2 16,0 1-9-16,0-3 6 0,0-1-3 0,0-1 1 15,0-7-1-15,-1 14-1 0,2-9 6 0,-1-5 0 16,0 8-4-16,0-8 2 0,0 0-2 0,-5 10 1 15,5-10-2-15,-8 2 0 0,8-2-1 0,-18 1 2 16,8-2-2-16,-4 0-3 0,-3 1 5 0,-2-2-6 16,1-2 2-16,4 4 0 0,1-1-2 0,-7-1 2 15,1 1 7-15,1 0-3 0,-1 1 2 0,0-1-3 16,1 0-6-16,-3 1 6 0,5-3-3 0,-6 4-2 16,4-2 5-16,0 1-2 0,0 0-2 0,-1 0 2 15,-1 0-1-15,2 3 0 0,0-3 0 0,-1 1 4 16,1-1-7-16,-1 2 5 0,-2 2 2 0,3-1-4 15,-3 1 1-15,-1-2 1 0,-4 5-2 0,-1-4 0 16,6 3 0-16,-1-3-6 0,-6 1 1 0,9-1-2 16,-8 1-2-16,-3-2 0 0,4 1 0 0,3-3-2 15,-7 0 1-15,1-2 4 0,0 0-1 0,-5-1-7 0,4-1 9 16,0 1 2-16,2-2 0 0,9 5 3 16,-3-4-2-16,3 1 2 0,1 1 3 0,4 0-10 15,1 0-14-15,2 2-12 0,11 0-26 0,-16-3-23 16,16 3-22-16,-10-2-17 0,10 2-17 0,-10-1-91 15,10 1-250-15,0 0 111 0</inkml:trace>
  <inkml:trace contextRef="#ctx0" brushRef="#br0" timeOffset="32314.37">29537 12123 1501 0,'3'-11'30'0,"-3"6"-25"0,0 5 7 16,0-12 22-16,0 12-20 0,3-9-5 0,-3 9-5 16,5-9 11-16,1 5 0 0,-1 2 16 0,5 0 5 15,-1-1 6-15,5-1 3 0,7 1-2 0,-3 1-4 16,2-1 1-16,-1 2-10 0,2-2 7 0,-1 3-6 16,-3-1 3-16,1 2-8 0,-7-1 0 0,2 0-2 15,-4 0-4-15,-3 0-2 0,2 2-7 0,-8-2 2 16,14 1-1-16,-9 0 3 0,-5-1-8 0,9 4-5 15,-5 0-8-15,-4-4-19 0,9 4-16 0,-5-1-17 16,-4-3-28-16,6 7-19 0,-3-4-27 0,-3-3-38 16,4 9-97-16,-4-9-289 0,-3 10 129 0</inkml:trace>
  <inkml:trace contextRef="#ctx0" brushRef="#br0" timeOffset="32980.81">28750 13089 58 0,'0'0'131'0,"0"0"0"0,0 0 1 0,0 0-13 16,0 0-7-16,20 12-2 0,-12 0-4 0,2 1-12 15,2 1-9-15,-4 2 0 0,10 6-4 0,-3-2-7 16,0 1-5-16,-4-5-5 0,0 1-6 0,6 3 1 15,-5-4-3-15,0 0-3 0,-1-1 1 0,2-2 6 16,0-1-3-16,0-1-6 0,0 0-2 0,-3-1-9 16,0-4-4-16,-2 3 1 0,1-2-6 0,-3-4-3 15,0 3-3-15,1-2 0 0,-7-4 1 0,6 4-4 16,-6-4 6-16,7 3 6 0,-7-3 1 0,0 0-6 16,15-5-3-16,-10 0 3 0,3-2 3 0,-1-2-3 15,1-1 2-15,0-4 0 0,-1-1-4 0,1-1 1 16,-2 0-4-16,1-4 0 0,-1 1-5 0,2-4 0 15,-1 4-2-15,-1-7-2 0,-3 7-3 0,3 0 3 16,-1 4-6-16,-1-2 0 0,2 1-1 0,-2 2-2 16,1 4 2-16,-1 2-7 0,-3 3-14 0,0-1-20 15,-1 6-23-15,4-9-29 0,-4 9-28 0,3-8-23 16,-3 8-11-16,0 0-6 0,0 0-19 0,0 0-138 16,0 0-334-16,15 11 148 0</inkml:trace>
  <inkml:trace contextRef="#ctx0" brushRef="#br0" timeOffset="33265.68">29463 13324 1 0,'0'0'153'15,"3"6"-3"-15,-3-6-12 0,0 0-3 0,0 10-1 16,0-10 10-16,0 13-6 0,0-6-16 0,-2 2-8 15,1-1-6-15,-1 2-7 0,0 1-10 0,2 0-8 0,-2 0-6 16,2 1-6-16,0-1-4 0,-3 0-11 16,5 1-1-16,-1-3-5 0,-1 1-3 0,0-1-8 15,0-3-2-15,0 5-4 0,0-3-2 0,0 0-5 16,0-8 1-16,0 14-6 0,2-8-5 0,-2-6-15 16,0 12-21-16,0-12-19 0,0 10-14 0,0-10-21 0,0 0-14 15,0 14-26-15,0-14-19 0,2 3-23 0,-2-3-110 16,0 0-286-16,0 0 127 0</inkml:trace>
  <inkml:trace contextRef="#ctx0" brushRef="#br0" timeOffset="33541.53">29438 13282 13 0,'0'0'141'15,"9"-1"-1"-15,3 2-5 0,0 2 8 0,1 1-5 0,7 3-4 16,1 2-7-16,3 4-11 0,2 0-5 16,-2 2-10-16,-4 1-4 0,-3-3-7 0,-3 2-8 15,-3 2-2-15,-3-2-13 0,0 3-6 0,-2-1-4 16,-3 1-2-16,-7-1-3 0,1-1-1 0,-4 0-3 16,-2 3-2-16,-3-5-3 0,-2-2-7 0,-1 2-1 15,-8 1-2-15,-1 2-2 0,-5-3 2 0,4-3-11 16,-5-2-9-16,2 0-25 0,-1 1-32 0,-1-7-42 15,2-1-31-15,7 0-49 0,-7-4-152 0,0 0-344 16,1-7 152-16</inkml:trace>
  <inkml:trace contextRef="#ctx0" brushRef="#br0" timeOffset="38907.42">25529 6432 43 0,'0'0'60'0,"0"0"-9"0,0 0-7 0,0 0-3 15,0 0-5-15,0 0-2 0,0 0-8 0,9 2-12 16,-9-2-8-16,0 0-13 0,0 0-7 0,0 0-14 15,6 1-23-15,-6-1-56 0,0 0 25 0</inkml:trace>
  <inkml:trace contextRef="#ctx0" brushRef="#br0" timeOffset="39622.11">26802 6391 104 0,'0'0'111'0,"0"0"-15"16,0 0 5-16,0 0-15 0,0 0-6 0,0 0-5 15,0 0-7-15,5 2-9 0,-5-2 0 0,0 0-12 16,0 0-4-16,0 0-6 0,0 0-2 0,0 0-6 15,0 0-1-15,0 0-5 0,0 0-1 0,0 0 0 16,0 0-5-16,0 0 2 0,0 0-4 0,0 0-4 16,0 0 1-16,0 0 5 0,0 0-6 0,0 0 4 15,0 0-10-15,0 0 3 0,0 0 2 0,0 0-9 16,0 0 0-16,0 0 5 0,0 0 1 0,0 0 2 16,0 0-3-16,0 0 1 0,0 0-5 0,0 0-2 0,0 0 6 15,0 0 4-15,0 0-13 0,0 0 5 0,0 0 6 16,0 0-6-16,0 0 6 0,0 0-5 15,0 0-1-15,0 0 1 0,0 0 8 0,0 0-7 16,0 0 5-16,0 0 1 0,0 0-3 0,0 0-1 0,0 0 1 16,0 0-7-16,0 0 3 0,0 0 0 0,0 0-3 15,0 0-4-15,0 0-5 0,0 0-18 0,0 0-9 16,0 0-14-16,0 0-17 0,0 0-2 0,0 0-5 16,0 0-8-16,0 0-12 0,0 0-56 0,0 0-161 15,0 0 73-15</inkml:trace>
  <inkml:trace contextRef="#ctx0" brushRef="#br0" timeOffset="42538.41">29275 10747 40 0,'0'0'75'0,"-3"-5"-6"0,3 5-11 15,0 0-5-15,0 0 2 0,-5-5-6 0,5 5 1 16,0 0-4-16,0 0 3 0,0 0 1 0,-4-8-2 15,4 8-7-15,0 0-6 0,0 0 0 0,0 0-10 16,0 0 4-16,-2-8-3 0,2 8-6 0,0 0 2 16,0 0-9-16,0 0 8 0,0 0-1 0,0 0-6 15,0 0-2-15,0 0 1 0,0 0-7 0,0 0 5 16,0 0-9-16,0 0 1 0,0 0 12 0,0 0-7 16,0 0-2-16,0 0-3 0,0 0-3 0,0 0-9 15,0 0-3-15,0 0-10 0,0 0-11 0,0 0 7 16,0 0-11-16,0 0-8 0,0 0 1 0,0 0-3 15,0 0-14-15,0 0-54 0,0 0-124 0,0 0 56 16</inkml:trace>
  <inkml:trace contextRef="#ctx0" brushRef="#br0" timeOffset="43960.89">28401 12364 75 0,'0'0'75'0,"0"0"-3"0,0 0-10 15,0 0-8-15,0 0-3 0,0 0 3 0,0 0-13 16,0 0 2-16,0 0-6 0,0 0-8 0,0 0 0 16,0 0-6-16,0 0 9 0,0 0-6 0,0 0-17 15,0 0 16-15,0 0-3 0,0 0-11 0,0 0 10 16,0 0-2-16,0 0-4 0,0 0 3 0,0 0-3 16,0 0 2-16,0 0-3 0,0 0-2 0,0 0 1 15,0 0 3-15,0 0-8 0,0 0-5 0,0 0 7 16,0 0 0-16,0 0 2 0,0 0-3 0,0 0-6 15,0 0 8-15,0 0-6 0,0 0-1 0,0 0-5 16,0 0 2-16,0 0-7 0,0 0 4 0,0 0 4 16,0 0 0-16,0 0 5 0,0 0-6 0,0 0-5 15,0 0 3-15,0 0-2 0,0 0-6 0,0 0-4 0,0 0 11 16,0 0-7-16,0 0 1 0,0 0 4 16,0 0-1-16,0 0 5 0,0 0-8 0,0 0 4 0,0 0-3 15,0 0 4-15,0 0 3 0,0 0-8 16,0 0 10-16,0 0-5 0,0 0 1 0,0 0 1 15,0 0 4-15,0 0-9 0,0 0-4 0,0 0 4 16,0 0-8-16,0 0 0 0,0 0-5 0,0 0-2 16,0 0-2-16,0 0-5 0,0 0-7 0,0 0-7 15,0 0-13-15,0 0-1 0,0 0-43 0,0 0-106 0,0 0 46 16</inkml:trace>
  <inkml:trace contextRef="#ctx0" brushRef="#br0" timeOffset="45312.71">28372 12405 2 0,'0'0'46'16,"0"0"-3"-16,0 0-9 0,0 0-2 0,0 0 2 15,0 0-8-15,0 0 1 0,0 0-6 0,0 0 1 16,0 0-8-16,0 0 5 0,0 0-6 0,0 0 1 0,0 0-1 15,0 0-6-15,0 0 6 0,-2 9-2 16,2-9-5-16,0 0 2 0,0 0 5 0,0 0-5 0,3 7-1 16,-3-7 0-16,0 0-2 0,0 0-2 15,0 0 5-15,2 8 0 0,-2-8-1 0,0 0 0 16,0 0-5-16,0 0 2 0,1 7-6 0,-1-7 3 0,0 0 0 16,0 0-1-16,0 0 3 0,0 0 2 15,0 0 4-15,0 0 2 0,0 0 2 0,0 0 5 16,0 0 4-16,2 5-5 0,-2-5 6 0,0 0 13 15,0 0-13-15,0 0-6 0,0 0 1 0,0 0 6 0,0 0-7 16,0 0 3-16,0 0-15 0,0 0 11 0,0 0-2 16,0 0-7-16,0 0-2 0,0 0 5 0,0 0 0 15,0 0-5-15,0 0 2 0,0 0-5 16,0 0-2-16,0 0 6 0,0 0-2 0,0 0-8 16,0 0 10-16,0 0-5 0,0 0 0 0,0 0-2 0,0 0 11 15,0 0-7-15,0 0-2 0,0 0 6 0,0 0-12 16,0 0 5-16,0 0-3 0,0 0 3 0,0 0-2 15,0 0 7-15,0 0-4 0,0 0 4 0,0 0-6 16,0 0 0-16,0 0-1 0,0 0 5 0,0 0 0 16,0 0 0-16,0 0-9 0,0 0 6 0,0 0-4 15,0 0 8-15,0 0-9 0,0 0 8 0,0 0-4 16,0 0 0-16,0 0 4 0,0 0-5 0,0 0-1 16,0 0-4-16,0 0 6 0,0 0 0 0,0 0-9 15,0 0 11-15,0 0 3 0,0 0-3 0,0 0 5 16,0 0-5-16,0 0 3 0,0 0-4 0,4 5-8 15,-4-5 14-15,0 0-7 0,0 0 5 0,0 0-11 16,0 0 8-16,0 0-2 0,0 0-1 0,0 0 3 16,0 0-1-16,0 0-4 0,0 0 1 0,0 0-2 15,0 0 6-15,0 0-1 0,0 0 15 0,6 3-15 16,-6-3-4-16,0 0 7 0,0 0-5 0,0 0 8 16,0 0-16-16,0 0 9 0,0 0 0 0,0 0 5 15,0 0-2-15,0 0-4 0,5 4 6 0,-5-4-5 16,0 0 5-16,0 0 0 0,0 0-13 0,0 0 11 15,0 0 0-15,0 0 3 0,0 0 0 0,0 0-4 16,0 0-2-16,0 0-1 0,6 3 0 0,-6-3 9 16,0 0-2-16,0 0-13 0,0 0 6 0,0 0 3 15,0 0-2-15,0 0-2 0,0 0 3 0,0 0-4 16,0 0 13-16,0 0-6 0,0 0-2 0,0 0-2 0,0 0 4 16,0 0-7-16,0 0 4 0,0 0-2 0,0 0 4 15,0 0 4-15,0 0-8 0,0 0 3 16,0 0-2-16,0 0 2 0,0 0-2 0,0 0-1 15,0 0 4-15,0 0-2 0,0 0 0 0,0 0 4 0,0 0-2 16,0 0-4-16,0 0 1 0,0 0 0 0,0 0 2 16,0 0-3-16,0 0 1 0,0 0-2 15,0 0 3-15,0 0 2 0,0 0-6 0,0 0 2 16,5 6 6-16,-5-6-9 0,0 0 7 0,0 0-2 0,0 0 0 16,0 0 2-16,0 0-1 0,0 0-5 0,0 0 1 15,0 0 2-15,0 0 5 0,0 0-10 0,0 0 0 16,0 0 13-16,0 0-10 0,0 0 4 0,0 0 2 15,0 0-1-15,0 0-1 0,0 0 1 0,0 0-1 16,0 0-2-16,0 0 3 0,0 0 4 0,0 0-3 16,0 0-1-16,0 0-1 0,0 0-1 0,0 0 5 15,0 0-6-15,0 0-3 0,0 0 2 0,0 0 8 16,0 0-12-16,0 0 5 0,0 0-2 0,0 0 6 16,0 0-8-16,0 0 0 0,0 0 4 0,0 0-2 15,0 0 3-15,0 0-6 0,0 0 1 0,0 0 2 16,0 0-11-16,0 0 3 0,0 0 7 0,0 0-11 15,0 0 0-15,0 0 1 0,0 0-6 0,0 0-3 16,0 0-7-16,0 0-14 0,0 0-5 0,0 0-7 16,0 0-39-16,0 0-100 0,0 0 44 0</inkml:trace>
  <inkml:trace contextRef="#ctx0" brushRef="#br0" timeOffset="46384.59">28566 12424 56 0,'0'0'83'0,"0"0"-17"0,0 0-9 0,0 0 0 16,0 0 1-16,0 0-7 0,0 0-4 0,0 0-9 15,0 0 2-15,0 0-4 0,0 0-1 0,0 0-18 16,0 0 14-16,0 0-10 0,0 0 2 0,0 0-7 16,0 0-1-16,0 0 4 0,0 0-7 0,0 0-3 15,0 0 0-15,0 0-4 0,0 0-3 0,0 0-1 16,0 0 0-16,0 0-5 0,0 0-10 0,0 0 12 15,0 0-4-15,0 0 2 0,0 0 3 0,0 0-5 16,0 0 5-16,0 0 0 0,0 0 6 0,0 0-2 16,0 0 2-16,0 0-2 0,0 0 0 0,0 0-6 15,0 0 5-15,0 0-12 0,0 0 7 0,0 0 2 16,0 0 1-16,0 0 1 0,0 0-6 0,0 0-6 16,0 0 3-16,0 0-13 0,0 0 0 0,0 0-12 15,0 0-6-15,0 0-14 0,0 0-44 0,0 0-105 16,0 0 47-16</inkml:trace>
  <inkml:trace contextRef="#ctx0" brushRef="#br0" timeOffset="47290.45">30861 11003 3 0,'0'0'33'16,"0"0"1"-16,0 0-9 0,0 0-1 0,-5 15 0 16,5-15-5-16,0 0-1 0,0 0-3 0,-2 7 0 15,2-7-2-15,0 0 1 0,0 0-5 0,0 0-2 16,0 0 11-16,-3 7-11 0,3-7-1 0,0 0-8 15,0 0-4-15,0 0-12 0,0 0-25 0,0 0-48 16,0 0 22-16</inkml:trace>
  <inkml:trace contextRef="#ctx0" brushRef="#br0" timeOffset="49440.2">29627 12407 2 0,'0'0'17'0,"0"0"-1"0,0 0 1 16,0 0-1-16,5 3 1 0,-5-3-1 0,0 0 6 15,0 0 0-15,0 0-4 0,0 0 2 16,0 0-6-16,0 0 8 0,0 0-3 0,0 0-2 0,0 0-3 16,0 0-1-16,0 0 0 0,0 0-4 0,0 0-1 15,0 0 5-15,0 0-3 0,0 0-2 0,0 0-3 16,0 0 0-16,0 0 5 0,0 0-3 0,0 0 1 16,0 0-6-16,0 0 0 0,0 0 2 0,0 0 2 15,0 0-5-15,0 0-3 0,0 0 3 0,0 0 4 16,0 0-3-16,0 0 1 0,0 0-9 0,0 0 3 15,0 0 5-15,0 0 0 0,0 0-2 0,0 0 5 16,0 0-5-16,0 0 0 0,0 0-3 0,11 0 3 16,-11 0 3-16,0 0-5 0,0 0-3 0,0 0 4 15,0 0 4-15,0 0-3 0,0 0 2 0,0 0-1 16,0 0 1-16,0 0 1 0,0 0-6 0,0 0 0 16,0 0 3-16,0 0-2 0,0 0-6 0,0 0 11 15,0 0-10-15,0 0 6 0,0 0-5 0,0 0 5 16,0 0-3-16,0 0-5 0,0 0-3 0,0 0 3 15,0 0 3-15,0 0-10 0,0 0 2 0,0 0-5 16,0 0 0-16,0 0-3 0,-7 14 5 0,7-14-3 16,0 0-15-16,0 0-39 0,0 0 18 0</inkml:trace>
  <inkml:trace contextRef="#ctx0" brushRef="#br0" timeOffset="55228.15">9394 4203 1 0,'0'0'15'0,"-8"-2"2"16,8 2 3-16,0 0-6 0,0 0 6 0,0 0 2 0,0 0-5 16,0 0 6-16,-6-3-6 0,6 3-4 0,0 0-4 15,0 0 6-15,0 0-7 0,0 0 1 0,0 0-7 16,0 0 12-16,0 0-7 0,0 0 6 16,0 0-4-16,0 0-4 0,0 0 0 0,0 0 6 15,0 0-7-15,0 0-10 0,0 0 9 0,0 0 3 16,0 0-4-16,-9-3 4 0,9 3 1 0,0 0-10 0,0 0 10 15,0 0 4-15,0 0-1 0,0 0-12 16,0 0 9-16,0 0 0 0,0 0 2 0,0 0 3 0,0 0-4 16,0 0 3-16,0 0 0 0,0 0-3 15,0 0 2-15,0 0 5 0,0 0-7 0,0 0-12 16,0 0 4-16,0 0 6 0,0 0-3 0,0 0-3 16,0 0 8-16,0 0-13 0,0 0 7 0,0 0 1 15,0 0 2-15,0 0 2 0,0 0 3 0,0 0-8 16,0 0-1-16,0 0 21 0,0 0-22 0,0 0 2 0,0 0 3 15,0 0 1-15,0 0-6 0,0 0 0 16,0 0 5-16,19 11-2 0,-19-11-2 0,9 2 1 16,-9-2-2-16,12 1 4 0,-6 0 0 0,-6-1 0 15,12 3-5-15,-6-2 11 0,2 0-5 0,-1 1-3 0,2 0 4 16,3-1 2-16,-3 0-6 0,-2 1-8 16,1-2 7-16,3 0 7 0,0 1 4 0,-1-1-3 15,-1 0 3-15,1-1-6 0,-2 2-5 0,-8-1 10 16,18-3-5-16,-11 3 4 0,-7 0 8 0,16 0-19 15,-9 0-1-15,-7 0 6 0,12 0-5 0,-12 0 0 16,14 0 5-16,-14 0-2 0,10 2 4 0,-10-2 0 16,9 0-4-16,-9 0 3 0,13 0 5 0,-13 0-10 15,10 1 4-15,-3-1 5 0,-7 0-6 0,14 0 8 16,-8 0-9-16,-6 0 7 0,13 0-3 0,-4-1-3 16,-9 1 5-16,11-3 6 0,-3 3-7 0,-8 0 1 15,14-3-7-15,-6 3 9 0,-8 0-4 0,14-2 4 16,-3 1-10-16,-4 0 7 0,-7 1-2 0,11-3 4 15,-11 3-3-15,11 0-3 0,-11 0 3 0,10-2-6 16,-10 2 21-16,7 0-19 0,-7 0-1 0,0 0 3 16,12-1-2-16,-12 1 3 0,0 0-5 0,0 0-3 15,9 1 1-15,-9-1 7 0,0 0-4 0,0 0 6 16,0 0 0-16,0 0-5 0,0 0 7 0,0 0-1 16,0 0 7-16,0 0 1 0,7-2-4 0,-7 2 4 15,0 0 10-15,0 0-5 0,0 0 11 0,0 0-12 16,0 0 4-16,0 0 4 0,0 0 0 0,0 0-12 15,0 0 5-15,0 0-2 0,0 0-1 0,0 0-9 16,0 0 1-16,0 0 11 0,0 0-13 0,0 0 1 16,0 0-6-16,0 0-16 0,0 0-7 0,0 0-15 15,0 0-2-15,0 0-23 0,0 0 0 0,0 0-6 16,0 0-9-16,0 0-13 0,0 0-50 0,0 0-148 16,0 0 67-16</inkml:trace>
  <inkml:trace contextRef="#ctx0" brushRef="#br0" timeOffset="55954.78">9490 4236 21 0,'0'0'33'0,"0"0"-6"0,0 0 7 16,0 0-9-16,0 0-2 0,0 0-1 0,0 0 9 15,0 0-11-15,0 0-9 0,0 0 8 0,0 0 2 16,0 0-2-16,0 0-3 0,0 0-3 0,0 0-2 16,0 0 0-16,0 0-3 0,0 0 1 0,0 0 11 15,0 0-10-15,0 0-3 0,0 0-2 0,0 0 5 16,29 2-2-16,-18-1 7 0,1-1-4 0,3 2 1 16,-2-2-2-16,7 0 12 0,0 1-13 0,2-2 7 15,-2 1 0-15,2 0 0 0,0 0-1 0,-2 0 8 16,1-4-16-16,-2 5 9 0,-1-2-8 0,0 2 6 15,-2-1-4-15,-3-1 0 0,-1 1 0 0,-1-1-3 16,-2 1 0-16,-1-2-3 0,-1 4 2 16,-7-2-1-16,13-2 2 0,-13 2 1 0,9 2 0 0,-9-2 8 15,6 1 5-15,-6-1 4 0,0 0 4 0,0 0-7 16,12 0 11-16,-12 0 1 0,0 0-11 0,0 0 1 16,0 0-4-16,0 0 3 0,0 0-12 0,0 0 3 15,0 0-8-15,0 0 7 0,0 0-2 16,0 0-2-16,0 0 0 0,0 0-5 0,0 0 2 15,0 0-1-15,0 0 0 0,0 0-3 0,0 0-13 0,-24-7 0 16,24 7-4-16,-11 0 3 0,11 0 6 0,-14 1-11 16,14-1 2-16,-13 0-3 0,5 0 2 0,8 0 0 15,-14 3 3-15,6-3 1 0,-1 0-8 0,9 0 6 16,-14 2 5-16,4-1 3 0,2 0-2 16,-1 0-3-16,-1-1 3 0,0 2-5 0,-1-1 6 15,4 1 6-15,7-2 2 0,-17 2-2 0,11-2-6 0,6 0-1 16,-9 1 10-16,9-1 1 0,-8 2-10 15,8-2 0-15,0 0-1 0,0 0 3 0,-10 0-1 16,10 0-5-16,0 0 3 0,0 0-5 0,0 0-1 0,0 0-6 16,0 0-12-16,0 0-3 0,0 0-19 15,0 0-47-15,25 4-108 0,-14-4 48 0</inkml:trace>
  <inkml:trace contextRef="#ctx0" brushRef="#br0" timeOffset="59431.36">15146 5300 9 0,'0'0'38'0,"0"0"-1"0,0 0-3 0,0 0-4 15,0 0 2-15,0 0-1 0,-5-2 8 0,5 2-5 16,0 0-4-16,0 0-7 0,-9-3-1 0,9 3-5 15,0 0-3-15,0 0-4 0,0 0 5 0,-6-4-3 16,6 4-2-16,0 0 4 0,0 0-4 0,0 0 2 16,-11 0-1-16,11 0-1 0,0 0 1 0,0 0-4 15,0 0-2-15,0 0-3 0,-11-3 8 0,11 3-5 16,0 0-3-16,0 0 10 0,0 0-9 0,0 0 4 16,0 0 3-16,0 0 4 0,0 0 0 0,0 0-4 15,0 0 4-15,0 0-4 0,-5-3 5 0,5 3-9 16,0 0-1-16,0 0 1 0,0 0 2 0,0 0-7 0,0 0 2 15,0 0-3-15,0 0 4 0,0 0 5 0,0 0-7 16,0 0-4-16,0 0 0 0,0 0-10 0,0 0 9 16,0 0 5-16,0 0-2 0,0 0-2 15,0 0-1-15,0 0-2 0,0 0 13 0,0 0-11 16,28 6 6-16,-23-5-9 0,4 2 11 0,-9-3 1 0,17 3-6 16,-5-1-3-16,0 0 6 0,1-2-1 0,1 2 5 15,0 0-9-15,0 1 4 0,3-1 0 0,2 1 0 16,1-2-3-16,-2 1 5 0,2-1-6 15,2 2 4-15,-1-3 2 0,0-2-2 0,7 1 0 0,0 1 0 16,-8-1 0-16,4-1-16 0,4 1 16 0,-1 1 8 16,1-3-8-16,-5 2-2 0,4 0 1 15,-5-1-3-15,6 1-3 0,-1-3 0 0,-2 4-12 0,-3-2-2 16,0 2-3-16,4-1 16 0,-4-3-3 0,-1 4-4 16,0 0 0-16,1 0 0 0,0-2-4 0,-4 2 4 15,3-2 1-15,1-1 3 0,-1 2-1 0,-2 0 0 16,0 1-3-16,1 0 0 0,-2-3-7 0,0 3 5 15,0 0-6-15,-1 2 2 0,1-1-4 16,-4-1 4-16,5 2-10 0,0 1 4 0,-2-2-27 0,0-1-57 16,0 3 25-16</inkml:trace>
  <inkml:trace contextRef="#ctx0" brushRef="#br0" timeOffset="60738.57">15953 5306 16 0,'0'0'25'0,"0"0"1"0,26 3-1 0,-18-3 2 16,2 1 6-16,6-2-4 0,0-1 3 15,3 2-3-15,4 0 1 0,5-2 1 0,7 1-5 16,1 1-1-16,2-4-5 0,17 6 0 0,-1-5-8 0,-3 0 8 16,1 2-10-16,2 1 1 0,1-3 3 0,-5-1-4 15,1 4 6-15,0-1-10 0,-13 0 5 16,18-2-4-16,-5 3 5 0,1 2-9 0,-14-4 0 16,13 0 4-16,3 3-6 0,-16-1 3 0,13-1 4 0,1 2-3 15,-1 0 1-15,0 1-3 0,-1-4-6 0,-12 2 0 16,1 2 4-16,1-2 3 0,-1 1-6 0,0-1 7 15,-2 1 0-15,-1 0-8 0,0 2-2 16,0 1 4-16,-2-4-6 0,-3 4 6 0,0-3-11 16,-2 1-3-16,-7 0 2 0,-1 0 0 0,0-1 8 0,-1 2-4 15,1 1-5-15,-1-4 0 0,0 0 0 0,0 0 8 16,-4 1-12-16,3-1-3 0,-6 0-4 0,1 0-6 16,-2 3-27-16,-2-3-61 0,1 0 27 0</inkml:trace>
  <inkml:trace contextRef="#ctx0" brushRef="#br0" timeOffset="61117.37">17880 5285 45 0,'19'-3'55'0,"12"0"-3"16,-2 0-2-16,0 2-5 0,1-3-3 0,-1 2-5 16,2 1-4-16,0-1 2 0,0 0-2 0,-1 1 2 15,4-1-15-15,-2 0 6 0,2-1-11 0,-2-1 5 16,0 4-3-16,0-3 0 0,2 0-4 0,2 0-1 15,-1 1-1-15,1 1 2 0,1-1-5 0,-2-1 4 16,-1 1-1-16,2 0-4 0,1 0-3 0,0 1-1 16,2 0 2-16,-1 2 5 0,1-4-9 0,1 2 5 15,0 1-13-15,11 0 7 0,-14 0-10 0,-1 0-2 16,1 1-8-16,-1 1-5 0,-1-2-5 0,-3 2 4 16,-1 0-11-16,-3-1-9 0,-9-1-34 0,4 0-87 0,-5 1 38 15</inkml:trace>
  <inkml:trace contextRef="#ctx0" brushRef="#br0" timeOffset="61440.42">19347 5211 6 0,'31'-1'53'0,"-1"2"-8"0,1-1 0 0,-2-1-4 0,2 1-9 15,-2-1-4-15,2 1 9 0,1-1-8 16,3-1-4-16,2 2-3 0,15-2-1 0,-12 2 2 15,13-2-5-15,-13 6-5 0,1-2 5 0,10-5-13 16,-13 3-11-16,-2 1-4 0,4-1-5 0,-6 0-9 16,-1-1-11-16,-1 1-28 0,4 0-66 0,-5 0 29 15</inkml:trace>
  <inkml:trace contextRef="#ctx0" brushRef="#br0" timeOffset="61699.35">20479 5221 42 0,'32'-1'46'16,"1"-1"-4"-16,1 2-1 0,-4-3-7 0,0 1-5 0,-1 2-4 15,3-2 1-15,-3 1-1 0,3 0-8 16,-2 1-3-16,-9 0-7 0,9 1-5 0,-11-1-5 16,4 0-1-16,4 0-6 0,-5-1-10 0,-6 1-33 15,2 0-56-15,-6 0 25 0</inkml:trace>
  <inkml:trace contextRef="#ctx0" brushRef="#br0" timeOffset="61883.44">21227 5231 51 0,'27'0'46'0,"-7"1"-9"0,-1-2-4 0,-1 1-16 15,3 0-16-15,-3 1-12 0,-1-2-18 0,-1 1-32 0,-2 0 14 16</inkml:trace>
  <inkml:trace contextRef="#ctx0" brushRef="#br0" timeOffset="62050">21511 5252 69 0,'20'-2'80'0,"-1"1"-9"15,8-2-21-15,2 0-15 0,-2 1-16 0,3-1-18 0,2 3-20 16,-4-1-32-16,1-1-56 0,-7 1 25 0</inkml:trace>
  <inkml:trace contextRef="#ctx0" brushRef="#br0" timeOffset="71000.2">15130 4088 1 0,'0'0'20'0,"-9"-1"-5"16,9 1-1-16,0 0-8 0,0 0 8 0,0 0-3 15,0 0-2-15,-8-2 2 0,8 2 1 0,0 0-4 16,0 0 3-16,0 0-3 0,-10-4 3 0,10 4-2 15,0 0-2-15,0 0 5 0,0 0-4 0,0 0-2 16,-9 0 1-16,9 0 1 0,0 0 4 16,0 0-4-16,0 0 3 0,0 0 0 0,0 0-2 0,-13 1-6 15,13-1 5-15,0 0 0 0,0 0-4 0,0 0-1 16,0 0 2-16,0 0 0 0,0 0 3 0,0 0-5 16,0 0 3-16,0 0 1 0,0 0 1 0,0 0 4 15,0 0-5-15,0 0 6 0,0 0 3 16,0 0 2-16,29 7 2 0,-21-7-8 15,2 0 3-15,4 2 4 0,-1-2-4 0,5 1 0 0,2-2 1 0,0 1 0 16,1 1-5-16,7-4 1 0,-1 5 3 0,0-1-8 16,3-1 2-16,-1 1 4 0,-1-1-2 0,0 2-2 15,2-1-4-15,-1 1 12 0,-1-2-1 16,0 3-6-16,0-2-3 0,0 2 6 0,-2-1-11 16,3 0 5-16,-8-1 0 0,2 0 2 0,6 2-5 0,2-3 0 15,-2 1 5-15,-1 1-1 0,0-2 1 0,-2 3-3 16,2-2-6-16,-1-2 4 0,1 4-7 0,-6-2 8 15,6 0 2-15,0-1-1 0,-9 2-5 16,9 0-2-16,-6 0 4 0,-3-2-1 0,2 2 4 16,0-2 0-16,1 1-6 0,4 1 1 0,2-1-2 15,-1 0 2-15,-6 2 9 0,9-3-11 0,-3 2 4 0,-7 0-1 16,10-1 2-16,-2 0 2 0,-2 2 1 16,3-3 0-16,-8 2-1 0,9-2-4 0,-4 1 1 15,-4-1 5-15,5 0 1 0,-5 0-7 0,1 0 5 0,-3 0 1 16,7 0-3-16,-7 0 2 0,2-1-3 15,0 2 22-15,-2-1-23 0,0 0 6 0,1 2-1 16,1-2 1-16,5 1 4 0,1-2 2 0,-7 1-2 0,-1 0-4 16,2 0-2-16,-1 1 3 0,8-1-1 15,-3 0-4-15,1 0 6 0,-4 3-2 0,4-2 6 16,-6-1-18-16,0-1 8 0,7 1-2 0,-1 1 0 16,1 1 4-16,-7-2 5 0,6 1 1 0,-1 0-3 15,4-3 0-15,-3 0-7 0,1 2 3 0,1 2-9 16,-1-2 6-16,1 0-5 0,0 0 1 0,1 1 1 0,0 1 3 15,-3-2-8-15,3-1 13 0,0 1-7 16,0 0 5-16,-1 0 0 0,0 0 1 0,0 1-13 16,-1 0 8-16,0-3 2 0,2 4-7 0,-3-3 10 15,-6 2-5-15,9-1 0 0,-10-1 0 0,2 1-10 16,1-1 3-16,3 2 5 0,-6 0-17 0,-1 0-10 16,-1-1-9-16,1 0-13 0,-6 0-13 0,5 2-19 15,-5-2-64-15,2 0-155 0,-3-2 69 0</inkml:trace>
  <inkml:trace contextRef="#ctx0" brushRef="#br0" timeOffset="72069.55">17946 4150 94 0,'12'-3'99'0,"2"1"-10"0,2 0-11 15,2-1-21-15,-2 0 13 0,4 2-3 0,-1-1-5 16,2 2-6-16,0-1-5 0,1-1-2 0,-3 2-5 16,2-2 0-16,2 1-10 0,-3 1 4 0,8-3-3 15,-6 5-1-15,-3-4-12 0,9 1 10 0,-7 2-6 16,-2-2-9-16,3 1 9 0,6 0 0 0,-1 3-15 15,2-3 9-15,-7 0 0 0,6-2 1 0,2 2-7 16,-3 2 9-16,-5-2-11 0,5-3 6 0,-4 3-7 16,-1 0 2-16,-2 1-9 0,8-1 4 0,-5 0 1 15,5 0 5-15,-1-1-5 0,3 0 3 0,-2 1-5 16,-3-3-3-16,3 2 8 0,1 1-5 0,-3-2-3 16,2 4 3-16,-1-4-1 0,-4 2 5 0,-2-2-5 15,2 2-3-15,4-1-1 0,-4 1 5 0,-3-2-4 16,7 2 1-16,-7 0-2 0,-2-1-3 0,3 2 8 15,-2-2 2-15,-1 0-11 0,-3 1 2 0,3 0 1 16,0 0 3-16,0-1-2 0,0 2 5 0,-4-2-4 16,2 1 2-16,2 1-4 0,-5-1-6 0,1 0 7 15,-1 1 1-15,0-1 1 0,2 0-3 0,0 0-5 16,-2 0 5-16,0 1 3 0,1-1-3 0,-1 0 4 16,1 0-3-16,-1 2-4 0,-2-2-10 15,3 0 5-15,1 0 13 0,-2 0 5 0,1-2-11 0,0 1 12 16,-2 2-10-16,6-2-3 0,-4 0 2 0,0 1 2 15,0 1 0-15,-1-3 5 0,2 0-5 0,-3 2-3 16,1 0 7-16,0 0-5 0,3 0 4 0,-5 0-8 16,1-1 9-16,2 1-7 0,-3 0 2 0,3-1 3 15,-1 0-6-15,-1 1 6 0,2 0-2 0,-3-2 0 16,3 1-3-16,-1 1 6 0,0-1-3 0,0 1-1 16,-1 0-4-16,2 1 2 0,-2-1-1 0,2 0 1 15,-1 0 3-15,1 0 0 0,-1 0 3 0,-1 0-9 16,6-1 6-16,-5 1-3 0,5 1 2 0,1-1 2 15,-6 0-2-15,0-1-2 0,1 2 5 0,4-1-2 16,-4 0-1-16,5 1-4 0,-3 1 4 0,-2-2-11 16,4 0 13-16,0 1-7 0,-1-4 6 0,-1 5 0 15,-1-4 2-15,5 5-1 0,-3-3 5 0,-3 0-4 16,6 0 1-16,-3 0 5 0,1 0-9 0,-6 1 7 16,0 0-2-16,2-1-2 0,-2 0 2 0,0 0 2 15,1 2 0-15,1-2 0 0,-1 0-3 0,0 0 0 16,-1 1 1-16,3-4 4 0,-3 5-2 0,1-1-1 15,0-1-3-15,0 1-4 0,-2-1 7 0,2 1-3 16,-2 1-5-16,2-2 0 0,-1 0 5 16,1 0 4-16,-1 0-8 0,-4 0-1 0,0 0 5 0,-8 0-3 15,16 1 2-15,-8 1 0 0,0-2-2 0,-8 0 3 16,13 0-3-16,-6 2 2 0,-7-2 2 0,12 0-5 16,-12 0 1-16,10 1 0 0,-10-1-2 0,0 0 3 15,9 0-3-15,-9 0-3 0,0 0 3 0,0 0 1 16,7 0 2-16,-7 0-6 0,0 0-2 0,0 0-8 15,0 0-7-15,0 0-11 0,0 0-9 0,0 0-12 16,0 0-10-16,0 0-13 0,0 0-15 0,0 0-7 16,0 0-13-16,0 0-95 0,0 0-222 0,0 0 99 15</inkml:trace>
  <inkml:trace contextRef="#ctx0" brushRef="#br0" timeOffset="76263.19">15099 6402 60 0,'0'0'60'0,"0"0"-10"15,0 0-10-15,0 0 4 0,0 0-11 0,0 0-8 16,0 0-1-16,0 0 3 0,0 0-4 0,0 0 1 16,0 0-8-16,0 0 4 0,0 0-6 0,0 0 4 15,0 0 3-15,0 0-1 0,0 0-2 0,24 12 2 16,-17-11 1-16,5 2 3 0,-1-3-14 0,0 0 8 16,4 1-4-16,2-1 8 0,2 0 3 0,1 2-5 15,1-2-3-15,7 0 0 0,0 0-3 16,1 2 2-16,2-1 2 0,0-2-3 0,1-1-1 0,3 2-6 15,-1 0 8-15,3 0-3 0,-1 0-2 0,0 0 3 16,-1 0-13-16,1 0 8 0,1 0-5 0,-2-2 8 16,0 4-9-16,1-2 10 0,-1 0-10 0,1 0 0 15,-1 0 7-15,4 0-5 0,-2 2 1 0,1-2-11 16,-1 0 14-16,4 0-7 0,-1-2 7 0,13 4-3 16,1-4-1-16,0 2 9 0,-1-2-7 0,2 2-2 15,-3-1 9-15,1 2-8 0,2-1 0 0,-1 2 10 0,-4 0-3 16,-13-1-8-16,16-1 5 0,-13 0 8 15,11 0-14-15,0 0 4 0,-12 1-4 0,0 1-2 16,12 0 4-16,-11 1 3 0,1 0-18 0,10 0 12 16,0-1 3-16,-11 0-4 0,-2 0 4 0,2 0-4 0,-2-1-2 15,14 1 7-15,-13-2-7 0,-2 1-1 16,0 0 8-16,0 0-10 0,2-1 11 0,-1 2-11 16,0-2 12-16,0 0-5 0,2 2-6 0,-1-4 5 15,-1 4-5-15,-3-4 2 0,2 2 5 0,2 0-9 16,-3 0-7-16,-2-2 18 0,2 0-3 0,-4 2-8 0,0-3 4 15,-2 1 5-15,0-1-6 0,-2 2 11 16,0 0-2-16,-5 1-7 0,-1-2 6 0,5 2 3 16,-7 0-2-16,0 0-3 0,-2 0-2 0,2-1 4 15,-8-1 2-15,4 2 3 0,-1 0-6 0,-1 0 5 0,0 0-5 16,-1 0-2-16,-2-1-6 0,-2 1 5 0,3 0-4 16,-2 0-1-16,-10 0-12 0,15 0-11 15,-15 0-6-15,11 0-19 0,-11 0-17 0,10 1-17 16,-10-1-83-16,0 0-180 0,0 0 80 0</inkml:trace>
  <inkml:trace contextRef="#ctx0" brushRef="#br0" timeOffset="77091.13">19592 6385 27 0,'0'0'50'0,"0"0"-7"0,0 0-3 0,0 0-2 16,0 0-6-16,0 0 2 0,0 0-7 0,-10 4-1 16,10-4-4-16,0 0 2 0,0 0 7 0,0 0-3 15,0 0 5-15,0 0-5 0,0 0-4 0,22 10 4 16,-11-9 11-16,2 1-2 0,9 1-4 0,5-3 5 15,2 1 3-15,3-1-11 0,1 0 12 0,0 0-7 16,3 0-2-16,3 0 5 0,0 0-12 0,12 0 0 16,0 0-4-16,-11 2 3 0,14-4-8 0,1 1 6 15,-2 1-6-15,0 0 0 0,0 1-5 0,1-1 6 16,1 2-2-16,-4-4-3 0,3 2-6 0,-1 0-2 16,0 0 5-16,1 0 6 0,-3 0-10 0,1 0 3 15,-2 0-7-15,1-1 13 0,1 2-10 0,1-2-3 16,-2-2 2-16,4 3 1 0,-3 0-4 0,1 0 3 15,0 0 0-15,0-2 1 0,-1 2-2 0,-1-1-1 16,-11 1 1-16,0 0 3 0,0 0-7 0,10-4 1 16,-10 2 0-16,-3 1 4 0,0 1 0 0,-2-1-3 15,2 1-3-15,0 0 2 0,-3-2 1 0,3 2 6 16,-4 0-1-16,2-4-6 0,-2 2 6 0,-1 1-1 16,3-1-1-16,-5 2-1 0,0 0 1 0,-9 0-1 0,1-1 3 15,-1 0 1-15,-2 2-7 0,1-3 1 16,-3 2 2-16,-3 0 9 0,-3-2-7 0,1 2 0 15,1-1-3-15,-4 1-1 0,1-1 9 0,-1 2-3 16,-9-1-8-16,13-2 7 0,-13 2-19 0,10 0 14 16,-10 0 0-16,9 0 5 0,-9 0-23 0,0 0-8 15,7-2-16-15,-7 2-28 0,0 0-26 0,7-3-89 16,-7 3-200-16,9-4 89 0</inkml:trace>
  <inkml:trace contextRef="#ctx0" brushRef="#br0" timeOffset="78022.12">23258 6327 33 0,'0'0'67'0,"0"0"-8"0,0 0 4 0,0 0 2 16,0 0-5-16,0 0-7 0,0 0 3 0,0 0-3 16,0 0-2-16,0 0-8 0,0 0 5 0,0 0 1 15,0 0 2-15,0 0 3 0,0 0-4 0,33 1 1 16,-20-1 2-16,1 0-6 0,3 0 5 0,0-1 0 15,2 1-5-15,3 1-2 0,5-2 1 0,-5 3-2 16,6-2-2-16,4 0-5 0,1 2 0 0,-1-2-4 16,0 0-5-16,1 1 1 0,2-1 5 0,-1 2-10 15,0-2-6-15,4 1 0 0,-4 0-2 16,2-1 2-16,1 2-6 0,0-2 1 0,-1 3 3 0,-2-1-4 16,1-2 3-16,1 0-7 0,-3 1 1 0,0 0 3 15,2 0-2-15,-2 0 0 0,-1-2-2 0,-4 2 2 16,5 1 2-16,-2-1-6 0,3-1 0 0,-2 1 2 15,1-1 1-15,-2-1 6 0,0 2 1 0,2-1-8 16,0 3-4-16,1-3 2 0,-3 1 3 0,0-1-5 16,0 0 4-16,-1 1 0 0,1 0-2 0,-1 2-3 15,-1-3 9-15,2 1-3 0,-2-1-2 0,1 0 2 16,-1 0 1-16,1 2-1 0,1-2-2 0,1 1-4 16,-3-1 7-16,2-1-2 0,0 2-5 0,-4 1 7 15,1-2-8-15,5 0 3 0,-11 1 1 0,7-1-4 16,-1 1 7-16,5-1-3 0,-4 2-4 0,1-2 2 15,-2 0 1-15,2 0 0 0,-1 0 2 0,-6 2-4 16,6-2 0-16,-2 0-1 0,-9 0 3 0,4-2 1 16,1 2-1-16,-4 0 2 0,4 0-2 0,-2 0 0 15,-1 0-2-15,2-2 9 0,-1 2-8 0,-1 0 2 16,2 2-3-16,5-4-1 0,-6 4 2 0,0-2-1 16,0 0 0-16,1 0 2 0,-2 2-5 0,1-1 2 15,-3-1 2-15,0 1-3 0,0-1 1 0,-1 1 1 16,4 2-4-16,-10-2 4 0,7-1-3 0,-5 1 3 15,1-1-2-15,-1 0 6 0,-1 2-8 0,1-2 4 0,1 0 0 16,3 0-1-16,-3 0-1 0,4 0 0 0,0 0 2 16,-5 0 0-16,1 0 0 0,4 0 1 0,2 1 1 15,-4-1-1-15,6 0 1 0,-3 0-3 16,-2 0 0-16,-3-1 0 0,3 2 1 0,-2-1 0 0,-2 0-2 16,1 0 1-16,-1 0 1 0,-3 1-3 0,3-1 1 15,-1 0-3-15,0 0 0 0,1 0 1 0,-2 0 2 16,3 1-2-16,-3-1-1 0,1 1 3 0,-1-1 3 15,-3 0-4-15,-1 0 3 0,-7 0 1 16,14 1 0-16,-14-1 9 0,9 2 2 0,-9-2 6 0,0 0 0 16,11-2 1-16,-11 2-4 0,0 0 3 0,0 0-4 15,7-1 0-15,-7 1-1 0,0 0 5 0,0 0-9 16,0 0-2-16,0 0 0 0,0 0-3 0,0 0-6 16,0 0-10-16,0 0-9 0,0 0-18 0,0 0-18 15,0 0-19-15,0 0-15 0,0 0-21 0,0 0-18 16,0 0-28-16,0 0-144 0,0 0-321 0,0 0 142 15</inkml:trace>
  <inkml:trace contextRef="#ctx0" brushRef="#br0" timeOffset="101035.43">24513 8368 37 0,'0'0'69'0,"0"0"-9"0,-8-1-7 16,8 1-2-16,-14 1-6 0,7 0-3 0,7-1 1 15,-12-2-13-15,12 2 2 0,-16 0-1 0,9 0-7 16,7 0 4-16,-18 1-12 0,8-1 0 0,4 1-2 16,6-1-14-16,-17 0 2 0,17 0-1 0,-12 2 1 15,6-2-2-15,6 0 5 0,-12 0 2 0,12 0 1 16,-10 0 1-16,10 0 12 0,-12 0-4 0,12 0 1 15,-12-2-3-15,12 2 5 0,-11-1 9 0,11 1-3 16,-10 0 2-16,10 0-2 0,0 0-6 0,0 0 4 0,-10-1-5 16,10 1 2-16,0 0-2 0,0 0-7 15,0 0-1-15,-8 2-2 0,8-2 1 0,0 0-6 16,0 0 4-16,0 0 0 0,0 0 3 0,0 0 7 0,0 0 0 16,0 0-6-16,0 0 2 0,-9 2 1 0,9-2 2 15,0 0-3-15,0 0 0 0,-12 0 7 0,12 0-1 16,0 0-2-16,-15-2 6 0,15 2 1 15,-10-1 1-15,10 1 2 0,-9 0-3 0,9 0-2 0,0 0 4 16,-6-4-2-16,6 4-3 0,0 0 1 0,0 0-7 16,0 0-13-16,0 0-1 0,0 0-4 15,0 0 5-15,0 0-3 0,0 0 0 0,0 0-1 0,25 5 5 16,-12-3-4-16,6 1 9 0,2 0-11 0,7-1 5 16,3-1-3-16,-1 1 3 0,-3-3 1 0,1 3-1 15,-1-2-3-15,1 3 5 0,-7-3-8 0,-3 4 1 16,2-2 4-16,-7-1-1 0,1 2-1 0,-3-2 0 15,-2 1-4-15,0 0 3 0,0-2-5 0,-9 0 6 16,9 3 5-16,-4-1-5 0,-5-2-5 0,0 0 7 16,11 0-2-16,-11 0 2 0,0 0 0 0,0 0-8 15,5 4 11-15,-5-4-3 0,0 0-6 0,2 7 8 16,-2-7-6-16,0 0 4 0,0 0-7 0,-5 12 3 16,5-12-3-16,-11 13 1 0,3-4-1 0,2-1 10 15,-2 2-6-15,-5 3 5 0,2 1-1 0,-6 0-3 16,6 0-27-16,-1-1-18 0,-2-1-19 0,6 2-12 15,-2-6-22-15,0 3-95 0,3-2-208 0,1-3 93 16</inkml:trace>
  <inkml:trace contextRef="#ctx0" brushRef="#br0" timeOffset="101222.32">24601 8373 106 0,'-4'-12'157'15,"-4"2"-7"-15,3 3-10 0,-2-2-10 0,0 1-9 16,2 3-5-16,-1-1-15 0,3 0-10 0,3 6-9 16,-10-7-13-16,10 7-20 0,-3-8-23 0,3 8-27 15,-4-5-31-15,4 5-29 0,0 0-26 0,0 0-23 16,0 0-65-16,0 0-189 0,0 0 84 0</inkml:trace>
  <inkml:trace contextRef="#ctx0" brushRef="#br0" timeOffset="101458.83">24855 8282 109 0,'0'0'190'0,"0"0"-11"0,0 0-11 16,0 0-22-16,0 0-14 0,0 0-18 15,2-8-15-15,-2 8-11 0,0 0-13 0,0 0-4 16,0 0-9-16,0 0-9 0,2 23 0 0,-2-13-10 15,0 3-1-15,0 3-5 0,-1-1-5 0,2 3-6 16,-2 1-3-16,1 0-8 0,-1-1-9 0,1 2-14 16,-2-4-10-16,0 2-20 0,0-1-20 0,2-1-27 15,-1-6-11-15,1 1-21 0,0 2-108 0,-1-4-242 16,1 1 108-16</inkml:trace>
  <inkml:trace contextRef="#ctx0" brushRef="#br0" timeOffset="101735.71">24895 8246 71 0,'10'-4'106'16,"0"1"-13"-16,2 0-3 0,2 3-8 0,5 2-7 15,-2 1-11-15,3 0 1 0,-3 3-14 0,2 2 3 16,-2 1-11-16,-1 5-7 0,-4-3-2 0,1 3-3 15,-4 3-2-15,-3-2-7 0,-1 3 7 0,-3 0-8 16,-2 0-3-16,-3 0 1 0,-5 5 1 0,-1-4-1 16,-3-3-9-16,1-3-1 0,-2 2 3 0,-4-1-6 15,3-5 0-15,-4 3-7 0,3-2-15 0,-3-2 1 16,3-1-15-16,-4 0-14 0,2-3-22 0,3-1-16 16,0-2-62-16,0 2-155 0,0-3 68 0</inkml:trace>
  <inkml:trace contextRef="#ctx0" brushRef="#br0" timeOffset="101945.21">25185 8382 30 0,'0'0'159'0,"0"0"-17"15,7-4-19-15,-7 4-13 0,0 0-10 0,0 0-13 16,0 0-10-16,0 0-6 0,0 0-16 0,3 14-2 15,-3-5 1-15,0 3-3 0,0 3-11 0,-1 0-4 0,-3 2-16 16,1 0-11-16,2-1-23 0,-3 3-24 16,3-4-21-16,-4 1-20 0,2-3-93 0,-2-2-185 15,4-1 82-15</inkml:trace>
  <inkml:trace contextRef="#ctx0" brushRef="#br0" timeOffset="102347.54">25507 8258 154 0,'0'0'159'0,"0"0"-11"0,0 0-18 0,0 0-18 0,0 0-7 16,0 0-12-16,0 0-14 0,0 0-10 0,0 0-8 15,-16 13-3-15,14-2-10 0,-3 3 1 0,2 4-9 16,-1-3 0-16,-4 11-8 0,1 0 1 0,2-3-3 15,0 4-1-15,-3-4-9 0,3 4 1 0,0-2 3 16,0-6-7-16,0 1-3 0,-3 3 6 0,6-4-6 16,-4 0 0-16,3-2-11 0,-3 2-9 0,1-3-15 15,0 0-7-15,3-4-21 0,-2-1-24 0,-1 1-18 0,1-3-28 16,0 4-87-16,0-8-221 0,-2 0 99 16</inkml:trace>
  <inkml:trace contextRef="#ctx0" brushRef="#br0" timeOffset="102513.04">25407 8550 63 0,'19'-5'83'0,"-3"-3"-11"0,2 2-23 0,1 1-21 15,-3-2-28-15,2 5-20 0,0-3-27 16,-1 0-48-16,-4 1 21 0</inkml:trace>
  <inkml:trace contextRef="#ctx0" brushRef="#br0" timeOffset="102703.35">25615 8365 14 0,'0'0'129'0,"-3"-10"-5"0,1 5-4 16,2 5-9-16,0 0-4 0,-5-9-2 0,5 9-14 16,0 0-13-16,-2-6-16 0,2 6-7 0,0 0-3 15,0 0-14-15,0 0 4 0,0 0-8 0,0 0 3 16,0 34-3-16,-1-17-3 0,2 0-2 0,-2 2-1 15,1 8-4-15,-3-3-1 0,2-5-3 0,-1-1 3 16,0 8-4-16,-3-1-1 0,3-7-11 0,-2 6-30 16,2-7-14-16,0 2-29 0,-2-3-21 0,0 2-34 15,0-1-67-15,0-6-201 0,3 1 89 0</inkml:trace>
  <inkml:trace contextRef="#ctx0" brushRef="#br0" timeOffset="103423.34">25626 8541 11 0,'20'-5'80'0,"-3"-2"-11"0,2 2 7 16,-4-1-20-16,3 1-8 0,-6 2 13 0,1 0-23 15,-2-1-3-15,1 0-5 0,-3 2-1 0,-3 0-2 16,1 0 3-16,-7 2 2 0,11-3 3 0,-11 3 5 0,7-2 0 15,-7 2 1-15,0 0-3 0,0 0 0 0,0 0-7 16,0 0 5-16,0 0-10 0,9 4-7 16,-9-4-6-16,0 0 3 0,0 0-5 0,2 7 2 15,-2-7-4-15,2 11 2 0,-2-11-5 0,2 12 2 0,0-5 7 16,-2 0-7-16,4 0-3 0,-2 0 2 0,2-1-7 16,-4 2 8-16,5-1-2 0,-1 0-1 0,0-1-3 15,1-3-1-15,4 1-2 0,-4 1 2 16,4-2-3-16,-1-2-3 0,2-1-4 0,0 0-4 0,-10 0-9 15,16-3 8-15,-9 2-4 0,0-3 12 0,-1 1-9 16,1 0-3-16,0-2 4 0,-4-2 7 0,3 1-3 16,-2-2 5-16,-3 1 0 0,3-3 3 0,-2 3-5 15,0-3 3-15,0 1-1 0,-2-4 4 0,2 6 3 16,-2-2 7-16,0 9-2 0,1-13 4 0,-1 13-7 16,0 0-1-16,-1-10-7 0,1 10 1 0,0 0 4 15,0 0-1-15,0 0-2 0,0 0-3 0,0 0 3 16,0 0 1-16,0 0 0 0,0 0 3 0,-2 30-5 15,4-21 8-15,-2-1-16 0,4-2 8 0,0 2 4 16,-2-2-2-16,2 0 1 0,1 1 2 0,1-3 10 16,-1 1-1-16,4-1-4 0,2-2 6 0,0-1-10 15,3-2 2-15,-3-1-2 0,3 2 17 0,-1-4-17 16,1-2 7-16,-1 3-2 0,2-9-1 0,-1 4-1 16,-3 2 5-16,-3-3-2 0,-2 2 5 0,-1-3-4 15,1 1 6-15,-2-1-3 0,1 1 7 0,-3-1-9 16,1 0 4-16,-3 0-2 0,2 3-4 0,-2 7 2 15,3-12 0-15,-3 12-5 0,0-10 3 0,0 10 0 16,0 0-7-16,0 0-2 0,0-6-2 0,0 6 8 16,0 0-8-16,0 0 0 0,0 0-2 0,-3 25 7 0,3-12 2 15,0-5-8-15,1 4-1 0,-1-1 5 0,2-1-6 16,-2 1 1-16,0 0 2 0,0 1-2 16,0-3 4-16,0 4-4 0,0-2 7 0,0-3-3 15,0 2 6-15,0-3-11 0,0-7 11 0,0 12-5 0,0-12 0 16,-2 13 2-16,2-13-20 0,0 10-5 0,-3-6-16 15,3-4-13-15,-3 12-15 0,1-7-26 0,2-5-66 16,-9 8-170-16,7-4 75 0</inkml:trace>
  <inkml:trace contextRef="#ctx0" brushRef="#br0" timeOffset="103621.59">26329 8433 106 0,'0'0'106'16,"0"0"-9"-16,0 0-7 0,0 0-14 0,0 0-2 16,0 0 0-16,11 18-10 0,-7-10-7 0,1 2-5 15,-2-1-6-15,-1 3-4 0,2-1-4 0,-4 0-4 16,2 2-1-16,0-1-12 0,-2 1-19 0,0-2-12 16,0 1-26-16,0-1-16 0,0 1-23 0,-2-2-66 15,0-3-151-15,2-7 68 0</inkml:trace>
  <inkml:trace contextRef="#ctx0" brushRef="#br0" timeOffset="104307.25">26551 8473 42 0,'-5'5'124'0,"5"-5"-5"0,-4 8-14 0,4-8-3 16,-4 7-14-16,4-7 0 0,-4 10-9 0,3-3-13 16,1-7-5-16,1 14-3 0,-1-9 0 0,4 2-8 0,-2-1-6 15,2 0-2-15,3 2-3 0,1-1-5 0,0-3-3 16,1 0-3-16,-1-1-4 0,2 1 3 0,-3-3-6 16,-1 2-1-16,-6-3-1 0,11 0-3 0,-11 0-7 15,12-3 2-15,-8-2-10 0,-4 5 0 0,5-7 2 16,-3 0-1-16,-2 7-1 0,2-12-2 0,-2 2 1 15,0 0 0-15,-2 1-1 0,2 0-2 0,-2-2 2 16,2 2 3-16,0 0-7 0,0-1 4 0,0 10-2 16,0-12 0-16,0 12 0 0,4-8 2 0,-4 8-11 15,6-5 5-15,-6 5 1 0,0 0 5 0,17 8-4 16,-11-5 0-16,1 0 2 0,-1 6-2 0,4-3 3 16,-1 6 0-16,-3-3 2 0,2 1 5 0,0-2-2 15,-1-1 1-15,-1 3-6 0,-1-4 10 0,-3 0-3 16,1 0-2-16,-3-6-3 0,6 7 7 0,-6-7-3 15,3 9 1-15,-3-9 4 0,4 3 9 0,-4-3 1 16,0 0 2-16,0 0-9 0,0 0 5 0,0 0 0 16,0 0 0-16,0 0-4 0,9-15-4 0,-5 9-5 15,2 0 7-15,-2-2-6 0,2 0 12 0,3 1-15 16,-2-1 3-16,4 1-2 0,-2 1 4 0,0 2-2 0,1-1 1 16,0 0-6-16,1 3 3 0,-1 0-3 15,-4 0 4-15,-6 2-5 0,14 1 1 0,-5 2 0 0,-4 0-3 16,1 1 4-16,1 1-6 0,-3 3 2 15,1-3 7-15,-3 6-5 0,1-1 5 0,-3 1-18 16,0 2-17-16,0-1-33 0,-1 0-32 0,-3 3-138 0,-1-2-253 16,1-1 112-16</inkml:trace>
  <inkml:trace contextRef="#ctx0" brushRef="#br0" timeOffset="104772.01">27204 8716 141 0,'6'-7'173'0,"-2"2"-6"16,0-2-12-16,5-3-11 0,-3 1-4 0,-1-1-2 16,2 0-11-16,-2 1-14 0,-1-1-5 0,0-1-13 15,1 1-12-15,-1-2-9 0,4-4-5 0,-4 4-5 16,0-5-8-16,0-1-6 0,-1 2-5 0,1 1-5 15,-4-1-3-15,0 3-1 0,-2 1-5 0,2 1-4 16,-2 0-1-16,0 0-4 0,0 5-1 0,2 6-5 16,-5-13-4-16,3 8-1 0,2 5-5 0,-10-10-2 15,8 9-1-15,2 1 0 0,-11-4-4 0,11 4 0 16,0 0-2-16,-15 2-6 0,15-2-3 0,-10 3-9 16,6 2-11-16,4-5 1 0,-5 8-4 0,5-8 0 15,1 11 6-15,-1-11 2 0,4 12-3 0,4-6-4 16,-2-2 3-16,5 1 1 0,0 0-1 0,5 2 2 0,-5-3 4 15,9 0 2-15,-7-2-6 0,1 0 10 0,-3 2 1 16,2-3 8-16,-1 2-7 0,-1 0 10 16,-2-1-12-16,0-1 0 0,-4 3 3 0,-5-4 6 0,10 9 0 15,-5-3 3-15,-3 0-5 0,4-2 8 0,-2 5-6 16,-2-1 2-16,2 2 0 0,-2 1 1 0,-1-1 3 16,0-1 2-16,0 1 0 0,1 0 4 15,-2-1-6-15,0-3-12 0,0 2-34 0,4-1-20 0,-4 3-18 16,3-6-28-16,0 4-82 0,1-1-215 0,-4-7 95 15</inkml:trace>
  <inkml:trace contextRef="#ctx0" brushRef="#br0" timeOffset="105575.69">27679 8525 92 0,'-4'-12'172'0,"1"8"-10"0,3 4-14 16,-3-8-10-16,3 8-20 0,0 0-11 0,-11-2-15 15,11 2-8-15,-13 5-7 0,3 3-6 0,-3 2-6 16,0 4-11-16,0-1-13 0,4 1 9 0,-3 0-4 16,1 0-11-16,5 1 0 0,1-3-2 0,1-2-7 15,4 1 0-15,0-3-4 0,0-8 3 0,4 14-13 16,-2-8 8-16,3-2-3 0,-1 2-3 0,4-3-7 16,-3-1 3-16,-5-2-1 0,18-1-3 0,-11 0 3 15,2-1 1-15,-2-3 2 0,2-1-4 0,1-1-16 0,-2-2 18 16,-3 0 7-16,1 2-13 0,-1-3 3 15,-1 0 3-15,0 1-4 0,1 0-6 0,-1 1 7 16,-3 1-7-16,3 2 8 0,-4-2-2 0,0 7-3 16,4-9-1-16,-4 9 1 0,0 0-5 0,0 0 1 15,0 0 4-15,0 0-3 0,0 0-1 0,0 0-1 16,0 0 3-16,4 21-2 0,-4-14 1 0,0 3-3 16,1-1 1-16,-1 2 3 0,4-3-2 0,0 4 0 0,2-2 1 15,0-1 1-15,1-2 2 0,1-1-5 0,2 3 3 16,-1-3 0-16,2-2 1 0,1-1 1 15,0-1-3-15,0-2-4 0,3 0 7 0,1-2-1 16,2-1-7-16,-9-2 7 0,3-2-1 0,-2 0 5 0,-2-3-2 16,1 0 0-16,-1-2-4 0,-3 0 0 0,3-6-2 15,-3 1 3-15,-2-1 3 0,1 0-1 0,-1-7 1 16,-1 7-1-16,-2-8-1 0,6 2-1 16,-6 3 6-16,0 2-4 0,-2 0 2 0,4 1-6 0,-1 0 15 15,-2 1 2-15,2 8 7 0,-1-2 0 0,0 5 2 16,0 6-5-16,-1-12-3 0,1 12-3 0,1-7-4 15,-1 7-7-15,0 0 0 0,0 0-2 0,0 0-2 16,0 0 0-16,0 0 0 0,-1 32 1 0,-3-15-6 16,2 2 9-16,-1 7-2 0,0 2 2 0,-3-2-6 15,6-2 2-15,-2-5 3 0,2 6-1 0,-2-9-1 16,6 4 1-16,-1-4 2 0,0-4 3 0,7 5-3 16,-3-6 1-16,5 3 1 0,0-3 1 0,1-1-1 15,-1-1 1-15,0-4-3 0,4 1 0 0,1 0 0 16,1-3 2-16,-2-2 1 0,-2 0-2 0,-1-2 0 15,1-1-1-15,-2-1-3 0,0 0 4 0,0-3 2 0,-1 1-3 16,-5-4-2-16,3 1-1 0,-4 0-1 16,3-2-4-16,-6-1 2 0,1 1-3 0,0 1 1 15,-3-2 10-15,1-2-6 0,-1 5 1 0,0-2-4 0,0 10 5 16,-1-11-2-16,1 11-7 0,-3-10 7 16,3 10-4-16,0 0-7 0,0-8 0 0,0 8 0 15,0 0 0-15,0 0 3 0,0 0 2 0,0 0-1 16,-16 21 1-16,11-11-2 0,-1 0 9 0,4 0-2 0,-2 1-1 15,1 2 3-15,1-3-2 0,2-1 1 0,-4 1-8 16,4 1 1-16,0 0-23 0,4-3-29 16,-2 2-10-16,3-3-28 0,1-1-19 0,4-1-27 0,0-1-115 15,-1 1-282-15,1-3 125 0</inkml:trace>
  <inkml:trace contextRef="#ctx0" brushRef="#br0" timeOffset="105748.69">27874 8468 59 0,'-4'-3'147'0,"4"3"-15"0,0 0-14 16,-7-4-8-16,7 4-29 0,0 0-23 0,0 0-16 16,0 0-21-16,45 6-43 0,-14-4-40 0,1 0-52 15,5 1-124-15,13-3 55 0</inkml:trace>
  <inkml:trace contextRef="#ctx0" brushRef="#br0" timeOffset="105907.01">28547 8589 194 0,'0'0'205'16,"0"0"-8"-16,0 0-8 0,6 1-8 0,-6-1-21 15,0 0-18-15,0 0-20 0,0 0-40 0,0 0-38 16,0 0-36-16,0 0-46 0,8-7-46 0,-8 7-51 0,10-4-77 15,-6 2-229-15,4-1 102 0</inkml:trace>
  <inkml:trace contextRef="#ctx0" brushRef="#br0" timeOffset="110449.54">30009 7115 8 0,'1'-6'70'0,"-1"6"-11"0,0 0-8 0,0 0 0 16,0 0-7-16,0 0-7 0,0 0-4 0,0 0 5 15,16 12-10-15,-13-6-4 0,3 2-5 0,-1 2-3 16,-3 1 6-16,5 3-10 0,-4 2 3 0,0 1-2 16,1 1-2-16,-2-1 1 0,0 2-4 0,-2 1 1 15,-2 0-1-15,1 0 0 0,-1 5-2 0,-2 0-3 16,1-7 2-16,-1 6 6 0,-1-4-5 15,0 5 0-15,3-6-5 0,-4 5 3 0,1 3-1 0,0-2 0 16,1 0-3-16,-2 2 8 0,1 0-5 0,1-2 1 16,2 3 4-16,-4-3-5 0,4 0-5 0,0 0 6 15,0-4-5-15,2 2 2 0,0-2 1 0,0 3 0 16,1-4-4-16,2-1 0 0,-1 0 8 0,1 5-8 0,0-5-2 16,-1-1 5-16,1-1-4 0,-1 1-1 15,1-3 4-15,-2 0 1 0,0-2-1 0,-1-1 1 16,0-2-2-16,0 0 1 0,0-2 7 0,-2 0-9 15,1-1 2-15,1-7 0 0,-2 10 0 0,2-10-2 0,-2 8-2 16,2-8 8-16,-3 5-2 0,3-5-2 16,0 0-14-16,-9 3-12 0,9-3-8 0,-13-3-66 15,13 3-108-15,-11-6 48 0</inkml:trace>
  <inkml:trace contextRef="#ctx0" brushRef="#br0" timeOffset="115493.49">13854 9815 7 0,'-8'-9'178'15,"0"-3"0"-15,-1 3-5 0,3-1 0 0,-1 0-5 16,0 1-7-16,2 1-16 0,-1-1-12 0,4 3-8 15,-1 1 2-15,3 5-13 0,-4-8-12 0,4 8-9 0,-4-6-13 16,4 6-13-16,0 0-5 0,0 0-10 0,0 0-2 16,0 0-7-16,0 0-5 0,0 0-1 15,17 25-6-15,-5-10-6 0,-1-1 3 0,4 8-4 16,3-3-4-16,-4 1-3 0,4 6 3 16,1 1-3-16,-4-2 0 0,1 1-7 0,-3 3 4 0,0-1-1 15,-1 0-3-15,-1-3 1 0,1 3-3 0,-2-3 0 0,-1 1 2 16,-2-9-3-16,2 2-2 0,-2-2 0 15,0 2 2-15,-3-4-2 0,3-1-2 0,-3-2 1 0,1-1-2 16,-1-3 5-16,0 0-7 0,-3-1-1 0,3-2 3 16,-4-5 0-16,4 8-1 0,1-5 4 15,-5-3-2-15,0 0 0 0,0 0-1 0,0 0 1 16,11-10-1-16,-6 2-5 0,1-5 6 0,2-4-2 0,-1 2 2 16,1-10-2-16,1 3 3 0,1-2-3 0,-4-2 1 15,-1 1-4-15,-1-1 2 0,4-2 0 0,-2 0-1 16,-2 1 1-16,1 3 5 0,-1-1-5 0,-4 7 3 15,2 1-7-15,0-2 2 0,0 2-2 0,-2 4 4 16,3 1 1-16,-2 2 3 0,-1 2-5 0,0 2 0 16,0 6-6-16,0-13-9 0,0 13-17 0,0-6-15 15,0 6-9-15,0 0-8 0,0 0 0 0,0 0-11 16,0 0-13-16,15 3-12 0,-7 2-21 0,-1 2-14 16,3 0-14-16,2 4-20 0,-1-3-86 0,3 2-276 15,0-3 122-15</inkml:trace>
  <inkml:trace contextRef="#ctx0" brushRef="#br0" timeOffset="115725.02">14430 10050 29 0,'0'0'154'0,"-8"1"3"0,8-1-16 16,0 0-11-16,0 0-18 0,0 0-13 0,0 0-5 15,0 0-11-15,0 0-9 0,0 0 9 0,44-5-14 16,-23 0-11-16,8 1-3 0,3-4-6 0,4 5-4 16,-4-1-1-16,2-3-22 0,-1 2-6 0,1 2-26 15,-13-1-24-15,6 1-25 0,-8-2-23 0,-1 4-19 16,-6 1-104-16,-4 0-222 0,2 0 99 0</inkml:trace>
  <inkml:trace contextRef="#ctx0" brushRef="#br0" timeOffset="115962.72">14635 10029 102 0,'-1'7'157'0,"1"-7"-4"0,0 0-5 0,6 18-5 16,-4-8-8-16,2 0 2 0,1 5-6 0,-2-3-5 15,2 4-8-15,-1 0 3 0,0 2-7 0,0-1-10 16,1 2-10-16,-4 1-7 0,0-3-7 0,2 2-8 0,-3 0-8 15,0 1-4-15,0-1-8 0,-2-1-6 16,1 2-4-16,-1-3-2 0,-1 0-7 0,-1-1-13 16,2-1-20-16,-2 1-25 0,3-6-15 0,-1 2-18 0,0-2-32 15,3 0-36-15,-1 0-30 0,1-4-158 0,-1-6-341 16,3 12 151-16</inkml:trace>
  <inkml:trace contextRef="#ctx0" brushRef="#br0" timeOffset="116162.64">15156 10084 146 0,'9'-3'138'0,"4"0"-11"0,-3 2-11 0,6-2-7 15,-4 2-13-15,2 2-19 0,1-2-18 0,-4 2-47 16,3 2-20-16,-4-1-23 0,-2 2-26 0,2 2-74 15,-7-1-142-15,1 1 64 0</inkml:trace>
  <inkml:trace contextRef="#ctx0" brushRef="#br0" timeOffset="116308.43">15179 10252 86 0,'-4'5'158'0,"4"-5"-4"0,0 0-1 15,0 0-2-15,-8 3-9 0,8-3-8 0,0 0-17 16,0 0-7-16,0 0-9 0,0 0-10 0,25 0-12 15,-7-1-9-15,-4-3-3 0,4 3-38 0,2 0-30 16,0-1-53-16,1-2-36 0,1 3-56 0,-3-4-80 16,-1 3-243-16,-4 0 108 0</inkml:trace>
  <inkml:trace contextRef="#ctx0" brushRef="#br0" timeOffset="116789.53">15834 9882 37 0,'-7'-2'167'0,"7"2"-4"16,-7-3-12-16,7 3-6 0,-9-4-16 0,9 4-12 15,0 0-13-15,0 0-8 0,0 0-16 0,0 0-5 16,0 0-8-16,19-8-2 0,0 4-2 0,7 1-2 16,8-1-11-16,3-1-4 0,0 0-7 0,3 1 1 15,-4 1-5-15,4-2-6 0,-1 2-9 0,-2 0-17 16,-2 2-15-16,-4-1-25 0,-1 2-19 0,-2-1-27 15,-8 2-26-15,-2-1-20 0,-5 2-97 0,-3 0-246 16,-3-1 109-16</inkml:trace>
  <inkml:trace contextRef="#ctx0" brushRef="#br0" timeOffset="117049.47">16080 9871 66 0,'0'0'122'0,"-10"3"-1"16,10-3 3-16,0 0 13 0,1 14-4 0,-1-2-10 15,-1 4-6-15,0 3-7 0,1 6-8 0,-2 1-2 0,0 1-12 16,2-1 0-16,-3 0-7 0,1 3-7 0,-1-4-5 16,2-2-10-16,-1 3-2 0,-1-6-12 0,2-1-3 15,1 0-1-15,-3 0 2 0,4-2-7 16,-2-1-9-16,4 0-1 0,-5 0-24 0,4-4-22 0,0-1-13 15,-2 1-27-15,3-3-27 0,1 1-29 0,1-2-30 16,-3-2-117-16,2 0-282 0,-4-6 124 0</inkml:trace>
  <inkml:trace contextRef="#ctx0" brushRef="#br0" timeOffset="117942.55">16323 9899 96 0,'0'0'129'0,"3"-7"-3"0,-3 7 1 16,0 0 13-16,0 0-9 0,10 22-4 0,-6-3 0 15,1 6-10-15,-4 5-10 0,-2 2-3 0,-3 2-8 16,-1-1-8-16,2 3-8 0,1-3-14 0,-2-1-4 16,1-2-5-16,2-2-6 0,-1-3-7 0,0-6-5 15,5 1 0-15,-3-4-7 0,0-3-2 0,0-2-1 16,0-1-2-16,1-2-10 0,-1-1 7 0,0-7-5 15,0 10 1-15,0-10 1 0,1 6-3 0,-1-6-4 16,0 0 0-16,0 0-6 0,0 0-13 0,0 0-6 16,17-19 5-16,-11 8-2 0,1-4-2 0,2-2 3 15,1 0-2-15,0-1 2 0,2 1-5 0,2 1 4 16,0 2 4-16,1 0-1 0,-5 7-2 0,2-1-3 16,1 4 3-16,-2 1 3 0,2 2-2 0,-3 4 2 15,2-1 5-15,0 2 1 0,-1 3 5 0,1-1-3 16,-3 1-1-16,6 1-7 0,-5 2 14 0,0-2-3 0,3 2-2 15,-2-4 3-15,1 1-1 0,6-1-2 0,-3-4 11 16,3 2-11-16,0-3 2 0,2-2 3 16,1-3-4-16,-1-1-5 0,-1 2 6 0,9-6 5 15,-10 1-6-15,3-1-5 0,-2 1 3 0,-2 0 4 0,-4-5-4 16,-1 3 1-16,-3 2 1 0,0-2-3 16,-3-1-7-16,1 0 2 0,-2-1-2 0,-1-4 1 15,-2 3 2-15,-2-3-5 0,0 0 1 0,-2 3 2 16,-2-2 3-16,0 5 0 0,0 2-2 0,-1-2-3 0,2 4 2 15,-3 1 2-15,-3 1 1 0,1 0 3 0,1 0-8 16,7 4 1-16,-18 1 4 0,8 3-2 0,-1 2 3 16,-4 3 3-16,1 4-2 0,0 0 1 15,2 2 0-15,1 1-2 0,2-1 1 0,4 2 4 0,1 1-2 16,1-1-3-16,2 2 2 0,1-3 0 0,3 2-5 16,2-3 5-16,3 0 2 0,1 1 0 0,3-4 2 15,4-1-2-15,-1-1 0 0,0 0 2 0,3-1-2 16,0-3 2-16,0 1 2 0,2-4-3 0,0-2 0 15,0 1-4-15,8-4 1 0,-7 1 0 0,-2-2 3 16,1 0-3-16,-1-2 2 0,-2 0 2 0,1-2-3 16,-1-2 0-16,-5 3 1 0,1-4 2 0,-5 2-9 15,2-6 2-15,-5 4-5 0,2-5 2 0,-4 3-7 16,0 0 3-16,-3-4-3 0,-1 1-2 0,-3-2 3 16,-1 0 2-16,-2 1-5 0,-3 0 5 0,0 3-1 15,-2 0 6-15,1 0 2 0,2 4-6 0,0-1 8 0,-2 3-10 16,2 2 13-16,3 2-3 0,2-1 1 15,1-2-4-15,3 6 2 0,-8-4-5 0,8 4 3 16,0 0-3-16,0 0-1 0,0 0 2 0,0 0 2 16,0 0 0-16,0 0-1 0,32 3 5 0,-17-2-5 15,2 2 0-15,3 0 2 0,3-2 1 0,-3 2 2 16,1 0-3-16,-2 1-1 0,-1-2 2 0,-4 1-7 16,-1 1 1-16,1 1 3 0,-3 2-5 0,-1-1 10 15,0 1 3-15,-4 2 2 0,-1 2 4 0,-1 1-4 16,-1 1 3-16,-1-2 0 0,1 0 1 0,-2 6-5 0,-1-5 2 15,3-1 2-15,-3 5 1 0,-4-2-18 0,4-3-22 16,0 6-23-16,0-5-31 0,-1 0-32 16,2-1-35-16,-1 0-30 0,0-1-108 0,0 1-312 15,0-6 139-15</inkml:trace>
  <inkml:trace contextRef="#ctx0" brushRef="#br0" timeOffset="118509.43">17394 10140 48 0,'10'-3'165'0,"-10"3"-8"15,0 0-11-15,16 7-13 0,-9-1-3 0,0 3-1 16,-2 1-8-16,-1-1-1 0,2 4-11 0,-1 1-11 16,-2-3-13-16,2 1-3 0,-4-3-12 0,2 4 0 15,-2-3-7-15,0-1-4 0,1-2-7 16,-2-1-3-16,0-6-4 0,1 9 5 0,-1-9 9 0,1 8 7 15,-1-8 4-15,0 0-1 0,0 0-8 0,0 0-10 16,0 0 4-16,0 0-10 0,0 0-2 0,0 0-4 16,0 0-8-16,-17-20 0 0,15 10-5 0,2 1-6 15,-1-2 1-15,2-2-2 0,0 1-3 0,2-5-3 16,1 2-1-16,1-2 2 0,0 0-11 0,4 1 3 16,-2 0 0-16,-1 4 2 0,1 2-3 0,2 2-4 15,0 1-3-15,0 2 2 0,4 3 0 0,-4 2-2 16,2 2-2-16,-2 4 6 0,3 1-2 0,1 5-2 15,-3 2 1-15,0 2 1 0,-2 3 2 0,-2-2-1 16,-1 2 0-16,0-2 0 0,-2 0 2 0,2 0-5 16,-1-2 4-16,-3-3 0 0,2-1-7 0,-1-3 8 15,-2 0-3-15,1 0 1 0,-1-8 2 0,2 10 2 0,-2-10 3 16,2 7-1-16,-2-7 0 0,0 0 4 16,0 0-5-16,0 0-2 0,0 0-1 0,0 0-1 15,0 0 1-15,0 0-3 0,-9-24-1 0,11 14 1 16,-2-2-4-16,2-5-5 0,2 2-4 0,4-3 1 0,-1 3-3 15,1-4 7-15,6 6-3 0,-2-1 2 16,4 1 0-16,-4 1 0 0,-2 5 1 0,6-1 0 16,-4 3-1-16,1 3 0 0,-4 1-4 0,2 4 7 15,-1 1-2-15,1-1 3 0,-2 5-4 0,1 0 6 0,-4 1-3 16,1 0 6-16,-2 3 0 0,0 0 1 16,-3 0-6-16,1 0-13 0,1 3-23 0,-3-1-33 15,-1-2-31-15,1-2-30 0,-3 3-38 0,-5-3-177 16,4-1-378-16,-3 0 167 0</inkml:trace>
  <inkml:trace contextRef="#ctx0" brushRef="#br0" timeOffset="118910.62">18033 10081 149 0,'-11'-8'202'0,"2"8"-3"0,9 0-10 0,-23 9-5 15,10 0-8-15,-2 3-11 0,0 2-12 0,0-2-13 16,2 3-17-16,-1 0-6 0,3 1-14 0,3 0-15 16,-1 0 2-16,4-1-15 0,4-4-7 0,0 6-6 15,3-5-3-15,1 0-9 0,3-1-1 0,0-1-8 16,3-2-6-16,2-1-15 0,1 0-4 0,0-1-3 16,2-3-1-16,-3-3-8 0,5 0 1 0,-3 0 0 15,-2-3-1-15,2-1 1 0,-4-2-5 0,0 0 2 16,0-2 0-16,-2-1 3 0,-2-2-1 0,-1 0-5 15,0 0 3-15,-1-1-2 0,2 0 2 0,-3 1-2 16,0 0 10-16,0 1 4 0,-2 3 8 0,0 7-1 16,1-11-4-16,-1 11-3 0,2-8-2 0,-2 8-5 15,0 0 3-15,0 0 2 0,0 0-3 0,0 0 4 0,0 0-1 16,2 25-3-16,-2-12 2 0,2-2-1 16,0 2 0-16,-1 3-1 0,1 2-1 0,0-3-2 15,1 2-12-15,1-7-17 0,2 1-7 0,0 0-21 16,0-1-23-16,0-2-16 0,0 0-49 0,4-4-13 0,-1-1-36 15,2 1-162-15,0-3-380 0,-3-1 169 16</inkml:trace>
  <inkml:trace contextRef="#ctx0" brushRef="#br0" timeOffset="119134.8">18300 9868 201 0,'0'-9'202'15,"0"9"-15"-15,-2-10-15 0,2 10-15 0,0 0 6 0,0 0 12 16,0 0-10-16,0 0-5 0,5 41-7 0,-3-13-8 16,0 1-14-16,-1 3-8 0,4 2-13 0,-5-1-6 15,1 0-13-15,0-1-8 0,3-1-11 0,-2 0-5 16,0-3-5-16,2 0-9 0,-3-2-19 0,3-2-18 16,0-4-23-16,-1-1-29 0,0-1-33 0,0-1-36 15,-2-2-39-15,-1 1-49 0,0-4-186 0,-1 0-410 16,-2-2 181-16</inkml:trace>
  <inkml:trace contextRef="#ctx0" brushRef="#br0" timeOffset="119675.85">18717 10058 32 0,'0'0'211'0,"4"-7"-15"0,-4 7-22 15,0 0-16-15,5-5-17 0,-5 5-13 0,0 0-8 16,0 0 3-16,15 19-11 0,-9-9-10 0,1 6-5 16,1 2-13-16,-1 8-8 0,2-3-3 0,0 2-11 15,0-1-3-15,1 1-8 0,-3-7-1 0,-2-1-8 16,1 1 1-16,1-4-4 0,0 0-5 0,-2-3 1 15,0 0-2-15,1-4-2 0,-2-1 2 0,-1 0 8 16,2-2 11-16,-1-1 3 0,-4-3-5 0,0 0-4 16,12-3-3-16,-5-2-8 0,1-3 0 0,0-2-6 0,2-5-6 15,1 0 1-15,-2-3-1 0,4-2-6 16,0-5 2-16,-3-1-4 0,2 1-1 0,-1-3-2 16,-3 4 0-16,1-2-3 0,-2-3-1 0,1 3 0 15,-3 7-3-15,0 3 3 0,-3 0 0 0,2 5-13 0,-2 2-15 16,-1 3-28-16,-1 6-28 0,2-7-28 0,-2 7-20 15,0 0-3-15,0 0-10 0,0 0-27 16,-16 25-19-16,11-9-141 0,-3 1-351 0,2-1 155 16</inkml:trace>
  <inkml:trace contextRef="#ctx0" brushRef="#br0" timeOffset="120011.58">19149 10237 118 0,'0'0'177'0,"0"0"-11"0,0 0-7 0,0 0-6 0,0 0-1 16,-4 18-5-16,4-18-6 0,-3 16-13 0,1-6-14 15,2-1-11-15,0 0-8 0,2 2-11 0,-2 1-5 16,2-5-7-16,1 3-4 0,3 0-5 0,-1-1-6 16,3-2-5-16,2 0-4 0,1-1-4 0,2-2-6 15,5-1-1-15,1-2-3 0,0-1-10 0,3-1 6 16,-2-2-6-16,-3-2-2 0,2-1-2 0,0-1 0 15,0-3-3-15,-2 2 1 0,-5-5-2 0,-2-1 0 16,-1 2-3-16,-7-5-3 0,1 2-3 0,-3-1 3 16,-4 0-4-16,-2-1-1 0,-1 0 2 0,-3 2-1 15,1 2-3-15,-4 1 0 0,4 4 1 0,-1 2-7 16,-6 0 2-16,3 4-2 0,-1 2-5 0,-3 2-11 16,-1 4-14-16,2 0-18 0,0 4-24 0,0-3-28 15,3 6-19-15,1-3-31 0,5 2-29 0,-1-1-128 16,4-2-336-16,2 1 150 0</inkml:trace>
  <inkml:trace contextRef="#ctx0" brushRef="#br0" timeOffset="120266.67">19568 10005 124 0,'1'-11'225'0,"3"4"-7"0,-4 1-13 15,0 6-18-15,4-7-22 0,-4 7-11 0,0 0-5 16,0 0-11-16,0 0 0 0,10 16 1 16,-6-2-13-16,1 4-15 0,-1 6-7 0,1 2-5 15,-4-2-11-15,3 2-4 0,-1-3-11 0,1 1-6 0,-1 3-7 16,0-4 1-16,-2-3-12 0,2-1-6 0,-1 0-12 16,0-1-15-16,1-1-23 0,0 0-28 0,-2-5-41 15,0 5-31-15,1-7-47 0,-1 1-33 0,-2-1-40 16,1-3-117-16,-2 2-372 0,2-9 165 0</inkml:trace>
  <inkml:trace contextRef="#ctx0" brushRef="#br0" timeOffset="120518.83">19876 9997 165 0,'0'-10'220'0,"1"2"0"0,1 1-18 0,-2 7-19 0,3-10-16 15,-3 10-10-15,0 0-5 0,0 0 5 0,0 0-1 16,8 28 2-16,-5-9-17 0,-3 7-9 0,0 1-3 16,0 1-16-16,0 1-12 0,0-2-11 0,-3 2-9 15,2-1-8-15,-1-3-4 0,1 1-11 0,0-6-4 16,-2-1-8-16,2-2-3 0,2 0-8 0,-1 2-20 16,2-7-13-16,-2-1-31 0,1-1-26 0,0 0-28 15,-1 0-31-15,1-4-25 0,1 0-26 16,-2-6-32-16,2 7-193 0,-2-7-422 0,0 0 187 0</inkml:trace>
  <inkml:trace contextRef="#ctx0" brushRef="#br0" timeOffset="121749.3">19825 10137 126 0,'0'0'144'0,"0"0"-15"0,0 0 1 16,10-5-5-16,0 5-8 0,4 0-8 0,3-1-13 15,5 2-12-15,5-2-3 0,2 3-11 0,0-3-6 0,1 2-6 16,0-2-5-16,-2 1-3 0,1 0-5 16,-10-1-8-16,1-1 2 0,-7 0-12 0,1 1-2 15,-4 1 0-15,-2-1 6 0,-8 1 7 0,13 0 6 16,-7-3-6-16,-6 3 1 0,5-3 1 0,-5 3 5 0,0 0-1 16,0 0-3-16,0 0 0 0,0 0-8 0,0 0-1 15,0 0-4-15,0 0 0 0,-29 6-2 16,20 1-1-16,1 3 0 0,-2-1 1 0,-1 4 0 15,0 1 1-15,1 2-7 0,0-1-1 0,2 0-3 0,2 1 0 16,-2 1 2-16,7-6-5 0,-2 0-1 0,3 0 1 16,2-4-5-16,-1 3 5 0,3 1-2 0,5-3 2 15,-3-3-6-15,3 0 1 0,1-2 3 0,2-3-2 16,1 0-2-16,-1-3-3 0,0-1-5 0,1 1-1 16,1-2-1-16,-4-2 4 0,8-1 2 0,-7-4-3 15,2 1-4-15,-4-1 3 0,-1 0-1 16,1-1 1-16,-2-3-1 0,0 1 2 0,-5 4 1 15,1-2-3-15,-1-3 0 0,2 5 4 0,-1 2 2 0,-2 1 4 16,-1 8 0-16,1-11-2 0,2 7-2 0,-3 4-2 16,0 0-3-16,0 0 3 0,0 0 1 15,0 0-1-15,0 0 0 0,0 0 3 0,0 23-3 0,1-14 4 16,-1 2-1-16,3-1-1 0,-1 1 0 0,1 0 1 16,1-2 1-16,-1 0-1 0,4 0 3 0,2-1-4 15,-2-2 3-15,4 0-3 0,3-3 3 0,-3 2-3 16,8-2-2-16,-1-2 3 0,4-2-4 0,6 0-2 15,1-4 1-15,0 1-4 0,-1 0-1 0,-1-1-2 16,-7-1 2-16,0 3 2 0,-3-4-3 0,-3 2 1 16,-2 0 4-16,3-4 3 0,-6 2-1 0,-1-3-1 15,-1 3-2-15,2-3 1 0,-4 1 0 0,-1-3 0 16,0 2 1-16,-1-2 0 0,-1 0 0 0,-3 2 3 16,2 3 7-16,-2-4 3 0,0 4 1 0,1 7 3 15,-4-11-1-15,1 6 5 0,3 5-7 0,-10-6-1 16,10 6-5-16,-15 1 1 0,15-1-3 0,-20 8 1 15,10-2 3-15,-4 3-2 0,3-1-5 0,2 0 3 16,0 1-4-16,0 2 0 0,1 0-1 0,4-3-6 16,2 1-8-16,0-4-1 0,1 5-4 0,1-10 1 15,3 12-4-15,1-4-1 0,1-3-5 0,1-2 1 16,0-1 0-16,2 1-1 0,0-3-1 0,3 0 1 0,-11 0 3 16,18-3 4-16,-11 2 3 0,0-2 3 0,0 2 1 15,-7 1 1-15,10-10 1 0,-6 5 2 16,1-1 1-16,-1 0 3 0,-2 0 6 0,-2 6 6 15,3-14 0-15,-3 7-7 0,0 7 13 0,1-9 3 0,-1 9 4 16,0 0 8-16,0-11-1 0,0 11-5 0,0 0-2 16,0 0-3-16,0 0-5 0,0 0 4 0,0 0 3 15,0 0-3-15,-13 28 6 0,11-10 6 16,1 0-1-16,2 10 6 0,0 1-1 0,0 3 0 0,4 3 1 16,-1 10-1-16,-1-9-4 0,-1 10-2 0,1-11-3 15,-2 12 2-15,0-11-6 0,-1 0 1 0,0-1 0 16,-1-1-4-16,0-2 4 0,-2-2-4 0,1 1-4 15,-2-4 2-15,-4-2-4 0,2-1-4 0,-3 0 0 16,-1-6-3-16,-3-3-8 0,1-2-4 0,-2-2-2 16,-1-1 0-16,-1-1 1 0,0-3 1 0,1-4-7 15,2 0 4-15,1 0-5 0,-2-4-3 0,3-1-2 16,-2-4 7-16,4 1-4 0,1-4 1 0,0-4-5 16,0-2 2-16,4-2-5 0,3-1 4 0,1-5 2 15,5-4 4-15,1 3 0 0,8-2 1 0,2 3-3 16,3-4 6-16,1 2-2 0,3 1 7 0,3-1-3 15,-2 3 3-15,3-2-2 0,0 3 6 0,1 1-5 16,1-2 10-16,-3 2 0 0,2-1-3 0,-1-1 4 16,-2 1-3-16,2 2 2 0,0 1 3 0,0-3-4 15,-4 1 0-15,3 2 0 0,-1-3 0 0,-3 1-2 16,-3 1 5-16,3-1-3 0,-3 2-1 0,-2-2 1 16,0 0 2-16,-5 6-2 0,-2 1-1 0,-2 0 0 15,-2-1 4-15,1-1-1 0,-5 7 6 0,-1-2-3 16,1 2 3-16,-4 0-1 0,2 9 3 0,0-11-6 15,-5 5 2-15,5 6-2 0,-10-7-1 0,2 7 1 16,8 0 0-16,-25 10 3 0,7-3 2 0,1 3-7 16,1 2 3-16,0 4-1 0,2-3-2 0,5 0 1 15,3 3-2-15,5 0 5 0,1-3-9 0,3 3-10 16,4-2-11-16,3 0-23 0,11 2-23 0,7-3-30 16,0-4-25-16,2 0-31 0,4-2-24 0,0-1-22 15,-4 0-121-15,0-2-348 0,0-2 155 0</inkml:trace>
  <inkml:trace contextRef="#ctx0" brushRef="#br0" timeOffset="123958.76">21859 9951 74 0,'0'0'147'16,"-1"-12"3"-16,1 12-9 0,-2-7-5 0,2 7-15 0,0 0-8 16,-3-8-16-16,3 8-5 0,0 0-12 0,0 0-1 15,0 0-3-15,-18 12-1 0,10-2 1 16,-3 3-5-16,1 4 2 0,-3 6-5 0,-1 2-3 0,2 0-9 16,0 1-5-16,0 3 3 0,3-1-1 0,0-2-3 15,4 3-10-15,1-1 5 0,2-1-8 16,1 0-4-16,1-1 1 0,3-1-6 0,4 1 1 15,0-3-3-15,1-5-2 0,2 5-4 0,2-7 0 16,3-2-4-16,4 4-3 0,3-4-14 0,-4-3-14 0,6 0-18 16,-5-5-26-16,10 1-27 0,-1-1-25 0,1-5-33 15,-1 3-19-15,-5-3-130 0,-4-1-315 0,11-2 140 16</inkml:trace>
  <inkml:trace contextRef="#ctx0" brushRef="#br0" timeOffset="124233.84">22426 9988 73 0,'-8'-6'188'0,"0"1"-13"0,-1 4-13 16,-1-1-8-16,-3 4-5 0,1 1-8 0,-4 6-4 15,0 2-7-15,0 2-5 0,-2 11-11 0,-1 1-4 16,4-1-6-16,-2 2-6 0,4 2-11 0,4 0-6 15,1-1-6-15,4-2-10 0,-1 1-1 0,3-7-7 16,2 2-7-16,3-3-2 0,-2 1-6 0,4-4-4 16,3 1-5-16,0-1-16 0,1 0-10 0,3-4-12 15,1 0-31-15,4-1-26 0,-2-2-22 0,3-2-28 16,-1 1-30-16,3-4-12 0,-3-3-5 0,3 0-136 16,-2 0-321-16,-1-6 142 0</inkml:trace>
  <inkml:trace contextRef="#ctx0" brushRef="#br0" timeOffset="125199.87">22607 10175 36 0,'1'-8'148'0,"-2"-1"3"0,1 9-8 0,-1-12-6 15,1 12-2-15,-1-9-10 0,1 9-11 0,0 0-3 16,-8-1-2-16,8 1-7 0,-12 9-3 16,6 2-7-16,-3 2 0 0,0 1-4 0,0 4-14 15,3-1 1-15,-1 0-6 0,3 2-9 0,2-1-7 0,-1 0 0 16,5-1-11-16,-1-1 1 0,1-2-7 0,1-1-1 15,2-2-4-15,0 0-1 0,3 0-4 0,0-3-7 16,1 0-5-16,0-2-4 0,3 0-4 16,-3 0-8-16,2-3-6 0,-1-1 0 0,0-1-4 0,-1-1-2 15,-9 0-3-15,16-3 3 0,-7 0-10 0,-2-1-3 16,-1-5 4-16,1 1-7 0,-4-1 2 0,3-3 0 16,-4 2 2-16,-2-6 2 0,-1-1-4 0,-2 2 10 15,-2-1 6-15,0 1-5 0,-1 0 1 0,1-2 10 16,-3 3-3-16,0 0 2 0,2 4 1 0,-2 1 3 15,3-1 0-15,0 1 4 0,0 1 3 16,2 3-3-16,1-2 7 0,2 7 1 0,-7-10-3 16,7 10-6-16,-1-7 6 0,1 7-4 0,0 0-1 0,10-6 3 15,-10 6 2-15,17-3-7 0,-6 3 2 0,1 0-4 16,1 0 5-16,-1-2 3 0,0 2-4 0,3 2 8 16,-3 0-3-16,-1 1 2 0,2 4 14 0,-4-2 4 15,6 4 2-15,-6 1-3 0,-1-1 7 0,0 1 0 16,-2 3 1-16,-2-2-3 0,1 5-2 0,-2 0 0 15,-1 0 3-15,1-3-2 0,-3 2-4 0,1-3 4 16,-1-3-7-16,1 2-3 0,1-4 1 0,-2 2 0 16,0-3-4-16,0-6 0 0,1 13-7 0,-1-13 9 15,1 7 6-15,-1-7 8 0,0 0 7 0,3 4-2 16,-3-4 0-16,0 0-6 0,0 0-5 0,0 0-1 16,0 0-2-16,-8-20-2 0,8 11-1 0,-1-1 0 15,3 0-9-15,0-4-3 0,3-3-5 0,3-1 1 16,0 0-2-16,0-1-2 0,3-6-4 0,1 1 0 15,-2 1-2-15,3 7 2 0,-3 3-3 0,3-4 5 16,-2 4-7-16,0 5 4 0,-1-1-1 0,-4 2 2 16,2 1-4-16,0 5-2 0,-2 0 2 0,3-1 2 0,-9 2 2 15,14 9-3-15,-6-1 2 0,-1 3 3 0,-2-1-1 16,1 6 4-16,-1 1-2 0,0-2 4 16,-1 4-6-16,1-2 4 0,-3 2-2 0,-1-7 4 15,3 3 0-15,-1-3 1 0,-1-2 1 0,4 1-6 0,-2-2 5 16,2-1 0-16,-1-4-3 0,1 0 5 0,1-1-1 15,2 0 3-15,3-3-2 0,-1-3-1 16,1-2 2-16,0-1 2 0,3-4-4 0,-3 2 1 16,1-3 0-16,1-2-2 0,-2-3-3 0,-1 0 3 0,1 0-3 15,1-7 6-15,0-1-3 0,-4 1-1 0,-1-1 0 16,-2 0 2-16,-1 4-3 0,-2 3 2 0,0 0-5 16,0 0 2-16,0 7 2 0,-2-3-2 15,-1 5 2-15,1-1 0 0,0 3-2 0,-1 6-3 0,0 0 1 16,2-11-4-16,-2 11-2 0,0 0 6 0,0 0-1 15,0 0 3-15,0 0-3 0,-13 24-1 0,8-14 1 16,0 8 2-16,0-3-5 0,2 0 0 0,-1 1-10 16,3 0-6-16,2 0-5 0,2 0 4 0,2 0-2 15,1 0-3-15,-1-5-1 0,4 2-1 0,0 3 2 16,1-1 0-16,1-2 2 0,-1-1 1 0,3 2-2 16,-2-3 5-16,0 2 1 0,-3-4 3 0,-1 1 1 15,-1 0-2-15,1-2 6 0,-4 1 1 0,2-1 3 16,-3-1 1-16,-4 1 2 0,2-8 0 0,-5 13-4 15,2-7 4-15,-3-1 3 0,-1 0-2 0,-2 2-16 16,-1-1-12-16,-1-2-20 0,1 0-15 0,0-1-33 16,0 0-29-16,2-2-18 0,8-1-31 0,-15 2-108 15,8-2-311-15,7 0 138 0</inkml:trace>
  <inkml:trace contextRef="#ctx0" brushRef="#br0" timeOffset="125475.56">23535 9929 42 0,'4'-16'213'0,"-2"3"-2"0,0 3-4 0,1-2 4 15,0 5-14-15,-3 7-9 0,2-10-22 0,-2 10-19 16,2-5-16-16,-2 5-3 0,0 0-1 0,10 15 3 16,-5 0-8-16,0 4-5 0,3 7-2 15,-2 0-16-15,-3 2-13 0,-2 0-5 0,2 1-5 16,-1-3-7-16,2 3-7 0,-4-3-6 0,1 1-7 0,-1 0-3 15,-1-4-5-15,1-2-4 0,0-3-6 0,-1 0-7 16,0-1-17-16,1-5-17 0,0-1-19 16,-2 2-17-16,2-3-25 0,-1-1-20 0,1-2-18 0,0-7-29 15,-1 12-13-15,1-12-20 0,0 7-24 0,0-7-24 16,0 0-112-16,0 0-360 0,0 0 160 16</inkml:trace>
  <inkml:trace contextRef="#ctx0" brushRef="#br0" timeOffset="125943.55">23512 10089 107 0,'-4'-7'134'0,"4"7"-11"0,0 0-9 0,0 0-1 0,17-5-8 16,-7 3-13-16,5 2-8 0,6-1-5 0,7 0-8 16,1-1-5-16,2 3-9 0,1-2-6 0,-1-2-4 15,-3 2-5-15,-8-1-6 0,-2-1-3 0,1 1-1 16,-6 2-3-16,-2 0 0 0,-3-2 8 0,0 2 6 15,-8 0 15-15,11-2 2 0,-11 2-6 0,7-3-2 16,-7 3-1-16,0 0-3 0,0 0 1 0,0 0-1 16,0 0-9-16,0 0-3 0,0 0 1 0,0 0-4 15,-21 11-1-15,15-4 1 0,-2 4-4 0,-3 1 1 16,0 3-3-16,1-2 2 0,-1 4-8 0,0-2 3 16,4 0-6-16,0-1 1 0,0 2-4 0,3-5 4 15,1 1-3-15,3-1-4 0,0-1-2 0,3 0 2 0,2-1-1 16,0 0 1-16,3-4-5 0,-1 0-3 15,0-1-5-15,4-2-3 0,-2-1-1 0,2-1 0 16,0-2 3-16,-2 1-1 0,1-5 4 0,-1 1 0 16,0-5-6-16,-3 1 4 0,1 0-3 0,-1-2 3 0,1-5 3 15,-2 2-2-15,0 3-3 0,-1-3 2 16,0-1-1-16,-1 0 4 0,1 0 1 0,-1 3 5 16,1 2 3-16,-2 1 1 0,-2 4 0 0,0 5 1 15,3-10-6-15,-3 10-2 0,0 0 3 0,0 0-7 16,0 0 2-16,0 0 2 0,0 0-3 0,7 24 0 15,-5-9-1-15,-2 1 4 0,1 1-7 0,-1 0-14 16,0 1-16-16,0 1-25 0,1 5-38 0,-1-6-29 16,3-3-34-16,1 1-28 0,-4 0-125 0,3-6-338 0,4 2 150 15</inkml:trace>
  <inkml:trace contextRef="#ctx0" brushRef="#br0" timeOffset="126191.76">24118 10339 184 0,'-2'-19'186'0,"2"9"-10"0,0-1-8 0,0-1-5 16,0 0-2-16,0-4-6 0,0-1-8 0,0 1-13 16,2-1-4-16,3 2-16 0,1-4-9 0,2 3-14 15,1-1-7-15,1 3-9 0,2 1-6 0,-1 1-7 16,-1 3-2-16,2 0-10 0,-2 2-9 0,3 1-6 16,-2 2-2-16,1 1-4 0,-1 5 0 0,-2 0-8 15,-1 2-3-15,2 2 4 0,-2 4 1 0,-2 1 1 16,2 2-3-16,-3 2-2 0,0 2-6 0,-2-1 2 15,-3 1-1-15,0-1-11 0,0 0-11 0,-2-3-20 16,4 3-26-16,-4-4-16 0,2-2-25 0,0 0-45 16,0-3-33-16,3 1-178 0,-3-8-381 0,2 9 168 15</inkml:trace>
  <inkml:trace contextRef="#ctx0" brushRef="#br0" timeOffset="126450.83">24547 9887 80 0,'0'-10'219'0,"1"0"6"0,-1 2-6 15,0 8-18-15,2-10-19 0,-2 10-19 0,0 0-11 0,0 0 1 16,0 0 2-16,2 24-9 0,-2 0-2 16,-4 5-4-16,1 0-11 0,-3 3-8 0,1 3-12 15,-1-3-11-15,1 1-7 0,0-1-11 0,0 0-10 16,1-1-1-16,0 0-10 0,0-4-4 0,-1 0-7 15,4-7-3-15,2-2-13 0,-2 1-16 0,1-1-19 0,-3-6-24 16,2 3-33-16,1-2-30 0,0-5-26 16,0-1-35-16,0-7-30 0,1 11-17 0,-1-11-38 15,0 0-121-15,0 0-386 0,0 0 170 0</inkml:trace>
  <inkml:trace contextRef="#ctx0" brushRef="#br0" timeOffset="126614.67">24389 10150 22 0,'0'0'184'0,"-1"-8"-14"0,1 8-5 0,0 0-12 16,3-9-3-16,4 7-12 0,3-2-7 0,3-1-9 15,3 2-12-15,5-2-9 0,8-2-12 0,2 3-18 16,2 1-27-16,0-3-27 0,-1 1-45 0,1-1-47 16,-1 1-51-16,-2-2-114 0,-3 1-260 0,-8 1 115 15</inkml:trace>
  <inkml:trace contextRef="#ctx0" brushRef="#br0" timeOffset="126851.24">24886 9820 24 0,'5'-3'183'0,"-5"3"1"0,16 0 1 15,-5 3-4-15,0 4-1 0,5 5-17 0,-1 3-8 16,3 6-10-16,-3 7-5 0,-1 2-11 15,-2 2-10-15,-2-1-10 0,-4 2-5 0,-2 2-16 0,1-2-7 16,-1-2-5-16,-4 0-5 0,-2 1-9 0,-4-4-8 16,-1 0-6-16,-5 1-9 0,-2-1-18 0,-2-3-19 15,-5 0-25-15,-1-1-32 0,-2-1-20 0,-1-4-44 16,1 0-32-16,-1-7-46 0,-2 1-124 0,0-2-347 16,2-4 153-16</inkml:trace>
  <inkml:trace contextRef="#ctx0" brushRef="#br0" timeOffset="129439.63">14122 11279 5 0,'-3'-6'153'16,"-1"-2"-5"-16,-1 3-11 0,1-2 0 0,4 7 9 15,-5-10 5-15,1 4-6 0,4 6-10 0,-2-7-15 16,2 7-9-16,0 0-13 0,-2-8-16 0,2 8-5 16,0 0-12-16,0 0-5 0,0 0-6 0,0 0-6 15,0 0-1-15,13 17-4 0,-5-8-1 0,-3 2-5 16,7 3-6-16,-4 2-3 0,1-1-1 0,5 9-3 16,-3 1-5-16,0-9 5 0,-1 9-1 0,3-1-5 15,-1 1 0-15,-2-1-6 0,-1-1 6 0,1 1-4 16,1-1 0-16,-3 2-3 0,2-9 2 0,-1 2-1 15,-1-1 0-15,-1-2 2 0,3 0-5 0,-4-3-4 16,0 2 1-16,1-5 0 0,0 1-1 0,-2-1 1 16,-1 1 0-16,3-1-2 0,-1-2 3 0,0 0-6 15,-2-2 8-15,1-1-4 0,-1 0-1 0,-4-4-1 16,6 7 3-16,-6-7-2 0,7 1 0 0,-7-1-1 16,0 0 6-16,14-8-2 0,-12 0 0 0,4-1-2 15,-3-3 3-15,3-2-4 0,0-1-2 0,0-5-1 0,1-3 2 16,-1-5 0-16,1 3-1 0,0-2 2 15,-1-2 0-15,1 1-3 0,-2 1 0 0,3 3-3 16,-2-3 5-16,0 0 0 0,-2 3-4 0,1-1-1 16,1 0 3-16,-1 8 0 0,0-1 3 0,-3 2-4 0,2 0 5 15,-3 3 1-15,2 3 5 0,0 0 0 0,-1 1-5 16,-2 2 2-16,0 7-2 0,0-10 5 16,0 10-8-16,4-7-2 0,-4 7 4 0,0 0-3 15,3-7 0-15,-3 7-4 0,0 0 0 0,0 0-4 0,0 0 1 16,0 0 0-16,0 0-10 0,0 0-10 0,0 0-8 15,0 0-9-15,-7 24-13 0,7-14-20 16,-2-1-15-16,0 2-18 0,-2-1-23 0,2 2-22 16,-1-1-20-16,1 5-110 0,2-4-304 0,0 0 135 0</inkml:trace>
  <inkml:trace contextRef="#ctx0" brushRef="#br0" timeOffset="129768.63">14717 11630 33 0,'-7'-2'169'0,"7"2"-8"0,-12-5-12 0,4 3 5 15,8 2-5-15,-9-3-10 0,9 3-7 0,-8-4-1 16,8 4-16-16,-6-3-14 0,6 3-3 0,0 0-9 15,-5-4-7-15,5 4-7 0,0 0-10 0,0 0-6 16,0 0-6-16,0 0-3 0,16-6-6 0,-4 2-3 16,6 1-6-16,2-4 0 0,7 2-6 0,0 0-2 15,-5 0-1-15,-4-2-4 0,5 4-8 0,-2 0 3 16,-2-1 0-16,1 2 0 0,-1-3-11 0,-4 2-18 16,-1 4-14-16,-3-2-24 0,-1 1-25 0,1 0-24 15,-3 0-19-15,1 1-20 0,-3 2-15 0,-6-3-125 16,13 4-300-16,-9-3 133 0</inkml:trace>
  <inkml:trace contextRef="#ctx0" brushRef="#br0" timeOffset="130067.57">14869 11568 152 0,'0'0'155'0,"0"0"-15"0,0 0-14 0,0 0-4 15,0 0 9-15,-6 7-12 0,6-7 6 0,-2 11-2 0,0 0-2 16,0 0-11-16,2 2-8 0,-1 3 2 16,1 1-10-16,-1 2-5 0,1-1-12 0,0 2-3 15,0 4-8-15,0 0-2 0,2-4-3 0,-2 1-5 16,4 3-6-16,-4-3-1 0,4-4-8 0,-2 3-5 0,1 5 1 16,-1-7-6-16,2 1-3 0,0-4 0 15,0 2-5-15,1-2 0 0,0 1-5 0,-2-5 1 16,-1 1-4-16,0-2 0 0,3 0-4 0,-3 2-16 15,2-3-15-15,-2 1-14 0,-2-4-28 0,2 0-14 0,1-1-20 16,-3-5-24-16,5 9-16 0,-5-9-13 0,2 6-21 16,-2-6-125-16,0 0-319 0,0 0 141 15</inkml:trace>
  <inkml:trace contextRef="#ctx0" brushRef="#br0" timeOffset="130274.78">15299 11618 6 0,'8'-8'169'0,"-3"6"1"0,2-2-9 0,2 0-15 0,1 0-7 16,-1 0-16-16,3 1-12 0,1 0-12 0,1 2-14 15,3-2-15-15,-3 2-24 0,-1 1-27 0,0 1-36 16,2-1-27-16,-3 0-43 0,0 2-113 15,-4-1-215-15,0 1 95 0</inkml:trace>
  <inkml:trace contextRef="#ctx0" brushRef="#br0" timeOffset="130457.47">15357 11754 158 0,'0'0'196'16,"-6"3"1"-16,6-3-9 0,0 0-15 0,0 0-16 15,0 0-13-15,0 0-13 0,0 0-11 0,0 0-15 16,0 0-9-16,35-8-12 0,-22 5-17 0,5 0-32 16,-6 0-31-16,3-1-35 0,3 0-27 0,0 0-25 15,-2 3-46-15,5-2-130 0,-3 1-282 0,2-1 125 16</inkml:trace>
  <inkml:trace contextRef="#ctx0" brushRef="#br0" timeOffset="131126.09">16271 11367 4 0,'0'0'152'0,"0"0"-10"0,18-11-7 0,-5 9 4 16,7-3-15-16,8 2 5 0,3 2-17 16,1 2-7-16,-2 3-10 0,0 1-5 0,-2 4 0 15,-3 3-8-15,-3 6-8 0,-7-5-9 0,0 8 2 16,-5-3 0-16,-4 8-8 0,-3 3 0 0,-5 0-9 0,0 0-2 15,-6 1-5-15,-1-1-5 0,-5-2 0 0,0 0-6 16,-4-4 1-16,-2 3-8 0,-1-6-1 16,1-1-4-16,-1 0-7 0,1-2 5 0,5-5 3 0,-4 1-6 15,-3-1 1-15,4-2-5 0,0-4-1 0,1 1 4 16,3-3-2-16,3-2 8 0,2 1 3 16,1-3 2-16,8 0-3 0,-13-2-4 0,13 2-2 15,-9-5-4-15,7 0 4 0,2 5-6 0,0-10-5 0,0 10 4 16,8-17-2-16,1 10 0 0,-1 1 3 0,1 0-4 15,3 0-2-15,2 1 6 0,-1 0-1 0,2 4-1 16,0-2 7-16,1 2-6 0,-3 0 2 0,6 1-1 16,0 0 0-16,-4 1-3 0,2 2 3 0,2 2-3 15,1-3 3-15,0 3-2 0,-3-1-2 0,1-2-12 16,2 1-15-16,0 1-19 0,-3-1-31 0,-1 1-27 16,1 1-19-16,1-2-23 0,-4-2-19 0,2 1-36 15,-3-1-99-15,1 1-319 0,-1-4 141 0</inkml:trace>
  <inkml:trace contextRef="#ctx0" brushRef="#br0" timeOffset="131506.28">17007 11388 198 0,'-6'-7'201'0,"0"2"-7"0,-3 1-14 16,-1 1-12-16,10 3-11 0,-15 3-10 15,2 1-7-15,0 7-11 0,-2 3-6 0,-2 7-10 16,1 3-8-16,0 2-9 0,1 5-5 0,2-3-10 16,-1 3-8-16,4-4-4 0,1 3-3 0,3-3-12 15,1 2-2-15,5-1-5 0,3-1-4 0,-1-8-3 16,4 0-6-16,2-2 0 0,2-2-4 0,1 0-3 16,4 0-2-16,-2-2-2 0,4-5-1 0,2 0-2 15,3-2 1-15,-4-2-6 0,4-1 0 0,-3-2-4 16,1-1 5-16,1-2-3 0,-5-4-2 0,2 1-3 0,-6 0-3 15,3-4-5-15,-5 3 3 0,-2-3-3 16,0-1 0-16,-3 0-11 0,-4-4 5 0,-2 4 1 16,-2-1-2-16,-6-1 2 0,2-1 2 0,-4-2-7 0,0 9 1 15,-4-5-2-15,-3 3 5 0,0 4-3 0,-3 1-5 16,1 4-8-16,-1-2-11 0,-5 8-7 16,4 0-21-16,-4 2-12 0,8 1-25 0,1 2-23 15,-1-1-30-15,4 1-42 0,1 2-143 0,3-2-363 0,3-2 161 16</inkml:trace>
  <inkml:trace contextRef="#ctx0" brushRef="#br0" timeOffset="132171.67">17499 11632 14 0,'0'0'191'0,"0"0"-8"0,0 0-13 0,0 0-2 16,0 0-16-16,0 0-14 0,10 24-10 0,-9-15-9 15,2 4-8-15,-1-3-3 0,1 2-11 0,0 1-8 16,-2-2-9-16,0 0-5 0,2-1-12 0,-2-3-4 16,0 0-4-16,-1-7 0 0,0 12-2 0,0-12 1 0,0 7 3 15,0-7 7-15,0 8-5 0,0-8-6 0,0 0-5 16,-7 3-6-16,7-3-2 0,0 0-4 15,0 0-2-15,-18-12-5 0,13 6 0 0,1 0-4 16,-3-2-6-16,2-2 2 0,-1-1-1 0,2 1-1 16,2-7-3-16,-1 3-2 0,2-1-4 0,-1-3 3 15,4 0-5-15,-1 0 3 0,3 0-5 0,0-1 0 16,3 1 5-16,0 2-5 0,0 2-4 0,6-1 6 16,-1 4-7-16,1 1-1 0,0 1 1 0,0 3 0 0,4 3-1 15,0 2 0-15,2 3-4 0,0 0 5 0,0 3-1 16,0 3 2-16,-1 2 1 0,0 3 2 0,2 4-2 15,-7-5 2-15,-1 2-3 0,2 1 5 16,-4-1 1-16,-4 1-4 0,4-1 0 0,-4-2-1 0,-2-1 2 16,-2 0-1-16,1 0-3 0,-3-1 7 0,-2 0-2 15,1-2 4-15,-1-1-5 0,-1 0 5 0,3-7-2 16,-7 9-3-16,2-8 3 0,5-1 3 16,-6 6-1-16,6-6 0 0,0 0-3 0,0 0 3 0,-15-6-4 15,15 6-1-15,-8-10-3 0,7 1 4 0,-3-2-2 16,3 0 0-16,3-4-2 0,3-3 4 0,3 0-3 15,-3-1-3-15,2 0-4 0,3 2 6 0,-1 2-1 16,1-2-1-16,1 3-1 0,1-2 6 0,2 8-6 16,-3-2 0-16,2 1-1 0,-1 3 2 0,-1 2-6 15,0 2 2-15,1-1 1 0,-2 6-2 0,1 0-1 16,0 5 4-16,-2-1 0 0,0 3 0 0,4 1 1 16,-7 0 1-16,2 4 0 0,1-1 2 0,-2 0-2 15,0 1 2-15,-2 1-1 0,-1-5 0 0,1 5-5 16,-2-4-10-16,-1 2-22 0,1-3-23 0,-3 5-26 15,0-4-30-15,0 0-29 0,-2 0-36 0,2-4-36 16,-1 1-150-16,-1-1-395 0,2-8 175 0</inkml:trace>
  <inkml:trace contextRef="#ctx0" brushRef="#br0" timeOffset="132720.31">18176 11473 71 0,'-1'-9'223'16,"1"9"-12"-16,-1-7-11 0,1 7-13 0,0 0-15 0,0 0-14 15,0 0-15-15,0 0-9 0,0 0-2 0,0 0 6 16,0 0-9-16,0 0-6 0,21 15-11 16,-13-5-4-16,1 3-4 0,1 0-5 0,-1 3-4 15,-1-1-13-15,2 0-5 0,0 0-2 0,-1 2-7 16,-1-2-6-16,1 3-1 0,-3-1-8 0,1 0-7 0,-2 1 3 15,2-2-8-15,-2-4-4 0,2 3-5 16,-3-6-1-16,0 1-2 0,0 2-3 0,1-4-1 16,-2-1-2-16,1 0 1 0,-3-1-4 0,3-2-3 0,-4-4-2 15,5 9-4-15,-5-9 2 0,7 4 0 0,-7-4 12 16,9 1-11-16,-9-1-2 0,14-6-2 16,-8-2 0-16,2-1-4 0,3-4 1 0,-2 1-1 15,2-1 1-15,-3-3 2 0,1-3-3 0,4-1-3 0,-3-5-1 16,-3 8-10-16,3-8-2 0,-5 1 0 0,3-1 3 15,-3 1-6-15,-1 4 0 0,1-6-10 0,-1 6 2 16,0-3 0-16,-1-2 9 0,0 5-6 0,-4 4-1 16,-1 0 9-16,2 1-7 0,0 3 0 0,0 0 8 15,-3 4-6-15,0-1 1 0,2 1 0 0,-6 1 1 16,4 3 0-16,-1-1 2 0,4 5-1 0,-13-5 1 16,8 3-1-16,5 2 4 0,-13 3-3 0,4 2 5 15,2-1-5-15,-3 3 3 0,3 2-1 0,-1-1 2 16,1 2 0-16,3-1 1 0,0 0 0 0,1 1 12 15,2-2-13-15,2 3 6 0,1-3-2 0,0 3-1 16,2-4 4-16,2 2-2 0,3-1-5 0,-1-3-9 16,4 2-20-16,0-4-17 0,1 0-22 0,6 1-41 15,3-3-20-15,5-2-31 0,-6 0-38 0,1 1-26 16,0-4-122-16,0 1-380 0,-2-1 169 0</inkml:trace>
  <inkml:trace contextRef="#ctx0" brushRef="#br0" timeOffset="132886.72">18846 11454 41 0,'0'0'59'0,"0"0"-30"0,0 0-51 0,0 0-24 16,0 0 12-16</inkml:trace>
  <inkml:trace contextRef="#ctx0" brushRef="#br0" timeOffset="134699.29">19315 11572 80 0,'-1'-10'156'0,"-1"1"-15"0,1 2-11 0,1 7 0 15,-5-11 3-15,2 6-8 0,-2 1-12 0,5 4-13 0,-11-4-3 16,4 3-10-16,7 1-8 0,-17 0 3 0,8 5-7 15,-2 2-4-15,-1 5-4 0,0-1 0 0,2 4-7 16,-3 1-6-16,3 6-10 0,0 1 2 16,2-6-5-16,2 2-4 0,0 0-5 0,4 1 0 0,1 5-7 15,3-6-1-15,1-1-2 0,2 1-1 0,1-2-2 16,4-1 1-16,2-4-1 0,2 1-7 0,0-4-4 16,3-1 2-16,-1-2-6 0,2 0-4 15,0-4 0-15,-5-1-2 0,5-4 2 0,-4 3-3 0,-1-4 2 16,1-2 2-16,-3 1-1 0,3-5 0 0,0-3-1 15,-1 0-3-15,0-3 3 0,-3 2 1 0,-1-2 6 16,0-2 0-16,-4-1 4 0,-1 0 4 16,1-6 0-16,-4 8 3 0,-1-1 4 0,0 0 5 0,0 2 1 15,-1 5 5-15,-2-3 3 0,1 5 7 0,1 2 1 16,1 7-4-16,0-12-6 0,0 12-8 0,-4-8-6 16,4 8-3-16,0 0 4 0,0 0-1 15,0 0-5-15,-8 23 2 0,6-12-3 0,2 7 0 0,0 0-2 16,3 1-1-16,1 0-1 0,1 0-1 0,2 4-2 15,-1-5-1-15,6 0-8 0,-6-2-12 0,3 0-20 16,1-1-14-16,4-1-22 0,-2-2-31 0,0-1-26 16,3-2-16-16,1-4-27 0,-4-1-17 0,-1 0-132 15,2-3-346-15,-1-1 154 0</inkml:trace>
  <inkml:trace contextRef="#ctx0" brushRef="#br0" timeOffset="134954.94">19775 11326 45 0,'-1'-11'208'0,"-1"3"-7"0,1 1-14 15,1 7-12-15,0-10-17 0,0 10-17 0,0 0-16 0,0 0 4 16,0 0 6-16,0 0-2 0,0 0-13 16,4 36-3-16,-3-9-14 0,-2-2-3 0,2 4-8 15,-2 3-6-15,0 0-5 0,-1 0-3 0,1-4-15 16,0 3-6-16,2 1-5 0,2-5-4 0,1 2-4 0,-2-4-5 15,1-6-3-15,2 1-7 0,-1-2-11 0,1-1-22 16,-1-1-20-16,2 0-19 0,-2-4-28 16,0-1-31-16,-2-3-26 0,3-1-8 0,-2-2-32 15,-1 1-19-15,-2-6-137 0,3 5-349 0,-3-5 156 0</inkml:trace>
  <inkml:trace contextRef="#ctx0" brushRef="#br0" timeOffset="135124.37">19617 11479 118 0,'0'0'132'0,"12"-14"-2"0,1 11-15 0,8 0-15 16,9-2-10-16,6 2-3 0,-2-1-18 0,6 3-28 16,-3-2-42-16,2 3-33 0,0 0-31 0,-4 3-66 15,2 0-141-15,0 0 62 0</inkml:trace>
  <inkml:trace contextRef="#ctx0" brushRef="#br0" timeOffset="135589.67">20520 11755 94 0,'5'-4'196'0,"2"-2"-8"0,-2-3-10 16,0 1-12-16,1-3-9 0,1-5-2 0,1 2-7 15,0-1-7-15,-3-1-7 0,3-3-11 0,-3 2-10 16,-1-7-9-16,-2 5-2 0,-2-2-10 0,-1-3-7 16,-1-3-9-16,-5 9-8 0,2 0-4 0,-5-6-5 15,0 7-10-15,-3 2-2 0,0-1-6 0,-2 4-1 16,1 2-8-16,-1 0-1 0,-1 3-3 0,0-1-2 16,3 4-4-16,-1 1-2 0,1 2-2 0,0 1 0 15,2 1-5-15,0 0 0 0,2 2-3 0,2 1-2 16,0 1 1-16,4 0-2 0,-1 1-2 0,4-6 1 15,0 11-1-15,0-11 1 0,9 10 0 0,0-3-1 16,2-2-2-16,2 0-6 0,6 0 0 0,0-1-2 16,2-1-1-16,0-2 1 0,7-1-5 0,-7 0 5 15,-1 0-6-15,2-1 8 0,-3 0-5 0,-2 2 2 16,-3-1 1-16,-1 1-1 0,-3-1-3 0,0 1 2 16,2 1 0-16,-5-1-1 0,1 0 0 0,0 3 2 0,-1 1 4 15,0-2 1-15,-2 5 2 0,1 3 4 0,1 0 2 16,-2 1 3-16,0 0-5 0,-1 4 8 15,0 0-6-15,-1-1 1 0,0 2-2 0,1-2 0 16,-2 1 0-16,1 1-1 0,-2-1-8 0,2-6-10 0,-1 2-12 16,1-2-22-16,-2 2-28 0,2-2-33 0,-1-3-38 15,1-2-30-15,1 2-50 0,-3-2-116 0,-1-5-369 16,9 5 163-16</inkml:trace>
  <inkml:trace contextRef="#ctx0" brushRef="#br0" timeOffset="135933.04">20944 11395 161 0,'0'0'182'16,"0"0"1"-16,-14 10-2 0,7-1-7 0,-1 1-14 16,-1 6-8-16,1 1-17 0,2-1-8 0,0 4-14 15,1-3-9-15,3 0-8 0,2 2-11 0,0-3-6 16,4 1-4-16,0-2-9 0,2 0-6 0,4-2-6 15,-1-5-4-15,2 2-6 0,4-3-4 0,-3 0-2 16,4-2-8-16,2-2-1 0,0-1 0 0,0-3-4 16,-2-1-5-16,1-1 0 0,-5-1-1 0,-2-3-2 15,1 2-6-15,2-7-5 0,-5 3-3 0,-1-2 1 16,-3-1-3-16,-1-4-3 0,-3 3 1 0,0-3-7 16,-3-5 4-16,-3 3-2 0,-2 1-2 0,2-1 3 15,-1 1 1-15,-2 5-3 0,-1-3 4 0,3 6-3 16,-2-1 0-16,-3 4-1 0,3 1-10 0,-2 1-12 15,2 3-15-15,0-2-18 0,1 3-22 0,8 0-21 16,-20 4-22-16,13 0-19 0,2-2-27 0,0 4-114 0,5-6-310 16,-8 9 137-16</inkml:trace>
  <inkml:trace contextRef="#ctx0" brushRef="#br0" timeOffset="136263.41">21201 11454 71 0,'0'0'185'0,"0"0"-14"0,0 0 1 0,0 0-3 16,0 0-7-16,-6 19-5 0,2-9-14 0,0 0-13 0,-1 2-14 15,2 0-9-15,0-2-10 0,-2 6-5 0,3-4-9 16,4-2-8-16,-1 3 0 0,3-1-12 16,-2-1-5-16,3-1-5 0,2 0-5 0,-1-1-3 15,3-2-3-15,1-1-4 0,2 0-6 0,1-2-1 0,-1-2-2 16,2 1 1-16,-1-3-7 0,0-3 0 15,5-1-1-15,-5 2-5 0,-2-4 2 0,1-1-5 0,-1-4 1 16,-1-1-6-16,-3 0 4 0,-2-2 4 0,-1-5-9 16,-2 6-2-16,0-2-3 0,-4-3 2 0,1-1 0 15,-1 1-4-15,-4 2 3 0,0-1-3 0,0 0 0 16,-2 8-3-16,2 0-1 0,-1 2-9 0,-2 1-8 16,-2 2-11-16,-1 3-17 0,-1 2-18 15,1 0-21-15,-1 3-27 0,-4 2-27 0,4 0-34 0,2 1-156 16,1-1-357-16,1 3 158 0</inkml:trace>
  <inkml:trace contextRef="#ctx0" brushRef="#br0" timeOffset="136853.65">21562 11512 194 0,'0'0'196'0,"0"0"0"0,0 0 0 15,0 0-10-15,7 7-8 0,-7-7-16 0,2 10-10 16,-1-6-12-16,-1-4-12 0,2 13-12 0,-2-8-6 16,0-5-7-16,5 11-12 0,-3-6-7 0,-2-5-6 15,4 10-8-15,-2-6-10 0,-2-4-1 0,3 5-8 16,-3-5-5-16,0 0 0 0,0 0 2 0,2 8-1 16,-2-8 12-16,0 0 3 0,0 0-3 0,0 0-7 15,0 0-8-15,0 0-5 0,0 0-3 0,0 0-1 16,-3-29-5-16,3 20-3 0,-2-2 6 0,2-5-11 15,3-1-4-15,-1-1-8 0,1-1-2 0,1 1 4 16,3 0-8-16,-2 0 1 0,2 1-3 0,2 3 3 16,1-1 2-16,-1 2-5 0,-3 5-4 0,2-1 4 15,4 3-5-15,-2 0-1 0,1 3 4 0,3 3-1 16,-1 0-2-16,5 5-3 0,-1-1 0 0,-2 4 6 16,0 1-2-16,2 0-1 0,-4 4-1 0,1 1 6 15,-3-1-1-15,1 0-3 0,-2 1 8 0,-2 0-7 0,-3-6 3 16,-1 2-3-16,-1-1 4 0,1-3 0 0,0 1-2 15,-1-2 3-15,-3-5 2 0,4 6 5 0,-4-6 2 16,2 8 8-16,-2-8 2 0,0 0-1 16,0 0 0-16,0 0-3 0,0 0-4 0,0 0 2 0,0 0-6 15,-17-15 0-15,12 10-2 0,5 5-4 0,-2-16-7 16,2-1-3-16,0 5-4 0,2 0 0 0,3-5 3 16,0 0-8-16,3-1 1 0,3 1 6 15,0 3-4-15,-1-1 6 0,2 4-6 0,2 1 4 0,-3 1 0 16,1 3 0-16,1 2-3 0,-3 1 0 0,0 3-2 15,0 2 6-15,1 3 5 0,-1 1 5 0,-1-1 0 16,-2 3 11-16,1 1-9 0,-2 1 0 0,-3 1-2 16,-1 1 3-16,4-3-3 0,-5 3 3 0,0 4-12 15,-1-4-18-15,-1 0-23 0,-3 0-35 0,1 5-48 16,0-7-74-16,0 3-64 0,-1 1-175 0,-1-2-478 16,5-12 211-16</inkml:trace>
  <inkml:trace contextRef="#ctx0" brushRef="#br0" timeOffset="137340.34">22670 11073 185 0,'-4'-11'197'0,"0"3"-5"0,0 0-6 15,2 2-14-15,2 6-19 0,-4-8-22 0,4 8-13 16,0 0-5-16,0 0-4 0,0 0-7 0,2 27-1 16,0-8-8-16,0 7-8 0,2 0-6 15,-1 4-3-15,-1-1-7 0,3 0-7 0,-2-2-5 16,-1 3-7-16,1-2-1 0,2 1-7 0,0-5-4 0,-2 2-5 15,-2-7-2-15,0-1-4 0,2 0-1 0,-1-3-6 16,0 2-1-16,-1-1-10 0,0-1-12 0,1-5-16 16,-2 2-26-16,0-3-27 0,0 1-21 0,1-3-32 15,-1-7-15-15,1 11-23 0,0-6-14 0,-1-5-122 16,0 0-321-16,-3 8 142 0</inkml:trace>
  <inkml:trace contextRef="#ctx0" brushRef="#br0" timeOffset="137507.34">22565 11285 47 0,'14'-3'109'16,"6"2"-1"-16,7-2-10 0,4 0-30 0,-2 1-9 15,1 1-25-15,-10 2-42 0,1 1-79 0,-5 4-92 16,2-2 41-16</inkml:trace>
  <inkml:trace contextRef="#ctx0" brushRef="#br0" timeOffset="137826.07">22890 11628 166 0,'15'-9'173'0,"0"-1"-4"0,4-1-13 0,-1 2-12 0,5-5-13 15,-1-3-9-15,-5 4-8 0,3-6-10 0,-2 5-2 16,0-8-12-16,-4 7-6 0,-4-1-6 16,0-2-4-16,-2 0-8 0,-3 2-5 0,-2 3-1 0,-2-3-5 15,-2 2-3-15,-3 4-1 0,-1-2-3 0,-4 0 7 16,1 4 0-16,-1 3-9 0,-3-2-1 16,-1 4 0-16,-3 3-4 0,0 1 3 0,-2 1-2 15,1 6-1-15,1 0-10 0,5 1 0 0,0 3-2 0,1-1-4 16,2 4 0-16,1 0 0 0,2 1-6 0,0-4 4 15,4 4-6-15,2-3-6 0,6 4-15 16,-1-3-14-16,3 1-27 0,4-1-32 0,1-4-18 16,0 1-36-16,4-4-23 0,1 0-30 0,0-2-7 0,2 0-118 15,-1-2-334-15,1-2 147 0</inkml:trace>
  <inkml:trace contextRef="#ctx0" brushRef="#br0" timeOffset="138395.44">23369 11443 132 0,'0'0'172'0,"0"0"0"16,0 0-3-16,0 0-4 0,0 0-10 0,0 19-9 15,0-19-2-15,-4 11-2 0,1-5-11 0,3-6-9 16,-5 10-8-16,4-5-5 0,1-5-5 0,-2 7 5 16,2-7-5-16,0 0 3 0,-3 7 2 0,3-7 0 15,0 0-11-15,0 0-7 0,0 0-11 0,0 0-8 0,-17-10-9 16,17 10-5-16,-10-9-5 0,8 6-3 15,-1-5-3-15,0 1-10 0,2-2-2 0,0-2-7 16,1-1-6-16,0 0-5 0,2-4-3 0,1 0-7 16,1-1-1-16,1 1 0 0,1-1-6 0,3 0 1 0,0 3-5 15,1 1-1-15,2 2 3 0,0 0-4 0,-1 4 0 16,-1 0 2-16,2 4-2 0,2 1 5 16,-1 2-5-16,0 2 3 0,0 1-2 0,1 3 4 15,2 2-3-15,-5 2-2 0,3 1 2 0,-5-2 1 0,1 4 0 16,1 2-2-16,-5-6 1 0,1 3 3 15,-1-2 1-15,1 4-3 0,-1-4 4 0,-4-3 0 0,1 1 0 16,-2-1 8-16,-1-7-6 0,1 12 0 0,1-8-1 16,-2-4 1-16,0 0 2 0,-11 7-1 0,11-7 3 15,-10-1 1-15,10 1-5 0,0 0 3 0,-14-4 1 16,14 4-4-16,-8-10 1 0,6 5-3 16,-1-2 0-16,2-3-1 0,-2 0-3 0,3-2-4 0,3-3-2 15,-1-2 3-15,1 1-6 0,5 0 7 0,-2-1-5 16,4 1-2-16,1 0 1 0,1 2 4 0,1 3-2 15,1-2 0-15,1 5 0 0,-4 2 3 0,-1 1-2 16,3 4 3-16,0-1-4 0,1 4 3 0,-3 3-1 16,2 1 0-16,-3 2 3 0,0 5 2 0,-1 1 0 15,-1-3 3-15,-2 4-4 0,-1-3 0 0,1 4 3 16,-4-1-1-16,2 2 2 0,-4 0-1 0,1-5 8 0,-2 3-5 16,1-3-17-16,-1 4-16 0,0-4-29 15,-1-3-34-15,1 4-31 0,1-3-42 0,-1-3-21 16,1 2-52-16,0-9-132 0,-2 12-399 0,2-12 176 15</inkml:trace>
  <inkml:trace contextRef="#ctx0" brushRef="#br0" timeOffset="138693.04">23921 11086 71 0,'-1'-11'224'16,"-2"-1"-4"-16,3 3-3 0,1 1-1 15,-1 8-14-15,-1-10-21 0,1 10-20 0,0 0-16 0,-4-7-15 16,4 7-2-16,0 0 4 0,0 0-7 0,7 34-7 16,-6-16-4-16,3 8-9 0,-4 2-4 0,0-1 3 15,-2 0-9-15,2 1-3 0,0 1 10 16,-1-2-21-16,2 0-11 0,-3 1-5 0,2 2-7 0,0-3-7 16,2-2-6-16,-3 0 2 0,1-1-10 0,1 2-7 15,1-7 3-15,-1 1-4 0,0-1-1 0,2 0-7 16,1 0-5-16,0-2-4 0,-1 0-18 0,-1-5-16 15,3 4-23-15,-4-4-15 0,1-2-24 0,0 0-23 16,-2 1-23-16,-2-3-24 0,1-1-34 0,-1-1-34 16,2-6-28-16,-9 11-140 0,4-8-422 0,5-3 187 15</inkml:trace>
  <inkml:trace contextRef="#ctx0" brushRef="#br0" timeOffset="138972.29">23930 11290 30 0,'2'-8'183'15,"0"-2"-11"-15,2 2-2 0,1-2-12 0,3 1-10 16,2 0-11-16,7-1-12 0,0 3-7 0,3 2-7 0,0 1-7 16,1 2-9-16,-2 2-5 0,1 2-12 15,-2 2-6-15,-3 2-5 0,-1 0-7 0,-4 0-5 16,0 2-2-16,-2 0-5 0,-2 3-5 0,-1-1-1 15,-4 2-8-15,-1-2-1 0,-4 2 0 0,-1 0-5 16,-2-1-2-16,-7 3-2 0,1-1-4 0,-3-1-1 16,2-2-8-16,-3 1-6 0,3-3-15 0,1-3-16 15,-2 3-21-15,3-1-17 0,-2-4-32 0,5-1-26 16,-3 2-27-16,4-3-164 0,-4 2-340 0,4-4 151 0</inkml:trace>
  <inkml:trace contextRef="#ctx0" brushRef="#br0" timeOffset="139463.14">24258 11441 213 0,'0'0'229'0,"0"0"-10"0,0 0-12 0,0 0-14 0,13-5-19 16,-13 5-8-16,7-4-11 0,-7 4-8 0,7-6-9 15,-7 6-9-15,9-5-6 0,-9 5-10 0,5-7-4 16,-2 2-3-16,-3 5-7 0,4-9-4 0,-4 9-7 16,3-8-10-16,-3 8-6 0,2-7-6 0,-2 7 4 15,1-9-13-15,-1 9-6 0,0 0 8 0,0 0-20 16,0-8-2-16,0 8-8 0,0 0-5 0,0 0-4 16,0 0 0-16,0 0 0 0,0 0-6 0,0 0-3 15,0 0 0-15,-13 14 1 0,13-14-2 0,-4 12-2 16,0-9 2-16,4-3-4 0,-3 10 5 0,1-4-4 15,1-1-3-15,1-5 2 0,-5 6 2 0,5-6-5 16,0 0 1-16,-1 8-3 0,1-8 5 0,0 0 0 16,0 0-1-16,0 0 0 0,-1 8 1 0,1-8-2 15,0 0 4-15,0 0-5 0,0 0 2 0,0 0 3 0,0 0 7 16,0 0-12-16,0 0-5 0,0 0 4 16,0 0-1-16,0 0-4 0,0 0 13 0,0 0-11 15,0 0-4-15,-6-22-1 0,6 22-2 0,0 0 4 16,0 0 0-16,-3-5-2 0,3 5 0 0,0 0 0 15,0 0-3-15,-6-6 2 0,6 6 1 0,0 0 2 16,0 0-7-16,0 0-10 0,-16 7-5 0,16-7-14 16,-5 4-18-16,5-4-22 0,-5 5-23 0,5-5-32 0,-4 7-32 15,4-7-38-15,0 0-49 0,0 0-144 0,0 0-429 16,0 0 191-16</inkml:trace>
  <inkml:trace contextRef="#ctx0" brushRef="#br0" timeOffset="142045.72">14520 12573 100 0,'0'0'151'0,"0"0"-11"16,0 0-14-16,0 0-20 0,0 0 0 0,0 0-12 15,0 0-1-15,0 0-3 0,11 19 5 0,-7-7-7 16,0 0-5-16,4 3-8 0,-2 4-1 0,1-3-8 15,-1 1-4-15,1 1-7 0,-1 0 7 0,2-1-10 16,-1 1-3-16,1-1-4 0,-2-1-7 0,0 1 2 16,1-1-5-16,1 1-2 0,-1-3-6 0,-3-2 0 15,5 3-4-15,-4 1 0 0,3-6-1 0,-3 0-10 0,0 2 2 16,2-5 4-16,-1 3-3 0,-1-1 0 16,-1-3-11-16,1-1 7 0,-1 0-1 0,1-1 0 15,-5-4 2-15,5 5-10 0,-5-5 8 0,4 6 9 16,-4-6 8-16,0 0-4 0,0 0 1 0,0 0-5 15,13-8-1-15,-6-1 1 0,-2 0-1 0,2-2 0 16,-1-5-1-16,2 0 4 0,0-8-2 0,-1 7 2 16,1-6-5-16,-1-1-2 0,4-1 15 0,-2 3 1 15,-4-4-5-15,-1 7-2 0,-2 0 1 0,7-5-2 16,-8 6 3-16,3 2-3 0,-1 4 3 0,1 2 0 0,-3 1-2 16,0 2-3-16,1 2-1 0,-2 5-5 15,3-10-12-15,-3 10-22 0,2-7-16 0,-2 7-10 16,0 0-9-16,0 0-14 0,0 0-15 0,0 0-12 15,0 0-22-15,16 17-16 0,-12-9-28 0,2 0-21 0,-1 2-123 16,-1 0-330-16,3 0 146 0</inkml:trace>
  <inkml:trace contextRef="#ctx0" brushRef="#br0" timeOffset="142279.06">14962 12854 42 0,'0'0'177'0,"-6"4"-13"0,6-4-13 0,0 0-1 15,0 0-6-15,0 0-4 0,0 0-10 0,19 4-9 0,-5-3-14 16,3-1-8-16,0 0-8 0,2 0-11 0,11-2-8 16,-8 0-8-16,5-1-11 0,3 1-18 15,-8 1-21-15,-4-2-14 0,1 2-27 0,-6-2-24 16,-1 3-21-16,-1-2-17 0,-3 1-11 0,-1-1-12 15,-7 2-119-15,8-2-249 0,-8 2 110 0</inkml:trace>
  <inkml:trace contextRef="#ctx0" brushRef="#br0" timeOffset="142506.2">15121 12811 87 0,'0'0'150'0,"-7"4"-4"0,7-4-6 16,-1 10 6-16,1-10-7 0,-1 14-1 0,1-3 0 15,1 2 14-15,-1 3-25 0,1 0-9 0,0 3-11 16,1 0-7-16,0 6 0 0,0-6-10 16,-2 0-9-16,2 2-8 0,2 3-7 0,-3-6-7 0,1 2-3 15,-4-3-8-15,2 0-2 0,0 0-4 0,-2-1-4 16,2-4-5-16,-2 2-21 0,1-3-15 0,-1 3-27 16,2-4-30-16,-3 0-26 0,0-3-27 0,3-7-24 15,2 13-27-15,-4-7-143 0,2-6-332 0,0 0 147 16</inkml:trace>
  <inkml:trace contextRef="#ctx0" brushRef="#br0" timeOffset="142674.26">15454 12930 126 0,'0'0'140'0,"13"-2"-10"0,-5 0-19 0,2 2-29 15,-1-2-29-15,2 1-37 0,1 0-35 16,1 1-32-16,-2 0-47 0,-4-1-107 0,4 1 48 0</inkml:trace>
  <inkml:trace contextRef="#ctx0" brushRef="#br0" timeOffset="142843.79">15535 13033 60 0,'0'0'205'0,"-7"7"-2"15,7-7-14-15,0 0-14 0,-5 3-19 0,5-3-14 16,0 0-17-16,0 0-9 0,0 0-9 0,0 0-22 16,19 1-29-16,-19-1-32 0,19-3-36 0,-1-4-45 15,-1 3-38-15,0 0-46 0,-5 1-82 0,8-2-243 16,-3-1 108-16</inkml:trace>
  <inkml:trace contextRef="#ctx0" brushRef="#br0" timeOffset="143275.97">16834 12532 30 0,'0'-6'218'0,"0"6"-16"0,2-8-27 0,-2 8-12 15,0 0-6-15,2-7-7 0,-2 7-4 16,0 0-5-16,0 0-7 0,1 39-9 0,2-14-2 16,-4-1-8-16,-1 0-8 0,1-4-13 0,-1 5-4 15,0-6-9-15,2 1-6 0,-1-2-8 0,1 1-5 0,0-1-11 16,3-1 5-16,-2 0-14 0,0-2-3 0,0 1-4 16,1-4-6-16,-1 0-5 0,0-1-13 0,2-1-28 15,-2 0-27-15,2 0-29 0,-3-2-33 16,1 0-37-16,0-2-26 0,-1-6-38 0,-1 14-124 0,1-14-358 15,-5 9 158-15</inkml:trace>
  <inkml:trace contextRef="#ctx0" brushRef="#br0" timeOffset="143605.79">17023 12582 70 0,'0'0'164'0,"-20"16"-7"0,11-7-14 0,-6 0-11 16,1 2-10-16,-3 2-15 0,-6 1-7 0,1 1-11 16,5-2-1-16,0-2-11 0,0-1-9 0,6-4-9 15,-3 4-2-15,3-3-6 0,4-2-9 0,0-2 0 16,1 2-8-16,2-1-2 0,4-4-1 0,-7 3 1 16,7-3-3-16,-6 5 2 0,6-5 1 0,0 0-1 15,0 0-11-15,-4 5 6 0,4-5-4 16,0 0-1-16,0 0 5 0,13 7 5 0,-9-3-2 0,3-2-4 15,1 4 0-15,3 0-1 0,-3-1 1 0,3 0-2 16,0 2 0-16,0-1-4 0,1 1 1 0,-1 0-3 16,0-2 0-16,-1 2-5 0,2-1-7 0,-1-1-8 15,1 1-11-15,-3 2-17 0,2-2-27 0,1-1-39 16,-2 1-12-16,4-3-23 0,-2 2-27 0,0-2-113 16,0 0-294-16,1-3 131 0</inkml:trace>
  <inkml:trace contextRef="#ctx0" brushRef="#br0" timeOffset="143887.44">17296 12575 106 0,'-10'-2'208'16,"2"0"-4"-16,8 2-19 0,-10-5-14 0,10 5-14 15,-9-3-17-15,9 3-10 0,0 0-10 0,0 0-1 16,0 0-6-16,29 0-11 0,-2 0-3 0,4 0-11 0,-1-1-9 16,2-2-6-16,4 1-7 0,-4 1-8 0,2 0-3 15,-3-1-8-15,-4 0-2 0,-5 2-6 0,-2-1-22 16,-3 1-23-16,-3-1-23 0,-3 1-26 16,2-2-15-16,-4 4-29 0,-3-2-16 0,-6 0-9 0,11-2-8 15,-11 2-5-15,0 0-18 0,0 0-96 0,0 0-269 16,0 0 119-16</inkml:trace>
  <inkml:trace contextRef="#ctx0" brushRef="#br0" timeOffset="144116.79">17550 12520 66 0,'0'0'160'0,"0"0"-13"0,-8-1-11 16,8 1-14-16,0 0 4 0,0 0 22 0,-8 11 4 15,6-2-7-15,1 2-10 0,-2 4 3 0,3 3-6 16,-2 2-3-16,0 4-9 0,2 1-5 0,-1 0-7 15,1-4-7-15,1-2 3 0,-2 7-20 0,4-7-5 16,-5 1-9-16,2-2-5 0,-1 0-8 0,0 1-5 16,0 0-4-16,-1-2-8 0,0-1 0 0,0 0-4 15,0 0-14-15,-1-6-18 0,0 2-17 0,0-2-31 16,-1 0-22-16,0-4-27 0,1 4-32 0,-1-4-31 16,0-3-27-16,4-3-185 0,-10 5-396 0,10-5 175 15</inkml:trace>
  <inkml:trace contextRef="#ctx0" brushRef="#br0" timeOffset="144383.7">17545 12533 150 0,'11'-3'170'16,"11"1"-5"-16,7-1-6 0,1-1-9 0,3 0-6 15,3-2-13-15,1 4-16 0,-2-2-10 0,0 2-6 16,-4 0-8-16,-3-1-8 0,-6 3-7 0,-9 0-11 16,1 0-3-16,-3-2-13 0,-2 2-2 0,-9 0-6 15,13 2-4-15,-8-2-4 0,-5 0-4 0,0 0 2 16,0 0-6-16,0 0-17 0,0 0-12 0,0 0-19 0,-18 13-19 16,7-7-21-16,2-2-14 0,-4 2-22 15,3-1-17-15,-2 0-28 0,-4 4-106 0,0-1-271 16,0-1 121-16</inkml:trace>
  <inkml:trace contextRef="#ctx0" brushRef="#br0" timeOffset="144923.47">16951 13331 104 0,'-9'-4'160'0,"2"3"0"0,7 1-5 16,-9-4-11-16,1 4-9 0,8 0-1 0,-13-3-6 16,5 1-1-16,8 2-3 0,-13-3-5 15,13 3-4-15,-9-2-8 0,9 2-9 0,0 0-10 0,0 0-7 16,0 0-3-16,0 0-10 0,0 0-1 15,35-4-4-15,-3 3-7 0,6-1-8 0,20-5 12 0,2 3-6 16,2-3-4-16,2 1-3 0,0 1-7 0,-1-2-1 16,-1 2-2-16,-5 0-3 0,-1 4-4 0,-17 0-2 15,14-2-3-15,-16 4-1 0,-3-1-5 0,-2 0 3 16,-2 0-8-16,-9 0-2 0,-2 0 2 0,0 2-2 16,-7-1-2-16,0 0-1 0,-2 0 2 0,-1 1-6 15,-3-1 1-15,-6-1-6 0,12 3-8 0,-7-3-13 16,-5 0-11-16,0 0-13 0,9 3-12 0,-9-3-16 15,0 0-28-15,0 0-34 0,0 0-32 16,0 0-41-16,-15 10-145 0,6-8-381 0,9-2 168 0</inkml:trace>
  <inkml:trace contextRef="#ctx0" brushRef="#br0" timeOffset="145665.76">17425 13540 57 0,'0'0'173'0,"-4"-12"-8"0,4 12-2 0,-4-10-7 15,4 10-3-15,-5-9 6 0,3 2-17 0,-2 3-4 16,0-2-9-16,4 6-5 0,-9-11-7 0,5 6-12 15,-4 1-6-15,3-2-2 0,-2 2-5 16,-2-1-6-16,0 2-5 0,2 0-4 0,-2 1-7 0,2 0-7 16,-5-1-6-16,3 2-4 0,-1 1-5 0,-3 0-3 15,0 1-3-15,-1 2-6 0,3 0 2 0,-2 2-2 16,-1-2-1-16,2 2-2 0,-4 3-2 0,2 0-10 16,2-1 5-16,-2 4-4 0,3 1 4 0,-2 0 0 15,3 1-6-15,2 2-1 0,-1-5 0 0,3 4-1 16,-2 2-1-16,4 0-6 0,0 0 3 0,2-1-1 15,2 2-2-15,4-2-2 0,-2 1 3 0,2-2-4 16,1-1 2-16,2-3-2 0,-1 1 1 0,5 4-2 16,0-3 1-16,0 1-3 0,1-5 3 0,2 1-3 15,-3-4-2-15,2-1-3 0,1-1-3 0,-1-2-3 16,5 2-5-16,-4 0-11 0,-1-3-4 0,1-3-10 16,0 0-8-16,-2 1-12 0,0 0-15 0,2-1-14 15,-4-1-17-15,1 2-11 0,-1-3-9 0,-4 2-4 16,2-1-11-16,-3 0-6 0,1 2-8 0,-6 2-6 15,10-5-7-15,-4 1-2 0,-6 4-87 0,7-6-273 16,-7 6 121-16</inkml:trace>
  <inkml:trace contextRef="#ctx0" brushRef="#br0" timeOffset="146439.57">17415 13539 67 0,'0'0'195'0,"-3"-8"-5"15,3 8-8-15,0 0-9 0,0 0-15 0,0 0-10 16,0 0-14-16,0 0-14 0,0 0-11 0,0 0-5 16,0 0 4-16,0 0-3 0,0 0-5 0,0 0-5 15,0 0-5-15,5 31 2 0,-2-21-10 0,-2 3 0 16,1 2-5-16,1-2-4 0,-3 5-2 0,4 0-8 16,-5 1-6-16,2-2-3 0,0 9-7 0,-1 0-1 15,0 1-5-15,0-2-4 0,0 0-1 0,-1 0-5 16,1-5 0-16,-1 0-7 0,2-1 0 0,-2 1-6 15,-2-1 4-15,2-1-6 0,1-2-21 0,1-2 2 16,-1-1 1-16,1 0-1 0,1-2-1 0,-2 0 1 16,0-3 1-16,1 0 8 0,-1-1 1 0,0-7-7 15,-1 12-2-15,1-12 2 0,2 9 0 0,-2-9-3 16,0 6 9-16,0-6-8 0,0 0 1 0,0 0-1 16,0 9 2-16,0-9 2 0,0 0-3 0,0 0 4 15,0 0 4-15,0 0-5 0,0 0 0 0,0 0 0 16,0 0 2-16,0 0-5 0,0 0 6 0,0 0-5 15,17-12 2-15,-13 7 2 0,-1-4 1 0,4-1 0 16,1 0-5-16,0-5 4 0,3 2-2 0,-1-4-5 16,4 1 6-16,4-7-3 0,0 4 0 0,-2 0-1 15,4 0 1-15,-3-1 0 0,1 1 1 0,3 0 7 16,-6 8-7-16,7-6-1 0,-9 5 0 0,2-2-2 16,-2 1 1-16,1 2 2 0,-5 4-2 0,0 0 0 15,1-1 0-15,-4 2 0 0,-1 2 3 0,2 1-1 16,-3 0-1-16,-4 3-12 0,6-5-10 0,-6 5-8 15,5-4-12-15,-5 4-14 0,0 0-15 0,0 0-17 16,0 0-29-16,9-8-17 0,-9 8-35 0,0 0-27 16,8-6-172-16,-8 6-398 0,0 0 176 0</inkml:trace>
  <inkml:trace contextRef="#ctx0" brushRef="#br0" timeOffset="147055.54">18638 13125 117 0,'0'0'150'16,"0"0"-14"-16,0 0-18 0,0 0-2 16,0 0-1-16,0 0 5 0,0 0-7 0,0 0-6 0,0 0-2 15,0 0-12-15,24 8-9 0,-11-7-6 0,1-1-4 16,4 2-10-16,0-2-3 0,-1 0-9 0,1-2-21 15,-5 4-32-15,4-2-20 0,-3 1-29 0,-3-2-28 16,1-1-28-16,0 2-30 0,-4 2-88 0,1-2-243 16,0 0 108-16</inkml:trace>
  <inkml:trace contextRef="#ctx0" brushRef="#br0" timeOffset="147258.2">18631 13277 136 0,'0'0'128'0,"0"0"-18"16,36-6-6-16,-26 4-11 0,4 2-13 0,-1 0-5 16,5-1-12-16,-5-1-31 0,2 0-27 0,-3-2-15 15,2 3-29-15,-2 0-26 0,0 0-54 0,-1-2-129 16,0 1 58-16</inkml:trace>
  <inkml:trace contextRef="#ctx0" brushRef="#br0" timeOffset="149701.47">18689 12950 98 0,'0'0'121'0,"-9"-5"3"0,9 5 6 16,-6-6-11-16,6 6-2 0,-6-4-18 0,6 4-8 15,0 0-11-15,0 0-6 0,-7-5-4 0,7 5-12 16,0 0-6-16,0 0-1 0,0 0-9 0,0 0-3 15,0 0 1-15,0 0 8 0,0 0 2 0,0 0-5 16,19 13-5-16,-10-9-2 0,2 2-2 16,2-1-6-16,5 0 0 0,2 0-1 0,1-1-4 0,-2 3-6 15,9-1-2-15,-2-1 1 0,-5 0 0 0,6 4-2 16,-8-4-3-16,2 1-4 0,3 4 5 0,-7-4-6 16,2 2 1-16,-5-1-5 0,1 4 3 0,-3-1-1 15,-1 2 1-15,-2 3-1 0,-4-1 2 0,-1 5-7 16,-4 5 8-16,-2 0-8 0,-4 2 4 0,-4 1 11 15,1-1-4-15,-1 1 1 0,-3-1 1 0,-1 0-8 16,0 0-2-16,0-3-20 0,0 0-19 0,1 0-27 16,3-6-17-16,0 1-31 0,0-1-23 0,-1-2-135 15,0 1-288-15,1-4 128 0</inkml:trace>
  <inkml:trace contextRef="#ctx0" brushRef="#br0" timeOffset="151393.81">19425 12782 107 0,'-3'-6'123'0,"3"6"0"0,-1-10 4 15,1 10-2-15,-4-8 7 0,4 8-12 16,-2-8-9-16,2 8-10 0,0 0-12 0,0 0-3 0,-3-7-10 16,3 7-11-16,0 0-9 0,0 0-2 15,0 0 10-15,0 0-10 0,0 0-4 0,12 29 0 0,-10-17 2 16,2 2 1-16,0 3-2 0,2 0 2 15,-2 2 7-15,-1 1-7 0,0-2-5 0,0 2-3 0,1 1-3 16,0-6-2-16,-4 3-6 0,3 1-1 0,1-1-4 16,-2 0-1-16,-1-2-1 0,2 0-5 0,-2-3-3 15,1-3-1-15,-2 3-1 0,0-1-4 16,3 1 1-16,-3-3-10 0,1-1-12 0,2 1-16 0,-1 0-11 16,-1-3-11-16,-1 0-19 0,0-7-23 0,0 14-16 15,0-14-21-15,2 8-16 0,-2-8-9 16,0 0-18-16,-3 9-85 0,3-9-273 0,0 0 121 15</inkml:trace>
  <inkml:trace contextRef="#ctx0" brushRef="#br0" timeOffset="151740.7">19693 12746 113 0,'0'0'140'0,"-10"26"-13"16,5-17-10-16,0 1-9 0,-7 2-11 0,1 3-7 16,-1-3-12-16,-2-1 2 0,3 3-18 0,-5-3-2 15,5 3 6-15,-2-3-15 0,-1-1-7 0,2-2-5 16,2-3-3-16,1 2 0 0,0-2 1 0,2-1-9 16,-2-1-7-16,2 0 5 0,7-3-7 0,-11 3 8 15,3-3-6-15,8 0 9 0,-9 2 2 0,9-2 3 16,-6 4-1-16,6-4 1 0,0 0-10 0,0 0-1 15,-8 1-6-15,8-1 5 0,0 0 5 0,0 0 2 16,13 11 0-16,-8-8-3 0,5 5-5 0,-1-4 0 16,2 3 1-16,0 0-2 0,1-3-5 0,0 2 2 15,5 3 1-15,0-3-7 0,-1 1-1 0,1 0-8 16,-6-2-15-16,5 1-20 0,-1 1-33 0,-3-2-15 16,1-2-36-16,0 3-37 0,0-3-115 0,1-1-289 15,3 1 128-15</inkml:trace>
  <inkml:trace contextRef="#ctx0" brushRef="#br0" timeOffset="151984.14">20052 12966 49 0,'0'0'219'0,"0"0"-10"0,0 0-16 16,0 0-19-16,0 0-16 0,0 0-18 16,0 0-13-16,13 0-11 0,-13 0-13 0,12-3-9 15,-5 3-10-15,5 1-18 0,-12-1-29 0,18 2-30 16,-9 1-33-16,0-3-28 0,0 0-34 0,-2 3-33 0,1 0-128 16,-8-3-268-16,11 1 120 0</inkml:trace>
  <inkml:trace contextRef="#ctx0" brushRef="#br0" timeOffset="152470.81">20543 12623 138 0,'0'0'163'0,"0"0"5"0,0 0 0 0,0 0-1 0,5 26-14 15,-5-10-10-15,0 2-12 0,-1 6-13 0,1 1-9 16,-1 1-14-16,-1-7-7 0,4 5-9 0,-2 1-6 15,2-5-13-15,-2-2-1 0,2 0-6 0,-1 0-6 16,0-1-5-16,0-3-4 0,1 5-10 0,-1-3-19 16,1-3-12-16,0 3-11 0,-1-6-22 0,-1 2-25 15,1-2-20-15,0-4-22 0,-1-6-27 0,-1 13-19 16,2-5-110-16,-1-8-280 0,0 0 123 0</inkml:trace>
  <inkml:trace contextRef="#ctx0" brushRef="#br0" timeOffset="152853.44">20616 12614 106 0,'19'-5'155'16,"0"1"-8"-16,1 3-8 0,-1 1-5 0,-3 3-13 15,3-2-14-15,-2 5-17 0,-2-1 0 0,1 4-1 16,-6-1-11-16,-2-1-9 0,1 3-2 0,-2 1-8 15,-3 1-4-15,0-1-7 0,-3 0-2 0,-2 2-8 16,-3 1-3-16,0-2-1 0,-5 4-9 0,4-6-8 16,-1 0-5-16,2-1-14 0,0-1-9 0,0 0 0 15,2-3-11-15,2-5 0 0,-4 11-5 0,4-5-5 16,0-6 10-16,5 10-8 0,-1-7 6 0,1 1-6 16,0 2 14-16,0-3-4 0,5 2 1 0,-2 1 1 15,1-4 15-15,0 3-13 0,1-1 2 0,-3 0-1 16,0 0 13-16,0 1 7 0,-1 0 5 0,-2 0 0 15,-4-5 3-15,8 7 3 0,-8-7 8 0,1 9 10 16,-1-9-2-16,-4 10-5 0,-3-4-1 0,-1 1-1 16,-1-1-5-16,0 1 4 0,-4-1-10 0,3-2-8 15,-1 1-12-15,1-1-23 0,0 2-8 0,4-5-30 16,-1 3-18-16,0-1-22 0,7-3-120 0,-12 5-246 16,12-5 110-16</inkml:trace>
  <inkml:trace contextRef="#ctx0" brushRef="#br0" timeOffset="153127.37">20971 12889 96 0,'0'0'148'16,"9"3"-10"-16,-4-1-8 0,3-1-1 0,-8-1-16 0,18 2 2 15,-9-2-5-15,2-2-15 0,2 1 8 0,-1-1-4 16,-1 0-7-16,1-2-5 0,0 0-1 15,-3 0-9-15,0-1 0 0,-2 0 1 0,-4-1-6 16,5 0-3-16,-5 0-4 0,-3 6-9 0,0-13-5 16,0 13-6-16,-4-12-6 0,0 5-2 0,-2 0-5 0,-4 3-3 15,1-2-5-15,-2 3-2 0,0-1-5 16,1 1-14-16,-1 2-12 0,0 1-14 0,1 1-12 16,2 0-21-16,-2 3-21 0,3-2-18 0,1 3-25 15,-1 0-29-15,2-2-146 0,-1 3-321 0,6-6 142 0</inkml:trace>
  <inkml:trace contextRef="#ctx0" brushRef="#br0" timeOffset="153381.47">21254 12624 25 0,'1'-5'219'0,"2"0"-15"0,-3 5-13 0,0 0-22 0,2-9-14 15,-2 9 8-15,0 0-2 0,0 0-7 0,8 17-7 16,-6-6-7-16,2 5-10 0,0 1-6 0,0 0-11 16,-3 1-11-16,2 2-10 0,-2-1-6 15,0 0-10-15,-1 1-9 0,2-3-6 0,0-2-5 0,-1 4-5 16,1-4-10-16,0-3-18 0,1 2-19 0,-1-4-24 16,-1 1-34-16,3-2-29 0,-1 1-36 0,-1-4-28 15,1 0-37-15,0 1-175 0,-3-7-386 0,5 6 170 16</inkml:trace>
  <inkml:trace contextRef="#ctx0" brushRef="#br0" timeOffset="153609.81">21479 12604 92 0,'1'-9'226'0,"-1"3"-9"15,0 6-18-15,0-10-16 0,0 10-19 0,0 0 2 16,0 0 1-16,0 0-3 0,0 0-14 0,11 26-9 15,-7-9-10-15,-1 2-11 0,-1 0 9 0,2 7-8 16,-1-7-11-16,-3 6-11 0,0-6-5 0,0 0-8 16,0 0-12-16,1-1-9 0,-2 2-14 0,1-5-22 15,0-1-23-15,0 1-26 0,0-3-30 0,1-1-29 16,-1-2-36-16,0 1-43 0,0-4-31 0,1 0-42 16,-1-6-126-16,-5 7-387 0,5-7 171 0</inkml:trace>
  <inkml:trace contextRef="#ctx0" brushRef="#br0" timeOffset="153767.04">21412 12704 106 0,'0'0'147'0,"4"-11"-20"16,2 8-9-16,1 1-8 0,0 0-12 0,4 1-28 15,7-2-45-15,-4 2-30 0,5-1-33 0,1 2-37 16,1 0-40-16,0-2-122 0,8 1 54 0</inkml:trace>
  <inkml:trace contextRef="#ctx0" brushRef="#br0" timeOffset="154061.81">21762 12653 155 0,'0'0'184'0,"0"0"-6"0,0 0-19 16,5-4-8-16,-5 4-5 0,9-3-7 0,-9 3-7 15,16-1-9-15,-9-1-15 0,2 4-1 0,0 0-13 16,0 1-8-16,-1 2-5 0,0 2-7 0,-2 0-3 15,-1 3-4-15,-1 2-5 0,-4 1-1 0,-1 2-7 0,-3 2-6 16,-5-3-6-16,-1 4 4 0,-4-2-6 16,0 4-4-16,1-4-3 0,-1-2-2 0,0-2-4 15,1 1 0-15,1 0-5 0,2 0-1 0,0-6-1 16,2 0-2-16,3-1-2 0,1 0-3 0,0-1 1 16,-1 1 0-16,2-2-5 0,3-4 2 0,-2 7-3 0,2-7 1 15,0 0 4-15,8 8-3 0,-8-8-1 0,13 2-5 16,-2-2-12-16,3 0-18 0,5-6-12 15,1 2-20-15,6-5-16 0,-6 4-26 0,5-3-20 16,2 1-19-16,-5 1-13 0,-4-1-8 0,2-1-13 0,0 1-115 16,0-1-311-16,0-1 137 0</inkml:trace>
  <inkml:trace contextRef="#ctx0" brushRef="#br0" timeOffset="154823.51">22107 12773 31 0,'3'-6'84'0,"1"-1"9"0,-2 1 5 15,-2 6-7-15,4-11-1 0,-4 11 16 0,3-9-4 0,-3 9 2 16,1-5 7-16,-1 5-2 0,0 0-2 0,1-7-14 15,-1 7-6-15,0 0-10 0,0 0-3 16,0 0 7-16,0 0 0 0,0 0 9 0,0 0-5 0,0 0-6 16,0 0-6-16,-15 14-7 0,15-14-6 0,-4 7-6 15,4-7-3-15,-4 7 0 0,4-7-4 0,0 0 4 16,-1 8-7-16,1-8-4 0,0 0 4 0,0 0 0 16,-5 5 3-16,5-5 4 0,0 0 2 0,0 0 1 15,0 0 13-15,0 0-11 0,0 0-3 0,0 0-1 16,0 0-9-16,0 0-2 0,0 0 0 0,0 0-3 15,0 0-5-15,0 0-3 0,0 0 0 0,0 0-5 16,-1-26-4-16,1 26 2 0,0-10 1 0,0 10 1 16,0-10-6-16,0 10-1 0,0-10 1 0,0 10 1 15,1-9 3-15,-1 9 3 0,0 0-4 0,0 0 3 16,0-10-10-16,0 10 2 0,0 0-7 0,0 0-4 16,0 0 2-16,0 0 0 0,0 0-1 0,0 0-2 15,0 0 0-15,0 0 2 0,11 19-5 16,-9-13 2-16,-1 2 0 0,2-2 0 0,-3-6 4 0,1 16-3 15,-1-6-2-15,1-3 0 0,-1 0 0 0,0-7 1 16,0 14-5-16,0-9 3 0,0-5-1 0,0 9 1 16,0-9-3-16,0 0 5 0,0 8 2 0,0-8 1 15,0 0-2-15,0 0 1 0,0 0 3 0,-2 8-4 16,2-8 6-16,0 0-9 0,0 0-2 0,0 0-2 16,0 0 4-16,-12-15-11 0,12 15-8 0,0-14-3 15,-1 8-4-15,1 6 6 0,2-21-5 0,1 10 1 16,2-4-1-16,1 0 5 0,0-1 0 0,-1 6 2 15,5-3-1-15,-3 2-1 0,0 2 7 0,2 4-3 16,-3-2 0-16,1 4 2 0,-1 0-3 0,2 3 4 16,-8 0-1-16,18 4 1 0,-9 2 2 0,1 1 0 15,-4 1 2-15,2 2 0 0,-2 0 2 0,-1 1 2 16,2 0-3-16,-2-2 1 0,-1 2 3 0,-2-2 0 16,2 2-3-16,0-2 1 0,-3-3 1 0,2 0 0 15,-3-6 1-15,1 10-1 0,3-6 4 0,-4-4 0 16,0 0 6-16,2 10 4 0,-2-10 1 0,0 0 2 15,0 0-2-15,0 0-3 0,0 0-3 0,0 0 3 16,0 0-6-16,0 0-2 0,0 0-5 0,0 0-10 16,0-30 1-16,4 20-4 0,1 1-3 0,4-5-5 15,1 0 3-15,2 0-3 0,1-1 1 0,3 1 1 16,-2 0-1-16,3 2 6 0,-2 2 0 0,1 3 1 16,-6 0 1-16,3 4 1 0,-3 1-1 0,-1 2 2 0,2 3 1 15,0-1 3-15,-4 5 1 0,3 0 3 0,-2 1-3 16,-3 3 9-16,3-1-8 0,-3 1 5 15,0 1-2-15,-2-2 2 0,0 2-9 0,0-2-16 16,0 0-20-16,-1-1-20 0,1-2-31 0,-2 0-34 0,2-1-20 16,-1 0-26-16,3-2-35 0,2-1-121 0,2-1-362 15,3-4 160-15</inkml:trace>
  <inkml:trace contextRef="#ctx0" brushRef="#br0" timeOffset="155127.62">22827 12559 152 0,'-5'-4'206'0,"-2"-1"3"0,7 5-6 0,-12-3-10 16,12 3-10-16,-16 6-6 0,9-1-15 0,-3 3-16 15,-1 2-12-15,5 1-12 0,-2 0-13 0,1 2-10 0,1-1-7 16,3 0-11-16,0-1-6 0,2 1-6 0,1-1-8 16,0-1-5-16,1 0-4 0,3-1-6 0,0 0-4 15,0-4-1-15,3 0-7 0,-2 0-3 16,2-2-10-16,0-2-1 0,5 0-4 0,-3 1 3 0,0-4-6 15,-9 2 3-15,16-2-1 0,-7-1-5 0,0-1 0 16,0-1 2-16,1 0-5 0,-3 2 2 0,-2-1-3 16,1 1-2-16,-6 3-4 0,12-3-3 0,-12 3-13 15,6-4-13-15,-6 4 3 0,0 0-5 0,0 0-10 16,8 7-7-16,-8-7-14 0,1 9-10 0,-1-9-35 16,0 11-22-16,0-5-28 0,0-6-18 15,0 12-169-15,-1-5-370 0,3 0 163 0</inkml:trace>
  <inkml:trace contextRef="#ctx0" brushRef="#br0" timeOffset="155354.17">23002 12713 16 0,'4'-9'175'0,"1"-1"-4"0,1 1-1 16,3-1-9-16,-2 0 6 0,2 2-11 0,-2-2-3 15,5 2-12-15,-2-1-8 0,-1 3-11 0,2 1-7 16,1 3-6-16,1 2-9 0,-3 1-1 0,0 3-4 15,0 1-5-15,1 1 0 0,-4 4-1 0,-1-3-12 16,0 2-5-16,-1 1-8 0,-1 2-7 0,-2-2-2 16,1 2-11-16,-3-2-11 0,2 1-22 0,-2-2-28 15,0 1-34-15,-1-3-34 0,1-7-44 0,-1 12-35 16,1-12-53-16,-4 10-134 0,4-10-380 0,-4 5 170 16</inkml:trace>
  <inkml:trace contextRef="#ctx0" brushRef="#br0" timeOffset="155555.56">23332 12272 81 0,'0'0'212'0,"2"-9"-25"0,-2 9-5 15,0 0-11-15,0 0-9 0,0 0-9 0,8 28-15 16,-8-12-3-16,1 1-20 0,-1 2-13 0,0 7-13 15,0-2-14-15,-1-5-39 0,0 0-47 0,-1-1-37 16,2 0-55-16,0-1-58 0,-2 0-92 0,3-5-274 16,-4-2 122-16</inkml:trace>
  <inkml:trace contextRef="#ctx0" brushRef="#br0" timeOffset="155929.13">23335 12817 172 0,'0'0'235'16,"0"0"-15"-16,16-6-16 0,-6-1-16 0,7-2-12 16,1-1-17-16,8-3-13 0,-1 0-10 0,3-3-11 15,-1-1-7-15,0-1-11 0,1 0-7 0,-2-3-12 16,0 2-6-16,-4-1-10 0,0-1-3 0,-2 3-8 16,-5-2-3-16,-1 4-4 0,-3 1 3 0,-4 2-4 15,-2 4 2-15,3 2-1 0,-6 0 3 0,1 1-5 16,1 2-7-16,-4 4-4 0,4-7-8 0,-4 7-5 15,0 0 0-15,0 0-4 0,0 0-3 0,0 0-1 16,-23 20-2-16,16-9-4 0,1-1-12 0,1 1-6 16,1 1-2-16,-4 2-8 0,5 0 2 0,0-3-7 15,0 0-4-15,3 2 0 0,-1 0 4 0,1-1 0 16,1 1 5-16,1-1-2 0,-1-1 3 0,3 1-1 16,-2-3 3-16,2 2 4 0,-1-1-2 0,-3-1-1 15,1-2 1-15,-1 1 5 0,1-1-2 0,-1-7 3 0,-1 14-1 16,0-9-2-16,1-5-2 0,-8 12-9 15,6-7-22-15,-7 0-21 0,2-2-32 0,-4 3-29 16,1-3-45-16,-3-1-41 0,-4 2-160 0,3-3-396 16,1 0 175-16</inkml:trace>
  <inkml:trace contextRef="#ctx0" brushRef="#br0" timeOffset="156429.31">24681 12390 73 0,'-6'-7'209'0,"-2"1"-10"0,3 2-15 0,-5 2-14 0,0 0-7 16,1 2-12-16,-3 3-2 0,-4 4-8 0,0 4-9 15,2 3-11-15,-4 4-9 0,0 3-9 0,6-2-9 16,0 3-5-16,-1 1-11 0,5 0-5 0,1-6-5 16,4 1-7-16,2 2-7 0,1-2-6 0,3 0 0 15,2-2-5-15,4 2-1 0,1-4-14 0,3-1-10 16,3-2-20-16,-1-1-17 0,2-1-26 0,-1 0-15 15,0-3-35-15,0-2-25 0,-2-1-13 0,-1-1-23 16,1-2 1-16,-4-2-9 0,-1 1-120 0,1-2-308 0,-1-2 137 16</inkml:trace>
  <inkml:trace contextRef="#ctx0" brushRef="#br0" timeOffset="157293.78">24754 12549 23 0,'0'0'142'16,"-2"-9"4"-16,2 9-10 0,0 0-10 0,-2-7-10 15,2 7 4-15,0 0 3 0,0 0 7 0,0 0-3 16,0 0-3-16,-2 30-8 0,-3-18-11 0,2 4-9 0,1 0-5 16,2 0-14-16,-2 1-3 0,4 0-7 0,-1-5-5 15,0 2-6-15,2 1-6 0,-1-4-5 0,5 2-1 16,-1-3-8-16,2 1 1 0,3-3-6 16,-3-1-1-16,2-2-6 0,3 1-1 0,-2-2-4 0,0-1-5 15,1 0 0-15,1-3-9 0,-4 0-7 0,1-3-4 16,-1-1-2-16,-2 1-4 0,0-4-12 0,0 0-1 15,-4 0 3-15,-1-2-5 0,-1-1 0 16,-2-1 3-16,1 0-1 0,-5-6 1 0,-2 3 5 0,1-3-2 16,2 1 7-16,-1 1-1 0,-3 0 3 0,6-1 2 15,-2 0 2-15,0 4 4 0,2 1 4 0,0 3 6 16,1-3-4-16,1 4 2 0,0 7 1 16,1-12-6-16,-1 12 5 0,6-7-3 0,1 5 5 0,-7 2-3 15,15 0 7-15,-4 2-2 0,0 2 5 0,-1 1 5 16,6 3 2-16,-4 3-1 0,-4-1 3 15,3 4 1-15,-1 1 3 0,-1-1-4 0,-4 1 1 0,1-3 1 16,-1 0-3-16,-1 0 1 0,-2 1-2 0,2-2 0 16,-4-1-4-16,0-3 8 0,2 0-2 0,-2-7 0 15,-2 12 1-15,2-12 5 0,2 9 6 0,-2-9 15 16,0 0-11-16,-2 8-1 0,2-8-1 0,0 0-6 16,0 0-5-16,0 0 0 0,0 0-3 0,-9-21-3 15,9 21-4-15,2-16 3 0,-1 6 1 0,1-6-4 16,4 0-3-16,-1-1-3 0,2-1-4 0,6-7 3 15,-2 1-5-15,1 8 4 0,1 0-5 0,1 2 4 16,3-5-2-16,-3 7-4 0,-5 5 1 0,2 0 1 16,-1 2-4-16,2 2 2 0,-2 2-3 0,4 2 4 15,-4 2-7-15,-1 3 10 0,1 4-5 0,-1-3 2 16,0 3-4-16,4 5 2 0,-6-1 1 0,3 1 1 16,-2 0 2-16,-4-4-3 0,3 1 1 0,-2-1 1 0,3-2-4 15,-2 0 6-15,2-2 1 0,-1 0 1 16,3-1-1-16,-2-3-1 0,3-2 1 0,-4 1 2 15,5-4-3-15,1 1 0 0,-1-1-1 0,-2-4 0 16,-1 0 1-16,1 1 0 0,-2-5 0 0,0 1-4 0,-1-1 1 16,0 0-4-16,2-5 0 0,-4 3 0 0,1-3-4 15,-3-2 0-15,1 0-1 0,-4 0 5 16,4 5-7-16,-2-4 5 0,1 4 3 0,2 3-4 16,-5 2 6-16,2 1-3 0,-2 6 2 0,0-10-5 15,0 10-2-15,2-9 1 0,-2 9 0 0,0 0-3 0,0 0 2 16,0 0 2-16,0 0-3 0,0 0 4 0,-16 17-6 15,10-8-3-15,3-1-1 0,-1 3-2 16,2 0-2-16,-2 0-4 0,6 1-8 0,0 0 1 16,0 0 5-16,2 4 0 0,0-5-1 0,3 5 3 0,0-2 1 15,-2 3-2-15,1-6 6 0,-1 0 5 0,1 0-4 16,-1-1 1-16,0 2 1 0,-1-2 4 16,-1 0-2-16,-1 0 4 0,-2-1-2 0,0-2 3 0,0-7-7 15,0 13-7-15,-2-6-5 0,2-7-8 0,-4 11-17 16,1-6-18-16,-2 0-22 0,0-1-26 0,5-4-18 15,-6 2-22-15,6-2-141 0,0 0-321 16,-11-1 142-16</inkml:trace>
  <inkml:trace contextRef="#ctx0" brushRef="#br0" timeOffset="157538.96">25663 12286 28 0,'0'0'163'16,"1"-8"3"-16,-1 8 6 0,0 0 2 0,0 0-5 16,13 19-9-16,-6-5-2 0,-3 5-6 0,3 5-9 15,-5-5-12-15,3 8-13 0,-1-1-3 0,-3-2-11 16,3 1-10-16,-4 0-8 0,0-7-10 0,2 1-4 16,-4-1-7-16,2-1-5 0,0 0-8 0,0-2-4 15,0-2-9-15,0 0-2 0,2-4-15 0,-2 1-19 16,-2-4-20-16,2-6-29 0,0 14-25 0,2-8-29 15,-2-6-27-15,2 8-33 0,-2-8-188 0,0 0-377 16,0 0 167-16</inkml:trace>
  <inkml:trace contextRef="#ctx0" brushRef="#br0" timeOffset="157684.91">25697 12485 64 0,'0'0'129'0,"5"-6"-9"0,-5 6-12 0,13-4-25 16,-1 0-29-16,6 1-46 0,2-2-34 0,0 4-64 16,7-6-98-16,4 1 43 0</inkml:trace>
  <inkml:trace contextRef="#ctx0" brushRef="#br0" timeOffset="157816.94">26132 12491 59 0,'0'0'183'0,"2"5"-9"0,-2-5-2 15,0 0-12-15,0 0-16 0,0 0-15 0,0 0-29 16,0 0-25-16,0 0-35 0,0 0-46 0,0 0-35 0,0 0-50 16,0 0-92-16,-23-7-199 0,23 7 88 0</inkml:trace>
  <inkml:trace contextRef="#ctx0" brushRef="#br0" timeOffset="158867.62">19525 13675 72 0,'0'0'116'0,"0"0"-8"0,0 0-3 0,0 0-6 15,0 0-4-15,-16-7-10 0,16 7-1 0,-7-2 2 16,7 2-4-16,0 0-1 0,-12-3-2 0,12 3-17 16,-8-1 9-16,8 1-4 0,0 0 1 0,-12 1 3 15,12-1-5-15,0 0-1 0,-9-1-3 0,9 1-2 16,0 0-4-16,-8-2-6 0,8 2 1 0,0 0-6 16,0 0-5-16,0 0-2 0,0 0-7 0,0 0-2 15,0 0-4-15,0 0 2 0,0 0-3 0,0 0-4 0,0 0-3 16,29-2 5-16,-11 2 4 0,9-3-12 15,1 1 1-15,2-1 0 0,0-1-7 0,2 1 1 16,0-1-3-16,-1-1 6 0,1 1 10 0,-4 0-3 16,-1 1-2-16,-8 1-2 0,1 0-2 0,-2 1 2 0,-5 0-6 15,1-1-4-15,-1 1-14 0,-3 1-19 16,-1 0-17-16,-9 0-28 0,14-1-24 0,-7 1-26 0,-7 0-34 16,11 0-24-16,-11 0-97 0,0 0-301 15,0 0 133-15</inkml:trace>
  <inkml:trace contextRef="#ctx0" brushRef="#br0" timeOffset="159167.76">19703 13634 124 0,'0'0'171'0,"0"9"1"0,0-9-3 0,3 12-13 15,0-2 1-15,0 2-11 0,0 3-3 0,0 2-7 16,-1 1-9-16,1 6-7 0,-1-4-7 16,2 4-7-16,-3-3-7 0,3 3-9 0,-1-5-5 0,-1 7-7 0,0-7-6 15,0 1-8-15,1-1-5 0,-1-3-7 16,0 1-4-16,0-2-5 0,1 1-17 0,0-5-3 16,0 2-11-16,-1-3 5 0,2 0-1 0,0 0-5 15,-1 0-3-15,-1-4-11 0,0 0-10 0,-1 1-13 0,3-2-17 16,-3 1-20-16,-1-6-20 0,4 10-28 15,-4-10-25-15,2 6-30 0,-2-6-23 0,0 0-113 16,0 0-327-16,0 0 144 0</inkml:trace>
  <inkml:trace contextRef="#ctx0" brushRef="#br0" timeOffset="159547.25">20139 13889 158 0,'0'0'191'0,"0"0"-11"16,0 0-11-16,0 0-9 0,5-7-7 0,-5 7-7 16,12 1-8-16,-12-1-12 0,20-1-8 0,-2 1-7 15,-1 0-12-15,3-3 1 0,2 3-8 0,-3-2-3 16,3 1-5-16,0-2-4 0,-3-1-6 0,1 3-3 0,-2-2-6 15,-5 0-1-15,0 1-1 0,-3 1 0 0,0 0 4 16,-3 1 3-16,-7 0 1 0,12-1 5 16,-12 1 3-16,0 0 4 0,11-2-7 0,-11 2-2 15,0 0-1-15,0 0-6 0,9-1-6 0,-9 1-6 16,0 0 1-16,0 0-5 0,0 0-11 0,0 0 7 16,0 0-7-16,0 0 4 0,8 1-20 0,-8-1-8 0,0 0 6 15,0 0-10-15,0 0-12 0,0 0-12 16,0 0-22-16,0 0-19 0,0 0-31 0,0 0-28 15,0 0-35-15,0 0-35 0,0 0-36 0,0 0-37 16,0 0-196-16,0 0-487 0,-30-5 216 0</inkml:trace>
  <inkml:trace contextRef="#ctx0" brushRef="#br0" timeOffset="163956.7">20065 14347 45 0,'-22'3'126'0,"10"1"-5"0,-1-2-5 0,1 2 3 16,-4 2-12-16,0 0-7 0,1 2-6 0,2 3-12 15,-1-2 3-15,5 2-11 0,-1 1-7 0,1 2-6 16,4-1-10-16,-1 2-2 0,3-1-1 0,0 4-6 0,5-2-5 16,-2 1 3-16,4-4-9 0,-1-2-3 15,1 0-3-15,3-3-1 0,0 3-1 0,2-2-2 16,0-4-3-16,4-1 2 0,-3-2-7 0,2-2 3 15,2 0-3-15,-1-2-2 0,3-2 3 0,-4 0-1 16,3-5-2-16,-1 0 3 0,-4 0 4 0,2-2-1 16,-5 0 5-16,3-2 2 0,-4 2 2 0,0-2 5 15,-3 2 3-15,-1 0-3 0,-2-2 3 0,2 2 3 16,-4-1 1-16,1 2-3 0,0 0 3 0,-2 1 0 16,2 3 6-16,1 6-15 0,-4-11-1 0,4 11-4 0,-1-9-3 15,1 9-7-15,0 0 0 0,0 0 0 16,0 0-2-16,0 0 7 0,9 23-4 0,-4-4 7 15,1 9-6-15,-1 2-1 0,3 2 6 0,-2 1-5 16,-2-2-2-16,1 2 0 0,-1-3-5 0,-2-1-1 16,0 2 1-16,1-5 0 0,2 0-2 0,-3-7-2 0,1-2 2 15,-1 1-2-15,1-3 3 0,0-5-3 16,-1 2-2-16,-1-3 1 0,1-3 1 0,-1-1-1 16,-1-5 6-16,1 9 10 0,-1-9 6 0,0 0 4 15,3 5-3-15,-3-5-3 0,0 0 2 0,14-16-10 16,-9 7 0-16,4-9-3 0,5-3 0 0,-6 5 6 0,3-6-7 15,2 0-3-15,1-2 0 0,5-1 1 16,-5 3-8-16,-1 5-12 0,-2 0-18 0,1 2-20 16,2-1-31-16,-6 7-34 0,4-4-34 0,-4 6-24 15,0 0-35-15,-2 1-145 0,3-1-380 0,-9 7 170 16</inkml:trace>
  <inkml:trace contextRef="#ctx0" brushRef="#br0" timeOffset="164127.54">20597 14531 163 0,'0'0'162'0,"0"0"-14"0,0 0-8 16,6-1-17-16,-6 1-13 0,0 0-11 0,13 0-20 16,-13 0-24-16,0 0-41 0,19 2-36 0,-19-2-42 15,14 0-105-15,-14 0-181 0,14 0 81 0</inkml:trace>
  <inkml:trace contextRef="#ctx0" brushRef="#br0" timeOffset="164591.99">21622 14280 5 0,'-12'4'184'0,"-2"0"-5"0,-3 2-10 16,1 3-10-16,1 4-10 0,-2-2-7 0,2 3-2 15,-2 6-12-15,4-5-15 0,1 3-9 0,4 2-12 16,3-2-4-16,-2 0-9 0,5 1-11 0,2 0-6 15,2-2-2-15,3 1-4 0,2-1-6 0,3-1-8 16,3-5 2-16,1 3-6 0,2-5-7 0,3-3-10 16,7 0-11-16,1-4-22 0,1 2-19 0,0 0-27 15,0-5-36-15,-1-3-25 0,3-1-29 0,-5-3-145 16,-4 1-315-16,-1 0 140 0</inkml:trace>
  <inkml:trace contextRef="#ctx0" brushRef="#br0" timeOffset="164983.14">21854 14173 82 0,'-6'-7'166'0,"6"7"-8"0,0 0-14 0,0 0 1 0,0 0 8 16,0 0-1-16,0 0-4 0,8 36-13 0,-7-17-8 15,3 7-10-15,-3-1-15 0,2 1-9 0,-1-1-8 16,-1-4-6-16,2-1-7 0,-2 6-9 0,1-8-7 15,0-4-6-15,-1 1-3 0,1-2 0 0,-1-3-9 16,1 1-7-16,1-3-1 0,-3-1-2 0,0-7-1 16,2 11-3-16,-2-11 0 0,2 7 10 0,-2-7 12 15,0 0-4-15,0 0 2 0,0 0-9 0,0 0 0 16,0 0-10-16,0 0 1 0,0 0-3 0,8-19-4 16,-5 7-3-16,4 1 1 0,0-4-4 0,2-2-7 15,-2 2 1-15,-2-1-5 0,5 2 1 0,-4 2-1 16,3 3 0-16,2-1 7 0,-1 3-10 0,0 1 0 15,-1 4-2-15,2-1 1 0,-1 1 2 0,1 4-2 16,0 1-1-16,0 1-2 0,-1 0 5 0,0 5-4 16,-1-2 3-16,0 2-5 0,1 1-14 0,-2-1-15 15,0 0-17-15,-1 0-27 0,2 0-21 0,1 0-20 16,1-2-23-16,0-1-19 0,2-1-16 0,1 0-141 16,-1-5-345-16,6 0 152 0</inkml:trace>
  <inkml:trace contextRef="#ctx0" brushRef="#br0" timeOffset="166247.62">22386 14222 76 0,'-10'-1'165'0,"-3"1"-5"16,1 2-6-16,1 4-3 0,-2 4-1 0,4-2-6 16,-2 5-11-16,2 0-16 0,0 2-9 0,0 0-11 15,3 2-8-15,3 2-8 0,2-4-11 0,1-3-3 16,4 4-10-16,-2-5-4 0,2 0-2 0,4 0-4 15,-1-1-6-15,1-1-3 0,0-4-3 0,3 1-7 16,-2-4-4-16,5 1-1 0,-1-1-4 0,-2-4-2 16,2 0-4-16,-1-1 3 0,0-3 0 0,0 1-5 15,-3-2 2-15,1-1-2 0,-5 0-4 0,2-3 4 16,-2 2-7-16,-1-2 5 0,-3 0-5 0,0-2 4 16,1 1 2-16,-4 0 1 0,2 1 3 0,-1 2 4 15,-2-1 2-15,2 4 7 0,1 6 2 0,-1-10-2 16,1 10-11-16,0 0 0 0,-2-9 0 0,2 9 0 15,0 0 5-15,0 0-1 0,0 0 0 0,0 0 0 16,7 26-3-16,-4-16 1 0,0 0-6 0,1-1 1 16,1 0-1-16,0 3 5 0,0-3-6 0,2-1-1 15,0 1-2-15,1 0 3 0,-1-4-3 0,2 1-1 16,-1 0-2-16,1-3 6 0,2 1-3 0,-4-3 4 16,6-1-7-16,-4-2 3 0,4-1-4 0,-4-1 1 15,0-1 6-15,-2 1-8 0,1 0 1 0,-2-3 3 16,1-1-2-16,-3 2 2 0,-2-1-2 0,-2-2-2 15,0-1 1-15,-1 0 1 0,-2 1-3 0,-1 0 1 16,-1-3 0-16,1 3-1 0,-1 0-5 0,-1 2 7 16,2 0 0-16,0 2 7 0,4 5 2 0,-6-8-2 15,6 8-8-15,-3-6-3 0,3 6-6 0,0 0 0 16,-2-8-2-16,2 8 2 0,0 0 0 0,0 0 2 16,17-2 2-16,-9 3 0 0,-8-1 0 0,21 1-1 15,-10 3 0-15,0-2 0 0,0 2 0 0,1 0 2 16,-2 1-3-16,-1 0 0 0,-4 1 2 0,4 1 0 15,-3 0-1-15,3 2 2 0,-4-2-1 0,2 5-1 16,-1-3 3-16,-2-1-5 0,1 2 3 0,2-1 2 16,-1-2-2-16,-4-1-1 0,3 0-12 0,-1-1-6 15,1 0 0-15,3 2-6 0,2-4 5 0,-2 0 1 16,4 0-3-16,0-4 4 0,1-1-4 0,6 0-2 16,-2-3-3-16,2-1 3 0,-1 0 4 0,-3-1 5 15,-1-1 3-15,-1 1 2 0,-3 0 1 0,-1 0 2 16,0 1 5-16,-4-3 6 0,-1 4 1 0,-1-2 11 15,-3-3 2-15,0 10 3 0,-3-13 8 0,1 5-5 16,-2 3 3-16,-3 0-3 0,0 0 3 0,-1 4 2 16,0-3-1-16,8 4-4 0,-15-1 2 0,15 1 1 15,-14 6 2-15,7-1-6 0,0 2-1 0,-1 2-7 16,2 1 6-16,1 0-5 0,1 0-2 0,0 0 6 16,0 2-9-16,3-2 3 0,0 0 1 0,2-1-17 15,3-1-12-15,-2-3 1 0,2 2-2 0,0-3 3 16,4-2-3-16,-2 0 2 0,-6-2-1 0,13 3 1 15,-6-4 1-15,-7 1 2 0,17-4-1 0,-8 0 2 16,-3 1 1-16,0-3 6 0,-3 1 1 0,-3 5-3 16,8-8 1-16,-5 3 7 0,0 1-7 0,-3 4 5 15,3-10 7-15,-3 10 2 0,1-6-2 0,-1 6 1 16,0 0-8-16,0 0 3 0,0 0 0 0,0 0 4 16,0 0 8-16,0 0-4 0,16 17 4 0,-10-8 0 15,2 9-1-15,-3-1 0 0,3 6-1 0,0 3 6 16,-4 5 0-16,4-1 3 0,-2 2-8 0,1-2 1 15,2-2 0-15,-4 3-1 0,0-1-1 0,-1-1-1 16,-2-2-3-16,0 0 2 0,-1-1-5 0,-1-2 0 16,-1-6 6-16,-2 0-6 0,0-4-6 0,1 0-1 15,-3-4 0-15,0 2 0 0,-3-4-4 0,2-2 0 16,-2-2-9-16,3 1 4 0,-3-4-4 0,8-1-5 16,-15-4 0-16,8 1 5 0,-4-4-3 0,5 0-3 15,0-5 2-15,-1-1 3 0,0-3-3 0,2 0 3 0,3-1-3 16,4-4 5-16,2 1 0 0,0-5 4 15,4 0-1-15,1-2-1 0,2 0 4 0,2 1 0 16,6 1 4-16,-2 0-3 0,-2-1 0 0,3 0 4 16,2 2-1-16,1 2-1 0,-2-2 2 0,1 3 1 15,-2-2-2-15,1 1 1 0,-2-1 0 0,0 1 2 16,0 1-1-16,0 0-1 0,-5 4 7 0,3-5-6 16,-4 0 2-16,-2 8-3 0,-2-3 2 0,-2 2 3 15,-2 2 0-15,-2 1 2 0,0 1 4 0,-1-1 5 16,-1 2 4-16,0 4-2 0,1 6 1 0,-3-13 7 15,3 13-6-15,-3-6-2 0,3 6-4 0,0 0-1 16,0 0 4-16,-21 13 1 0,13-2 3 0,0 3-3 16,-1 3-4-16,0 1 0 0,3-2 0 0,1 2 0 15,0-2-5-15,1 2 1 0,4 1-7 0,2-4-13 16,0 0-20-16,2-5-23 0,3 5-30 0,-2-7-23 16,4-2-37-16,2 0-33 0,0-3-25 0,8 0-168 15,-6-6-403-15,6 1 179 0</inkml:trace>
  <inkml:trace contextRef="#ctx0" brushRef="#br0" timeOffset="168578.11">21315 13466 48 0,'0'0'160'0,"-8"-3"-2"15,8 3-17-15,0 0-8 0,0 0-18 16,0 0-11-16,0 0-12 0,18-16-7 0,-4 10-6 15,4-1-10-15,1 0-13 0,10-2-18 0,-3 2-15 16,0-1-18-16,1 3-25 0,-2-3-14 0,1 2-25 0,-4 1-9 16,-2 1-10-16,-2 0-5 0,-4 0-13 15,-1 0-49-15,1 3-157 0,-5-3 70 0</inkml:trace>
  <inkml:trace contextRef="#ctx0" brushRef="#br0" timeOffset="168802.8">21562 13389 59 0,'0'0'104'15,"0"0"12"-15,-7 7-1 0,7-7 0 0,-2 9 7 0,0-1-7 16,1 1 3-16,1 3-5 0,-1 4-10 0,1-4-10 16,1 6-5-16,-1-3-10 0,1 4-4 15,2-2-9-15,0 2-10 0,-1-3-2 0,-1 3-8 0,1-3-12 16,0 1-10-16,1-1-24 0,1 1-13 0,-3-3-19 15,3 1-13-15,-1 2-30 0,-1-3-17 0,0-2-25 16,0 2-100-16,-2-2-236 0,1 1 104 16</inkml:trace>
  <inkml:trace contextRef="#ctx0" brushRef="#br0" timeOffset="169087.61">21663 13709 125 0,'6'-10'113'0,"2"1"0"0,-1-2-4 16,5-2-6-16,1 1-19 0,-3-1-2 0,0 3-8 15,-1 2-2-15,-1-2-7 0,-2 1-9 0,2 0-5 16,-3 0-1-16,0 2-7 0,-2 1 1 0,-1 2 2 16,-2 4 14-16,3-11-32 0,-3 11 6 0,0 0-6 15,-3-9-1-15,3 9 4 0,0 0-3 0,0 0-2 16,0 0 2-16,0 0 3 0,-20 14 1 0,15-5-7 15,-1 2 2-15,4 4-5 0,-2 2-1 0,3 2-3 16,-1-4-6-16,5 4-20 0,0-3-9 0,0-1-26 16,5 0-17-16,0-6-13 0,3 5-8 0,0-4-15 15,0-1-10-15,1-2-15 0,-2-1-64 0,4 0-198 16,0-2 88-16</inkml:trace>
  <inkml:trace contextRef="#ctx0" brushRef="#br0" timeOffset="169536.8">22052 13682 72 0,'0'0'94'0,"2"-10"1"0,-2 10-2 16,-2-10 3-16,2 10 8 0,0 0-12 0,-3-8-3 16,3 8 1-16,-6-4-8 0,6 4-3 0,0 0-2 15,-13-1-4-15,13 1-1 0,-11 0 3 0,11 0-3 16,0 0 1-16,-13 2 2 0,13-2 2 0,0 0 1 16,-10-1 2-16,10 1 2 0,0 0-3 0,-7-2 1 15,7 2-7-15,0 0-1 0,0 0-9 0,-4-8-6 16,4 8-4-16,0 0-9 0,4-14-2 0,1 6-4 15,2-2-5-15,6 0-5 0,-1-2-4 0,2-1-5 16,1 4-5-16,2-1 3 0,-3 3-6 0,2-1-2 16,-3 4-1-16,-1 2-2 0,0 2 1 0,1-2-3 15,0 6 1-15,-3-3-2 0,0 3-1 0,0 0 0 16,0 1-2-16,-4 0 0 0,-2 1 2 0,2-2-4 0,-2 1 0 16,-2 1 4-16,-2-6-2 0,2 10-2 15,-2-10 8-15,0 8-5 0,0-8-1 0,0 0 7 16,-5 7-5-16,5-7 0 0,0 0-7 0,0 0-6 15,0 0-6-15,0 0 3 0,0 0 0 0,-12-15 0 0,12 15 2 16,2-14 1-16,-1 5-9 0,5-3 6 16,-2 1 2-16,2 0-4 0,-1 0 5 0,2 1 1 15,2 0 0-15,-2 3 3 0,1-1-2 0,-1 3-1 16,0 3 1-16,2 0-1 0,-1 1 2 0,-8 1-1 16,18 3 5-16,-8 2-2 0,0 2 3 0,0 1 1 0,-1 2 0 15,2 3-1-15,-1 0 0 0,-3 3-16 16,0-3-23-16,-1-2-29 0,1 4-32 0,0-5-29 15,-2 1-41-15,1-1-130 0,-3-4-327 0,3-2 146 16</inkml:trace>
  <inkml:trace contextRef="#ctx0" brushRef="#br0" timeOffset="169770">22562 13257 143 0,'0'0'172'0,"-2"-5"2"0,2 5 0 16,0 0-6-16,0 0 0 0,4 25-5 0,-1-4 2 16,3 4-14-16,-1 6-13 0,-3 2-10 15,1 0-11-15,-1 0-8 0,2-1-14 0,-1 0-13 0,-1 0-4 16,2-5-10-16,-1 1-8 0,1-3-4 0,-4-1-18 16,1-5-19-16,-1-2-32 0,0-3-27 15,0-2-25-15,0-1-26 0,0-1-33 0,0-5-33 16,0-5-34-16,-7 10-107 0,2-6-323 0,5-4 144 15</inkml:trace>
  <inkml:trace contextRef="#ctx0" brushRef="#br0" timeOffset="169942.49">22689 13319 109 0,'9'0'187'0,"1"3"-6"16,-2 0-14-16,-3 1-11 0,3 1-7 0,-3 5-8 15,-1 0-15-15,-3 2-8 0,-2 1-5 16,-5 3-30-16,-3 0-36 0,-2 1-33 0,-4 5-38 16,-1-8-40-16,-2 4-46 0,-6-3-123 0,-1-1-251 0,-1-2 112 15</inkml:trace>
  <inkml:trace contextRef="#ctx0" brushRef="#br0" timeOffset="170575.63">20877 13701 5 0,'0'0'145'0,"0"0"3"15,0 0-10-15,-16 17 0 0,9 1-12 0,-4 5-5 16,0 4-7-16,-1 1-8 0,1-1-11 0,0 1-9 16,3-2-9-16,3-3-5 0,-1-5-6 0,1 0-3 15,3-5-6-15,-1-1-10 0,1-4-7 0,1 0-1 16,-2-2-4-16,3-6 3 0,-3 10 9 0,3-10 7 16,0 0-6-16,0 0-2 0,0 0-9 0,0 0-1 15,0 0-5-15,-6-24-1 0,5 9-7 0,2-3 0 16,2 1-1-16,-2-8-7 0,1-1-3 0,2 2 1 15,0-5-4-15,0 0-1 0,2 0-3 16,-2 1-2-16,4-1 0 0,0-2-3 0,2 4 2 0,-1-2 11 16,3 3-14-16,-1 10 3 0,-1-1-3 0,-2 4-4 15,0 4 4-15,-3 2-5 0,1 1 4 0,0 5-2 16,-6 1 4-16,0 0 6 0,20 11 1 16,-13-3 4-16,2 9 5 0,0 1 5 0,-2 9 1 15,1 2-1-15,0 2-1 0,-1-3 0 0,2 4-2 0,-2-5 1 16,-2 2 0-16,1-1-4 0,2-2 1 0,0-4-1 15,-3-3-2-15,0-2 0 0,-1 1 0 0,1-1-10 16,-3-4-21-16,2-3-20 0,-3 3-25 0,2-4-24 16,0-2-31-16,-2-1-32 0,1 1-30 0,-2-7-129 15,0 0-335-15,-3 10 148 0</inkml:trace>
  <inkml:trace contextRef="#ctx0" brushRef="#br0" timeOffset="170736.86">20895 13850 78 0,'10'-3'100'0,"1"-3"-14"0,5-1-16 0,-4 3-22 16,6-3-27-16,-5 2-22 0,4 1-22 0,-2-2-41 16,2-2-68-16,-7 1 30 0</inkml:trace>
  <inkml:trace contextRef="#ctx0" brushRef="#br0" timeOffset="171325.71">21087 13754 93 0,'6'-10'5'16,"-2"0"6"-16,-2 1 9 0,1-3 5 0,-3 0 9 15,-2 1 1-15,1 0 17 0,0 0-4 0,-3 2 10 16,4 9 11-16,-7-15 17 0,6 10 1 0,0-2-1 16,1 7-8-16,-3-8-6 0,3 8-5 0,0 0-7 15,0 0-6-15,0 0 21 0,0 0 6 0,0 0 4 16,11 36-3-16,-6-17-6 0,0 6-3 0,1 1 3 16,3-2-6-16,-5-5-2 0,2 7-7 0,-2-8-7 15,-2 1-3-15,3-2-5 0,-4 2-3 0,0-5-5 16,4-2-2-16,-5 1 1 0,-1-3-9 0,0-4 2 15,-3 1-2-15,4-7-5 0,-4 12 1 0,2-9-3 16,2-3-1-16,-6 6 3 0,6-6-2 0,0 0 2 16,0 0-8-16,0 0-3 0,0 0-2 0,0 0-7 15,-7-21 6-15,9 12-7 0,2-2 1 0,1-1-3 16,2 4 0-16,0-1-2 0,1 0 2 0,2 2-2 16,2 3 0-16,-1 1-2 0,-2 1 4 0,3 2-5 15,-3 6 3-15,-3-3 0 0,2 3 2 0,-2 2-6 16,-1 2 2-16,-4-1-5 0,1 2-1 0,-2-1-7 15,-2 1-3-15,0 2-6 0,-1-3-2 0,-3 0 0 16,1-1 4-16,0-1 5 0,2-3 1 0,3-5 4 16,-5 9 0-16,5-9-1 0,-3 4 1 0,3-4 0 15,0 0 1-15,0 0 4 0,0 0-3 0,8-20 6 16,-1 10-6-16,0 0 5 0,7-5 5 0,3-5-4 16,0-2 4-16,2 3-5 0,-3-2 5 0,2-1-2 15,-1 1 1-15,2-3 1 0,-5 3-3 0,-3 5 2 16,-1-1 2-16,-1 0-1 0,-3 7 5 0,-1-2 3 15,-3 5 6-15,0-1 0 0,-2 2-2 0,0 6 0 16,0 0 0-16,-7-11-2 0,7 11-4 0,-10-1 2 16,10 1 2-16,-13 7-7 0,6-1 3 0,-1 1 1 15,3 2-3-15,-1 1 2 0,2 0-4 0,2 1-1 16,1 0 2-16,1 0 4 0,3 1-5 0,1-3 6 16,1 2-4-16,5 2 1 0,-1-3 2 0,1 2-3 15,0-3-3-15,4 1 5 0,-1 0-7 0,0 3 2 16,-3-5-4-16,-1 2 8 0,0-1-3 0,-3 2 3 15,0 0-1-15,-3 0 2 0,0 0-3 0,-2 1-3 16,-3 0-11-16,-2-2-12 0,-1 1-13 0,-2 1-30 16,0-4-29-16,-2 1-28 0,1-2-25 0,-2-2-119 15,2-1-289-15,-2-3 129 0</inkml:trace>
  <inkml:trace contextRef="#ctx0" brushRef="#br0" timeOffset="171462.93">21544 13847 86 0,'0'0'111'0,"0"0"-33"15,0 0-21-15,0 0-42 0,0 0-74 0,0 0-61 16,5 19 27-16</inkml:trace>
  <inkml:trace contextRef="#ctx0" brushRef="#br0" timeOffset="171870.67">23019 13720 69 0,'10'-2'87'0,"-10"2"-29"16,9-3-36-16,-9 3-33 0,10-4-27 0,-4 2-41 15,-6 2 19-15</inkml:trace>
  <inkml:trace contextRef="#ctx0" brushRef="#br0" timeOffset="175909.87">16526 12175 55 0,'0'0'55'0,"0"0"-5"15,-16-10-9-15,16 10-4 0,0 0-5 0,0 0-3 16,0 0-5-16,-8-3-6 0,8 3-9 0,0 0-14 0,0 0-14 15,0 0-36-15,0 0-59 0,0 0 27 0</inkml:trace>
  <inkml:trace contextRef="#ctx0" brushRef="#br0" timeOffset="176228.84">18161 12076 112 0,'0'0'162'16,"0"0"-13"-16,0 0-13 0,10-1-15 0,-10 1-13 16,0 0-10-16,0 0-15 0,0 0-20 0,0 0-13 15,0 0-25-15,0 0-28 0,0 0-23 0,0 0-16 16,0 0-26-16,0 0-15 0,0 0-65 0,0 0-160 16,-23-7 71-16</inkml:trace>
  <inkml:trace contextRef="#ctx0" brushRef="#br0" timeOffset="176648.6">18593 12055 130 0,'0'0'179'0,"0"0"-1"15,0 0-12-15,0 0-9 0,9 2-15 0,-9-2-11 16,0 0-15-16,0 0-5 0,0 0-14 0,0 0-12 16,0 0-2-16,0 0-9 0,0 0-10 0,0 0-5 15,0 0-6-15,0 0 0 0,0 0-8 0,0 0-3 16,0 0 0-16,0 0-8 0,0 0 2 0,0 0-4 16,0 0 1-16,0 0-5 0,0 0-1 0,0 0-4 0,0 0 0 15,0 0-3-15,0 0-2 0,0 0 1 0,0 0-3 16,0 0-3-16,0 0 1 0,0 0 0 15,0 0-2-15,8-4 3 0,-8 4 0 0,0 0-4 16,0 0-3-16,0 0 4 0,0 0-3 0,0 0-2 0,0 0 1 16,0 0-1-16,0 0 4 0,0 0-3 0,0 0 2 15,0 0-6-15,0 0-2 0,0 0 1 0,0 0 2 16,0 0-3-16,0 0-5 0,0 0-4 16,0 0-9-16,0 0-14 0,0 0-11 0,0 0-14 0,0 0-19 15,0 0-14-15,0 0-30 0,0 0-17 0,0 0-31 16,0 0-130-16,0 0-320 0,0 0 142 15</inkml:trace>
  <inkml:trace contextRef="#ctx0" brushRef="#br0" timeOffset="176998.65">19827 11904 64 0,'0'0'90'16,"0"0"-26"-16,0 0-29 0,0 0-27 0,0 0-52 15,0 0-47-15,0 0 21 0</inkml:trace>
  <inkml:trace contextRef="#ctx0" brushRef="#br0" timeOffset="177737.64">24332 11793 115 0,'0'0'156'0,"0"0"-11"0,0 0-1 0,0 0-10 0,0 0-12 15,0 0-8-15,0 0-3 0,0 0-8 0,0 0-6 16,0 0-2-16,0 0 0 0,0 0-7 0,0 0-6 15,0 0-4-15,0 0-6 0,0 0-5 0,0 0-2 16,0 0-5-16,0 0-8 0,0 0-4 0,0 0-5 16,0 0-6-16,31-10 2 0,-14 8-5 0,2-3-4 15,4 0-7-15,4 1-17 0,5-5-13 0,-2 2-16 16,2-1-20-16,2 0-33 0,0-3-32 0,1 1-26 16,-3 3-28-16,-2-3-122 0,1 3-308 0,-2-5 137 15</inkml:trace>
  <inkml:trace contextRef="#ctx0" brushRef="#br0" timeOffset="177940.79">25111 11578 31 0,'0'0'95'0,"9"-5"-24"0,-9 5-24 0,5-5-26 16,-5 5-29-16,7 0-36 0,-7 0-45 0,0 0 20 0</inkml:trace>
  <inkml:trace contextRef="#ctx0" brushRef="#br0" timeOffset="202589.91">13072 3666 14 0,'0'0'58'15,"0"0"-9"-15,0 0-4 0,0 0 0 0,0 0-9 16,0 0 1-16,0 0-3 0,0 0 2 0,0 0-12 16,0 0-3-16,0 0-1 0,0 0 1 0,0 0-4 15,0 0-6-15,0 0 10 0,0 0-8 0,0 0-5 16,0 0 4-16,0 0-6 0,0 0 2 0,0 0-4 16,0 0-4-16,0 0-3 0,0 0 7 0,0 0-4 15,0 0 2-15,0 0-5 0,0 0 4 0,0 0-2 16,0 0 1-16,0 0-3 0,0 0 5 0,0 0-7 15,0 0-5-15,8-3 4 0,-8 3-3 0,0 0 0 16,0 0-2-16,0 0-3 0,0 0 3 0,0 0-3 16,0 0 1-16,0 0-2 0,0 0-7 0,0 0 3 15,0 0-11-15,0 0-3 0,0 0-20 0,0 0-58 16,0 0 25-16</inkml:trace>
  <inkml:trace contextRef="#ctx0" brushRef="#br0" timeOffset="210230.84">4423 13181 45 0,'-5'-9'157'0,"5"9"-6"15,-2-8-5-15,2 8-15 0,0 0-13 0,0 0-10 16,0-9-14-16,0 9-8 0,0 0-10 0,0 0-8 16,0 0-1-16,0 0 0 0,0 0-1 0,21 18-1 15,-15-9-10-15,6 6 2 0,-5 0-7 0,1 1 1 16,2 6-2-16,-1-3-5 0,-2-1-8 0,2 4 0 15,-4-4-5-15,2 2 1 0,1-5-9 0,-2 2 3 16,0 0-4-16,-1-2 2 0,0-3-9 0,0 4 3 16,-1-5 3-16,-1-2-10 0,1 1 3 0,-2-4-4 15,1 2 0-15,-1-1-5 0,-2-7 0 0,5 7 1 16,-5-7 5-16,3 8 12 0,-3-8 6 0,2 6 11 16,-2-6-7-16,0 0 7 0,0 0-4 0,0 0 0 15,0 0-9-15,0 0-3 0,0 0-5 0,2-29 3 16,1 19-4-16,0-8-1 0,0 0-1 0,0-9-6 15,3 0 1-15,2-1 0 0,0 0-2 0,-1 0-1 16,1-1-2-16,3 3-1 0,-2 0 1 0,3 0-2 16,1 1-5-16,-2 3 5 0,-2 5-2 0,3 4-1 15,-5 2 1-15,1 3-7 0,0-2 4 0,-2 4 1 16,0 3-5-16,1 2-2 0,-7 1 2 0,18 4 3 16,-8 3 0-16,-2 3 0 0,4 5 0 0,-4 2 1 15,1 6-1-15,1 2 2 0,-2 0 3 0,0 4 2 16,1-1-2-16,1 0 1 0,-1-5 1 0,0 2-1 15,-1 1 0-15,0-1-1 0,-3-7 3 0,3 1-1 16,2 4 0-16,-5-5-4 0,6-1 4 0,-4 1 0 0,2-4-7 16,-1 1-14-16,-4-3-10 0,2-1-17 15,2 1-24-15,-1-2-8 0,0 1-30 0,1-3-24 16,-1 1-15-16,1-1-20 0,-3-3-16 0,0 0-93 16,-5-5-296-16,14 5 131 0</inkml:trace>
  <inkml:trace contextRef="#ctx0" brushRef="#br0" timeOffset="210417.03">5260 13295 29 0,'5'-8'187'16,"-5"8"-26"-16,6-8-15 0,-2 5-13 0,4 0-12 15,-2-1-22-15,1 1 0 0,2 1-15 0,3-2 0 16,-2 1-17-16,2-1-30 0,1 1-32 0,0 0-38 15,-1 3-31-15,-1-2-24 0,0 2-91 0,-1 2-191 16,-2-2 84-16</inkml:trace>
  <inkml:trace contextRef="#ctx0" brushRef="#br0" timeOffset="210591.5">5385 13401 11 0,'0'0'157'0,"0"0"-2"0,0 0-3 0,0 0-5 15,0 0-11-15,0 0-8 0,13 8-13 0,-7-8-11 16,6-1-7-16,-1-2-13 0,4-1-16 0,-2 4-22 16,5-5-27-16,-1 3-19 0,1-3-21 0,0 0-32 15,-2 2-19-15,2-3-11 0,-3 0-9 0,3 2-91 16,-6-1-199-16,1 2 88 0</inkml:trace>
  <inkml:trace contextRef="#ctx0" brushRef="#br0" timeOffset="210789.74">5873 13115 10 0,'3'-4'223'0,"-3"4"-9"0,5-8-11 15,-5 8-10-15,4-5-12 0,-4 5-6 0,0 0-3 16,0 0-4-16,9 10 5 0,-7-1-4 0,3 2-6 16,-1 5-27-16,-1 1-10 0,-1 3-14 0,1 7-8 15,-3-2-12-15,1 4-10 0,-1-1-13 0,1 3-33 16,1-3-23-16,-1 2-32 0,-4-1-40 0,2-1-42 15,0-1-59-15,3-3-52 0,-3 3-166 0,0-10-408 16,1 1 180-16</inkml:trace>
  <inkml:trace contextRef="#ctx0" brushRef="#br0" timeOffset="214663.49">4809 14082 78 0,'0'0'124'0,"-9"-1"-6"0,9 1-5 16,-9 0-5-16,9 0-8 0,0 0-7 0,0 0-8 15,-10 1-6-15,10-1-16 0,0 0 2 16,0 0-15-16,0 0-2 0,0 0 13 0,0 0-4 0,0 0-4 16,0 0-5-16,25 5-3 0,-12-3-6 0,3-5-9 15,6 0 5-15,6-3-13 0,2 1 4 0,-1-4-10 16,2 3-18-16,-4 0-21 0,2-1-31 15,-1-1-27-15,-7 5-30 0,-5-2-104 0,-2 3-232 16,-2 1 103-16</inkml:trace>
  <inkml:trace contextRef="#ctx0" brushRef="#br0" timeOffset="-214388.55">4968 14055 53 0,'0'11'139'0,"0"0"5"0,0 5-7 0,0 2-10 15,0 6-5-15,0 5-5 0,2-1-17 0,-2 1-6 16,1-2-10-16,0 0-4 0,3 0-10 16,-3 1-6-16,2-2-8 0,-3-2-5 0,2-5-3 15,0 1-6-15,-1-2-6 0,2-1 3 0,0-2-9 0,0-2 2 16,0-1-5-16,2-4-3 0,-4-1-2 0,-1 1 0 15,4-2-3-15,-4-6-1 0,2 8-3 16,-2-8 5-16,0 8-5 0,0-8 4 0,0 0-5 16,0 0-4-16,0 0 4 0,-7 4-1 0,7-4-5 15,0 0 1-15,0 0-1 0,-18-9 1 0,9 5 0 0,0 0 1 16,0 0-5-16,2 1 0 0,7 3 0 0,-15-4-3 16,10 1 9-16,5 3-4 0,-12-4 4 15,5 4 0-15,7 0 0 0,-9-1-2 0,9 1 3 16,-10 0 0-16,10 0-4 0,0 0-8 0,-12-2 7 15,12 2-5-15,0 0 3 0,0 0-4 0,0 0 4 16,-2 7-1-16,2-7 2 0,0 0 1 0,0 0 0 0,23 3 3 16,-11-7-7-16,8 5-2 0,0-5-7 0,8 1-14 15,-1-3-30-15,-1 1-23 0,2-1-31 0,0 0-13 16,-6 3-19-16,4-7-20 0,-4 6-91 16,2-7-265-16,-3 4 118 0</inkml:trace>
  <inkml:trace contextRef="#ctx0" brushRef="#br0" timeOffset="-214165.48">5398 14317 97 0,'0'0'140'0,"0"0"-17"0,0 0 4 16,0 0-13-16,0 0-1 0,0 0-8 0,0 0 5 16,0 0 8-16,0 0-9 0,9 19-5 0,-8-11-13 0,0 4-1 15,0 1-8-15,1 2-2 0,-1 1-9 16,-1 3-5-16,1-3-4 0,1 3-9 0,-2-2-2 15,-2 2-6-15,4-1-4 0,-1 1-6 0,-1-1-16 16,0-5-13-16,0 2-16 0,-3 1-16 0,1-1-23 16,0-2-19-16,1-2-18 0,0-2-20 0,0 1-37 15,-3-3-8-15,3 2-85 0,-4 0-255 0,5-9 113 16</inkml:trace>
  <inkml:trace contextRef="#ctx0" brushRef="#br0" timeOffset="-213904.64">5423 14340 129 0,'23'4'141'0,"-10"-1"-12"0,4 4-10 0,-1 1-8 16,1 2-11-16,-4 0-2 0,2 1-8 0,-1 3-11 15,1-3-6-15,-4 5-3 0,-4 0-12 0,0 1 0 16,-2 1-10-16,-1-1 0 0,-3 0-8 0,-2 1-4 15,-2 1-2-15,1-4-3 0,-6-4 1 0,3 6-5 16,-2-3-6-16,-2 0-1 0,-2-1 2 0,1 1-6 16,1-6-11-16,-3 0-16 0,3-1-17 0,-4-1-19 15,3 0-19-15,1-3-22 0,2 0-21 0,-1-2-106 16,8-1-232-16,-20 0 103 0</inkml:trace>
  <inkml:trace contextRef="#ctx0" brushRef="#br0" timeOffset="-213753.96">5826 14450 15 0,'9'-2'55'0,"-9"2"-43"0,16-1-26 0,-16 1-15 0,0 0 6 15</inkml:trace>
  <inkml:trace contextRef="#ctx0" brushRef="#br0" timeOffset="-213614.76">5869 14559 8 0,'0'0'131'0,"8"7"-6"0,-8-7 8 16,0 0-17-16,15 2-17 0,-15-2-32 15,21 1-39-15,-10-2-61 0,2 1-80 0,-13 0-121 16,29-6 53-16</inkml:trace>
  <inkml:trace contextRef="#ctx0" brushRef="#br0" timeOffset="-213260.63">6653 14194 76 0,'0'0'151'0,"13"-1"-12"0,-3-2-8 16,3 1-15-16,4-1-3 0,4-1-14 0,6-4-11 15,1 4-6-15,3-2-14 0,-3-2-31 0,-2 3-29 16,-4 2-21-16,-1-1-30 0,-3 2-23 0,-2 0-26 16,-4-1-57-16,-5 2-162 0,1 0 71 0</inkml:trace>
  <inkml:trace contextRef="#ctx0" brushRef="#br0" timeOffset="-212840.95">6879 14157 30 0,'0'0'150'0,"0"9"-2"16,0-9 5-16,1 15-13 0,1-3-8 15,3 2-7-15,-2 3 2 0,1 0-8 0,-1 1-11 16,3 7-4-16,1-7-13 0,-1 1-1 0,0 0-10 15,1 0-7-15,-1-3-7 0,-1 1-8 0,2 0-5 16,-2 0-3-16,0-2-2 0,1 0-9 0,-2-4 4 16,0 1-9-16,-1-2-9 0,2 0-3 0,-3-2 1 15,-1-2-6-15,1 2-5 0,0-2-4 0,-2-6-14 16,-1 12 3-16,1-12-2 0,-4 8-8 0,4-8-1 16,-6 6 2-16,0-2-13 0,6-4 6 0,-13 3 3 15,5-2-1-15,-3-1 3 0,2 0-1 0,-3-1 3 16,1 1 0-16,-1 1-2 0,-1-2 5 0,2 1 6 15,-2 0-2-15,0 1 5 0,2-1 8 0,-2 0 2 16,4 1 5-16,-3-1 6 0,4 1-2 0,8-1 7 16,-12 2-5-16,12-2 2 0,-9 0 3 0,9 0-4 15,-8 2 3-15,8-2-2 0,0 0 4 0,0 0 5 16,0 0-6-16,0 0 2 0,20 8 2 0,-11-10-7 16,5 2 0-16,6-1-4 0,-1-2-2 0,2 0-18 15,-1-1-20-15,1 2-27 0,0-1-26 0,0 2-30 16,-2-2-25-16,3 0-17 0,-2-2-12 0,-1 3-11 15,2-4-93-15,-3 0-283 0,1 1 126 0</inkml:trace>
  <inkml:trace contextRef="#ctx0" brushRef="#br0" timeOffset="-212542.36">7301 14437 89 0,'0'0'159'0,"6"-2"-10"0,-6 2 3 0,0 0-2 15,0 0 4-15,0 0-3 0,0 0-12 0,0 0-7 16,0 0-5-16,0 0-6 0,0 0-11 0,0 15-5 15,0-15-7-15,-1 9-9 0,1-9-6 0,0 10-8 16,0-10 0-16,0 10-6 0,2-4-8 0,1-2-2 16,2 1-4-16,0-1-5 0,-5-4-5 0,14 2-4 15,-2 0-1-15,-3-4-3 0,1-1 0 0,9-3-2 0,-2 1-5 16,-1-2-4-16,-3 3-1 0,2-5 0 16,-4 2 1-16,1 2-1 0,-3-2 6 0,-2 0 8 15,-3 1 4-15,-2 0-7 0,0-4-6 0,-2 10 2 16,-10-14-5-16,3 7-1 0,-5 0-5 0,3 1-4 15,-2-1-4-15,-2 3-3 0,0 0 1 0,-1 1-10 16,-1 3-7-16,0 0-19 0,2 3-18 0,-1 0-26 0,1 0-31 16,1 1-28-16,0 3-41 0,3-2-45 15,0 2-191-15,4 0-438 0,0-3 193 0</inkml:trace>
  <inkml:trace contextRef="#ctx0" brushRef="#br0" timeOffset="-212115.42">8144 14079 127 0,'4'-7'219'0,"-4"7"-9"0,0 0-4 0,0 0-11 0,-14 18-20 16,5-4-10-16,-2 9-9 0,-2 0-3 15,1 6-2-15,1 3-19 0,-1 0-4 0,3 1-13 0,0-1-9 16,3 3-6-16,2-1-3 0,4 2-10 0,1-1-5 16,3-2-6-16,0-1-6 0,6-2-8 0,1-4 6 15,1-2-20-15,2 1-1 0,1-3-7 16,2 1-1-16,1-5-5 0,3-1-8 0,-4-4-15 16,0-2-24-16,9 1-26 0,-7-2-41 0,-1-2-43 15,4-2-56-15,-2-1-64 0,-3 0-165 0,3-1-442 16,-7-4 195-16</inkml:trace>
  <inkml:trace contextRef="#ctx0" brushRef="#br0" timeOffset="-211626.78">8524 14471 7 0,'0'0'210'0,"5"-2"3"0,-5 2-7 0,0 0-10 0,0 0-13 16,0 0-11-16,5-3-5 0,-5 3-24 0,0 0-10 16,0 0-12-16,8-4-8 0,-8 4-9 0,10-4-7 15,-5 0-8-15,5 0-4 0,-2-1-9 0,3-3-26 16,-2 3-2-16,0-2-2 0,3 0-5 0,-3 2-4 15,2-3-4-15,-1 0 1 0,1-1-5 0,-4 0-4 16,5-4-2-16,-4 3 1 0,-2 1-4 0,0-1 3 16,-3-1-3-16,2 2 5 0,-5 1-6 0,0 1 6 15,0 7-3-15,-3-14-3 0,0 6-3 0,-1 1 1 16,-1 1-2-16,-2 3 1 0,-2-1-7 0,-1 2 3 16,0-1-3-16,0 3-1 0,-3 3 3 0,0-1-4 15,0 4-1-15,-2 4 0 0,0 0 10 0,-1 3-7 16,2 3-1-16,-1 3 8 0,5-4 1 0,-2 9 4 15,3-2 5-15,4 2 4 0,2 2-2 0,3-6 1 16,3-1-7-16,0-1 3 0,4-2-1 0,2 2 0 16,5-2-3-16,0-3 3 0,8 3-1 0,4-4-12 15,-1-1-7-15,5 0-12 0,-1-8-16 0,3 2-18 16,1-4-23-16,0-1-31 0,1-1-25 0,-4 0-37 16,2-3-45-16,-2 1-37 0,-9 0-166 0,-1-1-438 15,1 0 194-15</inkml:trace>
  <inkml:trace contextRef="#ctx0" brushRef="#br0" timeOffset="-210590.88">8695 13741 111 0,'-2'-7'181'0,"2"7"-5"0,0 0-5 0,-3-6-8 0,3 6-8 15,0 0-10-15,0 0-14 0,0 0-13 16,0 0-15-16,0 0-6 0,0 0-8 0,0 0 1 16,0 0 1-16,0 0-5 0,23 9-6 0,-15-1-3 15,1 2 1-15,3 4-2 0,0 2-3 0,2-1-8 0,-3 1-5 16,6 4-3-16,-2 2-2 0,-2-7-6 0,-3 2-6 15,1-2 0-15,1 1-6 0,-3-3-20 16,2 2-2-16,-4-1-2 0,5 0-3 0,-3-5 4 16,-3 1 4-16,2-2-7 0,-1 1-3 0,-3-4 1 15,1 1 0-15,-1-2 0 0,0 1-3 0,-4-5 1 16,9 6 3-16,-9-6 2 0,5 5 3 0,-5-5 16 0,5 4-11 16,-5-4 1-16,0 0-5 0,8-11 1 15,-6 7-1-15,2-8-5 0,1 2 0 0,-1-6 3 0,0 0-1 16,1 0-3-16,-1-3-1 0,0 1-2 15,0-6-1-15,1 1 1 0,0-6 0 0,-1 4-2 0,-1-2 0 16,0 1 2-16,-2 8-4 0,2 0 0 0,1 0 2 16,-3 1-1-16,2 1-2 0,-1 7 1 15,-2-1-1-15,1 3-1 0,-1 7-1 0,3-11 0 16,-2 6-1-16,-1 5-1 0,0 0-3 0,-1-12-6 16,1 12-15-16,0 0-4 0,0 0-5 0,0 0-1 0,0 0-4 15,0 0-13-15,0 0-20 0,0 0-11 0,0 0-21 16,0 0-26-16,6 26-21 0,-2-15-29 0,-1-2-182 15,-2 3-393-15,3-3 175 0</inkml:trace>
  <inkml:trace contextRef="#ctx0" brushRef="#br0" timeOffset="-209386.95">9172 13930 28 0,'0'0'164'15,"1"-9"-3"-15,-1 9-2 0,0 0 1 0,0 0-7 0,-1-10-7 16,1 10-9-16,0 0-9 0,0 0-11 16,0 0-11-16,0 0-13 0,2-7-4 0,-2 7-10 15,0 0 1-15,0 0-8 0,0 0-4 0,0 0-5 16,5 20 0-16,-3-10-6 0,-1 0 2 0,0 0-6 16,2 2-2-16,-2-1-9 0,0-1 3 0,-1 1-5 15,2 2 1-15,0-2-6 0,-2 1-4 0,0-2-1 16,3 1-7-16,-2 0 2 0,-1 0-5 0,1-1 1 15,0 1-1-15,2-1-5 0,-2-1 2 0,-1 0-4 16,0-2 2-16,0-7-3 0,2 15-4 0,-2-9 0 16,0-6-12-16,-3 12-14 0,0-6-7 0,3-6-20 15,-2 10-9-15,2-10-22 0,-5 7-19 0,5-7 0 0,-5 6-35 16,5-6-14-16,-5 3-22 0,5-3-20 16,0 0-100-16,0 0-308 0,0 0 137 0</inkml:trace>
  <inkml:trace contextRef="#ctx0" brushRef="#br0" timeOffset="-209089.49">9119 13930 22 0,'6'-7'127'0,"-6"7"14"0,11 0 2 0,-11 0-20 15,15 2 8-15,-2 0-8 0,4 2-5 0,-6-1-12 16,7 3-5-16,0 1-3 0,-3 1-5 0,1-1-3 15,-1 3-3-15,-1 0-12 0,-4-2-1 0,2 6-2 16,-3-3-8-16,-3 0-6 0,-1-1-1 0,0 5-6 16,-2 0-5-16,-3-2-4 0,-1-1-6 0,-2-2 3 15,-3 3-7-15,0-2 0 0,1-1-3 0,-3 0-4 16,0 0-1-16,-6 1-6 0,2-4-1 0,2 2 2 16,-1-2-2-16,-1 0-5 0,-1-2-3 0,1 1-10 15,1-2-10-15,2 1-15 0,-2-2-21 0,3 0-13 16,0-1-18-16,8-2-40 0,-11 2-27 0,6-1-32 15,5-1-105-15,0 0-305 0,-13-2 135 0</inkml:trace>
  <inkml:trace contextRef="#ctx0" brushRef="#br0" timeOffset="-208299.43">9549 13764 105 0,'0'0'153'0,"2"-8"6"16,-2 8-9-16,0 0-22 0,0 0-10 0,0 0-7 15,0 0-8-15,0 0-13 0,0 0 7 0,0 0 0 0,0 0-3 16,6 21-3-16,-6-4-5 0,-2 3 1 0,0 6-6 16,-2 3-11-16,-1 0-3 0,1 5-6 0,-5 1-2 15,3 0 0-15,-3 12-5 0,-1-3-9 0,0 2-4 16,1-12 0-16,-1 1 0 0,-1 0-4 16,-5 8-7-16,2-11 3 0,4 0 0 0,0-2-2 0,0 1-9 15,3-6-3-15,1-5-2 0,1 3-2 16,1-4-2-16,0-4 2 0,-1 2-6 0,2-6-6 0,2-2-6 15,-1 1-6-15,0-4-13 0,2-6-14 16,-1 13-12-16,1-13-10 0,-1 8 0 0,1-8-23 16,0 0-27-16,0 0-32 0,0 0-49 0,0 0-114 15,0 0-327-15,0 0 146 0</inkml:trace>
  <inkml:trace contextRef="#ctx0" brushRef="#br0" timeOffset="-207723.15">9570 14266 130 0,'0'0'202'16,"-1"-12"-13"-16,1 12-7 0,0 0-17 0,0 0-9 15,1-9-18-15,-1 9-14 0,0 0-11 0,0 0-12 16,0 0-5-16,0 0 0 0,0 0 3 0,0 0-4 16,15 4-8-16,-15-4-8 0,11 9-4 0,-5-5-2 0,2 2-7 15,0 1 2-15,-3-2-8 0,4 3-5 16,-3-2-7-16,2 2 0 0,-2-1-6 0,2 2-4 15,-2-1-2-15,2 0-4 0,0-1-1 0,-1 2-2 16,-2 0-4-16,2-2-5 0,-1 0-2 0,-1-1 9 16,2 1-10-16,-2-1-2 0,0-1-3 0,-1 0 1 0,0 1-2 15,0-2-2-15,-4-4-1 0,8 6 2 16,-5-2-2-16,-3-4 0 0,0 0 2 0,5 6 5 16,-5-6-6-16,0 0 3 0,0 0-6 0,0 0 1 15,12-11-1-15,-10 6-1 0,1-5 0 0,3 0 1 16,-2 0-3-16,0-3 5 0,3-5-2 0,-1 1-1 15,0 0-2-15,0-2 0 0,1 0 2 0,0-5 0 0,-1 5 2 16,-3 0-1-16,4 0-4 0,-4 3 5 16,1-2 0-16,-2 6-1 0,0 0 0 0,1 2 1 15,-1 0 0-15,0 2 2 0,0 3-1 0,-2 5-3 16,2-9 1-16,-2 9-4 0,2-9-4 0,-2 9-15 0,0 0-22 16,0 0-7-16,0 0-10 0,3-6-17 15,-3 6-20-15,0 0-11 0,0 0-36 0,6 17-24 16,-6-17-28-16,4 12-16 0,-3-4-130 0,2-1-365 15,-3-7 161-15</inkml:trace>
  <inkml:trace contextRef="#ctx0" brushRef="#br0" timeOffset="-207498.3">9992 14221 185 0,'0'0'175'15,"0"0"-3"-15,0 0-9 0,-5 3-12 0,5-3-12 0,0 0-9 16,0 0-2-16,0 0-9 0,19 0-11 16,-19 0-13-16,14-3-10 0,-2 1-6 0,1-1-7 15,1 2-4-15,-2-3-9 0,1 1-6 0,-1 2-17 16,-2-1-23-16,0-1-25 0,-1 2-24 0,-9 1-37 16,10-3-29-16,-10 3-21 0,8-3-10 0,-8 3-126 15,0 0-280-15,8-3 124 0</inkml:trace>
  <inkml:trace contextRef="#ctx0" brushRef="#br0" timeOffset="-207289.55">10106 14177 43 0,'0'0'173'0,"-4"9"-12"0,4-9 4 0,1 12 2 16,-1-12-4-16,2 16-6 0,-2-7-8 0,2 4 2 15,-2-1-9-15,0 6-1 0,3-4-15 0,-2 2-9 16,-1 1-10-16,1 0-11 0,1-2-4 0,-1 2-7 15,-1-6-3-15,1 6-13 0,2-5-9 0,-2 0-3 16,3 0-7-16,-4-1-20 0,1-1-22 0,0-1-26 16,1 1-35-16,0-3-31 0,-2 2-27 0,2-2-35 15,-2-7-43-15,-2 13-143 0,2-13-360 0,-6 11 160 16</inkml:trace>
  <inkml:trace contextRef="#ctx0" brushRef="#br0" timeOffset="-206800.8">10447 14547 72 0,'-9'-4'263'0,"9"4"-13"0,0 0-15 15,-6-3-17-15,6 3-21 0,0 0-19 0,0 0-15 16,0 0-17-16,0 0-13 0,0 0-14 0,0 0-11 16,18-9-7-16,-6 8-14 0,-1 1-8 0,3-3-5 15,4 2-11-15,-1-3-7 0,-2 3-3 0,2-1-7 16,-4 0-1-16,1 0-6 0,0-1-2 0,-1 2-1 15,0-1-7-15,-1 4-4 0,0-4-5 0,-2 1-24 16,-2 1-18-16,1 1-26 0,-9-1-39 0,10 0-35 16,-10 0-40-16,11-1-34 0,-11 1-177 0,6 4-402 15,-6-4 178-15</inkml:trace>
  <inkml:trace contextRef="#ctx0" brushRef="#br0" timeOffset="-206486.87">10778 14272 125 0,'0'0'249'0,"0"0"-11"0,0 0-9 16,-2-8-12-16,2 8-20 0,0 0-17 0,0 0-16 15,0 0-10-15,0 0-1 0,0 0-3 0,0 0-10 16,0 0-6-16,10 25-6 0,-8-16-5 0,2 2-12 15,-1 0 0-15,1 1-9 0,1 3-9 0,-3 1-6 16,2 1-8-16,-1-2-9 0,1 3-6 0,-3-1-8 16,1 1-1-16,1 6-8 0,-2 2-5 0,3-1-4 15,-3-7 1-15,-1-1-5 0,1 0-3 0,-2-2-8 16,2 2-5-16,-1-6-17 0,0 1-15 0,3-5-21 16,-3 3-23-16,1-3-32 0,1 0-41 0,-2-7-50 15,2 8-40-15,-2-8-34 0,4 8-195 0,-4-8-487 16,0 0 216-16</inkml:trace>
  <inkml:trace contextRef="#ctx0" brushRef="#br0" timeOffset="-206025.27">11094 14126 68 0,'0'0'226'15,"0"0"-4"-15,-4-9-6 0,4 9-10 0,0 0-10 0,0 0-12 16,0 0-10-16,0 0-9 0,0 0-5 15,0 0-19-15,0 0-10 0,0 0-7 0,0 0-9 16,0 0-5-16,0 0-6 0,0 0 7 0,19 3-11 16,-19-3 1-16,16 5-6 0,-9 0-4 0,3-2-5 15,2 1-3-15,-4 2-6 0,2-1-2 0,0 0-1 16,0 2 6-16,0 0 1 0,2 2 4 0,1 1-23 16,-2 2 3-16,1 1 4 0,0 1-13 0,-1 0 1 15,-2 2-7-15,2-1-5 0,2 9 0 0,0 0-7 16,-4-6-1-16,1 6-5 0,-1 1-2 0,1 2-4 0,-3-3-3 15,-2 6 0-15,-2-3 1 0,-1 3-16 16,-4-1-9-16,0-1-4 0,-2 0-20 0,-4 1-17 16,-3-3-19-16,-2 3-38 0,0-3-10 0,-7 0-36 15,-2 2-23-15,-2-4-40 0,-2 3-34 0,-11 5-60 16,-1 2-192-16,-4-6-536 0,10-7 238 0</inkml:trace>
  <inkml:trace contextRef="#ctx0" brushRef="#br0" timeOffset="-199877.09">6926 15191 25 0,'0'0'97'0,"-5"-8"-3"16,5 8-1-16,-1-6-1 0,1 6-1 0,0 0-6 15,-5-10-7-15,5 10 6 0,-3-6 0 0,3 6 0 16,0 0-9-16,0 0-1 0,-5-8-9 0,5 8 2 15,0 0-5-15,0 0-2 0,0-8-2 0,0 8-6 16,0 0-2-16,0 0-1 0,0 0-11 16,0 0-1-16,0 0-10 0,0 0-4 0,0 0-1 15,0 0-4-15,0 0 6 0,0 0-4 0,0 0 3 0,0 0-3 16,21 17 5-16,-18-10-5 0,4 0 2 0,-2 1-4 16,5 6 2-16,-3-5-4 0,-1 1 1 0,0 1 1 15,6 2-4-15,-5-2-2 0,2 4-3 0,2-2 1 16,-4-3 2-16,1-1-5 0,-2 0 1 0,3-1 0 15,-2 0-5-15,-2-3 0 0,-1 0 1 16,0 0-7-16,1-1 6 0,-5-4-4 0,7 7 0 0,-7-7 4 16,5 6-8-16,-5-6 4 0,4 6-1 0,-4-6 3 15,0 0-4-15,7 1 7 0,-7-1 1 0,0 0-1 16,0 0 8-16,0 0 8 0,0 0 6 16,0 0-1-16,9-7-2 0,-9 7-4 0,8-19-3 15,-2 9 0-15,0-4-1 0,2-3-1 0,2 0-4 0,-4-1 2 16,-1-2-1-16,1 3-5 0,-3-2 8 15,4 0-6-15,-2 0-3 0,-1 0 3 0,-1 0-3 0,1-1 3 16,3-4-8-16,-3 8 9 0,1 1-5 0,0 2-3 16,-3 2 0-16,0 0 0 0,0 4-3 0,-1 2-4 15,-1 5-15-15,3-9-2 0,-3 9-7 16,0 0 6-16,0 0-15 0,0 0-19 0,0 0-17 16,0 0-27-16,5 25-38 0,-5-14-21 0,0-1-111 15,-2 0-294-15,2 0 130 0</inkml:trace>
  <inkml:trace contextRef="#ctx0" brushRef="#br0" timeOffset="-199625.91">7380 15241 16 0,'0'0'125'16,"0"0"-5"-16,0 0 10 0,0 0-9 0,13 9-14 16,-5-9 0-16,5 2-14 0,-1 0-9 0,8-2-3 15,0-1-10-15,8-2-2 0,0 3-9 0,-5-3-8 16,-2 3-13-16,-1-3-21 0,0 0-26 0,-1 3-25 16,-7 0-18-16,1 0-22 0,-2-1-29 0,-1 1-69 15,-10 0-186-15,0 0 82 0</inkml:trace>
  <inkml:trace contextRef="#ctx0" brushRef="#br0" timeOffset="-199404.58">7601 15253 103 0,'-1'12'148'0,"1"-12"7"15,2 19-7-15,-2-7-2 0,0 7-6 0,2-4-1 16,-1 11-2-16,0-2-9 0,-1-6-11 0,0-1-11 15,-1 3-10-15,3-1-7 0,-2 2-5 0,2-1-12 16,0 0-4-16,-2 0-7 0,4-1-5 0,-4 0-14 16,1-1-22-16,1-2-13 0,-1 0-18 0,0 0-32 15,2-4-40-15,-2-4-31 0,2 3-39 0,-2-5-124 16,0 1-299-16,-1-7 133 0</inkml:trace>
  <inkml:trace contextRef="#ctx0" brushRef="#br0" timeOffset="-199246.07">7942 15391 33 0,'11'-1'27'0,"-11"1"-20"0,11-1-19 15,-11 1-12-15,0 0 6 0</inkml:trace>
  <inkml:trace contextRef="#ctx0" brushRef="#br0" timeOffset="-199105.9">7951 15481 18 0,'0'0'107'0,"-5"9"4"0,3-5 2 0,2-4-4 0,-4 9-9 16,2-3-8-16,2-6-13 0,-2 9-12 16,2-9-3-16,0 0-4 0,4 9-2 0,-4-9-10 15,9 3-22-15,-2-3-31 0,5 0-38 0,1-3-37 0,1 1-74 16,5-5-168-16,8-3 75 0</inkml:trace>
  <inkml:trace contextRef="#ctx0" brushRef="#br0" timeOffset="-198583.02">8627 15224 25 0,'14'1'170'0,"3"2"-2"0,1 4-18 16,-4-1-7-16,2 6-2 0,-4 0-11 0,-3 3-9 15,0 1-9-15,-4 1-12 0,-4-2-9 0,-2 6-5 0,-5-3-12 16,-2 6-2-16,-6-2-8 0,5-6-6 0,-4 0-5 16,0 0-1-16,-6 3-11 0,4-8-5 0,-3 0-3 15,1-1 0-15,1-2-3 0,4-2 0 0,0 2-5 16,0-5 2-16,-1 0 5 0,0 1 10 15,7-3 4-15,-7 1-4 0,6-2 3 0,7 0-6 16,-12-4-2-16,12 4 2 0,-6-5-2 0,1 1-8 0,5 4-1 16,-3-9-2-16,3 9-5 0,0 0-1 15,0 0-1-15,9-14-1 0,-7 10-3 0,-2 4 0 16,11-5 1-16,-5 5 0 0,-6 0-4 0,17 1 1 16,-7 1-2-16,-1 0-1 0,4 0 1 0,-3 2 0 15,4-1-2-15,-1-1 0 0,-2 4-2 0,3-3-14 16,-1 3-21-16,0-3-22 0,-2 1-27 0,2 0-38 0,1-1-36 15,-1-1-35-15,1 1-169 0,-5-2-384 16,1 0 171-16</inkml:trace>
  <inkml:trace contextRef="#ctx0" brushRef="#br0" timeOffset="-198229.11">9034 15247 90 0,'-3'-3'206'16,"3"3"0"-16,-4-7-11 0,4 7-12 0,0 0-13 16,-13 0-11-16,6 8-2 0,-2 5-7 0,-1 4-10 15,-2 6-9-15,-1 1-11 0,1 2-12 0,0-4-11 16,1 1-9-16,4-4 3 0,0 0-20 0,4-2-9 16,2 1-3-16,0-1-7 0,2-2-3 0,1-1 25 15,3-2-9-15,0-2-3 0,2-1-4 0,-2-1-9 16,3-1-5-16,2-3-3 0,-4 0 0 0,5-1-4 15,0-3-1-15,-1-2-6 0,2-1-2 0,-1 1-5 16,1-3-2-16,-2-1 2 0,1-2-1 0,-2 0-5 16,2-2-4-16,-4 1-1 0,-3-2 2 0,0 0-1 15,-4 0-5-15,0 0-2 0,-1 1 4 0,-2 0-4 16,-1 2-6-16,-2 1-6 0,0 0-9 0,-2 3-11 16,1 3-12-16,-4 0-13 0,1 3-17 0,-2 1-25 15,-2 2-27-15,3 1-32 0,-2-1-44 0,-1 5-45 16,1 1-148-16,0-2-421 0,4-1 187 0</inkml:trace>
  <inkml:trace contextRef="#ctx0" brushRef="#br0" timeOffset="-197626.97">9298 15413 90 0,'0'0'225'0,"0"0"-20"0,7 12-11 0,-5-6-13 16,0 2-15-16,-4 1-13 0,2-9-10 0,0 18-17 0,0-8-7 15,2 0-7-15,-2-3-10 0,1 2-8 0,-1-9-6 16,-1 14-6-16,1-9-9 0,0-5 1 0,2 9 1 16,-2-9 5-16,0 0 13 0,0 7 9 0,0-7 6 15,0 0-9-15,0 0-6 0,0 0-11 16,0 0-3-16,0 0-12 0,0 0-1 0,0 0-2 15,-2-29-6-15,3 20-8 0,0-1-6 0,0-2-3 0,-1 1-8 16,3-2 2-16,-3 1-6 0,4-4-3 0,-1-1-2 16,1-2 2-16,-1 2-10 0,2 7 0 0,-2-2-2 15,2 3 0-15,1 1 3 0,-1 3-8 0,-1 1-4 16,5 0-3-16,0 2 3 0,2 4-2 16,0 2-2-16,0 1 2 0,-2 3 0 0,0 2-5 15,3 2 0-15,-2 1 6 0,-3 1-2 0,0-2-1 0,2 1-2 16,-4-2-2-16,-1 1 3 0,0-2-3 0,-1 0 6 15,0-3-5-15,1-1 2 0,-2-1 2 0,-2-5 0 16,3 11 3-16,-3-11 1 0,0 0 0 16,0 5-2-16,0-5-2 0,0 0 5 0,0 0-5 15,0 0-5-15,0 0-2 0,0 0 11 0,-9-20-10 16,9 20-6-16,0-15-3 0,-1 5 2 0,2-3-6 16,0 1-3-16,2 1 1 0,2-5-4 0,1 5 2 15,1 1 3-15,-1-3 4 0,2 5-3 0,-1 0 1 16,1 4 4-16,-2 2-3 0,2-2 2 0,-8 4 1 15,15 3 2-15,-4 2-2 0,-2 1 4 0,-1 3-2 16,0 0 8-16,-1 1-6 0,0 0 6 0,2 1 1 16,-4 2-2-16,0-2-2 0,-1-1 4 0,0 2 1 15,0 0-3-15,1-1-12 0,0-2-18 0,-4-1-20 0,2 1-25 16,-3 0-17-16,1-2-40 0,2 1-36 16,-3-8-34-16,2 9-38 0,-2-9-156 0,0 8-432 15,0-8 191-15</inkml:trace>
  <inkml:trace contextRef="#ctx0" brushRef="#br0" timeOffset="-197280.7">9776 15329 120 0,'3'-5'218'0,"-3"-1"7"16,0 6 3-16,0-13-13 0,0 13-14 0,0 0-17 16,0-10-21-16,0 10-11 0,0 0 1 0,0 0 0 15,0 0 1-15,14 17-4 0,-9-7-8 0,3 5-13 16,0 2-4-16,-1 1-21 0,-1 1 5 0,2-2-11 15,0 1-12-15,-2 0-10 0,-1 0-11 0,3-1-1 16,-2-1-5-16,1-2-8 0,-2-3 1 0,-1 2-7 16,-1-5-21-16,3 2 8 0,-5-3-2 0,3-3 3 15,-2 1-7-15,-2-5 1 0,5 8 3 0,-5-8-11 16,0 0 10-16,0 0 7 0,0 0-11 0,0 0-3 16,9-14 1-16,-5 7-6 0,0-4-1 0,-1-1-5 15,2-4 7-15,1-4-26 0,2-5 19 0,-5 6 0 16,3-8 0-16,1 1 2 0,2 0-11 15,-1 2-14-15,0-2 0 0,-1 8 1 0,1 0-3 0,1 1-3 16,-1 1-9-16,-6 7-12 0,3-1-19 0,0 4-29 16,-5 6-25-16,4-9-34 0,-4 9-17 0,0 0-26 15,0 0-24-15,0 0-30 0,0 0-199 0,0 0-478 16,0 0 211-16</inkml:trace>
  <inkml:trace contextRef="#ctx0" brushRef="#br0" timeOffset="-196342.09">7995 15415 50 0,'0'0'126'0,"-4"-6"-5"0,4 6-9 0,0 0-6 15,0 0-8-15,0 0-3 0,0 0-3 0,0 0 5 16,-3-8-6-16,3 8-2 0,0 0-4 0,0 0-6 0,0 0-6 16,0 0-6-16,0 0-10 0,0 0 1 15,-6-6-9-15,6 6 2 0,0 0-2 0,0 0-2 16,0 0-6-16,0 0-3 0,0 0-6 0,0 0-2 0,-10 0-2 16,10 0-4-16,0 0-2 0,0 0-4 15,0 0 0-15,0 0-5 0,0 0 2 0,-13 6 6 16,13-6 0-16,0 0 8 0,-8 1-4 0,8-1 0 15,0 0-3-15,-6 3 12 0,6-3-2 0,0 0 3 16,-7 4 2-16,7-4 1 0,0 0-8 0,0 0 1 16,-7 2-1-16,7-2 4 0,0 0-5 0,0 0-1 15,0 0-2-15,0 0 0 0,0 0-5 0,0 0 2 16,0 0-4-16,0 0-2 0,0 0-3 0,0 0 2 16,0 0-4-16,0 0 0 0,0 0-2 0,0 0-1 15,29-10 2-15,-13 7-3 0,1-3 0 0,3 3-2 0,-1-1-1 16,-1 2 0-16,-3 0 2 0,-3 0 0 15,3-1-4-15,-4 2 2 0,2 1-3 0,-1 0 1 16,-5-3 0-16,5 4 3 0,-6-2-3 0,-6 1 0 16,12-2-1-16,-12 2 2 0,11 0 3 0,-11 0 4 15,10 0 7-15,-10 0 3 0,0 0 1 0,0 0 1 16,0 0 1-16,0 0-1 0,9 0 3 0,-9 0-5 16,0 0-5-16,0 0 0 0,0 0-2 0,0 0-11 15,0 0-16-15,0 0-22 0,0 0-22 0,0 0-30 16,0 0-35-16,-34 2-34 0,34-2-42 0,-7 1-194 15,7-1-422-15,0 0 186 0</inkml:trace>
  <inkml:trace contextRef="#ctx0" brushRef="#br0" timeOffset="-195289.01">4864 15803 97 0,'0'0'145'0,"-3"-6"-18"16,3 6-11-16,0 0-7 0,0 0-2 0,0 0 6 15,6 20-3-15,-3-10-1 0,0 3-12 16,-1 5-1-16,-1-1-9 0,-1 1-3 0,2 1-6 15,-4 0 0-15,2 1-8 0,-1 4-4 0,0-6-4 0,0-2-6 16,-1 2 0-16,1-5-8 0,-2 3-2 0,1-3 1 16,-2-1-2-16,0-1-10 0,2-1 1 0,0-5-5 15,2-5 0-15,-5 12-7 0,4-7 1 16,1-5-3-16,-2 7 0 0,2-7-5 0,-2 7 4 16,2-7-5-16,0 0 2 0,-2 6-5 0,2-6 7 15,0 0 0-15,0 0 2 0,0 0 2 0,0 0 0 16,0 0-4-16,0 0-1 0,0 0-2 0,0 0-4 15,0 0 0-15,4-23 0 0,-3 15-5 0,1-2 2 16,2 5-6-16,0-1 3 0,0-3-4 0,3 1 3 16,2 3-5-16,3-1-1 0,-2 3 3 0,2-2-5 15,2 3 1-15,-1 1 2 0,4-2-1 0,-4 3 1 16,5 0-1-16,0 1-2 0,2 1 2 0,1-2 2 16,-1 1 0-16,3 3 2 0,4-1-4 0,-5-1 2 0,6-4 2 15,-8 0-2-15,3 0-1 0,-2-1 0 16,-2 0-1-16,-1-1 3 0,1 0 1 0,-5-2 0 15,3-2-3-15,-6 1 1 0,-2 3 3 0,0-1-3 16,0 0 1-16,-1-1 3 0,-3-1 0 0,0 1 0 16,-1 0-4-16,-3-6-2 0,0 4 1 0,-2-1 0 15,0-1 3-15,1 10-6 0,-7-15 3 0,1 7-3 16,0 2 2-16,0 0-4 0,-4 0 0 0,1 2 1 16,0 1 7-16,-2 1-9 0,2 2 2 0,-1 1-5 15,-2 3 5-15,3-1-7 0,0 4 6 0,0-1-4 16,1 4 5-16,2-1-2 0,0 4 0 0,2-2 1 15,3 1-2-15,-1-1 3 0,5 5 2 0,1-2-1 16,0-3 0-16,5 4-9 0,1-7-15 0,-2 1-14 16,6 3-11-16,2-5-34 0,0 3-29 0,1-5-29 15,3 0-33-15,-2-4-148 0,-4 0-351 0,-2-3 155 16</inkml:trace>
  <inkml:trace contextRef="#ctx0" brushRef="#br0" timeOffset="-195047.3">5540 15792 134 0,'-4'-4'188'0,"4"4"-12"0,-4-8-20 0,4 8-19 16,0 0-16-16,0 0 1 0,0 0 9 0,0 0-1 16,-1 23-4-16,2-4-11 0,0-3-10 0,0 11-6 15,2-2-7-15,0 0-10 0,-1-5-12 0,1 6-2 16,-1-1-8-16,1-6-4 0,1 0-6 15,-3 1-6-15,2-1-14 0,0 4-22 0,-1-7-19 16,-1-5-20-16,0 1-30 0,-1-1-22 0,1 0-27 16,1-4-19-16,-2-7-21 0,0 11-10 0,0-11-102 0,-3 8-282 15,3-8 125-15</inkml:trace>
  <inkml:trace contextRef="#ctx0" brushRef="#br0" timeOffset="-194823.25">5407 15970 23 0,'0'0'134'0,"0"0"-16"0,20-7 0 15,-7 6-9-15,-3 0 2 0,4-2-6 0,0 3-1 16,-1-2-6-16,1 0-2 0,-2 2-3 0,2-1-3 16,-3-2-3-16,0 2-8 0,0 0-16 0,-1 0 1 15,-1-3-9-15,3 2-2 0,-6 0-6 0,-6 2-5 16,14-1-11-16,-6 0-6 0,-8 1-19 0,0 0-21 15,11-3-24-15,-11 3-13 0,0 0-56 0,9 0-36 16,-9 0-89-16,5-3-251 0,-5 3 112 0</inkml:trace>
  <inkml:trace contextRef="#ctx0" brushRef="#br0" timeOffset="-191922.76">6524 15971 11 0,'0'0'88'0,"1"-6"-3"0,-1 6-10 0,0 0-8 16,0 0-2-16,0 0-9 0,3-7-5 16,-3 7-1-16,0 0-4 0,0 0-1 0,0 0-6 15,0 0-2-15,0 0-9 0,0 0 16 0,0 0-20 16,0 0 0-16,0 0-2 0,0 0-2 0,0 0 0 0,0 0 0 16,0 0-2-16,0 0 6 0,0 0-7 0,0 0 0 15,0 0-13-15,0 0 6 0,0 0 10 0,0 0-2 16,0 0-14-16,0 0 5 0,0 0 3 15,0 0-10-15,0 0 7 0,0 0-4 0,0 0-5 16,0 0 4-16,0 0 1 0,0 0 0 0,0 0-3 16,0 0 1-16,0 0 3 0,0 0 0 0,0 0-4 0,0 0 7 15,0 0-13-15,0 0 7 0,0 0 2 16,0 0 0-16,0 0 15 0,0 0-7 0,0 0 8 16,0 0-6-16,0 0 6 0,0 0 9 0,0 0-8 15,0 0-2-15,0 0 3 0,0 0-2 0,0 0-1 16,0 0-13-16,0 0 7 0,0 0 1 0,0 0 0 15,0 0-2-15,0 0-5 0,0 0 8 0,0 0-7 0,0 0-1 16,0 0 6-16,0 0 4 0,0 0 0 0,-13-4-6 16,13 4 6-16,0 0-5 0,0 0 0 15,0 0-1-15,0 0 1 0,0 0 1 0,-5-6 3 16,5 6 3-16,0 0 4 0,0 0 1 0,0 0-1 16,-4-5 21-16,4 5-3 0,0 0-3 0,0 0-2 15,-5-8 2-15,5 8-3 0,0 0-1 0,-4-4 1 16,4 4-2-16,0 0 4 0,-4-6-3 0,4 6-1 15,0 0-1-15,0 0 2 0,0 0-2 0,-4-7 3 16,4 7-4-16,0 0 1 0,0 0-6 0,0 0-1 16,0 0-1-16,0 0-3 0,0 0-3 0,-4-5-5 15,4 5-2-15,0 0-1 0,0 0-2 0,0 0-7 16,0 0 3-16,0 0-1 0,0 0 1 0,0 0-2 16,0 0 1-16,0 0 0 0,0 0-1 0,11 22 0 15,-9-17-5-15,1 0 5 0,-1 1-1 0,1 1 3 16,-1 0-5-16,1-1 5 0,1 2-4 0,1-1 2 15,0 2-4-15,-1 0 4 0,2 2-2 0,-2 1 6 16,4-2-4-16,-2-2-2 0,0 1 4 0,1 1-7 16,-1-1 4-16,2 1-1 0,0 0 2 0,-5-1 3 15,4-3-4-15,-3 4 0 0,2-1-1 0,-1 2 1 16,2-5-1-16,0 3 0 0,-2-1 0 0,-1-3-1 16,4 4 0-16,-4-5 0 0,1 0 0 0,-1 2 1 15,-4-6 1-15,6 8 1 0,-2-4 3 0,-4-4-4 16,6 6-1-16,-6-6-2 0,5 5 3 0,-5-5-1 15,4 6 1-15,-4-6 1 0,0 0-5 0,0 0 4 16,4 4 0-16,-4-4 0 0,0 0 0 0,4 4 4 16,-4-4-2-16,0 0 1 0,0 0-2 0,0 0 2 15,0 0-2-15,0 0 2 0,0 0-3 0,0 0 2 16,0 0 1-16,0 0-1 0,0 0-2 0,0 0 4 16,0 0-3-16,-5-27 1 0,3 22-3 0,1-6 2 15,1 3 0-15,0-2-2 0,0-1-1 0,0 0 2 16,0-5-2-16,1 1 0 0,1-1 2 0,-1 4-2 15,2-6 2-15,-1-1-3 0,1-6-1 16,-1 7 3-16,3 0-3 0,0 0 0 0,1 1 3 0,-4 0 5 16,2 4-8-16,-1-3 0 0,-1 1 2 0,-1 2 0 15,2 2 1-15,-3 1-2 0,1-1 4 16,2 6-3-16,-2-5-1 0,-1 10 4 0,2-12-1 16,-2 6 4-16,0 6-7 0,4-8 6 0,-4 8-4 0,0 0 1 15,2-6-1-15,-2 6 4 0,0 0-6 16,0 0-4-16,1-8 2 0,-1 8-4 0,0 0 0 0,0 0-9 15,0 0-1-15,0 0-5 0,0 0-2 0,0 0-14 16,0 0-18-16,0 0-27 0,0 0-27 0,0 0-32 16,0 0-24-16,5 18-35 0,-5-18-109 0,3 7-336 15,-3-7 150-15</inkml:trace>
  <inkml:trace contextRef="#ctx0" brushRef="#br0" timeOffset="-190970.97">6928 16133 121 0,'0'0'181'16,"0"0"-8"-16,-3-7-13 0,3 7-7 0,0 0-18 0,0 0-1 15,0 0-26-15,0 0-9 0,0 0-15 0,0 0-2 16,0 0 2-16,0 0-4 0,0 0-4 0,4 27 3 15,-2-17-2-15,2 8-1 0,-1 0-4 16,-1 2-7-16,2-2-6 0,1-1-3 0,-1 9-4 16,0-9-29-16,0-2-2 0,-2 3-2 0,4-3 1 15,-5-2-3-15,1-1 1 0,1 1-8 0,2-3 4 16,-4 0-3-16,2 2 0 0,1-3-1 0,-3 1 1 0,0-4-9 16,0 1-11-16,1-1-19 0,-2-6-20 0,2 9-11 15,-2-9-12-15,0 0-15 0,0 0-23 16,2 8-35-16,-2-8-21 0,0 0-114 0,0 0-303 15,0 0 134-15</inkml:trace>
  <inkml:trace contextRef="#ctx0" brushRef="#br0" timeOffset="-190697.25">6897 16154 85 0,'10'-3'114'0,"3"2"7"0,1-1-3 0,5 2-2 0,0 0-7 15,4 3-1-15,4 4-9 0,-5-2-8 0,-2 1-7 16,1 0 0-16,-3 2-8 0,0 3-2 0,-2 0-7 16,-2 3-7-16,0-2 1 0,-4 1-15 0,0 1 9 15,-2 1-10-15,-4 2-4 0,0 2-4 0,-3-3 2 16,-1-1-7-16,0-2 0 0,-2 1 1 0,-2 2-8 16,-2 0 5-16,1-6-9 0,-1 2 1 0,-1 1 2 15,-2 0-8-15,-3 1 9 0,3-5-13 0,0 0 4 16,-3-2-2-16,-3 2-6 0,2-3-13 15,0 2-23-15,-1-2-20 0,1-1-31 0,2 0-20 16,-1-1-43-16,0-2-132 0,1-1-295 0,11-1 131 0</inkml:trace>
  <inkml:trace contextRef="#ctx0" brushRef="#br0" timeOffset="-190482.63">7401 16266 7 0,'15'-2'116'0,"-15"2"1"0,18 0-23 16,-18 0-25-16,21 3-33 0,-21-3-21 0,18 3-16 15,-10-3-22-15,-8 0-18 0,17 0-25 16,-17 0-70-16,0 0 32 0</inkml:trace>
  <inkml:trace contextRef="#ctx0" brushRef="#br0" timeOffset="-190311.02">7403 16403 143 0,'0'0'151'15,"-5"6"-3"-15,5-6-4 0,0 0-10 0,0 0-6 16,0 0-5-16,0 0-10 0,0 0-12 0,23 7-12 15,-10-10-4-15,-13 3-16 0,29-8-28 0,-11 5-33 16,-1-2-43-16,3 0-40 0,-2-1-56 0,0 3-75 16,0-4-224-16,0 1 100 0</inkml:trace>
  <inkml:trace contextRef="#ctx0" brushRef="#br0" timeOffset="-189838.65">8244 16021 21 0,'0'0'210'0,"0"0"-11"16,0 0-19-16,2-8-15 0,-2 8-3 15,0 0-7-15,0 0 0 0,0 0 0 0,0 0-11 16,11 26-9-16,-9-18-7 0,0 8 4 0,1 0-12 16,0 1-10-16,4 2-12 0,-3-3-12 0,0 3 0 15,-1-2-5-15,1 2-2 0,-3-3-10 0,-1 2-3 16,0-4-9-16,1 3-4 0,2-6-2 0,-2 4-9 16,-1-2-5-16,0-1 6 0,0-2-15 0,0 1-5 15,0 0-13-15,1 2-15 0,-1-4-30 0,-1 0-24 16,1 1-33-16,-2-1-34 0,0-1-35 0,2-8-40 15,-4 10-200-15,3-3-433 0,1-7 192 0</inkml:trace>
  <inkml:trace contextRef="#ctx0" brushRef="#br0" timeOffset="-189468.92">8496 16188 78 0,'0'0'211'0,"0"0"-10"16,0 0-2-16,0 0-16 0,0 0-13 0,0 0-13 16,-21 11-9-16,19-5-14 0,0 1-11 0,2-7-10 15,-1 19-4-15,1-9-11 0,-2 2-12 16,3-3-7-16,1 2-12 0,2-4-2 0,0 3-9 16,4-2-3-16,-2-1-3 0,3 0-4 0,0-1-6 0,2-2-1 15,0 0-6-15,-1-2-1 0,1 0-6 0,1-1-1 16,-3-1-5-16,2-1 4 0,0-1-1 0,-2-1-6 15,3-1 0-15,-3-2 2 0,-2 3-3 16,3-5 0-16,-4-1-1 0,-1 1 1 0,-2 1-3 16,1-3 7-16,-3 2-5 0,-1-3 1 0,-1 1 1 15,-2 0-2-15,-2 0-1 0,0 0 3 0,-1 1-4 0,-2 0-5 16,2 2 2-16,-3-2-2 0,-2 5-1 16,0-2 1-16,2 1-12 0,-1 3-10 0,10 2-18 0,-17-3-12 15,17 3-20-15,-18 2-16 0,18-2-39 0,0 0-32 16,-19 3-32-16,19-3-40 0,-9 5-123 15,9-5-373-15,0 0 165 0</inkml:trace>
  <inkml:trace contextRef="#ctx0" brushRef="#br0" timeOffset="-189159.58">8818 16186 134 0,'0'4'195'0,"0"-4"-5"15,-4 15-3-15,3-8-13 0,-2 1-13 0,-1-1-17 16,3 0-13-16,1-7-9 0,0 11-9 0,3-2-9 16,-1-2-6-16,1-1-7 0,2-2-9 0,1 0-6 15,2 0-8-15,1 0-4 0,1-2-4 0,1-3-5 16,2 0-7-16,0-5-2 0,2 2 3 0,6-1-6 16,-4-1 2-16,-1-2-4 0,-3 1-2 0,1-2 3 15,-4 0-1-15,-2 0 2 0,-1 1 1 16,0-3-4-16,-3 0-1 0,-3 0-7 0,-1 1-4 0,-4-6-2 15,-1 6-5-15,-4 1-10 0,-1-3-11 0,-2 5-5 16,0 1-12-16,-1 2-9 0,-4 1-13 0,4 0-14 16,-1 2-26-16,2 1-12 0,-8 2-46 15,9 1-29-15,-1-1-42 0,1 4-143 0,-1 0-381 16,3 1 168-16</inkml:trace>
  <inkml:trace contextRef="#ctx0" brushRef="#br0" timeOffset="-188596.95">9158 16244 124 0,'6'7'191'0,"-6"-7"-8"0,0 0-6 0,0 0-5 15,5 7-11-15,-5-7-9 0,0 0-4 0,0 0-4 16,0 0 0-16,0 0 2 0,0 0-2 0,1 9 3 15,-1-9-7-15,0 0 9 0,0 0-14 0,0 0-12 16,0 0-10-16,0 0-8 0,0 0-8 0,0 0 6 16,0 0-19-16,0 0-8 0,-11-33-8 0,11 33-5 15,-1-15-6-15,2 3-6 0,3 2-6 0,-4-1-3 16,2 0-4-16,2-2-5 0,1 3-7 0,2-1-4 16,-1 1-3-16,3 1-11 0,0 2 9 0,0-1 0 15,0 3-3-15,4 1-4 0,-4 2 1 0,-9 2-5 16,23 3-1-16,-13 0-7 0,4 0 5 0,-4 3 0 15,3 5-9-15,-2-4 12 0,-2 2-1 0,-1 0-1 16,1 1 1-16,-1-2-1 0,-3 0-3 0,-1 2 2 16,1-3 0-16,-3 1-5 0,2-1 0 0,-4-7 5 15,4 7 3-15,-3-1 0 0,-1-6-3 0,0 0 3 16,0 0 1-16,0 0-4 0,0 0-5 16,0 0 4-16,0 0-10 0,0 0 0 0,0 0-3 0,0 0-8 15,0 0 4-15,0 0 1 0,-22-20-7 0,21 11-2 16,1 9 4-16,3-20 1 0,2 10-1 0,-3-1-11 15,1-1 7-15,5 2 0 0,-3 1 4 0,0-1 3 16,1 2-1-16,3-1-4 0,-3 5 7 0,-6 4 1 16,16-5-1-16,-8 4-1 0,-8 1 4 0,17 3 1 15,-8 2 1-15,0 1 2 0,0 2 2 16,-2 1-3-16,-1 1 1 0,2-1 4 0,-3 0-1 16,1 6 1-16,-1-3 1 0,-1-1-2 0,1 1-22 0,-3-4-29 15,1 4-15-15,0-2-24 0,-1 0-33 0,-2-1-48 16,0-9-45-16,2 13-206 0,-2-13-460 0,-2 11 205 15</inkml:trace>
  <inkml:trace contextRef="#ctx0" brushRef="#br0" timeOffset="-188141.35">9645 16058 66 0,'0'-13'232'15,"0"13"-5"-15,0 0-5 0,0 0-4 0,0 0-7 16,0 0-11-16,0 0-8 0,24 16-9 0,-18-8-2 16,1 2-16-16,-1-1-8 0,2 5-18 0,-1 0-4 15,0 1-24-15,2 1 9 0,-2-2-9 16,-2-3-7-16,3 3-12 0,-3-2-13 0,4 2-6 0,-4-4-6 16,0 2-5-16,1-3-24 0,-3-1 13 0,1-2-8 15,3 1-12-15,-4-1 5 0,1 0-2 16,1-1-6-16,1 0 1 0,-6-5 0 0,6 7 0 0,0-5-8 15,-6-2 3-15,5 6 0 0,-5-6-5 0,0 0 0 16,9 0-5-16,-9 0 1 0,0 0 5 0,0 0-17 16,9-18 9-16,-9 18-1 0,5-16 4 0,-2 5-2 15,-2 0-3-15,0-4-17 0,1 0 18 0,-1-3-5 16,0 0 2-16,1 0-2 0,0-2 5 0,1 1-7 16,3-5-1-16,-3 6 2 0,-1-1 1 0,2-1-2 15,1 1-1-15,3 3 2 0,-7 4 2 0,2 2-3 16,1-1 2-16,-4 11 12 0,2-12 5 0,-2 12-18 15,3-10 7-15,-3 10-4 0,0 0-13 0,1-11 9 16,-1 11-1-16,0 0 6 0,0 0-5 0,0 0-1 16,0 0 1-16,0 0-11 0,0 0-21 0,0 0-22 15,0 0-20-15,0 0-28 0,0 0-32 16,0 0-43-16,0 0-56 0,0 33-59 0,0-33-214 0,0 0-545 16,0 0 241-16</inkml:trace>
  <inkml:trace contextRef="#ctx0" brushRef="#br0" timeOffset="-187556.69">10465 16064 151 0,'0'0'192'0,"-10"-1"-9"0,10 1-5 0,0 0-8 0,-10 0-10 15,10 0-5-15,0 0-9 0,0 0-10 0,-9 1-8 16,9-1-13-16,0 0-6 0,0 0-8 0,0 0-5 16,0 0-2-16,0 0-1 0,0 0-5 0,0 0-7 15,0 0-5-15,24 3-3 0,-14-3-9 0,3-1-2 16,5-3-11-16,1 3-1 0,-2-2-8 15,2 1-8-15,-5-1-19 0,0 2-19 0,-3-1-31 16,0 0-30-16,0 1-38 0,-11 1-46 0,13-3-32 0,-7 3-31 16,-6 0-137-16,0 0-379 0,0 0 168 0</inkml:trace>
  <inkml:trace contextRef="#ctx0" brushRef="#br0" timeOffset="-187338.97">10428 16220 123 0,'0'0'209'0,"0"0"-2"0,5 11-14 0,-5-11-5 16,14 1-10-16,-2 1-14 0,0-2-13 16,1 0-10-16,5-2-16 0,2 4-9 0,-3-4-10 15,1 2-16-15,0 0-17 0,0-1-35 0,-5 0-28 16,1 0-34-16,-1-1-41 0,-1 1-44 0,0 1-39 15,-2-1-147-15,-1 1-319 0,-9 0 142 0</inkml:trace>
  <inkml:trace contextRef="#ctx0" brushRef="#br0" timeOffset="-184117.48">11131 15937 15 0,'0'-9'187'0,"0"9"-7"0,0 0-7 16,0 0-2-16,-4-8-13 0,4 8-6 0,0 0-14 16,0 0-12-16,0 0-10 0,0 0-8 0,-9 0-3 15,9 0-4-15,0 0-5 0,-13 15-5 0,7-5-3 16,0-1-10-16,-1 7-8 0,3-6-5 0,0 0-3 15,2 2-7-15,-6 4-3 0,6-5-5 0,2 1-5 16,-1 0-2-16,2-1-7 0,0 0 0 0,2 0-3 16,3-3-4-16,-4 0 0 0,5 1-4 0,1-1 0 15,-1-1 25-15,2 0-3 0,0-2-11 0,1-2 5 16,3-1-6-16,-4-1-1 0,3 0-2 0,0-3-4 16,0 0 0-16,2-1-5 0,-1 0-2 0,-3-3 2 15,1-1-3-15,0 1 0 0,-4-2-2 0,1 0-6 16,-3 0 2-16,1-1 2 0,-4-1-1 0,2 1-4 15,-4-3-2-15,0 1 1 0,-3-1-2 0,0 1 3 16,-4-3-5-16,2 3 0 0,-3 1-4 0,-3-3-4 16,-1 0 1-16,-1 6 2 0,4-2-8 0,-7 0-1 15,5 3-1-15,-2 1-2 0,1 2-8 0,-1 1-7 16,2 1-7-16,-1 1-10 0,1 3-9 0,-2 1-10 16,4 1-20-16,-3 2-19 0,1-1-34 0,2 3-28 15,0-1-42-15,-1 3-158 0,2-2-395 0,2 3 175 16</inkml:trace>
  <inkml:trace contextRef="#ctx0" brushRef="#br0" timeOffset="-183902.26">11426 16041 206 0,'0'0'252'0,"0"0"-7"15,0 0-6-15,0 0-17 0,7-3-20 0,-7 3-20 0,0 0-21 16,0 0-15-16,0 0-25 0,0 0-18 0,0 0-20 16,0 0-23-16,0 0-30 0,0 0-32 0,0 0-39 15,0 0-45-15,7 14-41 0,-7-14-48 16,4 5-129-16,-4-5-329 0,0 0 146 0</inkml:trace>
  <inkml:trace contextRef="#ctx0" brushRef="#br0" timeOffset="-183638.97">11601 15865 243 0,'-2'-11'263'0,"2"11"-4"0,-2-4-12 0,2 4-14 16,0 0-18-16,0 0-22 0,0 0-28 0,-3-9 2 15,3 9 4-15,0 0-7 0,0 0-13 0,0 0 2 16,6 30-11-16,-5-20-14 0,4 6-7 0,-5-5-15 15,4 5-10-15,0 0-12 0,1 1-3 0,-2-4-10 16,3 2-2-16,-1 0-9 0,-1 0-7 0,0 1-4 16,1 0-3-16,-2-4-15 0,0 0-22 0,5 0-12 15,-7-1-39-15,3 0-30 0,0-1-34 0,0-1-29 16,-2 1-45-16,0-3-42 0,0 2-51 0,-2-2-184 16,0-7-493-16,3 12 218 0</inkml:trace>
  <inkml:trace contextRef="#ctx0" brushRef="#br0" timeOffset="-183239.02">11844 15870 19 0,'0'0'231'0,"1"-7"-11"0,-1 7-15 0,0 0-18 15,0 0 4-15,0 0 4 0,0 0-10 16,14 9-6-16,-7-2-14 0,-2 0-3 0,2 3-18 0,0 0-10 15,1 4-4-15,-1 0-8 0,1 2-12 0,-2-1-8 16,1-5-10-16,3 4-10 0,-4-5-8 0,2 1-8 16,-4 0-2-16,0 0-17 0,3 0 9 0,-3-3-10 15,2 4-4-15,0-5-3 0,-1-1-2 0,-1 3-3 16,1-2-4-16,-1-3 0 0,1 2-4 16,-2-1-7-16,-3-4 2 0,8 5 1 0,-8-5 1 15,0 0-4-15,9-3 2 0,-9 3 0 0,12-9-6 0,-6-1 5 16,-2 0-1-16,1-2 0 0,-1 2-2 0,2-6 3 15,0 0-6-15,-2-2-2 0,1-1 0 16,-1-2 1-16,-1 2 2 0,0 0-13 0,0 1 17 16,-3-1 4-16,2 0-3 0,1 3-5 0,-3-1 1 15,-3 7-16-15,3-2 19 0,0 7-4 0,0 5 1 16,0-14-6-16,0 14-8 0,-2-9-12 0,2 9-30 16,0 0-25-16,-2-6-30 0,2 6-35 0,0 0-36 0,0 0-39 15,0 0-48-15,0 0-241 0,0 0-535 0,-16 17 237 16</inkml:trace>
  <inkml:trace contextRef="#ctx0" brushRef="#br0" timeOffset="-181799.22">12571 15766 11 0,'0'0'155'0,"0"0"-16"0,0 0-4 16,0 0-9-16,0 0-11 0,-11-2-6 0,11 2-4 16,0 0-4-16,0 0-10 0,0 0 7 0,0 0-16 15,0 0-4-15,0 0-2 0,0 0-2 0,0 0-4 16,0 0-1-16,0 0-1 0,0 0 2 0,0 0-7 15,0 0 5-15,0 0 0 0,0 0-4 0,0 0-2 16,0 0-3-16,0 0 0 0,0 0-8 0,0 0 0 16,0 0-11-16,0 0 3 0,0 0 3 0,0 0 2 15,0 0-3-15,0 0 3 0,0 0 0 0,0 0 1 16,14 16-2-16,-14-16-5 0,11 6-2 0,-6-3 4 16,4 0-10-16,2 0-3 0,0 0-1 0,-4-1-1 15,4 0-1-15,0 1-2 0,0 0-6 0,0 1 4 16,1-1-6-16,-1 0-3 0,1 0 3 0,-1-2 0 15,-2 2-6-15,4-1 3 0,-4 1-5 0,2-1 0 16,-1 0 2-16,0 0 2 0,1 0-3 0,-1 0-2 16,-1-1 0-16,-1 3 1 0,2-2-1 0,-3 1-3 15,3-1 2-15,-3-1-2 0,1 0 2 0,-2 3-1 16,-6-4-4-16,13 2 0 0,-9-1-2 16,-4-1 4-16,10 5-2 0,-10-5-2 0,5 3 1 0,-5-3-2 15,8 2 3-15,-8-2 0 0,0 0-2 0,4 4-8 16,-4-4 10-16,0 0 0 0,0 0 3 0,0 0-1 15,0 0-1-15,0 0 6 0,0 0 1 0,3 5 3 16,-3-5 4-16,0 0 4 0,0 0-5 0,-9 10 0 16,3-5 3-16,6-5-2 0,-10 8 0 0,3 0-4 15,-1-1 1-15,-1 0 1 0,-3 0 4 0,3 0-6 16,-6 4 1-16,1 0 1 0,-3 0 2 0,3 3-5 16,-1-3 4-16,0 1 0 0,0 1 1 0,3 0-4 15,-1-1 3-15,-1 0-2 0,3 1-1 0,-1-2-3 16,2-1 3-16,3 0-5 0,1 0-2 15,-1-1-5-15,0 2-12 0,2-4-11 0,-1 3-17 16,2-3-26-16,1 2-23 0,-1-3-26 0,-1-1-35 0,5-5-43 16,-5 13-42-16,3-8-48 0,2-5-156 0,0 0-472 15,-8 12 209-15</inkml:trace>
  <inkml:trace contextRef="#ctx0" brushRef="#br0" timeOffset="-180823.02">13172 15752 31 0,'-5'-7'180'0,"5"7"-8"0,0 0-14 15,-3-7-13-15,3 7-16 0,0 0-7 0,0 0-17 16,0 0-9-16,0 0 5 0,0 0-5 0,0 0 3 0,0 0 21 16,0 0-6-16,23 16-7 0,-14-9-7 15,0 3-9-15,0-1-2 0,-2 1-11 0,6 3-2 16,-2-1-7-16,-2 0 1 0,-1-1-6 0,3 3-9 15,-1-1-2-15,0-1-6 0,-1 1-1 0,-1-3-5 16,1 1-6-16,-1-2-2 0,0 2-2 0,-1-3-2 16,-1 1-3-16,2-3-4 0,-4 1-3 0,1-2 2 15,1-1-4-15,-4 1-1 0,-2-5-4 0,5 8 4 16,0-6 2-16,-5-2 0 0,4 5 2 0,-4-5 7 16,3 4 8-16,-3-4 4 0,0 0-2 0,0 0 1 15,0 0-6-15,0 0 1 0,12-13-4 0,-9 7-8 16,1-3-1-16,-2-1 6 0,4-2-7 0,-4-4-3 15,4 0-2-15,1-2-1 0,-3 0-9 0,0-6 10 16,-4 6-3-16,8-8 0 0,-4 4-2 0,1-3-2 16,-3 7-1-16,-2 0-3 0,4-2-3 0,-2 3 9 15,1-1-4-15,-4 2-1 0,2 6-2 0,-1 0 1 16,0-1 3-16,4 3-3 0,-4 2-3 0,0 6 2 16,0-10 3-16,0 10-8 0,0 0-10 0,0-9-11 15,0 9-9-15,0 0-6 0,0 0-5 0,0 0-15 16,0 0-11-16,0 0-15 0,0 0-14 0,0 0-21 15,0 0-18-15,0 0-17 0,0 30-29 0,5-21-24 16,-1-2-162-16,-1 4-400 0,3-4 178 0</inkml:trace>
  <inkml:trace contextRef="#ctx0" brushRef="#br0" timeOffset="-180475.07">13676 15834 173 0,'-6'-2'172'0,"6"2"0"0,0 0-8 0,0 0-2 15,-14-1-6-15,14 1-13 0,0 0-8 0,0 0-10 16,0 0-7-16,-9-1-8 0,9 1-9 0,0 0-11 0,0 0-2 15,0 0-10-15,0 0-5 0,32-8-8 16,-12 4-3-16,0 1-5 0,7-3-4 0,-6 1-3 16,6 1-5-16,0-1-2 0,-4 2-4 0,-4 0-5 15,4 0 0-15,-3-2-6 0,-2 3-2 0,0-1 2 16,-5 0-8-16,1 5-1 0,-3-5-5 0,-3 2-19 16,-8 1-19-16,14 0-16 0,-14 0-26 0,11 0-20 15,-11 0-30-15,7 0-19 0,-7 0-8 0,0 0-10 0,0 0-17 16,0 0-121-16,0 0-313 0,0 0 139 15</inkml:trace>
  <inkml:trace contextRef="#ctx0" brushRef="#br0" timeOffset="-179865.26">13840 15780 120 0,'0'0'177'0,"0"0"-10"15,0 0 1-15,0 0-14 0,0 0-11 0,0 0-4 16,0 0-5-16,0 0-8 0,0 0-2 0,0 0-5 16,0 0-10-16,0 0-2 0,0 0-5 0,0 0-9 15,0 0-6-15,0 0-2 0,0 0-10 0,0 0-3 16,0 0-10-16,0 0-4 0,0 0-4 0,0 0-5 16,0 0-10-16,0 0-1 0,0 0-3 0,0 0-5 15,0 0-2-15,0 0-2 0,0 0-4 0,0 0 4 16,0 0-5-16,0 0 3 0,0 0-2 0,0 0 4 15,0 0-3-15,0 0 1 0,0 0 2 0,0 0-1 16,0 0 0-16,0 0 6 0,0 0-4 0,0 0-3 16,0 0 1-16,0 0-2 0,0 0 13 0,0 0-5 15,0 0 0-15,0 0-1 0,0 0-3 0,0 0-2 16,0 0-1-16,0 0-2 0,0 0-9 0,0 0 8 16,0 0-4-16,0 0-6 0,0 0-3 0,0 0 3 15,0 0-3-15,0 10 3 0,0-10 3 0,0 0 4 16,5 14 4-16,-4-3 3 0,1-2-2 0,-2 3-1 15,2 0 5-15,-2 1-4 0,2 3 6 0,0 1-9 16,-2 2 2-16,3-1 1 0,-2 1-8 0,0-1-1 16,-1-1 3-16,0-2-4 0,0 3 3 0,0 1-1 15,0-4 2-15,2-4-7 0,0 2 4 0,-2-3-2 16,2 0-2-16,-4-1-14 0,4-1 21 16,-2-8-14-16,0 12 2 0,0-12 3 0,0 9-2 0,0-9 0 15,0 9 2-15,0-9 1 0,0 0 8 0,0 0 2 16,-2 9 8-16,2-9 4 0,0 0 7 0,0 0 4 15,0 0 1-15,0 0-1 0,0 0-2 0,0 0 1 16,0 0-4-16,0 0-15 0,0 0 2 0,0 0-4 16,0 0 1-16,0 0-1 0,0 0 3 15,0 0-14-15,0 0-1 0,-13-21-18 0,13 21-13 16,0 0-19-16,-2-9-21 0,2 9-20 0,0 0-25 16,0 0-29-16,-2-7-28 0,2 7-29 0,0 0-32 0,0 0-33 15,-1-13-24-15,1 13-192 0,0 0-516 0,-5-13 229 16</inkml:trace>
  <inkml:trace contextRef="#ctx0" brushRef="#br0" timeOffset="-179526.92">14286 15953 141 0,'0'0'169'15,"0"0"-4"-15,0 0-15 0,0 0-15 0,0 0-16 16,-5 23-9-16,5-23-8 0,0 0-9 0,-9 18-5 16,4-12-15-16,1 0-14 0,4-6-21 0,-9 15-25 15,5-8-27-15,0-1-43 0,4-6-34 0,-8 10-125 16,1-6-233-16,7-4 103 0</inkml:trace>
  <inkml:trace contextRef="#ctx0" brushRef="#br0" timeOffset="-174813.47">14800 15734 10 0,'-8'13'189'16,"8"-13"-6"-16,0 0-10 0,0 0-5 0,0 0-19 15,0 0-8-15,0 0-15 0,0 0-2 0,0 0-5 16,9 4-2-16,-9-4 2 0,13-1-7 16,0-1-8-16,5 1-7 0,-2-2-7 0,6 0-9 0,6-1-7 15,-6 1-9-15,6-2-6 0,-8 2-4 0,1 0-4 16,2 1-8-16,-3-1-9 0,1 1-10 15,-2-1-28-15,-1 2-19 0,-4 0-33 0,1 1-29 16,-1 0-47-16,-2-2-37 0,-3 4-32 0,-3-2-106 0,-6 0-331 16,0 0 147-16</inkml:trace>
  <inkml:trace contextRef="#ctx0" brushRef="#br0" timeOffset="-174588.67">14896 15848 30 0,'0'0'206'0,"-11"3"-12"15,11-3-18-15,0 0-11 0,0 0-9 0,0 0-8 16,0 0-7-16,0 0-17 0,0 0-7 0,31 3-12 16,-16-3-12-16,0 0-8 0,3 0-16 0,4 0-22 15,-2 0-25-15,-1 0-25 0,1 0-31 0,-3 0-33 16,2 0-22-16,-2-1-25 0,-3 0-30 0,-2 0-95 15,2 1-256-15,3-3 113 0</inkml:trace>
  <inkml:trace contextRef="#ctx0" brushRef="#br0" timeOffset="-174274.97">15064 15534 92 0,'-8'-3'156'0,"8"3"1"0,0 0-5 15,0 0-8-15,0 0-8 0,38 0-13 0,-18 3-9 16,11 1-6-16,1 1-7 0,-2 0-8 0,1 2-4 16,0 2-3-16,-3 2-4 0,-5 0-3 0,3 2-5 15,-9 0-7-15,5 1-4 0,-7-1-1 0,1 2-10 16,-2 1 3-16,-3-3-6 0,2 3 7 0,-3-2-12 15,-3 3-3-15,-3 1-2 0,-4-2 4 16,-4 1-7-16,0 0-5 0,-2 0 0 0,-5 0-6 0,0 1-3 16,-6 2-10-16,-2-1-13 0,5-6-15 0,-7 5-25 15,6-4-26-15,-1-4-36 0,5-1-38 0,-4 0-43 16,3-1-144-16,-3 1-353 0,6-2 157 16</inkml:trace>
  <inkml:trace contextRef="#ctx0" brushRef="#br0" timeOffset="-173876.75">16218 15511 179 0,'-7'-3'175'0,"7"3"-9"15,0 0-17-15,0 0-9 0,0 0-13 0,0 0-16 0,0 0-13 16,0 0-2-16,0 0-8 0,0 0-6 0,18-6-4 16,-4 3-9-16,5 0-3 0,8 0-7 0,1-4-6 15,4 4-8-15,-3 0-10 0,0-1-16 16,0 0-27-16,0-1-20 0,-11 4-26 0,1-3-17 16,-5 0-33-16,-1 3-14 0,-3 1-22 0,-3-2-79 15,-7 2-237-15,0 0 105 0</inkml:trace>
  <inkml:trace contextRef="#ctx0" brushRef="#br0" timeOffset="-173449.57">16333 15483 105 0,'-2'3'149'0,"2"-3"-1"16,-3 12 22-16,3-2-16 0,0 0-8 0,2 5 3 15,-2 1-6-15,1 2-9 0,0 7-8 0,0-4-9 16,2 3-3-16,-2-3 19 0,3 4-10 0,-1-6-13 16,-2 6-9-16,1-5-10 0,0-1-10 0,3-4-6 15,-3 3-10-15,4-1-4 0,-3-6-5 16,0 5-6-16,1-5-3 0,-1 1-8 0,1-3-3 0,-2-1-2 0,0-1-6 16,-2 0-2-16,0-7-8 0,3 11 2 15,-2-6-9-15,-1-5 0 0,0 0-2 0,0 8-2 16,0-8-7-16,0 0-6 0,-10 1-3 0,10-1 1 15,-13 0 2-15,13 0 3 0,-11-2-3 0,2 0 1 16,-2 0-2-16,5 1-2 0,6 1 8 0,-13-4-4 16,7 2 1-16,6 2-2 0,-14-4 2 0,14 4 3 15,-9-2-1-15,9 2 1 0,-7-3-1 0,7 3-3 16,0 0 1-16,-8-2-5 0,8 2 7 0,0 0-1 16,0 0 2-16,0 0 3 0,0 0 6 0,0 0 1 15,0 0 0-15,0 0-3 0,30 7 5 0,-17-7-3 16,0 1-1-16,6-2-3 0,-2 1-19 0,0-2-22 15,0 1-31-15,1-1-41 0,-5 2-34 0,7-3-45 16,-3 1-193-16,-6 0-412 0,7-3 183 0</inkml:trace>
  <inkml:trace contextRef="#ctx0" brushRef="#br0" timeOffset="-173254.38">16765 15751 125 0,'0'0'213'0,"9"-3"-8"0,-9 3-15 16,8-1-20-16,-8 1-15 0,0 0-17 0,14 0-24 15,-14 0-33-15,10 0-32 0,-10 0-36 0,0 0-36 16,0 0-28-16,14 1-26 0,-10 1-12 16,-4-2-12-16,0 0-9 0,5 4-57 0,-5-4-182 15,0 0 81-15</inkml:trace>
  <inkml:trace contextRef="#ctx0" brushRef="#br0" timeOffset="-173107.36">16819 15773 165 0,'0'0'13'0,"0"0"23"0,-4 8 11 15,4-8 9-15,-6 3 15 0,6-3 8 0,-5 5 10 16,5-5 1-16,-7 5 9 0,7-5-3 0,0 0 0 16,-7 6 4-16,7-6-8 0,-3 4 0 15,3-4 6-15,0 0-4 0,-4 5-1 0,4-5-8 16,0 0-1-16,0 0-5 0,0 0 0 0,0 0-12 16,0 0-5-16,0 0-6 0,11 9-18 0,-3-9-26 0,-8 0-31 15,0 0-45-15,25 0-49 0,-15 0-54 0,0 0-118 16,-10 0-307-16,20-1 136 0</inkml:trace>
  <inkml:trace contextRef="#ctx0" brushRef="#br0" timeOffset="-172572.07">16874 15675 62 0,'0'0'178'0,"0"0"-7"0,0 0-14 16,0 0-6-16,0 0-16 0,-5-5-5 0,5 5-17 15,0 0-11-15,0 0-12 0,0 0-17 0,0 0 1 16,19-4-8-16,-9 6-13 0,-1-2-20 0,3-2-39 15,2 4-28-15,2-4-39 0,-2 2-28 0,4 0-36 16,-5 0-70-16,4 2-223 0,-3-2 100 0</inkml:trace>
  <inkml:trace contextRef="#ctx0" brushRef="#br0" timeOffset="-172285.58">17430 15613 150 0,'0'0'196'0,"-4"-5"-14"0,4 5-15 0,0 0-11 16,0 0-11-16,17-5-12 0,-7 3-11 0,1-2-11 15,3 1-12-15,-1 0-12 0,6-2-8 0,-6 2-10 16,5-1-20-16,-6 0-21 0,0 1-26 16,1 1-22-16,-3 1-24 0,1-4-25 0,0 3-28 15,-3-1-15-15,-2 1-15 0,-1-2-91 0,-5 4-236 16,8-6 104-16</inkml:trace>
  <inkml:trace contextRef="#ctx0" brushRef="#br0" timeOffset="-171854.89">17615 15530 42 0,'0'0'60'0,"0"0"9"0,0 0 5 0,-20 4 5 16,20-4 1-16,0 0 8 0,-8 6 2 0,7-3 8 16,1-3 1-16,-5 9 0 0,5-9-6 0,-4 12 10 15,-1-3 2-15,2 1 7 0,3 1 1 0,-1 8-5 16,1-1 3-16,0-1-5 0,-1 3-5 0,2-2-7 16,3 2-5-16,-3 4-9 0,0 2-5 0,3-9-4 15,-3 2-10-15,1-3-5 0,0 2-6 0,3-3-3 16,-2 2-4-16,1-2-6 0,0-4-4 0,-1 2-3 15,0-1-2-15,-2-3 0 0,3-1-4 0,-4 0 0 16,1-2-5-16,-1-6-4 0,3 11 3 0,-3-11-5 16,1 8 3-16,-1-8-6 0,0 0 0 0,-5 9-6 15,0-7-8-15,5-2-3 0,-18 5-5 0,7-4 2 16,-3-2-5-16,1 2 2 0,-5-1 0 0,1-1-4 16,-1-1 2-16,5 1 2 0,0 0 0 0,1 0 3 15,-1-2 2-15,3 2-1 0,1 1 5 0,9 0 3 16,-14-3 3-16,14 3 6 0,-10-1 5 0,10 1 0 15,-11 0-1-15,11 0-4 0,0 0 5 0,-7-3-3 16,7 3 1-16,0 0 3 0,0 0 8 0,0 0-2 16,0 0 4-16,0 0 0 0,0 0 4 0,36-2-10 15,-24 1 3-15,1-1-4 0,8-1-2 0,-4 1 2 16,2 0-3-16,0-2-4 0,-3-1-15 0,5 1-21 16,0 2-22-16,-3-2-31 0,0 0-32 0,0 0-22 15,0 0-36-15,1-1-16 0,-2-1-13 0,-1 0-2 16,-4 3-104-16,4-5-329 0,-4 1 146 0</inkml:trace>
  <inkml:trace contextRef="#ctx0" brushRef="#br0" timeOffset="-171512.8">17903 15805 31 0,'0'0'125'0,"11"-3"10"16,-11 3 1-16,0 0 3 0,4-3 2 0,-4 3-4 16,0 0-4-16,0 0-1 0,0 0-9 0,0 0-5 15,0 0 4-15,0 0 11 0,0 0 6 0,0 0-4 16,0 17-7-16,-5-8-9 0,0 0-12 0,1-2-7 15,0 5-6-15,2-3-2 0,-2 1-10 0,3 1-4 16,-1-1-9-16,1 0-3 0,1-1-6 0,3 0-3 16,-1-1-9-16,1 0 4 0,2-2-3 0,5 0-1 15,-1-1-3-15,1-2-2 0,4-1-3 0,-2 1-1 16,7-3 3-16,0 1 3 0,2-3 2 0,-1-2-3 16,-2 0-6-16,0-4 4 0,-2 2 5 0,2-2-9 15,-2-2 8-15,-2 1 2 0,-1-1-5 0,-3 1-6 16,-3-3-1-16,0 3 5 0,-5-3-7 0,2 0 4 15,-4 0-14-15,0-3-3 0,-4 3 3 16,-1 1-7-16,1 1 7 0,-5 1-5 0,1-1-10 0,-3 2-2 16,2 4-5-16,-3-1-1 0,0 4-22 0,0 1-13 15,-3 1-31-15,0 3-14 0,-3 1-30 0,1 3-40 16,3 0-49-16,5-1-50 0,-2-1-56 0,-1 3-180 16,5-4-524-16,-1 4 232 0</inkml:trace>
  <inkml:trace contextRef="#ctx0" brushRef="#br0" timeOffset="-169336.78">16819 15776 28 0,'0'0'95'0,"4"5"-9"15,-4-5 4-15,0 0-2 0,0 0-2 0,3 5-5 16,-3-5 0-16,0 0-1 0,0 0 17 0,0 0-12 16,0 0 3-16,0 0-5 0,3 6 1 0,-3-6 2 15,0 0 2-15,0 0-7 0,0 0-7 0,0 0-9 16,0 0-2-16,0 0-6 0,0 0-9 0,0 0-3 15,-18-12 3-15,18 12-6 0,-6-7-2 16,6 7 1-16,-4-7-7 0,-1 4 0 0,5 3-7 16,-4-10-1-16,2 5 3 0,2 5-3 0,-3-8-4 0,3 8-2 15,0-9 2-15,0 9-13 0,0 0 7 0,7-11-6 16,0 8 0-16,-3-1 2 0,-4 4-2 0,11-5-7 16,-4 5 5-16,2-2-4 0,-9 2 1 0,13 0-1 15,-3 2 1-15,0 1 0 0,-1 1-3 16,-1-3 2-16,-2 0-4 0,5 0 3 0,1 1-2 15,-2-2 3-15,3 1 0 0,-1 0 1 0,0-2-1 0,2 0-7 16,3-3 9-16,1 0-2 0,0 0-1 0,-5 0 3 16,-1-2 5-16,-1 0 20 0,-1 0-3 0,0 1-2 15,-2 0 5-15,-2-3-8 0,2 2 3 16,-4 1-5-16,2-1-3 0,-4 0 5 0,2 0-7 16,-4 6-2-16,2-9-4 0,-2 9-4 0,3-9-8 15,-3 9-12-15,0-10-15 0,0 10-16 0,0 0-25 0,0 0-20 16,0 0-26-16,0 0-31 0,0 0-19 15,0 0-25-15,-21 7-97 0,14-3-312 0,4 3 138 16</inkml:trace>
  <inkml:trace contextRef="#ctx0" brushRef="#br0" timeOffset="-168924.88">16938 15995 15 0,'-7'8'155'0,"7"-8"-6"0,-10 5-1 0,7-4-8 15,3-1-4-15,0 0-8 0,-11 0-2 0,11 0-4 16,0 0-7-16,-11-9-9 0,6 6-8 0,1-4-6 16,4 7-6-16,0-13-2 0,0 4-15 0,1-2 0 15,2 2-9-15,3-4-7 0,-1 4-4 0,0-1-4 16,2 0-1-16,-2 2 0 0,2 1-4 0,-2 2-2 15,-1 0-2-15,-4 5-6 0,11-5 5 0,-6 5-7 16,-5 0 2-16,0 0-1 0,15 0 1 0,-15 0-1 16,10 3 0-16,-3-1 1 0,-1 2-2 0,0 0 3 15,0 0-2-15,0-1 1 0,4 1-3 0,-4-1 0 16,2-1 3-16,-8-2-6 0,13 4 3 0,-4-2-2 16,-9-2-2-16,13 1 0 0,-6 0 0 0,2-1-3 15,-9 0 1-15,14-1-4 0,-14 1-5 0,13-1 3 16,-13 1-2-16,10-3-2 0,-10 3 0 0,8 0-3 15,-8 0-9-15,8-2-14 0,-8 2-11 0,0 0-15 16,0 0-14-16,0 0-46 0,0 0-35 0,0 0-29 16,0 0-19-16,0 0-29 0,0 0-130 0,0 0-371 15,0 0 164-15</inkml:trace>
  <inkml:trace contextRef="#ctx0" brushRef="#br0" timeOffset="-167044.92">18653 15732 32 0,'0'0'119'0,"0"0"8"0,0 0-18 0,-3 8-5 15,3-8-13-15,0 0 11 0,0 0-3 0,0 0 10 16,0 0-9-16,0 0 0 0,7 8-2 0,-7-8 4 15,0 0-4-15,10-1-5 0,-10 1-5 0,0 0-7 16,18-7-1-16,-10 4-8 0,-1-2-2 0,5 1-4 16,-3-2-1-16,2 0-4 0,-2-1-4 0,0 0-6 15,-1-2-1-15,0 1-4 0,0-1-5 0,-1-1-1 16,-3 1-1-16,1 1-8 0,-3-4 3 0,1 5-2 16,-2-5-8-16,-1 7-1 0,0-5 2 0,-2 1-7 15,-2 4-2-15,0-1-2 0,4 6-3 0,-9-10 1 16,4 6-4-16,-4 1 1 0,-1 1 1 0,10 2-4 15,-23 3-2-15,6 2 0 0,-1 2 1 0,-1 0 1 16,1 1-2-16,4 5 2 0,-1-2 2 0,-1 3 2 16,0 3 4-16,2-3-2 0,3 0 0 0,4 1 5 15,0 1-2-15,1-1 9 0,4 2-3 0,3-1 5 16,0-1 4-16,5 0 4 0,1 1 4 0,0-1 1 16,9-1-2-16,-2-1 1 0,4-1-3 0,5 4-4 15,1-3 29-15,3-3-3 0,-7-3-6 0,8 0-5 16,-8 0 0-16,6-1-4 0,-9-1-14 0,-4-3-4 15,0 0-15-15,1 1-16 0,-1-2-22 0,-1 2-13 16,-4-3-23-16,-8 0-18 0,14-1-29 0,-6-1-22 16,-2 1-35-16,-1-4-26 0,2 2-23 0,-2-3-189 15,0 1-442-15,-3-7 196 0</inkml:trace>
  <inkml:trace contextRef="#ctx0" brushRef="#br0" timeOffset="-159509.31">16144 15402 7 0,'-2'-8'88'0,"2"8"-4"0,-4-7-10 16,4 7 5-16,0-8 11 0,0 8-11 0,-4-7-2 15,4 7-4-15,-3-7-12 0,3 7 1 0,-5-8-8 16,5 8 2-16,-2-8-11 0,2 8 0 0,-7-8-2 16,7 8-5-16,-5-8 4 0,5 8-9 0,-2-8-6 15,-1 1 1-15,3 7-3 0,-6-11 9 0,2 6-14 16,1-2 3-16,-2-1 1 0,5 8-4 0,-5-10 5 16,5 10 5-16,-5-6-4 0,5 6 2 0,-2-6 0 15,2 6-1-15,0 0-10 0,0 0 9 0,-4-8-2 16,4 8-10-16,0 0 6 0,0 0-10 15,-4-7-9-15,4 7 3 0,0 0 4 0,0 0 2 0,0 0-2 16,0 0-7-16,0 0 8 0,0 0-8 0,0 0 4 16,0 0 0-16,0 0-8 0,-10-3 4 0,10 3 2 15,0 0-1-15,0 0-2 0,0 0 6 0,0 0-5 16,0 0 4-16,0 0-7 0,0 0 1 16,0 0 4-16,-13 3-5 0,13-3 3 0,0 0-4 0,0 0 3 15,0 0 0-15,0 0-3 0,0 0 5 0,0 0-9 16,-5 4-7-16,5-4 5 0,0 0 6 0,0 0-2 15,-5 5 7-15,5-5 1 0,-7 11-3 0,7-4-2 16,-2 1 6-16,0 2-3 0,2 4 2 0,-1 4 6 16,1 2 5-16,-2 5-4 0,0 4 7 0,2-1 1 15,-1 4 1-15,2 3-2 0,-2 10-3 0,1-7 5 16,1-4 1-16,4 14-5 0,-5-1-1 0,3-14 2 16,3 12 5-16,-3-10-2 0,-1-2-1 0,2 1-6 15,0 0 1-15,-1 0 0 0,-1 0 4 0,5 0-2 16,-6-2 0-16,3 0 3 0,-6 1-4 15,5-2-2-15,1-3-1 0,-3 0-3 0,-1-2 4 0,4-2 27 16,-3-6-8-16,1 1-3 0,0-2 0 0,-1 4-3 16,1-6 1-16,-4 1-7 0,2 0-3 0,0-6-7 15,4 0-6-15,-2-1-18 0,-1 1-19 0,0 0-30 16,-1-4-17-16,0-6-25 0,-1 12-31 0,1-12-30 16,-3 8-114-16,3-8-303 0,-7 4 135 0</inkml:trace>
  <inkml:trace contextRef="#ctx0" brushRef="#br0" timeOffset="-156357.93">16151 16170 45 0,'6'-11'95'0,"-6"11"-9"0,0 0-8 0,0 0-12 16,0 0 1-16,0 0-3 0,0 0 0 0,0 0-11 15,0 0-7-15,0 0-4 0,0 0 16 0,0 0-27 16,0 0 0-16,0 0-13 0,0 0 0 15,0 0-5-15,0 0-16 0,0 0 6 0,0 0-10 16,0 0-1-16,0 0-5 0,0 0 13 0,0 0-7 0,0 0 0 16,0 0 0-16,0 0 3 0,0 0 2 0,0 0-3 15,-37 14 1-15,37-14 3 0,0 0 1 16,0 0-3-16,0 0 5 0,0 0-3 0,0 0 0 0,0 0-2 16,0 0 18-16,-15-2-18 0,15 2 28 0,0 0-12 15,0 0-3-15,0 0 5 0,0 0-8 0,0 0 8 16,0 0-5-16,0 0-5 0,0 0 5 15,-9 6 9-15,9-6-14 0,0 0 21 0,0 0-3 16,0 0 11-16,9 31 0 0,-7-21-4 0,1 1-5 16,-1 4 4-16,2-3 1 0,-1 5-3 0,-2 0 9 15,0 2-16-15,6-1 8 0,-7 6 10 0,2-5-8 16,-2 0 1-16,3-1 3 0,-2 0-1 0,0 0-2 16,2 1 0-16,-1-2 1 0,0 0 8 0,-1 0-11 15,2-1 0-15,-2-4-7 0,1 0 3 0,0 0-6 16,1-1 2-16,0 2 1 0,-1-5-1 0,1 1 2 15,0-2-7-15,-2 0-7 0,2 0 5 0,-2-1 1 16,-1-6-3-16,4 14 2 0,-2-10-1 0,-2-4 5 16,3 8-4-16,-3-8 2 0,2 6-3 0,-2-6-5 15,2 6 1-15,-2-6 2 0,0 0 3 0,0 0-4 16,0 0-3-16,2 9 4 0,-2-9-8 16,0 0 6-16,0 0-6 0,0 0 4 0,3 4-1 0,-3-4 0 15,0 0-1-15,0 0-4 0,0 0 5 0,0 0-4 16,0 0 1-16,0 0-2 0,0 0 6 0,2 8-3 15,-2-8 0-15,0 0 8 0,5 3 5 0,-5-3-6 16,0 0 6-16,13 2-3 0,-5-2 0 0,-8 0 8 16,18-2-9-16,-8 4 4 0,4-4 1 0,-2 4-5 15,5-5 2-15,1 3-3 0,0-4-1 16,1 6-3-16,-2-4 3 0,1 2-2 0,0-1-3 16,0 0-5-16,-4-1-3 0,0 2-27 0,-3 0-13 0,2 0-36 15,-3 2-26-15,-10-2-31 0,22 1-29 0,-14 2-134 16,-8-3-321-16,13 1 143 0</inkml:trace>
  <inkml:trace contextRef="#ctx0" brushRef="#br0" timeOffset="-135768.9">10005 5485 76 0,'0'0'106'0,"0"0"-12"15,0 0-1-15,-6-3-3 0,6 3-8 0,0 0-6 16,0 0-8-16,0 0-9 0,0 0-2 0,0 0-10 16,0 0-5-16,0 0 6 0,0 0-12 0,0 0-2 15,25-7-9-15,-10 6 6 0,3 0-5 0,2-2-6 16,6 1 1-16,4-2-1 0,-2 1-5 0,0 2-1 15,1-2 1-15,1-1 0 0,-3 2-3 0,1 0-6 16,-3-2 5-16,4 2-4 0,-9 1 5 0,0-2-3 16,-2 1-2-16,0 2-3 0,-5-1 2 0,1 1-2 15,-3-2 0-15,0 2-3 0,0 0-1 0,-2 0 7 16,-9 0-4-16,12-2-8 0,-12 2 4 0,11-1 7 16,-11 1 0-16,0 0 0 0,8-2 13 0,-8 2 4 15,0 0 8-15,0 0-12 0,5 5 4 0,-5-5-6 16,0 0 2-16,0 0-6 0,0 0 5 0,0 0-1 15,-19 9 0-15,12-5-7 0,1 0 13 0,0 2-2 16,-2 1 0-16,-1 1-9 0,1-1 4 0,1 1-3 16,-1 1 1-16,-1 0 2 0,1 0-5 0,3 0-5 15,-3 1-14-15,2-2-19 0,1 2-19 0,1-2-24 16,2 0-19-16,-1 1-26 0,-1-2-109 0,0 3-242 16,2-3 108-16</inkml:trace>
  <inkml:trace contextRef="#ctx0" brushRef="#br0" timeOffset="-135561.12">10428 5323 78 0,'-5'-8'166'15,"0"0"-12"-15,1 3-8 0,0-2-3 0,0 3-15 16,4 4-13-16,-7-9-10 0,7 9-17 0,-4-7-10 15,4 7-20-15,0 0-34 0,-7-4-25 0,7 4-17 16,0 0-17-16,0 0-32 0,0 0-31 0,0 0-80 0,0 0-192 16,2 21 86-16</inkml:trace>
  <inkml:trace contextRef="#ctx0" brushRef="#br0" timeOffset="-134704.95">10795 5373 118 0,'-3'11'108'0,"2"3"1"16,1-3-19-16,0 5 8 0,-1 2-14 0,1-4-6 15,-2-1-7-15,2-1-3 0,0-1-11 0,2-2-1 16,-2-1-5-16,1-2 5 0,-1-6-5 0,-1 12 3 15,1-12 2-15,1 9 7 0,-1-9 5 0,0 0 11 0,0 0 18 16,0 0-5-16,0 0-10 0,0 0-6 16,0 0-7-16,0 0-10 0,0 0-1 0,0 0-8 15,-8-33-8-15,8 22-2 0,-1-4-6 0,1-2 0 16,0-1-6-16,3 2 0 0,-2-3-4 0,4-3-2 0,1 5-4 16,2-2-3-16,-2 0-1 0,5 2 0 0,-1 2-7 15,0 1 3-15,-3 3-5 0,3 3 1 0,-3-1-2 16,1 3-4-16,2 1 2 0,0 2-1 15,-1 2-1-15,4 4-1 0,0-2-1 0,-1 3 1 16,-1 3-3-16,0 0 7 0,4 6-2 0,-4-4-1 16,-2 0 3-16,1 5 2 0,0 0-4 0,-6-3-1 15,3 0 2-15,-3-3 2 0,0-1-2 0,-1 0-2 16,1 0 3-16,-2-3-1 0,-2-4-1 0,4 10 2 16,-4-10 0-16,2 7 2 0,-2-7 4 0,0 0 4 0,0 0 0 15,0 0 4-15,-6 8 4 0,6-8 5 0,0 0-1 16,0 0-4-16,0 0 0 0,0 0-4 0,-11-17-1 15,11 17-4-15,2-16-4 0,0 5 1 16,2-1-2-16,-3-1-4 0,7-2-4 0,-1 0-4 16,2-1 5-16,1 2-6 0,1 1 0 0,-2 4 1 0,0 0 1 15,0 3-1-15,0 0-2 0,-2 0-3 0,3 2 1 16,-2 4-2-16,1 4 2 0,1 2-1 0,-2 1 2 16,1 1 4-16,4 5-2 0,-4 4 3 15,-2 6-2-15,0 2 1 0,-5-6-1 0,3 1-6 0,-2 3-17 16,-2-3-9-16,2-1-29 0,-1 0-20 0,0-2-39 15,-1 1-23-15,2-2-24 0,-2-5-131 0,0 1-329 16,2-1 145-16</inkml:trace>
  <inkml:trace contextRef="#ctx0" brushRef="#br0" timeOffset="-133952.92">11413 5291 97 0,'-7'-8'178'0,"2"3"-9"0,-1 1-11 0,0 0-18 16,6 4-11-16,-15-4-10 0,7 4-3 0,-1 4-5 16,-1 1-8-16,1 2 0 0,-3 4-11 0,1 3-6 15,2 0-9-15,1 1-10 0,2-4-5 0,0 5-5 16,2-5-7-16,1 1-2 0,2-2-9 16,0 2 1-16,2 0-9 0,-1-4-6 0,1 0-2 0,4-1-5 15,-1-1-4-15,0-2-7 0,2 0-4 0,-1 0-2 16,-5-4 0-16,11 3 3 0,-11-3-5 0,12-1 2 15,-12 1 1-15,11-8-3 0,-7 3 4 0,2-3-6 16,-2 0 6-16,1-1-6 0,-3-1 6 0,2 0 3 16,-4-3-3-16,-1 2 3 0,2-1 1 0,-1 0-2 15,2 1 1-15,-4 1 2 0,2 1 6 0,0 9-4 16,0-13 2-16,0 13-3 0,2-8-5 0,-2 8 1 16,0-7-5-16,0 7-3 0,0 0 5 0,0 0 0 15,0 0-1-15,0 0 0 0,0 0 1 0,5 26-1 16,0-15 3-16,-4-4-3 0,3 1 2 15,1 4-2-15,0-5 3 0,1 1 0 0,1 0 0 0,2-1-1 16,-2 1 0-16,1-2 2 0,1-3-2 0,1 1 0 16,-1 0 3-16,-2-2-1 0,0-1 1 0,-7-1-2 15,19-3 0-15,-9-1-1 0,-2-1 2 0,0 2-3 16,1-4 3-16,-2-1-4 0,0 0 3 16,-2-1-1-16,-1 1-3 0,0-5 6 0,-2 3 0 0,1-1-2 15,-3 0 0-15,2 0 1 0,-2 0 2 0,-2 1 3 16,4 0-1-16,-4 4 1 0,2 6-2 0,0-12 4 15,0 12-3-15,-3-7-6 0,3 7 1 0,0 0-2 16,0 0-2-16,0 0 1 0,0 0-1 0,0 0-3 16,0 0 6-16,0 0-2 0,7 22-2 0,-6-12 6 15,2 2-4-15,0-1 3 0,0-1-1 0,1 2-2 16,0-2 2-16,1-1-2 0,0-2 5 0,1 3-3 16,2-3 1-16,0 0 2 0,1-2-1 0,2-3 0 15,1 1-1-15,-1-3-1 0,0-2-2 0,0 1-1 16,0-4 1-16,1 0-2 0,-2-1 1 0,4 0 2 15,-4-1 0-15,-1-2-3 0,-1 1 9 0,-2-2-10 16,2 1 4-16,-4-2-2 0,0 1 1 0,1 0 1 16,-5 0-2-16,2 2 3 0,-2 0 8 15,0 8-3-15,0-10 3 0,0 10-2 0,3-6-3 0,-3 6-5 16,0 0-2-16,0 0 0 0,0 0 1 0,0 0 1 16,0 0-1-16,0 0 3 0,5 23-3 0,-5-14 1 15,1 4 1-15,0-2 3 0,3 0-3 0,-4 1 0 16,2 0-14-16,0-2-25 0,-1 2-20 0,3-1-31 15,-4 1-27-15,4-2-33 0,-1 0-49 0,-1-2-127 16,-2-8-349-16,2 13 156 0</inkml:trace>
  <inkml:trace contextRef="#ctx0" brushRef="#br0" timeOffset="-133510.83">11836 5449 70 0,'0'0'191'0,"3"-12"-3"0,-1 4-10 0,-2-1-11 0,3-3-4 16,-2 2-14-16,0-4-11 0,6-1-18 0,-4 3-11 15,0 1-8-15,0-1-11 0,1 3-7 0,0-2-11 16,2 4-5-16,0 0-5 0,-1 2-12 0,-1-1-5 15,-4 6-5-15,9-3-3 0,0 0-4 0,-9 3-4 16,12 5-3-16,-6-1-5 0,3 2-1 0,0-2 1 16,-4 5-2-16,1 1-1 0,-2 0-9 15,4-1-8-15,-4 1-10 0,1 1-13 0,-1 1-19 0,-2 1-21 16,-2-1-26-16,2-1-14 0,-2 0-33 16,-2 0-28-16,2 0-120 0,-2-3-306 0,2-2 135 0</inkml:trace>
  <inkml:trace contextRef="#ctx0" brushRef="#br0" timeOffset="-133266.72">12077 5048 89 0,'0'0'163'0,"0"0"-20"16,-4-8-8-16,4 8-1 0,0 0-3 0,0 0 4 15,0 0-6-15,4 35-3 0,-3-18-15 0,2 2-6 16,0 6-9-16,-3-6-9 0,5 0-10 16,-1 8-7-16,1-8-3 0,-1 4-12 0,1 0-12 0,-1-6-19 15,0 0-28-15,1-2-27 0,0 1-24 0,-3-2-27 16,0-4-36-16,1 1-24 0,-3 1-106 0,0-2-269 16,0 0 118-16</inkml:trace>
  <inkml:trace contextRef="#ctx0" brushRef="#br0" timeOffset="-132774.68">12247 5237 138 0,'0'0'166'0,"0"0"-20"0,6 15 1 16,-6-8-7-16,2 2-13 0,-2 1-7 0,2 1-15 0,0-2-8 15,2 3-7-15,1-4-9 0,-1 1-8 0,2-2-6 16,0 0-6-16,1-2-11 0,-3-1 1 0,3-4-7 15,0 3-4-15,-7-3 0 0,13 0-5 16,-8 0 5-16,-5 0-5 0,14-6 9 0,-10 1-5 16,1-1 3-16,1 1 10 0,-2-2 3 0,-2 1-1 15,3 0-1-15,-2 0 1 0,-1 0 2 0,-2 6-1 0,6-9-1 16,-4 4-9-16,-2 5-6 0,3-7-7 0,-3 7-4 16,0 0-5-16,0 0-3 0,0 0 0 0,14 13 1 15,-9 4-1-15,1 2 11 0,0 9-10 16,-6 5 4-16,4 15-5 0,-3-3 8 0,-3 4-8 15,-1-2-6-15,-1-1 1 0,2-10-1 0,0 10-1 0,4-13 3 16,0 1-1-16,-2-1 4 0,4-2-8 0,-3 1 4 16,-1-5-9-16,3 0 3 0,0-2 1 0,-5-6-3 15,2 0 0-15,0-4 1 0,-1 2-2 16,-3-7 4-16,2 1-4 0,-4-1 0 0,-1 0-8 16,-2-5-1-16,-1-2-6 0,0-2 0 0,0-3-6 0,-1-5 3 15,2-3-5-15,0-5 0 0,0-4 0 0,1-7 1 16,3-4 7-16,1-2-5 0,4-2-2 0,6-14 4 15,1 2-2-15,1 10 6 0,9-8-2 16,-4 11-2-16,5 0-3 0,-1 4 1 0,2-2-12 16,2 6-3-16,-2-1-15 0,0 2-9 0,3 5-11 0,-2-2-25 15,-2 9-15-15,5-5-28 0,-8 7-26 0,2 2-27 16,-2 2-136-16,-4 2-348 0,0 2 154 0</inkml:trace>
  <inkml:trace contextRef="#ctx0" brushRef="#br0" timeOffset="-131690.91">11020 6301 59 0,'-2'-12'174'15,"-1"2"-7"-15,-4 1-16 0,1-1-5 0,-2 3-4 16,-2 0-1-16,-1 2-9 0,-2 2-8 0,-1-1-6 15,1 4-19-15,-6 0-7 0,7 6-7 0,-4 1-8 16,0 1-6-16,1 6-7 0,2 0-6 0,1 2-5 16,-3 5-4-16,6-3-7 0,4 0-3 0,0 1-2 15,1-2-4-15,4 1-7 0,4-1 0 0,-1-6-3 16,0 0 0-16,4-1-2 0,1 0-5 0,3-3-2 16,-1-1 0-16,2-2-8 0,6-3 1 0,-4 0 0 15,4-3-5-15,-6-2 3 0,8-2-2 0,-3-2-1 16,-3-3 1-16,1 0-5 0,-4-1 1 0,1-7-3 15,-2 3 2-15,-4-1-3 0,-2-2 2 0,1-9 1 0,-4 7-2 16,1-4 0-16,-2-4 3 0,0 3 0 16,-4-1 1-16,0-2 2 0,-1 3 6 0,1 2-3 15,-2 4 4-15,1-6-3 0,-1 7 1 0,3 2 4 16,-1 3 6-16,0 3 9 0,0 1-6 0,4 1 1 0,0 9-4 16,-4-7-7-16,4 7 0 0,-1-7-4 0,1 7-4 15,0 0-1-15,0 0 5 0,0 0 1 0,10 31 1 16,-5-12 1-16,2 11-3 0,-1-2 3 15,2 1 2-15,-3 0-5 0,-1-2 3 0,2 3 1 16,-2-1-6-16,1-2 0 0,0 2 3 0,0-11-1 0,0 2-1 16,2-4 14-16,-2 1 0 0,-2-5-1 0,2 0-2 15,2-4-3-15,-2 2-5 0,0-4-3 0,-1 0 1 16,3-2-4-16,-1 0-1 0,-1-1 0 16,-5-3 0-16,10 0-1 0,-10 0-5 0,17-9 2 0,-9 1-2 15,-1-1 2-15,0-1 1 0,2-3-2 0,-3-3-5 16,0-1-1-16,0-1 6 0,-1 1-1 0,1 2-1 15,-2 3 0-15,-2 0 3 0,2 6 5 0,-4-1 5 16,4 1-2-16,-4 6-3 0,3-9-4 0,-3 9 0 16,0 0-3-16,0 0 4 0,0 0 3 0,0 0-4 15,0 0-1-15,0 0 3 0,7 25 0 0,-5-16 0 16,0-2-3-16,2 4 4 0,0-3-2 0,1 2 2 16,-2-6 0-16,1 1 0 0,1 2 1 0,-2-1 0 15,4-2 0-15,-2-1-2 0,2 3 0 0,-7-6-2 16,13 2 4-16,-6-1-5 0,-7-1 1 0,14-5 2 15,-8 3-1-15,2-2-1 0,-1-1 0 0,-1 0 0 16,-1-3-1-16,0 0 4 0,0 0-2 0,0-2 5 16,-1-2-7-16,1 2 1 0,-4 1-2 0,2 0 2 15,-2 2 0-15,-1 7-2 0,4-9 0 0,-4 9-1 16,4-7-3-16,-4 7 1 0,5-4 2 0,-5 4 0 16,0 0 0-16,16 8-1 0,-10-3 5 0,-1-1-3 15,5 2 1-15,-5-2 1 0,1 2-1 16,1 0 3-16,3 0-1 0,-1 1 1 0,-1-4 3 0,-1-1 0 15,5-1 2-15,-6-1-5 0,-6 0 3 0,14-1 0 16,-4-2 3-16,-2-1-3 0,-1-2 3 0,0 0-4 16,2-2 3-16,-5-1 0 0,1 1 1 0,-1-1-2 15,-1-2 3-15,-1-2 7 0,-2 3 2 0,1-2 0 16,-2 3-3-16,0-2 4 0,-1 0 2 0,0 2 2 16,-1 4 0-16,3 5-3 0,-5-10-2 0,5 10-6 15,0 0-1-15,-7 0-3 0,7 0 2 0,-13 14-1 16,6-2 0-16,0 4-1 0,-3 0-10 0,3 2-18 15,3 1-20-15,0 6-24 0,3-8-35 0,1 1-28 16,7-2-31-16,-3-4-37 0,4 3-160 0,-1-6-385 16,3 0 170-16</inkml:trace>
  <inkml:trace contextRef="#ctx0" brushRef="#br0" timeOffset="-131460.93">11862 6086 141 0,'0'-12'233'0,"-1"1"-3"0,1 1 1 0,-2 3 0 16,2 7-10-16,0-10-20 0,0 10-23 0,-1-9-20 15,1 9-16-15,0 0-11 0,0 0-15 0,0 0-9 16,8 30-9-16,-3-12-6 0,0 0-10 0,3 7-9 16,-5-1-4-16,1 1-10 0,0-5-8 0,-1 4-12 15,-1-4-23-15,5 4-27 0,-6-6-23 0,4 0-28 16,-4-3-26-16,3-1-22 0,-4 1-38 0,0-5-29 15,0 2-40-15,0-1-125 0,-4-1-371 0,2-3 164 16</inkml:trace>
  <inkml:trace contextRef="#ctx0" brushRef="#br0" timeOffset="-131166.22">11882 6242 78 0,'4'-4'148'0,"3"0"-6"0,-2 1-6 15,5 3 4-15,-10 0-2 0,14 1-9 0,-3 3-15 0,1 0-2 16,-3-1-2-16,5 4-20 0,-5-4-4 16,3 3-6-16,0 0-7 0,-1-2-7 0,5 3 1 15,-4-2-5-15,-1-3-6 0,0 1-3 0,2-5 1 16,1 4-3-16,-1-4-5 0,-2 1 3 0,1-3 3 16,-3 2 11-16,-1-3 1 0,0 0 2 0,-2-5-2 15,-2 6-1-15,3-4-6 0,-5 1 8 0,0-2-3 16,1-2-5-16,-3 0-5 0,-4 1-3 0,1 1-8 15,-1-2 0-15,-2 2-9 0,-1-2-1 0,-1 3-11 0,-1 0-11 16,1 2-10-16,-4 2-21 0,1 1-27 0,-2-1-25 16,-1 5-26-16,3 5-29 0,-3 1-35 0,-3 4-36 15,-4 3-172-15,6 0-402 0,-8 4 177 16</inkml:trace>
  <inkml:trace contextRef="#ctx0" brushRef="#br0" timeOffset="-130328.45">11288 6922 73 0,'-10'-15'194'15,"1"4"-8"-15,1 1-1 0,-2 1-14 0,3 2-15 16,-4 4-15-16,0-3-15 0,0 2-14 0,0 7-16 16,1 1-7-16,-1 4-7 0,1 5-8 0,-4 3-8 15,1 5-5-15,1 4-6 0,0 1-5 0,3-2-5 16,4 3-5-16,0-9-4 0,4 3-2 0,-1-5-5 16,4 4 3-16,3-2-5 0,0-1-2 0,1-4-8 15,1 1-5-15,0-4-2 0,2 0-14 0,2-4-1 16,-1 0 0-16,1 0-1 0,1-5-2 0,-1-1 3 15,1-1-1-15,-1-3-2 0,1-2 1 0,-3 0 10 16,4-4-9-16,-4-2 1 0,-1-2-1 0,-1-2 6 16,-1-2-3-16,-1 2 2 0,-3-3 8 0,1-6 2 15,-1-1-6-15,-2 1 2 0,0-2 9 0,1 2-7 16,-2-1 1-16,-1 1 2 0,4-1 3 0,-5 1 3 16,-1 1-5-16,4 5 4 0,-2 2 14 0,-1 0-6 15,2 0 5-15,0 8 7 0,-1-1 1 0,1 3-5 16,1 7-5-16,-1-9-4 0,1 9 12 0,0 0-6 15,0 0-6-15,0 0-5 0,0 0 2 0,0 0 0 0,0 0-2 16,9 31-5-16,-7-16 0 0,5 11 2 16,-4-2 3-16,5 5-4 0,-5-5 3 0,1 3-6 15,1-4-1-15,0-3-1 0,1-3 1 0,-1 0-3 16,2-1 2-16,0-1-4 0,1 0 5 0,-2-6-3 16,1 1 2-16,2-3-1 0,-4 0 2 0,4-1-4 0,-2-3 0 15,2 1 1-15,3-3-2 0,-2-2 1 16,-1 0 2-16,1-5-1 0,-1 3-3 0,-1-6-3 15,0-1 7-15,0 0-4 0,-2 0-1 0,1-6 1 16,-3 2-1-16,0-1 7 0,2-1-9 0,-6 0 0 0,0 0-1 16,0 0-1-16,0 5 5 0,-3 1 2 0,3 1 7 15,0 9-1-15,0-12 0 0,0 12-6 16,-2-8 0-16,2 8-7 0,0 0 6 0,0 0-2 16,0 0 1-16,0 0-1 0,0 0-1 0,2 27 0 0,1-18 2 15,0 2-5-15,1 2-17 0,2-4-4 0,-2 3-22 16,1-3-18-16,3 2-32 0,-2-1-24 15,1 1-23-15,2-3-25 0,-1-3-32 0,0 3-150 0,-3-2-376 16,2-5 166-16</inkml:trace>
  <inkml:trace contextRef="#ctx0" brushRef="#br0" timeOffset="-130149.96">11431 6696 103 0,'0'0'136'0,"-2"-7"-24"0,2 7 0 0,0 0-24 16,0 0-12-16,0 0-22 0,0 0-26 0,22 4-12 15,-12-1-18-15,2 1-23 0,0-2-14 0,5 2-9 16,-3 1-55-16,-1-2-109 0,4 1 49 0</inkml:trace>
  <inkml:trace contextRef="#ctx0" brushRef="#br0" timeOffset="-129818.64">11637 6728 56 0,'0'0'81'0,"9"-1"4"16,-9 1 17-16,9-4-3 0,-9 4 5 0,6-3 8 15,-6 3 3-15,0 0 3 0,7-4-9 0,-7 4-6 16,0 0-7-16,0 0-14 0,0 0-4 0,0 0 2 16,10 7 0-16,-6-1-1 0,0 2 1 0,2 3 6 15,-2 0-6-15,1 4-3 0,0 10-2 0,-2-5-7 16,3 5-2-16,-1-6-13 0,0 7 1 0,-5-8-9 16,4 0-1-16,-1-2-6 0,-1-1-3 0,2 1-4 15,-1-5 0-15,-2-2-4 0,1 1-2 0,4-1-2 16,-4-4-2-16,-1 0-3 0,-1-5 3 0,3 10 1 15,-3-10 10-15,5 4 9 0,-5-4 0 0,0 0-6 16,0 0-2-16,0 0 0 0,0 0-3 0,0 0-6 16,-11-22-1-16,8 11-5 0,-3-5-1 0,3 0-1 15,1-1-2-15,-2-2-2 0,0 0-2 0,1-7-7 16,-2 1 0-16,4-1-6 0,-3 1-2 0,5-2-2 16,-1 6 0-16,0 3-6 0,3-7 5 0,-2 7-4 15,4 1 1-15,-1 0-3 0,1 7-5 0,2 0-8 16,2 1-11-16,-2 3-20 0,1 0-11 0,1 4-15 15,2 0-20-15,1 2-19 0,-1 3-16 0,5 1-17 16,-1 3-18-16,2 1-146 0,-5 2-344 0,-2 0 152 16</inkml:trace>
  <inkml:trace contextRef="#ctx0" brushRef="#br0" timeOffset="-129385.43">11797 6897 47 0,'0'0'166'0,"-7"5"0"15,7-5-8-15,0 0-8 0,0 0-14 0,0 0-13 16,0 0-11-16,0 0-14 0,0 0-9 0,0 0-8 16,0 0-11-16,27-14-15 0,-16 8-9 0,-3 1-8 15,2-2-6-15,1 2-1 0,-2-3-3 0,0 1-4 16,0 2 3-16,-2-2-4 0,1 0-9 0,0 3 6 16,-3-1 0-16,-1 2-1 0,-4 3 1 0,7-6-6 15,-7 6 0-15,8-3 0 0,-8 3 10 0,0 0 1 16,12 5 7-16,-7 4 0 0,0-2 2 0,0 0-2 15,0 8-2-15,0-4-2 0,1 3 8 0,1 3 1 16,-5-6 0-16,1 5 0 0,1-6-6 0,-2 1-1 16,3-1-3-16,-3-4-2 0,0-1-2 0,-1 1-5 15,-1-6 2-15,4 9-1 0,-2-5 2 0,-2-4 6 16,4 6 10-16,-4-6 8 0,0 0 1 0,0 0-1 0,0 0-5 16,0 0-5-16,0 0-3 0,0 0-4 0,0 0-1 15,-8-25-4-15,5 16-1 0,1-3-2 16,0 1-5-16,-1-6 0 0,0-2-5 0,2 0 1 15,1-1-8-15,-3-6 2 0,2 1-7 0,1-2-5 16,0 2-3-16,3 0-3 0,-2 5 3 0,1 0-4 0,5 1-3 16,-5 8 1-16,2-5-4 0,1 5-14 0,-1 2-15 15,3 0-17-15,0 3-13 0,2 1-17 0,-3 4-16 16,3 1-21-16,3 0-14 0,-3 1-15 16,-1 4-19-16,0 2-112 0,-3 1-315 0,1 3 140 0</inkml:trace>
  <inkml:trace contextRef="#ctx0" brushRef="#br0" timeOffset="-128672.27">12043 6848 121 0,'-3'8'174'0,"3"-8"0"0,0 0-4 16,0 0-12-16,0 0-18 0,0 0-15 0,0 0-11 16,0 0-11-16,0 0-14 0,26-10-5 15,-15 6-10-15,1-3-10 0,-1 3-12 0,2-3-14 0,-1 2 5 16,5-5-20-16,-5 2 3 0,1 0-6 0,-4 2-1 15,3-2-5-15,-5 3 1 0,1 1 1 0,-3-1 0 16,0 3 2-16,-5 2 6 0,8-6 0 0,-8 6 1 16,5-3-6-16,-5 3 0 0,0 0-5 0,0 0-3 15,7-2-1-15,-7 2 3 0,0 0 4 0,0 0 6 16,6 16 3-16,-4-10-3 0,1-1-3 0,-1 1-1 16,0 0 3-16,0 4 0 0,1-4-2 0,3 1-1 15,-2 1 3-15,3-2-1 0,-1-3-1 0,0 1 2 16,1-1-5-16,4 1-1 0,0-4-2 0,0-4-1 15,0 4 3-15,-3 0-1 0,2-3-2 0,1 0 1 16,1-1-8-16,-5-2 0 0,2-1-1 0,-2-1-3 16,0 0 3-16,-1 2-3 0,-2-2-2 0,0-3 5 15,1 1-5-15,0 0 3 0,-4-2-1 0,-1-1 0 16,0 0-2-16,0 1-1 0,0 0 4 0,0 1 0 16,2 2-2-16,-4 0 5 0,2 9 6 0,-1-13 14 15,1 13-13-15,0-8-4 0,0 8-2 0,0 0-3 16,0 0-1-16,0 0 11 0,0 0 3 0,0 0 0 15,0 0 4-15,4 32-5 0,-3-23-3 0,1 4 0 16,0-1 9-16,0-2-11 0,1 0-1 0,3-3 6 16,-2 2-5-16,0-3 2 0,2 1 1 0,1-3 2 15,-1-1-3-15,8 1-5 0,-5-2 3 0,4-2-2 16,-3 0 1-16,2-3-1 0,1 3-1 0,-1-4-1 16,1-2-1-16,-4 1 5 0,3-2-3 0,-5-1-4 15,1-1-2-15,2 1-5 0,-8-2 2 0,3-1-3 16,-3 1 2-16,0-1-5 0,0-2 5 0,-2 3-5 15,0-2-1-15,-2 1-1 0,0 1 3 0,0 3-1 16,1 0-2-16,1 7 2 0,-2-9-1 0,2 9-2 16,-2-10-1-16,2 10-1 0,0 0 1 0,-9 0-3 15,9 0 8-15,0 0-2 0,-7 13-4 0,7-13 3 16,-2 13 1-16,2-3 0 0,0-1 0 0,2 0 1 16,0 0 0-16,0 0 1 0,1 2 0 0,0-2 3 0,1 3 0 15,0-1-1-15,-2 0 0 0,1 5 7 16,-1-6-3-16,0 0-3 0,0 2-1 0,0-1 1 15,-2-2 4-15,0 1-5 0,0 1-14 0,0-4-16 16,0-7-20-16,-4 12-16 0,4-12-17 0,0 12-29 0,0-12-23 16,0 0-19-16,-5 11-24 0,5-11-120 0,0 0-328 15,0 0 146-15</inkml:trace>
  <inkml:trace contextRef="#ctx0" brushRef="#br0" timeOffset="-128474.5">12818 6602 61 0,'3'-11'207'0,"-3"2"6"16,2 3 5-16,-2 6 3 0,0-11-21 16,0 11-17-16,2-6-22 0,-2 6-19 0,0 0-12 15,0 0-13-15,0 0-9 0,0 0-8 0,0 0-7 0,5 24-6 16,-5-8-7-16,-2 0-5 0,-1 1-9 16,1-2-7-16,2 2-7 0,0-1-7 0,-2 1-16 15,2-5-19-15,-2 4-38 0,4-4-39 0,-2-2-37 16,2 0-47-16,0-3-42 0,1 0-160 0,-3-7-381 0,0 10 168 15</inkml:trace>
  <inkml:trace contextRef="#ctx0" brushRef="#br0" timeOffset="-128313.92">12808 6438 28 0,'0'0'80'0,"0"0"-33"0,-9 18-39 0,9-10-36 0,2 2-29 16,0 2 13-16</inkml:trace>
  <inkml:trace contextRef="#ctx0" brushRef="#br0" timeOffset="-127767.9">12946 6592 43 0,'0'0'176'16,"-8"14"4"-16,8-14-9 0,-3 8-7 0,1-2-13 16,2-6-16-16,-2 12-10 0,0-5 0 0,2 1-13 15,2 2-11-15,2-2-10 0,-4 1-2 0,3-4-15 16,3 1-7-16,-2 0-5 0,2-1-7 0,0-1-1 16,1-2-8-16,2 2-4 0,-2 0-2 0,0-3-4 15,1 1-5-15,-8-2-3 0,13 0 0 0,-13 0-6 16,10-4 2-16,-10 4-5 0,5-7-2 0,-1 4-3 15,-4 3 0-15,4-12-2 0,-4 5 0 0,0 1-3 16,0-5-1-16,0 2-1 0,-2 0-2 0,0-2-1 16,2-1-1-16,0 0 0 0,0 1-3 0,0-2 0 15,0 3 1-15,2-3 1 0,0 1-3 0,-2-1-1 16,4 6 2-16,2-3-2 0,-2 3 2 0,3 2-1 16,1-2-2-16,-3 7 0 0,7 0 0 0,-2-2 5 15,-1 4 2-15,1 5 4 0,1-2 1 0,-3 2 5 16,0 1 2-16,1 1 2 0,-3 1 1 0,1 1 2 15,-3-3-4-15,3-1 2 0,-4 0-2 0,-1-2 1 16,2 5 4-16,-4-4 4 0,0-6 0 0,0 0 8 16,0 9 0-16,0-9 1 0,0 0 1 0,0 0-1 15,-4 6 0-15,4-6-3 0,0 0-1 0,0 0 2 16,0 0-3-16,0 0-2 0,-7-22-4 0,7 22-3 16,2-15-1-16,1 5-4 0,1-1-4 0,0-2 3 15,3-2-3-15,5 1-3 0,-3-1-2 0,-1 5 1 16,6-1-2-16,-5 4-3 0,2 0 0 0,-2 0 0 15,2 4-4-15,-2 2 1 0,-2 2-2 0,-7-1 0 16,16 4 2-16,-10-1-2 0,1 6-1 0,2-1 3 16,0 0-4-16,-7 3-2 0,1-1-8 0,1 1-9 15,-2 0-13-15,-2-1-24 0,-2 1-16 0,2 0-28 16,-5-1-30-16,1-1-33 0,0 0-37 0,-3 1-185 16,-5-3-419-16,2-1 186 0</inkml:trace>
  <inkml:trace contextRef="#ctx0" brushRef="#br0" timeOffset="-127567.73">12810 6377 2435 0,'-5'-7'9'15,"-1"0"6"-15,-1 1-2 0,7 6-17 0,-5-8-12 16,5 8-9-16,-6-7-12 0,6 7 0 0,0 0 0 0,0 0-3 15,-5-2-16-15,5 2-33 0,0 0-34 16,0 0-48-16,0 0-136 0,0 0-331 0,9 23 147 16</inkml:trace>
  <inkml:trace contextRef="#ctx0" brushRef="#br0" timeOffset="-100352.03">7889 7761 20 0,'0'0'23'0,"0"0"-3"15,0 0-1-15,0 0 0 0,0 0-4 0,0 0 1 0,0 0 3 16,0 0-5-16,0 0-1 0,0 0-4 0,0 0 2 16,0 0 0-16,0 0-3 0,0 0-1 0,0 0-6 15,0 0-5-15,0 0 4 0,0 0-5 16,0 0 1-16,-4-5-1 0,4 5-5 0,0 0 1 0,0 0 7 16,0 0-7-16,0 0 2 0,0 0 3 0,0 0-2 15,0 0 0-15,0 0 4 0,0 0-6 0,0 0-2 16,0 0-13-16,0 0-24 0,0 0 11 0</inkml:trace>
  <inkml:trace contextRef="#ctx0" brushRef="#br0" timeOffset="-99431.53">7774 7790 8 0,'11'0'13'0,"-11"0"-4"0,0 0 4 15,9 3-6-15,-9-3 0 0,0 0-2 0,9 0 3 16,-9 0-3-16,9 0-1 0,-9 0 4 0,9 0-2 16,-9 0-4-16,10 0 2 0,-10 0-5 0,13-1 3 15,-7-1 1-15,-6 2 0 0,13 0-3 0,-4-2 6 16,-3 0-6-16,3 0-1 0,-1 1 1 0,-8 1 1 16,15-1-2-16,-4-2 5 0,-4 2-2 0,1 0 2 15,-8 1-3-15,14-2 3 0,-8 1-1 0,2-2-7 16,-8 3-3-16,14 0 4 0,-6-1 6 0,-8 1-3 15,16-1 0-15,-9 0-1 0,-1-2 2 0,-6 3-3 16,15-2 3-16,-7 2-4 0,-8 0 2 0,14-4 3 16,-2 3 1-16,-6 0-5 0,-6 1 5 0,13-4-2 15,-6 2 0-15,1 2-1 0,-8 0 2 0,14-1-2 16,-2 0-2-16,-5-2-1 0,0 2 3 0,-7 1-3 16,15-3 6-16,-6-1 0 0,-1 3-4 0,1 1 2 15,-2-2 0-15,1-2 3 0,2 4-4 0,0-2-3 16,-2 0 8-16,-1 0-3 0,-7 2-3 0,16-1 0 15,-9-1 1-15,-7 2 2 0,15 0-2 0,-9 0 3 16,-6 0-2-16,12-3-2 0,-12 3 0 0,11-1-2 16,-11 1 5-16,13 0 1 0,-13 0-8 0,12 0 2 15,-6-2 3-15,-6 2-2 0,13-1-1 0,-13 1 1 16,10-5 6-16,-10 5-3 0,9 0-2 0,-2-1-1 0,-7 1 4 16,11-2-1-16,-11 2-1 0,10-1 5 15,-10 1 0-15,13-1-2 0,-7 1 0 0,-6 0 2 16,13-2-4-16,-5 0-2 0,2-2-1 0,-2 3 4 15,2 0-1-15,0-2 2 0,-1 1-3 0,-1-1 4 16,2 2-3-16,-2 1 0 0,1-3-2 0,2 1-1 16,-1-1 2-16,-1 2 0 0,3-2 4 0,-3 1-6 15,-2 2 2-15,-7 0 0 0,15-4 0 0,-7 4 0 16,-8 0 5-16,13-3-8 0,-13 3 6 0,13-1-5 16,-13 1-1-16,11 0 1 0,-11 0-1 0,8 0 2 0,-8 0 1 15,11 0 4-15,-11 0-3 0,0 0 0 16,11 0-3-16,-11 0-2 0,9-1 4 0,-9 1 0 15,10 1-6-15,-10-1 8 0,8 0-3 0,-8 0 1 16,0 0 2-16,10 0 1 0,-10 0-7 0,10-4 0 0,-10 4-4 16,10 3-14-16,-10-3-25 0,12-3 11 0</inkml:trace>
  <inkml:trace contextRef="#ctx0" brushRef="#br0" timeOffset="-98542.86">8456 7713 9 0,'0'0'11'0,"-8"3"0"16,8-3 0-16,0 0-5 0,0 0 5 0,-5 3-6 16,5-3 1-16,0 0-6 0,0 0 4 0,0 0-4 15,0 0-1-15,0 0 3 0,0 0 2 0,0 0-2 16,0 0 0-16,0 0 2 0,17 10-4 0,-17-10 3 16,8 0 2-16,-8 0 0 0,9 0 4 0,-9 0-9 15,12 0 5-15,-4 0-1 0,-8 0-1 0,17 0 5 16,-5 0-1-16,-1 0-4 0,0-1 4 0,1 1-2 15,0-4 7-15,1 2-3 0,0-2-1 0,1 4 5 16,-1-3-3-16,5 0-1 0,-7 1 4 0,2 1-4 16,0-2 1-16,-3 2-1 0,4-1-6 0,-3-1 7 15,1 2 0-15,1-2-3 0,-3 2-2 0,0-1-7 16,0-1 6-16,1 3 0 0,-2-3 1 0,-1 2 0 16,4 1-2-16,-3 0 2 0,0-2-8 0,1 1 4 15,-2 0 4-15,3 1-5 0,-3-1 0 0,2-2 5 16,-2 0 7-16,3 2-8 0,0-1-4 0,-2-1 4 15,2-2-1-15,-3 5-6 0,1-5-3 16,1 3 8-16,-10 2 1 0,15-1-2 0,-7-1-2 0,2-2 6 16,-3 3-3-16,0-1 2 0,1 0-12 0,-8 2 7 15,15-1 0-15,-8-1 6 0,-7 2-1 0,14-4 1 16,-8 4-4-16,-6 0 1 0,0 0 1 0,17-3-2 16,-17 3-1-16,12-2 1 0,-12 2-2 0,11-2 0 15,-11 2 5-15,0 0-2 0,17 0-3 0,-17 0-4 16,15-2-1-16,-15 2 7 0,12-1 3 0,-12 1 3 15,12-3-7-15,-12 3 1 0,13 0-2 0,-13 0 3 16,14-1-7-16,-14 1 8 0,13-2-5 0,-13 2 1 16,12-2-1-16,-12 2-10 0,12-2-6 0,-12 2-7 15,10-2-26-15,-10 2-56 0,11-1 25 0</inkml:trace>
  <inkml:trace contextRef="#ctx0" brushRef="#br0" timeOffset="-98221.4">9358 7615 9 0,'9'-1'31'0,"3"1"0"0,-2-1-7 16,0 0-1-16,4 0-1 0,-4 0 3 0,2 1-10 16,1-1 0-16,-3 1 1 0,3-2-13 0,-2 2 1 0,0 0-5 15,0 0-3-15,-5 2-7 0,-6-2-4 16,15-2-17-16,-15 2-34 0,12 2 16 0</inkml:trace>
  <inkml:trace contextRef="#ctx0" brushRef="#br0" timeOffset="-96039.4">9614 7460 3 0,'0'0'25'0,"0"0"-1"0,11 14-2 0,-11-14-4 15,4 8 2-15,-4-8 2 0,5 11-7 0,-1-4-2 16,-1-1 1-16,-1 2-3 0,1 0 1 0,0 3-4 15,-1-3-1-15,3 1 2 0,-4 0-4 0,2 0 3 16,-2 1-1-16,2 2-2 0,-2-7 2 16,3 5-2-16,-3-3 1 0,0 1-4 0,2 0 2 15,-3-8 5-15,1 10-6 0,1-3 0 0,-1 1 1 0,1-4-2 16,-2-4 2-16,2 10-6 0,-2-10 2 0,5 7-4 16,-5-7 9-16,1 9-4 0,-1-9 0 0,3 4 3 15,-3-4-6-15,0 0 3 0,0 0 2 16,2 8-2-16,-2-8-3 0,0 0 6 0,0 0-5 15,0 0 9-15,0 0-1 0,0 0 3 0,0 0 4 0,0 0 1 16,0 0-7-16,0 0-1 0,0 0 3 0,0 0 1 16,0 0-1-16,0 0-3 0,0 0-1 0,0 0-6 15,0 0 9-15,0 0-1 0,0 0-2 0,0 0-1 16,0 0 2-16,0 0-3 0,0 0-4 0,0 0 5 16,0 0 3-16,0 0-13 0,-13-17 7 0,13 17-1 15,-3-8-10-15,3 8 16 0,-2-10-4 0,2 10 9 16,-1-9-13-16,1 9 6 0,-3-11-7 0,3 11 3 15,-2-9-3-15,1 2 5 0,-2-1 5 0,2 1-10 16,-2-1 6-16,3 8 2 0,-2-16-5 0,-1 10 8 16,-1-1-1-16,4 7 1 0,-5-13 2 0,4 5 0 15,-2 2 4-15,1-1 1 0,-2 0-4 0,4 7 2 16,-4-12 0-16,3 7 3 0,1 5-6 0,-4-11 4 16,4 11 1-16,-3-8-2 0,3 8-2 0,-2-8 2 15,2 8-5-15,0 0 1 0,-3-8 1 0,3 8-4 16,0 0 0-16,0 0 2 0,-2-7-4 0,2 7-2 15,0 0 5-15,0 0-8 0,0 0-1 0,0 0-2 16,0 0 7-16,0 0-3 0,0 0-1 0,0 0-2 16,0 0 2-16,0 0 2 0,0 25-8 0,0-12 10 15,-1-1-4-15,2 1 3 0,-1-4 1 0,0 4-1 16,1-2 3-16,-2 3-11 0,2 0 7 0,-2-1-4 16,2 0 4-16,-1-3-8 0,1 2 7 0,-1 0-2 15,3 0 1-15,1-2 0 0,-2 2-1 0,-1-2 2 16,-1 0-1-16,3 2-1 0,-2-5 5 0,1 4 1 15,-1-1-1-15,1-1-4 0,0-1 1 0,0 0 0 16,-2-1-2-16,0-7 0 0,6 11 2 0,-5-5 0 16,-1-6-1-16,2 7-3 0,-2-7 7 0,2 7-9 15,-2-7-5-15,3 6 13 0,-3-6-2 0,0 0 6 0,0 0-3 16,0 0 4-16,2 6-4 0,-2-6 12 16,0 0-8-16,0 0 6 0,0 0-1 0,0 0 2 15,0 0-3-15,0 0-4 0,0 0 3 0,0 0-3 16,0 0-10-16,-8-26 13 0,8 17-6 0,-2 0-6 15,0 2 6-15,0-3 3 0,0 0-3 0,0 1-3 0,0-4 11 16,0 5-13-16,2 8-2 0,-4-21 1 16,4 11 8-16,-3 0 3 0,3-1-7 0,-1 2-3 15,1-1-2-15,0 1 1 0,-1-2 9 0,2 2-5 16,-1 1 0-16,0 8-2 0,0-16 2 0,0 7-2 16,0 0 1-16,0 1-4 0,0-1-2 0,0 9 6 15,0-14-3-15,0 8-1 0,0 6 4 0,1-12-2 0,-1 12 2 16,0-11-7-16,0 11 9 0,0-8 1 15,0 8 3-15,2-8-1 0,-2 8-6 0,0 0 2 16,0 0 1-16,0 0 0 0,0 0-4 0,0-10-15 16,0 10 17-16,0 0-5 0,0 0 5 0,0 0-3 0,0 0-5 15,0 0 8-15,0 0-6 0,0 0 1 0,6 26-4 16,-5-17 11-16,3 2-4 0,-2 0-4 16,0 4 3-16,1 0 2 0,-2-2 5 0,0 0-4 0,3 2 4 15,-3-3 0-15,-1-1-1 0,0-1 10 16,3 1-15-16,-2-1 3 0,0-2 3 0,2 1-6 15,-2-1 3-15,1-2 2 0,-2-6-8 0,2 9 6 16,-2-9-1-16,1 10-4 0,1-6 3 0,-2-4-2 16,2 8 3-16,-2-8-1 0,2 7 3 0,-2-7-6 15,0 0 6-15,0 0 1 0,0 0 3 0,0 9-3 16,0-9 10-16,0 0-3 0,0 0 12 0,0 0-3 16,0 0 3-16,0 0 3 0,0 0-5 0,0 0 5 15,0 0-5-15,0 0-1 0,0 0-4 0,0 0-4 0,0 0-5 16,0 0-1-16,0 0 2 0,-7-23 6 0,7 23-7 15,-4-8-6-15,2 1 4 0,-1 0-4 0,3 7 4 16,-4-15 0-16,1 5 0 0,1-2-7 16,1 2 5-16,0-1-5 0,0 0 4 0,-1 1-2 0,0-2 5 15,2 4-21-15,0 8 11 0,-2-15-1 0,1 9 10 16,1 6-5-16,-1-12 4 0,1 12-3 0,0-9-4 16,0 9 2-16,0 0 4 0,-2-9-9 0,2 9 6 15,0 0-9-15,0 0 7 0,0 0-6 0,0 0-1 16,0 0 6-16,0 0 2 0,7 22-6 0,-4-10 7 15,-1-1-3-15,-1 1 3 0,1-1-2 0,1 0 4 16,-3 0 1-16,2 1 8 0,-1-1-11 0,-1-2-1 16,1-2-14-16,-1 4-14 0,1-6-23 0,1 5-12 15,-2-1-33-15,-2 3-89 0,1-4-201 0,-1 1 90 16</inkml:trace>
  <inkml:trace contextRef="#ctx0" brushRef="#br0" timeOffset="-83095.26">7717 7840 5 0,'0'0'15'0,"0"0"-3"16,0 0 6-16,0 0-4 0,0 0-4 0,0 0 4 15,0 0-5-15,0 0-4 0,0 0 5 0,0 0-6 16,0 0-2-16,0 0-13 0,0 0-8 0,0 0-18 15,0 0 8-15</inkml:trace>
  <inkml:trace contextRef="#ctx0" brushRef="#br0" timeOffset="-79291.27">9677 7472 8 0,'0'0'13'0,"0"0"-3"0,0 0-1 15,0 0 1-15,0 0-1 0,0 0-5 0,0 0 4 16,0 0-2-16,0 0-2 0,0 0 0 0,12 9-2 16,-12-9-1-16,0 0 0 0,0 0-3 0,4 6 2 15,-4-6 0-15,0 0-1 0,0 0 2 16,1 8 0-16,-1-8-2 0,0 0-2 0,0 8 1 16,0-8-2-16,0 0 4 0,0 0-1 0,0 0-3 15,0 0 7-15,-1 11-5 0,1-11-2 0,0 0 6 0,0 0-4 16,0 0-2-16,0 0 6 0,0 0 2 0,0 0 4 15,0 0 2-15,0 0 3 0,0 0-6 0,0 0 2 16,0 0-2-16,0 0-3 0,0 0 5 16,0 0-2-16,0 0 4 0,0 0 4 0,0 0-6 0,0 0 4 15,0 0-9-15,0 0 6 0,0 0-2 0,0 0-3 16,0 0 2-16,-13-19 2 0,13 19-1 0,0 0 1 16,0 0-2-16,0 0 5 0,-3-7-7 0,3 7 4 15,0 0 5-15,0 0 1 0,-3-7 2 0,3 7-2 16,0 0-1-16,0 0-4 0,0 0 2 0,0 0-1 15,0 0 4-15,0 0-4 0,0 0 3 0,-4-8-1 16,4 8 1-16,0 0-6 0,0 0 4 0,0 0 0 16,0 0-5-16,0 0-2 0,0 0-2 0,0 0-3 15,0 0 3-15,0 0 3 0,0 0-1 0,0 0 3 16,0 0-6-16,0 0 2 0,0 0-2 0,0 0-4 16,0 0 5-16,0 23 0 0,0-23-3 0,1 10 7 15,-1-10-9-15,0 9 3 0,0-9 4 0,2 7-6 16,-2-7-1-16,0 9 0 0,0-9 0 0,0 0-5 15,1 8 2-15,-1-8 4 0,0 0 0 0,0 0 0 16,0 0 3-16,0 9-9 0,0-9 11 0,0 0-4 16,0 0 1-16,0 0 1 0,0 0 3 0,0 0-10 15,0 0 3-15,0 0 4 0,0 0 0 0,0 0-3 16,0 0 0-16,0 0 4 0,-10-21 1 0,10 21 4 16,-2-9-6-16,2 9 5 0,-2-11-4 0,1 5-12 15,1 6 8-15,-2-8 4 0,2 8-3 0,-3-11 5 16,3 11 1-16,-4-9-1 0,4 9 2 0,-3-10-2 15,3 10 0-15,-1-8-1 0,1 8 6 0,-3-7-2 16,3 7-6-16,0 0 4 0,-1-9 4 0,1 9 2 16,0 0-3-16,-1-7-7 0,1 7 3 0,0 0-4 15,0 0 3-15,0 0-4 0,0 0 1 0,0 0-1 16,0 0 6-16,0 0-4 0,0 0-4 0,0 0 4 16,0 0-4-16,0 0 4 0,0 0-3 0,0 0 5 15,15 15-7-15,-15-15 10 0,1 8-5 0,-1-8 0 0,4 9-8 16,-3-3 6-16,-1-6-7 0,2 12-1 15,-1-6 5-15,0 1-5 0,-1-7-3 0,2 9-2 16,-2-9-1-16,2 10-2 0,-2-10 8 0,3 5-2 16,-3-5-1-16,0 0 2 0,1 8 2 0,-1-8 7 0,0 0-6 15,0 0 3-15,0 0-3 0,1 6 3 16,-1-6 1-16,0 0-1 0,0 0 3 0,0 0 1 16,0 0 0-16,0 0 2 0,0 0 0 0,0 0-1 15,0 0 2-15,-6-27-2 0,6 27-4 0,1-9 3 0,-1 9 4 16,0 0 3-16,-1-9 2 0,1 9-7 15,0 0-4-15,-1-10 6 0,1 10-2 0,0 0 4 16,0 0-5-16,0 0 0 0,0-10-2 0,0 10 3 16,0 0-3-16,0 0-3 0,0 0 1 0,0 0 1 15,0 0 1-15,0 0-6 0,0 0-4 0,19 10 9 0,-19-10-1 16,4 9-1-16,-4-9-5 0,2 8 2 0,-1-3 2 16,-1-5-4-16,2 10-1 0,0-5-3 0,-2-5-6 15,2 7 10-15,-2-7-6 0,1 9 1 16,-1-9 0-16,0 0-1 0,1 5 4 0,-1-5-2 0,0 0 2 15,0 0 3-15,0 0-4 0,0 0 3 0,0 0 7 16,0 0-3-16,0 0 1 0,0 0-1 0,0 0-2 16,0 0 4-16,0 0-3 0,0 0 4 0,0 0-1 15,0 0 5-15,0 0-2 0,0 0 2 0,0 0-3 16,-6-26 3-16,6 26-3 0,0 0 2 0,0-9 2 16,0 9 0-16,0 0-3 0,0 0-1 0,0-11 1 15,0 11 3-15,0 0-1 0,0 0-1 16,0 0-3-16,0-8 4 0,0 8-9 0,0 0 10 15,0 0-5-15,0 0 3 0,0 0-2 0,0 0 1 0,0 0-1 16,0 0-3-16,0 0-3 0,0 0-3 0,0 0-5 16,0 0 0-16,0 0-2 0,0 0-6 0,6 21-6 15,-6-21-17-15,0 0-49 0,0 0 22 16</inkml:trace>
  <inkml:trace contextRef="#ctx0" brushRef="#br0" timeOffset="-34475.97">7790 4273 1 0,'0'0'52'0,"-4"-7"-7"0,4 7-5 0,0 0-7 0,-2-5 5 15,2 5-3-15,0 0-6 0,0 0 1 16,-3-10-7-16,3 10 0 0,0 0-5 0,0 0 5 15,0-8-8-15,0 8-4 0,0 0 0 0,0 0 2 16,0 0 0-16,0 0-2 0,0 0-1 0,-2-7 0 0,2 7 1 16,0 0-1-16,0 0 3 0,0 0 1 15,0 0-5-15,0 0-2 0,0 0-1 0,-5-8 7 16,5 8-6-16,-3-5 1 0,3 5 1 0,0 0 14 16,-2-10 3-16,2 10-5 0,-2-7-4 0,2 7 4 15,-1-10-3-15,1 10-12 0,-4-11-4 0,4 4 8 16,0 7-7-16,-2-15 3 0,-1 5-2 0,2 2 5 15,-1-3-11-15,1 1 7 0,-2 0 2 0,2-4-8 0,1 3 2 16,-1 0 5-16,0-1 0 0,1-1-5 16,0-2-2-16,1 2 1 0,1-2-2 0,0 0 2 15,-1 2-6-15,2 0 3 0,-2-3 9 0,0 4-12 16,3-5 6-16,0 2-3 0,-1-1 4 0,0 5-10 16,2-6 6-16,-1 5-3 0,0 1 9 0,1-3-12 15,0-2 4-15,1 4 0 0,-3 0-1 0,4-3 0 16,-4 2 3-16,3 2-3 0,-3-1-3 0,4-4 3 15,-1 6 9-15,-1 1 0 0,0-2-6 0,-1 0-3 16,1 0 0-16,2 1 9 0,-3-2 6 0,3 2 2 16,-2 0-1-16,1 0 2 0,-1 0-8 0,0 3-2 15,-1-4 3-15,1 1-5 0,0 0 4 0,2-4-1 16,-1 4-5-16,0-1 3 0,2 2 5 0,-1-2-5 16,0 3-4-16,-2-3 0 0,1 1 6 0,2 3-4 15,0-3-3-15,-1 1-4 0,0-3 4 0,3 3 2 16,-3-1-3-16,0-2 3 0,1 2-2 0,2 0 5 15,-4-1-7-15,3 4 0 0,0-3 3 0,-1 1 3 16,2-4-6-16,3 1 5 0,-2 1 0 0,1-4-2 16,3 2 2-16,-2 1-1 0,2-1 3 0,-1-1-9 15,3 3-2-15,-2-1 5 0,-1-2-3 0,3 4 0 16,-2-2 7-16,1 0-7 0,0 1 1 16,-3-1 5-16,5 1-6 0,-1 0 9 0,0 1-8 0,5-4-2 15,1 1 4-15,3-1 0 0,-2 2-1 0,0-3 5 16,-1 2-4-16,2 0 1 0,1 0-1 0,0 1 2 15,1-1 3-15,1 3 2 0,1-4-3 0,-1 5-4 16,3-1-1-16,-2 0 3 0,1-1 7 0,-2 2-3 16,1-2-4-16,2 3 1 0,1 0 0 15,-1-3 3-15,-1 2-1 0,1-1-3 0,1 1 1 0,-3-1 4 16,6 0 1-16,-1 1-1 0,-1-4 2 0,1 2 16 16,2 1-12-16,-1-1 1 0,0 1-5 0,15-5 3 15,-16 6 3-15,2-1-3 0,-1-1 2 0,13-2-18 16,-12 3 0-16,0 1-2 0,1-1 4 0,0 1 0 15,-4 0 13-15,1 1-18 0,1-1 8 16,-3 3-4-16,0-4 3 0,1 4 3 0,0 1 2 16,-2-1-5-16,0 0 6 0,1 3-9 0,-2-2 8 15,0 1 1-15,-1 2 1 0,0 0-5 0,1 1 0 16,2-3 5-16,-3 0-8 0,2 2 7 0,0-2-2 16,2-1-2-16,3 0 1 0,1-2-3 0,2 1 9 0,10-2-2 15,-12 2-1-15,2-1-2 0,0 2-3 16,-1-1 5-16,-1 1-9 0,3-1 11 0,-3 2-3 15,1-3 2-15,-1 4-1 0,4-2-2 0,-4 1 2 16,-1 4-5-16,0-3 2 0,-1 0-2 0,0 2 2 16,2-1-2-16,-2-1 1 0,-1 2 4 0,1 0 1 15,-2 1-1-15,2 0 4 0,-5 0-10 0,3-1 5 16,3 1 2-16,-3-1 3 0,-2 1-3 0,-2 0 1 16,3 1-6-16,-5 0 3 0,3-2 1 0,-3 3 1 15,-1-1-5-15,2 2 2 0,-6-3 6 16,6 2-7-16,0 0 13 0,1 0-13 0,-9 1 2 15,8-3 6-15,-6 2-12 0,6-1 8 0,1 1-3 0,1 1 1 16,-1-2 5-16,-5 0-8 0,6 0 0 0,-1 0 3 16,0 2 4-16,-2-2 6 0,2 0-13 0,0-1-4 15,1 2 6-15,-1-1 5 0,1 2-8 0,-2-1 1 16,0 0 5-16,1 0-4 0,-9-1 4 16,8 2-2-16,-6 0-1 0,0-1 3 0,-2 1 7 0,3 1-10 15,4 0 3-15,-7 2-1 0,1-4-1 16,0 4-2-16,6 1 8 0,0-1-4 0,-5 0-7 15,-3-1 7-15,8 2-4 0,-5 0 8 0,4-4-2 16,-7 4-1-16,2-2-2 0,0-1-3 0,-2 1 2 16,-1 0 0-16,-1-1-1 0,0 1 3 0,2-1-1 0,-1 0-1 15,-2 2-2-15,2-1 4 0,1 2 0 16,-4-4 1-16,5 5 11 0,-3-3-16 0,4 1-3 16,0 0 1-16,-4-1 4 0,6 3-1 0,-3-2-1 15,0 1 8-15,0-1-4 0,-1 2-8 0,0-3 5 16,2 2 5-16,-2 0-1 0,2 0-1 0,-3 1-2 15,0-1 17-15,0 2-16 0,0-1 8 0,0 2-7 16,-2-2 4-16,-3 0-1 0,3 2-10 0,-2-1 7 16,-1 1-1-16,3-1 3 0,-3 1 0 15,1 0-7-15,-1-1 7 0,3-2-3 0,-3 6-5 0,5-5 7 16,-5 3 1-16,2-3-3 0,-2 3 7 0,3 0-15 16,-5-5 9-16,2 6 0 0,1-2 7 0,-3 2-5 15,3 1 1-15,-1-3-3 0,-2 3 3 0,2-3-3 16,-6 1-6-16,0-2 3 0,0 3 2 0,0-3 1 15,-3 2 9-15,3 1-7 0,-1-3-5 0,-2 2 5 16,0 2-2-16,2-3-3 0,-2 1 0 0,-1 0 0 16,-1 2 4-16,2-1-3 0,1-1 6 15,-3 1-10-15,0 1 12 0,3 1-7 0,-3-1 0 16,1-1 3-16,-3 0-3 0,2 5 2 0,-2-5-4 16,2 4-1-16,-2-2 1 0,2 2 2 0,-2-2 2 0,0-3 1 15,0 0 1-15,0 3-3 0,0-2 1 0,0 4 4 16,0-2-8-16,0-2 6 0,0 1-1 0,0-1 0 15,-2 1-4-15,2 2 4 0,-4 0-1 16,4 1-5-16,-3-4 2 0,1 1-1 0,2-2 0 16,-5 5-1-16,3 0 8 0,2-1-3 0,0-15 2 15,-3 27-5-15,3-14 6 0,-2 2-6 0,0-2 7 16,2-13-3-16,-2 26-3 0,0-15-6 0,2 6 8 16,-2 0-1-16,1 0 3 0,-1-1-3 0,2 1 1 15,-4-1 9-15,4 0-4 0,-4-1-9 0,-2 1 5 16,4 0 6-16,0-4-11 0,-4 2 3 0,1 2-7 15,-1-2 13-15,1-2-5 0,-2 4 0 0,0-3-9 16,-1 1 9-16,-1 2-3 0,-1-1 12 0,-1-2-13 16,0 3 6-16,-1-2-1 0,-1 1 3 0,-1-1-6 15,1 1 3-15,-1-1-4 0,1 1-2 0,2-2 0 16,-3 0 7-16,2-1-12 0,0-1 6 0,3-3 2 16,-4 4 4-16,3-2-3 0,-1-1 2 0,0-1 10 15,2 0-12-15,-2-1-2 0,0 1 3 0,-3 1-4 16,1 0 2-16,-1-1-9 0,3-2 7 15,-5 3 0-15,-1-1 1 0,0-1 4 0,0 3 1 0,-2-3-4 16,4 0 0-16,-3-1 4 0,3 0 0 0,1 0-5 16,1-3 0-16,1 1 3 0,-1 1-11 0,2-1 7 15,-3 0 2-15,1 0-7 0,13-4 0 0,-25 8-2 16,13-7 14-16,-1 1-5 0,13-2-1 0,-25 4 5 16,12-2-7-16,-1-1-8 0,1 1 2 15,13-2-12-15,-27 2-12 0,14-2-1 0,13 0-12 16,-25 2-6-16,16-2-65 0,9 0-124 0,-23-1 55 15</inkml:trace>
  <inkml:trace contextRef="#ctx0" brushRef="#br0" timeOffset="11661.96">8755 7706 2 0,'0'0'-1'0</inkml:trace>
  <inkml:trace contextRef="#ctx0" brushRef="#br0" timeOffset="22826.1">13005 3905 29 0,'4'9'39'15,"-4"-9"0"-15,0 0 3 0,0 0-1 0,0 0-9 16,0 0 1-16,0 0-3 0,0 0-8 0,0 0 0 16,0 0-2-16,0 0 0 0,0 0 1 0,0 0-4 15,0 0-7-15,0 0 3 0,0 0 0 0,0 0-8 16,0 0 17-16,0 0-11 0,0 0-3 0,0 0 3 15,0 0-6-15,0 0 3 0,0 0-5 0,0 0 4 16,0 0-3-16,0 0 3 0,0 0-1 0,0 0 2 16,0 0-2-16,0 0-3 0,0 0 7 0,0 0 3 15,0 0-8-15,0 0 4 0,0 0 2 0,0 0-2 16,0 0 0-16,0 0 0 0,0 0 0 16,0 0-2-16,0 0 1 0,0 0-5 0,0 0 5 15,0 0-3-15,0 0-2 0,0 0 0 0,0 0 4 0,0 0-5 16,0 0 1-16,0 0-1 0,0 0-1 0,0 0 4 15,0 0-7-15,0 0 2 0,0 0-4 0,0 0 7 16,0 0-9-16,0 0-8 0,0 0-17 0,0 0-19 16,0 0-49-16,0 0-108 0,0 0 48 0</inkml:trace>
  <inkml:trace contextRef="#ctx0" brushRef="#br0" timeOffset="30617.1">29160 13607 2 0,'0'0'39'0,"0"0"7"0,0 0-9 0,0 0-1 16,0 0-10-16,0 0 1 0,0 0-1 0,0 0-1 15,0 0-2-15,0 0-1 0,0 0 4 0,0 0-5 16,0 0-5-16,0 0 3 0,0 0-2 0,0 0-5 16,0 0 0-16,0 0-5 0,0 0-1 0,0 0-4 0,0 0-10 15,0 0-5-15,0 0-5 0,0 0-2 16,0 0-7-16,0 0 3 0,0 0-6 0,0 0-22 16,0 0-55-16,0 0 25 0</inkml:trace>
  <inkml:trace contextRef="#ctx0" brushRef="#br0" timeOffset="31147.6">29167 13634 12 0,'0'0'18'0,"0"0"-1"16,0 0-1-16,0 0-1 0,0 0-6 0,0 0 2 15,0 0-3-15,0 0 3 0,0 0-3 0,0 0 0 16,0 0-2-16,0 0 1 0,0 0-5 0,0 0-1 16,0 0 3-16,0 0 1 0,0 0-4 0,0 0 3 15,0 0-1-15,0 0-2 0,0 0-7 0,0 0-5 16,0 0-3-16,0 0-9 0,0 0-25 0,0 0 12 0</inkml:trace>
  <inkml:trace contextRef="#ctx0" brushRef="#br0" timeOffset="61971.04">2773 13021 81 0,'-4'13'101'0,"1"7"-10"0,-1 5-5 0,2 0-15 16,-1 4-4-16,1-1-5 0,1 0-9 0,-1-3-15 15,2 1 1-15,0 0-2 0,2-6-12 0,-4-1 2 16,4-2 2-16,-1 0-2 0,-1-2-20 16,2-3 7-16,-2 1 5 0,0-3-4 0,0-3-7 15,0 0 5-15,0-7-6 0,2 11 5 0,-2-11 10 0,-2 8 6 16,2-8-2-16,0 0 19 0,0 8-11 0,0-8 9 15,0 0 0-15,0 0-8 0,0 0 7 0,0 0-7 16,0 0-1-16,0 0-2 0,0 0-1 0,0 0-8 16,3-27 1-16,-3 27-3 0,5-9-4 0,-1 2-5 15,0 2 0-15,1 2-2 0,-5 3 1 16,11-6 2-16,-3 4-1 0,0 0-2 0,2 1-1 16,1 0-4-16,4 0 2 0,2 0 8 0,1 2-4 0,0-2-5 15,3 2 1-15,-2-2 3 0,1-1 2 0,1 1-2 16,-2-2-7-16,1 1 7 0,1-2-5 0,-2-1 4 15,-1-2-4-15,-1-1 4 0,-1 1-3 0,-1 0-1 16,2-1-4-16,-4 0 4 0,2-4 0 0,-5 0 2 16,2-3 1-16,-1 1-5 0,-4 4 3 0,-1 0-1 15,-1-6 0-15,-1 3-1 0,0-3-3 0,-2-1 2 16,0 5 7-16,-5 0-10 0,-1 1 4 0,4 11 5 16,-6-12-11-16,-2 5 8 0,2 0-2 15,-3 3 7-15,1 2-2 0,8 2 6 0,-18 7 3 0,6 0-8 16,0 4 10-16,1 2-2 0,-2 3 1 15,3 1-5-15,1 1-3 0,1-1 3 0,4 2-1 0,2-2-2 16,2 2 3-16,1-2-7 0,2-2 2 0,2-4-19 16,2 1-16-16,2-4-15 0,1 1-22 0,7-2-15 15,1-4-26-15,2 0-15 0,1-3-23 0,2-1-92 16,-3-4-253-16,7-4 112 0</inkml:trace>
  <inkml:trace contextRef="#ctx0" brushRef="#br0" timeOffset="62166.31">3519 12955 92 0,'0'0'150'0,"-2"-9"-8"15,2 9-21-15,0 0-9 0,0 0 3 16,0 0 10-16,0 0 4 0,0 44-5 0,2-16-4 16,-1 4-14-16,3 2-12 0,1 2-9 0,0-1-7 0,2-1-5 15,-1-1-13-15,1 0-18 0,0-1-17 0,2-4-36 16,-4-2-24-16,2-7-26 0,0-2-28 15,0 2-16-15,-3-2-36 0,-2-2-85 0,-2-6-243 16,0 1 108-16</inkml:trace>
  <inkml:trace contextRef="#ctx0" brushRef="#br0" timeOffset="62331.24">3402 13214 86 0,'7'-3'152'16,"3"0"-10"-16,8-1-15 0,-1-1-14 0,3 1-20 0,3 1-23 16,3-2-33-16,3 1-52 0,3 4-48 15,-5-1-61-15,3 1-134 0,-1-2 60 0</inkml:trace>
  <inkml:trace contextRef="#ctx0" brushRef="#br0" timeOffset="68732.15">9354 14046 1 0,'0'0'7'0,"0"0"-9"16,0 0-1-16</inkml:trace>
  <inkml:trace contextRef="#ctx0" brushRef="#br0" timeOffset="85172.08">18625 11908 6 0,'0'0'47'0,"0"0"-5"0,0 0-4 16,0 0-8-16,0 0-3 0,0 0-7 0,0 0-7 15,10-10-15-15,-10 10-6 0,12-2-28 0,-5 0-38 16,3 2 16-16</inkml:trace>
  <inkml:trace contextRef="#ctx0" brushRef="#br0" timeOffset="86650.79">19536 11936 23 0,'0'0'53'0,"-15"1"-6"0,7 1-10 0,8-2 5 16,-17 0-5-16,8 1-6 0,2 0 1 0,7-1 3 15,-14 3-5-15,9-1 11 0,5-2-10 0,-12 1 2 16,12-1-9-16,-7 3 6 0,7-3-10 0,0 0 5 16,0 0-10-16,-8 3 11 0,8-3-5 0,0 0 1 15,0 0 4-15,0 0-1 0,0 0 2 0,0 0 8 16,20 10-7-16,-12-9 3 0,2 1 2 0,4 0 10 0,-2 1-9 15,7-1 3-15,0 0-11 0,2-2 9 0,8 1-2 16,2 1-12-16,2-2 9 0,0 2-2 16,4-1 1-16,4 0-4 0,-3-2 0 0,17 2-1 0,-5 3 3 15,-9-3-5-15,12-2-11 0,1 2 10 0,-1 0 0 16,2-2-1-16,1 1 4 0,-2 1-4 16,3 2 0-16,-3-3-1 0,2 0-2 0,-2 1 8 15,1 1-8-15,0-1 3 0,-3-2-5 0,1 2 1 0,-2-1-3 16,2 2-4-16,-14-2 1 0,13 0 1 0,-1 1 4 15,1 0-4-15,3-1 4 0,-2-1 0 0,-2 2-6 16,0 1 0-16,-1 0 1 0,-9-4-1 0,7 2-4 16,-8 2 2-16,-3-1 0 0,15 0-1 0,-15 2-3 15,2-3-1-15,-2 0-1 0,0 0 4 0,1 1-1 16,-1 1 3-16,-1-2-1 0,0 3-4 0,1-3-1 16,-1 2 0-16,-1-1-3 0,1 0 7 0,1 0 0 15,-1-1-1-15,1 3 2 0,0-2-4 0,-1-1-4 16,1 3 8-16,-1-2-9 0,0 0 3 0,2-1 1 15,-1 0 4-15,-1 0-5 0,1 0-2 0,-4 2 4 16,3-2-3-16,0 0 4 0,-2 0-3 0,-1 3 0 16,1-4 5-16,0 2 1 0,-1 1-5 0,1-2 1 15,-1-2 0-15,-2 2-4 0,2 2 5 0,-2-2 0 16,-2-2 0-16,3 2-2 0,-1 0-10 0,-3 0 9 16,1 0 4-16,-7 0 0 0,6 0-4 0,-1-1-2 0,-2 1 11 15,-2 1-11-15,-1-1 5 0,1 0-4 0,3-1 3 16,-6 1-1-16,0 0 0 0,0-2-4 15,-1 4 3-15,1-4-3 0,0 2 0 0,-3 0 4 16,1 2 0-16,0-2-1 0,1-2-2 0,-2 2 2 16,-3 0-2-16,4 0 0 0,-4 2-1 0,4-2 8 15,-4 1 0-15,-1-1-7 0,-1 0 4 0,1 0-1 16,-1 0-1-16,0-1 2 0,-1 2-1 0,-2-1 1 0,2 0-1 16,1 0-2-16,-2-1 3 0,0-1-3 0,-1 0 2 15,1 1-4-15,-1 1 6 0,-9 0-5 0,19-4 5 16,-6 4 0-16,-3-2-1 0,-2 0-4 15,1 1 5-15,1 0-6 0,1 0 4 0,1-1 1 0,0 1-2 16,2-1 2-16,-3 0-4 0,1 0-4 0,0 0 7 16,-1 1-3-16,0-2-2 0,1 2 9 0,-2-1-2 15,3-1-4-15,-6 3 1 0,2-1-4 0,-9 1 0 16,13-3 4-16,-5 0-2 0,-8 3 3 0,14-3 9 16,-8 0-10-16,2 1 1 0,-8 2-5 0,11-5 1 15,-4 3 3-15,-2 0-4 0,-5 2 2 0,11-5 5 16,-11 5-3-16,7-3 4 0,-7 3 5 0,6-2 0 15,-6 2 3-15,0 0-3 0,0 0 2 0,7-3 3 16,-7 3-3-16,0 0-2 0,0 0-1 0,0 0 0 16,0 0 1-16,7-2 0 0,-7 2-2 0,0 0 0 15,0 0-3-15,0 0 0 0,0 0-4 0,0 0 1 16,0 0 1-16,0 0-2 0,0 0-3 0,7-2-2 16,-7 2-7-16,0 0 0 0,0 0-17 0,0 0-3 15,0 0-16-15,0 0-5 0,0 0-11 0,0 0-10 16,0 0-27-16,0 0-24 0,0 0-110 0,1-8-254 15,-1 8 112-15</inkml:trace>
  <inkml:trace contextRef="#ctx0" brushRef="#br0" timeOffset="89552.3">17459 12855 35 0,'0'0'58'0,"0"0"-14"16,0 0-10-16,0 0-11 0,0 0-2 0,0 0-10 15,0 0-8-15,0 0-8 0,0 0-11 0,0 0-19 16,0 0-38-16,0 0 18 0</inkml:trace>
  <inkml:trace contextRef="#ctx0" brushRef="#br0" timeOffset="93229.75">17686 12894 7 0,'0'0'38'0,"0"0"-2"15,0 0-5-15,0 0-3 0,0 0-2 0,0 0-1 16,0 0-8-16,0 0-1 0,0 0 2 0,0 0-4 16,0 0 2-16,0 0-2 0,0 0-4 0,0 0-1 15,0 0 5-15,0 0-6 0,0 0-3 0,0 0 3 16,0 0-7-16,0 0 5 0,0 0-5 0,0 0 4 15,0 0-3-15,0 0-4 0,0 0 1 0,0 0 3 16,0 0-1-16,0 0 4 0,0 0-4 0,0 0 0 16,0 0 0-16,0 0-3 0,0 0 4 0,0 0 1 15,0 0-1-15,-4 6 0 0,4-6 0 0,0 0-3 16,0 0 1-16,0 0 0 0,0 0 1 0,0 0 4 16,0 0-8-16,0 0 4 0,0 0-4 0,0 0 2 15,0 0 3-15,0 0-6 0,0 0 4 0,0 0-1 16,0 0 8-16,0 0-9 0,0 0-2 0,0 0 5 15,0 0-5-15,0 0 6 0,0 0-7 0,0 0 10 16,0 0-1-16,0 0-3 0,0 0-3 0,0 0 2 16,0 0-1-16,0 0 2 0,0 0-9 0,0 0 5 15,0 0-8-15,0 0-6 0,0 0-3 0,0 0-5 16,4 8 5-16,-4-8-4 0,0 0-17 0,0 0-44 16,0 0 20-16</inkml:trace>
  <inkml:trace contextRef="#ctx0" brushRef="#br0" timeOffset="102831.2">17335 14260 18 0,'-16'0'27'0,"7"-1"-5"16,-3 2 0-16,1-2-2 0,2 1 2 0,-3 1-4 15,0-2 2-15,1 2 1 0,2 0 5 16,9-1 2-16,-16 0 1 0,9 0-1 0,7 0 8 15,0 0 4-15,-14-1-18 0,14 1-3 0,0 0 0 16,0 0 0-16,0 0 0 0,0 0 1 0,55 1-5 0,-18-3-7 16,18-2-4-16,9 3-19 0,37-2-19 15,-1-1-46-15,-3 1-84 0,9-5 37 0</inkml:trace>
  <inkml:trace contextRef="#ctx0" brushRef="#br0" timeOffset="111396.93">10282 15324 59 0,'0'0'76'0,"0"0"-9"16,0 0-3-16,0 0-5 0,0 0-6 0,0 0-1 16,0 0-2-16,0 0 4 0,0 0 8 0,0 0-3 15,0 0 4-15,11 11-5 0,-11-11 3 0,2 6 0 0,-2-6-11 16,4 7-2-16,-4-7-11 0,5 6 3 15,-2-2 1-15,-3-4-1 0,3 8-1 0,0-4-11 16,-3-4 1-16,0 0-4 0,4 10 5 0,-2-5-7 16,-2-5 6-16,3 7-6 0,-3-7-4 0,4 4-1 0,-4-4 1 15,2 6-2-15,-2-6 4 0,5 6-4 16,-5-6 4-16,0 0-10 0,7 4 5 0,-7-4 6 16,5 3 2-16,-5-3-5 0,0 0-2 0,13-6-11 15,-1 1-11-15,4-6-17 0,11-6-35 0,3-2-44 0,14-8-41 16,-1-3-75-16,11 0-235 0,19-21 104 15</inkml:trace>
  <inkml:trace contextRef="#ctx0" brushRef="#br0" timeOffset="118465.45">29112 13811 28 0,'0'0'48'0,"-13"0"-1"0,13 0-4 16,0 0-2-16,-9 0-7 0,9 0-8 0,0 0 6 16,-11 2-4-16,11-2 1 0,-11 1-15 0,11-1 5 15,-13 0-7-15,13 0 7 0,-12 3-6 0,7-2-2 16,5-1 3-16,-13 0 2 0,13 0-4 0,-10 1-2 15,10-1 4-15,-13 0 2 0,5 2 4 0,8-2-2 16,0 0 6-16,-14 0 1 0,14 0 2 0,-8 1-6 16,8-1 10-16,0 0-6 0,-8 1-3 0,8-1-2 15,0 0 4-15,0 0-6 0,0 0 3 0,0 0-2 16,0 0 4-16,0 0-6 0,0 0-1 0,0 0-1 16,0 0 2-16,0 0-3 0,0 0 3 0,0 0-7 15,0 0 7-15,0 0-4 0,0 0-4 0,28-1-3 16,-8 0 6-16,10 1-3 0,0 0-3 0,5 0-1 15,-1-2 8-15,7 5-6 0,-3-2 6 0,14-1-1 16,-12 2 5-16,0-2 0 0,0 0-4 0,-1 3 3 16,-4-1 2-16,-1-2 2 0,1 0-4 0,-4 0 3 15,-3 0-2-15,-7 0-3 0,0 0 5 0,-7-2 1 16,3 2 3-16,-4 0-1 0,-2 2 7 0,3-2-1 16,-5 0 2-16,-3 0-2 0,-6 0-1 0,12 0 0 15,-12 0 3-15,11 0-2 0,-11 0-7 0,0 0 5 16,9 1-8-16,-9-1 2 0,0 0-9 0,0 0 1 15,0 0 0-15,10-1-3 0,-10 1 1 0,0 0 1 0,0 0-3 16,0 0-16-16,0 0-11 0,0 0-16 16,0 0-18-16,9 0-23 0,-9 0-3 0,0 0-22 15,0 0-20-15,0 0-85 0,0 0-224 0,0 0 100 16</inkml:trace>
  <inkml:trace contextRef="#ctx0" brushRef="#br0" timeOffset="144738.62">19181 15283 1 0,'0'0'21'0,"0"0"-4"16,0 0-3-16,0 0-2 0,0 0 1 0,0 0-2 15,0 0-8-15,0 0 2 0,0 0 0 0,0 0 3 0,0 0-3 16,0 0-8-16,0 0 2 0,0 0-9 0,0 0-8 16,0 0-18-16,0 0 9 0</inkml:trace>
  <inkml:trace contextRef="#ctx0" brushRef="#br0" timeOffset="148886.44">19196 15395 22 0,'0'0'37'16,"8"3"-4"-16,-8-3 4 0,9 4-3 0,-4-1 3 15,0 0-6-15,0 0 8 0,1 1-2 0,1 1 2 16</inkml:trace>
  <inkml:trace contextRef="#ctx0" brushRef="#br0" timeOffset="149809.5">19751 15402 1622 0</inkml:trace>
  <inkml:trace contextRef="#ctx0" brushRef="#br0" timeOffset="151017.18">20018 15348 1543 0</inkml:trace>
  <inkml:trace contextRef="#ctx0" brushRef="#br0" timeOffset="157275.26">18969 15084 73 0,'-3'-9'106'0,"3"9"-5"0,0 0-6 15,-4-8-6-15,4 8-9 0,0 0-13 0,-2-5 3 16,2 5-4-16,0 0-2 0,0 0-3 0,0 0 3 16,-5-8-1-16,5 8-1 0,0 0 3 0,0 0-10 0,0 0 0 15,0 0-9-15,0 0-2 0,-2-7 1 16,2 7-12-16,0 0 1 0,0 0-5 0,0 0-1 15,0 0 3-15,0 0-13 0,0 0-3 0,0 0-6 16,0 0 6-16,0 0-2 0,0 0-2 0,0 0-2 16,0 0 1-16,0 0 0 0,0 0-1 0,0 0-4 15,0 0 4-15,0 0-2 0,0 0 4 0,0 0-7 16,0 0 1-16,0 0 1 0,0 0 6 0,0 0 1 16,0 0 3-16,0 0 6 0,0 0 1 0,0 0-6 15,0 0 2-15,0 0-5 0,0 0 2 0,0 0-5 16,0 0-2-16,0 0 3 0,0 0-4 0,0 0 4 0,0 0-1 15,0 0-8-15,0 0 4 0,0 0-1 16,0 0 2-16,0 0-4 0,0 0-1 0,0 0 2 16,0 0-7-16,0 0 10 0,0 0-7 0,0 0 0 15,0 0 4-15,0 0-5 0,0 0-1 0,0 0 5 16,0 0-4-16,0 0 1 0,0 0-2 0,0 0 1 16,0 0 5-16,0 0-4 0,0 0-1 0,0 0 8 0,0 0-8 15,0 0-2-15,0 0 4 0,0 0-1 16,0 0 0-16,0 0 1 0,0 0-1 0,0 0 3 15,0 0-6-15,0 0 2 0,0 0 0 0,0 0-1 16,0 0 1-16,0 0 4 0,0 0 4 0,0 0 1 16,0 0 2-16,0 0 0 0,0 0-3 0,0 0 6 15,0 0 3-15,0 0-6 0,0 0 6 0,0 0-1 16,0 0-4-16,0 0 3 0,0 0-3 0,0 0-2 16,0 0-5-16,0 0 4 0,0 0-5 0,0 0 4 15,0 0-3-15,0 0-2 0,0 0-3 0,0 0 2 16,0 0-1-16,0 0-1 0,0 0 6 0,0 0-8 15,0 0 6-15,0 0-7 0,0 0-3 0,0 0 6 16,0 0-2-16,0 0 1 0,0 0-6 0,0 0 2 16,17 16 1-16,-15-10 5 0,4 1-3 0,-2 1-1 15,3-1-1-15,-2 3 4 0,-1-2 5 0,0 2-8 16,1-1-1-16,-1 0 0 0,0 2 5 0,2-2-3 16,-4 0 3-16,2 2-2 0,-1-2 1 0,1 0 0 15,1-1-2-15,-2-2 2 0,-1 2-3 0,1-1 4 16,0-1-2-16,0-1 1 0,-1 1-1 0,1 0 0 15,-3-6 2-15,4 9 1 0,-2-6-1 0,-2-3 0 16,4 7-4-16,-4-7 3 0,0 0 0 0,3 6 0 16,-3-6 5-16,0 0-3 0,0 0 1 0,4 5 2 15,-4-5-1-15,0 0 8 0,0 0 5 0,0 0-2 16,0 0 3-16,0 0-6 0,0 0-1 0,11-18 6 16,-7 11-6-16,1-4-5 0,-1 0-7 0,0 0 5 15,2-4 1-15,2 1 0 0,-2-1 1 0,-1 0-2 16,2 0 5-16,0 0-5 0,-2 0 0 0,2-1-1 15,-1 1-2-15,-2-2 3 0,0 6 1 0,2 0-5 16,-3 0-1-16,2 0-6 0,-2 1 10 0,0 1 0 16,-1 3 0-16,0 0-3 0,-2 6 1 0,2-8-1 15,-2 8-1-15,3-7-1 0,-3 7 2 0,0 0-13 16,0 0-5-16,2-8-15 0,-2 8 3 0,0 0-4 16,0 0-6-16,0 0-9 0,0 0-19 0,0 0-11 15,0 0-15-15,0 0-16 0,0 0-13 0,0 0-10 16,0 0-11-16,11 16-86 0,-11-16-247 0,3 8 110 15</inkml:trace>
  <inkml:trace contextRef="#ctx0" brushRef="#br0" timeOffset="157950.81">19306 15179 4 0,'0'0'95'0,"0"0"-5"0,0 0 0 16,0 0-4-16,-1-10-4 0,1 10-11 15,0 0 3-15,0 0-10 0,0 0-2 0,0 0-9 16,0 0-5-16,0 0 7 0,0 0-9 0,0 0 2 0,0 0-2 16,0 0-2-16,0 0-4 0,0 0 0 0,0 0 1 15,0 0-2-15,0 0 0 0,0 0-1 16,0 0-2-16,0 0 2 0,0 0 2 0,0 0-5 16,0 0-3-16,0 0-3 0,0 0-3 0,0 0-9 15,0 0 9-15,0 0-7 0,0 0-8 0,0 0 1 16,0 0-7-16,0 0 8 0,0 0-8 0,0 0 8 0,0 0-7 15,0 0 3-15,0 0-7 0,0 0 1 0,0 0 4 16,0 26-4-16,0-19 0 0,1 2 4 16,-1 1-3-16,1-1 5 0,1 2-1 0,0 2 0 0,-1-5-2 15,1 5 2-15,-1-3-5 0,0 1 10 16,-1 0-9-16,3-2 0 0,-2 2 2 0,-1-1 2 0,0-4-5 16,1 1 0-16,-1-7-3 0,0 11 5 0,0-11-3 15,2 9-2-15,-1-3 0 0,-1-6-4 16,2 7 1-16,-2-7 6 0,0 0-2 0,0 0 1 15,0 9 3-15,0-9-1 0,0 0 6 0,0 0-17 16,0 0-17-16,0 0-23 0,0 0-14 0,0 0-16 16,0 0-25-16,0 0-15 0,0 0-9 0,0 0-82 0,-10-24-224 15,10 24 99-15</inkml:trace>
  <inkml:trace contextRef="#ctx0" brushRef="#br0" timeOffset="158232.47">19321 15125 6 0,'14'0'112'16,"1"0"-11"-16,2 2 1 0,0-1-6 0,2 5-4 16,0-2-4-16,-2 5-8 0,-1 0-7 0,-1 0-6 15,-8 1-8-15,1 0-6 0,1 4-7 0,-5 2 5 16,0-1-3-16,-3 0-9 0,-2-2-2 0,-2 4-2 0,0-6-8 15,0 5 4-15,-6-2-5 0,0 1-9 0,-3-3 0 16,-1 1-3-16,1-1 7 0,1-4-4 16,-5 1-4-16,2-2-5 0,0-3-2 0,2 1-7 15,-1-1-3-15,-1-1-13 0,1-3-14 0,1 0-6 16,-1 0-19-16,0 0-20 0,3 0-14 0,1-3-89 16,9 3-193-16,-16-3 85 0</inkml:trace>
  <inkml:trace contextRef="#ctx0" brushRef="#br0" timeOffset="158550.37">19608 15118 27 0,'1'-10'177'0,"-1"10"-10"0,2-7-11 0,-2 7-16 16,0 0-19-16,3-7-13 0,-3 7-16 0,0 0-2 16,0 0-2-16,0 0-6 0,-1 28 5 0,-3-12-21 15,0 3 4-15,-4 5-13 0,3 2 3 0,-2 0-5 16,-1-1-1-16,-2 2-1 0,5 1-5 0,-2-4-9 16,-2 6-1-16,-1-5-2 0,5-6-3 0,-3 7-6 15,1-1 1-15,0-6-2 0,1-1-4 0,2 1-10 16,0-3-4-16,0 1-17 0,3-5-13 0,-2 1-24 15,1-1-27-15,3-3-19 0,-1 1-22 0,1-2-25 16,1-2-123-16,-2-6-285 0,0 11 126 0</inkml:trace>
  <inkml:trace contextRef="#ctx0" brushRef="#br0" timeOffset="158987.18">19632 15415 154 0,'0'0'161'0,"0"0"-14"0,4-6-18 16,-4 6-5-16,0 0-9 0,0 0-11 0,0 0 0 15,13 12-9-15,-8-5-2 0,-1 2-14 0,1 1-5 16,1 0-1-16,-1 0-11 0,1 6-7 0,-2-5-3 15,4 3 0-15,0 0-5 0,-3 4-2 0,0-7-7 16,-1-3 0-16,0 3-6 0,-1-2-2 0,1 0-6 16,0-3 0-16,0 1-3 0,0-1-6 0,-2-1 7 15,-2-5-4-15,5 6 0 0,-2-2 0 0,-3-4 7 16,3 7 8-16,-3-7 7 0,0 0-5 0,0 0 1 16,0 0-3-16,13-11 1 0,-7 2-1 0,0-1 0 15,-1 1-1-15,4-5-2 0,-3-3-4 0,2-2 1 16,-3 3-4-16,4-9 1 0,-2 9-3 15,-1-4 2-15,0 1 0 0,0-5-6 0,-1 5-4 0,0 4 2 16,-2-1-3-16,1 5 0 0,-1 1-2 0,0 2-2 16,-1 2-4-16,-2-1-4 0,0 7-21 0,0 0-24 15,3-13-22-15,-3 13-13 0,0 0-5 16,0 0-19-16,0 0-23 0,0 0-32 0,0 0-26 0,0 0-117 16,0 0-328-16,2 29 146 0</inkml:trace>
  <inkml:trace contextRef="#ctx0" brushRef="#br0" timeOffset="159279.07">20023 15434 16 0,'-27'-12'155'0,"27"12"-3"0,0 0-5 0,-5-2-12 16,5 2-11-16,0 0-7 0,0 0-7 16,0 0-11-16,0 0-14 0,0 0-2 0,0 0-6 15,0 0-7-15,0 0-7 0,23-12-10 0,-13 6 1 16,4 2-3-16,-1 2-12 0,6-3 1 0,-1 0-7 0,1 2 0 16,-2 1-4-16,-3 0-12 0,-1 0-27 0,-13 2-13 15,25-4-24-15,-12 3-28 0,-13 1-21 16,19-2-14-16,-19 2-15 0,9 0-91 0,-9 0-234 15,0 0 103-15</inkml:trace>
  <inkml:trace contextRef="#ctx0" brushRef="#br0" timeOffset="159565.2">20101 15353 119 0,'0'0'117'0,"0"0"-17"0,0 0 1 0,0 0 15 0,0 0 9 16,-9 13 10-16,9-13-11 0,4 13-8 0,-4-5-7 16,-3 4-5-16,6-2-10 0,-3 6-4 0,1 0-5 15,-1 4-2-15,0-2-4 0,0-1-4 0,0 3-6 16,0-1-6-16,0-1-8 0,-1-1-4 0,1 1-3 16,0-1-3-16,-3 0-6 0,2 0-3 0,1-2-1 15,0-3-10-15,-1 1 0 0,1-1-3 0,1-4-1 16,-1 2 4-16,1 1-13 0,-2-4-21 0,1-7-12 15,-1 13-14-15,0-6-14 0,1-7-27 0,-3 11-17 16,3-11-23-16,-3 5-19 0,3-5-22 0,-5 3-119 16,5-3-298-16,0 0 132 0</inkml:trace>
  <inkml:trace contextRef="#ctx0" brushRef="#br0" timeOffset="159758.09">20142 15376 19 0,'13'-4'121'0,"-2"0"-35"0,-11 4-11 0,17-6-1 16,-5 5-15-16,-12 1-26 0,20-4-25 15,-20 4-21-15,16-4-64 0,-16 4-84 0,12-1 37 16</inkml:trace>
  <inkml:trace contextRef="#ctx0" brushRef="#br0" timeOffset="161145.44">20606 15167 52 0,'-5'-2'98'0,"5"2"-6"0,0 0 6 0,0 0-9 16,-7-4-5-16,7 4-7 0,0 0 6 0,0 0-5 15,0 0 4-15,0 0-17 0,0 0-6 0,0 0 3 16,0 0-15-16,0 0-7 0,0 0-6 0,0 0 5 16,16-9 8-16,-4 7-16 0,5-1 0 0,2 1-6 15,2-2-4-15,0 3 6 0,6 1-3 0,-5-3 0 16,-4 3 1-16,-4-3-6 0,3 3 0 16,-5-2 1-16,-2 2-3 0,-1 0-3 0,0 2-2 0,-9-2 4 15,14-2-5-15,-7 2-13 0,-7 0 17 0,10 2-1 16,-10-2-4-16,8 3-3 0,-8-3 0 0,6 0 0 15,-6 0 3-15,0 0-5 0,5 4 7 0,-5-4-6 16,3 6 7-16,-3-6-3 0,2 6 0 0,-2-6 4 16,0 0 4-16,-1 12 5 0,1-12-2 0,-2 11 0 15,0-4 2-15,1 0-3 0,-2 2 8 0,1 0 0 16,1 4-2-16,-2-4-4 0,0 6 4 0,1 1 0 16,0 0 3-16,2 2-2 0,-1-4-2 0,1 3 1 15,0 0-2-15,0 1 0 0,0 0 9 0,-1-1-7 16,1 2 0-16,0 1-2 0,1-2 0 0,0 8-1 15,1-9 2-15,-1 3 0 0,0 0-4 0,1-1-2 16,0 1 0-16,0-2-2 0,-2 1-2 0,1-1 27 16,0 0-5-16,-1 0-4 0,3-1-3 0,-3-1-3 15,1 1-3-15,0-1 0 0,-1 3-3 0,3-3-4 16,-2 1 0-16,-2-1-3 0,1 1 1 0,0-2-5 16,1 4 1-16,0-8-1 0,-1 4-2 0,0 2-1 15,2 0 5-15,-2-7-7 0,0 4 4 0,-2 0-3 16,2 2 2-16,0-6-6 0,-1 5 2 0,0-2-2 15,1 2 1-15,0-5 0 0,0 6 1 0,-1-3-1 16,2-1 0-16,-2-1 1 0,-1-1 2 0,1 5-2 16,2-2-3-16,-1-1 2 0,-1-1-1 0,0 3 0 15,2-2 1-15,-2 0-4 0,2-1 3 0,-2 2-1 16,2 3 0-16,-1-3 0 0,1-4-1 0,-2 4-1 16,1-1 2-16,-1-2 1 0,1 4-2 0,1-5 5 15,-1 1-6-15,0 1 1 0,0-2-4 0,1 2 2 16,-1-1 0-16,0-3-4 0,0 0 0 0,0-7 1 15,2 13 1-15,-2-13-3 0,0 12 5 16,0-7-5-16,0-5 1 0,0 0 1 0,-3 11 1 16,3-11-2-16,-1 10 0 0,1-10-1 0,-2 7 4 0,2-7-1 15,-2 8 8-15,2-8-6 0,-3 6-1 0,3-6 3 16,-4 7 1-16,4-7-28 0,-5 6 2 16,-1-2 2-16,2 1 7 0,4-5-1 0,-10 5 3 15,5-2-3-15,0 1 6 0,-2-1-1 0,-2-2 1 16,3 2 2-16,-3 1 1 0,0-1 0 0,-1-1 2 15,-1 2-1-15,-1-1 0 0,0 0 2 0,-7-1 0 16,2 3 2-16,-3-1-3 0,0 1 8 0,-1-1-4 16,-6 0-4-16,0 2 6 0,1-1-6 0,-1 1 2 0,-1-3 2 15,-2 1 5-15,11 0-6 0,-9-1 3 16,6 0-4-16,-4-1-3 0,6 2-4 0,-9-1-11 16,7-1-7-16,3 0-16 0,0-1-8 0,0 2-22 15,-1-1-14-15,3-2-23 0,-1 0-37 0,0 0-18 16,3 0-129-16,-4-3-321 0,6 0 141 0</inkml:trace>
  <inkml:trace contextRef="#ctx0" brushRef="#br0" timeOffset="165573.31">16807 15721 45 0,'0'0'56'0,"0"0"-3"0,0 0-11 16,0 0-4-16,0 0-6 0,-1 13 3 0,1-13-6 15,0 0 1-15,-4 4-12 0,4-4 3 0,0 0-3 16,0 0-3-16,-3 9 0 0,3-9 1 0,0 0-1 16,0 0-6-16,-3 5 3 0,3-5 4 0,0 0-2 15,0 0 2-15,0 0-1 0,0 0-3 0,0 0 6 16,-4 5 0-16,4-5-4 0,0 0-5 0,0 0 1 16,0 0-6-16,0 0 0 0,0 0 2 0,-4 6 2 15,4-6 0-15,0 0 2 0,0 0-6 16,-2 8 14-16,2-8-17 0,0 0 5 0,-3 8-4 15,3-8 1-15,0 0-2 0,0 0 5 0,-4 7-8 16,4-7 2-16,0 0 4 0,0 0-2 0,0 0-1 0,-2 6 9 16,2-6-10-16,0 0-3 0,0 0 5 0,0 0-4 15,0 0 13-15,0 0-8 0,0 0-2 16,0 0-1-16,0 0 15 0,0 0-12 0,0 0 2 16,0 0-3-16,-2 7-1 0,2-7 4 0,0 0-6 15,0 0 2-15,0 0 12 0,0 0-1 0,0 0 15 0,-7 3-4 16,7-3 15-16,0 0 3 0,0 0 0 0,0 0 0 15,0 0 7-15,0 0-4 0,0 0 5 0,0 0-13 16,0 0-3-16,0 0 3 0,0 0-4 16,0 0-1-16,0 0-2 0,0 0 3 0,0 0-11 0,11-22-5 15,-8 17 2-15,-3 5-9 0,8-9-4 16,-4 4 4-16,1 2 5 0,1-1-1 0,0 1-2 0,-6 3 0 16,16-6-9-16,-7 5 1 0,-3 0 3 0,2-2 11 15,-8 3-15-15,15-3 3 0,-5 4-4 16,-10-1 5-16,16 3 0 0,-8-1-2 0,-1 0-5 15,-1 0 5-15,2 1-1 0,0-2 5 0,-2 2-5 0,-6-3 2 16,13 2-2-16,-8 0-3 0,-5-2-3 16,13 1 19-16,-7 1 3 0,-6-2 3 0,12-2 1 15,-5 0 3-15,1 1-4 0,-2-3 0 0,2 2 3 16,1-1 4-16,-3 0-2 0,-6 3-7 0,9-7 3 16,-2 4-7-16,-1-1-4 0,-2-1 3 0,2-3-5 15,-2 3 5-15,3 1 0 0,-4-2-4 0,-3 6-4 16,8-8-1-16,-8 8 0 0,4-6-8 0,-4 6-13 15,6-4-14-15,-6 4-9 0,4-4-20 0,-4 4-9 0,0 0-20 16,0 0-12-16,0 0 1 0,0 0-7 0,0 0 3 16,0 0-21-16,0 0-70 0,3 15-207 15,-3-15 92-15</inkml:trace>
  <inkml:trace contextRef="#ctx0" brushRef="#br0" timeOffset="166325.16">16907 15938 53 0,'0'0'115'0,"0"0"-10"16,0 0-4-16,0 0-10 0,0 0 4 0,-20-6-7 15,20 6-2-15,0 0-3 0,0 0-4 0,-9-5-10 16,9 5 2-16,-5-5-6 0,5 5 0 0,-4-4-1 16,4 4-2-16,0 0 2 0,0 0-4 0,-4-7-7 15,4 7-5-15,0 0 0 0,0 0-6 0,-6-6-5 16,6 6-4-16,0 0-11 0,0 0 4 0,0 0-17 15,0 0 5-15,0 0-14 0,0 0 1 0,0 0 2 16,0 0 2-16,0 0-4 0,0 0 3 0,0 0-1 16,0 0 5-16,0 0-4 0,0 0 0 0,0 0 1 15,0 0-10-15,0 0 11 0,0 0-8 0,0 0 4 16,0 0 3-16,0 0-3 0,0 0 5 0,0 0-8 16,0 0 2-16,0 0 2 0,0 0-3 0,0 0 1 15,0 0 1-15,0 0-7 0,0 0 7 0,0 0-2 16,0 0 0-16,23 7 0 0,-23-7 2 0,0 0-3 15,0 0 12-15,0 0-11 0,0 0 5 0,0 0 1 16,0 0 5-16,0 0 0 0,0 0-1 0,0 0-3 16,0 0-2-16,0 0 3 0,0 0 2 0,0 0-2 15,0 0 6-15,0 0-1 0,-17-13 3 0,17 13-5 16,0 0 6-16,0 0-3 0,-3-6 0 0,3 6 4 16,0 0-4-16,0 0-5 0,0 0-8 15,3-14 3-15,-3 14-1 0,5-3 4 0,-5 3-4 0,10-3 1 16,-2 2 0-16,1 0-2 0,1 1 5 0,2 0-6 15,-1 4-2-15,-1-3 9 0,1 2-8 0,0 2-3 16,-2-1 1-16,1 1 1 0,0-1 2 0,0 2-1 16,-3 0-3-16,2 0 0 0,-1-1 3 0,1 1 0 15,-3-3 2-15,-1 2-3 0,3-1 3 0,-8-4-3 16,9 5 1-16,-4-3 4 0,-5-2-4 0,9 2 3 16,-9-2-1-16,10 1 1 0,-10-1 0 0,9-1 7 15,-9 1-8-15,8-6 0 0,-8 6 4 0,6-7-3 16,-2 2-4-16,-4 5 5 0,8-7 1 0,-5 3-2 15,0-1-1-15,-3 5 0 0,5-7-12 0,-5 7-8 16,0 0-21-16,3-7-18 0,-3 7-26 16,0 0-8-16,6-4-37 0,-6 4-25 0,0 0-105 0,0 0-279 15,0 0 124-15</inkml:trace>
  <inkml:trace contextRef="#ctx0" brushRef="#br0" timeOffset="187449.79">16877 15775 61 0,'0'0'61'0,"0"0"-2"0,0 0-1 0,0 0 3 16,0 0-13-16,3-6 1 0,-3 6-4 0,0 0-1 16,0 0-2-16,0 0 3 0,4-5-10 0,-4 5-4 15,0 0-2-15,0 0-1 0,0 0-6 0,0 0-1 16,0 0 5-16,0 0-12 0,0 0 1 0,0 0 2 16,0 0 0-16,0 0-9 0,0 0 1 0,0 0 6 15,0 0-11-15,0 0 5 0,0 0-2 0,0 0-12 0,0 0 11 16,0 0 1-16,0 0 0 0,0 0 3 15,0 0 0-15,0 0 0 0,0 0-1 0,0 0-7 16,0 0 2-16,0 0-4 0,-22 9 5 0,22-9-5 16,-5 4 0-16,5-4 6 0,0 0-3 0,-7 3 11 15,7-3-7-15,0 0 6 0,-7 1-10 16,7-1 9-16,0 0 7 0,0 0-2 0,0 0 14 0,0 0-5 16,0 0 0-16,0 0-2 0,-6 3-4 0,6-3 11 15,0 0-19-15,0 0 3 0,0 0 0 0,-11-8-6 16,11 8 7-16,0 0-2 0,-4-7-2 0,4 7 0 15,0 0-3-15,0-11-6 0,0 11 3 0,0 0 5 16,4-14 0-16,-4 7-5 0,0 7-2 0,1-10 1 16,0 4 3-16,-1 6-2 0,5-10 4 0,-4 4-6 15,-1 6-6-15,2-10 1 0,0 4 7 0,-2 6 3 16,4-6-1-16,-4 6-5 0,9-4-7 0,-9 4 2 16,11-2 2-16,-11 2-1 0,11 2 4 0,-11-2 0 15,10 5 7-15,-4-3-11 0,2 3-3 0,-2-1 8 16,2 3-5-16,-3-4 7 0,3 1-3 0,-2 2-3 15,1-1 0-15,0 0 14 0,1-2-21 0,0-1 11 16,-1 0-3-16,1 0 3 0,-8-2-11 0,16-2 7 16,-5 1 0-16,0-4 3 0,2 2 1 0,-1-3-4 15,-2 0 6-15,0 1 0 0,-1-2-2 0,0 0 1 16,-2 0 3-16,-1 2 5 0,-1-2-1 0,0 2-2 16,-1 0 0-16,2 0-2 0,-6 5-4 0,5-7 5 15,-5 7-15-15,4-7 11 0,-4 7-4 0,3-7 3 16,-3 7-6-16,0 0 0 0,0 0-5 0,0 0-5 15,0 0-1-15,0 0 0 0,0 0-17 0,0 0-3 16,0 0-8-16,0 0-8 0,-16 20-8 16,13-14-16-16,-1 3-11 0,-1 0-14 0,-1 1-74 0,0 0-184 15,-3-2 82-15</inkml:trace>
  <inkml:trace contextRef="#ctx0" brushRef="#br0" timeOffset="188097.62">16804 16070 58 0,'0'0'99'0,"0"0"-12"16,0 0 4-16,0 0-5 0,28-14-9 15,-28 14 3-15,0 0-12 0,0 0 4 0,0 0-6 16,0 0-3-16,0 0-2 0,0 0-3 0,0 0 0 0,0 0-1 15,0 0-1-15,0 0 0 0,0 0 3 16,0 0-4-16,0 0-10 0,0 0 1 0,0 0-13 0,0 0-1 16,0 0-3-16,-3-12 3 0,3 12-3 0,0 0 0 15,-1-6-7-15,1 6-4 0,0 0 0 0,0-11-3 16,0 11-1-16,1-7-2 0,-1 7-4 16,4-9 7-16,-4 9-7 0,3-11 0 0,-1 5-1 0,2 1-3 15,-1-1 3-15,2-4 2 0,-5 10-5 0,9-12 6 16,-1 5-7-16,-4 1-2 0,2-1-1 15,-4 4-7-15,3-1 11 0,2 1-8 0,0-1 4 16,-7 4 0-16,10-5-2 0,-2 5-2 0,-8 0 3 16,15 2-3-16,-7-1-2 0,-1 0 2 0,0 2 2 0,2 2-5 15,-1-1 5-15,-2-1-4 0,1 3 2 16,0-3-3-16,-2 1 7 0,2 0-3 0,-2 1 0 0,1-2 2 16,2 1-1-16,-8-4-1 0,10 5 4 0,-5-3-4 15,3-2 5-15,-8 0 0 0,15 0-9 16,-7-1 10-16,-8 1-3 0,13-5 5 0,-6 2-8 15,-1 1 1-15,0-1 4 0,0 1-8 0,1-2 0 0,-7 4 7 16,6-4-1-16,-6 4 9 0,6-3-9 0,-6 3 6 16,0 0-24-16,0 0-5 0,0 0-21 0,0 0-13 15,0 0-21-15,0 0-16 0,0 0-24 16,0 0-94-16,0 0-229 0,0 0 102 0</inkml:trace>
  <inkml:trace contextRef="#ctx0" brushRef="#br0" timeOffset="198081.01">18360 16303 11 0,'-6'-5'73'0,"6"5"-3"0,0 0 0 0,-4-5-15 16,4 5-1-16,0 0-8 0,-6-7-4 0,-1 5-6 15,7 2 1-15,-9-4 0 0,3 1-2 0,6 3-2 16,-12-2 1-16,4 0 0 0,8 2 5 0,-12-3 4 16,4 1 3-16,-1 0-5 0,9 2-9 0,-16-4 0 15,4 1-7-15,6 2 4 0,-3-1 3 0,9 2 4 16,-14 0-9-16,14 0 10 0,-12-2-14 0,12 2 6 16,-9 0-8-16,9 0-2 0,0 0-1 0,-11-1 3 15,11 1-2-15,0 0 0 0,0 0 0 0,0 0-3 16,0 0 6-16,0 0 1 0,0 0-4 0,38 4 3 15,-6-3-2-15,7-2 2 0,18 1-2 0,8-6-5 16,32 0 5-16,3-5-3 0,-2 1-1 0,-2 1-5 16,4 1-1-16,-4-2-3 0,-7 2-1 0,3-4 5 15,-29 5-4-15,25-6 3 0,-23 6 13 0,0-5 0 16,-1 5 8-16,0-2 4 0,-5 6 5 0,-3-3 2 16,-3 0 0-16,-15 4-4 0,-5-1 3 0,-1-1-1 15,-4 0-4-15,-6 2 0 0,-5-2-2 0,-3 2 0 16,-5 2-2-16,-2 0-1 0,1 0-1 15,-8 0-4-15,11-2-2 0,-11 2-6 0,0 0-3 16,11 0-5-16,-11 0-16 0,0 0-18 0,0 0-14 16,6 4-20-16,-6-4-29 0,0 0-38 0,3 10-53 15,-3-10-112-15,0 0-312 0,-4 15 139 0</inkml:trace>
  <inkml:trace contextRef="#ctx0" brushRef="#br0" timeOffset="111414.64">28348 12200 56 0,'-3'-11'84'15,"3"11"-16"-15,0 0-2 0,0 0 0 0,0 0-2 16,-2-8-1-16,2 8-1 0,0 0 0 0,0 0-9 15,0 0 0-15,0 0-4 0,0 0 6 0,0 0-15 16,0 0-8-16,-3-8 5 0,3 8 3 0,0 0-4 16,0 0 1-16,0 0-7 0,0 0-1 0,0 0-6 15,0 0 3-15,0 0-3 0,0 0-2 0,0 0-8 16,0 0 4-16,0 0-3 0,0 0 3 0,0 0-6 0,0 0 2 16,0 0-5-16,0 0 4 0,0 0-13 15,0 0 7-15,0 0-4 0,0 0-2 0,0 0 12 16,0 0-11-16,0 0 6 0,0 0-1 0,0 0-1 0,0 0 1 15,0 0-4-15,0 0 3 0,0 0-3 0,0 0 2 16,0 0-4-16,0 0 8 0,0 0-5 0,0 0-3 16,0 0 1-16,0 0-2 0,0 0-2 0,0 0 1 15,0 0 4-15,0 0-1 0,0 0-1 0,0 0 2 16,0 0-1-16,0 0 0 0,0 0 6 0,0 0-10 16,0 0 4-16,0 0-11 0,0 0 10 0,0 0-2 15,0 0-13-15,0 0 24 0,0 0-13 0,0 0 2 16,0 0-2-16,0 0 8 0,0 0 3 0,0 0-10 15,0 0 5-15,0 0 0 0,0 0-4 0,0 0 3 16,0 0 0-16,0 0 2 0,0 0-2 0,0 0-8 16,0 0 7-16,0 0-3 0,0 0-12 0,0 0 20 15,0 0-7-15,0 0 5 0,0 0 2 0,0 0-8 16,0 0-6-16,0 0 11 0,0 0 1 0,0 0-2 16,0 0 1-16,0 0 4 0,0 0-3 0,0 0-3 15,0 0-3-15,0 0 6 0,0 0-7 0,0 0 9 16,0 0-14-16,0 0 24 0,0 0-20 0,0 0-4 15,0 0 10-15,0 0 0 0,-8-2-1 0,8 2-1 0,0 0 7 16,0 0-3-16,0 0 0 0,-11 1-5 0,11-1 12 16,-13 3-8-16,13-3-5 0,-10 2-1 15,10-2 7-15,-12 1-4 0,12-1-13 0,-11 1 17 16,11-1 17-16,-13 3-15 0,4-3-2 0,9 0 3 0,-11 0-6 16,11 0 8-16,-12 0-2 0,12 0 9 15,-9 2 0-15,9-2-3 0,0 0 1 0,-11-2 6 0,11 2-3 16,0 0 1-16,0 0 3 0,-10 0-5 0,10 0 7 15,0 0 3-15,0 0-8 0,0 0-6 0,0 0 6 16,0 0 0-16,0 0-2 0,0 0-1 0,0 0 3 16,0 0 0-16,0 0-9 0,0 0 2 0,0 0-3 15,0 0 6-15,0 0-5 0,0 0 1 0,0 0 0 16,33-3-7-16,-23 3 6 0,0 0-2 0,7-2-3 16,-1 0 3-16,1 2 0 0,-4-2-1 0,6 4-3 15,0-2 1-15,-3 0 12 0,-2 0-13 0,-1-2 4 0,1 2 3 16,1 0-8-16,-4-1 0 0,3 0 2 15,-5 1 6-15,2 0-4 0,-2 0 7 0,-9 0 6 16,15 0-6-16,-15 0 0 0,11 0 8 0,-11 0-5 0,8 0-8 16,-8 0 15-16,0 0 4 0,7-2 4 15,-7 2-4-15,0 0 2 0,0 0 3 0,0 0-5 16,0 0 1-16,0 0-4 0,0 0-3 0,0 0-1 16,0 0-3-16,0 0-3 0,0 0 0 0,0 0-1 15,0 0 0-15,0 0-9 0,0 0-14 0,0 0-15 16,0 0-19-16,0 0-25 0,0 0-23 0,0 0-30 15,0 0-25-15,-11 21-149 0,8-17-321 0,3-4 142 16</inkml:trace>
  <inkml:trace contextRef="#ctx0" brushRef="#br0" timeOffset="113134.45">29249 11805 50 0,'0'0'67'0,"1"-10"4"15,-1 10-3-15,0-9-4 0,0 9 10 0,-1-10-5 16,1 10-1-16,0-9-11 0,0 9-1 0,-2-10 3 15,2 10 3-15,0-8-9 0,0 8 4 0,0-10-3 16,0 10-11-16,0 0 1 0,0-12-2 0,0 12-11 16,3-8-3-16,-3 8 3 0,0 0 3 0,1-8 3 15,-1 8-2-15,1-8 2 0,-1 8 0 0,0 0-3 16,0 0-1-16,0 0-3 0,0 0 5 0,0-12-7 16,0 12-1-16,0 0-1 0,0 0-4 0,0 0-9 15,0 0 4-15,0 0-5 0,0 0-5 0,0 0 2 16,0 0-2-16,0 0 2 0,0 0-4 0,0 0 1 15,0 0 4-15,0 0 1 0,0 0-3 0,-3 26-7 16,3-26 6-16,-2 13 0 0,0-4 2 0,0 1 0 16,-1 0 2-16,-1 0 8 0,1 2-1 0,1 0 1 15,0-1-9-15,0 0 2 0,-1 3-1 0,1-3 3 0,-1 0-1 16,-1 5 5-16,-1-4-3 0,3 0-3 16,-3 2 1-16,1 2-1 0,0-4-1 0,3 4 1 0,-2-6-5 15,0 3 1-15,1 0 3 0,2-1-7 16,0-1 6-16,-1 0-1 0,2 0-1 0,-2 0 1 15,-1 0-4-15,1-1 1 0,1 3 0 0,1-1-1 0,-2-1-1 16,0 1 4-16,-2-3-3 0,1 2 3 0,2-1-5 16,-1 0 2-16,-1 0-1 0,2 1 4 0,-1-3-5 15,0 3 0-15,-1-1 5 0,0-2-3 16,1 3-4-16,-1-2 3 0,1 0-2 0,1 1 1 0,-1-3-1 16,1 2 1-16,-2 3 0 0,2-4 0 0,0 3 2 15,2-4-6-15,-1 5 5 0,-1-3-2 16,1 1-1-16,-1-3 2 0,2 1-7 0,-1 0 3 15,0 1 3-15,0-2-1 0,-1-7-1 0,2 15 1 0,-2-8 0 16,1 0-1-16,0 0 6 0,-1-7-4 0,2 14 2 16,-1-9-7-16,-1-5 7 0,0 9-3 0,0-9 2 15,1 11-5-15,0-6 1 0,-1-5-4 16,0 11 8-16,3-5-2 0,-3-6 2 0,0 11-2 0,1-6-1 16,-1-5 6-16,1 8-6 0,-1-8-8 0,0 9 7 15,0-9 1-15,2 10 2 0,-2-10 1 0,1 9-1 16,-1-9-1-16,0 10-1 0,0-10 0 0,0 7-1 15,0-7 6-15,4 9-6 0,-4-9-2 0,0 8 2 16,0-8 3-16,0 8-8 0,0-8 3 0,0 9 3 16,0-9 1-16,1 9-4 0,-1-9 4 0,1 10 4 15,-1-3-6-15,0-7 0 0,0 11-1 0,0-11 4 16,0 10-1-16,0-4 2 0,0-6 1 0,2 11 0 16,-2-11-4-16,2 11-1 0,-1-3-3 0,1-2 1 15,-2 2 2-15,0-8 0 0,2 11 0 0,-2-4-2 16,0-7 5-16,0 10-1 0,2-2 1 0,-2-8-1 15,-2 11-1-15,4-4 1 0,-2-7 2 0,1 12-1 16,-1-5-3-16,0-7 2 0,-1 13-2 0,2-5 9 16,-1-2-9-16,0-6 3 0,0 14-5 0,1-7 0 15,-1 0-1-15,0-7 7 0,0 13 0 0,-1-5-3 0,1-8 1 16,-3 13-2-16,3-6-2 0,0-7 4 16,-2 12-3-16,2-5-2 0,-2 0 7 0,2-7 0 15,-2 15-6-15,1-10 7 0,1-5-3 0,-2 14 3 16,1-7 2-16,-2 0-7 0,1-1 1 0,2-6 8 0,-5 13-2 15,2-7 2-15,2 1-3 0,1-7-4 0,-2 11-1 16,2-11-2-16,-3 10 5 0,3-10 0 0,-1 9-2 16,1-9-1-16,0 8 4 0,0-8 0 15,0 0-5-15,0 10-2 0,0-10-11 0,1 9-11 0,-1-9-9 16,0 0-10-16,0 9-20 0,0-9-14 0,0 0-12 16,0 0-15-16,0 0-8 0,1 6-3 0,-1-6-9 15,0 0-107-15,0 0-249 0,0 0 111 0</inkml:trace>
  <inkml:trace contextRef="#ctx0" brushRef="#br0" timeOffset="113688.66">29241 12511 47 0,'0'-10'94'0,"0"10"-2"0,0 0-6 15,0-7-6-15,0 7 2 0,0 0-20 0,0 0-8 16,0 0-1-16,2-8-14 0,-2 8 1 0,0 0-3 16,0 0-6-16,0 0 3 0,0 0-2 0,0 0 6 15,0 0-1-15,0 0-3 0,0 0-7 0,2 27 1 16,-2-20 0-16,0 1 3 0,-4 1 0 0,3 3-2 15,-2-3-7-15,1 4 7 0,0 2-7 0,0-3 1 16,0 1-4-16,1 4 2 0,0 0-4 0,0-3 4 16,-1 2 3-16,2-1-4 0,0-2-5 0,-1 6-3 15,0-2 6-15,-1-2-3 0,0 0-4 0,-2 2 1 16,3 0-1-16,-3-2 3 0,3 4-3 0,0-3 1 16,-2-1-7-16,0-3 9 0,2 5-1 0,1-2-1 15,-3 1-3-15,1-4 6 0,1 5-4 0,-1-2 0 16,-2-2-8-16,4 0 0 0,-2-3 2 0,1 7 0 15,-1-1 4-15,1 1 0 0,-3-7 0 0,2 4-1 16,-1-2-2-16,1-2-5 0,-1 3 6 0,1-2 3 0,-1 1-1 16,2-1-1-16,-1 0-2 0,1-2-1 15,1 2-1-15,1-2-5 0,1-2 7 0,-2 0 5 16,2-1-6-16,1 0-2 0,-1 0-3 0,2 1 3 16,0-2 7-16,1 0-5 0,-5-5-4 0,6 7 1 0,-3-4 4 15,-3-3 2-15,5 7-5 0,-5-7-6 0,7 5-14 16,-7-5 5-16,2 4-13 0,-2-4 0 15,0 0-17-15,0 0-5 0,0 0-16 0,0 0-22 16,0 0-5-16,0 0-6 0,0 0-8 0,0 0-88 16,0-19-206-16,0 19 92 0</inkml:trace>
  <inkml:trace contextRef="#ctx0" brushRef="#br0" timeOffset="114494.62">29778 11936 5 0,'4'-10'84'0,"-4"10"-24"0,2-8 8 16,1 1-7-16,-3 7 4 0,4-6 10 0,-4 6-2 15,2-7-3-15,-2 7-1 0,0 0 4 0,4-9-11 16,-4 9-4-16,1-7-14 0,-1 7 6 0,0 0-19 16,0 0 10-16,0 0-11 0,0 0-1 0,0 0-4 15,0 0 0-15,0 0-8 0,0 0 18 0,0 0-6 16,3 29 7-16,-3-19-10 0,0 5 3 0,1 0-9 15,-1 2 4-15,-1 0 0 0,1 1 3 0,-2 1-6 16,1 0 0-16,-4-2 1 0,5 8-4 0,-2-7-5 16,-1 3 7-16,-1-4 0 0,0 0-8 0,3 0-4 15,-4 1 3-15,2-1-3 0,-3-2-2 0,2-1-7 16,0-1-15-16,0 2-25 0,2-2-23 0,-2-1-21 16,0-1-31-16,-2 5-88 0,-2-5-221 0,-1 0 98 15</inkml:trace>
  <inkml:trace contextRef="#ctx0" brushRef="#br0" timeOffset="119848.25">28300 10780 3 0,'0'0'21'16,"0"0"-1"-16,0 0-9 0,3 17 9 0,-3-17-10 16,0 0-6-16,0 0 5 0,-1 10 0 0,1-10 2 0,1 10 1 15,-1-10-6-15,0 9-5 0,0-9-25 16,2 7-24-16,0 0 12 0</inkml:trace>
  <inkml:trace contextRef="#ctx0" brushRef="#br0" timeOffset="120566.5">28321 10946 18 0,'-2'5'52'0,"2"-5"-12"0,-3 14 3 0,3-4 0 0,0 0-9 15,0 2-1-15,0 4 5 0,-2-1-9 0,2 2 2 16,-2 1 1-16,1 0-3 0,-1 1-7 0,0 0 5 16,-2 1-1-16,3 0-6 0,-3-1 1 15,1 0-8-15,0-1-1 0,0 3 6 0,-2-2-1 0,2-2-5 16,-2 0 4-16,4-2-12 0,-3 1 5 0,0-1 12 16,0-4-12-16,3 1 2 0,-2 2-2 0,-3-4 0 15,6 2 0-15,-2 1-4 0,-2-3 6 0,1 3 2 16,2-2-3-16,-2-1 0 0,1 1 6 0,0-1-12 15,0 1 4-15,2 0-4 0,-1-1 4 0,-1 0-1 16,1 0-5-16,1-1 3 0,0-1-1 0,-1 1 4 16,1-9-2-16,0 12-1 0,0-12 1 0,0 11 4 15,0-11-12-15,0 9 10 0,0-9-2 0,0 10-13 16,0-10 4-16,0 0-1 0,1 9 3 0,-1-9 3 16,0 0 3-16,0 0-11 0,1 6 9 0,-1-6-6 15,0 0 7-15,0 0 0 0,2 7-14 0,-2-7 9 16,0 0 3-16,0 0 7 0,0 0-5 0,0 0-5 15,1 7-2-15,-1-7 5 0,0 0 1 0,0 0-5 16,0 0 5-16,0 0-4 0,2 6 2 0,-2-6 1 16,0 0-3-16,0 0 4 0,0 0 0 0,0 0 1 15,4 6 3-15,-4-6-5 0,0 0 1 0,8 4-16 16,-8-4 21-16,5 2-8 0,-5-2 2 0,9 1-2 16,-9-1 3-16,0 0-1 0,8 2 0 0,-8-2-6 15,0 0 8-15,0 0-6 0,10-2 3 0,-10 2-2 0,0 0 4 16,0 0-10-16,10-1 4 0,-10 1-12 15,0 0 6-15,0 0 5 0,10 0-7 0,-10 0 1 16,0 0 2-16,0 0-1 0,9 1 4 0,-9-1-4 16,7 2 4-16,-7-2 0 0,10 0-4 0,-10 0 2 15,10 1 3-15,-10-1-2 0,9 1 11 0,-9-1-10 16,10 0 6-16,-10 0-5 0,8 1 3 0,-8-1-1 0,7 1 5 16,-7-1-8-16,0 0 1 0,12 0-10 15,-12 0 12-15,11-1 1 0,-11 1 2 0,11 1 0 0,-4 0 3 16,4-1 3-16,-2 0-3 0,0 0-12 0,3 2 2 15,-1-2-1-15,0 2-12 0,-1 0-7 0,-2-1-2 16,2 1-10-16,-2 0-5 0,1-2-7 16,-1 3-38-16,-8-3-95 0,12 2 42 0</inkml:trace>
  <inkml:trace contextRef="#ctx0" brushRef="#br0" timeOffset="121334.4">28401 11237 5 0,'0'0'60'15,"0"0"7"-15,0 0-2 0,0 0 2 0,0 0-2 16,-4 28-6-16,2-18 2 0,2 1-10 0,0 1 2 16,0 0-11-16,-2 4 9 0,2-3-13 0,-1 3 4 15,-1 0-5-15,-1-1-5 0,0 2-8 0,-2-2 8 16,2 0-2-16,0 3 5 0,-2-2 0 0,3 2-9 0,-1-7-2 15,2 3-1-15,-1-2-5 0,1-1 9 16,-1-1-11-16,2 2 2 0,0-2 2 0,-2 0-10 16,2-3 3-16,0-7-2 0,0 14-3 0,0-7-1 0,0-7-1 15,0 11 2-15,0-5-2 0,0-6-2 16,2 8-1-16,-2-8 3 0,2 9 0 0,-2-9 5 16,0 0-9-16,1 9 0 0,-1-9-5 0,2 7 10 15,-2-7-4-15,0 0 2 0,0 0-1 0,1 6-2 0,-1-6-1 16,0 0-9-16,0 0 21 0,0 0-13 0,3 6-2 15,-3-6 4-15,0 0 1 0,0 0 0 0,0 0-4 16,0 0 13-16,7 3-16 0,-7-3 5 0,9 0 4 16,-9 0-7-16,15-3 7 0,-4 3-5 0,0-2-3 15,1 0 3-15,2 0-2 0,5 1 10 0,2-3-8 16,8 1 5-16,-1-1-4 0,1-1 3 0,2 2-7 16,3-3 4-16,0-1-2 0,3 0 2 0,0 1-6 15,13-2 13-15,-12 1-6 0,0 0-5 0,3 1 4 16,8-4-4-16,-11 7 3 0,13-4 3 0,-11 1-1 15,-2 2-1-15,13-5-2 0,2 2-3 0,-15 1 1 16,16 0 5-16,-3 1-4 0,-14 1 8 0,0 1-7 16,1 0 7-16,-2 1-9 0,-1-1 9 0,0 1-8 15,-4 1 2-15,1 0-2 0,0 1 4 0,-3-3-2 16,-1 1-8-16,-7 1 9 0,6-1 2 0,-6 2 0 16,0-1-6-16,-2 1 6 0,2-1 3 0,-2 2-12 15,-1-2 0-15,-4 1 1 0,0 0 8 0,0-2-2 16,-4 2 1-16,2 0-3 0,-1-2 3 0,-3 2-21 15,-2-2 20-15,-6 2-2 0,10 1-1 0,-10-1-4 0,0 0-15 16,12 1 4-16,-12-1-4 0,0 0-10 0,0 0-9 16,0 0-19-16,0 0-2 0,0 0-17 15,0 0-78-15,-26 6-168 0,16-6 74 0</inkml:trace>
  <inkml:trace contextRef="#ctx0" brushRef="#br0" timeOffset="124852.88">28420 12375 3 0,'0'0'19'0,"0"0"8"16,0 0-4-16,0 0-2 0,0 0-2 0,0 0 0 0,0 0-2 15,0 0-5-15,0 0 2 0,0 0-3 0,0 0-4 16,0 0 0-16,0 0 2 0,0 0 0 0,0 0-1 16,0 0-2-16,0 0 2 0,0 0-3 15,0 0-2-15,0 0 4 0,0 0-5 0,0 0 6 0,0 0-4 16,0 0 1-16,0 0-6 0,0 0 2 0,0 0 4 15,0 0-1-15,0 0-3 0,0 0-1 0,0 0 6 16,0 0-4-16,0 0 2 0,0 0 1 0,0 0-4 16,0 0 1-16,0 0-3 0,0 0 1 0,0 0-5 15,0 0-2-15,0 0-5 0,0 0-3 0,0 0-30 16,0 0-47-16,0 0 22 0</inkml:trace>
  <inkml:trace contextRef="#ctx0" brushRef="#br0" timeOffset="128697.93">29535 12437 5 0,'0'0'3'0,"0"0"0"15,0 0 1-15,0 0-1 0,0 0-4 0,0 0 7 16,0 0-11-16,0 0 8 0,0 0-5 0,0 0 1 16,0 0-2-16,0 0-4 0,0 0 2 0</inkml:trace>
  <inkml:trace contextRef="#ctx0" brushRef="#br0" timeOffset="137103.97">31247 10778 3 0,'0'0'0'0,"9"-3"-1"0</inkml:trace>
  <inkml:trace contextRef="#ctx0" brushRef="#br0" timeOffset="138078.29">31797 11843 10 0,'-18'8'13'0,"-2"1"3"16,2-4-2-16,-8 5-1 0,6-3-1 0,-1 1-5 15,3-2 5-15,-7 2-8 0,-1 1 4 16,6-3 8-16,1-2-1 0,-9 3 2 0,1 2-4 0,-3-3-2 16,2-1 5-16,1 1-2 0,-2 0 0 0,2-2 3 15,-2 2-13-15,2 0 10 0,0-1-2 0,0-2-3 16,6 1 6-16,-8 0-4 0,10 0 2 0,-4-1 4 16,2 0-8-16,-8 1 0 0,4 1-1 0,-2-1 3 15,-1 3-5-15,6-1-7 0,-3-3 3 0,3 4 5 16,1-2-2-16,0 0 0 0,-6 3 5 0,8-1-7 15,-3-1 4-15,0 0-9 0,-5 4 9 0,2 1-8 16,-1-2 6-16,-1 1-1 0,7-1-2 0,-6 0-3 16,1 0 2-16,4 0 4 0,4 0-1 0,-3-2-4 15,1 2-1-15,0-2-1 0,1 2-4 16,2-3 7-16,0 1 0 0,3-3-3 0,2 4 2 0,-1-1 0 16,2-3 2-16,1 3-11 0,0-4 1 0,0 3 6 15,9-6 5-15,-13 7-6 0,8-4 3 0,5-3 2 16,-10 5-1-16,10-5-3 0,-10 2 0 0,10-2 5 15,0 0-8-15,0 0-6 0,-13 2 3 0,13-2 2 16,0 0-6-16,0 0-2 0,0 0 2 0,-11-2 3 16,11 2-10-16,0 0-11 0,-5-5-19 0,5 5-53 15,0 0 24-15</inkml:trace>
  <inkml:trace contextRef="#ctx0" brushRef="#br0" timeOffset="138435.41">30433 12131 8 0,'0'0'33'0,"-5"6"-13"15,1-2 0-15,4-4-2 0,0 0-4 0,2 12 2 16,-2-12-13-16,7 5 0 0,0-1-1 15,-7-4-2-15,14 3-2 0,-3 0 0 0,-3 0-1 0,-8-3-19 16,18 4 20-16,-5-4-16 0,-1 2-19 0,0 0 8 16</inkml:trace>
  <inkml:trace contextRef="#ctx0" brushRef="#br0" timeOffset="138476.7">30569 12182 44 0,'13'0'-8'0,"1"0"-7"0,-2 2 3 0,1-2 23 0,2 1-15 16,-3-1-3-16,-2 0 1 0</inkml:trace>
  <inkml:trace contextRef="#ctx0" brushRef="#br0" timeOffset="139152.15">29249 11014 19 0,'0'0'30'0,"0"0"-13"0,0 0-7 0,0 0-13 16,0 0-10-16,0 0-12 0,0 0 5 0</inkml:trace>
  <inkml:trace contextRef="#ctx0" brushRef="#br0" timeOffset="161796.69">21659 5269 5 0,'5'4'23'0,"-5"-4"-1"0,0 0-5 16,0 0 2-16,6 2-8 0,-6-2 6 0,0 0-5 15,0 0 2-15,7 3-6 0,-7-3 1 0,0 0 3 16,0 0-2-16,0 0-6 0,0 0 1 0,0 0-1 16,0 0-4-16,7 1 4 0,-7-1 2 0,0 0-6 15,0 0 6-15,7 3-1 0,-7-3 0 0,0 0-7 16,0 0 1-16,0 0 0 0,0 0 8 0,11 3-5 15,-11-3-2-15,0 0-1 0,0 0 7 0,8 1-6 16,-8-1 2-16,0 0-2 0,0 0 0 0,0 0 3 16,0 0-1-16,5 2-3 0,-5-2 0 0,0 0 1 15,0 0 2-15,0 0-1 0,0 0 1 0,0 0-4 16,0 0 10-16,0 0-10 0,0 0-2 0,0 0 3 16,0 0 0-16,0 0 3 0,0 0 0 0,0 0-1 15,0 0-4-15,0 0 0 0,0 0 0 0,0 0 2 16,0 0 6-16,0 0-11 0,0 0 6 0,0 0-7 15,0 0-4-15,0 0-10 0,0 0-12 0,0 0-34 16,0 0 16-16</inkml:trace>
  <inkml:trace contextRef="#ctx0" brushRef="#br0" timeOffset="170861.96">22806 4677 32 0,'3'-6'89'0,"-3"6"3"0,5-12-5 0,-5 5-6 15,3-2-16-15,-2 3-10 0,-1 6 18 16,3-13-6-16,-2 9 8 0,-1 4-6 0,2-9-7 16,-2 9-5-16,0 0-4 0,2-9-7 0,-2 9 0 15,0 0-5-15,0 0 0 0,0 0-7 0,1-7 3 0,-1 7-6 16,0 0 4-16,0 0-10 0,0 0-1 15,0 0-4-15,4-6 0 0,-4 6-3 0,0 0-9 16,0 0-2-16,0 0 5 0,0 0-5 0,0 0 3 16,0 0-5-16,-13 16-1 0,8-8 0 0,-2 0 5 15,0 3-8-15,-1-2 6 0,2 2 7 0,-2 3-6 0,-2-2-5 16,1 3-1-16,1-1-6 0,3 0 7 16,-4 2-2-16,2 0 4 0,-1 0-3 0,1-1-5 15,0 1 3-15,0-2 4 0,2 3-6 0,-1-2 6 16,2 2 0-16,-2-2-6 0,3 2 2 0,1-4 4 0,0-1-5 15,4 5 8-15,-2-5 13 0,3 5-13 16,0-6 2-16,3 1 1 0,2 3-4 0,2-4 7 16,2 3-5-16,-1-2-1 0,2 0 3 0,2-1 0 15,0-1-7-15,5 1-7 0,-1-3-19 0,-1 1-13 16,7-1-29-16,-9 0-30 0,3-1-24 0,0-3-83 0,-7-1-217 16,2-1 96-16</inkml:trace>
  <inkml:trace contextRef="#ctx0" brushRef="#br0" timeOffset="171462.06">23252 4782 118 0,'0'0'132'0,"0"0"-7"0,-1-9-14 0,1 9-10 0,0 0-5 16,0 0-12-16,0 0-8 0,0 0-9 0,0 0-13 15,0 0 2-15,0 0-12 0,0 0-6 16,0 0-6-16,0 0-2 0,0 0-3 0,11 23-1 16,-9-13-4-16,3-1 2 0,-4 1-1 0,3 2-2 0,-3 0-10 15,3 2-1-15,-1-2 10 0,-2-2 0 0,0 2-9 16,2-3-1-16,-2 3 6 0,2-3-1 0,-2-1-2 16,0-1-3-16,-1 1-5 0,3-2 8 15,-3-6-5-15,1 10-4 0,-1-10-2 0,3 8 4 16,-3-8 2-16,0 0 11 0,0 8 10 0,0-8 13 0,0 0 17 15,0 0 2-15,0 0-3 0,0 0-7 0,0 0-5 16,0 0-3-16,0 0-7 0,-3-32-1 16,3 21-5-16,4-7-3 0,-1-1-2 0,2 0-6 15,0 0-1-15,5-4-5 0,0-1 0 0,1-1-5 16,-1 10-1-16,2-1-3 0,0 1-3 0,-2 3-4 0,4-1 3 16,-5 6-4-16,3 2-1 0,-2 1-1 0,0 3 5 15,0 1-5-15,2 1-2 0,0 4-3 0,-1 2 5 16,-1 0 1-16,0 6-4 0,1 1 4 15,-1 0 4-15,-2 3-4 0,0 1-3 0,-1-1-1 16,0 5-14-16,-3-4-7 0,2 2-25 0,1-2-10 0,-1 0-23 16,1 0-12-16,-3 1-36 0,2-1-122 15,-6-1-279-15,4 0 124 0</inkml:trace>
  <inkml:trace contextRef="#ctx0" brushRef="#br0" timeOffset="172114.29">23970 4836 78 0,'0'0'115'0,"0"0"-7"0,0 0-17 15,0 0-12-15,0 0-12 0,0 0-10 0,0 0 1 16,0 0-1-16,0 0-6 0,-6 27-7 0,3-16-2 0,0 0 6 15,-1 3 0-15,1-4-3 0,-2 4-2 16,0-2-8-16,3-1-2 0,-1 0-1 0,-1 0-5 0,2-3-8 16,-1-1 7-16,1 1-5 0,0-3-4 15,-1 1 2-15,3-6 0 0,-4 12-1 0,4-12 5 16,-4 5-9-16,4-5 5 0,-4 6 10 0,4-6 11 0,0 0 13 16,-2 6 6-16,2-6 3 0,0 0-6 0,0 0-2 15,0 0-9-15,0 0 0 0,0-22-7 0,1 11-6 16,3-6-6-16,2 0-3 0,2-8-1 15,-1 1-1-15,2-3-2 0,1 2-5 0,1 0 2 16,0-2-6-16,2 2 3 0,-1-2-4 0,2 2 1 0,-3 2-4 16,-2 5 1-16,0 0 0 0,-3 2-4 0,2 3-2 15,-3 4 1-15,0 0 0 0,0 2 1 16,-2 4-2-16,-3 3-4 0,6-7-2 0,-6 7 4 16,0 0-5-16,0 0 0 0,16 7 1 0,-10 0 3 15,-1 3 0-15,2 1-1 0,-2 3 2 0,1 3 4 0,2 1-5 16,-4 1 7-16,-1 1-6 0,0-1 4 0,2 6 3 15,-2-1 6-15,-1 1-4 0,0-8-5 0,0-1-1 16,-1-1 2-16,4 1 0 0,-2 2-1 0,1-4 0 16,-2 2 1-16,1-1 2 0,-2-1-2 15,0-3-12-15,1 3-18 0,-1-2-11 0,-1 0-31 16,2-1-20-16,0-2-21 0,-3 2-21 0,0-3-26 0,-2 2-93 16,-1-4-270-16,0-1 120 0</inkml:trace>
  <inkml:trace contextRef="#ctx0" brushRef="#br0" timeOffset="172282.89">23849 4957 4 0,'14'-7'85'15,"-2"3"-7"-15,2 0-6 0,5 2-13 0,11-3-20 16,-1 1-8-16,3 1-39 0,-1-2-9 0,2 3-41 15,-5 1-61-15,-1-1 27 0</inkml:trace>
  <inkml:trace contextRef="#ctx0" brushRef="#br0" timeOffset="173790.51">24408 4928 47 0,'0'0'74'0,"0"0"-9"16,0 0-3-16,0 0-5 0,0 0-6 0,0 0-2 0,0 0-3 16,0 0 1-16,-6 25-14 0,6-25 5 0,-1 13-5 15,1-8-7-15,0-5-7 0,-2 10-1 16,2-10 6-16,-3 10 8 0,3-10-13 0,0 9-8 16,0-9 3-16,0 0 1 0,0 10 7 0,0-10 7 15,0 0-4-15,-1 8-3 0,1-8 3 0,0 0 9 16,0 0-5-16,-4 5 12 0,4-5 11 0,0 0 5 15,0 0 1-15,0 0 1 0,0 0-9 0,0 0 3 16,0 0-1-16,0 0-2 0,0 0-8 0,-11-17-1 16,8 11-3-16,3 6-4 0,-6-13-3 0,5 4-6 15,-1 0 1-15,1-1-4 0,0-2-4 0,-2 2 5 16,3-2-4-16,1 3-2 0,-1 9-4 0,-1-14-4 16,1 14 6-16,1-10-6 0,-1 10-1 0,0-10 4 0,0 10-10 15,2-7 0-15,-2 7-3 0,0 0 0 16,6-3 1-16,-6 3-2 0,0 0 0 0,17 7 3 15,-11-1-5-15,2 2 0 0,-1-2 5 0,2 4 2 16,0-1-3-16,-4 1 0 0,4 0 1 0,-2 1-4 16,-1-3 3-16,-1 1 7 0,-2-4-8 0,4 5 0 15,-4-4-4-15,-2-1 3 0,2-1 6 0,-3-4-5 16,4 6 8-16,-4-6 4 0,0 0 3 0,2 8 6 16,-2-8 0-16,0 0-6 0,0 0 6 0,0 0-3 15,0 0-2-15,0 0-2 0,-10-23 3 0,9 12-3 16,1 1-3-16,1-2-2 0,3-3 0 0,-1 3-2 0,1-5-10 15,6 0 6-15,1 2-7 0,-5 1 3 16,5 1 0-16,1 0-2 0,-3 5-2 0,4 1 3 16,-3 1-2-16,3 0-1 0,1 3-2 0,-2 2-5 15,-2 1 0-15,3 1 0 0,-2 2 4 0,1 3 1 0,2 2 5 16,-5 1-3-16,5 3-1 0,-4-1-3 0,-5 0 10 16,3 4-4-16,-3 1 2 0,-1-4-8 15,-1 4 2-15,-1-1-3 0,0-3-15 0,-2 4-23 16,0-4-15-16,0 1-20 0,0-2-33 0,-2 1 0 15,0-1-19-15,0 0-80 0,-1-1-233 0,2-4 103 16</inkml:trace>
  <inkml:trace contextRef="#ctx0" brushRef="#br0" timeOffset="174042">24803 4677 142 0,'0'0'159'16,"0"0"-17"-16,0-11-18 0,0 11-15 0,0 0-18 16,0 0-8-16,0 0-5 0,0 0-5 0,0 0-8 15,0 0 0-15,0 40-8 0,0-21 0 0,-2 7-10 16,-1 2-1-16,1 0-7 0,0 1 1 0,-2-2-7 0,4-1 0 16,-3 1-1-16,1-3-2 0,-1 2-2 15,1-7-3-15,1 1-4 0,-1-2-4 0,2 0-21 16,-5 0-17-16,3-2-12 0,2 4-38 0,-3-5-20 15,2-1-36-15,-2-2-89 0,-1-1-232 0,-1-1 104 16</inkml:trace>
  <inkml:trace contextRef="#ctx0" brushRef="#br0" timeOffset="174265.15">24910 4818 63 0,'12'-3'103'0,"2"3"-13"0,-3 2-10 0,0 0-5 16,1 4-8-16,-4-1-19 0,0 3 3 0,0 3 5 15,-3-1-11-15,-1 1-3 0,-2 1-4 0,-5 5 4 16,0-1-1-16,-7 0-10 0,4-2-12 0,-7 0 13 16,1 1-4-16,1-2-14 0,0 0-16 0,-3-1-15 15,2-3-14-15,-1 1-31 0,2-3-81 0,-1 0-154 16,1-2 69-16</inkml:trace>
  <inkml:trace contextRef="#ctx0" brushRef="#br0" timeOffset="174505.84">25187 4647 1615 0,'11'-13'76'0,"-4"4"-41"0,1 2-10 0,-2 2-14 16,-2-3-6-16,0 5-10 0,-4 3-3 0,13-1 8 15,-13 1-1-15,15 3 2 0,-6 4 2 0,2 2-7 16,0 5 5-16,4 8-1 0,-3-1 2 0,-1 6 1 16,-1 0 5-16,-3 2-2 0,-3 4 2 0,-2 1-1 15,-4 0 2-15,-5 1 0 0,-4-1-5 0,-1-1 5 16,-8 9-2-16,-2-13-6 0,-11 10-27 0,-7-4-10 16,-1 0-20-16,-1-6-21 0,0-2-31 0,-4-3-22 15,0 2-103-15,-1-6-251 0,13-7 111 0</inkml:trace>
  <inkml:trace contextRef="#ctx0" brushRef="#br0" timeOffset="175761.36">23591 4901 15 0,'0'0'57'0,"0"0"-8"0,0 0 4 15,0 0-2-15,0 0-1 0,0 0-2 16,0 0 3-16,0 0-7 0,0 0-4 0,0 0 6 0,0 0-11 16,0 0-5-16,0 0-5 0,0 0 9 0,0 0-14 15,0 0 2-15,0 0 2 0,0 0-9 0,0 0 5 16,0 0-7-16,0 0-4 0,0 0 3 0,0 0 2 16,0 0-3-16,0 0-3 0,0 0 3 0,0 0-2 15,0 0-1-15,0 0 1 0,0 0-7 0,0 0 4 16,0 0 4-16,0 0 4 0,0 0-2 0,0 0-18 15,0 0 5-15,0 0-2 0,0 0 0 0,0 0 1 16,0 0 1-16,0 0 1 0,0 0-2 0,0 0 1 16,0 0-8-16,10 14 15 0,-7-8-8 15,-3-6-4-15,1 10 3 0,3-2-2 0,-1-1 11 16,-1-1-1-16,1 3 1 0,1-1 2 0,-2 1 3 0,1-2-12 16,-2 0 4-16,2 0 1 0,0 1 1 0,-1-1-3 15,1 0 17-15,-3-7-9 0,2 13-4 16,0-5-1-16,-1-3-2 0,-1-5 4 0,2 12 1 0,-2-6-1 15,0-6 11-15,0 8-12 0,0-8 2 16,1 8 2-16,-1-8-3 0,3 5 4 0,-3-5 4 0,0 0 1 16,0 0-2-16,0 9 6 0,0-9-6 0,0 0 0 15,0 0 0-15,0 0 3 0,0 0-4 16,0 0-3-16,0 0-1 0,1 7-10 0,-1-7-13 16,0 0-11-16,0 0-7 0,0 0-7 0,0 0-27 15,0 0-11-15,0 0-76 0,0 0-165 0,0 0 73 16</inkml:trace>
  <inkml:trace contextRef="#ctx0" brushRef="#br0" timeOffset="-186924.2">3900 7846 4 0,'0'0'7'16,"0"0"3"-16,0 0-3 0,0 0 1 0,-6-5-1 15,6 5 5-15,0 0-6 0,0 0 6 0,0 0-4 16,0 0 3-16,0 0 0 0,0 0-2 0,0 0 0 16,0 0-2-16,-7-4-1 0,7 4-3 0,0 0 10 0,0 0-9 15,0 0 5-15,0 0 2 0,0 0-2 16,0 0-12-16,0 0 3 0,0 0 5 0,0 0-7 0,0 0 7 15,0 0 1-15,0 0-3 0,0 0 6 16,0 0 1-16,0 0-5 0,0 0 1 0,0 0 1 16,0 0 3-16,0 0-4 0,0 0-1 0,0 0 4 0,0 0 0 15,0 0-4-15,0 0-3 0,0 0-1 16,0 0 5-16,0 0-3 0,0 0 1 0,0 0-4 16,0 0 0-16,0 0-2 0,0 0 3 0,0 0-3 15,0 0 1-15,0 0-3 0,0 0 2 0,0 0-1 16,0 0 1-16,0 0-1 0,0 0 0 0,0 0 5 0,0 0-3 15,0 0-2-15,2 19 4 0,-2-19-3 0,0 0-1 16,0 0 2-16,0 0 3 0,-2 11-2 0,2-11 1 16,0 0 0-16,-1 6-1 0,1-6-3 0,0 0 3 15,0 0 1-15,-1 9 1 0,1-9-5 0,0 0 2 16,0 0-1-16,1 10-1 0,-1-10 1 0,0 0 2 16,0 0 0-16,-1 8 1 0,1-8-1 15,0 0 0-15,0 0 6 0,0 0-8 0,0 0 3 0,-2 9-3 16,2-9 0-16,0 0 2 0,0 0-1 15,0 0 3-15,0 0-2 0,0 0 0 0,3 8-1 0,-3-8 6 16,0 0-3-16,0 0 0 0,0 0 1 0,0 0-6 16,0 0 1-16,0 0 1 0,0 0 0 0,0 0 2 15,1 7-2-15,-1-7 2 0,0 0 0 0,0 0 1 16,0 0-2-16,0 0 0 0,0 0 3 16,0 0 0-16,0 0-1 0,0 0-4 0,0 0 0 0,0 0 3 15,0 0-1-15,0 0 3 0,0 0-4 0,0 0 1 16,0 0 3-16,0 0-6 0,0 0 1 0,0 0 4 15,0 0-2-15,0 0 4 0,0 0 0 0,0 0-2 16,-4-25-2-16,4 25 1 0,0 0-1 0,0-9-1 16,0 9 4-16,0 0-1 0,0 0-1 0,-2-8 6 15,2 8-3-15,0 0-4 0,0 0 8 0,-1-8-5 16,1 8 0-16,0 0 6 0,0 0-1 0,0 0 0 16,0 0-4-16,0 0 1 0,0 0 2 0,0 0-1 15,0 0-1-15,-3-9-4 0,3 9 2 0,0 0-5 16,0 0 0-16,0 0-1 0,0 0 2 0,0 0-3 15,0 0-1-15,0 0 1 0,0 0-1 0,0 0 2 16,0 0 2-16,0 0-3 0,0 0 5 0,0 0-6 16,0 0 2-16,0 0 6 0,0 0-7 0,-5 21 3 15,5-21-3-15,0 0 5 0,-2 10-1 0,2-10 4 16,0 0-6-16,0 9 2 0,0-9 1 0,0 0 0 16,0 0-1-16,-2 7 2 0,2-7-2 0,0 0 6 15,0 0 5-15,0 0 3 0,0 0 0 0,0 0 4 16,0 0-4-16,0 0-3 0,0 0 2 0,0 0-4 15,0 0 1-15,0 0 1 0,0 0-3 0,0 0 3 16,0 0-7-16,0 0-2 0,0 0 5 0,0 0 0 16,-10-19 1-16,10 19-4 0,0 0 2 0,-1-7 1 15,1 7-2-15,0 0-3 0,-2-9 0 0,2 9 0 16,0 0 5-16,0 0-2 0,-1-8-4 0,1 8-4 16,0 0 7-16,0 0-3 0,0 0 1 0,0 0-2 15,0-12-4-15,0 12 10 0,0 0-5 0,0 0-2 16,0 0 2-16,0 0-4 0,0 0 3 0,0 0-3 15,0 0-1-15,0 0 1 0,0 0 3 0,0 0 2 16,0 0-6-16,0 0 5 0,0 0-7 0,0 0-2 16,0 0 8-16,0 0 1 0,0 0-3 0,0 0 0 15,0 0-1-15,0 0-2 0,0 0 3 0,0 0 3 16,0 0-2-16,0 0 0 0,0 0 3 0,0 0-2 16,0 0-1-16,0 0 2 0,0 0 6 0,0 0 4 15,0 0 6-15,0 0-1 0,0 0 2 0,0 0-4 16,0 0 6-16,0 0-11 0,0 0 9 0,0 0-7 15,0 0 4-15,0 0-7 0,0 0 3 0,-6-3-3 16,6 3-2-16,0 0 0 0,0 0-1 0,0 0 1 16,-2-9-3-16,2 9-3 0,0 0 5 0,0 0-4 15,0 0 2-15,0 0-6 0,0 0 5 0,0 0-2 16,0 0-2-16,-2-8-7 0,2 8 4 0,0 0-2 16,0 0 1-16,0 0-1 0,0 0 6 0,0 0 2 15,0 0-4-15,0 0 1 0,0 0-2 0,0 0 10 16,0 0-6-16,-2 23-2 0,2-23-2 0,0 0-1 15,0 0 1-15,2 11-1 0,-2-11 2 0,0 0 0 16,0 0-2-16,0 7 3 0,0-7 5 0,0 0 4 16,0 0-6-16,0 0-5 0,0 0 2 0,0 0 2 15,0 0-5-15,0 0 2 0,0 0 2 0,0 0 1 16,0 0-3-16,0 0 3 0,1 8 5 0,-1-8 3 0,0 0 19 16,0 0-7-16,0 0 5 0,0 0-2 0,0 0 5 15,0 0-8-15,0 0-7 0,0 0 6 16,0 0 0-16,0 0-6 0,0 0 0 0,0 0-5 15,0 0 4-15,0 0-3 0,0 0 2 0,0 0-1 0,3-25 1 16,-3 25-6-16,0 0 4 0,0 0 5 16,0 0 1-16,1-7-11 0,-1 7 2 0,0 0-3 15,0 0-5-15,0 0 1 0,0 0 1 0,0 0-2 16,0 0 2-16,0 0 2 0,0 0-2 0,0 0 2 16,0 0 5-16,0 0-17 0,0 0 7 0,0 0 0 15,0 0 10-15,0 0-10 0,0 0 6 0,0 0-7 0,0 0 1 16,0 0 10-16,-4 23-4 0,4-23-3 15,0 0-6-15,0 0 3 0,0 9 1 0,0-9-3 16,0 0 4-16,0 0-3 0,0 0 8 0,0 9-6 16,0-9 6-16,0 0-1 0,0 0-3 0,0 0 1 0,0 0-4 15,0 0 7-15,-3 7-4 0,3-7 2 16,0 0-5-16,0 0-1 0,0 0 5 0,0 0 0 16,0 0 3-16,0 0-7 0,0 0-1 0,0 0 5 0,0 0 2 15,0 0-5-15,0 0 8 0,0 0 2 16,0 0 6-16,0 0-6 0,0 0 1 0,0 0-2 0,0 0 3 15,0 0 1-15,0 0-3 0,0 0-2 0,0 0 2 16,0 0 1-16,0 0-4 0,0 0 4 16,0 0-6-16,-6-20 2 0,6 20 4 0,0 0 2 15,0 0 0-15,0 0-4 0,-1-8-9 0,1 8 0 0,0 0 4 16,0 0-6-16,0 0 2 0,0 0 1 0,0 0-3 16,0 0 0-16,0 0 7 0,0 0-5 15,-5 21 5-15,5-21-7 0,-3 8 6 0,3-8-3 16,-1 12-1-16,1-12-5 0,0 10 6 0,0-10-2 0,-3 8 8 15,3-8-2-15,0 9-6 0,0-9 1 0,-2 8 1 16,2-8-5-16,0 0 1 0,1 10-2 0,-1-10 11 16,0 0-6-16,3 7 0 0,-3-7-5 0,0 0 4 15,0 0 0-15,0 0 5 0,0 0-12 16,1 7 8-16,-1-7-4 0,0 0 6 0,0 0-3 0,0 0 6 16,0 0-1-16,0 0 2 0,0 0-3 0,0 0 4 15,0 0-6-15,0 0 1 0,0 0-4 0,0 0 6 16,0 0 2-16,0 0 0 0,2-24-4 0,-2 24 3 15,0-9-2-15,0 9 1 0,3-10-5 0,-3 10 6 16,0-7-4-16,0 7 1 0,0 0 5 0,1-10 1 16,-1 10-8-16,0 0-3 0,3-8 1 0,-3 8-2 15,0 0 6-15,0 0 6 0,0 0-10 0,2-7 0 16,-2 7 4-16,0 0-3 0,0 0 8 0,0 0-10 16,0 0 0-16,0 0 4 0,5-4-4 0,-5 4-2 15,0 0 5-15,0 0-6 0,0 0 8 0,0 0-4 16,0 0-10-16,0 0 6 0,0 0 5 0,0 0-2 15,0 0-1-15,0 0 6 0,4 20 0 0,-4-20-3 16,0 7 2-16,0-7-2 0,0 9 1 0,0-9 5 16,0 8-7-16,0-8 9 0,0 9-3 0,0-9-3 15,0 8-6-15,0-8 4 0,0 9 0 0,0-9 1 16,0 0-1-16,2 9 8 0,-2-9-5 0,0 0-1 16,1 8 5-16,-1-8-4 0,0 0 2 0,0 0-2 15,0 0-5-15,1 9 11 0,-1-9 3 0,0 0-3 16,0 0 2-16,0 0 8 0,0 0-3 0,0 0-6 15,0 0 5-15,0 0 1 0,0 0-5 0,0 0 3 16,0 0-9-16,0 0 2 0,0 0-3 0,-6-23 3 16,6 23 4-16,-2-10-3 0,2 10-5 0,0-9 3 15,0 9-5-15,2-10-2 0,-2 10 6 0,0-10 6 16,0 10 1-16,2-8-8 0,-2 8 3 0,2-6-7 16,-2 6 2-16,0 0 1 0,2-6-11 0,-2 6 5 15,0 0-9-15,0 0-1 0,0 0 3 0,0 0-2 16,0 0-1-16,0 0 6 0,0 0-2 0,0 0 3 15,0 0 2-15,0 0-1 0,0 0-1 0,0 0 0 16,5 18 6-16,-5-18-2 0,0 0 2 0,0 9 1 16,0-9-7-16,0 0 2 0,2 9 5 0,-2-9 0 15,0 0-1-15,1 6 2 0,-1-6 2 0,0 0-1 16,0 0-5-16,0 0 4 0,1 6 1 0,-1-6 2 0,0 0-1 16,0 0 6-16,0 0-4 0,0 0 6 0,0 0 0 15,0 0-7-15,0 0 4 0,0 0-3 16,0 0-1-16,0 0 3 0,0 0-3 0,0 0 0 15,0 0-7-15,0 0 4 0,0 0-9 0,0 0-5 16,-1-24-6-16,1 24-5 0,0 0-6 0,0 0-12 16,0 0-19-16,0 0-70 0,0 0-145 0,0 0 64 15</inkml:trace>
  <inkml:trace contextRef="#ctx0" brushRef="#br0" timeOffset="-158366.25">5780 7863 33 0,'0'0'36'0,"0"0"-3"16,0 0-6-16,0 0-13 0,0 0-3 0,0 0-5 16,0 0-6-16,0 0-7 0,0 0-4 0,0 0-13 15,0 0-26-15,0 0 12 0</inkml:trace>
  <inkml:trace contextRef="#ctx0" brushRef="#br0" timeOffset="-150910.44">4157 7851 2 0,'0'0'2'0,"0"0"5"16,0 0-2-16,0 0-5 0,0 0 0 15,0 0-3-15,0 0-3 0,0 0 1 0</inkml:trace>
  <inkml:trace contextRef="#ctx0" brushRef="#br0" timeOffset="-138880.75">1858 4241 129 0,'0'0'118'0,"0"0"-11"0,0 0 3 16,0 0-3-16,0 0-3 0,0 0-5 0,0 0-5 16,0 0-3-16,0 0-11 0,0 0-2 0,0 0-2 15,0 0-10-15,0 0-7 0,0 0-3 0,0 0-6 16,0 0-8-16,0 0 2 0,0 0-9 0,0 0-1 15,0 0-10-15,0 0-3 0,0 0-2 0,0 0-6 16,0 0 6-16,0 0-3 0,0 0-2 0,9 12-7 16,-9-12 2-16,5 10-3 0,1-4 2 0,-2 0 6 15,1 4-10-15,4 2 4 0,-1-2 1 0,-2 4-3 16,2-3 1-16,-3 0 3 0,0 2-2 0,4 1-6 16,-5-2 1-16,2-2 1 0,-1 0 4 0,4 3-5 15,-4-3 3-15,0-1 0 0,-1 0-6 0,1-2 2 16,2 2-13-16,-3-3 7 0,-4-6-1 0,6 12-6 15,-2-8 2-15,-4-4-3 0,6 8-6 0,-6-8 12 16,5 9-8-16,-5-9 9 0,0 0-7 0,3 5 8 16,-3-5 6-16,0 0 2 0,0 0 1 0,0 0 0 15,0 0 0-15,0 0-4 0,14-14 1 0,-14 14 4 16,8-16 0-16,-6 6-4 0,1-3 7 0,1-1-2 16,1-1-6-16,0 0 7 0,-1-2 2 0,-1 1-1 15,3-2-1-15,-2 1-1 0,1-1 0 0,2 0-2 16,-3 1 0-16,1 3 1 0,-1-4-1 0,0 8-3 15,-1-3-3-15,-1 3 5 0,2 0-3 16,-2 1 2-16,1 3-5 0,-3 6 4 0,1-11-2 16,-1 11 3-16,2-9-5 0,-2 9-6 0,2-5-13 15,-2 5-5-15,0 0-13 0,0 0-14 0,0 0-15 16,0 0-22-16,5-7-7 0,-5 7-9 0,0 0-14 16,0 0-86-16,0 0-222 0,0 0 99 0</inkml:trace>
  <inkml:trace contextRef="#ctx0" brushRef="#br0" timeOffset="-138438.19">2225 4438 30 0,'0'0'83'0,"0"0"1"0,0 0-6 16,0 0-7-16,0 0-5 0,11 23-1 0,-9-17-13 15,1 5 2-15,1-3 1 0,-3 4-4 0,2-2-4 0,-3 1-3 16,4 0-2-16,-3-2-4 0,0 5-6 0,1-4-4 16,-2 1-5-16,1-2 2 0,-1-9-5 15,2 21 1-15,0-14-6 0,-2-7 2 0,0 14 5 16,3-4-10-16,-1-2 2 0,-2-8-11 0,1 14-11 15,-1-14-21-15,2 12-10 0,-2-12-9 0,2 10-27 16,-2-10-2-16,0 6-59 0,0-6-148 0,0 0 66 16</inkml:trace>
  <inkml:trace contextRef="#ctx0" brushRef="#br0" timeOffset="-138045.87">2276 4406 63 0,'0'0'97'0,"7"-6"6"0,-7 6-17 0,9-5-6 15,-9 5-1-15,14-3-5 0,-14 3-9 0,14 0-4 16,-14 0-9-16,16 3-4 0,-16-3-1 0,14 3-15 16,-9 1 8-16,-5-4-7 0,9 9-2 0,-5-3-11 15,-4-6-10-15,2 14 19 0,-2-14-15 0,0 14 7 16,0-14-3-16,-6 15-5 0,3-8 10 0,3-7-14 15,-6 15 5-15,3-9-5 0,3-6-9 0,-6 10 2 16,6-10-27-16,-3 9-2 0,3-9 6 16,0 0 2-16,0 13-2 0,0-13 4 15,7 10 1-15,-7-10 14 0,11 9-4 0,-3-2-9 0,0 0 5 0,-1 0 1 16,2-3 1-16,-2 1-4 0,2 1 5 0,-2 1 3 16,0-2-4-16,-7-5 1 0,14 11 1 15,-10-7 0-15,1 3-2 0,-5-7 4 0,7 11 0 0,-4-6 5 16,-3-5-5-16,1 12 5 0,-1-12-4 15,0 0 3-15,-5 16-2 0,-1-10 3 0,6-6-7 16,-12 12 7-16,1-7-4 0,2 1-13 0,1 0-2 16,-1-2-24-16,1-1-16 0,-3 0-70 0,1-1-138 0,-3-1 62 15</inkml:trace>
  <inkml:trace contextRef="#ctx0" brushRef="#br0" timeOffset="-137769.96">2493 4455 39 0,'2'-7'158'16,"-2"7"-18"-16,0 0-14 0,0 0-8 0,0 0-18 15,0 0-9-15,7-2-13 0,-7 2 0 0,0 0-7 16,9 15-13-16,-5-6-1 0,-2 0-9 0,2 3-5 15,0 0 2-15,0 4-7 0,-2-4-3 0,3 3-7 16,-3 2 6-16,3-2-11 0,-4-4 0 0,1 5-2 16,0-3-6-16,-1 0-18 0,0-3-11 0,-1 2-20 15,2 1-11-15,-1-2-23 0,0-1-19 0,-2-1-31 16,2 0-65-16,-1-9-199 0,0 0 88 0</inkml:trace>
  <inkml:trace contextRef="#ctx0" brushRef="#br0" timeOffset="-137424.22">2576 4389 87 0,'0'0'119'0,"4"-6"-16"0,-4 6-4 0,7-5-3 15,-7 5-12-15,0 0-13 0,12 3-7 0,-12-3-3 16,10 6-6-16,-5-1-5 0,0-1-8 15,-1 2-2-15,0 3-2 0,-1 1-6 0,-1 0-1 16,-2-10-3-16,0 19-5 0,-2-9-2 0,-1 0 6 16,-1-1-9-16,-2 1-8 0,-1-3-1 15,1 3-1-15,-3-3-10 0,3 0 5 0,1-2-4 0,5-5 9 0,-9 9 9 16,9-9-10-16,-10 5-5 0,10-5 4 16,-6 7-12-16,6-7 9 0,0 0-4 0,-6 5-1 15,6-5-7-15,0 0-4 0,0 0 1 0,0 0 10 16,-1 12 1-16,1-12-7 0,0 0 8 0,0 0-9 15,10 14 9-15,-5-11-1 0,-5-3 11 0,11 7-22 16,-4-5 14-16,-7-2 3 0,15 8-29 0,-5-4-37 16,-2-3-36-16,0 2-73 0,-8-3-184 0,16 8 81 15</inkml:trace>
  <inkml:trace contextRef="#ctx0" brushRef="#br0" timeOffset="-137118.36">2892 4621 61 0,'0'0'105'0,"14"0"-9"0,-14 0-7 0,0 0-11 16,24-3-40-16,-10 1-46 0,-14 2-69 0,22-3-83 15,-8 0 37-15</inkml:trace>
  <inkml:trace contextRef="#ctx0" brushRef="#br0" timeOffset="-136521.84">2884 4556 40 0,'0'0'115'0,"20"-3"-14"16,-20 3-14-16,16-2-19 0,-5 0-18 0,1-1-17 15,-1 1-24-15,2 1-26 0,0-1-30 0,-3 3-27 16,0-1-79-16,-2-1 36 0</inkml:trace>
  <inkml:trace contextRef="#ctx0" brushRef="#br0" timeOffset="-136352.81">2888 4702 64 0,'20'0'107'0,"-20"0"-15"0,31-2-20 15,-11-2-25-15,2 1-32 0,9-1-40 0,-11 0-37 16,7-2-68-16,-8 2 31 0</inkml:trace>
  <inkml:trace contextRef="#ctx0" brushRef="#br0" timeOffset="-135633.9">3446 4314 137 0,'0'0'168'0,"0"0"-10"16,0 0-14-16,0 0-19 0,0 0-14 0,0 0-14 0,0 0-10 15,0 0-11-15,0 0-3 0,0 0-11 16,0 0-2-16,7 24-11 0,-6-13-1 0,0 0-5 15,1 6-3-15,-1-1 0 0,-1 1-9 0,0-6-3 16,1 6-3-16,0-2-2 0,-1 2 4 0,0-5-7 0,-1-1 0 16,1 5-2-16,0-1-1 0,0-5-13 15,0 2-14-15,0-1-23 0,0 0-17 0,0-4-26 16,0 3-14-16,0-10-12 0,0 14-21 0,-1-8-86 16,-2 0-224-16,3-6 100 0</inkml:trace>
  <inkml:trace contextRef="#ctx0" brushRef="#br0" timeOffset="-135232.86">3468 4265 25 0,'8'-5'106'0,"-8"5"-4"15,10-3-4-15,-4 3-9 0,-6 0-8 0,16 4-10 16,-7 1-5-16,-3-3-4 0,4 4-5 0,-3-1-11 15,0 1 1-15,1 0-1 0,1 2-8 0,-3-1-3 16,-2 2-4-16,1-1 1 0,-2 1-6 0,-2 1-11 16,-1 3 2-16,0-4 2 0,-1 1-3 0,-2 1-7 15,1-1-13-15,0-1-6 0,-1-1-8 0,0-1-9 16,2 1-1-16,-1-1-11 0,2-7-4 0,-2 11-2 16,2-11 4-16,1 8 0 0,-1-8-3 0,1 14 7 15,1-8 6-15,0-1-3 0,-2-5 11 0,8 8-2 16,-8-8 5-16,6 12 6 0,-1-7-3 0,0 1 3 15,-5-6-1-15,11 11 0 0,-6-3 7 0,1 0 6 16,2-1-7-16,-3-3 5 0,-5-4 2 0,6 10 7 16,-2-3 5-16,-4-7 2 0,5 10 1 0,-5-10-1 15,4 8-1-15,-4-8 16 0,0 0 0 0,3 10-2 16,-3-10 1-16,0 0-3 0,-13 10 0 0,4-3 1 16,-2-2-11-16,-1-1-15 0,0 1-11 0,-1-3-21 15,-3 6-30-15,3-3-47 0,1-2-120 0,0-2 55 16</inkml:trace>
  <inkml:trace contextRef="#ctx0" brushRef="#br0" timeOffset="-134563.79">3736 4657 25 0,'9'-5'181'0,"-1"-2"-19"0,-2 3-13 15,1-2-8-15,2-1-16 0,-3-3-11 0,2 3-3 16,-2-2-15-16,-1 0-1 0,2-2-8 0,-4 1-16 16,1-2 1-16,0 1-12 0,-3-2-4 0,-1 1-5 15,-2-5-7-15,1 1-4 0,1 0-6 16,-4 5 0-16,0 0-6 0,0 1 6 0,-1 0-3 0,1 0-6 16,-1 2-2-16,1 3 2 0,2-1-5 15,-4 0-2-15,6 6 0 0,-7-7 1 0,7 7-7 0,-5-4-6 16,5 4-4-16,-7-5 2 0,7 5 2 0,0 0-9 15,0 0-1-15,0 0 0 0,0 0-6 0,0 0-7 16,0 0 1-16,0 0 4 0,0 0-4 16,0 0-1-16,0 0-2 0,0 0 4 0,21 16-2 15,-13-14 0-15,-1-1 3 0,3 2 1 0,-2-2-5 16,1-1 0-16,1 0 0 0,0 1 4 0,-10-1-2 0,17 0-3 16,-9-1 7-16,-8 1-4 0,11 2 19 15,-11-2-16-15,9 2-4 0,-9-2 2 0,8 3 3 0,-3 0-8 16,-3 3 10-16,-2-6-8 0,4 13 9 15,-4-13 2-15,4 14-4 0,-3-3 5 0,1 0-3 16,-1 1 4-16,0-1 5 0,1 1-2 0,-2 0-4 16,1-2 2-16,3 0 7 0,-2-1-7 0,2 1 2 0,-1 0 4 15,-3-10-3-15,7 13 1 0,0-9 3 16,-2 1-1-16,5 0-1 0,0-2-6 0,2-1 4 16,0-2-2-16,0 0 3 0,-12 0 7 0,31-6 4 15,-13 1-14-15,-2-3 3 0,-3 2 2 0,4-1 3 16,-3-4-2-16,-2 2 1 0,0-3 1 0,-2 2 3 0,-2 0-5 15,0-1-1-15,-5 0 1 0,4 0 3 0,-4 0-8 16,0 0 1-16,-2-1 10 0,1 2 4 16,-1 1 3-16,-2 0 6 0,1 9-5 0,-4-10 2 15,4 10-2-15,-4-11-5 0,4 11-7 0,-5-3 2 16,5 3-2-16,0 0-5 0,0 0 0 0,-23 11 2 16,15-3-5-16,1-1 4 0,0 3 2 0,-1 0-1 0,3-1-5 15,0 4 8-15,0 2 1 0,3-4-5 0,-1-2 2 16,3 3-3-16,0-12-26 0,0 18-10 15,0-18-12-15,8 18-24 0,-2-9-23 0,-2-4-25 16,1 3-9-16,3-2-74 0,-2 2-219 0,-6-8 97 16</inkml:trace>
  <inkml:trace contextRef="#ctx0" brushRef="#br0" timeOffset="-134179.72">4386 4434 42 0,'0'0'170'16,"0"0"-14"-16,-7-9-13 0,7 9-13 0,0 0-14 16,-15 4-9-16,15-4-15 0,-17 7-12 0,8 0-7 15,2 0-7-15,-2 0-5 0,5 2-6 0,-1-1-3 16,0 0-5-16,-1-2-8 0,4 4 6 0,2-10-13 16,-5 15-7-16,5-15-2 0,-1 12-20 0,1-12-2 15,0 12 0-15,0-12-4 0,0 0-7 0,7 9 6 16,-7-9-12-16,0 0 1 0,9 4 11 0,-9-4-3 15,0 0 2-15,0 0 2 0,19-6 1 0,-19 6 7 16,8-7-10-16,-8 7 11 0,9-10-8 0,-5 2 2 16,-4 8 1-16,6-13-4 0,-2 5 3 0,-4 8 2 15,5-13 10-15,-4 9-9 0,-1 4 5 0,3-9 6 16,-3 9-3-16,4-6 0 0,-4 6-5 0,0 0 1 16,0 0-4-16,0 0 10 0,0 0-13 0,0 0 8 15,0 0-2-15,0 0 2 0,6 22-1 0,-3-14-1 16,-1 2 1-16,0 2-1 0,0-2-2 0,4-1-1 15,-2 0 2-15,0 1-12 0,0 0-29 0,0 1-5 16,1-3-29-16,1 0-17 0,3 1-29 0,-4-3-99 16,1-1-232-16,-6-5 103 0</inkml:trace>
  <inkml:trace contextRef="#ctx0" brushRef="#br0" timeOffset="-133951.18">4580 4349 95 0,'0'-11'194'0,"0"11"-14"0,0 0-13 16,-2-10-18-16,2 10-21 0,0 0-13 0,0 0-17 15,0 0-10-15,0 0-7 0,0 0-3 0,0 0-9 16,-1 33-5-16,0-17-4 0,-3 2-5 0,3-1-6 16,0 2 1-16,-3 0-6 0,3 0-2 0,-1-2-4 15,1 3-5-15,0-1-1 0,-2 0-8 0,2-2-25 16,1 0-26-16,-1-6-27 0,1 1-32 0,0-2-38 15,0-10-24-15,-3 20-102 0,0-11-269 0,3-9 120 16</inkml:trace>
  <inkml:trace contextRef="#ctx0" brushRef="#br0" timeOffset="-133669.44">4743 4371 63 0,'0'0'115'0,"0"0"-15"16,0 0-8-16,0 0-5 0,-21 20-11 0,9-10 3 0,-3 3-11 16,-4 6-9-16,2-6-8 0,-1 5 1 0,-2-1 8 15,4-7-28-15,4 2-4 0,1-4-2 16,1 0-2-16,4 0-5 0,1-4 6 0,5-4-12 16,-8 6 0-16,8-6-2 0,0 0 2 0,-8 5-4 15,8-5 2-15,0 0 1 0,0 0-2 0,0 0-1 16,0 0-7-16,0 0 4 0,0 0 5 0,0 0 1 0,14 14-9 15,-7-9-1-15,-7-5 4 0,19 8 3 0,-10-3-4 16,0 1-5-16,2-1-11 0,5 5-15 16,-1-3-24-16,-3-1-33 0,0 1-92 0,-4-1-187 15,2-2 83-15</inkml:trace>
  <inkml:trace contextRef="#ctx0" brushRef="#br0" timeOffset="-133293.82">4989 4459 61 0,'0'-12'219'0,"0"12"-18"0,0 0-14 0,0 0-19 16,0 0-22-16,0 0-14 0,-5-10-20 0,5 10-9 0,0 0-15 15,0 0-10-15,0 0 0 0,-14 20-13 16,10-11-4-16,3 2-3 0,1-11-6 0,-6 18-5 15,5-5-6-15,-3-1-1 0,2-1-8 0,2-1-2 16,0-10-8-16,1 16-5 0,-1-16-3 0,1 15-3 16,1-8-1-16,-2-7 6 0,5 9-2 0,-5-9-9 0,7 7 1 15,-7-7 3-15,9 3-5 0,-9-3 6 16,0 0 0-16,18-3-2 0,-18 3-1 0,17-12-3 16,-12 7 3-16,3-4 1 0,-2-1-1 0,0-2-3 15,-1 1 3-15,-1-5-2 0,0 2-2 0,0-3 3 16,-3 2-6-16,-2 2 1 0,-2 2 1 0,1 1 1 15,-1 1-2-15,-1-3-4 0,-2 5-4 0,0 0-9 16,-2 0-19-16,-1 4-21 0,9 3-21 0,-19-6-38 16,6 9-17-16,-1 0-19 0,-1 2-121 0,-3 2-293 15,6 0 129-15</inkml:trace>
  <inkml:trace contextRef="#ctx0" brushRef="#br0" timeOffset="-132922.59">5067 4411 109 0,'0'0'215'0,"0"0"-21"16,0 0-20-16,2-7-18 0,-2 7-21 0,0 0-18 16,0 0-12-16,0 0-10 0,0 0-13 0,14 13-4 15,-7-6-9-15,-1 3-6 0,2 2-8 0,2 2-1 16,-2 0-8-16,1 3-3 0,0-3-3 0,-2 1-5 15,1-1-3-15,-2-2-1 0,-1-3-8 0,1 2 3 16,-3-3-5-16,1 0-7 0,0-2 2 0,0 1 0 16,0-1-2-16,-2-2 0 0,-2-4-5 0,7 8 3 15,-7-8 0-15,4 5 3 0,-4-5-1 0,2 5 3 16,-2-5-3-16,0 0 0 0,0 0-2 0,0 0 0 16,12-19 3-16,-11 10 0 0,3-7 7 0,1 3-7 15,-3-2 4-15,3-2 1 0,-1 1-3 0,2-1 0 16,-1-2-3-16,3 0 2 0,-1-1-5 0,-2 2 1 15,1 2-4-15,2-1 1 0,-4 4-7 0,1 3-19 16,-1 0-16-16,-2 1-34 0,-2 9-35 0,3-13-44 16,0 9-32-16,-3 4-134 0,3-3-338 0,-3 3 149 15</inkml:trace>
  <inkml:trace contextRef="#ctx0" brushRef="#br0" timeOffset="-132235.76">5384 4508 76 0,'0'0'169'0,"10"-8"-9"0,-4 0-8 15,1 4-9-15,-2-5-10 0,0 3-15 16,0-2-3-16,0 0-10 0,2 1-4 0,-2-2-2 0,-3 1-11 16,2 0-4-16,-4 8-8 0,3-11 2 15,-3 4-10-15,0 7-7 0,1-12-2 0,-1 12-3 0,0-7-6 16,0 7-8-16,0 0 0 0,0 0-11 0,-1-10-1 15,1 10-13-15,0 0 2 0,0 0-6 0,0 0 2 16,0 0-2-16,0 0 1 0,0 0 0 0,0 0-9 16,-22 15 4-16,17-7-2 0,1-2 0 15,-4 4-5-15,2-2 2 0,1 1 2 0,2 3-4 0,1-3 1 16,-2 1 1-16,1-2-2 0,2 2-1 0,1-10 1 16,-3 20 0-16,3-10 3 0,0-10-3 15,3 14 2-15,-3-14-6 0,6 15 7 0,0-8 0 0,-3-1-3 16,4 0 0-16,-7-6 1 0,16 9-1 15,-8-5 3-15,2-4-5 0,2 4-2 0,-2-2 5 16,3-3-4-16,3 1 3 0,-2 0 0 0,-2-4-3 0,2 3-3 16,-3 1 0-16,1-4-1 0,2 0-3 15,-2-1 2-15,0 0 0 0,0-1-2 0,-1-2-5 0,-1 0-1 16,-1 1 1-16,-1-2 3 0,1-1-4 16,-1 0-1-16,-3 0 6 0,0-3-4 0,0 2-1 15,-1 0 5-15,0 0-3 0,-2 0 0 0,0 1 1 16,-5 1 2-16,3 9-2 0,-1-14 4 0,-2 8 4 0,3 6 6 15,-6-13 0-15,2 8 2 0,4 5 5 0,-6-8 5 16,2 2-3-16,4 6 5 0,-5-5-3 0,5 5-2 16,-5-6-3-16,5 6-2 0,0 0-4 15,0 0 6-15,-7-6-3 0,7 6-2 0,0 0 0 16,0 0 4-16,0 0-6 0,0 0 7 0,0 0 0 16,0 0-5-16,0 0-3 0,0 0 0 0,0 0 0 0,0 0 1 15,22-3-3-15,-14 3 5 0,-8 0 1 0,15-1-5 16,-15 1 0-16,17-1 2 0,-6 1 0 0,-11 0-5 15,13 0 2-15,-13 0 0 0,14 2 1 16,-14-2-7-16,13 2 6 0,-13-2-2 0,11 4-8 16,-3 0 8-16,-8-4-1 0,6 7 2 0,1 0-1 15,-7-7 1-15,5 14 7 0,-1-7-4 0,-4-7 0 0,0 20 0 16,1-8-2-16,1 4 3 0,1-6-5 16,-2 6-17-16,-2-1-32 0,1-1-38 0,0 0-44 15,-1 2-40-15,-4 2-123 0,1-3-322 0,-1 0 143 16</inkml:trace>
  <inkml:trace contextRef="#ctx0" brushRef="#br0" timeOffset="-131569.46">3814 5101 171 0,'0'0'157'0,"3"-8"-18"0,-3 8-15 0,0 0-13 16,0 0-10-16,0 0-11 0,0 0-11 0,0 0-5 15,15 12-9-15,-7-7-8 0,-3 2-6 0,1 1-4 16,2 1-11-16,2-1-1 0,-2 1 2 16,2 4-9-16,2 1 0 0,-3-5 1 0,-3 1-4 0,2-1-3 15,1 0-3-15,-2 1 6 0,0-2-16 16,0 0 8-16,0 1-4 0,-1-2 1 0,-2-3-1 15,1 1-4-15,-1 0 1 0,0-1-2 0,-4-4 15 16,5 6-6-16,-5-6 0 0,5 5 3 0,-5-5 3 0,0 0 4 16,0 0-12-16,9-16 7 0,-8 6-2 15,3 0 2-15,1-6 9 0,0 0-11 0,2-3-6 0,-1 2 5 16,2-10-4-16,1 3-2 0,0 0-1 0,1-1 2 16,-1-1-2-16,1 3-4 0,-4 4 3 15,1 1-2-15,-1 1 0 0,1 2-3 0,-1 4-4 16,-2-1-3-16,-2 5-16 0,0 1-26 0,-2 6-29 15,2-8-37-15,-2 8-14 0,5-4-7 0,-5 4-2 0,0 0-105 16,9 11-255-16,-4-5 113 0</inkml:trace>
  <inkml:trace contextRef="#ctx0" brushRef="#br0" timeOffset="-131266.44">4194 5169 72 0,'0'0'85'0,"3"11"8"0,-3-11-9 0,5 7-11 15,-5-7-8-15,8 6-3 0,-2-2-2 0,0-2-13 16,1 0-1-16,4-1-2 0,-1 1-1 0,-1-1-1 16,2-2-13-16,0 1-2 0,-1-2 12 0,0-1-15 0,-1 0 4 15,-2-1 1-15,0-3 1 0,-2 1 5 0,0-3-11 16,-3 2 4-16,0-3-10 0,-3 0 2 15,-2 1-1-15,0-2 4 0,-5-1-5 0,-1-1-1 16,0 3 0-16,-1 0 2 0,1 2-17 0,0 3 4 16,-1 1 9-16,0 0-4 0,1 2-11 0,-2 0 4 0,11 2-20 15,-18 6-10-15,12-2-23 0,-4 0-21 16,2 3-23-16,1 2-81 0,-1 0-189 0,5-2 83 16</inkml:trace>
  <inkml:trace contextRef="#ctx0" brushRef="#br0" timeOffset="-131006.02">4508 4985 166 0,'0'0'164'0,"3"-7"-10"16,-3 7-22-16,0 0-11 0,0 0-12 0,0 0-15 0,0 0-3 15,10 17-3-15,-7-10-9 0,0 3-6 0,3 1-4 16,-2 0-7-16,-1 2-6 0,2 3-5 16,0-1-5-16,-2 0-2 0,1 3-5 0,-2-5-7 15,1 0-7-15,0-1-17 0,0 2-26 0,0-2-23 16,2-1-20-16,-3-1-26 0,-2-4-25 0,4 3-17 16,-2-2-81-16,-2-7-226 0,1 13 100 0</inkml:trace>
  <inkml:trace contextRef="#ctx0" brushRef="#br0" timeOffset="-130777.85">4694 4966 109 0,'0'0'148'16,"0"-9"-13"-16,0 9-10 0,0 0-20 0,0 0-1 15,0 0 1-15,0 0-6 0,0 0 2 0,5 24-3 16,-5-10-8-16,0-3-8 0,2 6-4 0,1-2-10 15,-2 0-8-15,0 2 1 0,-1-1-10 0,2-3-4 16,-4 3-2-16,5 0-7 0,-4-3-17 0,1-1-26 16,0 0-20-16,0-1-31 0,0-3-32 0,0 2-17 15,-2-3-25-15,2-7-98 0,0 11-245 0,0-11 110 16</inkml:trace>
  <inkml:trace contextRef="#ctx0" brushRef="#br0" timeOffset="-129621.72">4609 5103 88 0,'10'-8'87'0,"-3"5"-14"15,4 2 5-15,1-1-17 0,2 1-7 0,5-2 6 16,3 2-15-16,-3-1 11 0,9-1-21 0,-7 1 3 16,0-1-1-16,-1 1-9 0,1 0-1 0,-2 2-1 15,-1-4-4-15,-5 3 8 0,-3 0-8 0,-10 1 0 16,14-3-5-16,-6 2 9 0,-2 0 14 0,-6 1-2 15,9-3 2-15,-9 3 6 0,0 0 6 16,7-5 8-16,-7 5 10 0,0 0-5 0,0 0-1 16,6-3-6-16,-6 3-9 0,0 0 0 0,0 0-8 0,0 0-9 15,0 0-5-15,0 0-5 0,0 0-1 0,0 0 1 16,0 0-4-16,0 0-3 0,-17 19-4 0,12-11 8 16,0 1-7-16,-1-1-1 0,2 1-3 0,-1 0-5 15,4-2 7-15,-2-1-7 0,3-6 0 0,-1 11-9 16,0-4-2-16,1-7-8 0,0 9-5 0,0-9 1 15,0 0 3-15,5 10-1 0,-5-10 0 16,0 0 9-16,12 4-9 0,-12-4 2 0,9-1 0 0,-9 1-9 16,0 0 14-16,20-8 2 0,-13 4-3 0,-3 0-1 15,4-1 10-15,-4 0-1 0,-1 0-6 0,4-3-3 16,-5 2 10-16,2-1-5 0,-1 2-2 0,-3 5 7 16,4-10-5-16,-4 10 9 0,2-7-2 15,-2 7-3-15,0 0 2 0,3-7-5 0,-3 7-3 0,0 0 7 16,0 0-1-16,0 0 3 0,0 0-19 0,0 0 12 15,0 0-1-15,7 19 8 0,-7-13-1 0,0-6 3 16,4 12-8-16,1-4-8 0,-1-1 2 0,-4-7 0 16,13 12 0-16,-7-7-14 0,4-1 6 15,1 1 4-15,3-5-16 0,4 1-11 0,-2-1 0 0,2-2 2 16,1-2 6-16,-2 0 3 0,2 0-1 0,-2 0 8 16,-6-1 6-16,2 1 0 0,0-3-13 0,-3 4 14 15,0-3-1-15,2-2 9 0,-3 1 3 0,-2-1 18 16,1 1-4-16,-4 1 13 0,0-2 16 0,-2 3-12 15,0-3 10-15,-2 8-2 0,-2-11 11 0,2 11-12 16,-4-12-9-16,2 8 15 0,2 4-3 0,-5-6-1 16,5 6-21-16,-8-5 9 0,8 5-9 0,0 0 1 15,-15 6-1-15,8-1-4 0,0 1-3 0,0 0 1 16,0 1-3-16,1 4 12 0,1-3-12 0,0-2-1 16,4 1 3-16,0 0-4 0,1-7-10 0,-1 13-11 15,1-13-5-15,1 10 19 0,-1-10-27 0,5 9 2 16,-1-6-6-16,-4-3 7 0,7 5-5 0,-7-5 2 15,9 2 4-15,-9-2 4 0,13 0 3 0,-13 0 5 16,9-5-6-16,-9 5 9 0,8-4 6 0,-8 4 1 16,9-6 5-16,-8 1 8 0,-1 5 1 0,5-9 14 15,-5 9-3-15,4-6 9 0,-4 6 6 16,4-7 5-16,-4 7 0 0,2-4-2 0,-2 4-2 16,0 0-5-16,0 0-8 0,0 0-6 0,0 0 0 0,0 0-3 15,11 12 4-15,-9-3 5 0,1 3 3 0,2 5 5 16,-3 1-2-16,2 6 3 0,0 2 5 0,2 1-1 15,-2-3 1-15,1 4-10 0,2-3 6 0,-2-1-2 16,-1-5 6-16,-2 5-9 0,1-6-4 0,-2 2 0 16,2-1-3-16,-1-3 1 0,-2 0 4 0,0-4-15 15,-1-4 12-15,0 3-3 0,-3-2-8 0,1 0 1 16,-2-1 1-16,-1 2-8 0,-1-5-1 0,-2 0-21 16,0-1 5-16,2-2-6 0,-3 0-11 0,-1-3-5 15,2 1-3-15,9 0 2 0,-21-10 15 16,13 4-18-16,-1-3 1 0,1 2 4 0,3-5 4 0,1 2 4 15,3-3-5-15,1-4 9 0,1 2 2 0,2-2 15 16,3 2-7-16,3-2-2 0,3 1-5 0,-2-1-11 16,8-2 14-16,-5 3 9 0,8-3-5 0,-1 0 6 15,-4 6 4-15,6-4-2 0,-3 1 9 0,-2 3 3 16,-2-1-13-16,7-3-6 0,-7 6 9 0,-1-2-6 16,3 0 3-16,-4 0 8 0,-2 0 10 0,-1-2-20 15,-2 6 13-15,-3-1 12 0,2 2 2 0,-5-4-1 16,-1 4 3-16,3-1 2 0,-4 2 5 0,0 7-4 15,0-12 5-15,0 12-4 0,-4-8-4 0,4 8-5 16,0 0-2-16,-6-4 12 0,6 4-16 16,0 0-2-16,-16 7-1 0,8 1 2 0,0 3-6 0,2-1 0 15,-1 2 2-15,1 2 0 0,-2 3 3 0,3-3-10 16,2 2-18-16,2 0-19 0,4 0-13 0,2-5-36 16,1 2-38-16,4 1-80 0,1-6-222 15,1-1 99-15</inkml:trace>
  <inkml:trace contextRef="#ctx0" brushRef="#br0" timeOffset="-105281.93">3909 7850 23 0,'1'-8'35'0,"-1"8"6"0,0 0-5 0,0 0-3 16,0 0 2-16,0 0-2 0,0 0-5 0,0 0 0 15,0 0-2-15,0 0-5 0,0 0-3 0,0 0 5 16,0 0-13-16,1-9 2 0,-1 9 2 0,0 0-4 16,0 0 3-16,0 0 0 0,0 0-8 0,0 0 7 15,0 0-5-15,0 0 5 0,0 0-3 0,0 0-4 16,0 0 1-16,0 0 1 0,0 0 0 0,2-8-4 15,-2 8-4-15,0 0 3 0,0 0 6 0,0 0 0 16,0 0-4-16,0 0 7 0,0 0-8 0,0 0 2 16,0 0 7-16,0 0-7 0,0 0 2 0,0 0 3 15,0 0 2-15,0 0-3 0,0 0 3 0,0 0-5 16,0 0 2-16,0 0-10 0,-2-7 6 0,2 7 3 16,0 0 1-16,0 0-3 0,0 0 0 0,0 0 0 15,0 0-3-15,0 0-9 0,0 0 14 0,0 0-5 16,0 0 6-16,0 0 2 0,0 0-8 0,0 0 8 15,0 0 3-15,0 0-6 0,0 0 3 0,0 0 1 16,0 0-4-16,0 0-4 0,-3-8 0 0,3 8 6 16,0 0-9-16,0 0 6 0,0 0-1 0,0 0 0 15,0 0-6-15,0 0 3 0,0 0-6 0,0 0 2 16,0 0 8-16,0 0-4 0,0 0-2 0,0 0 2 16,0 0 0-16,0 0 0 0,0 0-1 0,0 0-10 15,0 0 3-15,0 0 2 0,0 0-11 0,0 0 3 16,0 0-1-16,0 0-2 0,0 0 1 0,-16 3-5 15,16-3-3-15,0 0 10 0,0 0-6 0,0 0 4 0,0 0 0 16,-7 6-2-16,7-6-4 0,0 0 7 16,0 0-2-16,0 0 6 0,0 0 2 0,0 0-3 0,0 0 1 15,0 0 1-15,0 0-2 0,0 0 7 16,0 0-3-16,0 0-3 0,0 0 9 0,0 0-7 16,0 0 4-16,0 0 0 0,0 0 2 0,0 0 0 0,0 0-5 15,0 0 5-15,0 0-6 0,0 0 1 0,0 0 4 16,0 0-4-16,0 0 0 0,0 0 6 0,0 0 3 15,0 0-3-15,0 0-2 0,0 0 9 16,0 0-5-16,0 0 3 0,0 0 0 0,0 0 2 0,0 0-2 16,0 0 5-16,0 0-2 0,0 0-9 15,0 0 0-15,0 0 2 0,0 0 3 0,0 0-4 16,0 0 1-16,0 0 3 0,0 0 1 0,0 0 1 16,0 0-4-16,0 0 1 0,0 0-1 0,0 0-8 0,0 0 9 15,0 0-1-15,0 0-2 0,0 0 3 0,0 0-5 16,0 0 0-16,0 0-2 0,0 0 3 0,0 0 1 15,0 0 2-15,0 0 0 0,0 0-3 0,0 0 3 16,0 0-3-16,0 0 0 0,0 0-1 0,0 0 3 16,0 0 0-16,0 0-2 0,0 0 3 0,0 0-4 15,0 0 4-15,0 0-1 0,0 0-3 0,0 0 2 16,0 0 4-16,0 0-7 0,0 0-1 0,0 0-1 16,0 0 1-16,0 0 2 0,0 0 4 0,0 0-14 15,0 0 2-15,0 0 7 0,0 0 5 16,0 0-4-16,0 0 2 0,0 0-4 0,0 0 3 0,0 0-1 15,0 0-4-15,0 0 5 0,0 0-2 0,0 0 5 16,0 0-7-16,0 0 7 0,0 0-3 0,0 0 0 16,0 0 0-16,0 0 5 0,0 0-6 0,0 0-8 15,0 0 13-15,0 0-8 0,0 0 4 0,0 0-2 16,0 0 0-16,0 0 4 0,0 0-3 0,0 0-7 16,0 0 11-16,0 0-8 0,0 0 1 0,0 0 5 15,0 0-5-15,0 0-3 0,0 0 5 0,0 0 2 16,0 0-5-16,-4 5 0 0,4-5 3 0,0 0-4 15,0 0 1-15,-4 7-2 0,4-7 4 0,0 0 1 16,0 0-7-16,0 0 5 0,0 0-2 0,-3 6-4 16,3-6 4-16,0 0-2 0,0 0 2 0,0 0 0 15,0 0 4-15,0 0-1 0,0 0 0 0,0 0 4 16,0 0-4-16,0 0 0 0,0 0-1 0,0 0 5 16,0 0-4-16,0 0 1 0,0 0 0 0,0 0-2 15,0 0 1-15,0 0 0 0,0 0-3 0,0 0 5 16,0 0-1-16,0 0 2 0,0 0 3 0,0 0-3 15,0 0 0-15,0 0 5 0,0 0-3 16,0 0 6-16,0 0-1 0,0 0-1 0,0 0 5 0,0 0-2 16,0 0-3-16,0 0-3 0,0 0 4 0,0 0 1 15,0 0 4-15,0 0 4 0,0 0-6 0,0 0 4 16,0 0 3-16,0 0 2 0,0 0 6 0,0 0-8 16,0 0 0-16,0 0 0 0,0 0-8 0,0 0 7 15,0 0 3-15,-2-19 1 0,2 19-5 0,0 0 7 16,0 0-2-16,0 0 3 0,0 0-4 0,0 0 4 15,1-12-17-15,-1 12 5 0,0 0 6 0,0 0-10 16,0 0 1-16,0 0 8 0,0 0-10 0,0 0 2 0,0 0-7 16,0 0 4-16,0 0-3 0,0 0 6 0,0 0-4 15,0 0-4-15,0 0 0 0,0 0 0 16,0 0-9-16,0 0 7 0,0 0 0 0,0 0 1 16,0 0-3-16,0 0 5 0,0 0-3 0,0 0-5 15,0 0 1-15,0 0 6 0,9 22-4 0,-9-22 6 16,3 10 1-16,-3-10-11 0,1 12 10 0,0-7 5 15,-1-5-12-15,0 12 4 0,3-6-3 0,-2-1 2 16,-1-5 5-16,0 9-6 0,0-9-4 0,1 9 11 16,-1-9-7-16,2 7 9 0,-2-7-6 0,1 8 5 15,-1-8-8-15,0 0 1 0,2 8 4 0,-2-8 1 0,0 0 4 16,0 0-8-16,3 8-2 0,-3-8 10 16,0 0-9-16,1 5 3 0,-1-5-11 0,0 0 12 15,0 0 0-15,0 0-9 0,0 10 15 0,0-10-9 16,0 0-5-16,0 0 10 0,4 6-5 0,-4-6 1 0,0 0 5 15,0 0-6-15,0 0 12 0,0 0-9 0,0 0 6 16,0 0-6-16,0 0-6 0,0 0 3 16,0 0-1-16,0 8 1 0,0-8-7 0,0 0 10 15,0 0-8-15,0 0 9 0,0 0-1 0,0 0 4 16,0 0-3-16,0 0-4 0,0 0 3 0,0 0-1 0,0 0 3 16,0 0-7-16,0 0-1 0,0 0 1 15,0 0 7-15,0 0-2 0,0 0-4 0,0 0 6 16,0 0-6-16,0 0 5 0,0 0-6 0,0 0 6 15,0 0-6-15,0 0 5 0,0 0 2 0,0 0 3 0,0 0-9 16,0 0 5-16,-14-17 2 0,14 17 0 16,-2-7-13-16,2 7 3 0,0 0 6 0,-6-10-2 15,6 10 7-15,-2-7-6 0,2 7-3 0,-3-9 3 16,3 9-3-16,-2-7 0 0,2 7 1 0,-3-9-2 16,3 9 12-16,-3-8-8 0,3 8-1 0,-1-8 0 0,1 8-1 15,-5-7 4-15,5 7 0 0,0 0-6 0,-1-10 1 16,1 10 4-16,0 0-16 0,0 0 12 0,-3-7 10 15,3 7-8-15,0 0 1 0,0 0 5 0,0 0 1 16,0 0-11-16,0 0 4 0,0 0-2 0,-3-8 5 16,3 8-3-16,0 0 2 0,0 0-6 0,0 0 2 15,0 0 1-15,0 0 1 0,0 0-1 0,0 0-4 16,0 0 5-16,0 0 5 0,0 0-9 0,0 0 2 16,0 0 3-16,2 29-9 0,-2-29 16 0,1 8-10 15,-1-1 0-15,0-7-3 0,2 13 9 0,-2-7-1 16,1 1-8-16,-1-7 1 0,1 12-4 0,-1-5 10 15,3-1 0-15,-3-6-3 0,0 13-2 0,0-13 5 16,0 11 0-16,1-5-3 0,-1-6-1 0,0 7 2 16,0-7 3-16,1 7-1 0,-1-7 3 0,0 0 0 15,1 9 1-15,-1-9-3 0,0 0-10 0,0 0 12 16,0 0-4-16,0 0-3 0,0 0 7 0,0 0-7 16,0 10 8-16,0-10-3 0,0 0 2 15,0 0 2-15,0 0 3 0,0 0-2 0,0 0-5 0,0 0-1 16,0 0-6-16,0 0 7 0,0 0 3 0,0 0-1 15,0 0-3-15,-3-26-2 0,3 26 8 0,-3-9 0 16,3 9-9-16,-1-13 1 0,1 13 6 0,-1-11 0 16,1 11-1-16,0-12 4 0,0 12 1 0,0-10-8 15,-2 4-1-15,2 6 3 0,0-10 4 0,0 10 1 16,-2-8 1-16,2 8-2 0,0 0 0 0,-1-9-7 16,1 9 1-16,0 0 1 0,-3-9 1 0,3 9-1 15,0 0 1-15,0 0-4 0,0 0 0 0,0 0 3 16,0 0 3-16,-1-8-6 0,1 8-1 0,0 0-8 15,0 0 8-15,0 0 1 0,0 0 7 0,0 0-5 16,0 0-3-16,0 0-14 0,0 0 10 0,0 0 6 16,0 0 16-16,0 0-25 0,0 0 11 0,2 27-4 15,-2-27-5-15,2 10 4 0,-2-10 1 0,1 11 1 16,-1-11-2-16,0 10 1 0,1-6 2 0,-1-4 5 0,1 10-7 16,-1-10 6-16,2 9-1 0,-2-9-10 0,0 0 3 15,1 8 0-15,-1-8 11 0,0 9-8 16,0-9 5-16,0 0-9 0,0 0 9 0,1 6-3 15,-1-6 4-15,0 0-12 0,0 0 9 0,0 0 5 16,0 0-5-16,0 0 6 0,0 0-1 0,0 0 6 0,0 0 1 16,0 0-8-16,0 0 10 0,0 0-16 15,0 0-2-15,0 0 5 0,0 0 3 0,0 0-2 16,-1-27 7-16,1 27-10 0,-1-11 2 0,1 11 0 16,0-10-1-16,0 10 1 0,-2-11 1 0,2 11 0 0,-1-8 3 15,1 8-10-15,0 0-3 0,-1-10 2 16,1 10 0-16,0 0-1 0,0 0 8 0,0 0-4 15,-1-9-5-15,1 9-1 0,0 0 0 0,0 0 1 16,0 0-2-16,0 0-9 0,0 0 14 0,0 0-3 16,0 0 7-16,0 0-8 0,0 0 12 0,0 0-4 0,0 0-6 15,0 0 0-15,0 0 6 0,0 0-8 0,0 0 5 16,0 0-2-16,0 27-3 0,0-27 6 16,0 0 4-16,0 8-3 0,0-8 5 0,0 0-15 15,0 0 6-15,0 0 4 0,1 9 2 0,-1-9 5 0,0 0-6 16,0 0-14-16,0 0 28 0,0 0-2 0,0 0-5 15,0 0-1-15,0 0-2 0,0 0 4 0,0 0 0 16,0 0 2-16,0 0-3 0,0 0 6 16,0 0-6-16,0 0-4 0,0 0-1 0,0 0 2 15,-4-25 3-15,4 25 2 0,0 0-3 0,-1-10-8 0,1 10 9 16,0 0-1-16,-3-6 1 0,3 6-10 0,0 0 1 16,0 0 4-16,0 0 3 0,0 0-2 0,-1-10-3 15,1 10 4-15,0 0-11 0,0 0 2 0,0 0-1 16,0 0-2-16,0 0-1 0,0 0 9 0,0 0 2 15,0 0-8-15,0 0-3 0,0 0 3 0,0 0 4 16,0 0-1-16,0 0 2 0,0 0-2 0,0 0-1 16,0 0-3-16,0 0 7 0,0 0-6 15,0 0 6-15,0 0 5 0,0 0-3 0,0 0-2 0,0 0 2 16,0 0-7-16,0 0 6 0,0 0 0 0,0 0-1 16,0 0 0-16,0 0 4 0,0 0-2 0,0 0-1 15,0 0-1-15,0 0 7 0,0 0-8 0,0 0-1 16,0 0 1-16,0 0 0 0,0 0 5 0,0 0-9 15,0 0-1-15,0 0 13 0,0 0-16 0,0 0-2 16,0 0 8-16,0 0-1 0,0 0 5 0,0 0-1 16,0 0-1-16,0 0 6 0,0 0-11 0,0 0 7 15,0 0 0-15,0 0-5 0,0 0 6 0,0 0-2 16,0 0-1-16,0 0 3 0,0 0-3 0,0 0-12 16,0 0 7-16,0 0-2 0,0 0-12 0,0 0 12 15,0 0 0-15,0 0-4 0,0 0-8 0,0 0 4 16,0 0-2-16,0 0-1 0,0 0-3 0,0 0-13 15,0 0 17-15,0 0-10 0,0 0 1 0,0 0-3 16,0 0-1-16,0 0 7 0,0 0-16 0,0 0-3 16,0 0 2-16,0 0-1 0,0 0-6 0,0 0 1 15,0 0-2-15,0 0-35 0,0 0-90 0,0 0 41 16</inkml:trace>
  <inkml:trace contextRef="#ctx0" brushRef="#br0" timeOffset="-98241.89">3566 8754 1 0,'-4'9'1'0,"2"-4"3"0,-2 1-2 15,2-1 1-15,2-5 1 0,-5 11-5 0,3-6 2 16,2-5 1-16,-5 11-3 0,4-7 6 0,1-4-5 15,-4 12 4-15,3-8 0 0,1-4-1 0,-3 11 1 16,1-5 2-16,-1 1-2 0,-1 1-3 16,0-3-1-16,2 3 4 0,-1 0-2 0,1-1-2 0,-2 0-1 15,1 1 2-15,-1 1 0 0,2 0-1 16,-2-1 0-16,0 1 1 0,2 0-2 0,-1 0 1 0,1-2-1 16,-1 1-1-16,1 0 0 0,-2 0 0 0,0-1-7 15,1 1-8-15,-2 2 5 0</inkml:trace>
  <inkml:trace contextRef="#ctx0" brushRef="#br0" timeOffset="-97660.07">3322 9641 5 0,'0'0'14'0,"-2"12"-6"0,0-6 9 0,0 0-6 16,2-6 0-16,0 11 0 0,0-11 2 0,-1 12-2 16,-2-6 0-16,1 1-4 0,2-7 3 0,-4 11-5 15,3-4 4-15,1-7-5 0,-2 13 0 0,1-6-1 16,-2 0 2-16,3-7 1 0,-2 14 0 0,2-9-8 15,0-5 5-15,-3 13-1 0,2-7-2 0,1-6 10 16,-1 10-8-16,1-10 0 0,-2 10-2 16,2-10 3-16,2 10-1 0,-2-10-3 0,-3 8 7 15,3-8-5-15,0 0 5 0,0 9-3 0,0-9 2 0,0 0 1 16,-1 8 4-16,1-8-2 0,0 0 5 0,0 0-2 16,0 8 1-16,0-8-1 0,-4 5-3 0,4-5-2 15,0 0 1-15,-3 11 1 0,0-6 2 0,3-5-4 16,-3 7 4-16,3-7-6 0,-2 7-4 0,2-7 0 15,-3 8-5-15,3-8 0 0,-3 10-2 0,3-10 3 16,-1 11-4-16,0-5 0 0,1-6-6 0,-3 9-1 16,2-2-1-16,1-7 2 0,0 13-5 0,0-13 1 15,0 13-17-15,0-13-39 0,-1 12 18 0</inkml:trace>
  <inkml:trace contextRef="#ctx0" brushRef="#br0" timeOffset="-96893.66">2963 11222 19 0,'-2'8'18'0,"0"2"-4"0,-1-1 3 16,1 0-5-16,1-2-6 0,-3 3 0 0,3-3 0 15,-2 3-3-15,2-2 2 0,1-8-6 16,-4 11 4-16,4-4 1 0,0-7-1 0,-1 10 1 16,1-10-2-16,0 11-2 0,0-11 2 0,0 10-7 0,-1-3 4 15,1-7-1-15,-3 11-2 0,3-11-15 0,-2 9 19 16,0-3-16-16,2-6-16 0,-2 12 7 0</inkml:trace>
  <inkml:trace contextRef="#ctx0" brushRef="#br0" timeOffset="-96856.88">2925 11410 46 0,'-3'9'3'0,"2"-1"-5"0,1-8-7 15,-1 13-8-15,-1-7 5 0</inkml:trace>
  <inkml:trace contextRef="#ctx0" brushRef="#br0" timeOffset="-95927.97">3145 10791 8 0,'0'0'49'0,"0"0"-2"0,0 0-2 0,0 0 0 0,0 0-1 15,0 0-12-15,0 0 14 0,-3 25-11 0,3-25-9 16,-1 10 2-16,1-10 8 0,0 11-4 16,-1-5-3-16,1 4-3 0,-2-3-4 0,2-7-3 15,-2 16 3-15,-1-9-6 0,2 0-2 0,1 2 3 16,0-9 0-16,0 14-3 0,-1-7-3 0,1 2-2 0,1-1 2 16,-1 3-1-16,1-1-1 0,-3 0 0 0,-1 3 0 15,-1 0-3-15,0-2 1 0,2 5-3 16,-1 0 1-16,1-3-1 0,-1 2-5 0,1 1 1 15,-1-3 4-15,2-2 3 0,-2 5-9 0,1-1 1 16,-1-2 2-16,1-2 5 0,-1 1-7 0,1 1 3 0,-1-3-8 16,0 2-1-16,1-2-1 0,-2 0 1 0,0 3-5 15,0-4 3-15,0 2 0 0,-1-3 1 0,3 3 2 16,-3-1-4-16,2-1 3 0,-1 1-1 16,0 1 4-16,0 0-1 0,-3 1-5 0,3-3 5 15,-1 2-3-15,1-1 5 0,0-1-3 0,2 2-1 0,-2 0 4 16,0-3-1-16,-1 0-4 0,1 1-1 0,0 0-9 15,3 1 1-15,-2-4-2 0,1 1-4 0,-1 0-4 16,3-7-5-16,-2 11-3 0,-1-4-8 0,3-7-24 16,-4 11-70-16,1-6 31 0</inkml:trace>
  <inkml:trace contextRef="#ctx0" brushRef="#br0" timeOffset="-95201.04">3933 7938 12 0,'0'0'14'0,"0"0"-5"15,0 0-3-15,0 0-14 0,-10 14-6 0,5-10 2 16</inkml:trace>
  <inkml:trace contextRef="#ctx0" brushRef="#br0" timeOffset="-94526.64">3623 8660 4 0,'-3'7'5'0,"-1"1"0"0,3-1 1 0,1 1-3 15,-2 2 3-15,0-1-4 0,2 1 3 16,-1-3 0-16,1 3-1 0,-1 0-1 0,-1-2 2 16,1-1 0-16,0 3-5 0,-2-3-1 0,2 1-2 15,1-8 0-15,-1 14 1 0,-2-8 0 0,2 1-7 16,-2-1-8-16,3-6 5 0</inkml:trace>
  <inkml:trace contextRef="#ctx0" brushRef="#br0" timeOffset="-92110.16">2830 12239 2 0,'0'0'3'0,"-1"14"-5"0,1-9 0 16,0-5 3-16,0 15-2 0,-1-10 2 0,1-5-2 15,0 12 2-15,0-5-2 0</inkml:trace>
  <inkml:trace contextRef="#ctx0" brushRef="#br0" timeOffset="-91125.38">3924 7995 17 0,'0'0'19'0,"0"0"-3"0,0 0 0 16,0 0-5-16,0 0 0 0,0 0-1 0,0 0-2 16,0 0-3-16,0 0-1 0,-16 15-2 0,12-10 6 15,4-5-5-15,-4 7 0 0,4-7-5 0,-6 9-5 16,6-9 0-16,-4 8-1 0,1-5-11 0,3-3-19 16,-4 9 9-16</inkml:trace>
  <inkml:trace contextRef="#ctx0" brushRef="#br0" timeOffset="-80455.73">1366 8499 10 0,'0'0'94'0,"-3"-6"1"0,3 6 4 0,0 0-16 16,-6-7 11-16,6 7-12 0,0 0-12 0,-4-8 1 16,4 8-9-16,-1-4 18 0,1 4-3 0,-3-7-6 15,3 7 3-15,0 0-6 0,0 0 1 16,-5-7-7-16,5 7 5 0,0 0-11 0,0 0-6 0,0 0 1 16,0 0-8-16,0 0-3 0,0 0-6 15,0-8-5-15,0 8-4 0,0 0-2 0,0 0-5 16,0 0 0-16,0 0-4 0,0 0-2 0,0 0-6 15,0 0 1-15,9 26-3 0,-7-14 0 0,0-3 5 16,3 7-2-16,-3 0 0 0,0 0 4 0,-2 2-4 0,2 1 3 16,-2 0 0-16,0 1-3 0,0-1-4 0,-2 0-1 15,2 6-2-15,0-7 3 0,0 0 1 0,0-1-2 16,0 1-2-16,0-1 2 0,0-1 4 16,0-1-1-16,0-3-4 0,0 0 5 0,0-2-3 15,0 0-19-15,0-1-13 0,0 0-13 0,0-9-19 16,0 14-17-16,5-10-18 0,-5-4-12 0,0 8-4 0,0-8-12 15,0 0-77-15,0 0-216 0,0 0 95 0</inkml:trace>
  <inkml:trace contextRef="#ctx0" brushRef="#br0" timeOffset="-80022.38">1352 8490 46 0,'12'-13'126'0,"2"3"-5"0,3-2-5 0,1 3-5 16,0 3-12-16,2 1-9 0,-2 2-13 0,0 3-5 15,1-1-4-15,-6 2-17 0,3 3 8 0,-5 1-11 16,2 0-3-16,-6 3-9 0,6 5-2 0,-5-3-3 0,-2 6-5 16,-2 0-7-16,-3 0 3 0,-2 4 4 15,-3-2-7-15,-2 1 5 0,1-2-7 0,-4-1 1 16,4 1-5-16,-3-2 2 0,-2-1 0 0,3-2-5 15,1-3-5-15,1-1-5 0,-4-1-2 0,6 0-3 0,1-2-11 16,-2 1-4-16,4-6 16 0,-4 9-19 16,2-4 6-16,2-5 7 0,0 9-10 0,0-9 7 15,0 0 2-15,7 12-3 0,-1-8 2 0,2-1 5 16,0 1 3-16,3 3-5 0,1-2 3 0,-1-1 3 16,0 0-2-16,3 2-6 0,-3 0 8 0,1 2-11 0,-2-2 10 15,-1 0-14-15,-1 1 17 0,0 1 3 0,-1-3 2 16,-1 1-2-16,-3-2 0 0,2 2-6 0,-1 0 3 15,-4-6 8-15,2 12 1 0,-4-6-5 16,2-6-3-16,-7 12 6 0,2-6 2 0,0-1-2 16,-5 2 7-16,0-2-8 0,0 0-1 0,0-2 2 0,-1 1-16 15,2-2-24-15,0-2-21 0,-2 1-28 0,0-2-100 16,0 1-198-16,-1-4 88 0</inkml:trace>
  <inkml:trace contextRef="#ctx0" brushRef="#br0" timeOffset="-79681.92">1679 8620 55 0,'0'0'150'0,"13"0"-10"0,-4 2-21 0,1 1-1 15,-2 1-15-15,3 2-3 0,-3 1-11 0,2 0-14 0,-1 2-2 16,-1 0-11-16,2 4 0 0,-3 2-9 15,1-1 3-15,-3 1-11 0,-2-3-4 0,-1 4 0 16,1-5-10-16,-6 0 0 0,2 2-7 0,-3-3 11 16,2 0-12-16,-1-2-2 0,-3 1 0 0,3-4-5 15,-1 1 3-15,-3-4-1 0,7-2 4 0,-11 2-4 0,11-2 0 16,-11 0-2-16,11 0 1 0,-10-7 3 16,2 3 3-16,5-2-2 0,0-3 2 0,-2-1-8 15,3 0 4-15,2-2-4 0,0-4-4 0,2 0 5 16,3-1-2-16,1 0-9 0,2-1-8 0,0 1-14 15,3 0-12-15,-2 4-10 0,2 2-28 0,-4 1-14 0,2 3-16 16,1-1-14-16,-1 4-23 0,-2 2-86 16,2 0-237-16,-9 2 104 0</inkml:trace>
  <inkml:trace contextRef="#ctx0" brushRef="#br0" timeOffset="-79361.83">1887 8793 21 0,'0'0'148'0,"14"-15"-2"0,-11 11-17 16,3-5-8-16,-1 1-7 0,3-2-8 0,-1 1-16 15,0-3-8-15,2 0-4 0,-1 1-6 0,-1-5-12 16,-2 6-5-16,3-6-1 0,-2 2-10 0,2 0 0 16,-5 3-3-16,-3-2-8 0,3 3-5 0,-1 0-11 15,-2 0 1-15,0 2-4 0,0 8 6 0,-2-10 1 16,2 10-7-16,-3-10 1 0,3 10-4 0,-2-5-5 15,2 5 1-15,-5-7-8 0,5 7 7 0,0 0-6 16,0 0 0-16,-14 3-3 0,14-3 5 0,-11 12-3 0,2-2 5 16,4-1-4-16,-3 2-1 0,1 4 1 15,3-5-6-15,-2 4 6 0,3-2-7 0,0-1-1 16,3 1 5-16,0-1 0 0,1 1 12 0,3-1-17 16,0 0-6-16,3 0-31 0,0-2-10 0,6-1-38 15,-2 0-21-15,5-2-98 0,-2-1-228 0,5-3 101 16</inkml:trace>
  <inkml:trace contextRef="#ctx0" brushRef="#br0" timeOffset="-78966.69">2230 8537 136 0,'0'0'153'0,"-9"-8"-20"0,2 8-6 16,7 0-13-16,-15 2-13 0,6 3-7 0,0 1-9 15,-4 6-7-15,4-2 2 0,0 1-14 0,-2 4-11 16,3-1-1-16,1 2-3 0,1-1-7 0,4-3-3 16,-1 2-6-16,2-1 4 0,2-1-13 0,2-3-12 15,-1-1 7-15,2 0-1 0,1-3-6 0,0 1-3 16,2-3 1-16,0 1-3 0,-7-4-1 0,13 2-1 16,-5-5 2-16,2-1-2 0,-3 1 1 0,-1-2-1 15,0-2 4-15,2-2 0 0,-3-1-4 0,-1 1-6 16,0-1 3-16,-3 0 0 0,-1-2 5 0,1 2-5 15,-2-2 7-15,1 0 3 0,0 5 5 0,0 7 0 16,-2-15 2-16,0 11 2 0,2 4-2 0,-1-10-4 16,1 10-4-16,0 0-3 0,0 0 0 0,-3-8-5 15,3 8-1-15,0 0 2 0,0 0 5 0,0 0-8 16,6 25 0-16,-5-15 0 0,1-1-1 0,1 4-4 16,0 0 3-16,2 2-1 0,-4-3 2 0,4 0 6 15,-3 0-22-15,5-1-18 0,-3-1-14 0,1-1-35 16,0 0-23-16,3-2-34 0,-3 0-116 0,-3-2-274 15,-2-5 122-15</inkml:trace>
  <inkml:trace contextRef="#ctx0" brushRef="#br0" timeOffset="-78748.08">2309 8471 44 0,'0'0'167'0,"0"0"-17"15,0-11-15-15,0 11-9 0,0 0-4 0,0 0-15 16,0 0 13-16,0 0-7 0,9 32-15 0,-7-21 7 16,2 4-13-16,-1 2-5 0,-2-2-10 0,1 2-7 15,1 0-5-15,0 2-8 0,-3-2-5 0,1 0-4 16,2 1-22-16,-2-2-21 0,0 0-24 0,0 1-37 16,1-4-38-16,0-2-30 0,-3 0-139 0,0 0-284 15,1-11 126-15</inkml:trace>
  <inkml:trace contextRef="#ctx0" brushRef="#br0" timeOffset="-78453.75">2410 8490 102 0,'0'0'156'0,"0"-9"-12"0,0 9-17 0,0 0-13 15,0 0-13-15,0 0-12 0,0 0-7 0,0 0-12 16,0 0 0-16,0 0-10 0,-19 29-2 0,10-17-7 15,1 3-21-15,-1-2-17 0,-1 1-13 0,4-4-9 16,0 0-1-16,0-2-4 0,2-1 0 0,4-7 2 16,-6 11-3-16,1-8 2 0,5-3 7 0,0 0-3 15,-4 12 5-15,4-12 1 0,-4 4-7 0,4-4 2 16,0 0-4-16,0 0 19 0,0 0-14 0,0 0-2 16,6 14 12-16,-6-14 2 0,3 8 9 0,-3-8-7 15,10 10-4-15,-6-4 3 0,-4-6-5 0,12 12-1 16,-4-8 2-16,0 3-10 0,1 0-17 0,-1 0-28 15,1-2-32-15,0 2-81 0,-2-1-178 0,2-2 79 16</inkml:trace>
  <inkml:trace contextRef="#ctx0" brushRef="#br0" timeOffset="-77990.27">2733 8524 131 0,'-5'-11'156'0,"-1"8"-7"16,6 3-5-16,-9-11-13 0,4 9-10 0,5 2-19 16,-16-1-1-16,7 2-16 0,-2 1-11 0,-2 2-4 15,2 3-7-15,-2 2-12 0,-1 1 5 0,5 0-15 16,-4 1-2-16,3 3 1 0,2 1-11 0,2-4 3 16,-1-1-5-16,2 3-7 0,3-1-1 15,-1-2-2-15,3 0-9 0,0-1-2 0,3-2-4 0,-1-1-14 16,2-2 3-16,0 3 2 0,-4-7 1 0,14 5-1 15,-6-3 0-15,-1-1-1 0,5-1-1 0,-3-1-4 16,1-2 5-16,1 0-1 0,0-2 14 0,-4-2-21 16,2 0 8-16,-1-2-3 0,-2 0 13 0,1-2-12 15,-1-1 4-15,-3-1 9 0,0-3 9 0,-1-1-3 16,-1 2 9-16,0-2 3 0,-2-9-11 0,0 8 3 16,1 0-1-16,-3-7 6 0,2 6-9 0,-2 2 10 15,0-2-14-15,1 2 23 0,1 6 13 0,-1-1 4 16,2 3 4-16,-2 1 4 0,2 8-6 0,-2-11-4 15,2 11-7-15,-2-9-4 0,2 9-8 0,0 0-4 16,0 0-3-16,0 0 0 0,0 0-3 0,0 0-1 16,6 31 1-16,-3-13-5 0,2 8 1 0,-2 0 0 15,-1 0-3-15,1-1 1 0,-2 0 2 0,1-5-1 16,-1 0-2-16,-1 5-15 0,0-6-19 0,1 1-27 16,0-3-26-16,1-2-22 0,-2 2-36 0,1-2-27 15,-1-3-121-15,1-4-310 0,1 0 138 0</inkml:trace>
  <inkml:trace contextRef="#ctx0" brushRef="#br0" timeOffset="-77695.19">2810 8548 25 0,'0'0'142'15,"0"0"-12"-15,0 0-5 0,0 0-5 0,1 23 4 16,0-15-19-16,-1 0-12 0,2 2-3 0,0-1-11 15,2-2-3-15,-1 0-12 0,0 1-5 0,0-1-2 16,1 0-5-16,0-3 3 0,2-1-12 0,-6-3-4 16,11 5-4-16,-5-4-1 0,-6-1 0 0,13-1-8 15,-5-3 0-15,-8 4-1 0,9-7 4 0,-4 3 4 16,1-3-1-16,-4-3-5 0,1 2-3 0,-2-2 0 16,0 2-2-16,-2-2 5 0,0-1-8 0,-2 1-5 15,-2 0-9-15,0 0-1 0,0 0-6 0,-4 1-26 16,1 2-11-16,2 1-23 0,-2 0-9 0,8 6-8 15,-13-6-15-15,7 4-16 0,6 2-13 0,-13 4-96 16,7 0-237-16,6-4 106 0</inkml:trace>
  <inkml:trace contextRef="#ctx0" brushRef="#br0" timeOffset="-77259.86">2917 8486 101 0,'4'-5'158'0,"-4"5"-12"15,0 0-16-15,0 0-12 0,0 0-16 0,0 0-4 16,0 0-16-16,0 0-2 0,5 12-6 0,-5-12-3 16,5 13-1-16,-2-5-3 0,-1 3-4 0,2-1-4 15,0-2-11-15,-2-1-9 0,2-1-1 0,2 3-4 16,-3-3-2-16,3 1-4 0,-4-1-5 0,4-1 0 16,-1-2 0-16,-5-3-2 0,9 7-4 0,-3-6-3 15,-6-1 0-15,9 0-5 0,-9 0 2 0,0 0-1 16,14-4-6-16,-14 4 5 0,7-7-1 0,-4 2-2 15,-3 5 3-15,4-11-2 0,-2 5-1 0,-2 6-1 16,3-13 2-16,-3 6-10 0,0 7 6 0,1-14 2 16,-1 14-6-16,1-8-2 0,-1 8-3 0,0 0 8 15,0 0-7-15,0-7-6 0,0 7 5 0,0 0 2 16,0 0-3-16,0 0-1 0,0 0 4 0,8 18 2 16,-8-18-1-16,3 10 2 0,-1-3-6 0,-2-7-2 15,5 7 10-15,-2-2 0 0,-3-5 3 0,7 5 0 16,-7-5 6-16,12 0-3 0,-12 0 8 0,13-5 5 15,-4-2 2-15,0-2 3 0,-2 5 8 0,0-6 3 16,0 0 2-16,4 2-1 0,-5-2-1 0,-1 0-5 16,-2 0-14-16,-2-2 9 0,-1 12-15 0,0-17-15 15,-1 5-37-15,1 12-22 0,-7-15-30 0,5 8-17 16,2 7-21-16,-7-9-29 0,7 9-101 0,-10-5-283 16,10 5 125-16</inkml:trace>
  <inkml:trace contextRef="#ctx0" brushRef="#br0" timeOffset="-77008">3183 8497 130 0,'1'-19'181'0,"-1"12"-10"16,0 7-3-16,2-22-9 0,-2 9-18 0,0 1-14 15,0 1-14-15,5-1-5 0,-7 1-17 0,4 0-4 16,0 0-13-16,-1 1-9 0,-1 3-1 0,3 1-9 15,-3 6-9-15,0 0-2 0,6-12-12 0,-6 12 4 16,11-4-12-16,-11 4 0 0,0 0-3 0,21 13-4 16,-13-8-2-16,1 3 1 0,-3-2-7 0,2 6-3 15,-1-2-10-15,-2 2-14 0,1-1-16 0,0 5-26 16,1-2-35-16,-5-1-23 0,2 2-49 0,-5 2-88 16,1-2-276-16,-4 1 122 0</inkml:trace>
  <inkml:trace contextRef="#ctx0" brushRef="#br0" timeOffset="-75650.88">1307 9764 81 0,'6'-10'171'0,"1"-1"-12"16,1-3-4-16,0-2-11 0,0 0-11 15,0 0-11-15,1-1-8 0,-2-1-11 0,1 0-12 16,-2 0-6-16,2-7-6 0,-3 7-7 0,0-3-7 16,2-3-2-16,-7 5-11 0,2-1 1 0,1 1-8 0,-6 1-3 15,3 0-5-15,-2 0 5 0,0 8-7 0,1-2 4 16,-3 2-3-16,-1 0-2 0,3 3-8 16,-2 3-4-16,0-3-3 0,4 7-4 0,-10-5 0 15,10 5-6-15,-14 1 5 0,14-1-5 0,-17 9 0 16,6-3-3-16,3 2 1 0,-2 1-3 0,0 0 3 15,3-1-3-15,1 2 2 0,2-5-6 0,2 3 0 0,1 0 0 16,1-8 3-16,3 11-7 0,1-5 13 16,1-1-9-16,1-2 0 0,4 1 4 0,-1-1-2 15,4-3-2-15,1 0 3 0,0 0-2 0,0 0 2 16,-2-2-4-16,-1 2 1 0,7-1-1 0,-5 2 2 16,-1-1-4-16,-12 0 1 0,13 2-2 0,-13-2 1 15,13 3-5-15,-13-3 2 0,9 8 1 0,-6-2 3 0,4 4 1 16,-3-2-3-16,-1 2 1 0,1 1 1 15,-4-2 1-15,2 3 1 0,1-2-1 0,-1 1-5 16,0-2 3-16,2 1-1 0,-1 0 3 0,2-2 1 16,2 2-1-16,-2-4-2 0,0 0-2 0,3 1 5 15,-8-7-3-15,15 9 2 0,-7-7-1 0,1 0-2 16,3-1 3-16,-1-2 3 0,0 1-1 0,3-2-1 16,-1-3 3-16,0 0 0 0,1-1 0 0,-4 2 0 15,0-4-1-15,-3 0 1 0,2-1-3 0,-3-1 2 16,1-1-6-16,0 0 0 0,-3-4 4 0,-1 2-6 15,-1 2-5-15,-2-2-1 0,2-2 1 0,-2 4 0 16,-2-2 4-16,2 13 0 0,-4-18-9 0,2 10 8 16,2 8-2-16,-3-13 4 0,3 13-5 0,-5-9 2 15,5 9-1-15,-3-8-1 0,3 8 0 0,0 0 1 16,0 0-2-16,0 0 0 0,-21 17 0 0,15-10 5 16,1 6 0-16,0-1-3 0,3 1 8 0,-1-1-3 15,3 4 2-15,1-5-2 0,1 1 3 0,-1-1-4 16,3-2-2-16,1 3 4 0,0-5-4 0,1 0-4 15,2-2 4-15,2 0-3 0,1-1 3 0,0 0-7 16,2-3 0-16,4-1-3 0,-1-2-1 0,2-1 1 16,-1-2-16-16,3-1 3 0,-3-2 3 0,0 0 11 15,-2-2 0-15,1 2-3 0,-2-2 11 0,-6 2-2 16,5-3 8-16,-6 0-5 0,0 1-1 0,2 1 0 16,-4-4 5-16,2 1 1 0,-3 0 1 0,-2 0 5 15,0 2 3-15,-1 0 2 0,-1-2 2 0,0 12 12 16,-1-14 3-16,1 14 4 0,-4-11-1 0,4 11 0 15,-6-8-3-15,6 8-4 0,-9-4-1 0,9 4-3 16,0 0-2-16,0 0-3 0,-24 9 1 0,16-4 0 16,2 0-3-16,-1 3-4 0,1-2 1 0,3 1-1 15,-2 3 1-15,3-5-8 0,0 3 1 0,2-8-3 16,-1 13-7-16,1-13-10 0,0 0 4 0,3 17-5 16,-3-17 4-16,6 8-4 0,-6-8 9 0,7 4-6 15,-7-4-6-15,11 0 5 0,-11 0-1 0,0 0 7 16,16 0 0-16,-16 0 3 0,11-5-2 0,-11 5 2 15,0 0 1-15,10-7 2 0,-10 7 5 0,0 0-6 16,6-7 5-16,-6 7-4 0,0 0 4 0,0 0 1 16,0 0-1-16,8-5-2 0,-8 5 2 0,0 0 4 15,0 0-11-15,0 0 8 0,6 17-4 0,-6-17 1 16,8 16 14-16,-5-5-13 0,0 1 12 0,3 2-5 16,-2 3 2-16,2 0 3 0,-1 2 3 0,0-2 7 15,0 1-6-15,-1-1 0 0,-4 2-5 0,3-2 2 16,-2-1-2-16,-1 2-6 0,-4-3 8 0,1 1-3 15,-1 0 1-15,-4 2 4 0,-2-1-4 0,-1 5-2 16,-2-5-5-16,1-4 1 0,-4 2-13 0,-3 2-5 16,4-8-12-16,-1 1-4 0,-1-3-20 0,6-2-20 15,-1 0-11-15,0-2-25 0,0 0-112 0,0-3-237 16,12 0 106-16</inkml:trace>
  <inkml:trace contextRef="#ctx0" brushRef="#br0" timeOffset="-75428.08">2119 9386 42 0,'0'0'215'0,"6"-8"-12"0,-6 8-16 0,0 0-15 16,4-7-23-16,-4 7-14 0,0 0-12 0,0 0-18 0,0 0-6 15,0 0-11-15,0 0-10 0,20 12-6 0,-15-2-4 16,0 2-11-16,1-2-4 0,-1 4-1 0,1-1-8 15,-1 3-29-15,-2-3-30 0,0 1-32 16,0 0-26-16,3 0-12 0,-3-2-43 0,-2 0-26 16,-1-2-89-16,0-10-262 0,3 20 115 0</inkml:trace>
  <inkml:trace contextRef="#ctx0" brushRef="#br0" timeOffset="-75249.59">2092 9190 56 0,'0'0'39'0,"0"0"-17"0,0 0-10 16,0 0-22-16,0 0-11 0,0 0-21 0,25 28 11 15</inkml:trace>
  <inkml:trace contextRef="#ctx0" brushRef="#br0" timeOffset="-74682.92">2304 9349 42 0,'-3'19'128'0,"3"-19"-8"0,0 10-5 0,0-10-6 16,-1 15-12-16,1-15-9 0,0 16-12 0,0-16-7 15,1 14-2-15,-1-6-6 0,0-8-5 0,8 15-7 16,-4-10-6-16,-4-5 8 0,6 13-4 0,-6-13-12 15,11 8-11-15,-11-8 7 0,12 7-5 0,-12-7-6 16,12 4 3-16,-12-4-2 0,0 0 0 0,23-2-4 16,-23 2-2-16,14-7-1 0,-14 7-1 0,9-9 0 15,-9 9 1-15,6-10 4 0,-6 10-4 0,1-14 5 16,-1 14-1-16,0-21 7 0,0 21-7 0,-6-21 1 16,1 12-4-16,1-3 3 0,-2 1-7 0,1 1 6 15,-1-1-3-15,6 11 1 0,-7-20-7 0,3 10 6 16,4 10-4-16,0 0 0 0,-4-17-2 0,4 17-2 15,0 0-2-15,8-13-1 0,-8 13-12 0,15-6 11 16,-1 4-1-16,3 4-1 0,0 0 6 0,-2 1-5 16,1 0 3-16,-3 1-5 0,1 1 4 0,-1-1-1 15,1 1-2-15,-4 3 2 0,2-3 0 0,-1 2 7 16,-2 2-5-16,-1-1-5 0,-3-1 0 0,0-2 5 16,-5-5-1-16,8 10 1 0,-5-4 2 0,-3-6 8 15,0 0-1-15,7 7 12 0,-7-7 5 0,0 0 3 16,0 0 1-16,0 0-2 0,0 0 6 0,0 0-4 15,0 0 6-15,0 0 4 0,0 0-4 0,0 0 0 16,0 0-9-16,-19-21-1 0,19 21 0 0,2-22-8 16,1 5-2-16,2 5 1 0,1-2-2 0,3 0-4 15,1-1-1-15,1-1 0 0,3 5-4 0,-3-3-2 16,3 2 0-16,-1 2-4 0,-3 2-2 0,3 5 0 16,-3-1 1-16,2 4 0 0,-12 0-6 0,23 2 3 15,-12 2-1-15,1-2 2 0,-3 4-1 0,-1 1-3 16,2-2 1-16,-4 4 0 0,0 0 2 0,1 3-8 15,-3-2-19-15,1 0-21 0,-5-10-24 0,1 22-35 16,-2-9-37-16,-3-2-43 0,0 0-130 0,4-11-344 16,-9 22 153-16</inkml:trace>
  <inkml:trace contextRef="#ctx0" brushRef="#br0" timeOffset="-74524.46">2922 9343 2212 0,'5'-5'62'0,"1"-1"-9"0,-6 6-12 15,5-11-11-15,-5 11-2 0,6-12-1 0,-6 12-3 16,4-9-1-16,-4 9-1 0,0 0-3 0,2-10-1 16,-2 10-8-16,0 0-23 0,0 0-29 0,0 0-49 15,0 0-48-15,0 0-54 0,0 0-156 0,0 0-378 16,0 0 168-16</inkml:trace>
  <inkml:trace contextRef="#ctx0" brushRef="#br0" timeOffset="-69005.81">3123 10196 75 0,'0'0'92'15,"0"0"-7"-15,0 0-5 0,0 0-6 0,0 0-8 0,-6-4-11 16,6 4-4-16,0 0-1 0,0 0-14 0,0 0-5 16,0 0 0-16,0 0 4 0,0 0 4 0,0 0-6 15,23 19-2-15,-14-12-11 0,10 1 7 16,-1 2-2-16,8 4-5 0,4-2-3 0,-1 1 9 0,-1 0-5 15,-1 2-7-15,1-4-1 0,0 4-8 0,2-3 4 16,-1-2 1-16,-2 4 2 0,1-2-3 0,-1-2-4 16,1 2 8-16,-2-1-12 0,0-1-9 0,-1 0 0 15,-1 2 18-15,-5-5-2 0,2 2-1 0,-3 0 1 16,-2 1-1-16,2 0 3 0,0 0-2 0,-2 0-2 16,0-1 4-16,0-1-8 0,-1 1-1 0,0 0 3 15,-4-1 2-15,-2-1-3 0,3 0-5 0,-2 0 6 16,0-2 9-16,2 1-11 0,-5 2 0 15,3-5 1-15,0 1-7 0,-1 2 11 0,-2-2-6 0,2 1 4 16,1 0-2-16,-3-3-3 0,-2 2 4 0,1-1-3 16,2-2-1-16,-8-1 10 0,8 6-8 0,-5-2-2 15,-3-4 0-15,7 2-3 0,-7-2 0 0,0 0 11 16,8 4-6-16,-8-4 0 0,0 0 6 0,0 0-3 16,0 0-5-16,5 5 3 0,-5-5-6 0,0 0 2 15,0 0-3-15,0 0 10 0,0 0-3 0,0 0-4 16,0 0-9-16,-10 16 18 0,4-12 5 0,0 3-3 15,-1 0 6-15,-3 2-8 0,-1 3 9 0,-2-1-8 16,-2 3 2-16,1 0-6 0,-3-1 7 0,2 0-1 16,-1 1-5-16,0-2 6 0,0 3-1 0,4-5-2 15,-2 3 0-15,1-3 0 0,0 2-14 0,4-4-23 16,0-1-9-16,3 0-21 0,-1-1-8 0,2-1-21 0,0-1-104 16,0 0-206-16,5-4 91 0</inkml:trace>
  <inkml:trace contextRef="#ctx0" brushRef="#br0" timeOffset="-68791.27">3998 10565 116 0,'-4'-18'188'0,"-3"4"-5"0,-1-2-15 0,2 0 1 15,-5 1-8-15,1 1-3 0,1 0-12 0,-1 1-12 16,-1 0-11-16,2 3 3 0,2 1-11 0,1 1-13 15,0 3-4-15,2-1-11 0,4 6-17 0,-7-9-24 16,4 7-26-16,3 2-28 0,-4-6-37 0,4 6-38 16,0 0-37-16,-4-6-25 0,4 6-20 0,0 0-109 0,0 0-298 15,0 0 132-15</inkml:trace>
  <inkml:trace contextRef="#ctx0" brushRef="#br0" timeOffset="-67931.8">4157 10730 172 0,'-3'-10'169'0,"3"10"-14"16,0 0-13-16,2-10-17 0,-2 10-13 0,0 0-12 16,0 0-14-16,0 0-5 0,0 0-10 0,0 0-8 15,0 0-5-15,0 0-8 0,1 41-1 0,0-17 2 16,2 1-8-16,-5-1-3 0,1 3-10 0,0-1-1 16,1 2 4-16,-1-4 0 0,2 3-9 0,0-8 1 15,-1 0-4-15,0 1-1 0,1-2 2 0,1 0-8 16,-1 0-2-16,0-3 2 0,1-1-3 0,-4 2-2 15,2-6-7-15,2 0-16 0,-1 2-12 0,-1-3-30 16,2 1-18-16,-2-5-27 0,0-5-25 0,2 12-120 16,-2-12-265-16,-4 7 119 0</inkml:trace>
  <inkml:trace contextRef="#ctx0" brushRef="#br0" timeOffset="-67457.46">4159 10758 132 0,'-1'-12'136'15,"2"5"-8"-15,-1 7-16 0,4-13 4 0,1 5-14 0,3-1-12 16,0 3-8-16,3 2-12 0,2-1 5 0,1 3-7 15,3 1-6-15,1 2-10 0,2 3 6 0,-2 1 3 16,0 2-8-16,-2 3-3 0,-2 0-8 16,-1 2-4-16,-3 2-3 0,-3-4 0 0,1 4-10 0,-5-1 6 15,0 3-6-15,-2-1 3 0,-1 0-8 0,-1 1-1 16,-3-4-6-16,2 0 4 0,-2-1-6 0,1 0-7 16,1-3 11-16,-1-1-10 0,0 1-3 0,2-3-6 15,1-5-12-15,-2 12 0 0,2-12-3 0,0 7-2 16,0-7 4-16,1 8-2 0,-1-8 3 0,6 8 2 15,-1-3 5-15,1-1-2 0,-1-2-4 0,2 2 5 16,0 0 1-16,-1 0 0 0,2 1-5 0,-2-1 8 16,-1 2-3-16,0-1 1 0,0 3 7 0,-1-2-3 15,0 0 4-15,-1 2-2 0,-1 2 2 0,-3-2 1 16,1 0 9-16,0 0-8 0,-4 0 4 0,0 0 0 16,-1 1-4-16,-1-2 0 0,-2 1-2 0,-3-1 5 15,0 0-2-15,0 1-6 0,1-1-26 0,-3-2-11 16,1 1-2-16,3-2-26 0,-1 0-30 0,0 0-23 15,1-1-80-15,3-3-216 0,6 0 97 0</inkml:trace>
  <inkml:trace contextRef="#ctx0" brushRef="#br0" timeOffset="-67149.63">4516 10948 79 0,'10'0'147'0,"1"1"-3"0,-1 1-7 0,1 1-3 16,-1 1-7-16,2 0-3 0,-1 2-4 0,0 1-9 16,-1 0-12-16,-3 1-10 0,1 2-6 0,1-1-10 15,-1 1-6-15,-2-1-4 0,-1 2-9 0,-1-1-5 16,-1 0 1-16,-1-1-11 0,-2 1-1 0,-1-3-7 16,1-7 3-16,-6 15-9 0,2-8 3 0,0-3 11 15,4-4-6-15,-9 6-4 0,1-4-1 0,8-2-2 16,-10 0 4-16,10 0-6 0,-10-3-5 0,10 3-5 15,-7-11 3-15,5 3-7 0,2-4 0 0,0 0-4 16,2-3-5-16,3-3-6 0,1 3-6 0,1-2-7 0,4-5-23 16,1 5-12-16,1 1-11 0,1 2-18 15,2 1-20-15,0 0-19 0,0 3-23 0,-1 1-121 16,-4 5-288-16,1 0 128 0</inkml:trace>
  <inkml:trace contextRef="#ctx0" brushRef="#br0" timeOffset="-66844.98">4860 11067 124 0,'9'-5'162'0,"0"1"-6"0,2-4-13 0,-1 1-10 16,6-1-12-16,-2-5-12 0,1 2-7 0,-1 0-9 0,0-3-8 16,0 3-5-16,-3-2-4 0,1-1-1 15,-3-1-2-15,-2 5-3 0,-2-1-6 0,1 0-6 16,-3 0-6-16,-1 0 0 0,-3 3-3 0,0-1-1 15,1 9-8-15,-7-12-1 0,2 7-5 0,0 0-2 16,-5 2-5-16,10 3 4 0,-14-1-10 0,5 2-1 16,-1 4 1-16,-2 2-4 0,-1 1 0 0,1 3-1 15,3-2-4-15,1 2 0 0,-1 4-1 0,0-1 3 16,5 1-1-16,2-2-3 0,-1-3 3 0,3 3-5 16,3 0-7-16,-1-3-10 0,2 0-20 0,2-1-21 0,5 0-23 15,-1-3-28-15,6 1-25 0,1-2-10 0,1-2-24 16,4-1-115-16,-2-2-299 0,2-3 133 15</inkml:trace>
  <inkml:trace contextRef="#ctx0" brushRef="#br0" timeOffset="-66275.4">5325 10914 98 0,'0'0'131'0,"-3"-10"-6"0,3 10 9 16,-6-11 3-16,1 6 4 0,5 5 5 0,-10-7-14 15,3 5-9-15,7 2-4 0,-14-1-12 0,14 1-4 0,-15 8-2 16,6-3-9-16,-1 3-8 0,2 1-7 15,-1 1-6-15,4-1-9 0,-6 3-7 0,5-1-3 16,1-1-5-16,3-1-8 0,2 1 3 0,-2 0-11 16,1 0-1-16,4-4-6 0,-1-1-10 0,1 2 3 15,2-3-6-15,1 0-8 0,-6-4-1 0,14 2 1 0,-5-4-1 16,0-1-4-16,3 0 2 0,-3-2-2 0,0-1 3 16,0-1-1-16,-3 0 1 0,0-1-1 15,1-1 3-15,-3 0-5 0,2-1 15 0,-4 0-14 0,1-1 0 16,-2 1 0-16,-1 0 2 0,0 3 1 15,0 7 7-15,0-14 3 0,0 8 4 0,0 6 1 0,2-9 0 16,-2 9-8-16,0 0-4 0,0 0 1 0,0 0-1 16,0 0 1-16,0 0 0 0,0 0 2 0,0 0-1 15,0 0 0-15,9 19 0 0,-8-12-5 16,2-1 5-16,2 4-3 0,0-2 1 0,1 0 1 0,2-1-5 16,-1 1 0-16,4-2-3 0,-2-1-4 0,-3-2-8 15,4 0-1-15,2-2-6 0,1-1-7 0,-1-3-1 16,0-1 2-16,-1 1-10 0,1-3 6 0,-2-1 2 15,-1 1 1-15,0-4 3 0,-3 1 5 0,1-2-2 16,-1-3 5-16,0 3 1 0,-2-1-1 0,-3-5 8 16,1 5 1-16,-2-3 1 0,0-3 10 0,0 1 0 15,-2 0 6-15,0 5 4 0,1 0 13 0,1 0 2 16,-2 1 9-16,-1 4 5 0,3 7 6 16,0-13-6-16,0 13 0 0,-2-8-9 0,2 8-6 0,0 0 1 15,0 0 0-15,0 0 0 0,0 0 2 0,0 0-4 16,-6 32 1-16,5-15 2 0,-3 2 1 0,1-2 0 15,-1 2-2-15,0 0-6 0,2 0 0 0,-2-1 0 16,3 2-3-16,-2-2-3 0,2-2-16 0,-3 1-19 16,3-2-22-16,-2 1-28 0,2-4-32 0,0-1-39 15,0-1-34-15,1-1-33 0,-2-1-145 0,2-8-381 16,0 9 169-16</inkml:trace>
  <inkml:trace contextRef="#ctx0" brushRef="#br0" timeOffset="-66009.48">5660 10769 143 0,'1'-7'201'16,"-1"7"-8"-16,4-11-10 0,-4 5-19 0,0 6-13 15,0 0-19-15,0 0-13 0,-5-9-15 0,5 9-8 16,0 0-11-16,-17 6-6 0,9-1-11 0,-2 4-6 16,-2-3-5-16,0 1-8 0,2 1-5 0,1 0-3 15,2-1-10-15,-2 1-3 0,3-1-3 0,0 0-2 16,1 2-3-16,-1 0 0 0,4-4-4 0,1 5-2 15,-1-3-2-15,2-7 0 0,0 17 1 0,2-11-3 16,0 3-2-16,2-1-1 0,0 1-1 0,0-2 2 16,3 1-2-16,0 0-4 0,2-3-13 0,0 1-17 15,2 0-20-15,-1-3-32 0,2 1-17 0,3 0-31 16,3-3-15-16,-5-1-14 0,6 0-100 0,0 1-279 16,9-3 124-16</inkml:trace>
  <inkml:trace contextRef="#ctx0" brushRef="#br0" timeOffset="-65608.26">6029 10857 98 0,'3'-7'131'16,"-1"-2"8"-16,1 0 0 0,-3 3-4 0,0 6 6 15,-5-12-1-15,1 5-2 0,-1 1-8 0,-3 2 1 16,0 1-3-16,-2 1-10 0,10 2-7 0,-23 4-5 16,13-1-7-16,-7 3-8 0,2 3-7 0,0 1-8 15,2 2-7-15,-1-1-2 0,4 1-12 0,1-2-5 16,1-1-4-16,3 3-4 0,2-5-3 0,1 3-3 15,3-2-4-15,2 0-2 0,-3-8 3 0,6 10-9 16,0-6-2-16,1 0-5 0,3-2-6 0,0 0-3 16,3-4-8-16,-1 0-4 0,0-2-5 0,0-1 0 15,-2-1 1-15,1-2-1 0,0 0 2 0,-1-5 0 16,-1 4 1-16,-1-7 1 0,-2 2-1 0,-2 1-1 16,-2-4 3-16,1-2 2 0,1-2 1 0,-4-3 4 15,0-1-3-15,-3 1-3 0,1 5 6 0,0-6 3 16,1 5-1-16,0 2 9 0,-2 0 10 0,2 4 12 15,-2 3 2-15,2 3 7 0,0 1-6 0,1 7-5 0,-1-11-11 16,1 11-4-16,0 0 2 0,0 0-5 16,0 0 2-16,0 0 7 0,3 26-2 0,0-8-1 15,0 6-3-15,-2 4-2 0,0 1-2 0,2-3 1 16,-1 1-1-16,2-4-1 0,-3-3 0 0,-1-1-26 16,1 0-20-16,2-1-34 0,1 1-41 0,-1 0-36 0,0-3-41 15,1-1-32-15,0-3-184 0,0-3-431 16,2 1 191-16</inkml:trace>
  <inkml:trace contextRef="#ctx0" brushRef="#br0" timeOffset="-65307.63">6174 10853 29 0,'0'0'178'0,"0"0"-3"0,0 0-6 15,0 0-11-15,0 0-10 0,0 0-9 0,0 0-8 16,-13 18-8-16,13-18-10 0,1 10-2 0,-1-10-16 0,7 10-6 15,-2-5-7-15,1 0-12 0,2-1 1 0,-1-2-10 16,1 1-4-16,2-3-7 0,0 0-4 16,2 0 0-16,1-3-4 0,-2-1 3 0,1-2 0 15,-1 2 2-15,-4-3 11 0,0-1 7 0,0 1-1 16,-4-2-1-16,0 0-6 0,-2-1-3 0,1 0-3 0,-2 1-5 16,-2-1-4-16,-2 0-7 0,1 0-1 0,-6 2-9 15,1-3-1-15,-1 1-10 0,-2 4-17 16,3 2-12-16,1 0-16 0,-2-1-23 0,2 1-23 15,1 2-22-15,6 2-26 0,0 0-14 0,0 0-15 0,-16 2-18 16,16-2-4-16,0 0-13 0,0 0-98 0,0 0-310 16,0 0 137-16</inkml:trace>
  <inkml:trace contextRef="#ctx0" brushRef="#br0" timeOffset="-64895.69">6388 10765 24 0,'0'0'171'15,"0"0"-2"-15,0 0-4 0,10 0 5 0,-10 0-19 16,0 0-9-16,0 0-15 0,0 0-11 0,0 0-1 15,3 8-1-15,-3-8-4 0,-1 10-11 0,1-10-7 16,-3 14-7-16,1-6-10 0,0 0-8 16,1 0-7-16,-3 1-2 0,4-2-7 0,0 3-7 0,3-2-4 15,-1-1 0-15,2-1-5 0,-1 0 0 0,-1-2-3 16,-2-4-6-16,9 7-5 0,-5-4-1 0,-4-3-2 16,13 0-4-16,-13 0-6 0,11-2 3 15,-4-1-2-15,0 1-3 0,-7 2 4 0,9-9-2 16,-4 4 5-16,-1 0-6 0,-4 5-2 0,7-9 2 0,-3 6-1 15,-4 3 0-15,6-8-2 0,-6 8 3 0,2-6-1 16,-2 6-6-16,0 0 0 0,0 0-3 0,0 0 0 16,7-3 3-16,-7 3-3 0,0 0 2 15,0 0-1-15,8 12 3 0,-8-12 3 0,5 7-4 0,0-4-1 16,0 1 3-16,3-1 1 0,-2 0 0 0,0 0-1 16,-6-3 7-16,18 1-5 0,-6-2 0 0,-2-2 5 15,1 0 0-15,0-1 2 0,3-1 3 0,1-2 2 16,-2 1-2-16,0-4 3 0,-6 2 11 0,3 0-2 15,-4-1 5-15,0 1-5 0,-1-1 2 0,-1 1-6 16,0-3-3-16,-3 0-13 0,-1 11-12 0,-5-18-13 16,5 18-21-16,-3-15-17 0,3 15-32 0,-3-11-31 15,3 11-30-15,-8-5-19 0,8 5-10 0,0 0-11 16,0 0-123-16,-22 9-339 0,22-9 151 0</inkml:trace>
  <inkml:trace contextRef="#ctx0" brushRef="#br0" timeOffset="-64665.92">6782 10813 64 0,'4'-9'223'0,"-3"2"4"0,2 2-9 15,2-5-13-15,-2 0-15 0,0 0-7 0,1-1-15 16,1-1-7-16,1-4-17 0,5 4-10 0,-2-2-15 16,3 1-12-16,4 0-11 0,4-3-9 0,-3 7-9 15,1 0-8-15,-2 1-10 0,2 5-3 0,-1 0-9 16,-2 4-4-16,-2 1-6 0,2 1-6 0,-3 3-1 15,-2 2-4-15,1-1-4 0,-2 3 2 0,0 5-12 16,0-3-19-16,-2 2-25 0,-2-1-23 0,-1-2-25 16,-2 0-39-16,1 0-31 0,-2 0-37 0,2-2-190 15,-3-9-405-15,3 13 180 0</inkml:trace>
  <inkml:trace contextRef="#ctx0" brushRef="#br0" timeOffset="-56283.77">7413 10705 67 0,'0'0'129'15,"0"0"-10"-15,0 0-14 0,0-9-10 0,0 9-14 16,0 0-6-16,0 0-12 0,0 0-3 0,0 0-4 16,0 0 3-16,0 0-9 0,0 0-1 0,-10 27-6 0,8-21-6 15,-1 0-1-15,0 3-1 0,3-9-9 16,-2 14 2-16,0-7-1 0,2-7-5 0,-1 12 1 15,-1-7 1-15,2-5-4 0,-2 8-5 0,2-8-7 16,0 0 9-16,0 9-7 0,0-9 2 0,0 0-4 16,0 0 8-16,-1 8-4 0,1-8-1 0,0 0-1 15,0 0 1-15,0 0 4 0,0 0 3 0,0 0 1 16,0 0 1-16,0 0 0 0,-1 7 0 0,1-7 8 16,0 0-2-16,0 0-1 0,0 0 5 0,0 0-5 15,0 0 4-15,0 0-4 0,0 0-1 0,0 0-2 16,0 0-2-16,0 0 1 0,0 0-5 0,0 0-5 15,0 0 5-15,0 0-5 0,0 0 3 0,0 0-5 0,0 0 1 16,0 0 5-16,0 0-17 0,0 0 9 0,0 0-11 16,0 0 8-16,0 0-1 0,0 0 0 0,0 0 0 15,0 0-3-15,0 0 5 0,0 0-7 16,0 0 5-16,0 0 0 0,0 0 1 0,0 0-6 0,0 0 2 16,0 0 3-16,0 0 1 0,0 0-3 0,0 0-5 15,0 0 1-15,0 0 3 0,5-22 1 0,-5 22 0 16,0 0-4-16,0 0 5 0,0 0-5 0,0 0 6 15,0 0-6-15,0 0 2 0,0 0 3 0,0 0 2 16,0 0-5-16,0 0 7 0,1-7-6 0,-1 7 3 16,0 0-4-16,0 0-2 0,0 0 4 0,0 0 0 15,0 0-1-15,0 0-3 0,0 0 2 0,0 0 7 16,0 0-5-16,0 0 3 0,0 0-2 0,0 0-1 16,0 0-1-16,0 0 0 0,0 0-1 0,0 0-3 15,0 0 9-15,0 0-2 0,0 0-8 0,3-7 4 16,-3 7-2-16,0 0 3 0,0 0-2 0,0 0 4 15,0 0-2-15,0 0 1 0,0 0 1 0,0 0-2 16,0 0-5-16,2-6 7 0,-2 6-1 0,0 0-2 16,0 0-3-16,6-8 0 0,-6 8 4 0,0 0 6 15,0 0-6-15,0 0 1 0,0 0-2 0,3-5 2 16,-3 5-2-16,0 0-2 0,0 0 6 0,0 0 2 16,0 0-7-16,0 0-3 0,0 0 8 0,0 0-4 15,0 0-3-15,0 0 1 0,0 0 1 0,0 0-3 16,0 0 0-16,0 0 4 0,0 0 7 0,0 0-4 0,0 0 0 15,0 0-6-15,0 0 3 0,0 0-1 16,0 0 2-16,0 0-2 0,0 0 2 0,7-4 3 16,-7 4 4-16,0 0-6 0,0 0-3 0,0 0 3 15,0 0-3-15,0 0 5 0,0 0-4 0,0 0-2 0,0 0 1 16,0 0-4-16,0 0 6 0,0 0-4 0,0 0 3 16,0 0-8-16,0 0 11 0,0 0-1 0,0 0-1 15,0 0-1-15,0 0 0 0,0 0 3 16,0 0 0-16,0 0-1 0,0 0 0 0,0 0 0 0,0 0-4 15,0 0 3-15,0 0 0 0,0 0 2 0,0 0-3 16,0 0-3-16,0 0 6 0,0 0-2 0,0 0-2 16,0 0 3-16,0 0 0 0,0 0 0 0,0 0-2 15,0 0-3-15,0 0-2 0,0 0 1 0,0 0 2 16,0 0-1-16,0 0 1 0,0 0 1 0,0 0-1 16,0 0 1-16,0 0-3 0,0 0 7 0,0 0-3 15,0 0-1-15,0 0-4 0,0 0 5 0,0 0 2 16,0 0-3-16,0 0 2 0,0 0-3 0,0 0-1 15,0 0 5-15,0 0-3 0,0 0-4 0,0 0 6 16,0 0-1-16,0 0-1 0,0 0-1 0,0 0 5 16,0 0 1-16,0 0-3 0,0 0 2 0,0 0-1 15,0 0 2-15,0 0-5 0,0 0 6 0,0 0-4 16,0 0-2-16,0 0 0 0,0 0 4 0,0 0-5 16,0 0 6-16,0 0-3 0,0 0 2 0,0 0-7 15,0 0 4-15,0 0 1 0,0 0-3 0,0 0 6 16,0 0-3-16,0 0-2 0,0 0-3 0,0 0-1 15,0 0 7-15,0 0-6 0,0 0 4 0,0 0-2 16,0 0 3-16,0 0-8 0,0 0 7 0,0 0 1 16,0 0-4-16,0 0 3 0,0 0 0 0,0 0 2 15,0 0-2-15,0 0 0 0,0 0-1 0,0 0 8 16,0 0-4-16,0 0-3 0,0 0 0 0,0 0-1 16,0 0 2-16,0 0-2 0,0 0-2 0,0 0 0 0,0 0 8 15,0 0 4-15,0 0-10 0,0 0 4 0,0 0 0 16,0 0-3-16,0 0 3 0,0 0-11 0,0 0 7 15,0 0 0-15,0 0 8 0,0 0-7 0,0 0 3 16,0 0-1-16,0 0-1 0,0 0 3 0,0 0-5 16,0 0 1-16,0 0 5 0,0 0-4 0,0 0-1 15,0 0 3-15,0 0-6 0,0 0 0 0,0 0 5 16,0 0-1-16,0 0 2 0,0 0-3 0,0 0-4 16,0 0 3-16,0 0 0 0,0 0 1 0,0 0 1 15,0 0 1-15,0 0-5 0,0 0 1 0,0 0 5 16,0 0 0-16,0 0-4 0,0 0-1 0,0 0 0 15,0 0 8-15,0 0-7 0,0 0 1 0,0 0 1 16,0 0 2-16,0 0-4 0,0 0 1 0,0 0 1 16,0 0 5-16,0 0-4 0,0 0 0 0,0 0 1 15,0 0-5-15,0 0-1 0,0 0 3 0,0 0-5 16,0 0 5-16,0 0 2 0,0 0-3 0,0 0 6 16,0 0-9-16,0 0 2 0,0 0 11 0,0 0-6 15,0 0-4-15,0 0 2 0,0 0 4 0,0 0-8 16,0 0 4-16,0 0 7 0,0 0-12 0,0 0 2 15,0 0 1-15,0 0 0 0,0 0-1 0,0 0 8 0,0 0-4 16,0 0-4-16,0 0 6 0,0 0-4 16,0 0-1-16,0 0 2 0,0 0 0 0,0 0 1 15,0 0-1-15,0 0 4 0,0 0-6 0,0 0 4 16,0 0 1-16,0 0 0 0,0 0-2 0,0 0 1 0,0 0 3 16,0 0-1-16,0 0-7 0,0 0 3 15,0 0-6-15,0 0 9 0,0 0-10 0,0 0 10 0,0 0-5 16,0 0 10-16,0 0-8 0,0 0 0 15,0 0-3-15,0 0 4 0,0 0 4 0,0 0-3 0,0 0-1 16,0 0-1-16,0 0 3 0,0 0-4 0,0 0 0 16,0 0 8-16,0 0-9 0,0 0 0 15,0 0 1-15,0 0 0 0,0 0-10 0,0 0 12 0,0 0-4 16,0 0-1-16,0 0 8 0,0 0-3 0,0 0-7 16,0 0 8-16,0 0-2 0,0 0-4 0,-9 22 5 15,9-22 1-15,0 0-2 0,-1 9 1 0,1-9-1 16,0 0-3-16,0 0 6 0,0 0-5 0,-3 5 6 15,3-5-4-15,0 0 3 0,0 0-1 0,0 0-4 16,0 0 0-16,0 0 2 0,-4 6-2 0,4-6-2 16,0 0 7-16,0 0 0 0,0 0-1 0,0 0-6 15,0 0 5-15,0 0 1 0,0 0-1 0,0 0 5 16,0 0 4-16,0 0 6 0,0 0 6 0,0 0 2 16,0 0 3-16,0 0-8 0,0 0 5 0,0 0-6 15,0 0-2-15,0 0 1 0,0 0 4 0,0 0-4 16,-8-20-2-16,8 20-2 0,-1-9-1 0,1 9 1 15,-3-12-7-15,3 12 0 0,2-14 0 0,-1 5-1 16,2-1 1-16,-1 2-3 0,2-2 1 0,0 2-3 16,-1 1 2-16,4-1 0 0,-4 3-1 0,2-1-3 0,1 0-2 15,-1 3-1-15,3 0 4 0,2 0-1 16,0 1 1-16,1 2-2 0,0 1 2 0,-1 0-3 16,-1 3 1-16,1-2-1 0,-1 4 4 0,0 3-2 0,0-3 0 15,-1 1-2-15,-2-1-3 0,1 3 5 16,-3 0 0-16,3-1-3 0,-4-2 3 0,1 3 1 0,-2-4 8 15,1 3-8-15,-3-8-5 0,1 11 8 0,0-7 0 16,-1-4-6-16,2 10 3 0,-2-10 3 16,1 5 0-16,-1-5 3 0,0 0-2 0,0 0 4 0,3 7 1 15,-3-7-1-15,0 0-4 0,0 0 7 0,0 0-6 16,0 0 3-16,0 0-2 0,0 0-5 0,0 0 10 16,0 0-6-16,0 0-2 0,0 0 3 0,0 0 0 15,-2-25-14-15,2 25 1 0,5-12-2 0,0 7 0 16,-1-1-6-16,3 0 4 0,-1-2 0 0,-1 3-5 15,0 0-3-15,3 1 8 0,1 0-6 0,-4 1 3 16,-5 3-8-16,0 0 12 0,16 4-2 16,-9-2 1-16,-2 3 6 0,2-1-1 0,-1 0-4 0,-1 2 5 15,1 4-1-15,-1-3 0 0,1 1 1 0,-1-4 1 16,2 6 2-16,1-3 5 0,0 1-9 0,-3-3 6 16,0 1-3-16,2-3 6 0,-1 1-7 0,0 0 0 15,2-2-2-15,3 0 8 0,-4-1-5 0,0 0 2 16,4-1 1-16,-11 0 2 0,16-4-8 0,-7 1 8 15,1-2 0-15,-3 3 1 0,-1-3-4 0,2 0 7 16,-3 0-4-16,0 0 2 0,-1-1-2 0,0-2-3 16,-2-1 2-16,1 2 2 0,-2-1 0 0,0-4 4 15,1 2-6-15,-2 0-2 0,-2 0 3 0,2-1-3 16,-2 2 2-16,1 0 0 0,-1 0-2 0,2 9 3 16,-4-11-2-16,2 8-3 0,2 3-5 0,-4-8 0 0,4 8-3 15,0 0 10-15,-10-2-4 0,10 2 4 0,0 0-7 16,-17 13 7-16,11-6-2 0,-2 3-1 0,4 2 2 15,-1-3 3-15,3 1-12 0,-1 1 6 16,2 0-15-16,-1-1-9 0,5 1-12 0,0-3-6 0,-1 1-5 16,6-1-21-16,1-1-20 0,0-1-18 0,1-1-5 15,3 0-113-15,0-1-248 0,-2-1 110 16</inkml:trace>
  <inkml:trace contextRef="#ctx0" brushRef="#br0" timeOffset="-53627.68">7923 11178 43 0,'0'0'193'0,"-5"-7"-14"0,5 7-6 16,-3-6-16-16,3 6-20 0,0 0-14 0,-3-6-14 15,3 6-8-15,0 0-11 0,0 0-10 0,0 0-4 16,0 0-3-16,3 23 5 0,-1-11-4 0,0 4 6 15,2 0-11-15,-1 4-5 0,-1 6-6 16,1-1 1-16,-3 4-12 0,1-2 1 0,-1-2-5 16,-1 2 0-16,1 1-5 0,-3 1 0 0,2-2-8 15,0 1 1-15,-1 0-3 0,1-2-3 0,1-1-3 0,0-1-1 16,1-4-1-16,1-2-3 0,0 2-3 0,2-3-1 16,-1 2-1-16,2 0-1 0,0-1-4 0,0 0 4 15,0 0-3-15,-1 0 6 0,5-1-8 0,-3 0 1 16,1-1-1-16,0 0 0 0,0-5-2 0,-2 1 3 15,0 2-4-15,-3-3-3 0,1 0-6 0,0-2 0 16,-1-1-2-16,0-1-3 0,-1-2-1 0,0 2-7 16,-1-7-1-16,3 10-3 0,-3-10-3 0,0 9-3 15,0-9-6-15,0 0-4 0,0 10-5 0,0-10-11 16,0 0-6-16,0 0-30 0,0 0-26 0,-4 8-41 16,4-8-148-16,0 0-332 0,-11 0 147 0</inkml:trace>
  <inkml:trace contextRef="#ctx0" brushRef="#br0" timeOffset="-53185.67">8078 11358 31 0,'0'0'134'0,"-8"-2"2"0,8 2-5 15,0 0-15-15,-8-2-4 0,8 2-13 0,0 0-8 16,0 0-16-16,0 0-1 0,0 0-1 15,0 0 5-15,0 0-8 0,36-8-1 0,-4 1-1 16,4-2-4-16,16-2-4 0,2-1-2 0,0-3-5 0,2-2-6 16,1 4 6-16,-3-1 0 0,-5-2-3 15,-11 4-3-15,-2 2 1 0,-4 0-5 0,0 0-1 0,-6 2-1 16,-6 2-1-16,-4 1-6 0,-4 2-3 16,-1-1-1-16,-4 2 2 0,-1 0-13 0,-6 2 4 0,12-3-5 15,-12 3-2-15,7-2-1 0,-7 2 3 0,0 0-5 16,0 0-7-16,0 0-9 0,0 0-9 0,0 0-12 15,0 0-21-15,-14 20-34 0,8-13-45 0,-3 0-15 16,-3 0-28-16,0 7-120 0,-5-4-310 16,2 2 137-16</inkml:trace>
  <inkml:trace contextRef="#ctx0" brushRef="#br0" timeOffset="-52819.89">8116 11872 30 0,'0'0'130'0,"8"6"0"0,-1-3-9 15,2-3-11-15,7 0-1 0,2-3-6 0,3 0-6 16,9 0-10-16,-1-2 2 0,2 0-4 0,1-2 0 16,-2 1-9-16,-1 0-2 0,-7 2-3 0,-1 0-7 15,1-2-11-15,-2 1 0 0,-1 0-1 0,1 1-4 16,-4-1-1-16,-3 2-1 0,0 0-4 0,-1-1-1 16,-1 1-2-16,-4 1-6 0,1 1-4 0,-2-2 0 15,-6 3-3-15,9-3-3 0,-9 3-1 0,8-3-5 16,-8 3-4-16,9-3-9 0,-9 3-16 0,0 0-28 0,0 0-41 15,0 0-23-15,4-6-46 0,-4 6-133 16,0 0-304-16,0 0 135 0</inkml:trace>
  <inkml:trace contextRef="#ctx0" brushRef="#br0" timeOffset="-47342.08">8209 10585 47 0,'-10'2'109'0,"0"-2"-2"16,2 3-10-16,-1-3 1 0,2 1 1 0,-1 2-8 15,2-1-10-15,6-2-5 0,-14 5-10 0,7 1 0 16,2-1-3-16,-1 3-8 0,-2 1 3 0,3 1-8 16,1-1-3-16,0 3-11 0,2-1 7 0,-1 0-8 15,3 4-2-15,0-2 1 0,3-2-6 0,0 0-6 16,1-1 5-16,2 1-10 0,1-2 2 0,2 0 0 16,1-2-15-16,3-3-5 0,4 1-23 0,2-2-15 15,0-1-7-15,1-2-21 0,0-1-7 0,-1-3-9 16,3 2-12-16,-3-1-10 0,0-1-61 0,-6-1-180 0,3-4 81 15</inkml:trace>
  <inkml:trace contextRef="#ctx0" brushRef="#br0" timeOffset="-46924.13">8457 10324 93 0,'0'-6'137'0,"0"6"-16"15,-1-11-11-15,1 11-14 0,0 0-12 0,3-7 4 16,-3 7 4-16,0 0-10 0,0 0-5 0,10 20-8 16,-6-9 0-16,0 3-4 0,-2 2-6 0,1 2-6 15,-1 2-5-15,1-1-1 0,-2 0-2 0,0 0-10 16,0 0-1-16,1 0-4 0,-1 0 2 0,0-3-4 16,-2 1-2-16,2-5-7 0,-1-1 1 0,0-2-4 15,2 1 4-15,-2-3-8 0,0-7 1 0,1 12 2 16,-1-12-1-16,0 7-1 0,0-7 5 0,0 0 5 15,0 8-7-15,0-8 6 0,0 0-1 0,0 0-3 16,0 0-8-16,0 0 3 0,0 0-8 0,8-26 4 16,-6 18 5-16,2-3-3 0,1-1-5 0,1-3 2 15,2-2-2-15,0 2 0 0,3 1-3 0,0 1 3 16,0 0 2-16,-1 4-6 0,1 2-5 0,1-3 7 16,0 5-6-16,-1 0 2 0,2 5 1 0,-3 0-4 15,2 3 4-15,-1 3-7 0,-2 1 3 0,0 0 2 16,-1 3-3-16,2 3 3 0,-2 0-4 0,1 0 9 15,-3-1-5-15,0 1-7 0,2 1-13 0,-1 1-12 16,-2-5-20-16,5 5-27 0,-4-5-21 0,1 0-14 16,0-1-12-16,1-2-112 0,0 3-258 0,1-4 114 15</inkml:trace>
  <inkml:trace contextRef="#ctx0" brushRef="#br0" timeOffset="-46563.95">8966 10419 48 0,'-8'-1'136'0,"-1"0"0"0,-2 3-13 0,-1 1-1 0,3 3-5 15,-2 3-8-15,2 0-10 0,0 0-11 16,-1 5-8-16,3-3-7 0,2 3-8 0,0-1-5 16,3 1-10-16,0-2 1 0,2 0-6 0,3 0-9 15,-1-1 5-15,1-1-6 0,3-1-6 0,1-2-5 0,3 0 2 16,-1-1-6-16,-3-3-2 0,3-1 1 15,0-1-3-15,-1-1-6 0,-8 0 5 0,15-3-6 16,-7 0-4-16,1-1 8 0,-4-3-3 0,0 2-4 0,4-3 2 16,-4 0 2-16,-1-2 0 0,0-1 2 0,-3 2 2 15,2 0-4-15,-2-1 2 0,0 1-2 0,1-1 7 16,-2 10 8-16,0-11-2 0,0 11 2 0,1-9-6 16,-1 9-5-16,0 0-2 0,0 0 1 0,0 0-4 15,0 0 1-15,0 0-1 0,0 0-6 0,0 0 2 16,7 26 0-16,-5-16-6 0,0 2-10 0,-1 2-22 15,2-3-18-15,0 6-19 0,-1-4-31 0,3 2-22 16,-1 0-24-16,-1-4-99 0,6 4-266 0,-4-7 118 16</inkml:trace>
  <inkml:trace contextRef="#ctx0" brushRef="#br0" timeOffset="-45791.88">9151 10492 82 0,'-2'-7'122'0,"2"7"-6"16,0 0 1-16,0 0-8 0,0 0-2 0,0 0-9 15,0 0-3-15,5 29-4 0,-5-22-4 0,2 2 0 16,1 1-13-16,1-1-9 0,-4 1-9 0,1-2-1 16,-1-8-3-16,1 11 0 0,-1-11-9 0,2 8 1 15,-2-8 10-15,0 7 5 0,0-7 6 0,0 0 11 16,0 0 3-16,2 6-2 0,-2-6-12 0,0 0-6 15,0 0-10-15,0 0 0 0,0 0-4 0,1-22-11 16,2 16-1-16,-2-3 0 0,3-2-5 0,1 0-5 16,2-3-1-16,0 2 0 0,1-5-5 0,0 3 0 0,1-2-6 15,1 1 1-15,-1 0-5 0,0 1 1 16,2 6-10-16,-3-3 8 0,1 4-3 0,1 1-1 16,-1 2-1-16,0 1 1 0,-3 2-4 0,-6 1 3 15,16 4-2-15,-10 1 1 0,3 2-3 0,0 1 0 0,0 2-1 16,-3 0 4-16,1 0 2 0,-1-1 2 15,-1 3-4-15,2-2 3 0,-2 0-2 0,0-1-1 16,1 0 0-16,0-2 3 0,0-1-2 0,-1-1 1 0,1-1-1 16,-1-1 2-16,3 0-1 0,0-1 0 0,2-2-1 15,-10 0 1-15,18-3 2 0,-9-1-2 0,0-1-3 16,2 2 3-16,-3-3-4 0,1-2 2 0,0-1-5 16,-2 1 2-16,-2 0 0 0,2-3 6 15,-3 1-8-15,0-1 4 0,1 0-3 0,-3 0 2 0,-1-2 0 16,1 2 0-16,-1 0-3 0,-1 0 3 0,-1 1-4 15,2 3 5-15,-1 7-3 0,-1-10-2 0,1 10 0 16,0 0-2-16,0-9 0 0,0 9 0 0,0 0 1 16,0 0 2-16,0 0-4 0,-8 22 1 0,6-11 3 15,0-1 2-15,1 1 3 0,0 2-1 0,0 1-3 16,3-4 3-16,-1 2 0 0,3-2-1 0,-1-3 2 16,3 0 0-16,-1-1 0 0,0 0 2 0,3-4-4 15,3 1 2-15,2-3 0 0,1-2-3 0,3-1-1 16,1-3-5-16,-3 1 2 0,2-1-4 0,-7 0 0 15,4 0-7-15,-4-1 5 0,-1-3-1 0,1 1 0 16,-2 0 0-16,-3-1 2 0,0 0 1 0,0 0 1 16,-2-2-4-16,2 1 2 0,-2-1 3 0,-2 1 4 15,-1 2 1-15,1 0-4 0,-1 9 1 0,-1-13 0 16,1 13 3-16,0-9-2 0,0 9-4 0,0 0 0 16,0 0 3-16,0 0-2 0,0 0 4 0,0 0-1 15,0 0 1-15,0 0 4 0,-3 34 0 0,3-21 4 16,0 3-8-16,0 1 8 0,2-2-5 0,-2-2 5 0,1-1-3 15,0 5-2-15,0-3 2 0,-1-2 2 16,3 1-18-16,-3 2-20 0,0-4-15 0,1-1-23 0,-1 2-14 16,2-2-27-16,-2-2-26 0,0-8-127 0,-4 15-289 15,2-10 127-15</inkml:trace>
  <inkml:trace contextRef="#ctx0" brushRef="#br0" timeOffset="-45621.94">9519 10183 45 0,'0'0'128'0,"4"-8"-35"0,-4 8-35 0,12 2-19 0,-12-2-36 16,18 9-32-16,-6-1-28 0,5-1-60 0,2 2 26 15</inkml:trace>
  <inkml:trace contextRef="#ctx0" brushRef="#br0" timeOffset="-44933.07">10032 10483 195 0,'0'0'198'0,"0"0"-4"16,0 0-18-16,0 0-16 0,0 0-14 0,0 0-16 15,0 0-10-15,0 0-3 0,1-16-10 0,-1 16-7 16,-3-12-9-16,3 12-5 0,-3-15-10 0,3 8-7 15,-3-5-4-15,3 2-6 0,0 0-6 0,4-2-4 16,-4 0-11-16,2-4 0 0,2 1-2 0,-1 4-4 16,1-1-7-16,0-1-3 0,0 4-2 0,3 1-5 15,1 1-1-15,-1 0-3 0,2 3 1 0,0 3 1 16,0-1-3-16,4 4-4 0,-2 0 0 0,0 4-1 16,-1 2-1-16,1-1 1 0,0 6-2 0,-3-3-1 15,0-1-2-15,-3 4 2 0,2-2 2 0,-3-2-4 16,-2 2 6-16,2-2-1 0,-3-2-1 0,1-2-1 15,-2-5 0-15,2 10 3 0,-2-10-1 0,4 6-1 16,-4-6 5-16,0 0-3 0,0 0 1 0,0 0-3 16,0 0-2-16,0 0 2 0,0 0-5 0,0 0-2 15,0 0-4-15,0 0-1 0,0-25 0 0,1 18-2 16,2-2 4-16,1 0-2 0,0-3-3 0,3-4-4 16,1 1 2-16,1 1 1 0,-3 2-2 0,3-1-1 15,1 3 10-15,-2 2-2 0,0 1-4 0,1 0 3 16,-2 3-1-16,2 1 2 0,0 1-1 0,-2 1-5 0,-7 1 8 15,16 3-1-15,-5 0 2 0,-4 1-2 16,3 0 4-16,-2 1-2 0,2 0 7 0,2 2-3 16,-3-3 2-16,2-1-1 0,1-1 0 0,-2 0-1 15,3-3 3-15,-1 1-1 0,0-2-1 0,2-2 6 0,-1 1 0 16,-1-4-4-16,0 0 2 0,-3 0 2 0,1 0-7 16,-2-1 3-16,0-1-1 0,-2 0 2 0,0-1-1 15,-2 0 1-15,-1-1-3 0,-1 3-1 16,1-4 1-16,-3 5-1 0,1-3 2 0,-1 1-1 0,0-1 4 15,0 10-2-15,0-12-4 0,0 12 2 0,-1-8-1 16,1 8-4-16,0 0-3 0,0 0 4 0,0 0 1 16,0 0-1-16,0 0-1 0,0 0 5 0,-10 28-5 15,8-17-1-15,-1 1 5 0,1 5-5 0,1-2 0 16,1-1 8-16,0-1-4 0,0 3 0 0,-1-2-2 16,2-2 4-16,0 0-3 0,-1-1 5 0,0 1-5 15,0 1 3-15,0-2 1 0,0 0-2 0,-1 1 3 16,0-3-7-16,0 2-6 0,-2 0-10 0,-1-1-22 15,-1 0-14-15,0-1-23 0,0 0-16 0,-4 0-15 16,1-2-16-16,0-1-20 0,1 1-138 0,-5 0-308 16,3-1 137-16</inkml:trace>
  <inkml:trace contextRef="#ctx0" brushRef="#br0" timeOffset="-43970.79">9264 11014 46 0,'0'0'170'0,"-7"-9"-13"0,7 9-18 0,-3-5-5 0,3 5-20 16,0 0-15-16,0 0-10 0,10-14-8 0,-3 11-4 15,2-2-6-15,1-1-9 0,1-1-4 0,0 2-17 16,2 0 6-16,3-4-5 0,-3 6-12 0,3-5 2 15,-3 2-7-15,-1 3 4 0,1-3-5 0,0 1-3 16,0 2 0-16,-2-1-3 0,1-1-2 0,-2 2-1 16,-1 0 7-16,-1 1-15 0,-8 2-2 0,10-2 2 15,-6-1-9-15,-4 3 6 0,0 0-8 0,0 0 5 16,11 5 4-16,-11-5-1 0,0 12-5 0,-3-4 4 16,-3 3 2-16,-1 6 4 0,-2-1 0 0,-3 7 2 15,-3 2 3-15,-1-4-2 0,1 2 0 0,1 1 0 16,-4-2-3-16,5 0-3 0,-2-1 3 0,3-6-2 15,1 1 1-15,2-1-5 0,3-1 3 0,-1-4 0 16,0 0 2-16,3-3-2 0,1 2-1 0,1-4-5 16,2-5-1-16,-4 8 2 0,4-8 2 0,-3 7 1 15,3-7-1-15,0 0-6 0,0 0-1 0,0 0-3 16,11 3-1-16,-11-3-1 0,17-5 4 0,-6 0-1 16,0 1-1-16,2 0 3 0,0-1 0 0,5 1 3 15,-2-2-3-15,3 3 4 0,0-1-2 0,-1 0 6 16,2 1-4-16,0 1-1 0,-1-1 1 0,2 3-2 0,-1-3-2 15,1 3 2-15,2-4-1 0,3 1 2 0,-3 1 4 16,-3 0-4-16,0-2 3 0,2 1-13 16,-4-5 17-16,2 2-1 0,-2-1-2 0,1 0 4 15,-1-2-4-15,4-7 7 0,-7 6-11 0,-2 0 7 0,0-4-3 16,-3 2-2-16,-2 0 3 0,-3-1-6 16,1 2 2-16,-2-1 3 0,-2-4 1 0,-2 4-7 0,0 1 5 15,-1-2 5-15,-3 1-6 0,-1-1 3 16,1 2-2-16,-2 1-1 0,0 0 0 0,-2 2 2 0,-2-1 0 15,1 5 7-15,0 1 3 0,-3 0 2 0,2 3 1 16,0 1-1-16,-2 2 6 0,2 4-6 0,0 1 6 16,-2 5-5-16,2 2 3 0,1 2 1 0,2 1 2 15,3 1 0-15,3-1-4 0,-1 1-4 0,2 1 5 16,4-1-2-16,2-1-3 0,3-3 0 0,3 0-6 16,2-1-13-16,0 0-14 0,5-2-27 0,-3-2-27 15,1-1-38-15,0-3-13 0,3 0-11 0,-2-3-19 16,3-1-102-16,-7 0-276 0,-1-2 122 0</inkml:trace>
  <inkml:trace contextRef="#ctx0" brushRef="#br0" timeOffset="-43031.96">10019 11028 33 0,'0'0'119'0,"0"0"-3"0,0 0 1 0,0 0-6 0,0 0-7 16,22 16 15-16,-16-9-14 0,-1 3-1 0,3-2-7 15,-4 1-7-15,0 1 2 0,-1 1 2 0,3-1-15 16,-4-1-7-16,3 1-7 0,-2-3-6 0,-1-1-10 16,-2-6-1-16,3 9-5 0,-3-9 5 0,2 7 3 15,-2-7 9-15,2 5-1 0,-2-5-7 0,0 0-6 16,0 0 2-16,0 0-2 0,0 0-6 0,0 0-2 16,0 0-5-16,-5-26-1 0,6 16-7 0,0 1 2 15,2-1-7-15,-1 0 3 0,1-2-8 0,-1 0 2 16,4-3-2-16,1-3 0 0,1 5 0 0,-2-3-4 0,3 4-6 15,-1 2 1-15,2 0-2 0,-2 0-2 0,0 3 0 16,-1 0 4-16,-1 3-5 0,1-1-1 16,1 5-1-16,-8 0-1 0,15 2 5 0,-9 0-3 15,1 2-7-15,-1 1 8 0,3 1-1 0,-1 4 1 0,-2-1-2 16,-1 1 1-16,0-1-3 0,3 1 3 0,-2-1 0 16,-1 1 2-16,3-2-1 0,0 1 3 15,-1-3-4-15,2 0 1 0,3-2 2 0,-1 0 5 0,1-2-7 16,2-1 3-16,1-4-6 0,3 1 7 0,0-3-1 15,0-1 2-15,-1 0-2 0,0-1-3 0,-4-1 4 16,3-4-1-16,-6 4-3 0,2-3-2 0,-2 1 5 16,-1-3 0-16,-1 1-4 0,-1-3 0 15,-3 4-4-15,1-6-5 0,0-1-4 0,-4 6 2 0,-2-1-1 16,1-1 6-16,-1 2-4 0,-2-4-1 0,-1 5 2 16,-1 2 0-16,0 1 0 0,-3-1 5 0,3 4-1 15,-2 0-4-15,1 2 1 0,6 3 2 0,-15-3 0 16,6 5 0-16,-1 2-1 0,-2-1 1 0,1 5 0 15,-1 3 3-15,0-1 6 0,1 4-3 0,0-1-1 16,2 1 3-16,4-3 0 0,1 2-2 0,1 0 5 16,1 2 2-16,3-3 0 0,0 0 0 0,6 3 3 15,-1-2 1-15,2 1-5 0,2-5 3 0,3 1-1 16,2 0-1-16,1-2 3 0,3 0 1 0,-3-2-2 16,6-2 2-16,-2-1 0 0,1-2-2 0,7-2-2 15,-6 0 2-15,-2-2-2 0,1-1 3 0,-1-3-4 16,1 0-4-16,-1 0 3 0,-2 0 4 0,-1 0-2 0,-2-4-2 15,-1 1-2-15,0-1 3 0,-4 3 1 16,2-6-9-16,-6 4 2 0,3-4 5 0,-6 2-7 16,2-4 1-16,-3 4-9 0,1-3 2 0,-3-5-5 15,-6 5-1-15,3-1 4 0,-1-3 0 0,-5 0 3 16,-1 5-1-16,4 4 1 0,-2 0-2 0,0 1 0 16,-3-1 3-16,0 4 0 0,2 0 2 0,1 0 2 15,1 0 2-15,2 5-3 0,5 1 3 0,-12-4-5 16,5 2 0-16,7 2 1 0,0 0-1 0,-10-3 1 0,10 3 3 15,0 0 0-15,0 0 0 0,0 0-1 0,0 0 2 16,0 0 0-16,0 0 1 0,0 0 1 16,23 14-2-16,-12-14 2 0,4 0 0 0,1 2 1 15,2-5-1-15,-5 0-2 0,6 2 1 0,-3-3-1 0,2 4-2 16,-4-2 5-16,0 2-4 0,-2 0 2 0,-1-2-5 16,-3 2 3-16,1 2 1 0,-9-2-2 0,13 3 2 15,-8-3 5-15,0 6 11 0,1 1 3 16,-1 2-1-16,1-1-2 0,-3 2-1 0,1 0-1 15,-1 6 0-15,-1-4-2 0,-2 0 1 0,2 4-1 0,-1-5-1 16,0 7-7-16,0-1-11 0,2-4-16 0,0 2-26 16,-1 1-31-16,1-4-35 0,4 3-31 0,-2 0-25 15,2-1-28-15,-2-3-104 0,0-2-329 0,5 1 145 16</inkml:trace>
  <inkml:trace contextRef="#ctx0" brushRef="#br0" timeOffset="-42308.27">11282 10581 28 0,'0'0'142'0,"2"-7"-3"16,-2 7-7-16,0 0 9 0,0 0-6 15,8 20-12-15,-4-9-8 0,0 4 1 0,-2 4-13 16,2-2-4-16,-1 2-10 0,2 5-10 0,-4-5 3 16,5 5-9-16,-3-4-10 0,-1-1-2 0,2 0-9 0,0-1-6 15,-1-1-1-15,2-2-8 0,-3-3 0 16,5 3-15-16,-5-4-20 0,1 1-11 0,-1-2-23 15,1-3-25-15,0 0-29 0,-2-2 3 0,-1-5-9 0,2 8-1 16,-2-8-9-16,0 0-19 0,0 0-94 0,0 0-232 16,0 0 103-16</inkml:trace>
  <inkml:trace contextRef="#ctx0" brushRef="#br0" timeOffset="-41961.01">11342 10603 5 0,'2'-17'112'0,"4"2"11"16,-2-1-3-16,3 6-14 0,-1 0 4 0,3 3-6 15,3 0-5-15,-3 0-3 0,5 4-3 0,-1-1-6 16,2 4 2-16,0 0-8 0,-1 0-2 0,4 4-1 16,1-1-2-16,-8 0-6 0,0 3-13 0,3 0-6 15,-6 1-1-15,1 0-6 0,-2 2-12 0,-2 1 8 16,-2 3-8-16,1-2-2 0,-4-1 1 0,0 1-5 16,-1-3-2-16,-2 3-4 0,0 0-3 0,1 0-1 15,-6-1-4-15,6-3-6 0,0 3-7 0,0-2-8 16,2-8-4-16,-3 11-4 0,3-11 0 0,3 11 3 15,0-6-2-15,-1 2 0 0,2-3 0 0,3 0 1 16,-3 1 5-16,5 2 4 0,-2-2-2 0,2 2-6 16,-2 0 5-16,1-1 4 0,-1 0-2 0,3 1-3 15,-3-1 4-15,1 1 12 0,-3 1-16 0,2-3 11 16,-4 1-6-16,0 1 10 0,-2-2 2 0,-1-5-6 16,4 10 5-16,-4-4 0 0,0-6-3 0,-4 11 2 15,0-5 1-15,-2-3-6 0,1 2-20 0,-4 2-24 16,3-5-24-16,-1 0-23 0,-2 2-27 0,3-2-132 15,-1 0-271-15,7-2 121 0</inkml:trace>
  <inkml:trace contextRef="#ctx0" brushRef="#br0" timeOffset="-41621.75">11781 10631 157 0,'13'-2'175'16,"-1"2"2"-16,0 0-17 0,1 3-7 0,0 2-11 0,0 0-12 16,-4 2-9-16,3 0-10 0,-4 2-8 0,1 1-11 15,-4 0-9-15,0-1-9 0,-3 1-10 0,0 3-3 16,-3-5-6-16,1 3-3 0,-3-1-1 16,-3 0-11-16,2-2-1 0,0-1-11 0,-1-1 7 0,1-1-10 15,0 0 1-15,4-5 1 0,-10 7-1 0,4-7-3 16,6 0-4-16,0 0 0 0,-16-3-6 0,14-2 0 15,2 5 2-15,-11-8-7 0,8-2 2 0,-1 0-3 16,2-2-1-16,0-4-3 0,4 0 3 0,0-1 0 16,2 1 0-16,-1-3-7 0,3 2 5 0,3-1-4 15,4-4 0-15,-1 7-7 0,1 0-14 0,0 2-9 16,2 4-18-16,0-1-17 0,-3 6-25 0,0-2-30 16,-1 2-16-16,1 1-12 0,-2 3-136 0,-2 2-307 15,-1 0 137-15</inkml:trace>
  <inkml:trace contextRef="#ctx0" brushRef="#br0" timeOffset="-41321.64">12092 10733 151 0,'0'0'162'0,"8"-7"-5"0,-5 1-4 0,3-3-13 16,0 1-11-16,4-1-9 0,-5-1-9 0,5-3-11 15,0 0-7-15,-2 0-11 0,-1 3-12 0,2-6-7 16,-2 1 0-16,-2 2-9 0,1-1-7 0,-4 2-2 15,1-3-8-15,-3 4-2 0,0-2-6 0,-2 4 12 16,1-1-9-16,-1 0 0 0,0 5-6 0,-3-1 1 16,5 6-3-16,-9-8-14 0,3 7 7 0,6 1 1 15,-13 1-6-15,2 2 3 0,3 3 1 0,-3 1 2 16,0 2 2-16,4 1 0 0,0 0 2 0,-2 3-7 16,5 0 4-16,-1-3 0 0,2 2 0 0,1-2 0 15,4 3-4-15,-1-2-10 0,3-1-10 0,1 1-15 16,2 0-8-16,1-2-38 0,4-1-20 0,3 0-25 0,4-5-20 15,-1 0-20-15,9-2-10 0,-4-1-97 16,4-4-278-16,-8 1 123 0</inkml:trace>
  <inkml:trace contextRef="#ctx0" brushRef="#br0" timeOffset="-40959.89">12470 10522 94 0,'3'-11'100'0,"-6"-1"11"0,1 3-2 0,0-3-3 15,-2 5 6-15,-2 0 4 0,2-1-13 0,-2 4 3 16,-3 2-9-16,0 2 0 0,9 0-6 0,-22 6-3 15,6 1 3-15,3 5-10 0,-4-2 2 0,6 2-12 16,-5 2-5-16,5-1-12 0,0 2 3 0,5-4-5 16,-4 4-8-16,6-4-2 0,2 0-5 0,2-2-3 15,2 2-3-15,-2-3-2 0,4 1-6 0,0-4-2 16,2 1-5-16,0-2-2 0,1-2 1 0,-7-2-9 16,13 1 1-16,-4-2-1 0,-9 1 3 15,13-6-7-15,-8 2 4 0,1 0-1 0,0-1-5 0,-2-4-1 16,0 3 5-16,-1-2 4 0,-1-1-3 0,2 0-2 15,-4-1-3-15,0 3-4 0,2-2 6 16,-2 9 4-16,1-13 0 0,-1 13 3 0,0-9 7 0,0 9-6 16,0-7-3-16,0 7 1 0,0 0-5 0,0 0-6 15,0 0 9-15,0 0-3 0,0 0 0 0,0 0 0 16,0 0-1-16,9 17 4 0,-7-10-3 0,2 2-1 16,-1-3 3-16,1 3 1 0,1-1-13 0,-1 0-14 15,3-2-15-15,-2 1-25 0,1-2-14 0,1 0-34 16,-3 0-7-16,2-3-30 0,4 1-14 0,-10-3-111 15,11 0-291-15,-11 0 129 0</inkml:trace>
  <inkml:trace contextRef="#ctx0" brushRef="#br0" timeOffset="-40747">12535 10397 112 0,'0'-13'153'0,"3"2"4"0,-6 0 8 0,6 4-2 0,-3 7-12 16,0-12-9-16,0 12-15 0,0 0-8 15,0-6-6-15,0 6 8 0,0 0 1 0,0 0-7 16,2 28-9-16,0-10-5 0,-2-1-7 0,0 8-3 16,0-8-9-16,0 2-6 0,0 0-9 0,0-2-7 15,0 2-10-15,0 0-21 0,0 1-18 0,0 0-23 0,2-2-36 16,-2-3-32-16,0-3-35 0,2-3-26 16,-2 1-25-16,3-3-10 0,0 1-123 0,-3-8-323 15,0 0 144-15</inkml:trace>
  <inkml:trace contextRef="#ctx0" brushRef="#br0" timeOffset="-40477.43">12731 10360 115 0,'0'0'138'0,"0"0"-4"16,0 0-3-16,0 0-15 0,-15 15-11 0,8-8-8 15,-1 1-13-15,-5 5-6 0,0-5-6 16,-1 6-5-16,3 0-10 0,0-7-4 0,6 5-9 15,-1-6 2-15,-1 2-11 0,3-3-8 0,-1-1-1 0,0 0-6 16,5-4 2-16,-4 6-5 0,4-6-2 0,0 0 6 16,0 0-4-16,0 0 2 0,0 0-5 0,7 9 8 15,-7-9-3-15,11 3 1 0,-6-2 2 0,-5-1-3 16,10 3-4-16,-2 0-2 0,1 1-4 0,-3 0 7 16,1 1-13-16,-1 1-19 0,0-2-18 0,0 2-27 15,1 0-22-15,1 0-21 0,-4-3-19 0,6 2-96 16,-5-2-235-16,1 2 104 0</inkml:trace>
  <inkml:trace contextRef="#ctx0" brushRef="#br0" timeOffset="-40065.51">12864 10465 117 0,'0'0'161'0,"0"-10"0"0,0 10-11 0,0-9-1 15,0 9-10-15,0 0-12 0,-8-7-15 0,8 7-4 16,-10 0-9-16,10 0-5 0,-15 7-2 0,2-1-6 15,3 0-5-15,-1 3-6 0,1-1-8 0,1-1-2 16,1 2-7-16,0-3-3 0,4 2-6 0,-3 1-3 16,3-4-7-16,2 2 0 0,2-7-6 0,0 11-3 15,0-11 1-15,4 9-5 0,-4-9-1 0,6 5-2 16,-1-3-9-16,-5-2-4 0,16-1-5 0,-9 0-1 16,4-3-6-16,0-1 2 0,-2-1-7 0,0-2-1 15,-2 2-1-15,0-3-7 0,1-1 5 0,-5-2-1 16,1-1 2-16,-2 2 0 0,0-6 1 0,-2 2-1 0,-2-2 7 15,-2 0-1-15,0-1-3 0,1-1 3 0,1 0-1 16,-6-6 6-16,5 8 2 0,-4-3 6 0,2 2-3 16,-1 0 8-16,4 6 6 0,-3 0 3 15,1 4 6-15,0-2 1 0,4 4-8 0,0 6-2 0,-5-9-5 16,5 9 5-16,0 0-7 0,0 0 9 0,0 0 9 16,0 0-1-16,9 41-2 0,-5-21 0 15,-1 5-4-15,1 0 0 0,-2 0-3 0,2 0-3 0,-4-4 2 16,1 3-6-16,3-3-9 0,-4-2-24 0,5 4-23 15,-5-5-37-15,0-1-31 0,2-1-19 16,-1-4-55-16,1-1-178 0,-2-3-392 0,4 2 173 0</inkml:trace>
  <inkml:trace contextRef="#ctx0" brushRef="#br0" timeOffset="-39768.17">12961 10430 152 0,'0'0'160'0,"0"0"2"0,0 0-9 16,0 0-9-16,0 0-6 0,0 0-9 0,0 0-10 0,-1 28-8 15,3-24-9-15,-2-4-12 0,5 7-6 0,-1-3-9 16,3-2-7-16,-7-2-1 0,14 2-5 0,-6-4 0 16,3 2-9-16,-1-4-6 0,-1 0-1 0,-1 0 5 15,0 0 0-15,-1-1 0 0,1-3-6 0,-3 1 2 16,-1-2-3-16,1 2 3 0,-3 2-6 0,-2-5 3 15,3 1-9-15,-5-1-4 0,1 0-6 16,-4 0-4-16,1 1-10 0,-1 2-9 0,-1 0-14 0,-3 0-7 16,5 4-18-16,-4 0-23 0,-1 1-24 0,9 2-22 15,-13-2-14-15,13 2-19 0,-13 2-15 0,13-2-13 16,-9 5-112-16,9-5-302 0,-5 5 134 0</inkml:trace>
  <inkml:trace contextRef="#ctx0" brushRef="#br0" timeOffset="-39340.24">13099 10341 5 0,'0'0'157'0,"0"0"-4"16,4-4-7-16,-4 4-11 0,0 0-7 0,0 0-14 0,0 0-17 15,0 0-2-15,0 0-3 0,0 0 2 16,10 9-12-16,-10-9-4 0,0 8-10 0,0-8-6 16,2 11-3-16,0-7-8 0,-2-4-3 0,1 9-3 15,-1-9-9-15,4 8-2 0,-4-8 1 0,4 6-2 0,-4-6-6 16,4 7-1-16,-4-7-1 0,6 2-2 15,-6-2-4-15,0 0 1 0,0 0-3 0,15-4-5 16,-15 4 6-16,7-5-5 0,-7 5-3 0,6-8-1 16,-1 3 4-16,-2-1-8 0,-1 0 2 0,-2 6 3 15,8-11-3-15,-7 4 2 0,3 1-5 0,0 0 3 16,-4 6 1-16,5-8-6 0,-5 8 1 0,3-6-4 16,-3 6 3-16,0 0 0 0,0 0 5 0,11 1 5 15,-11-1-5-15,0 0 1 0,8 9 2 0,-5-5 0 0,-3-4 0 16,7 9 0-16,-3-4 4 0,-2-1-5 0,-2-4 0 15,9 5 8-15,-9-5 3 0,7 5 7 0,-3-3-2 16,-4-2 4-16,10 0 2 0,-10 0 2 16,0 0-2-16,15-6 0 0,-11 1-5 0,-1 0 5 0,2 0 1 15,-5 5 0-15,8-13-3 0,-5 4-4 0,-1-1-3 16,0 1-2-16,-2-1-6 0,0 0-5 16,0 0-12-16,0-1-13 0,-2 2-16 0,2 9-22 15,-2-14-18-15,2 8-22 0,0 6-24 0,0 0-30 0,0-9-14 16,0 9-4-16,0 0 0 0,0 0-119 0,0 0-307 15,0 0 137-15</inkml:trace>
  <inkml:trace contextRef="#ctx0" brushRef="#br0" timeOffset="-39108.73">13378 10382 46 0,'0'0'204'0,"7"-11"6"16,-3 5-7-16,-4 6-13 0,3-15-3 0,-1 7-17 15,-2-2-9-15,0 0-18 0,0-2-11 0,-2 2-9 16,4 0-6-16,-2-2-10 0,0 2-3 0,2 0-14 15,0-1-8-15,2 1-9 0,1 1-5 0,2-1-11 16,2 2-6-16,0 3-4 0,-1-1-6 0,2 3-6 16,-1 1 1-16,0 2-7 0,2 0-4 0,0 3-5 15,-2 3 0-15,1 0-5 0,-2 2 1 0,-3 1-5 16,3 2-17-16,-2 5-11 0,0-1-22 0,-1 2-21 16,-1-2-21-16,0 2-18 0,-4-1-29 0,0-3-14 15,0 2-21-15,-4 1-21 0,4-6-132 0,-2 3-342 16,-3-2 152-16</inkml:trace>
  <inkml:trace contextRef="#ctx0" brushRef="#br0" timeOffset="-37661.07">8970 11812 8 0,'0'0'162'0,"0"0"-24"16,0 0-15-16,0 0-14 0,0 0-4 15,0 0-4-15,0 0 5 0,-14 27-4 0,7-12-4 16,0 2-5-16,0 2-8 0,-2 5-8 0,2 1-5 15,0-8-4-15,0 7-10 0,2-6-1 0,-1-2-8 0,4-3-2 16,-2 3-6-16,0-6-1 0,0-1-7 16,3 1 1-16,0-4-4 0,1-6-3 0,-3 11 2 15,3-11 7-15,-1 9 9 0,1-9-1 0,0 0-5 16,0 0-7-16,0 0 3 0,0 0-5 0,0 0-3 0,-4-27-1 16,5 14-3-16,3-2-4 0,-1-2-4 0,1-2 0 15,1-7 0-15,1 1-3 0,-2-1 1 16,2-1 0-16,1-1-4 0,2-1 2 0,0 1-2 15,-2-1-3-15,1 2 4 0,2 2-4 0,-2 6-2 0,0 2-2 16,2 1 0-16,-1 0 3 0,-3 6-4 0,1 0 2 16,1 4-1-16,-3 2-1 0,1 0-4 0,0 2 5 15,-6 2 7-15,14 6 2 0,-6 0 4 0,-2 3 1 16,2 2-5-16,1 2 3 0,0 4 9 0,-3-1 1 16,2 3-2-16,-2-2 5 0,2 1 2 0,-2 6-3 15,-1-5-1-15,3-1-2 0,-2 1-2 0,-2-2-2 16,-1 0-2-16,2 1 0 0,0-1-3 0,-1-1-2 15,-2-3-2-15,2-1-11 0,0-2-13 0,-1 0-10 16,-1 1-22-16,1 0-23 0,-3-1-30 0,1-3 0 16,-1 0-41-16,0-7-9 0,1 12-9 0,-1-12-15 15,-2 10-130-15,2-10-328 0,-8 4 147 0</inkml:trace>
  <inkml:trace contextRef="#ctx0" brushRef="#br0" timeOffset="-37165.86">8855 11919 41 0,'0'0'127'15,"0"0"-23"-15,0 0 16 0,0 0-20 0,19-8-4 16,-4 6-13-16,3-2-8 0,10 0-10 0,2-1-4 16,-2 0-19-16,1-2-2 0,2 1-10 0,-4-1 2 15,-1 1-4-15,-5 0-5 0,-1 0-4 0,1-1 2 16,-3 0-2-16,1-1-11 0,-7 3 3 0,3-3-1 15,-5 2 6-15,-1 1 4 0,1-1 10 0,-5 2-3 16,0 0 11-16,-5 4-6 0,6-7 15 0,-6 7 3 16,5-7 0-16,-5 7 0 0,6-3-3 0,-6 3-18 15,0 0 2-15,0 0 2 0,0 0-3 0,13 3 15 16,-8 3-7-16,-1-1 0 0,3 2-1 0,5 6-3 16,-3-1 0-16,2 1 0 0,1 0 0 0,-4-3-3 15,2 3 0-15,0 0-4 0,0 0-4 0,2 1-3 16,-2-3 1-16,-4 0-6 0,3-1-2 0,0-2 4 15,-2-1-2-15,-2-2-6 0,0 1 0 0,-1 0 8 16,2-1-9-16,-1-2 5 0,0 1 0 0,-5-4 9 16,0 0-1-16,8 4 5 0,-8-4-7 0,0 0 2 15,0 0-3-15,8-13 0 0,-7 6-5 0,0-5 1 16,-1-3-3-16,0-1 0 0,-1-1 0 0,0-2-4 16,-1-8-2-16,0 1 0 0,2-3-13 0,-1 2-4 15,-1 1-4-15,1-1-8 0,-3-2 0 0,3 10-5 16,1 0-3-16,-1 2-4 0,1 6-5 0,0 2-9 15,-2 0-8-15,2 9-25 0,0-10-31 0,0 10 12 0,0 0-1 16,0 0 2-16,0 0 5 0,0 0-1 16,16 19-15-16,-11-6 2 0,0 1-7 0,0 1-70 15,4 0-202-15,-3 1 90 0</inkml:trace>
  <inkml:trace contextRef="#ctx0" brushRef="#br0" timeOffset="-36780.61">9761 11760 92 0,'-1'-11'127'0,"1"11"-4"16,-6-10-12-16,3 4 8 0,-2 1-3 0,5 5-5 16,-13-5-2-16,4 5-7 0,9 0-2 0,-21 3 0 15,11 4 1-15,-3 1-8 0,1 4-8 16,-4 4-6-16,6 0-7 0,-4 4-6 0,-1 1-4 16,7-4-3-16,1-1-9 0,0 3-2 0,3-3-2 0,3-1-7 15,1-3-6-15,0-1-2 0,4 0 0 16,-2-1-5-16,6-2 1 0,-2-4-3 0,1 2-5 0,3-4-4 15,1 0-1-15,2-2-3 0,0-4-2 16,0-2 2-16,3-1-3 0,-2-1-2 0,-1-3-1 0,0-2 0 16,0 0 2-16,-4 0-3 0,1-3-3 0,-4-1 5 15,1 3-3-15,-1-3 0 0,-3 0 0 16,2 1 0-16,-4 3 1 0,0-1 3 0,1 3 7 0,-1 3 4 16,-1 2 4-16,0 6-2 0,0-11-4 0,0 11-6 15,0 0-1-15,1-7 0 0,-1 7 0 0,0 0-2 16,0 0 4-16,0 0-3 0,0 31 0 0,0-19-6 15,0 5 6-15,3-2-2 0,-1 1-1 0,1 0 0 16,-1 0-10-16,5-1-17 0,-4-2-15 0,3-1-30 16,-1 1-21-16,1-2-24 0,1-3-38 0,0 1-18 15,2-2-143-15,-1-2-337 0,-2-3 150 0</inkml:trace>
  <inkml:trace contextRef="#ctx0" brushRef="#br0" timeOffset="-36555.93">9941 11479 46 0,'0'-7'207'0,"0"7"-21"0,0-10-23 16,0 10-11-16,0 0 1 0,0 0 1 0,0 0-4 16,0 0-10-16,10 33-11 0,-3-7-8 0,-1-1-4 15,-2 4-12-15,-3-1-11 0,0 4-7 0,2-2-11 16,0 2-7-16,-2 1-8 0,1-1-13 0,2-1-28 15,-1-2-19-15,-1-3-25 0,1-1-38 0,2-6-29 16,1-2-21-16,-2-3-32 0,-1-1-39 0,-1-2-95 16,4-2-300-16,4-3 133 0</inkml:trace>
  <inkml:trace contextRef="#ctx0" brushRef="#br0" timeOffset="-36232.86">10230 11655 90 0,'-6'-4'172'16,"-1"2"-7"-16,7 2-11 0,-16 0-8 0,7 5-11 16,0 2-1-16,0 4-7 0,0 2-8 15,0 2-7-15,2-1-11 0,1 2-11 0,2 0-8 16,0 0-5-16,3-1-8 0,2-2-6 0,-1-3-7 0,4 1-4 16,1-3-3-16,2 0-7 0,-1 0-8 15,-1-4-4-15,0-2-7 0,3 0-3 0,0 0-3 16,-8-2-8-16,16-4-1 0,-7-1-5 0,-1 0 5 15,0-2-8-15,-2 0 2 0,0-3-15 0,2 0 7 0,-3 0 3 16,1-1-11-16,0-1 12 0,-2 0-3 0,1 3 1 16,-2-1 3-16,0 4-1 0,-1 1 2 15,-2 5-6-15,7-8 2 0,-7 8 3 0,4-3-2 0,-4 3 3 16,0 0-5-16,0 0 5 0,9 21-5 0,-8-10-15 16,0 5-14-16,2 1-31 0,1-2-30 0,-2 1-21 15,-1 0-32-15,3 0-126 0,-1-5-295 0,-1 1 131 16</inkml:trace>
  <inkml:trace contextRef="#ctx0" brushRef="#br0" timeOffset="-36015.32">10471 11746 17 0,'4'-16'172'0,"3"0"-4"15,0 1 2-15,-2 4-5 0,2 1-13 0,-1 3-11 16,1 0-11-16,0 2-11 0,0 4-8 0,3 1-7 15,-10 0-6-15,18 7-6 0,-9-1-3 0,0 1-9 16,0 1-8-16,-2 3-9 0,0 3-5 0,-3 1-3 16,1 2-10-16,1-2-13 0,-2 0-17 0,-2 1-27 15,0 0-23-15,-1-4-33 0,0 1-19 0,1-3-32 16,0-1-37-16,-2 0-123 0,1-4-301 0,-1-5 133 16</inkml:trace>
  <inkml:trace contextRef="#ctx0" brushRef="#br0" timeOffset="-35783.22">10792 11553 42 0,'0'0'194'0,"-10"-2"-7"16,10 2-5-16,0 0-6 0,-19 9-8 0,13-4-11 15,-2 7-8-15,1 0-8 0,1 2-5 0,-2 1-9 16,3 2-14-16,0-1-9 0,3 1-11 0,0-2-7 0,1 2-7 15,4-1-9-15,0 0-5 0,1-2-8 16,3-3-3-16,-1 0-17 0,2-1-25 0,-1-2-24 16,2 0-29-16,4-2-27 0,-1-1-33 0,4-3-36 15,-2-1-22-15,-1-2-160 0,-13 1-345 0,22-6 153 16</inkml:trace>
  <inkml:trace contextRef="#ctx0" brushRef="#br0" timeOffset="-35258.07">10892 11390 56 0,'-1'-8'205'0,"1"8"-19"15,0-9-22-15,0 9-2 0,0 0-1 0,0 0 5 16,0 0-5-16,0 0-4 0,6 34-10 0,-3-17-7 0,0 9-8 16,1 1-12-16,-2 1-11 0,1-2-11 15,4 1-8-15,-7-3-6 0,1 1-7 0,2 0-9 0,-2-4-8 16,1-2-4-16,2-1-6 0,0-1-3 15,-1-5-7-15,-1 1-2 0,1-2-6 0,0-3-1 16,-2-1-10-16,2-1 1 0,-3-6-6 0,3 9 3 0,-3-9 1 16,0 0-5-16,2 4-4 0,-2-4-8 15,0 0-6-15,0 0-3 0,8-17-4 0,-4 8 1 16,3-6-8-16,-2 0-2 0,3 1 0 0,0-2 1 16,0 0 0-16,3 0 0 0,1 3 4 0,-3 4 3 0,2 2-4 15,-3 2 1-15,-2 0 2 0,2 3 3 0,1 1-4 16,-9 1 8-16,17 2-5 0,-10-1 6 0,3 2-1 15,-2 4 1-15,1-2-1 0,1-1 4 0,1 1 0 16,-2 1 2-16,2-2-2 0,0 0 5 0,6-1 2 16,-4-2-4-16,0-1 1 0,2 0-4 0,-2-4 5 15,6 0-6-15,-9 0 1 0,3-2 6 0,-2-1-10 16,0-2 6-16,-1 0-5 0,-4-1 2 16,2 1-1-16,-3-4 4 0,-1 3-2 0,1-2-1 0,0-4-1 15,-4 4 5-15,2-3-10 0,-3 3 5 0,0 3-1 16,0-2 0-16,0 11 4 0,-4-11 6 0,3 5-4 15,1 6-1-15,-5-5 2 0,5 5 2 0,0 0 6 16,-25 14-1-16,11-3-2 0,2 1 3 0,0 2-6 16,2 0 4-16,1 2-4 0,1-1 3 0,2-4-3 15,3 5-8-15,2-3-4 0,5 2-21 0,0-4-40 16,2 1-33-16,3 1-38 0,5-3-44 0,0 0-193 16,5-4-405-16,-4-2 180 0</inkml:trace>
  <inkml:trace contextRef="#ctx0" brushRef="#br0" timeOffset="-34393.69">12113 11086 57 0,'7'-9'224'0,"-2"3"0"0,-1 0-5 0,0 0-7 16,-1 2-14-16,-3 4-14 0,6-9-19 0,-6 9-13 16,1-4-16-16,-1 4-12 0,0 0-16 0,7-5-4 15,-7 5-18-15,0 0-8 0,0 0-1 0,0 0 5 16,0 0-10-16,10 16-7 0,-7-10-2 0,-1 4-6 15,2 1-5-15,-3 0-10 0,3 1-5 0,-2-1-2 16,-2 1 0-16,2 1-13 0,1 2-18 0,-3-2-10 16,2 2-22-16,-1-3-25 0,0 4-26 0,-1-4-28 15,0-1-21-15,1 2-11 0,1-4-17 0,0 0-20 0,0 0-24 16,0-1-107-16,-1-3-334 0,3-1 148 0</inkml:trace>
  <inkml:trace contextRef="#ctx0" brushRef="#br0" timeOffset="-34199.72">12327 11132 113 0,'6'-15'203'0,"-3"5"7"16,-3 0-1-16,0 3-3 0,0 7-2 0,0-13-15 15,0 13-16-15,0-10-16 0,0 10-17 0,1-8-14 16,-1 8-12-16,0 0-8 0,0 0-3 0,0 0-8 16,0 0-11-16,3 32-7 0,-2-20-6 0,3 2-8 15,-4 4-8-15,4 0-9 0,-4 0-22 0,2 1-30 16,0-2-27-16,1 8-30 0,-3-8-37 0,2 1-21 15,0 0-40-15,-2-2-31 0,0 5-157 0,0-4-378 16,0-5 168-16</inkml:trace>
  <inkml:trace contextRef="#ctx0" brushRef="#br0" timeOffset="23421.51">1372 11747 37 0,'0'0'56'0,"-6"-7"0"15,6 7-11-15,0 0 5 0,-4-5-5 0,4 5-6 16,0 0-1-16,0 0-1 0,-5-5 10 0,5 5 3 15,0 0-7-15,0 0 2 0,-4-7 7 0,4 7-5 16,0 0-2-16,0 0 3 0,0 0-3 16,0 0-5-16,0 0 1 0,-5-5-5 0,5 5 1 15,0 0 1-15,0 0-8 0,0 0-2 0,0 0-4 16,0 0 11-16,0 0-12 0,0 0-9 0,0 0 2 0,0 0-6 16,0 0 3-16,0 0 3 0,0 0 0 0,0 0-4 15,0 0-2-15,0 0 1 0,0 0-11 16,0 0 8-16,0 0-10 0,0 0 2 0,0 0 7 0,0 0 0 15,0 0-1-15,0 0-6 0,0 0 2 0,0 0-6 16,0 0 6-16,0 0 8 0,0 0-13 0,0 0 7 16,20 8-1-16,-20-8 2 0,12 0 4 0,-1 1 5 15,-2-2-3-15,4-1-5 0,-1 2-5 16,0-1 9-16,5 0-2 0,-3-2-2 0,-3 1-3 0,1 2 2 16,1 1-8-16,-3-1 9 0,-1-1 0 0,5 1-1 15,-14 0-3-15,13 0-1 0,-4-1-4 0,-9 1 8 16,11-2-3-16,-4 2 1 0,-7 0-7 15,10 0 8-15,-10 0-5 0,9-3 7 0,-9 3 1 0,0 0-3 16,10 0 4-16,-10 0 10 0,0 0 0 0,0 0-1 16,0 0 3-16,0 0 1 0,7-2 2 0,-7 2-3 15,0 0-3-15,0 0 1 0,0 0-7 0,7-5 6 16,-7 5 3-16,0 0-3 0,0 0-1 0,0 0 4 16,0 0-6-16,0 0-7 0,0 0 2 0,0 0 1 15,0 0-4-15,0 0 2 0,0 0 3 0,0 0-1 16,0 0-3-16,0 0 0 0,2-7-1 15,-2 7 0-15,0 0-3 0,0 0 5 0,0 0-8 0,0 0 5 16,0 0-1-16,0 0-1 0,0 0 0 0,0 0 0 16,0 0-1-16,0 0-5 0,0 0 2 15,0 0-3-15,0 0 5 0,0 0-5 0,0 0-5 0,0 0 9 16,0 0 1-16,0 0-1 0,0 0-4 16,0 0 2-16,0 0-2 0,0 0-2 0,0 0 3 0,0 0 2 15,0 0-2-15,0 0 1 0,0 0-1 0,0 0-1 16,-15 14-10-16,15-14 5 0,-7 6-3 15,7-6 9-15,-8 2-6 0,8-2 1 0,-9 5-2 0,9-5 10 16,-8 3-2-16,8-3 0 0,-9 5 0 16,3-2-9-16,-2-2 10 0,2 2-1 0,-5-1-3 15,-1 2-5-15,4 0 4 0,-2 0-4 0,0 0 2 0,0-1-2 16,2-1 1-16,1 3 1 0,7-5 3 16,-12 4 0-16,4-3-2 0,3 2 7 0,5-3-3 15,-9 2 3-15,9-2-6 0,0 0 6 0,-11 0-2 16,11 0-3-16,0 0 6 0,0 0-3 0,0 0-7 15,-7 1 6-15,7-1 1 0,0 0-6 0,0 0 3 0,0 0 3 16,0 0-1-16,0 0 1 0,0 0 2 16,23 9 0-16,-11-11-9 0,2 3 8 0,4-1-3 15,2-1 7-15,3-2-5 0,3 0 0 0,-5 0 3 0,1 0-1 16,5-2 5-16,0-3-2 0,-9 5-3 16,1-1 4-16,0 0-3 0,-1 1 0 0,-7 0 0 15,3-1 7-15,-1-2-5 0,0 5-2 0,-5-1 7 0,3-1-12 16,-3 0 5-16,-8 3 4 0,10-2-3 15,-5 1 7-15,-5 1-1 0,0 0-2 0,8-4 0 16,-8 4-3-16,0 0 3 0,2-6-5 0,-2 6 1 16,0 0 0-16,0 0 1 0,0 0 2 0,0 0-7 15,0 0 2-15,-11-10 2 0,11 10-10 0,0 0 1 0,0 0 1 16,-10-2-3-16,10 2-4 0,0 0-14 0,0 0 3 16,0 0-10-16,0 0-7 0,-12-2-9 0,12 2-11 15,0 0-1-15,0 0-7 0,-8 6-7 0,8-6-5 16,0 0 3-16,-9 4-11 0,9-4 5 15,-8 4-56-15,8-4-149 0,-7 5 66 0</inkml:trace>
  <inkml:trace contextRef="#ctx0" brushRef="#br0" timeOffset="24373.32">1359 11832 53 0,'0'0'65'0,"0"0"-10"0,0 0-12 0,0 0-6 16,0 0 7-16,0 0-7 0,0 0-3 0,0 0 3 16,27 3-4-16,-15-5-7 0,6 0-8 0,2-2 10 15,0 0-6-15,9-2 8 0,-2-3-1 0,3 2-4 16,-2 1 0-16,-1-2 4 0,1 0-8 0,1 1-2 15,-9 2-1-15,1 0-6 0,0 0 1 0,-2 0 2 16,-1-1-5-16,-1 3 5 0,-5-1-6 0,-1 1 2 16,0 0-3-16,-1 2-4 0,-4-1 8 0,2 2-7 15,-8 0 9-15,12-2-17 0,-12 2 9 0,7-2-7 16,-7 2 13-16,0 0 1 0,10-2-1 0,-10 2 6 16,0 0-2-16,0 0 3 0,0 0 2 0,0 0 1 15,0 0 1-15,0 0-6 0,0 0 5 0,0 0-3 16,10 0 10-16,-10 0-13 0,0 0 3 0,0 0-3 15,0 0 0-15,0 0 4 0,0 0-10 0,0 0 2 16,0 0-1-16,0 0-8 0,0 0 6 0,0 0 1 16,0 0-4-16,0 0 4 0,0 0-3 0,0 0-6 15,0 0 6-15,0 0-3 0,0 0-5 0,-21 9 2 16,21-9 1-16,-5 4 0 0,5-4 4 0,-8 3 1 16,8-3-7-16,0 0 3 0,-7 5-3 0,7-5-1 15,0 0 2-15,-8 5-11 0,4-2 11 0,-1 2-1 16,-1 5 3-16,-2-1 1 0,0 4-2 0,-1 4 9 15,1 2-5-15,-5 3 8 0,2 5-5 0,-1-4 1 16,-1 5-1-16,0-3-6 0,4 2-2 0,-5-4 1 16,4 3 6-16,0-8-1 0,2 5-3 0,-2-6-5 15,1-1 6-15,4-3-2 0,-3 2 2 0,-2 0-1 16,2 0-2-16,3-6-2 0,-3 1 2 0,3-6 8 16,-1 5-6-16,0-5 3 0,2-1-2 0,4-3 8 15,-7 7-7-15,7-7-3 0,-7 4 1 0,7-4 3 16,-9 0-4-16,9 0 5 0,0 0 0 0,-15-5-5 15,12 2-2-15,3 3 0 0,-9-9 0 0,9 9 0 16,-3-10-3-16,1 6 2 0,2 4-6 0,0 0 5 16,5-15-2-16,-5 15 3 0,10-5-6 0,-4 2 6 15,-6 3-5-15,11-4 5 0,-1 3-4 0,1 1 3 16,0 0-5-16,3 1 5 0,0-1 1 0,3 0-2 16,0 3 3-16,4-2-2 0,-1 2 2 0,-2-3 0 15,5 1 3-15,-3-1-5 0,0 0 1 0,0 0 3 16,1 0-6-16,-2-1 11 0,1-3-2 0,1 0-2 15,-1 0 1-15,1 1-11 0,-6-5 9 0,4 0 0 16,-7 3 1-16,2 0-3 0,-5-2 1 0,3 0 5 16,-3-2-2-16,-1 2-6 0,-3-2 6 0,-1 0-4 15,2-1-2-15,-3 0-2 0,-2-2 8 0,-2 2-11 16,-1-3 4-16,0 3-2 0,-4 0 2 0,1-1-15 16,-2 3 12-16,-1-2 12 0,3 2-8 0,-2 1 4 15,0 2 5-15,3 1-4 0,-3 2 7 0,7 2-17 16,-12-4 1-16,12 4 13 0,-11 2-10 0,4 2-4 15,-1 4 5-15,0 1 6 0,0 1-2 0,2 2-1 16,-1 2 1-16,1 3 2 0,0-1 3 0,6-6-7 16,-3 7 5-16,2-5-1 0,1 5 4 0,4-2-9 15,-4-2 8-15,6-2-5 0,0-2-4 0,2 3-20 16,1-5-17-16,5 5-28 0,0-3-5 0,-4-3-22 16,7-1-13-16,-2 2-86 0,-2-4-207 0,-1-1 91 15</inkml:trace>
  <inkml:trace contextRef="#ctx0" brushRef="#br0" timeOffset="25398.03">2177 11991 17 0,'3'6'109'0,"-3"1"-2"0,2 3 2 0,0-2-13 15,-2 0-22-15,2 2 6 0,1 0 0 0,-1 0 1 16,0-1-7-16,-1-2-1 0,-1-7-10 0,1 10-2 16,0-6 4-16,-1-4 2 0,0 0 2 0,-1 10 6 15,1-10 6-15,0 0 4 0,2 7 0 0,-2-7-8 16,0 0-2-16,0 0-10 0,0 0-11 0,0 0-7 16,0 0-2-16,0 0-5 0,-17-19-4 0,14 14-2 15,-1-1-2-15,1-3-4 0,0 0-2 0,1-1-2 16,0 0-5-16,1-1-2 0,1 0-4 0,0 1-6 15,0-3-2-15,3 2-3 0,0 3-3 0,2-4 4 16,0 4-2-16,1-1-4 0,-1 2 2 0,1 4-2 16,2-1-1-16,-2 2 0 0,3-1 1 0,1 2 3 15,-10 1-6-15,18 2 4 0,-9 2-1 0,3 3-3 16,-3-1 3-16,0 2 1 0,1 1 5 0,-4 1-4 16,1-1-1-16,-1 2-2 0,0-2 2 0,2 3-2 15,-2-2 5-15,0 0-4 0,0-2 1 0,-1 1 3 16,3 0-5-16,-5-3 2 0,4 2 4 0,-3-2-7 15,0-2 2-15,1 1 5 0,1 0-1 0,-1-2 0 16,-5-3 1-16,10 5-6 0,-4-2 9 0,-6-3-2 16,14 1-1-16,-14-1-4 0,12-2 5 0,-3-3-1 15,0 1-1-15,0-1 0 0,-2-2-1 0,2-2-10 16,-1 1 2-16,-1-2 8 0,-1 1-2 0,-1 0-1 16,-1-2-9-16,0-1 6 0,0 3 3 15,-4-1 0-15,1 2-7 0,-1 8 4 0,-1-14 2 0,1 14 2 16,-4-12-2-16,3 7 5 0,1 5-1 0,-7-11 9 15,7 11-5-15,-5-6-3 0,5 6 5 0,-7-4-4 16,7 4-1-16,0 0 2 0,-12 1-2 0,12-1-7 16,-9 5 4-16,5 0 0 0,-1 3 2 15,1 0-4-15,-1 1 4 0,1 0-1 0,-1-1-2 0,4 3 1 16,1-1 2-16,0-1-4 0,3 3 2 0,-2-3 4 16,1 1-2-16,2-2-5 0,0 1 10 0,0-3-8 15,0 0 6-15,4 2-2 0,0-4 3 0,0 2-1 16,1-1-1-16,1-1 5 0,2-1-3 0,-2-1 4 15,3 0-3-15,-2-2-3 0,2 0 5 0,0-1-8 16,-2 0 4-16,3-2 2 0,-3-4-1 0,1 2-2 16,1-1 7-16,-3 0-6 0,2 0 0 0,-1-2-1 15,0-1-5-15,-4-1 4 0,2 1-4 0,-1-2 4 16,0-3-8-16,-5 2-5 0,1 0 3 0,0-5-3 16,-4 4 3-16,1-3 0 0,-2 0 2 15,-3 4 0-15,0 1 0 0,2 0-3 0,-3 0 10 0,0-1-5 16,-1 4 3-16,-2-2 0 0,0 3 9 0,0 2 1 15,2-2 0-15,-3 3 3 0,3 1-4 0,-1 0 4 16,-1 0-3-16,8 3-4 0,-16-2 1 0,9 0 0 16,7 2-3-16,-10 3 0 0,10-3 1 0,-9 4 1 15,9-4-1-15,-4 6-2 0,4-6-1 16,0 11 4-16,0-11-3 0,4 8 0 0,1-3 0 0,4 1 3 16,2-3-6-16,2-3 4 0,4 3 0 0,2 0-2 15,1-2 2-15,0-1-2 0,-1 1 3 0,0-2 3 16,0 0-11-16,-6 1 2 0,1 1 2 0,-1-1 1 15,-3 0-1-15,2 1 1 0,-4 1-2 0,-1 0 0 16,1 0 1-16,-2 1 0 0,-1 0-2 0,2 3 3 16,-3 3 3-16,2-1-5 0,-1 1 2 0,-2-3 2 15,0 3-3-15,-1 3 2 0,2 0 0 0,-4 0 1 16,2 0-1-16,1 2 3 0,-2 3-2 0,0-5-2 16,2 1-19-16,-2 0-19 0,0-4-22 15,1 2-34-15,1 2-19 0,1-2-26 0,0-3-28 16,-1 2-89-16,1-4-276 0,-4-6 122 0</inkml:trace>
  <inkml:trace contextRef="#ctx0" brushRef="#br0" timeOffset="42345.13">3097 11930 11 0,'0'0'40'16,"0"-10"-8"-16,0 10 3 0,0 0-10 0,0 0 0 0,0 0-2 15,0 0-3-15,0 0-3 0,0 0 0 0,0 0-4 16,0 0-1-16,0 0-8 0,0 0-2 16,0 0 0-16,-3-9-11 0,3 9-4 0,0 0-3 15,0 0-3-15,0 0-19 0,0 0-39 0,0 0 18 16</inkml:trace>
  <inkml:trace contextRef="#ctx0" brushRef="#br0" timeOffset="43523.83">3239 12011 102 0,'-2'-6'121'16,"2"6"-10"-16,-3-11-6 0,1 5-2 0,2 6-1 15,-7-10-11-15,3 5-3 0,2 0-7 0,-5 0 3 0,1 1-8 16,1 0-5-16,-3-2-10 0,-1 2-7 15,0 0-7-15,2 3-5 0,-1 0-2 0,8 1-1 16,-22 0-9-16,8 1 0 0,5 0-5 0,-1 2-4 16,2-2-3-16,-3 4-4 0,3-1 5 0,-2 1-7 15,0 1-2-15,2 4 2 0,2-4 2 0,-1 7-4 16,0-3-5-16,0 0 1 0,3 2-3 0,2-2 0 16,1 3 0-16,-2-3 1 0,2 0-2 0,1 3-1 0,1-2 4 15,0-1-6-15,3-1 1 0,0 0 2 16,2 0 1-16,3-2-5 0,0-1 5 0,2 1 3 15,2-2-6-15,-1-2 2 0,3-3 0 0,-2-2-2 0,1 1-2 16,4-1 5-16,-6-2-3 0,2 1 1 16,1-3 2-16,-2-2 0 0,0 0-2 0,2-2 6 15,-7 1-5-15,-2-2 2 0,2-4-2 0,-1 1 1 16,0-1 5-16,-1-2-3 0,-3-2 0 0,-2 0-2 16,0 2 6-16,-1-3 7 0,0 1-3 0,-1-6 3 0,-3 0-1 15,0 5-2-15,-1-3-2 0,0 3-4 0,-4-3 4 16,3 6-1-16,2 0 7 0,-3 1-2 15,5 4 4-15,-3 1-4 0,0-1-3 0,2 5-1 16,1-1-4-16,0 2 7 0,2 6-5 0,-2-10-4 0,2 10-2 16,-3-6 1-16,3 6-2 0,0 0-3 0,-4-6-1 15,4 6 4-15,0 0-4 0,0 0 2 0,0 0-3 16,4 30 0-16,-3-16-1 0,1 3 6 16,-2 0-2-16,1 2 0 0,-1 5 1 0,1-5-3 15,1 1 3-15,-4 4-3 0,2-6 7 0,0-1-3 0,3 0-2 16,-4-2-3-16,2-2 2 0,-1-1 2 0,1-1-2 15,-1 2 4-15,3-2 2 0,2-2-5 16,-1 0 5-16,1 1-11 0,-3-3 9 0,3-1 2 0,-2-1-14 16,2-1 2-16,-1 0-1 0,2-1 3 15,1 0-2-15,-2 1 4 0,-5-4 2 0,13 2-4 0,-6-2 5 16,-7 0-2-16,14-3 0 0,-6-1 1 0,0 0 2 16,-3-1-3-16,1-1 0 0,-1-2 2 15,-1 3 0-15,0-4-3 0,1 0 2 0,-3 0 2 16,1-1-9-16,0 1 9 0,-2-3-5 0,0 3-2 15,-1 2 6-15,0 7-2 0,0-11 1 0,0 11 1 0,2-10-2 16,-2 10-2-16,0 0-6 0,0-8-1 0,0 8 5 16,0 0-1-16,0 0-3 0,0 0 7 15,0 0-6-15,0 0 7 0,1 30-1 0,0-20 11 16,0 1-16-16,2 2 8 0,0-1-9 0,-1-2 3 16,2 3-10-16,2-3-7 0,-1 2-14 0,-1-1-26 0,3 1-13 15,-2-2-20-15,2-1-18 0,0-1-26 0,-2 0-71 16,-1-3-228-16,-4-5 100 0</inkml:trace>
  <inkml:trace contextRef="#ctx0" brushRef="#br0" timeOffset="43688.91">3385 11759 42 0,'-4'-5'60'15,"4"5"-16"-15,0 0-10 0,0 0-17 0,0 0-5 0,0 0-13 16,0 0-16-16,13 23-16 0,-9-14-34 0,5 0 16 16</inkml:trace>
  <inkml:trace contextRef="#ctx0" brushRef="#br0" timeOffset="43942.02">3519 11947 28 0,'5'9'42'0,"-1"-1"11"0,-1 1-5 0,-1 0 6 0,1 1-5 16,-1-1 1-16,2 1 0 0,1-4 6 0,-2 0-2 15,2 1-4-15,1-2-4 0,-1-1 10 0,1 0-5 16,-1 0 3-16,-5-4-7 0,14 2 3 0,-7-2 0 16,-7 0-4-16,20-8 4 0,-9 3 2 15,-2-1-3-15,0-1 3 0,1-2-4 0,-2 0 0 0,-3 1 5 16,0-2 4-16,-1 1-2 0,-2 0 1 0,-2 1-10 16,-2-3-2-16,-1 4-6 0,-2-3-5 15,-1 0-6-15,-1 2 2 0,-4 0-5 0,1 2-5 16,-2-1-3-16,1 4 1 0,-1-1-5 0,2 2-9 15,0 2-16-15,0 0-9 0,2 4-15 0,0-1-14 0,2 3-29 16,1 3-13-16,-2-1-27 0,5 3-105 0,-1 0-243 16,4-4 108-16</inkml:trace>
  <inkml:trace contextRef="#ctx0" brushRef="#br0" timeOffset="44587.34">3883 11873 39 0,'-10'2'153'0,"-3"2"-11"0,3-1-6 0,0 2-15 15,-3 2-12-15,3 0-8 0,1 3-7 0,-4 1-7 0,3 3 1 16,1 0-12-16,0 0-4 0,3 0-7 0,-2 2-6 16,4-5-8-16,3 0-6 0,-2 1-5 0,5-3-1 15,-1 1-6-15,3-2-1 0,-2-1-8 16,2-1-1-16,4 1-2 0,-3-3 1 0,2-1-2 0,4 0-2 15,-2-5-3-15,2 1-3 0,-1-3 3 0,1-2 1 16,-1-1 0-16,-1 0-4 0,0-6 1 16,-3 1-4-16,3-3 7 0,-4-2-3 0,-1-2 1 15,-1-5 0-15,-2-1 0 0,0-3 3 0,-2 4-2 0,0-6 1 16,-1 5-1-16,-1-3 1 0,-3 2-2 16,1-1 2-16,-1 3-4 0,1-3 2 0,0 2 3 0,1 6 4 15,0 2 6-15,1 2 1 0,1 4 5 0,-2 0 0 16,3 1-1-16,-3 5-5 0,4 5-5 0,-1-14-2 15,1 14-3-15,-2-5 0 0,2 5-5 0,0 0 0 16,0 0-4-16,0 0 1 0,0 0-3 0,13 29 1 16,-9-12-3-16,1 8 2 0,3 3 1 0,-3-1-3 15,0 3 8-15,-1 1-7 0,0-2-4 0,0 0 1 16,2-3-2-16,-2 1 2 0,1-2-1 0,-1-6-1 16,2 0 0-16,-1-2 2 0,-1 1-2 0,1-1-1 15,0-6-1-15,2 1 2 0,0 1-4 16,0-3 5-16,-1-1-4 0,-1-2-2 0,5 2 2 0,-2-5-2 15,0 1-4-15,1-1-2 0,-9-4 2 0,16 3 4 16,-5-3-2-16,-11 0 1 0,20-5-2 0,-7 0-7 16,-3-2 0-16,4-3 1 0,0-1 3 0,-5 1-6 15,-2 0 3-15,1-3 2 0,-1-3 4 0,-5 0-3 16,2 1 7-16,-4-1-6 0,1 5 2 0,-2-5-2 16,-1 5 5-16,-4 0 5 0,6 11 0 0,-8-12 11 15,3 8-13-15,-2 3-6 0,-2 1 6 0,9 0-1 16,-22 3 2-16,12 7-2 0,0-3 5 0,-2 5-5 15,1 3 4-15,2-1-2 0,1 2-7 0,6-5 0 16,0 4-17-16,4-2-9 0,2 3-17 0,1-6-21 16,9 2-19-16,4-1-27 0,6-1-26 0,2-1-128 15,-4-5-294-15,8 0 131 0</inkml:trace>
  <inkml:trace contextRef="#ctx0" brushRef="#br0" timeOffset="55324.87">3919 7836 11 0,'0'0'25'0,"0"0"0"16,0 0 3-16,0 0-6 0,0 0-2 0,0 0-1 0,0 0-2 15,-2-8 1-15,2 8-1 0,0 0-3 16,0 0 0-16,0 0 6 0,0 0-4 0,0 0-1 16,0 0-2-16,-6-5-3 0,6 5 1 0,0 0 7 15,0 0-6-15,0 0 7 0,0 0-5 0,-3-5 2 0,3 5 1 16,0 0-2-16,0 0 2 0,0 0 1 15,0 0 1-15,-3-8-7 0,3 8 10 0,0 0-4 16,0 0 4-16,0 0-5 0,0 0 3 0,0 0 1 16,0 0 0-16,-4-7-4 0,4 7-6 0,0 0 1 0,0 0 0 15,0 0 1-15,0 0 1 0,0 0-8 16,0 0-1-16,0 0 0 0,0 0-4 0,0 0 7 16,0 0-5-16,0 0 1 0,0 0 6 0,0 0-13 15,0 0 4-15,0 0 1 0,0 0 0 0,0 0-3 16,0 24 3-16,0-24 0 0,3 13-1 0,-2-7 6 0,0 3-5 15,1 0 4-15,-2 1 1 0,2-4-4 0,-1 4-3 16,1-4 1-16,-2-6 1 0,1 13 6 16,-1-8-6-16,0-5 0 0,1 10-1 0,1-5 6 15,-2-5-4-15,0 0 1 0,2 10 6 0,-2-10-8 16,0 7 5-16,0-7 6 0,0 0 1 0,0 0 6 0,0 0 3 16,2 6-5-16,-2-6 9 0,0 0 6 0,0 0 1 15,0 0-2-15,0 0 5 0,0 0-7 0,0 0 5 16,0 0-3-16,0 0-3 0,0 0 0 15,0 0-2-15,0 0-2 0,0 0 0 0,0 0-2 0,0 0 2 16,0 0-7-16,-4-25 4 0,4 25-3 0,-3-12-1 16,0 6-3-16,3 6-5 0,-1-10 1 15,1 10 1-15,-4-12 1 0,2 7-1 0,2 5-1 16,-3-9 1-16,3 9-3 0,-4-10 3 0,4 10-9 0,-2-9 4 16,2 9 2-16,-3-9-5 0,3 9 1 0,-1-8 0 15,1 8 1-15,0 0-3 0,-4-6-5 0,4 6 9 16,0 0-3-16,0 0-2 0,0 0-4 0,0 0 2 15,0 0 0-15,-1-8-2 0,1 8-2 0,0 0-2 16,0 0 2-16,0 0 3 0,0 0 1 0,0 0 6 16,4 28-14-16,-2-19 8 0,1 2 0 0,-1-2 2 15,0 4-5-15,-1-4 3 0,0 3-4 0,0-2 8 16,2 1-6-16,-2 0 4 0,2-2-4 0,-2-1-1 16,0 0 3-16,1 1 2 0,-1-3-1 0,-1-6-4 15,1 10 11-15,1-4-8 0,-2-6 1 0,2 7 0 16,-2-7-4-16,0 0 7 0,0 0 3 15,3 9 10-15,-3-9 7 0,0 0 1 0,0 0 6 0,0 0-2 16,0 0-4-16,0 0 0 0,0 0-2 0,0 0 2 16,0 0 0-16,0 0-5 0,0 0 2 0,-3-31-5 15,2 24 2-15,-2 0-5 0,1-3-2 0,-1-2-4 16,1 2-3-16,-1 0 6 0,-1 0-1 0,2 0-1 16,0 1-1-16,-1 0-6 0,0-1 4 0,1 3 0 15,2 7-6-15,-6-12 3 0,4 5 1 0,2 7-4 16,-3-7-1-16,3 7 3 0,0 0-3 0,-4-8-3 15,4 8-2-15,0 0-5 0,0 0-3 0,0 0 6 16,0 0 2-16,0 0 7 0,0 0-11 0,0 0 5 16,2 25-5-16,-2-16 7 0,0-1-4 0,1 1 2 15,0 1-1-15,-1 1 6 0,2-1-1 0,-2-3-1 16,1 3-3-16,0-3 6 0,2 0-1 0,-3 1 0 16,0-8-2-16,2 10-1 0,-2-10 0 0,2 8 1 15,-2-8 3-15,0 9 4 0,0-9-1 0,0 0-1 16,0 0-1-16,1 5 5 0,-1-5-7 0,0 0 1 15,0 0 3-15,0 0-1 0,0 0 4 0,0 0-4 16,0 0-2-16,0 0-1 0,-3-28 0 0,3 28 0 16,-1-12 0-16,0 6-2 0,1 6 2 0,-3-13-1 15,2 5 3-15,-2 2-3 0,3 6 1 0,-4-13-2 0,4 13 1 16,-1-10 0-16,1 10-4 0,-1-6-5 16,1 6-7-16,0 0-4 0,-3-7-6 0,3 7 2 15,0 0-4-15,0 0 9 0,0 0-3 0,0 0 5 16,0 0 3-16,0 0-2 0,0 0 3 0,0 0-3 15,5 23 2-15,-5-23 0 0,3 9 5 0,-3-9-2 0,1 7 1 16,-1-7-4-16,0 7 3 0,0-7 4 16,0 0-3-16,3 7 5 0,-3-7 0 0,0 0 3 15,0 0 4-15,0 0-3 0,0 0 4 0,0 0-5 16,0 0 2-16,0 0 2 0,0 0-3 0,0 0-2 16,0 0 1-16,0 0 4 0,-4-25-2 0,4 25 5 0,-3-12-5 15,2 6 1-15,1 6 2 0,-5-10 3 16,5 10-7-16,-1-10 7 0,1 10-3 0,-4-5-3 15,4 5 3-15,0 0-4 0,-1-10-6 0,1 10 3 16,0 0 2-16,0 0-1 0,0 0-1 0,0 0-1 0,0 0 6 16,0 0-3-16,0 0-1 0,0 0 3 15,0 0-5-15,0 0 0 0,0 0-1 0,0 0 1 16,0 0 0-16,1 26-2 0,-1-26 9 0,0 0-7 16,4 9-2-16,-4-9-3 0,0 0 1 0,1 7 1 15,-1-7 5-15,0 0 0 0,0 0 0 0,0 0-3 0,0 0 7 16,0 0-1-16,0 0 5 0,0 0-4 0,0 0 0 15,0 0 2-15,0 0-4 0,0 0-5 0,0 0 8 16,0 0-2-16,0 0-1 0,0 0 2 16,0 0-1-16,-6-24 2 0,6 24-1 0,0 0 2 0,0 0 2 15,-2-8-3-15,2 8-3 0,0 0 4 0,0 0-4 16,0 0 0-16,0 0-4 0,0 0 3 0,0 0-2 16,0 0 1-16,0 0-1 0,0 0 3 0,0 0 14 15,0 0-5-15,0 0-11 0,0 0 0 0,0 0 1 16,0 0-1-16,0 0-2 0,0 0 4 0,0 0 0 15,0 0 0-15,0 0-2 0,0 0 6 0,0 0-4 16,0 0 2-16,7 22 6 0,-7-22-3 0,0 0-3 16,0 0 5-16,0 0-6 0,0 0 0 15,0 0-2-15,0 0 2 0,0 0 0 0,0 0 6 0,0 0 0 16,0 0 0-16,0 0-1 0,2 6-2 0,-2-6-2 16,0 0 3-16,0 0-6 0,0 0 6 0,0 0-6 15,0 0 1-15,0 0 2 0,0 0 0 0,0 0 0 16,0 0-6-16,0 0-7 0,0 0 1 0,0 0-11 15,0 0 3-15,0 0-18 0,0 0-1 0,0 0-7 16,0 0 1-16,0 0-7 0,0 0-12 0,0 0-23 16,0 0-76-16,-5 10-176 0,5-10 79 0</inkml:trace>
  <inkml:trace contextRef="#ctx0" brushRef="#br0" timeOffset="56864.77">7760 7873 33 0,'0'0'107'0,"0"0"-1"0,0 0-15 0,0 0-6 16,0 0-4-16,0 0-34 0,0 0 23 0,0 0 11 15,0 0-31-15,0 0-5 0,0 0 0 0,0 0-9 16,0 0 2-16,0 0-13 0,0 0-1 0,0 0-9 15,0 0-5-15,0 0-17 0,0 0 13 0,0 0-11 16,0 0 1-16,0 0-5 0,0 0 9 0,-20-12-10 16,20 12-2-16,0 0 5 0,0 0-2 0,0 0-7 15,0 0-8-15,0 0-4 0,0 0-10 0,0 0-11 16,0 0-8-16,0 0-7 0,-7-3-46 0,7 3-118 16,0 0 52-16</inkml:trace>
  <inkml:trace contextRef="#ctx0" brushRef="#br0" timeOffset="57065.85">7679 7847 39 0,'0'0'64'0,"0"0"-6"0,0 0-5 0,0 0-11 15,0 0 3-15,0 0-7 0,0 0-6 0,-5-4-1 16,5 4-6-16,0 0-10 0,0 0-2 0,0 0-12 15,0 0 0-15,0 0-8 0,-10 0-13 0,10 0 1 16,0 0-18-16,0 0-26 0,-14 3-68 0,14-3 32 16</inkml:trace>
  <inkml:trace contextRef="#ctx0" brushRef="#br0" timeOffset="57525.56">7153 7861 20 0,'0'0'33'15,"0"0"-16"-15,-6 4-5 0,6-4-14 0,0 0-12 16,0 0-14-16,0 0 6 0</inkml:trace>
  <inkml:trace contextRef="#ctx0" brushRef="#br0" timeOffset="57793.47">6882 7843 34 0,'0'0'35'0,"0"0"-14"0,-9-1-10 0,9 1-15 15,0 0-13-15,-7-2-17 0,7 2 8 0</inkml:trace>
  <inkml:trace contextRef="#ctx0" brushRef="#br0" timeOffset="59221.16">7735 7843 36 0,'0'0'85'0,"0"0"-13"16,0 0-3-16,0 0-6 0,0 0-10 0,0 0 1 0,0 0-9 16,0 0-7-16,0 0-7 0,0 0-9 0,0 0 1 15,0 0-6-15,0 0 0 0,0 0-2 16,0 0 1-16,0 0-5 0,0 0-1 0,0 0-13 15,0 0-1-15,0 0 0 0,0 0-2 0,0 0 9 0,0 0-5 16,0 0-1-16,0 0-3 0,0 0 1 0,0 0-3 16,0 0-11-16,0 0 1 0,0 0-4 0,0 0-7 15,0 0-10-15,0 0-47 0,-13 3-92 0,13-3 41 16</inkml:trace>
  <inkml:trace contextRef="#ctx0" brushRef="#br0" timeOffset="59729.52">7645 7845 32 0,'0'0'66'16,"0"0"-10"-16,0 0-1 0,0 0-10 0,0 0-7 16,0 0-8-16,0 0-10 0,0 0 1 0,0 0-13 15,0 0-7-15,0 0-8 0,0 0-16 0,0 0-6 16,0 0-24-16,0 0-56 0,-6 7 25 0</inkml:trace>
  <inkml:trace contextRef="#ctx0" brushRef="#br0" timeOffset="60530.47">7623 7825 10 0,'0'0'80'0,"0"0"4"0,0 0-3 0,0 0-9 16,0 0 0-16,0 0-7 0,0 0 0 0,0 0-3 15,0 0-3-15,0 0-14 0,0 0 10 0,0 0-14 16,0 0 7-16,0 0-11 0,0 0 9 0,0 0-9 16,0 0 1-16,0 0-2 0,0 0-2 0,0 0-9 15,0 0-5-15,0 0-1 0,0 0 1 0,0 0 0 16,0 0-4-16,0 0-4 0,0 0-2 0,0 0-12 16,0 0-9-16,0 0-9 0,0 0-12 0,0 0-6 15,0 0-10-15,0 0-16 0,0 0-8 0,0 0-7 16,0 0-62-16,0 0-152 0,-14 3 67 0</inkml:trace>
  <inkml:trace contextRef="#ctx0" brushRef="#br0" timeOffset="60907.41">7365 7876 34 0,'0'0'125'0,"0"0"-25"16,0 0-2-16,0 0-11 0,0 0-5 0,0 0-12 16,0 0 0-16,0 0-4 0,0 0-16 15,0 0 2-15,0 0-10 0,0 0 4 0,0 0-15 0,0 0-5 16,0 0 1-16,0 0-10 0,0 0-11 0,0 0 2 16,0 0-10-16,0 0-1 0,0 0-10 15,0 0-15-15,0 0-1 0,0 0-10 0,0 0-13 16,0 0-8-16,0 0-19 0,0 0-43 0,-9-9-133 0,9 9 59 15</inkml:trace>
  <inkml:trace contextRef="#ctx0" brushRef="#br0" timeOffset="61241.51">7156 7871 14 0,'0'0'127'0,"0"0"-9"0,0 0-14 15,0 0-10-15,0 0 9 0,0 0-27 0,0 0-1 16,0 0-5-16,0 0-3 0,0 0-8 0,0 0-1 15,0 0-2-15,0 0-14 0,0 0-5 0,0 0-6 16,0 0 3-16,0 0-10 0,0 0 3 0,0 0-8 16,0 0 0-16,0 0-6 0,0 0-2 0,0 0-13 15,0 0-10-15,0 0-9 0,0 0-8 0,0 0-25 16,0 0-4-16,0 0-14 0,0 0-10 0,0 0-76 16,0 0-172-16,0 0 77 0</inkml:trace>
  <inkml:trace contextRef="#ctx0" brushRef="#br0" timeOffset="61593.68">6890 7874 25 0,'-2'-7'101'0,"2"7"-8"0,0 0-3 16,0 0-14-16,0 0-1 0,0 0-4 0,0 0-13 0,0 0-9 15,0 0-11-15,0 0-5 0,0 0-2 0,0 0-3 16,0 0-5-16,0 0-13 0,0 0-7 16,0 0-13-16,0 0-14 0,0 0-12 0,0 0-10 15,0 0-12-15,0 0-47 0,0 0-114 0,0 0 50 0</inkml:trace>
  <inkml:trace contextRef="#ctx0" brushRef="#br0" timeOffset="61919.83">6630 7873 74 0,'0'0'139'0,"0"0"-10"16,0 0-4-16,0 0-11 0,0 0-3 0,0 0-8 16,0 0-12-16,0 0-12 0,0 0-8 0,0 0-3 15,0 0-7-15,0 0-2 0,0 0-11 0,0 0-7 16,0 0 0-16,0 0-2 0,0 0-7 0,0 0-2 16,0 0-10-16,0 0 6 0,0 0-21 0,0 0-7 15,0 0-16-15,0 0-10 0,0 0-7 0,0 0-14 16,0 0-8-16,0 0-14 0,0 0-13 0,0 0-3 15,0 0-9-15,0 0-68 0,-8 1-177 0,8-1 79 16</inkml:trace>
  <inkml:trace contextRef="#ctx0" brushRef="#br0" timeOffset="62241.92">6333 7893 73 0,'0'0'164'16,"0"0"-13"-16,0 0-7 0,0 0-6 0,0 0-8 15,0 0-8-15,-7-6-10 0,7 6-3 0,0 0-14 16,0 0-4-16,0 0-10 0,0 0-6 0,0 0-5 15,0 0-12-15,0 0-3 0,0 0-8 0,0 0 1 16,0 0-7-16,0 0-1 0,-2-9-9 0,2 9-1 16,0 0-14-16,0 0-6 0,0 0-5 0,0 0-26 15,0 0-16-15,0 0-28 0,0 0-12 0,0 0-15 0,0 0-16 16,0 0-17-16,0 0-14 0,0 0-73 0,0 0-230 16,0 0 101-16</inkml:trace>
  <inkml:trace contextRef="#ctx0" brushRef="#br0" timeOffset="62541.58">6084 7931 146 0,'0'0'145'0,"0"0"-9"0,0 0-7 0,0 0-5 15,0 0-20-15,0 0-4 0,0 0-12 16,0 0-2-16,0 0-8 0,0 0-9 0,4-18-7 0,-4 18-8 16,0 0-13-16,0 0-8 0,0 0-20 0,0 0-11 15,0 0-27-15,0 0-9 0,0 0-14 16,0 0-17-16,0 0-4 0,0 0-14 0,0 0-6 15,0 0-78-15,0 0-180 0,0 0 80 0</inkml:trace>
  <inkml:trace contextRef="#ctx0" brushRef="#br0" timeOffset="62847.39">5501 7919 77 0,'0'0'171'0,"0"0"-17"0,0 0-5 0,0 0-12 15,0 0-14-15,0 0-11 0,0 0-17 0,0 0-8 16,0 0-1-16,0 0-13 0,0 0-11 0,0 0-9 15,0 0-5-15,0 0-6 0,0 0-11 0,0 0-18 16,0 0-7-16,0 0-18 0,0 0-21 0,0 0-3 16,0 0-9-16,0 0-8 0,0 0-15 0,0 0-5 15,0 0-6-15,0 0-23 0,0 0-68 0,0 0-184 16,0 0 81-16</inkml:trace>
  <inkml:trace contextRef="#ctx0" brushRef="#br0" timeOffset="63161.82">5234 7903 114 0,'0'0'140'0,"-4"-7"-14"0,4 7-8 0,0 0-13 15,0 0-8-15,-2-6-11 0,2 6-11 16,0 0 2-16,0 0-12 0,0 0-7 0,0 0-12 16,-7-4-8-16,7 4-15 0,0 0-26 0,0 0-4 15,0 0-17-15,0 0-15 0,0 0-17 0,0 0-5 16,0 0-9-16,0 0-10 0,0 0-58 0,0 0-150 15,-12 0 66-15</inkml:trace>
  <inkml:trace contextRef="#ctx0" brushRef="#br0" timeOffset="63421.35">4930 7917 98 0,'-9'0'166'0,"9"0"-8"16,0 0-15-16,0 0-7 0,0 0-19 0,0 0-12 16,0 0-10-16,0 0-13 0,0 0-15 0,0 0-23 15,0 0-23-15,0 0-24 0,0 0-17 0,0 0-20 16,0 0-13-16,0 0-16 0,-6 5-26 0,6-5-64 15,-8 6-172-15,8-6 76 0</inkml:trace>
  <inkml:trace contextRef="#ctx0" brushRef="#br0" timeOffset="63615.89">4618 7974 29 0,'-5'-3'145'16,"5"3"-14"-16,0 0-12 0,0 0-14 0,0 0-15 15,-3-7-11-15,3 7-36 0,0 0-24 0,0 0-32 16,0 0-20-16,0 0-16 0,0 0-63 0,0 0-119 16,0 0 53-16</inkml:trace>
  <inkml:trace contextRef="#ctx0" brushRef="#br0" timeOffset="64650.14">7288 7864 12 0,'0'0'8'0,"-13"1"-2"0,13-1-11 16,-10 0-4-16,10 0 2 0</inkml:trace>
  <inkml:trace contextRef="#ctx0" brushRef="#br0" timeOffset="69446.14">3917 7911 22 0,'0'0'48'0,"0"0"0"0,0 0-5 0,-2-9 1 0,2 9 0 16,0 0-1-16,0 0 0 0,0 0-7 0,-1-9-2 15,1 9-3-15,0 0 6 0,0 0-7 0,0 0-1 16,-3-7 5-16,3 7-1 0,0 0-7 0,0 0 2 16,0 0-4-16,0 0 0 0,0 0 2 0,0 0 3 15,0 0-9-15,-1-9 3 0,1 9 0 0,0 0-5 16,0 0 1-16,0 0 1 0,0 0-4 0,0 0-5 16,0 0 9-16,0 0-2 0,0 0-7 0,0 0 5 15,0 0-2-15,-1-8 0 0,1 8-5 0,0 0 6 16,0 0-1-16,0 0-3 0,0 0-1 0,0 0 8 15,0 0-7-15,0 0-3 0,0 0-3 0,0 0-3 16,0 0 1-16,0 0 2 0,0 0-6 0,0 0 2 16,0 0-3-16,0 0-1 0,0 0-1 0,0 0 3 15,0 0 4-15,0 0 2 0,0 0 1 0,0 0 4 16,-3 23-15-16,3-23 10 0,2 8-12 16,-2-8 3-16,-4 12 5 0,4-12-2 0,1 9-1 0,-1-9 4 15,0 8-3-15,0-8-2 0,-1 9-2 0,1-9 5 16,1 8 8-16,-1-8-10 0,0 0 2 0,1 8 0 15,-1-8 0-15,0 0 7 0,0 0-4 0,0 9 0 16,0-9-9-16,0 0 4 0,0 0 3 0,0 0 5 16,0 0-7-16,0 0 9 0,0 0 9 0,0 0 8 15,0 0 6-15,0 0 5 0,2 7 0 0,-2-7 0 16,0 0-3-16,0 0 2 0,0 0-5 0,0 0-1 16,0 0 3-16,0 0-4 0,0 0-4 0,0 0-3 15,-6-23-5-15,6 23 3 0,-1-9 3 0,1 9-7 16,-1-10 0-16,1 10 0 0,0-9-4 0,0 9-2 15,-1-7 1-15,1 7-5 0,0 0 3 0,0-13-3 16,0 13 2-16,-2-6-2 0,2 6 0 0,0 0-2 16,0 0 2-16,0 0-5 0,2-9-1 0,-2 9 0 15,0 0-5-15,0 0 3 0,0 0 6 0,0 0-4 0,0 0-3 16,0 0 0-16,0 0 4 0,0 0-2 16,1 28 2-16,0-22 0 0,-1-6-1 0,0 11-1 15,0-3-1-15,1-2 1 0,-1-6-3 0,0 13 6 16,0-6 3-16,0-7 1 0,-1 10-5 0,1-10 0 15,0 9-2-15,0-9 2 0,0 0 1 0,1 10-3 0,-1-10 1 16,2 7 2-16,-2-7 0 0,0 0 2 16,0 0-3-16,0 0 4 0,0 0-1 0,0 0 3 15,0 0 7-15,0 0-1 0,0 0-2 0,0 0 4 16,0 0-5-16,0 0 2 0,0 0-6 0,0 0 2 0,0 0 0 16,-9-25 2-16,9 25-1 0,0-13-3 15,0 6-2-15,0 7 0 0,-3-15-1 0,3 9 1 16,0 6-3-16,-1-14 5 0,1 14-4 0,0-11 4 15,0 11-10-15,0-8 7 0,0 8-4 0,0 0 1 16,0 0-1-16,-1-8-4 0,1 8 3 0,0 0-5 0,0 0 2 16,0 0 6-16,0 0-3 0,0 0 0 0,0 0 0 15,0 0 1-15,0 0-4 0,0 0 1 0,0 0 5 16,4 22-2-16,-4-22-4 0,0 0 7 16,0 11-3-16,0-11 2 0,1 7-8 0,-1-7 3 0,0 0 26 15,0 0-21-15,0 0-2 0,0 9 7 0,0-9-8 16,0 0 12-16,0 0-9 0,0 0 6 0,0 0-6 15,0 0 2-15,0 0 1 0,0 0 0 16,0 0 0-16,0 0 0 0,0 0 0 0,0 0 1 0,0 0-5 16,0 0 6-16,0 0-1 0,0 0-5 0,0 0-2 15,0 0 7-15,-1-29-4 0,1 29 5 0,0 0-7 16,-2-7 3-16,2 7-5 0,0 0 3 16,0 0-1-16,0 0-2 0,0 0-3 0,0 0 3 15,0 0 1-15,0 0-3 0,0 0 4 0,0 0-4 0,0 0 0 16,0 0 1-16,0 0-1 0,0 0-15 0,0 0-14 15,0 0-6-15,0 0-3 0,0 0-18 0,-1 28-21 16,1-28-6-16,0 13-17 0,-1-8-14 0,0 2-77 16,1-7-212-16,-2 13 94 0</inkml:trace>
  <inkml:trace contextRef="#ctx0" brushRef="#br0" timeOffset="75503.5">3858 8025 5 0,'0'0'16'0,"0"0"-4"0,0 0 1 0,0 0 2 16,0 0-6-16,0 0 2 0,-1-6-2 0,1 6-3 16,0 0 2-16,0 0-2 0,0 0-4 0,0 0 4 15,0 0-1-15,0 0 1 0,0 0-6 0,0 0 3 16,0 0-2-16,0 0 2 0,0 0-6 0,0 0 6 15,0 0-2-15,0 0 2 0,0 0-5 0,0 0 4 16,0 0-1-16,0 0 1 0,0 0-2 0,0 0 3 16,0 0-3-16,0 0-1 0,0 0 2 0,0 0 0 15,0 0 2-15,0 0-6 0,0 0 3 0,0 0 5 16,0 0-5-16,0 0-6 0,0 0-5 0,0 0 2 0,0 0-2 16,0 0 1-16,0 0-8 0,0 0-19 15,0 0 9-15</inkml:trace>
  <inkml:trace contextRef="#ctx0" brushRef="#br0" timeOffset="77128.92">3718 8359 11 0,'0'0'52'16,"0"0"-6"-16,2-8-3 0,-2 8-6 0,0 0-1 16,0 0-8-16,0 0 0 0,0 0-9 0,0 0-1 15,0 0 1-15,0 0-2 0,0 0-3 0,0 0-1 16,0 0-6-16,0 0-9 0,0 0-6 0,-12 20-5 16,9-10-10-16,-3 6-3 0,0 2-27 0,-4 5-58 15,-3 2 27-15</inkml:trace>
  <inkml:trace contextRef="#ctx0" brushRef="#br0" timeOffset="78161.23">3045 11382 2 0,'0'0'19'0,"0"0"-1"0,0 0-1 0,0 0-2 0,0 0 0 16,0 0-1-16,0 0-1 0,-4 5-2 0,4-5-1 15,0 0 2-15,0 0-1 0,0 0 5 0,0 0 0 16,-4 7 2-16,4-7 6 0,0 0-3 0,0 0 2 16,0 0-2-16,0 0 2 0,0 0-8 0,0 0 6 15,0 0-5-15,0 0-2 0,0 0 2 0,0 0-1 16,-11-2-1-16,11 2-5 0,0 0 1 0,0 0-1 16,-7 3 0-16,7-3-5 0,0 0 2 0,0 0-5 15,0 0 1-15,-7 2-3 0,7-2-10 0,0 0-9 16,-5 4-10-16,5-4-9 0,0 0-25 0,0 0-68 15,-8 6 30-15</inkml:trace>
  <inkml:trace contextRef="#ctx0" brushRef="#br0" timeOffset="79821.78">3914 7810 7 0,'0'0'33'0,"0"0"-3"0,0 0-5 15,0 0 0-15,0 0-13 0,0 0 2 0,0 0-11 16,0 0 0-16,0 0-6 0,0 0-9 0,0 0-12 16,0 0-24-16,7 22 12 0</inkml:trace>
  <inkml:trace contextRef="#ctx0" brushRef="#br0" timeOffset="80093.39">3926 7841 8 0,'0'0'52'0,"0"0"-11"0,0 0-3 16,0 0-1-16,0 0-5 0,0 0-6 0,0 0 0 15,0 0-5-15,0 0-6 0,0 0 2 0,0 0-1 16,0 0-1-16,0 0-2 0,0 0-10 0,0 0 5 15,0 0-12-15,0 0-6 0,7 22 1 0,-7-22-7 16,0 0-1-16,0 0-2 0,0 8 1 0,0-8-1 16,0 0 4-16,0 0-1 0,0 0-2 0,0 0-1 15,0 0-13-15,0 0-33 0,0 0 14 0</inkml:trace>
  <inkml:trace contextRef="#ctx0" brushRef="#br0" timeOffset="81358.06">3937 7852 2 0,'0'0'19'0,"0"0"-7"0,0 0 8 0,0 0 2 15,0 0-7-15,0 0-1 0,0 0-3 0,0 0 7 0,0 0-8 16,0 0 0-16,0 0-3 0,0 0 1 16,0 0-2-16,0 0-1 0,0 0-4 0,0 0 2 15,0 0 0-15,0 0-6 0,0 0-6 0,0 0-5 16,0 0-2-16,0 0-8 0,0 0-26 0,0 0 11 16</inkml:trace>
  <inkml:trace contextRef="#ctx0" brushRef="#br0" timeOffset="82101.17">3938 7805 12 0,'0'0'52'0,"0"0"-11"0,0 0-14 15,0 0-10-15,5 17-18 0,-5-17-14 0,0 0-8 16,0 0-24-16,-5 10 11 0</inkml:trace>
  <inkml:trace contextRef="#ctx0" brushRef="#br0" timeOffset="123809.48">10328 8205 9 0,'0'0'93'0,"0"0"-15"16,-7-2 0-16,7 2-4 0,0 0-5 0,0 0-9 16,0 0-6-16,0 0 2 0,0 0 1 0,-9-3-19 15,9 3 14-15,0 0-16 0,0 0 1 0,0 0-3 16,0 0-6-16,0 0 4 0,-14 1-9 0,14-1 10 0,0 0-7 16,-11 2 5-16,11-2-5 0,0 0-5 0,0 0 5 15,-11 3 6-15,11-3-3 0,0 0-2 16,-9 0-3-16,9 0 1 0,0 0-1 0,-12-1-18 15,12 1 15-15,0 0-1 0,-7 1 5 0,7-1 0 0,0 0-6 16,-10 0 3-16,10 0-4 0,0 0 3 0,0 0 6 16,0 0-2-16,0 0-2 0,0 0-5 15,0 0 3-15,-11-1-3 0,11 1-3 0,0 0 1 16,0 0-6-16,0 0 3 0,0 0-2 0,0 0 4 16,0 0-9-16,0 0 5 0,0 0 1 0,26-6-1 15,-14 4-12-15,0 0 10 0,1 0-4 0,6-1-1 0,-1 0 1 16,1-1-1-16,0 3 7 0,1-4-7 0,-3 2-9 15,1 0 10-15,0 0-13 0,-5 2 10 0,1-2-2 16,-2 0 9-16,2 2-8 0,-8 0-1 0,3 0-3 16,-9 1 11-16,14-1-6 0,-9-1 5 0,-5 2 3 15,8-1 6-15,-8 1 7 0,0 0 7 0,0 0 1 16,10 0 4-16,-10 0 4 0,0 0-2 16,0 0 3-16,0 0-9 0,0 0 4 0,0 0-5 15,0 0-3-15,0 0-6 0,0 0 2 0,0 0-1 0,0 0-5 16,0 0-9-16,0 0-16 0,0 0-23 0,0 0-19 15,0 0-17-15,4 5-24 0,-4-5-36 0,0 0-35 16,-12 15-115-16,7-12-300 0,5-3 134 0</inkml:trace>
  <inkml:trace contextRef="#ctx0" brushRef="#br0" timeOffset="124494.36">10830 8080 36 0,'-1'-10'149'0,"1"10"10"0,0 0-4 0,0 0-6 0,0 0-9 16,-5-10-5-16,5 10-8 0,0 0-14 0,0 0-2 15,-1-9-11-15,1 9-10 0,0 0-6 0,0 0-5 16,-4-6-6-16,4 6-11 0,0 0-5 15,0 0-1-15,-5-4-3 0,5 4-5 0,0 0-8 0,0 0-1 16,-6-6-4-16,6 6-8 0,0 0 1 0,-9-2-1 16,9 2-1-16,0 0-6 0,0 0 0 15,-13 0-2-15,13 0 0 0,0 0-4 0,-9 2 1 16,9-2-1-16,-8 2 0 0,8-2-3 0,-10 4-1 0,10-4-2 16,-6 4 2-16,6-4-4 0,-7 5-2 0,7-5-4 15,-5 4 7-15,5-4-4 0,-4 7-1 0,4-7 2 16,-2 9 0-16,2-9-2 0,-3 10 5 15,3-10-3-15,-1 10-2 0,1-10 1 0,6 11-4 0,-5-5 5 16,3 1-4-16,2-1 1 0,-1 0 5 0,1 3-2 16,0-6-2-16,2 4-1 0,1 0 1 0,-1-2-1 15,1-1 0-15,0 3-1 0,-2-2 2 0,5 0 1 16,-7-2-3-16,1 1-5 0,1 1 6 0,-2-2-3 16,0 1 2-16,1 0 0 0,-6-4 0 0,8 5 0 15,-8-5 0-15,5 4-3 0,-5-4 3 0,4 7-5 16,-4-7 7-16,0 0-1 0,0 0-5 0,0 0 4 15,-13 12 0-15,3-8 2 0,-2 1-4 0,-1-1 2 16,1 0 2-16,0-2 2 0,-3 1-1 0,2-1-5 16,-2 0 1-16,5 0-11 0,-3 0-8 0,3 0-14 15,2 0-7-15,2-1-15 0,-2 0-11 0,8-1-21 16,-10 2-21-16,10-2-19 0,0 0-12 0,-11 3-14 0,11-3-111 16,0 0-286-16,0 0 127 0</inkml:trace>
  <inkml:trace contextRef="#ctx0" brushRef="#br0" timeOffset="124797.53">10980 8138 135 0,'3'-6'197'0,"-3"6"-3"0,0 0-6 0,1-8-6 0,-1 8-6 15,0 0-7-15,0 0-15 0,2-7-18 0,-2 7-13 16,0 0-13-16,0 0-11 0,0 0-14 15,0 0-7-15,0 0-9 0,0 0-6 0,0 0-9 16,0 0-4-16,0 0-5 0,0 0 0 0,9 15 3 0,-9-15-8 16,3 11-3-16,-2-5-5 0,1 2 1 15,0-4-3-15,1 5-3 0,-1-2-3 0,3 3-1 16,-2-5-2-16,2 6-1 0,-1-4-2 0,0 0-2 16,-2 0-1-16,1-2-3 0,0-1 2 0,0 2-3 0,-3-6-2 15,6 10-10-15,-2-5-15 0,-1-2-22 0,-3-3-20 16,4 8-32-16,-4-8-28 0,5 7-30 15,-5-7-32-15,3 5-22 0,-3-5-121 0,0 0-347 16,0 0 153-16</inkml:trace>
  <inkml:trace contextRef="#ctx0" brushRef="#br0" timeOffset="125015.17">11045 7974 98 0,'-5'-4'243'0,"0"-1"-15"16,5 5-13-16,-9-10-14 0,4 5-2 0,2 1-4 16,3 4-10-16,-6-9-9 0,6 9-16 0,-6-4-16 15,6 4-15-15,-7-5-13 0,7 5-22 0,0 0-25 16,0 0-30-16,0 0-36 0,0 0-34 0,0 0-31 16,0 0-25-16,0 0-23 0,-10 10-31 0,7-1-36 15,-2 1-138-15,2 0-341 0,-2-3 152 0</inkml:trace>
  <inkml:trace contextRef="#ctx0" brushRef="#br0" timeOffset="125939.45">10705 8614 32 0,'0'0'154'0,"-1"-8"-8"0,1 8-11 15,0 0-10-15,0 0 1 0,0 0-11 0,0-9-11 16,0 9-6-16,0 0-11 0,0 0-10 0,0 0 2 0,0 0-18 16,0 0-4-16,0 0-9 0,0 0-7 0,0 0 0 15,0 0-1-15,0 0-8 0,0 0-9 16,0 0 4-16,0 0 0 0,0 0-10 0,0 0-1 15,0 0-6-15,0 0 5 0,0 0 0 0,0 0 1 0,0 0 5 16,0 0-2-16,-8 28 4 0,10-21-3 0,-2-7-7 16,-2 15-1-16,4-7 2 0,-1 1-6 15,3 0-5-15,0-1 9 0,-2-2 0 0,1 4 0 16,-2-3 3-16,2 2-1 0,-1-1 3 0,2 0-1 0,-1-2-1 16,3 2 2-16,-1-2-6 0,0-1 5 0,2-1-7 15,-1-2 0-15,0 1 4 0,3-1-6 0,3 0 2 16,-1-2 2-16,3-2-3 0,-2-2 0 0,-1 1-6 15,2-1 5-15,-4-1 1 0,4 1 2 0,-3-3-3 16,-1 0-4-16,2-3 4 0,-4 3 0 0,1-4 0 16,-3 1 2-16,1-1-1 0,-2 0 2 0,-4 0-2 15,2-3 3-15,-3 0 0 0,0 2-2 0,0-2-5 16,-3 3 5-16,-3-5 1 0,2 2-2 0,-2 4-1 16,1 1-3-16,-5 0 1 0,3 1-3 0,-2 0 3 15,0 1-2-15,0 3 1 0,2 1-6 0,-1 0 2 16,-1 2-7-16,0-1-13 0,10 2-16 0,-20 2-18 15,11 2-7-15,2 3-16 0,-2-2-11 0,0 4-17 16,1 2-17-16,2-1-21 0,1 2-124 0,0 0-289 16,2-2 129-16</inkml:trace>
  <inkml:trace contextRef="#ctx0" brushRef="#br0" timeOffset="126153.85">11073 8660 157 0,'3'-8'200'0,"-3"8"0"16,0 0-17-16,0 0-3 0,0 0-19 0,0 0-14 15,2-6-15-15,-2 6-14 0,0 0-14 0,0 0-20 16,0 0-21-16,0 0-16 0,0 0-15 0,0 0-15 0,0 0-32 16,6 15-22-16,-4-9-22 0,-2-6-23 0,4 12-25 15,-1-5-13-15,-2-1-115 0,1 1-253 16,5 0 112-16</inkml:trace>
  <inkml:trace contextRef="#ctx0" brushRef="#br0" timeOffset="126556.83">11264 8503 114 0,'5'-6'167'0,"-5"6"-12"0,10-7-5 16,-3 4-3-16,0 0-13 0,1 0-5 0,-8 3-14 15,15-2-2-15,-3 1-11 0,-3 2-9 16,1 2-8-16,-3-2-7 0,-7-1-8 0,13 5-7 0,-6-1-5 16,-2-1-3-16,2 5-5 0,-4-2-14 0,-2 0 1 15,1 1-3-15,-1 3-6 0,-1-10-3 0,-5 18-2 16,-2-7-5-16,1-1-9 0,-3 2-8 0,1-3-6 16,1 2-11-16,-1-5 2 0,3-2-7 0,-1 3 1 15,2 0-6-15,-1-2-1 0,5-5 1 0,-7 10 3 16,5-5-5-16,2-5 6 0,-3 11 2 0,3-11-2 15,1 11 3-15,-1-11 0 0,7 9 3 16,-5-6 8-16,3 2-4 0,-1-1 3 0,3 1-3 0,-2-3 8 16,3 5 1-16,-2-2-3 0,-1-1-2 0,1 0 0 15,1 0 6-15,-3 0-5 0,1 2 1 0,-5-6 1 16,6 7 5-16,-3-3 5 0,-3-4 4 0,2 8 2 16,-2-8-13-16,-2 10 20 0,2-10-7 0,-13 11 2 15,4-4-2-15,0-1 3 0,-5 0-11 0,-1 1 8 16,-2-1-11-16,2 1-11 0,-3 0-13 0,7-4-13 15,-1 2-19-15,0-1-17 0,5-4-20 0,-1 3-24 16,0-2-111-16,8-1-247 0,-9 2 109 0</inkml:trace>
  <inkml:trace contextRef="#ctx0" brushRef="#br0" timeOffset="126940.07">11487 8563 114 0,'4'-5'192'16,"-4"5"-6"-16,3-9-10 0,-3 9-10 0,0 0-12 16,4-7-21-16,-4 7-11 0,0 0-10 0,7-3-9 0,-7 3-1 15,0 0-10-15,13 9-5 0,-6-3-9 0,0 1-5 16,2 3-5-16,-4 1-10 0,3-1 4 16,-3 1-8-16,6 4-8 0,-7-4 1 0,0 1-9 15,4 2-4-15,-2-2-2 0,1-1-3 0,-2-4 0 16,0 3-7-16,0-2 0 0,0 0-1 0,-2-2-2 0,2 0-2 15,1 0-2-15,-4-2-1 0,-2-4-2 0,5 8 5 16,-5-8-2-16,4 5 11 0,-4-5 0 16,0 0 4-16,0 0 1 0,0 0-5 0,0 0 1 0,14-14 2 15,-12 4 2-15,-1-3-5 0,2-1-1 0,-2-1 0 16,0-1-7-16,2-2 0 0,-1-3-3 0,0 2 1 16,-1-5-7-16,0 5 2 0,1 1-1 15,-1 0-1-15,2 6-2 0,-3 1 1 0,0 0-3 0,1 2 1 16,1 4-20-16,-2 5-19 0,0-8-23 0,0 8-27 15,2-8-36-15,-2 8-19 0,0 0-24 0,0 0 15 16,0 0-30-16,0 0-9 0,0 0-128 0,16 12-339 16,-9-3 150-16</inkml:trace>
  <inkml:trace contextRef="#ctx0" brushRef="#br0" timeOffset="127118.43">11859 8671 164 0,'0'0'204'0,"0"0"-5"0,0 0-5 0,0 0-9 16,0 0-10-16,0 0-15 0,0 0-16 0,0 0-13 16,0 0-15-16,0 0-14 0,0 0-14 0,0 0-21 15,0 0-24-15,12-3-25 0,-12 3-37 0,13 1-36 16,-13-1-34-16,13-1-35 0,-2 2-39 0,-5 1-94 16,7-5-279-16,1 0 124 0</inkml:trace>
  <inkml:trace contextRef="#ctx0" brushRef="#br0" timeOffset="127770.95">12257 8423 165 0,'0'0'194'0,"0"0"-2"15,-2-9-10-15,2 9-11 0,0 0-17 0,0 0-11 16,0 0-15-16,0 0-16 0,0 0-9 0,0 0-5 15,0 0-6-15,0 0-2 0,-23 21-11 0,13-7 0 16,3-4-10-16,-9 9-9 0,7-1-1 0,0-1-8 16,-1 1-3-16,4 0 0 0,-5 0-4 0,4 1-1 15,0-2-7-15,0-1-3 0,3 2-3 0,0-1 0 0,0 0-5 16,-1-2-1-16,5 2-3 0,-1-2-1 16,-1-2-3-16,4-2-3 0,-2 2 1 0,0-3 1 15,3-1-6-15,0 3 3 0,3-5-3 0,-1 1 2 0,1-3-3 16,-1 1 0-16,6-3-1 0,-4 0 6 15,-1 1-9-15,5-4-1 0,-3 2-2 0,3-4 4 0,-1 2 0 16,2-4-7-16,-5-1-1 0,2 2 3 0,2-2 0 16,-4-3-7-16,-1 2-7 0,3-3 2 0,-2 0 1 15,-2 0 4-15,0-1-3 0,-2-2 5 0,0 3-4 16,1-3 3-16,-4 5 2 0,0 7 1 0,2-17 1 16,-2 10-3-16,0 7-1 0,-2-11 0 0,2 11 8 15,-4-8-1-15,2 2-6 0,2 6 7 0,-7-7-4 16,7 7 2-16,-6-7-5 0,6 7 2 0,-6-4 1 15,6 4 1-15,-4-5-3 0,4 5 0 0,0 0-2 16,0 0 3-16,0 0 1 0,0 0 1 0,0 0-5 16,0 0 7-16,0 0 0 0,0 0 1 0,0 0-3 15,27 1 1-15,-15-1-2 0,-3 0 1 0,1-1 1 16,2 1 0-16,-3 0 0 0,2 0-1 0,-3 0 4 16,-8 0-5-16,16-1-1 0,-9 1 3 0,-7 0-2 15,10 1-1-15,-10-1 1 0,8 0-1 0,-8 0-1 0,9 0 3 16,-9 0-1-16,5 7-1 0,-5-7 1 15,9 9-1-15,-8-6-3 0,-1-3 11 0,6 14 1 16,-4-4 5-16,-2-3 0 0,0 2-1 0,0 3 0 16,0-3 1-16,0 1-5 0,-2 0 5 0,2 2-3 15,0-3 0-15,-2 2-6 0,2-3 3 0,0 1-1 0,0-9 0 16,0 15-1-16,0-7-12 0,2-2-18 16,-2-6-14-16,0 13-32 0,-2-5-21 0,2-8-25 15,0 9-24-15,0-9-18 0,2 10-27 0,-2-10-140 16,2 7-352-16,-2-7 156 0</inkml:trace>
  <inkml:trace contextRef="#ctx0" brushRef="#br0" timeOffset="128170.29">12571 8739 5 0,'0'0'189'0,"0"0"-1"0,0 0-7 0,0 0-11 16,2-6-16-16,-2 6-14 0,0 0-11 0,5-5-14 15,-5 5-15-15,0 0-5 0,14-2-12 0,-8 1-6 16,-6 1-10-16,14-3-7 0,-7 2-3 0,-1-2-8 16,-6 3-5-16,14-3 5 0,-9 2-5 0,-5 1 3 15,13-5 1-15,-11 2-6 0,-2 3-2 0,7-6 5 16,-7 6 1-16,6-8 12 0,-6 8-7 0,3-9 2 16,-3 4-10-16,0 5 2 0,2-13-5 0,-2 13 4 15,-1-9-7-15,1 9 3 0,-4-11-3 0,4 11 4 16,-4-10-10-16,2 6-3 0,2 4 2 0,-4-6-1 15,4 6-8-15,-5-5 0 0,5 5-5 0,-11-1 1 16,11 1-5-16,0 0 2 0,-18 6-5 0,11 0 0 16,-2 2 2-16,-5 3 9 0,6 0-6 0,-2 2 5 15,-3 0-3-15,6 4 0 0,-1-2-1 0,0 2-4 16,4 1 1-16,-2-1-3 0,3-4 3 0,1 0 0 16,2 0-4-16,0 2 3 0,3-3-5 0,3-1-4 15,0-1-5-15,2 0-7 0,0-1-22 0,1-1-20 16,7-1-27-16,-4 0-21 0,4-2-27 0,-4-3-53 15,2 1-34-15,-1-1-185 0,-3-2-430 0,4 0 190 16</inkml:trace>
  <inkml:trace contextRef="#ctx0" brushRef="#br0" timeOffset="138887.47">3191 11025 18 0,'0'0'63'0,"-4"-8"-12"0,4 8-5 16,-1-8 0-16,1 8-4 0,-3-8-6 0,3 8-15 16,-2-7-7-16,2 7-8 0,-3-7-2 0,3 7-1 15,0 0-10-15,-4-8-3 0,4 8-3 0,-5-4-1 16,5 4-6-16,-8-3 6 0,8 3-2 0,0 0 5 16,-10-5-31-16,10 5 38 0,-8-2-15 0,8 2 2 15,-9-3-11-15,9 3-29 0,-11-2 13 0</inkml:trace>
  <inkml:trace contextRef="#ctx0" brushRef="#br0" timeOffset="139636.18">3074 10949 38 0,'0'0'1'0,"-9"-3"5"0,9 3-1 0,0 0-1 16,-8-3-2-16,8 3 3 0,0 0-2 0,-7-4-1 15,7 4 1-15,0 0 0 0,0 0-2 0,0 0-2 16,-10-2 2-16,10 2 0 0,0 0-1 0,0 0 11 16,-8-2-2-16,8 2 7 0,0 0 0 0,0 0 0 15,-6-4-6-15,6 4 6 0,0 0-2 0,0 0 1 16,-5-5 2-16,5 5-3 0,0 0 0 0,0 0 5 15,0 0-2-15,-4-6 0 0,4 6 3 0,0 0-5 16,0 0 7-16,0 0-5 0,0 0-2 0,-3-7-6 16,3 7 0-16,0 0 8 0,0 0-11 0,0 0-5 15,0 0-2-15,0 0-1 0,0 0 1 0,0 0 1 16,0 0-2-16,0 0 1 0,5-9 1 0,-5 9 0 16,0 0-3-16,0 0 1 0,0 0 1 0,0 0-1 15,6-5 2-15,-6 5-4 0,0 0 8 0,0 0-7 0,5-4 4 16,-5 4-3-16,0 0 0 0,6-5 1 15,-6 5-3-15,0 0 4 0,4-5 0 0,-4 5-1 16,0 0 2-16,5-6 1 0,-5 6-3 0,0 0 8 16,1-7 2-16,-1 7 2 0,0 0 7 0,4-4-1 15,-4 4 1-15,0 0-1 0,0 0 2 0,0 0-5 16,0 0 1-16,0 0-1 0,0 0-1 0,0 0-9 16,0 0 0-16,0 0 3 0,0 0 1 0,0 0-1 15,0 0 3-15,0 0 2 0,0 0-4 0,0 0 2 16,0 0 3-16,0 0-8 0,4 20 6 0,-3-15-1 15,-1-5 2-15,2 12-3 0,-1-4 5 0,-1 2 6 16,1-2 8-16,0 2-10 0,1-1-1 0,-1 3-6 16,1-3 5-16,-4 2-3 0,2-2 5 0,-1 1-6 15,1 2 4-15,0-2-6 0,0 0 5 0,-2 0-7 16,1 0 9-16,0-2-7 0,-2-1 4 0,3 3-3 16,-4-1 6-16,4 1 3 0,-2-4 3 0,1 1 7 15,-2 1-13-15,0 0-1 0,1-2-1 0,2-6-4 16,-4 14 3-16,3-7 2 0,-3 0-2 0,1 1-4 15,3-8 4-15,-3 11-4 0,1-3 5 0,0-1 0 16,2-7 4-16,-3 13 0 0,1-5 3 0,0-1-7 0,0 0 3 16,-1 0 6-16,2 0-8 0,1-7-8 15,-3 13 3-15,3-7 0 0,-3 1 3 0,3-7-9 16,-3 12 2-16,3-12-2 0,-1 9 0 0,1-9 1 16,-1 11 2-16,1-11-5 0,-3 8 3 0,3-8-2 15,-1 8-3-15,1-8 4 0,0 0 2 0,0 0-7 0,0 0 7 16,-2 6 0-16,2-6-3 0,0 0 2 15,0 0 0-15,0 0 2 0,0 0 1 0,-2 7-6 16,2-7 8-16,0 0-7 0,0 0 1 0,0 0 3 16,0 0-8-16,0 0 6 0,0 0 0 0,0 0-4 15,0 0 2-15,0 0-7 0,0 0 4 0,0 0-14 0,0 0 1 16,0 0-14-16,0 0-13 0,0 0-9 16,0 0-16-16,0 0-14 0,0 0-14 0,-14-12-11 15,14 12-78-15,-2-8-197 0,2 8 87 0</inkml:trace>
  <inkml:trace contextRef="#ctx0" brushRef="#br0" timeOffset="139955.78">2968 10994 47 0,'0'0'65'0,"0"0"-8"0,0 0-1 16,0 0-3-16,0 0 3 0,-2 20 0 15,1-12-2-15,1 5-4 0,-2-3-3 0,1 3 3 0,0 2-11 16,1 0 2-16,-3 2-12 0,3 0 0 0,-1 0-1 16,0-1 3-16,-1 1-3 0,2-4-11 0,-1-1 8 15,0 1-3-15,-1-3-10 0,1 1 6 0,1 1-4 16,-3-4 1-16,3 0-7 0,0 1 10 0,0-9-10 15,0 14 3-15,0-7 0 0,2 0-13 0,-2-7-5 16,-2 15-16-16,1-7-6 0,-1 0-22 0,-2 0-17 16,4-8-13-16,-4 12-42 0,0-5-133 15,-1-3 60-15</inkml:trace>
  <inkml:trace contextRef="#ctx0" brushRef="#br0" timeOffset="160343.25">7519 3639 2 0,'-9'-5'3'0,"9"5"3"0,-6-2-3 0,6 2 3 15,0 0-4-15,-13-2-2 0,13 2 3 0,0 0-1 0,-13 0 1 16,13 0 0-16,0 0-3 0,-12 0-3 0,12 0 3 15,0 0 0-15,-14 0 6 0,14 0-3 0,-11 0-6 16,11 0 6-16,-11 0 3 0,11 0-4 0,-10-2 4 16,10 2 0-16,-12-1 4 0,12 1-3 0,-10-2 6 15,10 2 3-15,-9-2 2 0,9 2 1 0,-7-3-1 16,7 3 7-16,-8-3-5 0,8 3 3 0,0 0-1 16,-9-3 1-16,9 3-1 0,-5-4 0 0,5 4-4 15,0 0-3-15,-7-3 9 0,7 3-6 16,0 0 3-16,0 0 2 0,-6-4-3 0,6 4-1 15,0 0 0-15,0 0-3 0,0 0-6 0,0 0-3 16,0 0 2-16,0 0 4 0,-8-5-5 0,8 5-2 0,0 0-1 16,0 0 5-16,0 0-6 0,0 0 3 0,0 0 3 15,0 0-13-15,0 0 9 0,0 0-6 0,0 0 8 16,0 0-9-16,0 0 3 0,0 0-5 0,0 0 8 16,19-5-5-16,-19 5-2 0,9 0 7 15,-9 0-7-15,13-2 6 0,-13 2-6 0,13 0 2 0,-5 0 3 16,2-2 10-16,0 2-15 0,3-1 2 0,5 0-2 15,1-1 4-15,-3 1 1 0,5 0 0 0,-2 1-7 16,1-1 8-16,1-2-7 0,-1 3 2 0,2-1-1 16,7 2 2-16,-7-1-3 0,-1-1 1 0,-2 1 5 15,2 0-5-15,-1 0 1 0,-2 0 2 16,1 0 0-16,-7 0 3 0,0 0-13 0,2 0 10 0,-4 1-2 16,3-1 1-16,-7 0 5 0,2 0-3 0,-8 0-1 15,14-1-6-15,-14 1 8 0,14 0-4 16,-6 0 2-16,3-1 3 0,-2-1-6 0,2 1 4 0,-1 1 10 15,0-1-10-15,-10 1-8 0,13 0 6 0,-7-1 5 16,-6 1-6-16,13-1-2 0,-13 1 6 16,8-1-11-16,-8 1-14 0,0 0-7 0,0 0-7 15,10 1-10-15,-10-1-2 0,4 4-29 0,-4-4-81 16,0 0 37-16</inkml:trace>
  <inkml:trace contextRef="#ctx0" brushRef="#br0" timeOffset="161417.29">6414 3373 25 0,'0'0'27'15,"0"0"2"-15,0 0 2 0,0 0-1 0,0 0-1 16,0 0-4-16,0 0 2 0,0 0 1 0,0 0-12 16,0 0 1-16,0 0-3 0,0 0 3 0,0 0-10 15,0 0 4-15,28-14-6 0,-15 10 0 0,-2 1 1 16,2 0-2-16,1 0-10 0,-2 1-7 0,0-1-7 15,0 1-33-15,-1 1-56 0,1 0 25 0</inkml:trace>
  <inkml:trace contextRef="#ctx0" brushRef="#br0" timeOffset="162081.81">6493 3325 32 0,'0'0'49'0,"0"0"2"16,0 0-13-16,0 0-9 0,0 0 0 15,0 0 0-15,-9 16 1 0,9-16-7 0,-4 14-2 0,4-14-3 16,-2 17-4-16,1-7 0 0,-1 0 0 15,0 1-6-15,0 0 2 0,1-1-3 0,1-10 5 16,0 22-6-16,-1-13-1 0,-1 2 2 0,2-11 0 0,-1 19 1 16,2-9-4-16,-1-10 1 0,-1 17-1 15,1-9-1-15,0-8 4 0,0 16-2 0,1-7-2 16,-1-9-1-16,2 14 3 0,-2-14-4 0,-2 14 3 16,2-14 0-16,-1 12-1 0,1-12-1 0,-1 13 1 15,1-13-3-15,-1 10 2 0,1-10-2 0,0 0 2 16,-3 12 3-16,3-12 1 0,0 0-3 0,-3 8-1 15,3-8 2-15,0 0-1 0,0 0-3 0,0 0 4 16,0 0 3-16,0 0 2 0,-2 11-4 0,2-11-2 16,0 0 2-16,0 0 0 0,0 0-4 0,0 0 2 15,0 0 2-15,0 0-3 0,0 0-3 0,0 0 11 16,0 0-11-16,0 0-3 0,0 0-2 0,0 0 4 16,0 0-1-16,0 0-4 0,0 0 1 0,0 0-3 15,0 0 5-15,0 0-6 0,0 0 3 0,0 0-3 16,0 0 1-16,0 0 4 0,0 0 2 0,0 0-6 15,0 0 4-15,-14 2 2 0,14-2-4 0,0 0 7 16,0 0-7-16,0 0 3 0,0 0 2 0,0 0-3 16,0 0 1-16,0 0 3 0,-22-8-3 0,22 8 8 15,0 0-3-15,0 0 2 0,-11-1-7 0,11 1 0 16,0 0 4-16,0 0 3 0,0 0-6 0,0 0 4 16,-12-4-3-16,12 4 4 0,0 0 4 0,0 0 5 15,0 0-7-15,0 0 2 0,0 0-7 0,0 0 5 16,0 0-1-16,0 0 0 0,0 0-3 15,0 0 0-15,0 0 3 0,0 0-3 0,0 0 5 16,0 0-3-16,0 0-1 0,0 0-1 0,37-5-8 16,-24 5-13-16,0-2-10 0,-2 2-45 0,3-1-81 15,-1 1 35-15</inkml:trace>
  <inkml:trace contextRef="#ctx0" brushRef="#br0" timeOffset="162850.41">6662 3447 38 0,'0'0'56'0,"0"0"-5"0,0 0-2 15,-9-6-1-15,9 6-8 0,0 0-5 0,0 0-6 16,0 0 2-16,-13-2-11 0,13 2 3 0,0 0-3 15,0 0-5-15,0 0-1 0,0 0-5 0,-15 10 2 16,15-10-2-16,-9 8 1 0,4-2-6 0,5-6 2 16,-9 12 0-16,4-5-3 0,-1 3-1 15,3-1 1-15,-1 0 4 0,0 1-4 0,1 0 0 16,0 1 1-16,1 0 0 0,1 0-5 0,1-11 1 16,1 20 2-16,-1-20-5 0,-2 22 6 0,3-12 0 15,-1-10-2-15,3 27-1 0,-1-16 5 0,-2 1-7 0,0-12 1 16,0 20 4-16,1-7-3 0,-1-13 1 15,-1 23 0-15,-1-11 3 0,2-12-2 0,-2 23 0 16,0-13 1-16,2-10-3 0,-3 17 6 0,3-17-6 16,-4 17 7-16,4-17-7 0,-4 14-10 0,4-14-9 15,-5 13-9-15,5-13-13 0,-5 10-8 0,5-10-25 16,-7 13-80-16,7-13 35 0</inkml:trace>
  <inkml:trace contextRef="#ctx0" brushRef="#br0" timeOffset="163608.18">6687 3747 29 0,'0'0'38'0,"4"16"-2"0,-4-16-3 15,0 12-3-15,0-12 3 0,0 0 5 0,1 12 12 16,-1-12 0-16,0 0 15 0,0 0 0 0,0 0 2 0,0 0-13 16,0 0 3-16,-11 8-15 0,11-8 0 15,0 0-7-15,0 0 0 0,0 0-1 0,0 0-6 16,-10-27-3-16,10 27-1 0,-2-16-11 0,2 16-4 15,3-18-4-15,-3 18-3 0,4-20-3 0,0 10-1 16,2-1 1-16,-1 2-3 0,-5 9-3 0,12-14 3 16,-7 9 4-16,0 0-3 0,-5 5-5 0,10-7 2 15,-10 7-4-15,13-4 3 0,-13 4 2 0,11 0 4 16,-11 0-3-16,0 0-3 0,22 8 3 0,-22-8 3 16,14 9-5-16,-9-5 1 0,-5-4 1 0,12 14 5 15,-7-7-9-15,-5-7 10 0,6 11-2 0,-6-11-1 16,4 13-3-16,-4-13 4 0,3 10-4 0,-3-10 0 15,0 0 4-15,0 0 5 0,-2 15-1 16,2-15 3-16,0 0-1 0,0 0-6 0,0 0 2 0,0 0-1 16,0 0 5-16,0 0-4 0,0 0 2 15,0 0 1-15,0 0 3 0,0 0-3 0,0 0-9 16,0 0 0-16,0 0-3 0,0 0-3 0,0 0-3 16,0 0 1-16,0 0-3 0,0 0 6 0,0 0-1 0,0 0-1 15,3-33-2-15,-3 33 2 0,10-3 4 0,-10 3 1 16,9-3-2-16,-9 3 2 0,0 0-7 0,15-2 4 15,-15 2 0-15,0 0 2 0,12 5-4 0,-12-5 11 16,8 11-10-16,-8-11 4 0,5 9 4 16,-5-9 0-16,1 15-6 0,-1-15 7 0,-1 20 0 15,1-20 1-15,-3 19-10 0,-1-9-16 0,4-10-11 16,-5 17-15-16,1-7-38 0,-1 2-97 0,5-12 43 16</inkml:trace>
  <inkml:trace contextRef="#ctx0" brushRef="#br0" timeOffset="163979.15">7011 3666 12 0,'0'0'70'0,"0"0"-6"0,0 0-9 0,0 0-6 0,0 0 2 15,-17 25-6-15,17-25-9 0,0 0 4 0,0 20-9 16,0-20-5-16,0 0 0 0,5 21-1 0,-5-21-9 16,4 13-1-16,-4-13-11 0,8 11-6 0,-8-11 2 15,5 8-9-15,-5-8-5 0,0 0 7 0,6 10 4 16,-6-10-3-16,0 0-3 0,0 0 7 16,0 0-1-16,0 0 2 0,0 0-2 0,0 0 3 0,0 0-1 15,0 0-3-15,0 0 4 0,0 0 0 0,0 0 5 16,0 0-2-16,0 0 0 0,0 0-3 15,0 0-3-15,9-23 6 0,-9 23-4 0,0 0 0 16,0 0-5-16,0 0 3 0,0 0 3 0,0 0-3 0,0 0 3 16,0 0-4-16,0 0 2 0,14 18-1 15,-14-18 5-15,4 13 2 0,-4-13-18 0,5 18-20 16,-2-9-41-16,-2-1-80 0,0 3 35 0</inkml:trace>
  <inkml:trace contextRef="#ctx0" brushRef="#br0" timeOffset="164182.68">7183 3745 2 0,'0'0'45'15,"10"10"-19"-15,-10-10-11 0,7 9-15 0,-7-9-15 16,9 12-16-16,-9-12 7 0</inkml:trace>
  <inkml:trace contextRef="#ctx0" brushRef="#br0" timeOffset="164334.25">7144 3763 52 0,'-12'22'35'0,"-5"3"-22"0,2 1-30 15,-5 4-19-15,-3-1 9 0</inkml:trace>
  <inkml:trace contextRef="#ctx0" brushRef="#br0" timeOffset="166219.01">7933 12676 57 0,'0'0'97'0,"0"0"-1"0,0 0-6 0,0 0-13 0,0 0 0 16,0 0-2-16,0 0-7 0,0 0-2 16,0 0-6-16,0 0-1 0,0 0-2 0,0 0-4 15,0 0 3-15,0 0-8 0,0 0 8 0,0 0-9 16,0 0-1-16,0 0 5 0,0 0-2 0,0 0 1 0,0 0-3 16,0 0-5-16,0 0-4 0,0 0-1 0,0 0 1 15,0 0 0-15,0 0-9 0,0 0 0 0,-2-11-3 16,2 11 1-16,0 0-5 0,-4-13-7 15,4 13 3-15,0-13-4 0,1 7-5 0,3-4-9 16,-1 3 4-16,-1-1 4 0,5 0-5 0,-1-1 3 0,-1 1-1 16,4 0 1-16,-1 2-6 0,1 1 6 0,-2 0-1 15,1 3-6-15,2-1 5 0,-3 2-7 0,-7 1 2 16,12 3-3-16,-5 2 3 0,-1 0-1 16,1 1-9-16,-2 2 5 0,2 3-2 0,-3-2 2 0,0 2-4 15,0 0 6-15,-3 0-11 0,2-3 1 0,-3 1 0 16,1 0 3-16,-1 1-4 0,1-4-4 0,-1-6-3 15,0 12-4-15,0-12-3 0,0 8 12 0,0-8-1 16,0 0 0-16,0 9 8 0,0-9-6 0,0 0-2 16,0 0 5-16,0 0 1 0,0 0-14 0,0 0 15 15,0 0-6-15,0 0 5 0,0 0-4 0,-14-23 1 16,13 17 2-16,1-4-8 0,2 0 2 0,-2 10 2 16,3-16 2-16,1 7-19 0,0 1 16 0,0 0 9 15,-2 3-2-15,2 0 1 0,-4 5 3 0,7-7-1 16,-1 4 0-16,-6 3-1 0,9 0 8 0,-9 0-9 15,0 0 5-15,14 3 6 0,-11 1-7 0,1 0 4 16,-1 2 1-16,1 4-9 0,-2-1 9 0,0-2-4 16,0 3-15-16,-1-2-13 0,1 2-15 0,-1-3-16 15,0 3-18-15,2-3-66 0,-3 0-159 0,0-7 70 16</inkml:trace>
  <inkml:trace contextRef="#ctx0" brushRef="#br0" timeOffset="166558.26">8223 12630 5 0,'-9'6'130'0,"4"-3"-23"16,0 1-5-16,5-4-9 0,-6 11-3 0,5-5-13 15,1-6-12-15,-3 13-14 0,3-5 10 0,0-8-22 16,3 10-1-16,-3-10-7 0,4 9-12 0,1-4-3 15,1-2-2-15,0 1-3 0,-6-4-11 0,7 3-6 16,-7-3-8-16,10 0 5 0,-10 0-4 0,11-1 8 16,-11 1-7-16,9-3 2 0,-9 3-4 0,9-4 3 15,-5 0 5-15,-4 4-3 0,9-7 10 0,-9 7-10 16,8-5 12-16,-8 5-2 0,6-3 7 0,-6 3 1 16,0 0-3-16,0 0 5 0,0 0 7 0,10 1 1 15,-10-1 8-15,0 0-13 0,4 14 3 0,-3-9-4 16,-1-5-3-16,3 13-3 0,-3-7-11 0,0 3-25 15,1-2 0-15,-1-7-10 0,2 12-27 0,-1-5-14 0,-1-7-45 16,1 7-136-16,-1-7 61 0</inkml:trace>
  <inkml:trace contextRef="#ctx0" brushRef="#br0" timeOffset="166764.26">8429 12643 1 0,'0'0'124'0,"0"0"-13"16,0 0-3-16,13 4-5 0,-13-4-11 0,8 5-14 15,-3-3-11-15,-5-2-8 0,9 6-14 0,-9-6-25 16,7 5-15-16,-1-4-22 0,-6-1-8 0,11 3-9 16,-5-3-12-16,-6 0-3 0,11 0-10 0,-11 0-39 15,11-4-105-15,-5 3 47 0</inkml:trace>
  <inkml:trace contextRef="#ctx0" brushRef="#br0" timeOffset="166890.46">8557 12608 20 0,'-4'-11'69'0,"4"11"7"0,-2-8-3 16,2 8 5-16,-7-6-11 0,7 6-5 0,-10 2 17 15,10-2-4-15,-18 12 4 0,3-2-8 0,-6 6 1 16,0 2-4-16,-2 3-11 0,-2 0-8 0,1 3-26 16,5-2-26-16,-2 0-29 0,-3 3-25 0,5-3-24 15,-4 0-61-15,1-3-152 0,8-4 68 0</inkml:trace>
  <inkml:trace contextRef="#ctx0" brushRef="#br0" timeOffset="199351.46">7705 7899 16 0,'0'0'43'0,"0"0"-6"0,0 0-4 0,0 0-7 15,0 0-12-15,0 0 2 0,0 0-9 0,0 0-39 16,0 0-35-16,0 0 15 0</inkml:trace>
  <inkml:trace contextRef="#ctx0" brushRef="#br0" timeOffset="-205992.78">3892 7865 6 0,'0'0'17'16,"0"0"2"-16,0 0 4 0,0 0-4 0,0 0 4 15,0 0 1-15,0 0-1 0,0 0-2 0,0 0 1 16,0 0 2-16,0 0 1 0,0 0-1 0,0 0-3 15,0 0 2-15,0 0 3 0,0 0-4 0,0 0 3 16,0 0 0-16,0 0-1 0,0 0-3 0,0 0-2 16,0 0-4-16,0 0 1 0,0 0 2 0,0 0-4 15,0 0 4-15,0 0 0 0,0 0 1 0,0 0-2 16,0 0 7-16,0 0-4 0,0 0-3 0,0 0 3 16,0 0 3-16,0 0-1 0,0 0-2 0,0 0-6 15,0 0 0-15,0 0-1 0,-7-22-5 0,7 22 1 16,0 0 6-16,0 0-9 0,0 0 5 0,0 0-4 15,0-8 0-15,0 8 8 0,0 0 1 0,0 0-5 16,0 0 2-16,0 0-2 0,0 0 1 16,0 0-6-16,-4-8 4 0,4 8-2 0,0 0 3 0,0 0-4 15,0 0 1-15,0 0-13 0,0 0 1 0,0 0 6 16,0 0 3-16,0 0-7 0,0 0 4 0,0 0-4 16,0 0-3-16,0 0 7 0,0 0 1 0,6 27 0 15,-3-17 1-15,-2 2-8 0,3-2 2 16,-2 6 1-16,-2 0-2 0,0-5 6 0,2 3-3 0,-1-2 3 15,0 1-1-15,0-1-7 0,-1-1 5 0,0-2-3 16,3 0 2-16,-2 1 2 0,-1-4-3 0,0-6 3 16,2 12-3-16,-2-12-3 0,0 8 8 0,0-8 3 15,0 0 8-15,-2 9 6 0,2-9 5 0,0 0 11 16,0 0 1-16,0 0-1 0,0 0-2 0,0 0-11 16,0 0 10-16,0 0-10 0,0 0 0 0,0 0-4 15,0 0-3-15,-12-25-4 0,10 18 0 0,1-2-4 16,1 0 6-16,-2-2-8 0,2 2 2 0,-2-2 3 15,1 2-4-15,1-3-5 0,0 2 2 0,-1 0 1 16,1-3 0-16,-2 5-9 0,1-3 5 0,1 3 1 16,0-2 0-16,0-1 2 0,0 0 0 0,0 11-4 15,0-14 2-15,0 6 2 0,0 8-1 0,0-13-5 16,0 13 6-16,0-11-5 0,0 11 3 16,0-11-1-16,0 11 1 0,-1-10-1 0,1 10 2 0,-1-7-5 15,1 7 3-15,0 0 0 0,0 0-2 0,0 0-1 16,1-9-3-16,-1 9 2 0,0 0-3 0,0 0 4 15,0 0 5-15,0 0 0 0,0 0-7 0,0 0-2 16,0 0 6-16,2 26-8 0,-2-16 0 0,2 2 2 16,-1 1 3-16,-2 0 6 0,1 1-3 0,1 3 0 15,-1-6-1-15,0 2-2 0,0-1 5 0,-1-1-3 16,1-1 2-16,0 1-5 0,0 0 7 0,0-4-6 16,0-7 1-16,0 13 4 0,0-7-5 0,0-6 6 15,1 12 2-15,-1-12-7 0,0 7 6 0,0-7-5 16,1 7 1-16,-1-7 0 0,0 0-1 0,0 0 3 15,0 9-1-15,0-9 0 0,0 0 4 0,0 0-2 16,0 0 0-16,0 0 3 0,0 0-2 0,0 0-2 16,0 0 3-16,0 0-3 0,0 0 4 0,2-27-6 15,-2 27 2-15,-2-14-2 0,0 4 1 0,0 2-1 0,1-3 2 16,1 4 0-16,-1-3-2 0,0 2 3 0,1 8 0 16,0-13-2-16,0 13-4 0,0-9 3 15,0 9-2-15,-2-9-1 0,2 9 0 0,0 0-5 16,0 0 3-16,0 0 1 0,0 0-1 0,0 0 5 0,0 0 2 15,0 0-11-15,0 0 9 0,0 0-3 16,2 28 1-16,-2-19-1 0,0 1 1 0,1-1-3 16,-1 0 5-16,0 0 1 0,1-5-4 0,-1-4 3 15,0 12 1-15,1-6-1 0,-1-6 2 0,2 8-2 16,-2-8 0-16,0 0 7 0,0 8-1 0,0-8 3 0,0 0 7 16,0 0-5-16,0 0 2 0,0 0-6 0,0 0 4 15,0 0-3-15,0 0 5 0,0 0 1 16,0 0-1-16,0 0-5 0,-4-28 5 0,3 21-4 15,-1-2 0-15,0-1 3 0,0 1-3 0,0 1-7 0,2 8 0 16,-4-12 2-16,4 6 1 0,0 6 0 0,-4-10-3 16,4 10-4-16,0 0 3 0,-2-10-13 0,2 10-9 15,0 0-6-15,0 0-8 0,0 0-6 16,0 0 5-16,0 0-18 0,0 0-7 0,0 0-2 16,0 0-14-16,0 0-9 0,0 0-9 0,6 29-72 0,-4-21-180 15,-2 1 80-15</inkml:trace>
  <inkml:trace contextRef="#ctx0" brushRef="#br0" timeOffset="-201886.62">3891 7924 3 0,'0'0'31'0,"0"0"1"0,0 0-6 0,0 0-3 16,0 0-1-16,0 0-2 0,0 0-3 0,0 0-3 15,0 0 6-15,0 0-6 0,0 0-6 0,0 0 9 16,0 0-8-16,0 0 4 0,0 0-5 0,0 0 6 16,0 0 11-16,0 0 5 0,0 0-3 0,0 0 3 15,0 0-3-15,0 0-2 0,0 0 8 0,10-21-9 16,-10 21 2-16,0 0 7 0,0 0 7 0,0 0-7 16,-1-10-2-16,1 10 2 0,0 0-6 0,0 0-6 15,-1-10 1-15,1 10 6 0,0 0 0 0,0 0-6 16,0 0 0-16,-2-9-1 0,2 9 0 0,0 0-7 15,0 0-5-15,0 0-1 0,0 0 3 0,0 0-5 16,0 0 0-16,0 0-2 0,0 0 5 0,0 0-8 16,0 0 9-16,0 0-6 0,0 0-1 0,5 25 1 15,-5-25-3-15,2 10-1 0,0-5 6 0,-2-5-11 16,0 10 6-16,0-10 0 0,0 8 12 0,0-8-13 16,0 0 10-16,0 10-2 0,0-10-9 0,3 6 2 15,-3-6 3-15,0 0-11 0,2 6 7 0,-2-6 1 16,0 0-3-16,0 0 3 0,0 0-1 0,4 4 6 15,-4-4-6-15,0 0 10 0,0 0-10 0,0 0 1 16,0 0 4-16,0 0-7 0,0 0 10 0,0 0-8 16,0 0 9-16,0 0 2 0,0 0 0 0,0 0-3 15,0 0 3-15,-9-20-6 0,9 20 0 0,-1-9 1 16,1 9 5-16,-3-8-2 0,3 8-2 0,0 0-3 16,-2-8 4-16,2 8 5 0,-5-7 2 0,5 7-1 15,0 0 0-15,0 0-5 0,0 0-2 0,0 0-9 16,0 0 7-16,-1-7-9 0,1 7 3 0,0 0-1 15,0 0 1-15,0 0 1 0,0 0 1 0,0 0 1 16,0 0-3-16,0 0 4 0,0 0-4 0,7 20-2 16,-7-20 2-16,0 0 4 0,1 10 1 0,-1-10-3 15,2 6 1-15,-2-6 0 0,0 0-3 0,1 7-3 16,-1-7 10-16,0 0-2 0,0 0-3 0,0 0-4 16,0 0 8-16,1 7-3 0,-1-7 9 0,0 0-8 0,0 0 1 15,0 0 4-15,0 0 2 0,0 0 3 0,0 0-4 16,0 0 0-16,0 0 7 0,0 0-5 15,-4-25 2-15,4 25 0 0,-1-11 4 0,1 11-2 16,-2-11 0-16,0 5-6 0,2 6 1 0,-3-10 2 0,3 10-6 16,0 0 5-16,-2-9-4 0,2 9-8 0,0 0 3 15,0 0-6-15,0 0-3 0,-1-6 2 16,1 6-4-16,0 0 6 0,0 0 4 0,0 0-8 16,0 0 5-16,0 0-4 0,0 0 7 0,9 19-2 15,-9-19-3-15,2 9 0 0,-2-9-1 0,0 9 4 0,0-9-5 16,3 7-2-16,-3-7 2 0,3 6-2 0,-3-6-1 15,0 0 1-15,1 7 4 0,-1-7-3 0,0 0-5 16,0 0-7-16,0 0-2 0,0 0 0 16,1 8-4-16,-1-8-10 0,0 0-11 0,0 0-1 15,0 0-9-15,0 0 1 0,0 0-3 0,0 0 2 0,0 0-20 16,0 0-6-16,0 0-46 0,0 0-138 0,0 0 61 16</inkml:trace>
  <inkml:trace contextRef="#ctx0" brushRef="#br0" timeOffset="-190503.26">4039 7935 26 0,'0'0'38'16,"-1"-7"-8"-16,1 7-4 0,0 0-6 0,0 0-4 15,0-9-6-15,0 9-2 0,0 0 5 0,0 0-15 16,-1-8 7-16,1 8-9 0,0 0 10 0,0 0-5 16,0 0-3-16,1-9-2 0,-1 9 2 0,0 0-2 15,3-7 2-15,-3 7-5 0,0 0 6 0,0 0-3 16,0-9 2-16,0 9-9 0,0 0 3 0,0 0-1 15,-2-12 4-15,2 12-4 0,0 0 4 0,-4-5-1 16,4 5 2-16,0 0-6 0,-5-8 2 0,5 8-7 16,-4-5 16-16,4 5-5 0,-5-4-1 0,5 4-7 15,0 0 12-15,-6-7-10 0,6 7 10 0,-4-5-5 16,4 5 4-16,0 0 0 0,-5-7 2 0,5 7-5 0,0 0-3 16,-5-6-5-16,5 6 3 0</inkml:trace>
  <inkml:trace contextRef="#ctx0" brushRef="#br0" timeOffset="-189774.38">3979 7803 11 0,'0'0'8'0,"0"0"6"0,-1-7-2 16,1 7-5-16,0 0-1 0,-3-8 2 0,3 8 4 16,0 0 2-16,0 0 1 0,0 0-1 0,0 0 5 15,0-9 0-15,0 9 2 0,0 0-2 0,0 0-5 16,0 0 12-16,0 0-6 0,0 0-10 0,0 0 8 16,0 0 1-16,0 0 3 0,0-11 1 0,0 11-2 0,0 0-6 15,0 0 2-15,0 0 4 0,0 0-13 16,0 0-4-16,0 0 6 0,0 0 4 0,0 0-2 15,0 0-3-15,0 0-2 0,0 0-2 0,0 0 3 16,0 0-4-16,0 0-1 0,0 0-4 0,0 0-3 16,0 0 6-16,3 24-6 0,-3-24 5 0,1 11-1 0,1-6-3 15,-2-5 3-15,0 13-11 0,1-9 4 0,-1-4 1 16,1 13-3-16,-1-13 0 0,1 9 1 16,-1-9-1-16,2 10 2 0,-2-10 1 0,1 8 1 15,-1-8 1-15,2 8-3 0,-2-8 0 0,0 0-3 0,0 9 4 16,0-9-6-16,0 0-1 0,0 0-3 0,0 0 0 15,-2 8 4-15,2-8 3 0,0 0 1 16,0 0-1-16,0 0 4 0,0 0-3 0,0 0 3 16,0 0-1-16,0 0 5 0,0 0 1 0,0 0-5 15,0 0-1-15,0 0 4 0,0 0-1 0,0 0 4 16,0 0 1-16,0 0-1 0,0 0 7 0,0 0-5 16,0 0-1-16,0 0-2 0,0 0 7 0,0 0-1 0,0 0-2 15,0 0-4-15,-5-23 3 0,5 23 3 16,0 0-1-16,0 0 6 0,0 0-3 0,0-11 11 15,0 11-4-15,0 0-3 0,0 0-3 0,0 0-3 0,0 0 4 16,0 0 1-16,0 0-3 0,0 0-2 0,0 0 0 16,0 0-3-16,0 0 0 0,0 0-1 0,0 0-4 15,0 0 2-15,0 0 5 0,0 0-3 0,0 0-1 16,0 0 0-16,0 0-3 0,0 0 2 16,0 0 4-16,0 0-1 0,0 0-4 0,0 0 2 0,0 0-2 15,0 0-1-15,0 0 1 0,0 0 3 0,7 22 2 16,-7-22-4-16,0 0 3 0,0 0-3 15,0 0 3-15,0 0 3 0,0 0-6 0,0 0 5 16,0 0-3-16,0 0 8 0,0 0-2 0,0 0 0 0,0 0 4 16,0 0-2-16,0 0 2 0,0 0 0 0,0 0-9 15,0 0 4-15,0 0-3 0,0 0 1 0,0 0-1 16,0 0 4-16,-10-20 3 0,10 20-6 0,0 0-1 16,-4-7 6-16,4 7-4 0,0 0 5 15,-5-6-3-15,5 6 5 0,0 0-4 0,-2-8-2 0,2 8 4 16,0 0-4-16,0 0 4 0,0 0-6 0,0 0-3 15,-4-5-4-15,4 5 5 0,0 0 1 0,0 0-6 16,0 0-3-16,0 0-5 0,0 0-3 0,0 0-3 16,0 0-6-16,0 0-3 0,0 0-2 0,0 0-10 15,0 0-2-15,0 0-6 0,0 0-30 0,0 0-82 16,-2 22 36-16</inkml:trace>
  <inkml:trace contextRef="#ctx0" brushRef="#br0" timeOffset="-189110.43">3949 7854 22 0,'0'0'37'0,"0"0"-7"0,0 0-4 0,0 0-4 0,0 0 1 15,0 0-4-15,0 0-1 0,0 0-4 0,0 0 0 16,0 0-1-16,0 0-1 0,0 0-5 0,0 0 1 16,0 0 2-16,0 0-4 0,10 20 3 0,-10-20-4 15,2 12-2-15,-1-5 5 0,-1-7-2 0,3 13-2 16,-2-4 3-16,1-2-5 0,-1-1 2 0,-1-6-2 15,0 13 5-15,1-8-8 0,-1-5 2 0,2 9-1 16,-2-9 7-16,1 9-1 0,-1-9-8 0,2 6 5 16,-2-6-4-16,0 0 10 0,0 0-1 0,2 7-5 15,-2-7 7-15,0 0-2 0,0 0 7 0,0 0-2 16,0 0-5-16,0 0 0 0,0 0-2 0,0 0 2 16,0 0-2-16,0 0 0 0,0 0-1 0,0 0 1 15,-9-23-1-15,9 23-2 0,-3-9 2 0,3 9-6 16,-4-10 2-16,4 10 1 0,-2-10 2 0,2 10-2 15,0 0 9-15,-3-8-9 0,3 8 0 0,0 0-2 16,-2-6 0-16,2 6-2 0,0 0-1 0,0 0 0 16,0 0 0-16,0 0 4 0,0 0-3 0,0 0 1 15,0 0 3-15,0 0-7 0,0 0 7 0,0 0-5 16,0 0 3-16,0 24 3 0,0-24-5 0,0 0-1 16,0 11 2-16,0-11-1 0,0 0-4 0,1 9 3 15,-1-9 3-15,0 0 3 0,0 0 3 0,-1 9-9 16,1-9 2-16,0 0-1 0,0 0-1 0,0 0 4 15,0 0 1-15,0 0 1 0,0 0-2 0,0 0 1 16,0 0 1-16,0 0-3 0,0 0 3 0,-11-19-2 16,11 19 5-16,-2-10-4 0,2 10 8 0,-3-10-7 15,3 10 1-15,-4-8-1 0,4 8 3 0,-3-6-7 16,3 6 0-16,0 0-4 0,-3-6-10 0,3 6-2 16,0 0-2-16,0 0-9 0,0 0-6 0,0 0 0 15,0 0-29-15,0 0-66 0,0 0 29 0</inkml:trace>
  <inkml:trace contextRef="#ctx0" brushRef="#br0" timeOffset="-162950.57">3877 7840 31 0,'0'0'33'0,"0"0"-5"0,0 0-2 0,0 0-7 16,0 0-3-16,0 0-1 0,0 0 0 0,0 0-1 16,0 0 2-16,0 0-6 0,0 0 5 0,3 27-5 15,-3-20 12-15,1 3-12 0,-2-1-3 0,2 3 1 16,-1-3-1-16,0 2 1 0,0 0-1 0,-1 0-4 15,1-1 0-15,0 0 3 0,-2 0-1 0,2-1 5 16,2-2-5-16,-2 0-3 0,0-7 1 0,0 14 0 16,0-8 1-16,0-6 1 0,1 9-2 0,-1-9-1 15,0 9 9-15,0-9-6 0,0 0-2 0,0 0 1 16,0 7 0-16,0-7 3 0,0 0 9 0,0 0 2 16,0 0-3-16,0 0-3 0,0 0-2 0,0 0 1 15,0 0 0-15,0 0 2 0,0 0 2 0,0 0-7 16,1-25 5-16,-1 15-1 0,-1 0-6 0,2 0 1 15,-2-1 2-15,1 0-2 0,-3 0-3 0,3 2 5 16,-1-1-2-16,1-1-7 0,-3 2 3 0,3 9-3 16,0-15 7-16,0 8-3 0,0 7-4 0,-2-12 2 15,2 12 0-15,0-8-3 0,0 8-2 0,0 0-1 16,0 0 2-16,0-9 2 0,0 9 3 0,0 0-9 16,0 0 1-16,0 0 5 0,0 0 1 0,8 19-1 15,-7-12 2-15,0 2-5 0,0 1 4 0,-1-1-5 16,3 1 5-16,-2-2-3 0,1 2 3 0,-1-4-2 15,0 2 4-15,-1-8-4 0,0 11 0 0,3-5 4 16,-3-6 2-16,0 10-2 0,0-10-2 0,3 6-2 16,-3-6-4-16,0 0 6 0,2 10 3 0,-2-10-1 15,0 0-2-15,0 0 6 0,0 0-1 0,0 0-1 16,0 0 3-16,0 0 2 0,0 0-5 0,0 0 2 16,0 0-1-16,0 0-2 0,-9-24 5 0,9 24-8 15,-3-11 0-15,1 5 0 0,2 6 4 0,-4-10-3 16,4 10-2-16,-1-6-10 0,1 6-15 0,0 0-19 15,-4-7-14-15,4 7-36 0,0 0-101 0,0 0 45 16</inkml:trace>
  <inkml:trace contextRef="#ctx0" brushRef="#br0" timeOffset="-29440.02">7688 4514 19 0,'0'0'53'0,"0"0"4"16,0 0-12-16,0 0 4 0,0-11-6 0,0 11 0 15,0 0 7-15,0 0-8 0,0 0-4 0,0 0 0 16,0 0-9-16,-1-8-1 0,1 8-6 0,0 0 2 0,0 0-5 16,0 0-5-16,0 0 1 0,0 0 4 15,0 0-6-15,0 0 8 0,0 0-12 0,0 0 8 16,0 0-8-16,0 0 8 0,0 0-15 0,0 0 9 16,0 0-3-16,0 0 0 0,0 0-2 0,0 0 9 15,0 0-9-15,0 0-4 0,0 0 9 0,0 0-11 0,0 0 5 16,0 0 8-16,0 0-12 0,0 0 1 15,0 0 0-15,0 0 0 0,0 0-2 0,0 0 9 0,0 0-4 16,0 0 6-16,0 0-5 0,0 0 5 16,0 0-5-16,0 0 2 0,0 0 3 0,0 0 1 15,0 0-1-15,0 0-6 0,0 0 2 0,0 0-4 16,0 0-6-16,0 0 6 0,0 0-1 0,0 0-2 16,0 0 9-16,0 0-3 0,0 0-6 0,0 0-3 15,0 0 3-15,0 0 8 0,0 0 1 0,0 0-6 0,0 0-5 16,0 0 6-16,0 0-4 0,0 0 16 15,0 0-19-15,0 0-1 0,0 0 1 0,0 0 0 16,0 0 2-16,0 0-6 0,0 0 5 0,0 0-12 0,0 0 15 16,0 0 2-16,0 0-12 0,0 0 8 15,0 0-8-15,0 0 7 0,0 0 0 0,0 0-3 16,2 25-3-16,-2-25-4 0,0 0 10 0,3 7-10 16,-3-7 14-16,0 0-17 0,0 0 0 0,0 0 3 15,0 0-1-15,2 5-7 0,-2-5-5 0,0 0-9 0,0 0 0 16,0 0-16-16,2 10 7 0,-2-10-3 0,0 0-5 15,0 0 2-15,1 8-32 0,-1-8 70 0,0 0-55 16,0 0-71-16,0 0 32 0</inkml:trace>
  <inkml:trace contextRef="#ctx0" brushRef="#br0" timeOffset="-29227.18">7693 4568 87 0,'0'0'-6'0,"0"0"1"0,0 0-2 0,0 0 0 0,0 0-4 16,0 0-11-16,0 0 5 0</inkml:trace>
  <inkml:trace contextRef="#ctx0" brushRef="#br0" timeOffset="-27311.15">7615 5141 30 0,'0'0'46'0,"0"0"-18"0,0 0-13 0,4-7-5 15,-4 7-7-15,0 0-10 0,0 0-3 0,6-5 4 16,-6 5-13-16,0 0-19 0,0 0 9 0</inkml:trace>
  <inkml:trace contextRef="#ctx0" brushRef="#br0" timeOffset="-25559.17">7694 5014 30 0,'0'0'40'0,"-6"-7"5"15,6 7-7-15,0 0-3 0,0 0-1 16,0 0-3-16,0 0 0 0,0 0-1 0,0 0-10 15,-6-3 2-15,6 3 4 0,0 0-13 0,0 0-3 16,0 0 1-16,0 0 0 0,0 0-1 0,0 0 1 0,0 0 1 16,0 0-5-16,0 0-1 0,0 0-1 0,0 0-3 15,0 0 5-15,0 0-5 0,0 0 8 16,0 0 3-16,0 0-2 0,0 0 8 0,0 0-1 16,0 0-6-16,0 0 9 0,0 0-4 0,0 0-11 15,0 0 8-15,0 0 12 0,0 0-13 0,0 0 3 16,0 0-3-16,0 0-5 0,0 0 1 0,0 0 9 15,0 0-4-15,0 0-8 0,0 0 1 0,0 0-2 0,0 0-6 16,0 0 2-16,0 0-6 0,0 0 2 0,0 0 6 16,0 0-4-16,0 0-4 0,0 0 6 15,0 0-5-15,0 0 2 0,0 0-3 0,0 0 6 16,0 0 2-16,0 0-1 0,6 24-4 0,-4-19 2 16,-2-5 3-16,2 8-1 0,-2-8-1 0,4 9 0 15,-3-4-4-15,-1-5 2 0,4 12 1 0,-3-7 3 16,-1-5-5-16,3 12 3 0,-2-7-7 0,-1-5 5 15,3 12 3-15,-2-6 6 0,0 1-4 0,-1-7-1 16,1 13 7-16,1-6-7 0,-2-2 2 0,0-5-4 16,0 14-3-16,2-8 7 0,-2 3-1 0,0 1 6 15,0-3-3-15,1 1-5 0,-1 1 10 0,2-2-5 16,-2-7 2-16,0 16 3 0,0-7-5 0,1 0 2 16,-1-1-3-16,0-8 2 0,-1 13-2 0,1-6 2 15,0-7 2-15,1 17 0 0,-1-17-5 0,0 17 3 16,0-10-4-16,0-7 1 0,0 13 0 0,0-13 5 15,0 17-3-15,-1-9-3 0,2 2-9 0,-1 0 14 16,1-2-11-16,-1-8 2 0,0 17 0 0,0-10 4 16,0 1 6-16,0 0-10 0,1 1 10 0,-1 2-3 15,0-2-3-15,0 3-11 0,0-3 10 0,0 2 3 16,-1-1 3-16,-1 2 10 0,0-2-4 0,-1 0-13 16,0 2-5-16,1-3 4 0,-2 2 0 0,1-1 3 15,0-2-6-15,1 2 15 0,-2-2 1 0,1-1 6 16,1-1-17-16,1 2 2 0,1-8 1 0,-4 11-9 15,4-11 8-15,-4 10-2 0,3-7-10 0,1-3 10 16,-1 12-10-16,1-12 11 0,-2 10-4 0,2-10 2 16,-2 9 9-16,2-9-15 0,-3 11 3 0,2-6 1 15,1-5-2-15,-1 10 8 0,1-10-7 0,0 10 1 16,-2-3 8-16,2-7-5 0,0 13-3 0,0-6-3 16,0-7 3-16,0 13 1 0,0-13 4 0,0 10-1 15,0-10-4-15,2 12-1 0,-2-12 8 0,-2 9-12 16,2-9 7-16,0 10-1 0,2-3 1 0,-2-7 16 15,1 10-17-15,-1-10-5 0,0 11 0 0,0-11 0 16,0 9-2-16,0-9 9 0,0 8-6 0,0-8 3 16,1 7 0-16,-1-7 0 0,0 0 2 0,0 0 2 15,0 0 9-15,0 0-7 0,0 8-3 0,0-8-3 16,0 0 5-16,0 0-6 0,0 0-7 0,0 0 2 16,0 0 1-16,0 0-6 0,-2-29 5 0,2 21 4 15,0 8-9-15,0-18 3 0,-2 9-2 0,2-2-9 16,0 0 1-16,-1 1 3 0,0 0-6 0,1-2 25 15,1-5-20-15,0 2 8 0,1 0-2 0,-1 2 2 16,0-3-1-16,2 4 1 0,-2-1 3 0,0 1 0 16,2 1-5-16,-3-6 4 0,1 5 4 0,2 1-4 15,-3 1 3-15,0 0-1 0,1 1 0 0,-1-1-1 16,0 3 7-16,0-2-1 0,0 9 8 0,-1-10 0 16,1 10 1-16,0-10-2 0,0 10 8 0,0 0-6 15,-2-10 4-15,2 10-6 0,0 0 2 0,0 0 4 16,0 0-13-16,0 0 7 0,0 0-2 0,-1-9-4 15,1 9-1-15,0 0 9 0,0 0-14 0,0 0 3 16,0 0 2-16,0 0 4 0,0 0 9 0,0 0-17 16,0 0 8-16,0 30 1 0,1-24-10 0,-1-6 10 15,0 13 1-15,0-7-4 0,2 5 8 0,-2-1-4 16,-2 1-14-16,4 2 19 0,-4-3 9 0,2 1-8 16,0 2-6-16,0-1 7 0,0 3-5 0,2-2 5 15,-2 0-2-15,1 1 1 0,1-3-4 0,0 3 4 16,-1 2-1-16,1 0-1 0,-2-3-2 0,2-1 5 15,-1 5-6-15,3-1 6 0,-3-1-8 0,-1 1 6 16,3-1-2-16,-2-2 2 0,0 3 0 0,2-3 1 16,-2 0-2-16,1 3-2 0,-1-1-9 0,0 2 14 15,-1-6-17-15,1 4 6 0,-1-2 6 0,4 3-1 16,-4 0-8-16,1 0 4 0,-1 0 4 0,2 0-2 16,-2 1 2-16,1 2 4 0,0-3 2 0,-2 3 5 15,1-2-11-15,-1 2 0 0,1-2-5 0,1 1 10 16,-2-3-18-16,1 2 5 0,2-1 6 0,-1-1-3 15,1 2-5-15,-1 0 6 0,0 0-2 0,1-1-2 16,-1 2 5-16,0-3 0 0,3 0-3 0,-3 4-1 16,-1-3 7-16,0 0-6 0,3 0-4 0,-2 1 6 15,0-2-3-15,-1 2 3 0,2-1-4 16,-2-5-1-16,1 3 5 0,-1-1-3 0,1-1 3 0,2 0 2 16,-2 0-6-16,0 4 2 0,0-3-6 0,1-1 6 15,-1-1-5-15,-1 3 9 0,3 1-1 0,-2 2 1 16,-1-2-5-16,1 1 10 0,-1 1-4 0,2-2-1 15,-1 0 0-15,-1 1-2 0,1-3 0 0,0 3-2 16,-2 1 3-16,2 0-6 0,-1-1-3 0,2-3 8 16,-1 3 1-16,-1-3 5 0,0 3-10 0,1 1 3 15,-1-1 0-15,0-5 4 0,0 0-6 0,2-1 4 16,-2 2-6-16,0-1 5 0,1-1-4 0,0 2 4 16,3-2-3-16,-4 0-1 0,4 0 2 0,-2 1-4 15,-2-2 2-15,1 1 3 0,1 1-3 0,-1-4 3 16,0 6-1-16,1-6-4 0,0 5 2 0,-1-1-3 15,1-1 3-15,-1 1 5 0,0-1-5 0,1 2 1 16,0-1 0-16,1 2 0 0,-2-2 5 0,2 0-3 16,-1 2 0-16,1-1-3 0,-1-2 0 0,-1 1 2 15,2 0 2-15,0 0-2 0,-3-2-2 0,1 0 4 16,-1 1-5-16,2 0 4 0,0-3-2 0,0 3 2 16,0-4-2-16,-1 1-2 0,-1-7-3 0,1 13-11 15,-1-13 8-15,4 12-14 0,-4-12-10 0,4 7 4 16,-4-7-6-16,0 0 6 0,0 0-9 0,6 7-1 15,-6-7-14-15,0 0-30 0,0 0 4 0,0 0-7 16,12-15-5-16,-8 8-96 0,-1-1-201 0,0-4 88 16</inkml:trace>
  <inkml:trace contextRef="#ctx0" brushRef="#br0" timeOffset="-24682.01">7817 6819 30 0,'-5'-15'97'0,"2"7"-4"0,3 8-18 0,-5-11 1 16,5 11-4-16,-2-11-5 0,2 11-6 0,0 0-2 15,-4-11-13-15,4 11 1 0,0 0-13 16,0 0-3-16,-5-7 8 0,5 7-13 0,0 0 3 0,0 0-8 15,0 0 1-15,0 0-4 0,0 0-5 0,0 0 2 16,0 0 1-16,0 0-7 0,-5 29-6 0,5-29 4 16,-3 11-3-16,3-11 8 0,0 13-8 0,0-13 1 15,-1 16-5-15,1-16 10 0,0 15 2 0,0-15-13 16,-2 17 6-16,2-17-3 0,0 13 0 16,0-4 1-16,0-9-6 0,0 21 3 0,0-12 7 0,2 0 9 15,-2-9-11-15,-2 19-2 0,2-11-14 0,0-8 1 16,-1 12 0-16,0-2-13 0,1-10-1 0,-1 12 6 15,1-12 0-15,-4 13-9 0,4-13-4 16,-1 10 7-16,1-10-3 0,0 0 1 0,-4 9 4 16,4-9 6-16,0 0-6 0,0 0-1 0,0 0-5 15,0 0 5-15,0 0 2 0,-17-18 0 0,17 18 3 0,-5-21 3 16,1 10 3-16,3-5 0 0,-3 2 6 16,3-2-2-16,-2 3 6 0,2-3-1 0,-3-2-3 0,2 7 10 15,-1-1 9-15,0-1 3 0,1 3-1 16,-2-2-1-16,0 1 14 0,1 3-2 0,0-2-2 15,0-1 4-15,3 11-2 0,-5-14 7 0,5 14 5 16,-4-11-4-16,4 11 8 0,-2-10-17 0,2 10 2 0,0 0-1 16,-4-8-3-16,4 8-3 0,0 0-14 15,0 0 2-15,0 0 4 0,0 0 2 0,0 0-13 16,0 0-1-16,0 0-3 0,0 0 7 0,0 0-2 16,0 0 0-16,0 0 3 0,0 0-3 0,-10 30 4 15,10-19 9-15,0-11-13 0,0 21 1 0,0-8 8 16,1 0-14-16,0 7 2 0,-1-4 3 0,3 3 3 15,-1 0-2-15,1 1-8 0,-1 6 6 0,1-7-5 16,0 5 5-16,-1-5-5 0,-1 0-1 0,3 6 8 16,-1 1-16-16,0-7 18 0,-1 1 0 0,3-1-6 15,-2-3-2-15,-1 2-8 0,2 3 10 0,1-5 0 16,-1 0 2-16,1 0 3 0,-1 3-2 0,1-1-4 0,-1-1 4 16,0 3 4-16,0-3 0 0,1 0-6 0,-3-1 1 15,1 2-2-15,-1-1 7 0,1 0-5 16,-1 2-3-16,0-1-2 0,-2-2 6 0,0 1 4 15,-2 4-2-15,2-6-3 0,0 3 8 0,0-4-14 16,0 5 2-16,-2-3 1 0,2-1 0 0,0-15-5 16,-3 21 10-16,3-10-7 0,0 0 9 0,-1 0 1 15,2-1-3-15,-1-10-4 0,0 18 2 0,0-18 16 16,2 13-16-16,-2-13-10 0,0 10 8 0,0-10-5 16,0 0 10-16,5 13 3 0,-5-13-12 0,2 8-4 15,-2-8-10-15,4 7 3 0,-4-7 2 0,0 0-8 16,0 0 7-16,5 4-8 0,-5-4 4 0,0 0-1 15,0 0-6-15,0 0 3 0,0 0-15 0,0 0-8 0,0 0-15 16,0 0-5-16,0 0-58 0,0 0-132 16,14-16 59-16</inkml:trace>
  <inkml:trace contextRef="#ctx0" brushRef="#br0" timeOffset="-23293.88">7766 7242 11 0,'-4'-10'95'0,"-2"0"-4"0,0 0-6 0,3 1 6 15,-2-1 2-15,5 10-13 0,-7-10 14 0,7 10-22 16,-5-9-13-16,5 9-6 0,-5-7-5 0,5 7-3 16,0 0-6-16,0 0-3 0,0 0-6 0,0 0-2 15,0 0 1-15,-9 26-2 0,9-10 2 0,1 0-3 16,-2 5 4-16,1 6-5 0,3-1 5 0,-2 2-1 15,0-1-6-15,-1 0-4 0,3 2 9 0,-1-1-11 16,1-3 0-16,-1 0-10 0,1 3 9 0,1-2-8 16,-2 2 1-16,5-3 5 0,-5-6-9 0,2 5 4 15,0-6-3-15,-1 0 4 0,0 0 10 0,-1-1-14 16,0-1 2-16,0 0 0 0,-1 1 4 0,0-6-6 16,-1 0-6-16,0-1 0 0,0-10-9 0,1 15-2 15,-1-15 3-15,3 9-6 0,-3-9 5 0,0 0 10 16,0 11-10-16,0-11-5 0,0 0-6 0,0 0-10 15,0 0-4-15,0 0-2 0,0 0-18 0,0 0 1 16,0 0-2-16,0 0 4 0,-4-41-3 0,5 26 3 16,1-3 4-16,-2-1 0 0,-2 2-4 0,2-2 3 15,0 0 3-15,-1-7-4 0,-1 7 1 0,2-1 7 16,0-4 9-16,-2 6 29 0,1-2-7 0,-2 1 0 16,2 2-7-16,-1-2-2 0,-1-8 6 0,-1 9 1 15,0 1 5-15,2-3 14 0,-3 0-7 0,1 1 6 16,0 0 11-16,0 1 17 0,-1 0-15 0,1 1 0 15,0 1 0-15,1 0 19 0,-1 4-12 0,1 1-4 16,1 2 15-16,2 9-2 0,-4-13 6 0,4 13-2 16,-3-10 4-16,3 10-12 0,0 0-7 0,-5-7-3 15,5 7-11-15,0 0 3 0,0 0 1 0,0 0 3 16,-4 28-4-16,5-10 5 0,1 5 12 0,-1 3-5 16,2 2 1-16,-2-1-2 0,3 1 0 0,-2 0-4 15,-2 0-22-15,4 0 15 0,-2-2 4 0,-1 2-3 16,1-4 1-16,0 0-2 0,1-6 6 0,-1-1-10 15,-1 1-1-15,0-3 1 0,0-2 1 0,1-1-6 16,-1 0 8-16,2-2-4 0,-3-10-3 0,1 16 4 16,-1-16-1-16,1 10-6 0,-1-10 2 0,1 9-5 15,-1-9 7-15,0 0 3 0,3 10 2 0,-3-10-4 16,0 0-3-16,0 0-1 0,0 0 8 0,0 0-8 16,0 0 6-16,0 0-8 0,0 0 6 0,0 0-7 15,0 0 1-15,-10-29 3 0,8 19-3 0,2 10-3 16,-2-16 1-16,1 3 1 0,-1 3-1 0,1-2 0 15,-1 1-3-15,0-2-2 0,2 13 3 0,-2-19 4 16,1 10 1-16,1 9-7 0,-3-12 5 0,3 12-3 16,0 0-2-16,-3-15-4 0,3 15 3 0,0 0-6 15,0 0-2-15,0 0-5 0,-5-6-3 0,5 6 5 16,0 0 3-16,0 0-4 0,0 0 9 0,0 0-4 16,0 0-5-16,0 0 5 0,0 0 5 0,0 0 0 15,0 38 0-15,0-38 0 0,1 16 7 0,1-5 5 16,-2-11-8-16,1 20-11 0,0-11 9 0,-1 0-4 15,2 1 8-15,-2-10-1 0,1 20 1 0,0-14 3 16,-1-6-7-16,2 11 1 0,-2-11-2 0,2 11 1 16,-2-11-6-16,0 0 8 0,0 0-4 0,1 10 19 15,-1-10 7-15,0 0-13 0,0 0 8 0,0 0-12 16,0 0 6-16,0 0 0 0,0 0-5 0,0 0-4 16,0 0 6-16,4-36 5 0,-4 36-1 0,0-19 8 15,0 9-18-15,-2-2 4 0,2 12 0 0,-2-22 10 16,1 9-14-16,1-3 4 0,-1 6 9 0,0-7-11 15,-3 1-2-15,2 4 0 0,-2-2 4 0,1-2 15 16,1 0-18-16,0-1-8 0,-1 0 13 0,1-2-11 16,-2 0 10-16,1-1-7 0,-2-4 0 0,0-1 3 15,1 2-16-15,-1-3 19 0,2 0 8 0,0 8-9 16,-2-9-4-16,2 3 3 0,2-1-6 0,1 0-2 16,-1-1 10-16,-1 0 10 0,2 0-23 0,-1-1 2 15,-2 3 8-15,2 5-5 0,0 2 5 0,1-3 4 16,-4 2-6-16,1 0 6 0,1 0-3 0,-3 3-9 15,2-3 3-15,-1 3 4 0,2 3-1 0,1 0-1 16,-2 1 3-16,2-3-4 0,-2 1 4 0,1 3-3 16,-1-2 1-16,0 2 1 0,0-5 1 0,1 4 4 15,-3-1-4-15,3 0-1 0,-1 0 0 0,1 0 4 16,-1-5-5-16,3 1 5 0,-1-1-9 0,0 0 5 16,1 0 2-16,-2 1-3 0,1 4 5 0,0-4-8 15,-2 0 7-15,0 1-4 0,2 3 2 0,1-1 2 16,-1 1-4-16,2-4 3 0,-3 1 7 0,-1 3-11 15,3-4 9-15,-1 3-2 0,0 1 0 0,1-4 1 16,0 5 4-16,-2-2-5 0,2 13 5 0,-1-23 3 16,0 12 3-16,1 11-10 0,0-20-2 15,-1 9-10-15,1 11 15 0,-2-22 1 0,2 11-3 0,2-2-4 16,-4 2 0-16,1-1 4 0,2 2-5 0,-3-4-1 16,4 2 3-16,-2 2 4 0,0-4-7 0,0 14 6 15,2-19-4-15,-4 9-6 0,2-2 10 0,0 12-5 16,2-16-4-16,-2 16-2 0,-2-15 8 0,2 15-7 15,0-13 6-15,0 13-10 0,0-11-3 0,0 11-15 16,0 0-14-16,0 0-13 0,-1-13-20 0,1 13-12 16,0 0 1-16,0 0-61 0,0 0-157 0,0 0 69 15</inkml:trace>
  <inkml:trace contextRef="#ctx0" brushRef="#br0" timeOffset="-22646.05">7698 6517 8 0,'-1'-11'15'0,"0"4"5"0,1 7-6 15,-3-12 6-15,2 4 2 0,-1 2-6 0,0-3 3 16,-1-1 7-16,1-2-2 0,1 1 6 0,-2-5-3 0,2 0-2 15,0-1 4-15,-2 2-3 0,3-2-1 0,-3-1-4 16,2 4 1-16,1-5 0 0,-2 3-8 0,0-3 0 16,0 3 5-16,-1-1-5 0,2-2-2 15,-1 0-1-15,0 2 6 0,1-2-11 0,-2 0 6 16,2 0-4-16,0 2 3 0,1-3-7 0,0 2 1 16,-2-2 5-16,2 3 3 0,-1 0-1 0,0 0-7 15,0 2 5-15,-1 0 4 0,1 2 0 0,0-3-1 16,-2 3 0-16,-1-1 0 0,3 2-9 0,0-1 7 15,-1 1 1-15,0-5 1 0,-1 5-5 0,1 0 6 16,-2 1-9-16,1-5 11 0,0 1-6 0,-1 3 1 16,0 0 4-16,0 2 7 0,0-4-9 0,0 3-1 15,-2 0-3-15,2-1 4 0,0 0-7 0,-1 1 5 16,1 1 4-16,0-1 19 0,1 1 5 0,-1 1-13 16,1 3-7-16,1-1-1 0,-2-1-8 0,1 2 2 15,3 6-4-15,-3-10 4 0,3 10-2 0,-2-7 0 16,2 7 0-16,0 0-4 0,0 0-8 0,-4-11-5 15,4 11-9-15,0 0-7 0,0 0 6 0,0 0 8 16,0 0-8-16,0 0-11 0,0 0 3 0,0 0 6 0,7 31-9 16,-5-15 6-16,-2 3-9 0,2 1-9 15,0 7-13-15,-2 1-10 0,-1 0-7 0,0 1-37 16,-1-3-115-16,0-5 51 0</inkml:trace>
  <inkml:trace contextRef="#ctx0" brushRef="#br0" timeOffset="-21694.24">7680 5932 52 0,'2'-9'62'0,"-1"-3"-9"0,-1 3 2 16,0-5-8-16,2 2 2 0,-4-1-13 0,4-4-2 15,-5-1-3-15,1 1 0 0,2-2 0 0,-2 1-11 16,1-1-4-16,-2 0 7 0,0-6-4 0,1 7-5 16,-1-1 5-16,2 1-12 0,-3 2 5 0,1-1 3 15,-3 0-3-15,4 0 6 0,-1 1-3 0,1-1 1 16,-1 4-2-16,3 1-5 0,-1-1-2 0,-1 0-1 16,1 1-3-16,0 1 7 0,-2-1-6 0,3 12-1 15,0-24-4-15,0 12 1 0,0 1 4 0,0-1 6 16,2 1-9-16,-2 11 4 0,2-19-1 0,-3 8 2 15,1 1-4-15,2 1 6 0,-2 3-9 0,0 6 5 16,-1-14-4-16,1 7 0 0,0 7 1 0,-1-10 1 16,1 10 0-16,-3-7-4 0,3 7 2 15,0 0 6-15,0 0-9 0,0-9-3 0,0 9-2 0,0 0-1 16,0 0-4-16,0 0 4 0,0 0-5 0,0 0-3 16,0 0 3-16,0 0-1 0,0 0 6 0,0 0-3 15,0 0 5-15,0 0-7 0,0 0 9 16,0 0-6-16,0 0 6 0,9 19 0 0,-9-19 3 15,0 0-5-15,0 0 2 0,0 0-3 0,0 14 8 16,0-14-8-16,0 0 9 0,0 0 2 0,0 0 9 0,3 9 2 16,-3-9 9-16,0 0-2 0,0 0 4 0,0 0 8 15,0 0-7-15,0 0 6 0,0 0-10 0,0 0-3 16,0 0 3-16,-3-34 6 0,3 28-13 0,0 6 9 16,0-19-10-16,0 9 6 0,2-2-8 15,-1 0-2-15,0 0 3 0,0-2 5 0,-1 3-5 16,2-2 3-16,-2 1-5 0,-3-4 7 0,3 3-6 0,1 1 6 15,-1 0-6-15,-1 0 0 0,1 1 15 0,0 2-24 16,0-2 0-16,0 1 3 0,0 1-1 0,-1 2-2 16,1 7 4-16,-1-15-2 0,1 15-3 0,0-11 3 15,-2 5-7-15,2 6 5 0,-1-8 0 16,1 8 2-16,0 0-10 0,-1-9 3 0,1 9 1 0,0 0-11 16,-3-7 10-16,3 7 5 0,0 0-11 0,0 0 7 15,0 0-7-15,0 0-3 0,0 0 5 0,0 0-11 16,0 0 11-16,0 0-5 0,0 0 0 15,0 0 5-15,0 0-5 0,0 0 5 0,0 0-2 0,0 0 8 16,0 0-3-16,0 0-2 0,0 0 6 16,0 0-5-16,0 0-9 0,0 0 14 0,0 0 3 0,0 0-14 15,0 0 7-15,0 0-1 0,0 0 0 16,-4-5-2-16,4 5 1 0,0 0 3 0,0 0-5 0,0 0 7 16,0 0-4-16,0 0 3 0,0 0 1 15,0 0 2-15,0 0-11 0,0 0 10 0,0 0 1 16,0 0-5-16,0 0-5 0,0 0 11 0,0 0-2 0,0 0 1 15,0 0 1-15,0 0 2 0,0 0-6 0,0 0-3 16,0 0 4-16,0 0 7 0,0 0-4 0,0 0-7 16,2 22-10-16,-2-22 14 0,2 13-3 15,-2-4 8-15,1 1-2 0,1 3-3 0,-1-1 0 16,-1 3-3-16,0 2-2 0,0 1 4 0,-1 1 2 16,1 0-4-16,-2 7-8 0,1-6-3 0,1-2-6 15,0 1 20-15,0 0-19 0,0 5-2 0,0-5-9 0,3 9-1 16,-2-9 0-16,-1-1-6 0,3 8-1 0,-1-7-3 15,1 1-6-15,-1 4-7 0,3 0-42 16,-2-3-104-16,-2-3 46 0</inkml:trace>
  <inkml:trace contextRef="#ctx0" brushRef="#br0" timeOffset="9452.61">9710 7501 5 0,'-4'-6'61'0,"4"6"1"0,-3-8-10 0,3 8-1 0,-5-6-9 16,5 6-5-16,-4-7 0 0,4 7-13 0,-3-4 16 16,3 4-15-16,0 0-2 0,-7-6-1 0,7 6-7 15,0 0-5-15,-4-7 3 0,4 7-2 0,0 0-2 16,0 0-4-16,-5-3 0 0,5 3 4 0,0 0 0 16,0 0 1-16,0 0-2 0,0 0-2 0,0 0-8 15,-1-9 11-15,1 9-4 0,0 0 0 0,0 0-3 16,0 0 0-16,0 0 3 0,0 0-5 0,0 0 2 15,-4-6 2-15,4 6-8 0,0 0 9 0,0 0 1 16,0 0 3-16,0 0-7 0,0 0 12 0,-1-8-7 16,1 8 9-16,0 0 3 0,0 0-2 0,0 0-1 15,0 0-2-15,0 0 3 0,0 0 0 0,0 0-7 16,0 0 4-16,0 0-6 0,0 0 2 0,0 0-4 16,0 0-3-16,0 0 1 0,0 0 4 0,0 0-3 15,0 0 1-15,0 0 0 0,0 0-1 0,0 0-5 16,0 0 8-16,8 23-8 0,-8-14-8 0,1 0 10 15,0 1-3-15,0 3-1 0,-1-3 5 0,2 7-1 16,-2-4 6-16,-2 1-5 0,2-2 1 0,-1 1-5 16,1 1 6-16,-1-3-10 0,1 5 2 0,-1 0-2 15,1-3 4-15,1-1 1 0,0 0 1 0,-1-2 1 16,0 2 0-16,1 1 0 0,-1-6-2 0,2 1-1 16,-2-1 3-16,1 0-2 0,-1-7 8 0,0 13-7 0,1-7 3 15,-1-6-5-15,0 9 5 0,0-9-6 0,3 8 5 16,-3-8-3-16,0 0 4 0,1 9-2 15,-1-9-2-15,0 0 9 0,0 0 11 0,0 0-6 16,0 7 2-16,0-7 2 0,0 0-1 0,0 0-5 0,0 0 11 16,0 0-5-16,0 0-2 0,0 0-2 15,0 0-3-15,0 0 1 0,0 0-1 0,0 0 1 16,0 0-9-16,-5-26 7 0,5 26-3 0,-1-16-10 16,-1 5 14-16,2 2-8 0,0-3-3 0,0 1 4 0,0-2 6 15,2 1-7-15,-2 2 5 0,0-3 4 0,1 2-10 16,-1 0 4-16,0 0-3 0,0 2-2 0,1 0 4 15,-1 9-8-15,0-13 2 0,4 8 2 16,-4 5 0-16,0-10 0 0,0 10-8 0,1-8 4 0,-1 8 2 16,0 0-7-16,0 0 1 0,0 0-14 0,0 0 13 15,0 0 4-15,0 0 4 0,4 23-8 0,-3-14 5 16,-1 7 0-16,0 1 4 0,-2 0-3 16,-1 0 5-16,1-2-13 0,-2 3 16 0,1-5-12 0,1 3 5 15,-1-3 4-15,2-1-7 0,-2 3 6 0,1-5-4 16,-1 1 1-16,2-4 5 0,0 2-3 0,-1-5 2 15,2-4-8-15,-1 13-10 0,1-7-13 0,0-6 0 16,-1 8-6-16,1-8-14 0,0 0-16 0,0 10-18 16,0-10-57-16,0 0-150 0,-6 4 67 0</inkml:trace>
  <inkml:trace contextRef="#ctx0" brushRef="#br0" timeOffset="23658.91">27365 2480 6 0,'0'0'83'0,"0"0"-25"0,0 0-27 0,0 0-13 16,0 0-14-16,0 0-38 0,0 0-36 0,0 0 17 15</inkml:trace>
  <inkml:trace contextRef="#ctx0" brushRef="#br0" timeOffset="26213.29">29048 3130 98 0,'5'-3'90'16,"-5"3"-5"-16,0 0-9 0,0 0-30 0,0 0-4 0,0 0-26 16,0 0-25-16,0 0-21 0,0 0-39 0,0 0-75 15,0 0 33-15</inkml:trace>
  <inkml:trace contextRef="#ctx0" brushRef="#br0" timeOffset="104490.43">26151 12731 29 0,'-99'141'83'16,"1"-8"-1"-16,-8 3-3 0,5-2-16 0,-4-8-3 15,-4 3-12-15,4 0 0 0,-3-2-11 0,7-2-15 16,-7 0-30-16,0-3-37 0,-4 4-38 0,6-10-91 16,1 2 41-16</inkml:trace>
  <inkml:trace contextRef="#ctx0" brushRef="#br0" timeOffset="114893.57">27896 4292 14 0,'0'0'12'0,"0"0"4"0,0 0-2 0,0 0-6 0,0 0 4 16,0 0 4-16,0 0-8 0,0 0 4 0,0 0 3 15,0 0 1-15,0 0 1 0,0 0 0 0,0 0 4 16,0 0-7-16,0 0 4 0,0 0-2 0,0 0 0 16,0 0-1-16,0 0-3 0,0 0 5 0,0 0 3 15,0 0-3-15,0 0-3 0,-12 0 2 0,12 0 1 16,0 0 4-16,0 0-3 0,0 0-7 0,0 0 5 16,0 0 5-16,0 0 0 0,0 0-10 0,0 0 4 15,-6-5-2-15,6 5 1 0,0 0 3 0,0 0-5 16,0 0 1-16,0 0 2 0,0 0-1 0,0 0 1 15,0 0-5-15,0 0-2 0,0 0-5 0,0 0 9 16,0 0-4-16,0 0-5 0,0 0 2 0,0 0 2 16,0 0-8-16,0 0 9 0,0 0 0 0,0 0-2 15,0 0-8-15,0 0-1 0,0 0 7 0,16-9-8 16,-16 9-2-16,9-4-1 0,0 4-3 0,0-2-3 16,-4-1-10-16,4 0-2 0,-1 3-2 0,-8 0-13 15,17-3-6-15,-9 3-40 0,-1-2-92 0,-7 2 41 16</inkml:trace>
  <inkml:trace contextRef="#ctx0" brushRef="#br0" timeOffset="115207.43">27919 4263 58 0,'0'0'66'0,"0"0"-8"0,0 0-10 0,0 0 5 0,0 0-7 16,0 0-13-16,0 0 4 0,0 0-2 15,0 0-5-15,0 0-10 0,0 0 3 0,26-12 2 16,-9 7-4-16,3-3 1 0,6 1-1 0,1-3-4 15,5 2-5-15,-5 0-2 0,2-1 0 0,0 1-2 0,-1 1-3 16,-1-1-3-16,-10 2-9 0,6 2-15 0,-3 0-5 16,-3 0-14-16,1 2-54 0,-6 1-100 0,0 1 44 15</inkml:trace>
  <inkml:trace contextRef="#ctx0" brushRef="#br0" timeOffset="115737.93">28067 4253 58 0,'0'0'79'0,"0"0"-5"16,0 0-7-16,0 0-7 0,-16 0-2 0,16 0-8 15,0 0-8-15,0 0-6 0,3 10-9 0,-3-10 6 16,0 0-9-16,4 19 0 0,1-8 4 0,-1 1-1 16,-2 4 4-16,3 1-3 0,-2 0-2 0,-2 1-1 15,2 0 0-15,1 1-3 0,0-1-2 0,0-1 1 16,-1 1-6-16,-3-2-2 0,5 3 5 0,-1-9-1 16,-2 2-8-16,1 0 2 0,-1-1-2 0,0-1-3 15,-1 0 9-15,-1-10-5 0,4 15-1 0,-4-8 1 16,0-7-6-16,1 11 10 0,-1-11 1 0,1 12 4 15,-1-12-9-15,0 0-4 0,2 10 0 0,-2-10 1 16,0 0 4-16,0 0-13 0,0 0 11 0,0 0 2 16,-5 10-2-16,5-10-8 0,0 0-1 0,0 0-1 15,-20-4 2-15,20 4-6 0,0 0 2 16,-21-3 1-16,21 3-10 0,-17-3 4 0,17 3 0 0,-18 0 4 16,18 0-1-16,-15-2 0 0,15 2 2 0,0 0-3 15,-21-1 3-15,21 1-6 0,0 0-11 0,-16-2 21 16,16 2-1-16,0 0-4 0,-15 0 1 0,15 0-3 15,0 0 3-15,0 0 2 0,0 0 1 0,0 0-6 16,0 0 6-16,0 0-1 0,0 0 5 0,0 0-9 16,0 0 9-16,0 0-2 0,54-11 7 0,-31 7-4 15,6-3-14-15,4-1-16 0,-3 3-11 0,4-1-19 16,-1 0-30-16,-4 3-55 0,-2-3-152 0,1 2 67 16</inkml:trace>
  <inkml:trace contextRef="#ctx0" brushRef="#br0" timeOffset="116197.93">28698 4157 70 0,'-7'-5'119'0,"7"5"-5"0,-5-6-1 0,5 6-4 15,-7-5-15-15,7 5-9 0,-12-3-10 0,6 3-7 16,6 0-18-16,-19 8 1 0,6 1-2 0,-3 5 0 16,-3 4 2-16,0 2-4 0,0 3-4 0,2 0-2 15,1 1-13-15,5-6 5 0,-1 3-4 0,4-4-5 16,3-1-2-16,3-1 3 0,4 0-9 0,0-2 3 15,9 1-2-15,3-2 4 0,5-1-1 0,9-2-33 16,8-1-29-16,15-4-23 0,4-2-32 0,-3-4-115 16,0-1-227-16,0-4 100 0</inkml:trace>
  <inkml:trace contextRef="#ctx0" brushRef="#br0" timeOffset="116643.51">28166 4753 108 0,'0'0'134'15,"0"0"-18"-15,0 0-6 0,0 0-8 0,0 0-16 16,31-12 1-16,-4 4-16 0,8-4-6 0,15 0-11 16,3-4-7-16,4 2-24 0,4-1-28 0,1 1-36 15,0-3-27-15,0 4-81 0,-5 3-160 0,3-4 71 16</inkml:trace>
  <inkml:trace contextRef="#ctx0" brushRef="#br0" timeOffset="117333.56">28258 4952 61 0,'-5'-11'185'0,"5"11"-8"0,-4-6-11 16,4 6-11-16,-2-5-16 0,2 5-15 0,0 0-14 15,0 0-17-15,0 0-8 0,0 0-12 0,0 0-5 16,0 0-8-16,0 0-7 0,0 26-3 0,-2-8-2 16,1-1-10-16,2 2 7 0,-1 5-7 0,2-5-4 15,-2 0-3-15,0-2-4 0,2 1-5 0,-2 0-2 16,2-2 1-16,-2-1-4 0,0-2 3 0,2-2-4 15,2 0 0-15,-4 2-4 0,1-1-7 0,2-1-29 16,-1 4-24-16,-2-3-24 0,2-2-19 0,0 1-19 16,-2 0-23-16,0-2-19 0,0-9-79 0,-4 17-248 15,-1-11 110-15</inkml:trace>
  <inkml:trace contextRef="#ctx0" brushRef="#br0" timeOffset="117659.4">28234 5153 28 0,'0'0'121'0,"-10"-7"8"0,6 3-9 0,4 4-13 16,-14-5-7-16,6 2-6 0,1 1-21 0,-4 1 2 15,0-1-10-15,-1 2-3 0,1 3-12 0,-3-1 1 16,3 2-5-16,0 3 0 0,1-2-2 0,1 2-5 16,1 2-6-16,0 0-2 0,0 1-7 0,1 1 0 15,2 1 2-15,1-2-4 0,0 3-1 0,2-3-1 16,2 1-2-16,0 1-1 0,2 0 5 0,2-2-7 16,0-1-2-16,1 0-4 0,4-1-11 0,2 1-14 15,1-5-34-15,2 0-13 0,3-2-20 0,0 1-15 16,4-3-18-16,-1 2-71 0,1-4-201 0,-2-1 89 15</inkml:trace>
  <inkml:trace contextRef="#ctx0" brushRef="#br0" timeOffset="117853.69">28438 5146 55 0,'0'-10'170'0,"0"10"-2"15,-1-9-5-15,1 9-8 0,0 0-15 0,-2-8-14 16,2 8-16-16,0 0-12 0,0 0-11 0,0 0-8 15,0 0-5-15,0 0-11 0,0 0-6 0,0 0-3 16,10 24-3-16,-8-14-8 0,1 0-7 0,-1 5-28 16,2-4-16-16,0 5-29 0,0-3-27 0,0-3-34 15,2 4-13-15,-1 1-126 0,-4-3-256 16,3-2 113-16</inkml:trace>
  <inkml:trace contextRef="#ctx0" brushRef="#br0" timeOffset="118313.62">28820 4974 14 0,'0'0'125'0,"0"0"0"0,0 0-12 0,0 0-7 16,-20-5-9-16,20 5-1 0,-18 7-7 15,6-4-9-15,1 3-1 0,3 1-7 0,-3 0-7 16,3-1-7-16,1 1-6 0,1-2-1 0,0 1-8 15,1 0 9-15,2-1-22 0,1 3-2 0,2-8-3 16,1 13 3-16,3-7-4 0,2 3-3 0,3-4 3 16,2 2-7-16,0-3-1 0,7 3 5 0,-3-1-9 15,4-2 13-15,1 0-15 0,-4 0 2 0,0-1-3 16,-4 1-1-16,1 1 0 0,-3-1-2 0,2 0-1 16,-2 1-5-16,-4-2 4 0,0 1-3 0,-3-1 4 15,3 4-5-15,-6-7 3 0,2 10-3 0,-4-4 5 0,2-6-1 16,-15 17 0-16,8-6-10 0,-9 1-13 0,1-3-22 15,-1 0-25-15,1 2-13 0,-1-2-14 16,3 0-28-16,-1-4-88 0,2 2-224 0,5-5 100 16</inkml:trace>
  <inkml:trace contextRef="#ctx0" brushRef="#br0" timeOffset="119057.87">29167 4878 148 0,'-7'-4'148'0,"2"0"-6"16,5 4 1-16,-18-2-4 0,9 2-14 0,-2 1-9 15,1 3-16-15,-2 0-10 0,1 4-5 0,-4 4-12 16,7-3-5-16,-2 5-2 0,-1 0-6 0,2 2-6 16,2-2-2-16,0 3 0 0,3-2-11 0,2 1-7 15,1-4 2-15,1 0-6 0,1-1-5 0,1 2-2 16,1-3-1-16,1 1-4 0,1-1-3 0,3 0 3 15,-2-1 1-15,2-2-4 0,0-1 2 0,4-1 0 16,-2 1-5-16,3-4 1 0,0-1 3 0,5 1-7 16,-2-2 0-16,4-5-1 0,-4 3 3 0,3-3-3 15,-2-1 1-15,2-1-1 0,-4 0-3 0,0-1-7 16,-6-2 5-16,2 2-5 0,-2-1 4 0,-1 0-5 16,-1-7-2-16,0 6-1 0,-2-2-4 0,-3 1 4 15,1-3 2-15,-1 2-3 0,-2 1 2 16,2 2-2-16,-4-2 3 0,2 11-2 0,-2-16 11 0,-1 10-4 15,2-1-2-15,1 7-3 0,-4-12 1 0,2 7 5 16,-1-1-4-16,3 6 2 0,-5-6-1 0,5 6-9 16,0 0 6-16,0-11-3 0,0 11 5 0,0 0 0 15,10-6 3-15,-3 4-7 0,-7 2 2 0,14-1 3 16,-5 0-3-16,0 0-2 0,1 1 4 0,1 1-6 16,-3 0 5-16,0 2 3 0,-2 0 4 0,2 0-10 15,-1 4 2-15,0-1 0 0,-2 2 0 0,0-1-2 16,-4 0 9-16,3 3-10 0,-1-1-3 0,-2 0 9 15,0 0 2-15,0 2-3 0,1 0 1 0,0-1 2 16,1 0-5-16,-2-1-1 0,2-2 3 0,-1-1 1 16,2 1 3-16,0-1 2 0,5-1-11 0,-1 1 14 15,-2-1-4-15,0-3-3 0,4-1 3 0,1 0 2 16,-1 1-2-16,-1-2-1 0,1-2 2 0,0 0-2 16,2-2 4-16,-4-1-5 0,1-1 3 0,1-1 1 15,-1-2-4-15,-2-1 1 0,1 0-5 0,0-1-1 16,-2-4 4-16,-1 3 3 0,-2 2 0 0,1-1-4 15,-3-2-2-15,-1 1 3 0,0 1 3 0,0 1-2 16,-1-1 1-16,-1 3-1 0,-2 0 4 0,2 2-2 16,-2 0 5-16,4 6 2 0,-6-9-2 0,6 9-1 15,-9-5-5-15,9 5 2 0,-8-2-2 0,8 2-1 16,-10 6-1-16,2 1 1 0,2-1 7 0,-1 3-6 16,0 1-2-16,0 4 2 0,1-2 0 0,2-2-4 15,2 3-1-15,0-1 1 0,4-2-2 0,-2 0-9 16,3 0-15-16,5-1-6 0,0 0-22 0,-1-2-19 15,6 0-22-15,3-1-18 0,0-2-27 0,2 2-104 16,0-4-265-16,0-2 117 0</inkml:trace>
  <inkml:trace contextRef="#ctx0" brushRef="#br0" timeOffset="119299.83">29835 4666 51 0,'-2'-9'196'0,"-1"3"-6"0,3 6-9 16,-4-11-16-16,4 11-19 0,-2-8-19 0,2 8-7 0,0 0-22 15,0 0-1-15,0 0-18 0,0 0-6 0,0 0-4 16,5 24-7-16,0-9-1 0,-1 3-11 0,0 0-5 16,-2 2-2-16,2 3-6 0,-1-3-2 0,0-1-1 15,0 6-9-15,2-5-10 0,-2-5-15 16,-1 2-23-16,2-1-19 0,-1-1-12 0,0-1-21 0,1-2-20 15,-1-1-39-15,-1 1-129 0,-2-1-285 0,2 0 127 16</inkml:trace>
  <inkml:trace contextRef="#ctx0" brushRef="#br0" timeOffset="119462.51">29836 4795 28 0,'12'-2'31'0,"1"4"-19"0,0 1-25 15,-2 0-12-15,2 3 6 0</inkml:trace>
  <inkml:trace contextRef="#ctx0" brushRef="#br0" timeOffset="119721.99">30040 4921 90 0,'5'-3'132'0,"-5"3"-8"16,10-13-12-16,-4 7 1 0,2-2-14 16,0-1-1-16,-1 0-6 0,2-4-14 0,0-1 0 15,-1 4-11-15,-2-5-7 0,-1 3-1 0,-1 1-6 0,2-2-13 16,-4 1 8-16,2 2-1 0,-4-3 4 0,0 3-3 16,0 1-5-16,-3-1 2 0,2 3-1 15,1 7-15-15,-4-10 1 0,4 10 0 0,-6-4-14 16,6 4 6-16,-9 0-9 0,9 0-1 0,-15 12 2 15,3-1 3-15,0 0-6 0,0 5-1 0,4-2 0 0,0-1 1 16,2 1-10-16,2-2-21 0,2 2 4 0,3-3-23 16,0 2-22-16,3-3-12 0,2 0-28 0,2-2-29 15,-2 2-105-15,2-4-254 0,2 1 112 16</inkml:trace>
  <inkml:trace contextRef="#ctx0" brushRef="#br0" timeOffset="119893.57">29847 4795 85 0,'0'0'95'0,"12"-11"-9"0,0 6-43 0,3 1-23 0,3-1-37 15,1 5-35-15,-2-3-57 0,1 2 25 16</inkml:trace>
  <inkml:trace contextRef="#ctx0" brushRef="#br0" timeOffset="120443.85">28566 5614 71 0,'-14'-2'154'0,"4"4"-4"0,-2-4-7 0,12 2-2 16,-12-1-17-16,12 1-17 0,-9 0-10 15,9 0-10-15,0 0-1 0,0 0-13 0,28-11-10 16,6 2-5-16,16-5-7 0,13-4-3 0,35-8 1 15,4 1-11-15,-1-1-11 0,8-1 6 16,-4 1-3-16,-2 5-3 0,-2-5-4 0,0 3 1 0,-9 0-6 16,-1 2 1-16,-28 8-1 0,2 0-6 0,-5 0 2 15,-1 1 1-15,-5 0-5 0,-5-2 6 0,-11 5-3 16,-3 1 1-16,-6 3 0 0,-1-2 5 0,-2 0 2 16,-8 4-3-16,-5 0 1 0,-2 0-1 0,-1 2 2 15,-3 0 8-15,-7 1 3 0,10-4 0 0,-5 2-2 16,-5 2-9-16,0 0 1 0,0 0 0 0,9-2-14 15,-9 2-21-15,0 0-22 0,0 0-24 0,0 0-29 16,-23 14-36-16,14-9-25 0,-4 2-133 0,-3 2-306 16,-1 0 135-16</inkml:trace>
  <inkml:trace contextRef="#ctx0" brushRef="#br0" timeOffset="130749.9">27802 8143 50 0,'0'0'55'0,"0"0"-9"16,0 0-1-16,0 0-5 0,0 0-1 0,0 0-10 15,0 0 2-15,0 0-6 0,-11 4 4 0,11-4-7 16,-9 1 3-16,9-1-4 0,0 0 16 0,0 0-8 16,-13 1 0-16,13-1-2 0,-8 2 10 0,8-2-1 15,0 0-4-15,-13 1-6 0,13-1-2 0,-8 0-1 16,8 0 6-16,-8 2 1 0,8-2-4 0,0 0 2 16,-13-2-2-16,13 2-5 0,0 0 2 0,0 0-9 15,-9-1 3-15,9 1-3 0,0 0-2 0,0 0 1 16,0 0-1-16,0 0-5 0,0 0 6 0,0 0-3 15,0 0 1-15,0 0-13 0,0 0 9 0,0 0 7 16,0 0-8-16,33 1 4 0,-20-2-7 0,4-3 1 16,3 0 1-16,-2 2-2 0,2-1-6 0,0 0 8 15,-1-1-3-15,-4 1-8 0,5-2 14 0,1 2-1 16,-8 1-10-16,1 0 7 0,-3 1-1 0,-3 0-6 16,-3 0 2-16,-5 1 4 0,14-2-1 0,-14 2-1 15,9-1 1-15,-9 1 1 0,0 0 6 0,8-3 5 16,-8 3 5-16,0 0 4 0,0 0-3 0,0 0 7 15,0 0 0-15,0 0-8 0,0 0-4 0,0 0-6 16,0 0 3-16,0 0-3 0,0 0 0 0,0 0 1 16,0 0-1-16,-31 3 0 0,22-2 1 0,1-1 2 15,-2 4-9-15,-1-2-1 0,2 0 12 0,-5 1-13 0,3-1-1 16,1 0 6-16,-1 1-10 0,-1 0 6 16,1 0 2-16,-3 0-10 0,5-2 9 0,-5 1-8 0,5-1 7 15,0 0 3-15,1 1-1 0,-2-1-10 16,10-1 3-16,-13 1 3 0,13-1 0 0,-8 1 0 0,8-1-2 15,-8 1 6-15,8-1-8 0,0 0 4 0,-11 0-6 16,11 0 2-16,0 0-3 0,0 0 3 0,0 0 6 16,0 0-9-16,0 0 2 0,0 0 0 0,0 0 1 15,0 0-13-15,31 2 0 0,-18-2-2 0,4 0-11 16,3-2-21-16,0 2-6 0,1 2-16 0,-1-2-25 16,-2 1-72-16,0 1-184 0,-5-2 82 0</inkml:trace>
  <inkml:trace contextRef="#ctx0" brushRef="#br0" timeOffset="140359.69">6482 13339 9 0,'-9'0'20'0,"9"0"-4"15,0 0-14-15,0 0-2 0,0 0 0 0,0 0-1 16,0 0-7-16,0 0-9 0,0 0 5 0</inkml:trace>
  <inkml:trace contextRef="#ctx0" brushRef="#br0" timeOffset="140619.81">6507 13339 19 0,'0'0'26'0,"0"0"-3"16,0 0-6-16,0 0 3 0,0 0 8 0,0 0-5 16,0 0 5-16,0 0-4 0,0 0-4 0,0 0-5 15,0 0-2-15,0 0 2 0,0 0 2 0,0 0-13 16,0 0 2-16,0 0 6 0,0 0-2 0,0 0 13 16,0 0 1-16,0 0-5 0,-17 11-6 15,17-11 4-15,0 0-5 0,3 12 5 0,-3-12-3 16,3 10 3-16,-3-10-4 0,3 7 1 0,-3-7 3 0,2 6-2 15,-2-6 1-15,0 0 2 0,2 7 11 0,-2-7 12 16,0 0-9-16,0 0 5 0,0 0 1 0,0 0 0 16,3 6-11-16,-3-6-2 0,0 0-2 15,0 0-2-15,0 0-3 0,14-21-7 0,-9 10-20 16,1-7-7-16,6-8-9 0,2-3-21 0,10-14-14 16,2 1-66-16,-4-8-136 0,2-4 61 0</inkml:trace>
  <inkml:trace contextRef="#ctx0" brushRef="#br0" timeOffset="141106.84">6612 13258 61 0,'0'0'49'0,"0"0"-4"0,0 0-2 16,0 0-10-16,0 0 9 0,0 0-13 16,0 0-4-16,0 0 0 0,0 0-7 0,-13-1-13 15,13 1-17-15,0 0-5 0,-4 5-13 0,4-5 1 16,-7 4-20-16,3-1-51 0,0 3 23 0</inkml:trace>
  <inkml:trace contextRef="#ctx0" brushRef="#br0" timeOffset="141438.84">6423 13360 17 0,'-5'-3'27'0,"5"3"2"0,-8-7 7 0,8 7 4 16,-5-6-3-16,5 6 5 0,-5-5 2 0,5 5-4 15,-5-5-11-15,5 5 7 0,0 0-5 0,0 0-9 0,-9-4 0 16,9 4-4-16,0 0 5 0,0 0-4 0,0 0-8 15,0 0 7-15,0 0-10 0,0 0 8 16,0 0 3-16,0 0-15 0,0 0 1 0,0 0 4 16,12 20-3-16,-9-13 6 0,1-2 1 0,-2 2 0 15,2 0-8-15,0 1 4 0,0-2-1 0,1-1-4 16,-1 1 7-16,-4-6-7 0,5 7 3 0,0-4-1 16,-1 1 5-16,-4-4-7 0,5 5 2 0,-5-5-1 15,0 0-5-15,10 2 8 0,-10-2-1 0,10-1-5 16,-10 1 3-16,12-10 0 0,-2 0-4 0,0-4 3 15,3-2-11-15,1-8-7 0,7-1-8 0,-6-4-14 16,7-14-13-16,-2 1-56 0,1-3-114 0,-4-1 50 0</inkml:trace>
  <inkml:trace contextRef="#ctx0" brushRef="#br0" timeOffset="145990.9">28666 8231 64 0,'0'0'51'0,"0"0"-11"0,-13 0-15 16,13 0-5-16,0 0-19 0,0 0-35 0,0 0-37 0,0 0 18 16</inkml:trace>
  <inkml:trace contextRef="#ctx0" brushRef="#br0" timeOffset="146510.68">27714 8306 64 0,'0'0'73'16,"0"0"-9"-16,0 0-11 0,0 0-14 0,0 0-12 16,0 0-17-16,0 0-11 0,0 0-11 0,0 0-42 15,0 0-57-15,0 0 27 0</inkml:trace>
  <inkml:trace contextRef="#ctx0" brushRef="#br0" timeOffset="147150.11">27788 8199 19 0,'0'0'88'0,"0"0"-9"16,0 0 0-16,-6-4-12 0,6 4-15 0,0 0 2 16,0 0-5-16,0 0 1 0,0 0-10 0,0 0-6 15,0 0-4-15,0 0 1 0,0 0-8 0,0 0 5 16,0 0-5-16,0 0-4 0,0 0 1 0,0 0-3 0,0 0-14 15,0 0 14-15,0 0-5 0,0 0 7 0,-11 0-11 16,11 0-1-16,0 0 0 0,0 0-2 16,0 0 2-16,-10-3-5 0,10 3 12 0,0 0-8 15,-8-2-8-15,8 2 12 0,-7-3-7 0,7 3 11 0,0 0-2 16,-9-5-4-16,9 5 5 0,-10-1 5 16,10 1-8-16,-10-2-2 0,10 2 9 0,0 0 7 15,-11-1-8-15,11 1-1 0,0 0 1 0,0 0 5 16,-12-1 0-16,12 1 1 0,0 0-3 0,0 0 10 0,0 0-2 15,0 0-5-15,-11 1-6 0,11-1 8 16,0 0-8-16,0 0 2 0,0 0-6 0,0 0 2 16,0 0-3-16,0 0 6 0,0 0-14 0,0 0 5 15,0 0 3-15,0 0-1 0,0 0-3 0,27 9 4 0,-16-8-3 16,3 1 5-16,3 0-8 0,2 2 5 0,8 0-4 16,-1 1 2-16,-3-5-4 0,6 1 15 0,3 0-12 15,-4-1 4-15,0 0-3 0,-1 0 3 0,-7 0 0 16,0-1-5-16,1 1-1 0,-4-1 1 0,3-1 2 15,-8 4-5-15,1-4-2 0,-4 2 11 0,-3 0 0 16,-6 0 2-16,13-2 12 0,-13 2 6 0,8 2 7 16,-8-2 8-16,0 0-1 0,9-3 3 0,-9 3-9 15,0 0 2-15,0 0-10 0,0 0 1 0,0 0-7 16,0 0-10-16,0 0-10 0,0 0-13 0,0 0-10 16,0 0-20-16,0 0-22 0,-20-12-25 0,20 12-31 15,-11 2-11-15,11-2-19 0,-12 1-99 0,12-1-264 16,-14 2 117-16</inkml:trace>
  <inkml:trace contextRef="#ctx0" brushRef="#br0" timeOffset="147646.84">27706 7437 105 0,'0'0'97'0,"-6"-2"-7"0,6 2-9 0,0 0-10 0,0 0-3 16,0 0-9-16,0 0-5 0,0 0-12 0,0 0-4 16,0 0 0-16,32 0-8 0,-20-2-18 0,5 1-31 15,4 1-22-15,6-1-27 0,0 1-42 0,5-3-119 16,1-1 53-16</inkml:trace>
  <inkml:trace contextRef="#ctx0" brushRef="#br0" timeOffset="153735.16">19167 8423 24 0,'0'0'44'0,"0"0"2"16,0 0 0-16,0 0-7 0,0 0-3 0,0 0 3 16,0 0-1-16,0 0-4 0,0 0-6 0,0 0-4 15,0 0 0-15,0 0-1 0,0 0 3 0,-5-13-2 16,5 13-7-16,0 0-6 0,-7-3 0 0,7 3 1 15,0 0-4-15,-9-4-2 0,9 4 4 0,0 0 1 16,-14 0-1-16,8 0-4 0,6 0-1 0,-12-2 2 16,12 2-4-16,-15-1-4 0,7 1 11 0,8 0 1 15,-19-1-7-15,10-1 7 0,-1 2 3 0,0 0-14 16,10 0 17-16,-16 0-7 0,9 0 1 0,7 0 3 16,-17 2 2-16,9-4-4 0,8 2-1 0,-13 0 4 15,13 0 3-15,-11 3 5 0,11-3-4 0,-8 1 0 16,8-1-2-16,0 0 1 0,0 0-7 0,-11-2 2 15,11 2 2-15,0 0-6 0,0 0-9 0,0 0 9 16,0 0-6-16,0 0-1 0,0 0 10 0,0 0-3 16,0 0-15-16,0 0 6 0,0 0-4 0,0 0 13 15,0 0-6-15,14 15 2 0,-9-12-12 0,2-1 2 0,4 2 6 16,-1-2 1-16,3 2 5 0,4-1 6 16,3-3-6-16,-1 3-3 0,9-5 2 0,1 1 0 15,0 1 1-15,3-4 3 0,2-2-5 0,1 0-3 0,1-1 7 16,16-5 4-16,-15 5-9 0,14-4 10 0,0 1 4 15,-12 4-4-15,-1-1-6 0,0 1-5 16,1-2 2-16,-4 2 3 0,1-1-8 0,-1 1 4 16,-2 2 15-16,-1 1-16 0,-4 2-2 0,2 0 5 0,-9 1 1 15,6-1-1-15,-6 2 5 0,0 0-11 0,0-1-5 16,-1 2 10-16,2 0 1 0,0-1 0 0,6 1 3 16,-6-1 3-16,-1 1-3 0,7 1-6 15,0-2 4-15,-6 3 3 0,6-2-7 0,-6-2 3 0,7 1 8 16,1 1-3-16,-2-2 5 0,1 3-10 0,1-2 5 15,-1-1 6-15,0-4-13 0,-1 1 3 0,2 1 5 16,-2-2-5-16,1 3 6 0,-2-2-2 16,2 3 5-16,-8-2-9 0,-1 1 2 0,9-2 4 0,-10 1-2 15,3 1-7-15,1 2 2 0,-3-1 4 0,3-1-4 16,4 0 6-16,1 1 1 0,-6 0-5 0,7 0 1 16,-8-1-2-16,7 1 3 0,0 0-1 0,0-1-4 15,-1 1 4-15,3-2 1 0,0 2 2 0,2 0-6 16,0 0 5-16,-3 0-4 0,2-1 0 0,1 2 1 15,-3 1 0-15,2 0-2 0,-3 0-8 0,0 0 13 16,1-1-6-16,-2 1-2 0,1 1 3 0,-5-3 0 16,6 4-4-16,-3 0 2 0,1-1 2 0,-6-1 1 15,2-2-8-15,-2 0 10 0,2 3-8 0,-2-2 6 16,1-1-5-16,-3 0-1 0,1 3 1 0,1-1 2 16,2 1-7-16,-4-2 6 0,0-1-1 0,1 4 2 15,0-1 5-15,-1-2-6 0,-1 1 9 0,1 1-2 16,0 0 7-16,-1-1-11 0,2 0 7 0,2-2-7 15,-3 3 8-15,3-3-5 0,1 4 0 0,-3-3-3 16,2-1 2-16,1 1-3 0,-2 0 6 0,0-1 3 16,2 2 5-16,-1 1-1 0,-3-2-5 0,3-1 2 15,0 1 0-15,-2-1-7 0,1-1 4 0,-2 2-2 16,0 1-2-16,3-2 1 0,-2 0-3 0,-1 0-1 16,2-2 3-16,-1 4 1 0,-2-2 2 0,2 0-5 15,0 0 2-15,0-2 1 0,0 2-3 0,0-1 1 0,0 2 0 16,1 1 0-16,-1-2 1 0,2 0-2 15,-1 0-3-15,-1 0 0 0,1 0 0 0,2-2 3 0,-3 2-2 16,9-2-1-16,-7 3 1 0,-2-5-11 16,-1 3 12-16,2 2 0 0,2-1-2 0,-5-2 3 0,2 2-3 15,-1-1 0-15,-6 0-1 0,5-1-1 0,-5 2 1 16,1 0-2-16,-1-2 0 0,1 4 0 16,0-4 0-16,0 2 5 0,-2 0-1 0,1 0-1 15,1 0-5-15,-1 0 9 0,0-1-12 0,1 1 9 0,0-1-1 16,4 1 3-16,-5 0-6 0,1 0 3 0,0 0-3 15,2 1 4-15,-3-1-4 0,1 1 5 16,3-2-1-16,1 1-11 0,-7 0 10 0,3-1-1 0,0 2 4 16,0 0 0-16,4-2-3 0,-1 2-1 0,1-2-1 15,1 0 5-15,-1 1 1 0,0-2-3 0,1-1 0 16,-1 2 2-16,2-2-5 0,2 2 6 0,7-3 5 16,-9 3-3-16,0 1 1 0,-1-3 0 0,9-1-1 15,1-1 3-15,-3 1-5 0,-3 4 4 0,-1-1-2 16,-3-2 1-16,3 1-4 0,0 1 4 0,-1 1-5 15,1 0 1-15,0-4-2 0,-3 4 1 0,1 0-1 16,1-2 4-16,-2 2-5 0,11 0 0 0,-11 0-2 0,2-1 6 16,-1 1-7-16,0 0 4 0,0-1 1 15,0-1-1-15,-1 2 0 0,-6 0 2 0,6-2-3 16,-6 2-3-16,-1-1 0 0,0-1 3 0,-2 2 1 16,-1 2-1-16,-9-2 1 0,13-2-1 0,-13 2-1 0,9-1-3 15,-9 1 3-15,0 0-3 0,10-2 3 16,-10 2 1-16,0 0 1 0,0 0 2 0,8 2 2 15,-8-2 5-15,0 0-3 0,0 0 3 0,0 0-2 16,0 0 1-16,0 0-2 0,0 0 0 0,0 0-2 16,0 0 1-16,0 0-4 0,0 0-22 0,0 0-13 15,0 0-30-15,0 0-36 0,0 0-37 0,0 0-26 16,0 0-184-16,0 0-373 0,-39 4 165 0</inkml:trace>
  <inkml:trace contextRef="#ctx0" brushRef="#br0" timeOffset="158520.91">28833 4251 25 0,'0'0'25'0,"0"0"-1"15,0 0 1-15,0 0-4 0,0 0-1 0,0 0 3 16,0 0-7-16,0 0 3 0,0 0 8 0,0 0-16 16,0 0 2-16,0 0 2 0,0 0-1 15,0 0 0-15,0 0-4 0,0 0 0 0,0 0 7 0,0 0-9 16,0 0 6-16,0 0-5 0,0 0-3 0,0 0 8 16,0 0-6-16,0 0-1 0,0 0-5 0,0 0 9 15,0 0-3-15,0 0-2 0,0 0 2 0,0 0-4 16,0 0 2-16,0 0-3 0,0 0 13 0,0 0-9 15,0 0-1-15,0 0 2 0,0 0 2 0,0 0-12 16,0 0 9-16,0 0-3 0,0 0 3 0,0 0-6 16,0 0 1-16,0 0 8 0,0 0 3 0,0 0 1 15,0 0-14-15,0 0-3 0,0 0 3 0,0 0-2 16,0 0 1-16,0 0-1 0,0 0 8 0,0 0-10 16,0 0 1-16,0 0-5 0,0 0-5 0,0 0-9 15,0 0-11-15,0 0-45 0,0 0-83 0,0 0 38 16</inkml:trace>
</inkml:ink>
</file>

<file path=ppt/ink/ink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09:51:37.617"/>
    </inkml:context>
    <inkml:brush xml:id="br0">
      <inkml:brushProperty name="width" value="0.05292" units="cm"/>
      <inkml:brushProperty name="height" value="0.05292" units="cm"/>
      <inkml:brushProperty name="color" value="#FF0000"/>
    </inkml:brush>
  </inkml:definitions>
  <inkml:trace contextRef="#ctx0" brushRef="#br0">1744 12551 16 0,'0'0'17'15,"0"0"7"-15,0 0-3 0,0 0-4 0,0 0-3 16,0 0 6-16,0 0 4 0,0 0-6 0,0 0 0 16,0 0 1-16,0 0-3 0,0 0 0 0,0 0-3 15,0 0 6-15,0 0-5 0,0 0 5 0,0 0-3 16,0 0-6-16,0 0 2 0,0 0-3 0,0 0-7 16,0 0 5-16,0 0-5 0,6-16 0 0,-6 16-1 15,0 0 0-15,0 0 9 0,0 0-8 0,11-8 0 16,-11 8-7-16,0 0 3 0,7-5-5 0,-7 5 8 15,0 0-1-15,13-4 3 0,-13 4-3 0,9-3 0 16,-9 3 0-16,14-1-3 0,-14 1 0 0,13-1 1 16,-13 1 2-16,19 0-3 0,-9 1 6 0,-10-1-1 15,24 0-1-15,-11 1 1 0,1-1-1 0,3 2 1 16,1-2 1-16,0 0 1 0,2-2-2 16,-1 1 3-16,1-2 5 0,0 3-1 0,-2-2-9 0,2 1 2 15,1 0 2-15,-4-1 0 0,5-2 1 16,-4 1-3-16,3 1 4 0,-1 0-5 0,2-2 4 15,-3 0 9-15,3 0-9 0,-1 1 0 0,6-4 1 16,-7 4 2-16,1-1-4 0,1 2 3 0,-1-1 0 0,1 1 0 16,0-1 2-16,-3 1-8 0,0 0 2 15,-1 0 0-15,2-1-1 0,0 3 2 0,-2 0-1 16,0 3-3-16,0-1 3 0,-2 0-1 0,3-1-2 16,-2 3 4-16,-2-3-3 0,2 2 1 0,-2 0-1 15,3-1 2-15,0 0 0 0,1 2 2 0,-2-2 0 16,2 2-6-16,-1-2 11 0,0 1-8 0,0 0 0 15,-4-1-1-15,4 0 6 0,0 1 0 0,-4-2 3 16,2 0 4-16,3 1-5 0,-2-2-1 0,2 2-2 0,-2-4-1 16,2 2 2-16,-1 0-2 0,0 0 5 15,0 0-4-15,1-3 3 0,0 3-7 0,-1-1 7 16,-1-2-6-16,0 3 3 0,1-1 10 0,2 0-12 16,-1-1 2-16,0 0-3 0,-1 2 1 0,1-1-3 15,1-1 1-15,1 2 2 0,-3-1-3 16,2-1 4-16,-1 0 5 0,1-2-4 0,-1 0 2 0,-1 3 12 15,2-4-16-15,0 4-1 0,-3-2-2 0,2-2 6 16,0 2-5-16,-2-2 3 0,3 2-4 0,-3-3 9 16,-2 4-9-16,-2 0 7 0,1-1-2 0,0 0-6 15,-1 0 4-15,1 1-3 0,-14 2 2 0,26-5 3 16,-16 2-7-16,4 1 5 0,-14 2-4 0,22-4 5 16,-10 3-8-16,-12 1 11 0,22-4-5 0,-9 1-3 15,-13 3 2-15,18-2 11 0,-18 2-11 0,19-3-2 16,-19 3 0-16,19-1 1 0,-19 1 9 0,16-4-7 15,-16 4 3-15,15-3-6 0,-15 3-6 16,15-4 8-16,-15 4-4 0,14-1 3 0,-14 1 1 16,0 0 4-16,0 0-3 0,22-4 4 0,-22 4 0 0,0 0 1 15,0 0-7-15,17-2 2 0,-17 2 5 0,0 0-3 16,0 0 4-16,0 0 5 0,0 0-3 0,0 0 6 16,0 0-6-16,0 0 10 0,0 0-2 15,0 0 5-15,0 0-1 0,0 0-1 0,0 0-1 16,0 0 2-16,0 0-1 0,16-3-3 0,-16 3 6 15,0 0-3-15,0 0-6 0,0 0 3 0,0 0-5 16,0 0-3-16,0 0-2 0,0 0 5 0,0 0-1 16,0 0-2-16,0 0-5 0,0 0 5 0,0 0-5 0,0 0 2 15,0 0 3-15,0 0-4 0,0 0-4 16,0 0 1-16,0 0-5 0,0 0 6 0,0 0-2 16,0 0 0-16,0 0-6 0,0 0-8 0,0 0-17 15,0 0-11-15,0 0-18 0,0 0-19 0,0 0-13 16,0 0-96-16,0 0-201 0,0 0 88 0</inkml:trace>
  <inkml:trace contextRef="#ctx0" brushRef="#br0" timeOffset="823.25">4249 11932 44 0,'0'0'47'15,"0"0"4"-15,0 0-5 0,0 0-1 0,0 0-5 16,0 0 1-16,0 0-8 0,0 0-8 0,0 0-7 15,0 0 2-15,0 0-3 0,0 0 4 0,0 0-3 16,0 0-8-16,0 0 1 0,0 0-4 0,0 0 5 16,0 0-7-16,0 0 5 0,0 0-8 0,0 0 1 15,0 0 3-15,0 0 5 0,0 0-3 0,20 5 1 16,-20-5-1-16,9 0 4 0,-9 0-8 16,11 2 5-16,-5-2 1 0,-6 0-1 0,13 1 5 0,-6 0-1 15,-7-1-5-15,14 2 23 0,-7-2-29 0,-7 0 5 16,13 2 4-16,-7-1-8 0,-6-1 2 0,14 1-2 15,-8-1-3-15,-6 0 8 0,9 2-4 0,-9-2-7 16,10 0 5-16,-10 0 2 0,0 0 12 0,12 0-8 16,-12 0-3-16,7 1 2 0,-7-1 4 0,0 0-4 15,0 0-3-15,10 1 8 0,-10-1 1 0,0 0 8 16,0 0 3-16,0 0-1 0,0 0 5 0,0 0-4 16,0 0 0-16,6 3 4 0,-6-3 1 0,0 0-1 15,0 0-6-15,0 0 1 0,0 0-10 0,0 0 6 16,0 0 10-16,0 0-3 0,0 0-13 0,0 0-3 15,0 0 4-15,0 0 0 0,0 0-11 0,0 0 4 16,0 0-7-16,0 0-4 0,0 0 0 0,0 0-1 16,0 0-9-16,0 0-9 0,0 0-14 0,0 0-9 15,0 0-11-15,0 0-7 0,4 4-13 0,-4-4-73 16,0 0-162-16,0 0 72 0</inkml:trace>
  <inkml:trace contextRef="#ctx0" brushRef="#br0" timeOffset="28611.39">13025 4210 11 0,'2'-5'46'0,"-2"5"-11"16,0 0-6-16,0 0-6 0,0 0-18 0,0 0-4 15,0 0-26-15,0 0-28 0,0 0 13 0</inkml:trace>
  <inkml:trace contextRef="#ctx0" brushRef="#br0" timeOffset="29006.97">13407 4155 67 0,'0'0'65'0,"0"0"0"0,0 0-8 0,0 0-8 16,0 0 0-16,0 0-9 0,0 0-7 0,0 0-2 0,0 0 8 15,0 0-2-15,0 0-9 0,0 0-2 16,0 0-4-16,0 0 6 0,0 0-3 0,0 0 2 15,0 0-1-15,0 0-6 0,0 0 12 0,0 0-16 0,0 0-7 16,0 0 11-16,0 0-13 0,0 0-1 0,0 0 2 16,0 0-3-16,0 0-1 0,0 0 1 0,0 0 13 15,0 0-15-15,0 0-2 0,0 0 1 16,0 0 9-16,0 0-8 0,0 0-9 0,0 0 0 16,0 0-1-16,0 0-3 0,0 0-17 0,0 0 5 15,0 0 1-15,0 0-15 0,0 0-10 0,0 0 1 16,0 0-5-16,0 0-4 0,0 0-39 0,4 7-100 0,-4-7 45 15</inkml:trace>
  <inkml:trace contextRef="#ctx0" brushRef="#br0" timeOffset="34945.61">13199 3903 32 0,'0'0'25'0,"0"0"-4"16,-3-14-4-16,3 14-11 0,0 0-5 15,0 0-1-15,0 0-3 0,0 0-14 0,0 0-18 16,0 0 8-16</inkml:trace>
  <inkml:trace contextRef="#ctx0" brushRef="#br0" timeOffset="37413.15">12084 3923 2 0,'0'0'10'0,"0"0"4"0,0 0-1 16,0 0-3-16,0 0-3 0,0 0 1 15,0 0-8-15,0 0-5 0,0 0 0 0,0 0-4 16,0 0-10-16,0 0 32 0,0 0-20 0,0 0-7 0,0 0 3 16</inkml:trace>
</inkml:ink>
</file>

<file path=ppt/ink/ink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02:59.072"/>
    </inkml:context>
    <inkml:brush xml:id="br0">
      <inkml:brushProperty name="width" value="0.05292" units="cm"/>
      <inkml:brushProperty name="height" value="0.05292" units="cm"/>
      <inkml:brushProperty name="color" value="#FF0000"/>
    </inkml:brush>
  </inkml:definitions>
  <inkml:trace contextRef="#ctx0" brushRef="#br0">8306 4469 25 0,'0'0'24'0,"0"0"-2"16,0 0-9-16,0 0 5 0,0 0-5 0,0 0 3 15,0 0-7-15,0 0 4 0,0 0-2 0,0 0-7 16,0 0 6-16,0 0-3 0,0 0 5 0,0 0-12 15,0 0 2-15,0 0 2 0,0 0 1 0,0 0-3 16,0 0-3-16,0 0 0 0,0 0 1 0,0 0 2 16,0 0-3-16,0 0 2 0,0 0-1 0,0 0-5 15,0 0 2-15,0 0-3 0,0 0-9 0,0 0-16 16,0 0-32-16,0 0 14 0</inkml:trace>
  <inkml:trace contextRef="#ctx0" brushRef="#br0" timeOffset="2417.35">9582 4189 26 0,'0'0'26'0,"0"0"-4"16,0 0-3-16,0 0 0 0,0 0-6 0,0 0 3 16,0 0-3-16,0 0 1 0,0 0-2 0,0 0-4 0,0 0 3 15,0 0-6-15,0 0 3 0,0 0-4 16,0 0 0-16,0 0 1 0,0 0-5 0,0 0 5 16,0 0-2-16,0 0-3 0,0 0-3 0,0 0-5 15,0 0-8-15,0 0-19 0,0 0-37 0,0 0 16 16</inkml:trace>
  <inkml:trace contextRef="#ctx0" brushRef="#br0" timeOffset="6709.62">18558 5204 23 0,'0'0'51'0,"0"0"-29"0,0 0-12 16,0 0-11-16,0 0-17 0,0 0-19 0,0 0 9 16</inkml:trace>
  <inkml:trace contextRef="#ctx0" brushRef="#br0" timeOffset="6942.61">20088 5150 49 0,'0'0'134'0,"0"0"-10"0,8 1-18 0,-8-1-8 15,0 0-15-15,0 0 4 0,7 2-31 0,-7-2-16 16,0 0-23-16,0 0-25 0,0 0-21 0,0 0-19 15,0 0-17-15,7 2-43 0,-7-2-116 0,0 0 52 16</inkml:trace>
  <inkml:trace contextRef="#ctx0" brushRef="#br0" timeOffset="7158.84">20962 5078 6 0,'7'3'95'16,"-7"-3"-8"-16,0 0-14 0,0 0-1 0,0 0-6 16,0 0-24-16,5 3-32 0,-5-3-17 0,0 0-36 15,5 4-25-15,-5-4-71 0,0 0 31 0</inkml:trace>
  <inkml:trace contextRef="#ctx0" brushRef="#br0" timeOffset="12308.15">24017 5415 31 0,'0'0'57'0,"0"0"-3"0,0 0-5 0,0 0-1 15,0 0-4-15,0 0 1 0,0 0-9 0,0 0 11 16,0 0-12-16,0 0-7 0,0 0 4 0,0 0-4 16,0 0 1-16,0 0 3 0,0 0-8 0,0 0-2 15,0 0-4-15,0 0 12 0,0 0-16 0,0 0 4 16,0 0-3-16,0 0 0 0,0 0-7 0,0 0 1 15,0 0 2-15,0 0-8 0,0 0 9 0,0 0-4 16,0 0-7-16,0 0 11 0,0 0-1 0,0 0-2 16,0 0 1-16,0 0 0 0,0 0 5 0,0 0-8 15,0 0 3-15,0 0 4 0,0 0-3 0,0 0 0 16,0 0 5-16,0 0-2 0,0 0 1 0,0 0-1 16,0 0-8-16,0 0 4 0,0 0 2 0,0 0-13 15,0 0 8-15,0 0-2 0,0 0 1 0,0 0-1 16,0 0-8-16,0 0 4 0,0 0 0 0,0 0-4 15,0 0 8-15,0 0 4 0,0 0-10 0,0 0 0 16,0 0 0-16,0 0 4 0,0 0-2 0,0 0 3 16,0 0-4-16,0 0 0 0,0 0 3 0,0 0-1 15,0 0-2-15,0 0-2 0,0 0 1 0,0 0 0 16,0 0-2-16,0 0 5 0,0 0-3 0,0 0-5 16,0 0-1-16,0 0 6 0,0 0 1 0,0 0-11 15,0 0-6-15,0 0-3 0,0 0-3 0,0 0-14 16,0 0-5-16,0 0-24 0,0 0-70 0,0 0-148 15,0 0 66-15</inkml:trace>
  <inkml:trace contextRef="#ctx0" brushRef="#br0" timeOffset="21894.99">21693 6218 30 0,'8'1'35'0,"-8"-1"-16"16,0 0-17-16,8 0-17 0,-8 0-16 0,0 0 9 15</inkml:trace>
  <inkml:trace contextRef="#ctx0" brushRef="#br0" timeOffset="24049.24">11806 3927 19 0,'0'0'37'0,"0"0"3"16,0 0-5-16,0 0-3 0,0 0-8 0,0 0-1 16,0 0 2-16,0 0-4 0,0 0-11 0,0 0 2 15,0 0-3-15,0 0 14 0,0 0-11 0,0 0-2 16,0 0-5-16,0 0 4 0,0 0 2 15,0 0-6-15,0 0 4 0,0 0-6 0,0 0 4 16,0 0-4-16,0 0-2 0,0 0 2 0,0 0 5 16,0 0-5-16,0 0 0 0,0 0 0 0,0 0-3 0,0 0 3 15,0 0 3-15,0 0-1 0,0 0-5 16,0 0 3-16,0 0 2 0,0 0-5 0,0 0-4 16,0 0 4-16,0 0-1 0,0 0-2 0,0 0 2 15,0 0-11-15,0 0-1 0,0 0-9 0,0 0-7 16,0 0-28-16,0 0-62 0,0 0 27 0</inkml:trace>
  <inkml:trace contextRef="#ctx0" brushRef="#br0" timeOffset="30922.92">25232 8829 55 0,'0'0'66'0,"-10"-3"-5"0,10 3-1 0,0 0-6 0,-10 0 1 15,10 0-2-15,0 0-1 0,-13-1-5 0,13 1 1 16,-12 1-2-16,12-1-10 0,-14 2 0 0,8-1-1 15,0 1-5-15,6-2 4 0,-16 4-5 0,11-3 7 16,5-1-10-16,-15 5 2 0,6-3-8 0,0 1 5 16,0-1 0-16,0 1-4 0,-5 1-2 0,4-1-7 15,-3 2 0-15,1-1-5 0,-2 1 2 0,0-2 2 16,1 3-3-16,-1-4 4 0,-4 2-4 0,6-1 0 16,0 0 6-16,1 0 1 0,-1 0 1 0,-1-1 8 15,1 0-9-15,0 1 1 0,1-1-2 0,-2 0 2 16,3 1-4-16,-3-1 3 0,3-1-6 0,-1 3 10 15,4-2-5-15,-5-2 9 0,6 1 0 0,-5 2 7 16,2-2 4-16,9-1 0 0,-15 2-6 0,8 0 3 16,-1-1 3-16,8-1-4 0,-13 1 5 0,7-1 1 0,6 0-5 15,-15 2 5-15,15-2 1 0,-12 2 6 16,7 0 7-16,5-2-1 0,0 0 1 0,-10 0-2 16,10 0 4-16,0 0-3 0,0 0-1 0,-12 0-3 0,12 0-2 15,0 0-1-15,0 0 1 0,0 0-1 0,0 0-3 16,0 0-3-16,0 0 1 0,-5 2 0 15,5-2 1-15,0 0 1 0,0 0 0 0,0 0 3 0,0 0-3 16,0 0 0-16,0 0 0 0,0 0 1 0,0 0 2 16,0 0-3-16,0 0 0 0,-8 1-3 0,8-1-1 15,0 0-5-15,0 0-3 0,0 0 3 0,0 0-7 16,0 0 4-16,0 0-3 0,0 0-2 0,0 0 1 16,0 0-3-16,0 0-1 0,0 0-3 0,0 0 2 15,0 0 1-15,0 0-3 0,0 0-4 0,0 0 1 16,0 0 0-16,0 0 3 0,0 0-2 0,0 0-2 15,0 0 0-15,0 0-1 0,0 0 5 0,0 0-7 16,0 0 1-16,0 0-1 0,0 0-1 0,0 0 0 16,0 0-1-16,0 0 1 0,0 0-2 0,0 0 0 0,0 0-4 15,0 0 5-15,0 0-1 0,0 0-3 16,0 0-4-16,0 0-1 0,0 0 4 0,0 0-2 16,0 0 3-16,0 0 1 0,0 0-4 0,0 0 1 15,0 0 2-15,0 0-2 0,0 0 4 0,16 10 3 0,-16-10 1 16,6 3-4-16,-6-3 1 0,5 3-3 0,-5-3 2 15,0 0 4-15,12 3-4 0,-7-3 8 16,-5 0 2-16,9 3 0 0,-3-2-2 0,2 3-4 0,-2-2 3 16,-6-2-3-16,13 3 2 0,-5-2 0 0,-1 1 0 15,1-1-4-15,-8-1-2 0,17 4 1 0,-10-1 4 16,2-3-6-16,3 2 6 0,-5 1 0 0,4-1 0 16,-1-1-2-16,1 2 1 0,0-2-1 0,1 1-2 15,0-2 5-15,1 1-4 0,-1 2 5 0,1-2-4 16,1 1 7-16,4-1-4 0,-5 1-1 0,5-2 8 15,-4 0-6-15,3 1-6 0,2 0 5 0,-4 1 9 16,3-2-9-16,-1 1-1 0,0-2-2 0,1 3 0 16,-5-1 0-16,0 1-3 0,5-1 3 0,1 3 3 15,-4-1-4-15,4-3 2 0,-2 0 0 0,-3 0 13 16,3 0-17-16,2 3 4 0,-2-1 7 0,-3-1-2 16,7-1 4-16,-3 1-2 0,2 1 0 0,-1-1-1 15,2-1 2-15,-2 2 0 0,-2 0 0 0,4-1-5 0,-1-1-2 16,-2 1 1-16,2-1 1 0,-2 1 7 0,0-1-3 15,2 4 5-15,-3-2-4 0,2-2-3 16,-2 0 5-16,0 2-4 0,1-1 2 0,-3 1-8 16,3-2 0-16,0 0 10 0,2 3-4 0,-2-1 1 0,0-1 6 15,1 2-7-15,0-3-2 0,-1-2 2 0,3 4 1 16,-4 0 11-16,4-2 3 0,-3 3-3 0,2-3-2 16,3 0 7-16,-4 3-11 0,2-5-4 0,-1 1 7 15,2 1-2-15,1 0-8 0,-3 0 0 0,8-1 0 16,-7 2 5-16,7-1-1 0,-1 1 3 15,-3-1-4-15,3 0 1 0,-7 2 2 0,3-2-6 0,4 1 11 16,-5 1-3-16,6-2-5 0,-1 0 2 0,-5 2-2 16,-2-2-3-16,3 0 2 0,4 0-4 0,2 0 4 15,-9 0-5-15,2-2-2 0,-1 2-1 0,8 0 0 16,-9 0-2-16,9 0 1 0,-9 0 1 0,8 0-2 16,-7-2 4-16,0 4-4 0,1-4-1 0,-2 1-1 15,-1-1 2-15,3 0-3 0,-4 2-1 0,2 0 3 16,-1-2 1-16,-2 1 0 0,4-2-2 0,-4 2-3 0,1-1 12 15,1 1-17-15,-4-1 3 0,6 1 5 16,-4 1 0-16,-1 0-1 0,3-3 17 0,0-1-23 16,-1 3-1-16,0-2 1 0,0 1 3 0,0-1-3 0,0 1 2 15,0 1 3-15,-1-1-1 0,0 0-1 0,2-1-1 16,-2-1-1-16,0 1 2 0,-1 0-1 0,2 1-3 16,0 0 1-16,1-1 7 0,-2-1-5 0,3 2 6 15,-2-2-4-15,2 2-1 0,-1 0 2 0,0-1-1 16,0-1-2-16,-1 4 1 0,1-4 2 0,-2 0-1 15,0 2 0-15,1 0-5 0,-5-2 0 0,4 1 8 16,-2 0-1-16,5-1-6 0,-7 1-3 0,1 2 9 16,-2-1 2-16,6-1-5 0,-1 0-3 0,-5 1-1 15,1 1 1-15,-1-2 0 0,-1 2 3 0,2 0-1 16,-1-2-1-16,1 1 5 0,1-1-3 0,-1 0 0 16,-2 1 2-16,1 0-2 0,-1 0-2 0,3 2 1 15,-3-1 0-15,0-2 2 0,0 2-1 0,0-1 1 16,-2 2-3-16,4 0 6 0,-3-1-1 0,0 1 0 15,-2 0-5-15,3 1-4 0,0-1 6 0,0 2 0 16,-2-2 0-16,0 0 0 0,3 0 6 0,-1 0-9 16,-1 0 3-16,-2 1 2 0,-1-1-5 0,-7 0 14 0,13-1-13 15,-7 2 5-15,-6-1-5 0,14 0-2 0,-14 0 1 16,11 0 5-16,-2 2 2 0,-9-2 2 16,13 0 5-16,-8 1 3 0,-5-1-2 0,9 1-3 0,-1 0 1 15,-8-1 0-15,10 3 3 0,-10-3-2 0,9 0-1 16,-9 0-3-16,8 2-3 0,-8-2 4 0,5 3 1 15,-5-3-8-15,0 0 3 0,0 0-1 0,0 0-1 16,11 0 0-16,-11 0-1 0,0 0 0 0,0 0 1 16,0 0 3-16,0 0-5 0,0 0 4 0,8 3-5 15,-8-3 3-15,0 0-1 0,0 0 3 0,0 0-4 16,0 0 2-16,0 0 0 0,0 0-5 0,0 0 11 16,0 0-10-16,7 0 4 0,-7 0-3 0,0 0 7 15,0 0-7-15,0 0-4 0,0 0 4 0,0 0-2 16,0 0 0-16,0 0 5 0,0 0-1 0,0 0-1 15,0 0-1-15,0 0 5 0,0 0-5 0,0 0 1 16,0 0 1-16,0 0-4 0,0 0 2 0,4 3-1 16,-4-3 2-16,0 0-6 0,0 0 5 0,0 0 4 0,0 0-7 15,0 0 1-15,0 0 5 0,0 0-4 0,0 0 3 16,0 0 4-16,0 0-6 0,0 0 2 0,0 0-2 16,0 0-4-16,0 0 6 0,0 0-5 0,0 0 13 15,0 0-12-15,0 0 3 0,0 0-6 0,9 2 6 16,-9-2 1-16,0 0-5 0,0 0-1 0,0 0 2 15,0 0-6-15,0 0 4 0,0 0-6 0,0 0-1 16,0 0-8-16,0 0 6 0,0 0-7 0,0 0-5 16,0 0-14-16,0 0-9 0,0 0-8 0,0 0-11 15,0 0-14-15,0 0-5 0,0 0-15 0,0 0-16 16,0 0-20-16,0 0-13 0,0 0-17 0,0 0-22 16,0 0-19-16,-23-8-16 0,23 8-17 0,-13-5-3 15,7 2 8-15,-2 0-11 0,0 0-186 0,-1-1-470 16,0-1 208-16</inkml:trace>
  <inkml:trace contextRef="#ctx0" brushRef="#br0" timeOffset="32206.53">27861 7271 58 0,'0'0'93'0,"0"0"-21"0,0 0-6 16,0 0-6-16,0 0-5 0,0 0-2 0,0 0-7 15,0 0 0-15,0 0-18 0,0 0-17 0,0 0-19 16,0 0-26-16,0 0-57 0,0 0-100 0,0 0 45 16</inkml:trace>
  <inkml:trace contextRef="#ctx0" brushRef="#br0" timeOffset="32840.68">29434 7096 63 0,'0'0'108'0,"0"0"5"0,0 0-13 0,0 0 3 15,0 0-12-15,0 0-2 0,5 3-10 0,-5-3-3 16,0 0-9-16,0 0-5 0,0 0 0 0,0 0-8 15,0 0-4-15,0 0 1 0,0 0 0 0,0 0-3 16,0 0-3-16,0 0 0 0,0 0-3 0,0 0-2 16,0 0-4-16,0 0 1 0,0 0-4 0,0 0 1 15,0 0-8-15,0 0 3 0,0 0 1 0,0 0-14 16,0 0-7-16,0 0 8 0,0 0 0 0,-8 13 0 16,8-13 0-16,0 0-3 0,0 0-5 0,0 0 0 0,0 0 4 15,-6 6-5-15,6-6 0 0,0 0 1 16,-6 5-3-16,6-5-1 0,0 0 0 0,-7 5-4 15,7-5 4-15,-5 3-5 0,5-3-12 0,-4 4-18 16,4-4-16-16,-6 3-23 0,6-3-30 0,-8 3-25 0,8-3-122 16,-9 4-265-16,9-4 119 0</inkml:trace>
  <inkml:trace contextRef="#ctx0" brushRef="#br0" timeOffset="51474.17">28083 8131 39 0,'19'-7'34'16,"8"0"-5"-16,-6 3 0 0,9-4-3 0,0 3-2 0,-2 0-3 15,-7 1 6-15,0 3-14 0,1 1-8 16,-3-1-19-16,-3 1-26 0,-5 2-41 0,-4-2 19 16</inkml:trace>
  <inkml:trace contextRef="#ctx0" brushRef="#br0" timeOffset="52774.13">25540 8883 33 0,'0'0'35'16,"-6"3"-18"-16,6-3-14 0,0 0-18 0,0 0-16 15,0 0 7-15</inkml:trace>
  <inkml:trace contextRef="#ctx0" brushRef="#br0" timeOffset="55060.83">26375 8887 59 0,'0'0'98'0,"0"0"-6"0,0 0-12 0,0 0-1 16,0 0-9-16,0 0 2 0,0 0-14 0,0 0-5 16,0 0-1-16,12-9-6 0,-12 9-7 0,0 0 3 15,0 0-14-15,0 0-7 0,0 0-19 0,0 0-15 16,7-3-12-16,-7 3-14 0,0 0-16 0,0 0-72 15,0 0-137-15,0 0 61 0</inkml:trace>
  <inkml:trace contextRef="#ctx0" brushRef="#br0" timeOffset="56857.01">11286 3938 14 0,'0'0'44'0,"0"0"-1"0,0 0 2 0,0 0-10 16,0 0 2-16,0 0-1 0,0 0-3 0,0 0-5 15,0 0-4-15,0 0-2 0,0 0-1 0,0 0-4 16,0 0-1-16,0 0-6 0,0 0 4 0,0 0-3 15,0 0-2-15,0 0 1 0,0 0 2 0,0 0-5 16,0 0 3-16,0 0-3 0,-17 11 8 0,17-11 2 16,-7 4 11-16,7-4-3 0,0 0 9 0,-10 3-6 15,10-3 14-15,0 0-7 0,-6 1 1 0,6-1 1 16,0 0 1-16,-9 0-7 0,9 0 6 0,0 0 1 16,-10 0-2-16,10 0 1 0,0 0 4 0,0 0-8 15,0 0 4-15,-10 0-4 0,10 0-2 0,0 0-4 16,0 0 0-16,0 0-8 0,0 0 1 0,-6 4 0 15,6-4 1-15,0 0-6 0,0 0 3 0,0 0 0 16,0 0 0-16,0 0-8 0,0 0 2 0,0 0 0 16,0 0-1-16,0 0-5 0,0 0 11 0,33-5-11 15,-23 4 4-15,2-3 3 0,1 2 0 0,6-1-6 16,-6 0-2-16,1 1-3 0,-1-3 8 16,0 2-2-16,-3 0 2 0,1 0-1 0,0 1 1 0,-5 1 0 15,2 0 6-15,-2-2-3 0,-6 3 3 0,12-5 1 16,-12 5 7-16,9 0-5 0,-9 0 4 0,0 0-8 15,7-1 4-15,-7 1-2 0,0 0-4 0,0 0 1 16,8-4-8-16,-8 4 0 0,0 0-29 16,0 0-49-16,0 0-37 0,0 0-157 0,5 10-287 15,-5-10 127-15</inkml:trace>
  <inkml:trace contextRef="#ctx0" brushRef="#br0" timeOffset="58039.2">14526 9360 98 0,'0'0'96'0,"0"0"-14"15,0 0-18-15,5-5 9 0,-5 5-12 0,0 0-10 16,0 0-2-16,0 0-3 0,0 0-10 0,0 0-5 16,0 0-18-16,0 0-15 0,0 0-26 0,0 0-6 15,0 0-72-15,0 0-116 0,0 0 52 0</inkml:trace>
  <inkml:trace contextRef="#ctx0" brushRef="#br0" timeOffset="59026.15">21939 9226 14 0,'7'1'56'0,"-7"-1"-17"16,12 4-19-16,-2-4-30 0,-2 2-11 0,-2 0-21 15,3-1 11-15</inkml:trace>
  <inkml:trace contextRef="#ctx0" brushRef="#br0" timeOffset="59548.42">24378 9403 127 0,'0'0'154'16,"0"0"-8"-16,0 0-16 0,0 0-17 0,0 0-6 16,0 0-12-16,0 0-7 0,0 0-12 0,0 0-16 15,0 0-34-15,0 0-36 0,0 0-39 0,0 0-46 16,-28 2-67-16,10 0-175 0,-3-2 78 0</inkml:trace>
  <inkml:trace contextRef="#ctx0" brushRef="#br0" timeOffset="60461.32">18753 10562 160 0,'0'0'151'16,"7"0"-15"-16,-7 0-18 0,0 0-11 0,0 0-5 15,0 0-13-15,0 0-6 0,7 3-14 0,-7-3-6 16,0 0-6-16,0 0-10 0,0 0-2 0,0 0-8 16,0 0-2-16,0 0 3 0,0 0-13 0,7 3 0 15,-7-3-4-15,0 0-6 0,0 0 6 0,0 0 1 16,0 0-8-16,4 6 4 0,-4-6-15 0,0 0 10 16,0 0-4-16,4 4 5 0,-4-4-7 0,0 0-3 15,5 4-1-15,-5-4 0 0,0 0 1 0,5 4 0 16,-5-4 2-16,0 0-10 0,0 0-4 0,0 0-8 0,7 4-11 15,-7-4-25-15,0 0-24 0,7 1-11 16,-7-1-21-16,0 0-91 0,0 0-215 0,7 3 96 16</inkml:trace>
  <inkml:trace contextRef="#ctx0" brushRef="#br0" timeOffset="60881.4">20355 10499 131 0,'0'0'202'0,"0"0"-20"0,9 0-21 0,-9 0-10 16,0 0-17-16,0 0-11 0,0 0-14 0,0 0-10 15,0 0-11-15,0 0-8 0,10 0-16 0,-10 0-3 0,0 0-3 16,0 0-7-16,0 0-7 0,0 0-2 16,0 0-9-16,0 0-8 0,0 0 4 0,0 0-6 15,0 0 4-15,0 0-2 0,0 0-7 0,0 0-1 16,0 0 1-16,8-2-3 0,-8 2-2 0,0 0-7 0,0 0 2 16,0 0 0-16,0 0 0 0,0 0-3 0,0 0 3 15,0 0 3-15,0 0 1 0,0 0 3 16,0 0 2-16,0 0-2 0,0 0-3 0,0 0 2 15,0 0-5-15,0 0 1 0,0 0-4 0,0 0 3 0,0 0 0 16,0 0 1-16,0 0-4 0,0 0 0 0,0 0-3 16,0 0 0-16,0 0 0 0,0 0-7 15,0 0-18-15,0 0-23 0,0 0-31 0,0 0-31 16,0 0-20-16,0 0-28 0,0 0-129 0,0 0-306 0,0 0 135 16</inkml:trace>
  <inkml:trace contextRef="#ctx0" brushRef="#br0" timeOffset="61250.53">23794 10300 2 0,'0'0'189'0,"0"0"-20"15,8-1-17-15,-8 1-15 0,0 0-15 0,0 0-18 16,5-4 0-16,-5 4-9 0,0 0-15 0,0 0-14 16,0 0-19-16,0 0-22 0,0 0-34 0,0 0-25 15,0 0-34-15,0 0-49 0,0 0-61 0,0 0-192 16,0 0 86-16</inkml:trace>
  <inkml:trace contextRef="#ctx0" brushRef="#br0" timeOffset="62018.17">17678 11995 30 0,'0'0'68'0,"5"4"-29"0,-5-4-3 16,4 5-17-16,-4-5-6 0,4 5-5 0,-4-5-8 16,0 0-11-16,7 8-23 0,-7-8-36 0,4 7 15 0</inkml:trace>
  <inkml:trace contextRef="#ctx0" brushRef="#br0" timeOffset="62262.93">18424 12023 87 0,'0'0'96'15,"4"5"-6"-15,-4-5-17 0,0 0-24 0,8 5-15 16,-8-5-16-16,0 0-19 0,6 4-23 16,-6-4-47-16,5 6-76 0,-5-6 34 0</inkml:trace>
  <inkml:trace contextRef="#ctx0" brushRef="#br0" timeOffset="62774.46">21449 11718 14 0,'0'0'8'0,"0"0"-12"0,0 0-4 15,4 6 2-15</inkml:trace>
  <inkml:trace contextRef="#ctx0" brushRef="#br0" timeOffset="63029.12">22809 11637 43 0,'0'0'125'0,"0"0"-25"16,0 0-19-16,0 0 2 0,0 0-26 0,0 0-23 16,0 0-23-16,0 0-22 0,0 0-39 15,9 3-30-15,-9-3-84 0,0 0 37 0</inkml:trace>
  <inkml:trace contextRef="#ctx0" brushRef="#br0" timeOffset="63309.82">23935 11521 19 0,'11'-2'206'16,"-11"2"-6"-16,11-2-12 0,-11 2-5 0,6-2-17 15,-6 2-11-15,0 0-16 0,8-1-8 0,-8 1-13 16,0 0-11-16,0 0-6 0,0 0-15 0,0 0-5 0,0 0-10 16,0 0-6-16,10 0-10 0,-10 0-6 0,0 0-15 15,0 0-24-15,0 0-26 0,0 0-20 0,0 0-24 16,0 0-30-16,0 0-30 0,-27 7-30 15,21-6-132-15,-6 0-306 0,2 0 135 0</inkml:trace>
  <inkml:trace contextRef="#ctx0" brushRef="#br0" timeOffset="63993.18">18342 12679 68 0,'0'0'89'0,"0"0"-13"0,0 0 2 0,0 0-17 16,0 0 9-16,0 0-5 0,0 0-2 0,0 0-11 15,0 0-7-15,0 0-5 0,0 0-7 0,0 0-1 16,0 0-3-16,0 0-3 0,0 0-6 0,0 0-1 16,0 0 4-16,0 0-10 0,0 0-9 0,-8 14-19 15,8-14-25-15,-4 7-14 0,4-7-80 0,-5 9-143 16,1-3 64-16</inkml:trace>
  <inkml:trace contextRef="#ctx0" brushRef="#br0" timeOffset="64316.21">17751 13994 73 0,'6'4'95'0,"-6"-4"-7"0,0 0-16 0,4 9-7 15,-4-9-4-15,4 6-2 0,-4-6-12 0,5 7-6 16,-5-7-19-16,1 6-15 0,-1-6-15 0,3 8-17 15,-3-8-29-15,1 9-37 0,-1-9-98 0,1 10 43 16</inkml:trace>
  <inkml:trace contextRef="#ctx0" brushRef="#br0" timeOffset="64875.02">17972 14375 87 0,'0'0'257'0,"0"0"-27"0,2 7-21 0,-2-7-17 0,0 0-24 16,0 0-18-16,0 0-12 0,0 0-16 0,0 0-12 15,0 0-13-15,0 0-7 0,0 0-6 0,0 0-11 16,0 0-9-16,0 0-6 0,0 0-4 0,5 3-6 15,-5-3-4-15,0 0-3 0,0 0-3 0,0 0 1 16,0 0-5-16,0 0-8 0,0 0 10 0,0 0-12 16,0 0 5-16,0 0-4 0,0 0 1 0,12-1-1 15,-12 1 0-15,0 0-5 0,0 0-3 0,0 0-2 16,0 0 7-16,0 0-10 0,0 0 1 0,0 0-2 16,0 0-1-16,0 0-2 0,0 0 1 0,0 0 1 15,0 0-7-15,0 0 5 0,0 0-2 0,0 0-2 16,0 0 4-16,4 4-5 0,-4-4 4 0,0 0-3 15,0 0 4-15,0 0-6 0,0 0 0 0,0 0-3 16,0 0 0-16,0 0 5 0,0 0-3 0,0 0 0 16,0 0-1-16,0 0 1 0,0 0 0 0,0 0-19 15,0 0 3-15,0 0 4 0,0 0 0 0,0 0 0 16,0 0 1-16,0 0 0 0,0 0 3 0,0 0-1 16,0 0 2-16,0 0-1 0,0 0 4 0,0 0-3 15,0 0 6-15,0 0-5 0,0 0 3 0,0 0 1 16,0 0-1-16,0 0 1 0,0 0-6 0,9 1 3 15,-9-1 1-15,0 0 3 0,0 0-1 0,0 0 0 16,0 0 0-16,0 0 1 0,0 0 2 0,0 0-10 16,0 0-10-16,0 0-17 0,7 2-20 0,-7-2-25 15,0 0-20-15,0 0-31 0,0 0-23 0,0 0-33 16,0 0-136-16,0 0-349 0,0 0 154 0</inkml:trace>
  <inkml:trace contextRef="#ctx0" brushRef="#br0" timeOffset="70746.56">5264 13534 42 0,'0'0'89'0,"0"0"-12"0,0 0-5 0,0 0-3 15,0 0-13-15,0 0-7 0,0 0 1 0,0 0-7 16,0 0-2-16,0 0-7 0,0 0-3 0,0 0-2 16,0 0-6-16,0 0-4 0,0 0-23 0,0 0-2 15,0 0-20-15,0 0-19 0,0 0-9 0,0 0-45 16,0 0-106-16,0 0 48 0</inkml:trace>
  <inkml:trace contextRef="#ctx0" brushRef="#br0" timeOffset="72055.39">6315 13576 114 0,'0'0'125'0,"0"0"-3"0,0 0-12 0,0 0-20 15,0 0-9-15,0 0-8 0,0 0-10 0,0 0 0 16,0 0-3-16,0 0-7 0,0 0 3 0,0 0-4 16,0 0-4-16,0 0-4 0,0 0-8 0,0 0-4 15,0 0-1-15,0 0-2 0,0 0-7 0,0 0 3 16,0 0-6-16,0 0-9 0,0 0-7 16,0 0-21-16,0 0-25 0,4 5-18 0,-4-5-18 15,0 0-25-15,-7 13 0 0,-1-5-55 0,-6 4-172 16,1-1 76-16</inkml:trace>
  <inkml:trace contextRef="#ctx0" brushRef="#br0" timeOffset="72423.58">5854 14908 39 0,'0'0'91'0,"0"0"-10"16,0 0-10-16,0 0-13 0,0 0-10 0,0 0-19 16,4 4-10-16,-4-4-13 0,0 0-17 0,1 9-19 15,-1-9-38-15,0 0-71 0,-2 13 31 16</inkml:trace>
  <inkml:trace contextRef="#ctx0" brushRef="#br0" timeOffset="73285.98">7545 14602 59 0,'0'0'95'0,"0"0"-11"0,0 0-4 15,0 0-11-15,0 0 2 0,0 0-16 0,0 0-3 16,0 0 0-16,0 0 8 0,0 0-6 0,0 0-6 0,0 0 17 15,0 0-1-15,0 0-5 0,0 0-10 16,0 0 9-16,0 0-6 0,0 0-10 0,0 0-10 16,0 0 0-16,0 0-3 0,0 0-4 0,0 0 1 15,0 0-7-15,0 0-3 0,0 0 13 0,0 0-17 16,0 0-4-16,0 0 3 0,0 0-8 0,0 0-3 0,0 0-22 16,0 0-23-16,0 0-24 0,0 0-30 0,0 0-15 15,0 0-64-15,0 0-191 0,0 16 85 16</inkml:trace>
  <inkml:trace contextRef="#ctx0" brushRef="#br0" timeOffset="74047.39">9567 14021 22 0,'0'0'36'0,"0"0"-18"0,18 15-31 16,-16-12-14-16,-2-3 7 0</inkml:trace>
  <inkml:trace contextRef="#ctx0" brushRef="#br0" timeOffset="74676.28">10201 14849 14 0,'0'0'54'0,"0"0"-4"0,2 6 0 0,-2-6-10 0,0 0 3 15,0 0-5-15,0 0-4 0,0 0-16 0,0 0-13 16,3 9-21-16,-3-9-39 0,0 0-61 0,0 0 27 15</inkml:trace>
  <inkml:trace contextRef="#ctx0" brushRef="#br0" timeOffset="74954.13">10788 14793 7 0,'0'0'46'0,"11"-1"-11"16,-11 1-21-16,0 0-31 0,0 0-19 0,0 0 8 0</inkml:trace>
  <inkml:trace contextRef="#ctx0" brushRef="#br0" timeOffset="75835.2">7505 15750 98 0,'0'0'107'0,"0"0"-10"0,0 0-11 0,0 0-4 15,0 0-8-15,0 0-13 0,0 0-2 0,0 0-5 16,0 0-12-16,0 0-6 0,0 0-10 15,0 0-19-15,0 0-14 0,0 0-8 0,21 16-19 16,-15-13-13-16,0 1-12 0,2 4-53 0,1-1-120 16,1-1 53-16</inkml:trace>
  <inkml:trace contextRef="#ctx0" brushRef="#br0" timeOffset="76084.09">8602 15694 18 0,'0'0'94'0,"0"0"-25"15,0 0-8-15,0 0-14 0,0 0-18 0,0 0-20 16,0 0-24-16,0 0-37 0,0 0-57 0,0 0 25 16</inkml:trace>
  <inkml:trace contextRef="#ctx0" brushRef="#br0" timeOffset="77189.59">10152 15454 59 0,'0'0'79'0,"0"0"-8"0,0 0-2 15,0 0-10-15,0 0-9 0,0 0 0 0,0 0 0 16,0 0-11-16,0 0-6 0,0 0-1 0,0 0 0 16,0 0-3-16,0 0 0 0,0 0-7 0,0 0 3 15,0 0-7-15,0 0-2 0,0 0 4 16,0 0 4-16,0 0 0 0,0 0 7 0,0 0-11 15,0 0-1-15,0 0-7 0,0 0 0 0,0 0 4 16,0 0-5-16,0 0-2 0,0 0 6 0,0 0-7 0,0 0 5 16,0 0-9-16,0 0-1 0,0 0-2 0,0 0 11 15,0 0-10-15,0 0 7 0,0 0-6 0,0 0 4 16,0 0-5-16,0 0 9 0,13 8-8 0,-13-8 5 16,0 0-8-16,0 0 4 0,0 0-7 0,0 0 0 15,0 0-3-15,0 0 8 0,0 0 2 16,0 0-2-16,0 0 1 0,0 0-3 0,0 0-2 15,0 0 2-15,5 5 2 0,-5-5 3 0,0 0 1 16,0 0 2-16,0 0 0 0,0 0-7 0,0 0-4 0,0 0 5 16,0 0-1-16,0 0-1 0,0 0-3 15,0 0-3-15,0 0 6 0,0 0-5 0,3 9 19 16,-3-9-13-16,0 0-2 0,0 0 5 0,0 0-14 16,0 0 4-16,0 0-14 0,0 0-4 0,5 7 0 15,-5-7-2-15,0 0-3 0,0 0-2 0,0 0-6 16,0 0 1-16,0 0-11 0,0 0-2 0,6 6-8 15,-6-6-11-15,0 0-38 0,0 0-114 0,0 0 51 0</inkml:trace>
  <inkml:trace contextRef="#ctx0" brushRef="#br0" timeOffset="79521.6">7320 16813 17 0,'0'0'60'15,"0"0"-5"-15,0 0-2 0,0 0-5 0,0 0 3 16,0 0-9-16,0 0-4 0,0 0-2 0,0 0 4 16,0 0-13-16,0 0 1 0,0 0-2 0,0 0-6 15,0 0-4-15,0 0-2 0,0 0-10 0,0 0 2 16,0 0-22-16,0 0-9 0,0 0-3 0,0 0-14 16,0 0-2-16,0 0-27 0,0 0-78 15,0 0 35-15</inkml:trace>
  <inkml:trace contextRef="#ctx0" brushRef="#br0" timeOffset="83770.28">9277 16571 6 0,'0'0'35'16,"0"0"0"-16,0 0-7 0,0 0 1 0,0 0-2 15,0 0-2-15,0 0-8 0,0 0 1 0,0 0 1 16,0 0-3-16,0 0 7 0,0 0-9 0,0 0 3 16,0 0-2-16,0 0 1 0,0 0 1 0,0 0 0 15,0 0-3-15,0 0-5 0,0 0 10 0,0 0-5 16,0 0-10-16,0 0 6 0,0 0 4 0,0 0-1 16,0 0-3-16,0 0-1 0,0 0 2 0,0 0-6 15,0 0 5-15,0 0-6 0,0 0-5 0,0 0 5 16,0 0-3-16,0 0 7 0,0 0-9 0,0 0-1 15,0 0 1-15,0 0 5 0,0 0-2 0,0 0-4 16,0 0 7-16,0 0-4 0,0 0-5 16,0 0 7-16,0 0-6 0,0 0 1 0,0 0 4 15,0 0 3-15,0 0 0 0,0 0-8 0,0 0 4 16,0 0 0-16,0 0-7 0,0 0 8 0,0 0-4 16,0 0 8-16,0 0-6 0,0 0-2 0,0 0 0 15,0 0 0-15,0 0 7 0,0 0-6 0,0 0 6 0,0 0-5 16,0 0 0-16,0 0-3 0,0 0 3 0,0 0 0 15,0 0 0-15,0 0 3 0,0 0 0 0,0 0-1 16,0 0 11-16,0 0-13 0,0 0-9 16,0 0 3-16,0 0 8 0,0 0-7 0,0 0-1 15,0 0-1-15,0 0-3 0,0 0-1 0,0 0 2 16,0 0-11-16,0 0-5 0,0 0-8 0,0 0 2 16,0 0-4-16,0 0-26 0,0 0-64 0,6-11 29 15</inkml:trace>
  <inkml:trace contextRef="#ctx0" brushRef="#br0" timeOffset="85811.27">12111 16377 8 0,'0'0'22'0,"0"0"1"0,0 0-9 16,0 0-6-16,0 0 4 0,0 0-1 0,0 0-6 15,0 0 3-15,0 0 5 0,0 0-5 0,0 0 9 16,0 0-11-16,0 0 2 0,0 0-2 15,0 0 3-15,0 0 4 0,0 0 2 0,0 0-5 16,0 0 2-16,0 0-3 0,0 0-4 0,0 0 4 16,0 0-3-16,0 0-4 0,0 0 5 0,0 0 1 15,0 0 1-15,0 0-5 0,0 0-4 0,0 0 3 16,0 0-1-16,0 0-2 0,0 0 0 0,0 0 3 16,0 0 3-16,0 0-5 0,0 0-2 0,0 0 2 15,0 0 1-15,0 0-4 0,0 0 3 0,0 0-3 16,0 0-2-16,0 0-1 0,18-11-9 0,-18 11-3 15,0 0-27-15,0 0-47 0,0 0 21 0</inkml:trace>
  <inkml:trace contextRef="#ctx0" brushRef="#br0" timeOffset="91774.89">13630 16209 39 0,'0'0'62'0,"0"0"-14"16,0 0-3-16,0 0 0 0,0 0-1 0,0 0-5 16,0 0 5-16,0 0-2 0,0 0 3 0,0 0-11 15,0 0-4-15,0 0 6 0,0 0-11 0,0 0 8 16,0 0-8-16,0 0-2 0,0 0-2 0,0 0 1 16,0 0-4-16,0 0 2 0,0 0-4 0,0 0-3 15,0 0 1-15,0 0 5 0,0 0-7 0,0 0 1 16,0 0-4-16,0 0 3 0,0 0-4 0,0 0-6 15,0 0 1-15,0 0 2 0,0 0 3 0,0 0 20 16,0 0-24-16,0 0 0 0,0 0 6 0,0 0-4 16,0 0-3-16,0 0 4 0,0 0-3 0,0 0 0 15,0 0-5-15,0 0 2 0,0 0 0 0,0 0-1 16,0 0-14-16,0 0 3 0,0 0-17 16,0 0-14-16,0 0-7 0,0 0-20 0,0 0-53 0,0 0-133 15,0 0 59-15</inkml:trace>
  <inkml:trace contextRef="#ctx0" brushRef="#br0" timeOffset="92355.23">16263 15958 55 0,'0'0'32'0,"0"0"-11"0,0 0-27 0,12 1-11 15,-12-1-19-15,0 0 8 0</inkml:trace>
  <inkml:trace contextRef="#ctx0" brushRef="#br0" timeOffset="93546.28">18031 15962 11 0,'0'0'44'0,"0"0"-15"0,0 0-7 0,0 0-17 16,0 0-24-16,0 0-20 0,0 0 9 0</inkml:trace>
  <inkml:trace contextRef="#ctx0" brushRef="#br0" timeOffset="93947.9">18914 15848 93 0,'0'0'83'0,"0"0"-15"16,0 0-11-16,4-7-8 0,-4 7-11 0,0 0-18 15,0 0-15-15,0 0-9 0,0 0-16 0,0 0-46 16,0 0-70-16,0 0 32 0</inkml:trace>
  <inkml:trace contextRef="#ctx0" brushRef="#br0" timeOffset="94505.56">19316 15280 6 0,'0'0'6'0,"0"0"-8"0,0 0-3 0,0 0 2 16</inkml:trace>
  <inkml:trace contextRef="#ctx0" brushRef="#br0" timeOffset="106307.35">21001 15345 5 0,'0'0'138'0,"0"0"-9"0,0 0-16 0,0 0-6 15,0 0-12-15,0 0-12 0,0 0-2 0,0 0-9 16,0 0-9-16,0 0-12 0,0 0-2 0,0 0-10 15,0 0 1-15,0 0-5 0,0 0-4 0,0 0-5 16,0 0-1-16,0 0-6 0,0 0 0 0,0 0-6 16,0 0 1-16,0 0 0 0,0 0 1 0,0 0-3 15,0 0 1-15,0 0-8 0,0 0 6 0,0 0 6 16,0 0-4-16,0 0-7 0,0 0 2 0,0 0-1 16,0 0-4-16,0 0 0 0,0 0 4 0,0 0-9 15,0 0 3-15,0 0 1 0,0 0 3 0,0 0-5 16,0 0 5-16,0 0-3 0,0 0 5 0,0 0-13 15,0 0 10-15,0 0 0 0,0 0-3 0,0 0-3 16,0 0 1-16,0 0 2 0,0 0 0 0,0 0-3 16,0 0 8-16,0 0-5 0,0 0 3 0,0 0-9 15,0 0 7-15,0 0-4 0,0 0-3 0,0 0 0 16,0 0 6-16,0 0 0 0,0 0-6 16,0 0-9-16,0 0-3 0,0 0-1 0,0 0-9 0,0 0-16 15,0 0-1-15,0 0-5 0,0 0-10 0,0 0-7 16,0 0-9-16,0 0-9 0,0 0-66 0,0 0-162 15,0 0 72-15</inkml:trace>
  <inkml:trace contextRef="#ctx0" brushRef="#br0" timeOffset="115024.99">11275 16435 11 0,'0'0'67'0,"0"0"-13"0,-4-4 2 0,4 4-5 15,0 0-2-15,0 0-1 0,0 0-2 16,0 0-6-16,0 0 2 0,0 0-5 0,0 0-6 16,0 0 0-16,0 0-4 0,0 0-5 0,-9-5-4 15,9 5 8-15,0 0-5 0,0 0-3 0,0 0-7 16,0 0 3-16,0 0 1 0,0 0-2 0,-8-1-4 15,8 1 0-15,0 0 2 0,0 0 1 0,0 0-8 16,0 0 6-16,-18 1 2 0,18-1-4 0,0 0 8 16,0 0-9-16,-17 0 22 0,17 0-20 0,-11 3 3 15,11-3 7-15,-12 1-6 0,12-1 2 0,0 0 13 16,-15 1-5-16,15-1-1 0,-8 0 3 0,8 0-1 16,-10-1 8-16,10 1-4 0,0 0 1 0,-12-1-1 15,12 1-6-15,-7 1 2 0,7-1-3 0,0 0 5 16,-13-1-6-16,13 1-1 0,0 0 7 0,-9 0-5 15,9 0 6-15,0 0-1 0,-8 1-8 0,8-1 12 16,0 0-6-16,0 0 6 0,0 0-4 0,-14-3-2 16,14 3 3-16,0 0 1 0,0 0-5 15,0 0 3-15,0 0-5 0,0 0-3 0,0 0 1 16,-7-1-17-16,7 1 12 0,0 0-1 0,0 0-3 16,0 0-4-16,0 0-3 0,0 0 2 0,0 0 0 15,0 0 0-15,0 0-6 0,0 0 2 0,0 0 1 16,0 0-2-16,0 0-1 0,0 0 8 0,26 3-5 15,-14-3-1-15,6-2 5 0,1 1-1 0,0-1-1 0,9-3-1 16,-1 1 1-16,4-2-1 0,-1 2-1 16,1-1 1-16,1-3 2 0,1 2-1 0,-3 3 1 15,2-4-5-15,0 1 2 0,-2 0 6 0,3 1-5 16,-6-3 5-16,1 2-9 0,-1 0 4 0,-5 4 6 16,-3-4-9-16,8 2 8 0,-7 0-2 0,1 1-9 15,-3-1 5-15,1 3-1 0,0-2 1 0,-2 0-3 16,-4 2 9-16,0-2-4 0,-1 1 1 0,0-2-8 15,0 4 12-15,-3-2 0 0,-9 2-3 0,21 0 4 16,-21 0-3-16,13-3-1 0,-13 3-2 0,14-2 5 16,-8 0-3-16,-6 2 4 0,0 0-3 0,17 0-2 15,-9 0 5-15,-8 0-4 0,11-1 1 0,-11 1-3 16,8 0-2-16,-8 0 3 0,12 1-2 0,-12-1 0 16,13-1 8-16,-13 1 0 0,13 0 2 0,-7-3-2 15,-6 3 5-15,9 0-4 0,-9 0-1 16,10-1 1-16,-10 1-5 0,0 0 5 0,10-1-5 0,-10 1 1 15,0 0-1-15,7-3 1 0,-7 3 3 16,0 0-3-16,0 0-1 0,0 0 6 0,0 0 1 16,0 0 0-16,0 0 1 0,0 0-2 0,0 0-1 15,0 0 3-15,0 0-3 0,0 0-2 0,0 0-10 16,0 0-14-16,0 0-25 0,0 0-28 0,0 0-43 16,0 0-26-16,0 0-33 0,-36-1-130 0,22 1-323 15,14 0 143-15</inkml:trace>
  <inkml:trace contextRef="#ctx0" brushRef="#br0" timeOffset="116617.98">8985 15515 2 0,'0'0'16'0,"4"-6"-2"15,-4 6-9-15,0 0 2 0,0 0-6 0,0 0 6 0,0 0 5 16,0 0-2-16,0 0 7 0,0 0-2 16,0 0 0-16,0 0 2 0,0 0 2 0,0 0 3 15,0 0-13-15,0 0 8 0,0 0 3 0,0 0-8 16,0 0 1-16,0 0-1 0,0 0 0 0,0 0-6 15,0 0 4-15,0 0 1 0,0 0-4 0,0 0-3 16,0 0 1-16,0 0-2 0,0 0 13 0,0 0-14 16,0 0 1-16,0 0-2 0,0 0 0 0,0 0-1 15,0 0 8-15,0 0-8 0,0 0 0 0,0 0-1 16,0 0 4-16,0 0-6 0,0 0 3 0,0 0 0 16,0 0 2-16,0 0 0 0,0 0 2 0,0 0-1 15,0 0 1-15,0 0-3 0,0 0-1 0,0 0 0 16,0 0-1-16,0 0 1 0,0 0 1 0,0 0 1 15,0 0 0-15,0 0 2 0,0 0-4 0,0 0 0 16,0 0 6-16,0 0 0 0,0 0-6 16,0 0 3-16,0 0-1 0,0 0 4 0,0 0 5 15,0 0-6-15,0 0 9 0,0 0 0 0,0 0-5 16,0 0-1-16,0 0-3 0,0 0-1 0,0 0-3 16,0 0-2-16,0 0 6 0,0 0-1 0,0 0 1 0,0 0 1 15,0 0-5-15,0 0 0 0,0 0 0 0,0 0-2 16,0 0 1-16,0 0 6 0,0 0-9 0,0 0 6 15,0 0 0-15,0 0-4 0,0 0-3 0,0 0 3 16,0 0-3-16,0 0 2 0,0 0 3 16,0 0 0-16,0 0 0 0,0 0-2 0,0 0-2 15,0 0 10-15,0 0-7 0,0 0-3 0,0 0 2 16,0 0-1-16,0 0-1 0,0 0 6 0,0 0-8 16,0 0 9-16,0 0-2 0,0 0-3 0,0 0 1 15,0 0-2-15,0 0 2 0,0 0 7 0,0 0-12 16,0 0 1-16,-23-2-5 0,23 2 1 0,0 0 1 15,0 0-3-15,0 0 8 0,0 0-9 0,0 0 10 16,0 0-11-16,0 0 3 0,0 0-5 0,0 0-2 16,0 0-5-16,0 0 3 0,0 0 0 0,0 0-2 15,0 0-3-15,0 0-3 0,0 0-18 0,0 0-45 16,0 0 20-16</inkml:trace>
  <inkml:trace contextRef="#ctx0" brushRef="#br0" timeOffset="120873.99">11378 14502 37 0,'0'0'48'0,"0"0"-7"15,0 0-8-15,8-2 1 0,-8 2-3 0,0 0-4 16,0 0-1-16,0 0 0 0,0 0-9 0,3 12 1 16,-3-12-3-16,4 9 4 0,-4-9-5 0,0 9-2 15,0 1-6-15,0 0-15 0,0 0-58 0,-4 1-70 16,1 0 31-16</inkml:trace>
  <inkml:trace contextRef="#ctx0" brushRef="#br0" timeOffset="121140.76">11707 14591 93 0,'4'11'101'0,"-4"-11"-1"0,0 0 3 0,2 10-12 15,-2-10-9-15,0 0-5 0,1 10-7 0,-1-10-6 16,0 0-16-16,0 0 7 0,0 0-2 0,0 0 1 0,12 1-12 16,-12-1 9-16,16-10-15 0,0-1-6 15,11-9 5-15,12-9-7 0,5-7-7 0,6-4-15 16,19-18-19-16,4 0-31 0,0 0-27 0,-3-4-21 16,-5 6-78-16,-19 12-185 0,21-20 82 0</inkml:trace>
  <inkml:trace contextRef="#ctx0" brushRef="#br0" timeOffset="123297.55">16814 16009 46 0,'0'0'100'0,"0"0"-16"0,0 0-5 16,0 0-11-16,0 0-1 0,0 0-7 0,0 0-20 16,0 0 2-16,0 0 5 0,0 0-15 0,0 0 4 15,0 0-5-15,0 0-9 0,0 0 6 0,0 0-22 0,0 0 18 16,0 0-8-16,0 0-5 0,0 0 5 0,0 0-14 16,0 0 2-16,0 0-12 0,0 0-4 15,0 0-21-15,0 0-10 0,0 0-13 0,0 0-63 16,0 0-128-16,-8 17 57 0</inkml:trace>
  <inkml:trace contextRef="#ctx0" brushRef="#br0" timeOffset="126547.7">21344 16066 80 0,'0'0'89'0,"0"0"-8"0,0 0 3 16,0 0-3-16,0 0-12 0,0 0-2 0,0 0-12 15,0 0-3-15,0 0-7 0,0 0-8 0,0 0-3 16,0 0-3-16,0 0-11 0,0 0 10 0,0 0-2 15,0 0 1-15,0 0-12 0,0 0 2 0,0 0-1 16,0 0-5-16,0 0 6 0,0 0-10 0,0 0 0 16,0 0-1-16,0 0-1 0,0 0 0 0,0 0-1 15,4 4 1-15,-4-4 11 0,0 0-23 0,0 0 8 16,0 0-1-16,0 0-2 0,0 0 0 0,0 0 0 16,0 0 9-16,0 0-9 0,0 0 4 0,0 0 2 15,0 0-8-15,0 0 5 0,0 0-3 0,0 0 0 16,0 0 2-16,0 0-4 0,0 0 3 0,0 0-2 15,0 0-2-15,0 0 2 0,0 0 6 0,3 7-6 16,-3-7 3-16,0 0 0 0,0 0 7 0,0 0-8 16,0 0 3-16,0 0 8 0,0 0 0 0,0 0 0 15,0 0 12-15,0 0-18 0,0 0 3 0,0 0-4 16,0 0 1-16,0 0 3 0,0 0 4 16,0 0-9-16,0 0 1 0,0 0-7 0,0 0 7 15,0 0-4-15,0 0 1 0,0 0 9 0,0 0-2 0,0 0-2 16,0 0 5-16,0 0-7 0,0 0 7 0,0 0-5 15,0 0 2-15,0 0 4 0,0 0-7 0,0 0-4 16,0 0 5-16,0 0 6 0,0 0-11 0,0 0-3 16,0 0 5-16,0 0-4 0,0 0-2 0,0 0 6 15,0 0 0-15,0 0-10 0,0 0-5 0,0 0-6 16,0 0 2-16,0 0-10 0,0 0-2 16,0 0 3-16,0 0-5 0,-7-21-6 0,7 21-2 0,0 0-11 15,0 0-4-15,0 0-8 0,0 0-7 0,0 0-10 16,0 0-61-16,-2-11-149 0,2 11 66 0</inkml:trace>
  <inkml:trace contextRef="#ctx0" brushRef="#br0" timeOffset="143895.01">10346 3628 7 0,'0'0'14'0,"0"0"1"0,0 0 4 15,0 0 2-15,0 0 4 0,0 0-5 0,0 0 4 16,0 0-1-16,0 0 3 0,-23 8-4 0,23-8 4 16,0 0-10-16,0 0 4 0,0 0 3 0,-10 0-6 15,10 0 2-15,0 0-5 0,-9 1 1 0,9-1-4 16,0 0 5-16,0 0-1 0,-17 1 0 0,17-1-1 15,0 0 4-15,-14 1-4 0,14-1-4 0,-11 2 4 16,11-2-4-16,0 0 2 0,0 0-3 16,-12 3 0-16,12-3-2 0,0 0 20 0,-9 2-20 0,9-2 3 15,0 0 3-15,-11 3 1 0,11-3 2 0,0 0 5 16,0 0 3-16,0 0 2 0,-10 2 11 0,10-2-7 16,0 0 9-16,0 0-10 0,0 0-9 0,-12 2 5 15,12-2-7-15,0 0 6 0,0 0-11 16,0 0 5-16,0 0-1 0,0 0 4 0,0 0-6 0,0 0-3 15,0 0-1-15,0 0-2 0,-7 6-4 16,7-6 3-16,0 0-5 0,0 0 2 0,0 0-6 16,0 0 7-16,0 0-1 0,0 0 5 0,0 0-11 15,0 0 10-15,0 0-3 0,0 0-5 0,0 0 5 0,0 0-10 16,0 0 10-16,0 0 2 0,0 0-7 16,0 0 3-16,0 0 0 0,0 0 2 0,0 0-2 0,0 0 0 15,0 0-8-15,0 0 7 0,0 0-7 16,0 0 7-16,0 0 3 0,30 1-4 0,-30-1 7 15,0 0-5-15,0 0-6 0,0 0 3 0,14 1 1 16,-14-1 0-16,0 0-3 0,0 0 3 0,12 0-5 16,-12 0 8-16,0 0-2 0,0 0 2 0,16 0-4 15,-16 0 5-15,0 0-9 0,13 0 2 0,-13 0 0 16,0 0 1-16,0 0-2 0,10 0 6 0,-10 0 13 16,0 0-13-16,0 0-7 0,0 0 4 0,13 2 0 15,-13-2-4-15,0 0 8 0,0 0-3 0,0 0 1 16,0 0-2-16,0 0-6 0,10 0 9 0,-10 0-3 15,0 0 0-15,0 0-2 0,0 0 10 0,0 0-2 16,0 0 4-16,0 0 6 0,0 0-2 0,0 0 1 16,0 0 3-16,0 0-3 0,0 0-2 0,0 0-3 15,0 0 3-15,0 0-2 0,0 0-3 0,0 0 5 16,0 0 4-16,0 0-3 0,0 0 6 0,0 0-4 16,0 0 11-16,0 0-14 0,7 0 2 0,-7 0-2 15,0 0 3-15,0 0-8 0,0 0 6 0,0 0 6 16,0 0-8-16,0 0-4 0,0 0 6 0,0 0-5 15,0 0 3-15,0 0 0 0,0 0-3 0,0 0 2 16,0 0-4-16,0 0-4 0,0 0 4 0,0 0-4 16,0 0 0-16,0 0 0 0,0 0 2 0,0 0 2 15,0 0-6-15,0 0-1 0,-32-4-1 0,32 4 2 16,0 0 1-16,0 0-2 0,-18 1 3 0,18-1-4 16,-11-1 2-16,11 1-4 0,0 0 3 0,-17 0 0 15,17 0 1-15,-13-2-3 0,13 2 7 16,0 0-9-16,-14-1 9 0,14 1-9 0,0 0 4 15,-14-1 0-15,14 1 0 0,0 0-1 0,0 0 3 0,-14-2 0 16,14 2-1-16,0 0-4 0,0 0 1 0,0 0 1 16,0 0 1-16,-12 0 0 0,12 0 3 0,0 0-5 15,0 0 2-15,0 0-3 0,0 0 4 0,0 0-6 16,0 0 0-16,0 0 12 0,0 0-11 0,0 0 2 16,0 0 1-16,0 0-5 0,0 0 2 0,0 0 0 15,0 0 1-15,0 0-1 0,0 0 3 16,0 0-5-16,0 0 5 0,0 0-2 0,0 0 1 0,0 0 1 15,0 0 2-15,0 0-1 0,0 0-2 0,0 0 2 16,37-2-1-16,-37 2 0 0,0 0 2 0,15-1-2 16,-15 1 1-16,0 0 1 0,12 1 7 15,-12-1-12-15,0 0 0 0,0 0 13 0,14 0-23 16,-14 0-20-16,0 0-24 0,0 0-16 0,11 0-21 16,-11 0-23-16,7 2-111 0,-7-2-247 0,0 0 109 15</inkml:trace>
  <inkml:trace contextRef="#ctx0" brushRef="#br0" timeOffset="145034.43">10553 3725 31 0,'0'0'37'0,"0"0"5"0,0 0-9 0,0 0 5 0,0 0-3 16,0 0 11-16,0 0-2 0,0 0-3 0,0 0 4 15,0 0 4-15,0 0-5 0,0 0 7 16,0 0-6-16,0 0 0 0,0 0-5 0,0 0-4 16,0 0 2-16,0 0-9 0,0 0 0 0,0 0-5 15,0 0-1-15,0 0-4 0,0 0-2 0,0 0 3 0,0 0-6 16,0 0-4-16,0 0 2 0,0 0-1 0,0 0-8 16,0 0-6-16,0 0-21 0,0 0-17 0,0 0-21 15,0 0-76-15,0 0-148 0,0 0 67 16</inkml:trace>
  <inkml:trace contextRef="#ctx0" brushRef="#br0" timeOffset="157931.6">7526 7877 26 0,'0'0'26'0,"0"0"-2"16,0 0-1-16,0 0 0 0,-21-4-7 0,21 4 5 15,0 0-6-15,0 0 2 0,-11 0-3 16,11 0-2-16,0 0-1 0,-11 0 0 0,11 0-2 0,-9 0-3 16,9 0-3-16,0 0-1 0,-13-2-5 0,13 2-6 15,-11 2-5-15,11-2 0 0,-9 1-3 0,9-1-2 16,-11 0-12-16,11 0-33 0,-12 2 15 15</inkml:trace>
  <inkml:trace contextRef="#ctx0" brushRef="#br0" timeOffset="162839.5">10727 3443 45 0,'0'0'100'0,"0"0"-1"0,0 0-9 16,0 0-7-16,0 0-8 0,0 0-4 0,0 0-12 15,0 0-3-15,0 0-8 0,0 0-2 0,0 0-10 16,0 0 3-16,0 0-11 0,0 0-2 0,0 0-1 15,0 0 9-15,0 0-15 0,0 0-5 0,0 0-1 16,0 0-3-16,0 0 2 0,0 0 2 0,0 0-3 16,4 16 5-16,-4-16-5 0,0 0 1 0,5 4-6 15,-5-4 3-15,0 0 1 0,0 0-7 0,0 0 4 16,0 0 11-16,0 0 14 0,0 0 8 0,0 0 4 16,0 0 5-16,0 0 9 0,0 0 8 0,0 0 5 15,0 0 0-15,0 0 5 0,0 0-10 0,0 0-3 16,0 0-11-16,15-14-4 0,-7 5-12 0,3-4-11 15,7-5-30-15,4-4-43 0,5-2-37 0,0-2-52 16,0 2-142-16,-3-4-300 0,0 2 133 0</inkml:trace>
  <inkml:trace contextRef="#ctx0" brushRef="#br0" timeOffset="167810.27">4464 7845 25 0,'-11'-2'23'0,"11"2"-1"0,0 0-5 16,0 0 2-16,-9-1 0 0,9 1-7 15,0 0 1-15,0 0 4 0,0 0-3 0,-10-1-1 16,10 1-4-16,0 0 4 0,0 0-2 0,-8-1-4 0,8 1 3 16,0 0-3-16,-10-2-4 0,10 2-4 0,0 0 4 15,-10-1 1-15,10 1 5 0,-8-1-5 16,8 1-1-16,0 0 1 0,-14-1 3 0,14 1 0 16,0 0-4-16,-12 1-5 0,12-1 4 0,-9 0-2 15,9 0-2-15,-9 1-1 0,9-1 5 0,-9 0 2 0,9 0-1 16,-8 1-3-16,8-1-1 0,0 0 2 15,-11 0-3-15,11 0 2 0,0 0 5 0,-12-1-6 16,12 1 5-16,0 0 0 0,-9 0-4 0,9 0-2 16,0 0 2-16,-13 1 0 0,13-1-1 0,-10 2-1 15,10-2-1-15,-9 0 1 0,9 0-4 0,-11 1 0 0,11-1 1 16,-11 1 1-16,11-1-6 0,-9 4 4 16,3-4-8-16,6 0 4 0,-14 4-5 0,9-3 0 15,5-1 4-15,-12 3-1 0,5-3 1 0,7 0-4 16,-9 3 8-16,2-2-7 0,7-1 6 0,-11 5-14 15,5-4-25-15,6-1 11 0</inkml:trace>
  <inkml:trace contextRef="#ctx0" brushRef="#br0" timeOffset="172574.17">3906 7818 8 0,'0'0'19'0,"0"0"0"15,0 0 0-15,0 0-6 0,0 0 0 0,0 0-3 16,0 0 7-16,0 0-6 0,0 0-1 0,0 0 3 16,0 0-2-16,-2-12 1 0,2 12 5 0,0 0-3 15,0 0-1-15,0 0 0 0,0 0-3 0,0 0 4 16,0 0 4-16,0 0-14 0,0 0 10 0,0 0 3 15,0 0-1-15,0 0-6 0,0 0 0 0,0 0-5 16,0 0 5-16,0 0-1 0,0 0 4 0,0 0-2 16,0 0-2-16,0 0 2 0,-3-7 1 0,3 7-5 15,0 0 3-15,0 0-5 0,0 0 8 0,0 0-5 16,0 0-2-16,0 0 4 0,0 0 4 0,0 0-10 16,0 0 4-16,0 0 2 0,0 0-6 0,0 0-2 15,0 0 3-15,0 0 1 0,0 0-3 0,0 0 5 16,0 0 1-16,0 0-9 0,0 0 0 0,0 0 3 15,0 0-1-15,0 0 1 0,0 0-7 0,0 0 3 16,0 0 2-16,0 0-5 0,0 0 7 0,0 0-9 16,0 0 8-16,0 0-4 0,0 0 2 0,0 0-2 15,0 0 3-15,0 0 2 0,0 0 1 0,0 0-5 16,0 0 2-16,0 0 2 0,0 0-8 0,0 0-2 16,0 0 7-16,0 0-1 0,0 0-3 0,0 0 0 15,0 0 17-15,0 0-15 0,0 0-2 0,0 0 5 16,0 0 0-16,0 0-3 0,0 0-2 0,0 0 4 15,0 0 0-15,0 0 3 0,0 0-8 0,0 0 19 16,0 0-14-16,0 0 0 0,0 0 6 0,0 0-5 16,0 0-7-16,0 0 2 0,0 0 9 0,0 0-4 15,0 0 2-15,0 0 1 0,0 0 5 0,0 0-1 16,0 0-1-16,0 0 5 0,0 0-6 0,0 0 2 16,0 0 0-16,0 0 6 0,0 0-8 0,0 0 4 15,0 0 2-15,0 0-1 0,0 0-5 0,0 0 5 16,0 0-2-16,-2-9 0 0,2 9-4 0,0 0-8 15,0 0 2-15,0 0 5 0,0 0 4 0,0 0-7 16,0-10 4-16,0 10 5 0,0 0 5 0,0 0-15 16,0 0 6-16,0 0 13 0,0 0-9 0,0 0 8 15,-2-9-14-15,2 9 8 0,0 0-6 0,0 0 3 16,0 0-8-16,0 0 1 0,0 0 3 0,0 0 1 16,0 0 0-16,0 0 0 0,0 0-12 0,0 0 12 15,0 0 10-15,0 0-13 0,0 0 6 0,0 0-3 16,0 0 4-16,0 0-11 0,-2-10 7 15,2 10-2-15,0 0 14 0,0 0-15 0,0 0-5 0,0 0 6 16,0 0-1-16,0 0-1 0,0 0 6 0,0 0-6 16,0 0 5-16,0 0 2 0,0 0-7 0,0 0-9 15,0 0 17-15,0 0-5 0,0 0 1 0,0 0-4 16,0 0-3-16,0 0-3 0,0 0 19 0,0 0-14 16,-1-8 1-16,1 8 1 0,0 0-5 0,0 0 7 15,0 0-4-15,0 0 2 0,0 0 10 0,0 0-2 16,0 0-6-16,0 0 3 0,0 0 4 0,0 0 2 15,0 0-6-15,-4-6 4 0,4 6-4 0,0 0 9 16,0 0-5-16,0 0 1 0,0 0-1 0,0 0 2 16,0 0-3-16,0 0 2 0,0 0-1 0,0 0 0 15,0 0-7-15,0 0 1 0,0 0-2 0,0 0 10 16,0 0-27-16,0 0 13 0,0 0 3 0,0 0-3 16,0 0 4-16,0 0 2 0,0 0-1 0,0 0-6 15,0 0 1-15,0 0 0 0,0 0-4 0,0 0 0 16,0 0 5-16,0 0-5 0,0 0 1 0,0 0 6 15,0 0-6-15,0 0-2 0,0 0 5 0,0 0-5 16,0 0 2-16,0 0-1 0,0 0-4 0,-1 24 5 16,1-24 0-16,0 0 10 0,0 9-5 0,0-9-2 15,0 0 3-15,1 10 8 0,-1-10 5 0,0 7-18 16,0-7-7-16,0 0 2 0,0 9 6 0,0-9-2 0,0 8-2 16,0-8 0-16,1 8-5 0,-1-8 0 15,0 0 15-15,0 10-8 0,0-10 17 0,3 9-12 16,-3-9-5-16,1 10 1 0,-1-10 7 0,2 7-2 15,-2-7-3-15,0 9-2 0,0-9 5 0,2 9-6 16,-2-9 2-16,0 8 2 0,0-8 5 0,1 9-6 16,-1-9 5-16,0 6 2 0,0-6-5 0,1 9 6 15,-1-9-4-15,1 9 6 0,-1-9-4 0,0 10-3 16,0-10 3-16,0 9-1 0,0-9 9 0,2 10-3 16,-2-10 2-16,0 10 6 0,0-10-10 0,0 8 4 15,0-8-7-15,0 7 8 0,0-7-1 0,1 9-1 16,-1-9-4-16,1 7-1 0,-1-7 3 0,0 0-3 15,0 0-4-15,0 0-4 0,-2 12 3 0,2-12 5 16,0 0 1-16,0 0-5 0,1 7 1 0,-1-7-6 16,0 0 11-16,0 0-7 0,0 0 5 0,3 7 6 15,-3-7-7-15,0 0-3 0,0 0 2 0,0 0 5 16,0 0-4-16,0 0 3 0,0 0-9 0,0 0 8 16,0 0-1-16,0 0 15 0,0 0 1 0,0 0 16 15,0 0 0-15,0 0 2 0,0 0-5 0,0 0 2 16,0 0-6-16,0 0 2 0,0 0-8 0,0 0-6 15,0 0 2-15,0 0-2 0,0 0-4 0,0 0 2 16,-7-27-4-16,7 27 0 0,0-9-3 0,0 9 0 16,0-12 2-16,0 12-6 0,-1-13 0 0,1 13 0 15,-1-11-2-15,1 11 4 0,0-14-4 0,0 8 1 16,0 6-4-16,-2-10-2 0,2 10 4 0,-2-12 3 16,2 12-3-16,0-9-2 0,0 9-2 0,-1-8 0 0,1 8 5 15,0-9-1-15,0 9-9 0,-3-8 5 0,3 8-1 16,-1-9 3-16,1 9-1 0,-3-9 3 15,3 9-2-15,-1-7 1 0,1 7-2 0,0 0 3 16,-1-9 1-16,1 9-4 0,-3-8 2 0,3 8-1 16,-2-9 3-16,2 9 4 0,0 0 0 0,-2-9-1 15,2 9 1-15,-2-8 0 0,2 8 0 0,0 0-4 16,0-10 1-16,0 10 0 0,-3-7-2 0,3 7-1 16,-3-9 2-16,3 9-4 0,0 0 4 0,-1-11 1 15,1 11 0-15,-2-6-4 0,2 6 2 0,0 0-1 16,-3-9 0-16,3 9-3 0,0 0-1 0,0 0 8 0,0 0-4 15,0 0 4-15,0 0-4 0,-1-7-2 0,1 7 1 16,0 0-2-16,0 0-1 0,0 0 1 16,0 0-1-16,0 0-4 0,0 0 1 0,0 0 1 15,0 0-4-15,0 0 5 0,0 0-2 0,0 0-4 16,0 0 4-16,0 0-1 0,0 0 0 0,0 0 1 16,0 0 0-16,0 0-5 0,0 0 2 0,0 0 4 15,4 29-2-15,-3-23-1 0,-1-6 6 0,2 13-4 16,0-2 4-16,-1-5-3 0,2 4 1 0,-5-2 3 15,5 2-1-15,-3-5 2 0,0-5-3 0,1 15-1 16,-1-9 3-16,2 1-4 0,-2-7 4 0,0 14-2 16,1-6 0-16,-1-1-1 0,0-7 1 0,1 12 1 15,-1-12-2-15,1 10 5 0,-1-10-3 0,0 10-4 16,0-10-2-16,-1 7 6 0,1-7 1 0,1 9-2 16,-1-9 3-16,0 0 1 0,0 8 0 0,0-8 2 15,0 0-3-15,0 0 1 0,0 0-3 0,0 8 4 0,0-8 3 16,0 0-5-16,0 0 1 0,0 0 8 15,0 0-2-15,0 0-5 0,0 0 1 0,0 0 9 16,0 0 4-16,0 0 1 0,0 0 4 0,0 0 4 16,0 0 2-16,0 0 3 0,0 0-1 0,0 0-3 15,0 0-4-15,0 0-4 0,0 0 5 0,0 0-7 16,0 0 0-16,0 0-1 0,0 0-1 0,0 0-4 0,0 0-1 16,-7-25 0-16,7 25 0 0,-3-10-4 15,2 5-3-15,1 5 3 0,-3-12 0 0,3 12-2 16,-2-12-2-16,-1 6 6 0,3 6-3 0,0-9-3 15,0 9 1-15,-1-11 1 0,1 11-5 0,0-13 1 16,-1 6 2-16,1 7-1 0,-3-10-3 0,2 5 2 0,1 5 1 16,0-10-2-16,0 10-1 0,-1-9 2 15,1 9-3-15,-3-8 4 0,3 8 1 0,0-9-3 16,0 9 0-16,-3-12 0 0,3 12 7 0,-1-7-10 16,1 7 4-16,0-9-1 0,0 9-3 0,-2-9 3 15,2 9 1-15,0 0 0 0,-2-9-2 0,2 9 1 16,0 0 3-16,-1-9-4 0,1 9 3 0,0 0 3 15,0 0-8-15,0 0 0 0,0 0-3 0,0 0 4 16,0 0-1-16,0-9 0 0,0 9 0 0,0 0-1 16,0 0 1-16,0 0-4 0,0 0 1 0,0 0 1 15,0 0-1-15,0 0 3 0,0 0 0 0,0 0 0 16,0 0-1-16,0 0-3 0,0 0 0 0,0 0 0 16,0 0 3-16,0 0-1 0,0 0 0 0,0 0 2 15,0 0-1-15,5 26 3 0,-5-19-4 0,1 2 1 16,-1 0 4-16,2-2-5 0,-2-7 5 0,1 15-2 15,0-7 2-15,-1 2-3 0,2-2 2 0,-1-3 1 16,-1 5-1-16,0-10-1 0,1 15-2 0,0-9 4 16,-2 4 1-16,1-10-4 0,1 13 2 0,1-10-2 15,-2-3 3-15,-2 13-3 0,2-13 6 0,0 9 1 0,0-9-5 16,2 9 0-16,-2-9 9 0,1 7-10 16,-1-7 3-16,0 0-4 0,0 10 5 0,0-10-2 15,0 0 1-15,0 0 0 0,-1 8 0 0,1-8 0 16,0 0 8-16,0 0-6 0,0 0 5 0,0 0-5 15,0 0 3-15,0 0-2 0,0 0 1 0,0 0-3 16,0 0 5-16,0 0 0 0,0 0 9 0,0 0 5 16,0 0-7-16,0 0 0 0,0 0 0 0,0 0-2 15,0 0-1-15,0 0-1 0,0 0-2 0,0 0 0 16,-7-24-3-16,7 24 0 0,-2-11 1 0,2 11 0 16,-4-11-4-16,3 5 0 0,1 6 0 0,-3-11 0 0,2 4 3 15,1 7-7-15,-2-12 4 0,2 12-1 16,-1-12 1-16,0 8 1 0,1 4-3 0,0-13 2 15,0 13 0-15,-1-11-2 0,1 11 0 0,-2-9-1 16,2 9 2-16,-1-12-2 0,1 12 1 0,0-7 0 16,0 7 3-16,0 0-2 0,-1-13 0 0,1 13 0 15,0 0-1-15,-3-9-3 0,3 9 4 0,0-9-3 0,0 9 4 16,0 0-3-16,0 0 1 0,0 0 8 16,-1-10-10-16,1 10 1 0,0 0 1 0,0 0-4 15,0 0 3-15,0 0-2 0,0 0 4 0,0 0-5 16,0 0 5-16,0 0-2 0,0 0 1 0,0 0 1 15,0 0-4-15,0 0 0 0,0 0 0 0,0 0-1 16,0 0-1-16,0 0 0 0,0 0-4 0,0 0 5 16,0 0-8-16,0 0 4 0,0 0 1 0,0 0 3 15,0 0 1-15,0 0-3 0,0 0 1 0,0 0 2 16,0 0 2-16,0 0-3 0,0 0 0 0,0 0 3 16,0 0 1-16,9 20-4 0,-9-20 3 0,0 0 1 15,0 10 0-15,0-10 0 0,2 7 0 0,-2-7-1 16,0 0 0-16,2 8 1 0,-2-8-1 0,1 5-1 15,-1-5 4-15,0 0-5 0,3 6 12 0,-3-6-9 16,0 0 0-16,0 0-2 0,0 0 3 0,0 9-2 16,0-9 0-16,0 0 1 0,0 0 0 0,0 0 0 15,0 0 3-15,0 0 0 0,0 0-1 0,0 0-2 16,0 0 3-16,0 0-2 0,0 0 1 0,0 0-5 16,0 0 4-16,0 0 0 0,0 0 2 0,0 0-1 15,0 0 1-15,0 0-1 0,0 0 9 0,0 0-9 16,0 0 1-16,0 0-1 0,0 0 1 0,0 0 0 15,0 0 0-15,0 0-1 0,0 0-1 16,0 0 1-16,0 0 0 0,0 0 2 0,0 0 1 0,0 0-3 16,0 0 3-16,0 0-6 0,0 0-2 0,0 0 5 15,0 0 0-15,0 0 2 0,0 0-2 0,0 0 2 16,0 0-2-16,0 0-1 0,0 0 0 0,0 0 1 16,0 0 1-16,0 0-5 0,0 0 2 0,0 0 2 15,0 0-2-15,0 0 1 0,0 0-3 0,0 0 4 16,0 0 3-16,0 0-3 0,0 0-2 0,0 0 6 15,0 0-6-15,0 0 0 0,0 0 0 0,0 0-2 16,0 0 8-16,0 0-4 0,0 0-2 0,0 0-1 16,0 0 2-16,0 0-3 0,-7-23-1 0,7 23 5 15,0 0-6-15,0 0 8 0,0 0-5 0,-1-7 1 16,1 7 2-16,0 0-2 0,0 0 3 0,0 0-6 16,-4-9 4-16,4 9 4 0,0 0-6 0,0 0-2 15,-1-6 1-15,1 6-1 0,0 0 3 0,0 0-3 16,-4-10 4-16,4 10 1 0,0 0-3 0,0 0 1 15,0 0-2-15,-1-8-2 0,1 8 5 0,0 0-1 16,0 0 0-16,-2-9-1 0,2 9 1 0,0 0 0 16,0 0 0-16,0 0 1 0,-3-5-1 0,3 5 1 15,0 0 1-15,0 0-3 0,0 0 3 0,0 0-3 16,0-11-1-16,0 11 3 0,0 0 0 0,0 0-1 16,-3-7 1-16,3 7 4 0,0 0-7 0,0 0 0 15,0 0 3-15,0 0 5 0,0 0-6 0,0 0 5 16,0 0-7-16,0 0-2 0,0 0 4 0,0 0-3 15,0 0-2-15,0 0 6 0,0 0-1 0,0 0-3 16,0 0 3-16,0-10 7 0,0 10-2 0,0 0-10 16,0 0 2-16,0 0-2 0,0 0 2 0,0 0-2 15,0 0 0-15,0 0-1 0,0 0 1 0,0 0 0 16,0 0 3-16,0 0-5 0,0 0 6 0,0 0-5 16,0 0 1-16,0 0 2 0,0 0-4 0,0 0 2 15,0 0 3-15,0 0-4 0,4 23 0 0,-4-23 1 16,1 10 2-16,-1-10-3 0,3 9 3 0,-3-9 1 15,1 10-1-15,-1-10 0 0,1 11 2 0,2-6-3 16,-3-5 1-16,1 10 3 0,-1-10 2 0,1 10-5 16,-1-5 4-16,0-5-1 0,0 11 1 0,0-11-4 15,-1 10 2-15,1-10-1 0,1 9 2 0,-1-9-1 16,2 10 1-16,-2-10 0 0,0 0 2 0,1 7-4 16,-1-7 2-16,0 0 0 0,0 0 3 0,0 0-3 15,0 0 4-15,-1 9-4 0,1-9 4 0,0 0-1 16,0 0-2-16,0 0 1 0,0 0-2 15,0 0 1-15,0 0 1 0,-2 7 1 0,2-7 0 0,0 0 0 16,0 0 2-16,0 0 0 0,0 0 4 0,0 0 6 16,0 0 7-16,0 0 3 0,0 0-4 0,0 0 1 15,0 0-2-15,0 0-2 0,0 0-1 0,0 0 0 16,0 0-2-16,0 0-4 0,0 0 3 0,-7-23-3 16,7 23 0-16,-3-9-2 0,3 9-3 0,-2-9 0 15,2 9-2-15,-2-9 4 0,2 9-4 0,-1-10 2 16,1 10-4-16,-1-8 1 0,1 8-3 0,0 0 2 15,-3-7 3-15,3 7-3 0,0 0 1 0,0 0-6 16,-2-9 2-16,2 9-4 0,0 0 5 0,0 0 0 16,0 0 0-16,-2-8-1 0,2 8 1 0,0 0-4 15,0 0 2-15,0 0-1 0,0 0-1 0,0 0-1 16,0 0 3-16,0 0-2 0,0 0 3 0,0 0-1 16,0 0-4-16,0 0 0 0,0 0 3 0,0 0-3 15,0 0-4-15,0 0-14 0,0 0-11 0,0 0-22 16,0 0-38-16,0 0-17 0,0 0-36 0,0 0-42 15,-7 20-7-15,7-20-12 0,-8 8-108 0,8-8-341 16,-11 8 152-16</inkml:trace>
  <inkml:trace contextRef="#ctx0" brushRef="#br0" timeOffset="176748.92">3933 8014 21 0,'0'0'17'0,"0"0"1"0,0 0 1 16,-7-4-9-16,7 4 4 0,0 0-4 0,0 0 5 0,0 0-1 15,0 0-6-15,0 0-2 0,0 0 3 0,0 0 2 16,-7-4 3-16,7 4-3 0,0 0 3 0,0 0 0 16,0 0 4-16,0 0-2 0,0 0 0 0,0 0-4 15,0 0 6-15,0 0 4 0,0 0-4 16,0 0-2-16,0 0 0 0,0 0 6 0,0 0-2 0,0 0-3 15,0 0-3-15,0 0-3 0,0 0 6 0,0 0 9 16,0 0 4-16,0 0-18 0,0 0 4 0,0 0 1 16,0 0 3-16,-4-6-8 0,4 6 10 0,0 0 3 15,0 0-3-15,0 0-1 0,0 0 1 0,0 0-2 16,0 0 5-16,0 0 3 0,0 0-6 0,-5-5 17 16,5 5-9-16,0 0-5 0,0 0 11 0,0 0-9 15,0 0 3-15,-6-4-6 0,6 4-4 0,0 0 3 16,0 0 2-16,0 0 4 0,0 0 10 0,0 0-8 15,-5-5-3-15,5 5 16 0,0 0-13 0,0 0 5 16,0 0-2-16,0 0-1 0,0 0-6 0,0 0-4 16,0 0 5-16,0 0 2 0,0 0-1 0,0 0-1 15,0 0-5-15,0 0-3 0,-9-2-6 0,9 2 6 16,0 0-5-16,0 0-2 0,0 0 0 0,0 0-1 16,0 0-2-16,0 0 1 0,0 0 2 0,0 0-6 15,0 0 8-15,0 0 0 0,-12 5 6 0,12-5-7 16,0 0 4-16,0 0-4 0,-8 2 0 0,8-2 0 15,0 0 1-15,0 0 0 0,-8 2 0 0,8-2-6 16,0 0 8-16,-8 2-6 0,8-2 3 0,0 0 0 16,-9 4 0-16,9-4-2 0,-8 1 1 15,8-1 1-15,-9 0-3 0,9 0 1 0,-9 4 4 0,9-4-6 16,-9 4 1-16,9-4 9 0,-12 3-7 0,7-1-1 16,5-2 1-16,-12 2-1 0,3 2-1 0,0-1-1 15,2-3-2-15,-1 2-1 0,-1 1 1 0,1 1 0 16,2-2-3-16,-2 0 2 0,-1 4 2 0,2-5 1 15,-2 2-5-15,1-1 1 0,-2 1-4 0,1 1 2 16,2-1-2-16,0 0 3 0,-3-2 1 0,3 2 2 16,7-3-4-16,-13 3 2 0,7-3 1 0,-2 3-1 15,8-3 2-15,-10 4-2 0,10-4-6 0,-10 2 5 16,10-2 1-16,-9 4-3 0,9-4 4 0,0 0-3 16,-9 1 1-16,9-1 2 0,0 0-2 0,0 0-3 15,-9 2 2-15,9-2 1 0,0 0-4 0,0 0 1 16,0 0-2-16,0 0 1 0,0 0 1 0,0 0 1 15,-9 3-1-15,9-3-3 0,0 0-1 0,0 0-2 16,0 0 2-16,0 0-14 0,0 0-9 0,0 0-18 16,0 0-18-16,0 0-24 0,0 0-19 0,0 0-14 15,0 0-18-15,-8 7-4 0,8-7 6 0,0 0 0 16,0 0-96-16,-12 2-247 0,12-2 110 0</inkml:trace>
  <inkml:trace contextRef="#ctx0" brushRef="#br0" timeOffset="177145.37">3476 7965 49 0,'0'0'86'0,"0"0"-11"0,0 0-3 0,0 0-3 0,0 0-12 15,0 0-7-15,0 0 0 0,0 0-11 0,0 0 3 16,0 0 8-16,0 0-9 0,0 0 11 16,0 0-16-16,-4 31 2 0,4-31 0 0,-4 14 0 0,3-6 1 15,1-8 3-15,-5 17-10 0,2-8-2 0,1-1 0 16,2-8-1-16,-6 13-1 0,4-5-7 0,2-8-2 16,-5 14 3-16,5-14 0 0,-2 14-3 15,2-14 0-15,-3 10-9 0,3-10 9 0,-4 11-4 16,4-11-12-16,-4 7 8 0,4-7-9 0,0 0 5 15,-1 10-9-15,1-10 5 0,0 0 3 0,0 0 3 0,0 0 0 16,0 0-6-16,5 13 2 0,-5-13 4 0,0 0-7 16,6 7 6-16,-6-7-7 0,7 8-7 15,-7-8-25-15,10 6-11 0,-10-6-20 0,11 5-10 16,-4-2-11-16,-7-3-2 0,14 6 1 0,-7-3-65 16,-7-3-160-16,12 6 71 0</inkml:trace>
  <inkml:trace contextRef="#ctx0" brushRef="#br0" timeOffset="-31648.7">12091 10031 53 0,'7'0'86'16,"0"-2"-6"-16,-7 2-10 0,10 0 1 0,-10 0-26 15,10 0 6-15,-10 0-6 0,0 0-6 0,0 0 2 16,0 0-8-16,0 0-3 0,0 0-15 0,0 0-34 16,0 0-30-16,-18 16-50 0,9-8-106 0,-5 0 46 15</inkml:trace>
  <inkml:trace contextRef="#ctx0" brushRef="#br0" timeOffset="-31322.19">13080 10511 66 0,'0'0'94'15,"0"0"-2"-15,0 0-4 0,0 0-5 0,0 0-11 16,0 0-11-16,0 0-4 0,0 0-10 0,0 0 1 16,0 0 4-16,6 3-16 0,-6-3-2 0,0 0 1 15,5 4-10-15,-5-4-17 0,0 0-26 0,8 5-10 16,-4-2-20-16,-4-3-86 0,0 0-146 0,2 7 65 0</inkml:trace>
  <inkml:trace contextRef="#ctx0" brushRef="#br0" timeOffset="-30880.39">10755 11873 18 0,'0'0'108'0,"0"0"-21"0,0 0-17 16,0 0-6-16,0 0-10 0,0 0-5 0,0 0-1 0,0 0 2 16,0 0-7-16,0 0-4 0,0 0-25 0,0 0-27 15,0 0-22-15,0 0-65 0,28-6-107 16,-28 6 47-16</inkml:trace>
  <inkml:trace contextRef="#ctx0" brushRef="#br0" timeOffset="-29702.1">12525 11428 58 0,'0'0'62'0,"0"0"-11"0,0 0-3 0,0 0-9 0,0 0 2 16,0 0-8-16,0 0-2 0,0 0 0 16,0 0-1-16,0 0 1 0,0 0-9 0,0 0 2 15,0 0-3-15,0 0-1 0,9 2 6 0,-9-2-5 0,0 0 2 16,0 0-6-16,0 0 1 0,0 0-7 0,0 0 6 16,0 0-3-16,0 0-1 0,0 0 0 0,0 0 6 15,0 0-2-15,0 0-3 0,0 0 1 16,0 0 7-16,0 0-14 0,0 0 2 0,0 0 1 15,0 0-9-15,0 0 5 0,0 0 2 0,0 0 3 16,0 0-8-16,0 0 1 0,0 0 6 0,0 0-4 16,0 0 5-16,10 0 5 0,-10 0-5 0,0 0-1 15,0 0 9-15,0 0-4 0,0 0-1 0,0 0 2 0,0 0-1 16,0 0 7-16,0 0-11 0,0 0 6 0,0 0-11 16,0 0-6-16,0 0 9 0,0 0-2 0,0 0 6 15,0 0-8-15,0 0 1 0,0 0-4 0,0 0 0 16,3 6 8-16,-3-6-7 0,0 0-11 0,0 0 11 15,0 0 0-15,0 0 4 0,0 0-6 0,0 0 2 16,0 0 4-16,0 0-2 0,0 0-3 0,0 0 7 16,0 0-7-16,0 0 3 0,0 0 0 0,0 0-1 15,0 0 1-15,0 0 1 0,0 0-6 0,0 0 5 16,0 0 4-16,0 0-4 0,5 7-4 0,-5-7-4 16,0 0 8-16,0 0-6 0,0 0 1 0,0 0 4 15,0 0 1-15,0 0-4 0,0 0 1 0,0 0 2 16,0 0-2-16,0 0-1 0,0 0 0 0,0 0 11 15,0 0-6-15,0 0-1 0,0 0 4 0,0 0 4 16,0 0-8-16,0 0 6 0,0 0-9 0,0 0 2 16,0 0-6-16,0 0 12 0,0 0-2 0,0 0-6 0,0 0 3 15,0 0 2-15,0 0-2 0,0 0 4 0,0 0-12 16,0 0 9-16,0 0-8 0,0 0 1 16,0 0 3-16,0 0-1 0,0 0-7 0,0 0 0 0,0 0 2 15,0 0 12-15,0 0-7 0,0 0 2 16,0 0-5-16,0 0 1 0,0 0-3 0,0 0 5 15,0 0 2-15,0 0 4 0,0 0-4 0,0 0-3 16,0 0 1-16,0 0 2 0,0 0 0 0,0 0 0 0,0 0-4 16,0 0 2-16,0 0-7 0,0 0 3 0,0 0 5 15,0 0-6-15,0 0-3 0,0 0 3 0,0 0 1 16,0 0-1-16,0 0-13 0,0 0 6 0,0 0-8 16,0 0-11-16,0 0-9 0,0 0-11 0,0 0-8 15,0 0-2-15,0 0-29 0,0 0-6 0,0 0-69 16,0 0-176-16,0 0 78 0</inkml:trace>
  <inkml:trace contextRef="#ctx0" brushRef="#br0" timeOffset="-9119.15">3950 7800 42 0,'0'0'42'0,"0"0"-3"0,0 0-2 0,0 0 5 15,0 0-10-15,0 0-2 0,0 0-1 0,0 0-1 0,0 0 10 16,0 0-15-16,0 0 0 0,0 0-1 16,0 0-11-16,0 0-2 0,0 0-8 0,0 0-7 15,0 0-9-15,0 0-11 0,0 0-4 0,0 0-6 16,0 0-21-16,0 0-60 0,0 0 28 0</inkml:trace>
  <inkml:trace contextRef="#ctx0" brushRef="#br0" timeOffset="-4289.24">9057 11220 76 0,'0'0'95'0,"0"0"-5"0,0 0-7 16,0 0-4-16,0 0-6 0,0 0-15 0,0 0 4 15,0 0-1-15,0 0-9 0,0 0-14 16,0 0 3-16,0 0 0 0,0 0-1 0,0 0-3 16,0 0-3-16,0 0 2 0,0 0 9 0,0 0 13 15,15 2 10-15,-15-2-9 0,17-10-15 0,2-11-9 16,8-5-13-16,14-21-35 0,28-28-38 0,0-3-36 15,5-6-13-15,5 2-80 0,-4-6-194 0,2 1 86 16</inkml:trace>
  <inkml:trace contextRef="#ctx0" brushRef="#br0" timeOffset="-2855.47">9547 12369 61 0,'0'0'84'0,"0"0"-9"0,0 0-10 0,0 0-7 0,0 0-6 16,0 0-5-16,17-7-4 0,-8 0-5 0,5-3-1 15,12-5-2-15,4-6-3 0,18-13-12 16,21-21-20-16,4-2-31 0,0-3-23 0,9-7-40 16,1-3-101-16,3-2 44 0</inkml:trace>
  <inkml:trace contextRef="#ctx0" brushRef="#br0" timeOffset="9633.5">4374 9296 1 0,'0'0'0'0,"0"0"1"0,0 0 2 0,0 0-2 16,0 0 1-16,0 0 1 0,0 0-3 0,0 0 3 16,0 0 2-16,0 0-2 0,0 0-3 15,0 0 2-15,0 0-6 0,0 0 4 0,0 0 2 16,0 0-2-16,0 0 2 0,0 0 0 0,0 0-7 0,0 0 4 15,0 0 1-15,0 0-1 0,0 0 2 0,0 0-2 16,0 0-3-16,0 0 8 0,0 0-6 0,0 0 1 16,0 0 3-16,0 0-5 0,0 0-4 15,0 0 10-15,0 0-3 0,0 0 1 0,0 0-3 16,0 0 6-16,0 0-7 0,0 0 1 0,0 0 0 0,0 0-2 16</inkml:trace>
</inkml:ink>
</file>

<file path=ppt/ink/ink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3:17.195"/>
    </inkml:context>
    <inkml:brush xml:id="br0">
      <inkml:brushProperty name="width" value="0.05292" units="cm"/>
      <inkml:brushProperty name="height" value="0.05292" units="cm"/>
      <inkml:brushProperty name="color" value="#FF0000"/>
    </inkml:brush>
  </inkml:definitions>
  <inkml:trace contextRef="#ctx0" brushRef="#br0">3873 7712 9 0,'0'0'11'0,"0"0"-1"0,0 0-5 15,0 0-1-15,0 0 4 0,0 0 0 0,0 0 1 16,-5-6 0-16,5 6-2 0,0 0 2 0,0 0-3 16,0 0 3-16,0 0-3 0,0 0 3 0,0 0 1 15,-5-3 1-15,5 3 2 0,0 0 0 0,0 0 1 0,0 0-3 16,0 0 0-16,0 0-2 0,0 0-1 0,0 0 1 16,0 0 2-16,0 0-1 0,-3-8-3 15,3 8 1-15,0 0-1 0,0 0 1 0,0 0-6 16,0 0 2-16,0 0 4 0,0 0-3 0,0 0-3 15,0 0-2-15,0 0-2 0,0 0 5 0,0 0-5 16,0 0 1-16,0 0 4 0,0 0-3 0,0 0-3 0,0 0 0 16,0 0 5-16,0 0-1 0,0 0-6 15,0 0 2-15,0 0 8 0,0 0-6 0,0 0 1 16,-5 18 0-16,5-18 4 0,-2 9-1 0,2-9-2 16,0 0 1-16,-2 11-2 0,2-11-4 0,-1 9 3 15,1-9-5-15,0 9 3 0,0-9 5 0,-1 10-2 16,1-10 6-16,0 10-2 0,-1-3-3 0,1-7 3 15,-3 9 3-15,3-9-3 0,-1 10 2 0,-1-4-9 16,2-6 6-16,-2 8 0 0,2-8-1 0,0 10-1 16,0-10 2-16,-1 7 3 0,1-7-5 0,-2 8 6 15,2-8 0-15,0 0 2 0,0 0-2 0,-1 10-3 16,1-10-3-16,0 0 6 0,0 0-9 0,0 9 4 16,0-9 1-16,0 0 3 0,0 0-4 0,0 0 1 15,0 0-5-15,0 0 5 0,0 0-3 0,-1 9 5 16,1-9-1-16,0 0 5 0,0 0-1 0,0 0 4 15,0 0 6-15,0 0 4 0,0 0-2 0,0 0 3 16,0 0 2-16,0 0 0 0,0 0 6 0,0 0 3 16,0 0 0-16,0 0-9 0,0 0-3 0,0 0-2 15,0 0-4-15,0 0 0 0,0 0 0 0,0 0-2 16,0 0 15-16,0 0-20 0,0 0 2 0,7-24-5 16,-7 24-2-16,0-8 8 0,0 8-12 0,2-8 7 15,-2 8-1-15,1-10-6 0,-1 10 1 0,1-6 2 16,-1 6-1-16,3-9 1 0,-3 9 2 0,1-7-5 15,-1 7-4-15,1-10 9 0,-1 10-5 0,2-7 0 16,-2 7 0-16,1-7-4 0,-1 7 4 0,0 0 1 16,0-11 0-16,0 11 2 0,0 0-6 0,0 0 0 15,0 0 2-15,1-8 2 0,-1 8 3 0,0 0 3 16,0 0-6-16,0 0-5 0,0 0-5 0,0 0 22 16,0 0-8-16,0 0-11 0,0 0 3 0,0 0-2 15,0 0 5-15,0 0-5 0,0 0 3 0,0 0 0 16,0 0-6-16,0 0 4 0,4 22 7 0,-4-22-5 15,0 0-4-15,0 10 4 0,0-10 2 0,1 7-2 16,-1-7 4-16,0 9-1 0,0-9-1 0,-2 8 1 16,2-8-1-16,0 0-9 0,-1 9-10 0,1-9-10 15,0 0 3-15,0 11-24 0,0-11-23 0,-2 12-38 16,2-12-119-16,-1 9 54 0</inkml:trace>
</inkml:ink>
</file>

<file path=ppt/ink/ink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28:19.006"/>
    </inkml:context>
    <inkml:brush xml:id="br0">
      <inkml:brushProperty name="width" value="0.05292" units="cm"/>
      <inkml:brushProperty name="height" value="0.05292" units="cm"/>
      <inkml:brushProperty name="color" value="#FF0000"/>
    </inkml:brush>
  </inkml:definitions>
  <inkml:trace contextRef="#ctx0" brushRef="#br0">21036 3855 5 0,'0'0'18'0,"0"0"3"0,0 0-6 16,0 0-3-16,0 0 0 0,0 0-2 0,0 0 3 15,0 0-1-15,0 0-3 0,0 0 1 0,0 0-7 16,0 0 5-16,0 0-2 0,0 0-2 0,0 0 4 16,0 0-2-16,0 0-3 0,0 0 2 0,0 0-2 15,0 0 3-15,0 0-7 0,0 0 7 0,0 0-8 16,0 0 3-16,0 0 1 0,0 0 0 0,0 0-8 15,0 0 2-15,0 0 3 0,0 0 7 0,0 0-5 16,0 0 1-16,0 0 3 0,0 0 3 0,0 0-5 16,0 0 8-16,0 0-1 0,0 0 5 0,0 0-10 15,0 0 1-15,0 0 4 0,0 0-2 0,0 0 0 16,0 0-1-16,0 0 2 0,0 0 3 0,0 0-1 16,0 0-3-16,0 0 5 0,0 0-7 0,0 0 6 15,0 0-7-15,6-3 4 0,-6 3 0 16,0 0 0-16,0 0 0 0,0 0-6 0,0 0 2 0,0 0-2 15,0 0 8-15,0 0-8 0,0 0 1 0,0 0 3 16,0 0 1-16,0 0 0 0,0 0-5 0,0 0 0 16,0 0 7-16,0 0-3 0,0 0-6 0,0 0 3 15,0 0-3-15,0 0-6 0,0 0 3 0,0 0 8 16,0 0-6-16,0 0-3 0,0 0 7 0,0 0-7 16,0 0 0-16,0 0 0 0,0 0 1 0,0 0 6 15,0 0-9-15,0 0 4 0,0 0-8 0,0 0 1 16,0 0-7-16,0 0-5 0,0 0-4 0,0 0-13 15,0 0-23-15,0 0-65 0,0 0 29 0</inkml:trace>
  <inkml:trace contextRef="#ctx0" brushRef="#br0" timeOffset="3637.72">13780 4885 32 0,'0'0'44'0,"0"0"-8"0,0 0-1 0,0 0-2 16,0 0 2-16,0 0-11 0,0 0-4 0,0 0-5 16,0 0-4-16,0 0 2 0,0 0 1 0,0 0 1 0,0 0-5 15,0 0 1-15,0 0 0 0,0 0-4 16,0 0-1-16,0 0-12 0,0 0 0 0,0 0 0 15,0 0-2-15,0 0-10 0,0 0 3 0,0 0-12 16,0 0 2-16,0 0-19 0,0 0-47 0,0 0 21 16</inkml:trace>
  <inkml:trace contextRef="#ctx0" brushRef="#br0" timeOffset="5608.9">25339 4778 39 0,'0'0'51'0,"0"0"-3"16,0 0-9-16,0 0-6 0,0 0-12 0,8-4-10 15,-8 4-9-15,0 0-10 0,0 0-3 0,0 0-9 16,0 0-15-16,0 0-37 0,0 0 17 0</inkml:trace>
  <inkml:trace contextRef="#ctx0" brushRef="#br0" timeOffset="7865.13">4557 5983 5 0,'0'0'30'16,"0"0"-4"-16,0 0-5 0,0 0-2 0,-7-4-4 16,7 4 1-16,0 0-2 0,0 0-1 0,0 0 2 15,0 0 3-15,0 0-2 0,0 0-4 0,0 0-4 16,0 0 4-16,0 0-1 0,0 0-3 0,0 0-6 0,0 0 7 15,0 0-2-15,0 0-14 0,0 0 8 16,0 0 0-16,0 0 0 0,0 0-1 0,0 0-1 16,0 0 2-16,0 0-2 0,0 0 2 0,0 0 5 15,0 0-2-15,28 3 0 0,-28-3-5 0,13 0 6 16,-6 1 1-16,2 0-11 0,0-1 7 0,1 2 2 0,3-2 1 16,-2 0-2-16,1 2-1 0,0-2 0 15,1 0 7-15,2 1-6 0,2-1-1 0,1 0 3 16,0 0-2-16,0 2 4 0,0-1-4 0,1 0 1 15,-1 1 2-15,0-2 1 0,3 2 4 0,1-2 0 16,-1 2-6-16,0-1 8 0,7 0-7 0,-5 1-2 16,-2-3 9-16,2 2 6 0,4-1-11 0,-7 2 0 0,-1-2 0 15,2 1-6-15,-1-1 2 0,0 3-2 16,0-2 3-16,-1 2-1 0,0-1-2 0,0 1 2 16,-2 0 0-16,2 0-1 0,0-2 0 0,-1-1 0 15,1 3 4-15,-1 1 10 0,3-2-13 0,-2-2 1 16,0 3 3-16,3-2-1 0,-2-1 4 0,0 1-3 15,0 1 2-15,1-4-2 0,0 1 2 0,2 1-2 0,-3 0 1 16,0 0-1-16,0-1-2 0,0 1 1 16,1 0-2-16,-1-1 17 0,1 1-12 0,1-2-10 15,5 2 8-15,-5-2 2 0,1 1-3 0,4-5 4 16,3 6 3-16,-5-3-1 0,-4 0-5 0,2 2-4 16,-2-2 0-16,5 1 1 0,-4 0 7 0,1 2-15 0,3-2 3 15,-5 1 1-15,1-1 1 0,-1 4 1 16,-1-2 1-16,3-2-4 0,-3 2 3 0,-1 0 13 15,3 0-13-15,0 0-5 0,-4 0 10 0,2 0-9 16,0 0-6-16,-3 0 4 0,4 0-1 0,-5 0 8 16,1 2-3-16,2-2-6 0,-6 1 4 0,7-1-2 15,-3 0 6-15,1 1 0 0,-5 0-3 0,6-1-3 16,1 0 2-16,-3 2 11 0,-6-1-8 0,5 0 2 16,1 2-6-16,-3-1 0 0,6-1 1 0,-4 3-6 15,-2-2-17-15,-1-1 7 0,1 2-5 0,0 0-3 16,-1 0-11-16,2-1-4 0,-3 2-15 0,1-1-40 15,-3 1-104-15,0 0 47 0</inkml:trace>
  <inkml:trace contextRef="#ctx0" brushRef="#br0" timeOffset="9082.84">6696 6138 13 0,'0'0'16'0,"10"2"-1"0,-3-1 0 0,-7-1-2 15,18-1-4-15,-8 1 0 0,2 1-2 0,-1-1 1 16,3 3 0-16,0-3-3 0,4 0 2 0,1 1 2 16,-2 1-3-16,4-2 3 0,-1 0-5 15,0 2 2-15,10-2 0 0,-2 1-8 0,0 0 11 16,0 0-1-16,0-2 0 0,-1 2-3 0,2-4 2 0,-2 0 0 15,0 3-2-15,2-1-1 0,-7 0-2 0,7-2 1 16,1 0 0-16,-3 3 0 0,1 2-5 0,0-2 7 16,-8 1-5-16,10-1 5 0,-1-1-3 0,-2-1 0 15,4 2 1-15,-3 0-1 0,0 0 1 0,1-1-2 16,-1 1 10-16,-5 0-12 0,7-2 3 0,-2 0-1 16,-1 3 0-16,-6-2 1 0,2 1-5 0,-2 0 1 15,2 1-2-15,-1-2 3 0,-2 0-3 0,2 1 1 16,-3 2 3-16,1-1-5 0,0 2 5 0,-1-3-3 15,-1 2 4-15,3-2-2 0,-2 0-4 0,0 1 4 16,0-1 3-16,0 0-6 0,-1 0 1 0,2 0 3 16,-2 0 0-16,1 0 0 0,2-1 0 0,-5 1 1 15,3 2-5-15,-2-3 5 0,2 1 6 0,0 0-3 16,-1-1-1-16,1 1 7 0,4 0-3 16,3-2 3-16,-4 2 1 0,6 0 1 0,0-1 3 0,0-3 2 15,0 3-9-15,0-3 7 0,0 4 3 0,2-3 0 16,-5-1-2-16,-2 4-1 0,5-2 1 0,1 2 5 15,0-1-6-15,2-3 5 0,-2 3-8 0,3-1 1 16,-4 1 1-16,1-1-2 0,1 2-4 0,-1-2 2 16,-1 5 2-16,-2-4-9 0,3 2 3 0,-7-1 2 15,7-1-1-15,0-2 1 0,-8 2 0 0,0 1-2 16,7 2-2-16,1-2 3 0,-7 0 5 0,6 2-5 16,-9-2 1-16,2 0 1 0,-1 0-6 0,1-3 6 15,-1 2-2-15,-1-1 7 0,-1 0-5 0,0 1 4 16,0 2-3-16,0-2 7 0,-5 1-5 0,4-2 0 15,-4 1-6-15,3 0 5 0,0-2 13 0,-3 3-14 16,0-1-3-16,1 1 4 0,0-2-3 0,0 4 1 16,-1-4-1-16,-2-1 1 0,3 4 2 0,-3-1-5 15,2 0 2-15,-1 0-4 0,-2 0 1 0,0 2 4 16,-1-2-4-16,-1 2 0 0,-8-2-2 0,15 1 8 16,-7 0-3-16,-8-1 6 0,14 0-3 0,-7 3 0 15,-1-2-1-15,-6-1-1 0,9 2-6 0,-9-2 9 16,9 0-8-16,-9 0 5 0,10 3-8 0,-10-3 10 15,8 2-5-15,-8-2-5 0,0 0 6 0,10 1-8 16,-10-1 6-16,0 0-6 0,0 0 3 0,11 1 6 16,-11-1-5-16,4 3 7 0,-4-3-7 0,0 0 5 15,0 0-3-15,0 0-1 0,0 0-1 16,7 2-5-16,-7-2-7 0,0 0-9 0,0 0-19 0,0 0-4 16,0 0 0-16,0 0-20 0,0 0-20 0,0 0-54 15,0 0-147-15,0 0 65 0</inkml:trace>
  <inkml:trace contextRef="#ctx0" brushRef="#br0" timeOffset="-139170.72">11642 5556 35 0,'0'0'32'0,"0"0"1"16,4-11-4-16,-4 11-6 0,0 0-4 0,5-7-1 16,-5 7-1-16,4-5-3 0,-4 5 3 0,0 0-1 15,5-8-2-15,-5 8-1 0,0 0 0 0,5-4 0 16,-5 4-3-16,0 0 0 0,3-6-3 0,-3 6 0 15,0 0-4-15,0 0 4 0,0 0 0 0,0 0-4 16,0 0 3-16,0 0-2 0,0 0 0 0,0 0 0 0,0 0-1 16,6-4-2-16,-6 4 0 0,0 0 2 15,0 0-3-15,0 0 6 0,0 0 6 0,0 0-10 16,0 0 4-16,0 0 1 0,0 0-4 0,0 0 2 16,4-9-1-16,-4 9 4 0,4-3-7 0,-4 3 4 15,0 0-6-15,0 0 1 0,7-6 3 0,-7 6 0 16,0 0 0-16,4-4-3 0,-4 4 1 0,0 0 1 0,0 0 3 15,0 0-1-15,5-6-8 0,-5 6 7 0,0 0-3 16,0 0 12-16,0 0-14 0,0 0 3 16,0 0-3-16,0 0 6 0,0 0-6 0,0 0 2 15,0 0-1-15,0 0 2 0,0 0-3 0,0 0 2 16,0 0 3-16,0 0-2 0,0 0 0 0,0 0 2 16,0 0-5-16,0 0 1 0,0 0-2 0,0 0 1 15,0 0-4-15,0 0 6 0,0 0-2 0,0 0 4 16,0 0-4-16,0 0 2 0,0 0 6 0,0 0-4 15,0 0-5-15,0 0 5 0,0 0-4 0,0 0-3 16,0 0 2-16,0 0-8 0,0 0-1 0,0 0 1 0,0 0-3 16,0 0 2-16,0 0-2 0,0 0 6 15,0 0-8-15,0 0 2 0,0 0-4 0,11 12-3 16,-11-12 6-16,2 4-2 0,-2-4-2 0,0 0 4 16,0 0-5-16,0 11-18 0,0-11-41 0,0 8 19 15</inkml:trace>
  <inkml:trace contextRef="#ctx0" brushRef="#br0" timeOffset="-135051.28">22891 7883 9 0,'0'0'41'0,"0"0"-3"0,0 0-2 0,-5 4 2 16,5-4-3-16,0 0-2 0,0 0 1 0,0 0-3 15,0 0-6-15,0 0 1 0,0 0-3 0,-7 3-1 16,7-3 3-16,0 0-5 0,0 0 1 0,0 0-6 15,0 0-3-15,0 0 3 0,0 0-1 0,-1 7 5 16,1-7-3-16,0 0 1 0,0 0-4 0,8 9 4 16,-8-9-3-16,9 6 0 0,-4-4 6 0,-5-2-1 15,10 4-10-15,-2-3 12 0,-8-1-7 0,16 5 3 16,-7-2-5-16,3-3 3 0,0 2 1 0,0-2 0 16,3 0 1-16,2 0-6 0,1 2 4 0,0-2-3 15,2-3 0-15,1 2 4 0,0 1 2 0,10-2 2 16,1-1-5-16,4 0 6 0,1 1-7 0,0-1 4 0,16 0-7 15,-15 0 8-15,13-2-12 0,-13 4 7 16,2-1-4-16,11 1 3 0,-12-1-8 0,15 0 9 0,-3 0-3 16,-11 1 0-16,-2 1-8 0,13-2 3 0,-14-2-11 15,0 4 15-15,1 0-7 0,-1-2 7 16,0 2-9-16,-2-2 7 0,0 0-2 0,-1 2-8 16,-2 0 5-16,-1-1 5 0,0 1 1 0,1-1-2 0,1 1 0 15,-2-1-2-15,1 1 4 0,-2 0-5 0,-2 0 14 16,4-1-10-16,-2-1-10 0,3 1 14 0,-4 1-6 15,1-2 1-15,-1 2-7 0,-2 0 5 0,-5-2-2 16,7 0 3-16,-1 2-4 0,0-2 10 0,0 0-12 16,2 0 7-16,2 2-2 0,-2 0 0 0,1-3-4 15,0 0 3-15,1 4 4 0,1-2-4 0,-2 0 0 16,2 1-11-16,-4 0 15 0,3-2 3 0,-4 0-7 16,4 2 1-16,4 0 4 0,-5 0-4 0,-1-4-4 15,2 4 2-15,1 0-2 0,3-1 3 0,1-2 1 16,-3 3 0-16,2-1 0 0,0 1-2 0,1-1 2 15,-1 1-7-15,1 0 6 0,-3-3-5 0,0 3 2 0,4-2 2 16,-6 3 0-16,2-1 3 0,1 0 1 16,-1-1-10-16,0 1 4 0,3 0 8 0,-1-2-3 15,1 2-10-15,1-1-2 0,-2-3 13 0,1 4 2 16,1 0-5-16,1-3-1 0,1 2-4 0,-1-1 6 0,-1-2 0 16,0 2-1-16,-4-1 0 0,-1 2 2 0,-1-1 0 15,1 0-2-15,-1-1 0 0,2 1-8 16,-1-1 7-16,-1 0-2 0,1 2 1 0,1-2 7 15,-3 0-9-15,2 0 6 0,-2 0 0 0,-3 3 4 16,1-1-1-16,1-1 0 0,-3-2-1 0,2 2-7 16,-2 2 11-16,0-2 1 0,-4 4-2 0,-3-2-7 15,9-1 13-15,2-2-6 0,-1 1 1 0,-3 1-3 16,2 1-3-16,0 0 11 0,0 0-4 0,0 1 5 0,-1-1 1 16,1-1-2-16,-2 2 0 0,4-2-2 0,-1 1 2 15,1 1-4-15,-2-2-1 0,3 2 0 16,2-2 4-16,-3 1-3 0,0-3-1 0,5 3 7 0,-4 0 4 15,-1 0 0-15,4 2-4 0,-3-1-1 0,-2 0 1 16,0 0 1-16,0-1-3 0,-1 0 0 0,-8 1-2 16,8 1 0-16,2-1-2 0,-6-2 0 0,-3 2 1 15,5-4-4-15,-4 2 4 0,-3 2-1 0,9-1-1 16,0 0 6-16,-2-1-2 0,-6 0 1 0,2 1-1 16,-4 0-3-16,-1 1-4 0,2-2 2 0,0-1-6 15,-1 2 4-15,1 1 3 0,-3-1-4 0,4 0 1 16,-5 0 4-16,2 2-3 0,2-1 0 0,-3 1 6 15,2-2-6-15,-6 0 3 0,1 0-5 0,4 1-3 16,-5 0 1-16,5-2 4 0,0 4-4 0,0-5 2 16,-4 2 0-16,2 0 0 0,-2 2 1 0,-1-2-2 15,6 0-1-15,-7 0-1 0,1-2-1 0,1 2 4 16,-1-1-4-16,3 1-1 0,2 0-1 0,-4 0 4 16,-2-1-1-16,5 1-4 0,-4-2 4 0,1 2-2 15,-1-1 3-15,0 1-3 0,0 0-2 0,-3 0-1 0,1 0-1 16,-2-2 4-16,2 1 0 0,0 1-1 0,-1 0 0 15,1-2-1-15,0 4 0 0,-2-4 1 16,1 2-2-16,2-1 1 0,-12 1-2 0,14 0 4 16,-8-1-6-16,-6 1 6 0,14 0-3 0,-7 1 1 0,-7-1 1 15,0 0-2-15,11-1 2 0,-11 1-1 16,0 0 0-16,13 0-2 0,-13 0 2 0,8 0-3 0,-8 0 4 16,0 0-1-16,10-3 0 0,-10 3-1 15,0 0 3-15,0 0-1 0,0 0-8 0,10 1 3 0,-10-1 3 16,0 0-1-16,0 0 2 0,0 0 0 15,0 0 2-15,0 0 5 0,0 0-1 0,6 3 1 16,-6-3 0-16,0 0 4 0,0 0 0 0,0 0-3 0,0 0 1 16,0 0-2-16,0 0 4 0,0 0 0 0,0 0-2 15,0 0-2-15,0 0 7 0,0 0-4 0,0 0 4 16,0 0-3-16,0 0-2 0,0 0 2 0,0 0 1 16,0 0-3-16,0 0 4 0,0 0-5 0,0 0 1 15,0 0-4-15,0 0 2 0,0 0 1 0,0 0-1 16,0 0-3-16,0 0 2 0,0 0-1 0,0 0-4 15,0 0 1-15,0 0 3 0,0 0 0 0,0 0-1 16,0 0-1-16,0 0-3 0,0 0-4 0,0 0-4 16,0 0-10-16,0 0-4 0,0 0-12 0,0 0-13 15,0 0-16-15,0 0-15 0,0 0-17 0,0 0-19 16,0 0-8-16,0 0-22 0,0 0-18 0,0 0-22 16,0 0-106-16,0 0-313 0,0 0 140 0</inkml:trace>
  <inkml:trace contextRef="#ctx0" brushRef="#br0" timeOffset="-134212.6">9353 8608 20 0,'0'0'20'0,"0"0"1"0,0 0 5 16,0 0-7-16,0 0 0 0,0 0-5 0,0 0 1 15,0 0-7-15,0 0-10 0,0 0 4 0,-10 14 0 16,10-14 5-16,6 6-4 0,-6-6 1 0,7 7-3 15,-2-3 5-15,0-1-7 0,-5-3 5 16,9 8-3-16,1-4 4 0,-3 0-4 0,-1-1-2 0,0-1 6 16,3 2-11-16,-2 0-10 0,2 2-14 0,-4-2-32 15,2 0 15-15</inkml:trace>
  <inkml:trace contextRef="#ctx0" brushRef="#br0" timeOffset="-133085">9565 9040 59 0,'17'0'51'0,"-3"1"12"0,5 0-8 15,2 2-2-15,8-2-1 0,-2 2-7 0,1-3 0 16,0 2-4-16,3-1 7 0,-2 1-12 0,7-1-5 16,-3 1 3-16,4 0 3 0,0-3-5 0,0 1-11 15,16 1 6-15,-15 0-5 0,15-2-4 0,-4 0 5 16,3 0 3-16,1 2-6 0,-1-2 4 0,2-2 5 0,1 1 3 15,-2-1-14-15,0-3 2 0,-2 2-6 16,0 4 0-16,-12-1 4 0,12-2 1 0,-11-1 1 16,15-1-6-16,-4 2 5 0,-1 2-7 0,1-2 2 15,-12 1 0-15,14-1-1 0,0 0 6 0,-1-1 1 16,3 2 1-16,-2 0-4 0,2-2-2 0,-1-1 6 16,1 1-6-16,-2-1 6 0,1 3 3 0,-1-1-5 15,3-2-1-15,0 3 1 0,-1-2-5 0,-2-2 5 16,1 3-10-16,0 1 2 0,-1-2-1 0,1 1-5 15,-1 1 2-15,-12 2-3 0,10-4-1 0,1 1 14 0,-14 2-11 16,2 1 5-16,12-2-5 0,-3 2 3 0,-8 0 6 16,11-3-6-16,1 0 2 0,-14 3-1 15,14-1 3-15,-1-3-4 0,-2 2 3 0,1-1 2 0,-10 2 4 16,8 1-6-16,-10 0-4 0,-1 0 10 0,13-3-3 16,-15 2 3-16,0-1-4 0,0 1-3 15,0 0 6-15,-1 1 2 0,1-1-6 0,-1-1-3 16,-2 2 1-16,1-1-4 0,2 0-2 0,-3 0 3 0,1 3 1 15,-1-3 1-15,-3 0-1 0,-3 2-3 0,4-2 0 16,1 1 0-16,-3 0-5 0,2-2 6 0,-3 4-8 16,1-1 7-16,-2-1-5 0,0-1 5 0,-5 1-1 15,-2 0-5-15,12-2 4 0,-5 4 5 0,4-2-2 16,-6-2-3-16,-3 2 5 0,9 0-7 0,-10 0-1 16,6 0 0-16,2 0 13 0,-8 0-4 0,8 0 0 15,-3-3-11-15,-4 3 18 0,6 0-3 0,-7-2-3 16,8 1 6-16,-3-2 0 0,-4 0 0 0,5 2 0 15,3 0 0-15,-1 0 2 0,2-4 4 0,-2 4 5 16,1 0-11-16,1 1 8 0,0-1-5 0,1-1 4 16,1 0-2-16,-3 1-1 0,3 0-1 0,-3-2-3 15,1 1 0-15,-3 1-3 0,0-2-7 0,-1 2 3 16,1-1 1-16,-7 0 1 0,0 2-3 0,2-2 4 16,4-1-4-16,-5 3 2 0,-2-3-3 0,0 3 1 15,0-1-2-15,-1 0 1 0,-1-1 2 0,-7 2-4 16,9-2-1-16,-2 1-1 0,-4 0 1 0,4-3 1 0,-1 4-1 15,-4-2-1-15,3 0 0 0,-4-1-2 16,0 2 0-16,2-1 3 0,0 0-2 0,-1 0 0 16,-1-1 3-16,1 1-3 0,-1 0-2 0,-2 0 2 15,2 1 1-15,-1 0-5 0,-2-2 3 0,3 2 3 16,-5 1 0-16,-7 0 2 0,16-2 0 0,-8 0 1 16,3 1-3-16,-2 1 3 0,2-2-4 0,-11 2 3 0,16-1-5 15,-10 1 6-15,2-3-4 0,-8 3 0 16,16 0 2-16,-4 0 0 0,-2 0-5 0,-1-2 2 0,2 1 3 15,-11 1-5-15,16 0 0 0,-7 0 2 0,2 0-2 16,-3-1 0-16,1 1 0 0,-9 0 2 0,16 0-2 16,-8-2 3-16,-8 2-2 0,12-2 3 0,-5 2-3 15,-7 0-1-15,9-2 0 0,-9 2 4 0,0 0-5 16,14 0 1-16,-14 0-1 0,9 0 3 16,-9 0-5-16,0 0 6 0,12 0-5 0,-12 0 4 15,0 0-2-15,8 0 1 0,-8 0-1 0,0 0-1 16,11-2 0-16,-11 2 2 0,0 0 1 0,10 2-5 0,-10-2-9 15,0 0-4-15,8 0-10 0,-8 0-12 0,0 0-12 16,0 0-20-16,0 0-12 0,0 0-21 0,0 0-22 16,11-3-10-16,-11 3-11 0,0 0-19 15,0 0-121-15,0 0-309 0,4-8 137 0</inkml:trace>
  <inkml:trace contextRef="#ctx0" brushRef="#br0" timeOffset="-125810.95">21935 11026 33 0,'0'0'56'0,"0"0"-5"0,0 0-3 0,0 0-3 15,0 0 0-15,0 0-5 0,0 0 5 0,0 0-4 16,0 0-3-16,33 4-5 0,-19-2 3 0,3-1-2 16,5-2 6-16,-1 1 2 0,7 0 1 0,0-2-4 15,1 2-8-15,5-2 4 0,2 1-5 0,-2-3 10 16,6 3-12-16,11-4 7 0,-13 1-4 0,13 1-4 15,-11 0-5-15,0 1 8 0,12 0-15 0,-1-4 2 16,-16 5 8-16,3-1-6 0,-2-1 2 0,2 2-6 0,1 0-4 16,-4-2 3-16,1 2-3 0,1 1 0 15,-1-2 0-15,1 1 0 0,0 0-1 0,-1-2-6 16,-2 2 11-16,1-1-5 0,0-1 3 0,-1 2 2 0,-1-1 2 16,2-2 1-16,0 1 1 0,0 0 4 0,1 0 8 15,2 0 4-15,3-1-2 0,10 0 14 0,-10-2-9 16,14 2 0-16,-15-2-7 0,11 3-2 0,0-4 2 15,1 3-6-15,-15 2 0 0,14-3-1 0,-11 2-4 16,12-1-4-16,0 0 0 0,1 1 4 0,-2 0-5 16,1 0 1-16,1 1-1 0,-2-1 5 15,-11-1-2-15,15 1 0 0,-3 2-5 0,5 0 1 0,-3 1 3 16,1-3-6-16,-1 3 4 0,-4-3-1 0,2 0 0 16,3 2 2-16,-5 1-3 0,5-2-3 0,-3 0 4 15,-12 1 0-15,14 0-3 0,-2-2-2 0,-14 2 2 16,2 0-4-16,12 0 0 0,-12-1-1 0,10-1 1 15,-14 2 1-15,1-2 1 0,0 2-2 0,-4 0-2 16,2 1 2-16,-5-2-2 0,-3 3 0 0,-4-2-4 16,-3-1 4-16,2 2-6 0,-1 2 2 0,-1-2-1 15,-4 1 0-15,-3-1 2 0,-2 0-3 0,0 0 4 16,1 0-1-16,-1 0 1 0,-5 1-2 0,-6-1 0 16,12-1 0-16,-12 1-4 0,9 0 4 0,-9 0-3 0,0 0 5 15,9-1 2-15,-9 1 1 0,0 0 0 16,0 0 2-16,11 1 2 0,-11-1 3 0,0 0-1 0,0 0 4 15,0 0 1-15,0 0 2 0,0 0-1 16,0 0-1-16,0 0-1 0,0 0-3 0,0 0-4 0,0 0 0 16,0 0-14-16,0 0-15 0,0 0-16 0,0 0-26 15,0 0-24-15,0 0-23 0,0 0-13 0,0 0-20 16,0 0-25-16,-24 11-106 0,19-8-295 0,5-3 130 16</inkml:trace>
  <inkml:trace contextRef="#ctx0" brushRef="#br0" timeOffset="-125080.89">27543 11025 67 0,'-8'-3'124'0,"8"3"-7"0,0 0-6 0,-4-4-11 15,4 4-6-15,0 0-12 0,0 0-10 0,0 0-1 0,0 0-9 16,0 0-12-16,18-9-4 0,-7 7-9 16,4-1-6-16,3 0 5 0,3 1-1 0,8-3-5 15,0 5-8-15,5-3 4 0,-3 2-3 0,3 0-15 16,-1-1 9-16,3 1 2 0,0 0-13 0,4 0-18 15,-1 2 16-15,14-3 3 0,-1 2 5 0,-14 0-6 16,16-2 5-16,-4 3-4 0,6-4 10 0,0 1 7 16,5 0 7-16,-1-1-6 0,7 3 1 0,25-4-5 0,-28 3 0 15,26-1 6-15,-30 2-3 0,5 0-2 0,-3 3 1 16,1 0-3-16,3-2-1 0,24-1-5 0,-29 3-7 16,2-1 5-16,-2-2 3 0,2 1-13 15,-4 2 16-15,-2-2 4 0,3 0-2 0,-1 0-1 0,-3 0 4 16,-2 0-1-16,0 0 0 0,-2-2 5 15,-1 1-5-15,-14 0 4 0,4-1-8 0,9 0 3 16,-14 0 1-16,-3 0-2 0,-2 1-6 0,-3-1 3 0,-6 1-1 16,-3-2-6-16,-3 1 5 0,-2 0-2 0,-3-1 0 15,0 2 6-15,2-3-1 0,-5 0 5 0,-8 3 3 16,12-1-1-16,-12 1-1 0,9-1 0 0,-9 1-2 16,8-2 0-16,-8 2-2 0,0 0 3 0,8-1-1 15,-8 1-2-15,0 0 0 0,0 0 2 0,0 0-4 16,7-2-2-16,-7 2 0 0,0 0-4 0,0 0 1 15,0 0-7-15,0 0-5 0,8-3-4 16,-8 3-13-16,0 0-11 0,0 0-16 0,0 0-23 0,0 0-27 16,0 0-12-16,0 0-30 0,0 0-18 0,-20-6-23 15,20 6-102-15,-18-2-301 0,7 0 133 0</inkml:trace>
  <inkml:trace contextRef="#ctx0" brushRef="#br0" timeOffset="-123504.1">7510 12158 47 0,'21'-4'62'0,"-3"0"1"16,2 2-7-16,1 0-8 0,5-1 10 0,3-3-6 0,-1 4-2 15,1-1-4-15,0-2-15 0,3 0 12 16,2 1-6-16,-1-2-4 0,4 1 1 0,1 1-6 15,-1-1-4-15,2 1 2 0,-2 0-2 0,3 0-6 16,9-4-1-16,-12 5-6 0,3-1 7 0,-1 2 0 16,12-1 8-16,-12 1-9 0,-1 0 0 0,2 2 1 0,-1-2-6 15,11 1 4-15,-11 0-10 0,11 5 3 0,-12-4-7 16,1 0-1-16,0-2 16 0,-1 2-9 16,2 0 4-16,-2 2 5 0,0-2-9 0,0 2 5 15,-1-1-5-15,2 0 1 0,-2 1 9 0,0 1-1 0,2-1-2 16,0 0-3-16,0-1-1 0,-2 1-1 0,0 3-2 15,2-1 12-15,1-3-13 0,11 0 4 0,-13-1-6 16,16 1 11-16,-4 2-5 0,2-5 6 0,1 2-5 16,-3 0 4-16,5 2 2 0,-18-1-6 0,19-2 0 15,-1-1-8-15,0 1 7 0,2-1 9 0,-3-1-8 16,2 1-2-16,3-2 1 0,1 2-2 0,-1 0 6 16,3-2-5-16,2-1 0 0,0 1 3 0,0 2-3 15,1 0-6-15,1-2 9 0,23-1-1 0,-24-1-11 16,0 0 10-16,29 1-6 0,-28 0 0 0,27-4-1 15,-4 5 4-15,-24-2 0 0,26-5 4 0,-28 5-8 16,32-2 0-16,-31 5 7 0,2-2 3 0,24 1-2 16,-1-3 0-16,1 2 0 0,-27 2-7 0,4 1 4 15,29-2 1-15,-31 1-5 0,0 1 4 0,0 2-1 16,28-1 2-16,-32 0-3 0,4 1 4 0,3 0-3 16,24 0 2-16,-29 1-8 0,4-1 4 0,-2 0-4 15,29 3 1-15,-31-3 6 0,2 0-12 0,0-1 9 16,2 2 6-16,25 2-8 0,-29-2 3 0,3 3-4 15,24-4 7-15,-27 1-6 0,0-1 1 0,2 2-2 16,0-3 3-16,-2 2-1 0,0-2 5 0,-1 3-6 16,-3-2-1-16,2 2 5 0,1-1-6 0,-6 0 11 15,-2-1 0-15,-2 0 3 0,2 0-7 0,-16 1 3 16,16 1-1-16,-16-2-1 0,0 0 2 0,1 0 0 16,-1 3-1-16,-2-1-1 0,0-2 0 0,-7 1 1 15,6 0-3-15,-9-1 2 0,-4 2-5 0,-3-2 2 0,0 1-6 16,-3 1 3-16,-5-2 3 0,0 0-3 15,0 0 1-15,-3 2-1 0,-8-2 0 0,13 0 2 16,-13 0 9-16,10 2 3 0,-10-2 1 0,0 0 1 16,10-1 3-16,-10 1 2 0,0 0 1 0,0 0 2 15,0 0-3-15,8 0 0 0,-8 0-2 0,0 0 3 16,0 0-7-16,0 0 0 0,0 0 2 0,0 0-4 0,0 0-4 16,0 0-3-16,0 0-2 0,0 0-6 0,0 0-11 15,0 0-9-15,0 0-23 0,0 0-27 0,0 0-22 16,0 0-25-16,0 0-16 0,0 0-25 0,-16 11-139 15,16-11-319-15,-14 6 141 0</inkml:trace>
  <inkml:trace contextRef="#ctx0" brushRef="#br0" timeOffset="-114431.91">21205 14028 64 0,'0'0'105'0,"0"0"-3"16,0 0 7-16,0 0-12 0,0 0-9 0,0 0-14 15,0 0-1-15,0 0-14 0,0 0-1 0,3-7-6 16,-3 7-14-16,0 0-4 0,0 0-10 0,0 0 0 0,0 0-11 16,0 0-2-16,0 0-17 0,0 0-10 15,0 0-6-15,0 0-13 0,0 0-8 0,0 0-17 16,0 0-14-16,12 0-55 0,-12 0-138 0,13-1 61 16</inkml:trace>
  <inkml:trace contextRef="#ctx0" brushRef="#br0" timeOffset="-111453.02">8391 14961 8 0,'0'0'38'15,"0"0"0"-15,0 0 1 0,0 0-3 0,0 0-6 16,9 5-7-16,-9-5 1 0,0 0-1 0,0 0-4 16,0 0 6-16,0 0-10 0,0 0 4 0,0 0-3 15,0 0-2-15,0 0 1 0,0 0 0 0,0 0 3 16,0 0-11-16,0 0 6 0,0 0-3 0,0 0 11 15,0 0-9-15,0 0-1 0,0 0-2 0,0 0-1 16,0 0 1-16,0 0 5 0,0 0 1 0,0 0 1 16,0 0-1-16,0 0-4 0,0 0-1 0,0 0 0 15,0 0-4-15,0 0 4 0,0 0-6 0,0 0 3 0,0 0 0 16,0 0 7-16,0 0-4 0,0 0-4 16,0 0-2-16,0 0 5 0,0 0-3 0,0 0 8 15,0 0-14-15,0 0 3 0,5 7 1 16,-5-7-1-16,0 0-7 0,0 0 5 0,0 0 1 0,0 0 1 15,0 0-2-15,0 0-3 0,0 0 6 0,0 0-3 16,0 0-8-16,0 0 12 0,0 0-7 0,0 0 2 16,0 0 3-16,0 0-6 0,0 0 3 0,0 0-1 15,0 0-1-15,0 0 0 0,0 0 4 0,0 0 4 16,0 0-4-16,0 0 6 0,0 0-2 0,0 0-10 16,0 0-3-16,0 0 10 0,0 0 8 0,0 0-14 15,0 0 1-15,0 0-2 0,0 0-1 0,0 0 11 16,0 0-12-16,0 0 10 0,0 0-8 0,0 0 4 15,0 0 4-15,0 0 1 0,0 0-10 0,0 0 7 16,0 0-1-16,0 0-10 0,0 0 9 0,0 0 3 16,0 0-4-16,0 0 4 0,0 0-5 0,0 0 1 15,0 0-3-15,0 0-3 0,0 0 10 0,0 0-6 16,0 0 2-16,0 0 1 0,0 0-2 0,0 0 3 16,0 0 0-16,0 0 5 0,0 0 9 0,0 0-16 15,0 0-7-15,0 0 12 0,0 0 0 16,0 0-3-16,0 0-4 0,0 0 3 0,0 0-1 0,0 0 2 15,0 0 3-15,0 0-5 0,0 0 2 0,0 0 1 16,0 0 4-16,0 0-13 0,0 0 5 0,0 0 4 16,0 0-3-16,0 0 0 0,0 0-3 0,0 0 8 15,0 0-2-15,0 0 3 0,0 0-5 0,0 0 1 16,0 0 2-16,0 0-3 0,0 0-3 16,0 0 0-16,0 0 1 0,0 0-1 0,0 0-5 15,0 0-12-15,0 0 10 0,0 0 0 0,0 0-4 16,0 0 0-16,0 0 1 0,0 0-2 0,0 0 2 0,0 0-5 15,0 0 3-15,0 0 9 0,0 0-1 0,0 0-2 16,0 0-2-16,0 0 2 0,0 0 6 0,0 0-5 16,0 0 5-16,0 0 0 0,0 0 1 15,0 0 4-15,0 0 2 0,0 0-3 0,0 0 5 16,0 0 6-16,0 0-12 0,0 0 7 0,0 0 5 0,0 0-3 16,0 0-1-16,0 0 6 0,0 0-4 0,0 0 3 15,0 0 4-15,0 0 0 0,0 0-9 0,0 0-1 16,0 0 6-16,0 0-7 0,0 0 10 15,0 0 4-15,0 0-2 0,0 0 1 0,0 0-5 16,0 0 14-16,0 0-11 0,0 0 0 0,0 0 0 16,0 0 1-16,0 0-6 0,0 0 7 0,0 0 4 15,0 0-9-15,0 0 5 0,0 0-3 0,0 0 7 0,0 0-8 16,0 0-3-16,0 0-5 0,0 0 4 16,0 0 8-16,0 0-13 0,0 0 8 0,0 0-6 15,0 0 9-15,0 0-23 0,0 0 9 0,0 0 3 16,0 0 0-16,0 0 1 0,0 0-7 0,0 0 3 15,0 0 0-15,0 0-2 0,0 0-4 0,0 0 9 16,0 0-20-16,0 0-5 0,0 0-6 0,0 0-2 16,0 0-10-16,0 0-7 0,0 0-7 0,0 0-11 15,0 0-7-15,0 0-62 0,0 0-142 0,0 0 64 16</inkml:trace>
</inkml:ink>
</file>

<file path=ppt/ink/ink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17:24.448"/>
    </inkml:context>
    <inkml:brush xml:id="br0">
      <inkml:brushProperty name="width" value="0.05292" units="cm"/>
      <inkml:brushProperty name="height" value="0.05292" units="cm"/>
      <inkml:brushProperty name="color" value="#FF0000"/>
    </inkml:brush>
  </inkml:definitions>
  <inkml:trace contextRef="#ctx0" brushRef="#br0">15427 11653 89 0,'0'0'108'0,"0"0"-4"0,0 0-6 0,0 0-16 16,0 0-3-16,0 0-13 0,0 0-1 15,0 0-1-15,0 0-3 0,0 0 3 0,0 0-3 0,0 0 4 16,0 0-7-16,0 0-5 0,0 0 1 16,0 0-9-16,0 0-4 0,0 0 5 0,0 0-2 15,0 0-7-15,0 0 1 0,0 0-2 0,0 0 6 16,0 0-1-16,0 0 2 0,0 0 0 0,0 0 2 0,0 0 6 15,0 0-3-15,0 0 7 0,11 0 1 0,-11 0-4 16,6-7-4-16,7 0-6 0,5-5-4 16,15-7-4-16,10-8-5 0,8-8-15 0,31-8-30 15,0-6-46-15,10-1-51 0,5-3-60 0,2 3-124 16,4-5-320-16,2-6 143 0</inkml:trace>
  <inkml:trace contextRef="#ctx0" brushRef="#br0" timeOffset="22282.49">15899 16066 80 0,'0'0'130'16,"0"0"-13"-16,0 0-12 0,0 0-12 0,0 0-7 15,6-2-12-15,-6 2-8 0,0 0-7 0,0 0-7 16,0 0-26-16,0 0-17 0,0 0-11 16,0 0-17-16,0 0-19 0,0 0-8 0,9 6-13 0,-9-6-13 15,5 9-39-15,-1-7-119 0,-4-2 54 0</inkml:trace>
  <inkml:trace contextRef="#ctx0" brushRef="#br0" timeOffset="22932.25">18033 15966 3 0,'0'0'157'15,"0"0"-2"-15,0 0-10 0,0 0-3 0,0 0-15 16,0 0-9-16,0 0-11 0,0 0 3 0,0 0-9 15,0 0-12-15,0 0 0 0,0 0-5 0,0 0-13 16,0 0-3-16,8 2-13 0,-8-2-1 0,0 0-6 16,5 4 0-16,-5-4-11 0,5 3 4 0,-5-3-3 15,10 0-2-15,3-4-3 0,4 0 0 0,10-6-6 16,6-2-2-16,18-7-5 0,2-2 5 16,6-4-29-16,21-14-43 0,4 1-54 0,-1-1-42 0,-1-5-156 15,-2-1-323-15,7-1 143 0</inkml:trace>
</inkml:ink>
</file>

<file path=ppt/ink/ink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33:57.072"/>
    </inkml:context>
    <inkml:brush xml:id="br0">
      <inkml:brushProperty name="width" value="0.05292" units="cm"/>
      <inkml:brushProperty name="height" value="0.05292" units="cm"/>
      <inkml:brushProperty name="color" value="#FF0000"/>
    </inkml:brush>
  </inkml:definitions>
  <inkml:trace contextRef="#ctx0" brushRef="#br0">5054 8633 22 0,'0'0'51'16,"0"0"-19"-16,0 0-25 0,-1-8-26 0,1 8-20 16,0 0 8-16</inkml:trace>
  <inkml:trace contextRef="#ctx0" brushRef="#br0" timeOffset="34882.89">12741 14731 36 0,'-14'-1'43'0,"14"1"2"16,-9 0-6-16,9 0 8 0,0 0-2 0,-9 0-4 0,9 0-2 16,0 0-4-16,0 0-5 0,-12-2 0 0,12 2-10 15,0 0-6-15,0 0 4 0,0 0-4 0,0 0 10 16,0 0-15-16,0 0 8 0,0 0 2 0,0 0-1 15,0 0 4-15,0 0-1 0,0 0 6 16,17 15-4-16,-5-13 6 0,0 3-3 0,-1-2-8 0,4 2 4 16,6-1-3-16,-1 1 1 0,8-2 14 0,3 0-17 15,-4 3 3-15,2-6 4 0,3 4 3 16,-4-4-8-16,6 3 3 0,-4-3-7 0,3 3 5 16,3-3 4-16,-2 1-3 0,1 0 2 0,3-2-3 15,1 0 2-15,14-2 8 0,2 3-5 0,-3-3 9 0,1-1 0 16,-12 4-5-16,10-6-1 0,1 3 0 0,0 1-3 15,2-2 5-15,-1 1-7 0,-1 0 5 0,-2 2 0 16,3 1 4-16,-3-2-2 0,2 4-1 0,-14-1-1 16,16 0 0-16,-1-1 0 0,-1 0 1 15,0 0-4-15,-1 3-1 0,4-2 0 0,0-1-2 0,0 0-1 16,5 1-3-16,-1-2 4 0,1 1-4 0,-2-1 0 16,3-2 3-16,-2-1-1 0,-5 3-5 0,1-3-1 15,-2-1 2-15,-2 3-7 0,-13-1-1 0,3 2 7 16,-6-1-10-16,-1 2 6 0,-2-3-1 0,-4 0-5 15,-7 3 3-15,-3-1-2 0,-4 2 2 0,-4-2-1 16,0 1 0-16,-3 0 3 0,-7 0-9 0,11-3 4 16,-11 3 0-16,9-1-1 0,-9 1-1 0,0 0-8 15,10 0-7-15,-10 0-10 0,0 0-5 16,0 0-15-16,0 0-18 0,0 0-32 0,0 0-22 16,0 0-28-16,0 0-118 0,0 0-279 0,-30-8 123 0</inkml:trace>
  <inkml:trace contextRef="#ctx0" brushRef="#br0" timeOffset="36963.31">4456 14714 3 0,'0'0'51'0,"0"0"-3"16,0 0 0-16,0 0-10 0,0 0-4 0,0 0-3 16,0 0-6-16,0 0 1 0,0 0-6 0,-14-10 2 15,14 10-1-15,0 0-1 0,0 0-3 0,-12-2-5 16,12 2 8-16,0 0-9 0,0 0-2 0,0 0-4 15,0 0 3-15,-10 0-4 0,10 0 2 0,0 0 7 16,0 0-13-16,0 0 3 0,0 0 0 0,0 0 3 16,0 0-8-16,0 0 10 0,0 0 8 0,0 0-2 15,0 0-5-15,0 0 2 0,19 12 2 0,-10-8 5 16,4-4-2-16,-3 0-1 0,8 2 10 0,-1-2 0 16,3 0 5-16,1 0-6 0,7 1 4 0,-6-1-4 15,7 1 0-15,-1-2 0 0,0-2 0 0,-1 5 1 16,4-1-2-16,-3-1-1 0,1 0-5 0,2 0 0 15,1 2 6-15,2-2 0 0,-1-1 0 0,6 1-2 16,2 0-4-16,10-1 3 0,1-2-4 0,-13 3 5 16,0-1-1-16,15-1-2 0,-2 2 0 0,-13 0 12 15,13-1-15-15,-12 1-4 0,9 0 6 0,-11 1 3 16,-1-1 0-16,15 0-1 0,-15 0 0 0,1 3 0 16,15-1 0-16,-1-4-2 0,-16 5 3 15,16-1-8-15,-2 0-1 0,1 0 8 0,4-1-3 0,-2-2 2 16,4 1-8-16,1 1 17 0,-2-3-14 0,0-1-3 15,-2 1 2-15,2-2-1 0,2 2-2 0,0-2-9 16,0 2 11-16,1-2-1 0,-3-1 3 0,-2 5-5 16,2 2 10-16,-3-2-16 0,1 0 6 0,-3 2-2 15,3-4 0-15,-16 4 4 0,15-4 6 16,-2 4-14-16,-14-1 5 0,15 1 0 0,-1 0-1 0,-11 0-1 16,16-4-2-16,-1 1-1 0,-2 0 3 0,0-1-3 15,2-1-2-15,2 0 2 0,-3-2 0 0,1 2 5 16,2-1 3-16,-4 2-4 0,1-3 0 0,0 2 5 15,-6-2-5-15,7 0-6 0,-4 3 0 0,0-1 3 16,-12 0 1-16,14 0 2 0,1 0-8 0,-3 0 5 16,-12 0-1-16,13 0-1 0,-12 3 6 0,12-3-6 15,-12 3 5-15,12-2-4 0,-16 0-1 16,3 2-1-16,1 0 1 0,11 0 0 0,-16-1 0 0,17 1 0 16,-17 1 4-16,-1-1-4 0,-1 2 0 0,4-2-1 15,-1 1 4-15,-1-1 0 0,-1-1-8 0,1 2 5 16,-3 2 0-16,3-1 1 0,0 0 5 0,1-2-6 15,-1 5 5-15,-1-3-6 0,-1 0-1 0,1-1 0 16,1 1 6-16,-2 1-1 0,2-3-2 0,2 1-2 16,-4-3 1-16,-1 3 1 0,0-2-3 0,0 1 8 15,-2 1-8-15,1-2 8 0,0 2-1 0,1-2 4 16,0-1-7-16,1 0 6 0,-1 1-3 16,-1-1-3-16,0 4 2 0,1-4-4 0,0 2 0 0,4 0 5 15,-1-2 0-15,2 2-2 0,-2-2-1 0,3 2 2 16,-3 0 0-16,4-3 0 0,-6 3 0 0,6 0-2 15,0-2 0-15,-2 2 0 0,3-2 0 0,-3 3 0 16,1 0 2-16,-1-2 1 0,0 2-6 0,0-3 0 16,1 2 6-16,0 0-4 0,-3-2-2 0,0 4 1 15,-2-1-1-15,1 0-1 0,-1-2 5 16,2 1-4-16,0 3 8 0,-2 0-6 0,0-3-2 16,-2 0-1-16,3 2 1 0,-3-2 1 0,3 2 2 15,-4 0 0-15,3 1-3 0,-1 0 6 0,-1 0-4 0,1-5-2 16,-1 5 0-16,0 0 2 0,-1 1 7 15,-3-1-8-15,3-2 1 0,2-1 0 0,-2 4-1 0,-8-3-1 16,8-1 4-16,1 1 3 0,-1-2-6 16,1 1 4-16,-2-1-4 0,2 1 1 0,-4 0 2 15,0-1-2-15,2 1 0 0,2-3 2 0,-4 3-2 16,-7 0 4-16,8-1-3 0,1 2-3 0,-2-1 5 0,0 0-1 16,4-1 0-16,-5 1 1 0,-5 0-4 0,6 0 4 15,1 0-1-15,3 0-4 0,-12 0 5 16,9 0-1-16,-6-1-4 0,6-1-1 0,-4 1 4 15,-7-1-2-15,6 1 3 0,-2 0 2 0,10 1-3 16,-11-1 5-16,7 3-3 0,-5-2 5 0,-1-1-4 16,1 2 2-16,7-1-3 0,-10 0-2 0,4-1 1 0,-2 0 3 15,0 2-1-15,1-1-1 0,5 0 1 0,-7 1-1 16,1 0-3-16,3 1-1 0,-4-2 0 0,1 0 2 16,6 0-1-16,2 1 4 0,-6-2-6 0,-4-1 0 15,11 1 3-15,-1 1 0 0,-2 0-1 16,-7 1 1-16,2-1-3 0,-3 0 4 0,8-3-2 15,-3 3-2-15,-6 1-1 0,4-1 2 0,-3 1 1 0,8-2-3 16,-8 2 5-16,0-2-3 0,-2 1-2 0,2 2 4 16,1 0 3-16,-4-4-6 0,2 2 3 15,-1 3-1-15,-3-3-4 0,-14 0 2 0,27 0 0 16,-14 0 2-16,0 0-4 0,4 3 4 0,-6-3-1 16,2 1-4-16,-2-1 0 0,0 0 3 0,-11 0 3 15,17 0-3-15,-17 0-1 0,13 2 3 0,-13-2 2 0,13 1-10 16,-13-1 8-16,0 0-1 0,14 0 2 0,-14 0 0 15,0 0 3-15,9 2 2 0,-9-2 1 16,0 0-1-16,0 0 5 0,0 0 3 0,0 0-8 16,0 0 7-16,0 0 3 0,0 0-1 0,0 0 0 15,0 0 1-15,0 0-1 0,0 0-1 0,15-2 1 0,-15 2-4 16,0 0-1-16,0 0-1 0,0 0 1 0,0 0-4 16,0 0-1-16,0 0 3 0,0 0-4 15,0 0-3-15,0 0-1 0,0 0 1 0,0 0 0 16,0 0-1-16,0 0-5 0,0 0-7 0,0 0-10 15,0 0-7-15,0 0-11 0,0 0-15 0,0 0-18 16,0 0-17-16,0 0-5 0,0 0-24 0,0 0-32 0,0 0-19 16,3 12-117-16,-3-12-308 0,0 0 136 15</inkml:trace>
</inkml:ink>
</file>

<file path=ppt/ink/ink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17:58.229"/>
    </inkml:context>
    <inkml:brush xml:id="br0">
      <inkml:brushProperty name="width" value="0.05292" units="cm"/>
      <inkml:brushProperty name="height" value="0.05292" units="cm"/>
      <inkml:brushProperty name="color" value="#FF0000"/>
    </inkml:brush>
  </inkml:definitions>
  <inkml:trace contextRef="#ctx0" brushRef="#br0">16190 5504 74 0,'-7'-2'67'0,"-1"1"-9"0,0-1 0 0,0-2 8 16,8 4-20-16,-13-4-3 0,6 2-6 0,7 2-4 15,-11-3-2-15,11 3-4 0,-11-3-1 0,11 3-11 16,-7-1 6-16,7 1-1 0,0 0-9 0,-8-2 7 16,8 2-7-16,0 0-1 0,0 0-1 0,0 0-3 15,0 0 0-15,0 0-1 0,0 0 0 0,0 0-9 16,0 0 4-16,0 0 7 0,0 0-7 0,0 0 7 16,0 0-4-16,0 0 4 0,19 13-7 0,-7-7 5 15,-1-3-4-15,7 1-2 0,-1 1 2 16,4-1 7-16,8 2-5 0,-1 0-3 0,2-1 6 0,0-3-6 15,-1 2 2-15,2-1-3 0,2-1 7 0,-1 0-3 16,0 2 2-16,4-2-5 0,-2 0 0 0,0 1 5 16,-1-2-3-16,0 1 1 0,4 0-3 0,-3-3-4 15,6 2 11-15,11 4-5 0,-12-4-1 0,15 1 7 16,0-1-5-16,0 0 0 0,2 1-6 0,0-2 1 16,0 2 1-16,2 0 1 0,0-1-3 0,-1 2 9 15,2-3-1-15,-2 2 2 0,-3 1-6 0,1 0-5 16,5 1-2-16,-1-1 5 0,2 1 3 0,-1-2 2 15,4 2-1-15,27-3-2 0,-28-1 2 0,3 0-1 16,26-2 6-16,-28 3-7 0,25-1 7 0,-24-2 3 16,33 0-4-16,-9 0 10 0,4 2-1 0,-26-2 12 15,31-1-16-15,0 0-1 0,-1-1-1 0,-8-1-1 16,2 4 1-16,0-2-1 0,-1 1 0 0,-24 1-4 16,37-1 7-16,-2 1-6 0,-4-1-1 0,-1 0 14 15,-1 1 1-15,-2-1-15 0,-2-4 9 0,1 5 1 16,3-1-6-16,1-1 12 0,1 1-11 15,2-1 8-15,-1-1 2 0,-1 0-8 0,-3 3 8 0,0-1-9 16,1 1 3-16,-2-2 1 0,0 1-6 0,2 2 1 16,3-1-4-16,-5-3 0 0,0 2-4 0,0-2-2 15,-4-1 4-15,-24 4 5 0,31 0-2 0,2-3 3 16,-4 4-3-16,1-5-4 0,-2 1-2 0,-4 2 1 16,-23 2-4-16,27-3 4 0,-4 0 4 0,3 1 4 15,-28 0-8-15,27-4 1 0,0 1-1 0,-26 4 1 16,0 1-1-16,30-2 3 0,-29 1-5 0,0 1 12 15,-2-1-10-15,27 1 4 0,-31 0-4 0,4-1 6 16,0 1 1-16,1-2-8 0,0 0 3 0,30 0-4 16,-31-1 3-16,-1 1-5 0,2 2 4 0,-1-2-1 15,28 0 4-15,-32-2-5 0,1 2 5 0,0 2 1 16,3-2-4-16,-1 2 6 0,1-2 6 0,-3 0 0 16,-1 1-6-16,-1 2-2 0,1-2 0 0,-2 2 0 15,-1-1 1-15,1 1-4 0,-6-1 5 0,-1 1-4 16,-12 1 2-16,12-2-3 0,-13 1 7 0,1 2-7 15,1-1 9-15,-4-1-1 0,0 3-6 0,2-3 1 16,-4-1 0-16,0 0 8 0,-3 0 3 0,-2 0-3 16,-9 2 7-16,1-2-1 0,-1 0-6 0,-7 0-1 15,1 1 0-15,-3-1-2 0,-5 0 10 0,1 2-5 16,-7-2 3-16,0 0 1 0,14-3 0 0,-14 3-6 16,9 1-2-16,-9-1-22 0,0 0-56 0,0 0-77 15,0 0-122-15,0 0-285 0,-44 9 127 0</inkml:trace>
  <inkml:trace contextRef="#ctx0" brushRef="#br0" timeOffset="16815.93">26798 13790 22 0,'0'0'47'0,"6"-4"1"0,-6 4-2 15,0 0-10-15,0 0 1 0,0 0-9 0,0 0-1 16,0 0 0-16,0 0-9 0,0 0 2 0,0 0-5 16,0 0-1-16,12-1 0 0,-12 1 0 0,0 0 2 15,0 0-3-15,0 0 1 0,0 0-3 0,0 0 0 16,0 0 0-16,7-3-2 0,-7 3 0 0,0 0-3 15,0 0 7-15,0 0-2 0,0 0 5 0,0 0-2 16,0 0-4-16,0 0 6 0,0 0 2 0,0 0 1 16,0 0 1-16,0 0-8 0,0 0-2 0,0 0 1 15,0 0 1-15,0 0 5 0,0 0-3 0,0 0-3 16,0 0 4-16,0 0-4 0,0 0 1 0,0 0 0 16,0 0-5-16,0 0-1 0,0 0 4 15,0 0-7-15,0 0 2 0,0 0-3 0,0 0 2 0,0 0-1 16,0 0 0-16,0 0 1 0,0 0-3 0,0 0 1 15,0 0 0-15,0 0 7 0,0 0-7 0,0 0 1 16,0 0-3-16,0 0 4 0,0 0-2 0,8-1-3 16,-8 1 0-16,0 0 2 0,0 0-1 0,0 0 0 15,0 0-1-15,0 0 2 0,0 0 2 0,0 0-6 16,0 0 2-16,0 0 2 0,0 0 7 0,0 0-7 16,0 0-2-16,0 0 9 0,0 0-7 0,0 0 0 15,0 0 7-15,0 0-6 0,0 0 2 0,0 0 1 16,0 0 3-16,0 0-6 0,0 0 5 0,0 0-2 15,0 0-3-15,0 0 0 0,0 0 6 0,0 0-4 16,0 0-1-16,0 0-2 0,0 0 3 0,0 0-4 16,0 0 0-16,0 0 2 0,0 0 5 0,0 0-12 15,0 0 3-15,0 0 5 0,0 0-1 0,0 0 1 16,0 0-6-16,0 0 3 0,10 4 9 0,-10-4-4 16,0 0 5-16,0 0-14 0,0 0 4 0,0 0 0 15,0 0 1-15,0 0-3 0,0 0 6 0,0 0-1 16,0 0 0-16,0 0-4 0,0 0-6 0,0 0 6 15,0 0 6-15,0 0-7 0,0 0-1 0,0 0 3 16,0 0-12-16,0 0-10 0,0 0-11 0,0 0-21 16,0 0-15-16,0 0-61 0,0 0-140 0,0 0 61 15</inkml:trace>
  <inkml:trace contextRef="#ctx0" brushRef="#br0" timeOffset="21649.45">20744 14747 72 0,'0'0'68'0,"0"0"-8"0,0 0 1 15,0 0-7-15,0 0-1 0,-5-7 1 0,5 7 5 16,0 0-8-16,0 0-6 0,0 0-8 0,0 0-7 16,0 0 27-16,0 0-33 0,0 0 4 0,0 0-7 15,0 0-4-15,0 0 2 0,0 0-3 0,0 0-2 16,0 0-3-16,0 0 13 0,0 0-20 0,0 0 12 16,0 0-3-16,0 0-6 0,0 0 0 0,0 0 3 15,0 0-5-15,0 0-4 0,0 0 7 0,23 9 1 16,-23-9-1-16,10 1-5 0,-3 1 0 0,0-1-1 15,-7-1 9-15,17 1-4 0,-6 0 11 0,-1 1-6 16,2-1 2-16,-1 0-1 0,0-2-4 16,2 2 7-16,7 1 0 0,-2-2 1 0,1 0-1 15,1 0 1-15,2 0 2 0,0 1 2 0,-2-2-2 0,10 2 4 16,-2-4-8-16,1 3-1 0,2-1 5 0,-1 2 6 16,1-1-14-16,4 2 6 0,-3-1-3 0,1-1 1 15,1-1-2-15,2 1-1 0,2-2 2 0,-1 1-4 16,2-2-9-16,16 1 14 0,-17 3-4 15,13-3-4-15,-14 3 0 0,14-2 12 0,-1-1 1 0,1 2 2 16,-13-1-7-16,14 0-5 0,1-2 2 0,-3 3 1 16,3 0-1-16,-1 0 2 0,-12 2-7 0,16-5 0 15,1 3 3-15,1 1-3 0,-6 1 5 0,6-5-4 16,-3 4-2-16,-2-1 3 0,1-2-2 16,1 6-7-16,-1-4 6 0,1 0 1 0,0-2-3 15,2 4 1-15,-3-1 0 0,2-2-3 0,3 2 11 16,-2 1-15-16,5-3 5 0,-2 2 5 0,0-1 3 15,1 0-3-15,1-1-5 0,4 2 2 0,-7-1-1 0,1 0 0 16,1 2 2-16,4-4 1 0,-1 2-4 16,0 0 3-16,0 0-4 0,3 0 9 0,-2-1 1 15,26 1 0-15,-30-2-3 0,-4 0 1 0,7 1-2 0,28 0 0 16,-35 2 4-16,3 0-6 0,0 1 3 0,2-4-1 16,3 4-4-16,0-5 3 0,28 6-1 15,-31-2 0-15,-4-4-4 0,4 1 3 0,2 3 0 16,-1-1-1-16,0-1 0 0,2-1 3 0,-4 1 4 0,1 1 3 15,-5 1-2-15,8 1 5 0,-3-1-1 16,-1-2 1-16,0 2 1 0,0-1-6 0,-1 1 3 0,-3 1-5 16,1-1-3-16,-3 0 5 0,1 0 0 15,1 1-1-15,-1 0 2 0,3-1-4 0,-9-2-2 16,6 2 2-16,-3 2-1 0,4-2 5 0,-3 2-12 16,4-2 3-16,-3 0-6 0,0-3 18 0,-1 3 1 15,2 2-4-15,-4-5 2 0,-3 1-4 0,5-3 1 0,-4 4 0 16,-12 0 0-16,13-1 0 0,-12 0 7 0,14 2-7 15,-3-1-2-15,-12 1 6 0,1-2-2 0,-1 0-4 16,13-2-1-16,-13 1-3 0,14 2 5 16,-11 0-1-16,-3 1-3 0,2-4-2 0,1 1 0 15,8 1-1-15,-9-3 5 0,-3 4-5 0,1-2 6 16,-3 1-5-16,-1 1 4 0,2-1-1 0,3-1 1 0,-2 4-1 16,2-2 3-16,-2 0-1 0,-1 0-2 0,3 1 0 15,-5-1 0-15,1 1-4 0,0 2 1 16,0 0-1-16,-1-2 2 0,0 1-4 0,2 0 4 15,0 0-3-15,-2-1 3 0,-1 1-2 0,2 2-2 16,0-2 1-16,-3 1 1 0,-2-1-5 0,2-2 4 0,2 1-2 16,-1 0-2-16,5 1 1 0,-8-2 0 0,5 1 10 15,-2 1 0-15,1-2 6 0,0 1 0 0,-2-2-1 16,5-1 0-16,-4 4-7 0,0-2 8 16,2 2-7-16,-2 0-1 0,1-2-2 0,-1 2 3 15,-4-2-1-15,3 0 2 0,-5 2-3 0,1-2 3 16,1 0 0-16,-2 2-1 0,3-1 10 0,-2-1-4 0,-1 3 3 15,-6-1-1-15,1-2 0 0,0-1-5 16,6 3 4-16,-5-1-3 0,-3-1-1 0,0 1 1 16,-1-1 0-16,0 0-2 0,0 2-1 0,-1-2 3 15,-5 0 0-15,1 3 2 0,-1-3 4 0,-2 0 4 16,2 3-3-16,-3-4 2 0,0 2 2 0,2-2-2 16,-3 2 3-16,-9-1 1 0,11 0-7 0,-3 2 2 15,-8-2-2-15,9 0 2 0,-9 0 6 0,9 1 1 16,-9-1 2-16,0 0 0 0,0 0 6 0,9 0 0 15,-9 0 1-15,0 0 8 0,0 0 3 0,0 0 2 16,0 0-1-16,9 0-4 0,-9 0 8 0,0 0-11 16,0 0 3-16,0 0-11 0,0 0 5 0,0 0-5 0,0 0 0 15,0 0-6-15,0 0-2 0,0 0 1 0,0 0-8 16,0 0-4-16,0 0-1 0,0 0 0 16,0 0-8-16,0 0-9 0,0 0-4 0,0 0-24 15,0 0-24-15,0 0-24 0,0 0-27 0,0 0-26 16,0 0-30-16,0 0-57 0,0 0-54 0,0 0-241 15,-39 0-556-15,4-1 247 0</inkml:trace>
  <inkml:trace contextRef="#ctx0" brushRef="#br0" timeOffset="22934.12">7115 15829 15 0,'0'0'71'0,"0"0"-12"0,0 0 2 0,0 0 0 16,0 0-7-16,0 0 2 0,0 0-8 0,0 0 2 16,0 0-5-16,0 0 2 0,0 0-7 0,0 0 6 0,0 0-9 15,25 2-3-15,-25-2 7 0,14 0-7 16,-14 0-4-16,20 0-6 0,-8 1 7 0,2-1-5 16,2 2-3-16,2-2-5 0,-2 2 7 0,3-2-8 15,1 2 7-15,1-2-5 0,0 2 0 16,8-2-7-16,1 1 10 0,1 1 6 0,0 2 1 0,2-1-1 15,0 0 7-15,2-2-3 0,-1 5-1 0,2-3 0 16,-1 0-5-16,3 2-2 0,0 1 15 0,13 0-1 16,-1 1-4-16,-12 0 3 0,13-1-6 0,-1 2 11 15,-11-4-2-15,14 3 0 0,2 0-4 0,-4 1-7 16,3 0 1-16,-2 0 2 0,-2-3-3 0,5 4 6 16,1-4-2-16,2 2-4 0,1-2 1 0,2 1-5 15,-1-4 0-15,1 1 2 0,3 1 0 16,0-3-7-16,0 1 8 0,27-4 0 0,-31 0 3 15,3-2-3-15,2 0 8 0,26-2-4 0,-29 2 1 16,3-1 1-16,27 0-5 0,-28 0 4 0,3 2-2 0,24-5-3 16,-31 5-2-16,4-4-1 0</inkml:trace>
  <inkml:trace contextRef="#ctx0" brushRef="#br0">11063 15894 2385 0,'32'-1'63'0,"0"-2"-166"0,4 1 402 0,16-6-533 0,-12 5 363 0,1 1-65 15,10-2 21-15,-15-2-11 0,-3 2-86 16,0-1 95-16,-2 1-94 0,-4-1 163 0,-9 1-147 16,1 1 103-16,-6 1-122 0,-2 0 80 0,-2 0 54 15,-1 0-50-15,-8 2-75 0,12-2-37 0,-12 2 73 16,11-1 17-16,-11 1-105 0,6-3 97 0,-6 3-82 16,0 0 20-16,7-2-167 0,-7 2-107 0,0 0-136 15,0 0-176-15,0 0-279 0</inkml:trace>
</inkml:ink>
</file>

<file path=ppt/ink/ink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18:34.266"/>
    </inkml:context>
    <inkml:brush xml:id="br0">
      <inkml:brushProperty name="width" value="0.05292" units="cm"/>
      <inkml:brushProperty name="height" value="0.05292" units="cm"/>
      <inkml:brushProperty name="color" value="#FF0000"/>
    </inkml:brush>
  </inkml:definitions>
  <inkml:trace contextRef="#ctx0" brushRef="#br0">25134 15411 21 0,'0'0'33'0,"0"0"0"16,0 0-5-16,4 4-5 0,-4-4-9 0,0 0 8 15,0 0-1-15,0 0-5 0,2 7 2 0,-2-7-5 0,0 0 2 16,0 0 3-16,0 0-5 0,0 0 1 16,3 6 9-16,-3-6 0 0,0 0-3 0,0 0 1 15,0 0-11-15,0 0 4 0,0 0 0 0,0 0-3 16,0 0 0-16,0 0-5 0,0 0-6 0,0 0 9 16,0 0 2-16,0 0 3 0,0 0-11 0,0 0 4 15,0 0-4-15,0 0 6 0,0 0-4 0,0 0 5 16,0 0 1-16,0 0 3 0,0 0 0 0,0 0-6 15,0 0 10-15,0 0-13 0,0 0 9 0,0 0-9 16,0 0-1-16,1 7 6 0,-1-7-3 0,0 0-2 16,0 0 1-16,0 0 1 0,0 0-2 0,0 0-2 15,0 0-7-15,0 0 9 0,0 0-2 0,0 0-1 16,0 0 0-16,0 0 1 0,0 0-1 0,0 0 3 16,0 0-3-16,0 0 0 0,0 0-3 0,0 0-2 15,0 0-7-15,0 0-4 0,0 0 4 0,0 0-9 16,6 4 0-16,-6-4-11 0,0 0-11 0,0 0-3 15,0 0-3-15,0 0-28 0,0 0-81 0,0 0 37 16</inkml:trace>
  <inkml:trace contextRef="#ctx0" brushRef="#br0" timeOffset="1252">11682 16494 56 0,'0'0'104'0,"0"0"13"0,0 0-26 0,0 0-1 0,0 0 0 16,0 0-5-16,0 0-6 0,-5-6-5 0,5 6-10 15,0 0 2-15,0 0-9 0,0 0 6 0,0 0 4 16,0 0 2-16,0 0 0 0,0 0-7 16,0 0 6-16,0 0-4 0,0 0-5 0,0 0 4 15,0 0-6-15,0 0-6 0,0 0-5 0,0 0-3 16,0 0-5-16,0 0-4 0,0 0-2 0,9 20-3 15,-9-20 15-15,0 0-4 0,3 5 1 0,-3-5-2 16,0 0 2-16,0 0-3 0,0 0-3 0,0 0-4 16,0 0-6-16,7 5-2 0,-7-5-1 0,0 0-2 15,0 0 1-15,0 0 0 0,15-7 5 0,-6 1-7 16,9-5 2-16,2-6-2 0,8-2-1 0,14-10-5 16,5-2 1-16,7-4 0 0,27-22-3 0,11 0-6 15,3-2-8-15,8-5-28 0,14-1-37 0,1-6-43 16,9-4-49-16,10-2-50 0,-3-7-108 0,3-4-344 15,7-2 153-15</inkml:trace>
</inkml:ink>
</file>

<file path=ppt/ink/ink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31:22.250"/>
    </inkml:context>
    <inkml:brush xml:id="br0">
      <inkml:brushProperty name="width" value="0.05292" units="cm"/>
      <inkml:brushProperty name="height" value="0.05292" units="cm"/>
      <inkml:brushProperty name="color" value="#FF0000"/>
    </inkml:brush>
  </inkml:definitions>
  <inkml:trace contextRef="#ctx0" brushRef="#br0">8824 12693 29 0,'-11'-3'57'0,"11"3"-6"0,0 0-4 16,-11-2-4-16,11 2-8 0,-10 0-3 0,10 0-1 16,-9 0-1-16,9 0-3 0,-11 1 0 0,4 1-8 15,7-2 0-15,-12 4-2 0,5-1-4 0,-1 0-1 16,0 1 1-16,-1 0 0 0,1 0-4 0,-1 2-2 16,-1 0 6-16,2 0-6 0,-1 2 1 0,0-1-3 15,2-2-1-15,-4 3-1 0,2-1-2 16,-1 3-2-16,1-2 4 0,0 2 2 0,-2-1-3 0,2-1-1 15,0 3 2-15,0-1 0 0,-1 2 3 0,2-1 0 16,-1 3 2-16,0 0 0 0,3 1-1 0,-2-1-4 16,2 1-2-16,1-3 2 0,0 2 3 0,-2 2-3 15,2 1 8-15,0 1-2 0,0 1-2 0,0 1-1 16,2-3 0-16,1 0 0 0,-1 1 2 0,3-2-3 16,0 0 1-16,-1 1 2 0,1-2 0 0,1 1-3 15,0-2 2-15,2 1-1 0,-1-2 5 0,5 1-5 16,-5 2 5-16,5 0-6 0,-2 0 3 0,1-2-5 15,1 0 7-15,3 2-5 0,-3-3 1 0,0-1-3 16,2 2 2-16,-2 0 0 0,1-1 2 0,2-1-6 16,-1 0 3-16,2 0-1 0,-4-3 0 0,3 1 3 15,1-1-3-15,-2 0-4 0,6 2 10 0,-2-3-11 16,2 1 1-16,-3-2 4 0,3 1-1 0,1-1-2 16,2 0 2-16,0 0-1 0,1-3 7 0,1 1-4 15,-1-1-2-15,1 1-2 0,1-2-1 0,0 0 3 16,1-1 3-16,-1 0-7 0,0 1 5 0,1-2-4 15,0-1 4-15,0 0 0 0,6-1 3 0,-8 2-1 16,2-2-7-16,-2 1 2 0,2-3 2 0,0 1-1 16,-2 0 4-16,1-1-4 0,-1 0 6 0,-1-1-10 15,0-3 8-15,-1 1-4 0,3-2 2 0,-4 0-2 16,-1-2 1-16,2-1-5 0,-1 0 5 0,-1-2-5 16,-2-2 9-16,0 1-4 0,-1-1 2 0,-3 0-1 15,3-1 3-15,-4 0-9 0,2 0 6 0,-4 0-3 16,-1-3 2-16,1 2 7 0,-1-2-4 0,0-5 1 15,-3 5-3-15,-1 0 7 0,1 0 0 0,0-7-3 16,-3 1 0-16,1-1-5 0,-2 7 4 0,-2-1 1 16,0 2-4-16,0-7 0 0,-6 1 2 0,4 5 3 15,-2 1 3-15,-1 0 2 0,-2-6-2 16,3 7-1-16,-2 0-3 0,0 1 3 0,-3 0 9 0,2 0-8 16,0 0 4-16,-6 2-6 0,2-1 1 0,2 4 1 15,-3-2-4-15,-2 1 3 0,1 1 2 0,-2 0 3 16,-1 0-3-16,-4-1-2 0,4 1 2 0,-5-2-2 15,7 4-2-15,-3 0 1 0,1 1 1 0,-6-2-8 16,5 2 8-16,1 4-4 0,-1-1 1 0,-1 3-2 16,-2-2 2-16,2 3 1 0,0 2-2 0,-8 2-3 15,3 2 4-15,-2-1-7 0,1 2 7 0,-1 4-9 16,1-1 10-16,-3 5-4 0,3 2-2 0,-1-3-7 16,2 2 2-16,0 4 1 0,2-1 7 15,1 3-3-15,1 0-8 0,2 1 0 0,2 0-6 0,0 1-12 16,1 0-6-16,2 2-16 0,2 0-19 0,3 1-19 15,-2 2-97-15,2-4-194 0,2 2 86 0</inkml:trace>
  <inkml:trace contextRef="#ctx0" brushRef="#br0" timeOffset="38457.44">6404 10032 76 0,'0'0'85'0,"0"0"-10"15,0 0-3-15,-2-9-9 0,2 9-7 0,0 0-5 16,0 0-6-16,0 0-4 0,0 0 3 0,0 0-17 16,0 0-12-16,0 0-4 0,0 0-12 0,0 0 2 15,0 0 0-15,0 0-7 0,0 0 9 0,0 0-7 16,0 0-1-16,0 0-4 0,0 0-8 0,0 0-7 16,0 0-17-16,0 0-53 0,0 0-100 0,0 0 44 15</inkml:trace>
  <inkml:trace contextRef="#ctx0" brushRef="#br0" timeOffset="41088.1">27545 12892 6 0,'0'0'110'0,"0"0"-4"0,0 0-3 0,0 0-2 15,0 0-12-15,0 0 6 0,0 0-13 0,0 0-14 16,0 0 0-16,0 0-4 0,0 0-12 0,0 0-7 15,8 2 1-15,-8-2-1 0,0 0-10 16,0 0-1-16,0 0-4 0,0 0-4 0,0 0-3 0,0 0-4 16,0 0-11-16,0 0 8 0,0 0-10 0,-22-9 8 15,22 9-7-15,-12-2 0 0,12 2 2 0,-12-1-4 16,12 1 1-16,-13 0 2 0,13 0 0 0,-13 3-4 16,6-2-1-16,7-1-3 0,-11 0 3 0,5 3 3 15,6-3-15-15,-12 5 10 0,12-5-2 0,-9 0 4 16,9 0-4-16,-7 1 8 0,7-1-11 0,0 0 7 15,0 0-5-15,-9 2 3 0,9-2-7 0,0 0 2 16,0 0 7-16,0 0 6 0,0 0 2 0,0 0 5 16,0 0-8-16,0 0 3 0,0 0 12 0,0 0-5 15,0 0 2-15,29 0 2 0,-15 0 4 0,6-2-4 16,0 1 1-16,3-1-1 0,6 0-3 0,3 1 7 16,4-3 0-16,-1 1-1 0,3 0 6 0,14 2-3 15,-2-5-5-15,-10 5 4 0,17-4 4 0,-4 3-2 16,-1 2 1-16,0-3-2 0,-2 0-2 0,-9 1 3 0,9 2-6 15,-14-1 2-15,0 1-5 0,1 0 1 16,-5 0-5-16,-2 0-2 0,1 1-1 0,-4-2-1 16,-4 1 0-16,-3 0-11 0,2 1 11 0,-3-1-1 15,-2 1 3-15,3-1-1 0,-6 0 2 0,0 0-5 0,-1 1 0 16,0-1 2-16,0 0-2 0,-3 0 3 0,-1 0-3 16,-9 0-5-16,16-1 5 0,-8 1-1 15,0 1-4-15,-8-1 2 0,10 1-1 0,-10-1 1 16,9-2-5-16,-9 2 4 0,0 0-2 0,10 1 2 0,-10-1-6 15,0 0 8-15,0 0-5 0,0 0 2 0,0 0-7 16,9-2 2-16,-9 2-9 0,0 0-5 0,0 0-5 16,0 0 2-16,0 0-5 0,0 0-5 15,-35-5-3-15,24 5-6 0,0 0-2 0,-2 0 3 0,-1-1 0 16,-3 1-1-16,-2 3 2 0,-3-2 1 0,4 0 2 16,-11 1 5-16,6 0-2 0,-4 0 5 0,-1-1-8 15,7 1 9-15,-6 0 1 0,5-2 1 0,0 2 0 16,-2 1 2-16,4-2-2 0,0 0 4 0,3 1 2 15,-2-2 14-15,1 1-15 0,6 1 4 0,-1-4 3 16,0 2 3-16,0 2-1 0,3-2 5 0,10 0-4 16,-15-2 4-16,15 2-1 0,-9 0 8 0,9 0 3 15,-9-1 12-15,9 1-14 0,0 0-4 0,0 0 7 16,0 0 0-16,0 0-6 0,20-9 3 0,-7 6 4 16,7 2-9-16,9-2 9 0,-1 1 5 0,4 0-9 15,3 2 4-15,3-2 0 0,1 0 4 0,14 1-7 16,-14-3 3-16,12 1 3 0,1-1 4 0,-14 4 5 15,14-2 1-15,-12-2-4 0,-2 5 1 0,1-1 2 16,-1-2-1-16,-1 0-4 0,-4 2-4 0,-1 0-3 16,-4 0 5-16,0-2 0 0,-6 0-5 0,-4 3 2 15,1-1 2-15,0 0-7 0,-6 1-1 0,-1-2 4 16,3 0-2-16,-4 1-2 0,1-1-1 0,-2 1 1 16,0 0 0-16,-10 0-6 0,16-2 6 0,-11 4-7 15,-5-2 5-15,10-2-8 0,-10 2-1 0,0 0-5 16,11 0-5-16,-11 0-3 0,0 0-8 0,0 0-6 0,0 0-1 15,0 0-5-15,0 0 1 0,0 0 2 16,-34-5 6-16,22 8 1 0,-4-4-5 0,-2 2 13 16,-1-1-3-16,1-1-3 0,-4 2 10 0,5 1-1 15,3-2 7-15,2 0-8 0,-1 3 6 0,1-3-1 0,2 2 18 16,-1 0-15-16,4-2 1 0,7 0-5 16,-13 0-1-16,13 0 9 0,-7 4 3 0,7-4 0 15,0 0 4-15,0 0 4 0,0 0 1 0,23 9 3 16,-4-7-2-16,-1 0-2 0,10 1-1 0,4 0 12 0,3-1 3 15,-2-1-4-15,5-1 5 0,0 0-7 0,1 0 0 16,-1-1 12-16,13 2-1 0,-16-3 0 16,2-1 1-16,0 1-4 0,0-2 0 0,-1-1-3 15,-2 2-4-15,-3 2 1 0,-8-1-7 0,-3 0-7 0,1 0-12 16,-3-1-13-16,-7 1-18 0,-1 0-10 0,-1 0-23 16,-2-1-20-16,-7 3-33 0,6-7-131 0,-6 7-278 15,0 0 124-15</inkml:trace>
  <inkml:trace contextRef="#ctx0" brushRef="#br0" timeOffset="42960.07">27633 12616 18 0,'0'0'177'0,"0"0"-20"0,0 0-8 16,0 0 0-16,-7 1-16 0,7-1-4 0,0 0-12 15,0 0-13-15,0 0-7 0,0 0-7 0,0 0-9 16,0 0-14-16,0 0-6 0,0 0-4 0,0 0-5 16,0 0-5-16,0 0-9 0,0 0-7 0,0 0-9 15,0 0-10-15,0 0-13 0,0 0-12 0,0 0-19 16,-3 6-24-16,3-6-10 0,0 0-26 0,0 0-12 16,0 0-22-16,0 0-91 0,0 0-234 0,0 0 104 15</inkml:trace>
  <inkml:trace contextRef="#ctx0" brushRef="#br0" timeOffset="44300.12">29369 12580 60 0,'0'0'168'0,"0"0"-25"0,0 0-27 16,0 0-26-16,0 0-51 0,0 0-39 15,0 0-51-15,0 0-44 0,0 0-102 0,0 0 46 0</inkml:trace>
  <inkml:trace contextRef="#ctx0" brushRef="#br0" timeOffset="50648.96">8778 13212 81 0,'0'0'110'0,"0"0"-12"0,0 0-9 16,0 0-9-16,0 0-4 0,0 0-9 0,0 0-12 15,0 0 1-15,0 0-3 0,0 0-7 0,0 0-18 16,0 0-3-16,0 0-12 0,0 0-19 0,8 2-4 15,-8-2-14-15,0 0-19 0,0 0-21 0,0 0-58 16,0 0-132-16,0 0 58 0</inkml:trace>
  <inkml:trace contextRef="#ctx0" brushRef="#br0" timeOffset="69688.19">8336 12743 49 0,'0'0'77'0,"0"0"-7"0,-4-6-7 0,4 6-6 16,0 0-4-16,0 0-7 0,0 0-9 0,0 0 0 16,0 0 0-16,0 0-14 0,0 0-7 0,13-6-12 15,-13 6-5-15,0 0-17 0,9 0-11 0,-9 0-9 16,0 0-43-16,11 0-87 0,-11 0 38 0</inkml:trace>
  <inkml:trace contextRef="#ctx0" brushRef="#br0" timeOffset="70522.75">8468 12707 10 0,'0'0'25'0,"0"0"-2"16,0 0-5-16,0 0-6 0,0 0 1 0,0 0 1 16,-6 4-2-16,6-4 0 0,0 0 1 0,-5 7 3 15,5-7 4-15,0 0-6 0,-7 5 1 0,7-5-3 16,0 0 9-16,-8 3-1 0,8-3 9 16,-4 5-1-16,4-5 2 0,-6 3 7 0,6-3-6 0,0 0 5 15,-8 5 1-15,8-5-8 0,-6 4 7 0,6-4 0 16,0 0 1-16,-7 1-1 0,7-1-3 15,0 0 3-15,-7 2-3 0,7-2 8 0,-7 3-2 0,7-3-5 16,0 0 5-16,-11 1 0 0,11-1 5 0,0 0-4 16,-8 1 2-16,8-1-3 0,0 0-10 0,0 0-2 15,0 0-2-15,0 0 7 0,0 0-7 0,-6 3-2 16,6-3 2-16,0 0-7 0,0 0-4 0,0 0-3 16,0 0 0-16,0 0 8 0,0 0-8 0,0 0 15 15,0 0-1-15,0 0 0 0,28-1-1 0,-17-1 0 16,2 0-5-16,0-1-1 0,-2 3 0 0,3-3-1 15,-1 3 5-15,1 0-10 0,-2-2 2 0,-2 2-8 16,1-1 5-16,-3 0-4 0,-8 1 4 0,13-2-17 16,-5 4 12-16,-8-2-3 0,0 0-2 0,14-3 3 15,-14 3 1-15,0 0 2 0,7 0 6 0,-7 0 10 16,0 0-2-16,0 0 8 0,0 0 2 0,0 0-1 16,0 0-2-16,0 0-5 0,0 0-10 0,0 0 5 15,0 0 0-15,0 0-3 0,0 0 4 0,0 0-3 16,0 0-3-16,0 0-6 0,0 0-6 0,0 0-15 15,0 0-22-15,0 0-21 0,-23 7-27 0,23-7-17 16,0 0-25-16,0 0-21 0,-2 6-96 0,2-6-262 16,0 0 117-16</inkml:trace>
  <inkml:trace contextRef="#ctx0" brushRef="#br0" timeOffset="71468.07">9506 12743 91 0,'0'0'92'0,"0"0"-2"0,0 0-8 0,0 0-1 16,0 0-2-16,0 0 5 0,0 0-9 0,0 0-4 15,0 0-3-15,-16-12 0 0,16 12-3 0,0 0-1 0,0 0-13 16,0 0 0-16,0 0-4 0,0 0-7 0,0 0-3 16,0 0 1-16,-8-2 0 0,8 2-8 0,0 0 0 15,0 0 1-15,0 0-2 0,0 0 6 16,0 0-1-16,0 0-2 0,0 0-6 0,0 0 11 0,0 0-9 16,0 0-5-16,0 0 4 0,0 0-9 0,0 0 5 15,0 0-7-15,0 0 1 0,0 0-5 0,0 0 1 16,0 0-3-16,0 0 1 0,0 0-3 0,0 0-3 15,0 0 6-15,0 0 2 0,0 0-6 0,0 0 4 16,0 0-3-16,26-2-7 0,-16 1 8 0,5 0-2 16,-2 0-2-16,1-1-3 0,3-3 8 0,2 1-12 15,-1 2 7-15,-4-1-2 0,3 0-2 0,-2 2 3 16,-4 0 1-16,1-1-1 0,1 1-2 0,-2-1-4 16,1 0 0-16,-6 2 3 0,-6 0-1 0,14-1 1 15,-7 0-6-15,-7 1 13 0,11 0-12 0,-11 0 5 16,0 0 4-16,12 0 7 0,-12 0 8 0,0 0 12 15,6-1 5-15,-6 1 1 0,0 0 1 0,0 0 0 0,0 0-2 16,0 0-5-16,0 0 4 0,0 0 0 16,0 0-7-16,0 0 2 0,0 0-9 0,0 0-2 15,0 0 3-15,0 0-6 0,0 0-6 0,0 0-11 16,0 0-15-16,0 0-10 0,0 0-21 0,0 0-20 16,0 0-38-16,0 0-5 0,0 0-39 0,0 0-32 15,0 0-109-15,0 0-314 0,-21 7 139 0</inkml:trace>
  <inkml:trace contextRef="#ctx0" brushRef="#br0" timeOffset="214213.24">8142 12489 78 0,'-2'-8'102'0,"2"8"-13"0,0 0-3 0,0 0-19 15,3-9-20-15,-3 9 7 0,0 0-12 0,0 0-13 16,5-5-4-16,-5 5-3 0,0 0-17 16,0 0-18-16,0 0-18 0,0 0-20 0,0 0-42 0,0 0-99 15,0 0 45-15</inkml:trace>
  <inkml:trace contextRef="#ctx0" brushRef="#br0" timeOffset="-214516.65">9691 12436 12 0,'0'0'70'0,"0"0"-4"0,0 0-6 0,0 0 2 16,0 0-17-16,0 0-2 0,0 0-2 15,0 0-10-15,0 0 1 0,0 0-4 0,0 0-3 0,0 0 2 16,0 0-4-16,0 0-3 0,0 0 0 0,0 0-8 16,0 0 5-16,0 0-4 0,0 0-3 15,0 0-2-15,0 0 0 0,0 0 4 0,0 0-3 16,0 0-5-16,0 0 3 0,0 0-2 0,0 0 5 0,0 0-9 15,0 0 2-15,0 0 0 0,0 0-3 0,0 0-1 16,0 0 6-16,0 0 3 0,0 0-9 0,0 0 0 16,3 5 3-16,-3-5-1 0,0 0 2 0,0 0-5 15,0 0-6-15,0 0 7 0,0 0-8 0,0 0-2 16,0 0 3-16,3 5-10 0,-3-5 3 0,0 0-1 16,0 0-4-16,0 0 4 0,0 0-6 0,0 0-10 15,1 8 5-15,-1-8-7 0,0 0-14 0,0 0-28 16,0 0-83-16,0 0 37 0</inkml:trace>
  <inkml:trace contextRef="#ctx0" brushRef="#br0" timeOffset="-209663.56">9825 12909 19 0,'0'0'31'0,"0"0"-5"0,-11 5-2 0,11-5-4 0,0 0-3 16,0 0-2-16,0 0-7 0,0 0-5 0,0 0 0 16,0 0-19-16,0 0-9 0,0 0-28 0,0 0 13 15</inkml:trace>
  <inkml:trace contextRef="#ctx0" brushRef="#br0" timeOffset="-188012.62">10295 7018 28 0,'0'0'28'0,"0"0"-26"0,0 0-12 16,0 0-10-16,0 0 4 0</inkml:trace>
  <inkml:trace contextRef="#ctx0" brushRef="#br0" timeOffset="-180235.34">10461 5240 6 0,'0'0'11'0,"0"0"0"0,0 0-1 0,0 0-1 16,0 0 3-16,0 0-5 0,0 0-3 0,0 0-1 15,0 0 3-15,0 0 0 0,0 0-7 0,0 0-13 0,0 0-16 16,0 0 8-16</inkml:trace>
  <inkml:trace contextRef="#ctx0" brushRef="#br0" timeOffset="1776.73">8526 5821 11 0,'0'0'8'16,"0"0"7"-16,0 0 1 0,0 0-5 0,0 0 4 15,0 0-7-15,0 0 6 0,0 0-7 0,0 0 6 16,0 0-2-16,0 0-4 0,0 0 6 0,0 0-2 15,0 0-1-15,0 0-5 0,0 0 0 0,0 0-2 16,0 0 3-16,0 0-2 0,0 0 5 0,0 0-7 16,0 0 4-16,0 0-3 0,-10-16 1 0,10 16 2 15,0 0 4-15,0 0-7 0,-7-4 4 0,7 4 0 16,0 0-4-16,0 0 7 0,0 0-6 0,0 0-6 16,0 0 8-16,0 0-5 0,0 0 2 0,0 0 0 15,0 0-2-15,0 0-1 0,-7-4-1 0,7 4 0 16,0 0 2-16,0 0 0 0,0 0 1 0,0 0-2 15,0 0 5-15,0 0-7 0,0 0-2 0,0 0 1 16,0 0 6-16,0 0 5 0,0 0-3 0,0 0-3 16,4 22-1-16,-4-22-2 0,0 0 1 0,3 10 0 15,-2-4 3-15,0 1-9 0,0 2 6 0,-1-9-1 16,2 17 3-16,0-7-2 0,1 3 5 0,-2-2-2 16,0 1-6-16,0 2 4 0,2 1-2 0,-2 2 1 15,2 1 5-15,-2-1 1 0,2 3-6 0,-1-1 0 16,1 1 0-16,1-2 2 0,1 2-4 0,-1 6 3 15,-1-7 6-15,0 5-3 0,2 2 0 0,2-2-6 16,-4 1 7-16,4-1-5 0,-6-3 1 0,3-2 2 16,-3 5-5-16,4-1 4 0,-1 3-11 0,0 0 9 15,0-1 3-15,0 2-7 0,2 0 1 0,-1-3 3 16,-1 3-3-16,1-2-3 0,0 0 2 0,-1-1-4 16,2 0 1-16,-1 3 2 0,1-3-3 0,-3 2 3 15,3 1-1-15,-3-4 2 0,5 2 1 0,-4 3-4 16,1 0 0-16,-1 0 4 0,0 0-7 0,0 3-4 15,-2 0 6-15,1 4-9 0,-2 1 2 0,-4-3 0 16,2 16-1-16,0-4 2 0,-2 0-9 0,1-9-24 16,-2-3 11-16</inkml:trace>
  <inkml:trace contextRef="#ctx0" brushRef="#br0" timeOffset="2031.25">8704 7819 1 0,'5'26'1'0,"0"-2"0"0,-2 0 1 15,1 1 0-15,0 0 2 0,-2 2 9 0,4-4-7 16,-3 6 5-16,-1-5-6 0,0 0 0 0,3 1-1 16,-3 0 4-16,1 0 1 0,1 0 0 0,0 0-1 15,-2-6 0-15,-2 5-3 0,4-4 0 0,-1 6 2 16,-2-7-4-16,1 0-2 0,1 6 3 0,0 1 2 16,-1-7 0-16,1-1-6 0,-1 1 1 0,1 1 0 15,-2-1 0-15,0 0 2 0,1-3 0 0,-1 2-9 16,0 0 9-16,-1 3-5 0,3-2 4 0,-3 1 0 15,0-1-6-15,-4-2 1 0,3 3-4 0,1-2 7 16,0-1-1-16,-2 0-5 0,2 0-1 0,-1-2-12 16,2 0-22-16,-1-4 10 0</inkml:trace>
  <inkml:trace contextRef="#ctx0" brushRef="#br0" timeOffset="3147.49">9570 6757 5 0,'3'35'3'16,"0"-2"4"-16,-1 2 0 0,-1 1 1 0,1-5-2 16,-1 3-3-16,0-2-2 0,1 0 3 0,-1 2-1 0,0-1 0 15,0 3 0-15,1-1 2 0,-1 1-5 0,3-3 3 16,-3 2 2-16,0-2-7 0,-1 3 5 15,1-4 0-15,1 3-3 0,-1 0 3 0,-1 0-3 16,1 1-8-16,2 9-4 0,-4-9-11 0,2-4 6 16</inkml:trace>
  <inkml:trace contextRef="#ctx0" brushRef="#br0" timeOffset="10204.44">9100 6175 2 0,'0'0'9'0,"0"0"-1"16,0 0-2-16,0 0-1 0,0 0 2 0,0 0 2 15,0 0-1-15,0 0-3 0,0 0 4 0,0 0-5 16,0 0 2-16,0 0-2 0,0 0 2 0,0 0-2 15,0 0 7-15,0 0-3 0,0 0-2 0,0 0-1 16,0 0-1-16,0 0-1 0,0 0 1 0,0 0-2 16,0 0-2-16,22-5 3 0,-22 5 2 0,8-2-3 15,-8 2 1-15,12-2-3 0,-5-1-5 0,-1 1-1 16,-6 2-2-16,17-2-14 0,-8 0 18 0,0 2-14 16,-1-1-18-16,0-1 8 0</inkml:trace>
  <inkml:trace contextRef="#ctx0" brushRef="#br0" timeOffset="10526.13">9177 6104 9 0,'0'24'5'0,"0"4"-8"0,2-1-3 16,-3 2 3-16</inkml:trace>
  <inkml:trace contextRef="#ctx0" brushRef="#br0" timeOffset="11263.49">9165 6728 9 0,'0'0'25'0,"0"0"-4"0,0 0-6 0,0 0 1 15,0 0-1-15,0 0-4 0,0 0 2 0,0 0 0 16,0 0-3-16,0 0 2 0,0 0-1 15,0 0-2-15,0 0 0 0,0 0 0 0,0 0-3 16,0 0 2-16,0 0-4 0,0 0-4 0,-16-7 4 0,16 7-2 16,0 0 4-16,0 0-5 0,0 0 8 15,0 0-9-15,0 0 12 0,0 0-11 0,0 0 3 16,-8 1 0-16,8-1-3 0,0 0 3 0,0 0 1 0,0 0-4 16,0 0 2-16,0 0-2 0,0 0 1 0,0 0-4 15,0 0 7-15,0 0-1 0,0 0-4 0,0 0 0 16,0 0-2-16,0 0 1 0,26-7-1 0,-20 6-5 15,-6 1-1-15,12-1-14 0,-12 1-19 0,11-2-43 16,-5 1 20-16</inkml:trace>
  <inkml:trace contextRef="#ctx0" brushRef="#br0" timeOffset="12096.29">9110 7368 20 0,'0'0'14'15,"25"0"-20"-15,-25 0-6 0,12-1 3 0</inkml:trace>
  <inkml:trace contextRef="#ctx0" brushRef="#br0" timeOffset="12697.73">9176 7783 30 0,'0'0'48'0,"0"0"-8"15,0 0-6-15,0 0-12 0,0 0-10 0,0 0-6 16,0 0-25-16,0 0-11 0,0 0-31 0,11-13 15 16</inkml:trace>
  <inkml:trace contextRef="#ctx0" brushRef="#br0" timeOffset="13466.88">8765 8432 2 0,'0'0'5'0,"0"0"-7"15,0 0-1-15</inkml:trace>
  <inkml:trace contextRef="#ctx0" brushRef="#br0" timeOffset="14349.52">8695 8278 23 0,'11'5'30'0,"-11"-5"-8"0,0 0-4 0,0 0 7 16,0 0-6-16,0 0-2 0,7 3-5 0,-7-3 10 15,0 0-5-15,0 0 2 0,0 0-4 0,9 0 0 16,-9 0 1-16,0 0 0 0,0 0-1 0,0 0-4 16,6 1-1-16,-6-1-4 0,0 0 2 0,0 0 0 15,0 0-2-15,0 0-2 0,0 0-1 0,0 0 2 16,0 0 1-16,0 0 1 0,0 0-2 0,8 3-3 15,-8-3 4-15,0 0 0 0,0 0 3 0,0 0-4 16,0 0-3-16,0 0 4 0,0 0 3 0,0 0-2 16,0 0 4-16,0 0 4 0,0 0 0 0,0 0-6 15,0 0 1-15,0 0 4 0,0 0-2 0,0 0-1 16,0 0 0-16,0 0 3 0,0 0-5 0,0 0 2 16,0 0-5-16,0 0-1 0,0 0 8 0,0 0-8 15,0 0 1-15,0 0 0 0,0 0 9 0,0 0-1 16,0 0-4-16,0 0 14 0,0 0-12 0,0 0-7 15,0 0 9-15,0 0-3 0,0 0 0 0,0 0-2 16,0 0 5-16,0 0-3 0,0 0 5 0,0 0-3 16,0 0-2-16,0 0-6 0,0 0 8 0,0 0-5 15,0 0 3-15,0 0 5 0,0 0 1 0,0 0-3 16,0 0 14-16,0 0-19 0,0 0 6 0,0 0-11 16,0 0 0-16,0 0-4 0,0 0 5 0,0 0-1 15,0 0-2-15,0 0-4 0,9 0 5 0,-9 0-2 16,10-2 5-16,-10 2-5 0,9-2 1 0,-9 2-2 15,0 0 2-15,10-2 1 0,-10 2-1 0,0 0-2 16,7-2 1-16,-7 2-3 0,0 0 4 0,0 0-2 16,0 0 4-16,0 0 7 0,0 0 0 0,0 0 1 15,0 0-2-15,0 0 4 0,0 0-1 0,0 0 1 16,0 0-7-16,0 0 7 0,0 0-3 0,0 0-6 16,0 0 0-16,0 0 0 0,-35 1 0 0,35-1 2 15,-10 0 2-15,10 0-8 0,-13 1 11 0,13-1 1 16,-9 2 4-16,9-2-6 0,0 0 2 0,-9 0-3 15,9 0-1-15,0 0 2 0,0 0-3 0,-9 1-2 0,9-1 0 16,0 0-9-16,0 0 8 0,0 0-8 0,0 0 0 16,0 0-7-16,0 0 4 0,0 0-1 15,0 0 7-15,0 0-8 0,0 0 2 0,27 0-7 16,-27 0-7-16,17-1-10 0,-8 1-4 0,0 0-7 16,0-2-6-16,-2 0-6 0,-7 2-11 0,14 0-5 15,-14 0-5-15,16-1-55 0,-16 1-138 0,10 0 62 16</inkml:trace>
  <inkml:trace contextRef="#ctx0" brushRef="#br0" timeOffset="14872.54">8773 7795 11 0,'-4'-7'59'0,"4"7"-2"0,0 0-4 0,0 0-6 16,0 0-9-16,0 0-1 0,0 0-9 0,0 0-2 0,0 0 1 16,5-9-7-16,-5 9 2 0,0 0-5 0,11-4-8 15,-11 4-1-15,7-4-9 0,-1 2-18 0,-6 2-9 16,11-2-41-16,-11 2-74 0,9-3 32 15</inkml:trace>
  <inkml:trace contextRef="#ctx0" brushRef="#br0" timeOffset="15284.34">8750 7196 49 0,'6'-6'48'0,"-6"6"-16"0,8-7-12 0,-2 3-20 16,0-1-26-16,0 2-26 0,-1-1 12 0</inkml:trace>
  <inkml:trace contextRef="#ctx0" brushRef="#br0" timeOffset="49020.28">9638 8954 11 0,'0'0'79'0,"0"0"-14"0,-5-7 2 16,5 7 1-16,0 0-4 0,-8-5-2 0,8 5-11 15,-5-5 15-15,5 5-1 0,-5-5-7 0,5 5 3 16,-6-5-11-16,6 5-6 0,0 0-4 0,-7-5-2 16,7 5 4-16,0 0-2 0,-5-6-5 0,5 6 7 15,0 0-8-15,0 0-2 0,-6-5 2 0,6 5 0 16,0 0-11-16,0 0-1 0,0 0-1 0,0 0 3 15,-4-5-5-15,4 5-4 0,0 0 1 0,0 0 2 16,0 0 0-16,0 0-4 0,0 0 0 0,0 0-6 16,0 0 2-16,0 0-6 0,0 0 12 0,19-3-9 15,-12 1-6-15,3 1 0 0,1-2 4 0,2 0-2 16,0 0-3-16,0 1 4 0,-2-1 2 0,2 1 3 16,-1 0-13-16,0-1 5 0,0-1-1 0,-3 2 5 15,5 0-4-15,-3-2-5 0,1 2 3 0,-2 0-2 16,2 2-11-16,-2-2-6 0,-1-1-12 0,1 0-18 15,-4 3-8-15,3-1-7 0,-2-2-23 0,-7 3-18 16,10 0-65-16,-10 0-185 0,0 0 83 0</inkml:trace>
  <inkml:trace contextRef="#ctx0" brushRef="#br0" timeOffset="49296.07">9637 8784 83 0,'-7'-2'110'15,"7"2"-13"-15,0 0-9 0,0 0-19 0,0 0 11 16,0 0-4-16,0 0-3 0,0 0-12 0,11 27 1 0,-7-18-7 15,2 6-7-15,0 1-9 0,-1 2 6 0,-1 0-9 16,0 7 1-16,1 2-18 0,2-1-14 16,-5 3-13-16,2-2-31 0,-1 3-26 0,-1-3-98 15,-7 7-174-15,1-5 77 0</inkml:trace>
  <inkml:trace contextRef="#ctx0" brushRef="#br0" timeOffset="50320.35">7913 8872 5 0,'0'0'65'0,"0"0"-7"15,0 0-2-15,0 0-8 0,0 0 4 0,-10 0-1 16,10 0 2-16,0 0-3 0,0 0 1 0,0 0 3 16,0 0-7-16,0 0 2 0,0 0-5 0,0 0-4 15,-13 2 2-15,13-2-2 0,0 0-6 0,0 0 2 16,0 0 2-16,0 0 2 0,0 0 12 0,0 0-17 15,0 0 0-15,0 0-3 0,0 0-4 0,0 0-1 16,-8 1 3-16,8-1-10 0,0 0 4 0,0 0-12 16,0 0 5-16,0 0-7 0,0 0-8 0,0 0-17 15,24-6-4-15,-12 5-17 0,6 0-11 0,1-1-22 16,12-2-25-16,-4 3-73 0,2-4-180 0,2 0 80 16</inkml:trace>
  <inkml:trace contextRef="#ctx0" brushRef="#br0" timeOffset="54322.83">8465 9129 23 0,'0'0'83'0,"0"0"-12"16,-3-5-1-16,3 5-8 0,0 0-8 0,-3-6-3 15,3 6-7-15,0 0-3 0,-9-6 0 0,9 6-12 16,0 0-2-16,-5-5 2 0,5 5-4 0,0 0-6 16,-7-2 1-16,7 2 3 0,-8-4-9 0,8 4 0 15,0 0 3-15,-8-4-6 0,8 4-2 0,-9-1 2 16,9 1 7-16,0 0-5 0,-11 1 1 0,11-1 4 15,0 0-1-15,0 0-10 0,0 0 7 0,-11 2 3 0,11-2-6 16,0 0 0-16,0 0-5 0,0 0-5 0,0 0 6 16,0 0-3-16,0 0 4 0,0 0-2 0,0 0 0 15,0 0-2-15,0 0 12 0,23 11-3 16,-9-9-4-16,4-1 0 0,4 0-2 0,7-2 9 16,2 2-12-16,3-2 2 0,-1 1 2 0,3-3-2 0,4 2 3 15,-1-2-4-15,0 0 1 0,13 0 3 0,-1-1-10 16,-13 1 7-16,1 0-3 0,1 0-1 0,12-2-2 15,-14 0-8-15,1 2-8 0,0-2-5 0,-2 1-10 16,-3 2-3-16,-3 0-5 0,-2 1 0 0,-8 2-6 16,-4 2 5-16,-2-2-1 0,-2 2-4 0,-3 0 0 15,2 0-1-15,-5 0-2 0,0-1 0 0,-2 2-5 16,0 0-31-16,-5-4-91 0,5 8 40 0</inkml:trace>
  <inkml:trace contextRef="#ctx0" brushRef="#br0" timeOffset="54885.82">8533 8919 73 0,'-3'-4'77'0,"3"4"10"0,-4-9-12 15,4 9-4-15,-5-9-8 0,3 5-1 0,2 4-9 0,0 0 5 16,-3-10 1-16,3 10-19 0,-4-6 0 0,4 6-8 16,0 0-1-16,0 0-11 0,-5-4 11 15,5 4-5-15,0 0-4 0,0 0-7 0,-10 11 2 0,7-5-1 16,-3 3 5-16,-2 1 1 0,-1 6-11 0,0 0 2 16,-1 1-1-16,1 0-6 0,-4 5 11 15,2-5-12-15,1-2 1 0,-2-1 0 0,1 3 0 16,1-3 0-16,2-7 7 0,-2 2-8 0,3-2 1 0,2-1 7 15,0-3 0-15,-1 1 3 0,-1 3-5 0,1-4 0 16,6-3 2-16,-8 6 1 0,4-3-6 0,4-3 2 16,-5 3-1-16,5-3-4 0,0 0-1 0,-6 4 2 15,6-4-1-15,0 0-1 0,0 0 0 0,0 0-3 16,0 0 6-16,0 0-7 0,11 11 3 0,-4-9 7 16,2 2-9-16,3 1-3 0,3 2 5 0,2 0-8 15,3 0 3-15,7 1 9 0,-1-1-10 0,2 2-10 16,2-2-3-16,-1 1-15 0,2-3-10 0,0 1-29 15,-2 1-8-15,-1-2-25 0,-5-1-54 0,3 0-168 16,-5 1 74-16</inkml:trace>
  <inkml:trace contextRef="#ctx0" brushRef="#br0" timeOffset="107687.83">9602 9010 14 0,'0'0'22'16,"0"0"-3"-16,-7 1 4 0,7-1 4 0,0 0-7 0,0 0-1 16,0 0 1-16,0 0-4 0,0 0 1 0,-12-1-6 15,12 1 7-15,0 0 3 0,0 0-2 0,0 0 1 16,-10-3 0-16,10 3-1 0,0 0 2 15,0 0 4-15,-11-1-2 0,11 1-1 0,0 0-5 0,0 0 8 16,0 0-9-16,-8-2-7 0,8 2 9 0,0 0 1 16,0 0-2-16,0 0-4 0,-8-3 8 0,8 3-2 15,0 0 0-15,0 0 0 0,0 0-3 0,-5-4 1 16,5 4-1-16,0 0-1 0,0 0 2 0,0 0 0 16,0 0-6-16,-4-7 2 0,4 7 2 0,0 0-1 15,0 0-8-15,0 0 4 0,0 0 1 0,0 0-7 16,0 0-2-16,0 0 5 0,0 0-5 15,0-9-4-15,0 9 13 0,0 0 0 0,0 0 1 0,0 0-7 16,0 0 10-16,0 0-17 0,0 0 6 0,-1-8 2 16,1 8-7-16,0 0 3 0,0 0 2 0,0 0 0 15,0 0 5-15,0 0-9 0,0 0-2 0,0 0 8 16,0 0 0-16,0 0-6 0,-3-8 6 0,3 8 5 16,0 0-13-16,0 0-7 0,0 0 20 0,0 0-4 15,0 0-3-15,0 0 13 0,0 0 2 0,0 0-9 16,0 0 2-16,-3-7-7 0,3 7 6 0,0 0-13 15,0 0 16-15,0 0 4 0,0 0-3 0,0 0 0 16,0 0-14-16,0 0 13 0,0 0 6 0,0 0-4 16,0 0-9-16,0 0 9 0,0 0-4 0,0 0-2 15,0 0 2-15,0 0 5 0,0 0-4 0,0 0-2 16,0 0-5-16,0 0 6 0,0 0-9 0,0 0 11 16,0 0-3-16,6-11 1 0,-6 11-4 0,0 0 10 15,10-2-10-15,-5-1-4 0,-5 3 6 0,11 0-1 16,-4-1 11-16,-7 1-12 0,16-2 5 0,-6-2 8 15,1 1-8-15,1 0 0 0,2 1 1 0,-1-2 2 0,4 0-4 16,1-1 2-16,3 0-3 0,-2-1 9 16,-2 2-4-16,2-2-10 0,-1 2 6 0,3-1 5 15,-2-1-11-15,-2 1 2 0,-3 1 2 0,0 2 2 0,-1-2-5 16,-3 4-2-16,1-3-3 0,-4 1 0 0,2 2 3 16,-9 0-1-16,9 0-11 0,-9 0 13 15,0 0 0-15,10 0-15 0,-10 0 10 0,0 0-2 16,9 3 4-16,-9-3-3 0,0 0 3 0,0 0-9 0,1 6 6 15,-1-6-2-15,0 0 1 0,0 0 0 0,0 0 2 16,0 0-8-16,0 0-8 0,-8 12-2 0,8-12-14 16,0 0-7-16,-8 5-6 0,8-5-10 15,-8 2-14-15,8-2-4 0,-6 3-18 0,6-3-17 0,-9 3-72 16,9-3-194-16,-10 1 87 0</inkml:trace>
  <inkml:trace contextRef="#ctx0" brushRef="#br0" timeOffset="108009.61">9600 8754 82 0,'-4'-8'115'0,"4"8"-8"0,-1-7 3 0,1 7-6 15,0 0-3-15,0 0-15 0,-4-7 0 0,4 7-9 16,0 0-4-16,0 0-13 0,0 0-3 0,0 0-7 16,0 0-2-16,0 0-8 0,0 0 0 0,0 0-3 15,0 0-1-15,0 0-2 0,18 19-6 0,-13-11 5 16,1 4 8-16,2 1-1 0,-2 2-4 0,1 0-9 16,-1 0 4-16,1 1-6 0,-2-1-5 0,-2-3-2 15,3 3-3-15,0 1-1 0,-2 0 3 0,1 0-3 16,1-2-22-16,-2-2-13 0,-1 0-28 0,2 3-30 15,-1 0-10-15,-2 0-27 0,1-1-108 0,-3-3-241 0,1 1 106 16</inkml:trace>
  <inkml:trace contextRef="#ctx0" brushRef="#br0" timeOffset="109159.46">7974 8842 36 0,'0'0'61'0,"0"0"-6"0,-18 12-9 16,18-12-6-16,0 0 0 0,0 0-3 0,0 0-2 16,0 0-1-16,-10 0-7 0,10 0 1 15,0 0-2-15,0 0 4 0,0 0-5 0,0 0-5 16,-13-1-6-16,13 1-1 0,0 0 5 0,-7 2-3 0,7-2 4 16,0 0-6-16,0 0 1 0,-9 0 3 0,9 0-2 15,0 0-4-15,0 0 1 0,0 0-7 16,-9 3 3-16,9-3 2 0,0 0 1 0,-8 2 0 15,8-2 8-15,0 0 1 0,-9 3-6 0,9-3 4 16,0 0 1-16,0 0 5 0,-6 2-3 0,6-2 8 0,0 0-5 16,0 0-1-16,0 0 0 0,0 0 0 0,0 0 1 15,0 0-3-15,0 0-4 0,0 0 6 0,-7 3-12 16,7-3 5-16,0 0 1 0,0 0 5 0,0 0-5 16,0 0-3-16,0 0-7 0,0 0 0 15,0 0-23-15,0 0 20 0,0 0 2 0,0 0 5 16,0 0-5-16,0 0-1 0,34-5 4 0,-24 5-1 0,1-2-8 15,0 1 11-15,0 1-7 0,0-2 3 0,1-1 7 16,-2 3-11-16,0-2 4 0,2 2-19 0,-3 0 14 16,0-2 1-16,-9 2 3 0,14 2 1 0,-14-2-6 15,10-2 1-15,-10 2 3 0,10-1-1 0,-10 1-5 16,0 0 7-16,11 1 2 0,-11-1 11 0,0 0 0 16,0 0 10-16,0 0 13 0,0 0 6 0,0 0 3 15,0 0-3-15,0 0-3 0,0 0-4 0,0 0-14 16,0 0 4-16,0 0-1 0,0 0-6 0,0 0-6 15,0 0-13-15,0 0-15 0,0 0-12 0,-15-16-15 16,15 16-34-16,0 0-17 0,0 0-19 0,0 0-12 16,0 0-103-16,0 0-241 0,-13 2 106 0</inkml:trace>
  <inkml:trace contextRef="#ctx0" brushRef="#br0" timeOffset="122618.39">10709 6999 25 0,'0'0'41'0,"0"0"-5"0,0 0-6 0,0 0-8 16,0 0-6-16,0 0-7 0,0 0-9 0,0 0 0 15,0 0-8-15,0 0-6 0,0 0 6 16,0 0-18-16,0 0 26 0,0 0-21 0,0 0-22 15,0 0 9-15</inkml:trace>
  <inkml:trace contextRef="#ctx0" brushRef="#br0" timeOffset="161413.09">17964 6661 1 0,'0'0'7'15,"10"-4"4"-15,-5 2-2 0,-5 2 6 0,9-5-6 16,-2 2-1-16,-7 3-3 0,11-4 5 0,-4 0 1 15,-2 2-8-15,-5 2 0 0,10-5 3 0,-2 2 0 0,-8 3-1 16,10-4 3-16,-10 4-7 0,9-2 6 16,-9 2-4-16,10-4 1 0,-5 2-2 0,-5 2-3 15,12-6 5-15,-6 4 0 0,0-1 1 0,-6 3-5 16,9-1 1-16,-3-2 1 0,-6 3-1 0,9-3 1 0,-4 0-2 16,-5 3 7-16,10-5-1 0,-5 3-8 0,-5 2-1 15,9-6 3-15,-4 3 0 0,1-1 0 0,-6 4 1 16,11-6 1-16,-6 3 1 0,0 0-1 15,1-1-2-15,-6 4 0 0,13-5 3 0,-8 3 3 16,-5 2-5-16,9-6-3 0,-1 4 4 0,-3-2 0 16,1 1 4-16,2-1-7 0,-2 1 7 0,2-3-4 0,-2 2 2 15,-1 0 0-15,2 0 0 0,3 0 4 0,-4-1 1 16,0 1 1-16,-1-1 2 0,0 0-4 16,4 1 1-16,-6-3 2 0,3 3-5 0,0 0 10 0,-2-1-8 15,1-2 1-15,1 4 0 0,-1-3 3 0,1 1 2 16,-3 0-1-16,3 0-1 0,-1-3 7 15,2 2-10-15,-2 0 1 0,2-1 0 0,-2-2 4 0,1 1-3 16,1-1 6-16,-2 0-3 0,-1 2-3 0,1-3 6 16,1 0-11-16,-1 2 2 0,2-2 0 0,-2 2 1 15,0-1 2-15,0 1 2 0,2-2 0 0,-1 3-5 16,0-3 7-16,-1 4-7 0,0-1-2 16,2-2 3-16,-2 1-4 0,3 0 9 0,-5 1-8 15,3 0 5-15,-3-2-3 0,1 1 0 0,1-2 4 16,2 2-10-16,0-2 5 0,-2 1 2 0,1-2-2 0,0 1 6 15,2-1 2-15,-3 2-8 0,-1 1 3 0,2-3-1 16,-2 3-1-16,1-3 3 0,1 0-1 0,-1 1 6 16,1 1-9-16,-1-2-2 0,-1-1 3 15,1 1-4-15,3 1 6 0,-2-1-4 0,-2 2 2 0,-2 1 3 16,2 1-1-16,-1-3-3 0,-1 2-2 0,-1 1 7 16,1 0-8-16,1-2 0 0,1-1 11 0,-3 3-10 15,2 1 1-15,-2-3 0 0,-1 9 10 0,4-16-11 16,-3 9 9-16,3-2-8 0,0 0-2 0,0-2 1 15,4 1-5-15,-5 1 3 0,1-2 0 0,0 2 2 16,0-1 3-16,0-1-1 0,-2 1-2 0,1-2-1 16,2 0-1-16,-1 0-2 0,0 0 2 0,0 0 1 15,-1-5-5-15,1 6-2 0,0-5 3 0,-1 3 3 16,0 2 7-16,0-3-6 0,1 3 2 16,-3-8-6-16,2 10 6 0,-1-2-1 0,1-1 4 0,-2 2-4 15,2-3 1-15,-2 4 8 0,0-1-4 0,2 0-6 16,-2-2-1-16,0 2 0 0,2 0 3 0,-2 0-2 15,2-1 2-15,-2 1-2 0,1 1-3 16,1-4 0-16,0 3 5 0,-1-1 0 0,2-1-4 0,0 2 4 16,-2-2-1-16,1 3-6 0,2-1 3 0,-1-1-5 15,-2 3 0-15,2-2 3 0,0-1 0 0,0 2 2 16,0 0-1-16,0-1 9 0,-1 1 0 0,1 0-11 16,0 0 6-16,0 1-4 0,-2 3 3 15,0-2-2-15,2-3 3 0,-2 1-2 0,1 3-3 0,2-3 0 16,-3 1 8-16,2-2-12 0,1 0 8 0,0-3-9 15,1-3 5-15,0 6-1 0,2-4 1 0,-2 3-8 16,-1 0 7-16,2 0-5 0,-2 0 2 0,2-4 4 16,-2 4-3-16,1 0 3 0,-1 0 0 0,1-1 0 15,0 2 1-15,2-4-2 0,-2 4 0 0,0 1-6 16,0-3 7-16,2 3-4 0,-3-4 4 0,1 3-2 16,1 0-4-16,-1 1 1 0,1-2-3 0,0 3 10 15,1-3-4-15,-2 0-4 0,3 2 0 0,-1-3 13 16,-1 2-5-16,2 1-2 0,0-1 2 0,-2 0-2 0,0 3-2 15,0 0 18-15,2-2-16 0,-2 1-2 16,1 0 0-16,0-1 0 0,2 1 0 0,-3 2 2 16,1-3 3-16,2 2-6 0,-2-1 4 0,1 0-8 15,0 2 12-15,1-2 5 0,-2-1-11 0,1 2-3 16,1-2-1-16,-1 2 0 0,1-1 5 0,0 0-2 16,1-1 5-16,-1 2-6 0,3 0 0 0,-3 0-1 15,4-3 5-15,-3 6-4 0,0-3-3 0,0 3 1 16,1-1 8-16,3-4-2 0,-2 5-1 0,-2-1-8 15,2 1 15-15,0-1-10 0,-2 4 4 0,2-3 3 16,0 0-11-16,0 0 6 0,-1 1-2 0,4 1 0 16,-3-2 1-16,1 4-5 0,2-3 5 0,-2 0 5 15,4 2 0-15,-5-1-9 0,5 1 3 0,0 0-3 16,1-1 3-16,1 2 6 0,1-3 15 0,-1 2-18 16,2-1-3-16,-2 1-2 0,2 2 4 0,0-2 5 15,0 1 0-15,-3 0-3 0,1 0 5 0,-1 0-12 16,-2 1 7-16,2 1 7 0,-2-2-1 0,-3 1-4 15,-3-1 5-15,2 0-1 0,-1 0-6 0,-2 0-4 16,1 0 9-16,-2-1-8 0,2 1 2 0,0 0 8 16,-1-3 1-16,1 3-1 0,0-2 5 0,2 0-4 15,-2 1-4-15,2-1-6 0,-1-1 21 0,3 1-12 16,-4 0-3-16,3 0 6 0,3-3-3 0,1 0 15 0,-1 0-5 16,2 0-4-16,0 0-4 0,7-4-8 15,0 1 13-15,4-1-2 0,-1 2 0 0,-1 0 4 16,4-2-6-16,-1 3 4 0,-2-3-4 0,1 1 4 15,-4 3-2-15,-5 0-1 0,1 0-6 0,-2 1-2 16,-1-1 3-16,-1-2-8 0,0 5 5 0,-5-2 1 16,-2 1 3-16,2 1-1 0,-1-2-3 0,-1 2-1 15,-1 0 3-15,-2 0 2 0,0 0-4 0,-8 2-6 16,14-3 3-16,-9 2 2 0,-5 1-9 0,9-2 4 16,-9 2 1-16,9-2-1 0,-9 2 16 0,0 0-10 15,10 0-1-15,-10 0 0 0,0 0-5 0,9-1-2 16,-9 1-3-16,0 0-9 0,11 1 1 0,-11-1-11 15,0 0 9-15,11-2-22 0,-11 2-5 0,7-1-9 16,-7 1 0-16,0 0-8 0,9 2-13 0,-9-2-11 16,0 0-13-16,0 0-59 0,9 1-171 0,-9-1 76 15</inkml:trace>
  <inkml:trace contextRef="#ctx0" brushRef="#br0" timeOffset="162051.71">19660 4656 9 0,'0'0'50'15,"0"0"2"-15,5-9-16 0,-5 9 3 0,0 0-1 16,0 0-2-16,0 0-9 0,0 0-2 0,0 0-2 15,0 0-2-15,0 0 3 0,8 22-6 0,-4-13-5 16,-2 4 11-16,3 1-12 0,-1 4 5 0,0-1-3 16,2 3-3-16,-2 4 1 0,3 1-1 0,-5 0 0 15,3 1 0-15,-1-1 4 0,-1-1-3 0,2-5 1 16,-3-1-2-16,1 0-2 0,1 3-1 0,1-4 0 16,-1 2-2-16,-2-2-4 0,2 1 7 0,-1-2-1 15,0-3 1-15,0 2 0 0,-2-5 7 0,0 3-3 16,-1-2-2-16,0-11 1 0,2 11-3 0,-2-11-8 15,1 11 4-15,-1-11 3 0,0 0-4 0,4 10 2 16,-4-10 4-16,0 0-6 0,0 0-1 0,1 11-3 16,-1-11-19-16,0 0-12 0,0 0-16 0,0 0-17 15,1 9-35-15,-1-9-108 0,0 0 48 0</inkml:trace>
  <inkml:trace contextRef="#ctx0" brushRef="#br0" timeOffset="162448.17">19537 5419 53 0,'0'0'69'0,"12"10"-3"0,-6-2-4 0,2 1-13 15,-2 1 2-15,6 2-5 0,-2 2-6 0,-2-5 0 16,3 4-9-16,-4-2 7 0,0-1-5 16,-2 2-9-16,3-3 4 0,0-1-12 0,-1 1 2 15,-1-2-1-15,-1-2 1 0,-5-5 0 0,8 11-12 0,-4-8 17 16,-4-3 19-16,0 0 14 0,5 9 25 0,-5-9 4 16,0 0 4-16,0 0-4 0,0 0-16 15,0 0 0-15,0 0-3 0,0 0-9 0,0 0-9 0,0 0 2 16,6-27-12-16,-5 17 3 0,-1 10-8 15,1-18-5-15,2 7-1 0,-2-5 0 0,4 1-7 16,-1-3-4-16,0 3 0 0,1 0-11 0,1-2-6 0,2 0-16 16,-2 5-2-16,2-3-12 0,-2 5-13 15,2 0-17-15,0 3-8 0,-1-1-25 0,2 1-2 16,-1 3-11-16,2-1 0 0,-10 5-85 0,14-7-207 16,-14 7 92-16</inkml:trace>
  <inkml:trace contextRef="#ctx0" brushRef="#br0" timeOffset="162713.44">19884 5469 20 0,'1'10'67'0,"-1"-10"-5"0,5 8-2 0,-5-8-3 16,8 8 3-16,-8-8-6 0,9 6-4 0,-9-6 2 15,12 4 0-15,-6-1-2 0,-6-3-12 0,0 0 3 16,19 1-4-16,-19-1-3 0,0 0 11 0,13-4-9 0,-13 4 5 15,6-6-8-15,-6 6-1 0,5-14 1 16,-2 8 1-16,-3 6-8 0,0 0 1 0,2-23 0 16,-2 23-2-16,-4-17-1 0,4 17-4 0,-3-16-3 15,-3 6-9-15,6 10-4 0,-7-11 3 0,7 11-15 16,0 0-14-16,-8-11-12 0,8 11-11 0,-11 1-21 16,11-1-3-16,-16 9-7 0,5 3-67 0,-6 7-154 15,-2 2 69-15</inkml:trace>
  <inkml:trace contextRef="#ctx0" brushRef="#br0" timeOffset="162970.77">19732 5824 29 0,'0'0'156'0,"0"0"-15"0,0 0-14 0,0 0-8 0,0 0-22 15,0 0-9-15,0 0-9 0,0 0-8 0,9 19-7 16,-6-8-4-16,1 6-4 0,0 3-6 0,4 3-2 16,-6 8-6-16,2-2-5 0,0 6-2 0,1-1-1 15,-2 0-12-15,-1-1-8 0,0-2-19 0,1 1-6 16,1-3-11-16,-3 0-8 0,2-1-11 0,1 1-18 16,0-2 1-16,-2-1-20 0,1 0-22 0,-5-1-62 15,1-7-174-15,-1 0 78 0</inkml:trace>
  <inkml:trace contextRef="#ctx0" brushRef="#br0" timeOffset="164003.78">19735 6580 74 0,'0'0'95'0,"0"0"-12"0,0 0-7 15,17-10-7-15,-6 5-4 0,8 0-10 0,9-3-12 16,4 1-20-16,1 0-26 0,1 0-29 0,4-1-60 15,-3 0-98-15,1 2 43 0</inkml:trace>
</inkml:ink>
</file>

<file path=ppt/ink/ink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09:52:38.159"/>
    </inkml:context>
    <inkml:brush xml:id="br0">
      <inkml:brushProperty name="width" value="0.05292" units="cm"/>
      <inkml:brushProperty name="height" value="0.05292" units="cm"/>
      <inkml:brushProperty name="color" value="#FF0000"/>
    </inkml:brush>
  </inkml:definitions>
  <inkml:trace contextRef="#ctx0" brushRef="#br0">10429 12521 13 0,'0'0'22'0,"0"0"-17"0,0 0-12 0,0 0-7 16,-16 14 2-16</inkml:trace>
  <inkml:trace contextRef="#ctx0" brushRef="#br0" timeOffset="46607.71">7642 7659 47 0,'0'0'39'0,"-10"-2"2"16,10 2-2-16,0 0 4 0,0 0-8 0,0 0-7 16,0 0-2-16,0 0 0 0,0 0-3 0,0 0-6 15,0 0 2-15,0 0-9 0,0 0 5 0,0 0-4 0,0 0 0 16,0 0-2-16,-7-2 0 0,7 2-11 0,0 0 7 15,0 0 5-15,0 0 2 0,0 0 0 0,0 0-8 16,0 0 8-16,0 0-7 0,0 0-2 16,0 0 0-16,0 0 0 0,0 0-1 0,0 0-1 15,0 0 1-15,0 0-1 0,0 0 8 0,0 0-5 0,0 0 0 16,0 12-3-16,0-12 0 0,0 0-1 0,0 0-2 16,0 0 7-16,0 0-3 0,0 0-1 0,0 0-4 15,0 0 5-15,0 0-7 0,0 0-6 16,0 0-3-16,0 0-5 0,0 0-6 0,0 0-3 0,0 0-1 15,0 0-4-15,0 0-1 0,0 0-25 16,0 0-61-16,0 0 27 0</inkml:trace>
  <inkml:trace contextRef="#ctx0" brushRef="#br0" timeOffset="47306.18">7754 7464 12 0,'0'0'7'0,"0"0"4"0,0 0-5 15,0 0 7-15,0 0-6 0,0 0 3 0,0 0-2 16,0 0-5-16,0 0 7 0,0 0-3 0,0 0-1 15,0 0-1-15,0 0 4 0,0 0-5 0,0 0 1 16,0 0 0-16,0 0-1 0,0 0 0 0,0 0 1 16,0 0-4-16,0 0 0 0,0 0 5 0,0 0-2 15,0 0 2-15,0 0-5 0,0 0 0 0,0 0 0 16,0 0-3-16,0 0 5 0,0 0-3 0,0 0 1 16,0 0-2-16,-6 4 5 0,6-4-1 0,0 0-2 15,0 0 2-15,0 0-1 0,0 0 5 0,0 0-10 16,0 0 3-16,0 0-2 0,0 0 6 0,0 0-5 15,0 0 3-15,0 0-1 0,0 0-2 0,0 0 2 16,0 0 0-16,0 0-1 0,0 0 1 0,0 0 6 16,0 0-12-16,0 0 6 0,0 0-2 0,0 0 4 15,0 0-3-15,0 0-3 0,0 0 3 0,0 0 0 16,0 0 1-16,0 0-9 0,0 0-2 0,0 0-19 16,0 0-31-16,0 0 14 0</inkml:trace>
  <inkml:trace contextRef="#ctx0" brushRef="#br0" timeOffset="47989.52">10735 7141 22 0,'0'0'37'16,"0"0"-8"-16,0 0 9 0,0 0-6 0,0 0-5 16,0 0 3-16,0 0-8 0,0 0-12 0,0 0 8 15,0 0-1-15,0 0-2 0,0 0 3 0,0 0-4 16,0 0-6-16,0 0 1 0,0 0-4 0,0 0-2 15,0 0-4-15,0 0-5 0,0 0-4 0,0 0-17 16,0 0-25-16,0 0-56 0,0 0 25 0</inkml:trace>
</inkml:ink>
</file>

<file path=ppt/ink/ink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11:29.356"/>
    </inkml:context>
    <inkml:brush xml:id="br0">
      <inkml:brushProperty name="width" value="0.05292" units="cm"/>
      <inkml:brushProperty name="height" value="0.05292" units="cm"/>
      <inkml:brushProperty name="color" value="#FF0000"/>
    </inkml:brush>
  </inkml:definitions>
  <inkml:trace contextRef="#ctx0" brushRef="#br0">9753 13433 38 0,'0'0'151'0,"0"0"-6"0,0 0-6 16,0 0-6-16,0 0-10 0,0 0-14 0,0 0-12 15,0 0-10-15,0 0-9 0,0 0-6 0,0 0-6 16,0 0-9-16,0 0-18 0,10 10-20 0,-10-10-27 0,12 2-28 16,-3-2-18-16,-9 0-35 0,18-1-106 15,-7 0-211-15,0-2 95 0</inkml:trace>
  <inkml:trace contextRef="#ctx0" brushRef="#br0" timeOffset="326.75">10162 13209 132 0,'-6'-2'150'0,"6"2"-11"0,0 0-8 0,0 0-18 15,-9 9-9-15,6-3-11 0,3-6-9 16,-3 15-6-16,0-3-10 0,3-2-6 0,0 2 2 16,3-2-11-16,-1 0-5 0,2 2-2 0,2-3-6 15,-1 1-1-15,2-1-5 0,1-1-6 0,0-1-3 16,1-3 1-16,2 1 1 0,1-1-3 0,-1-3-1 16,0-1-2-16,2-1 8 0,-4-1-3 0,0-4 6 0,2 1-6 15,-2-2-1-15,-2-2 8 0,-1 2 2 16,0-2 1-16,-3-1-1 0,-1 0 0 0,-3-2-5 15,0 2-3-15,-3 0-3 0,-4 0-2 0,1 1-2 0,-4-1-6 16,-4 3-4-16,2 2-7 0,-4 0-12 0,-2 6-16 16,-1 4-17-16,0 3-34 0,3 2-26 15,-7 9-46-15,0 4-138 0,4 0-309 0,-3 1 137 16</inkml:trace>
</inkml:ink>
</file>

<file path=ppt/ink/ink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13:19.863"/>
    </inkml:context>
    <inkml:brush xml:id="br0">
      <inkml:brushProperty name="width" value="0.05292" units="cm"/>
      <inkml:brushProperty name="height" value="0.05292" units="cm"/>
      <inkml:brushProperty name="color" value="#FF0000"/>
    </inkml:brush>
  </inkml:definitions>
  <inkml:trace contextRef="#ctx0" brushRef="#br0">8411 12456 46 0,'0'0'58'0,"0"0"-1"0,0 0-16 16,0 0 7-16,0 0-3 0,0 0-4 0,-5 6-2 15,5-6 11-15,0 0 3 0,0 0-11 0,0 0-3 16,-8 3 0-16,8-3-12 0,0 0 6 16,-8 2-3-16,8-2-6 0,0 0-3 0,0 0 1 0,0 0-3 15,0 0-2-15,0 0-3 0,0 0 0 0,0 0-3 16,-5 5 2-16,5-5-4 0,0 0 3 15,0 0-2-15,0 0-6 0,0 0 2 0,0 0 1 16,0 0-7-16,0 0 3 0,0 0 1 0,-2 7-2 0,2-7 1 16,0 0 1-16,0 0 2 0,0 0 16 0,0 0-5 15,0 0 3-15,0 0-9 0,0 0 0 0,0 0 7 16,0 0-3-16,0 0-1 0,-4 6 4 0,4-6-2 16,0 0 1-16,0 0 1 0,0 0-5 0,0 0 2 15,0 0 4-15,0 0-6 0,0 0-1 0,0 0 4 16,0 0-3-16,0 0 1 0,0 0-4 0,0 0 4 15,0 0-2-15,0 0-4 0,0 0 7 0,0 0-1 16,0 0 0-16,0 0-1 0,0 0-1 0,0 0-8 16,0 0 5-16,0 0-2 0,0 0 1 0,0 0 5 15,0 0-4-15,0 0-8 0,0 0 7 0,0 0-5 16,0 0 0-16,0 0 2 0,0 0 8 0,0 0 10 16,0 0-9-16,0 0 2 0,18 2 0 0,-18-2-3 15,8-1 2-15,-8 1-3 0,10 1 3 0,-10-1-2 16,12-1-1-16,-12 1-4 0,11-2 0 0,-4 0 1 15,-7 2-8-15,14 0 7 0,-8-1 2 0,-6 1-6 16,13-2 5-16,-4 0 0 0,-2 2 6 0,-7 0-4 16,13 0 1-16,-4-2-4 0,-9 2 3 0,14 0-5 15,-7 0 1-15,-7 0 4 0,15 0-1 0,-6 0-3 0,-9 0 23 16,14 0-23-16,-7 0-4 0,-7 0 6 16,15-2 4-16,-8 2 5 0,2-1-4 0,-9 1 0 15,14-1 2-15,-6-1-7 0,-8 2 3 0,15-2 1 16,-7 0 0-16,0-1 2 0,-1 1 6 0,-7 2-7 15,13-4 0-15,-6 3-1 0,-7 1 0 0,10-4-2 16,-10 4-3-16,7-2 0 0,-7 2 9 0,0 0-3 16,8-3 3-16,-8 3-1 0,0 0 3 0,5-2 0 15,-5 2-1-15,0 0-2 0,0 0-1 0,0 0-2 16,0 0-2-16,0 0-3 0,0 0-2 0,0 0-4 0,0 0-13 16,0 0-19-16,0 0-14 0,0 0-28 0,0 0-24 15,0 0-27-15,0 0-21 0,-27 12-138 16,18-8-306-16,-1-2 135 0</inkml:trace>
  <inkml:trace contextRef="#ctx0" brushRef="#br0" timeOffset="373.19">8404 12407 63 0,'0'0'115'15,"-2"-7"-8"-15,2 7-8 0,0 0-7 0,0 0-2 16,0 0-4-16,0 0-11 0,-1-9-1 0,1 9-17 16,0 0 2-16,0 0-5 0,0 0-7 0,0 0-7 0,0 0 2 15,0 0-9-15,3-10-2 0,-3 10-5 16,0 0-2-16,0 0-2 0,0 0-13 0,0 0-4 16,0 0-24-16,1-10-10 0,-1 10-16 0,0 0-12 15,0 0-16-15,5-5-11 0,-5 5-74 0,0 0-170 16,8-4 76-16</inkml:trace>
  <inkml:trace contextRef="#ctx0" brushRef="#br0" timeOffset="617.91">8436 12341 76 0,'0'0'91'0,"0"0"-5"15,7-1-1-15,-7 1-4 0,0 0-13 16,0 0-7-16,0 0-7 0,0 0 1 0,0 0-6 15,0 0 3-15,0 0 3 0,0 0-4 0,-1 18-6 16,1-8 15-16,0 0 6 0,1 7-7 0,-1 1-7 16,2 0-8-16,-2 6 0 0,0-4-5 0,0 6-7 0,0-2 0 15,1-5-4-15,-2 6-3 0,-1-7 2 16,2-1-6-16,-1 0-7 0,1 1-16 0,0-7-27 16,0 5-26-16,0-5-37 0,1-1-121 0,-1 1-230 0,2-5 102 15</inkml:trace>
  <inkml:trace contextRef="#ctx0" brushRef="#br0" timeOffset="2263.67">6227 7206 33 0,'0'0'36'0,"0"0"-8"0,0 0-4 0,0 0-2 16,0 0-15-16,0 0-14 0,0 0-18 0,0 0-25 15,0 0 12-15</inkml:trace>
  <inkml:trace contextRef="#ctx0" brushRef="#br0" timeOffset="3245.37">9789 12011 54 0,'0'0'70'0,"0"0"-16"16,0 0-2-16,0 0-9 0,0 0-6 0,0 0 3 16,0 0-8-16,0 0-1 0,0-8-2 0,0 8-7 15,0 0-2-15,0 0-1 0,0 0-14 0,14 1-11 16,-14-1-9-16,14 0-8 0,-14 0-9 0,17 1 2 16,-6 1-6-16,1-4 6 0,1 0-2 0,7 2-19 15,2-2 45-15,-3 1-36 0,14 0-44 0,-7 0 19 16</inkml:trace>
  <inkml:trace contextRef="#ctx0" brushRef="#br0" timeOffset="10488.53">8482 12553 25 0,'0'0'82'0,"0"0"-2"16,10-2-14-16,-10 2-5 0,0 0-7 0,0 0-2 16,0 0-5-16,0 0-7 0,0 0-8 0,0 0-6 15,0 0 3-15,0 0-10 0,0 0 7 0,0 0-12 16,0 0-3-16,0 0-10 0,0 0-8 0,0 0-14 0,0 0-6 16,-4 13-10-16,4-13-7 0,0 0-4 0,0 0-33 15,0 0-86-15,-5 8 38 0</inkml:trace>
  <inkml:trace contextRef="#ctx0" brushRef="#br0" timeOffset="11050.03">8286 12522 50 0,'0'0'50'0,"0"0"-10"0,0 0 2 0,0 0-4 16,0 0-2-16,0 0-3 0,0 0-7 0,0 0 1 16,0 0-3-16,0 0-3 0,0 0-6 0,0 0 3 15,0 0 3-15,0 0-4 0,31 0 11 0,-25 0-1 0,-6 0-4 16,12-1-2-16,-12 1-3 0,11 0-8 16,-11 0-1-16,12 1 1 0,-4 0-1 0,-8-1 3 0,17-1-5 15,-9 1-3-15,2 0 1 0,0 0 0 16,1 0 5-16,3-1-11 0,-3 1-5 0,2-1-11 15,-2 0-7-15,2-1-10 0,1-1-20 0,-1 0-33 0,0 1-94 16,-2-2 42-16</inkml:trace>
  <inkml:trace contextRef="#ctx0" brushRef="#br0" timeOffset="63858.6">9875 7348 12 0,'0'0'45'0,"0"0"-6"0,0 0-5 0,0 0-3 0,0 0-10 16,0 0-7-16,0 0-21 0,0 0-25 0,0 0-34 15,0 0 15-15</inkml:trace>
  <inkml:trace contextRef="#ctx0" brushRef="#br0" timeOffset="64472.78">9927 7358 17 0,'0'0'52'0,"0"0"-5"15,0 0-6-15,0 0-3 0,0 0 2 0,0 0-3 16,0 0 0-16,0 0-6 0,0 0 9 0,0 0-12 15,0 0 3-15,0 0-7 0,0 0 5 0,0 0-2 0,0 0-1 16,0 0-5-16,0 0-3 0,0 0 0 16,0 0-6-16,0 0 2 0,0 0-2 0,0 0 1 15,0 0-7-15,0 0 0 0,0 0-1 0,0 0 6 0,0 0-21 16,0 0-10-16,0 0-11 0,0 0-12 0,0 0-54 16,0 0-103-16,0 0 46 0</inkml:trace>
  <inkml:trace contextRef="#ctx0" brushRef="#br0" timeOffset="66936.66">7365 7383 24 0,'0'0'21'0,"0"0"5"0,0 0-3 0,0 0-7 0,0 0 1 16,0 0-3-16,0 0-1 0,0 0 2 0,7-18-4 15,-7 18-1-15,0 0 2 0,0 0-4 0,0 0-5 16,0 0 4-16,0 0 0 0,0 0-1 0,0 0-1 15,2-10-1-15,-2 10-3 0,0 0 0 0,0 0-6 16,0 0-2-16,0 0-7 0,0 0-1 0,0 0 1 16,0 0-1-16,0 0 2 0,0 0-15 0,0 0-28 15,0 0 13-15</inkml:trace>
  <inkml:trace contextRef="#ctx0" brushRef="#br0" timeOffset="69943.03">9123 12454 53 0,'0'0'57'0,"0"0"-19"16,0 0-7-16,0 0-6 0,7 2-20 0,-7-2-15 15,0 0-24-15,0 0-35 0,0 0 16 0</inkml:trace>
  <inkml:trace contextRef="#ctx0" brushRef="#br0" timeOffset="72725.53">8714 12191 5 0,'0'0'24'0,"0"0"-11"0,0 0-8 16,0 0-14-16,0 0-8 0,0 0 5 0</inkml:trace>
  <inkml:trace contextRef="#ctx0" brushRef="#br0" timeOffset="84675.74">9873 8532 8 0,'0'0'85'0,"0"0"-7"15,0 0-9-15,0 0-4 0,0 0-4 16,0 0-6-16,0 0 2 0,0 0-4 0,-11-10-5 15,11 10 0-15,0 0-6 0,0 0-5 0,-12-1-5 16,12 1-5-16,0 0 8 0,-9-2-2 0,9 2-5 16,0 0-4-16,-11 0 0 0,11 0-10 0,-9 0 11 15,9 0 6-15,0 0-8 0,-13 2-3 0,13-2 2 16,-10 0-5-16,10 0 4 0,-10 1-2 0,10-1-19 16,-14 2 22-16,7 0-9 0,0-2 6 0,7 0-9 0,-16 2 3 15,7 1 2-15,0-3 0 0,2 1-4 0,7-1-3 16,-19 4 8-16,8-5-6 0,-1 2 7 15,-1 0-9-15,0 1-3 0,-4-2 3 0,0 3 6 16,0-2 2-16,-2 1 3 0,0-4-4 0,1 2-7 0,-1 2 4 16,0-1 3-16,-1-2-3 0,1-1-6 0,1 1 13 15,-2 0-7-15,3-1 7 0,-1 0 1 16,-1-2-2-16,6 3 3 0,0 0 2 0,-5-3 0 16,6 2 3-16,-1-1 3 0,1 0-6 0,0 2-3 0,-1-2-1 15,1-2-4-15,-3 4 4 0,3-1-5 0,0-2-2 16,2 0-8-16,-1 2 9 0,1 1-3 0,2-2 6 15,8 3-3-15,-15-1 0 0,4-3-2 16,4 3 2-16,-3 0-2 0,-1-1-4 0,0 0-1 0,0-1 8 16,1 1-8-16,-2-1 1 0,-1 3-1 0,3 0 3 15,2-3 13-15,-1 3-2 0,-1-2-4 0,10 2 1 16,-15-1-3-16,8 0-9 0,-1-1 8 16,8 2-3-16,-15-1-1 0,9 0 1 0,6 1-3 0,-13-2 0 15,13 2-1-15,0 0 2 0,-11 0-4 0,11 0 3 16,-7-2-4-16,7 2-2 0,0 0 4 0,0 0-21 15,-11 0 0-15,11 0-22 0,0 0-21 0,-8 4-8 16,8-4-27-16,0 0-17 0,-9 5-3 0,9-5-19 16,-4 5-107-16,4-5-259 0,-6 4 116 0</inkml:trace>
  <inkml:trace contextRef="#ctx0" brushRef="#br0" timeOffset="85331.97">9026 8351 90 0,'0'0'94'0,"0"0"-9"0,0 0-12 0,0 0-1 16,0 0-8-16,0 0-13 0,0 0-15 16,0 0 16-16,0 0-7 0,0 0-8 0,0 0-11 15,0 0-4-15,0 0-8 0,0 0-1 0,0-7-4 16,0 7-24-16,0 0 11 0,0 0 2 0,0 0-5 16,0 0-2-16,0 0-11 0,0 0 3 0,0 0 3 15,3-6-3-15,-3 6 5 0,0 0 0 0,0 0-3 16,5-9 3-16,-5 9-2 0,0 0 8 0,6-4 2 0,-6 4-3 15,0 0 4-15,4-3 6 0,-4 3-5 0,0 0 7 16,0 0 4-16,0 0 4 0,0 0 3 16,0 0-6-16,5-5 10 0,-5 5 7 0,0 0-4 15,0 0 5-15,0 0 4 0,0 0-15 0,0 0 16 16,0 0-13-16,0 0 4 0,0 0-2 0,0 0-1 0,-16 12 0 16,10-6 7-16,1 0-6 0,-4 2-4 15,0 1 2-15,2 0 5 0,-4 4-5 0,1-3 14 0,0 3-9 16,0-2 4-16,-3 3-20 0,1-2 14 15,0 2 6-15,2-5-5 0,1 1-7 0,-3 0 0 0,3 0-3 16,-1-2 3-16,2 1-4 0,-2 0-1 0,1-1 0 16,1 2-1-16,-1-1-4 0,1-2 3 0,1 1 1 15,-1-1-3-15,3-1-2 0,-1-1 0 0,1 0 0 16,1 0 3-16,-1-2-10 0,5-3 12 0,-4 8-8 16,4-8 3-16,-4 6-4 0,4-6-3 0,-2 8 2 15,2-8-4-15,1 9-3 0,-1-9 7 0,4 9 5 16,0-4-6-16,2 1 1 0,0 2 3 0,4-1 3 15,1 0-4-15,-1-1 1 0,8 3-3 0,2-2-2 16,-2 3 1-16,8-1-14 0,1 1-4 0,-1-4-25 16,0 3-2-16,0-1-11 0,-6-4-13 0,7 5-21 15,-2-2-14-15,-7-1-66 0,3 0-183 0,-1-3 81 16</inkml:trace>
  <inkml:trace contextRef="#ctx0" brushRef="#br0" timeOffset="86869.67">9581 8375 16 0,'0'0'40'0,"0"0"-13"0,0 0-11 15,0 0-14-15,0 0-20 0,0 0-18 0,0 0 9 16</inkml:trace>
  <inkml:trace contextRef="#ctx0" brushRef="#br0" timeOffset="91325.34">9786 12360 36 0,'0'0'114'0,"0"0"-10"0,0 0-22 16,6 2-12-16,-6-2-15 0,0 0-17 0,0 0-18 15,0 0-28-15,0 0-26 0,5 6-46 0,-5-6-86 16,0 0 38-16</inkml:trace>
  <inkml:trace contextRef="#ctx0" brushRef="#br0" timeOffset="94084.54">8226 8563 59 0,'0'0'75'0,"0"0"-8"0,0 0-3 0,-4-7 0 15,4 7 4-15,0 0-7 0,0 0-5 0,0 0-30 16,0 0 19-16,0 0 1 0,0 0-8 0,0 0-8 16,0 0 0-16,0 0-5 0,0 0 5 0,0 0-7 15,0 0-8-15,0 0 1 0,0 0-5 0,0 0 6 16,0 0 3-16,0 0-5 0,0 0-7 0,0 0 8 15,0 0-6-15,0 0-5 0,0 0 2 0,0 0 0 16,0 0-5-16,0 0 7 0,0 0-11 0,0 0 9 16,0 0 5-16,0 0-3 0,0 0-9 0,0 0 2 15,-10 0 4-15,10 0-8 0,0 0 7 0,0 0 1 16,-15 2-6-16,15-2-11 0,-8 0 5 0,8 0 11 16,-9 2-6-16,9-2 8 0,-11-2-8 0,11 2-3 15,-9 2 5-15,9-2 2 0,-8 1-2 0,8-1 4 16,0 0-1-16,-13-1-5 0,13 1-7 0,0 0 12 15,0 0 2-15,-10-2-4 0,10 2-6 0,0 0-2 16,0 0 2-16,0 0 12 0,0 0-8 0,0 0 0 16,0 0 3-16,0 0-2 0,0 0-10 0,0 0 17 15,0 0-12-15,0 0 2 0,0 0 2 0,0 0-2 16,0 0-2-16,0 0-1 0,0 0 5 0,0 0 4 16,24 7 3-16,-12-5-2 0,5-2-7 0,3 3 13 0,0-2-11 15,2-2 4-15,8-1-3 0,2 2 7 16,-1-1-2-16,1 1-1 0,1 0-5 0,1-2 6 15,-2 2 2-15,-2-4-5 0,1 3 1 0,-2-1-2 0,-1 5-15 16,-7-4-6-16,1-1-13 0,-2 4 1 0,-1-4-1 16,-1 2-16-16,-5 2 4 0,1-2-9 15,-2 1-8-15,-1 1-62 0,-5-2-132 0,-1 2 59 16</inkml:trace>
  <inkml:trace contextRef="#ctx0" brushRef="#br0" timeOffset="94458.45">8514 8442 5 0,'0'0'84'0,"0"0"-5"0,0 0-19 0,0 0 9 0,0 0-2 15,0 0-9-15,33 7 4 0,-17-5-10 0,6 1-7 16,5 0-2-16,1 0 7 0,3 2-14 15,-1 1-6-15,1-4 1 0,-3 3-1 0,0 3 2 0,-2 2-18 16,-7-2 10-16,-2 3-9 0,-2 2-3 0,-3 4 2 16,-6 8-1-16,-5 2-9 0,-8 8-31 0,-14 15-32 15,-27 27-82-15,-13-5-152 0,-9 0 67 0</inkml:trace>
</inkml:ink>
</file>

<file path=ppt/ink/ink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36:41.884"/>
    </inkml:context>
    <inkml:brush xml:id="br0">
      <inkml:brushProperty name="width" value="0.05292" units="cm"/>
      <inkml:brushProperty name="height" value="0.05292" units="cm"/>
      <inkml:brushProperty name="color" value="#FF0000"/>
    </inkml:brush>
  </inkml:definitions>
  <inkml:trace contextRef="#ctx0" brushRef="#br0">15105 7393 66 0,'0'0'58'0,"0"0"5"0,0-8-12 0,0 8-6 16,0 0 3-16,0 0-11 0,0 0 5 0,0 0-16 0,0 0 2 15,0 0-9-15,0 0 2 0,0 0 5 16,0 0-7-16,0 0-6 0,0 0 1 0,0 0-8 16,0 0 6-16,0 0-3 0,0 0 10 0,12 18 7 15,-8-10-10-15,-1-2 4 0,0 0-12 0,1 4 2 0,-3-4 6 16,5 2-1-16,-4-1-8 0,1 0 2 0,0-1 5 15,2 0-3-15,-1 0-1 0,0 0 5 0,0-2 3 16,-4-4 2-16,7 7-2 0,-4-3-3 16,-3-4 1-16,6 7 7 0,-6-7-3 0,5 7-1 0,-5-7 7 15,6 2-7-15,-6-2 9 0,5 4 1 16,-5-4 2-16,0 0 5 0,12-1-1 0,-12 1-2 16,17-9 11-16,1 3-9 0,7-9 0 0,4-1-4 15,3-3 7-15,14-11-14 0,6-3-3 0,25-15-15 0,1-6-3 16,0 1-20-16,5-3-15 0,5-3-17 0,6 1-24 15,4-4-11-15,5 2-30 0,2 1-62 0,2-1-190 16,1 2 84-16</inkml:trace>
  <inkml:trace contextRef="#ctx0" brushRef="#br0" timeOffset="6379.27">9696 10433 26 0,'-3'-7'58'0,"3"7"-6"0,0 0-5 16,0 0-8-16,-2-6-3 0,2 6 2 0,0 0-13 16,0 0 0-16,0 0 2 0,0 0-12 0,0 0 2 15,0 0 2-15,0 0-1 0,0 0-5 0,0 0 1 0,0 0 2 16,0 0-5-16,0 0 0 0,0 0-1 16,19 10-2-16,-19-10 1 0,9 6 3 0,-7-3-3 15,-2-3 3-15,8 6 3 0,-8-6 2 0,6 6-12 16,-2-3 10-16,-4-3-5 0,7 5 9 0,-2-1-7 15,-5-4 3-15,5 6 0 0,-1-2 2 0,-4-4-8 16,5 7-2-16,-5-7-1 0,6 5 5 0,-3-2 0 16,-3-3 1-16,6 6-5 0,-6-6-3 0,5 5 1 15,-5-5 6-15,0 0-4 0,7 5 1 0,-7-5-5 16,0 0 1-16,5 3-4 0,-5-3 7 0,0 0 0 16,0 0-5-16,5 2 2 0,-5-2 3 0,0 0 9 15,0 0 7-15,14-8-8 0,-5 3 4 0,0-3-6 16,3-3 7-16,8-5-8 0,4-5 2 0,2-1 6 15,11-13-9-15,5-2 3 0,4-2-3 0,2-1 6 16,20-16-6-16,-19 20 1 0,18-19 0 0,-19 20-9 16,-2 5 7-16,-3-2-6 0,-2 3 0 0,-12 9 7 15,1 3-6-15,-5 1-1 0,-2 4-1 0,-6 5 0 16,-2-1 0-16,-3 4-1 0,-3-1 1 0,-2 3 0 16,-1-1-2-16,-6 3 1 0,10-4 7 0,-10 4 11 0,9-4 7 15,-9 4 7-15,5-2 7 0,-5 2 8 0,5-4-1 16,-5 4 2-16,0 0 1 0,0 0-2 15,0 0 2-15,0 0-5 0,6-4-3 0,-6 4-6 16,0 0 0-16,0 0-5 0,0 0-6 0,0 0 8 0,0 0-11 16,0 0-1-16,0 0-1 0,0 0-6 0,0 0 1 15,0 0 0-15,0 0-2 0,0 0-3 0,0 0-1 16,0 0-1-16,0 0 0 0,0 0 0 16,0 0-4-16,0 0 4 0,0 0-8 0,0 0-1 15,0 0-8-15,0 0-4 0,0 0-11 0,0 0-20 0,0 0-10 16,0 0-18-16,0 0-11 0,0 0-2 0,0 0 2 15,0 0-3-15,0 0-21 0,2 15-19 0,-2-15-82 16,-4 13-224-16,4-13 99 0</inkml:trace>
  <inkml:trace contextRef="#ctx0" brushRef="#br0" timeOffset="68418.02">11417 14735 73 0,'0'0'79'0,"0"0"-7"0,0 0 6 16,0 0-3-16,0 0-26 0,0 0 8 15,0 0 0-15,0 0-6 0,0 0-1 0,0 0-7 16,0 0 1-16,0-10-4 0,0 10 3 0,0 0-8 0,0 0 6 15,0 0-19-15,0 0 3 0,0 0 6 0,0 0 3 16,-4-8-14-16,4 8 0 0,0 0-3 0,0 0-4 16,-10-3 4-16,10 3-5 0,0 0-3 15,-10-3-1-15,10 3 4 0,-10 0 1 0,10 0-4 16,-11 0-2-16,11 0-3 0,-14 0 3 0,14 0-6 0,-11 1-1 16,11-1-6-16,-13 2 18 0,13-2-9 0,-9-2 3 15,9 2-2-15,-11 0 5 0,11 0 0 0,0 0 6 16,-9 2-2-16,9-2 0 0,0 0-3 15,0 0 0-15,0 0-4 0,0 0 0 0,-8 3-6 16,8-3 4-16,0 0 3 0,0 0-7 0,0 0 8 0,0 0-4 16,0 0 1-16,0 0 1 0,0 0-1 0,33 1 4 15,-21 1 3-15,3-1-14 0,-2 0 12 16,6 0 1-16,-1-1 0 0,1 0 3 0,3-1-3 16,-3 1 6-16,3 0-8 0,-1 0 8 0,0-1-5 15,-2 2 13-15,1-1-13 0,0 1 3 0,-1-1-3 0,-4-1-1 16,5 1-4-16,-4 1-5 0,-2-1 3 0,-1 0 4 15,-2 0-7-15,2 0 7 0,-1 0-4 0,-5 0 0 16,-7 0 3-16,17 0-5 0,-10 0-10 0,-7 0-16 16,15 0-11-16,-10 0-24 0,-5 0-19 0,11 2-19 15,-11-2-22-15,0 0-77 0,0 0-210 0,0 0 94 16</inkml:trace>
  <inkml:trace contextRef="#ctx0" brushRef="#br0" timeOffset="68837.75">11617 14720 32 0,'0'0'165'15,"0"0"-16"-15,0 0-11 0,0 0-17 0,0 0-3 0,0 0-25 16,0 0 3-16,0 0-17 0,0 0-1 0,0 0 4 15,-9 23 0-15,5-5-3 0,0 7 0 0,-2 0-8 16,1 3 0-16,-1 1-18 0,1 1 2 0,1 1-4 16,3-1-6-16,-2-1-3 0,-2-2-5 15,3-1 2-15,-2 3-5 0,3-1-3 0,-1-1-4 0,-3-9-3 16,-1 6-5-16,4 2 6 0,0-6 1 0,-2 4-4 16,3-5-5-16,0-3-1 0,-3 1-3 0,0-1 3 15,4-3-5-15,-1-3-2 0,0 2 3 0,-3-2-5 16,1-2 6-16,-1 1-2 0,3-3-3 15,-4 1 3-15,-3-2-3 0,1 1-3 0,-5-2-3 16,-2-1 3-16,0-2 0 0,-4-2 0 0,5 1-2 0,-8-3 2 16,1-1 1-16,-5-4 0 0,3 2-1 0,0 1-4 15,-2-5 1-15,-3-2 5 0,6 7-7 16,0-3-3-16,2 1-1 0,-2 2-16 0,2-2-8 16,8 2-10-16,-1 1-42 0,-2-1-34 0,7-1-33 15,7 6-30-15,-12-7-101 0,12 7-299 0,0 0 133 16</inkml:trace>
  <inkml:trace contextRef="#ctx0" brushRef="#br0" timeOffset="69398.06">11898 15240 97 0,'0'0'153'0,"-3"-15"-12"0,3 9 2 0,0 6 4 16,-2-11 0-16,2 11-7 0,-2-8-9 0,2 8-9 15,-4-6-6-15,4 6-17 0,0 0-13 0,0 0-10 16,0 0-8-16,0 0-7 0,0 0-3 0,0 0 0 16,0 0 2-16,2 27-9 0,-2-11 0 0,2 1 1 15,-2 2-7-15,0 1 2 0,2 3-7 0,-4 1-1 16,2 1-5-16,0-5 4 0,0 4-7 0,0-7-6 16,0 1-2-16,0 2-3 0,2-1-1 0,0-3-1 15,-2 3-1-15,2-3-1 0,-4-1-5 0,4-2 3 16,-2 4 0-16,0-5-5 0,1 0-12 0,0-2-17 15,-2 2-16-15,1-2-22 0,0-1-14 0,0-9-27 16,-1 15-30-16,1-15-9 0,0 9-16 0,0-9-1 16,-2 5-121-16,2-5-298 0,0 0 131 0</inkml:trace>
  <inkml:trace contextRef="#ctx0" brushRef="#br0" timeOffset="69635.03">11897 15137 78 0,'11'-5'101'0,"-1"4"2"0,-10 1-8 16,23 1-10-16,-11 4 4 0,-3-1-22 0,1 3-3 16,-4 2-9-16,1 1 4 0,-3 2-8 0,-3 3-2 15,-1 0-8-15,-4 2 13 0,1 0-17 0,-7 1-3 16,1-3-1-16,1 2-5 0,-3-1 0 15,-1-1-11-15,0-2-10 0,1 2-25 0,0-2-22 16,1-2-19-16,-1 0-34 0,1-2-69 0,-1-3-174 0,2 1 78 16</inkml:trace>
  <inkml:trace contextRef="#ctx0" brushRef="#br0" timeOffset="69999.55">12523 14733 112 0,'0'0'155'0,"0"0"2"0,0 0 1 0,-14 21 7 16,3 1-8-16,-8 4-4 0,2 3-13 0,-6 13-8 15,-2 2-3-15,0 1-4 0,4 0-12 0,2-1-10 16,6-11-10-16,1 0-6 0,2 0-13 0,5 1-4 16,-2-3-6-16,4 1-9 0,4-2-4 0,4-2-7 15,3-3-7-15,1 1-22 0,5-3-22 0,1-1-7 16,6-3-12-16,-4-6-41 0,9-2-23 0,5-3-50 15,2 1-14-15,5-6-16 0,14 0-118 0,4-4-310 16,1-6 138-16</inkml:trace>
  <inkml:trace contextRef="#ctx0" brushRef="#br0" timeOffset="71953.98">13093 15088 82 0,'0'0'147'0,"-9"-6"-6"0,2 1-10 16,-2 4-6-16,-2-2-3 0,-2 3-2 0,-1 0-6 15,1 2-9-15,-6 0-7 0,-1 4-5 0,0-3-6 16,2 6-5-16,0 0-12 0,0-1 0 0,2 2-6 16,1 0-4-16,-2 5-4 0,4-3-8 0,0 1-5 15,4-2-3-15,-2 4-3 0,6-4-4 0,-1 2 0 16,4-1-2-16,-1-1-5 0,6 1 2 0,-6-3-10 16,6 1 0-16,1-1-3 0,1 0-3 0,1-3-1 15,1 3 5-15,5-3 0 0,0-1-8 0,-3-1 3 16,7-2 2-16,-3-2-1 0,1 0-4 0,2-2 6 15,4-2-9-15,-3-1 2 0,0-1 2 0,1-3-2 16,-3 2 0-16,-2-6-3 0,2 0 3 0,-3 0-2 16,0-4-4-16,1 2 5 0,-4-9-2 0,-1 6-1 15,2-9 2-15,-5 2-5 0,-1-1 5 0,0-4-5 16,-2 1 2-16,0-2-1 0,-2-1-5 0,-4 0 6 16,2 2-1-16,0-2-1 0,-2 7 2 0,0 5 0 15,3 1 0-15,-5 2 2 0,4 1 3 0,-2 4 6 16,3 1 0-16,-1 3 1 0,-1 3 1 0,3 5-4 15,-4-10-1-15,4 10-4 0,-3-8-1 0,3 8-3 16,0 0-1-16,0 0 2 0,0 0-2 0,0 0-1 16,0 0 0-16,1 27 3 0,1-10-3 0,-4 12 6 15,1 0-1-15,-1 4 1 0,0 2-3 0,0-2 0 0,0 2-1 16,2 0 2-16,0-3 4 0,-2 1-5 16,2-1 2-16,2-3-2 0,-2 3 2 0,2-5 4 15,2-2-4-15,-1 1-2 0,1-1 1 0,1-8-4 16,2-1 0-16,-3-3 3 0,1-2-2 0,3-3 3 15,-2 1 2-15,0-2-3 0,0-1 2 0,-1 0-4 16,3-2-2-16,-2-2 7 0,5 2-2 0,-3-4-1 16,1-2 11-16,-9 2-10 0,23-5 2 0,-14-1 2 15,3-1-3-15,-2-1-1 0,2-3 0 0,-3-2 0 16,-3 2 1-16,1-2-1 0,3-3 1 0,-4 1-4 16,1-3 4-16,-1-1 0 0,-1 0-7 0,-3 3 4 15,1-2-1-15,-1 0 0 0,0-1 2 0,0 3-3 16,-2 2 4-16,2-1-5 0,-2 4 2 0,-2-2-3 15,2 1 1-15,-2 2 1 0,4 0 1 0,-6 4 1 16,4 6-1-16,-5-16 3 0,5 12-4 0,0 4-2 16,-5-10 2-16,5 10 2 0,-2-8-5 0,2 8-1 15,-4-5 4-15,4 5-1 0,0 0-2 0,-5-8-3 16,5 8 5-16,0 0 2 0,-6-3-8 0,6 3 3 16,0 0 1-16,0 0-4 0,0 0 2 0,-5-5-1 15,5 5 2-15,0 0-2 0,0 0 2 0,0 0-1 16,0 0 1-16,0 0 3 0,0 0 0 0,0 0-3 15,0 0 3-15,0 0-2 0,0 0-7 0,0 0 9 16,0 0 1-16,0 0-1 0,12 20 2 16,-6-19-1-16,-6-1 3 0,14 0-1 0,-3 0-8 15,0 1 9-15,-11-1-2 0,22-1 0 0,-11 0 0 0,-1 0 0 16,-10 1 2-16,17 0 2 0,-17 0-4 0,14-2 1 16,-14 2-4-16,9-1 2 0,-9 1-1 0,0 0 4 15,18 0-3-15,-18 0-4 0,0 0 0 0,11 2 0 16,-11-2 2-16,0 0 5 0,11 5-4 0,-11-5-1 15,0 0-2-15,6 10 3 0,-6-10 2 0,4 10-5 16,-4-10 1-16,2 14 3 0,0-8-3 0,0 4 0 16,-2-10 5-16,0 19-2 0,0-8 1 0,0-1 0 15,-4 2 1-15,4-12-1 0,0 20-1 0,-2-8 2 16,2-1-2-16,0-1 5 0,0 1-4 0,0-11-3 16,2 20 3-16,2-11 0 0,1 1 0 0,-1-5 5 15,0 5-5-15,-4-10 0 0,12 9 3 0,-7-6-3 16,-5-3 4-16,13 7-5 0,-4-7 2 0,-9 0-1 15,13 0 5-15,-13 0-1 0,19-1 1 0,-8-4-4 16,-3 1 1-16,-1-1 2 0,3-2 0 0,0 0-3 16,-3 0 1-16,3-2-1 0,-4 0-2 0,-1-1 3 15,1-1-7-15,-4 2 9 0,2-4 0 16,-3 4-2-16,-1-3-1 0,0 1 0 0,2 0 0 16,-5 2 0-16,2-1-2 0,-2 1 0 0,1 3 0 0,2 6 2 15,-4-10-1-15,4 10-1 0,-3-10 0 0,3 10 0 16,-2-5-7-16,2 5 2 0,0 0 0 15,0 0-2-15,0 0 1 0,0 0 4 0,0 0-1 16,-10 21-2-16,10-21 3 0,-1 17 2 0,1-4-5 0,1-2 3 16,-1-11 2-16,4 20-3 0,-6-9 2 15,6 2 1-15,0-1 1 0,-2-2-3 0,3 0-20 0,-3 0-7 16,2-2-14-16,1 3-25 0,-2-5-28 0,-3-6-30 16,7 14-27-16,-3-10-22 0,-4-4-137 0,4 9-338 15,-4-9 149-15</inkml:trace>
  <inkml:trace contextRef="#ctx0" brushRef="#br0" timeOffset="72127.12">13508 14862 38 0,'0'0'67'0,"0"0"-35"0,0 0-37 0,0 0-17 16,0 0-25-16,0 0 11 0</inkml:trace>
  <inkml:trace contextRef="#ctx0" brushRef="#br0" timeOffset="72488.14">13742 14941 73 0,'0'0'140'0,"6"8"-15"15,-1 0-1-15,-2 1 11 0,-1 4-9 0,0 3 8 16,2 4-3-16,-2-1-5 0,-4 7-10 0,2 2-6 16,0 2-10-16,0-3-12 0,-2 0 3 0,0-1-4 15,0 0-9-15,2-7-7 0,-2-1-6 0,2-3-12 16,0 7 1-16,0-8-3 0,-2 2-5 0,2-5-1 16,2-1-8-16,-4-3-2 0,2-7-1 0,2 12 4 15,-2-12 17-15,-2 8 5 0,2-8 6 0,0 0-7 16,0 0-4-16,0 0-5 0,0 0-8 0,0 0-1 15,0 0-6-15,-8-39-1 0,8 23-3 0,2-3-3 16,-2 1-6-16,2-3 0 0,4-7-4 0,-2 0-3 16,2 0-1-16,-3-3-1 0,3 0 0 0,-1 0-5 15,2 1-1-15,0-1 1 0,-1-2-7 0,1 5 1 16,5 1 0-16,-2 3-1 0,-1 9-1 0,1-1-1 16,-1 4-4-16,-3 4-9 0,3-1-14 0,-2 1-14 15,4 4-11-15,-2-1-18 0,3 5-16 0,-12 0-35 16,19 5-22-16,-12 1-21 0,-2 4-24 0,0 1-160 15,-6 6-379-15,-1-3 168 0</inkml:trace>
  <inkml:trace contextRef="#ctx0" brushRef="#br0" timeOffset="72640.02">13844 15185 95 0,'4'6'131'0,"-4"-6"-17"16,0 0-8-16,15-2-15 0,-15 2-1 0,18-5-15 15,-5 1-10-15,6-3-24 0,-4 3-25 0,1-6-30 16,0 3-17-16,-3 2-19 0,-2-1-72 0,0-1-132 16,-5 2 59-16</inkml:trace>
  <inkml:trace contextRef="#ctx0" brushRef="#br0" timeOffset="72859.92">14087 14948 11 0,'2'-10'115'0,"-2"10"-12"0,4-16 7 16,-4 16-8-16,2-10 0 0,-2 10-1 15,0 0 0-15,2-13-9 0,-2 13-9 0,0 0-7 0,0 0-10 16,0 0 10-16,4-1 19 0,-4 1 6 0,2 20 4 16,0-4 4-16,-1 4-5 0,3 5-2 0,-4 1-4 15,0 3-8-15,0-4 0 0,0 2-11 0,0-1-8 16,0-1-8-16,0-1-5 0,4 0-8 0,-4-6-1 16,2 1-7-16,-1-1-2 0,4-2-7 15,-3 0-15-15,3-5-15 0,-1 1-24 0,-2-2-32 0,5 0-43 16,-3-1-50-16,-4-9-32 0,7 7-163 0,-7-7-370 15,0 0 165-15</inkml:trace>
  <inkml:trace contextRef="#ctx0" brushRef="#br0" timeOffset="73023.16">14076 15141 104 0,'-2'-10'142'0,"2"10"-7"16,0 0-7-16,0 0-12 0,0 0-12 15,0 0-6-15,11-13-16 0,-3 8-26 0,5 1-18 16,-2 0-33-16,7-2-31 0,0 1-25 0,-7-1-22 16,6 1-70-16,-4-2-156 0,-3 0 70 0</inkml:trace>
  <inkml:trace contextRef="#ctx0" brushRef="#br0" timeOffset="73234.22">14322 14817 84 0,'0'0'96'0,"0"0"8"0,15 0 9 0,-15 0 11 16,15 12-1-16,-3-1-5 0,-1 6 6 0,-4 1 6 16,6 5-6-16,-3 1-2 0,1 2-1 0,-2-1-4 15,-2 1-3-15,0 1-5 0,-3-2-5 0,-2 0-4 16,0-6-6-16,-2 9-12 0,-4-3-5 0,2 2-8 16,-9-2-4-16,-1 0-8 0,3 2-3 0,-5-2-13 15,-1 0-16-15,-1 0-33 0,2-3-31 0,2-6-34 16,0-2-44-16,7-3-48 0,-8 1-184 0,3-2-376 15,2-1 166-15</inkml:trace>
  <inkml:trace contextRef="#ctx0" brushRef="#br0" timeOffset="73607.86">14944 15111 112 0,'0'0'208'16,"0"0"-15"-16,0 0-8 0,0 0-13 0,0 0-17 16,0 0-12-16,0 0-5 0,0 0-8 0,0 0-4 15,20-7-11-15,1 6-11 0,3-4-7 0,7-4-12 16,1 3-4-16,4-4-9 0,-2 3-1 0,-1 1-12 16,-1 0-7-16,-1 2-5 0,-4 1-13 0,-6-3-23 15,-1 2-25-15,-1 2-29 0,-4-1-19 0,0 1-41 16,-4 1-34-16,1-1-28 0,-4 1-146 0,-3-3-338 15,2 1 150-15</inkml:trace>
  <inkml:trace contextRef="#ctx0" brushRef="#br0" timeOffset="73812.81">15210 14870 59 0,'-6'-4'171'0,"6"4"-2"16,-7-3-18-16,7 3-17 0,0 0 7 0,0 0 6 15,0 0 15-15,-5 16-2 0,6-5-5 0,-2 6-13 16,1 1-15-16,1 2-14 0,-1 8-10 0,0-3-7 16,7 2-7-16,-5-1-9 0,0 2-13 0,-4-2-7 15,2-1-18-15,2 2-26 0,-4-1-45 0,0 0-32 16,-2 0-51-16,4-7-48 0,-3 7-177 0,2-7-366 16,-1-2 162-16</inkml:trace>
  <inkml:trace contextRef="#ctx0" brushRef="#br0" timeOffset="74371">16038 14822 138 0,'0'0'157'0,"0"0"-12"16,0 0-10-16,7-11-9 0,-1 8-8 0,8 0-13 16,5-1-9-16,3-2-7 0,9 1-5 0,-3 1-10 15,0-1-11-15,-8 1-5 0,2 0-12 0,-2 1-8 16,-3 2-15-16,-4-1-14 0,-3 1-21 0,-3-1-13 15,1 2-18-15,-8 0-10 0,9-1-15 0,-9 1-2 0,0 0-2 16,0 0 4-16,0 0 5 0,0 0 7 0,0 0 5 16,0 0 9-16,-34-6 11 0,21 4 6 15,2 0 8-15,-2 1 5 0,1-1 17 0,2 2 14 16,2-1 5-16,0 0 16 0,8 1 0 0,-11-1 6 16,11 1-5-16,-9-3 1 0,9 3-11 0,0 0-6 0,-11 1 5 15,11-1 3-15,0 0 8 0,0 13 15 16,2-3 5-16,2 1 10 0,1 6 0 0,3 8 1 15,-4-6 10-15,0 7-5 0,1-1-19 0,0 1 7 16,-1-2-5-16,-2 1 4 0,-2 2-1 0,1-1-6 16,-1-1-2-16,2 0-4 0,-5-6-2 0,2 0 0 0,-3-1-5 15,0 0-2-15,-2-1-1 0,-2 0-4 16,-1 0 0-16,-5-3-4 0,3 2-2 0,-3-3-4 0,-2 0 0 16,-2-2-5-16,3-1 2 0,-4 0-3 15,3-5-2-15,4 0-4 0,-1-2-6 0,3 1-12 16,-4-3-21-16,3-1-21 0,11 0-38 0,-19-1-47 0,19 1-37 15,-11-4-41-15,6 0-133 0,5 4-369 0,-3-13 164 16</inkml:trace>
  <inkml:trace contextRef="#ctx0" brushRef="#br0" timeOffset="74633.92">16469 15091 159 0,'0'0'170'0,"8"-1"-3"0,-8 1-13 16,7-2-5-16,-7 2-7 0,0 0 12 0,12 7-8 16,-9-1-9-16,1 0-6 0,-1 3-3 0,1 2-3 15,0 3-9-15,-3 4-1 0,2-1-11 0,-2 1-5 16,0-1-12-16,0-1-8 0,2 1-6 0,-2 1-8 0,-1-1-3 16,0 2-8-16,1-4-7 0,-1 1-2 15,3-1-5-15,1 0-4 0,-2 1-2 0,2-2-12 16,-1-5-10-16,-1 1-19 0,2 0-31 0,-3-3-24 15,2 1-25-15,1-2-27 0,-4-6-32 0,1 9-28 16,-1-9-17-16,-1 10-149 0,1-10-366 0,-8 4 162 16</inkml:trace>
  <inkml:trace contextRef="#ctx0" brushRef="#br0" timeOffset="74861.89">16570 14979 70 0,'9'-2'183'16,"0"0"-1"-16,0 2-14 0,1 2-9 0,1 1-14 15,0 2-13-15,-1 2-6 0,1 2 0 0,-2 1-12 16,-2 0-16-16,-1 3-9 0,-2 0-9 0,0 3-6 16,-4 1-7-16,-2 0-5 0,-5 1-6 0,-1-1-6 15,0 1-9-15,-7 5-11 0,5-7-24 0,-2-1-33 16,-4 7-36-16,3-7-51 0,0-2-47 0,-1 3-122 15,1-5-305-15,2 2 135 0</inkml:trace>
  <inkml:trace contextRef="#ctx0" brushRef="#br0" timeOffset="75239.5">17436 14869 10 0,'0'0'226'0,"0"0"-16"16,-1-7-31-16,1 7-19 0,0 0-17 0,0 0-7 16,0 0-6-16,0 0 4 0,-13 24 0 0,3-8-4 15,4 2-8-15,-5 10-9 0,-1 3-7 0,3-1-13 16,0 2-1-16,1 0-15 0,2 0-9 0,6 0-6 16,0-3-5-16,2-1-3 0,5 0-7 0,2-3 1 15,2 1-18-15,2-1-21 0,0-3-26 0,1-5-34 16,-2-4-34-16,4 2-49 0,0-8-20 0,3 2-16 0,1-1-157 15,-2-2-353-15,1-3 156 0</inkml:trace>
  <inkml:trace contextRef="#ctx0" brushRef="#br0" timeOffset="75880.23">17912 15073 135 0,'-9'-10'152'0,"-1"3"2"0,-6-2-10 0,3 5 8 15,-3-1-8-15,-3 4-9 0,0 2-6 0,-1 2-7 16,4 3-10-16,0 1-11 0,0 5-5 0,2-1-10 16,0 1-6-16,2 3-14 0,4-4-2 0,-2 4-7 15,5 2-6-15,0-7-7 0,2 5-2 16,5-4-5-16,-1 1-3 0,2-2 0 0,2 0-4 0,1-1-4 16,3-2-1-16,0-1-1 0,0 0-6 0,5-2 2 15,-3-4-3-15,1 3-1 0,3-3-1 0,-2-3-3 16,4-3-3-16,-2-1 5 0,-2-5-4 0,0 2-2 15,-1-3 4-15,-1-3-3 0,-4-2-1 0,5 0 1 16,-3-6-2-16,-3-2-1 0,1-4 0 0,-5-1-3 16,1 3 3-16,-3-7-5 0,0 3 4 0,-2 4-3 15,2 0 6-15,0 1 6 0,0 2 10 0,-1 6 4 16,0 3 5-16,1 1 3 0,-1 2 2 0,-2 4-1 16,3-2-3-16,0 11-3 0,-1-11-5 0,1 11-2 15,-2-8-5-15,2 8-5 0,0 0 3 0,0 0-6 16,0 0-1-16,0 0 1 0,3 38-1 0,0-12-1 15,-3 2-3-15,0 0 4 0,0 3-1 0,1 0 1 16,0-1-4-16,2 0 0 0,0-1-3 0,5-4 3 16,0 2 1-16,1-5-4 0,1-4 4 0,1 5-2 15,0-9 4-15,3 0-1 0,-3-3-2 0,4-1-1 16,1 0 0-16,-5-3-1 0,5-1 1 0,-2-2 2 16,4-2-1-16,-4 0-3 0,2-4 1 0,0 1 2 15,-5-4 2-15,1-1-3 0,0-1-1 0,0 0-1 16,1-6 2-16,-3-2-2 0,-2 4 2 0,1-3-2 15,-2-3 0-15,-3 2 0 0,0 3-1 0,-2-4-1 16,0 5-2-16,0 0 1 0,-2 2 3 0,0 0 5 16,0 9-4-16,2-13-1 0,-2 7-3 0,0 6-3 15,0 0-4-15,0 0 3 0,0-8-2 0,0 8 2 16,0 0-1-16,0 0 1 0,0 0 4 0,-3 36 1 16,3-25-3-16,0 6 2 0,1-3 0 0,1 3-3 15,0 0 4-15,0-5-2 0,4 3 4 0,-2 2-1 16,2-3-2-16,-1-3-13 0,2 0-19 0,0 3-39 15,1-6-35-15,0 1-54 0,-2-3-49 0,0 2-209 16,1-4-454-16,-7-4 201 0</inkml:trace>
  <inkml:trace contextRef="#ctx0" brushRef="#br0" timeOffset="76042.69">18236 14811 56 0,'0'0'40'0,"8"0"-27"0,-8 0-32 0,0 0-19 16,19 7 9-16</inkml:trace>
  <inkml:trace contextRef="#ctx0" brushRef="#br0" timeOffset="76402.2">18442 14938 35 0,'4'5'143'0,"-4"-5"-6"0,6 11-20 16,-3-5 0-16,2 3 6 0,0 2 6 0,-4 2-7 15,1 6 1-15,0-4-5 0,-2 2 1 0,0-1-13 16,0 0-6-16,1 3-4 0,-3-3-5 0,2 0-5 16,-3 2-4-16,2-3-12 0,0-4-6 0,-2 0-7 15,3-2-3-15,-1 2-7 0,0-2-1 16,2-3-5-16,-1-6-6 0,-2 9-1 0,2-9-5 15,1 11 1-15,-1-11-10 0,0 0 2 0,-1 8 2 0,1-8 8 16,0 0-8-16,0 0 10 0,0 0-6 0,0 0-1 16,0 0-2-16,0 0-4 0,0 0-1 0,3-30-2 15,0 14-4-15,-1-3 2 0,1-7-4 0,-1-1-2 16,1-2 0-16,1-3-4 0,1 0 1 16,1-1 0-16,1-2-4 0,-1 0 1 0,3 2 0 0,-1 1-1 15,1 0 3-15,2 2-3 0,-2 3 0 0,5 5 1 16,-6 6-2-16,1 3 0 0,4-1 0 15,-7 6-13-15,2 2-10 0,-1-1-22 0,-7 7-14 16,14-1-26-16,-14 1-11 0,12 6-23 0,-12-6-28 0,5 15-21 16,-5-3-22-16,-1 5-119 0,-4 2-332 0,-2 7 147 15</inkml:trace>
  <inkml:trace contextRef="#ctx0" brushRef="#br0" timeOffset="76793.14">18529 15080 5 0,'4'2'130'0,"-4"-2"1"16,0 0-3-16,0 0 0 0,20-9-6 0,-10 8-3 0,1-5-3 16,0 2-6-16,2-1-2 0,-1-1-9 0,1 0-4 15,-2 1-4-15,-2-1-1 0,3 3-4 0,-3-3-1 16,1 2-5-16,1 1-7 0,-5 0-6 16,-6 3-4-16,13-2-5 0,-5 2-4 0,-8 0-3 15,13 8 1-15,-10-2 0 0,4 2-5 0,0 2 0 16,-2 5-4-16,1-2-6 0,-1 2 0 0,-1-2-6 0,-3-2-2 15,3 2-2-15,-4-1-1 0,5-1-3 0,-4 0-3 16,0 0-2-16,2-1 0 0,-2-4-6 16,2 1 1-16,-3-7 2 0,2 9 1 0,1-6 12 15,-3-3 9-15,0 0-1 0,0 0-3 0,0 0 7 16,0 0-11-16,0 0 4 0,0 0-3 0,1-21-11 0,-2 10 1 16,1 3-4-16,-1-9-4 0,-1 1 4 0,1-1-7 15,1-3 1-15,0 1-1 0,1-7-3 16,2-1-3-16,-1 1 0 0,2-2-2 0,4-4-7 0,2 4 1 15,-1 1-3-15,3 2-1 0,0 1-3 16,1 2 5-16,-1 6-14 0,-1 2-6 0,-2 1-11 16,1 4-19-16,1 2-26 0,-2-1-19 0,1 4-34 15,0 1-36-15,-4 3-22 0,-6 0-168 0,14 7-390 16,-14-7 173-16</inkml:trace>
  <inkml:trace contextRef="#ctx0" brushRef="#br0" timeOffset="76936.89">18864 15089 13 0,'7'-3'-3'0,"-7"3"-2"16,21-7 2-16</inkml:trace>
  <inkml:trace contextRef="#ctx0" brushRef="#br0" timeOffset="77081.14">19125 15060 89 0,'0'0'177'15,"0"0"-12"-15,0 0 0 0,9 0-8 0,-9 0-15 16,0 0-14-16,0 0-12 0,0 0-14 0,0 0-26 16,0 0-36-16,0 0-45 0,5-4-58 0,-5 4-153 15,0 0-232-15,0 0 104 0</inkml:trace>
  <inkml:trace contextRef="#ctx0" brushRef="#br0" timeOffset="77519.5">19502 14654 188 0,'6'-9'189'0,"-6"9"-11"16,13 2-10-16,-3 4-2 0,6 6 7 0,5 2-11 0,-1 6-10 16,2 7-8-16,-5 1-30 0,6 14-7 0,-5 3-12 15,-6 0-3-15,0 4-3 0,-3-2-9 0,-7-13-7 16,0 12-4-16,-2-10-10 0,-5 0-3 0,-4-1 0 16,1-2-9-16,-7 12 4 0,1-16-4 0,-2 2-15 15,-2-4-1-15,-1 0-3 0,3-3-2 0,-3-4-3 16,3 0-1-16,2-5-3 0,1-3-4 0,2 0-15 15,-2-4-12-15,5-1-24 0,-1-1-21 0,-1-1-32 16,4 0-35-16,-1-5-33 0,7 0-67 0,0 0-118 16,0 0-371-16,-19-12 164 0</inkml:trace>
  <inkml:trace contextRef="#ctx0" brushRef="#br0" timeOffset="77677.28">20049 14979 118 0,'14'-4'146'16,"0"4"-17"-16,-1-2-13 0,0 1-15 0,3 1-21 15,-1 0-29-15,-3 0-43 0,3 0-34 0,-3 1-95 16,-3 3-131-16,-9-4 59 0</inkml:trace>
  <inkml:trace contextRef="#ctx0" brushRef="#br0" timeOffset="77839.63">20109 15180 118 0,'0'0'134'0,"0"0"-9"0,0 0-11 0,12 4-11 0,0-6-9 16,-2 1-11-16,8-4-24 0,0 1-31 0,9-5-52 15,0 3-39-15,1-3-66 0,-2-2-139 0,5 1 61 16</inkml:trace>
  <inkml:trace contextRef="#ctx0" brushRef="#br0" timeOffset="78208">20818 14858 69 0,'0'0'154'0,"-7"-13"6"15,2 9-4-15,5 4 0 0,-14-4-4 0,7 4-3 16,-2 0 1-16,-4 6-4 0,-2 1-2 15,-2 6-8-15,-1 3-7 0,0 6-8 0,-2 0-5 16,3 3-16-16,1-1-1 0,0 1-4 0,2-1-11 0,4-1-10 16,2-5-7-16,4 2-3 0,1-1-4 15,3-2-11-15,2-1 10 0,-1 0-12 0,6 0 2 0,-3-3-5 16,5-4 1-16,5 2-1 0,1-2-2 16,3-2-1-16,2-1 7 0,10-3-13 0,-2-1-5 15,1-2 4-15,2-4 2 0,-2 0-8 0,-1-3 1 16,1-2-4-16,-3-2 0 0,1 1-4 0,-5-4 2 15,0-1-2-15,-6 1 0 0,1-6-1 0,-1 0-5 0,-5 4-2 16,-4-10 0-16,1 1-6 0,-5-2 2 16,-6 2-4-16,-2-3 4 0,0 2-1 0,-5-1-1 15,-2 6-3-15,-5-2 2 0,0 5-8 0,-4-2-9 16,-4 6-12-16,-4 3-12 0,-2 5-21 0,-5 0-17 0,0 10-27 16,-5 3-38-16,4 2-40 0,-1 3-44 0,2 0-221 15,0 2-479-15,-1 2 212 0</inkml:trace>
  <inkml:trace contextRef="#ctx0" brushRef="#br0" timeOffset="80277.87">16571 15186 13 0,'0'0'23'0,"0"0"-2"0,0 0 5 0,0 0-3 16,0 0 3-16,0 0-9 0,0 0 6 0,0 0 1 15,0 0-1-15,-5-4-12 0,5 4 9 0,0 0-6 16,0 0-1-16,0 0 2 0,0 0-3 0,0 0 10 15,0 0-4-15,0 0-6 0,0 0 13 0,0 0-8 16,-5-5 5-16,5 5 3 0,0 0 2 0,0 0-1 16,0 0 0-16,0 0 6 0,0 0-3 0,0 0-3 15,0 0 2-15,-2-8-7 0,2 8 15 0,0 0 0 16,0 0 7-16,0 0-5 0,0 0-4 0,0 0-2 16,0-12-2-16,0 12 1 0,0 0-3 0,2-10-2 15,-2 10 4-15,0 0-7 0,0 0 1 0,0-10-2 16,0 10 2-16,0 0 6 0,-2-12-8 0,2 12 1 15,-1-8 9-15,1 8 5 0,0 0 0 0,-1-9-8 16,1 9 1-16,0 0-6 0,-1-7 6 0,1 7-8 16,0 0 3-16,-5-7-3 0,5 7-3 0,0 0 2 15,0 0 1-15,-3-8-7 0,3 8 2 0,0 0-3 16,0 0-6-16,-5-4 0 0,5 4 1 0,0 0-3 16,0 0-4-16,0 0 2 0,-5-6 5 0,5 6-3 15,0 0-2-15,0 0-6 0,0 0 3 0,0 0 4 16,0 0-2-16,0 0-4 0,0 0 3 0,0 0 1 15,0 0-6-15,0 0-11 0,0 0 12 0,0 0-2 16,0 0 2-16,0 0 5 0,0 0-6 0,0 0 4 16,-4 18 1-16,4-18-7 0,3 15 4 0,-3-5 2 15,1-2 3-15,-1 2 7 0,0 1 0 0,1 1 5 16,-1 4-5-16,0-4-2 0,-1 3 1 0,1 3-1 16,1-2 5-16,-2 1-3 0,2 1 6 0,-1-1 8 15,1-2-7-15,1 3 2 0,-2-1 7 0,2-2-15 16,0 3 6-16,-1-3-3 0,0-1-5 0,-1 0 4 15,1 2 1-15,-1-4 6 0,3 0-6 0,1 3-4 16,-2-2 8-16,1 2 8 0,-3-4-6 0,2 0 6 16,0-1-9-16,0-2 1 0,0 2-2 0,0 0 1 15,1-2-4-15,-2 1 0 0,0-5-1 0,2 2-6 16,-3-6 6-16,1 8-9 0,-1-8 0 0,3 9 2 16,-3-9-2-16,0 0 0 0,0 7 0 0,0-7 1 15,0 0 3-15,3 7-5 0,-3-7 0 0,0 0 5 16,0 0-2-16,0 0 3 0,0 0-4 0,0 0 0 15,0 0-13-15,0 0-17 0,0 0-21 0,0 0-15 16,0 0-26-16,0 0-17 0,0 0-20 0,-16-20-13 16,15 14-16-16,-1-1-103 0,2 7-276 0,-5-20 122 15</inkml:trace>
  <inkml:trace contextRef="#ctx0" brushRef="#br0" timeOffset="80712.67">16505 15104 67 0,'0'0'119'0,"0"0"-1"0,0 0-20 15,5-10 1-15,-5 10-12 0,9-6 2 0,-9 6-6 16,15-6-10-16,-7 3 0 0,1-1 3 0,2 1-5 16,-1 0-7-16,1 0-2 0,-1 0 5 15,-10 3-15-15,14-3-7 0,-14 3 0 0,14-1-1 16,-14 1-3-16,14-1-3 0,-14 1-4 0,14 0-3 16,-14 0 2-16,13 1-1 0,-13-1-6 0,13 7 3 0,-7-3-3 15,-1 1-8-15,-5-5 5 0,9 10-1 0,-5-4-9 16,-4-6 10-16,4 14-5 0,-3-3 1 0,-1-11-2 15,0 16 6-15,-1-7-9 0,1-9-3 0,-4 17 1 16,3-10 1-16,1-7-2 0,-7 14-2 16,3-7-3-16,4-7 5 0,-7 12 2 0,-1-5-1 15,3 0-5-15,5-7 0 0,-9 10-4 0,4-5 6 0,5-5-11 16,-13 8-2-16,5-2-13 0,2-3-16 16,-4 3-24-16,-2-2-25 0,2 0-17 0,-3-1-37 15,2 2-22-15,-8-2-84 0,3-1-261 0,-4-2 115 0</inkml:trace>
  <inkml:trace contextRef="#ctx0" brushRef="#br0" timeOffset="181030.43">11981 15734 70 0,'0'0'60'0,"0"0"4"16,0 0-9-16,0 0-9 0,0 0-6 0,0 0-3 16,0 0-3-16,0 0-1 0,0 0-4 0,0 0-4 15,0 0 10-15,0 0-6 0,0 0-2 0,0 0 8 0,0 0-7 16,0 0 1-16,0 0-4 0,0 0-3 0,0 0-2 16,0 0-3-16,0 0-12 0,0 0 5 15,-28 4 3-15,28-4-3 0,-10 5-3 0,3-1 0 16,0-3-2-16,-1 2 2 0,8-3-4 0,-9 5 13 15,4-4-9-15,5-1 0 0,-12 3 0 0,12-3-2 16,-9 4-7-16,9-4 2 0,-8 3 4 0,8-3 17 16,-8 5-17-16,8-5 1 0,-6 4 5 0,6-4-5 15,0 0-6-15,-7 3-1 0,7-3-3 0,0 0 11 16,0 0-2-16,0 0 7 0,0 0 6 0,0 0-1 16,13 9 5-16,-13-9-7 0,19-2 16 0,-8 0-4 15,3 1 4-15,5-1-6 0,1-2 12 0,-1-1-3 16,1 2 0-16,1-2-2 0,-1 1 1 0,-2 0 0 15,2 1-9-15,-2 2-2 0,-4-1-4 0,-1 2 4 16,0 0 9-16,0 0-15 0,-1 1-20 0,-1 1-23 16,0-1-28-16,-2 3-47 0,-2-1-104 0,0 2-223 15,-1-1 98-15</inkml:trace>
  <inkml:trace contextRef="#ctx0" brushRef="#br0" timeOffset="-170782.5">11841 15790 17 0,'0'0'21'0,"0"0"2"16,0 0-3-16,0 0-1 0,0 0-4 0,0 0 5 16,0 0-3-16,0 0-2 0,0 0 0 0,0 0 0 15,-8 3-4-15,8-3 0 0,0 0-6 0,0 0 10 16,0 0-8-16,0 0 5 0,0 0-3 0,0 0-1 0,0 0 3 15,0 0 3-15,0 0 4 0,0 0-4 0,0 0-1 16,0 0-1-16,-7 5-2 0,7-5-3 16,0 0 4-16,-8 1 2 0,8-1-4 0,0 0-5 15,0 0 4-15,-5 3 1 0,5-3-7 0,0 0 1 16,-8 5-4-16,8-5 0 0,-8 5 1 0,3-2-4 16,5-3 4-16,-9 6 8 0,4-3-11 0,5-3 2 15,-8 6 5-15,3-2-4 0,1 0-1 0,4-4 7 16,-9 7-8-16,4-2 6 0,5-5-8 0,-8 4 8 15,8-4-6-15,-3 7-2 0,3-7 10 0,-3 6 3 16,3-6-5-16,0 0 5 0,0 0-3 0,11 9 4 16,-2-8 2-16,3 1 0 0,1-2 10 0,8-3-3 15,1 3 2-15,-2-3 2 0,10 0-6 0,-1-2-1 16,2 1-2-16,-11 1 3 0,10-1-3 0,-11 1 2 0,9-3-2 16,-10 4 1-16,0-1-8 0,-1 1 3 15,-6 2 2-15,-1 0-3 0,-3-2-2 0,-7 2-3 16,12-2 2-16,-12 2-10 0,11 0 11 0,-11 0 4 15,10 0 3-15,-10 0 5 0,0 0 6 0,8-2 6 16,-8 2 4-16,0 0-8 0,0 0 8 0,0 0 0 16,0 0 4-16,0 0 0 0,0 0-1 0,0 0 4 15,0 0-9-15,0 0-2 0,0 0-5 0,0 0-16 16,-23 9-2-16,17-7 2 0,6-2-13 0,-10 4-14 16,10-4-15-16,-9 5-19 0,9-5-9 0,-4 6-13 15,0-3-8-15,4-3-80 0,-1 11-173 0,1-11 77 16</inkml:trace>
</inkml:ink>
</file>

<file path=ppt/ink/ink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18:49.307"/>
    </inkml:context>
    <inkml:brush xml:id="br0">
      <inkml:brushProperty name="width" value="0.05292" units="cm"/>
      <inkml:brushProperty name="height" value="0.05292" units="cm"/>
      <inkml:brushProperty name="color" value="#FF0000"/>
    </inkml:brush>
  </inkml:definitions>
  <inkml:trace contextRef="#ctx0" brushRef="#br0">16486 6905 2 0,'0'0'14'0,"0"0"-1"16,0 0 2-16,0 0-6 0,-2-9 4 0,2 9-5 16,0 0-2-16,0 0 6 0,0 0-3 15,0 0-1-15,0 0 0 0,0 0 2 0,0 0-2 0,0 0 1 16,0 0 1-16,0 0 0 0,0-10-4 0,0 10 2 15,0 0-1-15,0 0-1 0,0 0-1 16,0 0-1-16,0 0-2 0,0 0 4 0,0 0-3 16,0 0 0-16,0 0-2 0,0 0 3 0,0 0-2 0,0 0 3 15,0 0-3-15,0 0 0 0,0 0-4 0,0 0 1 16,0 0-1-16,0 0 1 0,0 0 2 0,0 0 4 16,0 0-7-16,0 0 1 0,0 0 2 0,0 0-4 15,0 0 5-15,0 0-1 0,0 0-3 16,0 0 4-16,0 0 0 0,0 0-5 0,0 0 7 15,0 0-7-15,0 0 1 0,0 0-1 0,0 0 4 0,0 0-7 16,0 0 1-16,0 0-1 0,0 0-7 0,0 0 6 16,0-9-6-16,0 9-2 0,0 0-12 15,0 0-28-15,0 0 12 0</inkml:trace>
  <inkml:trace contextRef="#ctx0" brushRef="#br0" timeOffset="48005.12">13557 15470 17 0,'0'0'87'0,"0"0"-13"16,0 0-2-16,0 0 0 0,0 0-1 0,0 0 4 15,0 0-14-15,0 0-5 0,0 0 2 0,0 0-5 16,0 0-3-16,0 0-5 0,0 0 3 0,0 0 13 16,0 0-15-16,0 0-6 0,0 0 4 0,0 0-13 15,0 0-2-15,0 0 8 0,0 0-13 0,0 0 5 16,0 0-5-16,0 0-6 0,0 0 4 0,0 0-11 16,0 0 5-16,0 0 0 0,0 0-3 15,0 0 1-15,0 0-22 0,0 0 20 0,0 0 1 0,0 0-2 16,0 0-5-16,0 0 0 0,0 0 3 0,0 0 0 15,0 0-7-15,0 0 3 0,0 0-7 0,0 0 1 16,0 0 0-16,0 0-16 0,0 0 7 0,0 0-21 16,0 0-20-16,0 0-17 0,0 0-7 0,0 0-12 15,0 0-5-15,0 0-66 0,0 0-170 16,0 0 75-16</inkml:trace>
  <inkml:trace contextRef="#ctx0" brushRef="#br0" timeOffset="52679.73">13838 15533 15 0,'0'0'13'15,"0"0"-9"-15,0 0-6 0,0 0-3 0,0 0-6 16,0 0 2-16</inkml:trace>
</inkml:ink>
</file>

<file path=ppt/ink/ink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45:24.672"/>
    </inkml:context>
    <inkml:brush xml:id="br0">
      <inkml:brushProperty name="width" value="0.05292" units="cm"/>
      <inkml:brushProperty name="height" value="0.05292" units="cm"/>
      <inkml:brushProperty name="color" value="#FF0000"/>
    </inkml:brush>
  </inkml:definitions>
  <inkml:trace contextRef="#ctx0" brushRef="#br0">23604 5586 4 0,'0'0'16'0,"0"0"-4"16,0 0 1-16,0 0 1 0,0 0-5 0,0 0 0 16,0 0 4-16,0 0 4 0,0 0-5 0,0 0-2 15,0 0 9-15,0 0 4 0,0 0 0 0,27 2 1 0,-16-3 8 16,0 1-9-16,3 0 7 0,3-1 2 16,4-2 0-16,-1 2 1 0,10 0 4 0,1-1 2 15,-1 0-5-15,2 0-1 0,5 1 8 0,0-3-8 16,2 1-10-16,12 0 6 0,0 0-6 0,-1-1 5 15,2 3-8-15,-14-2-1 0,17 2 4 0,-2-1 0 16,-1 1-8-16,-2-1 1 0,0 1 0 0,2-3 7 16,3 3-6-16,-1 0-1 0,-2-1-2 0,4 5 1 15,-2-3 10-15,2 0-9 0,3 1-7 0,-2-1 1 16,1 1 2-16,-1-2-5 0,-1 2 4 0,0 1 3 16,1 0-4-16,-4 0 1 0,3-1 2 0,-4 1 4 0,2-1-9 15,-3 0 6-15,3 1-8 0,-3-1-2 16,0 1 5-16,-11 2 6 0,11-1-6 0,-12-1 1 15,14 3-8-15,-2-3 3 0,-11 0-1 0,1 0 0 16,10 5-4-16,1-5 9 0,-14 2-3 0,16 0-1 16,-16 0-2-16,16-2 8 0,-16 1-2 0,16 2 2 0,-2-4-6 15,1 2 4-15,-3 1 2 0,4-1 0 0,-3 0-6 16,-1 0-1-16,-10 1 3 0,12-4 2 16,-14 3-6-16,14-1 6 0,-16-2-4 0,2-2 2 15,3 2-3-15,-4 0 8 0,13-2-12 0,-12 1 5 0,3 1 0 16,11-7-3-16,-15 4 3 0,-1 1 1 0,0 1-1 15,4-2 2-15,-3 2-5 0,-1-2 4 0,-1 3-1 16,-1-1-2-16,-3-3-2 0,-1 5 2 16,3-1 1-16,-2 2-4 0,-3-2 0 0,-1 0 2 15,0-2-2-15,-5 1 2 0,-2 1 4 0,3-1-1 0,2 0-9 16,-8-1 9-16,4 0-4 0,-3 2 3 0,0 2-8 16,0-2 15-16,-1 0-14 0,2-2 0 0,-6 4 6 15,5-4-2-15,-5 1-2 0,-1 1 2 16,1 0 0-16,-1-1 2 0,-1 1-6 0,-3 0 1 0,1 0 7 15,1-2-5-15,-10 2-1 0,13 2 3 0,-13-2-5 16,9 1 7-16,-9-1-2 0,11-1 5 0,-11 1 6 16,9 0-9-16,-9 0 2 0,9-2 2 15,-9 2-2-15,0 0 0 0,11-1-4 0,-11 1 2 0,0 0-3 16,0 0 4-16,0 0 5 0,9 1-1 0,-9-1-2 16,0 0-2-16,0 0-5 0,0 0 8 0,0 0-3 15,0 0 1-15,0 0 3 0,7-1-1 16,-7 1 0-16,0 0 4 0,0 0-1 0,0 0-2 15,0 0 2-15,0 0 0 0,0 0 1 0,0 0-1 16,0 0 3-16,0 0 0 0,0 0 4 0,0 0-5 0,0 0-2 16,0 0 10-16,0 0-12 0,11-3-1 0,-11 3 1 15,0 0-1-15,0 0 2 0,8-1-5 0,-8 1 0 16,0 0 2-16,6-3 2 0,-6 3-4 0,0 0 3 16,0 0 1-16,0 0-3 0,8-2 15 0,-8 2-10 15,0 0 2-15,0 0-6 0,0 0 5 0,0 0-2 16,0 0 2-16,0 0 0 0,0 0 0 0,0 0-4 15,0 0-1-15,6-5-6 0,-6 5 3 0,0 0 5 16,0 0-3-16,0 0-2 0,0 0-1 0,0 0 0 16,0 0 2-16,0 0-5 0,0 0 6 0,0 0-4 15,0 0 2-15,0 0-4 0,0 0 5 0,0 0-4 16,0 0 1-16,0 0 1 0,0 0 4 0,0 0 0 16,0 0 4-16,0 0-1 0,0 0-3 0,0 0 1 15,0 0 1-15,0 0-1 0,0 0 2 0,0 0 3 16,4-7-6-16,-4 7 2 0,0 0 0 0,0 0-1 15,0 0 1-15,0 0-5 0,0 0 4 0,0 0-2 16,0 0-3-16,0 0 1 0,0 0 2 0,0 0 0 16,0 0-5-16,3-6 3 0,-3 6-2 0,0 0 2 15,0 0-3-15,0 0 1 0,0 0-2 0,0 0 4 16,0 0-4-16,0 0 4 0,0 0-4 0,0 0 0 16,0 0 3-16,0 0-3 0,0 0 8 0,0 0-11 15,0 0 5-15,0 0-1 0,0 0-1 0,0 0 2 16,0 0-1-16,0 0 2 0,0 0-1 0,0 0-5 15,0 0 0-15,0 0-5 0,0 0-18 0,0 0-14 16,0 0-25-16,0 0-20 0,0 0-10 0,0 0-14 16,0 0-11-16,0 0 2 0,0 0-10 0,0 0-110 15,-14 19-257-15,7-11 113 0</inkml:trace>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5:05.064"/>
    </inkml:context>
    <inkml:brush xml:id="br0">
      <inkml:brushProperty name="width" value="0.05292" units="cm"/>
      <inkml:brushProperty name="height" value="0.05292" units="cm"/>
      <inkml:brushProperty name="color" value="#FF0000"/>
    </inkml:brush>
  </inkml:definitions>
  <inkml:trace contextRef="#ctx0" brushRef="#br0">13136 8519 41 0,'0'0'59'0,"-6"3"-8"0,6-3-1 0,0 0-3 15,0 0 0-15,0 0 2 0,0 0-2 16,0 0 2-16,0 0 0 0,0 0-6 0,0 0 0 0,0 0 0 16,0 0-5-16,0 0 4 0,0 0-3 0,0 0 6 15,0 0-8-15,0 0 1 0,0 0 2 0,0 0-3 16,-8 3-3-16,8-3-3 0,0 0 3 0,0 0-8 16,0 0-1-16,0 0-11 0,0 0 8 15,0 0-2-15,0 0 4 0,0 0-10 0,0 0 3 0,0 0-12 16,0 0 8-16,0 0-7 0,0 0 3 0,0 0 3 15,0 0-11-15,0 0 1 0,0 0 1 0,18 6-9 16,-18-6-1-16,11 4 10 0,-2-3 0 0,3 1 1 16,-1-3 1-16,7 1 13 0,2 1 3 0,2-4 6 15,10 1 2-15,1-2 2 0,1 0-4 0,7 1-1 16,14 0-2-16,-5-1 1 0,2 1-6 0,1 0 0 16,-3-2-2-16,4 4 0 0,-3-5 1 0,-10 6-8 15,10 0 8-15,-12 0-5 0,-1 0-7 0,14 0 1 16,-16 2 2-16,-2 0-3 0,-1 0-1 0,0-6-1 15,-3 4 2-15,-1 2-6 0,-8-2 8 0,0 2-3 16,-4-2 1-16,-4-2 3 0,1 4-1 0,-1-2-2 16,-2 0-8-16,-2 0 11 0,-9 0 16 0,13 0 5 15,-13 0 8-15,12 0-3 0,-12 0 0 0,7-2 9 16,-7 2 2-16,0 0 0 0,0 0-1 0,0 0-5 16,8 2 0-16,-8-2-5 0,0 0-3 0,0 0-2 15,0 0-1-15,0 0-4 0,0 0-4 0,0 0-2 16,0 0-2-16,0 0-3 0,0 0 1 0,0 0 1 15,0 0-2-15,0 0-5 0,0 0-9 0,0 0-26 16,0 0-14-16,0 0-24 0,0 0-29 0,0 0-19 16,0 0-17-16,0 0-5 0,0 0-16 0,0 0-126 15,-6 16-298-15,12-9 133 0</inkml:trace>
  <inkml:trace contextRef="#ctx0" brushRef="#br0" timeOffset="1051.11">27962 7567 153 0,'-3'5'173'0,"3"-5"-6"16,0 0-1-16,0 0-6 0,0 0-6 0,0 0-4 16,0 0-7-16,0 0-10 0,0 0-6 0,0 0-13 15,-4 7-9-15,4-7-9 0,0 0-9 0,0 0-8 16,0 0-10-16,0 0-7 0,0 0-3 15,0 0-9-15,0 0-8 0,0 0-3 0,0 0-13 0,0 0 0 16,0 0-6-16,0 0 0 0,11 4-9 0,-1 0 9 16,2-4-5-16,4 3 1 0,6-2 0 0,4 3-5 15,5-4 2-15,-2 1-3 0,5-1 0 0,-5 0-4 16,3-1 0-16,1-1 3 0,-1 1-3 0,-4 0-2 16,2-2-2-16,-7 3 1 0,3-1 1 0,-6-1 1 15,1 0-2-15,-8 2 0 0,1-1 2 0,-3-2-4 16,0 3-2-16,-1 3 4 0,-4-3-2 0,-6 0-2 15,12-1 6-15,-12 1 10 0,10 0 2 0,-10 0 4 16,0 0 0-16,8-2 4 0,-8 2 1 0,0 0-4 16,0 0 1-16,0 0-6 0,0 0 4 0,0 0-4 15,10 0-2-15,-10 0 3 0,0 0-4 0,0 0-1 16,0 0-4-16,0 0 1 0,0 0-4 0,0 0-3 16,0 0-15-16,0 0-9 0,0 0-25 0,0 0-20 15,0 0-25-15,0 0-43 0,0 0-29 0,0 0-27 16,0 0-176-16,0 0-397 0,0 0 175 0</inkml:trace>
  <inkml:trace contextRef="#ctx0" brushRef="#br0" timeOffset="28814.85">5032 14717 31 0,'-5'-6'64'0,"5"6"8"0,-6-6-18 0,6 6 6 16,-9-5 3-16,9 5-13 0,-10-4-2 0,6 2-4 15,4 2-4-15,-10-4-9 0,4 1-3 0,6 3-1 16,-10-2-2-16,10 2 2 0,-9-2-13 0,9 2 3 16,-11-2-4-16,11 2 4 0,-12-1-4 0,12 1-3 15,-10 0-2-15,10 0 13 0,-10 2-12 0,10-2-1 16,-13 3-6-16,7-2 4 0,6-1 0 0,-11 1 5 15,11-1-1-15,-10 4 0 0,10-4-5 0,-6 1-1 16,6-1 6-16,0 0 2 0,0 0-20 0,-8 3 6 16,8-3-1-16,0 0 4 0,0 0 2 0,0 0-4 15,0 0-2-15,0 0-3 0,0 0-4 0,22 13 14 16,-12-9-5-16,8 2-3 0,3-3 4 0,7 1 1 16,2-2-4-16,5 1 17 0,4-2-9 0,13-1-7 15,2-1 8-15,3 1-10 0,0-2 13 0,1-3 1 16,3 2-3-16,-1 0-7 0,3-3 5 0,1 6-1 15,26-7 2-15,-27 2 1 0,1 2 0 16,28-2 3-16,-27 1 1 0,24-3-3 0,-29 0-3 0,3 0 3 16,1 0-4-16,0 1 18 0,27 0 16 0,-30-4-26 15,27-4 14-15,-23 3 2 0,29-11 14 0,-30 8-3 16,24-10 3-16,-1 0 1 0,-26 8-10 0,24-10 7 16,-23 7 7-16,1-1-4 0,-1-1-2 15,-2 0-4-15,3 2-5 0,-3-1 2 0,-5 1-1 16,-1 2-8-16,-6 2-6 0,1-2 4 0,-15 9-5 15,-2-2 0-15,0 2-3 0,-6 2 3 0,-5 0-4 0,-4 0-7 16,0 2 5-16,-4 1 5 0,-2 1-6 0,-3 1-3 16,-2 0 0-16,-6 1 4 0,10-4-2 15,-10 4 17-15,9-3-8 0,-9 3-1 0,7-2 4 16,-7 2-5-16,0 0 2 0,7-2-10 0,-7 2 6 16,0 0-1-16,0 0-2 0,0 0 0 0,0 0-14 0,0 0-29 15,0 0-38-15,0 0-47 0,12 7-44 0,-12-7-113 16,-3 15-294-16,-3-1 131 0</inkml:trace>
</inkml:ink>
</file>

<file path=ppt/ink/ink1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45:45.779"/>
    </inkml:context>
    <inkml:brush xml:id="br0">
      <inkml:brushProperty name="width" value="0.05292" units="cm"/>
      <inkml:brushProperty name="height" value="0.05292" units="cm"/>
      <inkml:brushProperty name="color" value="#FF0000"/>
    </inkml:brush>
  </inkml:definitions>
  <inkml:trace contextRef="#ctx0" brushRef="#br0">18703 10303 10 0,'-12'0'8'0,"2"0"8"16,-3 1-3-16,6 0 4 0,-4-1 6 0,-1 2-1 16,0-4-3-16,1 2 5 0,0 0-7 0,4 2-9 0,-1-2 8 15,8 0 9-15,-17 2 4 0,11-1-2 16,6-1-6-16,-14 0-2 0,14 0-4 0,-10 0 7 15,10 0 1-15,0 0-2 0,-9 2 1 0,9-2-4 16,0 0-10-16,0 0 6 0,0 0-5 0,0 0 1 0,-7 2-1 16,7-2-5-16,0 0 4 0,0 0 1 15,0 0-1-15,0 0 1 0,17 12-1 0,-10-9-5 16,4-1 3-16,0 0-8 0,2 1 12 0,6 0-5 16,0-1-2-16,0 0 3 0,2 1-3 0,0-1 1 0,-1 0 0 15,1-1 3-15,1 1 2 0,-1 0-2 0,-1-1-9 16,2 1 8-16,-1 1 5 0,0-2-3 0,1 1-2 15,1-1 5-15,-4-2-6 0,2 2 5 0,0 1 6 16,-1-1-12-16,-1 2 9 0,2-3 6 0,6 1-1 16,3-1 4-16,-1-3 2 0,2 3-5 0,0-1-3 15,0 1 4-15,0 0-6 0,0 0-3 0,1 1 2 16,0-1 0-16,2 2 6 0,1-2-8 0,-2 0 9 16,3 0-6-16,-2 1-8 0,2 0 7 0,-1-2-12 15,3 1 5-15,-3 1 8 0,3-1-4 0,-1 0-3 16,2 0 3-16,2-1-6 0,-2 2-7 0,0-1 8 15,1 0 1-15,-1-1 7 0,1 2-15 0,0-2 11 16,11 1-1-16,-13 0-2 0,15 0-3 0,-15-3 2 16,17 3-5-16,-17 2 3 0,3-2-3 0,10 0 8 15,0 0-5-15,-12 0-1 0,13 0 2 0,-1 1-1 16,-13 0-2-16,14 1 6 0,-12-2-3 16,10 3 8-16,1-4-19 0,-12 2 15 0,0-1-4 0,1 0-9 15,15-1 10-15,-4 2-6 0,3-4 1 0,-15 3 2 16,16 0 7-16,-4-2-20 0,-11 2 14 0,0 2 2 15,15-2-1-15,-16-2-6 0,12 2 2 0,2-2 4 16,-16-1-1-16,1 3-2 0,15-1 1 0,-14 1 2 16,-2 1-6-16,2-2 5 0,0-1-1 0,-2 2 10 15,2-1-17-15,1-1 4 0,-1 4 2 0,13-2-1 16,-15-2 5-16,2 2-4 0,-1 0-2 0,2-1 7 16,13 0-13-16,-14 1 8 0,-1 0-3 0,2-2-1 15,12 0 13-15,-15 2-7 0,2-1 3 0,0 1-1 16,1 0 4-16,-1-1-3 0,0 0 2 0,14 1-7 15,-14-2 2-15,12-1 4 0,-13 1 5 0,3 2-9 16,-1-1 0-16,-1-1 8 0,14-2-5 0,-15 4-1 0,14-4-3 16,-12 2 0-16,11 0 3 0,-13 2 3 15,2-2-2-15,1 0-1 0,-1 1 0 0,9-1-1 16,-10 0 1-16,-1-1 4 0,13 2-6 0,-12-2 6 0,0 2-7 16,16-1 1-16,-1-3-6 0,-15 5 3 0,15-2 2 15,0 1 4-15,-4 0-2 0,-12-1 4 0,16 1 1 16,-3-3-18-16,1 2 12 0,-12 1 2 0,-2-1 7 15,1 4-12-15,12-7 8 0,-14 5 0 0,2 2-6 16,-2-2 1-16,1 0-10 0,0 1 7 0,0-1-1 16,3-1 3-16,-3 2 0 0,2 2-1 0,-2-3 10 15,1 0-5-15,1 1-1 0,-1 0 2 0,1 0-4 16,-2-1 0-16,0 2 2 0,2-1-1 0,12-1-7 16,-16 0 6-16,2-1 1 0,0 1 3 0,-2-3-5 15,-1 4-11-15,2-2 10 0,-4 0 3 0,3 1-4 16,-1 1 7-16,-2-1-7 0,1 0 5 0,-2-1 1 15,-3 0-3-15,0 0 14 0,1-1-13 0,-4 5 0 16,-3-4 0-16,4 1-2 0,-5-2 3 0,-3 4 3 16,2-4-4-16,0 2 1 0,-4-1-2 0,3 1-1 15,-1-3-1-15,-2 3 1 0,0 0-1 0,-4 0 5 16,5 0 1-16,-3 0 0 0,2-1-6 0,-4 1 5 16,-2-1 0-16,1 3 1 0,-2-3 0 0,2 0-2 15,-1 1 5-15,-3 0-2 0,3 0-8 0,-11 0 2 16,14 0 4-16,-5 0 1 0,-9 0-2 0,12 1 1 0,-12-1 4 15,11-1-4-15,-5-1 4 0,-6 2 1 0,0 0 1 16,15 0-3-16,-15 0 4 0,6-1-9 0,-6 1 1 16,0 0 5-16,9 1-3 0,-9-1-2 15,0 0 3-15,0 0-1 0,0 0-3 0,0 0 2 0,0 0 2 16,14-1 3-16,-14 1-8 0,8-1 6 0,-8 1 0 16,13-2 1-16,-5 1 2 0,1-1-7 0,-1 1 1 15,4-2 3-15,-1 2 3 0,-2-2-2 0,3 3-7 16,-2-1 3-16,1-1 2 0,1-1-3 0,1 1 3 15,-1 0-6-15,6-1 5 0,-4 1-4 0,-1-1 5 16,7 0-5-16,-7 2-1 0,6-4-3 0,-2 3 8 16,-1-1-3-16,2 2 4 0,-4-1-5 0,1 2 0 15,-3-1 3-15,1 0-3 0,-4-1 2 0,4 1-1 16,-4 1 1-16,0 0-1 0,-9 0-1 0,16-2 4 16,-9 2-1-16,-7 0 1 0,14 0-3 0,-8 0 4 15,-6 0-2-15,13 0 2 0,-13 0-3 0,10 0-6 16,-10 0 4-16,9 0 6 0,-9 0-8 0,0 0 2 15,11 0-1-15,-11 0 0 0,0 0-1 0,11 2 3 16,-11-2-2-16,0 0 0 0,7 0 0 0,-7 0-1 16,0 0 0-16,6 3 1 0,-6-3 6 0,0 0-4 15,0 0-2-15,11 1 2 0,-11-1-3 0,0 0 5 16,0 0-4-16,8 1 2 0,-8-1 1 0,0 0 1 16,0 0-3-16,6 0 0 0,-6 0-1 0,0 0 5 15,0 0 1-15,0 0 0 0,0 0-5 0,9 3 9 16,-9-3 2-16,0 0-5 0,0 0 4 0,0 0 4 15,0 0 0-15,0 0-5 0,9 3 2 0,-9-3-1 16,0 0-1-16,0 0-4 0,0 0 2 0,5 2 0 0,-5-2 3 16,0 0-1-16,0 0 0 0,0 0-1 0,0 0-1 15,0 0 2-15,0 0 2 0,0 0 3 16,0 0-6-16,6 4 3 0,-6-4 0 0,0 0 0 16,0 0-2-16,0 0 2 0,0 0-2 0,0 0-2 0,0 0 1 15,0 0-2-15,0 0-2 0,0 0 0 0,0 0-1 16,0 0 2-16,0 0-1 0,0 0-5 0,0 0-11 15,0 0-13-15,0 0-19 0,0 0-34 0,0 0-29 16,0 0-22-16,0 0-20 0,0 0-44 0,0 0-111 16,-16 10-326-16,16-10 145 0</inkml:trace>
  <inkml:trace contextRef="#ctx0" brushRef="#br0" timeOffset="9563.44">10571 9363 22 0,'0'0'23'0,"0"0"-11"0,0 0-16 0,13 4-6 15,-13-4-9-15,4 4 5 0</inkml:trace>
  <inkml:trace contextRef="#ctx0" brushRef="#br0" timeOffset="10663.22">15895 9109 32 0,'0'0'40'0,"0"0"-3"0,0 0-6 0,10 3-14 0,-10-3-17 16,7 2-27-16,-7-2-28 0,5 4 13 16</inkml:trace>
  <inkml:trace contextRef="#ctx0" brushRef="#br0" timeOffset="12444.45">29410 9096 6 0,'6'-3'131'0,"1"0"-23"16,-7 3-20-16,10-7-24 0,-7 2-28 0,0 1-32 15,-3 4-30-15,0 0-43 0,-8-15-74 0,-3 7 32 16</inkml:trace>
  <inkml:trace contextRef="#ctx0" brushRef="#br0" timeOffset="13899.96">5276 10403 96 0,'0'0'80'15,"-9"-3"-8"-15,9 3-5 0,0 0-8 0,-7-1-3 0,7 1-2 16,0 0-8-16,0 0-8 0,-13 1-6 0,13-1-3 16,0 0 1-16,0 0-11 0,0 0 8 0,0 0-7 15,-10 0 15-15,10 0-11 0,0 0-9 16,-11 1-3-16,11-1 5 0,-10 4-9 0,4 0 3 0,0-2 6 16,-1 1-7-16,1 1 1 0,-6 0-4 0,5 0-2 15,-1 0 4-15,-2 1-5 0,1-1 4 16,2-1 5-16,-4-1 1 0,5 0-8 0,-2 1 13 15,1-1-3-15,0 1 0 0,7-3-10 0,-14 4 19 16,6-3 3-16,3 2 7 0,5-3 0 0,-12 2-8 0,12-2-1 16,-9 0 2-16,9 0-5 0,0 0 6 0,-7 3-7 15,7-3 3-15,0 0-8 0,0 0 3 0,-8 1-6 16,8-1 0-16,0 0-3 0,0 0-3 0,0 0 3 16,0 0-2-16,0 0-4 0,-6 4 7 0,6-4-16 15,0 0 26-15,0 0-15 0,0 0 7 0,0 0 4 16,20 8 5-16,-13-6-1 0,5-1 3 0,2 1 2 15,7 0 4-15,-1 1 2 0,12-3 2 0,3 1-2 16,2-1 8-16,0-1-1 0,15 1-1 0,-13 0-3 16,0-3 1-16,15-1-3 0,-2 2-3 0,-13-1-3 15,12 2 0-15,-13-1-2 0,17 0-3 0,-2 1 0 16,-1 1-2-16,-14-4 0 0,15 1-1 0,-2 1-1 16,-12 1-4-16,11 0 2 0,-9 1-3 0,-3 3-4 15,15-2-3-15,-15 2 6 0,-1 1-5 0,0-1 1 16,-1 0-2-16,0 2-3 0,0 2 2 0,-3-1-1 15,1-1 1-15,-2 3-4 0,0 0 0 0,-1-1 2 16,-2 2 2-16,-2-1-4 0,3 2 2 0,-4-3-3 16,-6-1 3-16,1 1 0 0,5 1-2 0,-7-2 1 15,-1-3 3-15,0 3-1 0,-3-1-3 0,0-1 7 16,-3 0-4-16,-2-1 0 0,0-1 5 0,1-2 0 16,-5 3 1-16,2-1 4 0,-8-2 3 0,12 2 4 15,-6-1 0-15,-6-1 7 0,0 0 3 0,12 0 2 16,-12 0-3-16,0 0 0 0,0 0-4 0,7-3-1 15,-7 3-4-15,0 0-4 0,4-9-6 0,-4 9-8 16,0 0-12-16,0-8-14 0,0 8-13 0,0 0-13 16,0 0-18-16,0 0-21 0,0 0-36 0,-2-13-21 15,2 13-8-15,9-1-17 0,-1 0-147 0,-8 1-341 16,26-3 150-16</inkml:trace>
  <inkml:trace contextRef="#ctx0" brushRef="#br0" timeOffset="15326.88">24758 9178 70 0,'8'6'98'0,"-8"-6"-3"16,11 0-4-16,-11 0-1 0,17 0-1 0,-6-1-6 16,3 0-6-16,0 1 3 0,6 2-9 0,-1-2-8 15,4 0 1-15,-3 1-9 0,8-1 3 0,1 0-9 16,-2 2-2-16,2 0 3 0,0 0 3 0,3 0-13 15,0-2 5-15,-3 3-3 0,2-2-4 0,3 2-1 0,1-2 1 16,1 1-4-16,-6-1-3 0,5 1-3 16,-6 1-3-16,3-2-2 0,-1 4 2 0,3-2-3 15,-1 1 0-15,-3-1 0 0,2-1 1 0,6 0-2 0,-2 1 4 16,0 1-7-16,0-1 2 0,2-3-4 0,2 2 2 16,10-1-1-16,-12 2 2 0,1-2-3 0,11 2-1 15,-9-1 4-15,8 1 0 0,-10-1 1 16,1 0 5-16,12 1-5 0,1 0-2 0,-14 1-2 0,10-1 1 15,-13-1-5-15,3 3 1 0,14-3-1 0,-3 1-2 16,-10 4-4-16,14-3 0 0,0 1 4 0,-3-1-3 16,5-2-1-16,-3 2-1 0,3 1 0 0,0-3-3 15,2-1 5-15,8-1 0 0,-1-2-2 0,23-4-3 16,-25 2-2-16,-1 0-5 0,5 0-2 0,24-1 1 16,-29 1-4-16,-3 1-3 0,2-4 2 0,1 3 4 15,4 1-1-15,-1-3-2 0,-5 1 3 0,0 1-6 16,-1 0 1-16,-4-1-10 0,2 3 5 0,-5 1-5 15,4-4-4-15,-2 3 7 0,-3 1-2 0,1-4 0 16,-13 3-1-16,12-4 0 0,1 3 5 0,-14 1 4 16,20 1-2-16,-6-3 6 0,1 1-2 0,0-1-4 15,-3 6-9-15,-11-2 9 0,-4-2-8 0,3-1-6 16,-1 0 2-16,-3-1 0 0,-1-1-17 0,2 1 9 0,-3 0 1 16,0-1-5-16,-3 1-12 0,-2 1-3 15,-5 0-19-15,-3-1-14 0,-6 1-14 0,-1 0-97 16,-3-4-215-16,-1 2 95 0</inkml:trace>
  <inkml:trace contextRef="#ctx0" brushRef="#br0" timeOffset="26819.29">29932 9067 53 0,'4'-8'74'16,"-4"8"-8"-16,4-7-15 0,-4 7 0 0,3-6 0 16,-3 6-12-16,0 0-14 0,1-8-17 0,-1 8-20 15,0 0-24-15,0 0-26 0,0 0-67 0,0 0 29 0</inkml:trace>
  <inkml:trace contextRef="#ctx0" brushRef="#br0" timeOffset="26983.54">29982 9117 19 0,'0'0'32'0,"0"0"-7"0,0 0-26 0,0 0-12 16,0 0-14-16,0 0 7 0</inkml:trace>
</inkml:ink>
</file>

<file path=ppt/ink/ink1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5:47.945"/>
    </inkml:context>
    <inkml:brush xml:id="br0">
      <inkml:brushProperty name="width" value="0.05292" units="cm"/>
      <inkml:brushProperty name="height" value="0.05292" units="cm"/>
      <inkml:brushProperty name="color" value="#FF0000"/>
    </inkml:brush>
  </inkml:definitions>
  <inkml:trace contextRef="#ctx0" brushRef="#br0">24331 10132 126 0,'0'0'142'0,"7"-1"-10"0,-7 1-11 0,0 0-12 0,0 0-13 16,0 0-9-16,0 0-11 0,0 0-17 15,0 0-30-15,0 0-23 0,0 0-38 0,0 0-37 0,0 0-78 16,0 0-160-16,0 0 71 0</inkml:trace>
  <inkml:trace contextRef="#ctx0" brushRef="#br0" timeOffset="215.49">24474 10175 8 0,'0'0'152'0,"0"0"-23"0,0 0-13 0,0 0-7 15,0 0-8-15,0 0-23 0,0 0-17 0,6 3-24 16,-6-3-20-16,0 0-37 0,0 0-34 0,0 0-69 0,0 0-133 16,0 0 60-16</inkml:trace>
  <inkml:trace contextRef="#ctx0" brushRef="#br0" timeOffset="626.99">24635 10196 183 0,'0'0'174'0,"0"0"-16"16,8 1-16-16,-8-1-9 0,0 0-18 0,0 0-4 15,0 0-10-15,0 0-8 0,0 0-11 0,0 0-5 16,0 0-10-16,0 0-6 0,0 0-8 0,0 0 0 15,0 0-6-15,0 0-2 0,0 0-2 0,0 0-2 16,0 0-5-16,0 0-2 0,0 0-7 0,0 0-2 16,0 0-3-16,0 0 0 0,0 0-2 0,0 0-2 15,0 0-1-15,0 0 0 0,0 0-4 0,0 0 4 16,0 0-7-16,0 0 1 0,0 0-4 0,0 0 0 16,0 0 0-16,0 0 2 0,0 0-1 0,0 0-3 15,0 0-2-15,0 0 2 0,0 0-1 0,0 0-4 16,0 0 2-16,0 0-1 0,0 0-2 0,0 0-1 15,0 0 2-15,0 0-1 0,0 0-7 0,0 0-6 16,0 0-7-16,0 0-2 0,0 0-8 0,0 0-3 0,0 0-7 16,0 0-9-16,0 0-8 0,0 0-15 0,0 0-1 15,0 0-12-15,0 0-4 0,0 0-16 16,0 0-10-16,0 0-101 0,0 0-233 0,0 0 103 0</inkml:trace>
  <inkml:trace contextRef="#ctx0" brushRef="#br0" timeOffset="9461.34">7256 10164 3 0,'0'0'14'15,"0"0"-2"-15,0 0-2 0,0 0-2 0,0 0 1 16,0 0 2-16,0 0-5 0,0 0 5 0,0 0-5 16,0 0-1-16,0 0 2 0,0 0 3 0,0 0-3 15,0 0-5-15,0 0-4 0,0 0 6 0,0 0-2 16,0 0 2-16,0 0-1 0,0 0-3 0,0 0-3 16,0 0 1-16,0 0 0 0,0 0 3 0,0 0-2 15,0 0 8-15,0 0-7 0,0 0-1 0,0 0-1 16,0 0 2-16,0 0 0 0,0 0-3 0,0 0 6 15,0 0-3-15,0 0 0 0,0 0-3 0,0 0 2 16,0 0 2-16,0 0-1 0,0 0 2 0,0 0-3 16,0 0 3-16,0 0-4 0,0 0 2 0,0 0-1 15,0 0-2-15,0 0 0 0,0 0 9 0,0 0-6 16,0 0 0-16,0 0 0 0,0 0-1 0,0 0 1 16,0 0-2-16,0 0 2 0,0 0-1 15,0 0 2-15,0 0-1 0,0 0 0 0,0 0 0 16,0 0-3-16,0 0 2 0,0 0-1 0,0 0 8 0,0 0-9 15,0 0 2-15,12-3 0 0,-12 3 1 16,0 0 0-16,0 0-2 0,0 0 0 0,0 0 3 16,0 0-1-16,0 0 3 0,0 0-1 0,0 0 1 15,0 0-4-15,0 0 0 0,0 0 3 0,0 0 1 16,0 0-1-16,0 0 5 0,0 0-10 0,0 0 2 0,0 0-1 16,0 0 1-16,0 0 2 0,0 0-2 0,0 0-1 15,0 0 3-15,0 0-1 0,0 0-1 0,0 0 1 16,0 0-3-16,0 0 1 0,0 0 2 15,0 0 1-15,6-5-1 0,-6 5 0 0,0 0-4 16,0 0 1-16,0 0-2 0,0 0-1 0,0 0-12 16,3-5-19-16,-3 5 9 0</inkml:trace>
  <inkml:trace contextRef="#ctx0" brushRef="#br0" timeOffset="54002.74">13272 14150 67 0,'7'-3'67'16,"-7"3"0"-16,7-4 3 0,-7 4-12 0,0 0-4 15,11-3 2-15,-11 3-5 0,0 0-4 0,9-1-3 16,-9 1-3-16,0 0-2 0,11 2-7 0,-11-2-5 16,8 2 9-16,-8-2-2 0,8 4-8 0,-8-4-2 15,9 3 1-15,-5 0 3 0,-4-3 6 0,14 6 20 16,-9-3-10-16,1 1-6 0,1 0-1 0,0-1-8 16,-2 3-2-16,1-2-6 0,0-1 13 0,-1 3-10 15,4-3-5-15,-4 3-4 0,-1-3 5 0,1 0-6 16,-5-3-2-16,8 7 4 0,-6-5 1 0,-2-2 6 15,0 0 5-15,10 3-4 0,-10-3 3 16,7 3 0-16,-7-3 0 0,0 0-4 0,13-5 1 0,-4-1-1 16,6-7-2-16,4-9-9 0,6-5-15 0,15-17-31 15,19-18-21-15,1 1-39 0,1-8-28 0,2 3-95 16,-5 1-235-16,5-3 105 0</inkml:trace>
  <inkml:trace contextRef="#ctx0" brushRef="#br0" timeOffset="62867.82">9376 17173 61 0,'0'0'90'15,"0"0"-8"-15,0 0-14 0,0 0-6 0,0 0-3 16,0 0-1-16,0 0-3 0,0 0-9 0,0 0 3 16,0 0-4-16,7-5 8 0,-7 5 3 0,0 0-10 15,0 0-1-15,0 0-2 0,0 0-1 0,0 0-6 16,0 0 1-16,0 0-5 0,0 0-4 0,0 0-1 15,0 0-2-15,0 0 1 0,0 0-4 16,0 0-4-16,0 0 2 0,0 0-2 0,0 0-3 0,0 0 9 16,0 0-6-16,0 0 20 0,0 0 12 0,11 13-2 15,-11-13-4-15,7 4 1 0,-7-4-13 0,5 5-3 16,0-2 2-16,0 1-3 0,-5-4 4 0,6 7 2 16,-2-3 0-16,-4-4-5 0,9 7 3 0,-4-3-5 15,-5-4-2-15,6 7 2 0,-6-7-3 16,7 3-4-16,-7-3-7 0,4 5 6 0,-4-5-6 0,0 0 5 15,0 0-5-15,5 5 3 0,-5-5-1 16,0 0 1-16,0 0-5 0,0 0 0 0,0 0 3 16,11-14-14-16,-2-2-28 0,4-10-43 0,5-6-45 15,6-12-57-15,-1-5-112 0,7-6-308 0,9-26 137 16</inkml:trace>
  <inkml:trace contextRef="#ctx0" brushRef="#br0" timeOffset="66453.03">16721 16375 8 0,'0'0'129'0,"0"0"-16"0,0 0 1 0,0 0-22 0,0 0-11 16,0 0-7-16,0 0-1 0,0 0-3 15,-9-2-6-15,9 2-1 0,0 0 4 0,0 0-7 16,0 0-7-16,0 0 0 0,0 0-8 0,0 0-7 16,0 0-4-16,0 0-3 0,0 0 1 0,0 0-6 15,0 0 7-15,0 0-5 0,0 0 2 0,30-4-2 16,-18 1 2-16,2 3 4 0,6-2 4 0,10 0 7 16,0-1 8-16,8 0-3 0,1-2-5 0,15 1 2 15,6-4-4-15,3 2-8 0,26-4-1 0,-25 6-7 16,28-6 2-16,-1 6-7 0,-2 1-6 0,3 2-15 15,3 2-17-15,-3-2-28 0,5 2-35 0,0 1-47 16,-1-1-162-16,-30 2-311 0,33-2 139 0</inkml:trace>
</inkml:ink>
</file>

<file path=ppt/ink/ink1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42:01.508"/>
    </inkml:context>
    <inkml:brush xml:id="br0">
      <inkml:brushProperty name="width" value="0.05292" units="cm"/>
      <inkml:brushProperty name="height" value="0.05292" units="cm"/>
      <inkml:brushProperty name="color" value="#FF0000"/>
    </inkml:brush>
  </inkml:definitions>
  <inkml:trace contextRef="#ctx0" brushRef="#br0">7858 13535 5 0,'-10'-4'56'0,"3"3"-11"0,7 1 5 0,-10-4-3 16,10 4-3-16,-8-3-8 0,8 3-8 0,-7-1 3 15,7 1 1-15,0 0-12 0,0 0-7 0,-7-4-12 0,7 4-4 16,0 0-11-16,0 0-3 0,0 0-5 0,0 0-9 15,0 0-23-15,0 0-58 0,0 0 26 16</inkml:trace>
  <inkml:trace contextRef="#ctx0" brushRef="#br0" timeOffset="7251.38">8170 12911 32 0,'0'0'46'0,"0"0"-4"0,0 0-4 0,0 0-2 15,0 0-2-15,0 0-6 0,0 0-2 0,0 0-1 16,0 0-6-16,0 0-16 0,0 0-5 0,0 0-5 15,0 0-8-15,0 0-9 0,0 0-24 0,0 0-50 16,0 0 23-16</inkml:trace>
  <inkml:trace contextRef="#ctx0" brushRef="#br0" timeOffset="28387.18">27667 13023 16 0,'-4'-8'-3'0,"4"8"-3"0,0 0 1 16</inkml:trace>
  <inkml:trace contextRef="#ctx0" brushRef="#br0" timeOffset="29048.2">27463 13062 27 0,'0'0'53'0,"0"0"-2"0,0 0 0 16,0 0-7-16,0 0-6 0,-14-5 4 0,14 5-4 0,0 0 0 16,0 0-4-16,0 0-6 0,0 0 1 0,0 0 0 15,0 0-5-15,0 0 7 0,0 0-8 16,0 0-6-16,0 0 4 0,0 0-4 0,0 0 1 16,-9-2-2-16,9 2 4 0,0 0 0 0,0 0 1 0,0 0 0 15,0 0-3-15,0 0 4 0,0 0-11 0,0 0 6 16,0 0-6-16,0 0 8 0,0 0-5 0,0 0 1 15,0 0 0-15,0 0 5 0,0 0-6 0,0 0-1 16,0 0 4-16,30 7 1 0,-17-6-1 0,7-1-1 16,3 0-5-16,4 0 4 0,2 2-4 0,0-4 2 15,-2 1 4-15,0 1 3 0,-5 0-10 0,-3-3 0 16,3 3-2-16,-2-1 6 0,-2 1 0 0,-5 1-3 16,-1 0 0-16,-1-1-12 0,0 2 7 0,-4-2 2 15,-7 0-7-15,14 1 2 0,-14-1 3 0,8-1-5 16,-8 1 1-16,0 0 5 0,7-2-3 0,-7 2-4 15,0 0 7-15,0 0 0 0,0 0 5 0,0 0-10 16,0 0 7-16,0 0-15 0,0 0 1 0,0 0-2 16,-34 2-3-16,17-1 2 0,-1-1 8 0,-3 3-5 15,-1-6 1-15,-5 6-5 0,-4-3 4 0,6 1 8 0,-6 0 1 16,1 0-11-16,1-2 6 0,2 0 5 16,6 2-11-16,0-2 1 0,-2-3 7 0,4 4 5 15,2-1-12-15,1 1 2 0,7-2 11 0,0 2-1 16,9 0 5-16,-14 0-3 0,14 0 0 0,-8 0 0 0,8 0 3 15,0 0-8-15,0 0 1 0,0 0-3 0,0 0 1 16,29-1 13-16,-9 0-17 0,5 0 3 16,4 1 7-16,4-2-7 0,0 2-2 0,0 3-17 0,-2 1-17 15,-4-3-18-15,0 3-22 0,-5 1-107 0,-5 0-195 16,-4-3 87-16</inkml:trace>
  <inkml:trace contextRef="#ctx0" brushRef="#br0" timeOffset="48274.45">10345 7642 25 0,'0'0'80'0,"0"0"-8"0,-3-7-13 0,3 7-6 16,0 0 4-16,-2-6-12 0,2 6-6 0,0 0-15 15,0 0-13-15,0 0-5 0,0 0-8 0,0 0-11 0,0 0-5 16,0 0-4-16,0 0-3 0,0 0-12 16,0 0-22-16,0 0-65 0,0 0 29 0</inkml:trace>
  <inkml:trace contextRef="#ctx0" brushRef="#br0" timeOffset="48471.01">10381 7700 11 0,'0'0'5'0,"0"0"-5"0,0 0-3 0,0 0-3 16,0 0 1-16</inkml:trace>
  <inkml:trace contextRef="#ctx0" brushRef="#br0" timeOffset="49248.18">11828 10871 1 0,'-29'20'44'0,"1"2"-4"0,4-3-2 16,-2 2-7-16,3-2-2 0,-2 1-6 0,1-1-10 0,-2-1-15 15,3 2-13-15,1-1-19 0,-2-1-36 16,-3 0 15-16</inkml:trace>
  <inkml:trace contextRef="#ctx0" brushRef="#br0" timeOffset="49993.36">9500 12866 2 0,'0'0'20'15,"0"0"1"-15,0 0 0 0,0 0-1 0,0 0-8 16,3 7 7-16,-3-7-11 0,0 0 9 0,0 0-3 15,0 0 1-15,0 0-4 0,0 0 3 0,0 0-6 16,-3 9 1-16,3-9 0 0,0 0 4 0,0 0 2 16,0 0-4-16,0 0 4 0,0 0 1 0,0 0-11 15,0 0 7-15,0 0-4 0,0 0 4 0,0 0-7 16,0 0-5-16,0 0 2 0,0 0 4 0,0 0-3 16,-1 8 0-16,1-8 0 0,0 0-1 0,0 0-2 15,0 0 7-15,0 0-3 0,0 0-3 0,0 0-6 16,0 0-5-16,0 0-4 0,0 0-11 0,0 0-27 15,0 0-56-15,0 0 25 0</inkml:trace>
  <inkml:trace contextRef="#ctx0" brushRef="#br0" timeOffset="54928.35">8192 13216 85 0,'0'0'80'0,"-7"3"5"0,7-3-8 0,0 0-3 15,0 0-8-15,0 0-7 0,-10 0 7 0,10 0-15 16,0 0 3-16,0 0 0 0,0 0-1 16,0 0-2-16,0 0 4 0,0 0-1 0,0 0-8 0,0 0 1 15,0 0-2-15,0 0 9 0,0 0-6 0,0 0-6 16,0 0-5-16,0 0 6 0,0 0-12 0,0 0 2 15,0 0-15-15,0 0 7 0,0 0-5 0,0 0-1 16,17-16 0-16,-11 12 0 0,2 2 4 0,-1-1-4 16,0 0 3-16,2 1-11 0,2-2 1 0,-3 0-13 15,1 1 11-15,0 0 0 0,-1 0 3 0,3 0-1 16,0 0-3-16,1-1-4 0,-1 1 4 0,-2 0 2 16,3 2-7-16,-3 0 5 0,-2 0-8 0,-7 1-1 15,13-3 4-15,-13 3 0 0,9 0-5 0,-9 0 2 16,0 0 0-16,8-1 2 0,-8 1 3 0,0 0 1 15,0 0 13-15,0 0-5 0,0 0 4 0,11 0 3 16,-11 0 0-16,0 0-3 0,0 0 3 0,0 0-2 16,0 0-2-16,0 0-5 0,0 0 3 0,0 0-4 15,0 0 0-15,-27 7-3 0,27-7 0 0,-7 2-1 16,7-2-2-16,0 0 0 0,-10 3-3 0,10-3 5 0,-7 3-3 16,7-3-2-16,0 0-1 0,-6 2-4 0,6-2-5 15,0 0-7-15,0 0-4 0,-7 3-2 16,7-3 3-16,0 0-7 0,0 0 2 0,-6 6 0 15,6-6 1-15,-5 5-7 0,5-5-4 0,-5 7-1 0,5-7 2 16,-5 7 2-16,1-3-7 0,4-4-12 16,-5 7 4-16,5-7-5 0,-4 6-7 0,4-6-5 15,-5 7-14-15,5-7-5 0,-3 8-10 0,3-8-18 0,0 0-65 16,-6 7-188-16,6-7 84 0</inkml:trace>
  <inkml:trace contextRef="#ctx0" brushRef="#br0" timeOffset="73677.78">11030 5577 11 0,'0'0'43'0,"0"0"-5"0,0 0-1 16,0 0 0-16,0 0-5 0,0 0 3 0,0 0-2 16,0 0 4-16,0 0-1 0,13 5 3 15,-13-5 1-15,0 0 2 0,0 0 8 0,0 0-6 16,0 0 9-16,0 0 2 0,9 0 2 0,-9 0-5 0,0 0-5 15,0 0-1-15,13-11-8 0,-2 7-3 0,-3-6-4 16,6-1 2-16,2-1-13 0,7-4 6 0,-1-3-8 16,4-2-3-16,2 2 0 0,3-4-17 15,0 2-9-15,10-8-20 0,1 0-21 0,2 4-24 16,-11 7-79-16,13-11-165 0,-1 1 73 0</inkml:trace>
  <inkml:trace contextRef="#ctx0" brushRef="#br0" timeOffset="76415.62">7922 5149 11 0,'0'0'42'0,"0"0"-6"15,0 0-2-15,0 0-2 0,0 0-4 0,-12 1-8 16,12-1-1-16,0 0 1 0,-12 3-4 16,12-3 2-16,-7 2 1 0,7-2-2 0,-7 1-4 0,7-1-1 15,-10 1 3-15,10-1-2 0,-11 2-7 0,6 0 8 16,5-2-11-16,-9 2 0 0,9-2 8 16,-10 3-3-16,10-3 3 0,0 0 0 0,-9 0 0 15,9 0-2-15,0 0-1 0,0 0-1 0,0 0 1 16,0 0-9-16,-8 2 1 0,8-2 7 0,0 0-1 15,0 0 2-15,0 0 0 0,0 0-2 0,0 0 0 0,33 0 2 16,-15-2 6-16,2-1-5 0,9 1-4 0,2-3-2 16,2 2 5-16,3-1-2 0,0 0-15 0,3 5-26 15,-2-1-53-15,-1 3-94 0,16 3 41 16</inkml:trace>
</inkml:ink>
</file>

<file path=ppt/ink/ink1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09:53:58.357"/>
    </inkml:context>
    <inkml:brush xml:id="br0">
      <inkml:brushProperty name="width" value="0.05292" units="cm"/>
      <inkml:brushProperty name="height" value="0.05292" units="cm"/>
      <inkml:brushProperty name="color" value="#FF0000"/>
    </inkml:brush>
  </inkml:definitions>
  <inkml:trace contextRef="#ctx0" brushRef="#br0">27930 13411 14 0,'0'7'35'0,"0"-7"-3"0,0 0-3 0,0 0 0 0,0 0-6 16,0 0-1-16,0 0-4 0,0 8 2 0,0-8 0 16,0 0-7-16,0 0 0 0,0 0 4 0,0 0-12 15,-4 6 9-15,4-6-2 0,0 0-5 0,0 0-2 16,-4 5-1-16,4-5 4 0,0 0-3 0,0 0-6 15,0 0 2-15,-6 7-1 0,6-7 1 0,0 0 2 16,-4 6 5-16,4-6-4 0,0 0 2 0,0 0-13 16,-1 7 5-16,1-7 6 0,0 0-2 0,0 0 2 15,0 0-8-15,0 0 6 0,0 0-5 0,0 0 0 16,0 0 3-16,-2 7 3 0,2-7-4 0,0 0 1 16,0 0 1-16,0 0 1 0,0 0-3 0,0 0 0 15,0 0-1-15,0 0-1 0,0 0 1 0,0 0-3 16,0 0 8-16,0 0-2 0,0 0 0 0,0 0-3 15,0 0 2-15,0 0 7 0,0 0-11 0,0 0 3 16,0 0 2-16,0 0 2 0,0 0-3 0,0 0-3 16,0 0 0-16,-2 9-2 0,2-9 0 0,0 0 9 15,0 0-1-15,0 0-5 0,0 0 3 0,0 0-2 16,-4 6 3-16,4-6-1 0,0 0-3 0,0 0 6 16,0 0-3-16,0 0-2 0,0 0 1 0,0 0-1 15,0 0 1-15,0 0 4 0,0 0-6 0,0 0 1 16,0 0-2-16,0 0 5 0,0 0 2 0,0 0-1 15,0 0 1-15,0 0 2 0,0 0 1 0,0 0 5 16,0 0 3-16,0 0-2 0,0 0-3 0,0 0-2 16,0 0 4-16,0 0-4 0,0 0-2 0,0 0-3 15,0 0 4-15,0 0-3 0,0 0-1 0,0 0-6 16,0 0 1-16,4 10 1 0,-4-10-4 0,0 0-4 16,0 0-2-16,0 0-11 0,0 0-1 0,0 0 3 0,-4 8-10 15,4-8-4-15,0 0-19 0,0 0-58 0,0 0 25 16</inkml:trace>
  <inkml:trace contextRef="#ctx0" brushRef="#br0" timeOffset="18193.27">10862 7365 23 0,'0'0'37'15,"0"0"-5"-15,-10-2-4 0,10 2-2 0,0 0-8 16,0 0 1-16,0 0 2 0,0 0-4 0,0 0-2 16,0 0-7-16,0 0 3 0,0 0-2 0,0 0-1 15,0 0 0-15,0 0 0 0,0 0 1 0,0 0-1 16,0 0-7-16,0 0 11 0,0 0-7 0,0 0 0 16,0 0-1-16,0 0 1 0,0 0-5 0,0 0 7 15,0 0-8-15,0 0 1 0,0 0 2 0,0 0-1 16,0 0-1-16,0 0 3 0,0 0 0 0,0 0-1 15,0 0-10-15,0 0 5 0,0 0-6 0,0 0 4 16,0 0-4-16,0 0-2 0,0 0-3 0,0 0-6 16,0 0 0-16,0 0-2 0,0 0-1 0,0 0-12 15,0 0-39-15,0 0 18 0</inkml:trace>
  <inkml:trace contextRef="#ctx0" brushRef="#br0" timeOffset="46830.88">5981 8945 11 0,'0'0'19'0,"0"0"-4"0,0 0 1 0,0 0-9 15,0 0 12-15,-8-17-11 0,5 11 1 0,2-5-2 16,0 3 14-16,-1-5 10 0,1-4-21 0,0-1-26 16,0 2-11-16,2-3-28 0,-2-5 13 0</inkml:trace>
  <inkml:trace contextRef="#ctx0" brushRef="#br0" timeOffset="53665.74">11844 6728 2 0,'-5'24'0'16,"0"2"9"-16,1 2-9 0,0 1 3 15,-2 3 4-15,1-3 0 0,-3 2-1 0,0 1-3 16,1-2 0-16,-1-1 2 0,0 2-2 0,1-2 1 16,1-1-3-16,1 2-1 0,0-1 3 0,2-1-3 0,-3 0 1 15,3-2 6-15,0 1-7 0,-1-2 5 16,3-1 4-16,0-4-7 0,-2 7-1 0,2-4 7 16,1 3-7-16,-2-7 1 0,4 0-1 0,-1 0 3 15,0 0 0-15,-1 1 1 0,2 0 1 0,-2-1 0 16,1 5-5-16,0 1-1 0,-1-6 1 0,2-1 0 0,-4 1 2 15,4 0-1-15,-2 6-4 0,0-6 1 16,2-3 3-16,-1 2 2 0,1-1-2 0,1 0-1 0,0-2 0 16,2 1-1-16,-3-1 1 0,2 1-1 15,1-1 1-15,-2 1 1 0,0 0 1 0,-3-1 1 16,2 3-6-16,1-2 5 0,-3 3 0 0,0-2-1 0,-3-1 0 16,2-1-1-16,0 2 3 0,2-1-4 15,-2-3 0-15,-2 0 3 0,2 2-4 0,1-1 2 16,0-2-2-16,-2-1 5 0,0 1 2 0,-1 1-5 15,2-3-1-15,5 3-2 0,-7-4 2 0,3 4 0 16,3-2-2-16,-3 0 1 0,4-1 2 0,-3-2-2 0,0 3 3 16,2-2-3-16,1-1 3 0,-4-8-2 0,2 18 0 15,-2-18 3-15,0 11-8 0,0-11 7 0,0 13-2 16,0-13-1-16,-2 11 0 0,2-11 3 0,0 0-6 16,-4 12 3-16,4-12 2 0,-5 9 1 15,5-9-2-15,-8 6 2 0,8-6-5 0,-13 3 5 0,13-3-3 16,-14 3-1-16,7-2-6 0,7-1-5 0,-16-2-12 15,9 0-25-15,-2-1 12 0</inkml:trace>
</inkml:ink>
</file>

<file path=ppt/ink/ink1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09:57:52.706"/>
    </inkml:context>
    <inkml:brush xml:id="br0">
      <inkml:brushProperty name="width" value="0.05292" units="cm"/>
      <inkml:brushProperty name="height" value="0.05292" units="cm"/>
      <inkml:brushProperty name="color" value="#FF0000"/>
    </inkml:brush>
  </inkml:definitions>
  <inkml:trace contextRef="#ctx0" brushRef="#br0">10762 7497 3 0,'0'0'22'0,"0"0"-4"0,0 0-2 0,0 0-5 0,-8 2-1 15,8-2-5-15,0 0 2 0,0 0-2 0,0 0-4 16,0 0-5-16,0 0-3 0,0 0-8 0,0 0-15 16,0 0 6-16</inkml:trace>
  <inkml:trace contextRef="#ctx0" brushRef="#br0" timeOffset="3923.81">11505 7482 21 0,'0'0'32'0,"0"0"-5"0,0 0-1 0,0 0-4 16,0 0 1-16,0 0 3 0,0 0-4 0,0 0-9 15,0 0-3-15,0 0 1 0,0 0-1 0,0 0 2 16,0 0-1-16,0 0-2 0,0 0-1 0,0 0 3 16,0 0-4-16,0 0-2 0,0 0-2 0,0 0 11 15,0 0-13-15,0 0 1 0,0 0-9 0,0 0-12 16,0 0-10-16,0 0-17 0,0 0-48 0,0 0 21 15</inkml:trace>
  <inkml:trace contextRef="#ctx0" brushRef="#br0" timeOffset="9683.65">5845 7420 1 0,'0'0'7'0,"0"0"-4"0,0 0-3 0,0 0 3 0,0 0 2 15,0 0-5-15,0 0-4 0,0 0-3 0,0 0 2 16</inkml:trace>
  <inkml:trace contextRef="#ctx0" brushRef="#br0" timeOffset="16689.82">5653 7570 45 0,'0'0'40'0,"0"0"1"16,-7 0-11-16,7 0 5 0,0 0-5 0,0 0-1 0,0 0-8 15,0 0 4-15,0 0-6 0,0 0-2 16,0 0 5-16,0 0-8 0,0 0 3 0,0 0 6 0,0 0-6 15,0 0-5-15,0 0-2 0,0 0 4 0,0 0-5 16,0 0-8-16,0 0 10 0,0 0 0 16,0 0-4-16,0 0-6 0,0 0 7 0,0 0 1 0,0 0-9 15,0 0 9-15,0 0-4 0,0 0 0 16,-3-11-4-16,3 11-3 0,0 0 1 0,0 0 7 16,0 0-4-16,0 0-3 0,0 0 4 0,0 0-3 0,0 0 3 15,0 0 8-15,0 0-21 0,0 0-4 0,0 0-13 16,0 0 1-16,0 0-4 0,0 0-14 15,0 0 7-15,0 0-26 0,0 0-66 0,0 0 29 16</inkml:trace>
  <inkml:trace contextRef="#ctx0" brushRef="#br0" timeOffset="42426.15">11813 7432 30 0,'0'0'45'0,"-3"-10"-7"0,3 10-1 16,0 0-8-16,-4-7-6 0,4 7 3 0,0 0-4 15,0 0 7-15,0 0-7 0,0 0-6 0,0 0 2 16,0 0-2-16,1-10-1 0,-1 10 0 0,0 0-6 15,0 0-1-15,0 0 2 0,0 0 0 0,0 0 2 16,0 0-3-16,0 0 2 0,0 0-6 0,0 0-1 16,0 0 1-16,0 0 2 0,0 0-3 0,0 0 0 15,0 0-10-15,0 0 6 0,0 0 5 0,0 0-1 16,0 0-7-16,0 0-2 0,0 0 7 0,0 0-8 0,0 0-3 16,0 0 2-16,0 0-3 0,0 0-3 15,0 0 4-15,0 0-2 0,0 0-2 0,0 0-3 16,0 0 0-16,0 0 0 0,0 0-10 0,0 0 4 15,0 0-29-15,0 0-55 0,0 0 26 0</inkml:trace>
  <inkml:trace contextRef="#ctx0" brushRef="#br0" timeOffset="58029.35">5818 7454 12 0,'0'0'16'0,"-8"0"1"0,8 0 0 16,0 0-2-16,0 0-3 0,0 0 1 0,0 0-3 15,-10 1-10-15,10-1-6 0,0 0-12 0,0 0-19 16,0 0 8-16</inkml:trace>
  <inkml:trace contextRef="#ctx0" brushRef="#br0" timeOffset="59211.09">11935 7315 3 0,'0'0'49'0,"0"0"1"0,0 0-13 0,0 0-1 16,0 0-3-16,0 0-13 0,0 0-12 0,0 0-12 0,0 0-15 16,0 0-17-16,0 0-38 0,0 0 16 0</inkml:trace>
  <inkml:trace contextRef="#ctx0" brushRef="#br0" timeOffset="81839.08">19156 5179 42 0,'-62'-23'39'0,"-29"8"-53"0,36-3-15 0,-1 4 7 15</inkml:trace>
  <inkml:trace contextRef="#ctx0" brushRef="#br0" timeOffset="86015.46">11734 7428 49 0,'-4'-5'71'0,"4"5"-5"0,0 0-3 0,-5-8-1 15,5 8-7-15,0 0-4 0,-2-4-1 16,2 4-7-16,0 0-4 0,0 0-6 0,0 0 0 0,6-11-5 16,4 4-7-16,9 1 4 0,6-5 5 0,5 0-9 15,3-2-2-15,18-3 4 0,0-2 5 16,3 2-11-16,0-3 3 0,5 1-5 0,2-2-2 16,-4 0-3-16,1 3 2 0,0-1 3 0,-2 1 2 0,1-2-5 15,-2 3-6-15,2 0 10 0,-1 2-12 0,-4-1 8 16,-3 5-9-16,-10 1 3 0,-4-1 6 0,3 1-7 15,-2 0-2-15,-2-2-4 0,-3 7 6 16,1-5-7-16,-5 5-2 0,-5-1 14 0,-1 1-7 16,-4 0-4-16,-3 1 5 0,0 0-3 0,-2 1 8 0,-2 0-6 15,-1-1-10-15,-3 1-8 0,2 1 24 0,-8 1 2 16,9-3 6-16,-9 3 0 0,6-3 4 0,-6 3 6 16,0 0-8-16,0 0-4 0,0 0 10 0,0 0-1 15,0 0-6-15,11 0 0 0,-11 0-2 0,0 0-3 16,0 0-1-16,0 0-1 0,0 0-8 0,0 0 1 15,0 0 3-15,0 0-13 0,0 0 20 0,-13 22-10 16,6-13-8-16,-5 4 8 0,2 0-3 0,-3 2 7 16,-4 5-5-16,4-6-10 0,-3 7 6 0,5-6 0 15,-1-2-17-15,4 0-6 0,-3 3-8 0,3-3-12 16,0-3-8-16,3 3-1 0,1-3-18 0,0 1-22 16,1-1-62-16,1-1-168 0,-3-1 75 0</inkml:trace>
  <inkml:trace contextRef="#ctx0" brushRef="#br0" timeOffset="86209.78">13090 6916 49 0,'-15'-15'134'0,"-1"3"-10"0,1 1 5 15,-3 0-20-15,-1 0-5 0,0 1-13 0,2 1 2 16,2 1-1-16,3 4-15 0,1 1-2 0,0-4-10 15,4 6-13-15,1-2-20 0,6 3-23 0,-7-4-42 16,7 4-11-16,0 0-13 0,0 0-8 0,0 0-25 16,0 0-68-16,0 0-171 0,8 20 75 0</inkml:trace>
  <inkml:trace contextRef="#ctx0" brushRef="#br0" timeOffset="86882.06">13627 6825 2 0,'0'0'95'0,"0"0"-2"0,0 0-11 16,0 0-4-16,0 0-13 0,0 0-10 0,0 0 0 16,0 0 3-16,0 0 2 0,5 22-10 0,-3-10-11 0,5 5 3 15,-3-2-1-15,3 4 1 0,-3 0-9 16,4-1 3-16,0 8-5 0,-3-2-10 0,-3-6 8 16,2-1-3-16,1 0-9 0,-3-6 1 0,-1 0 6 15,1 1-10-15,-2-3 0 0,0-1 1 0,0 0 1 16,0-8 11-16,2 10 1 0,-2-10-1 0,0 7 18 15,0-7 9-15,0 0 0 0,0 0-4 0,-5 7-1 16,5-7-1-16,0 0-7 0,0 0-8 0,-16-11-5 16,12 3-2-16,-2 0 2 0,3-4-8 0,-2 2 2 15,3-3-4-15,0-4 1 0,0-1-6 0,2 1-2 16,0-2 3-16,4 1-5 0,-2-2-8 0,6 3 1 16,-2 0 7-16,1 4-8 0,3-4 3 0,-2 8-5 15,-1-1 3-15,5 4-2 0,-2-1 0 0,-1 2-3 16,4 2-3-16,-1 3-2 0,-1 2 11 0,0 3-2 0,3 1 1 15,-1 5-4-15,-2-3 3 0,2 5-6 16,-4 3 2-16,3-2 0 0,-1 1 0 0,-3 2 5 16,0 2-7-16,-1 0 8 0,1 4 0 0,-3-4-11 15,-3 1-4-15,0-1-25 0,4 0-30 0,-5-2-25 0,0 7-21 16,1-6-23-16,-2 2-89 0,0-2-242 0,-3-8 107 16</inkml:trace>
  <inkml:trace contextRef="#ctx0" brushRef="#br0" timeOffset="87448.23">14034 7018 1290 0,'0'-13'21'0,"0"-1"41"15,-2 4 15-15,0-1-27 0,2 11-13 0,-3-13-15 16,3 13-7-16,-2-11-6 0,2 11-4 0,-3-9 3 16,3 9-5-16,0-6 0 0,0 6 2 0,0 0-5 15,0 0 0-15,0 0-1 0,0 0-1 0,0 0 18 16,0 0-17-16,0 0 2 0,0 0-5 0,-4 28 3 15,8-22 5-15,-2 4-6 0,1 0 4 0,4-2-3 16,-2 1 7-16,-1 1-7 0,4-3 1 0,-3-1-4 16,3 0 3-16,-2-2-10 0,-2 1 2 0,1-1 0 15,1-2-6-15,-6-2 3 0,8 4 14 0,-8-4-9 16,0 0 0-16,0 0 11 0,0 0-13 0,10-12 1 16,-10 6 2-16,0 6-5 0,2-17 14 0,-4 7-11 15,1-2-2-15,0 0 2 0,1-8 5 0,-2 3 2 16,4 0-6-16,-1 6 5 0,2-5-2 0,0 5-4 15,3-5 3-15,-1 7-1 0,2 1 0 0,0 0-2 16,-1 3 5-16,1 2 7 0,3 1-8 0,-4 1-2 16,5 2-13-16,1 4 13 0,-3-1 12 0,1 2-12 15,0 4 3-15,-1-5-2 0,2 9 7 0,-3 0-6 16,0-4 4-16,-2 2 2 0,-1-3 5 0,1 2-11 16,-2 0 2-16,-1 0 12 0,0-6-12 0,1 4-3 15,-2-2 17-15,-2-7 8 0,4 7 1 0,-4-7 12 16,0 0-1-16,0 0-2 0,0 0-11 0,0 0 7 15,0 0-1-15,0 0 0 0,0 0-2 0,0 0-13 16,-10-23 9-16,6 12 1 0,3 0-4 0,2-1-2 16,-1-5-2-16,4-1-3 0,0 3-2 0,1-2 0 15,1 3 2-15,5-1-7 0,-4 0 1 0,0 4 0 16,0-1 0-16,-1 6-1 0,4 0-1 0,-4 0-2 16,3 1-2-16,-2 4 2 0,0-2-4 0,-7 3 3 0,13 4-2 15,-7-1 6-15,1 1-6 0,3 2 3 0,-1 2-1 16,-1 3-5-16,0 3-12 0,-2 1-15 15,1 1-24-15,-1 3-11 0,1-2-27 0,-2 2-24 16,4 6-112-16,-7-11-250 0,0 2 110 0</inkml:trace>
  <inkml:trace contextRef="#ctx0" brushRef="#br0" timeOffset="87600.67">14602 6892 30 0,'0'-11'156'0,"0"11"-17"0,0-11-10 0,0 11-14 0,0-10-28 16,0 10-36-16,6-10-24 0,-2 5-47 0,2 2-27 15,3-1-65-15,0 1-120 0,4-1 53 0</inkml:trace>
  <inkml:trace contextRef="#ctx0" brushRef="#br0" timeOffset="88181.84">14943 6851 157 0,'5'-6'146'0,"0"-2"-2"0,0-2 2 0,0 0-15 15,-2-2-7-15,-1 0-6 0,1 1-4 0,-2-4-9 16,2-2-14-16,-3 0-5 0,1 2-7 0,-2-1-11 16,0 0 8-16,-1 0-5 0,0 0-10 0,-2-1-3 15,1 5-6-15,-2-4-5 0,0 4-1 0,0 1-10 16,0 1-1-16,-1 1-2 0,0-1-6 15,1 5-3-15,1-1-2 0,-2 1-3 0,6 5-1 0,-10-6-6 16,10 6-3-16,-12-3-2 0,12 3-1 0,-12 4 0 16,4 0-3-16,8-4 0 0,-8 7-7 0,5-3-2 15,3-4-4-15,-2 10-1 0,2-10-4 0,4 12 6 16,-4-12-4-16,7 8-1 0,-1-3-4 0,3 0 2 16,1 0 1-16,0-1 4 0,-1-1-2 0,3 2 6 15,-1-2-1-15,-1 1-2 0,0 0 0 0,-3 1 0 16,1-2 1-16,-1 2 9 0,1-2-8 0,-4 0 2 15,1 2 1-15,-1 1 3 0,0 0-2 0,6 2 1 16,-6-2-3-16,-1-1 0 0,0 1-1 0,2 1 1 16,2-1 5-16,-4 0-6 0,5-1 1 0,-3 0 1 15,1 0-2-15,0-3 1 0,0 2 3 0,3-3-4 16,-1-1 0-16,2 1 4 0,-1-2-8 0,4-2-4 16,-2-1 2-16,-1-1 4 0,2-2 0 0,-1 1-2 15,1-1 0-15,-3-2 2 0,0-1-3 0,0 1 4 16,-6 0-2-16,3-2 1 0,-1-5-2 0,-3 5 2 15,0-1 0-15,-1-4 2 0,-1 4-1 0,-3-1 2 16,2 3 0-16,-3-1 7 0,0 2 7 0,2-1-1 16,-3 2-3-16,-2 4 3 0,2-1-1 0,5 5-1 15,-9-5 0-15,9 5 3 0,-13 1-6 0,13-1 0 16,-14 9-3-16,6 0 4 0,1 0 1 0,-2 0-3 16,4 2-1-16,2 1 3 0,3-1-3 0,0 0-11 15,2-1-4-15,3 1-18 0,-2-2-18 0,9 0-17 16,1 3-21-16,3-6-22 0,-1 1-118 0,4-2-247 15,-1-1 110-15</inkml:trace>
  <inkml:trace contextRef="#ctx0" brushRef="#br0" timeOffset="88398.19">15425 6334 49 0,'0'0'164'0,"-21"2"-26"0,10 3-14 0,2 0-2 16,-4 3-18-16,3 1-5 0,0 0-6 0,3 2-8 16,0-2-14-16,3 1-3 0,1 2-12 0,4-2 0 15,1 4-5-15,2-3-2 0,2 4-7 0,2-5-23 16,6 2-21-16,0-3-32 0,4 1-25 0,2-3-26 16,1 0-27-16,-1-5-71 0,3 0-199 0,5-4 88 15</inkml:trace>
  <inkml:trace contextRef="#ctx0" brushRef="#br0" timeOffset="88631.84">15600 6068 64 0,'-6'-9'201'15,"4"3"-11"-15,0-1-12 0,2 7-27 0,-4-8-18 16,4 8-15-16,0 0-7 0,0 0-5 0,0 0-7 15,-2 25-1-15,6-1-2 0,-1 4-7 0,1-1-10 16,2 3-4-16,-2 0-14 0,0 0 0 0,0 2-6 16,2-4-8-16,0 0-1 0,1 1-4 0,-3 0-17 15,2-5-22-15,-1-2-22 0,-1-2-24 0,1-3-35 16,0 1-21-16,-1-4-31 0,-2-1-19 0,0-1-120 16,-2-2-290-16,0-3 128 0</inkml:trace>
  <inkml:trace contextRef="#ctx0" brushRef="#br0" timeOffset="88898.36">15548 6299 70 0,'0'-10'111'0,"6"4"-16"0,0-3-8 16,6 2-6-16,3-5-6 0,0 2-12 0,7-4-5 15,1 1-7-15,1 1 1 0,-6 2-9 0,3 2-4 16,-1 1-3-16,-3 0-2 0,1 1-8 0,-7 4 0 15,2-3-10-15,-4 4 3 0,-1-2 3 0,-2 3-2 16,-6 0-7-16,13-1 4 0,-13 1-4 0,13 4 1 16,-8-1 0-16,1 1 3 0,-2 1-2 0,0 0 16 15,-1 1-7-15,1 2-1 0,0 2-1 16,0 0 1-16,-1 2-4 0,0-1-5 0,-1 0 3 0,0 1-9 16,2 1-29-16,-1-1-28 0,0 2-21 0,0-4-30 15,0 3-78-15,-1-1-194 0,0-2 86 0</inkml:trace>
  <inkml:trace contextRef="#ctx0" brushRef="#br0" timeOffset="89348.6">16139 5777 99 0,'0'0'191'0,"-2"-7"-10"16,2 7-6-16,0 0-16 0,-3-9-19 0,3 9-16 16,0 0-18-16,0 0-12 0,0 0-9 0,0 0-12 15,0 0-7-15,-4 34 0 0,7-10-8 0,1 3-3 16,-3 4-5-16,3-1-3 0,0 3-2 0,1-3-6 16,0 1-3-16,0 2-1 0,-1-4-3 0,2 0-6 15,-1-2-1-15,0 0 0 0,3-1-7 0,-4-7 4 16,0 0-4-16,-1-1 0 0,1-1-1 0,0 1-8 15,-1-3-22-15,-2 0-14 0,-1-2-16 0,1-1-23 16,-1-2-15-16,3 0-7 0,-6-3-19 0,1 1-8 16,-2-2-11-16,0-2-13 0,-2 1-83 0,6-5-240 15,-19 0 107-15</inkml:trace>
  <inkml:trace contextRef="#ctx0" brushRef="#br0" timeOffset="89798.17">16014 6138 45 0,'-4'-10'116'0,"4"10"-13"0,3-14-13 0,-3 14-7 16,10-14-12-16,0 6-5 0,-1 1-5 0,5-1-2 16,0 3-9-16,0-4-3 0,5 1-1 0,-2 0-8 15,2 3-1-15,-6 1-10 0,6-2 3 0,-1-1-2 16,-7 4-9-16,2 0 2 0,-1-1-5 0,-1 0 6 16,1 3-6-16,-6-1-2 0,2-1-3 0,0 1 1 15,-8 2 0-15,12-1-6 0,-12 1-1 0,10-1-2 16,-10 1 0-16,10 2-2 0,-10-2 3 0,8 3 5 15,-8-3-4-15,8 7 4 0,-3-2 4 0,2-1-4 16,-1 1 6-16,0 0-7 0,-1-1-2 0,2 1-1 16,-2-2-3-16,3 3 5 0,-1-2-1 0,0-1-1 15,-1 0 3-15,-6-3-2 0,9 3 3 0,-3-2-1 16,-6-1-2-16,13-1-1 0,-13 1 8 0,10-7 0 16,-6 4 1-16,1-3 3 0,-1 2-2 0,-1-3-5 15,-1-1 5-15,1 2 18 0,-2-1-3 0,0-2-5 16,-1 0 3-16,0 9-6 0,2-14 2 0,0 8 4 15,-2 6 1-15,2-10 2 0,-2 10-6 0,0-8-1 16,0 8-7-16,0 0-2 0,0 0-4 0,0 0 2 16,0 0-6-16,0 0-2 0,0 0 4 0,13 13 2 15,-10-4-3-15,1 3 1 0,-1 0 7 0,0 0-5 16,1 3-2-16,0 0-2 0,2 2-1 0,-2-1 5 16,0 1-4-16,1-1-3 0,-1-1 3 0,0-3-10 15,0 0-21-15,1 0-24 0,-1 0-42 0,-1-1-42 16,1-2-133-16,-2-1-285 0,0-1 126 0</inkml:trace>
  <inkml:trace contextRef="#ctx0" brushRef="#br0" timeOffset="89998.99">16603 5921 19 0,'-3'-10'184'0,"3"10"-24"0,-1-7-19 15,1 7-22-15,0 0-8 0,0 0-9 0,0 0-9 16,0 0-9-16,0 0-9 0,0 0-3 0,11 23-5 16,-9-13-8-16,4 4-7 0,1 2-4 0,-2 3 3 15,1-4-21-15,1 2-25 0,-1 1-36 0,2 5-32 16,-2-7-26-16,1 2-35 0,-5-1-71 0,2-2-210 16,0-2 94-16</inkml:trace>
  <inkml:trace contextRef="#ctx0" brushRef="#br0" timeOffset="90431.83">16792 6037 14 0,'0'0'138'0,"-2"-24"-4"0,0 14 5 15,0 2-7-15,2-1-1 0,0-1-15 0,0-2-10 16,1 1-8-16,3-5-16 0,0 6-7 0,2-2-4 16,-1 2-9-16,2 0-7 0,-1 1-6 0,-1 1-7 15,5 4-4-15,-3 0-6 0,2 2-3 0,-2 0-7 16,-7 2 5-16,20 3-8 0,-10 2 0 0,2 0-7 16,-3 4 4-16,1 0 0 0,1 6-8 0,-1-3 3 15,-1 4 2-15,1-1-19 0,-2 0-18 0,0 1-19 16,-2 0-31-16,2-1-34 0,-2 2-36 0,-3-6-75 15,1-1-235-15,2-1 104 0</inkml:trace>
  <inkml:trace contextRef="#ctx0" brushRef="#br0" timeOffset="90981.84">17219 5763 120 0,'-9'-4'165'0,"-2"0"-11"0,-1 0-23 0,2 4-6 16,-2 2-16-16,1 1-7 0,-1 4-14 0,-3 3-2 16,5-1-18-16,-2 4 0 0,6-3-4 0,-2 3-15 15,2 0 0-15,2-4-6 0,3 2-3 0,1-3-5 16,0-8-8-16,5 16-4 0,-1-9-6 0,1-1-6 16,1-1-11-16,4 1-3 0,-1-3-13 15,3-1 3-15,-1-1-11 0,0-2 9 0,-1-1-5 0,-1 2 4 16,-9 0-2-16,13-7 7 0,-7 4 0 0,-1-3 6 15,3-3 4-15,-5 3 3 0,3-2 4 0,-4-1-3 16,2 0 14-16,-3 2 16 0,1 1-5 0,-1-2 3 16,-1 8 5-16,3-9 1 0,-3 9 1 0,2-7-9 15,-2 7-6-15,0 0-7 0,0 0-3 0,0 0-1 16,0 0 0-16,0 0-10 0,14 24 11 0,-9-5 2 16,2 8 8-16,-4 6-3 0,0 13-6 0,-2 2 1 15,2 4 6-15,-1 0 4 0,0 0 1 0,-1-2-8 16,0 3 3-16,0-3-2 0,2-1 0 15,0-3 0-15,-2-10-5 0,0-2 2 0,-2 1-2 0,0 1-4 16,1-3 1-16,-3-3-4 0,0-5 5 0,1-4-2 16,-2-4 1-16,-2-1 3 0,1 0-4 0,-1-6 1 15,1-3 4-15,-2-1-6 0,-3-2 1 0,-1-4-1 16,0-2-1-16,-2-2-3 0,-3-5-4 0,-4-9-2 16,7 3-6-16,-3-9-5 0,4-7 1 0,2-4-1 15,4-14 4-15,2 0 1 0,5-1-1 0,3 0-2 16,4 1 3-16,3 1-3 0,3 3-1 0,5-1-1 15,-3 13 1-15,2 2-5 0,11-7-3 16,-6 12-15-16,0 0-5 0,3 3-11 0,-1-1-11 0,3 5-9 16,-2 0-10-16,2 4-24 0,-3 1-9 0,-1 2-24 15,-7 5-92-15,0-2-249 0,0 4 110 0</inkml:trace>
  <inkml:trace contextRef="#ctx0" brushRef="#br0" timeOffset="91202.55">16548 5809 1936 0,'-30'-10'19'0,"0"-4"-18"15,2-1 55-15,10 5 2 0,1 1-20 0,6 3-8 16,2 0-11-16,1 3-3 0,2-1-20 0,2 0-18 15,4 4-17-15,-8-6-12 0,8 6-17 0,0 0-26 16,0 0-22-16,0 0-39 0,0 0-116 0,34 10-293 16,-23-6 129-16</inkml:trace>
  <inkml:trace contextRef="#ctx0" brushRef="#br0" timeOffset="109438.75">11871 6228 53 0,'0'0'70'16,"0"-11"-5"-16,0 11-10 0,2-11 2 0,-2 4-2 15,3 1-5-15,-3-4-7 0,2 1 1 0,-2-4-4 16,2 4-4-16,2-2-7 0,-1-1-1 0,1 1 2 15,0-7-6-15,-2 3-2 0,3-2 5 0,3-2-3 16,0 1-8-16,1-7 4 0,3 1-3 0,-1-1-9 16,1-1 8-16,3-3-3 0,-1 0 1 0,3-4-6 15,4-8 4-15,0-5-8 0,2 2 0 0,0-2 3 16,4 0 3-16,-3-2-6 0,5-2 6 0,2-1 0 16,1 4-1-16,1 0 0 0,2 1-9 0,-1-1 1 15,1 3 3-15,-1 2-4 0,2 0 6 0,-5 3-1 16,3 0-11-16,-1 0 1 0,-3-1 5 0,1 1-2 15,0 3 2-15,1 0-11 0,-9 8 7 0,10-8 1 16,-8 8 7-16,0 1 0 0,6-8-6 0,1-1 8 16,-9 7-13-16,0 4 5 0,2 0 0 0,0 0 7 15,0 3-10-15,-3-1-3 0,3 2-2 0,-3 1 5 16,1 1-3-16,-1 0 5 0,-3 2-7 0,-1 1 9 16,-1 5-2-16,-3-2-4 0,-1 1 1 0,-4 3 4 15,3-2-5-15,-3 4 3 0,3 0-3 0,-4 2 6 16,-1 1 3-16,-3 0-10 0,2 0 8 0,2 2 2 15,-8 2-9-15,9-6 12 0,-9 6-16 0,6-2 3 16,-6 2 5-16,7-3-1 0,-7 3 4 0,0 0-7 16,0 0 6-16,0 0-2 0,0 0 1 0,14 5 0 15,-14-5 12-15,0 6-12 0,0-6 2 0,0 10-2 16,0-10 5-16,-2 13-2 0,1-4 6 0,-4 2 9 16,1-1-8-16,2 4 12 0,-5-2-9 0,5 0-8 15,-5 2 3-15,3-1 2 0,-1-2 4 0,3 1-10 16,-3 0-2-16,1-1-12 0,2 1-12 0,0 1-9 15,-3 0-15-15,3-1-18 0,0 1-54 0,-3-3-130 16,5-1 57-16</inkml:trace>
  <inkml:trace contextRef="#ctx0" brushRef="#br0" timeOffset="109674.9">13130 4231 110 0,'-8'-11'129'0,"-1"1"-6"16,-3-2-18-16,4 3 2 0,1 3-3 0,-2 0-9 16,0-1-13-16,4 2-6 0,-1-1-13 0,-1 0 1 15,1 3-16-15,6 3-24 0,-10-4-24 0,10 4-32 16,-7-4-23-16,7 4-1 0,0 0-22 15,0 0-74-15,0 0-164 0,0 0 73 0</inkml:trace>
  <inkml:trace contextRef="#ctx0" brushRef="#br0" timeOffset="110115.54">13722 4055 30 0,'-8'-2'134'15,"8"2"-10"-15,0 0-5 0,-13 6-11 0,13-6-18 16,-11 5-2-16,2 2 2 0,2 1-12 0,-1 8-2 16,-2-1-13-16,1 2-1 0,-1 6-7 0,3 2 0 15,-1 1-13-15,4-2 1 0,-2 0-5 0,3-5-1 0,3 0-5 16,0-2-3-16,3 0-1 0,3-1-5 15,0-2-3-15,4 1 0 0,-1-4 1 0,4 1-2 16,1 0-5-16,1-3 2 0,4-1 1 0,1-5-3 16,2 0-3-16,3-4-3 0,6-1 5 0,-2-2-4 15,3-3 0-15,-5-2 1 0,-2-1 0 0,0-4 1 16,-3-2-1-16,-6 5-2 0,6-7 0 0,-8 2-1 16,4-4 1-16,-5-2-6 0,-4 4 0 0,-2-1 13 15,2-7-14-15,-5 2-3 0,-4-1-4 0,-2-1 9 16,-2 7-2-16,-3 0-3 0,-2-4 4 0,-2 5-3 15,-5-1-2-15,-2 1 3 0,2 5-3 0,-2 3-5 16,-6-2 6-16,-3 7-4 0,0 0-8 0,4 3-16 16,3 2-13-16,-3 2 2 0,1 2-23 0,-2 4-14 15,-1 3-7-15,7-2-14 0,2 5-25 0,4-2-63 16,2 2-204-16,3-2 91 0</inkml:trace>
  <inkml:trace contextRef="#ctx0" brushRef="#br0" timeOffset="110566.61">14146 3828 137 0,'0'0'133'0,"0"0"-9"0,4-9-8 0,-4 9-24 16,0 0-14-16,0 0-2 0,8 1-9 0,-8-1-6 15,8 18-2-15,-4 0-9 0,1 9 4 0,0 0-3 16,0 4-6-16,1 0 2 0,-2 1-1 16,1-1-8-16,1 0-4 0,-1-2 1 0,0-4-7 0,0 2 3 15,-3-8-8-15,0 0 2 0,2 1-8 0,-1-2 7 16,0-3-7-16,0-2-3 0,-3-1 0 0,2-2-4 16,-2-1 7-16,5 1-3 0,-5-4-1 15,0-6-7-15,3 9 6 0,-3-9 7 0,2 9 9 0,-2-9 10 16,0 7 1-16,0-7-4 0,0 0-1 0,0 0-5 15,0 0 1-15,0 0 0 0,0 0-2 0,0-24-9 16,0 12-2-16,2-4-9 0,2-2 3 0,3-1-2 16,1-6-4-16,2-1 3 0,1 2-6 15,0 6 3-15,-1 1-4 0,1 0 3 0,0 5-6 16,0-1 8-16,-4 7-7 0,-1 1-4 0,1 0 2 0,1 2-3 16,-8 3 0-16,12 0 0 0,-12 0 1 0,14 5-1 15,-5 2 4-15,-2 1-2 0,-1 4 1 0,4 2-4 16,-4 0-13-16,-1 4-17 0,1-2-11 0,-1 4-26 15,-1 1-28-15,1-2-16 0,2 5-16 16,-3-5-104-16,-4-1-257 0,4 0 114 0</inkml:trace>
  <inkml:trace contextRef="#ctx0" brushRef="#br0" timeOffset="111182.22">14589 4167 88 0,'0'0'112'0,"0"0"-7"0,2 31 5 0,0-22-23 0,-1 1-6 16,0 0 20-16,1 0-23 0,1-1 1 0,-1-2-9 16,-2 0 4-16,0-1-16 0,0-6-5 15,4 11-5-15,-3-6-6 0,-1-5 2 0,1 6 9 16,-1-6 8-16,0 0 8 0,0 0-7 0,0 0-6 15,0 0-1-15,0 0-7 0,0 0-10 0,0 0 1 0,-13-16-8 16,7 7-8-16,6-3 3 0,-3-3 0 0,2-2-5 16,1-2-3-16,-1 0 1 0,2-7-2 15,-1 8-8-15,4-2 2 0,0 1 0 0,0 0-1 16,1 4-8-16,1-2 3 0,2 4-2 0,1 3-2 16,-3 2 2-16,3 1 2 0,2 2-6 0,-2 2 2 15,2 1-2-15,-1 4-3 0,-1-1 3 0,2 2-3 0,1 3-1 16,-2 1 2-16,-1 3 3 0,2 1-1 15,0 1-4-15,-1 1 4 0,-3-4 2 0,0 3-1 16,-1-2 0-16,1-1-3 0,-3-1 3 0,3 0-2 16,-3 1 3-16,-1-2-3 0,-1-2 5 0,1 0-3 15,-3-5 0-15,4 7 3 0,-4-7 0 0,0 0 2 16,1 7 1-16,-1-7-3 0,0 0 3 0,0 0 0 16,0 0-1-16,0 0-3 0,0 0 3 0,0 0-1 15,0 0-3-15,-15-19 1 0,13 9 0 0,1-4-5 16,1 3 3-16,3-4-1 0,0-2-2 0,1-2-4 15,5-6 1-15,1 2-4 0,-2 7 5 0,8-6-4 16,-1 2-1-16,-4 7 1 0,3 0 5 0,-2-1-3 16,1 6 4-16,-2 2-1 0,-2 2-1 0,2 2-3 15,1 1 4-15,-3 2-4 0,1 2 1 0,0 0 0 16,1 2-3-16,-2 1 6 0,1 2-1 0,-2 1 4 16,-2 1-5-16,1 1 4 0,2 2-1 0,-2 2-6 15,-5 1-16-15,1 1-11 0,-2-1-24 0,-1 2-20 16,0 0-12-16,-1-1-28 0,-2 1-10 0,1-3-83 15,-2 2-230-15,0-5 101 0</inkml:trace>
  <inkml:trace contextRef="#ctx0" brushRef="#br0" timeOffset="111382.1">15081 3937 109 0,'0'-12'118'0,"0"12"-26"0,0 0 4 15,2-12-10-15,-2 12-5 0,0 0-16 0,0 0 0 16,0 0-6-16,0 0-9 0,0 0 4 0,0 0-13 16,21 29 4-16,-15-18-10 0,-1 1 1 0,1 2-6 15,1 0 3-15,-3 0-22 0,6 0-19 0,-4 2-22 16,1-2-20-16,-3-2-23 0,0 4-85 0,-2 0-171 16,-2-5 76-16</inkml:trace>
  <inkml:trace contextRef="#ctx0" brushRef="#br0" timeOffset="111788.02">15523 3842 117 0,'-8'5'154'0,"-2"1"1"0,-1 0-7 0,2 1-10 16,-5 0-14-16,5 1-12 0,0 0-3 0,0 1-13 15,0 0-11-15,3 1-4 0,0 1-11 0,1 0-8 16,3 1 0-16,-2 0-13 0,4 0-3 0,4 4-3 16,-2-5-8-16,3 0-9 0,3-3-7 0,4 5-14 15,3-4-36-15,5-1-26 0,6 0-32 0,3-3-38 16,-1 0-112-16,3-4-259 0,-1-5 115 0</inkml:trace>
  <inkml:trace contextRef="#ctx0" brushRef="#br0" timeOffset="112032.85">15930 3746 73 0,'-21'16'166'0,"3"-4"-9"16,-2 6-10-16,-1 1-9 0,3 1-8 0,4-5-12 16,2-1-12-16,3 3-9 0,1-1-8 0,2 1-10 15,3-2-6-15,2 1-7 0,1-1-8 0,2-2-1 16,5 1-7-16,-1 2-6 0,3-1-15 0,0-2-11 16,5-1-27-16,1 0-17 0,3-3-37 0,8 2-27 15,2-1-27-15,-9-6-115 0,2 0-251 0,5-2 111 16</inkml:trace>
  <inkml:trace contextRef="#ctx0" brushRef="#br0" timeOffset="112615.39">16183 3863 85 0,'0'0'152'0,"-21"16"-7"0,13-7-8 16,-4 1-6-16,4 1-13 0,-5 3-2 15,7-5-17-15,-1 6-6 0,1-3-12 0,1 4-8 0,1-2-11 16,0-1 4-16,4-2-10 0,2-1-6 0,1 0-6 16,-1-1-2-16,3 1-4 0,0-2-7 0,1 0 0 15,2-1-3-15,1-3-6 0,-1 2 3 16,1-4-8-16,1 0 9 0,0 1-5 0,-2-3-15 0,-8 0 6 16,15-3-6-16,-9 1-3 0,1-2-9 15,-2-1 2-15,0 0 11 0,3-4-11 0,-5 0-1 0,1-3 4 16,-1 1-6-16,-1-1 7 0,-2-6-6 15,2 1 1-15,-4-2-2 0,4 4 5 0,-2 0 2 16,0 2-4-16,0 0-3 0,0-2 4 0,-2 4 3 16,2 11 5-16,0-15-4 0,0 15 4 0,-1-13-10 15,1 13-1-15,0 0 7 0,1-9-3 0,-1 9 0 16,0 0 2-16,0 0-3 0,0 0-1 0,21 22 0 0,-15-12 6 16,-1 2-1-16,4 3 8 0,0-1-1 0,-1 2 0 15,0-2-2-15,-2 1 4 0,-1-3 2 0,1-2-1 16,-3-1 2-16,0-3-6 0,-2 1 2 0,1-1-2 15,-2-6 4-15,4 8 7 0,-4-8 6 16,2 5 10-16,-2-5 7 0,0 0-1 0,0 0 2 0,0 0-9 16,0 0 0-16,0 0-6 0,0 0 1 0,0 0-5 15,0-24 2-15,0 15-3 0,0-3-8 0,1-1-4 16,4-2-2-16,3-10-1 0,1 8 0 16,0-7 6-16,1 8-9 0,0 0-2 0,3 0-1 15,-2 3 0-15,-3 4-3 0,-2 0 1 0,2 1-4 16,0 2-1-16,-3 3 0 0,0-1 0 0,-5 4 2 0,14-1-1 15,-14 1 1-15,14 4 3 0,-6 0-3 16,-1 2-2-16,2 1 1 0,-1 1 4 0,-3 0-1 16,2 3-7-16,0 0-5 0,-1 2-31 0,0 0-13 15,-3 2-33-15,3 0-42 0,-4-3-24 0,1 5-136 16,-3-5-316-16,1-1 140 0</inkml:trace>
  <inkml:trace contextRef="#ctx0" brushRef="#br0" timeOffset="112882.01">16612 3615 105 0,'0'0'210'0,"-1"-10"-13"0,1 10-15 16,-4-7-22-16,4 7-24 0,0 0-12 0,0 0-6 15,0 0 3-15,0 0 2 0,0 32-2 0,1-15-7 16,-1 9-8-16,4-1-6 0,0 4-5 0,-2 1-10 15,2-4-3-15,0 1-11 0,0-1-5 0,0 1-7 16,-2-2-5-16,1-5 1 0,1-1-11 0,-2-2-2 16,5-1-21-16,-5 1-16 0,1-5-26 0,-1 1-28 15,1-1-22-15,-2-1-21 0,0-1-25 0,2 1-16 16,-2-4-23-16,1-1-1 0,-1 1-8 0,-1-7-108 16,0 0-295-16,-10 8 130 0</inkml:trace>
  <inkml:trace contextRef="#ctx0" brushRef="#br0" timeOffset="113348.6">16466 3814 4 0,'16'-8'97'0,"4"0"4"0,7-2-11 0,0 0-6 16,2 3-21-16,-3 2 2 0,2-1-7 0,0 3-16 15,-9-1 2-15,3 2-5 0,-6 0 5 0,4-2-13 16,-5 1-2-16,-4 2-3 0,1 0-1 0,-12 1-11 15,13-1 8-15,-13 1-2 0,0 0-12 0,12 0 4 16,-12 0 14-16,0 0-3 0,0 0 6 0,4 8-5 16,-4-8 5-16,0 0 11 0,0 0-3 0,-6 19 8 15,6-19-3-15,-9 16 4 0,4-5-12 0,2-2-4 16,-2 3 3-16,3 1-4 0,-2-2 1 0,0 1 0 16,3-3-6-16,-1 2-1 0,0 0 0 0,2-1-8 15,2-1 6-15,1-2-3 0,-1-1 1 0,2 0-5 16,0-1-2-16,0 1 2 0,1-2-3 15,-1 0-2-15,4 0 3 0,-8-4-2 0,0 0 2 0,12 4-7 16,-12-4 5-16,0 0-1 0,16-7-8 0,-16 7-6 16,5-9 6-16,-5 9-3 0,4-17 4 0,-4 7-10 15,2-1 2-15,0 1 4 0,0 0-3 16,-2 10 3-16,1-19-6 0,1 12 2 0,-2 7 3 16,0 0 4-16,-2-16-1 0,2 16-6 0,0-10 7 15,0 10-7-15,0 0 4 0,0 0-8 0,0 0 7 16,0 0-5-16,0 0 2 0,0 0-2 0,0 0 4 15,6 30-6-15,-6-30 12 0,2 20-4 0,1-9-1 16,-2 0-22-16,5 2-24 0,-2-3-26 0,3 2-17 16,-1-2-20-16,2-1-96 0,2 0-225 0,0-4 100 0</inkml:trace>
  <inkml:trace contextRef="#ctx0" brushRef="#br0" timeOffset="113582.43">17067 3721 39 0,'0'0'162'0,"-10"-4"-1"0,10 4-13 15,-14 0-9-15,14 0-14 0,-16 7-11 0,7 1-7 16,-3 6-4-16,0-1-2 0,2 3-5 0,0 1-12 0,1 0-3 16,2-1-13-16,2 0-3 0,1 0-3 15,2-3 0-15,1 0-17 0,2-3-2 0,1 3 1 16,7-4-13-16,-1-1-4 0,4-1-23 0,4 2-22 15,3-2-38-15,3-6-29 0,7 1-33 0,2-4-10 16,0 1-21-16,-2-6-78 0,-2 0-245 0,0 0 109 16</inkml:trace>
  <inkml:trace contextRef="#ctx0" brushRef="#br0" timeOffset="113814.9">17361 3569 116 0,'-3'-10'213'15,"1"0"2"-15,2 10-3 0,-4-12-6 0,4 12-20 16,-4-8-22-16,2 4-19 0,2 4-20 0,0 0-12 16,0 0-14-16,0 0-4 0,0 0 10 0,0 28-12 15,0-12-4-15,1 2-7 0,-1 8-8 0,2-2-7 16,1 0-6-16,-2 0-1 0,2-5-7 0,1 1-5 16,-1 6-1-16,3-1-7 0,-1-2-2 0,-3-4-3 15,2-3-6-15,0-2-24 0,0-1-29 0,-2-2-17 16,1 1-20-16,-2 0-28 0,0-4-47 0,-1-8-30 15,3 14-28-15,-2-6-157 0,-3-1-380 0,2-7 168 16</inkml:trace>
  <inkml:trace contextRef="#ctx0" brushRef="#br0" timeOffset="113982.32">17224 3735 20 0,'10'-5'142'0,"2"-1"-2"0,6-1-20 16,0 3-11-16,1-3-10 0,1 3-12 0,7-3-25 0,0 1-28 16,0 2-39-16,-7 4-41 0,0 0-81 0,-8-1-139 15,0-1 62-15</inkml:trace>
  <inkml:trace contextRef="#ctx0" brushRef="#br0" timeOffset="114604.28">13969 4956 112 0,'-12'1'119'0,"2"1"-1"0,3-1 3 16,7-1-10-16,-12 1-14 0,12-1-7 0,-6 2 0 16,6-2-20-16,0 0-7 0,0 0 0 0,0 0-11 15,38-2 7-15,-3-5 1 0,24-2 1 0,35-13-4 16,8 0-4-16,10-6 1 0,6-3-7 0,4 3-4 15,6-5-9-15,-1 3-3 0,5 3 1 0,0-2 3 16,4 0-1-16,0 4-10 0,-6 5 0 0,-2 1-5 16,-1 4-1-16,-2 0-5 0,-4-2 8 0,2 8-4 15,-6-3 0-15,-3 5-1 0,-6-2-6 0,-6-2-3 16,-8 5 3-16,5 3-3 0,-6-4 7 0,-2 1-1 16,-27 3 1-16,1-2-4 0,-4 0 3 0,-2 2-6 15,-4-3 1-15,-5 0-1 0,-13 2 1 0,-5 1-3 16,-7-1 0-16,-3 1 2 0,-3 2 4 0,-7-1-5 15,0 0 9-15,-3-2-2 0,-1 1 0 0,-1 3-4 16,-2-4-2-16,-5 4-7 0,6-8-21 0,-6 8-34 0,0 0-26 16,-11-13-43-16,-1 7-27 0,-8 1-126 15,-12-2-301-15,-4 2 133 0</inkml:trace>
  <inkml:trace contextRef="#ctx0" brushRef="#br0" timeOffset="115298.49">15094 3710 7 0,'-8'15'87'0,"8"-15"-21"16,-3 7 6-16,3-7-8 0,0 0-3 0,-2 8-13 15,2-8 12-15,0 0-6 0,0 0 3 0,0 0 6 16,0 0 6-16,0 0 2 0,-1 7 0 0,1-7 2 0,0 0 5 15,0 0-1-15,0 0 0 0,0 0-25 16,0 0 2-16,0 0-3 0,-13-15-9 0,13 15 1 16,-7-11-4-16,5 7-6 0,2 4 4 0,-4-10 2 15,0 5 4-15,4 5-6 0,-5-5-11 0,5 5 6 16,0 0-11-16,-5-6 4 0,5 6-6 0,0 0-9 16,0 0 5-16,0 0-5 0,-6-4 3 0,6 4-9 15,0 0-26-15,0 0-32 0,-5 15-20 0,5-7-42 16,-2 0-140-16,2-8-277 0,0 0 123 0</inkml:trace>
  <inkml:trace contextRef="#ctx0" brushRef="#br0" timeOffset="118320.7">10694 13858 14 0,'-28'-49'143'0,"5"4"-16"16,9 15-29-16,0 0 3 0,-2 2-18 0,3 1-3 15,2 4-14-15,5 6-9 0,0 1-9 0,0 2-15 16,6 14-17-16,-8-22-4 0,8 22-13 0,-6-17-7 0,6 17-11 15,-8-14-6-15,8 14-5 0,0 0-6 16,-14-15 6-16,14 15-92 0,-23-13-132 0,7 2 59 16</inkml:trace>
  <inkml:trace contextRef="#ctx0" brushRef="#br0" timeOffset="124170.63">5782 7460 40 0,'0'0'54'0,"0"0"-5"0,0 0-2 16,0 0-9-16,0 0-5 0,0 0-2 0,0 0 3 16,0 0-3-16,0 0-2 0,0 0-6 0,0 0-4 15,0 0 2-15,0 0-3 0,0 0-1 0,0 0-6 16,0 0 5-16,0 0-4 0,0 0-6 0,0 0 8 16,0 0-9-16,0 0 5 0,0 0-8 0,0 0-2 15,0 0-15-15,0 0-7 0,0 0-9 0,0 0-5 16,0 0-7-16,0 0-27 0,0 0-74 0,0 0 33 15</inkml:trace>
  <inkml:trace contextRef="#ctx0" brushRef="#br0" timeOffset="125858.2">12065 7485 23 0,'0'0'24'0,"0"0"1"15,0 0-7-15,0 0 2 0,0 0-2 0,0 0-4 0,0 0 1 16,0 0 0-16,0 0-7 0,0 0 3 15,0 0 2-15,0 0-4 0,0 0 3 0,0 0-7 16,0 0-2-16,0 0 8 0,0 0-2 0,0 0-8 16,0 0 5-16,0 0-3 0,0 0 1 0,0 0 4 15,0 0-3-15,0 0-1 0,0 0 2 0,0 0-5 16,0 0 5-16,0 0 0 0,0 0 4 0,0 0-6 16,0 0 0-16,0 0 1 0,0 0 1 0,0 0-7 15,0 0-3-15,0 0 5 0,0 0 6 0,0 0-3 0,0 0 0 16,0 0-4-16,0 0 5 0,0 0-1 0,0 0-9 15,0 0 6-15,0 0 0 0,0 0 0 0,0 0 0 16,0 0-1-16,0 0 3 0,0 0 0 0,0 0-4 16,0 0-1-16,0 0 3 0,0 0 0 15,0 0 6-15,0 0-4 0,0 0 1 0,0 0-8 0,0 0 1 16,0 0 4-16,0 0-1 0,0 0 4 0,0 0-7 16,0 0-2-16,0 0 5 0,0 0 0 0,0 0 6 15,0 0-6-15,0 0-3 0,0 0 4 0,0 0-3 16,0 0 3-16,0 0 2 0,0 0-7 0,0 0 4 15,0 0 1-15,0 0-3 0,0 0-3 0,0 0 3 16,0 0-2-16,0 0 11 0,0 0-6 0,0 0-3 16,0 0 3-16,8 8 2 0,-8-8-4 0,0 0 5 15,0 0-5-15,0 0-3 0,0 0 6 0,0 0-1 16,0 0 3-16,0 0-3 0,0 0 0 0,0 0-5 16,0 0 4-16,0 0-3 0,0 0 5 0,0 0-2 15,0 0-2-15,0 0 3 0,0 0-1 0,0 0-1 16,0 0-3-16,0 0 8 0,0 0-6 0,0 0 4 15,0 0-7-15,0 0 3 0,0 0 2 0,2 6-5 16,-2-6 2-16,0 0 2 0,0 0-1 0,0 0-1 16,0 0-1-16,0 0-5 0,0 0 3 0,0 0-5 15,0 0-8-15,0 0 0 0,0 0-27 0,0 0-48 16,0 0 21-16</inkml:trace>
  <inkml:trace contextRef="#ctx0" brushRef="#br0" timeOffset="126577.58">12023 7424 56 0,'0'0'57'0,"0"0"-8"0,0 0-6 16,0 0-15-16,0 0-13 0,0 0-21 0,0 0-35 0,0 0-43 16,0 0 19-16</inkml:trace>
  <inkml:trace contextRef="#ctx0" brushRef="#br0" timeOffset="140762.1">12023 7406 12 0,'0'0'78'0,"0"0"-6"0,0 0-7 0,0 0-8 0,0 0-4 15,0 0-10-15,0 0-7 0,0 0-2 0,0 0-14 16,0 0-15-16,0 0-16 0,0 0-17 0,0 0-9 16,0 0-30-16,0 0-72 0,0 0 32 0</inkml:trace>
  <inkml:trace contextRef="#ctx0" brushRef="#br0" timeOffset="-131329.98">22442 5954 2370 0,'-104'-18'-212'0,"56"-12"-235"0,-6 5 138 16,13-7 126-16,-10 10-8 0,-2-12 19 15,-32-20-185-15,-2 7 81 0</inkml:trace>
  <inkml:trace contextRef="#ctx0" brushRef="#br0" timeOffset="-111730.65">14645 9299 1340 0,'-56'-25'-152'0,"10"-14"154"0,17-7-59 0,8-10 41 16,8 6 8-16,-1-7 18 0,3 8-26 0,7-6 1 16,7 4 5-16,-2 0 4 0,0 5-11 0,6 11 9 15,-7 35-15-15,-2-58 13 0,2 58-10 0,0-42-4 16,-5 23-5-16,4 2-16 0,1 17 2 0,0-28-100 16,0 28-154-16,0 0 69 0</inkml:trace>
  <inkml:trace contextRef="#ctx0" brushRef="#br0" timeOffset="-111147.27">14818 5304 262 0,'9'38'-145'0</inkml:trace>
  <inkml:trace contextRef="#ctx0" brushRef="#br0" timeOffset="-93847.1">11964 9124 6 0,'0'0'17'0,"0"0"-10"15,0 0-12-15,0 0-6 0,0 0 2 0</inkml:trace>
  <inkml:trace contextRef="#ctx0" brushRef="#br0" timeOffset="-91328.29">11778 9051 9 0,'1'10'7'15,"-1"1"-4"-15,0 1 4 0,0-12-1 0,-1 19 0 16,-1-9-3-16,2-10 3 0,0 16-5 0,0-16-5 16,-5 14 5-16,5-14 5 0,-1 8 0 0,1-8-1 15,0 0 2-15,-3 13 5 0,3-13-1 0,0 0-2 16,-6 8-4-16,6-8 2 0,-5 6 2 0,5-6-1 16,0 0 1-16,0 0-3 0,-9 6-2 0,9-6 3 15,0 0-2-15,0 0 1 0,0 0-9 0,-8 5 3 16,8-5 3-16,0 0-14 0,0 0-15 0,0 0-29 15,0 0 13-15</inkml:trace>
  <inkml:trace contextRef="#ctx0" brushRef="#br0" timeOffset="-90048.69">11792 6654 2 0,'2'26'5'0,"3"0"-1"0,-1 6-2 16,-4-3-1-16,2 1 5 0,-1 4 2 0,-1 2 1 15,1-2-3-15,2 2 1 0,-3-3-1 0,5 2-4 16,-3-2 4-16,-2 3 2 0,0 0-2 0,1-3-4 16,-1 4 1-16,0-4 1 0,0 1-1 0,2-1 2 15,-1-2-3-15,0 3 7 0,1-5-5 0,0 0-1 16,-2 3-1-16,2-4 0 0,0 0-1 0,-4 0 2 15,5 2 1-15,1-2-4 0,0 0 4 0,1-1-5 16,-3 4 9-16,0-4-9 0,0 2 6 0,-2 1 0 16,-1-1-5-16,5-4 1 0,-4 4 4 0,-3-4-4 15,6 2 4-15,-6-2-5 0,3 3 3 0,-1-1 0 16,0-1-2-16,1-1-3 0,-3 2 3 0,2-2 0 16,1 3 2-16,0 0 1 0,0-2-4 0,0 1 3 15,0-2 2-15,0 0 2 0,1 3-6 0,-2-4 4 16,1 2 1-16,0-5-5 0,0-2-1 0,2 5 0 15,0-4 0-15,-1 5 1 0,0-6 3 0,-1 1-1 16,3-1-2-16,-1 5-1 0,-1-6 2 0,-1 0 1 16,0-1-4-16,2 2 5 0,2-2 2 0,-2-1-3 15,2 2 2-15,-2-1 1 0,1-5 0 0,2 6 5 16,-1-1-7-16,-2 1 2 0,1-1 7 0,3 1-8 16,-4-1 1-16,2-1-1 0,2 3 0 0,-4-3 1 15,0-1-3-15,-1 0 1 0,1-1 4 0,0 2-4 16,0-1 0-16,-2-2 0 0,2-1 3 0,-4 0 1 15,2 0-6-15,0 0 5 0,-2-1-4 0,2 0 2 16,-1-1-7-16,2-1 6 0,-2-1 1 0,1 1-3 16,0 0 1-16,0-9 5 0,0 16-4 0,0-16-1 15,1 14 6-15,-1-5-2 0,0-9-3 0,0 14 0 16,0-14 10-16,0 15-8 0,2-8-2 0,-2-7-2 16,0 0 6-16,2 16-5 0,-2-16 0 0,0 9 3 15,0-9-5-15,0 0-3 0,0 0 4 0,0 12-1 16,0-12 5-16,0 0 2 0,0 0-2 0,0 0-2 15,0 0-2-15,0 0-2 0,2 8-7 0,-2-8-15 16,0 0-14-16,0 0-35 0,0 0-76 0,0 0 34 16</inkml:trace>
  <inkml:trace contextRef="#ctx0" brushRef="#br0" timeOffset="-88980.95">11849 6318 6 0,'0'0'10'0,"-3"9"-1"0,2-2-4 16,1-7-2-16,0 15-2 0,-1-7 4 0,1 3 1 15,0 0 1-15,-3 1 0 0,1-1 3 0,2 5-3 16,-3 1-5-16,6 2 4 0,-6-3-4 0,3 3 4 15,3 2-4-15,-6-2 2 0,2 6 2 0,1 1-2 16,1-1 0-16,-1-1 1 0,3 2-1 0,2 0 4 16,-8 1-2-16,6 0 1 0,-3 1-3 0,0 0-3 15,0 3 4-15,0-3 6 0,0 4-4 0,1-4-3 16,-2 3 1-16,1 0-1 0,1-1 0 0,-2 2 3 16,2-2-6-16,-1-1 1 0,3 3 2 0,-3 2-2 15,2-6 6-15,1 4-3 0,0-1-3 0,-2-1 7 16,3-1-5-16,-1 1-1 0,1 1-2 0,-2-4 3 15,3 3-4-15,-2-3-1 0,-1 2 7 0,0 1 0 16,0-4-9-16,-2 2 8 0,1 0-2 0,0-1 0 16,2-2 2-16,-1 1-4 0,0 0-1 0,0-1 2 15,0-2 2-15,0 3-3 0,-2-7 3 0,1 5-5 16,1-5 2-16,-4 1 2 0,1 1 0 0,0-2 0 16,1 5 0-16,0-5-4 0,1 1 3 0,-1 0-3 0,-1-3 5 15,1 3-6-15,-1 0 5 0,1-1 0 0,-2-2-3 16,2 1 1-16,0 2-2 0,0-5 1 15,0 4 5-15,0-1-7 0,0 0 10 0,0-1-6 16,0-1-1-16,0 0-2 0,0-2 2 0,0 2 0 16,0 1-2-16,0-5 2 0,0 1-2 0,0-2 7 15,-2 5-3-15,2-5-3 0,0 2-1 0,0 0 0 16,2 3 3-16,-4 0 6 0,4-3-5 0,-4 3-1 16,0 0-2-16,2 0 3 0,-4-2-5 0,3 2 4 15,-3 0-1-15,2-2 1 0,0 0-4 0,-3 3 7 0,2-2-2 16,1 0 2-16,0-2-6 0,-2-1 0 0,1 5 1 15,2-5 3-15,-1 1-1 0,-1 0-2 16,0 3-2-16,-1 0 7 0,2-5-5 0,-3 2 0 16,5-2 0-16,-4 2-1 0,2-2-1 0,0 0 4 15,2 2-1-15,-1-2 0 0,1 0 2 0,-2 1-2 0,4-1-4 16,-2 0-4-16,0 1 10 0,0-2 1 0,1 0-1 16,1 1-1-16,-1-1 0 0,-2 0-1 0,3 1 0 15,-2 0 2-15,1 0-3 0,2-1 3 16,-1-1 3-16,1 1-3 0,-3-1-3 0,2 1-3 0,1-1 4 15,-2 1-1-15,2-1-1 0,-1 1 4 0,0-2-6 16,0 1 2-16,0 1-3 0,-1-3-2 0,3 0 6 16,-4 0 0-16,2 5 1 0,-2-4-1 0,2 3 0 15,-2 0 4-15,-2 0-12 0,2 0-1 0,0 1-3 16,0 0-1-16,-2-1-7 0,0-1 4 0,0 1-4 16,1 0-26-16,-1-1-50 0,0 0 23 0</inkml:trace>
  <inkml:trace contextRef="#ctx0" brushRef="#br0" timeOffset="-13433.5">5504 7441 6 0,'0'0'55'0,"0"0"-4"0,0 0-7 0,0 0-1 0,0 0-6 16,0 0 0-16,0 0-4 0,0 0-9 0,0 0 3 15,0 0-7-15,0 0 0 0,0 0 4 16,0 0-8-16,10-18-1 0,-10 18 0 0,0 0-3 15,0 0-2-15,0 0-3 0,0 0 1 0,0 0 0 0,0 0-5 16,0 0 1-16,0 0-3 0,0 0 3 0,0 0 1 16,0 0 7-16,0 0-10 0,0 0 4 15,0 0-3-15,0 0 5 0,0 0-6 0,0 0 6 0,0 0-2 16,0 0-5-16,0 0 0 0,0 0-4 16,0 0 1-16,0 0 5 0,0 0-2 0,0 0 0 0,0 0-2 15,0 0 3-15,0 0-3 0,0 0 0 0,0 0-4 16,0 0-6-16,0 0 1 0,0 0-9 0,0 0-2 15,0 0-11-15,0 0-8 0,0 0-34 0,0 0-79 16,0 0 36-16</inkml:trace>
  <inkml:trace contextRef="#ctx0" brushRef="#br0" timeOffset="-9190.97">11983 7406 22 0,'0'0'37'0,"0"0"-13"16,0 0-1-16,0 0-8 0,0 0-6 0,0 0-11 0,0 0-9 15,0 0-9-15,0 0-21 0,4-3 10 0</inkml:trace>
  <inkml:trace contextRef="#ctx0" brushRef="#br0" timeOffset="-8406.75">11242 7395 12 0,'0'0'11'0,"0"0"-4"0,0 0 3 0,0 0-1 15,0 0 0-15,0 0 1 0,0 0-8 0,0 0 4 16,0 0 0-16,0 0 0 0,0 0-4 15,0 0 1-15,0 0-5 0,0 0 3 0,0 0 5 0,0 0-2 16,0 0 0-16,0 0-3 0,0 0 5 0,0 0-7 16,0 0 4-16,0 0-4 0,0 0 3 0,0 0-1 15,0 0 5-15,0 0-5 0,0 0-2 0,0 0-1 16,0 0 1-16,0 0 2 0,0 0 0 0,0 0-8 16,0 0 0-16,0 0 5 0,0 0-3 0,0 0 4 15,0 0-4-15,0 0 0 0,0 0-3 0,0 0 4 16,0 0 7-16,0 0-5 0,0 0-5 0,0 0 1 15,0 0 7-15,0 0-2 0,9 9 1 0,-9-9-4 16,0 0 1-16,0 0 5 0,0 0-6 0,0 0 2 16,0 0 3-16,0 0 0 0,0 0-5 0,0 0 1 15,0 0 5-15,0 0-2 0,0 0 5 0,0 0-6 16,0 0 1-16,-2 11 0 0,2-11-3 0,0 0-1 16,0 0 5-16,0 0-2 0,0 0-4 0,0 0 6 15,0 0 0-15,0 0-2 0,0 0-2 0,2 7 0 16,-2-7 1-16,0 0-5 0,0 0 7 0,0 0 0 15,0 0 0-15,0 0 0 0,0 0-2 0,0 0 1 16,0 0 3-16,0 0-1 0,0 0 2 0,0 0-4 16,0 0 1-16,0 0-1 0,0 0-5 0,0 0-5 15,0 0 2-15</inkml:trace>
</inkml:ink>
</file>

<file path=ppt/ink/ink1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0:39.715"/>
    </inkml:context>
    <inkml:brush xml:id="br0">
      <inkml:brushProperty name="width" value="0.05292" units="cm"/>
      <inkml:brushProperty name="height" value="0.05292" units="cm"/>
      <inkml:brushProperty name="color" value="#FF0000"/>
    </inkml:brush>
  </inkml:definitions>
  <inkml:trace contextRef="#ctx0" brushRef="#br0">8272 12998 22 0,'0'0'41'0,"0"0"1"0,0 0-14 16,0 0-2-16,0 0-10 0,0 0-6 0,0 0-13 16,0 0-28-16,0 0-33 0,0 0 15 0</inkml:trace>
  <inkml:trace contextRef="#ctx0" brushRef="#br0" timeOffset="166.58">8272 12998 41 0,'0'0'43'0,"0"0"0"0,0 0-10 16,0 0-10-16,0 0-13 0,0 0-20 0,0 0-21 15,0 0-33-15,0 0 15 0</inkml:trace>
  <inkml:trace contextRef="#ctx0" brushRef="#br0" timeOffset="5538.18">8181 13000 16 0,'0'0'72'0,"-2"-7"-6"16,2 7-12-16,0 0 0 0,0 0-16 0,0 0 5 15,0 0-9-15,0 0-1 0,0 0-6 0,0 0 2 16,0 0-6-16,0 0-3 0,0 0-2 0,0 0 0 16,0 0-1-16,0 0-2 0,0 0 4 0,0 0-4 15,0 0-4-15,0 0 1 0,0 0 6 0,0 0-9 16,-4-7-9-16,4 7 9 0,0 0-5 0,0 0-1 16,0 0-6-16,0 0 7 0,0 0-11 0,0 0-6 15,0 0 8-15,0 0-9 0,0 0-12 0,0 0-12 16,0 0 3-16,0 0-11 0,0 0-37 0,0 0-89 15,0 0 39-15</inkml:trace>
  <inkml:trace contextRef="#ctx0" brushRef="#br0" timeOffset="6021.62">8209 13022 70 0,'0'0'80'0,"0"0"-6"0,0 0 5 0,0 0-13 15,0 0-13-15,0 0-7 0,9 0 6 0,-9 0-19 16,0 0 11-16,0 0-10 0,0 0-4 0,0 0-1 15,0 0 4-15,0 0-13 0,0 0 3 0,0 0-6 16,0 0-2-16,0 0 3 0,0 0 9 0,0 0-11 16,0 0-2-16,0 0 10 0,0 0-11 0,0 0-2 0,0 0 0 15,0 0 0-15,0 0-5 0,0 0-5 16,0 0 12-16,0 0-11 0,0 0 12 0,0 0-26 16,0 0 1-16,0 0-10 0,0 0-8 0,0 0-10 0,0 0-5 15,0 0-19-15,0 0-64 0,0 0-137 16,0 0 60-16</inkml:trace>
  <inkml:trace contextRef="#ctx0" brushRef="#br0" timeOffset="9005.65">9435 12945 34 0,'-1'-9'103'0,"1"9"-13"16,0 0-7-16,0 0-11 0,0 0-2 0,0 0-6 15,0 0-9-15,0 0 4 0,0 0-8 0,0 0 0 16,0 0-1-16,4-8-3 0,-4 8-6 0,0 0-3 15,0 0-11-15,0 0 1 0,0 0-5 0,0 0 1 16,0 0-10-16,0 0 6 0,0 0-6 0,0 0 0 0,0 0-5 16,0 0 4-16,0 0 2 0,0 0-4 15,0 0 0-15,0 0-4 0,0 0-5 0,0 0-11 16,0 0-13-16,0 0-6 0,0 0-20 0,0 0-13 16,0 0-7-16,0 0-15 0,0 0-55 0,0 0-148 15,0 0 67-15</inkml:trace>
  <inkml:trace contextRef="#ctx0" brushRef="#br0" timeOffset="29332.12">8930 13164 53 0,'0'-8'72'0,"0"8"-5"16,0 0 3-16,0 0-3 0,0-10-5 0,0 10-7 0,0 0-3 15,0 0 4-15,1-9-2 0,-1 9-1 0,0 0-6 16,-3-7 5-16,3 7-16 0,0 0-4 16,-3-8-2-16,3 8-7 0,0 0 6 0,-3-7 0 15,3 7 0-15,0 0 0 0,-3-7 3 0,3 7-2 16,0 0 9-16,-5-8-16 0,5 8 7 0,-4-9 1 0,4 9 5 15,-4-9-7-15,4 9-1 0,-5-7-1 0,1 1 0 16,1 0-3-16,3 6 10 0,-7-8 0 16,2 3 9-16,5 5-12 0,-7-9 0 0,3 2-1 0,1 2-7 15,-1-1 2-15,-1 1-3 0,-2 0-5 16,7 5 4-16,-9-9 1 0,5 3 3 0,1 2-5 0,3 4 1 16,-8-7-3-16,2 2-3 0,1 2-1 15,5 3-1-15,-9-8-4 0,9 8 3 0,-10-7-3 16,4 5 2-16,6 2-6 0,-10-5 1 0,5 0-1 15,5 5-3-15,-10-3 4 0,3 0 0 0,7 3-2 0,-11-3 2 16,11 3-3-16,-11-6 5 0,3 4-8 16,8 2-1-16,-13-2-2 0,13 2 2 0,-13 0 2 15,13 0 0-15,-18 0-2 0,12 2 0 0,-2-2 2 16,8 0-3-16,-18 1 2 0,8 0 0 0,1 1 1 0,-1-1-2 16,1 2 0-16,-3 0-2 0,3-2 3 0,-1 2-3 15,0 1 1-15,1-1 2 0,1-1 2 0,-2 1-1 16,0 1-4-16,-2-1 6 0,2 3-2 15,-1-2-2-15,-1 3 0 0,-2-2 4 0,-1 2-5 16,2 0 1-16,-2 0 0 0,-2 2 4 0,2 1 11 0,2-2 7 16,-2-1 1-16,-2 2-6 0,3-1 3 0,2-2-3 15,1 2-5-15,1-1 1 0,-1-1-2 0,1 2-2 16,1-1 6-16,1 1 1 0,0-1-2 0,1 1 4 16,0 0-9-16,0-1 1 0,1 0 10 0,-2 0-2 15,3 0-1-15,0 4-7 0,1-3 1 0,0 3 1 16,0-4-3-16,1 4-1 0,0 0 0 0,-1 1 2 15,3 0-4-15,0 1 3 0,-1 2-4 0,1 3 5 16,1-2-20-16,0 1 3 0,-1 0 0 0,1 0 2 16,2-1 2-16,0-1-1 0,-1 1-2 0,4-1 6 15,0 0-1-15,0 2 11 0,0-5 8 0,-1-2-2 16,4 6-3-16,-3-4-3 0,3-2-1 0,-1 6 2 16,1-2-3-16,0-1 0 0,3 1 2 0,-4-4-6 15,2 3 1-15,-3-2 1 0,5 1 0 16,-2-3 0-16,-1-1-3 0,2 1 2 0,-1 1 0 0,0-1-7 15,0 0 2-15,1-1 7 0,-1 2-6 0,3-1 0 16,-2-2 6-16,0 1-3 0,2-1-1 0,-2-1-1 16,4 5 3-16,3-1-3 0,-6-3 4 0,3 3-4 15,-2-2 0-15,-1-3 2 0,4 2 0 0,-3-1-2 16,-1-2 5-16,1 0-1 0,2-1 0 0,3 1 1 16,-3-2-4-16,1 2 2 0,3-4-4 0,-1 0 0 15,2 0 3-15,-1-4-3 0,1 1 5 0,0-1-5 16,-4-1 0-16,4 0 1 0,-2-1 1 0,-3 3-1 15,3-3 2-15,1 0-3 0,-3-1 3 0,3 0-2 16,-3 1 1-16,3-2-2 0,-1-1 2 16,-7 2-2-16,5-3 4 0,1 2-2 0,-1-1-1 0,0 0-1 15,-2-1 4-15,1-1-2 0,0 1 1 0,-1-2 0 16,1-2 0-16,-1 4 0 0,-2-4-3 0,0 1-3 16,0 0 3-16,-3 0 0 0,1-2 0 0,-2 1 2 15,1 0 1-15,-4 2-3 0,0-5 0 0,-2 3-2 16,-1-3 1-16,1 2 5 0,-2 1-5 0,-2-1 1 15,0-2 2-15,-1 1-1 0,-2-1 2 0,3 0-4 16,-5-1 3-16,2 4-4 0,-1-4-2 0,-2 3 3 16,-1-2-1-16,2-1 1 0,-2 4 0 0,-2-1 1 15,-1 0 0-15,0-1-3 0,-1 1 4 0,-3-4-1 16,2 5-2-16,1 1-2 0,0 0-1 0,-2 3 1 16,1-3 3-16,-4 1-1 0,2 2 2 0,0 0 2 15,-1 1-3-15,3-2-2 0,0 4 5 0,-1-2-7 16,3 2 5-16,0 2-2 0,1 0 0 0,1 1-1 15,0 0-1-15,0 0-6 0,-2 1-13 0,1 1-17 16,0 2-12-16,-1-1-10 0,0 4-34 0,0-1-21 16,-1 3-28-16,-3 2-25 0,-2 0-113 0,2 1-306 15,-1 2 135-15</inkml:trace>
  <inkml:trace contextRef="#ctx0" brushRef="#br0" timeOffset="31001.49">26396 13245 127 0,'0'0'130'0,"-9"-2"-8"0,9 2-7 0,0 0 0 0,-4-6 1 16,4 6-8-16,0 0 3 0,-8-4-11 0,8 4-4 15,-8-3-7-15,8 3-3 0,-5-4 5 0,5 4-3 16,-10-4-3-16,10 4-4 0,-8-4-3 16,8 4-3-16,-5-2-4 0,5 2-7 0,0 0-9 15,-8-4-3-15,8 4-5 0,0 0-8 0,0 0-2 0,0 0-2 16,0 0-4-16,0 0-8 0,0 0 2 0,0 0-5 16,0 0 1-16,0 0-4 0,21-4 2 0,-9 3-5 15,11-2-1-15,6 0-5 0,5 3 4 16,4-1-2-16,20-4-1 0,1 2 0 0,2 0-2 0,31-6-2 15,-32 4 0-15,5-2 0 0,25 0-2 0,-27 0-2 16,0 2-6-16,4-4-8 0,25-1-10 0,-31 6-7 16,-1-1-10-16,-1 4-2 0,-1-1-9 0,-5 2-11 15,-15-3-14-15,-1 2-20 0,2 2-15 0,-4 1-7 16,-4-2-4-16,-1 1-10 0,-3 2-1 0,2-2-8 16,-10-1-72-16,1 1-230 0,0 1 101 0</inkml:trace>
  <inkml:trace contextRef="#ctx0" brushRef="#br0" timeOffset="32699.91">23787 11676 11 0,'0'0'4'0,"0"0"-7"0,0 0-2 0,0 0 0 0</inkml:trace>
  <inkml:trace contextRef="#ctx0" brushRef="#br0" timeOffset="35086.28">23499 12324 13 0,'0'0'77'0,"0"0"-4"0,0 0-11 0,0 0-3 0,0 0-11 16,0 0 0-16,0 0-5 0,0 0-8 15,0 0 3-15,0 0-11 0,0 0-6 0,0 0-7 0,0 0 2 16,0 0-10-16,0 0-16 0,0 0-3 0,0 0-12 16,0 0-10-16,0 0-4 0,0 0-38 0,0 0-82 15,0 0 36-15</inkml:trace>
  <inkml:trace contextRef="#ctx0" brushRef="#br0" timeOffset="36099.18">24072 10246 16 0,'0'0'14'0,"0"0"-3"0,0 0 0 15,0 0-2-15,0 0 1 0,0 0-5 0,14 1 3 0,-14-1-3 16,0 0-4-16,15-1-4 0,-9 1 5 16,-6 0-8-16,17-3 0 0,-4 1 7 0,0 1-9 15,5-3-4-15,0 3-13 0,1-1 6 0</inkml:trace>
  <inkml:trace contextRef="#ctx0" brushRef="#br0" timeOffset="36301.9">24444 10216 16 0,'0'0'55'0,"0"0"-6"15,0 0-6-15,0 0-7 0,0 0-1 0,0 0 1 0,0 0-8 16,0 0-7-16,0 0-12 0,0 0 0 15,0 0-13-15,0 0-17 0,0 0-31 0,0 0-57 16,0 0 25-16</inkml:trace>
  <inkml:trace contextRef="#ctx0" brushRef="#br0" timeOffset="37771.61">26302 13187 55 0,'0'-8'93'16,"0"8"-17"-16,0 0-14 0,0 0-26 0,6-4-7 15,-6 4-27-15,12 0-34 0,-12 0-22 0,19 1-58 16,-4 1 26-16</inkml:trace>
  <inkml:trace contextRef="#ctx0" brushRef="#br0" timeOffset="111885.55">10693 7731 38 0,'0'0'53'0,"0"0"-8"15,0 0-4-15,0 0 1 0,0 0-7 0,0 0-5 16,0 0-5-16,0 0-11 0,0 0-6 0,0 0-8 16,0 0-2-16,0 0-12 0,0 0-14 0,5 4-21 15,-5-4-51-15,0 0 23 0</inkml:trace>
  <inkml:trace contextRef="#ctx0" brushRef="#br0" timeOffset="113690.77">9637 12988 13 0,'0'0'79'15,"0"0"-4"-15,0 0 0 0,0 0-9 0,6 5 0 16,-6-5-5-16,0 0-9 0,0 0 4 0,0 0-7 15,0 0 6-15,0 0-4 0,0 0-2 0,0 0-7 16,0 0 3-16,0 0-1 0,0 0 2 0,0 0-5 16,0 0-3-16,0 0 1 0,0 0 6 0,0 0-2 0,0 0-6 15,0 0-1-15,0 0-3 0,0 0-5 0,0 0-1 16,0 0-5-16,0 0 5 0,0 0-2 16,0 0 0-16,0 0-7 0,0 0 1 0,0 0-1 15,0 0-2-15,0 0-5 0,0 0 1 0,0 0-6 0,0 0 3 16,0 0-2-16,0 0-16 0,0 0-19 15,0 0 3-15,0 0-14 0,0 0-16 0,0 0-14 16,0 0-10-16,0 0-28 0,0 0-76 0,0 0-197 16,0 0 87-16</inkml:trace>
  <inkml:trace contextRef="#ctx0" brushRef="#br0" timeOffset="114548.87">9585 8203 30 0,'0'0'34'0,"0"0"-6"0,0 0 0 0,0 0-3 16,0 0-1-16,0 0-8 0,0 0-4 0,0 0-1 15,6-4-8-15,-6 4-1 0,0 0 1 16,7-3-1-16,-7 3-4 0,7-3-6 0,-7 3-6 0,0 0 0 15,10-3-16-15,-10 3-33 0,0 0 14 0</inkml:trace>
  <inkml:trace contextRef="#ctx0" brushRef="#br0" timeOffset="116816.93">10489 9031 73 0,'-15'7'87'0,"15"-7"3"0,0 0-10 15,0 0 1-15,0 0-13 0,0 0 5 0,0 0 0 16,0 0-2-16,0 0-7 0,0 0 4 15,0 0-9-15,0 0-1 0,0 0-8 0,-10-2 3 0,10 2-7 16,0 0-2-16,0 0-7 0,0 0 3 0,0 0-7 16,0 0-1-16,0 0-4 0,0 0-1 15,0 0-1-15,0 0 1 0,0 0-2 0,0 0 1 16,0 0-7-16,28 3 4 0,-15-3-3 16,6 0 5-16,0-1-11 0,4-1 2 0,5 2-2 0,2-1-1 0,-1-1 3 15,0-2-3-15,1 3-1 0,-2-1-3 0,-8 0 4 16,11 2-4-16,-9-2 11 0,8 1-7 0,-8-1-1 15,7 1-3-15,-9 0-3 0,-1 0 5 16,1 0-1-16,-1 0-4 0,-6 0 3 0,0-1-1 0,0 1-2 16,-3 1-1-16,-2 1 6 0,-8-1 5 0,15-1-2 15,-9 1 6-15,-6 0 0 0,9 1-2 0,-9-1 0 16,8 2 0-16,-8-2-3 0,0 0 5 16,0 0-6-16,11 0 1 0,-11 0 3 0,0 0-6 0,0 0 3 15,0 0-2-15,8 0-2 0,-8 0 0 0,0 0-5 16,0 0 2-16,0 0-1 0,0 0-1 0,0 0-10 15,0 0-11-15,0 0-24 0,0 0-21 0,0 0-35 16,0 0-20-16,0 0-31 0,0 0-121 0,0 0-290 16,0 0 128-16</inkml:trace>
  <inkml:trace contextRef="#ctx0" brushRef="#br0" timeOffset="117165.75">10914 8882 46 0,'-5'-1'149'0,"5"1"4"0,0 0-17 0,0 0-1 15,0 0-11-15,-8-3-17 0,8 3-11 0,0 0-12 16,0 0-3-16,0 0-9 0,0 0-2 0,0 0-11 15,0 0-4-15,0 0-9 0,31 5-1 0,-24-5-7 16,3 2 0-16,1-1-7 0,-2 0-2 0,3 3 3 16,-1-3-5-16,-1 3-5 0,1 0 0 0,1-1-6 15,0 2 0-15,0 0 2 0,-2-2-2 16,-1 3-4-16,3-1 0 0,-3 0-3 0,-2 0 1 0,1 2-1 16,-2 0 0-16,-2 2-2 0,-1 2-2 0,-2 0 3 15,-5 4 1-15,-5 4-1 0,-7 7-26 0,-5 1-38 16,-2 0-51-16,-15 18-60 0,-9-5-86 0,-24 10-272 15,20-16 120-15</inkml:trace>
  <inkml:trace contextRef="#ctx0" brushRef="#br0" timeOffset="121231.3">8176 9265 64 0,'0'0'102'0,"0"0"2"16,0 0-5-16,0 0-7 0,0 0-12 0,0 0-6 16,-10-11-2-16,10 11-11 0,0 0-6 0,0 0-1 15,-13-3 5-15,13 3-11 0,-9 0 0 0,9 0 3 16,-11 1-9-16,11-1 1 0,-17 2-9 0,7 0 10 15,0 0-3-15,-4-2 1 0,-4 2-5 0,-1 2-3 16,-2-3 4-16,-7 1-1 0,-2 2 0 0,1 2-4 16,0-3 1-16,-1-1-3 0,0 1 3 0,-1 0-7 15,2 2-2-15,-6-1 1 0,2-1-6 0,1 2-5 16,-4 0 1-16,7-1 1 0,-4 0-3 0,6 1-3 16,-3-2 1-16,1 2-4 0,7-3 2 0,1 1-3 15,2 0 1-15,2-2-7 0,3 1 7 0,2-2-5 16,4 1-2-16,1 1 5 0,7-2-2 0,-14 1-2 0,14-1-1 15,-9 0 5-15,9 0-11 0,-9 0 7 16,9 0-11-16,0 0-8 0,-9 3-13 0,9-3-12 0,0 0-11 16,0 0-4-16,0 0-10 0,0 0-13 15,0 0-15-15,0 0-4 0,0 0-24 0,0 0-77 0,0 0-216 16,13 11 96-16</inkml:trace>
  <inkml:trace contextRef="#ctx0" brushRef="#br0" timeOffset="121714.49">7579 9182 61 0,'0'0'89'0,"0"0"1"0,0 0-8 0,0 0-4 0,0 0-10 15,0 0-4-15,0 0 2 0,0 0-8 0,0 0-16 16,0 0 4-16,0 0 9 0,0 0-13 0,-25 14 8 16,21-9-12-16,0 0 15 0,-1 0-8 0,-1 1-3 15,-2-1-5-15,3 1 0 0,-2 1 12 0,1 0-13 16,0-3-3-16,-3 1-1 0,2 0-5 0,0 0 1 15,-2 2 0-15,0-1 1 0,4-2-1 0,-2 1-1 16,-1 0-5-16,1 0 3 0,1-1 3 0,0-1-9 16,6-3-2-16,-9 7 0 0,9-7-6 0,-6 6 4 15,2-3-5-15,4-3-1 0,-7 6-3 0,3-2-2 16,4-4 5-16,-8 7-2 0,5-2-2 0,0-1 3 16,3-4-11-16,-8 10 11 0,6-4 2 0,0 1-6 15,0-1-2-15,2-6 0 0,-4 12 0 0,3-5-4 16,1-7 8-16,0 13-12 0,-2-6 10 0,2-7-3 15,3 16 5-15,-1-7 4 0,2-1-7 0,1 2 3 16,5 2-8-16,-1 1 2 0,6-1-6 0,4 1-10 16,5-2-32-16,4-2-26 0,0 3-19 0,5-5-41 15,-2 0-92-15,-2-2-244 0,1-4 109 0</inkml:trace>
  <inkml:trace contextRef="#ctx0" brushRef="#br0" timeOffset="127320.37">6790 7186 47 0,'0'0'46'0,"0"0"3"0,-7 3-6 0,7-3-3 15,0 0 1-15,0 0-2 0,0 0-4 0,-10-2 3 16,10 2-8-16,0 0 1 0,0 0 5 0,0 0 2 16,-10 2 3-16,10-2 3 0,0 0-15 0,0 0-1 15,-10 0-13-15,10 0 21 0,0 0 1 16,0 0 7-16,-11-3-4 0,11 3 5 0,0 0 6 15,0 0 0-15,0 0-12 0,0 0-4 0,0 0 1 0,-10 0-1 16,10 0-3-16,0 0-7 0,0 0-2 0,0 0 2 16,0 0-6-16,0 0 3 0,0 0-4 15,0 0-4-15,0 0 4 0,0 0-7 0,0 0 3 16,0 0-5-16,0 0 1 0,0 0 2 0,0 0-4 16,0 0 1-16,0 0 0 0,0 0 11 0,0 0-5 0,0 0-9 15,0 0-1-15,0 0-3 0,0 0 4 0,0 0-4 16,0 0 3-16,0 0-6 0,0 0 2 0,0 0 6 15,0 0-11-15,0 0 9 0,0 0 0 0,0 0-1 16,0 0-2-16,0 0-3 0,32 0 6 0,-24 0-6 16,-8 0 4-16,15 0 0 0,-4-2 1 0,0 2-3 15,-1-1 5-15,4 0-4 0,-2-1 2 0,1 1-7 16,-1 1 8-16,0-1-7 0,0-3-1 0,0 4 4 16,-2-1 2-16,-2 1-9 0,-8 0 9 0,14-2-4 15,-5 1-1-15,-9 1-5 0,10 0 7 0,-10 0-4 16,0 0 3-16,10 1 1 0,-10-1 6 0,0 0 5 15,0 0 4-15,0 0 1 0,12-1 9 0,-12 1 12 16,0 0 5-16,0 0 4 0,0 0 2 0,0 0 5 16,0 0-1-16,0 0-7 0,0 0-4 0,0 0-1 15,0 0-7-15,0 0-2 0,0 0-6 0,0 0-2 16,0 0-5-16,0 0 3 0,0 0-3 0,0 0 2 16,0 0-9-16,-26-5 1 0,26 5-5 0,-11 0 1 15,11 0-2-15,-13 2-2 0,13-2 3 0,-14 2 0 16,2 0-6-16,2 1 5 0,-4 1-4 0,1-2-2 15,2 2 0-15,-2-2 3 0,0 2 6 0,-1-1-6 16,3-1-3-16,0 2 6 0,0-3-12 0,1 2 13 16,2-3-3-16,0 2-1 0,-1-2-3 0,9 0 2 15,-10 0 0-15,10 0 3 0,-10 0-5 0,10 0-3 16,0 0 4-16,-8 1-2 0,8-1 1 0,0 0 1 16,0 0-1-16,0 0-2 0,0 0 0 0,0 0 0 15,0 0 0-15,0 0 1 0,0 0-2 0,0 0 5 16,0 0-6-16,0 0 2 0,0 0-3 0,0 0 4 15,0 0-5-15,0 0-12 0,25 2-22 0,-25-2-16 16,15 1-37-16,-2 0-34 0,-3 1-37 16,1 0-126-16,0 1-312 0,0-1 139 0</inkml:trace>
  <inkml:trace contextRef="#ctx0" brushRef="#br0" timeOffset="128892.17">10785 7289 64 0,'0'0'65'0,"0"0"2"0,0 0-6 0,0 0 2 16,0 0-3-16,0 0-1 0,-6 4 9 0,6-4-18 15,0 0 8-15,0 0-20 0,0 0 14 16,0 0 3-16,0 0-13 0,0 0 11 0,0 0-8 0,0 0 2 15,-6 4-7-15,6-4-2 0,0 0 2 0,0 0 0 16,0 0-1-16,0 0-7 0,0 0-1 0,0 0 9 16,0 0-12-16,0 0-6 0,0 0 3 15,0 0-4-15,0 0-10 0,0 0 11 0,0 0-5 16,-10 2 2-16,10-2-7 0,0 0 2 0,0 0-1 0,0 0 4 16,0 0-2-16,0 0 2 0,0 0 0 0,0 0-6 15,0 0 1-15,0 0 2 0,0 0-1 0,25 1-2 16,-25-1-4-16,13-1 6 0,-13 1-2 0,12 0 4 15,-12 0-9-15,10 1 8 0,-10-1-3 0,13-1 2 16,-13 1-1-16,14 0-9 0,-9 0 1 0,-5 0 5 16,0 0 0-16,11-2-5 0,-11 2 0 0,0 0 4 15,0 0 4-15,0 0-3 0,9-1-3 0,-9 1 3 16,0 0-4-16,0 0 1 0,0 0-6 0,0 0-3 16,0 0 5-16,0 0 6 0,0 0 0 0,-29-5-4 15,29 5-13-15,-14 2 16 0,14-2-7 0,-14 0 3 16,7 0 2-16,7 0-2 0,-14 2 0 0,5-2 0 15,0 1 5-15,-1 2-2 0,3-2 0 0,7-1-1 16,-14 3 3-16,8-2-3 0,6-1-13 0,-12 0 20 16,12 0-8-16,-9 0 0 0,9 0-1 0,-8 2 0 15,8-2 0-15,0 0-3 0,-8 3 2 0,8-3-1 16,0 0-1-16,0 0-3 0,0 0 3 0,0 0 3 0,0 0-6 16,0 0-19-16,0 0-32 0,0 0-26 15,0 0-42-15,0 0-143 0,0 0-285 0,0 0 127 16</inkml:trace>
  <inkml:trace contextRef="#ctx0" brushRef="#br0" timeOffset="132620.23">7767 11680 17 0,'0'0'42'16,"0"0"-11"-16,2-15-7 0,-2 15-32 0,0-9-10 16,0 9-19-16,-4-11 8 0</inkml:trace>
  <inkml:trace contextRef="#ctx0" brushRef="#br0" timeOffset="133315.28">6756 6988 3 0,'0'0'68'15,"0"0"-5"-15,0 0 5 0,-7-5-8 0,7 5 7 16,0 0 0-16,0 0-1 0,0 0-6 0,-7-2 6 16,7 2-13-16,0 0-1 0,0 0-7 0,-5-6 1 15,5 6-3-15,0 0-1 0,0 0-9 0,0 0-6 16,0 0-2-16,0 0-9 0,0 0-4 0,0 0-11 15,0 0-13-15,0 0-20 0,0 0-6 0,0 0-29 16,14-11-72-16,-7 11-152 0,1-1 68 0</inkml:trace>
  <inkml:trace contextRef="#ctx0" brushRef="#br0" timeOffset="135246.71">7138 7273 53 0,'0'0'70'0,"0"0"-4"0,0 0 2 0,0 0-5 16,-5-6 16-16,5 6-12 0,0 0-4 0,0 0-8 15,0 0 7-15,0 0-19 0,0 0 15 0,0 0-20 16,0 0 2-16,0 0-7 0,0 0-7 0,0 0 5 15,0 0-3-15,0 0-9 0,0 0 7 0,18-7-8 16,-8 4 0-16,2 2-4 0,7-1 2 0,0 2-5 16,3-3 2-16,7-1-1 0,2 3-3 0,5-3 4 15,2 3-10-15,15-5 8 0,-1-1 3 0,0 2-3 16,3-3 1-16,2 3 7 0,-1 1-5 0,-1-2-12 16,-1 5 9-16,3-5-1 0,-3 3-5 0,-1-3-2 15,-14 3 14-15,0-1-15 0,12 0-4 16,-12 0-1-16,-3 0 6 0,-1 3 0 0,2-3-2 0,-4 3-4 15,1-2 9-15,-4 0-9 0,-2 3 0 0,-7 0 2 16,-1-2 10-16,-7 2-14 0,1 0-2 0,-3-1 4 16,0 1 2-16,-11 0-3 0,13 0-2 0,-7 0 0 15,-6 0-8-15,13 0 3 0,-13 0 4 0,0 0-18 16,6 1-13-16,-6-1-10 0,0 0-17 0,0 0-14 16,0 0-77-16,0 0-169 0,0 0 75 0</inkml:trace>
  <inkml:trace contextRef="#ctx0" brushRef="#br0" timeOffset="135565.84">8156 7113 22 0,'0'0'60'15,"28"6"-11"-15,-17-4-5 0,3 0 1 0,-1 2-6 16,9-2-6-16,-4 3-2 0,-2 1-8 0,1 0-1 16,1-1-2-16,-6 3 1 0,0-2-4 0,0 6 0 15,-3-3-4-15,-2 1 1 0,-3 2-5 16,-1 2-1-16,-2 1 6 0,-1 2-6 0,-5 0 5 0,-3-1-9 15,-2 8-8-15,-4-2-10 0,-5 0-14 0,0 1-52 16,-2-1-87-16,-2-3 38 0</inkml:trace>
  <inkml:trace contextRef="#ctx0" brushRef="#br0" timeOffset="136248.91">10436 7273 51 0,'-13'-5'113'0,"1"4"-10"0,-4-2-8 16,-2-1-10-16,-1 2 4 0,1 0-20 0,-5 0-8 15,-5-1-2-15,-2 2-6 0,-2-2-6 16,-2 2-3-16,2 0-3 0,-3 1-3 0,-2 0-9 0,4 0-19 16,-1 2-20-16,3-2-19 0,0 4-22 15,-1-1-29-15,0 1-57 0,-1 2-147 0,4-3 66 0</inkml:trace>
  <inkml:trace contextRef="#ctx0" brushRef="#br0" timeOffset="136614.6">9938 7136 67 0,'-15'6'63'0,"0"2"-9"0,-3 1-9 0,1-1-4 16,1-1-5-16,0 3-5 0,1-1 0 0,1 0-1 0,4-3-2 16,0 1-5-16,3 0 0 0,1-4-7 0,-1 6 8 15,4-4-8-15,-1 2-1 0,1-1-1 0,1 2 0 16,2 0-7-16,-2 0-3 0,4 2 5 15,0-1-4-15,1 2-1 0,1-2 9 0,1 3-1 16,1-2 8-16,2 0-15 0,2 1 4 0,4 1-1 16,-2-2 11-16,3 0-13 0,1 0-9 0,2-1-4 0,-1-1-5 15,-1-2-15-15,3 2-14 0,0-1-17 16,-8-1-33-16,3-4-98 0,2 1 43 0</inkml:trace>
  <inkml:trace contextRef="#ctx0" brushRef="#br0" timeOffset="136734.44">10096 7673 108 0,'0'0'79'0,"0"19"-46"0,0-6-46 16,-3-5-22-16,3-8-37 0,-5 15 17 0</inkml:trace>
  <inkml:trace contextRef="#ctx0" brushRef="#br0" timeOffset="-1564.51">11937 7528 71 0,'0'0'86'15,"0"0"-13"-15,0 0-38 0,0 0-42 0,0 0-36 16,0 0-48-16,0 0 22 0</inkml:trace>
  <inkml:trace contextRef="#ctx0" brushRef="#br0" timeOffset="-96.4">11882 7487 26 0,'0'0'37'0,"0"0"-7"0,0 0-10 15,0 0-12-15,0 0-19 0,0 0-8 16,0 0-20-16,0 0 10 0</inkml:trace>
  <inkml:trace contextRef="#ctx0" brushRef="#br0" timeOffset="2198">11886 7428 25 0,'0'0'69'0,"0"0"-10"16,0 0-7-16,0 0-1 0,0 0-6 0,0 0-1 16,0 0-15-16,0 0 1 0,0 0 1 0,0 0-5 15,0 0 0-15,0 0-1 0,0 0-7 0,0 0-8 16,0 0 9-16,0 0-4 0,0 0-1 0,0 0-3 15,0 0-6-15,0 0-10 0,0 0-11 0,0 0-12 16,0 0-21-16,0 0-36 0,0 0-91 0,0 0 41 16</inkml:trace>
  <inkml:trace contextRef="#ctx0" brushRef="#br0" timeOffset="2805.84">12967 7467 49 0,'0'0'90'0,"0"0"-10"15,0 0-9-15,0 0-3 0,0 0-13 0,0 0-1 16,0 0-11-16,0 0-12 0,0 0-17 0,0 0-19 15,0 0-19-15,0 0-24 0,0 0-32 0,0 0-87 16,0 0 39-16</inkml:trace>
  <inkml:trace contextRef="#ctx0" brushRef="#br0" timeOffset="3426.96">11587 7632 40 0,'0'0'44'0,"0"0"-19"15,0 0-19-15,0 0-26 0,0 0-21 0,0 0 10 16</inkml:trace>
  <inkml:trace contextRef="#ctx0" brushRef="#br0" timeOffset="3947.04">11974 7473 11 0,'0'0'62'0,"0"0"-12"15,0 0-6-15,0 0-12 0,0 0-14 16,0 0-8-16,0 0-14 0,0 0-9 0,0 0-22 0,0 0-39 16,0 0 18-16</inkml:trace>
  <inkml:trace contextRef="#ctx0" brushRef="#br0" timeOffset="5449.02">5712 7542 126 0,'0'0'135'0,"0"0"1"16,0 0-10-16,0 0-2 0,0 0-10 0,0 0-8 16,0 0-16-16,0 0-6 0,0 0-10 0,0 0-4 15,0 0-12-15,0 0-9 0,0 0-1 0,0 0-7 16,0 0-12-16,0 0-1 0,0 0-12 0,0 0-14 15,0 0-24-15,0 0-29 0,0 0-23 0,0 0-26 16,0 0-19-16,0 0-63 0,0 0-197 0,0 0 87 16</inkml:trace>
  <inkml:trace contextRef="#ctx0" brushRef="#br0" timeOffset="5851.48">5728 7447 83 0,'0'0'80'0,"0"0"-1"15,0 0-9-15,0 0-13 0,0 0 1 0,0 0-6 16,0 0-7-16,0 0-9 0,0 0-22 0,0 0-8 16,0 0-17-16,0 0-5 0,0 0-22 0,-13 8-13 15,13-8-27-15,-8 5-84 0,8-5 38 0</inkml:trace>
  <inkml:trace contextRef="#ctx0" brushRef="#br0" timeOffset="6148.89">4966 7529 78 0,'0'0'74'0,"0"0"2"16,0 0-14-16,0 0 1 0,0 0-15 0,0 0-7 16,0 0 0-16,0 0-14 0,0 0-10 0,0 0-13 15,0 0-25-15,0 0-17 0,0 0-41 0,0 0-85 16,0 0 37-16</inkml:trace>
  <inkml:trace contextRef="#ctx0" brushRef="#br0" timeOffset="8478.72">11931 7520 10 0,'0'0'67'0,"0"0"-7"0,0 0-7 0,0 0-3 0,0 0-7 16,0 0 1-16,0 0-9 0,0 0 0 0,0 0-5 16,0 0-10-16,0 0-3 0,0 0-11 0,0 0-11 15,0 0-21-15,0 0-13 0,0 0-28 0,0 0-72 16,0 0 31-16</inkml:trace>
  <inkml:trace contextRef="#ctx0" brushRef="#br0" timeOffset="157601.59">11870 7402 14 0,'0'0'13'0,"-2"-9"2"0,2 9-1 16,-2-10-3-16,2 10 3 0,0 0-5 0,-4-10 0 15,4 10 1-15,-4-6-4 0,4 6 0 0,0 0 0 16,-5-6-3-16,5 6 1 0,0 0-1 0,0 0 0 16,0 0-1-16,0 0 0 0,0 0-3 0,0 0 4 15,-12 12 0-15,12-12 0 0,0 9-3 0,0-9-2 16,0 0 1-16,3 11-3 0,-3-11 2 0,4 9-2 15,-4-9-3-15,5 5-4 0,-5-5 1 0,3 6 5 16,-3-6-3-16,0 0 1 0,6 4 6 0,-6-4-2 16,0 0 0-16,0 0-1 0,0 0 0 0,0 0 1 15,14-10 0-15,-14 10 3 0,2-7 0 0,-2 7-2 16,0 0 1-16,0-9-1 0,0 9 1 0,4-9 1 16,-4 9-1-16,0 0-1 0,-4-11 2 0,4 11 4 15,0 0 1-15,-5-8 5 0,5 8-12 0,0 0 5 16,-5-5-6-16,5 5 9 0,0 0-3 0,0 0-4 15,0 0 1-15,0 0 1 0,0 0-2 0,0 0 0 16,-13 12-2-16,13-12 4 0,-5 7-2 0,5-7 0 16,-1 9 3-16,1-9-4 0,-1 7-3 0,1-7 7 15,0 0 0-15,5 13-2 0,-3-9-3 0,-2-4 4 16,4 4-1-16,-4-4 6 0,7 3-6 0,-7-3 3 16,0 0-4-16,7 3 2 0,-7-3-3 0,0 0 1 15,0 0 5-15,13-6-1 0,-13 6-2 0,5-7 6 0,-5 7-5 16,4-5 0-16,-4 5 1 0,3-9 1 15,-3 9-1-15,0 0 0 0,-1-11 2 0,1 11 3 16,0 0-5-16,0 0-1 0,-6-12 2 0,6 12 0 16,0 0-8-16,-6-3 4 0,6 3-1 0,0 0 2 0,0 0-5 15,-12 3-9-15,12-3-8 0,-9 4-21 16,9-4 9-16</inkml:trace>
  <inkml:trace contextRef="#ctx0" brushRef="#br0" timeOffset="159264.74">5759 7427 43 0,'0'0'60'16,"0"0"-2"-16,0 0-6 0,0 0-6 0,0 0-1 16,0 0-4-16,0 0 2 0,0 0-11 0,0 0-4 0,0 0 3 15,0 0-6-15,0 0-2 0,0 0-4 0,0 0-1 16,0 0-2-16,0 0-5 0,0 0 2 16,0 0 0-16,0 0-5 0,0 0 5 0,0 0-7 15,0 0-5-15,0 0 3 0,0 0-5 0,0 0 0 16,0 0-1-16,0 0 2 0,0 0-2 0,0 0 3 0,0 0-4 15,0 0 3-15,0 0 1 0,0 0-5 0,0 0 2 16,0 0 1-16,0 0 0 0,0 0 0 0,0 0 2 16,0 0-4-16,0 0-1 0,0 0 3 15,4 15 8-15,-4-15-4 0,0 0-3 0,0 0 1 16,0 0-1-16,0 0-3 0,0 0-4 0,0 0 4 16,0 0-5-16,0 0-10 0,0 0-19 0,2 5-18 15,-2-5-30-15,0 0-91 0,-9 8 41 0</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1T10:46:52.673"/>
    </inkml:context>
    <inkml:brush xml:id="br0">
      <inkml:brushProperty name="width" value="0.05292" units="cm"/>
      <inkml:brushProperty name="height" value="0.05292" units="cm"/>
      <inkml:brushProperty name="color" value="#FF0000"/>
    </inkml:brush>
  </inkml:definitions>
  <inkml:trace contextRef="#ctx0" brushRef="#br0">17390 6843 22 0,'0'0'96'0,"0"0"-4"0,0 0-1 16,0 0-7-16,3-8-11 0,-3 8 3 0,0 0-10 15,0 0-3-15,0 0-11 0,0 0-1 0,0 0-19 16,0 0 11-16,0 0-8 0,0 0-7 0,0 0-1 15,0 0 5-15,0 0-2 0,9 15-8 0,-9-15 11 16,2 7-9-16,-2-7-7 0,3 11-3 16,0-5 9-16,-2 1-9 0,1 0 4 0,2 1-8 0,-4-8-1 15,4 14 0-15,-2-6-2 0,0-2 6 0,-2-6-6 16,2 11 4-16,0-5-3 0,-2-6-2 0,3 10-2 16,0-5 7-16,-3-5-5 0,4 7 4 0,-4-7-11 15,4 9 8-15,-4-9-1 0,1 7-2 0,-1-7 3 16,0 0-2-16,5 7-1 0,-5-7 1 0,0 0 5 15,3 5 0-15,-3-5-7 0,0 0 6 0,3 5 8 16,-3-5-12-16,0 0 6 0,0 0 3 0,0 0 0 16,4 5 0-16,-4-5-6 0,0 0 6 0,0 0-2 15,11-2 8-15,-11 2-2 0,8 2-3 0,-8-2 0 16,9 0-2-16,-9 0-1 0,13-5 1 0,-6 5-5 16,3-3 5-16,0 0 1 0,0-1-1 0,8-1-3 15,0-4-4-15,1 0 3 0,8-4 0 0,4 2-5 0,-2-3 0 16,3-1 1-16,0 1 2 0,0-4-4 15,3 4-3-15,-2-3-2 0,1 1 5 0,15-2 1 16,-15 1-7-16,2 4 3 0,-1 1 10 0,-1 2-16 16,-3-4 3-16,1 2 5 0,-4 0-1 0,0 2-2 15,-2-1 2-15,-1 4 1 0,-6-1-7 0,-1 0 1 0,0 3 5 16,-5 0 0-16,-2 0-7 0,0 2 5 16,-1-1 3-16,-1 2-1 0,-3 1-4 0,0-3 6 15,-6 4-3-15,11-4-8 0,-5 3 11 0,-6 1 1 0,10-4-3 16,-5 1 3-16,-5 3 2 0,8-2 5 15,-8 2-12-15,0 0 6 0,0 0-2 0,9-2 0 0,-9 2-3 16,0 0 7-16,6-2-5 0,-6 2 6 0,0 0-6 16,0 0 2-16,0 0 7 0,0 0-14 0,0 0 6 15,0 0 4-15,0 0-6 0,0 0 0 0,0 0-6 16,0 0 7-16,0 0-2 0,0 0 10 0,0 0-9 16,0 0-1-16,7-4-2 0,-7 4 4 0,0 0-6 15,0 0 3-15,0 0 5 0,0 0 0 0,0 0-4 16,0 0 2-16,0 0-5 0,0 0 4 0,0 0-1 15,0 0 0-15,0 0-11 0,0 0-4 0,0 0-6 16,0 0-12-16,0 0-12 0,0 0-13 0,0 0-13 16,0 0-16-16,0 0-6 0,0 0-4 0,0 0-14 15,0 0-72-15,0 0-199 0,0 0 88 0</inkml:trace>
  <inkml:trace contextRef="#ctx0" brushRef="#br0" timeOffset="2672.23">13385 9990 31 0,'0'0'60'0,"0"0"-4"0,0 0 1 16,0 0-10-16,0 0 0 0,0 0-12 16,0 0 1-16,0 0 1 0,0 0-6 0,0 0-2 0,0 0-2 15,0 0-2-15,0 0 5 0,0 0 4 0,0 0 3 16,0 0-1-16,9 19-4 0,-9-19-9 0,0 0 3 15,2 10-6-15,0-6-2 0,-2-4 0 0,4 10 5 16,-1-4-2-16,-1 1 2 0,0 1 2 0,0 0 6 16,3 1-11-16,-2-1-1 0,1 3-3 0,-2-1 5 15,3-2-5-15,-3 2 2 0,2-1-10 0,0 3 10 16,0-1-4-16,0-2 2 0,-2 3 3 0,5-1-8 16,-5-2-7-16,4 0 2 0,-1 1 3 0,2-2-3 15,-2 0 1-15,-3-2 4 0,2 1-7 0,0-3 1 16,-1 2 3-16,-3-6 3 0,8 8-2 0,-3-6 2 15,-5-2-1-15,7 6-2 0,-2-4-1 0,-5-2 10 16,10 2-23-16,-10-2 24 0,12-1-6 0,-12 1 3 16,15-4-7-16,0 0 5 0,-2-3-1 0,7-3 1 15,2 0-2-15,5-4-2 0,4 0 2 0,3-1-6 0,11-8 6 16,0 0 1-16,3 1-1 0,1-3 1 16,2 1-7-16,1-3 2 0,3 4-5 0,-4-1 11 15,5-1-4-15,-2 2-12 0,-2 4 14 0,1 1-5 16,-1 1-11-16,-4 1 16 0,-11 6-6 0,-3 2 1 15,0 1-1-15,-3 0-5 0,0 2 6 0,-10 0-1 0,-1 3-6 16,-2 0 7-16,-3-1-5 0,-3 3 7 16,-3-3-7-16,-1 2 1 0,0 0-3 0,-8 1 5 0,9-2-1 15,-9 2 7-15,10 0 4 0,-10 0 1 0,0 0 7 16,0 0 2-16,0 0 1 0,10 0 1 0,-10 0 3 16,0 0 0-16,0 0-2 0,0 0 3 15,7-2-6-15,-7 2-2 0,0 0 2 0,0 0-4 0,0 0-1 16,0 0-3-16,0 0-1 0,0 0-3 0,0 0-2 15,0 0 2-15,0 0-4 0,0 0 3 0,0 0-7 16,0 0 8-16,0 0-7 0,0 0-1 0,0 0 3 16,0 0-1-16,0 0-1 0,0 0 2 0,0 0-4 15,0 0 1-15,0 0 1 0,0 0-1 0,0 0-6 16,0 0 1-16,0 0 4 0,0 0-3 0,0 0 6 16,0 0-1-16,0 0-2 0,0 0-5 0,0 0 7 15,0 0-2-15,0 0-10 0,0 0 5 0,0 0 8 16,0 0-3-16,0 0-3 0,0 0 5 0,0 0-5 15,0 0 0-15,0 0 3 0,0 0-1 0,0 0-1 16,0 0-1-16,0 0 3 0,0 0-5 0,0 0 5 16,0 0 1-16,0 0-5 0,0 0-3 0,0 0 3 15,0 0 2-15,0 0-1 0,0 0-3 0,0 0 10 16,0 0-6-16,0 0-5 0,0 0 5 0,0 0-1 16,0 0 3-16,0 0-3 0,0 0-1 0,0 0 2 15,0 0 1-15,0 0-7 0,0 0 13 0,0 0-8 16,0 0 6-16,0 0-5 0,7 4-1 0,-7-4-6 15,0 0 7-15,0 0 1 0,0 0-3 0,0 0 0 16,0 0-3-16,0 0 2 0,0 0-2 0,0 0 4 0,0 0 0 16,0 0 0-16,0 0 2 0,0 0-1 15,0 0-4-15,0 0 2 0,0 0 2 0,0 0-1 16,0 0-1-16,0 0 1 0,0 0-3 0,0 0 2 16,0 0 1-16,0 0 0 0,0 0 2 0,0 0-5 0,0 0 10 15,0 0-9-15,0 0 2 0,0 0 1 16,0 0-1-16,0 0-2 0,0 0 1 0,0 0 0 15,0 0 0-15,0 0 0 0,0 0-1 0,0 0 5 0,0 0 0 16,0 0-3-16,0 0 2 0,0 0-4 0,0 0-1 16,0 0 5-16,0 0 0 0,0 0-2 0,0 0 2 15,0 0-8-15,0 0 4 0,0 0 2 0,0 0-1 16,0 0-5-16,0 0 6 0,0 0 0 0,0 0 2 16,0 0-5-16,0 0-1 0,0 0 4 0,0 0-1 15,0 0-2-15,0 0 1 0,0 0 12 0,0 0-10 16,0 0-1-16,0 0-2 0,0 0 3 0,0 0-1 15,0 0 1-15,0 0 1 0,0 0-1 0,0 0 6 16,0 0-5-16,0 0-5 0,0 0 9 0,0 0-6 16,0 0 1-16,0 0 0 0,0 0 7 0,0 0-13 15,0 0 4-15,0 0 3 0,0 0-3 0,0 0 0 16,0 0 1-16,0 0-2 0,0 0 0 0,0 0 1 16,0 0-1-16,0 0 2 0,0 0-2 0,0 0 4 15,0 0 2-15,0 0-6 0,0 0 1 0,0 0-4 16,0 0 8-16,0 0-4 0,0 0 1 0,0 0-1 15,0 0 4-15,0 0-1 0,0 0-1 0,0 0-1 16,0 0 0-16,0 0-2 0,0 0 2 0,0 0 4 0,0 0 1 16,0 0-7-16,0 0 5 0,0 0-1 15,0 0 4-15,0 0-5 0,0 0-2 0,0 0 2 16,0 0-1-16,0 0 1 0,0 0-4 0,0 0 4 16,0 0 1-16,0 0-4 0,0 0 1 0,0 0 5 15,0 0-1-15,0 0-2 0,0 0 4 0,0 0-8 16,0 0 1-16,0 0 0 0,0 0 3 0,0 0-3 15,0 0 2-15,0 0 2 0,0 0 0 0,0 0 1 16,0 0-1-16,0 0 1 0,0 0 1 0,0 0-2 16,0 0 0-16,0 0-4 0,0 0-2 0,0 0 5 0,0 0 0 15,0 0-2-15,0 0-1 0,0 0 3 0,0 0-6 16,0 0 9-16,0 0-1 0,0 0-4 16,0 0 4-16,0 0-1 0,0 0 2 0,0 0-3 0,0 0 1 15,0 0 0-15,0 0 3 0,0 0-6 0,0 0 1 16,0 0 1-16,0 0 2 0,0 0 1 0,0 0 1 15,0 0-2-15,0 0-2 0,0 0 1 0,0 0 3 16,0 0-3-16,0 0-2 0,0 0 3 0,0 0 5 16,0 0-13-16,0 0 3 0,0 0-5 0,0 0-3 15,0 0-1-15,0 0 0 0,0 0-8 0,0 0-11 16,0 0-16-16,0 0 2 0,0 0-20 0,0 0-16 16,0 0-5-16,0 0-9 0,0 0-14 0,0 0-18 15,-9 18-88-15,9-18-232 0,0 10 103 0</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27:12.379"/>
    </inkml:context>
    <inkml:brush xml:id="br0">
      <inkml:brushProperty name="width" value="0.05292" units="cm"/>
      <inkml:brushProperty name="height" value="0.05292" units="cm"/>
      <inkml:brushProperty name="color" value="#FF0000"/>
    </inkml:brush>
  </inkml:definitions>
  <inkml:trace contextRef="#ctx0" brushRef="#br0">17422 6783 12 0,'0'0'19'16,"0"0"0"-16,0 0 1 0,0 0 0 0,0 0-3 15,0 0-3-15,0 0 1 0,0 9 1 0,0-9 1 16,0 0 4-16,0 0-6 0,0 0 3 0,0 0 5 16,0 0-1-16,0 0-3 0,0 0 6 0,0 0-6 15,0 0-8-15,0 0 2 0,0 0 6 0,0 0 1 16,0 0 1-16,0 0-7 0,0 0 8 0,0 0-10 16,0 0 3-16,0 0 8 0,0 0-2 0,0 0 1 15,0 0-4-15,0 0-1 0,0 0 3 0,0 0 3 16,0 0 2-16,0 0-8 0,0 0-12 0,0 0 10 15,0 0-1-15,0 0-5 0,0 0 13 0,0 0 1 16,0 0-5-16,0 0 3 0,0 0-7 0,0 0 9 16,0 0-7-16,0 0-2 0,0 0 10 0,0 0-11 15,0 0 2-15,0 0 1 0,0 0-8 0,0 0 5 16,0 0-6-16,0 0 7 0,0 0-6 0,0 0 1 16,0 0-1-16,0 0-2 0,0 0 6 0,0 0 5 15,0 0-3-15,0 0 0 0,0 0 1 0,0 0-6 16,0 0 11-16,0 0-5 0,0 0-1 0,0 0 0 15,0 0 3-15,0 0-11 0,0 0-4 0,0 0 4 16,0 0 0-16,0 0 7 0,0 0-3 0,0 0 0 16,0 0 2-16,0 0 7 0,0 0-10 0,0 0 6 15,0 0 0-15,0 0-3 0,0 0 6 0,0 0 0 16,0 0-9-16,0 0 8 0,0 0 0 0,0 0-6 16,0 0 3-16,0 0-3 0,0 0 3 0,0 0 0 15,0 0-3-15,0 0 0 0,0 0-3 0,0 0 2 16,0 0-6-16,0 0-8 0,0 0 15 0,0 0-1 15,0 0-5-15,0 0-6 0,0 0 6 0,0 0 2 0,0 0 1 16,0 0-6-16,0 0-3 0,0 0 2 16,0 0-6-16,0 0 5 0,-14 1-3 0,14-1 3 15,0 0 0-15,0 0 9 0,3 11-9 0,-3-11-3 16,1 10 3-16,-1-10 0 0,1 11-3 0,1-1 5 16,-2-3 2-16,0 1 0 0,0-1 10 0,2 3-4 15,-2-1 4-15,0-9-6 0,1 13 4 0,1-3-7 0,-1-2 10 16,0 0-12-16,0-1 6 0,-1-7 1 15,2 13-7-15,-2-7 5 0,2 2 0 0,-2-8-2 16,2 12 3-16,-1-6-1 0,0 1-2 0,0 0 4 0,-1-7-3 16,2 11 1-16,-2-4 0 0,0-7-5 15,2 11 3-15,-2-11 2 0,2 8-5 0,-1-4-2 16,-1-4-1-16,1 9 8 0,-1-9-3 0,0 0 1 16,2 6-3-16,-2-6 5 0,0 0-3 0,0 0 0 15,0 0 1-15,2 8-2 0,-2-8 2 0,0 0-1 0,0 0-1 16,0 0 3-16,0 0-2 0,0 0 0 0,0 0-4 15,0 0 4-15,0 0-4 0,0 0 7 16,5 4-6-16,-5-4 0 0,0 0 3 0,0 0-4 16,0 0 0-16,0 0 3 0,0 0 0 0,0 0-1 0,0 0-1 15,0 0 4-15,0 0-4 0,0 0 3 0,0 0 1 16,0 0-2-16,0 0 1 0,0 0-3 0,0 0 3 16,0 0-7-16,15-9 4 0,-15 9 1 0,9-5 3 15,-4 4 2-15,2-2-6 0,-1-3 5 0,2 2-4 16,3-1 4-16,-2-1 2 0,3-2-6 0,3-3 4 15,6-5-5-15,-3 6 0 0,6-5 2 0,3-1 0 16,1-3-1-16,0 0 4 0,5-1-3 0,0 0 4 16,10-9-3-16,-2 3-2 0,-8 6-2 0,9-7 1 15,-10 8 3-15,0-2 6 0,0 2 3 0,-2 0-5 16,1-1 0-16,-2 3-1 0,1 1-3 0,-3-2 4 16,-3 0-1-16,0 4-1 0,-2 0-5 0,-4 2 1 15,-4 1 1-15,0 2 0 0,1-3 2 16,-4 7 8-16,-3-3-6 0,-3 3-6 0,2 1 7 0,-2 1-5 15,0 0 1-15,-5 3 6 0,9-6-5 0,-9 6-2 16,5-3 0-16,-5 3 5 0,0 0-1 0,0 0 6 16,5-5-3-16,-5 5 3 0,0 0 6 0,0 0-4 15,0 0-1-15,5-4 3 0,-5 4 0 0,0 0-5 16,0 0-1-16,0 0 6 0,0 0-10 0,0 0 3 16,0 0-1-16,0 0 0 0,0 0-1 0,0 0-4 15,6-3 2-15,-6 3 1 0,0 0-2 0,0 0 3 16,0 0-2-16,0 0 4 0,0 0-4 0,0 0 1 15,0 0 2-15,0 0-3 0,0 0 1 0,0 0 2 16,0 0-2-16,0 0 2 0,0 0 5 0,0 0-2 16,0 0 1-16,0 0-1 0,0 0-1 0,0 0 3 15,0 0-3-15,0 0 4 0,0 0-5 0,0 0 1 16,0 0 2-16,0 0 2 0,0 0-4 0,0 0 2 16,0 0-2-16,0 0-2 0,0 0 1 0,0 0 3 15,0 0-3-15,0 0 3 0,0 0-2 0,0 0 2 16,0 0-2-16,0 0 0 0,0 0-1 0,0 0 2 15,0 0-4-15,0 0 2 0,0 0-1 0,0 0-3 16,0 0 1-16,0 0-2 0,0 0 2 0,0 0-1 16,0 0-3-16,0 0-1 0,0 0 2 0,0 0 0 15,0 0-1-15,0 0-2 0,0 0 2 0,0 0-1 16,0 0-1-16,0 0 1 0,0 0-1 0,0 0 0 16,0 0 0-16,0 0-2 0,0 0 3 0,0 0 0 15,0 0-3-15,0 0 0 0,0 0 1 0,0 0-1 16,0 0-1-16,0 0 1 0,0 0 0 0,0 0 2 15,0 0-5-15,0 0 1 0,0 0 2 0,0 0 0 16,0 0 3-16,0 0-3 0,0 0 2 0,0 0-2 16,0 0 1-16,0 0-3 0,0 0 2 0,0 0 1 15,0 0-2-15,0 0 0 0,0 0 2 0,0 0 0 0,0 0 3 16,0 0-2-16,0 0-2 0,0 0 0 16,0 0-1-16,0 0 2 0,0 0-3 0,0 0 4 15,0 0-1-15,0 0-2 0,0 0 2 0,0 0-2 16,0 0 3-16,0 0-3 0,0 0 0 0,0 0 1 0,0 0 0 15,0 0 1-15,0 0-3 0,0 0 3 0,0 0 2 16,0 0-3-16,0 0-2 0,0 0 1 0,0 0 1 16,0 0 0-16,0 0-3 0,0 0 1 15,0 0 4-15,0 0-2 0,0 0-3 0,0 0 3 16,0 0 0-16,0 0 1 0,0 0-1 0,0 0-1 0,0 0-1 16,0 0 4-16,0 0-1 0,0 0 1 15,0 0-1-15,0 0-2 0,0 0 1 0,0 0 3 16,0 0-4-16,0 0 0 0,0 0-1 0,0 0 2 15,0 0 0-15,0 0 4 0,0 0-4 0,0 0 2 0,0 0-3 16,0 0 0-16,0 0 0 0,0 0-1 0,0 0 5 16,0 0-6-16,0 0 1 0,0 0 2 0,0 0 0 15,0 0 0-15,0 0 1 0,0 0 0 16,0 0-3-16,0 0 1 0,0 0-1 0,0 0-4 16,0 0 0-16,0 0-10 0,0 0-22 0,0 0-25 0,0 0-29 15,-12 17-10-15,12-17 10 0,-1 12-43 0,-2-3-25 16,1 2-20-16,-1 5-17 0,-4 1-116 0,0 2-339 15,1-3 151-15</inkml:trace>
  <inkml:trace contextRef="#ctx0" brushRef="#br0" timeOffset="618.14">19217 7057 41 0,'-7'-1'139'0,"7"1"5"0,0 0-2 0,-11-2-6 16,11 2 1-16,-7-3-7 0,7 3-8 0,0 0-7 16,0 0-7-16,-9-2-14 0,9 2-1 0,0 0-13 15,0 0-10-15,0 0-2 0,0 0-11 0,0 0-11 16,0 0-4-16,0 0 1 0,0 0 8 0,-5 8 13 16,5-8-22-16,0 0-3 0,9 18-8 0,-5-11 13 15,0 0-6-15,-2 1-3 0,5 1-1 0,-2 0-4 16,0 3-4-16,1-1-2 0,0 1 1 0,0 3-4 15,1 1-3-15,3-4 0 0,-4 3-5 0,-2-4 0 16,2-2-2-16,-1 1 0 0,0-1 2 0,-2-2-3 16,-1-1 0-16,2 1-5 0,-1-3 1 0,-3-4 1 0,5 6 2 15,-5-6 0-15,4 5-1 0,-4-5 0 16,0 0 19-16,0 0 6 0,4 5 6 0,-4-5 7 16,0 0 6-16,0 0 5 0,0 0 5 0,0 0 2 15,0 0-1-15,3 6 2 0,-3-6-5 0,0 0-6 0,0 0-8 16,0 0-7-16,4-25 3 0,-2 11-9 0,0-4-3 15,1-1-2-15,-2 1-8 0,3-1 4 16,0 0-1-16,-1 4-5 0,1 0-5 0,-3 3-4 0,1 1-5 16,0-1-3-16,0 2-7 0,0 3-5 15,1-3-9-15,-2 5-14 0,0-2-11 0,-1 7-11 16,3-8-16-16,-3 8-22 0,4-9-25 0,-4 9-23 0,2-5-23 16,-2 5-9-16,8-4-3 0,-3 0 14 15,-5 4-1-15,12-2 5 0,-5 2 1 0,5 0 7 0,-2 3 7 16,-1 1-86-16,2-1-249 0,-2 2 110 0</inkml:trace>
  <inkml:trace contextRef="#ctx0" brushRef="#br0" timeOffset="951.3">19507 7088 370 0,'5'4'-25'0,"0"3"11"0,0-4 10 0,-1 1 6 0,1 1 8 15,-2-1 4-15,0 2 10 0,2 0 5 16,-1-1 7-16,1 1 9 0,-2-1 0 0,0 3 1 0,-1 0 2 16,3 0 15-16,-1 3-9 0,2-3-4 15,-2 1 4-15,1-1 1 0,-1 1 3 0,1 0 5 0,0-2-5 16,-2 0-2-16,5 0 6 0,-3-2-3 0,-1 2-3 15,-1-4 4-15,3 1-8 0,-1 2 7 16,1-2-6-16,-1-1 2 0,2 0-1 0,-7-3 3 0,11 4-2 16,-5-3 2-16,1 3 14 0,-1-4-20 0,-6 0 5 15,12 1-1-15,-12-1 4 0,9 0-3 16,-9 0 1-16,0 0-3 0,10-4-5 0,-10 4-2 0,6-4-3 16,-3-1-1-16,-2-2-8 0,-1-4-4 0,1 1-4 15,-2-1-2-15,0-2-4 0,-2 0-3 0,-1-3-2 16,1 5-1-16,-1-4-5 0,-3 4-2 0,1 1 1 15,1 0-7-15,1 1 5 0,-2 1-2 16,0 1-3-16,0 3-3 0,1-1-4 0,0-1-3 16,-1 2-7-16,6 4-8 0,-13-3-15 0,13 3-11 0,-16 3-16 15,9 3-24-15,-5 1-38 0,5 0-30 0,1 2-43 16,-3 3-119-16,3-3-345 0,1-1 152 0</inkml:trace>
  <inkml:trace contextRef="#ctx0" brushRef="#br0" timeOffset="1157.33">19884 7147 11 0,'3'4'209'0,"-3"-4"-20"0,0 0-17 0,0 0-11 0,6 2-13 15,-6-2-3-15,0 0-7 0,10 0-8 0,-10 0-11 16,16-4-10-16,-4 1-10 0,2-1-9 0,3 2-8 15,-1 0-9-15,1-1-14 0,1-1-39 0,-5 0-32 16,-1 2-38-16,-1-1-50 0,-1 2-40 0,0-2-136 16,-4 0-298-16,-6 3 132 0</inkml:trace>
  <inkml:trace contextRef="#ctx0" brushRef="#br0" timeOffset="1367.32">19974 7034 60 0,'0'0'168'0,"-7"-2"-14"0,7 2-21 16,0 0-10-16,0 0-15 0,0 0 7 0,1 15-6 15,0-5-10-15,4 2-8 0,-2 5-10 0,1 3-5 16,2-3-6-16,1 9-12 0,-1-2-3 0,2 2-2 16,1-4-5-16,-3-4-29 0,3 4-33 0,0-4-38 15,-3 0-31-15,5-2-28 0,-3-2-116 16,-1-2-246-16,-1-3 110 0</inkml:trace>
  <inkml:trace contextRef="#ctx0" brushRef="#br0" timeOffset="1704.16">20156 7022 114 0,'0'-6'197'0,"0"6"-7"0,-1-10-11 0,1 10-10 16,-2-7-23-16,2 7-16 0,0 0-9 0,0 0-6 15,0 0-4-15,0 0-1 0,0 0-6 0,16 13-8 16,-11-4-9-16,0 1-8 0,0 0-7 0,4 6-9 16,-3-5-2-16,1 0-7 0,0-1-6 0,1 0-5 15,-4-3-6-15,1 0-3 0,-1-3-3 0,-2 2 5 16,-2-6 9-16,7 8 3 0,-7-8 4 0,5 4 8 16,-5-4 8-16,6 3 8 0,-6-3 5 0,0 0 4 15,0 0-7-15,0 0-1 0,0 0-7 0,0 0-6 16,14-13-6-16,-8 3-7 0,1 1-7 0,-1-8-5 15,1-1-4-15,2-6-5 0,0 8-3 0,1-9-13 16,-1 0-20-16,-4 5-4 0,0 3-15 0,2 8-15 16,-4-2-26-16,1 2-23 0,0-1-37 0,-1 4-49 15,-1 2-27-15,3-2-10 0,-5 6-12 0,0 0 1 16,0 0-133-16,16 10-385 0,-11-3 171 0</inkml:trace>
  <inkml:trace contextRef="#ctx0" brushRef="#br0" timeOffset="1918.09">20449 7099 125 0,'0'0'164'0,"0"0"-5"0,0 0-3 15,0 0-12-15,0 0-7 0,0 9 4 0,0-9-13 16,1 6-9-16,-1-6 4 0,1 13-5 0,2-5-13 16,-2 2-10-16,3 1-10 0,-2 0-9 0,5 5-1 15,-2 0-10-15,-1-1-8 0,0 0-3 0,1 1-7 16,-1-5-2-16,-2 6-5 0,3-3-3 0,-2-2-2 15,0 0 0-15,3 0-4 0,-4 0-6 0,1-2-18 16,-2-1-27-16,-1 2-41 0,1-5-46 0,-1 1-33 16,0-7-42-16,0 14-138 0,-4-10-347 0,4-4 154 15</inkml:trace>
  <inkml:trace contextRef="#ctx0" brushRef="#br0" timeOffset="2167.71">20441 7105 43 0,'1'-6'168'0,"-1"6"-3"0,5-11-11 0,-2 9-10 16,1-5-7-16,-4 7-1 0,10-2-9 15,-3 0-9-15,-7 2 7 0,13 2-15 0,-13-2-10 16,18 5-10-16,-9-1-7 0,1 2-10 0,1 1 0 16,-1-1-2-16,-2 0-3 0,2 2-10 0,-4 2 2 15,1-1 1-15,-4 0-4 0,3 0-4 0,-5 0-1 0,1 0-9 16,-2 1-1-16,0-1-4 0,-3 1 1 15,-1 1-5-15,0 0-1 0,-1-1-11 0,-1 1-11 16,1-2-17-16,-2 0-21 0,-1 0-34 0,2-2-38 16,-1 0-42-16,-3-1-39 0,5-2-166 0,-5-1-374 0,3-1 165 15</inkml:trace>
  <inkml:trace contextRef="#ctx0" brushRef="#br0" timeOffset="2399.81">20654 6907 23 0,'11'-4'167'0,"-1"1"-5"0,2-1 0 0,0 4-7 15,1 4 4-15,-2-1-5 0,0 4-16 0,4 1 0 16,-1 5-11-16,1 1-12 0,1 6-11 0,-2 5-11 16,-3 0-6-16,-2 4-7 0,-1 2-12 0,-3 2-2 15,-3 2-7-15,-3 2-7 0,-3-2-3 0,-5 1-5 16,-3 6-22-16,-6 2-28 0,2-11-26 0,-10 7-29 15,-4-1-34-15,-6-2-40 0,-1-1-37 0,-6-1-116 16,-2 1-311-16,-6-5 139 0</inkml:trace>
  <inkml:trace contextRef="#ctx0" brushRef="#br0" timeOffset="2671.18">19162 7010 178 0,'-27'21'185'0,"4"4"-10"0,-8 16-18 0,4 3-4 0,6 7-14 15,3 0-14-15,4 2-11 0,7-2-13 16,6-1-8-16,7 0-9 0,3-2-6 0,8-4-11 15,7-4-5-15,3-1-5 0,-3-12-4 0,18 9-8 0,4-10-28 16,5 0-31-16,6-3-57 0,5-8-38 0,24 6-50 16,-31-10-96-16,3-1-277 0,-6-5 122 0</inkml:trace>
  <inkml:trace contextRef="#ctx0" brushRef="#br0" timeOffset="5534.33">18680 9446 23 0,'0'0'72'16,"0"0"-10"-16,4 5-2 0,-4-5-8 0,0 0-6 16,0 0-7-16,0 0 1 0,5 4-7 0,-5-4 1 0,0 0-5 15,0 0-4-15,6 3-11 0,-6-3 1 0,0 0 1 16,0 0-2-16,3 6 0 0,-3-6-8 15,0 0 2-15,0 0 3 0,0 0-5 0,0 0-4 16,0 0 6-16,4 5-11 0,-4-5 7 0,0 0-2 0,0 0 4 16,0 0-2-16,0 0-13 0,0 0 11 0,0 0-7 15,0 0 5-15,2 5 6 0,-2-5-9 0,0 0 2 16,0 0 2-16,0 0-1 0,0 0 3 0,0 0-4 16,0 0 3-16,0 0-1 0,0 0 0 0,0 0 2 15,0 0-3-15,0 0 2 0,0 0-2 0,0 0 3 16,0 0-5-16,0 0 6 0,0 0-3 0,0 0 1 15,0 0 0-15,0 0 0 0,0 0-6 0,0 0 7 16,0 0-1-16,0 0-7 0,0 0 3 0,0 0 5 16,0 0 1-16,0 0-3 0,0 0 5 0,0 0-6 15,0 0 9-15,0 0-4 0,0 0 8 0,0 0-6 16,0 0 1-16,0 0-8 0,0 0 12 0,0 0-2 0,0 0 8 16,0 0 1-16,0 0-2 0,0 0-6 15,0 0-2-15,0 0 8 0,0 0 6 0,0 0-10 16,0 0-6-16,0 0 8 0,0 0 2 0,0 0-8 15,0 0 11-15,0 0-12 0,0 0 10 0,0 0-8 0,0 0-5 16,0 0 14-16,0 0-16 0,0 0 2 16,0 0 2-16,0 0-2 0,0 0-3 0,0 0 1 15,0 0 5-15,0 0-11 0,0 0 7 0,0 0-5 16,0 0 5-16,0 0-2 0,0 0-2 0,0 0 2 0,0 0 5 16,0 0-11-16,0 0 7 0,0 0 8 0,0 0-13 15,15-5 2-15,-15 5 5 0,0 0 0 16,0 0-1-16,0 0-14 0,0 0 14 0,0 0-4 15,0 0 8-15,0 0-5 0,0 0-3 0,0 0 4 0,0 0-2 16,0 0-8-16,0 0 7 0,0 0-2 0,0 0 2 16,0 0-2-16,0 0 4 0,0 0 4 0,0 0-3 15,0 0 0-15,0 0 1 0,0 0 6 0,0 0 3 16,0 0-8-16,0 0-3 0,0 0 8 0,0 0-3 16,0 0-5-16,0 0-2 0,0 0 1 0,0 0-9 15,0 0 13-15,0 0-5 0,0 0-4 0,0 0 4 16,0 0-3-16,0 0 1 0,0 0 9 0,0 0-14 15,0 0 9-15,0 0 3 0,0 0-4 0,0 0 4 16,0 0-4-16,0 0-2 0,0 0 2 0,0 0 2 16,0 0-2-16,0 0-6 0,0 0 7 0,0 0 0 15,0 0 5-15,0 0-10 0,0 0 1 0,0 0 1 16,0 0-4-16,0 0 8 0,0 0-2 0,0 0-7 16,0 0 3-16,0 0 7 0,0 0-8 0,0 0 10 15,0 0-6-15,0 0-6 0,0 0 12 0,0 0-7 16,0 0-3-16,0 0 5 0,0 0-5 0,0 0-1 15,0 0 5-15,0 0-4 0,0 0 7 0,0 0-7 16,0 0 5-16,0 0 0 0,0 0-6 0,0 0 12 0,0 0-1 16,0 0-9-16,0 0-4 0,0 0 20 15,0 0-23-15,0 0 7 0,0 0 1 0,0 0 3 16,0 0-6-16,0 0-7 0,0 0 21 0,0 0-9 16,0 0-4-16,0 0-10 0,0 0 18 0,0 0 3 0,0 0-9 15,0 0 2-15,0 0 2 0,0 0 4 0,0 0-9 16,0 0-2-16,0 0 1 0,0 0-6 0,0 0 1 15,0 0-12-15,0 0-3 0,0 0-5 0,0 0-7 16,0 0-5-16,0 0-12 0,0 0-18 0,0 0-79 16,0 0-160-16,0 0 71 0</inkml:trace>
  <inkml:trace contextRef="#ctx0" brushRef="#br0" timeOffset="21819.05">11186 13579 2 0,'0'0'78'0,"0"0"3"0,13 7-3 0,-10-3-11 16,3 0 9-16,-1 2-6 0,1-2-7 0,-3 1 10 16,3 0-17-16,-2-1-10 0,0 1 5 0,-4-5 13 15,8 7-4-15,-5-5-6 0,-3-2 4 0,5 7-6 0,-5-7-9 16,7 4 6-16,-7-4-10 0,0 0 5 15,10 0-6-15,-10 0-1 0,13-11-2 0,2-2-6 0,3-11-2 16,11-19-1-16,19-28-12 0,-3-11-28 16,5-10-58-16,4-6-43 0,2-3-87 0,7-9-219 0,0-5 98 15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14T09:57:31.939"/>
    </inkml:context>
    <inkml:brush xml:id="br0">
      <inkml:brushProperty name="width" value="0.1" units="cm"/>
      <inkml:brushProperty name="height" value="0.1" units="cm"/>
    </inkml:brush>
  </inkml:definitions>
  <inkml:trace contextRef="#ctx0" brushRef="#br0">51 35 60 0 0,'-22'-20'725'0'0,"-6"6"-934"0"0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2-14T09:57:32.697"/>
    </inkml:context>
    <inkml:brush xml:id="br0">
      <inkml:brushProperty name="width" value="0.1" units="cm"/>
      <inkml:brushProperty name="height" value="0.1" units="cm"/>
    </inkml:brush>
  </inkml:definitions>
  <inkml:trace contextRef="#ctx0" brushRef="#br0">1 342 132 0 0,'0'0'1189'0'0,"8"0"-1160"0"0,519-27 358 0 0,-375 14-322 0 0,392-51 109 0 0,-18 0-112 0 0,165 33 52 0 0,0-14 104 0 0,-227 10 140 0 0,384-1-415 0 0,-551 22-5 0 0,205 2-127 0 0,-381 25-428 0 0,-112-9-277 0 0,-7-3 381 0 0</inkml:trace>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01:23.454"/>
    </inkml:context>
    <inkml:brush xml:id="br0">
      <inkml:brushProperty name="width" value="0.05292" units="cm"/>
      <inkml:brushProperty name="height" value="0.05292" units="cm"/>
      <inkml:brushProperty name="color" value="#FF0000"/>
    </inkml:brush>
  </inkml:definitions>
  <inkml:trace contextRef="#ctx0" brushRef="#br0">2627 7651 39 0,'0'0'63'0,"0"0"-8"16,0 0-5-16,0 0-3 0,0 0-9 0,0 0-4 16,0 0 0-16,22-6-6 0,-11 6 3 0,7-3-5 15,3 1 2-15,-1 0 0 0,8-1 0 0,-6 3 0 16,9-2-2-16,-2 0 1 0,0-1-7 0,-1 0 11 15,2 2-12-15,-10-1 3 0,10 0-2 0,1 4 9 16,-1-6-5-16,1 4-3 0,0 0 5 0,4-2 1 16,1 1-1-16,2 1-3 0,15-4-2 0,-3 2-3 15,1-1-2-15,-1 0 2 0,2 3-2 0,-1-2-1 16,0 1-1-16,0-3 6 0,-12 3-12 0,1-1 6 16,12 1 4-16,-13 1 3 0,0 1-15 0,13-1 2 15,-14 2-2-15,16 0 3 0,-3-2-4 0,0 2 0 16,-1 2 1-16,-10 0 26 0,11 2-30 0,3 1 3 15,-1-3-1-15,1 3-4 0,-4-3 6 0,-11 3-6 16,11 0 2-16,1 1 9 0,-12-1-8 0,-2-1 7 16,2 2-3-16,10-2-4 0,2 2-5 0,-15-3 4 15,15 1 3-15,-13-4-2 0,13 3 4 0,-14-4-6 16,15 3 4-16,-13-3 2 0,11 1-4 0,-10-1-1 16,10-2 0-16,-10 1-2 0,12-2 2 0,-1-2 12 0,0-1-4 15,0 3 2-15,0-2 0 0,3 0-4 16,-4-3-1-16,4 3 6 0,1-4-5 0,0 7-4 15,2-4 4-15,4-2 0 0,-1 1 1 0,1 2-2 16,2-2-1-16,-2 3-3 0,6-3 0 0,-5 1-2 16,1-1 7-16,3-1-3 0,-2-1-1 0,3 4 1 0,25-7-2 15,-30 5 5-15,5 3-5 0,24-4-1 16,-29 5 1-16,2-2 3 0,-1-1-4 0,1 5-4 16,1-2 2-16,-1 2 5 0,1 0-8 0,0 2 6 15,0-4-1-15,0 6 4 0,28 0-2 0,-31-1 2 0,3-1-6 16,29 2 6-16,-32 2 2 0,0-2-2 0,2 0-4 15,2 0-1-15,-1 0 1 0,23 0 4 0,-24-3-1 16,3 1-3-16,-1-3 2 0,25 2 4 16,-26-3-1-16,26-2-2 0,-27 0 3 0,26-1-1 15,-28 1 6-15,3 2 1 0,1-3-3 0,0-3-3 0,28-4 3 16,-30 10 1-16,1-2-5 0,3 1 5 0,-2 1-3 16,24 2 3-16,-30-2-5 0,0 0-4 15,-1 2 6-15,0 2-4 0,-3-2 7 0,-1 3-6 16,-4-2-4-16,-13 1 4 0,15 0-1 0,-16 1 2 15,-2 2-4-15,0-2-2 0,-3-1-1 0,-1 2 8 0,-1-3-8 16,-7 1 8-16,5 3-6 0,-10-3-9 0,1 1-9 16,-1-1-1-16,0 0-25 0,-5 2-9 0,0-4-22 15,-3 3-13-15,1 0-8 0,0 0-23 0,-5-2-89 16,2 2-223-16,-8-3 98 0</inkml:trace>
  <inkml:trace contextRef="#ctx0" brushRef="#br0" timeOffset="836.52">16746 6665 9 0,'33'-4'71'0,"6"0"-14"15,10-4 0-15,3 1-7 0,-2 1-1 16,2-2 1-16,2 2-8 0,1-2 0 0,1 0-2 0,5-1-9 15,2 3 8-15,-1-1 0 0,2-1-10 0,0 2 5 16,24-5-11-16,-24 3 0 0,26-5 7 0,-26 6 4 16,29-6 1-16,3 1-3 0,-3-1-5 0,-1 2 2 15,-27 3-5-15,27-2-3 0,-29 3 9 0,5 1 0 16,27-3-5-16,-28 2 5 0,25 3 1 0,-31 0-4 16,6 0-8-16,-1 0 7 0,0 3-7 0,24-2 1 15,-28 2-4-15,0-1-4 0,0 0 15 0,1 0-20 16,1-1 15-16,3-2-5 0,21 4 3 0,-27-3 1 15,-1 0-4-15,7 0 0 0,-3 1-2 0,-3-1-4 16,-2 3 4-16,-3-1 2 0,-2-3-6 0,-1 1 5 16,-13 3-13-16,11-2 3 0,-13 2 1 0,1-2 5 15,0 2-6-15,1-3 2 0,-3 3 10 0,-1-3-8 16,-2 3-9-16,0-2 7 0,-2 2-8 0,-4-1 6 16,-7 2 0-16,-2-1-6 0,0 0-2 0,-6 0 15 15,-2 1-16-15,-1-2 3 0,-2 4 2 0,-8-2 2 16,10-3-8-16,-10 3 6 0,0 0-14 0,11 0-2 15,-11 0-7-15,0 0-20 0,0 0-10 0,0 0-5 16,0 0-16-16,0 0-6 0,0 0-10 0,0 0-97 16,0 0-199-16,-37 5 89 0</inkml:trace>
  <inkml:trace contextRef="#ctx0" brushRef="#br0" timeOffset="1916.08">15429 7622 14 0,'11'2'36'0,"4"2"0"0,5-3 4 0,1 1-6 16,6 0 9-16,1 1-8 0,4 1-4 0,0-2 6 16,1 0-3-16,1-2-6 0,0 0-4 0,2 2-2 15,2-3 3-15,13 6 2 0,2-4-1 0,0-1-1 16,0 0-2-16,-2 3-4 0,3 0 7 0,-1-3-8 15,-1 3-3-15,-1 1 1 0,3-4 4 0,3 0 2 16,0 0 3-16,3 0-2 0,0 0-1 0,8 1-5 16,-3-1 14-16,0 2-19 0,25-1 4 0,-28 1-2 15,4-2 3-15,-4 4 1 0,0-3-16 0,2 5 15 16,26-4-11-16,-30-1 15 0,0-1-22 0,2 2 15 0,0-1-1 16,0 2 8-16,-2-1-5 0,6 1 0 0,-2-1-2 15,27 0 3-15,-28-4-5 0,0 4 4 16,28-6-7-16,-29 2 2 0,3 5-2 0,-3-2-1 15,4-1 0-15,-5-1 7 0,0 2-7 0,6-3 2 0,-1-1-17 16,-1 1 24-16,-1 2-12 0,-1 0 2 0,-1 0 8 16,2 0-8-16,0-3 6 0,-2 2-8 0,-4-1 2 15,0 1-6-15,2 1 4 0,-3-2-5 16,5-2 12-16,-3 2-11 0,-1 0-4 0,-3 2 15 0,-1-5-8 16,1 4 7-16,-4-2 2 0,1 2-13 15,-14-2 6-15,13 7 5 0,-13-4 1 0,0-1-2 0,13 1-7 16,-16 0 6-16,1 1-6 0,-4-1 6 0,2 0-1 15,1 3 3-15,-5-3-1 0,-3 0 7 0,-5 0-10 16,5 1 1-16,1-2-1 0,-6 2-4 0,-4-1 10 16,-5 1-3-16,2-2-11 0,-1 1 8 0,-2-1 0 15,-1 2-3-15,-1-1-2 0,-4 0 4 0,-6 0 1 16,13-1 6-16,-13 1-1 0,10-3-3 0,-10 3-7 16,0 0-7-16,0 0-21 0,7-1-8 0,-7 1-16 15,0 0-18-15,0 0-17 0,0 0-11 0,-30-6-91 16,13 6-202-16,-2 0 89 0</inkml:trace>
  <inkml:trace contextRef="#ctx0" brushRef="#br0" timeOffset="5099.64">4496 8906 21 0,'0'0'41'0,"0"0"-4"15,0 0-7-15,0 0 1 0,0 0-9 0,0 0 5 16,0 0-4-16,0 0-3 0,26 0-2 0,-18 0-1 15,4-2 9-15,-1 1-4 0,2 1-1 0,5-3 3 16,0 0-2-16,1 0 3 0,0 0-5 0,-1-1-3 16,2 0 6-16,1-1-8 0,-2 1-3 0,1 1-1 15,1-1 4-15,-2 0-1 0,8-1 0 0,1 1-8 16,-1 0 0-16,-7 2 9 0,7-1-2 0,3 0-7 16,-9 0 5-16,7 1-8 0,0-2 5 15,2 2-5-15,-3 0 4 0,-2 1 1 0,5-1-4 0,-2 1 5 16,0 2-2-16,-1 1-3 0,1 1 0 0,-7 1 4 15,8 0-2-15,-9-1-1 0,7 3-3 0,0-1 2 16,0 0 0-16,-7-2 0 0,7 3 2 0,-5-2-3 16,-1-2 1-16,7 2 4 0,0-2 1 0,1 1 0 15,-9-2 2-15,10 1 3 0,-2-1-1 0,0 0 2 16,-8 1 3-16,12-2-2 0,0 0 7 0,-3 0-9 16,3 0-2-16,-4 1 1 0,3-2 2 0,-1 1-10 15,-2 2 3-15,-1-1 1 0,1 0-1 0,0 2 5 16,1-2 1-16,2 1-5 0,-2-1-5 0,2-1 0 15,1 0 0-15,-1 1 4 0,1-1-3 0,0-1 1 16,-1 1 1-16,3 0 4 0,3-1-5 0,-4-2 2 16,1 1-2-16,0-1 2 0,0 1-3 0,-2 0 1 15,1 0-1-15,2 1 0 0,-3 1 7 0,2-1-11 16,1 1 7-16,-3-1-2 0,0 0-3 0,0 2-3 16,-2 0 3-16,2 1 0 0,0-3-1 0,1 4 8 15,2-3-3-15,1-1-4 0,2 0 7 0,13-2 4 16,-15 2-4-16,4-2-5 0,-1 3 5 0,11-3 3 15,-9 1-11-15,-1 1 4 0,-1 0-3 0,15-2 1 16,-2 2 6-16,-2-1-5 0,1 0 1 0,-12 6-2 16,0-6 8-16,12 0-1 0,2 4 2 0,-14-2-5 15,15 2 3-15,-14-2-11 0,12 0 2 0,-14 0-1 16,1 0 5-16,1 2 3 0,11-2-7 0,0 3 2 16,-14-1 3-16,15-2-1 0,3 3 8 0,-5-3-9 15,5 0 7-15,-4-3-7 0,0 3 1 0,1 1-3 16,-1 1 3-16,-1-4-3 0,1 2 8 0,-11 2-13 15,13-4 7-15,-2 4-3 0,-13-2 1 0,13-2-3 16,-13 2 9-16,14-1-9 0,-1 0 3 0,0-1-1 16,0 0 6-16,1 0-7 0,-12-2 3 0,14-1-2 15,-2 2 1-15,0 3 5 0,0-5-1 0,-1 4-2 16,-12-1 0-16,14 1 3 0,-5-2 1 0,-7 3-9 16,-3-2 5-16,15 0-1 0,-15 2-5 0,2-3 6 15,12 2 0-15,3-1-1 0,-4 1 1 0,2-2-4 16,-2 2 2-16,-12-1-4 0,14-2 9 0,-3 2-7 15,-11 0 4-15,11-1-4 0,-9 2 5 0,-1-1-3 16,-2 0 0-16,16 1 4 0,-16-1 2 0,0 2-11 16,1-1 5-16,-2 1-1 0,2 0 3 0,0 0-4 15,13 0 6-15,-17 0 2 0,3 0 4 0,0 0-1 16,-1 0-8-16,3 0-3 0,-3 0 5 0,0-1-5 16,3-1 1-16,-1 4 0 0,0-2-1 0,-1 0-1 0,0 0 2 15,0 1 1-15,0-2 1 0,-4 2-4 16,3-1 1-16,-2 0-1 0,-2 1 2 0,2 1 3 15,-2-2 0-15,1 0-2 0,-1 0-1 0,-2-2-3 16,3 2 1-16,0 0 2 0,0 0 0 0,0-1 2 16,-3 1 0-16,5-3 5 0,-4 3-8 0,3 0 6 15,-1 0-3-15,-3 0 2 0,5-2 1 0,-4 1 2 16,1 0-2-16,2 1-2 0,-2-2-1 0,-1 4-3 0,1-2 6 16,-1 0-2-16,1 0-2 0,-1-2-2 15,0 2 1-15,-1-1-2 0,0 1 2 0,0 1-1 16,1 1 10-16,1-1-4 0,-1-1-6 0,4-1 2 0,-3-1 2 15,1 2-7-15,-2 0 4 0,6 0 0 0,-4 2 0 16,0-2 1-16,1 0 5 0,1 1-9 16,0 0 5-16,1 1-4 0,-2-2 5 0,-1 0-1 15,2 0-2-15,-3 0 4 0,-1 0-3 0,1 0-1 16,-1 0 5-16,1 0-8 0,-3 0 9 0,1 2-2 0,0-1 0 16,-1-1-5-16,1 1 3 0,-1 1 0 0,1-2 2 15,0 0-5-15,-1 1 2 0,-1 1 2 0,-2-1 6 16,0 0-1-16,-4 0-4 0,-2-1 1 15,0 2-4-15,6-2 4 0,-6 1 3 0,0-1-1 0,0 0-3 16,-1 2 2-16,-2-2 0 0,4 2 1 0,-4-2 0 16,5 2 4-16,-3-2-4 0,-2 0-2 0,0-2 4 15,3 4-1-15,-2-4-2 0,0 2-2 16,1 0 0-16,-3 0-1 0,0-2 3 0,-2 2-2 16,-1 0 1-16,-1 0-2 0,0 0 2 0,1 0 8 15,-1-2-9-15,1 2 3 0,3-1-1 0,-4 1-3 0,-13 0-1 16,19-2 1-16,-9 2 2 0,-10 0-5 0,15 0 4 15,-15 0 2-15,12-1 3 0,-12 1-3 16,13 0 0-16,-13 0 3 0,0 0-1 0,13-1 2 16,-13 1 3-16,0 0-1 0,0 0 6 0,0 0-7 0,14-1 1 15,-14 1-2-15,0 0-2 0,0 0-2 0,0 0 1 16,0 0 5-16,0 0-7 0,0 0-1 0,0 0-2 16,0 0-1-16,0 0 1 0,0 0 6 15,0 0-2-15,10 2-6 0,-10-2-2 0,0 0 4 16,0 0-2-16,0 0-3 0,0 0 1 0,0 0 3 0,0 0-2 15,0 0 1-15,0 0-3 0,0 0 1 0,0 0 0 16,0 0-2-16,0 0 2 0,0 0 0 0,0 0-1 16,0 0 2-16,11 3 0 0,-11-3-2 15,0 0 1-15,0 0-1 0,0 0 1 0,0 0-1 0,0 0 3 16,0 0-4-16,0 0 0 0,0 0 4 0,0 0 2 16,0 0-1-16,0 0-4 0,0 0-1 0,0 0 4 15,0 0 0-15,0 0-1 0,0 0-1 0,0 0-1 16,0 0 6-16,0 0-5 0,0 0 1 15,0 0 3-15,0 0-3 0,0 0 2 0,0 0-3 16,0 0 0-16,0 0-1 0,0 0 0 0,0 0 4 0,0 0 1 16,0 0-4-16,0 0 3 0,0 0-6 0,12 0 2 15,-12 0 2-15,0 0-2 0,0 0-1 0,0 0 3 16,0 0-1-16,0 0-2 0,0 0 3 0,0 0 0 16,0 0 0-16,0 0-2 0,0 0-2 0,0 0 3 15,0 0 1-15,0 0 0 0,0 0-3 0,0 0 2 16,0 0 0-16,0 0 3 0,0 0-1 0,0 0 0 15,0 0 0-15,0 0-1 0,0 0 3 0,0 0-4 16,0 0-1-16,0 0 2 0,0 0 2 0,0 0-2 16,0 0 3-16,0 0-6 0,0 0 2 0,0 0 3 15,0 0-2-15,0 0-2 0,0 0 0 0,0 0 2 16,0 0-2-16,0 0 4 0,0 0-2 0,0 0 0 16,0 0-3-16,0 0 2 0,0 0 0 0,0 0 2 15,0 0-4-15,0 0 0 0,0 0 4 0,0 0-2 16,0 0 3-16,0 0-1 0,0 0-2 0,0 0 1 15,0 0 1-15,0 0-1 0,0 0-1 0,0 0 0 16,0 0 0-16,0 0 0 0,0 0-2 0,0 0 1 16,0 0-1-16,0 0 2 0,0 0-1 0,0 0-2 15,0 0 3-15,0 0-1 0,0 0 2 0,0 0-2 16,0 0 2-16,0 0-5 0,0 0 6 0,0 0-2 16,0 0 0-16,0 0 0 0,0 0-1 0,0 0 1 15,0 0-2-15,0 0 3 0,0 0-1 0,0 0-1 16,0 0 0-16,0 0 2 0,0 0-3 0,0 0 3 15,0 0-2-15,0 0 2 0,0 0-1 0,0 0 2 16,0 0 8-16,0 0-13 0,0 0 5 0,0 0-4 16,0 0 3-16,0 0-2 0,0 0 1 0,0 0-3 15,0 0 0-15,0 0 4 0,0 0-4 0,0 0 6 16,0 0-7-16,0 0-1 0,0 0 6 0,0 0 1 16,0 0-2-16,0 0 0 0,0 0-1 0,0 0 5 15,0 0-4-15,0 0 0 0,0 0 0 0,0 0 0 16,0 0 0-16,0 0 0 0,0 0 0 0,0 0 1 15,0 0-2-15,0 0 2 0,0 0 0 0,0 0 5 16,0 0-5-16,0 0 1 0,0 0-2 0,0 0-1 16,0 0 2-16,0 0-4 0,0 0 1 0,0 0 1 15,0 0 2-15,0 0 6 0,0 0-7 0,0 0 0 16,0 0 4-16,0 0-3 0,0 0-2 0,0 0-1 16,0 0 1-16,0 0-2 0,0 0 3 0,0 0-1 15,0 0-1-15,0 0 5 0,0 0-3 0,0 0 0 16,0 0 0-16,0 0 1 0,0 0 1 0,0 0-5 15,0 0 3-15,0 0-3 0,0 0 3 0,0 0 0 16,0 0 0-16,0 0 0 0,0 0-2 0,0 0 1 16,0 0 1-16,0 0-2 0,0 0 4 0,0 0-4 15,0 0 1-15,0 0 1 0,0 0 0 0,0 0 0 16,0 0 3-16,0 0-5 0,0 0 6 0,0 0-3 16,0 0-2-16,0 0 2 0,0 0-2 0,0 0 1 15,0 0-2-15,0 0 0 0,0 0 3 0,0 0-4 16,0 0 2-16,0 0 1 0,0 0 0 0,0 0 0 15,0 0 3-15,0 0-4 0,0 0 2 0,0 0-1 16,0 0 3-16,0 0 2 0,0 0 0 0,0 0 3 16,0 0 0-16,0 0 7 0,0 0-7 0,0 0 0 15,0 0 5-15,0 0 1 0,0 0-7 0,0 0 0 16,0 0 2-16,0 0 1 0,0 0-3 0,0 0 4 16,0 0 2-16,0 0-1 0,0 0 2 0,0 0-3 15,0 0-2-15,0 0 2 0,0 0 1 0,0 0-1 16,0 0 0-16,0 0-1 0,0 0 1 0,0 0-1 15,0 0 2-15,0 0-1 0,0 0-1 0,0 0 2 16,0 0 0-16,0 0 0 0,0 0-2 0,0 0-2 16,0 0 1-16,0 0-2 0,0 0 1 0,0 0-2 15,0 0-2-15,0 0 2 0,0 0-3 0,0 0 2 16,0 0 2-16,0 0-4 0,0 0-3 0,0 0 2 16,0 0 0-16,0 0 1 0,0 0 0 0,0 0-4 15,0 0 2-15,0 0 1 0,0 0-2 0,0 0-5 16,0 0-15-16,0 0-12 0,0 0-15 0,0 0-21 15,0 0-13-15,0 0-8 0,0 0-12 0,0 0-9 16,0 0-9-16,0 0-12 0,9 11-3 0,-9-11-12 16,7 4-16-16,-7-4-107 0,0 0-292 0,12 9 130 15</inkml:trace>
  <inkml:trace contextRef="#ctx0" brushRef="#br0" timeOffset="7167.92">16034 8812 35 0,'0'0'76'0,"0"0"-9"0,0 0-5 15,0 0 2-15,0 0-2 0,0 0-3 0,25 10 12 16,-13-10-14-16,1 3 0 0,8-2 1 16,-1-1-4-16,11 3 7 0,1-3-2 0,1 0-6 15,3 0-7-15,1-1-7 0,14-1 0 0,-13 1-5 0,13 0-3 16,1 1 3-16,-13-2-1 0,-2 2 4 0,17-3-6 16,-3 3-1-16,-14-1-5 0,14-4 2 0,4 2-3 15,0 2 3-15,0-2 0 0,0 0-1 0,1 0-5 16,2 2-2-16,-1-2 3 0,1 0-6 0,-3 3-2 15,1-2-3-15,-4-1 2 0,3-1 6 0,-2 2-8 16,-2 1-3-16,-13-2 5 0,17 1-8 16,0 0 3-16,-1 1 11 0,-1-4-16 0,0 1-5 0,0 1 8 15,0 2-3-15,-1-1 4 0,1-2-3 0,0 1 7 16,1 1-9-16,-3 0 1 0,-12 0-3 0,0 2 6 16,1-3-3-16,-1 3-3 0,1 0 2 0,-1-1-1 15,11 2 4-15,-11-2 0 0,-1 1-4 0,-1 0-1 16,-2 0 4-16,1 1-4 0,-3-1 4 0,2 0-4 15,-1 3-7-15,-1-5 8 0,-1 2-1 0,-2 4 6 16,1-4-4-16,-2-1 2 0,3 1-4 0,-3 0 5 16,-1 0-3-16,-8 0 0 0,2 1-4 0,1-1 3 15,5 0 0-15,-9-1 2 0,3 1-1 0,-2-3-2 16,0 3-6-16,0 0 12 0,0-1-5 0,0 1-2 16,-1 0 8-16,-3-1-6 0,5-1 2 0,-2 2 0 15,0-1 1-15,2-1-3 0,-1 1 5 0,1-1-7 16,0 2 5-16,7-4-6 0,-6 0 5 0,-3 3 4 15,0-1-6-15,-1-1 4 0,3 2 0 0,-2 0-7 0,-1-1 2 16,1 1-2-16,-1 0 7 0,1-1-8 0,-1 4 5 16,0-2-5-16,-4-2 6 0,4 2-2 0,-4 0 2 15,-1 0-3-15,1 0 1 0,-2 0 8 16,1-2-10-16,0 2 4 0,-1 0-2 0,0 2-6 0,0-4 6 16,-1 2 5-16,2 0-7 0,-1 0 2 0,2 0-1 15,-3 0-6-15,1-2 10 0,-1 4-1 16,-1-4-6-16,-1 1 1 0,1 1 4 0,-10 0-4 15,15 0-4-15,-4-1 7 0,-11 1 2 0,17 0-1 0,-11-1-5 16,-6 1 6-16,14-1-6 0,-6 1 3 0,-8 0 0 16,14 0 4-16,-6 0-2 0,-8 0 0 0,14-2-12 15,-7 1 12-15,-7 1 1 0,14 0 0 0,-14 0-8 16,11-3 9-16,-11 3-1 0,7 0-3 0,-7 0-4 16,9 0 8-16,-9 0 3 0,0 0-7 0,12-2-1 15,-12 2 4-15,0 0-1 0,11 0 2 0,-11 0-8 16,0 0 7-16,10 0-10 0,-10 0 8 0,0 0-3 15,8-2 3-15,-8 2-2 0,0 0-4 0,0 0 0 16,0 0 7-16,0 0-4 0,12 2 7 0,-12-2-7 16,0 0 3-16,0 0 1 0,8 0 0 0,-8 0 2 15,0 0-3-15,0 0-5 0,0 0 6 0,10 0-4 16,-10 0 5-16,0 0-7 0,0 0 6 0,10 0-3 16,-10 0 5-16,9-2 1 0,-9 2 1 0,0 0 11 15,10-1-14-15,-10 1 4 0,0 0-1 0,6-5-3 16,-6 5 6-16,0 0-3 0,8 0-2 0,-8 0 4 0,0 0-3 15,9-1 0-15,-9 1-2 0,0 0-2 16,0 0 1-16,11-1-1 0,-11 1 1 0,0 0-2 16,7-2 0-16,-7 2 1 0,0 0 3 0,0 0-5 15,10-1 5-15,-10 1-3 0,0 0-4 0,0 0 3 16,10 3-3-16,-10-3 6 0,7 1-1 0,-7-1-1 16,0 0-2-16,0 0-3 0,0 0 4 0,9 0-1 15,-9 0 4-15,0 0 1 0,10 0-3 0,-10 0 0 0,9 0 2 16,-9 0-7-16,0 0 8 0,10 1-6 0,-10-1 2 15,8 0-2-15,-8 0 3 0,0 0 2 0,10 3-3 16,-10-3 1-16,8 0-4 0,-8 0 1 0,0 0 2 16,0 0 2-16,11 0-5 0,-11 0-2 0,0 0 5 15,0 0-2-15,8 0-1 0,-8 0 8 0,0 0-8 16,9 0 5-16,-9 0-2 0,0 0-1 0,0 0-2 16,6 3 6-16,-6-3-6 0,0 0 2 0,0 0 3 15,0 0-5-15,0 0 6 0,0 0-1 0,0 0-3 16,0 0 4-16,0 0-5 0,0 0 2 0,10 0-2 15,-10 0 1-15,0 0-2 0,0 0 11 0,0 0-6 16,0 0-5-16,0 0 1 0,0 0 3 0,0 0-1 16,0 0 4-16,0 0-3 0,0 0 3 0,0 0-2 15,0 0-3-15,0 0 3 0,0 0-11 0,0 0 6 16,0 0 4-16,0 0 2 0,0 0-2 0,0 0 0 16,0 0 1-16,0 0-5 0,0 0 3 0,0 0-6 15,0 0 1-15,0 0 8 0,0 0-5 0,0 0 1 0,0 0-1 16,0 0-2-16,0 0 3 0,0 0-7 15,0 0 6-15,0 0 1 0,0 0 4 0,0 0-4 16,0 0-4-16,0 0 6 0,0 0-3 0,0 0 4 0,0 0 4 16,0 0-2-16,0 0-3 0,0 0-3 15,0 0 5-15,0 0-2 0,0 0 3 0,0 0-3 0,0 0 1 16,0 0 1-16,0 0-6 0,0 0-5 16,0 0 9-16,0 0-3 0,0 0 2 0,0 0-2 0,0 0 2 15,0 0 0-15,0 0 5 0,0 0-6 0,0 0 5 16,0 0-6-16,0 0 7 0,0 0-3 15,0 0-1-15,0 0 6 0,0 0-7 0,0 0-2 16,0 0-3-16,0 0 5 0,0 0 4 0,0 0 7 0,0 0-9 16,0 0 3-16,0 0-2 0,0 0 0 0,0 0 2 15,0 0 1-15,0 0 0 0,0 0-3 0,0 0 0 16,0 0-2-16,0 0 3 0,0 0-4 0,0 0 3 16,0 0 2-16,0 0-3 0,0 0 1 0,0 0-2 15,0 0 0-15,0 0 3 0,0 0-8 0,0 0 0 16,0 0 6-16,0 0 3 0,0 0-1 0,0 0 2 15,0 0-1-15,0 0 4 0,0 0-5 0,0 0 3 16,0 0-2-16,0 0 1 0,0 0-4 0,0 0 2 16,0 0 2-16,0 0-3 0,0 0 3 0,0 0-4 15,0 0-3-15,0 0 3 0,0 0 4 0,0 0-6 16,0 0 5-16,0 0-5 0,0 0-2 0,0 0 8 16,0 0 0-16,0 0-8 0,0 0 2 0,0 0 2 15,0 0-1-15,0 0 1 0,0 0-3 0,0 0 0 16,0 0 1-16,0 0 0 0,0 0 0 0,0 0 1 15,0 0-3-15,0 0 3 0,0 0 0 0,0 0 2 16,0 0-1-16,0 0-5 0,0 0 0 0,0 0 4 16,0 0-5-16,0 0 6 0,0 0 0 0,0 0-3 15,0 0 4-15,0 0-3 0,0 0-3 0,0 0 2 0,0 0-2 16,0 0-8-16,0 0-7 0,0 0-10 16,0 0-3-16,0 0-10 0,0 0-4 0,0 0-9 15,0 0-13-15,0 0-14 0,0 0-14 0,0 0-7 0,0 0-13 16,0 0-4-16,0 0-84 0,-19 11-220 0,19-11 98 15</inkml:trace>
  <inkml:trace contextRef="#ctx0" brushRef="#br0" timeOffset="9968.89">4384 9724 39 0,'-9'0'44'0,"0"0"-1"0,9 0-6 16,-15-1-2-16,15 1 3 0,-13-1 0 0,13 1-11 15,-10-5 4-15,10 5 5 0,-9-3-2 16,9 3 6-16,-6-4-6 0,6 4 1 0,0 0 0 0,-4-5-4 15,4 5-8-15,0 0-4 0,0 0-1 0,0 0-4 16,0 0 1-16,0 0-5 0,9-11 6 0,-9 11-7 16,14-1 1-16,-4-2-1 0,0 0 6 0,8 2 8 15,0-3 7-15,3 1 2 0,7 0-12 0,2-2-7 16,4-1 11-16,-1 1 0 0,4-1-10 0,0-1 13 16,0 1-2-16,3 0 1 0,-2 0-3 0,14-4-6 15,-1 4 3-15,-12 0-7 0,13-1 6 0,-12 1-7 16,-2 2 8-16,15 0-8 0,-5-1 6 0,-8 2-3 15,-1-2-3-15,15 0-4 0,-4 2 9 0,-11 1-5 16,1-2 1-16,11 3-1 0,-12 1 3 0,-1-3-7 16,-1 3 3-16,15-1-3 0,-14-1 6 0,2 4-9 15,13-2 2-15,-2 2 1 0,0-2 8 0,-13 2-5 16,15-2-3-16,-14 3-1 0,14-1 5 0,-16 2-3 16,2-2-2-16,12 2-7 0,-13 0 8 0,1-1-4 15,0 0 7-15,-2 1-4 0,1 1-1 0,0 0 0 16,-1-2 3-16,-1 2-8 0,4 1 2 0,-3-1 1 15,14-2 0-15,0 2 3 0,3-3 4 0,-2-2 4 16,2 0 4-16,3 0 0 0,4 0 1 0,-3-2-1 16,5 1-3-16,-3-1 5 0,-1 2-6 0,-1-3-4 15,1 2 1-15,-1 0-1 0,0-1-2 0,3-1 2 16,1 2-1-16,0 0-4 0,-1-1 0 0,3-2 1 16,-2 1-1-16,1-1 1 0,0 0-2 0,2 0-2 15,-2-1 3-15,0 3-6 0,-1-1 3 0,-3 0 0 16,3-1 4-16,1 0-6 0,-2 2 2 0,2-2-1 15,-1 2 0-15,2-2-1 0,-4 4 4 0,4 0 1 16,-4 3-2-16,0-2 1 0,-1-1-2 0,-1 2-4 16,-2-2 5-16,-1 4-1 0,4 0-4 0,-2-2 3 15,-1 1 4-15,2 1-7 0,-1-4 3 0,1 4-3 16,2 0 2-16,1-4 1 0,-3 2-1 0,2 0-1 0,-1-2 0 16,0 2 1-16,-3-1-1 0,0-1 3 15,0 0 0-15,0 0-3 0,-3 1 0 0,4 2-1 16,-3-3-2-16,1 2 3 0,-4-1 0 0,3 3-1 15,-1-3 3-15,1 1 1 0,-1 0-1 0,-1 0-3 16,-1 1 5-16,-11-1-2 0,11 0-2 0,-13 1 0 16,16-1 0-16,-17 1 2 0,14-1-1 0,0 1-3 15,1 1 8-15,-14-2-7 0,13 1 1 0,-13 0-2 16,14 0 7-16,-2 2-4 0,-10-3 1 0,12 0 0 16,-12 1 3-16,11-1-8 0,4 0 5 0,-19 1 3 15,2-1-2-15,2-1-3 0,8 0 2 0,-9 1-2 0,0-2-1 16,12 1-1-16,2 1 2 0,-15-2 3 15,13 2-2-15,-12-1-2 0,13 3 4 0,0-3 0 16,-12 1-3-16,14 0-3 0,-3-1 3 0,0 0-2 16,-13 1 4-16,3-2-7 0,-3 3 6 0,3-2 1 15,-4 1-2-15,16-1-2 0,-2 6 3 0,-15-6-3 16,2 1 4-16,14-2 1 0,0 3 1 0,-13-3-5 16,0 2-1-16,13-1 7 0,-3 1 0 0,-10 0-5 15,-1-1 3-15,2-2-1 0,10 1 2 0,-12 1-6 16,16 0 1-16,-18-1 5 0,2 1 0 0,-5-1 0 15,5-1 1-15,1 2-3 0,-5-1-1 0,2 2-3 16,2-2 6-16,-3 1 2 0,4-1-1 0,-3 0-8 16,0-1 7-16,-2 1-5 0,-1 0 2 0,-1 1-1 15,1-1 3-15,-8-1-3 0,4 1 0 0,-8 1 0 16,8 0 2-16,-9-1 0 0,0 0-4 0,-2-1 3 0,0 1-1 16,-5 0 2-16,1 1-2 0,-1-2 0 15,-1 1-1-15,-12 0-1 0,17 1 3 0,-17-1 0 0,16-1-1 16,-16 1 2-16,14 1 0 0,-14-1 0 15,14 2-1-15,-14-2-19 0,13 2-18 0,-13-2-8 16,11 1-22-16,-11-1-25 0,14 2-3 0,-14-2-22 0,13 5-122 16,-13-5-257-16,0 0 114 0</inkml:trace>
  <inkml:trace contextRef="#ctx0" brushRef="#br0" timeOffset="10700.16">16494 9758 44 0,'0'0'105'0,"0"0"-7"0,0 0-10 0,0 0-11 16,0 0-11-16,0 0-4 0,0 0 0 0,0 0-13 15,4 6-5-15,-4-6-12 0,0 0 8 0,0 0-11 16,10 1-6-16,-10-1 4 0,13 0 3 0,-1 2-3 15,-2-2 7-15,9 0-8 0,2 1 8 0,7-2 8 0,2 1-4 16,2-2 0-16,3 1-9 0,1-2 2 16,1 3-3-16,15-3 2 0,-14 3 0 0,19 0 1 15,-6-2-2-15,0 1-1 0,2 1 4 0,0-1-11 0,2 1 2 16,0-3 2-16,2 2-1 0,1 0-3 0,-1 0 0 16,0-2 1-16,2 0-4 0,-1 3-4 0,5-3 7 15,1-1-1-15,1 2 0 0,0 2 0 16,1 0-6-16,0-1 8 0,-1 1-11 0,24-3 5 0,-30 3-5 15,0 0 0-15,1-1 0 0,0 2-4 0,0-1 4 16,3 2-3-16,-1 0-4 0,1-2 4 0,2-1-2 16,0 2-1-16,-2 2-1 0,2 0 2 0,2-3-1 15,-5 3-3-15,2-2 3 0,-1 1 8 0,1-1-11 16,-2-1 2-16,3 3 4 0,-1-3-1 0,0 2-1 16,0 1 2-16,-1-1-1 0,3-2 2 0,1 2 8 15,-5-2-4-15,2 0 0 0,-1 3 0 0,-2-3 1 16,-2 1 0-16,0 1-1 0,-4-1-3 0,2-2 0 15,-4 1 2-15,2-2-2 0,-4 0 2 0,0 0-5 16,1 2 4-16,-13 0-4 0,0-3-1 0,12 3 3 16,-12-2-1-16,-4-1 1 0,0 2-1 0,-3-2 3 15,-1 3-5-15,-2-1 2 0,-7-1-4 0,-2 2 4 16,-1-1-4-16,-6 1 0 0,1 0-1 0,-2-1 5 16,-1-1-8-16,-3 2 0 0,-8 0 2 0,13 0 2 15,-13 0 1-15,10 0-7 0,-10 0-4 0,7-2-1 16,-7 2-14-16,0 0-20 0,0 0-17 0,0 0-26 15,0 0-9-15,0 0-14 0,-42 0-19 0,15 2-4 16,-8 0-119-16,-15 0-270 0,-6 1 120 0</inkml:trace>
  <inkml:trace contextRef="#ctx0" brushRef="#br0" timeOffset="13073.42">2638 10761 59 0,'-3'-5'81'0,"3"5"-24"0,0 0-8 16,0 0-7-16,-5-5-4 0,5 5-1 0,0 0-9 15,0 0 3-15,0 0-9 0,0 0-1 0,0 0 1 16,0 0 2-16,0 0-1 0,0 0-6 0,25 5 12 16,-25-5 2-16,18 2 9 0,-8-1-7 0,3-1 3 15,1 2-2-15,4-2 6 0,1 0-2 0,2 0 0 16,2-2 1-16,5 2 0 0,1-1-1 0,4 1 4 16,-1-2-5-16,0 1 1 0,3 0-1 0,2 0-2 15,3 1-7-15,11-2 2 0,2-3-2 0,-2 5 4 16,2 0-1-16,2-4-4 0,0 1-6 0,0 0 4 15,1-3-3-15,3 3 3 0,-2-1 3 0,1 1 1 16,-2 1 0-16,-2-1-3 0,1-1 3 0,0 2-2 16,-1 3-4-16,-1-2-1 0,1 2-1 0,2 3-4 15,-5 0-1-15,-1 1 3 0,1 0-4 0,-11-4-1 16,11 3 3-16,0 0-3 0,-13 1-4 0,2-2 4 16,-1-1 5-16,2 2 0 0,9-4 4 0,-12 2-3 15,1-4-4-15,-2 2 1 0,-1-1 3 0,-1 1-3 16,4-4-4-16,-5 3 3 0,3-4-1 0,-5 4 4 15,1 1-3-15,-3 0-2 0,-2-2 3 0,-6 0-3 16,-3 0 2-16,1 4-2 0,-2-2-4 0,-2 0 1 16,1 1 3-16,-4 2 0 0,-2-3-2 0,1 1-2 0,-2 1-3 15,-3 0 0-15,-7-2 0 0,12 1-2 0,-12-1 0 16,10 2 3-16,-10-2 3 0,6 0 4 16,-6 0 2-16,0 0 1 0,0 0 4 0,8 2 3 15,-8-2 4-15,0 0 6 0,0 0-6 0,7 2 1 16,-7-2-1-16,0 0 2 0,0 0 1 0,0 0-5 0,0 0-1 15,0 0-2-15,0 0 1 0,0 0-5 16,0 0 0-16,0 0-3 0,5 4 0 0,-5-4 0 16,0 0-4-16,0 0-1 0,0 0 0 0,0 0-1 15,0 0 0-15,0 0-5 0,0 0 1 0,0 0 0 16,0 0 1-16,0 0-2 0,0 0-2 0,0 0 0 0,0 0 0 16,0 0 1-16,0 0 1 0,0 0-1 15,0 0 1-15,0 0 0 0,0 0 4 0,0 0 2 0,0 0 1 16,0 0-1-16,0 0 2 0,0 0-3 15,0 0 2-15,0 0 0 0,0 0 0 0,0 0 0 0,0 0 0 16,0 0 0-16,0 0 3 0,0 0 0 0,0 0 2 16,0 0 2-16,0 0 2 0,0 0 7 0,0 0-4 15,0 0 8-15,0 0-3 0,0 0 1 16,0 0 1-16,0 0 3 0,0 0 1 0,0 0-2 16,0 0 0-16,0 0-2 0,0 0 0 0,0 0 0 0,0 0 2 15,0 0-4-15,0 0-3 0,0 0 0 0,0 0-5 16,0 0 2-16,0 0 0 0,0 0-1 15,0 0 1-15,0 0-1 0,0 0-3 0,0 0 2 16,0 0-5-16,0 0-4 0,0 0 0 0,0 0-3 16,0 0 3-16,0 0-3 0,0 0-7 0,0 0-1 0,0 0 2 15,0 0 0-15,0 0-4 0,-16-16 6 0,16 16 0 16,0 0 0-16,-3-10-4 0,3 10 1 0,0 0-3 16,-2-8 3-16,2 8-2 0,-2-7-2 0,2 7 2 15,0 0-2-15,0 0 1 0,-1-9 3 0,1 9-3 16,0 0-4-16,0 0 1 0,0 0 9 0,0 0-12 15,-1-8 4-15,1 8 4 0,0 0-1 0,0 0 3 16,0 0-2-16,0 0-2 0,0 0 0 0,0 0 0 16,-3-7 0-16,3 7-4 0,0 0-1 15,0 0 3-15,0 0 1 0,0 0 2 0,0 0-4 0,0 0 2 16,0 0 1-16,0 0 1 0,0 0-3 0,0 0-1 16,0 0 2-16,0 0 0 0,0 0-2 0,0 0 1 15,0 0 0-15,0 0 1 0,0 0-1 0,0 0 3 16,0 0-2-16,0 0 0 0,0 0-3 0,0 0 5 15,0 0 0-15,0 0 1 0,0 0-1 0,0 0-3 16,0 0 0-16,0 0-3 0,0 0 3 0,0 0 0 16,0 0 2-16,0 0-1 0,0 0-2 0,0 0 2 15,0 0 1-15,0 0-5 0,0 0 1 0,0 0 3 16,0 0-5-16,0 0 3 0,0 0 0 0,0 0 6 16,0 0-1-16,0 0-7 0,0 0-3 0,0 0 5 15,0 0 6-15,0 0 0 0,0 0-4 0,0 0 2 16,0 0-1-16,0 0 6 0,0 0-1 0,0 0-8 15,0 0 5-15,0 0-4 0,0 0 2 0,0 0-6 16,0 0 4-16,0 0-3 0,0 0 10 0,0 0-3 16,0 0-7-16,0 0 6 0,0 0-4 0,0 0 2 15,0 0-2-15,0 0 3 0,0 0 2 0,0 0-5 16,0 0 1-16,0 0 0 0,0 0-1 0,0 0 0 16,0 0-2-16,0 0 4 0,0 0-1 0,0 0-3 15,0 0 6-15,0 0 7 0,0 0-10 0,0 0 8 16,0 0-3-16,0 0-3 0,0 0-4 0,0 0 3 15,0 0-3-15,0 0 1 0,0 0 6 0,0 0-5 16,0 0 2-16,0 0 0 0,0 0 2 0,0 0-6 16,0 0 6-16,0 0-1 0,0 0 0 0,0 0-3 15,0 0 2-15,0 0-3 0,0 0 3 0,0 0 1 16,0 0 0-16,0 0-3 0,0 0-1 0,0 0 4 16,0 0-2-16,0 0 6 0,0 0-7 0,0 0 1 15,0 0 1-15,0 0-3 0,0 0 1 0,0 0 2 0,0 0-1 16,0 0-6-16,0 0 1 0,0 0 1 15,0 0 3-15,0 0-1 0,0 0-2 0,0 0 1 16,0 0 1-16,0 0 0 0,0 0 7 0,0 0-10 16,0 0 6-16,0 0-5 0,0 0 4 0,0 0-3 0,0 0 2 15,0 0 2-15,0 0-4 0,0 0 3 0,0 0 1 16,0 0-2-16,0 0 3 0,0 0-5 16,0 0 2-16,0 0 1 0,0 0-2 0,0 0 2 15,0 0-5-15,0 0 1 0,0 0 0 0,0 0-2 16,0 0 2-16,0 0-6 0,0 0 2 0,0 0 1 0,0 0-2 15,0 0-1-15,0 0 4 0,0 0-1 0,0 0 2 16,0 0 3-16,0 0-4 0,0 0 4 0,0 0-2 16,0 0 0-16,0 0 4 0,0 0-5 15,0 0 0-15,0 0 4 0,0 0-2 0,0 0 7 16,0 0-6-16,0 0 6 0,0 0 0 0,0 0-7 0,0 0 1 16,0 0 3-16,0 0-3 0,0 0 3 0,0 0-3 15,0 0 4-15,0 0-1 0,0 0-1 0,0 0 0 16,0 0 5-16,0 0-7 0,0 0 10 0,0 0-11 15,0 0-1-15,0 0 2 0,0 0 1 0,0 0 1 16,0 0-5-16,0 0 5 0,0 0-1 0,0 0-4 16,0 0-4-16,0 0 2 0,0 0-2 15,0 0-3-15,0 0-4 0,0 0 2 0,0 0-1 0,0 0-2 16,0 0 2-16,0 0-7 0,0 0 3 16,0 0-2-16,0 0-3 0,0 0-6 0,0 0-9 0,0 0-12 15,0 0-9-15,0 0-12 0,0 0-14 0,0 0-17 16,0 0-15-16,0 0-13 0,0 0-13 0,0 0 1 15,0 0-8-15,0 0 5 0,0 0-9 16,0 0-4-16,0 0-15 0,0 0-94 0,5 25-290 0,-5-25 129 16</inkml:trace>
  <inkml:trace contextRef="#ctx0" brushRef="#br0" timeOffset="14801">18719 11860 11 0,'-11'-1'77'0,"-1"-3"-1"16,1 2 1-16,-2-2 2 0,3 3-6 0,-2-2-9 15,-2 1 3-15,4 0-13 0,-1 0 1 0,0 2-1 16,1-4-12-16,1 1 0 0,9 3-5 0,-15 0-1 16,8-1-1-16,7 1-9 0,-10-1-4 0,10 1 7 15,0 0-3-15,-10-1-3 0,10 1 9 0,0 0-9 16,0 0 6-16,0 0-8 0,0 0 5 0,0 0-4 15,0 0 8-15,0 0 4 0,0 0-9 0,0 0 8 16,35 1 2-16,-15-1-5 0,8 0 0 0,1-1 2 16,6-1-3-16,1 1 2 0,16-1-5 0,-2 2 0 0,-9-1-8 15,14 4 0-15,3-2 0 0,-1-2-8 16,-2-2 5-16,1 6-12 0,3-3 11 0,-2 5-7 16,0-4 0-16,0-1 2 0,2 1 4 0,-4 1-1 0,-2-1-6 15,-3-1 1-15,-9 0 3 0,-4 0-4 16,2 0 6-16,-2-1-3 0,1-1-2 0,-3 4 0 15,-4-2 6-15,0 1 0 0,-4 0-4 0,-8-1 2 16,0 0 1-16,-1 2 6 0,-4-2-2 0,-3 0 0 0,0 1-5 16,-5 0-1-16,1 1 6 0,-7-2 1 0,10 0 3 15,-10 0-1-15,10 0 4 0,-10 0-2 16,0 0-4-16,0 0 0 0,0 0 0 0,0 0-5 16,0 0 1-16,0 0-9 0,0 0-8 0,0 0-6 0,0 0-15 15,-30-10-15-15,20 9-1 0,-1-1-21 16,0 1-12-16,-2-1-11 0,1-2-19 0,0 2-15 15,-5-1-129-15,-2 0-269 0,2 0 118 0</inkml:trace>
  <inkml:trace contextRef="#ctx0" brushRef="#br0" timeOffset="16099.13">2720 12837 47 0,'0'0'93'0,"-10"0"-12"0,10 0-9 0,0 0-6 16,0 0 4-16,0 0-15 0,0 0 1 0,0 0-9 0,0 0-3 15,0 0 6-15,0 0-17 0,0 0-5 16,0 0-2-16,0 0-7 0,0 0 2 0,0 0 1 16,0 0 9-16,0 0-2 0,30 6 7 0,-18-5-4 0,10-1 4 15,7 1 8-15,5-1-7 0,0 5 8 16,2-8-3-16,15 3-7 0,1-2 1 0,5-2-6 15,3 2-3-15,-1-1 9 0,2-1-3 0,4-1-10 16,1 1 2-16,0-1-2 0,23-4-6 0,-29 4 1 16,3-1 12-16,-2 0-9 0,0 0 0 0,1-1-8 15,3 0 2-15,-4-2 7 0,-1 4 0 0,0-3-8 16,-3 1 7-16,-1-5-13 0,-1 5 11 0,-1 2-1 16,-2-1-1-16,-2 1-3 0,-13 2 3 0,0 1 0 15,0-3-6-15,-1 2 8 0,-3 2-8 0,0-2 2 16,-1 2-3-16,-2 1-1 0,-7 1-3 0,-2-2 1 15,-1 2-3-15,0 2 6 0,-3-3-9 0,-5 2 11 16,0 0-13-16,-1-2 2 0,0 2 2 0,-11-2-1 16,10 3-1-16,-10-3 6 0,13 1-6 0,-13-1 6 15,0 0-7-15,0 0 6 0,10 1 5 0,-10-1 1 16,0 0 5-16,0 0 1 0,0 0 3 0,0 0 2 0,0 0 0 16,10 2-1-16,-10-2-2 0,0 0 0 15,0 0-4-15,0 0 1 0,0 0-3 0,0 0-2 16,0 0 1-16,0 0-7 0,0 0-9 0,0 0-19 15,0 0-12-15,0 0-9 0,10 2-6 0,-10-2-6 16,0 0-15-16,0 0-21 0,7 12-19 0,-7-12 3 16,2 10-23-16,-2-10-112 0,0 0-260 0,-2 20 116 15</inkml:trace>
  <inkml:trace contextRef="#ctx0" brushRef="#br0" timeOffset="30683.06">12475 14785 31 0,'0'0'78'0,"0"0"-4"0,0 0-10 0,0 0-5 16,0 0-5-16,0 0-3 0,0 0-6 0,0 0-10 15,0 0 5-15,0 0-2 0,0 0-11 0,0 0-4 16,0 0-1-16,0 0-5 0,0 0 0 0,0 0 0 15,0 0-8-15,0 0 12 0,0 0-8 0,0 0 0 16,0 0-6-16,0 0 5 0,0 0-6 0,0 0 1 16,0 0 2-16,0 0-3 0,0 0-7 0,0 0-1 15,0 0 6-15,0 0 1 0,0 0-1 0,2 6-1 16,-2-6-1-16,0 0 1 0,0 0-1 0,0 0 2 16,0 0 2-16,2 7-3 0,-2-7-3 15,0 0 2-15,0 0 1 0,3 4 0 0,-3-4-6 0,0 0 3 16,0 0 0-16,0 0 6 0,0 0-6 0,2 6-3 15,-2-6 1-15,0 0 1 0,0 0 1 0,0 0 3 16,0 0-1-16,0 0 1 0,0 0-3 0,0 0-1 16,0 0 5-16,0 0-2 0,0 0-1 0,0 0-4 15,0 0 3-15,5 6-3 0,-5-6 6 0,0 0-3 16,0 0-5-16,0 0 9 0,0 0-8 16,0 0 1-16,0 0 6 0,0 0-8 0,0 0 1 0,0 0-5 15,0 0-1-15,4 6-9 0,-4-6 9 0,0 0-16 16,5 4-10-16,-5-4-9 0,4 3-17 0,-4-3-41 15,5 4-110-15,-5-4 49 0</inkml:trace>
  <inkml:trace contextRef="#ctx0" brushRef="#br0" timeOffset="34240.25">16710 15530 40 0,'7'4'36'0,"-2"-2"-18"0,-5-2-13 16,10 7-22-16,-2-2-18 0,-4-2 8 0</inkml:trace>
  <inkml:trace contextRef="#ctx0" brushRef="#br0" timeOffset="35569.25">17652 15679 73 0,'0'0'80'0,"0"0"-9"0,0 0 2 0,0 0-20 15,0 0-3-15,0 0-6 0,0 0-5 0,0 0 2 16,0 0-2-16,0 0-3 0,0 0-3 16,0 0-7-16,3 6-2 0,-3-6 6 0,0 0-7 0,0 0-5 15,0 0 4-15,0 0 7 0,0 0-14 0,0 0-8 16,0 0 5-16,0 0 4 0,0 0-1 0,0 0-4 16,0 0-2-16,0 0-3 0,0 0 9 15,0 0-5-15,0 0 2 0,1 8-11 0,-1-8 8 16,0 0-3-16,0 0-4 0,0 0-3 0,0 9 6 15,0-9-3-15,0 0 4 0,3 6 0 0,-3-6-3 0,0 0 2 16,0 0-1-16,0 0 1 0,0 0-2 0,0 0-2 16,0 0 1-16,0 8 4 0,0-8-7 0,0 0 3 15,0 0 2-15,0 0-2 0,2 6 1 0,-2-6-5 16,0 0 5-16,0 0-4 0,0 0-4 16,0 0 4-16,0 0-4 0,0 0 2 0,3 7 6 0,-3-7-1 15,0 0 1-15,0 0 0 0,0 0-3 0,0 0 4 16,0 0-2-16,0 0-7 0,0 0 0 0,0 0-2 15,0 0 14-15,0 0-5 0,0 0 2 16,0 0-6-16,0 0 6 0,0 0 1 0,0 0 4 16,0 0-7-16,0 0 4 0,0 0-3 0,0 0-2 15,0 0 1-15,0 0 2 0,0 0-4 0,0 0-12 16,0 0 10-16,0 0 6 0,0 0-9 0,0 0 2 0,0 0-2 16,4 5 3-16,-4-5-4 0,0 0 12 15,0 0-5-15,0 0 2 0,0 0-6 0,0 0 6 16,0 0 0-16,0 0-4 0,0 0 2 0,0 0-3 15,0 0 6-15,0 0 1 0,0 0 7 0,0 0-9 0,0 0-6 16,0 0 6-16,0 0-2 0,0 0 3 0,0 0-14 16,0 0 9-16,1 7 2 0,-1-7-3 0,0 0 2 15,0 0 9-15,4 6-11 0,-4-6 4 16,0 0-2-16,0 0 6 0,0 0-14 0,0 0 5 16,0 0-5-16,2 6 4 0,-2-6 0 0,0 0 6 0,0 0 8 15,0 0-5-15,0 0 7 0,2 6-19 0,-2-6 11 16,0 0-11-16,0 0 1 0,0 0 5 15,0 0 3-15,0 0-5 0,0 0 5 0,0 0-4 0,0 0-1 16,0 0-1-16,-6 8 2 0,6-8 4 16,0 0 2-16,0 0 8 0,0 0-18 0,0 0 3 0,0 0 4 15,0 0-14-15,0 0 19 0,0 0-3 0,0 0-3 16,0 0 4-16,0 0-11 0,0 0 8 0,0 0-2 16,0 0 3-16,0 0-7 0,0 0 2 0,0 0 5 15,0 0-1-15,0 0 8 0,0 0-6 16,0 0 3-16,0 0-10 0,0 0 10 0,0 0-11 15,0 0 5-15,0 0 8 0,0 0-5 0,0 0 2 0,0 0 1 16,0 0 5-16,0 0-6 0,0 0 1 0,0 0 0 16,0 0-4-16,0 0 5 0,0 0-6 0,0 0 7 15,0 0-4-15,0 0 8 0,0 0 1 0,0 0-15 16,0 0 3-16,0 0-3 0,0 0 4 16,0 0-5-16,0 0 11 0,0 0-11 0,0 0 6 0,0 0-9 15,0 0 3-15,0 0 12 0,0 0-1 0,0 0-4 16,0 0 2-16,0 0-7 0,0 0-5 0,0 0 0 15,0 0-7-15,0 0 10 0,0 0 5 0,0 0-3 16,0 0 3-16,0 0-8 0,0 0 2 0,0 0-4 16,0 0 1-16,0 0-5 0,0 0 1 0,0 0-1 15,0 0 1-15,0 0-8 0,0 0 12 0,0 0-12 16,0 0 4-16,0 0 1 0,0 0 6 0,0 0 4 16,0 0-4-16,0 0 4 0,0 0 0 0,0 0 0 15,0 0-4-15,0 0 5 0,0 0 3 0,0 0-4 16,0 0 1-16,0 0-1 0,0 0 3 0,0 0-4 15,0 0 11-15,0 0-8 0,0 0 4 0,0 0-1 16,0 0 2-16,0 0-1 0,0 0 2 0,0 0-2 16,0 0 3-16,0 0-11 0,0 0 5 15,0 0 9-15,0 0-5 0,0 0-4 0,0 0-4 0,0 0-3 16,0 0-3-16,0 0-6 0,0 0 9 0,0 0-4 16,0 0-2-16,0 0-6 0,0 0 9 0,0 0-12 15,0 0 10-15,0 0 1 0,0 0-6 0,0 0 1 16,0 0-2-16,0 0 4 0,0 0-9 0,0 0-4 15,0 0-6-15,0 0-2 0,0 0-10 16,0 0-7-16,0 0-33 0,0 0-92 0,0 0 41 0</inkml:trace>
  <inkml:trace contextRef="#ctx0" brushRef="#br0" timeOffset="-178792.84">7223 15781 40 0,'0'0'48'0,"13"12"-4"0,-13-12-2 0,6 1-5 16,-6-1 4-16,9 4-5 0,0-2 5 16,0-2-4-16,4-1-2 0,2 2 0 0,4-3 4 15,0 2-7-15,2-1-2 0,7-2-2 0,0 1 2 16,1-2-6-16,1 2 0 0,0-3 4 0,2 4-5 16,0-4-2-16,3 2 3 0,-1 0-9 0,6-2 1 15,10-1 3-15,-12 2 2 0,2 0 0 0,13-3-2 16,-2-1-4-16,-12 4 7 0,1 1-5 0,0-2-4 15,10 0 5-15,-14 2-5 0,4 0 0 0,-1-1 4 16,0 2 0-16,13-2 8 0,-14 0-2 0,15 0-5 16,-16 3 2-16,15-3-1 0,-13 3-7 15,-1-1 6-15,14 2-7 0,-13-1 4 0,13 2-6 0,-12-1 4 16,-3 0 1-16,2 2-3 0,0-4 1 0,-2 4-2 16,-1 2 4-16,-1-2-2 0,3 1-8 0,-2 2 19 15,3-3-11-15,-3 0-4 0,-1 0-2 0,4 3 2 16,-2-3-3-16,2 3 2 0,-4-3-6 0,4 1 5 15,-2 0 2-15,1 0-3 0,-3-2-10 0,4 1 14 16,0-2-6-16,0 1 4 0,13 1-6 0,-16-2 0 16,3 0-7-16,0 0 6 0,0 0 3 0,13-5 0 15,-17 7 2-15,5-1 0 0,-2 1 3 0,-1-5-1 16,17 1-2-16,-17 2-2 0,14 0-5 0,-12-2 3 16,0 2 3-16,1 0-1 0,11-1-5 0,1 0 5 15,1 1-1-15,-2-1 2 0,-12 1-2 0,14-2 4 16,0 0-10-16,-1 2 4 0,-14-2-2 0,14 1 7 15,-2-1-7-15,5 1 4 0,-3-3 3 0,-12 6 0 16,12-2-9-16,-12-2 8 0,14 0 2 0,-3-3-4 16,1 5 0-16,-11-1 1 0,11-1-1 0,0 1 1 15,-1 2 5-15,-14-6-2 0,13 5 0 0,-13 0 6 16,2 0-1-16,-1 0 2 0,0 0-2 0,14-1 6 16,-15 2 1-16,1 0-2 0,16 1-1 0,-16 0 7 15,2 0-7-15,-1-1-3 0,0 1-2 16,11 1 6-16,2-2-6 0,1 3 1 0,-15-2 2 0,3 1-1 15,9-4 1-15,2 3-2 0,-14-1-3 0,2-1 2 16,13 3 2-16,-2-2 2 0,-11 1-1 0,12 1-2 16,0-1 9-16,-13 1-3 0,-2-3-3 0,20 3 1 15,-5-2-4-15,-12 2 4 0,14-2 1 0,-1-1-8 16,1 0-5-16,-14 2 5 0,12-2-3 0,0 0 2 16,0 0-5-16,-1 4 7 0,1-3-6 0,-12-1-2 15,17 1 3-15,-3-2-1 0,-3 0 3 0,7 1-4 16,-6 0 0-16,3 0 4 0,3-1-8 0,0 1 5 15,-4 0 0-15,0-2-2 0,4 1 0 0,-6 1 3 16,1-3-4-16,-1 3 1 0,1-3-3 0,-3 2 0 16,-11-1 3-16,16-1 0 0,-2 2 0 15,-1-1 1-15,2 1-5 0,-16-1 3 0,16 2 4 0,-3 0-6 16,-1 1 3-16,2 0 2 0,-14-1 0 0,2 0 0 16,-2 1-4-16,15 1 7 0,-16-2 0 0,4 3-4 15,-2-3-4-15,-3 3 2 0,18 1-5 16,-4 0 10-16,-12-1-3 0,12-2 4 0,-11 0-8 0,13 2 4 15,-14-2 0-15,0 0 1 0,2 1-3 16,12-2 3-16,-13 3-1 0,0-2 2 0,12 1-3 0,-12-1 1 16,0-1 0-16,14 2 0 0,-17-2 0 0,4 1 1 15,-1-4-1-15,13 5 7 0,-16-4-7 0,2 4 5 16,1-5 0-16,0 3 2 0,2 0 1 16,-3 1 3-16,0 1-1 0,14-1 0 0,-16 1-2 15,0 2 0-15,2-1-1 0,-1-1-2 0,-1 0-2 16,-2-1 3-16,3 3 0 0,-1-3-4 0,1 3-1 15,-1-2 1-15,1 2 0 0,-4-1-2 0,4-1-1 0,-3 2 1 16,-1-3 3-16,2 2-4 0,0 0 2 16,-2-1 5-16,0-2-6 0,1 4 2 0,-2-1 0 0,0-3 3 15,1 0 4-15,1 1 2 0,0 1 0 16,0-3 5-16,-2 2 2 0,5 3-4 0,-4-5-3 16,2 1 3-16,1 0-4 0,-3 0 2 0,0 0-3 0,-1 1 0 15,1 0 2-15,-2-1-3 0,1-1 2 16,0 1 0-16,0 1-3 0,-4-1 1 0,-5 2 6 15,5-2-10-15,-8 4 0 0,10-4 2 0,-12 0-3 16,2 3-2-16,-1-1 3 0,0-1-1 0,-1 2 2 16,0 2 1-16,-4-3-1 0,-1-2 3 0,-1 2-2 15,0 0 0-15,-3-1 2 0,4 1 12 0,-4 0-2 16,0 2-5-16,-3-2 0 0,-6-2-1 0,13 1 3 16,-6 1 2-16,-7-2 1 0,11 0-1 0,-11 0 2 15,9 3-4-15,-9-3-2 0,8 0 0 0,-8 0 0 16,0 0-2-16,0 0-3 0,9 1-2 0,-9-1 4 15,0 0-5-15,5 4-7 0,-5-4-14 0,0 0-29 16,0 0-35-16,0 0-54 0,6 9-62 0,-6-9-207 16,0 0-435-16,0 0 193 0</inkml:trace>
  <inkml:trace contextRef="#ctx0" brushRef="#br0" timeOffset="-176246.2">18563 14662 80 0,'0'0'81'0,"0"0"-6"0,0 0-6 0,0 0-24 16,0 0 13-16,0 0-7 0,0 0-11 0,0 0 0 15,0 0-8-15,0 0 0 0,0 0-9 0,0 0 7 16,0 0-7-16,0 0 0 0,0 0-5 0,0 0-1 16,0 0 9-16,25 5 7 0,-12-4-6 0,6 4-4 15,3-2 7-15,7-3-7 0,3 3-1 0,1-2-6 16,4 0-2-16,0-1 14 0,13-1-11 15,-10 2-10-15,10-1 9 0,2 1 6 0,-12-2-13 0,11 3 6 16,-12 1-2-16,15-3-7 0,-1 1-1 0,-3-2 9 16,3 4-12-16,0-3 4 0,-14 0-3 0,13 0 4 15,-2-2-4-15,-10 1 0 0,-1 1 3 0,12-3-2 16,-12 2 5-16,0-1-5 0,0 1 1 0,0-1 10 16,-4 0-6-16,-2 0 7 0,0 1-11 0,-3-2 16 15,-2 3-2-15,-9 0 2 0,0-3-18 0,-6 3 14 16,-2-1 5-16,0-1 1 0,-4 2-4 0,-7 0 7 15,12-1-4-15,-12 1-3 0,9 0 3 0,-9 0-1 16,0 0-3-16,8-3-1 0,-8 3-2 0,0 0-8 16,0 0-7-16,0 0-18 0,0 0-18 0,0 0-12 15,0 0-14-15,0 0-14 0,0 0-25 0,-36 4-14 16,19-2-61-16,-2 0-191 0,1-1 84 0</inkml:trace>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30:37.268"/>
    </inkml:context>
    <inkml:brush xml:id="br0">
      <inkml:brushProperty name="width" value="0.05292" units="cm"/>
      <inkml:brushProperty name="height" value="0.05292" units="cm"/>
      <inkml:brushProperty name="color" value="#FF0000"/>
    </inkml:brush>
  </inkml:definitions>
  <inkml:trace contextRef="#ctx0" brushRef="#br0">26991 6614 14 0,'0'0'76'0,"5"-6"-6"0,-5 6-8 15,0 0-1-15,5-6-12 0,-5 6-1 16,0 0-6-16,0 0-5 0,2-6-8 0,-2 6-2 16,0 0-5-16,0 0 3 0,4-7-2 0,-4 7 0 15,0 0-9-15,0 0-4 0,0 0-1 0,0 0-3 16,0 0-7-16,0 0 2 0,2-6-13 0,-2 6-7 15,0 0-5-15,0 0-3 0,0 0-8 0,0 0-54 16,0 0-95-16,0 0 42 0</inkml:trace>
  <inkml:trace contextRef="#ctx0" brushRef="#br0" timeOffset="19711.16">25073 15147 19 0,'-11'0'85'0,"11"0"-6"0,-14 0-6 0,14 0-5 16,-11-4-3-16,11 4-7 0,-11-2-4 0,11 2 1 16,-14 0-12-16,14 0-1 0,-9-1-1 0,9 1 3 15,-6 0-7-15,6 0 3 0,-10-3-9 16,10 3-4-16,0 0-2 0,-9 0-4 0,9 0 9 16,0 0-6-16,0 0 3 0,0 0 1 0,-8-3-4 0,8 3 6 15,0 0-14-15,0 0 3 0,0 0-4 0,0 0 4 16,0 0-7-16,0 0-2 0,0 0 3 0,0 0-8 15,0 0 9-15,0 0-2 0,0 0 4 16,0 0-1-16,0 0-5 0,0 0-1 0,29 0-3 16,-29 0 2-16,17-2-8 0,-7 2-3 0,-3 2 4 0,4-4 2 15,2 2-1-15,-1-1-2 0,6-1 3 0,1 0-7 16,-2 1 9-16,3-2-2 0,-1 3 1 16,1-1-1-16,-3-3-7 0,3 4 5 0,-2 1 4 15,-4-1 2-15,0 0-8 0,7-1 0 0,-5 2 0 16,2-2-2-16,-4 1 4 0,-3 0 1 0,2 1 6 15,1-2-11-15,-1 1 4 0,1 0 1 0,-1 0-7 16,3-1-5-16,-1 1 2 0,0 0-12 0,4 0 8 16,-2-2 3-16,2 0-6 0,1 2-4 0,-1-1-1 15,-2-2-3-15,3 2 5 0,-4 1 0 0,3-1 7 0,-1-2-12 16,-3 3 8-16,3-2-6 0,-1 1-8 16,2 1 3-16,-6-2 10 0,5 1-1 0,0 0 4 0,2-2-5 15,-3 0-5-15,0 3 7 0,2-1 2 16,-2-1-3-16,1 0-4 0,-5 1 4 0,1 0 2 0,-1 0 1 15,6 0-1-15,-8 1 3 0,5-2 4 16,-3 1-1-16,-1-1-1 0,1 2 6 0,0-1-3 0,1 0 6 16,-1-1-10-16,1 2 2 0,3 0-3 15,-5 0 3-15,1 0 6 0,1-1-6 0,1-1 1 0,-2 2-4 16,4-3 5-16,-4 2-1 0,1 1-1 0,-4-2 7 16,5 4-3-16,-2-5-6 0,1 2 3 15,1-1 11-15,3 0-9 0,-3 0-4 0,0 2 0 16,-2-2-1-16,3 2-1 0,-3 0 1 0,5-3-2 15,0 3 4-15,-4-1-2 0,-1 1-3 0,3-3-5 16,-3 3 4-16,2 0 3 0,-1 0 0 0,-1-2-1 0,1 1 1 16,4-2 3-16,-4 5-3 0,-1-4 1 0,1 2 2 15,-1 0 0-15,1-1-11 0,-1 1 10 0,5-2 1 16,-7 1 1-16,4 1-4 0,4 0 4 16,1-1-9-16,-2 1 0 0,2-2-6 0,1 2 0 15,-2 0 3-15,4-3-14 0,-4 1 27 0,0 2-21 16,-1-3 25-16,0 3-19 0,2-1-25 0,-3-1 78 0,2 2-47 15,-5 0-17-15,3-1 54 0,-2 1-32 16,0 0-13-16,-3 0 38 0,3 0-17 0,-2 0-1 16,-3-1 8-16,3 1-4 0,1 1 8 0,-4-2-4 15,2 2 2-15,-1-1 1 0,2-1 1 0,-1 1-7 16,1-2 0-16,-2 2 3 0,1-1-1 0,1 0-6 16,-1 0 1-16,-3-2-1 0,2 3-1 0,0-2-8 15,0 0-13-15,-2 0 5 0</inkml:trace>
  <inkml:trace contextRef="#ctx0" brushRef="#br0" timeOffset="21111.08">27304 13946 22 0,'0'0'31'0,"0"0"3"16,0 0 2-16,0 0-2 0,-3-7-6 0,3 7 3 15,0 0 6-15,0 0 1 0,0 0-5 0,0 0 2 16,0 0 2-16,0 0 0 0,0 0-1 0,-3-14-1 16,3 14-5-16,0 0-6 0,0 0 6 0,0 0 6 15,0 0 2-15,0 0-7 0,0 0 2 0,0 0-8 16,-2-10-5-16,2 10-2 0,0 0-3 0,0 0 13 15,0 0-16-15,0 0 5 0,0 0-8 0,0 0 0 16,0 0-3-16,0 0-7 0,0 0 4 0,0 0-4 16,0 0 3-16,0 0-4 0,0 0 0 0,0 0 3 15,0 28 1-15,0-28 0 0,2 12 6 0,0-4-10 16,-4 4 3-16,4-3 6 0,-2 3-3 0,0 0-16 16,0 1 15-16,0 3-3 0,-2 1-2 0,2 0 7 15,0 1-4-15,0 0 0 0,-2 0 2 0,2 1 14 16,0 1-12-16,0-3-6 0,0 7 3 0,-2-5-3 15,4 0-2-15,-4-2 1 0,0 2 7 0,2 0-13 16,-2-1 8-16,0-2-3 0,0 1-2 0,-1 0 5 16,1 2-6-16,0-1 12 0,0-2-1 0,0 4-7 15,1-2-4-15,-4 1 6 0,3 7 2 0,2 0 4 16,-2-6 0-16,0 8 10 0,-1-2-12 0,1 0 10 16,0 0-3-16,0-1-1 0,2 4 3 15,0-3-9-15,0 1 5 0,-2 1-1 0,4-1 3 0,-2 2-4 16,0-2 0-16,-2 0-2 0,0 0 1 0,2 0-1 15,0-1-1-15,0 0 0 0,0 1 2 0,0-8-6 16,-2 5 0-16,2 2 5 0,2-6-5 16,-4 4 3-16,2 4 4 0,0-2 0 0,0-7-3 0,2 8 9 15,-2-7 2-15,0 5-6 0,0 3-2 16,0-3 4-16,4 2-5 0,-4-3-3 0,4 3 2 0,-1-3-10 16,-1 3 9-16,2-1 2 0,2 0-1 0,-2-1-6 15,-2 3-6-15,2-2 10 0,0 1 4 0,-1-1-2 16,3 2 0-16,-1-3-7 0,0 3 2 0,-5-1 21 15,4-1 1-15,-2 1-3 0,3 0-6 0,-5 0 1 16,2 0 1-16,0 1-9 0,0 0 2 16,-2 1 2-16,1 0-2 0,-2 0 2 0,-3 2-3 0,4 0 2 15,-2 1-1-15,0-1-2 0,2 0 0 0,-3 1 1 16,1 0-7-16,-2 1 14 0,-1 0-37 0,5 1 15 16,0-5-10-16,-1 3 3 0,-1-3 2 0,4-1-4 15,-1 2 6-15,-1-4-16 0,5 1-8 16,-5-2-26-16,2-1-14 0,0-4-32 0,2 5-56 0,-6-5-176 15,2-3 78-15</inkml:trace>
  <inkml:trace contextRef="#ctx0" brushRef="#br0" timeOffset="22959.1">27321 14733 35 0,'-9'-2'40'0,"9"2"3"0,0 0-3 15,0 0-7-15,-11-1 2 0,11 1-4 0,0 0-1 16,-9 1 0-16,9-1 5 0,0 0-2 0,0 0-4 16,-11 0-1-16,11 0 5 0,0 0-2 0,0 0 14 15,0 0-16-15,0 0-3 0,-12-1 15 0,12 1-3 16,0 0 3-16,0 0 1 0,0 0-4 0,0 0 3 16,0 0-3-16,0 0 9 0,0 0-6 0,0 0 1 15,0 0 1-15,0 0-2 0,0 0-3 0,0 0 4 16,0 0 2-16,0 0-3 0,0 0 3 0,0 0 1 15,0 0 1-15,0 0-2 0,0 0-2 0,0 0-3 16,0 0-1-16,0 0 2 0,0 0-7 0,0 0 7 16,0 0-6-16,0 0-3 0,0 0-4 0,0 0-3 15,0 0-2-15,0 0 0 0,0 0 5 0,0 0 1 16,0 0 2-16,0 0 1 0,0 0 0 0,0 0 1 16,0 0-4-16,0 0-3 0,5-12-3 0,-5 12-5 15,0 0-2-15,7-11 1 0,-7 11-1 0,9-8-9 16,-3 3 6-16,-1-2 2 0,4 2-5 0,0-1-1 15,0-3-2-15,2 0-1 0,1 1-1 0,2-5 1 16,-1 3 0-16,0-2 1 0,3 1-3 0,-1 1-3 16,1-2-2-16,0 1 4 0,0 0-3 0,-1 3 5 15,3-4-6-15,-2 2 7 0,0-1-7 0,2 0 4 16,-3 0 2-16,2-1-3 0,-2 0 0 0,3 1 1 0,-1-1-2 16,2 3 3-16,-6-2-4 0,3 0 2 15,1 3-2-15,-2-3-2 0,-1 2 2 0,1 0 1 16,-3-1-1-16,1 1 2 0,2 0-1 0,-1-1-5 15,-1 2 11-15,3-1-8 0,-5 2 3 0,2-2 1 16,-1 1-2-16,1 3-5 0,1-7 1 0,3 5 5 0,1-2 1 16,-4 1-4-16,5-1-1 0,-5 1 3 0,4-1-3 15,-2-1 7-15,4 1-9 0,-1-1-3 16,0 1 6-16,-2-1-2 0,8-3 2 0,-8 2-2 16,0 0 3-16,6-3 2 0,-3 3-2 0,3-3 0 15,0 0 2-15,-5 4-7 0,7-3 4 0,-2 0 1 16,1 0 1-16,-2-1-2 0,3 2 3 0,-3-2-1 15,-4 4 2-15,0 0-1 0,-2 1 0 0,2-1 2 16,-2 0-6-16,1 1 3 0,1-1 4 0,-4 1 0 16,0 2-9-16,-1-1 5 0,-3 2 0 0,1-2 7 15,-3 4-5-15,1-1 0 0,1-1 0 0,-1 1-4 0,-1-1 1 16,1 0 2-16,0 1-4 0,0 0 6 16,1-3-1-16,0 3-5 0,-1 0-1 0,-3 1 11 15,0 0-9-15,0 1 3 0,-1-1 2 0,0 0-1 16,-5 4 0-16,9-7-5 0,-4 5 10 0,-5 2-2 15,9-4-3-15,-9 4 2 0,5-4 2 0,-5 4-8 16,0 0 3-16,7-4-4 0,-7 4-2 0,0 0 4 16,0 0-4-16,5-4 4 0,-5 4-3 0,0 0 1 15,0 0 1-15,0 0 5 0,0 0-4 0,0 0-6 16,0 0-9-16,0 0-20 0,0 0-26 0,0 0-26 16,0 0-22-16,0 0-12 0,0 0-14 0,0 0-13 15,12 0-102-15,-12 0-271 0,0 0 121 0</inkml:trace>
  <inkml:trace contextRef="#ctx0" brushRef="#br0" timeOffset="23783.2">29112 13596 56 0,'-12'-2'113'16,"7"-1"-20"-16,5 3 21 0,-16-3-27 16,6 3-5-16,-1-2-4 0,0 2-4 0,0 0-1 15,0 0-12-15,3 2-4 0,-1 0-8 0,-1 1 2 0,1-1-12 16,0 1-8-16,1 1-7 0,0-1 1 0,0 5-2 16,0-2 4-16,1 1-11 0,1 1-4 15,6-8 7-15,-8 14-7 0,5-8 2 0,0 3 6 16,3-1-9-16,0-8 7 0,6 16-2 0,-4-5-2 15,6-4 0-15,-2 1 0 0,2-1 0 0,2-1 7 0,1 0-9 16,1-1-4-16,2-1-1 0,-1-1 1 16,-3 0 0-16,3-1 5 0,-3-1 4 0,0 0 5 0,-1-1 3 15,2 2 7-15,-4-1 1 0,-7-1 0 16,15-3 1-16,-8 2 7 0,-7 1 6 0,0 0 0 16,12 0-2-16,-12 0-9 0,0 0-3 0,10-1-4 0,-10 1-2 15,0 0 0-15,0 0-3 0,0 0-4 0,0 0-3 16,0 0-9-16,0 0 4 0,0 0-2 15,0 0 0-15,0 0-2 0,-27-4-1 0,27 4-7 16,-18 5 8-16,9-1-8 0,-1 0 1 0,-2 0 2 16,2 2-4-16,-2-1 1 0,4 3 2 0,-3-2-4 15,2 1 5-15,-1 1-2 0,3 1-2 0,0-2 1 0,1 1-3 16,1-1 2-16,2-1-1 0,-1 0 1 0,3 1-6 16,1-7 3-16,-1 10 5 0,1-10 1 15,2 9-5-15,2-4 8 0,1 0-3 0,-5-5 1 16,14 7 2-16,-6-5 0 0,5 2-4 0,-1-2 5 15,4-2-1-15,0 2-4 0,2-2 3 0,-5 2-9 0,7-4-24 16,-1 2-19-16,-2-3-22 0,-1 2-19 0,2-2-21 16,-6 1-20-16,4 1-16 0,-5-1-101 0,2-1-267 15,-3 2 119-15</inkml:trace>
  <inkml:trace contextRef="#ctx0" brushRef="#br0" timeOffset="24228.95">29504 13766 64 0,'0'0'108'0,"0"0"-17"0,0 0-1 0,-18-4-14 16,18 4-4-16,-9 1 0 0,9-1-6 0,0 0-8 15,-14 3-2-15,14-3 1 0,-11 6-9 0,4-5 5 16,1 6-1-16,-2-1 9 0,0 0-4 0,0 0-12 15,1 0-6-15,0 1-4 0,-1 0-1 0,3 0 0 16,0-1-7-16,0 3 1 0,2-2-3 0,0-1-3 16,1 1 0-16,2-7-4 0,-4 11-4 0,4-5 1 15,0-6-1-15,0 12-3 0,0-12 11 0,4 9-8 16,0-5 0-16,2-1 0 0,1 1-2 0,3-1 3 16,-3-1-10-16,5 2 20 0,1-4-24 0,0 1-16 15,-3-2-32-15,4 0-31 0,-3 1-25 0,1-2-122 16,-5 2-242-16,-7 0 108 0</inkml:trace>
  <inkml:trace contextRef="#ctx0" brushRef="#br0" timeOffset="25040.36">27359 15832 2 0,'0'0'34'0,"0"0"-2"16,0 0-5-16,0 0-1 0,0 0-1 0,0 0-2 15,0 0-9-15,0 0-3 0,0 0 0 0,0 0-8 16,0 0-1-16,0 0 0 0,0 0-4 0,0 0 1 16,10 21-4-16,-10-21-2 0,4 5-5 0,-4-5-5 15,3 7-11-15,-3-7-31 0,3 8 14 0</inkml:trace>
  <inkml:trace contextRef="#ctx0" brushRef="#br0" timeOffset="25581.12">27384 15979 70 0,'0'0'82'0,"0"0"-23"16,0 0 8-16,0 0-11 0,0 0 4 0,0 0-8 15,0 0 0-15,0 0 10 0,0 0-11 0,0 0-3 16,0 0-4-16,0 0-7 0,0 0 11 0,0 0 5 16,0 0 1-16,0 0 2 0,0 0-3 0,0 0-7 15,0 0 6-15,0 0-14 0,0 0 1 0,0 0-2 16,29-11 0-16,-15 6-9 0,2-1-7 0,4 2-4 16,7-6 1-16,-1 1-7 0,7-1-3 0,-2-1 11 15,3 0-5-15,4-1-4 0,11-5 1 0,2 3-6 16,-5-4 0-16,3 2 3 0,3 0 3 0,-3 0 2 15,-2-4-2-15,5 1-3 0,2-4-3 0,4 3 6 16,0-3-5-16,1 1 0 0,2 0 2 0,-6-1 15 16,0 3-9-16,-6-2-4 0,1 4 11 0,-4-2-3 15,-11 9 3-15,12-7-3 0,-14 5 8 0,1 0-6 16,1-1 5-16,-1 0-7 0,-1 1 2 0,-2 3 3 16,1-3-8-16,-3 4 5 0,0-2-4 0,-2 2 2 15,-2 1-1-15,-6 0-3 0,0 3 1 0,-2 3-1 16,-5-2 2-16,-2 1-2 0,-1 1 2 0,-3-2 3 15,1 1-7-15,-7 3 4 0,10-2 2 0,-10 2-3 16,9-2-2-16,-9 2-4 0,0 0 2 0,7-2-1 16,-7 2 0-16,0 0-5 0,0 0 2 0,4-4-1 15,-4 4-1-15,0 0 0 0,0 0 3 16,0 0-2-16,0 0-9 0,0 0-18 0,0 0-23 0,0 0-29 16,0 0-45-16,0 0-31 0,0 0-20 15,0 0-88-15,0 0-277 0,0 0 123 0</inkml:trace>
  <inkml:trace contextRef="#ctx0" brushRef="#br0" timeOffset="26127.89">29385 15509 124 0,'0'0'132'0,"-10"0"-8"0,10 0-6 0,-14 6-10 16,5-4 4-16,-2 3-9 0,0 2-7 0,-3 1-11 15,4-1 0-15,0 2-16 0,2-2-9 0,0 2-7 16,3 1 3-16,-1-4-20 0,4 3 1 0,0-1-4 16,2 1 3-16,0-9-3 0,4 16-4 0,-1-9-4 15,4 0-3-15,1 1-1 0,1-3 1 0,2 0 0 16,0 0-4-16,0-1 0 0,2-2-5 0,0 1 8 16,-2-3-10-16,-2 2 4 0,-1-1-5 15,-8-1 6-15,14 1-6 0,-9-1 5 0,-5 0-13 0,9 0 12 16,-9 0-15-16,0 0 14 0,0 0-2 0,10-2-10 15,-10 2 4-15,0 0 1 0,0 0-2 0,0 0-3 16,0 0 2-16,0 0 2 0,0 0-1 0,0 0-7 16,-34 6 2-16,23-2 8 0,1-1-13 15,0 1 8-15,1 1-14 0,1 1 13 0,-1-3-2 16,4 2-4-16,0 0 11 0,1 0-6 0,0 1-2 16,2-1 4-16,2-5 1 0,-4 11-6 0,4-4 1 15,0-7 3-15,5 10-2 0,-1-4-4 0,1-2 2 0,0 1-25 16,2 0-17-16,4-2-32 0,-1 0-28 15,1 1-19-15,0-1-119 0,-1 1-262 0,2-3 115 16</inkml:trace>
  <inkml:trace contextRef="#ctx0" brushRef="#br0" timeOffset="26429.53">29573 15718 66 0,'0'0'102'0,"0"0"-5"0,0 0-15 0,0 0 18 0,0 0 3 16,10 20-8-16,-10-20-9 0,3 18-13 0,-2-8 1 15,-1-1-12-15,3 0-6 0,-2 2 6 0,-1-1-19 16,0-10 4-16,4 20-10 0,-3-11 1 0,-1-9-4 16,5 14 4-16,-1-8-2 0,-4-6 4 0,8 11 4 15,-6-5 2-15,-2-6 2 0,7 6 5 0,-7-6 2 16,6 6 10-16,-6-6-10 0,0 0 10 15,12 1-6-15,-12-1-2 0,0 0-9 0,0 0 4 16,20-12-11-16,-11 6-4 0,1-1-5 0,-2-1-2 0,2-2-12 16,4-2-17-16,-2 0-21 0,-2-3-23 0,3 1-45 15,-2-2-32-15,2 0-29 0,2-6-24 0,1 1-91 16,-6 6-286-16,-1-2 126 0</inkml:trace>
  <inkml:trace contextRef="#ctx0" brushRef="#br0" timeOffset="27665.08">24669 15415 70 0,'0'0'148'0,"0"0"-17"15,0 0-2-15,-18-2-5 0,18 2-12 0,-18 5-9 16,4 1-3-16,3-2-12 0,0 1-3 0,-6 3-8 16,7-1 2-16,2 2-8 0,-3 0-6 0,3-2-12 15,2 3-2-15,-3-2-11 0,5-1 2 0,0 2-8 16,2-3-1-16,0 2-4 0,2-8-4 0,4 14-1 16,-1-9-1-16,1 2-4 0,2 0 3 0,4-1-1 15,-2-3-3-15,3 3 0 0,0-5-3 0,0 1-5 16,2-1 0-16,-4 1-1 0,-1-2 5 0,-1 1-2 15,-7-1-1-15,10 0-3 0,-10 0 8 0,8 1 1 16,-8-1 1-16,9 2 2 0,-9-2 2 16,0 0 0-16,0 0-1 0,0 0-5 0,0 0-3 0,0 0-4 15,0 0 1-15,0 0-3 0,0 0 6 0,-23 4-7 16,23-4 0-16,-17 7-1 0,7-4 7 0,3 2-1 16,0-1-3-16,-2 1-1 0,5-1-2 0,-2 0 1 15,1 1-3-15,1 1 22 0,2 0 0 16,-1 1-2-16,3-7 0 0,0 14-3 0,3-9 1 15,2 1-6-15,2 2 1 0,-2-4-14 0,3 1-23 16,4 0-20-16,2-2-26 0,2 0-42 0,3-2-29 0,3-2-18 16,-4 0-21-16,4-2-100 0,-1 0-298 0,-1-2 132 15</inkml:trace>
  <inkml:trace contextRef="#ctx0" brushRef="#br0" timeOffset="28011.6">24927 15562 146 0,'0'0'158'0,"0"0"-6"15,7-4-7-15,-7 4-12 0,0 0-6 0,3-5-10 0,-3 5-14 16,0 0-9-16,0 0-14 0,0 0-4 0,10-2-6 16,-5 0-6-16,-5 2-5 0,18-1-7 0,-9 0-4 15,1-1-8-15,3 0-4 0,-1 0-13 16,0 1-21-16,-3 1-21 0,-2 0-28 0,-7 0-20 16,14-2-20-16,-14 2-5 0,8-1-15 0,-8 1 6 15,0 0 4-15,7-1 5 0,-7 1 9 0,0 0 10 0,0 0 4 16,0 0 15-16,0 0 7 0,0 0 13 0,0 0 11 15,-29 1 7-15,29-1 7 0,-12 1-2 16,12-1 7-16,-11 2 1 0,4-1 9 0,7-1 10 16,-11 7 3-16,7-2 6 0,-6 1 11 0,3 1 1 15,1 2 10-15,-2-1 4 0,2 1 14 0,0 1 5 16,-1 1 1-16,2 5 8 0,-3-4-9 0,2 3-3 16,1-1 2-16,2 2-1 0,-2 1-4 0,3-5-5 0,0 3-6 15,1-1-6-15,0 1-1 0,1 1 1 16,-2-2-15-16,4 2 2 0,-2-3-1 0,1-1-9 15,-1-1-29-15,-1 1-35 0,2-3-48 0,0 1-54 16,-3-1-117-16,0-1-280 0,0-2 125 0</inkml:trace>
  <inkml:trace contextRef="#ctx0" brushRef="#br0" timeOffset="28193.96">24977 15756 60 0,'0'0'131'16,"11"-4"-8"-16,-2 2-13 0,1-1-12 0,2-1-12 15,4-1-6-15,-1 4-46 0,2-6-50 0,-1 2-51 16,-2 1-40-16,-3-2-115 0,2 0 51 0</inkml:trace>
  <inkml:trace contextRef="#ctx0" brushRef="#br0" timeOffset="28346.74">25031 15559 121 0,'17'-7'132'0,"-6"4"-20"15,5 1-13-15,2-4-37 0,9 1-42 0,-2-2-46 0,2 0-61 16,0 0-94-16,1-1 42 0</inkml:trace>
  <inkml:trace contextRef="#ctx0" brushRef="#br0" timeOffset="51995.78">28867 7422 45 0,'0'0'162'15,"0"0"-16"-15,0 0-7 0,0 0-7 0,0 0-14 0,0 0-7 16,0 0-9-16,0 0-13 0,0 0-8 0,0 0-12 15,0 0-5-15,0 0-5 0,0 0-8 0,0 0-6 16,0 0-6-16,0 0 1 0,0 0 5 16,0 0-5-16,0 0 3 0,0 0-6 0,0 0-2 0,2 13-10 15,-2-13 0-15,0 0 3 0,4 6-5 0,-4-6 15 16,0 0 10-16,0 0 7 0,0 0 7 0,0 0 8 16,0 0-7-16,10 0-2 0,2-6-7 0,7-2 7 15,10-8-7-15,16-8-6 0,7 0-9 0,6-3-23 16,19-13-47-16,2-2-51 0,-1 0-57 0,0 0-75 15,-26 4-119-15,21-16-361 0,2-3 160 0</inkml:trace>
  <inkml:trace contextRef="#ctx0" brushRef="#br0" timeOffset="54994.57">10845 7863 51 0,'-2'-11'120'16,"2"11"7"-16,0 0-7 0,0 0-8 0,-3-12-6 16,3 12-10-16,-2-8-2 0,2 8 0 0,-2-8-6 15,2 8-4-15,-3-8 0 0,3 8-3 0,0 0-15 16,-1-10 1-16,1 10-8 0,-5-6-7 0,5 6-5 15,0 0-1-15,0 0-2 0,-4-7-8 0,4 7-1 16,0 0-4-16,0 0-3 0,0 0-7 0,0 0-1 16,-3-6-2-16,3 6 0 0,0 0-5 0,0 0-2 15,0 0 4-15,0 0-4 0,0 0-3 0,0 0 4 16,0 0-5-16,0 0 1 0,0 0-3 0,0 0 2 16,0 0-4-16,0 0 0 0,0 0 0 0,0 0 2 15,0 0-3-15,0 0 1 0,0 0-2 0,0 0 4 16,0 0 4-16,0 0-7 0,-3-6-1 0,3 6 6 15,0 0-5-15,0 0-1 0,0 0 0 0,0 0 1 16,0 0 2-16,0 0-4 0,0 0 9 0,0 0-3 16,0 0-4-16,0 0-2 0,0 0 0 0,0 0 5 15,0 0 1-15,0 0-3 0,0 0-2 0,0 0 0 16,0 0 0-16,0 0 1 0,0 0-4 0,0 0 1 16,-8-3 1-16,8 3 1 0,0 0-1 0,0 0 2 15,0 0-4-15,0 0 4 0,-3-7-3 0,3 7 2 16,0 0-1-16,-4-6 0 0,4 6 0 0,0 0 0 0,0 0 0 15,-7-5 3-15,7 5 5 0,0 0 4 16,0 0-5-16,-7-4-7 0,7 4 8 0,0 0-4 16,-7-3 0-16,7 3 1 0,0 0-4 0,-8-3 1 15,8 3 3-15,0 0-5 0,0 0-2 0,-6-4 3 16,6 4 0-16,0 0-1 0,0 0 1 0,0 0-5 16,0 0 8-16,-8-2 0 0,8 2-3 0,0 0 5 15,0 0-1-15,0 0-5 0,0 0 1 0,0 0 3 16,0 0-6-16,0 0 2 0,-6-6 3 0,6 6 0 15,0 0 9-15,0 0-1 0,0 0-2 0,0 0-2 16,0 0 4-16,-7-1-1 0,7 1-1 0,0 0 2 0,0 0-3 16,0 0-2-16,0 0-2 0,0 0-4 15,0 0 5-15,0 0-5 0,0 0-1 0,0 0 1 16,0 0-3-16,0 0 4 0,0 0-3 0,0 0 1 0,0 0-1 16,0 0 1-16,0 0 0 0,0 0 1 0,0 0-1 15,26 1-2-15,-26-1 3 0,25 0 4 0,-12 0-6 16,7 2 1-16,1-2-2 0,7 1 9 15,0-2-10-15,3 2 5 0,1-4-5 0,0 3 3 0,1 0 1 16,0-3-2-16,6 1 6 0,-1 1-7 0,-1 1 1 16,14-1 1-16,-13-3 4 0,15 2-5 0,-2-1 8 15,-10-1-6-15,-3-1-2 0,15-1 3 0,-14 4-1 16,15-4-1-16,-3-3 4 0,3 1-5 16,-3 0 2-16,0 3-2 0,-12 0 1 0,10-2-2 0,-9 1 4 15,11-1-1-15,-12 1 0 0,0 1-6 0,-1 3 5 16,14 0-2-16,-18-2-1 0,0 1-1 0,1 1-3 15,-3 0 6-15,3 4-6 0,-1-4-1 16,-3 4 0-16,3-4 1 0,3 2-1 0,-4 0 2 0,-1 2-2 16,1 0-2-16,-1-2-3 0,2 0 2 0,-1 0 7 15,-2 0-6-15,1 0 0 0,-1-2 1 0,1 0-1 16,-1 0 3-16,5 1-5 0,-3-2 4 0,4 0 4 16,-3 0-4-16,2 0 0 0,-3-3 5 0,3 2-8 15,-4 1 9-15,3-4-6 0,-1 5 1 0,1-1 4 16,-2 1-12-16,1 0 6 0,-3 2 6 0,0-4 1 15,3 4-2-15,-3-3-1 0,1 1 2 0,-1 4-1 16,1-4 4-16,-1 1-3 0,1 0 9 0,-1 2-7 16,0-2-4-16,3-1 6 0,2 4 4 0,0-2-2 15,-1-2 1-15,2 2 0 0,1 0-6 0,-2-1 1 16,4 0 1-16,-1-1 2 0,1 2-1 0,-2 0 1 16,0-2 3-16,3 1-2 0,-5 0 1 0,15-2 6 15,-12 3-1-15,-2-1-1 0,1 0-2 0,-1 0-2 16,3-2 6-16,-1 1 1 0,12-2-5 0,-15 4 4 15,5-3 4-15,12-1-10 0,-2 1 2 0,-12 2 4 16,-1-1-3-16,1 1 2 0,1-1-5 0,-1 2 0 16,-1-2-1-16,-1 1 0 0,3 1 4 0,-3 1-3 15,-1 1-3-15,2 0 1 0,0-1 5 0,3 1 0 16,-4 0-5-16,-1 2-5 0,1-2 1 0,1-1-7 16,-2 1-3-16,-1-2-5 0,2 1-9 0,-3 2-9 0,1-1-1 15,2 1-17-15,-3 0-10 0,1-2-9 16,-1 2-12-16,0-2-7 0,-1 1-11 0,1 0-18 0,1-1-95 15,-2-2-233-15,5 1 104 0</inkml:trace>
  <inkml:trace contextRef="#ctx0" brushRef="#br0" timeOffset="55594.78">22922 7437 45 0,'0'0'61'0,"-13"-4"-7"0,5 3-7 0,-2 0 3 16,10 1-6-16,-14-4-2 0,2 2-3 0,2 2-8 16,0 2-7-16,0-2 5 0,-1 0-9 0,1 1 2 15,-1 0-7-15,-1 1-3 0,2 0 4 0,-3 0-4 0,2 1-10 16,-1 1-4-16,-2 0-15 0,-1 0 2 16,-2 0-15-16,-2 3-9 0,0 2-38 0,-2-1-84 15,1 0 37-15</inkml:trace>
  <inkml:trace contextRef="#ctx0" brushRef="#br0" timeOffset="56361.66">21923 7625 39 0,'-5'0'83'0,"5"0"-3"0,-11-3 2 0,11 3-12 15,-9 0-7-15,9 0 8 0,-12 0 0 0,12 0 2 16,-10 0-1-16,10 0 10 0,0 0-8 0,-9-2-6 16,9 2-2-16,0 0-8 0,-8-2-1 15,8 2-6-15,0 0-13 0,0 0 2 0,0 0 3 0,0 0-13 16,0 0-7-16,0 0-3 0,-10-2 2 0,10 2 4 15,0 0-1-15,0 0-9 0,0 0 5 0,0 0 3 16,0 0 0-16,0 0-3 0,0 0 0 16,28 6-4-16,-16-6 0 0,-1 2-3 0,3-2 6 0,6 1 2 15,1 2-6-15,1-6 7 0,5 3-3 0,2 4-9 16,1-4 9-16,-1 2-9 0,4-2 0 0,3 0-5 16,-2-2 3-16,2 2 0 0,-1 2 3 0,3-2-5 15,-3 0 1-15,3 1 1 0,-1 0 1 0,0 1-3 16,0-4 2-16,0 4 4 0,3-2-6 0,-2 0 4 15,-1 1-1-15,17 1-2 0,-16 0-1 0,13 0 4 16,1-2-2-16,-1 3-4 0,0 2 1 0,0-5 2 16,3 0-5-16,-1 4 3 0,1-8-1 0,1 5 3 15,1 1 5-15,0-2 2 0,-1 1 2 0,-2-2-3 16,2-1-2-16,0 2-6 0,1 0 5 0,4 2 0 16,-1-1-3-16,-2-2 3 0,5-3-1 0,-2 1 1 15,2 3-3-15,1-4-1 0,-2 4 6 0,2-2 2 16,-1 0-5-16,0 0 4 0,0-1-3 0,0 2-1 15,2 0-5-15,-2-5 4 0,4 1-1 0,0 3 3 16,-1-1-3-16,4-1 1 0,18 0-4 0,-24 0 3 16,4 1 1-16,-2 0-3 0,26 1 1 0,-29-3-3 15,3 5 1-15,27-5 4 0,-31-1-3 0,4 4 2 16,1 1-1-16,24-5-3 0,-30 1 1 0,5 4 1 16,0 0-6-16,-2 1-1 0,0-2 4 0,0 1 3 15,2-2-4-15,-5 0 2 0,3 0 0 0,0 2-2 16,2 1-2-16,-6 0 3 0,7-1-2 0,-9 1 2 15,4-2 1-15,2 0-3 0,-5-1 12 0,1 3-5 16,-1 2-2-16,-4-4 5 0,2 2-5 0,-2 0 1 16,-2 0 2-16,4 0-5 0,-4 2-1 0,-14-4 2 15,16 2 0-15,-5 0 1 0,-9 0-2 0,-1-1 2 16,1-1-2-16,0-1-2 0,-6 5 5 0,3-2-6 16,-1 0-2-16,-5 0-10 0,-2-2-19 0,-2 1-5 15,-9 1-18-15,-4-2-26 0,-2 2-25 0,-1-2-27 16,-3 2-13-16,-8 0-37 0,9-4-102 0,-9 4-306 0,0 0 135 15</inkml:trace>
  <inkml:trace contextRef="#ctx0" brushRef="#br0" timeOffset="58323.44">19135 6846 50 0,'0'0'113'0,"0"0"-1"16,0 0-11-16,0 0-9 0,0 0-13 0,0 0-6 0,-10-11 1 15,10 11-10-15,0 0-12 0,-8-4 0 16,8 4-13-16,0 0-11 0,-8-6 16 0,8 6-8 15,0 0-9-15,-9-3-2 0,9 3 0 0,0 0 1 0,0 0-2 16,-6-3-1-16,6 3-8 0,0 0-1 16,0 0-6-16,-7-4 2 0,7 4 7 0,0 0-12 0,0 0 3 15,0 0-1-15,-6-2-6 0,6 2 5 16,0 0-12-16,0 0 13 0,0 0 8 0,0 0-9 16,0 0 11-16,0 0-6 0,0 0-4 0,-10-3 5 15,10 3 2-15,0 0-8 0,0 0-6 0,0 0 7 16,0 0-6-16,0 0 3 0,0 0 2 0,0 0-6 15,0 0-4-15,0 0 13 0,0 0-6 0,0 0 3 16,0 0-8-16,0 0-1 0,0 0 3 0,0 0 8 0,25 5-8 16,-17-3 4-16,4 1-5 0,-2-3-5 0,1 2 9 15,7-2-3-15,0 1 2 0,1 0 0 0,3-1-8 16,7 1 2-16,1 2 1 0,4-4 9 16,2 1-3-16,3-2 4 0,13 1 2 0,1 0 0 0,2 0-8 15,-1-1 12-15,4-1-6 0,0-1-4 0,0-2 5 16,2 5-2-16,-1-1 1 0,1-1-2 0,-1 1 1 15,2 4 0-15,0-7 10 0,-1 2-7 16,-2 2 0-16,3-3 2 0,1 2 3 0,0 1-1 0,2-2-4 16,-1 0 9-16,-1 2-7 0,1-1-4 0,-2-1 3 15,1-3 3-15,-1 3-1 0,0 2-4 0,1 1-3 16,2-4 1-16,1-1 4 0,-4 1 1 0,4 1 0 16,-2 0 0-16,3-2-6 0,1 1 3 0,-3 1 6 15,0-1-4-15,3 1 0 0,-3-1-9 0,-2 1 9 16,0-2-3-16,1 1-2 0,-1-3 6 0,2 4-5 15,0 1 4-15,1-4 2 0,2 2 9 0,-4-1-4 16,2 3 5-16,-1-2-5 0,2-2-1 0,-5 0-4 16,3 2 0-16,-2-1 2 0,1 2-3 0,-1-2 2 15,-3 4-1-15,-2-3 2 0,2 1-3 0,-1 1-1 16,0 0-1-16,-1-1 3 0,1 0-1 0,-2 1-3 16,1 0 4-16,-2 1-5 0,0-1 0 0,0-3-1 15,2 2-1-15,-3 2-3 0,1-4 4 0,1 2 1 16,-2 0-4-16,2 1 6 0,-4-1-7 0,1-1 3 15,0 4-4-15,-14-1 2 0,16-2 4 0,-3 3-1 16,-1-3-4-16,-10 3 2 0,10 0-1 0,-10-2-1 16,-1 0 1-16,-2 2-3 0,14-1 6 0,2 0-6 0,-1-2 3 15,-15 2 2-15,14 1 3 0,-1-2-3 16,-11 1 0-16,12-2 3 0,-12 2 0 0,12-3 0 16,-2 2 0-16,-11 0 1 0,-1 1 0 0,2 0-6 15,10-4-1-15,-12 3 5 0,0 1-4 0,1-3 2 16,12 2 9-16,-13 2-6 0,1-3 0 0,-1 1 1 15,14-2 0-15,-14 2 2 0,-1-1-5 0,4 1-2 16,0 1 0-16,-5-3-2 0,4 4 6 0,12-3-7 16,-14 3 10-16,2-2-11 0,-1 1 5 0,-1-2-4 15,0 3 0-15,-1-1-1 0,1 0 1 0,2 1-1 0,-3 0 0 16,1-1 2-16,-1 1-1 0,1-1 11 16,2 0-12-16,-4 1 0 0,2 0 0 0,-1 0 1 15,3 1 2-15,-4-2-5 0,1 1 4 0,3 0-1 16,-2 1-1-16,1-1 3 0,0-1 0 0,2 1 6 15,-1 1 0-15,-2-2-4 0,14 1-2 0,-17 0 3 16,3 0-2-16,3-1 1 0,-5 0-1 0,2 1 1 16,0-2-1-16,14 0-1 0,-18 2 2 0,2-2 1 15,-3 2 0-15,4 0-1 0,-3 0 0 0,1 0-2 16,-1-2 0-16,2 4 0 0,-3-2 0 0,1 0-1 16,1 0 0-16,2 0-1 0,-1 2 0 0,2-1 2 15,-4-1-3-15,2 4 13 0,-1-4-13 0,-1 2 0 16,1-2 3-16,-2 0 8 0,2 2-9 0,-3-3-4 15,2 2 1-15,1 3 2 0,-1-4 1 0,-1 1 0 16,2 0-1-16,-1-2 0 0,1 2 1 0,0 1-3 0,0-2 0 16,-1 0 3-16,-1 2-1 0,0-4 3 0,4 2-4 15,-1 3 0-15,0-2 2 0,-3 2-2 16,2-2 0-16,-2-1 0 0,4 2 5 0,-2-1-6 16,-2-1 3-16,-1 0 0 0,3 0-5 0,-3 2 3 15,2-1 1-15,-1 0 2 0,-1-2-3 0,0 4-2 0,1-3 3 16,0-2 1-16,-1 4-2 0,0-2 1 0,0 0-2 15,0 0 1-15,-4 0 4 0,4 0-3 0,-3 0 0 16,2-2-3-16,-3 0-16 0,0 2 5 16,3-2 0-16,-9 1 0 0,0 1 6 0,-2 0-1 15,3 0-4-15,-5 0 7 0,4 0-1 0,-5 0-2 0,1 0 1 16,-4 0-2-16,4 0 7 0,-4 0-3 0,-2-2 1 16,1 4 2-16,-2-5-3 0,1 3 2 0,-1 0-1 15,1 0-3-15,-12 0 3 0,14-1 1 16,-5 2 0-16,1-1 3 0,-1 0-2 0,2-1-2 15,-11 1 4-15,14 1 1 0,-7-1 1 0,-7 0-4 0,14 1-2 16,-7 1-1-16,-7-2 7 0,12-2-9 16,-12 2-3-16,10 2-6 0,-10-2-1 0,9 0-3 0,-9 0-8 15,8 0-12-15,-8 0-10 0,0 0-9 16,11 0-16-16,-11 0-10 0,7 1-6 0,-7-1-27 16,0 0-3-16,10 0-20 0,-10 0-105 0,0 0-265 0,0 0 119 15</inkml:trace>
  <inkml:trace contextRef="#ctx0" brushRef="#br0" timeOffset="68228.73">24210 8404 126 0,'0'0'158'0,"-4"-4"-8"15,4 4-7-15,-1-8 3 0,1 8-4 16,0 0-5-16,-3-11-1 0,3 11-2 0,0 0-10 0,-4-6-14 16,4 6-12-16,0 0-9 0,0 0-9 15,-2-6-15-15,2 6-11 0,0 0-4 0,0 0-7 0,0 0-3 16,0 0-6-16,0 0-4 0,0 0-7 0,0 0-4 15,0 0-2-15,0 0 0 0,0 0-4 16,0 0 2-16,0 0-1 0,0 0-3 0,0 0-1 16,0 0-1-16,0 0-2 0,0 0 0 0,0 21 1 15,0-21-1-15,0 0 0 0,0 0 1 0,0 0 2 0,0 0-7 16,0 0 6-16,0 0-2 0,0 0 2 0,19-5 0 16,0-2 2-16,12-7-3 0,15-12-7 0,6-1-21 15,32-11-19-15,1-4-34 0,0-4-42 0,4 3-47 16,-8 1-162-16,0-10-350 0,-2-1 156 0</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11:39.500"/>
    </inkml:context>
    <inkml:brush xml:id="br0">
      <inkml:brushProperty name="width" value="0.05292" units="cm"/>
      <inkml:brushProperty name="height" value="0.05292" units="cm"/>
      <inkml:brushProperty name="color" value="#FF0000"/>
    </inkml:brush>
  </inkml:definitions>
  <inkml:trace contextRef="#ctx0" brushRef="#br0">2984 5134 14 0,'-6'-7'43'0,"4"3"-3"0,2 4-6 0,-6-6-5 15,6 6-2-15,-8-8 1 0,8 8-5 0,-5-6-5 16,1 2 1-16,4 4 15 0,-4-10-8 0,4 10-6 16,-6-6 9-16,2 0-9 0,4 6-1 0,-5-8 0 15,2 3-7-15,3 5 1 0,-5-11-5 16,3 8 5-16,2 3 3 0,-4-12-11 0,4 12 2 16,-5-7 0-16,3 1 0 0,2 6-3 0,-5-8 1 15,5 8 3-15,-2-8-4 0,2 8 5 0,-3-7-4 0,3 7-2 16,0 0 3-16,-4-7-3 0,4 7 3 0,0 0-7 15,-2-7 7-15,2 7-3 0,0 0-2 0,0 0-4 16,0 0 1-16,0 0 3 0,0 0-4 16,0 0 5-16,0 0-3 0,0 0 3 0,6-9-7 15,-6 9 6-15,9-1-1 0,-9 1 1 0,0 0-3 16,14 0-1-16,-7-1 0 0,-7 1 6 0,19 0 5 16,-8 0 3-16,3-1-11 0,3-1 3 0,5-1 3 0,-2 1 2 15,7-1-1-15,1-2 4 0,1 1 0 0,2 0-3 16,1 1 1-16,1-2-1 0,4 0 3 0,-2 2 2 15,-2-1-1-15,4-1-5 0,2 0 3 16,-1 2 2-16,-1 1-5 0,1-1-1 0,-1 3 6 16,2-1-7-16,-4 1 3 0,1 2-4 0,-1 0 4 15,-1 0-7-15,-2 2 4 0,-1 0-6 0,-1 1 5 16,0 1 1-16,1 0-3 0,-3 1-1 0,2 0 5 16,0 0-2-16,3 1 0 0,-1 0 2 0,1-1 3 15,0 2-3-15,2-2 2 0,1 2-4 0,-1-5-2 16,1 2-1-16,0-1 2 0,-2 0 6 0,2-1-5 15,0-1 2-15,1-1 1 0,-1-2 0 0,1-1-7 16,-3 2 4-16,2-1 6 0,0-1 9 0,1 0-14 16,-1 1-7-16,1-3 9 0,0 3-4 0,0 2-3 15,3-1 6-15,-1 0-3 0,0 2 2 0,0 2 3 16,14-2-4-16,-2 7 5 0,-14-6-5 0,0 2-1 16,17 3 1-16,-5 0 19 0,-12-2-27 0,16 0 5 15,-2-2-2-15,1 2 4 0,-12-4-2 0,12 0-3 16,2-2 1-16,-1 0 2 0,-1 1-1 0,0-2 1 15,0 1 0-15,-1-1 2 0,1 0 0 0,-14 0 2 16,17 0 2-16,-2 0-5 0,0-1 1 0,0 1 3 16,-1-2-2-16,-1-2 0 0,-10 1 6 0,10-1 5 15,-1 1-18-15,0 0 6 0,-12 0-1 0,15-1 1 16,-14 3-4-16,12-1 7 0,2-1 3 0,-2 1-8 16,-1 0 3-16,-12 2-5 0,0-2 0 0,1 2 4 15,12 0 3-15,-14 0-4 0,0 2 0 0,0-1-5 16,-1 0 4-16,1 1 1 0,-1 1-2 0,-1-3 4 15,1 1-5-15,-2-1 6 0,-1 1-7 0,1-1 0 16,1 1 9-16,-7-2-1 0,1 1-8 0,-2 0 7 16,-5 0-7-16,-1 0 7 0,-4 0 3 0,5 0 1 15,-2-1-6-15,-7 2-4 0,0-1 3 0,0 1 2 16,-3-1-8-16,-1 0 0 0,0 1-5 0,-9-1 10 16,13 1-1-16,-13-1-3 0,11 2 0 0,-11-2 3 15,8 1-13-15,-8-1 3 0,6 3-16 0,-6-3-12 16,5 5-11-16,-5-5-22 0,3 7-83 0,-3-7-165 15,0 0 73-15</inkml:trace>
  <inkml:trace contextRef="#ctx0" brushRef="#br0" timeOffset="38591.65">18715 12172 8 0,'0'0'39'0,"0"0"-4"16,0 0-1-16,0 0 2 0,0 0-2 0,0 0-11 15,0 0-4-15,0 0-2 0,0 0-7 0,0 0-12 16,0 0-7-16,0 0-2 0,0 0-1 0,0 0 1 16,0 0-8-16,0 0-14 0,4 6-34 0,-4-6 16 15</inkml:trace>
  <inkml:trace contextRef="#ctx0" brushRef="#br0" timeOffset="39995.74">27490 11811 77 0,'0'0'99'0,"0"0"-16"0,0 0-6 15,0 0-4-15,6-4-9 0,-6 4-18 0,0 0 3 16,0 0-3-16,0 0-12 0,0 0-8 0,0 0 6 16,0 0 1-16,0 0-6 0,0 0-2 0,0 0-1 15,0 0-4-15,0 0 7 0,0 0 1 0,0 0 23 16,0 0 4-16,0 0 19 0,0 0 4 0,11 7-14 16,16-16 4-16,25-7-12 0,31-11-7 0,7 0-6 15,14-1-16-15,1-1-27 0,7 0-19 0,8-1-35 16,2 3-53-16,-7-7-106 0,9-3-230 0,-5-6 101 15</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09:59.526"/>
    </inkml:context>
    <inkml:brush xml:id="br0">
      <inkml:brushProperty name="width" value="0.05292" units="cm"/>
      <inkml:brushProperty name="height" value="0.05292" units="cm"/>
      <inkml:brushProperty name="color" value="#FF0000"/>
    </inkml:brush>
  </inkml:definitions>
  <inkml:trace contextRef="#ctx0" brushRef="#br0">11020 7099 99 0,'-4'-6'118'0,"4"6"8"0,-5-7-1 0,5 7-5 15,-7-8-11-15,7 8-5 0,-3-4-3 0,3 4-11 16,0 0-1-16,-6-5-3 0,6 5-6 0,0 0-10 16,0 0-7-16,-3-5-7 0,3 5-4 0,0 0-6 15,0 0-4-15,0 0-5 0,0 0-7 0,0 0-6 16,0 0-2-16,0 0-1 0,0 0-4 0,0 0-3 15,0 0-1-15,0 0 2 0,0 0-8 0,0 0-1 16,0 0 2-16,0 0-2 0,0 0 8 0,29 3-13 16,-17-2 10-16,1 1-3 0,7 1 3 0,0-2-10 15,2 3 6-15,6-3-4 0,-1 3 3 16,2-1-7-16,3-3 1 0,-1 3 4 0,3 0 1 0,-2-2-5 16,0 2 6-16,1-2-5 0,-3 1 4 0,0-1-2 15,0 1 2-15,1 1-1 0,-1-2-5 0,1-1 3 16,-2-1 1-16,-2 1 1 0,7-3-2 0,-8 1 1 15,6 1 0-15,-1 1 0 0,0-3-3 0,-1 0-1 16,1 0 4-16,0 1-3 0,-1 0 0 0,-1 0 2 16,0 0-4-16,-1-2 5 0,0 4 0 0,-7-1-4 15,-1-1 5-15,0 0-6 0,1 0-1 0,-2 1-1 16,-5 0 4-16,1 1-1 0,-1-1 5 16,-2 1-8-16,1-1 4 0,-2-1 1 0,-4 2 2 0,-7 0-5 15,16 0 4-15,-11 0-5 0,-5 0 5 0,10 0-6 16,-10 0-2-16,7 2-7 0,-7-2-8 0,0 0-21 15,0 0-14-15,9 1-23 0,-9-1-27 0,0 0-22 16,0 0-115-16,2 6-264 0,-2-6 117 0</inkml:trace>
  <inkml:trace contextRef="#ctx0" brushRef="#br0" timeOffset="2332.32">12120 7114 28 0,'-9'-3'95'0,"9"3"8"16,-9-2 11-16,9 2-7 0,-10-3-8 0,10 3-9 15,-11-3-4-15,11 3 0 0,-8-1-6 0,8 1 3 16,-11-3 0-16,11 3-7 0,-7-2-7 0,7 2-7 15,0 0-10-15,-9-5 1 0,9 5 0 0,0 0-5 16,-9-3-8-16,9 3 2 0,-9-1-1 0,9 1 6 16,0 0 0-16,0 0-4 0,-9-1-3 0,9 1-3 15,0 0-3-15,0 0-3 0,0 0-3 0,0 0-5 16,0 0-3-16,0 0-1 0,0 0-5 0,0 0-2 16,0 0-2-16,0 0 1 0,0 0 6 0,0 0-9 15,0 0 2-15,0 0 0 0,0 0-5 0,0 0 0 16,0 0-1-16,36-1 0 0,-23 2 2 0,0 0 1 15,0 0-1-15,0-1 1 0,7 0-6 0,-1 0 3 16,0 1 4-16,1-1-5 0,-2 0 4 0,4-1 0 16,-1 1-6-16,-1 1 4 0,2-3 1 0,4 0 2 15,-4 2-2-15,-4 0 5 0,2 0-10 0,8 0 4 16,-7-2-3-16,2 2 5 0,-3-1-5 0,3 1 1 16,-3-5 0-16,11 4 1 0,0-1-1 0,-5-3 4 15,2 3 2-15,-1-2-4 0,1-3 1 0,-1 4 3 16,-1-1-2-16,1-2 2 0,-4 2-1 0,4 1 0 15,0 0 4-15,-8 0-4 0,4-3 1 0,-2 0-4 16,8 3-1-16,-10-1 6 0,4 2-4 0,-4-2-2 16,2 0 0-16,-2 1 1 0,1 0 1 0,0 0-1 15,0 2-1-15,-3-2-1 0,2-1 4 0,-3 2 1 16,2 2-3-16,0 0-3 0,0 0 0 0,2 0 2 16,-6-1-1-16,-1 0-1 0,0 1 0 0,3-2 1 0,-3 4 0 15,1-2 1-15,4 0-5 0,0 1 5 16,1-1-2-16,-2 1 1 0,-5-1-3 0,7 0 5 0,0 2-1 15,0-1-1-15,0 1-1 0,4-1 2 16,-4-2 4-16,2-1-3 0,1 1 1 0,6-1 8 16,-7 0-1-16,0-1-8 0,2 2 8 0,4 1-5 15,-4-3 2-15,-2 2-1 0,8-2 0 0,-8 2-3 16,6-3 3-16,4 2-5 0,-7-2 2 0,5 6 6 16,-2-2-10-16,1-1-2 0,-6 2 7 0,1-1 0 0,-3 0-1 15,9 0 2-15,-2 0-4 0,-6 2 4 0,10-4-2 16,-4-2 1-16,2 6 5 0,-1-2 0 0,2 0 5 15,-3-2 3-15,2 0-1 0,2 1-2 0,-1-2 1 16,-1 1-2-16,5 2 1 0,-3 0-3 16,1-2 5-16,-3-2 1 0,2 4-5 0,-1-1-1 0,1 0 4 15,0-2-5-15,1 3 6 0,-3-1-1 0,4 1 0 16,-3-3-3-16,2 1-3 0,-3 4 0 0,0-2-2 16,-2-2 0-16,6 2 1 0,-5 2-3 0,3 1 1 15,0-3-2-15,-1 0-1 0,-1 1 1 16,-2-1 2-16,3 0-5 0,-1 1 5 0,2 2-2 0,0-1 0 15,-2-3 1-15,0 2 1 0,-1-2-3 0,2 2 2 16,1-1 5-16,0 1 2 0,-1-3 4 0,-2 1 1 16,3 1-4-16,3 1 2 0,1-2-2 0,-5 1-2 15,2 1 0-15,-1-2 3 0,0 1 0 0,-1 0-1 16,1 0-4-16,0-1 8 0,-3 1-6 0,3 0-1 16,2 2-1-16,-3-1 2 0,1-1 0 0,6-1-2 15,-5 0 4-15,-4 2-1 0,6 0 0 0,-1-1-2 16,-1 1 0-16,1-2-1 0,0 2 0 0,-2-1 1 15,5-1-1-15,1 0 5 0,0 1 5 0,1-2-5 16,1 0-1-16,-2 2-1 0,0-1-3 0,-2 0 1 16,1-2-1-16,1 0 7 0,-2 1-3 0,3-2-2 15,-3 1 2-15,-1 3 0 0,3-4-6 0,-2 1 3 16,-1 0 0-16,0-2 0 0,2 3 0 0,-4-2-1 16,4-1-5-16,-3 5 1 0,-2-1 2 0,2-3-3 15,-1 1 0-15,-1 2 4 0,1 1-2 0,2-2-1 16,-3 2 4-16,2 2 0 0,-2-1 13 0,0 0-18 15,-2-1-2-15,0 0-1 0,2 2 6 0,-3-2-3 16,2-2-4-16,-9 2-2 0,9 2 9 0,-5-1-6 16,2 2-1-16,1-6-1 0,0 2 4 0,1 1-2 15,-1 0 5-15,-2 0-3 0,1 0-1 0,-6 0 3 16,7-2 1-16,-8 2-5 0,3 0 6 0,-3-1-5 16,1 1 0-16,0 0 2 0,-2 0 2 0,1 0-7 15,1-1 7-15,-3-1-5 0,1 2 2 0,-1-2 2 16,2 1-2-16,-2 1-2 0,-5-1-1 0,2-1-3 15,-2 1 8-15,0 0-1 0,1 3-2 0,-3 0 2 16,1-4 5-16,-5 4-9 0,-7-2 1 0,13-2-4 0,-13 2 0 16,12 2-1-16,-12-2-2 0,7 0-4 15,-7 0 5-15,0 0 3 0,8 1 1 0,-8-1-4 16,0 0 7-16,0 0-7 0,8 1 6 0,-8-1 3 16,0 0-4-16,0 0-2 0,0 0 2 0,0 0 12 15,0 0-5-15,0 0 3 0,0 0 10 0,0 0 9 0,0 0-21 16,0 0 4-16,0 0 0 0,0 0-3 15,0 0 7-15,0 0-8 0,0 0-3 0,0 0 9 0,0 0-12 16,0 0-1-16,0 0 1 0,0 0-2 16,0 0 5-16,10-2-5 0,-10 2 0 0,0 0 8 0,0 0-8 15,0 0-4-15,0 0-5 0,0 0-2 0,0 0-29 16,0 0-25-16,0 0-25 0,0 0-35 16,0 0-56-16,0 0-42 0,-30 4-33 0,30-4-30 15,-11 0-243-15,11 0-568 0,-14-3 252 0</inkml:trace>
  <inkml:trace contextRef="#ctx0" brushRef="#br0" timeOffset="5300.26">22243 6942 57 0,'0'0'83'0,"-8"-3"-3"0,8 3-2 16,-9 0-8-16,9 0-13 0,0 0 4 0,-14 0 2 16,14 0-5-16,-9-1-4 0,9 1-3 15,-9 1-12-15,9-1 11 0,0 0 8 0,-11 2-12 16,11-2-3-16,0 0 8 0,0 0-14 0,-10-2-1 0,10 2-2 15,0 0-2-15,0 0-10 0,0 0 0 0,0 0-7 16,0 0-1-16,0 0-9 0,0 0 18 16,-9-1-5-16,9 1-8 0,0 0-1 0,0 0 3 0,0 0-8 15,0 0-2-15,0 0-6 0,0 0 22 0,0 0-15 16,0 0 5-16,19 13 5 0,-14-10 7 0,4-1-3 16,-3 1 6-16,3-1 0 0,3 1 1 15,-2-2 1-15,3 3 3 0,5-3 2 0,1 1 1 16,-1 0 8-16,3-2-3 0,6 3-7 0,1-1-2 0,0 2-4 15,1-2-5-15,0-2 6 0,0 3-4 0,0-3 1 16,0 2 3-16,0 0-3 0,2-1-5 0,-9 2 11 16,6 0-2-16,2-3 3 0,1 2-3 0,-3-2 5 15,3 0-9-15,1-2 1 0,1 2 0 0,0 0-4 16,1 0-1-16,0 0-2 0,1-3-1 0,-2 3 4 16,1 0 5-16,3 0-2 0,0 1-1 0,-1-3-4 15,1 2 2-15,0-3-5 0,2 4 0 0,-2-2 1 16,1 0-3-16,-2 0-2 0,1 1-1 0,2-2 1 15,-1 0-3-15,-1 4 1 0,14-2 2 0,-14 0-2 16,0 0 4-16,0 1 3 0,14-1 3 0,-11 0-3 16,-1 0 1-16,0 0-4 0,0 0 2 0,14-1 2 15,-1 2-2-15,-12-1-3 0,11 1-2 0,-13 0 5 16,16-2 2-16,-16 1-1 0,1-2 5 0,0 3-2 16,3-2-3-16,9-2-1 0,1 3-2 0,0-2 2 15,-1 2-5-15,-14-1 2 0,18 0-3 0,-16-1 0 16,12 2-1-16,-10-2-1 0,12-1 3 0,0-1-2 15,-2 6 3-15,-1-4-8 0,-12 2 4 0,13-1 1 16,-13-1 2-16,16 0 3 0,-16 1 0 0,1 0 1 16,12-1-3-16,1 2-1 0,-12 2 1 0,12-2 0 15,-12-2-1-15,10 1 1 0,2 2-3 0,-3-2 0 16,5 1 3-16,-4 0-5 0,3 0 0 0,-16 0-2 16,14 0 3-16,-15-1 19 0,16 1-7 0,0 0-1 0,-17 0-2 15,1-2 0-15,2 4 0 0,3-1-1 16,-1-4-1-16,12 2-3 0,-3-2-1 0,-11 3 3 15,1-2-1-15,-3 4 3 0,16-6-5 0,-17 2-5 0,3 4 0 16,0-4 3-16,0 4-1 0,3-4-2 16,-5 0 1-16,2 1 0 0,0 3 5 0,1-3 4 15,-1 2 1-15,0-1-3 0,2-1-1 0,1 1-2 16,-3-2 5-16,0 1-4 0,-2 0 0 0,2 2-3 16,-1-2 2-16,-2 3-4 0,1-2 4 0,0 0-4 0,1 0 0 15,-2-4-1-15,3 4 2 0,-2-2-2 16,2-1 0-16,0 0-1 0,-1 3 0 0,-1-4 0 0,-1 2 2 15,1 2-6-15,-2 0 2 0,-3 0 3 16,-2-1 1-16,4-1-2 0,-3 2-2 0,1-2 0 0,-1 4 5 16,-1-5-3-16,-2 3-2 0,0-1 0 0,3-1 2 15,-2 2-3-15,0 0 1 0,-7 2 1 0,9-2 0 16,-1 0-4-16,-2 0 3 0,-4 0-1 16,3 1 0-16,2-1-1 0,1 1 4 0,-9 1-1 0,2-2-5 15,6 0 2-15,-5 2 0 0,3-1 8 0,2 3-7 16,-9-4 1-16,3 2-1 0,6-2-1 0,-8 1 5 15,8-1-5-15,-6 2 4 0,0-2 1 0,4 1 5 16,-6 1 0-16,1-2 6 0,-3 0-3 16,2 1 0-16,0-1-5 0,-3 3 3 0,3-3-6 0,0 0 3 15,-2 1 4-15,2-2-6 0,1 1 3 0,-2 0-3 16,2 1 2-16,-4-2 0 0,7 2-4 0,-4 0 2 16,7 2 1-16,-9-2-1 0,1 3-3 0,0-4 2 15,2 2-1-15,-1-2-1 0,-1 1-1 0,2-1 2 16,-3-1-4-16,-2 3 3 0,3-2-1 0,-2 0 6 15,2 1-6-15,0 0 0 0,-2 1 1 0,1-1 2 16,-1-2-1-16,3 2-1 0,-2 0 1 0,0-1 4 16,-5 0-6-16,7 0 1 0,-1 0 2 0,-2 3-1 15,1-2 20-15,2-1-15 0,-3 0 2 0,-3-1-3 16,5 1 1-16,0 0 1 0,-1 0-1 0,1 0-1 16,0 1 3-16,-1 1-3 0,4 0-3 0,0-4 0 15,-3 0 0-15,4 4-1 0,-1-2 1 0,8 0 1 16,-10 0 3-16,0-3-8 0,2 4 5 0,-3-1 1 15,0 0-4-15,4 2 0 0,-5 0 2 0,1-1-3 16,0-1-1-16,0 0 4 0,1 2-3 0,-1 0 2 16,0-1-2-16,1 2 0 0,-3-2-1 0,3 2 19 15,0-2-5-15,0-1 1 0,0 0-4 0,-3 2 0 16,4-1 0-16,-2 1 1 0,-1-2 0 0,2 1-7 16,-3-2 1-16,-3 1 5 0,2 1-6 0,2-1 0 15,-5 1 0-15,5 0 2 0,1 1-2 0,-1-3-1 16,-4 2 0-16,3 1 4 0,-1-2-6 0,-3 0 5 15,2 1-5-15,-3 0 3 0,7-1-3 0,-6 2 2 16,0-2 6-16,1 2-9 0,-1-2 0 0,-1 0-1 16,1 0-1-16,-3 1 6 0,3-1-5 0,0 0 5 15,0 1-9-15,-2-1 9 0,1 0-4 0,-4 0 5 16,4 2 4-16,-2-1 13 0,0-1-2 0,1 0-3 0,-4 3-3 16,-7-3-3-16,14 2 11 0,-6-2-13 15,-8 0-1-15,15 1-2 0,-8 0-1 0,-7-1 2 16,10 0-2-16,-10 0-2 0,13 0 4 0,-7 0 0 15,-6 0-1-15,10 2 1 0,-10-2-3 0,10-1 2 16,-10 1-3-16,10 1 5 0,-10-1-2 0,7 0-4 16,-7 0 1-16,7 3 0 0,-7-3-3 0,0 0 3 15,9 0-3-15,-9 0 0 0,0 0 7 0,0 0 6 16,0 0-2-16,0 0 6 0,8 1-1 0,-8-1 2 16,0 0-7-16,0 0-3 0,0 0 3 0,0 0 9 0,0 0-3 15,0 0 3-15,0 0-1 0,7 2-5 0,-7-2 1 16,0 0-3-16,0 0 16 0,0 0-2 15,0 0 9-15,0 0-19 0,0 0 7 0,0 0-4 0,0 0 7 16,0 0-7-16,0 0-1 0,0 0 5 16,0 0-9-16,0 0 0 0,0 0-3 0,0 0 7 0,0 0-8 15,0 0-7-15,0 0 6 0,0 0-6 0,0 0-2 16,0 0 7-16,0 0-4 0,0 0-5 16,0 0 3-16,0 0 3 0,0 0-13 0,0 0 13 15,0 0-2-15,0 0-3 0,0 0 10 0,0 0-1 0,0 0-11 16,0 0 17-16,0 0-22 0,0 0 7 0,0 0 0 15,0 0-2-15,0 0 2 0,0 0 2 0,0 0 1 16,3 6 11-16,-3-6-17 0,0 0 8 16,0 0-5-16,0 0-7 0,0 0 9 0,0 0-2 15,0 0 3-15,0 0 1 0,0 0 1 0,0 0-2 0,0 0-1 16,0 0 1-16,0 0-14 0,0 0 13 0,0 0-8 16,0 0 8-16,0 0-5 0,0 0 3 0,0 0 3 15,0 0 3-15,0 0-2 0,0 0-4 0,0 0 6 16,0 0-6-16,0 0 3 0,0 0 2 15,0 0-3-15,0 0-4 0,0 0 14 0,0 0-11 0,0 0 0 16,0 0-5-16,0 0 6 0,0 0 1 0,0 0-12 16,0 0-16-16,0 0-23 0,0 0-26 0,0 0-26 15,0 0-25-15,-8-22-30 0,8 22-34 0,-4-13-56 16,1 4-54-16,-2-1-246 0,0-2-591 0,-1-2 261 16</inkml:trace>
  <inkml:trace contextRef="#ctx0" brushRef="#br0" timeOffset="7999.79">3151 8161 4 0,'0'0'112'0,"-5"-2"-6"15,5 2-8-15,0 0 1 0,-8-4 4 0,8 4-17 16,0 0-9-16,0 0-11 0,-6-1-4 0,6 1-8 16,0 0-3-16,0 0-5 0,0 0-15 0,-8-5 9 15,8 5-11-15,0 0-4 0,0 0 0 16,0 0 1-16,-11 2-8 0,11-2 3 0,0 0-4 0,-11 3-9 15,11-3 6-15,0 0-1 0,-8 0 3 0,8 0-8 16,0 0 3-16,-9 5-4 0,9-5 1 0,-8 2 4 16,8-2 9-16,-5 3-9 0,5-3 0 0,-7 4-4 15,7-4-8-15,0 0 8 0,0 0 3 0,-8 3-7 16,8-3 5-16,0 0-6 0,-8 3 6 0,8-3-4 16,0 0-7-16,0 0 15 0,0 0-17 0,0 0-13 15,0 0 11-15,-5 3 5 0,5-3-3 0,0 0 4 16,0 0-4-16,0 0 2 0,0 0 2 0,0 0 2 15,10 11-1-15,-4-8-2 0,2-1 5 16,-2 4-2-16,3-2-7 0,0-1 5 0,3 1 5 0,-2 1 0 16,4-1-4-16,1 2-2 0,3-2-1 0,2 0 9 15,-1 1-7-15,1-2 10 0,7 0-10 0,-7-1 6 16,8 2 0-16,2-3-1 0,-1 2-2 0,1 1-2 16,2-5 3-16,-2 0 1 0,4 1-6 15,-3-2 5-15,4-1-2 0,-2 1 5 0,2-1 1 0,-1-1-4 16,2 1 1-16,-2 0 3 0,2 0-2 0,-2-1 3 15,-1 1-9-15,1-1 1 0,0 0 3 0,0 1-6 16,-2 2 4-16,2-3-5 0,3-1 8 0,-2 1 2 16,2-1-8-16,-2 0 5 0,0 2 0 0,0-2 2 15,1 1-1-15,1 1-5 0,-3 0 0 0,1-2 4 16,-1 1-6-16,0 1 9 0,-1-1-9 0,-1 1 1 16,0 1 12-16,0-3-12 0,1 1 8 0,-3 4-13 15,4-5 17-15,-2 2-1 0,-2-1-2 0,1 1-2 16,-2-2-1-16,-2 2 0 0,-4 2-2 0,8-1 3 15,0 0-3-15,-3 0-5 0,0-2 8 0,0 2-4 16,-1-1 4-16,2 2 1 0,-1-2 5 0,0-1 8 16,2 3-11-16,-3-4 11 0,2 5-14 0,2-3-1 15,-2 1 3-15,-1-1-4 0,2-2 6 0,-2 2-7 16,-2-1 0-16,-4 2 4 0,6-2 3 0,-7 3-2 16,1-1 5-16,0 1-3 0,-1-2 3 0,7 0-2 15,-5 3-6-15,4-4 6 0,4 1-2 0,-10 1 3 16,1 1-6-16,6-5-4 0,-1 5-4 0,-4-1 11 15,6 0-6-15,2 1 2 0,-2-2 0 0,-7 3 0 16,9-2-4-16,-3 0 3 0,3 2 4 0,-2-1 2 16,2 0-1-16,-2 0 3 0,1 2 0 0,0-2 0 15,3 1-1-15,-1 0 2 0,0 0-3 0,2 0 5 16,-1 0-8-16,-1 0 5 0,0-2-9 0,2 2 3 16,-2-1 5-16,1 2 2 0,2-2 4 0,-2 0-1 15,2 1 0-15,-1-3 0 0,4 6 3 0,-2-6 0 16,0 2-4-16,2 0 0 0,-2-2 3 0,5 2 2 15,-3 1-1-15,12 0-5 0,-10-1 1 0,10-1-1 16,-10 0 0-16,-1 2-3 0,1-2-1 0,-2 0 1 16,1 2-4-16,0 0 2 0,1-1-4 0,11-2 0 15,-13 3-2-15,-2 0 1 0,3-1 1 0,-2 2 4 16,-1 2-5-16,3-2 0 0,-2-1 3 0,2 0-6 16,-2 2-1-16,2-2-1 0,-2 1 2 0,0 0-1 15,1 1 7-15,0-2-7 0,0 0 3 0,0 3-4 16,-1-1-3-16,0 1 11 0,0-2 9 0,1 3 0 15,-2-3-2-15,0-1-6 0,0 0-1 0,-1 2 0 16,-3-2 1-16,0 1-1 0,-1-1 1 0,1 1 2 16,1 0-11-16,-2 1 9 0,1-1-2 0,0-1-2 15,1 0 1-15,0-3 1 0,-1 5-2 0,3-5 3 16,-3 3-4-16,1 0 7 0,-1-1-1 0,-2 0 3 16,2 1-1-16,0-3-2 0,-1 2-1 0,-2-2 0 15,-1 3 1-15,1 0-1 0,-9-1-2 0,8-2 1 16,-7 2-1-16,-2 0 6 0,4 0 1 0,-1-1 6 15,-1-1-10-15,1 2 3 0,-2-1-2 0,1-2 1 16,-1 1-3-16,1 2-2 0,-2 0 0 0,0 0-2 16,2-2 1-16,-5 3 5 0,0-1-7 0,0-1 1 15,-2 2-2-15,3-4 0 0,-4 3 1 0,-2 0 1 16,2 0-2-16,-2 1 2 0,1-3 11 0,1 3-5 16,-3 0 3-16,-2 0-4 0,-8 0-1 0,15-3-2 15,-9 3 3-15,-6 0-2 0,13 2-1 0,-7-2-4 16,-6 0 3-16,11-2-3 0,-11 2 0 0,9 0 0 15,-9 0 2-15,10 0-4 0,-10 0 3 0,9 0 0 16,-9 0 0-16,9 0-1 0,-9 0-2 0,0 0-3 16,11 0 5-16,-11 0-3 0,0 0 3 0,8 2 0 15,-8-2 2-15,0 0-3 0,0 0 1 0,0 0 5 16,0 0-1-16,10 0-1 0,-10 0 2 0,0 0-3 16,0 0 3-16,0 0-4 0,0 0 0 0,0 0 2 15,0 0 0-15,0 0-1 0,9 0 0 0,-9 0 1 16,0 0 6-16,0 0 0 0,0 0-8 0,0 0-4 15,0 0 5-15,0 0-4 0,0 0 5 0,0 0 1 16,0 0 3-16,0 0 3 0,0 0 0 0,0 0 5 16,0 0-10-16,0 0 2 0,0 0 1 0,0 0-3 15,0 0 4-15,0 0-3 0,0 0 3 0,0 0 0 16,0 0 0-16,0 0 5 0,0 0 0 0,0 0-11 16,0 0 2-16,0 0-1 0,0 0-3 0,0 0 0 15,0 0 0-15,0 0 1 0,0 0-3 0,0 0-1 16,0 0-8-16,0 0-17 0,0 0-17 0,0 0-21 15,0 0-28-15,0 0-42 0,0 0-41 0,0 0-38 16,0 0-195-16,0 0-440 0,0 0 195 0</inkml:trace>
  <inkml:trace contextRef="#ctx0" brushRef="#br0" timeOffset="9637.91">12429 8022 13 0,'0'0'118'0,"0"0"-3"0,0 0-6 15,0 0-7-15,0 0-16 0,0 0-6 0,0 0-3 16,0 0-16-16,0 0 2 0,0 0-10 0,0 0-5 16,0 0-8-16,0 0 0 0,0 0-11 0,0 0 5 15,0 0-10-15,25 2 4 0,-13-1-6 0,-1-1 1 16,3 2 3-16,2 0-4 0,6-2 1 0,-4 0-4 15,11 2 5-15,-2-2 6 0,2 1-4 16,0-2 1-16,1 2-1 0,1-2 5 0,1 1-3 16,3 0 0-16,-1-2-6 0,3 1 3 0,0-2-4 0,1 0 12 15,0 1-6-15,0-3-2 0,1 4 1 0,1-3-2 16,0 0 2-16,-3 2 0 0,14-2 3 0,-13 0-3 16,1 0-4-16,-1 1-1 0,14 0 1 0,1-3-2 15,-14 3 1-15,14-3 2 0,-1 2-9 0,-2-2-3 16,-10 3 1-16,12-1 0 0,-1 1-2 0,1-1-1 15,-16 2-1-15,18-5-1 0,-14 5-3 0,12-2 1 16,0 0-1-16,-14 1 7 0,16 0 0 0,0-2 2 16,2-1 3-16,-2 3-5 0,-2-3 1 0,1-1-3 15,-1 2 10-15,4-1-3 0,-2 0-2 0,-2 4 8 16,-1-3-10-16,3-3-1 0,-14 5 1 0,12-3-3 16,-14 2 1-16,16-3-3 0,0 2 2 0,-4-1-2 15,2 1 3-15,-1 1 0 0,0-1-3 0,1 1 2 16,0 1-2-16,-1-2 1 0,-13 2 1 0,16 0 4 15,1 2-2-15,-4-5-2 0,1 3 0 0,-1-1-1 16,-12-1 0-16,13 2-2 0,1 0 2 0,-14-1-2 16,17 0-3-16,-2 0 6 0,-2 2-4 0,2-1 0 15,-4-1 3-15,2 4-3 0,-13-1 1 0,13-2-1 16,0 0-3-16,-12 1 1 0,12 2 5 0,-12-1-2 16,11 2 2-16,-1-2 0 0,-12 2-1 0,1-2-2 15,0 1 3-15,12 1-5 0,-13-1 2 0,0-1-2 16,14 1 4-16,-1 0 4 0,-11 0-6 0,14-6 0 15,-16 6-1-15,12-3 3 0,-9 0-1 0,10 0 0 16,1 1 1-16,1 0 0 0,-16 1-1 0,3-4-1 16,0 2 1-16,12-1-1 0,-14 3 1 0,-1-3-2 15,15 3 1-15,-16 1 0 0,1-3-5 0,1 3 3 16,0-3 0-16,1 2-2 0,-1 1-2 0,-2 0 4 16,1 0 0-16,0 0-3 0,4-2 1 0,-2 2 0 15,-1-1 0-15,-1 0 1 0,3 3 1 0,-3 0 2 16,-2 0-4-16,0-2-1 0,1 2 1 0,-2-2 1 15,1 2-1-15,2-1-3 0,-4 2 3 0,0-2 1 16,2-2-3-16,-1 3-3 0,-3 0 11 0,4 0-8 16,-3-1 5-16,2 1-3 0,0-2-1 0,0 0-2 15,-1 0 4-15,0 4-1 0,-2-2 0 0,2-4-3 16,-1 5 6-16,0-1-5 0,0 0 3 0,0 1-1 16,-3 0-4-16,2 0 1 0,-2-1 1 0,1 0 1 15,-1 5 0-15,-1-6 3 0,-6 0-3 0,5 5-2 0,1-3 2 16,-6 0 2-16,1 1-1 0,7 0 1 15,-9 0 0-15,7 2-4 0,-8-3 1 0,3 1 4 16,-5 0-3-16,10 0 5 0,-6-1-2 0,6 1 3 16,-1-1-3-16,-6-1 3 0,-2 2-4 0,2 0 3 15,0-2-1-15,1-2 4 0,-1 3-6 0,1 0 2 0,0-2 1 16,-1-1-1-16,1 2 0 0,-4-2 0 0,2 1-1 16,0 2-1-16,-1-2 1 0,-1-1 1 15,0 0-1-15,-4 0 3 0,0 0-5 0,0-1 2 16,-3 1-1-16,1-3 0 0,-1 3-2 0,0 0-9 0,-5-1-9 15,-6 1-16-15,15 1-6 0,-15-1-22 0,10 0-22 16,-10 0-24-16,8-1-39 0,-8 1-41 0,0 0-154 16,0 0-369-16,0 0 163 0</inkml:trace>
  <inkml:trace contextRef="#ctx0" brushRef="#br0" timeOffset="10852.25">21179 8022 59 0,'0'0'110'0,"0"0"-14"15,0 0-10-15,0 0-8 0,-11 0-8 0,11 0-8 16,0 0-1-16,0 0 15 0,0 0-9 0,0 0 0 16,0 0-3-16,26 5 1 0,-15-3 0 0,2-2 1 15,6 2-1-15,0-2 2 0,4 1-5 0,7-2-2 16,3 1 8-16,1-2-9 0,4 1-4 0,11 0-7 16,2-1-5-16,-1 0-3 0,1-1-4 15,-11 2 0-15,14-3 2 0,-3 2-11 0,4-2 1 0,-16 1-1 16,18-1-3-16,-1 2 2 0,-1-3-7 0,0 1 1 15,1 0 2-15,1 1-2 0,1-2-2 0,1 0-1 16,1 2 6-16,-1 3-4 0,-1-6 0 0,2 2 4 16,-2 0-3-16,3 2-2 0,1-2 1 0,2 1-2 15,-2 0-1-15,3-1-1 0,2 1 2 0,24-4-5 16,-29 4-1-16,2 2 2 0,1-2-1 0,0 0 0 16,2 1-1-16,-2 1 2 0,-1-2 2 0,1 2 0 15,-2 0-1-15,-1-1 1 0,-2-1 5 0,2 1 1 16,-3 1-1-16,2-2-5 0,0 1 2 0,-1 1-2 15,-1-2 0-15,0 0 1 0,1 3 0 0,-1-3 3 16,-1-1-2-16,1 4-4 0,3-4 4 0,-5 0-3 16,3 0 5-16,-2 3 0 0,2-5-3 0,0 0-3 15,-3 0-2-15,0 2 1 0,-3-1 0 0,2 1-2 16,3 2-1-16,-7-1-2 0,-12 1-1 0,14-1-1 16,0-2 0-16,-3 1 1 0,-1 0 1 0,-12 3-3 15,2-4-1-15,1 3 4 0,11 1 2 0,-1-1-6 16,-11 0 0-16,-1 2-3 0,12-1 0 0,1-1 0 15,-16 2 0-15,2-1 3 0,3-1-2 0,10 2-2 16,-12 0-2-16,-1 0 5 0,14-1-2 0,-3 1 3 16,-16-2 0-16,6 2 0 0,-3-1-1 0,0 0-1 15,4 1 2-15,-2 0 0 0,14 1-1 0,-14-2-1 16,1-1 2-16,1 1 2 0,-2 1-2 0,2-2 3 16,1 0-2-16,8 0-3 0,-10 2 2 0,-1 0 3 15,-2-3-4-15,1 2 1 0,1 1-1 0,-1 0 1 16,-3-1-2-16,2 1-1 0,-3-2 3 0,5 2 4 15,-4 0-6-15,4-1 3 0,-1 0 0 0,-2-1-2 16,-1 2-1-16,1 2-1 0,-3-2 2 0,3 0-1 0,-1 1-1 16,-2-2 2-16,4 1-2 0,-2 1 1 15,-2-2-1-15,-1 2 1 0,2 0 0 0,-3-1 2 16,-1 0-3-16,1 0-1 0,-1 2-1 0,0-2 4 16,-3 1 1-16,3-1 1 0,-2 1 1 0,2-2-1 15,5 2 1-15,-7 0-4 0,-4 1 4 0,4-2 1 16,-5 0-4-16,5 0 5 0,-7 0-3 0,-1 0 1 15,-2 0 5-15,1-2 0 0,-2 4 0 0,-3-2 0 16,-1 0-1-16,1 1-1 0,-3-1 3 0,-4 1 6 16,-6-1-4-16,11 0 3 0,-11 0-5 0,10-1 1 0,-10 1-4 15,0 0 0-15,10 0 0 0,-10 0-1 0,0 0 0 16,7 3 0-16,-7-3-3 0,0 0 3 16,0 0 0-16,0 0-3 0,0 0 1 0,0 0-6 0,0 0-9 15,0 0-6-15,0 0-34 0,0 0-38 0,2-8-41 16,-2 8-45-16,0 0-41 0,0 0-196 0,-13-15-444 15,13 15 197-15</inkml:trace>
  <inkml:trace contextRef="#ctx0" brushRef="#br0" timeOffset="24721.3">24327 10032 36 0,'0'0'87'0,"-6"-4"-4"15,6 4-15-15,-5-4 1 0,5 4 2 0,-7-5-10 16,7 5 10-16,0 0-1 0,-10-1-11 0,10 1-8 0,-8-1 0 15,8 1-6-15,0 0-1 0,-11-3-2 16,11 3 5-16,0 0 2 0,-9-2 6 0,9 2-4 16,0 0 2-16,0 0-4 0,-8-2-1 0,8 2-2 0,0 0-7 15,0 0-5-15,0 0-5 0,0 0-4 0,0 0 0 16,-6-3-8-16,6 3 0 0,0 0-3 0,0 0-1 16,0 0-4-16,0 0 9 0,0 0-4 0,0 0-4 15,0 0 2-15,0 0-4 0,21 6 3 16,-21-6-7-16,16 1-2 0,-8 0 1 0,6-1 6 0,-1 2 0 15,-1-2-8-15,2 1 2 0,3 1-2 16,2-2 7-16,0 0-7 0,1 0-1 0,0 0 1 0,2 0-6 16,6 0 2-16,-3-2 1 0,6 3-5 0,-1-2 4 15,0 2 1-15,0-2-6 0,0 0-1 0,2-1 5 16,0 0 0-16,-1-1-1 0,1 3 2 0,1 0 3 16,1-1-7-16,0 2-1 0,1-4 0 0,0 5 3 15,1-4 2-15,0 2-6 0,-1 0 1 0,1-2 5 16,1 2-6-16,-1-1 4 0,-3 1-1 0,3-1 0 15,2 1 4-15,1-3 4 0,-1 4-5 0,-2-1 5 16,2-2 0-16,-3 0 3 0,0 2-8 0,1-1 9 16,-3 2-3-16,1 2 5 0,-2-2 1 0,1-2-3 15,1 4 2-15,0-2-5 0,-1 2 6 0,-1-3 5 0,-3 2-6 16,2-2 4-16,-2 1-10 0,-1 2 1 16,0-2 4-16,0 2-4 0,-1-2-4 0,-5 0 6 15,0 2-2-15,1-6-1 0,8 4-2 0,-3 2 9 0,1-3-7 16,2 3 1-16,-2-3-7 0,-1 0 5 0,3-3 0 15,-2 3 2-15,3 1-2 0,-1-2 7 16,-2 0-8-16,3-1 4 0,-1 2-4 0,-2 0 3 0,3 0 0 16,-1 0-1-16,-1-1 2 0,1 1 0 0,0-1-3 15,1 1 3-15,1-3 1 0,-3 3 0 0,3 0-1 16,-2 2 2-16,1-4-2 0,-3 4 0 0,3-2-2 16,1 1 2-16,-3-2 6 0,5 3-2 0,-1-2-2 15,0 3 3-15,-1-3-6 0,-1-3 2 0,-1 4-5 16,2 2 12-16,0-2-6 0,0 1 1 0,-1 0-4 15,1 1 1-15,-1-5-1 0,0 5 0 0,-1-2-3 16,2-2 3-16,-1 1-2 0,1-1 2 0,-1 2-2 16,3-1 2-16,-5 1-1 0,4-2 1 0,-1 0 1 15,0 2 3-15,-1-1-3 0,1-1-3 0,0 2 6 0,1 2-4 16,3-1 2-16,-5-3 1 0,1 2 2 16,-1-1 0-16,2-1 0 0,-3-2-7 0,5 6 7 15,-2-3-4-15,-1-3 0 0,2 3-1 0,0-1 1 0,-1 0 1 16,2-1-3-16,2 2 1 0,-1-1-6 0,0-1 3 15,-2 0-1-15,2 0-3 0,-1 0 1 16,-2 0 7-16,1 2-3 0,0-1 2 0,-1-2 0 16,-1 2 2-16,-4 1-2 0,2-3 0 0,1 3 3 0,0 2 1 15,-4-4-1-15,0 2 2 0,0 0-1 0,2 0 3 16,-2 0-5-16,0 0 0 0,0 0 0 0,1 2 1 16,0 1 3-16,-3-1 1 0,4-1-3 0,-2 0 1 15,0 2 6-15,1-1 3 0,-1 0-1 0,-2 0-4 16,2-2-3-16,0 0-4 0,0-2-1 0,-1 0-7 15,4 2 8-15,-3 0-11 0,0 0 13 0,-1 0-2 16,-6 0-4-16,5-2 1 0,-4 2 4 0,7 0 8 16,1-2-2-16,-1 2-7 0,-6 0 7 0,4 0-5 15,0-2 5-15,-5 1 0 0,0 1-1 0,5 0-1 16,-7 0-2-16,1 0 4 0,0 0-4 0,-2-2-4 16,1 1 6-16,-2 0-2 0,1 1 5 0,1 1 0 15,-6-2 2-15,0 1 0 0,-1 2 1 0,-2 0-5 16,2-2 5-16,-2 0 1 0,2 0-2 0,-3 2 3 15,-2-1 2-15,3-2 0 0,-11 1 0 0,15 1-6 0,-9 1-3 16,-6-2 5-16,15 1 2 0,-8 2-5 16,-1-3 2-16,1 2-3 0,-7-2 0 0,13 1 1 15,-7 2-5-15,-6-3 1 0,11 1 0 0,-11-1-1 16,12 3 0-16,-7-2-2 0,-5-1-5 0,0 0-3 0,9 2-5 16,-9-2-11-16,0 0-14 0,0 0-17 15,5 2-42-15,-5-2-36 0,0 0-25 0,0 0-43 16,0 0-132-16,-37-2-352 0,16 2 156 0</inkml:trace>
  <inkml:trace contextRef="#ctx0" brushRef="#br0" timeOffset="28137.16">3094 11208 60 0,'0'0'113'16,"0"0"-2"-16,0 0-6 0,0 0-5 0,0 0-3 15,0 0-7-15,0 0 0 0,0 0-10 0,0 0-1 16,0 0 1-16,0 0-10 0,0 0-8 15,0 0 0-15,-4-5-9 0,4 5-4 0,0 0-2 0,0 0-5 16,0 0-3-16,-3-8-7 0,3 8-3 0,0 0 4 16,0 0-13-16,-4-8 2 0,4 8-4 0,0 0 4 15,-2-6-6-15,2 6-11 0,0 0 10 0,-7-5-1 16,7 5-3-16,0 0-4 0,-5-7 0 0,5 7 0 16,-6-4 2-16,6 4 1 0,0 0-5 0,-6-6-1 15,6 6 3-15,0 0-3 0,-4-5 7 0,4 5-8 16,0 0-9-16,0 0 12 0,-9-3-6 0,9 3 7 15,0 0-6-15,-6-4 2 0,6 4-4 16,0 0 2-16,0 0 2 0,-12-2 1 0,12 2-7 0,0 0 6 16,-8-5-6-16,8 5 14 0,-4-4-14 15,4 4 7-15,0 0-6 0,-9-3 2 0,9 3-3 0,0 0 7 16,-6-5-2-16,6 5-2 0,0 0-3 0,0 0 4 16,0 0-5-16,0 0 1 0,0 0-10 0,0 0 13 15,0 0-11-15,0 0 0 0,0 0-4 0,0 0 0 16,0 0 2-16,0 0-2 0,0 0-1 15,0 0 4-15,0 0 1 0,0 0 7 0,23 5-5 16,-15-2 5-16,3-2-1 0,-1 1-1 0,4 0-1 0,-1 0 0 16,6-2 4-16,2 2 1 0,-1-2-4 0,3-2 6 15,5 2 0-15,2 0-4 0,-3 0-3 0,5 0 11 16,-2 2-4-16,2-4-4 0,1 2 6 16,-4-2-3-16,1 1 5 0,1 1-5 0,0-3 1 15,-2 5 1-15,2-2 4 0,-1 0-7 0,1 0-1 16,-2 0 8-16,2 1-11 0,-1 0 12 0,-2 1-3 0,2 0-5 15,-2 2 0-15,-6-1 4 0,6-1-1 0,-6-1-2 16,0 1-2-16,4 1 8 0,4-1-5 16,1 0-2-16,-3-2 5 0,2 1 2 0,0 1-8 15,-2-2 5-15,1 1-4 0,-1 0 7 0,-6-1-3 16,6 2-2-16,0-2-3 0,-6 0 2 0,6 2 3 16,0-2 2-16,2 2-10 0,-10-1-3 0,3 0 6 0,-1 1-3 15,-2 1-2-15,8 1 6 0,-6-2-5 16,5 3 0-16,-5-2-2 0,-2-1 2 0,1 1 6 15,7 3-2-15,-10-3-3 0,1 1 4 0,1 0-1 16,-2 0 0-16,1 0 4 0,-1-3-8 0,1 2 6 16,-3-1-5-16,0 2 3 0,3 1-4 0,1-3 3 15,-1-2-1-15,1 3 6 0,0-3 5 0,0 0-3 0,0 3-2 16,-2-3-5-16,4 1 6 0,0-1-4 16,-2 0 0-16,-2 0-2 0,1-1 8 0,3 1-11 15,0 0 3-15,-2-1 2 0,1-1 2 0,-2 2 3 16,4 0 5-16,-4 0-8 0,1 0-4 0,2-1-1 15,-3 1 6-15,3-2-3 0,0 2 0 0,6 0-1 16,-9-2 7-16,4 1-7 0,5-2 2 0,1 1 3 16,-1 2-3-16,-1 0-2 0,0 0 2 0,-5 0 3 15,1-2 5-15,4 4-6 0,1-4-1 0,-8 2-5 16,9 2-1-16,0-5 16 0,2 3-14 0,-2-2 7 16,0 1-6-16,1 1 1 0,0-2 4 0,0 1-8 15,-1-2 6-15,1 2-7 0,-1 1 6 0,0-2 3 16,1 0-1-16,-1 1 1 0,-1-1 3 0,2 0-4 15,-1 1 1-15,-3-1 1 0,6-1-5 0,-5 1 5 16,1 1 11-16,-5 0-22 0,-2-2 4 0,0 0 8 16,7 0 1-16,-8 2-5 0,2-3 5 0,4 1-7 15,-5 2 3-15,1-3-2 0,0 2 5 0,-3 0-1 16,4 0 4-16,-1-1-7 0,-3 2-3 0,4-3 3 16,-4-1-4-16,0 3 7 0,3 0-1 0,-2-2 0 15,1 1 6-15,-1 1-6 0,1-2-4 0,-2 2 2 16,0-4 9-16,-1 4-20 0,1-1 10 0,0-3-2 15,1 4 8-15,-1-1-4 0,1-1 2 0,-1 1 5 16,-1-1-13-16,1-1 2 0,0 3 1 0,1-4 0 16,-4 3-1-16,3-1 1 0,-1 0 5 0,-4 1-4 15,3 0 8-15,2 0-12 0,-1-1 7 0,-3 0-1 16,3 0 1-16,0 3-8 0,-4 0 19 0,3-1-14 16,2-1-4-16,-1 0 1 0,1 2 4 0,0-2-3 15,-1-1 6-15,3 3-6 0,-1-1 1 0,-1 0 0 16,2-1 6-16,-5 3 3 0,2-3-5 0,1 2-8 15,1-2 2-15,0 1 0 0,-3 1 3 0,4-1-1 16,1 1 4-16,0 0-3 0,-4-2 3 0,3 2-2 16,1 0 2-16,-1-1 0 0,-1-1 2 0,0 2-4 15,0 0 6-15,0-2-7 0,-1 1-2 0,0-1 2 16,0 1-1-16,0 0-1 0,-6 2 1 0,4-1-3 16,1 0-1-16,-1-1 8 0,-3 1-1 0,-1-1 2 15,0 2 1-15,-1-2-5 0,3 1 6 0,-3 0 3 16,1-3-11-16,1 4 3 0,-1 0 4 0,0-1-3 15,-13 1-5-15,26 0 3 0,-14 1 3 0,-12-1-4 16,26-1 1-16,-11 1-6 0,-15 0 7 0,24-1 0 16,-11 1 0-16,-13 0 1 0,26 0-2 0,-12 0 1 15,-1 1 0-15,-13-1-3 0,27 0 0 0,-9 0-1 16,-4 1 3-16,4-1-4 0,0 1 3 0,1-1 2 16,-2 2-1-16,3-1 15 0,-1 0-14 0,0-1 4 15,1 0-3-15,8-1-1 0,-8 0-2 0,1 2 7 16,0-2-4-16,9 1-6 0,-9 0 7 0,-1 0 2 15,0-2 1-15,2 2 0 0,-3 2-3 0,3-4 6 16,-2 2-5-16,-1-1-4 0,2 2 6 0,0-1 0 16,0 2 8-16,1-1-10 0,-2-2 4 0,1 2-5 15,0 0 0-15,0 0 5 0,-2-2-3 0,0 2 3 16,-1 1 10-16,0-2-3 0,1 0-14 0,-6 0 6 16,5 2-7-16,-4-2 1 0,-14 0 3 0,28-2 0 15,-15 2 3-15,4 0 2 0,-17 0 0 0,23 0-6 16,-11-3 1-16,-12 3-3 0,23 1 7 0,-23-1-7 15,14 0 7-15,-14 0-5 0,17 2 0 0,-17-2-7 16,15-2 4-16,-15 2 6 0,0 0 0 0,18 2-2 16,-18-2 4-16,0 0-7 0,14 0 0 0,-14 0 2 15,0 0-1-15,0 0 8 0,0 0-1 0,15 3 4 16,-15-3 2-16,0 0 0 0,0 0 2 16,0 0 4-16,0 0 3 0,13 2 2 0,-13-2 8 0,0 0-9 15,0 0 1-15,0 0-5 0,0 0 5 16,0 0 2-16,0 0 0 0,11 1-12 0,-11-1 3 0,0 0 6 15,0 0-7-15,0 0 3 0,0 0 4 0,0 0-3 16,0 0-4-16,0 0 4 0,0 0-7 0,0 0 5 16,0 0-7-16,0 0 2 0,0 0-10 0,0 0 8 15,0 0-1-15,0 0-6 0,0 0 2 0,0 0 1 16,0 0 4-16,0 0 3 0,0 0 7 0,0 0 0 16,0 0-2-16,8 1 5 0,-8-1 2 0,0 0 2 15,0 0-2-15,0 0 0 0,0 0-2 0,0 0-3 16,0 0 4-16,0 0-6 0,0 0-6 0,0 0 2 15,0 0-1-15,0 0-2 0,0 0-2 0,0 0 2 16,0 0-5-16,0 0 1 0,0 0-1 0,0 0-3 16,0 0 0-16,0 0-1 0,0 0 3 0,0 0-3 15,0 0 4-15,0 0 15 0,0 0-6 0,0 0 0 16,0 0-2-16,0 0 0 0,0 0-3 0,0 0 2 16,0 0 5-16,0 0-7 0,0 0-1 0,0 0-2 15,0 0 0-15,0 0-1 0,0 0-2 16,0 0 0-16,0 0-1 0,0 0 0 0,0 0-2 15,0 0 4-15,0 0-5 0,0 0 3 0,0 0-5 0,0 0 3 16,0 0-3-16,0 0 3 0,0 0-3 0,0 0 3 16,0 0 0-16,0 0-1 0,0 0 2 0,0 0-3 15,0 0 6-15,0 0-8 0,0 0-1 0,0 0 0 16,0 0 4-16,0 0 0 0,0 0 1 16,0 0 7-16,0 0-10 0,0 0-1 0,0 0 0 15,0 0 1-15,0 0-3 0,0 0 4 0,0 0-3 16,0 0 4-16,0 0-1 0,0 0-2 0,0 0 1 0,0 0 1 15,0 0 0-15,0 0-1 0,0 0-1 0,0 0 2 16,0 0-3-16,0 0-1 0,0 0 6 16,0 0-4-16,0 0 2 0,0 0-4 0,0 0 4 15,0 0 2-15,0 0-4 0,0 0 4 0,0 0-2 16,0 0 9-16,0 0-12 0,0 0 4 0,0 0-2 0,0 0-1 16,0 0 2-16,0 0-1 0,0 0-2 0,0 0 4 15,0 0-5-15,0 0 5 0,0 0-1 16,0 0-1-16,0 0 1 0,0 0 4 0,0 0-5 15,0 0 0-15,0 0 2 0,0 0-1 0,0 0-1 16,0 0 4-16,0 0-6 0,0 0 5 0,0 0-3 16,0 0 4-16,0 0 1 0,0 0-3 0,0 0 1 0,0 0-6 15,0 0 3-15,0 0-1 0,0 0 1 0,0 0 2 16,0 0-2-16,0 0 5 0,0 0-2 16,0 0-4-16,0 0-2 0,0 0 7 0,0 0-8 15,0 0-3-15,0 0-5 0,0 0-2 0,0 0-2 16,0 0-6-16,0 0-5 0,0 0-8 0,0 0-12 15,0 0-11-15,0 0-21 0,0 0-21 0,0 0-20 0,0 0-33 16,0 0-24-16,0 0-5 0,0 0-2 0,0 0-118 16,0 0-328-16,0 0 146 0</inkml:trace>
  <inkml:trace contextRef="#ctx0" brushRef="#br0" timeOffset="29931.93">11183 11008 36 0,'0'0'99'0,"-11"0"-8"0,11 0-1 0,-14 1-5 16,14-1 2-16,-12-1-10 0,7 0-1 0,5 1-10 15,0 0-5-15,-16 0-4 0,16 0-7 0,-9 1-6 16,9-1-4-16,-8 0-10 0,8 0 8 0,0 0-5 16,0 0-6-16,-10-3-6 0,10 3 3 0,0 0-5 15,0 0-5-15,0 0-3 0,0 0 4 0,0 0 0 16,0 0-2-16,0 0-6 0,0 0 3 0,0 0-6 15,0 0 9-15,0 0-13 0,30 6 6 0,-17-4-5 16,0-4 9-16,1 5-2 0,4-2-3 0,2 1-2 16,1-2 4-16,-1 1-5 0,2-1 3 0,0 2 1 15,-1-3 1-15,8 1-1 0,-8 1-2 0,7-1-1 16,0 1 2-16,0 0 1 0,-1-1-3 0,-6 1-1 16,7 2 0-16,-6-2 11 0,4-2-12 0,3 2 2 15,-9 0-3-15,9-1-1 0,-6 0 5 0,7-1 6 16,1 0-1-16,2 2 0 0,-5-5-2 0,5 4 8 15,0-2-10-15,3 0 3 0,-4-3 3 0,1 4-3 16,1-3 7-16,5 3-8 0,-6-3-5 0,3 1 5 16,-2 1-5-16,0 0 5 0,-1-1-8 0,0 1 4 15,-1-1-2-15,0 0 3 0,-1 3-2 0,0-2-2 16,-1 1 1-16,1 1-1 0,-2 0 1 0,0 1 1 16,1-1-1-16,3 1-1 0,-1-1 3 0,1 0 0 15,-1 0-3-15,-1 0-5 0,-1 0 6 0,1 2-6 16,0-2-1-16,2 0 4 0,-2 2 2 0,0-2-2 15,1 1 0-15,0 0-2 0,1 0 1 0,-1 1 2 16,1-2-1-16,-4 3-5 0,3-1 3 0,-1-2 1 16,1 0 3-16,-1 1 0 0,0-1 3 0,3 1-3 15,-2-1 0-15,3 0 2 0,-1 0-3 0,-1 0-2 16,8 0 4-16,-7 0 0 0,2 2-5 0,2-2-1 16,-2 0 8-16,3 1-4 0,-1 0 2 0,0 1 1 15,14-1-4-15,-13 0-16 0,13-2-21 0,-13 1 10 0,13 1 5 16,-12-3-1-16,-2 2 8 0,13-2 3 15,-13-2-6-15,1 4 12 0,13-2-4 0,-1-3 3 16,-2 3 0-16,-10 0-3 0,-1-2 3 0,2 1 3 16,10 1-2-16,-10-2 5 0,12 0 1 0,-12 2-6 0,12-2 15 15,-12 1-13-15,10 1 4 0,-12-1-9 0,2 2 9 16,-2-3-2-16,4 1 3 0,8 0-1 16,-13 1-1-16,16 1 2 0,-1-1 3 0,0 2-4 15,-14-2 0-15,14-2 3 0,-11 3-6 0,14 0 0 16,-5 1 9-16,-11-6-6 0,15 8 5 0,-3-2-2 0,0-2 6 15,-13 4-4-15,2-2 3 0,12-2-10 0,-13 2 12 16,14 2 4-16,-16-2-15 0,17-2 10 16,-5 2 0-16,-8-2 2 0,10 1 7 0,-10 1-2 15,9-2-2-15,-10 1 2 0,10 0 11 0,-9-2-12 0,9 1 0 16,-9 0 1-16,9 1-9 0,-12-1 7 0,2 2-4 16,-3 0 6-16,2-2-8 0,1 5-1 15,-1-4 2-15,0 1-3 0,-1 1 9 0,-1-1-7 0,16 1 1 16,-17-2 1-16,3 2 0 0,-2-1-3 0,3 0 2 15,-3 1 4-15,2-2-6 0,-2 2 2 0,2 1-4 16,-2-2 1-16,0-2 1 0,2 1 0 0,-1 2-2 16,-3-3 3-16,0 3-6 0,-2-2 10 0,0 0-8 15,1-1-4-15,0 2 11 0,-3-2 1 0,-1-1 5 16,1 2-5-16,0 1 2 0,-4 0 1 0,-6-4-2 16,8 1-3-16,-8 3 1 0,9-2 1 0,-4 1 1 15,1 0-3-15,-6-1 1 0,-2 1 1 0,0-1 0 16,3 1-4-16,-2 0-3 0,-2 0 10 0,1-1 3 15,2 0-5-15,-3 3 4 0,1-2 5 0,-2 1-6 16,-4-3-2-16,5 3 2 0,0 0-8 0,-6 0 8 16,2 0-3-16,0 0-6 0,-1 0 5 0,1-1-3 15,-3 1 0-15,1-2 0 0,-1 2 1 0,1-1 2 16,-5 1 0-16,4 0 3 0,-11 0 2 0,15-2 3 16,-9 2-4-16,-6 0 3 0,12 0 3 0,-12 0 0 15,10 0-1-15,-10 0 0 0,8 2-4 0,-8-2 1 16,0 0 7-16,10-2 1 0,-10 2-3 0,0 0-2 15,9 2-1-15,-9-2-3 0,0 0 2 0,0 0-3 16,0 0-1-16,0 0-2 0,0 0 0 0,9 0 1 16,-9 0-2-16,0 0-3 0,0 0 2 0,0 0 4 15,0 0 1-15,0 0 6 0,0 0 3 0,0 0 1 16,0 0 2-16,0 0 0 0,0 0 4 0,0 0 1 16,0 0-3-16,0 0 1 0,0 0-3 0,0 0 1 15,0 0 0-15,0 0-1 0,0 0 1 0,0 0-2 16,0 0-3-16,9-3-1 0,-9 3-2 0,0 0-3 15,0 0-1-15,0 0 0 0,0 0-3 0,0 0 0 16,0 0 2-16,0 0-8 0,0 0 7 0,0 0-6 16,0 0-1-16,0 0-5 0,0 0-13 0,0 0-12 15,0 0-33-15,0 0-45 0,0 0-51 0,0 0-48 16,0 0-190-16,0 0-421 0,-28 4 187 0</inkml:trace>
  <inkml:trace contextRef="#ctx0" brushRef="#br0" timeOffset="32099.35">20173 10978 2 0,'0'0'97'0,"0"0"0"0,0 0-12 0,0 0 2 16,0 0-13-16,-8-3 4 0,8 3-10 0,0 0-2 15,0 0-9-15,0 0-3 0,0 0-19 0,0 0 9 16,0 0-20-16,-12 0 24 0,12 0 0 0,0 0-2 16,0 0-7-16,0 0-4 0,0 0 11 0,0 0-13 0,0 0-3 15,0 0-5-15,0 0-2 0,0 0-6 16,0 0 6-16,0 0-4 0,0 0-3 0,0 0-3 16,0 0 4-16,-5 6-5 0,5-6-6 0,0 0 5 15,0 0-3-15,0 0 2 0,17 6 7 0,-9-3 6 0,-8-3-4 16,11 4-2-16,0-2 0 0,-2 1 0 0,3-2-2 15,3 0 6-15,-2-1 2 0,6 0 3 16,3 2-1-16,0-2-5 0,-1 1-4 0,9-1 7 16,2-1-11-16,0 2 7 0,-2-4-2 0,4 2-3 0,0-2 0 15,2 2-3-15,2-1 1 0,-1 0-1 0,0 0 10 16,2-2-13-16,-1 2-2 0,0 0-1 16,2-1 4-16,0-1-5 0,-2 0 2 0,2 0 0 15,13-3-4-15,-14 3 3 0,14-1 10 0,-2 2-4 0,-12 0 6 16,-1 1-10-16,12-2 1 0,1 1 1 0,-11-1-1 15,-1 4 2-15,1-3-8 0,13 1 10 0,-14 1-7 16,-1 1 1-16,1-3-3 0,0 2 0 16,0-1 0-16,-1 0-5 0,0 1 8 0,0-2-3 0,0 1-2 15,0 0 0-15,0 2 7 0,15-3-4 0,-16 1-1 16,2 2 2-16,-2-2 0 0,2 0-1 0,-1-2-3 16,2 4 3-16,-3-3 2 0,1 2-6 0,2 1 4 15,-1-3-1-15,0 3-10 0,0 0 12 0,0-2-4 16,0 0 6-16,-2 3-9 0,2-3 5 0,-1-1-1 15,0 2 1-15,-1-1-1 0,1 1-4 0,-3 0 7 16,4-1 1-16,0 3-3 0,1-2-1 0,-2 1 4 16,-1-3-9-16,2 2 5 0,-1 1 1 0,-1 0-2 15,1 0-1-15,1-2 3 0,-1 2-2 0,-2-4 1 16,1 3 0-16,0-1 5 0,2 0 3 0,-3 2-5 16,1-3-6-16,-2 0 6 0,0 2 1 0,3 0-5 0,0 1 2 15,-3-3 2-15,3 0 3 0,-1 2-10 16,-1-1 8-16,-1 1-2 0,3 0 2 0,-4 0-6 15,2 0 2-15,2-1 7 0,-1 2-6 0,2-1 2 16,-2-2 2-16,-1 2 1 0,-1 1 1 0,4-4 0 0,-2 2-5 16,-3 2 5-16,2-2-4 0,0 0 0 15,-2 1-2-15,1-3 3 0,0 4 0 0,0-4 1 16,-2 2-2-16,2 1 1 0,-1-2 1 0,1 1-1 16,-2 0 3-16,-2-2-4 0,-1 4 1 0,4-2-3 15,-2 1-1-15,-2-1 7 0,2 2-6 0,0 0 1 0,0 0 2 16,-1-2-4-16,-3 1-1 0,3-2 4 0,-1 5-1 15,1-4-3-15,-2 1-1 0,0 0 3 16,1 2 0-16,-3-2 0 0,0 1 1 0,2-3-1 0,-6 5 0 16,6-4 0-16,1 4 1 0,-1-2-5 0,0-2-3 15,-9 4 4-15,9 0 4 0,0 1-4 0,-1-1 2 16,0 0 1-16,0-2-3 0,-6 2 5 16,4-4-5-16,-3 2 2 0,4 2-1 0,-6-4 0 0,8 2-6 15,0 0 8-15,-3 0-4 0,1 2 8 0,0-1-2 16,-1-1 5-16,-2 0 0 0,4 2-3 0,0-1 1 15,-6 0 4-15,6 1-4 0,-2-1 2 0,-3 0-6 16,-5-2 4-16,5 0-2 0,-1 1-4 0,7 1 3 16,-2 2 1-16,-7-3 1 0,9 0-1 0,-2 2-1 15,-4-2-2-15,6 2 1 0,-11-2 1 0,9 3-3 16,-5-3 4-16,6 0 0 0,-6 0-2 0,0 3-2 16,5-2 6-16,-4-1-6 0,4 0 6 0,2 1-6 15,-2 1 5-15,2-4 0 0,-4 1 0 0,4 4 1 16,-7-1 1-16,5-2-3 0,-6 0 0 0,8 3 1 15,0-1-3-15,-2-2 2 0,2 1-3 0,-7-1 2 16,6 1-1-16,-6 1-2 0,6-1 3 0,1 1-3 16,-3-1 2-16,-3 0-1 0,6 2 1 0,-7-3-2 15,1 1 2-15,3 1-3 0,4-2 3 0,-3 2-2 16,2 0-1-16,-2 0 1 0,0-2 5 0,2 1-3 16,1 1-4-16,-3 1 3 0,2-1 2 0,2-2-1 15,-1 5 0-15,-1-3 5 0,-1 1 1 0,1-1-2 16,0 1-1-16,-1 0 4 0,1-1 4 0,0 2-1 15,-6-3-1-15,6 3-5 0,2 0 0 0,-3-3 2 16,3 3-1-16,-1-3-3 0,-1 4 3 0,0-3-2 16,2 2-1-16,-3-4-3 0,-2 3-1 0,3-3-2 15,-2 0 10-15,4 3-7 0,-2-1 0 0,0 1 1 16,-2-2-1-16,1 0-1 0,-1 1 3 0,2-1-4 16,2 0 4-16,-4 2-4 0,0-1 0 0,2 0-2 15,1-2 3-15,-2-2-3 0,0 5 3 0,0 2-1 16,0-3 2-16,-1 0 1 0,0 0-4 0,2-2 0 15,-10 2 0-15,3-1 0 0,1 1 0 0,5 0-3 16,-1-1 2-16,-2 1 3 0,-3 0-3 0,5 1 2 16,-9-3 1-16,0 1 0 0,3 2 2 0,-4-3-1 0,5 3 4 15,6-3 5-15,-9 2 2 0,0 0-2 0,2 0 4 16,-2-1-8-16,0 0 1 0,-1 1-1 0,-1-2-4 16,2 2 0-16,-3-1 3 0,1 2 1 15,-4-5-5-15,6 4-1 0,-6-1 2 0,2 1-2 0,-2-1 3 16,5 1 1-16,-3 1-1 0,3-2-1 0,-5 0 0 15,6 1-2-15,-1-2 0 0,-2 2-1 0,-2-2 1 16,-1 3-1-16,6-1 19 0,-6 0-7 16,0-1 3-16,5 3-3 0,-7-3 2 0,3 0 6 0,1 0 2 15,-2 2 0-15,5 0-1 0,0-1 0 0,0 0-4 16,-4-1-2-16,4 3 3 0,-5-2-2 0,6-1-4 16,-2 3-2-16,2-1 3 0,-1 0-4 0,-2 1 1 15,-1-2-2-15,-2 0 9 0,2 0 1 16,2 2-2-16,-4-2 0 0,2 1 7 0,2-2-9 0,1 1-2 15,-5-1-3-15,7 1 1 0,1-1-1 0,-8 1 4 16,7-1-5-16,-5 3 3 0,-1-3-5 0,4 1 3 16,-3-2 3-16,1 0-2 0,-2 2 3 0,-3 1-1 15,5-3-2-15,-3 1 3 0,6 0-6 0,-6 0 4 16,-1-1-4-16,2 0-2 0,4 2 0 0,0-2 0 16,-5 1 2-16,1 0 1 0,0-1 0 0,-1 1 1 15,-2-1-5-15,3 0 3 0,0-1 1 0,2 2 0 16,-5 1-4-16,1-2 0 0,2 1 3 0,-1-1-4 15,4 1 2-15,-4 1 5 0,0-2-9 0,0 0-2 16,0 1 4-16,-2 1-2 0,2 0 3 0,1 0 1 16,-1-2-7-16,1 2 3 0,-3-2-2 0,1 1 4 15,1 0-4-15,-3-1 3 0,0 2-1 0,1-2 3 16,1 2 8-16,1-2 6 0,-2 2-2 0,1 0-8 16,1-1 0-16,-3-1 3 0,0 0-1 0,1 0 2 15,1 0-1-15,2 2 0 0,-1-2 1 0,2 1-7 16,-3 0-3-16,-1 2 19 0,2-2-1 0,0 0-3 15,-3 0 5-15,1 1-10 0,1-2-3 0,-2 0 8 16,-1 2-10-16,-1-1-1 0,-8-1 8 0,16 0-16 16,-12 1 9-16,-4-1-3 0,9 3 1 0,-9-3-4 15,9 0 1-15,-9 0 10 0,0 0-4 0,9 0-1 16,-9 0-4-16,0 0-8 0,0 0-2 0,0 0-14 16,0 0-26-16,0 0-17 0,0 0-27 0,-18-14-19 15,8 9-23-15,-7-2-35 0,-2 0-39 0,-8-3-48 16,-6-2-35-16,-19-1-180 0,-2-3-506 0,-8-3 224 15</inkml:trace>
  <inkml:trace contextRef="#ctx0" brushRef="#br0" timeOffset="34639.75">3105 12091 42 0,'-11'-4'73'0,"11"4"-20"0,-8-4 2 16,8 4-13-16,-5-5 6 0,5 5-2 0,-7-2-11 15,7 2-4-15,0 0-4 0,0 0-5 0,-7-3-2 16,7 3 3-16,0 0-4 0,0 0 1 0,0 0-13 15,-8-4 3-15,8 4-2 0,0 0-4 0,0 0 6 16,0 0-7-16,0 0 4 0,0 0-7 0,0 0 3 16,0 0-2-16,0 0 5 0,0 0-8 0,0 0 2 15,0 0 2-15,14 17-6 0,-10-14 18 0,1 1-15 16,0-1 7-16,7 2-4 0,-3 1-2 16,0-2 7-16,2-1-7 0,1 2-1 0,0 0 4 15,8-2-3-15,-3 1 0 0,0 1 6 0,3-1-9 0,-2-1 9 16,4 0 0-16,-3-1-1 0,2 0-6 0,7 1 3 15,-6-2 3-15,7-2-8 0,-1 4 9 0,-1 0-6 16,1-3 2-16,0 0-3 0,-1 0 0 16,1 3 1-16,-1-5 2 0,1 2 4 0,-1 2-12 15,0-2 12-15,-6 0-6 0,6 3 0 0,-5-1 3 16,0 0-8-16,6-2 9 0,-8 3-3 0,7 0 1 0,1 0-6 16,-1 1 9-16,-7 0-4 0,9 1 5 0,-8-5-10 15,6 3 1-15,4-3 1 0,-3 4-1 0,0-4 6 16,2 6 1-16,-1-3-5 0,-2-1-1 15,1 0 6-15,0 1-3 0,-2 0 0 0,3 1-1 16,-1-2 1-16,2 2 2 0,-1-1-4 0,-1-3 4 16,1 3-1-16,2-1 9 0,-2 0-13 0,1-2 4 0,-2 4-7 15,0-2 5-15,0-2 1 0,-1 2 0 16,-1 0-4-16,3-2 4 0,-2 2-6 0,2-5 4 16,-1 2 1-16,-6 1 3 0,9-2 3 0,-2-1-7 15,2 0 3-15,1 2 4 0,-2 0-6 0,2-2 0 16,2 1-1-16,-3-2-5 0,1 1 3 0,-1-1 5 15,2 2 8-15,1-1-5 0,-2 2-2 0,1-1-4 0,0-1-1 16,-1 0 1-16,4 3 2 0,-1-2-2 0,-1 0 1 16,-1 2-4-16,0-3-1 0,2 1 10 15,-2 1-2-15,3 0-3 0,-2-2 5 0,2-1-5 16,1-1 1-16,1 4 1 0,1-5-5 0,11 0 0 16,-12 4 8-16,0 0-3 0,13-3-10 0,-13 5 4 15,2-5 6-15,12-1 4 0,-13 3 1 0,1 1-2 0,12-2 4 16,-14 3 1-16,1-2-1 0,0 0 5 15,0 0-4-15,-1 3-6 0,-1-4 7 0,2 4-1 16,1-3 4-16,-1-1-2 0,0 2 14 0,12-1-13 16,-13 1 3-16,0-3-2 0,0 3-5 0,15-5 3 15,-15 5-1-15,1-1-8 0,11-3-13 0,-10 4 12 16,-2-1 4-16,15 0 2 0,-16 2-7 0,0-2 7 0,1-1 12 16,1 1-3-16,1 0 2 0,12-2-8 15,-15 3-4-15,1 1 1 0,2-2 8 0,-1-1-8 16,2 3 4-16,-1-5 2 0,-1 6-3 0,1-4-8 15,10-2 6-15,-11 5 3 0,1-1 0 0,0-2-10 16,13 1 8-16,-14 1-11 0,13-1 10 0,-15 1 0 16,3 0-7-16,-1 1 4 0,0-1-1 0,-2-1 1 15,1-1-2-15,15-1-5 0,-16 4 2 0,0-2 2 16,3 2 2-16,-2-6-1 0,0 3 5 0,2-1-2 16,0 3-4-16,-1-2 0 0,0-2-2 0,14 2 10 15,-16-1-4-15,1 3-10 0,2-3 11 0,-1 2-4 16,0 0-4-16,12-2 11 0,-14 1-8 0,0 1-2 0,4-2 8 15,-3 1 0-15,1 1-6 0,-1 2-2 16,1-1 5-16,1-4 2 0,-1 6-4 0,-2-3 4 16,15 0-7-16,-16 2-3 0,3-2-3 0,0 2 2 15,0-1 10-15,0 0-8 0,12 2 2 0,-13-2 2 16,2 0 6-16,-2 1-4 0,0 1-2 0,0 0 1 16,1-1-3-16,-1 0-2 0,2-2 6 0,-1 2 0 15,12-2-2-15,0 0 1 0,-14 2-5 0,1 1 9 16,0-3-5-16,14 1 3 0,-14 0-3 0,13-1-6 15,-13 2 10-15,2-1 6 0,12-1-13 0,-12 1 8 16,11 2-2-16,-13-4 3 0,2 4-7 0,0-2 6 16,-3 3 0-16,1-3-4 0,2 0 3 0,-2 1-6 15,16 1 6-15,-16-1-4 0,16-2 1 0,-17 2-1 16,13-5-10-16,-12 3 11 0,2 0-1 0,12 5 1 16,-14-5-1-16,14 2 3 0,-16-1-4 0,16 0 2 15,-14 1 2-15,0 1-7 0,-1 0 15 0,14-2-9 16,-13 1 0-16,0-1 4 0,3 0-10 0,-3 1 10 15,13 0-3-15,-10-2-4 0,9 3 4 0,-12-1 2 16,1 2-8-16,13-3 0 0,-14 4 6 0,0-3 0 16,12 3-3-16,-10-4-3 0,12 2 3 0,-12 0-2 15,-2 0 1-15,14 1-1 0,-14 2 1 0,14-3-4 16,2 1 4-16,-20-1-3 0,6 3 1 0,10-6-2 16,1 4 3-16,-10 1 1 0,10-1 2 0,-10-1-2 15,10 4 5-15,-1-1-8 0,2-3-4 0,-1 3 7 16,-1-3 2-16,0 3-7 0,3-2 4 0,-2 2 6 15,0-2-4-15,-12 2-5 0,14-3 9 0,-3 2-6 16,2-4-3-16,-1 4 4 0,3-4 9 0,-2 4 1 16,2-1-1-16,-3-1-19 0,4 0 19 0,1 0-5 15,1-5 2-15,-1 3 2 0,-1-2-3 0,3 2-2 16,-3 0 1-16,-1-2-1 0,-3 3-2 0,3-2 0 16,-4 2 0-16,1 1-3 0,3-4-6 0,0 1 10 15,-4-2-1-15,3 2 4 0,-1-1-1 0,0-1-2 16,1 0 0-16,-14 3-1 0,14-1 7 0,-14 0-1 15,14-3 1-15,-14 4 0 0,1-2-4 0,-2 0 0 16,-1 0-2-16,3 1 3 0,-4 0-7 0,0-2 7 16,-1 3-8-16,-1 1 6 0,0-1-2 0,-1-1 1 15,-3 0-2-15,2 3 1 0,-3-2 4 0,-7 0-2 16,6-1 5-16,-8 3 1 0,1-3-2 0,-2 3-3 16,0-3 2-16,-2 3-2 0,1-2 1 0,-7 1 3 15,2 0-6-15,-13 1-1 0,20 0 1 0,-20 0-1 16,16 0 2-16,-16 0 1 0,10 0-3 0,-10 0 2 15,0 0-5-15,11-2-6 0,-11 2-16 0,0 0-14 16,0 0-28-16,0 0-28 0,0 0-21 0,0 0-22 16,0 0-106-16,0 0-261 0,0 0 117 0</inkml:trace>
  <inkml:trace contextRef="#ctx0" brushRef="#br0" timeOffset="35592.96">16749 11923 2 0,'0'0'36'0,"-16"4"-10"0,6-3 9 16,10-1-7-16,-14 4-3 0,14-4 6 0,-14 5 5 16,14-5-1-16,-10 2 2 0,10-2 1 0,0 0-13 15,-12 4 9-15,12-4-7 0,0 0 6 0,0 0-5 16,0 0-3-16,0 0-3 0,0 0-1 0,-11 0 0 15,11 0 9-15,0 0-19 0,0 0 2 0,0 0-2 16,0 0 0-16,0 0 1 0,0 0-2 0,0 0 2 16,0 0-8-16,0 0 6 0,0 0-3 0,0 0-2 15,0 0 4-15,0 0-4 0,0 0 8 0,16 18-7 16,-16-18 10-16,11 8 3 0,-11-8-3 0,15 6 7 16,-5-3 3-16,3 1 4 0,0-1-1 0,2 2-2 15,3-1 4-15,0 0-3 0,4 1 1 0,-1-3-10 16,0 1 1-16,7 0-3 0,1 2 0 0,2-3-2 15,-2 2 10-15,3-2-3 0,0 2-3 0,2-4-5 16,-1 2 1-16,0 1-6 0,4-1 7 16,-3-2-5-16,2 1 3 0,0 0 0 0,1 1-2 0,-1-1 7 15,3-1 9-15,-1 3-11 0,1-1 1 0,-3-4-1 16,4 5 2-16,-1-2-1 0,1-1 12 0,-2 2-4 16,16-1 10-16,-17-1-8 0,2 0-1 0,0 3-3 15,1-3-10-15,9-1 2 0,-12 2-2 16,1-1-3-16,-3 1 1 0,4 3 3 0,-2-3-2 15,0-1-4-15,0 0 1 0,-1 3-2 0,-1-3-1 0,0 0-6 16,-2 0 9-16,0 0 0 0,2 2 5 0,-2 0-4 16,0-2 3-16,-1 0 0 0,-1 0 1 0,0-1 3 15,-1 1 6-15,1 0-8 0,0-1-3 0,-2-1 4 16,-1 2 3-16,0 0-1 0,2 2 0 16,-9-4-3-16,9 0 4 0,-3 1 1 0,-6 0 1 0,7-2-2 15,-6 2 0-15,-1 1-1 0,7 1-2 0,-7-2-5 16,-1-1 4-16,-1 0-1 0,1 1-2 0,-1-2 0 15,-5 2 0-15,4-3-3 0,-1 4-1 0,-4-1 1 16,1 0-1-16,-3-1-2 0,1 1 5 16,-12 1 7-16,18-3-3 0,-18 3 0 0,14 0-2 0,-14 0 3 15,10 0 5-15,-10 0 5 0,0 0-1 0,14-1-1 16,-14 1 1-16,0 0 2 0,0 0-2 0,0 0 0 16,12-2 0-16,-12 2 1 0,0 0-3 0,0 0-3 15,0 0 1-15,0 0-1 0,0 0-1 0,0 0-1 16,0 0-3-16,0 0 0 0,0 0-2 0,0 0-4 15,0 0 3-15,0 0-2 0,0 0 1 0,0 0-4 16,0 0 3-16,0 0-2 0,0 0-1 0,0 0 1 16,0 0 1-16,0 0-4 0,11 0-3 0,-11 0 3 15,0 0-3-15,0 0 2 0,0 0-4 0,0 0 3 16,0 0 2-16,0 0-3 0,0 0-8 0,0 0-4 16,0 0-11-16,0 0-10 0,0 0-21 15,0 0-28-15,0 0-33 0,0 0-40 0,0 0-35 0,0 0-35 16,0 0-115-16,0 0-364 0,0 0 162 0</inkml:trace>
  <inkml:trace contextRef="#ctx0" brushRef="#br0" timeOffset="36797.94">20471 11971 66 0,'0'0'71'0,"-15"0"-3"0,15 0-14 16,0 0-1-16,0 0-9 0,0 0-2 16,0 0-6-16,0 0-2 0,0 0 1 0,0 0-2 0,0 0 2 15,0 0 2-15,0 0-4 0,0 0-4 0,0 0-6 16,0 0-2-16,0 0 3 0,0 0-2 0,28 10-2 15,-28-10-1-15,14 2 0 0,-14-2 10 16,20 3-6-16,-8-2 12 0,0-1-5 0,1 1 0 16,6 2 1-16,0-2 4 0,2-1-2 0,-1 2-8 0,8-2-1 15,-6 0-3-15,7 1 4 0,2 2-13 0,-1-4 8 16,-3 1-3-16,4 0 2 0,-2 0 1 0,2 1 0 16,2-1-9-16,-2 0 0 0,3 0-2 15,1 0 7-15,3 0-2 0,1 0 2 0,-1-3 1 16,0 3-6-16,12 0 3 0,1-1 2 0,-12 2 3 15,12-1-1-15,-13-1 0 0,13 1-4 0,-1 1-4 0,-10-2 2 16,10 1-2-16,-10 0 0 0,10-2-8 16,-10 4 14-16,-1-2-4 0,0 1 3 0,14 3 0 15,-13-4-3-15,12 2 4 0,1 0-3 0,-14-1 1 16,14 2-7-16,-14-2 1 0,13-1 3 0,-13 0-3 0,14 0 1 16,-14 3-2-16,14-3-6 0,-2 0 6 0,-13 2-5 15,3-2 2-15,-3 0 6 0,16 0-1 16,-16 1-4-16,16-1-2 0,-4 2-2 0,1-1 8 15,-11-1 6-15,12 2-8 0,0 0-7 0,0-2 8 16,-1 0-1-16,-13 0 0 0,16-3-3 0,-1 3-2 0,-1-1-3 16,-1 1 10-16,1 0-3 0,-12-1 0 0,14-1-1 15,-5 2-1-15,-9-1 4 0,15-1-3 0,-16 2 1 16,14 3-2-16,0-4 2 0,-2-1-2 16,-11 5 2-16,11-3 7 0,-1 2-7 0,1 1 4 15,-14-1 3-15,16-1-4 0,-15 1-1 0,0 1 2 0,15 0 0 16,-14-3-2-16,13 3 3 0,-15-3-2 0,3 0 2 15,-3 0-3-15,15 2 1 0,-14-2 4 0,0-2-7 16,15-3 3-16,-18 5-1 0,4-2-4 16,11-1 1-16,-15 2 3 0,3-2 9 0,-1 1-3 15,0 1-2-15,2-1 6 0,-3-1 4 0,1 3-1 16,-1-2-4-16,-3 2 1 0,3-1-2 0,-1 0-2 0,-4-1 0 16,1 4-3-16,-1-4 0 0,0 2 0 15,-1-2 0-15,1 3-1 0,-7-1-2 0,5 0 0 16,-8 1-2-16,9-3 6 0,-10 0 2 0,2 4 0 15,-2-4 0-15,1 4 2 0,0-2-1 0,2-2-2 16,-4 2-3-16,2 0 5 0,2-1-4 0,-3 0 1 0,3 1 3 16,-5 0-5-16,4 1 0 0,-4-3-4 0,0 1-1 15,0 2 1-15,0-1 3 0,1-1 0 0,0-1-1 16,-1 1-4-16,1 1-2 0,-2 0 3 16,2-2 2-16,-6 2-6 0,2 0 4 0,3-1 4 15,-2 2 2-15,4-1-2 0,-4 2 1 0,3-2 2 0,0 0 0 16,-1 0-3-16,-5 0 0 0,6 0 3 0,-6 0-4 15,1 1-2-15,-1-1 1 0,5 2-1 0,-5-2 0 16,1 1-1-16,0 0 2 0,0-2 3 0,-1 1 2 16,-2 1-1-16,2 0 5 0,-13-1-6 15,22 0 2-15,-10 1 2 0,-3-1-2 0,-9 0-1 0,22 0 1 16,-15 0 8-16,-7 0-5 0,0 0 4 0,18 0-1 16,-18 0 1-16,11 0 2 0,-11 0 3 0,0 0 5 15,0 0-1-15,11 0 5 0,-11 0 1 16,0 0 2-16,0 0 2 0,0 0 12 0,0 0-10 15,0 0 3-15,0 0 1 0,10 2-5 0,-10-2-8 0,0 0-1 16,0 0-3-16,0 0-2 0,0 0-6 0,0 0 1 16,0 0-4-16,0 0-11 0,0 0-20 0,0 0-19 15,0 0-29-15,0 0-36 0,0 0-69 0,0 0-116 16,0 0-193-16,-39 19-517 0,17-17 229 16</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11:35.924"/>
    </inkml:context>
    <inkml:brush xml:id="br0">
      <inkml:brushProperty name="width" value="0.05292" units="cm"/>
      <inkml:brushProperty name="height" value="0.05292" units="cm"/>
      <inkml:brushProperty name="color" value="#FF0000"/>
    </inkml:brush>
  </inkml:definitions>
  <inkml:trace contextRef="#ctx0" brushRef="#br0">17432 11862 16 0,'0'0'74'0,"-9"-7"-11"0,4 5-5 15,5 2-3-15,-12-5 6 0,5 2-1 0,1-1-4 0,-1 0 9 16,-3 0-6-16,4 2 9 0,-2-2-6 0,8 4-3 16,-14-4-2-16,6 2-3 0,-1-2-3 0,9 4-1 15,-15-3-16-15,10 1 0 0,5 2-6 16,-12-2-5-16,12 2-1 0,-11-3-4 0,11 3-2 0,-6-2 1 16,6 2 1-16,0 0 3 0,0 0-9 0,-11-1 1 15,11 1-7-15,0 0-3 0,0 0 5 0,0 0-2 16,0 0 0-16,0 0-3 0,0 0 1 15,0 0-6-15,0 0 2 0,0 0-3 0,0 0 7 0,26 13 3 16,-14-8 0-16,3-4-6 0,1 3 7 0,4-1 0 16,0-1-4-16,7 2-5 0,0-1 7 0,1 1-10 15,-7-4 9-15,10 3 1 0,-1-1-8 0,-1-1 7 16,-2 0-5-16,5 2 3 0,-3-1 2 0,6-2 4 16,0 0-5-16,0 1 2 0,1-1 3 0,2 0 1 15,13 0 0-15,-15-1-3 0,15 0 2 0,-11 0 0 16,13-1 0-16,-13 1-8 0,12 0 3 0,-2 2-4 15,-10-2 7-15,11 1-5 0,-13-3 12 0,2 3-8 16,14 0 0-16,-17-1-7 0,1-1-10 0,2 0 17 16,15 0 2-16,-4 2 2 0,-13 0 3 0,1-2-2 15,15 1 5-15,-3 1-8 0,1 1 3 0,-14-2-3 16,13 0 5-16,-10 1-1 0,-3-3-2 0,15 3-1 16,-15 1 0-16,13-1-5 0,-13 2 6 0,2-1-4 15,0 2 3-15,12 1-7 0,2-4 1 0,-16 2 3 16,1-1-2-16,1 2 0 0,13-3-2 0,-2 1 4 15,-13-1 2-15,15 0-5 0,-1 1 1 0,-2-2-1 16,1 1-1-16,-13-1 3 0,16-2 4 0,-4 0 2 16,4-3 2-16,-1 0-6 0,2 1 1 0,-2 2 3 15,2-5 6-15,1 0-8 0,0-2-3 0,0 3-1 16,4 3-2-16,-5-5 2 0,4 3 2 0,0 2 0 0,2-5-5 16,-2 2 0-16,-1 2 3 0,-1-1 0 15,3 2-3-15,-2 1 5 0,0 0-8 0,-1-1 8 16,3 1-2-16,-4 1 0 0,5-1 2 0,-3-1-2 15,2 4-2-15,0 0 5 0,-1-1-7 0,-2-1-4 16,2 4 8-16,0-2-6 0,-2-2 8 0,3 2-8 16,-3-2 0-16,4 0 6 0,-4 0-5 0,2 1 0 15,0 1 3-15,0-1-7 0,0 1 7 0,2-3-2 16,0 3-2-16,-1 0 3 0,-3-3-1 0,1 3 2 0,3 0-6 16,-1 0 5-16,2 0 2 0,-2 0-4 15,0-2 3-15,0 4-2 0,3-2 0 0,-2 0 3 16,-1 2-4-16,-1-1 0 0,2 2 2 0,-2-3-1 0,0 0-2 15,1 1 1-15,-2 2 0 0,0-3 2 0,1 4 3 16,0-4-2-16,2-2-1 0,2 0 3 16,-3 0-8-16,1 1 3 0,5-4 3 0,0 1-3 0,26-1 0 15,-32 2-3-15,1-1 6 0,-2-1-1 0,3 2 0 16,3-3 1-16,0 4-3 0,0-3 6 0,-2 1-10 16,-1-3 4-16,6 2 5 0,-3-1-6 0,-2 6 2 15,1-1 3-15,-3-8-2 0,2 9 10 0,-2-2-4 16,-5 1-3-16,7-3 2 0,0 3-2 0,-5-2 5 15,-1 2-1-15,0 1-2 0,3 0 3 0,-4 0-4 16,-1-3-3-16,4 3 2 0,-1-1 4 0,-5 4-4 16,5-2-5-16,-2 2 1 0,-5 1 2 0,4-2 2 15,1 1-5-15,-16-1 6 0,16-1 2 0,-1 2-15 16,-2-3 1-16,1 1 10 0,-2-1-1 0,0 0-3 16,-1 0 3-16,1 2 2 0,0-2-2 0,-12 0-8 15,12 1 5-15,-1-2 5 0,1 1-5 0,-2 0 6 16,-12-3-6-16,18 2 2 0,-3 1-1 0,-3-3 7 15,2 1-1-15,-3 0-2 0,-8 1 1 0,10 1 5 16,0-1-6-16,-13 1 2 0,15 0 0 0,1 0-5 16,-16-1 10-16,14-2-2 0,-12 3 2 0,11 1-8 15,-13-1 3-15,1-1-3 0,0-2 4 0,1 3-3 0,-2-2 1 16,13-4 0-16,-13 5-1 0,-2 0-1 0,4-1 3 16,-3-2-3-16,-2 2-2 0,2 1-1 15,-1-1-4-15,-1 1 3 0,-3 1 1 0,2-1 2 16,-1-1-4-16,-2 2-2 0,0-2 3 0,-3 1-18 0,-1 0-6 15,-7-3-12-15,0 4-27 0,-8 0-2 16,1-1-29-16,-2 2-19 0,-3-2-21 0,-8 1-24 16,8 1-90-16,-8-1-269 0,0 0 118 0</inkml:trace>
  <inkml:trace contextRef="#ctx0" brushRef="#br0" timeOffset="1566.62">5575 12817 15 0,'0'0'59'0,"0"0"0"15,0 0-7-15,0 0-2 0,18 5-6 0,-10-6-6 0,2 1-5 16,2 0 2-16,0-1-2 0,1 2-10 0,6-1 1 15,-1-1-4-15,0 2 4 0,3-2-7 16,-3 2-2-16,2 0-2 0,0 2-1 0,1-2-1 16,1 1-5-16,6 0 3 0,-1 1 1 0,2-2 1 15,-1 2 1-15,0 0-14 0,3 2 4 0,-1-3 9 16,4 0-4-16,-1-1 3 0,-1 0 1 0,2 2-3 16,1 0 4-16,2-3-4 0,1 0 4 0,-1 0 0 15,2 0-5-15,12 0 2 0,-13 0 12 0,13-1-11 16,-14 1 11-16,13-1 3 0,1 0-3 0,-12 1-3 15,12-1 6-15,0-2-5 0,-1 2-6 0,-11 1-4 16,14-2 2-16,1 0-2 0,-3 1 1 0,-1 0-7 0,-11-1 11 16,12 1-5-16,0-2 1 0,-11 3-4 15,14 0 0-15,0-1 2 0,-3-2-4 0,1 3 14 16,0-1-8-16,-2-1-18 0,1 2 11 0,-12 0-1 16,13-2 1-16,-14 2-13 0,15-2 8 0,-15 2 2 15,13-3-5-15,-13 2 2 0,0 1 2 0,0 0-14 16,0-2 8-16,2 0 5 0,-2 1-2 0,-1-2-3 15,3 0-2-15,10 1 5 0,-10 1 9 0,-1-2-1 16,1 2-4-16,-2 0 7 0,16-1 1 0,-16 2-11 16,3-1 0-16,10 1 6 0,-12 0 0 0,14 0-6 15,-14 0 7-15,11 1-9 0,-10-2 2 0,10 2 2 16,-12-1 5-16,2 0-8 0,-1 0 1 0,14 2 2 16,-2-1 3-16,4 0 23 0,-14 1-21 0,9-2-4 15,3 0-8-15,2-2 13 0,-1 2 0 0,2-1 4 16,0 1 6-16,1-3-15 0,-1 2 3 0,1 1-3 15,0-2 3-15,1 2 0 0,-3-2-2 0,2 0 6 16,-1 2-4-16,0-2 11 0,0 2 1 0,1 3-8 16,0-3 5-16,1 1 3 0,0 1-3 0,1 0-6 15,0-1 3-15,0 2-5 0,-3-2 3 0,0 1 0 16,6-2 6-16,-5-2-11 0,1 2 9 0,2-2-12 16,-2 0 6-16,1 2 4 0,0-1-8 0,2-1 2 15,-2 2 5-15,0 0 2 0,1 0 1 0,-1 0 1 16,-2 0-1-16,-2-2-9 0,0 1 6 0,-2 0 1 15,-12 1-3-15,10 0-7 0,1-3 5 0,-14 2 2 16,17-3-2-16,-2 3 4 0,-1 0 2 0,-14-1 1 16,13-1 2-16,-1-1-3 0,-10 0 18 0,12-4-17 15,-12 7 0-15,-1-2-2 0,1 0 3 0,10-2-5 16,-10 3 8-16,-2-3-7 0,0 2-1 0,14-1 9 16,-18 1-9-16,3-1 3 0,0 3 2 0,-1-3-13 15,0 1 8-15,-2-1-6 0,-1 0 5 0,-1 2 2 16,-3-2 0-16,0 3 9 0,0-3-3 0,-1-1 6 15,-6 3 0-15,-2-1 3 0,2 0 9 0,-4 0 2 16,2-2-8-16,-3 2 0 0,-4 1-4 0,-3 1-4 16,3-2 4-16,-3 1-3 0,-3 0-4 0,2 1-1 15,-9 1 2-15,11-3-2 0,-11 3-6 0,5-3 2 16,-5 3 3-16,0 0-8 0,0 0-10 0,0 0-13 16,0 0-17-16,0 0-27 0,0 0-26 0,0 0-38 15,0 0-138-15,0 0-285 0,-30 17 127 0</inkml:trace>
  <inkml:trace contextRef="#ctx0" brushRef="#br0" timeOffset="1734.95">13627 12417 2504 0,'14'-5'-55'0,"-3"0"-52"16,1 1-160-16,-1 4-122 0,-5 2 108 0,1 0-305 16,-7-2 134-16</inkml:trace>
  <inkml:trace contextRef="#ctx0" brushRef="#br0" timeOffset="11676.15">11117 9760 42 0,'0'0'83'0,"0"0"-4"0,0 0-2 16,-10-2-10-16,10 2 4 0,0 0-1 0,-11-2-10 15,11 2 2-15,-9-2-3 0,9 2-11 0,-9-3 0 16,9 3-5-16,-10-1-10 0,10 1 7 0,-9-2-6 16,9 2-10-16,-9-2-3 0,9 2 0 0,0 0 8 15,-11-3-18-15,11 3 4 0,0 0 1 0,0 0 0 16,-9-1-1-16,9 1 1 0,0 0-6 0,0 0-3 16,0 0-1-16,-8-1 0 0,8 1 2 0,0 0 1 15,0 0-1-15,0 0-5 0,0 0-9 0,0 0 10 16,0 0 3-16,21 10-4 0,-11-7-10 0,-1 1 4 15,6-2-4-15,-3 0 7 0,9 1-8 0,-3-1 0 16,4 0-6-16,0 0 4 0,6 0-5 0,-8 0 2 16,11-2 0-16,0 3-2 0,-4 0 2 0,1-1-12 15,1 0 6-15,4 0-33 0,-3 0 14 0,2-1 11 16,1 0-10-16,0 0 9 0,0-1-6 0,4 2 15 16,1-2-1-16,-2 0 0 0,2 0 5 0,3 0 4 15,-3 0-2-15,15 0 2 0,-14 0 3 0,12 0 4 16,1 0 7-16,-14 0-6 0,1 0-3 0,12 0-2 15,-10 0 8-15,8 0 3 0,-11 0 2 0,1 0 2 16,11 2 4-16,-11-2-1 0,-4 1 0 0,4-1-8 16,-3 2 1-16,2-2 3 0,3 0 3 0,-3 1 2 15,-2 0 2-15,2 1 0 0,3-4 0 0,-1 4 4 16,-2-1-6-16,14 3 3 0,-12-4-2 0,-2 2 8 16,1-2-8-16,-1 1 6 0,0-1-3 0,2 0 0 15,-3 2 6-15,3-1-4 0,0 0-3 0,-1-2 3 16,-1 2-11-16,2 1 13 0,10-4-2 0,-12 1 1 15,14 1-6-15,-16 0 3 0,4 0 0 0,12 0-3 16,-2 0-5-16,-10 1 13 0,0 1 0 0,14-1-5 16,-1 0 1-16,-14 0-6 0,12 1-4 0,1-2 7 15,0 3-1-15,-1-2-9 0,-10 1 5 0,10 2 7 0,1 0 3 16,4-3-3-16,-1 1-4 0,-3 1 4 16,3-3-5-16,1 3-1 0,-1 1 4 0,-3-2 3 15,5-1-8-15,1 3 8 0,0-2 2 0,1 1-9 16,-5-3 1-16,3 0 4 0,-2 0-2 0,2 0 0 0,-1 3 15 15,6-3-15-15,-3-3 0 0,1 3 15 16,1-3-6-16,2-1 2 0,1-1-4 0,-3 3-2 0,1-3 2 16,0 2-4-16,-1-4 6 0,-2 3-8 15,5-2 5-15,-4 1-9 0,-1-3 10 0,-2 5-2 0,1-2 8 16,-6-2-8-16,2 4-3 0,-14-1 0 0,12 0 4 16,-14 0 1-16,-1 0-3 0,1 2 0 0,-3 0 3 15,-4-2-7-15,-2 2 6 0,-10-1 0 16,-1 2 6-16,-4-2 3 0,-2 3-4 0,-3 0 1 0,-2-2 4 15,-7 2 4-15,12-1 3 0,-12 1-1 0,10-1-6 16,-10 1 2-16,0 0-4 0,9-1-4 0,-9 1 0 16,0 0-2-16,0 0-1 0,10-3 0 15,-10 3-2-15,0 0-5 0,0 0-3 0,0 0 1 0,0 0-7 16,0 0-8-16,0 0-21 0,0 0-26 0,0 0-34 16,0 0-32-16,0 0-37 0,0 0-24 0,0 0-116 15,0 0-319-15,0 0 142 0</inkml:trace>
  <inkml:trace contextRef="#ctx0" brushRef="#br0" timeOffset="12601.39">20210 8810 61 0,'-7'3'65'15,"7"-3"-6"-15,0 0-11 0,0 0 3 0,0 0-6 16,0 0-3-16,0 0-4 0,0 0-5 0,26 1 0 16,-19 0-1-16,4-1-3 0,0 2 9 0,1-1-17 15,2 0 1-15,1 0-6 0,5 1 24 16,-2-2-15-16,11 2 3 0,0-1-13 0,0-1 13 0,5 1-1 16,1-1-16-16,5 2 4 0,-2-1 6 0,15-1-3 15,-3-1-2-15,3 2-3 0,-2-1 1 0,-11 2-6 16,16-2 1-16,-2 1-2 0,1 0 2 0,5 2 8 15,0-3-6-15,1-1-3 0,-1 1 2 0,4-2 6 0,-1 1 3 16,28 1-10-16,-29 0 10 0,2-1 0 16,26-1-3-16,-32 1-4 0,6 1 9 0,28-4-8 15,-29 2 3-15,28-1-7 0,-27 1 15 0,28-3-7 0,-28 3 1 16,29-5-5-16,-29 4-4 0,26-4-1 16,-27 4 9-16,5 0-8 0,-3-2-1 0,28-1 3 15,-29 1 3-15,1 1-3 0,26-5-2 0,-28 5 0 16,2 0 6-16,0-1 1 0,-1-1 6 0,-1 3-8 0,-3-2-1 15,-4-1-7-15,0 5 8 0,-2-2-4 0,-4 0 1 16,-15 0-7-16,2 1 7 0,-1-2 10 16,-3 4-11-16,-1-2-3 0,-4 1-4 0,-7 0-2 15,-1 1 6-15,-6 0-2 0,-1 1-4 0,-1-1 7 0,-5 0-4 16,-7 0 2-16,13-2 4 0,-6 1-6 0,-7 1 15 16,0 0-6-16,14 0 5 0,-14 0-4 0,0 0 3 15,7 0-2-15,-7 0 0 0,0 0-8 0,0 0-1 16,0 0 5-16,0 0-9 0,0 0-13 0,0 0-11 15,0 0-27-15,0 0-18 0,0 0-36 0,0 0-23 16,0 0-93-16,0 0-236 0,0 0 104 0</inkml:trace>
  <inkml:trace contextRef="#ctx0" brushRef="#br0" timeOffset="13267.39">26228 8649 60 0,'-10'1'72'0,"10"-1"-6"16,0 0 4-16,0 0-1 0,0 0 0 0,0 0 8 0,0 0-14 15,0 0 10-15,16 11-8 0,-5-8-11 16,3 0-10-16,4-1 4 0,2 0-5 0,9 5 2 15,3-3-4-15,4 1 8 0,2-2-13 0,16 2 0 16,0-3-1-16,5 2 4 0,5-2-11 0,2 0 6 16,1-1-4-16,25 4-4 0,2 0-5 0,-29-3-4 15,32-2 2-15,-5 6 3 0,0-2-5 0,0-1 1 16,0-3 1-16,0 1 2 0,-4-1-4 0,-23 1 5 16,32-1-4-16,-3 0 4 0,-4 3-8 0,4 0 3 0,-2 0 1 15,0-3 3-15,-2 0 5 0,1 3-1 16,-28 1-4-16,28-6-3 0,-1 4 3 0,-26-1 1 15,4 0 3-15,21-3-2 0,-24 2-6 0,26 0 3 0,-27 1-3 16,-1-1 3-16,-1 0-8 0,0 2 1 0,2-3 3 16,-4 2 1-16,-4 1 3 0,0-1 3 0,0 1-5 15,-3-1 3-15,-15 0 4 0,13 0-2 0,-14 0 14 16,-1-1-4-16,0 3 1 0,-4-2-2 0,-5 2-7 16,-6-4 3-16,0 2-5 0,-5-1 2 0,-4 0-1 15,-1 0-2-15,-3 0-3 0,-8 0-2 0,10 0 5 16,-10 0-5-16,10 0-3 0,-10 0-3 0,7 3 0 15,-7-3 0-15,0 0-1 0,0 0 1 0,10 0 0 16,-10 0-5-16,0 0-4 0,0 0-17 0,0 0-21 16,0 0-29-16,0 0-36 0,-28-8-37 0,18 4-34 15,-3 2-151-15,-6-1-350 0,-3-1 156 0</inkml:trace>
  <inkml:trace contextRef="#ctx0" brushRef="#br0" timeOffset="28521.49">15271 4671 13 0,'0'0'14'0,"-9"-2"4"16,9 2 5-16,-8-1 3 0,8 1 1 0,-9-2-2 15,9 2 0-15,0 0 4 0,0 0 1 0,-13-5-8 16,13 5 1-16,0 0-4 0,0 0 0 0,0 0-9 16,-12-2 6-16,12 2-6 0,0 0 3 0,0 0-1 15,0 0-6-15,0 0 2 0,0 0-2 0,0 0 14 16,0 0-7-16,0 0 10 0,0 0-3 0,0 0 2 16,22 11 0-16,-22-11-5 0,9 4-2 0,2-1-6 15,0-1 4-15,-1 1-7 0,1 0 8 0,1-3-2 16,-2 3 7-16,5-2-2 0,2 2-9 0,1 0 2 15,2-3-5-15,0 1-8 0,7-1 0 0,2 2 8 16,-1-2 8-16,1 0 0 0,2 2-6 0,0 0 3 16,1-3 3-16,1 2-1 0,1-2 0 0,2 0-11 15,-3 1 4-15,3 1-3 0,-1-1 4 0,-1-1-4 16,1-1 3-16,0 2 0 0,3-2-1 0,1 1-1 16,12 1 5-16,-15 0-10 0,2 0 4 0,-1 0 0 15,2 0 4-15,-1-3 0 0,0 4-2 0,-1 1-1 16,-1-2 1-16,1 1-4 0,0-1 1 0,0 0 11 15,-1 2-7-15,0-2-10 0,0-2 1 0,-2 2 14 16,0 2-13-16,-1-2 1 0,-2 2 1 16,-2-4-6-16,0 6 5 0,2-5 0 0,1 2 8 15,0 1-8-15,-1 0 2 0,-2-1 9 0,2 1-9 16,1 0-1-16,-2-1 3 0,2 1-3 0,-1-1 3 0,1 3 1 16,2-4-3-16,-1 2 0 0,2 0 4 0,-2 0 12 15,0 2-13-15,1-4-4 0,-1 2 3 16,0 0-2-16,-1-4 0 0,0 5 5 0,1-1-9 15,-1-2 5-15,0 0-2 0,1 1 6 0,1-1 2 16,3-1-9-16,-2 1 4 0,-1 0 2 0,3-2 0 16,1 1-4-16,0-3-5 0,1 3 7 0,0 0-7 15,0 1 7-15,0-2-1 0,-2 4 1 0,3-2-1 0,-2 0 1 16,1-2 0-16,-1 1 8 0,-1 1-10 16,2 0 2-16,-1 1-4 0,-1-1 4 0,-1 2 11 15,-1-1-8-15,1-1-11 0,1 3 5 0,0-3 11 16,0 2-8-16,0-2-2 0,2 0 0 0,-1 3-5 15,0-1 5-15,2 0 4 0,-1 1-2 0,-1 1-6 16,1-1 5-16,-2 0 1 0,2 0-9 0,14 2 5 16,-18-1 0-16,2-2 2 0,-1 1 3 0,0-3-2 15,1 2 3-15,-2 0-2 0,0 1 3 0,2-3-5 16,0 1-3-16,1-1 19 0,1-1-18 0,12-1 5 16,-15 1-9-16,3-3 3 0,0 4 2 0,1-4 3 15,0 2 0-15,-1-1 0 0,1 1 2 0,-1-1-4 16,-1 0-1-16,-1 1 1 0,3 1 3 0,-3-1-7 15,0 0 6-15,0-1-3 0,1 1 4 0,2-1 2 16,-2 2-7-16,-1 1 5 0,0-3-5 0,3 3 5 16,-3-1 1-16,3-1-2 0,-2 2 8 0,2-2-11 15,-2 1 3-15,2 1-2 0,11-1-2 0,-16-1 8 16,-1 2 2-16,0-2 0 0,0 2 1 0,-3-2-3 16,1 2-2-16,-1 0-2 0,-2-2 2 0,1 2-3 15,-2 0 3-15,-1 2 0 0,0-4 6 0,1 1-8 16,-7 2 14-16,1-1-7 0,0 2-2 0,-2-2 0 15,0 0 7-15,1-2 5 0,0 1-9 0,-2 1 14 16,3-1-9-16,-1-1-4 0,-1 1 0 0,0 1 7 16,-2 0-12-16,0 0 8 0,-1-2-2 0,0 2-2 15,-2-1-7-15,-2 1 1 0,3 0-2 0,-5-1 2 16,4 1 2-16,-2-1-10 0,-2 1 11 0,2 0-3 16,-1-2-4-16,2 1-6 0,-4 0 11 0,3 0 5 15,0-1-9-15,-3 4 8 0,0-4-1 0,0 2 3 16,1-1 3-16,-11 1 1 0,16-1 2 0,-9 1-5 15,0-2 4-15,-7 2 6 0,17 0-5 0,-8-3 0 16,-1 3 3-16,-1 0-8 0,-7 0 1 0,16-3 6 16,-6 2-7-16,-10 1-9 0,15 0 2 0,-7-2 6 15,1 1-2-15,0 0 1 0,-9 1-4 0,18-2 0 16,-9 2 3-16,-1 0-4 0,0-3-5 0,-8 3 11 16,16 0 2-16,-8 0 0 0,-8 0-5 0,13-1 0 15,-6-1 3-15,-7 2 1 0,14 0-7 0,-9-2 3 16,-5 2-5-16,10-1 5 0,-10 1 2 0,9-1-7 15,-9 1 4-15,0 0 5 0,9-1 3 0,-9 1 3 16,0 0 3-16,0 0 1 0,8-1-3 0,-8 1 1 16,0 0-2-16,0 0 3 0,0 0-5 0,0 0 6 15,0 0-2-15,0 0-3 0,0 0 6 0,0 0 2 16,7-2 0-16,-7 2 4 0,0 0-4 0,0 0 0 16,0 0 3-16,0 0-7 0,0 0 3 0,0 0-4 15,0 0-1-15,0 0-1 0,0 0-1 16,0 0-5-16,0 0 3 0,0 0-6 0,0 0 2 0,0 0-2 15,0 0 0-15,0 0 2 0,0 0-8 0,0 0 8 16,0 0-6-16,0 0 1 0,0 0 2 0,0 0 3 16,0 0 8-16,0 0-6 0,0 0 4 0,0 0 0 15,0 0 3-15,0 0 1 0,0 0-1 0,0 0-2 16,0 0 1-16,0 0-2 0,0 0 0 0,0 0 0 16,0 0-3-16,0 0 1 0,0 0-2 0,0 0 2 15,0 0-3-15,0 0-2 0,0 0-1 0,0 0 7 16,0 0-11-16,0 0 0 0,0 0 1 0,0 0-2 15,0 0-2-15,0 0-1 0,0 0 4 0,0 0-5 16,0 0 2-16,0 0-1 0,0 0 0 16,0 0 0-16,0 0 4 0,0 0-6 0,0 0 1 0,0 0 2 15,0 0-4-15,0 0 2 0,0 0 0 0,0 0 1 16,0 0 0-16,0 0-3 0,0 0 2 0,0 0 1 16,0 0-2-16,0 0 0 0,0 0 0 0,0 0 0 15,0 0 1-15,0 0 0 0,0 0 0 0,0 0 0 16,0 0 0-16,0 0 0 0,0 0 0 15,0 0-1-15,0 0 1 0,0 0 1 0,0 0 1 0,0 0-2 16,0 0-4-16,0 0 6 0,0 0 0 0,0 0-4 16,0 0 2-16,0 0 0 0,0 0 0 0,0 0 5 15,0 0-5-15,0 0 0 0,0 0 2 0,0 0-3 16,0 0 0-16,0 0 2 0,0 0 3 16,0 0-2-16,0 0 0 0,0 0-2 0,0 0-1 15,0 0 2-15,0 0-1 0,0 0-2 0,0 0 2 0,0 0-2 16,0 0 1-16,0 0 5 0,0 0-3 0,0 0 0 15,0 0 2-15,0 0 4 0,0 0-8 0,0 0-2 16,0 0 4-16,0 0-1 0,0 0-1 16,0 0 0-16,0 0 0 0,0 0 0 0,0 0 4 15,0 0-6-15,0 0 2 0,0 0 1 0,0 0 2 16,0 0-3-16,0 0 2 0,0 0-1 0,0 0-2 0,0 0 2 16,0 0 2-16,0 0 0 0,0 0-1 0,0 0-1 15,0 0 0-15,0 0 0 0,0 0 3 16,0 0-4-16,0 0 1 0,0 0-1 0,0 0 0 15,0 0 0-15,0 0 4 0,0 0-8 0,0 0 5 16,0 0 2-16,0 0-1 0,0 0 2 0,0 0-3 16,0 0 6-16,0 0-6 0,0 0 5 0,0 0-7 0,0 0 0 15,0 0 4-15,0 0-5 0,0 0 3 0,0 0-3 16,0 0 0-16,0 0 0 0,0 0 0 16,0 0 3-16,0 0-2 0,0 0 2 0,0 0-1 15,0 0 2-15,0 0-1 0,0 0-1 0,0 0-2 16,0 0 2-16,0 0-1 0,0 0 1 0,0 0 8 15,0 0-11-15,0 0 4 0,0 0 0 0,0 0 1 0,0 0-3 16,0 0 5-16,0 0-3 0,0 0 3 16,0 0 0-16,0 0-3 0,0 0-1 0,0 0 2 15,0 0-2-15,0 0 2 0,0 0-1 0,0 0 1 16,0 0 1-16,0 0 0 0,0 0 1 0,0 0-6 16,0 0 3-16,0 0-3 0,0 0 3 0,0 0-1 15,0 0-1-15,0 0 1 0,0 0 2 0,0 0-1 16,0 0 1-16,0 0 1 0,0 0-5 0,0 0 3 15,0 0 1-15,0 0-1 0,0 0-1 0,0 0 2 16,0 0-4-16,0 0 5 0,0 0-4 0,0 0 0 16,0 0 1-16,0 0 2 0,0 0 0 0,0 0 0 15,0 0-4-15,0 0 5 0,0 0-1 0,0 0 1 0,0 0-2 16,0 0 0-16,0 0 0 0,0 0-2 0,0 0 4 16,0 0-4-16,0 0 1 0,0 0 1 0,0 0-2 15,0 0 3-15,0 0 1 0,0 0-1 16,0 0-3-16,0 0 0 0,0 0 2 0,0 0-1 15,0 0-1-15,0 0 1 0,0 0-5 0,0 0-1 16,0 0-5-16,0 0-10 0,0 0-12 0,0 0-12 16,0 0-12-16,0 0-18 0,0 0-18 0,0 0-15 15,0 0-12-15,0 0-32 0,0 0-1 0,0 0-15 16,0 0-104-16,0 0-295 0,0 0 130 0</inkml:trace>
  <inkml:trace contextRef="#ctx0" brushRef="#br0" timeOffset="29718.22">27903 4731 4 0,'0'0'72'0,"0"0"-5"15,0 0 1-15,0 0-1 0,0 0-5 0,0 0-10 16,0 0-5-16,0 0-5 0,0 0-3 0,0 0-3 16,0 0-7-16,0 0 1 0,22-12-13 15,-4 10 9-15,14 0-1 0,6-1-2 0,12-2-6 16,12 2-2-16,4-1-2 0,29-3 4 0,-5 3-3 0,-1-2 5 15,-22 4-5-15,25-2 4 0,-2 1-7 0,-23-1 3 16,25 0-5-16,6-1 2 0,0 3-6 0,0-1 4 16,-4 3-6-16,-4-3 3 0,4 1 2 15,-4 1-5-15,-29 0 2 0,4-2-2 0,26 2 3 16,-31-1-3-16,2 2 0 0,0 2-3 0,1-4 5 16,-3 4-6-16,-1 0 8 0,-4-3-4 0,-4 1 3 15,-13 1-1-15,0 2-5 0,-2-2 3 0,-3 0-1 0,2 0 2 16,-13 1-3-16,-1-2-6 0,-4 0 9 15,-3 1-7-15,-4 0 10 0,-10-1 3 0,14 2-2 16,-14-2 6-16,13 0 6 0,-13 0 13 0,8 0 3 16,-8 0 2-16,0 0 14 0,9-2-6 0,-9 2-3 15,0 0-3-15,0 0-2 0,9 2-3 0,-9-2 2 0,0 0-7 16,0 0-5-16,0 0 3 0,6-4-13 0,-6 4 4 16,0 0 6-16,0 0-19 0,0 0-9 15,0 0-12-15,0 0-14 0,0 0-11 0,-27 2-15 16,17-2-16-16,-3 2-17 0,0-1-25 0,-3 3-80 15,-3 1-208-15,-2-1 93 0</inkml:trace>
  <inkml:trace contextRef="#ctx0" brushRef="#br0" timeOffset="31268.15">7985 5873 5 0,'5'3'22'0,"2"0"-5"0,3 1 0 15,2 1 2-15,2-2-8 0,5 1-3 0,2 0 5 16,8-1-1-16,3-1-4 0,1-1-5 0,2 0 1 16,4 2 3-16,0-2-1 0,14-2 0 0,-3 3-1 15,4-1 3-15,1-1-4 0,2 0 1 0,0-1-5 16,1 1 3-16,3-1-3 0,-1 0-3 16,1 2 2-16,0-4-1 0,1 1 2 0,4-1 0 0,-1 0-6 15,0 0 8-15,24 2-1 0,-28-1-2 0,4 1 4 16,1-2 1-16,25-1-12 0,-28 2 9 0,1-2 0 15,1 3-2-15,0 0 5 0,0-1-4 0,26 2 6 16,-28-1-6-16,-1-2 5 0,4 3 1 16,-1 0-3-16,2 0 3 0,22-2-4 0,-27 4-2 15,1 0 3-15,1-4 0 0,-2 4 1 0,2-2 15 0,3-2 0 16,-2 1 3-16,0-2-4 0,0 3 0 0,2-3-2 16,0 2 1-16,-2 1-5 0,3 0 3 0,-3-4 2 15,0 1 2-15,-2-3-5 0,0-1-2 16,0 4-1-16,-2-2 8 0,1 1-9 0,-1 0 1 15,0-2-5-15,2 3 2 0,-3-1 0 0,3 0 5 16,-4 0 0-16,3 0-1 0,-1 1-4 0,-4 1 3 0,1-3 0 16,-6 4-2-16,-12-1-3 0,12 0 4 0,-14 4-7 15,2-4-1-15,-2 0 3 0,-2-1-3 0,0 3 6 16,-4-3 1-16,-1 1-7 0,-11-1 10 16,0 2-9-16,-7 0 3 0,0 1 1 0,-1-2 13 15,-2 2 5-15,-1 0 15 0,-9 0-1 0,9-2 5 16,-9 2 7-16,10 0 0 0,-10 0-1 0,0 0 0 0,0 0-3 15,10-1-12-15,-10 1 6 0,0 0-5 0,0 0-3 16,0 0-10-16,0 0 1 0,0 0-4 0,9-1-4 16,-9 1-22-16,0 0-13 0,0 0-28 15,0 0-16-15,0 0-7 0,8 4-10 0,-8-4-90 16,0 7-184-16,0-7 81 0</inkml:trace>
  <inkml:trace contextRef="#ctx0" brushRef="#br0" timeOffset="32218.33">15238 5739 21 0,'0'0'23'0,"27"10"6"0,-18-10-6 0,3 1 2 16,5 2-4-16,1-3-2 0,4 2 3 0,0-1-6 0,6-1 3 16,2 1-4-16,2-1 2 0,3 2 1 0,2-2 1 15,0 1-10-15,3-2 12 0,-2-1-8 16,12 2 1-16,-9 0-3 0,-2-2 3 0,15 0 2 16,0-1-7-16,-4 3 15 0,4-3-14 0,1 3 2 15,-3-2-2-15,3-1-2 0,-1-1 8 0,4 3-1 16,-1 0-3-16,5-3 2 0,-1 3-3 0,0-3 3 15,-1 1-4-15,2-1 2 0,-1-1-3 0,1 3 2 16,4-3 3-16,-1 0-3 0,27 1 1 0,-28 0-3 16,0 0 5-16,27-1-4 0,-31 1 2 0,5-1 2 15,-2-2 0-15,1 4-2 0,2 1-4 0,-1-2 8 16,0 2-7-16,-1-4 2 0,0 3 5 0,0 3-5 16,0-2 4-16,1 1-2 0,0-3 11 0,1 2-7 15,-2 1 2-15,1-1-4 0,-3 2-9 0,2-2 4 16,-1 0 10-16,-1 2-12 0,-2 0-1 0,3-2 7 15,-2-1-10-15,2 1 3 0,1-1-1 0,27 0 4 16,-35-1 3-16,5 2-13 0,-1 1 0 0,0-2 5 16,2 2 5-16,-3-2-1 0,2 1-3 0,-2-1 5 15,-2 1 1-15,-2 0-5 0,3-1-2 0,-1-3 5 16,-2 3 6-16,3 0-4 0,-1 2-1 0,-2-4 3 16,-1 2-7-16,-4-1 11 0,-12 3-3 0,3 1-1 15,-4-2-10-15,0 1-1 0,0-1 0 0,1-1 10 16,-2 3 7-16,-1-1-1 0,-1 0-12 0,-2-1 3 15,-3 1-3-15,0-1 11 0,-9 0-11 0,-1 2 3 16,2-1-1-16,-2-3-8 0,-8 6 19 0,2-2-6 16,-1 0 3-16,-6-2 1 0,-6 2 6 0,13 2-6 15,-13-2 13-15,10-2 0 0,-10 2 1 0,8 2-3 16,-8-2-2-16,0 0 1 0,0 0-3 0,9 0 0 0,-9 0-6 16,0 0-3-16,0 0-6 0,0 0 2 15,0 0-4-15,0 0 4 0,0 0-10 0,0 0-5 16,0 0-29-16,0 0-20 0,0 0-17 0,7 2-19 15,-7-2-12-15,0 0-20 0,0 8-89 0,0-8-225 16,0 0 99-16</inkml:trace>
  <inkml:trace contextRef="#ctx0" brushRef="#br0" timeOffset="33001.3">22702 5847 43 0,'0'0'55'0,"0"0"-4"0,0 0-3 16,0 0-3-16,0 0-6 0,0 0 9 0,0 0-20 16,0 0-11-16,32 5 10 0,-18-4 4 0,2 0-1 15,6 2-6-15,7-3 12 0,3 2-3 0,5-2 0 16,14 0-5-16,-1-2 3 0,4 4 3 0,0-2-2 16,4 0-14-16,1-2 17 0,3 2-12 0,-2 0-7 15,4 0 9-15,-6 0-2 0,1-4-6 0,8 4 4 16,-4-1-4-16,1 0 8 0,0 0-7 0,3-2 6 15,22 1-13-15,-29 0 9 0,7 0 2 0,24-1-3 16,-33-1 3-16,8 1 1 0,-4 0-2 0,2 0-5 16,28-3-2-16,-28 5 3 0,2-1-4 0,28-3 2 15,-28 4 2-15,25-3 0 0,-30 3-5 0,7 2 1 16,-3-2-10-16,23 0 14 0,-26 2-12 0,3-1 4 16,0 0 8-16,-2 0-9 0,0 1-4 0,27-2 0 15,-29 2 2-15,-1 1-3 0,2-2 7 0,0 0 4 16,1-2-5-16,-4 2-2 0,1-1 5 0,-4 0-5 15,0-1 8-15,2 2-2 0,-19 0-3 0,15-3 9 16,-3 3-14-16,-11-2 22 0,10 0-10 0,-12 2-2 16,-2-2-2-16,-2-2 3 0,2 4-8 0,-4-3 2 15,-3 2 2-15,-7-2-5 0,0 3-2 0,-3 0 2 16,-6 0 0-16,-4 0 12 0,0 0 6 0,-2 0 4 16,-7 0 2-16,13 0 9 0,-13 0-1 0,10 0 2 15,-10 0-4-15,8-2 5 0,-8 2-7 0,0 0-2 16,0 0-5-16,0 0-6 0,9 0-1 0,-9 0-4 15,0 0-2-15,0 0-5 0,0 0-4 0,0 0-6 16,0 0-11-16,0 0-15 0,0 0-25 0,0 0-16 16,9-1-26-16,-9 1-29 0,0 0-27 0,0 0-112 15,0 0-281-15,0 0 126 0</inkml:trace>
  <inkml:trace contextRef="#ctx0" brushRef="#br0" timeOffset="33583.91">27775 5720 25 0,'0'0'95'0,"0"0"-7"0,0 0-2 16,0 0-12-16,0 0 5 0,0 0-34 0,0 0 12 15,0 0-13-15,0 0 14 0,0 0-11 0,23-2 5 16,-10 4-8-16,0-3 15 0,7 1-13 0,1 0-5 15,12 1-2-15,3 0-1 0,2-1-5 0,16 3 2 16,1-2-2-16,3 1-2 0,3-4-1 0,2 2-4 16,1 0-6-16,2 2 13 0,1-4-16 0,25-2-3 15,-31 4-3-15,6-1-11 0,25 1 8 0,-29-2 3 16,31 1 1-16,-32 1 5 0,2 0-8 0,32-4 7 16,-32 5 2-16,3-2 9 0,-2 1-5 0,1 0-4 15,28-3 1-15,-34 2 0 0,-1 2-3 0,1-2-4 16,-2 2 4-16,0 0-2 0,-4-2-4 0,-1 4 0 15,0-3-1-15,-17 0 5 0,-2 2 2 0,1-2 1 16,-6 0 0-16,0 2 5 0,-8-2 5 0,-3-2 0 16,-4 2 2-16,-1-1-6 0,-2 0 10 0,-3 1 4 15,-8 0-1-15,11-2-2 0,-11 2 0 0,10-2-5 16,-10 2-3-16,0 0 0 0,7-1-9 0,-7 1 2 16,0 0-17-16,0 0-21 0,0 0-20 0,0 0-31 15,0 0-16-15,0 0-27 0,-24-13-14 0,13 10-20 16,-7 0-98-16,-2 2-265 0,-7-3 118 0</inkml:trace>
  <inkml:trace contextRef="#ctx0" brushRef="#br0" timeOffset="34633.71">5009 6796 83 0,'0'0'96'0,"0"0"-10"0,0 0 13 0,0 0-16 16,0 0 6-16,0 0-9 0,0 0-9 0,0 0-8 0,0 0 6 15,0 0-14-15,0 0-4 0,0 0-11 16,0 0 0-16,0 0-9 0,0 0-1 0,0 0-1 16,0 0-4-16,21 0 1 0,0-1-2 0,13-2-1 15,18-4-2-15,8-2-3 0,4 0 0 0,31-7-2 16,-6 2-13-16,-24 4-3 0,27-4-8 0,-4 0 4 15,-26 8 12-15,2 2 3 0,1 0-8 0,-3 2 1 16,-3 1-1-16,-3 1-6 0,-6 1-5 0,-9 3-26 16,-4 4-41-16,-1-1-120 0,-1 5-211 0,-9-1 95 15</inkml:trace>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06:09.176"/>
    </inkml:context>
    <inkml:brush xml:id="br0">
      <inkml:brushProperty name="width" value="0.05292" units="cm"/>
      <inkml:brushProperty name="height" value="0.05292" units="cm"/>
      <inkml:brushProperty name="color" value="#FF0000"/>
    </inkml:brush>
  </inkml:definitions>
  <inkml:trace contextRef="#ctx0" brushRef="#br0">11889 9071 35 0,'-7'-4'66'0,"7"4"-16"0,0 0-1 0,0 0-4 16,0 0-6-16,0 0-2 0,-2-10-1 0,2 10 3 0,0 0-8 15,0 0 1-15,-2-6-9 0,2 6 1 0,0 0-3 16,0 0-2-16,0 0-8 0,0 0-1 0,0 0 3 16,0 0-2-16,-5-6-8 0,5 6 0 15,0 0 1-15,0 0 0 0,0 0 2 0,0 0-4 0,0 0-5 16,0 0 1-16,0 0-1 0,0 0-6 0,0 0 14 16,0 0-4-16,0 0-1 0,0 0-1 0,0 0 2 15,0 0 2-15,0 0-8 0,0 0 7 0,0 0 0 16,0 0 2-16,0 0-11 0,0 0 8 0,0 0-4 15,0 0 7-15,0 0-2 0,0 0-5 0,0 0 4 16,0 0 1-16,0 0-4 0,0 0 6 0,0 0-2 16,0 0-3-16,0 0 4 0,0 0-1 0,0 0 1 15,0 0-6-15,0 0 3 0,0 0 7 0,0 0-8 16,0 0 12-16,0 0 1 0,22 6-4 0,-12-5 10 16,1 1-5-16,0-4 13 0,5 2-8 0,1-2 0 15,4-1 0-15,-1 2-3 0,0 0 3 0,9-1-4 16,-4 0 8-16,-2 1 6 0,4 0-1 0,-6 1-3 15,9-1-10-15,-3-1 5 0,0 1-7 0,2 1-3 16,0 1 5-16,1-2-7 0,-1 2 1 0,0-1 10 16,-1 0-8-16,3 0-7 0,0 3 10 0,5-1-13 15,0 0 8-15,-1-2-1 0,-1 4 1 0,3 0-9 16,-4-1 8-16,3 1-4 0,0 1 7 0,0-3-12 16,4 2 1-16,10-2-1 0,-10-1 4 0,-1 1 2 15,1-2 1-15,-2 2 9 0,14 0-16 0,-12 1-2 16,-4-2 8-16,3-1 0 0,1 0-4 0,-2 0-2 0,14-1 7 15,-1 2-4-15,3-2 3 0,-2-1-6 16,-14 2-2-16,16-1 0 0,-16 0 2 0,14-2 2 16,-1 3 2-16,-1-3-15 0,2 1 16 0,-14 2 1 15,2 0 2-15,12-1-4 0,-14 0-3 0,0 1 4 0,1-2-2 16,0 2 5-16,-5-1-2 0,6 2-6 0,-3-1 0 16,3-1 1-16,-2 1 0 0,-4 3 3 15,2-2 3-15,-3-1-3 0,0 0-3 0,-2-1 1 16,0 1-3-16,-3 1 6 0,-1-1 0 0,-6 1 4 0,0 1-11 15,2-2-5-15,-1 0-1 0,-2 1-6 0,2 1-14 16,-4-2-11-16,1 0-13 0,-2 2-15 16,-3-1-80-16,-3-1-162 0,-1 0 73 0</inkml:trace>
  <inkml:trace contextRef="#ctx0" brushRef="#br0" timeOffset="1140.44">14631 9135 49 0,'0'0'57'0,"0"0"-5"0,0 0 2 0,-8-3-1 15,8 3-3-15,0 0 5 0,0 0-9 16,0 0-18-16,0 0 12 0,0 0 1 0,0 0-6 0,0 0 0 16,0 0-2-16,0 0 3 0,0 0-7 0,0 0-4 15,0 0 7-15,27-6-4 0,-15 3 1 0,3 2-1 16,2-3 4-16,2-1 4 0,0 1-5 0,11-2 4 15,-1 0-7-15,-1 2 1 0,2-2-3 16,3 1 6-16,-1-3-4 0,4 3 10 0,2 0-11 0,-3-2 3 16,15 0-2-16,-9 3-4 0,10-2 3 0,-12 2-7 15,-1 1 5-15,0 2-5 0,1-2 1 16,0 0-11-16,-2 3 4 0,3 0 1 0,-2-2-4 0,1 1-5 16,-3 2 7-16,2 1-4 0,-1-2-1 0,-1 0 6 15,2 3-5-15,-5-1 2 0,4-1-10 0,-4 0-2 16,1 1 4-16,-1-1-1 0,-1 1 5 0,1 1-5 15,4-2 9-15,-2 2-3 0,-1-2-3 0,-1 3-5 16,1-2 5-16,-1 1-2 0,0 1-3 0,0-3-1 16,3 2 5-16,1 1-2 0,-1-3 3 0,-3 2-6 15,3 0-2-15,0-1 4 0,0 0 2 0,-2-1-3 16,3 2 6-16,-3-2-3 0,2-1 5 0,3 1-14 16,-5-2 4-16,2 2-1 0,0-1 2 0,-1-1-3 15,1 1 12-15,3-1-8 0,-2 1-3 0,1 2 3 16,-2-3 2-16,-2 0 1 0,3-4 4 0,-1 4-3 15,-1-1-6-15,2 2 6 0,-2-2-3 0,3 2-3 16,-3-1 5-16,0-2-3 0,-3-1-1 0,1 3 0 16,0-3 0-16,-3 0 5 0,1 3-5 0,-2-2 1 0,-1-1-3 15,-1 2 5-15,-6-1 0 0,8 1-6 0,-10 0 9 16,3-1-7-16,-1 1 4 0,-2 0-6 0,3-1 6 16,5-1 0-16,-7 2-3 0,0-1 4 15,-3 1-7-15,1 2 6 0,0-1-1 0,0 1-3 0,-5-1 4 16,0 1-2-16,2-1 2 0,-2 1-4 0,1 1-4 15,-1-2 6-15,-1 1 1 0,0 1 1 0,0-1 3 16,1 1-9-16,-2-1 1 0,0 0 6 0,1 0-1 16,-2 0 9-16,-2 0-14 0,3 0 4 0,-2-1-5 15,1 0 1-15,2 1 5 0,-5-1-4 16,4 1 4-16,0-2-3 0,-11 2 8 0,14-1-9 0,-7 0-4 16,-7 1 9-16,15-3-7 0,-10 3 5 0,-5 0 3 15,12 0-2-15,-12 0 1 0,12 0-6 0,-12 0 5 16,9 0-1-16,-9 0-1 0,9 0 4 0,-9 0-3 15,0 0-2-15,0 0-3 0,10 0 1 0,-10 0-5 16,0 0-1-16,0 0-12 0,0 0-8 0,0 0-3 16,0 0-7-16,8-1-5 0,-8 1-9 0,0 0-14 15,0 0-11-15,0 0-12 0,0 0-20 0,0 0-58 16,0 0-181-16,0 0 80 0</inkml:trace>
  <inkml:trace contextRef="#ctx0" brushRef="#br0" timeOffset="1532.44">17820 9068 35 0,'7'1'90'0,"5"1"-7"0,1-2-10 0,-1 0-16 0,6 3 10 15,2-3-12-15,-1 2 2 0,-3-1-6 16,3-1-3-16,1 0-8 0,-4 2 7 0,5 0-2 0,-3-1-13 16,2 0 1-16,0 0-4 0,0-1 3 0,0 2 5 15,0-2-9-15,0 2-1 0,-1-3 0 0,-1 0 3 16,-2 1-2-16,-2 1-9 0,0-1 6 0,-1 0-3 16,3-1-4-16,-5 1 1 0,3 0 2 15,-2 0-3-15,0 0 4 0,0 1-7 0,-2-2 2 0,2 1 0 16,-6-2 0-16,4 2-2 0,-2 2-2 0,-8-2-2 15,11-3 4-15,-11 3-6 0,8-1 1 16,-8 1 1-16,0 0-5 0,0 0 5 0,10 0 0 16,-10 0-8-16,0 0-7 0,0 0-16 0,0 0-4 0,0 0-22 15,0 0-17-15,0 0-11 0,0 0-11 0,0 0-4 16,-33 1-77-16,24-1-178 0,-1 0 79 16</inkml:trace>
  <inkml:trace contextRef="#ctx0" brushRef="#br0" timeOffset="1703.06">18234 9093 58 0,'11'-3'74'0,"2"3"0"16,-3-3-8-16,4 0-3 0,-2 1-7 0,-1-2-11 15,3 3-5-15,-1-2-1 0,-3 3-11 0,1-2-24 16,-4 1-13-16,-1-1-19 0,-6 2-57 0,8-2-93 15,-8 2 41-15</inkml:trace>
  <inkml:trace contextRef="#ctx0" brushRef="#br0" timeOffset="2501.25">11744 9093 23 0,'0'0'98'0,"-8"-3"-14"0,8 3 1 15,0 0-23-15,0 0 2 0,0 0-11 0,0 0-4 16,0 0-7-16,0 0-3 0,0 0-14 0,0 0-17 16,0 0-11-16,0 0-24 0,29 3-12 0,-18 3-56 15,3-2-100-15,-1-1 44 0</inkml:trace>
  <inkml:trace contextRef="#ctx0" brushRef="#br0" timeOffset="3172.55">18437 8993 50 0,'0'0'66'0,"0"0"-22"0,0 0-26 0,0 0-48 15,0 0-32-15,0 0 14 0</inkml:trace>
  <inkml:trace contextRef="#ctx0" brushRef="#br0" timeOffset="3809.14">11991 9129 40 0,'0'0'92'16,"0"0"-11"-16,0 0-10 0,-1-7-5 0,1 7-8 16,0 0-4-16,0 0-15 0,0 0-14 0,0 0-17 15,0 0-18-15,0 0-30 0,0 0-41 0,23 4-88 16,-15-6 39-16</inkml:trace>
  <inkml:trace contextRef="#ctx0" brushRef="#br0" timeOffset="4356.78">18390 9227 23 0,'0'0'110'0,"0"0"-14"0,0 0-5 15,0 0-13-15,-5-5-15 0,5 5-12 0,0 0-26 16,0 0-17-16,0 0-53 0,0 0-39 0,-6-9-90 16,6 9 40-16</inkml:trace>
  <inkml:trace contextRef="#ctx0" brushRef="#br0" timeOffset="5604.51">11914 9043 70 0,'0'0'88'0,"0"0"-4"0,0 0-13 0,0 0-13 16,0 0 3-16,0 0-12 0,0 0-1 0,0 0-6 15,0 0-14-15,0 0 3 0,0 0-2 0,0 0-1 16,0 0 0-16,0 0-2 0,0 0-5 0,0 0-5 15,0 0 5-15,0 0-7 0,0 0 9 0,0 0-7 16,0 0-2-16,0 0-8 0,0 0-3 0,0 0 2 16,0 0-1-16,25 6 3 0,-25-6-2 0,8 5-3 15,-8-5-10-15,4 3-1 0,-4-3-8 0,5 4 3 16,-5-4-3-16,4 6-3 0,-4-6-5 0,3 4 0 0,-3-4 6 16,0 0-2-16,0 0-6 0,5 6 7 15,-5-6 2-15,0 0-4 0,0 0 12 0,0 0 0 16,-10 13-6-16,10-13 2 0,-8 5 7 0,1-4-4 15,0 2 8-15,-2-1 2 0,2 0-4 0,-3 1 1 0,-1-2 1 16,3 1 0-16,-1-1 2 0,0-1 3 0,9 0 5 16,-14 0-1-16,14 0-4 0,-11 0 20 15,11 0-9-15,-12 0 2 0,12 0 10 0,-6 3-4 16,6-3 2-16,0 0 5 0,0 0-2 0,-12-3-7 0,12 3 2 16,0 0 3-16,0 0-14 0,0 0 3 0,0 0 0 15,-10 2-4-15,10-2 0 0,0 0-4 0,0 0 3 16,0 0 4-16,0 0-1 0,0 0 9 15,0 0-3-15,37-6 11 0,-24 5-5 0,5-4-7 0,1 1 4 16,0-2 0-16,3 2-3 0,4-4 4 0,1 2-1 16,1 1 16-16,1-2-7 0,0 2-4 0,1 0-2 15,-1 0 3-15,4-2-4 0,3 1-6 0,-5 0 1 16,1 2 6-16,0-1-8 0,-2 2-1 0,2 0-8 16,0 1 4-16,-1-1 3 0,-2 4-4 0,0 1 7 15,1-2-5-15,1 0 3 0,-2 1-1 0,3-1-4 16,1 1-4-16,-3 1 7 0,3-1-15 0,1 0 12 15,0-1-5-15,0-1 0 0,0 1 9 0,4 0-7 16,-2-3 1-16,3 2-3 0,14 0 3 0,-15-3 8 16,16 0-3-16,-5-1-1 0,-9-1-2 0,-2 1 6 15,3 0-5-15,-2 2-3 0,-2-3-7 0,16-1 3 0,-3 4-6 16,-15 0 5-16,-1 1 5 0,-3 0 3 16,-2 0-6-16,0 2 3 0,-2 0-1 0,-5 2-5 15,-3-2 1-15,2 1 5 0,-2-1-3 0,-1 3 5 16,-7-1-6-16,2-1-8 0,-3 2-9 0,-1 0-12 15,-1-1-19-15,0 2-15 0,-2-2-18 0,-1 1-6 16,-5-3-18-16,8 8-19 0,-8-8-66 0,0 0-200 16,0 0 89-16</inkml:trace>
  <inkml:trace contextRef="#ctx0" brushRef="#br0" timeOffset="5818.09">13398 9041 18 0,'21'0'105'0,"10"1"-11"0,1 0-5 0,-1-1-7 16,5-1-17-16,2 1 0 0,-1 1-15 0,3-1-19 15,-2 3-21-15,2 0-28 0,-2-2-24 16,3 0-50-16,-3-1-99 0,16 0 44 0</inkml:trace>
  <inkml:trace contextRef="#ctx0" brushRef="#br0" timeOffset="6429.33">14979 9112 33 0,'0'0'99'0,"0"0"-5"16,0 0-11-16,0 0-1 0,0 0-10 15,0 0 2-15,14-12-6 0,-3 9-1 0,3 1 2 0,3-2 0 16,4 3-9-16,8-2 5 0,3-2-1 0,4 1 3 15,15 3-7-15,1-2-1 0,3 1-8 0,2-1-1 16,1-1-7-16,1 3-4 0,2-2 0 0,0 3-8 16,-1 2 0-16,-2-2-3 0,-2 1-6 0,4 2-1 15,-2-2-2-15,2 3 2 0,0 0 1 0,0-2-8 16,-1 1-1-16,2 0 0 0,-2 1-6 0,-4-1-7 16,2 2-7-16,-3 0 5 0,1-3 0 0,-1-2 2 15,1 3-3-15,-2-3 6 0,-1-3-9 0,-13 3 1 16,16-3 2-16,0 2 2 0,-3-2 1 0,-15 2-4 15,1 1 2-15,-3-4 1 0,1 3-3 0,-3-2 0 16,-1 2 0-16,-2 1 4 0,-2 0-5 0,-6 0 1 16,-3-2-3-16,-3 1-1 0,-3 1-8 0,-1 0-5 15,-3 1-5-15,-3 1-10 0,-6-2-14 0,13 0-5 16,-13 0 0-16,7 1 1 0,-7-1-9 0,0 0-5 0,0 0-13 16,0 0-8-16,0 0-72 0,0 0-175 15,-24 8 77-15</inkml:trace>
  <inkml:trace contextRef="#ctx0" brushRef="#br0" timeOffset="6716.7">17185 9083 15 0,'29'-1'128'0,"0"0"-9"0,3-2-4 0,-1 2-4 15,3 0-11-15,2-1 0 0,3-1-3 0,12-5-9 16,1 4 1-16,-14 0-15 0,2 1-3 0,1 0-10 16,11-4-6-16,-1 3-4 0,-13 1-8 0,-3 0-1 15,4 0-4-15,-2 0-3 0,-2 1-5 0,0-1-5 16,-3 3-3-16,0-4 5 0,-1 4-6 0,-5-2-4 16,-4 1 1-16,-3-2-6 0,-1 2 0 0,-5 1-6 15,0 0 2-15,-2-1 6 0,-3 1-20 0,1-2-8 16,-9 2-17-16,10 0-14 0,-10 0-14 0,0 0-26 15,0 0-15-15,0 0-15 0,0 0-84 0,0 0-214 16,0 0 95-16</inkml:trace>
  <inkml:trace contextRef="#ctx0" brushRef="#br0" timeOffset="6896.72">18204 9077 120 0,'14'-3'110'0,"6"0"-5"16,0-1-17-16,-2-2 2 0,1 3-14 16,0-3-4-16,-1 1-10 0,0 3-8 0,-5-1 4 15,1 1-22-15,-1 0-17 0,-4-1-32 0,-1 3-17 16,-8 0-29-16,11-3-73 0,-11 3-142 0,0 0 63 0</inkml:trace>
  <inkml:trace contextRef="#ctx0" brushRef="#br0" timeOffset="7866.74">11859 9117 64 0,'12'1'70'0,"3"-2"-2"0,4 1-5 0,-1-2 7 16,4 1-3-16,7 0-8 0,2 0 6 0,2-2 2 15,0 0 1-15,-1 0-9 0,5 0-2 0,-1 2 4 16,1-3-2-16,0 0-9 0,13 1-4 0,-9 1-2 16,-2-1-1-16,13 2-8 0,-11 1 1 0,9 0-4 15,3 0-5-15,-3 0-4 0,1 0 2 0,-12 4-8 16,13 1 3-16,1-1-5 0,-1 4 0 0,0-1-3 15,-1 1 2-15,-1 0 0 0,-11-1 1 0,14 3-5 16,-2 2-6-16,-2 0 7 0,3-1-1 0,-3 2-7 16,3-1 9-16,2 0-4 0,0-2-5 0,0 1 6 15,0-3-3-15,2-2 2 0,2 2-2 0,3-5 2 16,2 3 0-16,-2-5 0 0,2-2 1 0,1-1 2 16,-3 0-2-16,0-1-2 0,0-1 4 0,1 3 2 15,-3-3-10-15,-2 0 5 0,-6 4 5 0,-11-2-5 16,0-1-1-16,-1 3-4 0,1-1-10 0,-6-1-11 15,2 2-10-15,0 0-18 0,-2 0-4 0,-3-2-26 0,-4 4-6 16,-4-2-12-16,-4 0-15 0,-1 3-72 16,-6-1-197-16,-1 0 87 0</inkml:trace>
  <inkml:trace contextRef="#ctx0" brushRef="#br0" timeOffset="8982.14">15480 9095 41 0,'5'-5'62'0,"-5"5"4"0,9-4-6 0,-9 4 1 15,5-3-4-15,-5 3-2 0,5-4-9 0,-5 4-1 16,0 0-6-16,6-5-5 0,-6 5-5 0,0 0-2 16,0 0-4-16,0 0-1 0,9 0 12 0,-9 0-15 0,0 0 4 15,0 0 2-15,14 0-2 0,-14 0-4 16,12 0 1-16,-4 2 13 0,2-4 2 0,5 2 5 16,7 0 2-16,-2-2 11 0,11 1-1 0,2-1 0 15,3-2 4-15,3 0-4 0,15 2-2 0,-1-3-2 16,3 0 2-16,3 1-2 0,3-2 2 0,1 0-7 15,1-1 2-15,2 2-8 0,24-2-3 0,-29 3-5 16,2 4 2-16,3-1-4 0,-3-2 3 0,1 2-7 16,-4 0 3-16,1 0 2 0,3-1-8 0,-4 4-6 0,-2-1 1 15,-3 0 5-15,-1 1-8 0,-2 1 3 0,0 0-5 16,-12-2 5-16,11-1-9 0,-13 1 2 0,12-1-1 16,-13 0 0-16,-2 0-1 0,-1-1 0 15,-2-2 1-15,-3 3-4 0,-2-2 6 0,1 0-8 0,-9 1 1 16,-1 0-3-16,-4 0-5 0,-2 1-4 15,1 0-7-15,-2 0-8 0,-3-1 4 0,-8 1-9 0,14 0-8 16,-14 0-14-16,10 0 4 0,-10 0-9 0,7 1 5 16,-7-1-4-16,0 0-7 0,0 0 7 0,10 0-6 15,-10 0 0-15,0 0 12 0,6 2 6 0,-6-2 8 16,0 0 4-16,5 5 2 0,-5-5-1 0,0 0-1 16,4 7 14-16,-4-7-5 0,5 5 3 0,-5-5 3 15,7 5 8-15,-2-2 2 0,-5-3 6 0,9 4 4 16,-3-4 11-16,-6 0-6 0,13 3 7 0,-4-2-1 15,-2-1 9-15,2 1 2 0,3-1 5 0,-3 0-6 16,1 0 9-16,0 1-7 0,2-1 0 0,-2 1 5 16,1-2-4-16,1 1 1 0,1 1-8 0,-2 0 2 15,0-2 5-15,2 2-1 0,-2-1-5 0,-1 0-2 16,1 2-4-16,1-2 1 0,-2 1-7 0,3-1 3 16,-1 1 7-16,0-1-7 0,0 3 2 0,-2-2-5 15,0 2-1-15,0-3-4 0,-3 3-5 0,2-1 0 16,-2-1-13-16,-7-1-8 0,12 4-7 0,-8-1-5 15,3-2-22-15,-7-1-6 0,11 4-6 0,-11-4-13 0,7 4 0 16,-3-2-9-16,-4-2 1 0,0 0-74 0,0 0-175 16,2 8 78-16</inkml:trace>
  <inkml:trace contextRef="#ctx0" brushRef="#br0" timeOffset="9130.42">18118 9103 30 0,'0'0'34'0,"0"0"10"0,3 4 8 0,-3-4 9 16,0 0 9-16,8 3 8 0,-8-3 0 0,8 3-4 15,-8-3-6-15,0 0 1 0,6 4 10 0,-6-4 16 16,8 5 7-16,-2-4 1 0,-6-1 2 0,13 1-2 15,-7 1-7-15,-6-2-10 0,14 0-10 0,-7 0-2 16,0 2-10-16,-7-2-5 0,16 1-9 0,-16-1-20 16,14-3-27-16,-6 3-45 0,0 0-36 15,-8 0-38-15,16-3-143 0,-10 0-278 0,3 2 123 0</inkml:trace>
  <inkml:trace contextRef="#ctx0" brushRef="#br0" timeOffset="9264.06">18353 9182 26 0,'0'0'133'16,"0"0"-13"-16,0 0-17 0,0 0-32 0,0 0-33 15,0 0-36-15,0 0-37 0,0 0-42 0,0 0-82 16,0 0 36-16</inkml:trace>
  <inkml:trace contextRef="#ctx0" brushRef="#br0" timeOffset="87483.11">24197 7774 118 0,'0'0'142'0,"0"0"-8"0,0 0-8 15,0 0-7-15,0 0-15 0,0 0-11 0,0 0-18 16,0 0 2-16,-18-7-5 0,18 7-10 0,-11-3-7 0,11 3-1 15,-14-3-4-15,6 3 0 0,0-1-6 16,8 1-8-16,-16-2 1 0,8 2 2 0,8 0 5 16,-12-1 2-16,12 1 1 0,-11 0-5 0,11 0 4 15,0 0-8-15,-9-1-3 0,9 1-10 0,0 0 3 0,0 0-7 16,0 0-1-16,0 0-1 0,0 0 3 0,0 0-11 16,0 0 3-16,36-7-5 0,-15 4 3 0,9-2-4 15,2-3 2-15,1 4 0 0,4-1-5 16,-2-3 2-16,-1 1-8 0,1 1-12 0,2 3-11 0,-7-5-7 15,-2 3-24-15,-1 1-18 0,-5-1-18 0,0 1-20 16,-1 2-10-16,-4-1-26 0,-3 4-77 0,-5-1-242 16,-1 0 108-16</inkml:trace>
  <inkml:trace contextRef="#ctx0" brushRef="#br0" timeOffset="87984.28">24300 7767 77 0,'-7'1'143'0,"7"-1"-9"0,0 0-10 16,0 0-7-16,0 0-20 0,0 0-13 0,0 0-11 16,0 0-10-16,-5 7-4 0,5-7 0 0,1 13-11 15,-1-2-3-15,1 4-8 0,0 3 5 0,-1 1-6 16,2-1 4-16,-1 8-9 0,3-2-2 0,-4 2 2 15,1-7 5-15,-1 6 0 0,3 0-3 0,-1-8 2 16,0-1-7-16,-1 1-3 0,0-1 4 0,0-1-19 16,1 1 9-16,-1-3-1 0,0-2-1 0,3 1 0 15,-3 0-12-15,1-1 14 0,1 0-6 0,-3-2-2 16,0-3 0-16,0-6-3 0,-2 13 1 0,1-7 2 16,1-6-5-16,-3 10 2 0,-2-6-3 0,5-4 3 15,-6 7 0-15,-1-2-5 0,2-2 0 0,-1 0-1 16,-3-1-2-16,-1-1 3 0,-1 2 0 0,-3-2-7 15,3-1 10-15,-3 1 1 0,1 0-6 0,-1 0-3 16,0-1 1-16,-3 1-1 0,3-1 5 0,0 0-8 16,0 1 4-16,2 1-2 0,0-4 4 0,4 2-2 15,8 0 2-15,-13 0-1 0,13 0 1 0,-10 4-4 16,10-4 1-16,0 0 0 0,-9 0-1 0,9 0-2 0,0 0 4 16,0 0-1-16,0 0 5 0,0 0 4 15,0 0 0-15,0 0-4 0,31 10 1 0,-15-9 2 16,2-1 8-16,5-1-11 0,4 0-8 0,4 0-11 15,-1 0-33-15,2-4-30 0,0 3-39 0,3-3-36 0,-6 0-83 16,4-1-255-16,1-2 113 0</inkml:trace>
  <inkml:trace contextRef="#ctx0" brushRef="#br0" timeOffset="88378.98">24907 8046 160 0,'0'0'172'0,"0"0"-9"15,-12-2-8-15,12 2-14 0,0 0-12 0,-7-3-10 16,7 3-6-16,0 0-13 0,0 0-5 0,0 0-7 16,0 0-8-16,0 0-3 0,26-16-6 0,-4 11-5 15,6-5-2-15,7 0-8 0,1 0-5 0,4-1-7 16,8-1 2-16,-12-1-6 0,15 0-7 0,-17 3-3 15,-3-2-4-15,3 6-14 0,-4-1-15 0,0 0-26 16,-2 3-32-16,-11-1-39 0,2 2-32 0,-6 2-40 16,-3 1-101-16,-2 0-295 0,-8 0 131 0</inkml:trace>
  <inkml:trace contextRef="#ctx0" brushRef="#br0" timeOffset="88596.78">24895 8199 102 0,'0'0'183'0,"0"0"-14"0,-10 1-10 16,10-1-12-16,0 0-4 0,0 0-10 0,25-7-11 16,-7 4-11-16,10-4-10 0,3 0-10 0,1-1-9 15,2 0-9-15,2 2-6 0,0-1-7 0,0-2-13 16,-2 6-29-16,-1-3-19 0,-1 1-24 0,-2 1-37 0,0 0-17 15,-11 1-26-15,2 0-32 0,-7 2-97 16,-1-2-252-16,-1 1 111 0</inkml:trace>
  <inkml:trace contextRef="#ctx0" brushRef="#br0" timeOffset="88882.27">25148 7672 115 0,'-6'-7'186'0,"4"2"-17"0,2 5-21 0,-5-7-14 16,5 7-19-16,0 0-19 0,0 0-1 0,0 0-9 16,-6 28 1-16,4-3-3 0,-2 2-7 0,1 8-8 15,-4 15-1-15,-2 3-7 0,-2 3-1 0,3-1-6 16,-4 0-3-16,3-2-8 0,-7-2-1 15,3-2-6-15,-3-1-3 0,2-3-6 0,-2 1-22 0,6-11-17 16,-3 8-34-16,2-10-40 0,3-2-24 0,-1-5-38 16,-2 4-109-16,2-3-278 0,2-10 123 0</inkml:trace>
  <inkml:trace contextRef="#ctx0" brushRef="#br0" timeOffset="89618.3">25787 7770 157 0,'0'0'169'0,"0"0"-11"0,-7-6-13 16,7 6-14-16,-6-4-12 0,6 4-16 0,0 0-7 15,0 0-10-15,-20 10-6 0,13-1-1 0,-6 2 0 16,1 5-9-16,1 0-7 0,-3 5-6 0,3 3-7 16,3-5-5-16,-2 3 0 0,4-3-6 0,3-1-4 15,1 0 0-15,2-2-6 0,2 0 2 16,2 0-3-16,4 0 5 0,-1-2-5 0,1-4 0 0,3-1 1 15,3-1 1-15,3 1 0 0,2-3-7 0,2-2 3 16,0-4-3-16,8 2-3 0,0-4 3 0,1-3-2 16,-3-3-2-16,2-1 1 0,0-2-6 0,-4-2-1 15,2-5-1-15,-3-1 1 0,-3 1-5 0,-5 3 3 16,-3-6-3-16,1-1-1 0,-9 5 1 0,3-8-2 16,-6 2 0-16,-2 3 2 0,-2 1-2 0,-6-6-3 15,0 0-1-15,-1 1 2 0,-2 6 0 0,-5-3 0 16,3 6-1-16,-3 5-3 0,-1-2 1 0,-4 5-3 15,-2 4-27-15,-6 3-11 0,0 8-26 0,-3 1-9 16,1 5-26-16,-2-2-13 0,3 6-35 0,1 2-20 16,-2 3-111-16,7-4-303 0,-6 0 134 0</inkml:trace>
  <inkml:trace contextRef="#ctx0" brushRef="#br0" timeOffset="90128.69">25382 7622 2 0,'-4'16'106'16,"-5"11"-5"-16,-2 7 2 0,-4 12-15 0,1 2-12 15,-1 2-12-15,-2 2 8 0,-2 3-12 0,3-1-16 16,0-1-4-16,-2-5-22 0,3-1-18 0,1 0-10 16,2 1-10-16,1-2-17 0,2 3-82 0,-4-4-126 15,2-11 55-15</inkml:trace>
  <inkml:trace contextRef="#ctx0" brushRef="#br0" timeOffset="96531.36">10370 4932 50 0,'0'-33'93'15,"-1"3"-12"-15,0 11 1 0,1 0-13 0,-1 2-22 16,1 17-2-16,1-22-14 0,-1 22-4 0,-3-14 1 16,3 14-9-16,0 0-12 0,-1-14-4 0,1 14-6 15,0 0 4-15,0 0-4 0,0 0 0 0,0 0 2 16,0 0-5-16,0 0 5 0,0 0-14 0,0 0-18 0,0 0-54 16,0 0-94-16,0 0 43 0</inkml:trace>
  <inkml:trace contextRef="#ctx0" brushRef="#br0" timeOffset="97177.89">11716 4870 38 0,'128'-26'54'0,"-2"3"-14"15,-7 7-27-15,-3 0-38 0,-10 9-25 0,-7-1 11 16</inkml:trace>
  <inkml:trace contextRef="#ctx0" brushRef="#br0" timeOffset="99330.83">20787 5192 8 0,'0'0'15'0,"0"0"9"0,0 0-2 16,0 0 4-16,28-3-2 0,-19 1-3 0,0 1 3 15,4-2-3-15,-3 2-2 0,2-2 2 0,-1 1 0 16,1 0 0-16,-1 0-7 0,-1-1 3 0,1 1-7 16,0 0 0-16,-2-1-5 0,-4 1 0 0,-5 2-2 15,13-1 1-15,-13 1-5 0,6-1-4 0,-6 1 5 16,0 0-5-16,0 0 5 0,0 0-1 0,0 0 1 16,0 0-5-16,0 0-1 0,-19 13 2 15,9-7 0-15,-3-2 0 0,-1 3-6 0,-2-1 6 0,-1 0-1 16,-1-1 0-16,1 2-3 0,0 0 1 0,-1-3 0 15,0 1 2-15,0 1 6 0,0 0-4 0,-1-1 2 16,6-1 2-16,0-1 0 0,2 0 0 0,2-2 8 16,-1 1-6-16,2 0-2 0,8-2 2 15,-10 3 7-15,10-3 1 0,-8 2 2 0,8-2 3 16,0 0-4-16,0 0 5 0,0 0 4 0,0 0 3 16,0 0-3-16,38-13 3 0,-17 6-5 0,4-2 6 0,4-3-1 15,1 3 2-15,0-2 12 0,0 1-15 0,0-2-5 16,-2 3 0-16,-3-1 3 0,-8 5-7 15,2-1 7-15,-7 3-11 0,0-2 0 0,0 2-4 16,-2-1-3-16,-4 3-4 0,0-2-4 0,-6 3 6 0,7-2-2 16,-7 2-2-16,7-3-3 0,-7 3 6 0,0 0-2 15,0 0-9-15,0 0 7 0,0 0-7 0,0 0 5 16,-27 9-5-16,15-6 0 0,2 0 8 0,-3 0-5 16,2 1 2-16,-1-2 11 0,1 1-9 0,4 0-3 15,0-1 3-15,7-2 2 0,-12 3-1 16,12-3 4-16,-7 2-11 0,7-2 8 0,0 0 1 0,-6 3 3 15,6-3 3-15,0 0-4 0,0 0 6 0,0 0-3 16,31-3 2-16,-18 0 4 0,7-1 0 0,3-2-1 16,5-1 6-16,1 0 2 0,0-1-6 0,0 1-3 15,-2-2 7-15,-6 3-1 0,0 0-4 16,-1 1-3-16,-3-1 0 0,1 2 2 0,-5 0 0 0,-1 2-9 16,-1-2-4-16,-2 3-9 0,-2-2-5 0,-7 3-7 15,11-4 0-15,-6 4-3 0,-5 0-4 0,0 0-5 16,8-3 5-16,-8 3-9 0,0 0-7 15,0 0-30-15,0 0-85 0,0 0 37 0</inkml:trace>
  <inkml:trace contextRef="#ctx0" brushRef="#br0" timeOffset="99695.77">21112 4978 36 0,'16'0'73'0,"4"-1"-2"0,-1 0-3 0,10-1-12 15,-1-1 0-15,2 1-8 0,-2-1 2 0,-8 3-4 16,0-2-7-16,0 2-2 0,-7 0-12 0,1 0 9 15,-1 2-6-15,-2-2 6 0,-5 2-6 0,-6-2-6 16,13 1-3-16,-13-1-2 0,9 2-5 0,-9-2 14 16,5 4-6-16,-5-4 10 0,3 8 12 0,-3-8 0 15,-5 12-1-15,1-3 1 0,-1 1-12 0,-2 0 1 16,1 0 8-16,-3 3-16 0,0-3-1 0,3 3 1 16,-3 0-8-16,0 0 1 0,-1 1-14 0,1 3-25 15,2-2-18-15,3-4-23 0,-2 5-27 0,4-3-80 0,-2 2-185 16,0-3 82-16</inkml:trace>
  <inkml:trace contextRef="#ctx0" brushRef="#br0" timeOffset="100097.26">21787 4673 5 0,'0'0'120'0,"0"-12"-9"16,0 12-1-16,3-11-15 0,-1 6-3 0,-2 5 14 15,1-7-14-15,-1 7-6 0,0 0-7 0,1-7-7 16,-1 7-13-16,0 0-11 0,0 0-3 0,0 0 3 15,0 0-11-15,0 0-12 0,0 0-2 0,0 0 4 16,0 0-5-16,0 0-2 0,11 21 1 0,-9-9-2 16,-2 5-7-16,3 0 8 0,-2 3 4 0,-1 7-5 15,1-3-1-15,-1-7-4 0,2 3 1 0,-4-1 2 16,1 2-2-16,0-4 1 0,-1 2-7 0,2-2 2 16,-1 0 2-16,0-2-2 0,1 0 0 0,-1-4-4 15,-1 2 3-15,2 4-11 0,-1-4-14 0,1-3-20 16,0 1-34-16,1-1-7 0,1-1-20 0,-4-2-12 15,5 2-93-15,-3-9-218 0,-1 11 97 0</inkml:trace>
  <inkml:trace contextRef="#ctx0" brushRef="#br0" timeOffset="100462.5">21865 4824 7 0,'6'-3'75'0,"2"2"-6"0,2-2-12 0,0-1-4 16,-1 1-10-16,4 1-7 0,-7 1-12 0,2-3 0 15,3 2-4-15,-3-1-21 0,-2-2 3 0,1 1 1 16,2-2 2-16,-2-2-2 0,0 0-2 0,1-2 0 16,-3 0 7-16,1 0-8 0,-4 0 9 0,2-2 3 15,0-3 1-15,-1 4 12 0,-3 0 6 0,2 1-13 16,0-1 20-16,-2 11 8 0,1-12 6 0,0 7 3 15,-1-4 4-15,0 9-10 0,0 0-3 0,-1-10-6 16,1 10-12-16,0 0 3 0,0 0-5 0,0 0 5 16,0 0 0-16,0 0-3 0,0 0-1 0,0 0 3 15,4 31-1-15,-2-19-2 0,1 5-6 0,-1 0 11 16,0 0-13-16,0 2 2 0,1-2 1 0,-2 2-5 16,3 0-3-16,-2-1 3 0,2 0-12 0,-1 3-9 15,-1-4-14-15,5 2-19 0,-5-4-17 0,1 3-5 16,-1-2-8-16,-2-1-16 0,0 2-3 0,0-5-3 15,-1-2-58-15,1 0-160 0,0-1 71 0</inkml:trace>
  <inkml:trace contextRef="#ctx0" brushRef="#br0" timeOffset="101095.64">22072 5028 229 0,'0'0'2'0,"0"0"4"15,0 0 11-15,0 0 2 0,9-26 4 0,-4 17-2 16,1-2 8-16,4-3-4 0,1-1 1 0,-1 2 5 16,1-2-4-16,-2 1 7 0,4 0-4 0,0-1-10 15,-2-1 5-15,7-4 8 0,-6 6-4 0,2 0 3 16,-3-2-5-16,1 2-3 0,-1-1 4 0,-3 6 5 15,1-7-6-15,-3 6 9 0,2 0-10 0,-4-1 10 16,0 1-1-16,-2 1 3 0,-1-1-8 0,-1 1 6 16,2 0-6-16,-2 9-10 0,-2-13 11 0,2 13-6 15,-2-10 0-15,-1 5-2 0,3 5-11 16,-6-3-1-16,6 3 4 0,-14 1 0 0,14-1-14 0,-17 7 7 16,7 1 1-16,-3 3 13 0,3 4-15 0,0-1-1 15,1 1-4-15,0 0 4 0,4 1-5 0,0 0 3 16,2-3 6-16,2 0-5 0,1 4-6 15,2-4 8-15,6 2-4 0,-3-4-16 0,3 3-3 0,0-4-16 16,5-1 0-16,3-1-15 0,-1 1-6 0,2-3 1 16,1-2-2-16,0-1-4 0,1-1 6 0,1-2 1 15,-1-2 2-15,1-1 2 0,-1-3 5 0,-1 0 3 16,-1-2 3-16,-2-1 7 0,0-1 13 0,-4-3-1 16,-3 4 0-16,3-4 8 0,-4-3 4 0,-2 2 9 15,-1 2 10-15,0-1 13 0,-2 0 10 0,0 3 8 16,0 1 10-16,-4 2 9 0,2 7-8 0,-3-14-3 15,1 9-7-15,2 5 4 0,-7-8-8 0,7 8-6 16,-13 0 3-16,13 0-4 0,-19 6-9 0,9-1 5 16,-1 3-6-16,1-2-1 0,3 2-8 0,0 1 0 15,0-2-2-15,3 4 3 0,-1-3-3 0,2 3 2 16,2-2-3-16,0-1 0 0,2 1-2 0,0-1-1 16,-1-8-6-16,3 14-9 0,-1-8 3 0,1-1-7 15,-3-5 7-15,6 8-9 0,-1-7 6 0,-5-1-5 16,9 2 9-16,-9-2-2 0,0 0 2 0,12-3-1 15,-7-1-5-15,0-1-2 0,0-2 2 16,0 0 6-16,-1-1-6 0,0-2 3 0,1 3 3 0,-1-2-4 16,0 2-9-16,-3 2 14 0,-1 5 5 0,4-12 9 15,-4 12-2-15,2-9-7 0,-2 9 11 0,2-5-15 16,-2 5 3-16,0 0-9 0,0 0 5 0,0 0 0 16,0 0-6-16,0 0 13 0,0 0-7 0,7 17 0 15,-5-10 5-15,0 3-1 0,0 1-6 0,1-3-19 16,1 2-16-16,0 2-8 0,0-3-11 0,0-1-11 15,-1 2-24-15,3-1-14 0,-1-2-54 0,1 0-172 16,-1-2 78-16</inkml:trace>
  <inkml:trace contextRef="#ctx0" brushRef="#br0" timeOffset="101329.38">22725 4484 87 0,'0'-6'146'16,"0"6"-15"-16,0 0-12 0,1-8-13 0,-1 8-14 16,0 0-9-16,0 0-5 0,0 0-6 0,0 0 1 15,5 26 3-15,-4-14-15 0,-1 5-17 0,0 0 8 16,2 2-5-16,-2-1-4 0,0 7-9 0,0-6-1 16,0 1 0-16,0 0-6 0,-2 5 3 0,4-7-5 15,-2 0-12-15,-2 1-18 0,1 1-28 16,0-1-21-16,0-1-21 0,-1 0-25 0,0 1-107 0,-2 0-224 15,-1-2 101-15</inkml:trace>
  <inkml:trace contextRef="#ctx0" brushRef="#br0" timeOffset="102163.4">22856 4841 71 0,'9'-13'154'0,"-9"13"-5"0,10-13-16 0,-4 5-10 16,1-1-18-16,1 0-7 0,5-5-12 0,-7 6-12 15,2-2-3-15,1 0-5 0,-2-3-5 0,0 3-10 16,1 0-10-16,-2-2-9 0,-1 2-8 0,0-1-20 0,-2 1 2 16,2-1 0-16,-3 4 1 0,-2 7-4 0,2-19-8 15,-2 9 6-15,0 10-5 0,0 0 6 16,-3-13-6-16,3 13 0 0,0 0-2 0,-4-9-2 15,4 9 6-15,0 0 9 0,0 0-11 0,-21 14 0 16,13-5-10-16,-1 1 12 0,-1 0 8 0,1 2-3 16,2 5-5-16,-2-3 4 0,3-2-2 0,2 0-1 15,0 0 7-15,3 4-10 0,0-5-4 0,3 1-14 16,1-2-13-16,1 0 5 0,2-1-10 0,3 0 7 16,1-2-4-16,3-1-16 0,1-2 4 0,4-2 4 15,0 1 1-15,1-3 7 0,-1-3 1 0,1-2 6 16,0 0 0-16,-2-2 5 0,1 0 0 0,-4-3 10 0,1 2 7 15,-1-3 8-15,-1-1 8 0,-4 2 3 16,-1-4 7-16,-1 4 7 0,1-5 2 0,-3 5 13 16,-4-1 3-16,1 4 18 0,0 0 8 0,-2 7-2 15,1-14-3-15,-1 14-4 0,-1-8-7 0,1 8-13 16,-4-8 1-16,4 8-9 0,-7-3-13 0,7 3 11 16,-12 1-6-16,12-1 2 0,-15 8-6 0,8 0 2 0,-1-2-7 15,1 2-1-15,2-2 2 0,1 2-8 16,1-2 2-16,1 0 0 0,2-6-6 0,-1 14-5 15,-1-9 3-15,2-5-3 0,4 10-4 0,-1-5 5 16,-3-5-8-16,9 7-5 0,-5-5 11 0,-4-2-6 16,14 2-8-16,-14-2 3 0,11-4-7 0,-6-1 5 15,3-1 0-15,0-4 9 0,-3 0-4 0,-1-2-5 16,1-4 3-16,0-1 4 0,-1 0 1 0,1-2-2 16,-1 0 5-16,-2 1-1 0,2-3 2 0,-1 2-7 15,0 2 9-15,-1-3-4 0,2 5 22 0,-2 3 17 16,-1 1 4-16,1 2 10 0,1 1-11 0,-3 8-2 15,2-10-7-15,-2 10-3 0,1-7-2 0,-1 7-2 0,0 0-6 16,0 0-1-16,0 0 3 0,0 0-11 16,8 27 6-16,-7-11 0 0,1 1-2 0,2 10 0 15,-1-8-18-15,1 9-3 0,-3-1-23 0,0 1-21 16,2 0-12-16,-3 0-18 0,0 0-13 0,0-2-16 16,-4 2-107-16,-5-1-239 0,-1-2 106 0</inkml:trace>
  <inkml:trace contextRef="#ctx0" brushRef="#br0" timeOffset="102592.65">22685 5249 16 0,'55'-17'133'0,"31"-10"-15"0,3-3-35 15,-5 1-36-15,3 3-37 0,-24 6-37 0,24-8-37 0,-4-2-68 16,-29 9 30-16</inkml:trace>
  <inkml:trace contextRef="#ctx0" brushRef="#br0" timeOffset="103267.73">22773 4698 44 0,'-7'-2'54'0,"7"2"-6"0,-9-1 4 0,9 1 1 16,-12-3-1-16,12 3-3 0,-10-1 7 0,10 1-3 16,-14-3-5-16,7 3 1 0,7 0 1 0,-11-3 2 15,11 3-3-15,-13-3-1 0,7 2 1 0,6 1-2 16,-12-3 16-16,12 3 9 0,-9-3-5 0,9 3-1 15,-6-4-4-15,6 4-6 0,0 0-3 16,0 0-9-16,-3-5-5 0,3 5-5 0,16-7-8 0,-2-2-16 16,5 0-20-16,12 1-30 0,5-4-33 0,13 1-44 15,4-1-85-15,0-4-217 0,-2-2 97 0</inkml:trace>
  <inkml:trace contextRef="#ctx0" brushRef="#br0" timeOffset="123003.43">12688 4689 34 0,'-6'-4'31'0,"6"4"-12"16,-7-6-11-16,7 6-5 0,0 0-9 0,0 0-10 15,0 0-15-15,-13 12 7 0</inkml:trace>
  <inkml:trace contextRef="#ctx0" brushRef="#br0" timeOffset="123363">17429 4664 19 0,'0'0'-4'0,"0"0"-3"0,0 0 2 0</inkml:trace>
  <inkml:trace contextRef="#ctx0" brushRef="#br0" timeOffset="130719.46">21376 5160 2 0,'8'-3'17'0,"-8"3"3"0,8-2 5 0,-8 2 4 15,0 0 4-15,0 0-10 0,0 0-1 0,0 0-6 16,0 0-1-16,0 0-12 0,0 0-1 15,0 0-7-15,-21-5-3 0,21 5-8 0,-15 1-14 16,15-1-32-16,-17 4 14 0</inkml:trace>
  <inkml:trace contextRef="#ctx0" brushRef="#br0" timeOffset="131113.84">21162 5175 22 0,'32'-9'31'0,"-3"0"-7"0,-7 3 1 16,-3 0-1-16,0 0-5 0,-2 1 2 16,-7 2-7-16,0-1 2 0,-2 2-6 0,-3 1-4 15,-5 1 5-15,9-4-1 0,-9 4 0 0,8-2-4 16,-8 2-5-16,0 0-7 0,0 0 2 0,0 0-6 15,0 0 7-15,0 0-2 0,0 0-12 0,-27 7-2 16,16-4-12-16,-1 1-35 0,-6 1 16 0</inkml:trace>
  <inkml:trace contextRef="#ctx0" brushRef="#br0" timeOffset="131379.41">20946 5221 2 0,'29'-8'20'0,"-1"-3"3"0,3 0 1 0,0 2-2 15,-1-3 1-15,1 2 9 0,1 0-5 0,-4 1-8 16,-3 0-3-16,-6 2 0 0,0 2-1 0,-8 0-2 16,2 3-2-16,-4-2-9 0,-3 2 8 0,-1 0-6 15,3-1 3-15,-8 3-5 0,8-2-6 16,-8 2 12-16,0 0-6 0,0 0 2 0,0 0-5 0,0 0 2 15,0 0-4-15,0 0-1 0,0 0-2 0,0 0-2 16,-32 7-3-16,21-5-5 0,-5 3 0 0,2-1-6 16,-4-1 9-16,0 1-21 0,1 2 29 0,0-3-22 15,1 2-29-15,-2-1 13 0</inkml:trace>
  <inkml:trace contextRef="#ctx0" brushRef="#br0" timeOffset="131552.34">20998 5175 5 0,'0'0'11'15,"0"0"-3"-15,0 0-2 0,23-9 2 0,-11 3 1 16,-2 1 5-16,8-1 0 0,-2-1-1 0,-3 2 3 16,4-1-8-16,1 0 4 0,-3 1-3 0,-2 2-3 15,0-3-2-15,-2 3 0 0,-1 1 4 0,-1-2-2 16,-2 2-4-16,0 1 4 0,-7 1-13 0,10-4 6 16,-10 4 2-16,7-3-9 0,-7 3-1 0,0 0-16 15,10 0-25-15,-10 0 11 0</inkml:trace>
  <inkml:trace contextRef="#ctx0" brushRef="#br0" timeOffset="132215.34">21154 5027 14 0,'-8'1'49'0,"8"-1"0"0,0 0-3 0,0 0-5 16,0 0 2-16,0 0-12 0,0 0 7 0,0 0-2 0,0 0-10 15,0 0 0-15,0 0-5 0,0 0 6 0,0 0-2 16,0 0-16-16,0 0 2 0,0 0 1 15,0 0 4-15,32-7-8 0,-19 5 4 0,4-3 2 16,1 2-11-16,2 1 6 0,0-3-1 0,1 3-1 16,-1-2 0-16,1 1-7 0,-5 1 14 0,2 1-11 15,-4 0-4-15,0-1 5 0,-2 1 2 0,0 1 2 0,0 1 3 16,-2-1-11-16,-1 0-4 0,0 3-1 16,-1-2 6-16,-2 1-3 0,0 2 3 0,-1 1-1 15,-2 5-2-15,-5 0-5 0,-2 8 11 0,-6 9-17 16,-7 3-6-16,-10 15-19 0,-7 7-54 0,-17 28-99 15,-5-5 44-15</inkml:trace>
  <inkml:trace contextRef="#ctx0" brushRef="#br0" timeOffset="134913.01">15062 10104 31 0,'-4'-4'73'16,"4"4"-12"-16,-4-10-6 0,4 10-5 0,0-11-3 15,0 11-14-15,0-10 1 0,0 10 1 0,2-8-10 0,-2 8 1 16,0 0-9-16,4-10-15 0,-4 10-19 16,0 0-62-16,0 0-85 0,6-3 37 0</inkml:trace>
  <inkml:trace contextRef="#ctx0" brushRef="#br0" timeOffset="135181.41">14879 11246 47 0,'14'-3'83'0,"-14"3"-25"0,10-7-15 0,-5 3-23 15,1-2-29-15,2-2-32 0,-4 0-43 0,0-2 19 16</inkml:trace>
  <inkml:trace contextRef="#ctx0" brushRef="#br0" timeOffset="168862.8">24494 12163 1164 0,'-13'-20'21'0,"-1"-2"-32"0,3-1 2 15,-3-4-2-15,0-5 22 0,-5-12-11 0,0-1 0 0,-5-8-3 16,1 2 3-16,5 2-8 0,0-5 11 0,-3 2 2 16,1 1-6-16,-8 7-15 0,5-9 2 0,4 3 0 15,-8 6 6-15,5 2-6 0,0-2 0 0,1 0-3 16,-4 3 4-16,6-5-14 0,4-7 4 0,1 0 2 0,0 2 1 15,-4 2-10-15,4 1 2 0,-7-1-1 16,6 1 0-16,1 0 1 0,6-3-25 0,4 20-75 0,1-19-138 16,0 4 62-16</inkml:trace>
  <inkml:trace contextRef="#ctx0" brushRef="#br0" timeOffset="172819.34">11674 9145 9 0,'0'0'45'0,"0"0"-2"16,0 0-3-16,0 0-9 0,0 0 1 0,0 0-3 16,0 0-7-16,0 0-2 0,0 0 0 0,0 0-6 15,-19-8 1-15,19 8-4 0,0 0-6 0,0 0 0 16,0 0-6-16,0 0 6 0,0 0-5 0,0 0-6 16,0 0 7-16,0 0-5 0,0 0 3 0,0 0-5 15,0 0-3-15,0 0 2 0,13-11-4 0,-13 11-9 0,5-3-1 16,-5 3-23-16,6-4-47 0,-6 4 21 15</inkml:trace>
  <inkml:trace contextRef="#ctx0" brushRef="#br0" timeOffset="214362.56">21066 7503 5 0,'-14'15'9'0,"-7"2"-2"0,2 1 2 16,4-7-5-16,-6 8 1 0,1 1 6 15,-1-1 0-15,1-1 0 0,-2-2-5 0,2 1 3 16,2-4-1-16,-5 2-3 0,1 2 1 0,1 0 3 16,-4-1-5-16,1 1 1 0,2-1-4 0,-2 2 0 15,0-2 5-15,-2-2 1 0,6 1 3 0,2-1-3 16,-5 1 1-16,0 2-3 0,1-2 3 0,3-4 1 15,-2 6 0-15,4-5-3 0,-6 4 1 0,1 1-7 16,0-2 2-16,0 0 5 0,-1 1-4 0,0-1 3 16,-4-1-7-16,3 1 10 0,-3-1-10 0,6 1-1 15,-6-1 0-15,0 1 7 0,-3-2-4 0,2 0-3 16,-2 0 5-16,-1 1 0 0,-2-1-3 0,-2 2-2 16,-12 4 5-16,14-6-5 0,-3 1 6 0,0-3-4 15,-12 6 0-15,11-5 2 0,1-1-4 0,-1 4 4 16,-10 1-2-16,-2 1 0 0,15-5-2 0,-13 6-1 15,12-7 4-15,-4 3 3 0,-8 1 0 0,12 2-8 16,-14-1-1-16,1 0 5 0,1 2-7 0,10-7 1 16,-13 4-2-16,2-2 0 0,9-1 3 0,-11 3 2 15,-1-2-3-15,0-1 1 0,4 2-1 0,-3-1 4 16,0-1-7-16,0 1 2 0,12-6 2 0,1 2-1 16,-15 3 2-16,2-1-1 0,11-3-2 0,-12 0-4 15,3 3 7-15,9-5 4 0,-14 5 0 0,0-3-2 16,1 2 2-16,15-1-3 0,-14 0 1 0,0 1 2 15,0 0-3-15,1-2 0 0,-1 0-3 0,1 1-4 16,10-2 1-16,-12 0 1 0,0 2-6 0,1 0-14 16,-1 1 7-16</inkml:trace>
  <inkml:trace contextRef="#ctx0" brushRef="#br0" timeOffset="-214363.4">9792 8139 14 0,'-26'-23'31'0,"-2"-3"1"0,4 3-5 0,1-2-5 16,-2-2-8-16,1 3-2 0,1-3-1 0,2 0-6 16,2-1-8-16,-1-1 1 0,1 3-4 0,1-6-5 15,0 3-1-15,0-4 4 0,0 2 1 0,3 2 2 16,0-1 8-16,2 0-7 0,0 1 1 0,0 0 1 15,2 0 1-15,-2 0-4 0,4 0 1 0,0 1-2 16,0-1 15-16,0-2-13 0,3 4-1 0,1-3 7 0,-1 0-6 16,3-1 3-16,-4 2-8 0,5-3 3 0,-3 3 2 15,2-1 4-15,1-1-2 0,-1-1 0 16,0 3-3-16,1-2 3 0,0 0 2 0,1-1-11 16,-1 2 15-16,-1-1-13 0,6 1 14 0,-3 3-5 15,1-1 2-15,-2 1-6 0,2-1-4 0,-1 2 8 16,1-2-7-16,3 2-7 0,-1 2 4 0,-1-2 27 0,3 1-21 15,-1 0 3-15,0 2-3 0,0 3 11 16,2 1-11-16,-2 0-4 0,1 0 18 0,-1 0-11 16,0 3 7-16,0-1-11 0,2-1-4 0,-1 4 17 15,2-2-12-15,-1-1-3 0,2 2 2 0</inkml:trace>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12:58.520"/>
    </inkml:context>
    <inkml:brush xml:id="br0">
      <inkml:brushProperty name="width" value="0.05292" units="cm"/>
      <inkml:brushProperty name="height" value="0.05292" units="cm"/>
      <inkml:brushProperty name="color" value="#FF0000"/>
    </inkml:brush>
  </inkml:definitions>
  <inkml:trace contextRef="#ctx0" brushRef="#br0">14156 9801 76 0,'0'0'81'0,"0"0"-12"16,0 0-3-16,0 0-7 0,0 0-5 0,0 0-1 16,0 0-10-16,0 0-4 0,0 0 6 0,0 0-17 15,0 0 7-15,0 0-9 0,0 0-5 0,15-10 0 16,-15 10-3-16,10 0 6 0,-10 0-3 0,14 0-9 16,-3 0 5-16,-1 1-6 0,1 1 3 0,0-2-3 15,7 2 2-15,3-1-2 0,1 2 1 0,5-3-6 16,0 3 3-16,2-2-1 0,3 4 3 0,-3-1-2 15,6-2 4-15,1 3-9 0,-2-3 2 0,7 1 2 16,-3-1 2-16,0 0-6 0,2 4 0 0,-1-2 1 16,-1-4 0-16,2 3-3 0,-1-1 8 0,1 0-8 15,-2 3 8-15,0-1-12 0,1-1 6 0,12-2-6 16,-10 1 2-16,-4 0 5 0,2 3-6 0,-1-4 4 16,2 1-1-16,-3 2-3 0,3-1 5 0,-4-1-5 15,0 0 3-15,1-1-1 0,-3 1-2 0,-2-1 5 16,0 0 0-16,0-1-4 0,-1 1 8 0,-3-1-3 0,0 0-3 15,-1 0 1-15,-2 0-3 0,-2 0 2 16,-1-2 0-16,6 1-9 0,-10-1 6 0,4 0 4 16,1 1 0-16,-4-2-3 0,0 0-1 0,2 0-1 15,-5 3 2-15,1-4 5 0,-4 1 1 0,2 0-2 0,-2 3-2 16,1-3 1-16,-1 0-3 0,1 0 7 0,-2 0 0 16,0-1-1-16,-1 1 5 0,0-3-4 0,-1 1 7 15,0-1 1-15,0 0-2 0,-1 0 0 0,-1 1 1 16,1-3-6-16,-3 0 6 0,1 2-4 0,-2-1 6 15,2-1-9-15,-3 2 0 0,1-3-1 0,-1-1 5 16,3 1 3-16,-3 0-6 0,-1-1 3 0,1-1-5 16,0 0 3-16,-3 1-3 0,3 0-4 0,-4-2 9 15,3 1-5-15,-2-2 0 0,-2 1-2 0,2 1 0 16,-1-6-5-16,-1 5 8 0,-1-1 0 0,0 1 1 16,-2-5-4-16,1 6 2 0,-3-5-8 0,1 0 6 15,-1 0-5-15,-2 1 4 0,1-1 1 0,-4 1 0 16,2 0 1-16,-5-8-2 0,2 8-1 0,0 1 4 15,-4 0-5-15,-4-6-7 0,1 3 6 0,2 4 3 16,-2-5-8-16,4 4 9 0,0 3-8 0,-1-2 7 16,2 1-9-16,-3-2 6 0,2 3-4 0,-7-6 9 15,6 4-4-15,0 3-1 0,1-2-2 0,0 1 1 16,-2 2-5-16,4 0 3 0,-3 2 5 0,3-2-5 16,0 3-1-16,2-1 7 0,-1 0-5 0,-3 0 1 15,4 1 2-15,-1 0-3 0,0-1 3 0,1 4-4 16,-1-1 0-16,-2-2 6 0,1 2-8 0,-5-1 2 15,3 2 0-15,-4-3 3 0,1 4-5 0,-1-1 1 16,-3 0 1-16,-3 0 1 0,-3 0-4 0,7 3 0 0,-6-3 2 16,-2 5-1-16,8-1 1 0,-7 1 3 0,0 0-2 15,-1 0-3-15,-2 2-3 0,2 0-2 0,-1 0-8 16,0 1 10-16,3 0-1 0,-5-1 2 16,4 3 2-16,-2-1-1 0,-2-1 2 0,0 0 0 0,-1 1-2 15,-1 3-2-15,0-3 0 0,-2-1 3 0,2 2 0 16,-2 2-3-16,-1-2 4 0,0 2-1 0,-1 0 6 15,2 0-2-15,-1 0 4 0,0 3-7 0,-3-2 3 16,5 0 1-16,-2-1-5 0,-11 6 11 0,14-3-4 16,1-2 1-16,-1 1-5 0,3 0-2 0,2-2 5 15,0 1-1-15,2-1-6 0,1 0 7 0,7-2-8 16,-1-1 6-16,2 1 1 0,-1 2 11 0,-1-3-12 16,3 0 0-16,-2 1-10 0,2-1 15 0,1 3 2 15,0-4-19-15,0 3 19 0,1 0-6 0,-1-2 6 16,3-1-6-16,3 1 1 0,-3-1 1 0,4 1-6 15,0 0 2-15,0-1 0 0,0 1 4 0,3 0 3 16,-4 0-9-16,4 1-7 0,1-3 12 0,-1 2-8 16,1-2 8-16,0 2-3 0,5-6 0 0,-5 10 2 15,1-5 5-15,0-2-7 0,0 2 3 0,1 1-7 16,3-6 7-16,-4 11 1 0,4-11 1 0,-2 8-1 16,2-8 3-16,-5 9-4 0,5-9-5 0,0 8-8 15,0-8 11-15,0 10-1 0,0-10 3 0,5 10-3 16,-3-5-1-16,0 2 4 0,3-1 2 0,1 0-15 15,1 1 14-15,2 0-7 0,-2 0 1 0,2 0 1 0,3 0 8 16,-2 1-10-16,1-1 0 0,1-3 7 16,6 5-2-16,-3-3 7 0,1 1-3 0,0-1-7 15,4 1 9-15,-2-1-6 0,2-1-3 0,-2 2 6 16,2-1-6-16,0 2 2 0,1-2 5 0,-1-1-4 0,7 4-1 16,-7-2-16-16,7 1 9 0,2 2-4 15,-4-4 10-15,4 1-8 0,5-1 3 0,-2 0-4 16,1-1-6-16,0 0-5 0,1 1-7 0,0 0 0 15,-1-1-8-15,2 0-6 0,-2 0-9 0,-1-1-9 0,2-2-48 16,-3 1-118-16,2-1 52 0</inkml:trace>
  <inkml:trace contextRef="#ctx0" brushRef="#br0" timeOffset="22526.3">21236 5331 92 0,'0'0'117'0,"0"0"-10"0,4-6-10 15,-4 6-12-15,0 0 2 0,0 0-12 0,0 0-12 0,0 0-14 16,0 0-23-16,0 0-22 0,0 0-30 0,0 0-28 16,0 0-11-16,0 0-45 0,0 0-119 0,0 0 53 15</inkml:trace>
  <inkml:trace contextRef="#ctx0" brushRef="#br0" timeOffset="25251.35">16911 5415 34 0,'0'0'47'0,"0"0"-13"0,-23 19-3 15,8-11-14-15,-6-3-9 0,2 1-13 0,-10 2-23 16,7-3-30-16,-6 1 14 0</inkml:trace>
  <inkml:trace contextRef="#ctx0" brushRef="#br0" timeOffset="50820.52">13158 10697 14 0,'0'0'23'0,"-9"4"-5"0,9-4 4 0,-9 2 2 16,9-2 1-16,-9 4 3 0,9-4-1 0,-9 3 5 0,9-3 6 15,-5 3 7-15,5-3-5 0,0 0 9 0,0 0 9 16,0 0-12-16,-10 0-2 0,10 0-6 15,0 0-10-15,0 0 9 0,0 0 3 0,0 0-4 16,0 0-6-16,35-13-2 0,-17 4-2 0,13-1-6 0,-1 1 3 16,1-1-1-16,5 1 6 0,3-1 5 0,9-4-20 15,-12 4 3-15,3 1-5 0,-3-1-2 0,0 3-18 16,-3 2-14-16,-4 0-13 0,-1 3-12 0,-8 2-18 16,0 1-11-16,-6 2-42 0,-1-2-129 0,-1 0 58 15</inkml:trace>
  <inkml:trace contextRef="#ctx0" brushRef="#br0" timeOffset="51244.51">13438 10709 26 0,'-2'6'82'0,"4"5"2"15,-4 5-15-15,0 0-7 0,4 1 0 0,0 2 0 16,-2 6-3-16,0 1-14 0,2-2 4 0,2 1 1 16,0-5-8-16,-2 5-14 0,0-5 6 0,0-2 0 15,-2 1 0-15,3 2-6 0,-3-5-3 0,2 1-5 16,-2 0 4-16,0-6-8 0,-2 1-4 0,2-3-13 16,0 2 22-16,-3-2-3 0,-1-2-1 0,4 0-9 15,-4 0 8-15,2 0-3 0,-2-2-11 0,-2 1 1 16,2-2 5-16,-5 3-2 0,-1-4 4 0,1 1-4 15,-1-2-11-15,-2-1 6 0,3 2 0 0,-2-4 0 16,3 1-1-16,-4 0 3 0,12 0-7 0,-16-2-2 16,7 2 5-16,9 0 3 0,-13-1 5 0,13 1-7 15,-11-1 2-15,11 1 3 0,0 0 1 0,-12 1 1 16,12-1-19-16,0 0 16 0,0 0-3 0,0 0-1 16,0 0 0-16,0 0 4 0,0 0 1 0,34-11 0 15,-14 4-5-15,9-2 0 0,3-1 3 0,1 1 2 16,1-2-1-16,2-1-27 0,0 0-22 0,3 3-14 15,-2-1-17-15,-1 4-76 0,-2-2-164 0,2-1 73 16</inkml:trace>
  <inkml:trace contextRef="#ctx0" brushRef="#br0" timeOffset="51406.21">13975 10877 87 0,'11'-5'91'0,"5"0"-11"16,2-2-8-16,0 2-8 0,-2 3-30 0,4-1-25 16,-7 3-24-16,2 2-19 0,-3 1-31 15,-2 1-71-15,-4-1 32 0</inkml:trace>
  <inkml:trace contextRef="#ctx0" brushRef="#br0" timeOffset="51564.21">13995 11035 90 0,'0'0'95'0,"0"0"-13"0,0 0-12 0,0 0 2 15,27-10-12-15,-10 4-12 0,0 1-22 0,5 0-26 16,-3-1-8-16,3 2-23 0,-4-1-17 16,2 1-28-16,-2-2-83 0,1 0 37 0</inkml:trace>
  <inkml:trace contextRef="#ctx0" brushRef="#br0" timeOffset="51886.59">14378 10794 66 0,'0'0'79'0,"0"0"1"0,0 0 5 16,2 28-7-16,-2-17-10 0,0 2-6 0,0 3 4 15,2 0-11-15,-2 1 11 0,5-2-18 0,-1 2-5 16,2-3 5-16,1-2 6 0,5 0-11 0,4-2-22 15,-1-2 17-15,4-2 1 0,0-4-4 0,2-1 1 16,6-2-1-16,-4-1-6 0,5-5 3 0,-1-2-8 16,0-2 8-16,2-1-3 0,-4-2-6 0,-3 0-9 15,-6 2 10-15,-2-2-2 0,-3 0-3 0,3-1-5 16,-5 0 3-16,-3 0 0 0,0 0 6 0,-5-2-7 16,-2-1-7-16,-5 4 2 0,-3 0-4 0,-7 1-12 15,1 4 9-15,-10-3 2 0,-2 6-3 0,-1 1 1 16,-1 5-7-16,-4 3-4 0,4 5 1 0,-1 2-13 15,1 2-10-15,-2 4-16 0,4 1-15 0,3 3-9 16,-1 2-20-16,4 3-20 0,-1 0-72 0,2-1-196 16,6 0 88-16</inkml:trace>
  <inkml:trace contextRef="#ctx0" brushRef="#br0" timeOffset="52118.2">13465 11609 129 0,'0'0'167'0,"41"-13"-27"0,-9 3-12 15,4 1-22-15,17-9-27 0,5-1-13 0,3-4-23 0,27-11-28 16,-3 5-24-16,-26 8-13 0,1-5-21 0,26-6-13 15,-26 7-16-15,-4 2-41 0,2-3-120 0,1 2 54 16</inkml:trace>
  <inkml:trace contextRef="#ctx0" brushRef="#br0" timeOffset="52382.11">15232 10574 47 0,'1'-5'171'0,"-1"5"-26"16,4-7-13-16,-4 7-15 0,0 0-13 0,0 0-10 16,0 0-9-16,0 0-5 0,10 12-5 0,-6-5-6 15,-4 3-9-15,4 0-6 0,-2 2 2 0,3 1-11 16,-2-3-1-16,2 5-10 0,0-1 6 0,2 2-9 16,-3-8 1-16,3 0-3 0,-1-1-2 0,3-2 6 15,3-4 1-15,8-3-3 0,11-7 2 0,4-8-4 16,21-14-3-16,27-20-7 0,-2 1 1 0,1-6-15 15,3-2-18-15,-5-1-27 0,6 1-24 0,-4-4-38 16,1-1-38-16,-9 1-101 0,8-3-260 0,-4-2 116 16</inkml:trace>
  <inkml:trace contextRef="#ctx0" brushRef="#br0" timeOffset="89363.93">22267 7167 30 0,'56'-3'29'0,"-1"3"-8"0,-18 1-9 15,-2 1-28-15,-4 4-16 0,-5-1 7 0</inkml:trace>
  <inkml:trace contextRef="#ctx0" brushRef="#br0" timeOffset="90244.64">7932 7174 40 0,'0'0'36'0,"0"0"0"0,0 0-2 0,0 0-3 15,0 0-3-15,0 0-8 0,24-14 5 0,6 4-6 16,20-9-4-16,11 2 2 0,43-11-9 0,9-1-2 15,16-1-19-15,10-1-38 0,2 4-55 0,9-1 26 16</inkml:trace>
</inkml:ink>
</file>

<file path=ppt/ink/ink1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32:14.989"/>
    </inkml:context>
    <inkml:brush xml:id="br0">
      <inkml:brushProperty name="width" value="0.05292" units="cm"/>
      <inkml:brushProperty name="height" value="0.05292" units="cm"/>
      <inkml:brushProperty name="color" value="#FF0000"/>
    </inkml:brush>
  </inkml:definitions>
  <inkml:trace contextRef="#ctx0" brushRef="#br0">16460 9129 15 0,'0'0'62'0,"0"0"-12"15,0 0-16-15,0 0-21 0,0 0-24 0,0 0-17 16,0 0-29-16,0 0 13 0</inkml:trace>
  <inkml:trace contextRef="#ctx0" brushRef="#br0" timeOffset="5273.35">11660 9096 61 0,'-8'-5'83'16,"8"5"-2"-16,0 0-13 0,-3-7-7 0,3 7-8 16,0 0-5-16,0 0-5 0,0 0-11 0,-3-5-9 15,3 5-15-15,0 0-9 0,0 0-6 0,0 0-7 16,0 0-11-16,0 0-1 0,0 0-17 0,0 0-32 15,0 0-80-15,0 0 36 0</inkml:trace>
  <inkml:trace contextRef="#ctx0" brushRef="#br0" timeOffset="6014.36">18399 9086 82 0,'0'0'98'0,"0"0"-5"16,0 0-18-16,0 0 2 0,0 0-21 0,0 0 6 15,6-4-21-15,-6 4-14 0,0 0-15 16,0 0-17-16,0 0-22 0,0 0-10 0,0 0-56 0,0 0-100 15,0 0 45-15</inkml:trace>
  <inkml:trace contextRef="#ctx0" brushRef="#br0" timeOffset="8702.7">15650 9155 63 0,'0'0'74'15,"0"0"-29"-15,0 0-19 0,0 0-24 0,0 0-37 16,6 3-39-16,-6-3 18 0</inkml:trace>
  <inkml:trace contextRef="#ctx0" brushRef="#br0" timeOffset="8861.62">15746 9139 74 0,'0'0'94'0,"0"0"-9"0,0 0-21 16,0 0-32-16,0 0-27 0,0 0-24 0,-4 6-38 15,4-6-60-15,0 0 28 0</inkml:trace>
  <inkml:trace contextRef="#ctx0" brushRef="#br0" timeOffset="15314.66">10763 11928 132 0,'4'-6'129'16,"-4"6"-5"-16,0 0-3 0,0 0-13 0,0 0-7 15,0 0-9-15,5-4-4 0,-5 4-13 0,0 0-8 16,0 0-9-16,0 0-10 0,0 0-4 0,0 0-4 16,0 0-4-16,0 0 1 0,0 0-4 0,0 0 1 15,9 10-1-15,-9-10 6 0,5 9-2 0,-1-6 2 16,-4-3-4-16,5 7-3 0,-5-7-5 0,5 8-1 0,-5-8 0 16,2 3-4-16,-2-3-2 0,0 0-3 0,6 6-4 15,-6-6 2-15,0 0-2 0,0 0-1 0,3 4 0 16,-3-4 0-16,0 0-2 0,0 0 4 15,0 0-3-15,13-4 1 0,-1-3-2 0,4-4-6 0,11-9-2 16,15-14-29-16,3-4-31 0,23-27-39 0,3 3-34 16,1-2-128-16,-2-2-278 0,4-4 123 0</inkml:trace>
  <inkml:trace contextRef="#ctx0" brushRef="#br0" timeOffset="17010.38">6516 14430 47 0,'0'0'66'15,"0"0"-10"-15,0 0-10 0,0 0-12 0,0 0-17 16,0 0-23-16,13-3-38 0,-13 3-46 0,0 0 20 15</inkml:trace>
  <inkml:trace contextRef="#ctx0" brushRef="#br0" timeOffset="17358.8">9583 14524 42 0,'8'2'91'0,"-8"-2"-22"0,0 0 2 0,0 0-15 16,0 0-4-16,10 2-11 0,-10-2-4 0,0 0-29 16,5 4-27-16,-5-4-25 0,2 9-24 0,-2-9-72 15,0 0 32-15</inkml:trace>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16:39.899"/>
    </inkml:context>
    <inkml:brush xml:id="br0">
      <inkml:brushProperty name="width" value="0.05292" units="cm"/>
      <inkml:brushProperty name="height" value="0.05292" units="cm"/>
      <inkml:brushProperty name="color" value="#FF0000"/>
    </inkml:brush>
  </inkml:definitions>
  <inkml:trace contextRef="#ctx0" brushRef="#br0">11260 15876 7 0,'0'0'23'0,"0"0"5"0,0 0-6 15,0 0 2-15,0 0-7 0,0 0-1 0,0 0 1 16,0 0-2-16,0 0-2 0,0 0-4 0,0 0 8 15,0 0-7-15,0 0 0 0,0 0-5 0,0 0 0 16,0 0 4-16,0 0-1 0,0 0 0 0,0 0-9 16,0 0 6-16,0 0-2 0,0 0-1 0,0 0-1 15,0 0-3-15,0 0-1 0,0 0 4 0,0 0-3 16,0 0-1-16,0 0 0 0,0 0 0 0,0 0-3 16,0 0-3-16,0 0 0 0,0 0-1 0,0 0-1 15,0 0 0-15,0 0 0 0,0 0 1 0,0 0-5 16,0 0 0-16,0 0 4 0,0 0-13 0,0 0 20 15,0 0-7-15,0 0 2 0,0 0-7 0,0 0-16 16,0 0 7-16</inkml:trace>
  <inkml:trace contextRef="#ctx0" brushRef="#br0" timeOffset="1831.21">11486 15570 19 0,'0'0'17'16,"0"0"5"-16,0 0 2 0,0 0-2 0,0 0 5 15,0 0-4-15,0 0 1 0,0 0 6 0,0 0-2 16,0 0 5-16,0 0-9 0,0 0 1 0,0 0-8 16,0 0 2-16,0 0 1 0,0 0-1 0,0 0-2 15,0 0 3-15,0 0-5 0,0 0-4 0,0 0-2 16,0 0 0-16,0 0 4 0,0 0 0 0,0 0-4 15,0 0 0-15,0 0-4 0,0 0 8 0,0 0-6 16,0 0 6-16,0 0-5 0,0 0 3 0,0 0 2 16,0 0-3-16,0 0 4 0,0 0-6 0,0 0 6 15,0 0-7-15,0 0 1 0,0 0-4 0,0 0-1 16,0 0-1-16,0 0 5 0,0 0-1 0,-24-6-7 16,24 6 4-16,0 0 5 0,0 0-2 0,0 0-3 15,0 0 1-15,0 0-1 0,0 0-2 0,0 0 2 16,0 0-6-16,0 0 6 0,0 0-5 0,0 0 2 15,0 0 2-15,0 0-4 0,0 0 2 0,0 0 4 16,0 0-1-16,0 0-4 0,0 0 8 0,0 0-1 16,0 0 0-16,0 0 0 0,0 0 0 0,0 0 2 15,0 0 0-15,0 0 1 0,0 0 4 0,0 0-3 16,0 0 3-16,0 0 4 0,0 0 1 0,0 0-6 16,0 0 5-16,0 0 11 0,0 0-9 0,0 0-7 15,0 0 5-15,0 0-1 0,0 0-1 0,0 0 5 16,0 0 0-16,0 0-4 0,0 0 12 15,25-1-2-15,-25 1 0 0,10 0 1 0,-10 0-6 16,11-1 6-16,-11 1-6 0,13 0 1 0,-5 0 3 0,-8 0-3 16,17-1 0-16,-6 1-4 0,-3 0-1 0,3 0 2 15,0 0-1-15,1 1-4 0,0-1 4 0,0 1-5 16,1-3 3-16,-1 2-3 0,1-1 0 16,0 0-1-16,0 1 1 0,6 0-2 0,-5 0 5 15,-2-2-9-15,0 2 6 0,2-2-2 0,-1 1-2 16,1 1 2-16,0-1 2 0,0-1-4 0,-1 2 2 15,5-2-1-15,0 1 4 0,-2 0-5 0,1-2 0 16,1 3-2-16,0-3 1 0,0 2-1 0,1-2 3 16,-2 1-6-16,-3 2 3 0,2-2 2 0,4 2 0 15,-3-4-5-15,4 2 6 0,-3-3-8 0,-2 3 2 16,4 0 0-16,-4-1-1 0,4 0 0 0,-7 0 3 0,5 1-3 16,-2-2-1-16,2 0 6 0,-5 3-5 0,3 1-3 15,-5 0 6-15,3-2-3 0,-1 1-3 0,1 1 6 16,-1-1-8-16,1 1 2 0,-1-3 0 15,-2 3-3-15,5 0 6 0,2-1-3 0,-6 0 0 16,7-2 5-16,-5 3-4 0,-1 0 2 0,1 0-3 16,2 0 5-16,0 0-5 0,-7 0 0 0,5 2 3 15,-1-4 2-15,0 2-6 0,1 0-1 0,-1 2 6 0,1-4-5 16,-1 2 5-16,1 0 0 0,-1 0-2 16,0 2-4-16,3-4 5 0,-5 2-1 0,5 0 0 15,-1-1 2-15,4-1 4 0,-1 0 0 0,-5 4 2 16,6-2-5-16,-2 0 12 0,-3 0-11 0,5-2 0 15,-2 0-3-15,-4 2 1 0,5-3 6 0,0 2 4 16,2 1-5-16,1-3 2 0,-4 1-1 0,2 2 1 16,0-2 3-16,-1 2-3 0,1-2-2 0,-2 2-5 15,2-2 2-15,-6 1-1 0,7 1-2 0,-7-1 2 16,3-2-1-16,-3 2 0 0,4-2 0 0,0 1-1 16,3 1 6-16,-1-2-5 0,-2 3 0 0,-1-2 1 15,2 0-2-15,-4 2 0 0,-1-1 8 0,1 0-5 16,1-1-1-16,2 1-2 0,0-2 0 0,-3 3 1 15,-3-3-8-15,7 2 6 0,-3-2 0 0,2 2 2 16,-4 1 0-16,1-3-2 0,-1 2 7 0,-2 2-11 16,2-3 0-16,-2 0 0 0,-11 2 3 0,21 0 0 15,-12 0-1-15,-9 0 4 0,16-1 4 0,-16 1-7 16,15-1 0-16,-15 1-3 0,16-2 2 0,-16 2 1 16,13-3 1-16,-13 3-5 0,16 0 1 0,-16 0 2 15,11 0-1-15,-11 0 2 0,13 0 0 0,-13 0-3 16,8 0-1-16,-8 0 3 0,9 0-5 0,-9 0 5 15,0 0 3-15,8 3-4 0,-8-3 4 0,0 0-2 16,9-3 10-16,-9 3-9 0,0 0 4 0,0 0 2 16,10 3-5-16,-10-3 5 0,0 0-2 0,0 0 2 15,0 0 0-15,0 0 0 0,0 0-4 0,0 0-2 16,0 0 2-16,6-6-1 0,-6 6-5 0,0 0-2 16,0 0-20-16,0 0-22 0,0 0-39 0,0 0-41 15,0 0-49-15,0 0-109 0,0 0-306 0,0 0 135 16</inkml:trace>
  <inkml:trace contextRef="#ctx0" brushRef="#br0" timeOffset="6226.05">13454 15483 44 0,'0'0'41'0,"0"0"0"0,0 0-1 0,0 0-1 16,0 0-4-16,0 0-8 0,0 0 7 0,0 0-6 15,0 0-3-15,0 0-5 0,0 0 3 0,0 0-7 0,0 0 4 16,0 0 0-16,0 0 2 0,0 0 1 16,0 0-3-16,0 0-4 0,0 0 1 0,0 0 2 15,0 0 2-15,0 0-6 0,0 0 4 0,0 0-3 16,0 0-4-16,0 0-4 0,0 0 1 0,0 0 3 0,0 0-7 16,0 0 2-16,0 0 0 0,0 0 0 0,0 0 2 15,0 0-7-15,0 0 18 0,0 0-6 0,0 0-1 16,18-11-2-16,-18 11 9 0,7-2 0 0,-7 2 1 15,9-4-3-15,-9 4 2 0,11-3 7 16,-7 1-13-16,-4 2 13 0,14-6-6 0,-9 4-12 16,3 0 2-16,-8 2 1 0,10-4 2 0,-10 4 1 0,11-3-5 15,-7 0-2-15,-4 3-1 0,9-2-6 0,-9 2 8 16,8-5-3-16,-8 5 5 0,6-3 3 0,-6 3-8 16,0 0 2-16,0 0 1 0,0 0-15 15,9-1 16-15,-9 1-3 0,0 0-6 0,0 0 2 16,8-2 1-16,-8 2-7 0,0 0 10 0,0 0 1 0,14-3-4 15,-14 3 3-15,0 0-1 0,11 0-2 0,-11 0 10 16,7-1-16-16,-7 1 13 0,10-2 9 16,-10 2-14-16,13 0-5 0,-13 0 7 0,11-1-4 15,-6 0 4-15,-5 1-9 0,11-2 6 0,-5-1 0 16,-6 3 1-16,12-3-3 0,-5 3 9 0,-7 0 0 0,12-3-1 16,-12 3 2-16,13-2-7 0,-7 2 8 15,-6 0-3-15,15-3 3 0,-7 3-3 0,-8 0-10 16,15-2 13-16,-9 2-5 0,-6 0 4 0,14 0-4 15,-7 0 1-15,2-1 2 0,2 2 5 0,-2-1-3 16,2 0 1-16,1 2-11 0,-3-1 8 0,1-1-6 16,0 0 5-16,-3 0-3 0,4 3 1 0,-2-2 2 0,2 2-8 15,-2-3 6-15,5 3 5 0,-5 0-8 0,2-1-4 16,0-2 12-16,0 2-11 0,-2 0 6 0,0-1-3 16,0 0-6-16,0 2 6 0,0-2-2 15,2 3 3-15,-2-3 0 0,0 1-3 0,1-2 3 16,-2 3 7-16,-1-2 1 0,4 1-11 0,-4-1 4 0,4 2 5 15,-2 1-3-15,2-3 5 0,-2 0-4 0,2 1 3 16,-1 1-6-16,1-2 8 0,-1 3-2 16,-2-1-2-16,1-2-2 0,4 0-2 0,-3 3 5 15,1-1 0-15,2-2 0 0,-6 2-6 0,2-1 7 16,2 2 1-16,2-3-9 0,-6-1 11 0,4 2-7 16,-1-1-2-16,0 1 0 0,2 1 2 0,-1-1 0 0,-2 0-3 15,2 2 5-15,1-1-5 0,-2-1 2 16,3 0-7-16,-5 1 0 0,3-2 1 0,1 1 0 15,-5-1 2-15,5 1-3 0,-2 0 1 0,-2 2-1 16,1-2-2-16,0 1 2 0,1 1 0 0,-4-2-1 16,1 0 7-16,2-1-11 0,-2 1 7 0,1 1-1 0,1 1 6 15,-2 0 0-15,1-1-6 0,0 1-3 0,1-2 6 16,1 2 1-16,-2-1 2 0,-1 0 3 0,1 0-2 16,0 0 0-16,-1 0-2 0,1 0 1 15,-1 0-1-15,4 1 1 0,-4-2-3 0,0 0 0 16,-1 1-4-16,2 0 1 0,-2 0 4 0,1 0 0 15,-1 0 1-15,1 1-8 0,3-1 4 0,-4 0 5 0,-1 0 30 16,3 1-9-16,-2 0 1 0,0-1-3 0,1-1 1 16,-3 1-1-16,6 1 5 0,-2 0 0 15,0-1-1-15,-3 0-2 0,4-1-4 0,1 2-3 16,-4 0 1-16,1-1 1 0,-1 1-6 0,2-2-3 16,-2 1-1-16,1 1 2 0,-1 0-1 0,0 0 0 15,2-3-1-15,1 5 5 0,-3-3-3 0,1 0 1 16,0 1-3-16,0-3 0 0,-2 2-4 0,1-1 0 0,-1 2 0 15,-5-4 6-15,16 5-11 0,-10-1 6 16,3-2-3-16,1 2 7 0,0-1-5 0,-3 1 3 16,-1-1-3-16,2 0 2 0,1 2-4 0,-3-3 2 15,2 1 1-15,0 0-1 0,-2 1-1 0,-1-3-1 16,4 2 5-16,-4 2-2 0,-5-5 8 0,15 5 2 16,-8-1-4-16,-1-3 3 0,2 0-6 0,-8-1-5 15,9 6 6-15,-5-3-7 0,-4-3-2 0,10 3 1 16,-4 0 2-16,-6-3 4 0,9 3-6 0,-2 0 5 15,-1-2-5-15,-6-1-3 0,10 5 0 0,-4-4 4 16,-6-1-1-16,11 6 1 0,-5-4 4 0,1 1 2 16,-2 0-2-16,-5-3 2 0,9 6-10 0,-2-5 4 15,0 4 3-15,0-4-4 0,-3 3-1 0,-4-4 4 16,11 7-5-16,-5-5 2 0,0 1 0 0,1 0-7 16,-2 0-1-16,0 1 3 0,-5-4-2 0,12 7 3 15,-8-5-6-15,3 2 8 0,-1-2-1 0,1 1-2 16,-1 1-2-16,-1 1 7 0,2-1-3 0,-1 0 3 15,-3-1-2-15,3 1 0 0,2-1-3 0,-8-3 0 16,9 6 6-16,-5-2-4 0,1-1-1 0,-5-3-2 16,8 5 1-16,-3-1 2 0,-5-4-5 0,9 4 5 15,-6 1-2-15,-3-5 0 0,7 5-2 0,-1-3 1 16,-6-2 2-16,6 4 0 0,-1-1 2 0,-5-3 7 16,9 3-4-16,-9-3 9 0,7 5-12 0,-7-5 3 15,9 3 3-15,-9-3-3 0,6 4 2 0,-6-4 0 16,9 3-1-16,-4-1 0 0,-5-2-2 0,9 2-6 15,-3 1 6-15,0 0 0 0,-6-3-1 0,10 4 0 16,-4-3-2-16,-6-1-1 0,8 4 0 0,-8-4 5 16,9 2-17-16,-3 1 11 0,-6-3-1 0,10 5 0 15,-6-2 4-15,-4-3-3 0,12 4-2 0,-7-3 1 16,0 1-4-16,-5-2 2 0,12 4 1 0,-6-1 0 16,0 0 1-16,-1 0-1 0,3-1 3 0,-2 0-2 15,-6-2-1-15,12 4 0 0,-7 0 2 0,1-3-3 16,2 3 4-16,-3-1-16 0,-5-3 13 15,10 5 4-15,-2-4-1 0,-2 2-5 0,1 0 5 16,2 1 1-16,1-1-2 0,-1 1 5 0,1 1 5 0,0-4-7 16,-2 4 1-16,1 0-3 0,0 1 5 0,1 1 2 15,0-2-9-15,-1 0 10 0,3 0 2 0,-1 1 3 16,-2-1 8-16,1 0-7 0,3-1-6 0,-4 0-11 16,3 1 18-16,-3-1-1 0,0 1 5 15,1-1-12-15,0 0 18 0,-1-1-3 0,1 1-9 16,-1-1 3-16,2 2 10 0,-1-1-9 0,0-1-3 15,-10-3 4-15,15 7 3 0,-2-4-8 0,-8 2-6 0,4-3 8 16,4 2 1-16,-3 0-7 0,-1-1 9 16,4 1-8-16,-3-1 0 0,-1 1-17 0,2-1 28 15,-2 1-16-15,-1-1 1 0,2 2 5 0,-1-1-4 16,0 0 0-16,-2 0 3 0,3 0-8 0,-3 0 2 16,0 0-5-16,2-2 7 0,-3 1-6 0,1-1 1 15,2 2 2-15,-3 0 4 0,3-2 0 0,-3 1-1 16,3 1 1-16,1 0-5 0,-3 1 4 0,3 0 8 0,-1-2-11 15,1 2 10-15,-1-1-1 0,0 0-21 16,2 0 19-16,-4-1-2 0,3 3 2 0,0-3 0 16,1 1-24-16,-1-1 29 0,0 2-3 0,0 0-3 15,2 0-9-15,-1-1 19 0,1 0-9 0,-2 3 0 16,3-3 0-16,0 0 0 0,-2 0-7 0,1-1 0 16,-3 0-24-16,1 1 25 0,-1 0 1 0,1-2 7 0,-1 2-4 15,2 0-1-15,-2 0-6 0,-1-2 4 16,3 0 0-16,-2 1 5 0,1 0 3 0,0-2-7 15,0 3-6-15,0 0 8 0,1 0 0 0,-1-1-7 16,-1 2 0-16,-1-3 6 0,-1 0-6 0,-1 0 4 16,2 1 0-16,1-1 0 0,-2-1-3 0,0 2 0 15,-1 0 2-15,-6-3-4 0,14 4-1 0,-9-3 3 16,-5-1-3-16,11 3-2 0,-5 0 7 0,-6-3-8 16,11 3-12-16,-4-2 15 0,-7-1-5 0,12 4 3 15,-6-1-3-15,-6-3 9 0,10 3-6 0,-5-1-4 16,-5-2-5-16,9 3 8 0,-4-3-1 0,-5 0 0 15,8 3 5-15,-8-3-3 0,5 4-15 0,-5-4 19 16,6 2-7-16,-6-2 5 0,8 4-4 0,-8-4 4 16,9 4-2-16,-9-4 6 0,8 3-3 0,-8-3 3 15,7 2-9-15,-7-2 3 0,6 4 0 0,-6-4-3 16,8 2-1-16,-8-2 6 0,8 4-5 0,-8-4 7 16,6 4-4-16,-6-4 6 0,8 2-6 0,-8-2-2 15,5 3-2-15,-5-3 6 0,8 3-2 0,-8-3 3 16,6 3-2-16,-6-3-2 0,8 1-5 0,-8-1 3 15,0 0-1-15,6 4 6 0,-6-4-3 16,0 0-3-16,12 1-1 0,-12-1-3 0,9 0 10 0,-9 0 0 16,8 2-3-16,-8-2 4 0,8 2-5 0,-8-2 3 15,7 1 0-15,-7-1-2 0,0 0-1 0,9 2 6 16,-9-2-6-16,0 0 4 0,6 1-7 0,-6-1 9 16,0 0-9-16,10 2 4 0,-10-2 1 0,0 0-1 15,8 1 1-15,-8-1 1 0,6 3-4 16,-6-3-2-16,0 0 3 0,13 1 1 0,-13-1 2 0,12 2-3 15,-12-2-1-15,5 1 4 0,-5-1-2 0,0 0 6 16,10 1-11-16,-10-1 10 0,9 2-8 0,-9-2-11 16,10 0 14-16,-10 0 4 0,9 3-5 0,-4-3-1 15,-5 0 7-15,16 2-5 0,-11-2-11 0,-5 0 16 16,14 1-6-16,-14-1 5 0,15 0-1 16,-8 1-3-16,4-1 3 0,-1 3 2 0,-1-3-10 15,3 1 13-15,0-1-4 0,-1 1 0 0,1-2 2 16,1 1 0-16,1 0-1 0,0 0-2 0,0 0 2 15,4 0-1-15,0 1-4 0,1-2-2 0,-1 1 7 16,1-1-3-16,-1 2 3 0,0-1-6 0,0-1 9 16,0 2-4-16,0 0-1 0,0 1-4 0,1-2 0 15,-2 0 1-15,3 0 4 0,-3 0-1 0,1-2 4 16,-1 2-3-16,0 0-2 0,-3 0-1 0,4 0-11 16,-5 0 12-16,3-1-3 0,0 1 4 0,-3 0 2 0,-1 0-7 15,6-1 10-15,-5 1-3 0,5 0-7 16,-5 0 4-16,1 0-2 0,0 1 0 0,-2-1-7 15,1 0 10-15,1-1-3 0,-2 2 1 0,-2 0 2 16,4-1 0-16,-1 2-6 0,0-1 6 0,-1-1-3 16,0 0-1-16,1 1 3 0,-3-1-7 0,3 1 3 15,-2 1 3-15,0-4 1 0,0 2-5 0,0 0 5 16,1 2-17-16,-1-4 21 0,-3 2-2 0,4 2-4 16,-2-2 7-16,0 1-9 0,0-1 1 0,0-1-4 15,1 1 8-15,-1 0-9 0,1 0 14 0,0 0-10 16,0-2 3-16,-1 2-1 0,1 0-1 0,-1-1 3 15,1 1-4-15,1-1-5 0,-4 1 11 0,4-1 3 16,-3 2-7-16,4-1-5 0,-1-1 4 0,-1 1 1 16,2-2 6-16,0 2-6 0,-1 0-13 0,0-1 16 15,1 1-1-15,2 0 2 0,-3 1 0 0,3-2-4 16,-2 1 1-16,1-1-2 0,0 1-9 0,-1-1 9 16,4 1 2-16,-4-3-3 0,1 3 6 0,3 0-5 15,-4 0 0-15,0-1 2 0,0 1 0 0,0 0-1 16,-1-2 2-16,1 2-2 0,-3 0-4 0,3-1 3 15,-2-1 3-15,-3 2 0 0,4-2-1 0,0 1-2 16,1 1 1-16,-6 0-1 0,2-1 4 0,3 1-2 16,1-2 0-16,-13 2 3 0,14 0-4 0,-7 0 6 15,-7 0-5-15,11 0-6 0,-11 0 6 0,11-1 3 16,-11 1-6-16,9-3 4 0,-9 3 5 0,0 0-8 16,0 0 4-16,10 0 0 0,-10 0 4 0,0 0-6 15,0 0-3-15,8 2 6 0,-8-2-4 0,0 0 1 16,0 0 3-16,0 0-8 0,9-3 2 15,-9 3 1-15,0 0 1 0,0 0 3 0,0 0-2 0,11 0 4 16,-11 0-3-16,0 0 1 0,0 0-6 0,0 0 3 16,11 0 0-16,-11 0 0 0,0 0 6 0,6-2-6 15,-6 2 0-15,9-1-2 0,-9 1 1 0,9-2 2 16,-9 2 3-16,9-1-4 0,-9 1 4 16,11 0-3-16,-11 0-1 0,12 0 0 0,-3 0-4 15,1-2 2-15,-2 1-2 0,-8 1 7 0,19-1 0 16,-9 1-1-16,0 0-7 0,1 0 11 0,0-1-7 0,1-1 2 15,-1 0 0-15,2 3 1 0,-4 0 0 0,4-1-4 16,-2 0 2-16,1 0 3 0,0 0-6 0,0-1 3 16,1 0 1-16,-2 1 0 0,0-1 3 0,1-1-7 15,0 2 5-15,0 0 0 0,-1-1 0 16,-1-1-3-16,0 2 6 0,0 0-8 0,-10 0 4 16,13 0 0-16,-5-1-12 0,-8 1 12 0,14 0 1 15,-6 0 0-15,-8 0 3 0,15 0-2 0,-10-2-1 0,-5 2-2 16,14-1 9-16,-14 1-4 0,14 1 5 0,-8-2 3 15,-6 1-7-15,11 1 5 0,-11-1 3 0,11-1-8 16,-11 1-6-16,0 0 14 0,12-2-9 16,-12 2 4-16,0 0 2 0,10 0-8 0,-10 0 10 15,10 0-4-15,-10 0 3 0,8-1-4 0,-8 1-5 16,0 0 4-16,0 0 1 0,14 0-3 0,-14 0-3 0,9 0 0 16,-9 0 5-16,9 1-4 0,-9-1 1 15,9 0 0-15,-9 0-2 0,11-1-4 0,-11 1 2 16,8 3 3-16,-8-3 0 0,0 0-6 0,0 0 6 15,10-2-1-15,-10 2-1 0,9 2-1 0,-9-2 0 16,0 0 2-16,0 0-1 0,12 0 2 0,-12 0-3 16,0 0 0-16,7-3-3 0,-7 3 5 0,0 0-4 0,0 0 6 15,0 0-6-15,8 3 5 0,-8-3-3 16,0 0-7-16,0 0-8 0,0 0-16 0,0 0-10 0,0 0-20 16,0 0-43-16,0 0-15 0,11-2-13 15,-11 2-29-15,0 0-24 0,0 0-31 0,0 0-38 16,0 0-46-16,0 0-30 0,0 0-237 0,0 0-613 15,-25 16 271-15</inkml:trace>
  <inkml:trace contextRef="#ctx0" brushRef="#br0" timeOffset="8169.36">19130 16573 38 0,'0'0'52'0,"0"0"-1"15,0 0-9-15,0 0-6 0,0 0 2 0,0 0-3 0,0 0-7 16,0 0 2-16,0 0-5 0,0 0 1 16,0 0-2-16,0 0-2 0,0 0 5 0,0 0-9 15,0 0 10-15,0 0-12 0,0 0 5 0,0 0 1 16,0 0 2-16,0 0 0 0,0 0 6 0,0 0 3 15,0 0 12-15,0 0-6 0,0 0 3 0,0 0 10 16,0 0-4-16,21 8 3 0,-21-8 1 0,11 0-4 16,-11 0-2-16,15 2-1 0,-5-1 4 0,0 0-3 15,3 0 1-15,-1-2-2 0,2 1-5 0,-3 1 1 16,1-2-2-16,2 1-2 0,-1 0 1 0,1 0-6 16,2-1 4-16,1 1-6 0,2-1-3 0,-1-1 5 15,0 1-1-15,0-2-2 0,-4 2-5 0,2-2 0 16,2 0-5-16,0 0 0 0,0 1-2 0,1-3 1 15,0 2 4-15,2 0-4 0,-1 2 3 0,1-1 2 16,-1-1-7-16,-2 2 1 0,1-2 4 0,-1-1-3 16,-1 3 0-16,-2 0-3 0,-2-2 2 0,1 3 4 15,4-1-3-15,-3 1 2 0,-2-2-4 16,0 2-2-16,1-1 3 0,-3 1 4 0,2-1-6 16,4 0-1-16,-3-1 4 0,-3 2-4 0,2-1 3 15,2 1-3-15,2-1 11 0,1 0-9 0,-2-1 4 0,1 1 0 16,-2 0-1-16,-2 1-2 0,6-1 0 0,-6 0 3 15,1-1 3-15,4 1-5 0,-4-1-4 0,3 1 2 16,-3-2 2-16,-1 3 4 0,-2-2-5 16,2 0 3-16,0 2 0 0,-3-4 1 0,3 1-1 15,-2 2 6-15,2 0-7 0,0 1 1 0,1-2-1 16,-4-1 0-16,4 3-1 0,0-2-6 0,2 1 2 16,1-1 0-16,-4 0-3 0,1-1 4 0,-1 1-6 15,6 0 7-15,0 1-4 0,0-3 1 0,2 2-3 16,-4-1 2-16,2 1 4 0,-3-1-6 0,2 3-2 15,-5-1 3-15,6-1 0 0,-6 1-1 0,1-2 2 16,-1 2 2-16,2-1 1 0,-3-1-3 0,0 2-1 16,0 0-3-16,0-1 0 0,1 1 4 0,-1-2-4 15,1 2 1-15,0-1-3 0,1 2 2 0,-2-2-5 16,1 1 9-16,1-1-5 0,-2 2 3 0,2 0-4 16,-4-3 4-16,-10 3-7 0,24 0 2 0,-12-1 0 15,-2-1 4-15,3 1-8 0,-13 1 6 0,24-1-5 16,-12 1 3-16,-1-1 0 0,2-1-1 0,1 2-3 15,-1 0 2-15,-13 0 0 0,22 0-1 16,-11 0 2-16,0 0 1 0,-11 0-1 0,23 2-3 0,-12-2 1 16,1 0 0-16,-12 0 1 0,25-2 1 0,-13 2 0 15,1-1 2-15,-13 1 3 0,25 0-1 0,-25 0 4 16,25 0 3-16,-11-2 5 0,4 2-4 0,-1-3 2 16,1 2-2-16,-1-2-1 0,3 2-5 0,-1-1 8 15,-2 0 3-15,0 0-9 0,0 0 9 0,1 1-9 16,0-1 10-16,-7 1-9 0,1 0-2 15,2 0 1-15,0-2 1 0,0 2-4 0,3 0 3 16,-5 1-1-16,0-2-4 0,2 1 1 0,-3 0 0 16,-11 1 0-16,22-2-1 0,-12 2 0 0,-10 0 1 15,17 0 10-15,-7-2-11 0,-10 2-3 0,16-1 13 16,-16 1-13-16,15 0 4 0,-15 0 2 0,15-3 2 0,-15 3 3 16,15 0-2-16,-15 0 1 0,15 0-5 15,-15 0 2-15,15-1 0 0,-15 1 1 0,14 0 1 16,-6-3 1-16,-8 3-2 0,14 0-3 0,-14 0-1 15,14 0-1-15,-14 0 17 0,15 0-16 0,-15 0 7 16,15 0-10-16,-15 0 4 0,17-1 1 0,-17 1 0 16,14 0-4-16,-14 0 3 0,17 1-6 0,-17-1 2 15,20 0 5-15,-20 0-6 0,21-1 1 16,-21 1 2-16,21-2-1 0,-21 2-3 0,16-2 11 16,-16 2-8-16,14-2-3 0,-14 2 1 0,13-3 3 0,-13 3 0 15,0 0-3-15,16-1 7 0,-16 1 3 0,0 0-2 16,0 0 4-16,13-2-1 0,-13 2 12 0,0 0-14 15,0 0 0-15,0 0 0 0,0 0 2 0,0 0-6 16,0 0-2-16,0 0-6 0,0 0-10 0,0 0-23 16,11-6-26-16,-11 6-34 0,0 0-32 0,0 0-42 15,0 0-46-15,0 0-49 0,-29-26-52 0,7 21-178 16,-3-2-531-16,-3-3 235 0</inkml:trace>
  <inkml:trace contextRef="#ctx0" brushRef="#br0" timeOffset="9284.33">10612 15157 73 0,'0'0'86'0,"0"0"4"0,0 0-4 16,0 0 0-16,0 0-2 0,0 0-3 0,0 0 5 15,4 28-22-15,-3-20-8 0,-1 2 14 0,1 2-3 16,-1-2-3-16,2 0-5 0,0 2 10 0,0 7-5 16,0-1 2-16,1-2-3 0,-1 2-17 0,1-1 9 15,-1 0-7-15,1-1-5 0,-1 2 5 0,2-2-6 16,-3 0 0-16,2 1 5 0,0-1-4 0,-2-4-4 16,1 5 4-16,2-7-15 0,-2 3 9 0,0-1-6 15,0-1-3-15,0-1-5 0,-1-1 0 0,3 1-2 16,-3-4-2-16,1 2-3 0,-1-2 2 0,-1-6 0 15,4 10 0-15,-4-4-5 0,0-6-2 0,1 10-1 16,0-6 5-16,-1-4-5 0,0 8-4 0,0-8-10 0,0 0-18 16,0 9-23-16,0-9-28 0,0 0-32 15,-4 9-39-15,4-9-150 0,-13 3-318 0,5-3 141 16</inkml:trace>
  <inkml:trace contextRef="#ctx0" brushRef="#br0" timeOffset="9662.81">10575 15186 22 0,'3'-5'162'0,"0"-1"-16"0,0 0-6 0,1-1-13 0,0-1-6 15,1 4-7-15,-1-3-6 0,6 2-9 0,-3-1 2 16,0 2-16-16,2-1-11 0,0 3 0 0,-2-1-9 16,2 1-5-16,0 3-7 0,-9-1 3 0,19 1-10 15,-12 2-8-15,-1 1-1 0,1-2-11 0,-2 3 6 16,2 1-2-16,-3 1-3 0,0 4-1 0,0-2-6 16,-3 1-1-16,3-1-2 0,-5 2-2 0,1 1 2 15,-3-1-1-15,-1-1-2 0,-1 2-1 0,0 0-4 16,-1-3 3-16,-1 2 0 0,0 0-2 0,0-4 0 15,0 1-4-15,-1 2 2 0,-3-3 0 0,1 2-3 16,0-3 0-16,0 1 3 0,0 0-5 0,1-1-2 16,-1 1-10-16,-1-1-20 0,5-2-22 0,-3 2-37 15,0 1-28-15,4-2-36 0,-1 1-124 0,-2-1-298 16,0 1 132-16</inkml:trace>
  <inkml:trace contextRef="#ctx0" brushRef="#br0" timeOffset="11139.69">22316 16258 164 0,'0'0'171'0,"0"0"-8"16,-2-11-2-16,2 11-6 0,0 0-4 0,-5-10-13 15,5 10 0-15,-1-6-9 0,1 6-8 16,0 0-5-16,0 0-2 0,0 0-8 0,-1-9-12 16,1 9-9-16,0 0-8 0,0 0-4 0,0 0-11 15,0 0-7-15,0 0-6 0,0 0-9 0,0 0-1 16,0 0-6-16,0 0 2 0,0 0-7 0,0 0 6 0,0 0-5 15,0 0-1-15,4 26-3 0,-4-18-2 0,1 3-4 16,-1-2 4-16,0 2-7 0,2 1 1 16,-2-2 1-16,0 3-4 0,0-2 1 0,-2 1-3 15,2-1-1-15,0-1 0 0,-1 1-28 0,-1 0 4 16,2 1-1-16,0-3 4 0,0 1 3 0,0-3-1 16,-1 3 4-16,0-2-2 0,1 2-2 0,0-10 11 15,0 11-7-15,-1-5 4 0,1-6-3 0,-2 10 2 16,2-10-3-16,0 9 2 0,0-9-2 0,-2 6-3 15,2-6-10-15,0 0-8 0,-2 7-11 0,2-7-14 16,0 0-12-16,0 0-35 0,0 0-39 0,0 0-49 16,0 0-162-16,0 0-373 0,0 0 165 0</inkml:trace>
  <inkml:trace contextRef="#ctx0" brushRef="#br0" timeOffset="11470.94">22289 16226 113 0,'0'0'168'15,"0"0"2"-15,0 0-5 0,0 0-16 0,29 12-5 16,-22-9-11-16,2 0-3 0,2 1-2 15,-1-1-12-15,2 0-13 0,-1 2-1 0,0-1-6 16,1 1-5-16,1 0-11 0,-3 1-9 0,3 0-1 16,-1-1-6-16,1 0-6 0,-1 1-5 0,0-3-3 15,0 2-9-15,0-1-2 0,-2 2-1 0,3-3-6 16,-3 1-5-16,-1 0-3 0,1 0-12 0,-3 0-10 0,-7-4-14 16,13 5-20-16,-7-3-26 0,-6-2-29 15,9 5-22-15,-9-5-12 0,8 3-17 0,-8-3-7 16,0 0-8-16,0 0-116 0,0 0-292 0,0 0 129 15</inkml:trace>
  <inkml:trace contextRef="#ctx0" brushRef="#br0" timeOffset="11720.58">22661 16190 109 0,'0'0'189'0,"0"0"-5"0,4-9 2 16,-4 9-7-16,0 0-7 0,0 0-12 0,0 0-10 15,0 0-15-15,0 0-16 0,0 0-7 0,0 0-6 16,0 0 9-16,0 0 8 0,0 0-2 0,0 0-2 16,11 27-4-16,-8-16-5 0,-2 1-2 0,0 1-7 15,2 4-6-15,-3-1-9 0,0 2-9 16,0-1-6-16,-3-3-6 0,2 3-8 0,0-1-4 16,-2 1-8-16,3 0-7 0,-1-5-22 0,0 0-26 15,-2 0-26-15,0 0-41 0,1-1-51 0,-2-2-40 16,4-9-60-16,-5 18-218 0,-4-13-481 0,4 0 214 15</inkml:trace>
  <inkml:trace contextRef="#ctx0" brushRef="#br0" timeOffset="11880.84">22741 16383 56 0,'0'0'109'0,"0"0"-24"0,0 0-37 16,0 0-36-16,0 0-64 0,0 0-56 0,0 0 25 16</inkml:trace>
  <inkml:trace contextRef="#ctx0" brushRef="#br0" timeOffset="14835.49">15733 15284 23 0,'0'0'67'0,"-12"1"-3"15,12-1-5-15,0 0-2 0,0 0-5 0,0 0-7 16,0 0-2-16,-9 0 4 0,9 0-2 0,0 0-2 15,0 0-3-15,0 0 11 0,0 0-9 0,0 0 5 16,0 0 2-16,0 0-4 0,34-6-4 16,-21 3 0-16,0 2 3 0,5-3-9 0,0 3-18 0,3-3 16 15,-1 1-13-15,-1-1 4 0,3 1 0 0,0 0-7 16,7 0-15-16,-1 0-11 0,0 0-1 0,0 0-22 16,1 2-4-16,-3-2-12 0,-5 3-8 15,7-2-16-15,-8 2-1 0,9-1-2 0,-8 0-43 16,7-2-127-16,-1 0 55 0</inkml:trace>
  <inkml:trace contextRef="#ctx0" brushRef="#br0" timeOffset="15009.89">16670 15202 52 0,'15'-2'53'15,"-7"1"8"-15,3 1-9 0,0-1 5 0,-2 0-17 0,3 1 3 16,1 0-9-16,-2-2-1 0,3 1-1 0,-2 0-13 15,-2-1 7-15,1 2-19 0,1 0-8 0,1-1 1 16,-3 2-24-16,2-1-16 0,0-1-34 16,-1-1-81-16,1 0 36 0</inkml:trace>
  <inkml:trace contextRef="#ctx0" brushRef="#br0" timeOffset="15202.06">17282 15141 23 0,'5'2'67'0,"6"-2"-3"0,1 0-11 0,3 0-7 0,3-2-13 16,4 2-17-16,-1-1-18 0,0-1-12 15,10-2-34-15,-3 2-52 0,2 1 23 0</inkml:trace>
  <inkml:trace contextRef="#ctx0" brushRef="#br0" timeOffset="15883.69">18533 15044 26 0,'20'1'53'0,"2"-2"-3"0,-2 0-5 15,0 1-8-15,1-3-7 0,0 1-8 0,-2 2-7 16,-1-2-1-16,0 2-10 0,0 0-7 0,-1-2-7 16,0 0-1-16,-2 1-5 0,2-1-1 0,1 2 1 15,0-3-5-15,1 2 7 0,1 1-4 0,1 0 5 16,1-3-14-16,-2 2 30 0,9-1-13 0,-10 0 2 16,1 2-1-16,0-1 10 0,-2 1 8 0,3 0 7 15,-5-1 4-15,1 1 4 0,3 0 2 0,-2 1 7 16,1-1 5-16,-2 0-1 0,2 0 4 0,0-1-4 15,-1 1-5-15,4 1-2 0,0 0 1 0,-2 0-1 16,1 0-4-16,7-1-3 0,-5 2 5 0,6 0-6 16,2 0-1-16,-2 0-12 0,4 0-1 0,1-1 5 15,1-1-9-15,4 0-1 0,-2 0-2 0,1 2-6 16,2-3 2-16,-3-1 0 0,0-1-7 0,-3 2 10 16,0-2-5-16,0 0 1 0,-2 2 1 0,-5-2-11 15,2 1 10-15,-6 0 0 0,4-2-2 0,-6 2-3 16,7 1 6-16,-9-1-2 0,4-1-4 0,-1 2 5 15,-2-2-9-15,2 3 9 0,-2-2-6 0,-1 1 5 16,1 0 3-16,-1 0-1 0,-8 1 5 0,1-1-2 16,0 1-1-16,0 0 5 0,-5-1 5 0,-7 1 1 15,17-2 5-15,-6 2-8 0,-5 0 1 0,-6 0 1 16,13-1-8-16,-13 1 3 0,10-1 6 0,-10 1 3 16,11 1-1-16,-11-1 3 0,12-2-5 0,-6 1-1 15,-6 1 2-15,13 0-8 0,-13 0 2 0,13-2-3 16,-5 2-1-16,2-1 14 0,0 1-16 0,2 1 3 15,1-2 5-15,4 1-8 0,2-2 8 0,-1 0-3 16,3 0-6-16,-1 2 5 0,1-1 0 0,7-2-5 16,-8 0 7-16,8 1-5 0,-6 1-4 0,6-1 5 15,-6 0 3-15,5 2-8 0,0-1 7 0,-6 1 4 16,-2-3 8-16,3 2 1 0,-2 0 8 0,0-1-7 16,-2 1-3-16,-5 1 6 0,-1-1-1 0,1 1 0 15,5 1 7-15,-7-1-13 0,-11 0-2 0,21-1-1 16,-21 1-1-16,17 1-5 0,-7 0 3 0,-10-1-10 15,14 0-8-15,-14 0-10 0,19 2-7 0,-11-2-19 16,2 0-9-16,0 0-21 0,0-2-45 0,1 4-131 16,-11-2 58-16</inkml:trace>
  <inkml:trace contextRef="#ctx0" brushRef="#br0" timeOffset="16117.52">21461 14918 11 0,'13'0'49'0,"0"-1"-8"0,0 1-12 16,-2-1-4-16,3 1-7 0,-3 0-2 16,2-1-4-16,-4 1-3 0,1-2-3 0,-1 1 1 0,3 1-1 15,-5-1-8-15,-7 1-7 0,14-2-7 0,-14 2 2 16,10-4 5-16,-3 4-8 0,-7 0 3 0,10-3 0 16,-10 3-9-16,9-3 27 0,-9 3-7 0,9-4 14 15,-4 2 1-15,-5 2 5 0,10-4 8 0,-10 4-5 16,7-1 4-16,-7 1-1 0,0 0-3 15,10-3-10-15,-10 3-8 0,6-3-11 0,-6 3-36 16,0 0-48-16,0 0 21 0</inkml:trace>
  <inkml:trace contextRef="#ctx0" brushRef="#br0" timeOffset="17485.82">19559 15089 37 0,'3'6'63'0,"-1"4"-1"0,0 1-4 0,1 1 0 16,1 3 0-16,-1 3-9 0,-2 2 0 0,-1-1-4 16,2 5 12-16,-3 4-16 0,4-3 9 0,-5 0-10 15,2 1 11-15,2 2-6 0,-4-4-4 0,5 4 5 0,-4-5-5 16,3 3-9-16,0 0 7 0,-1-2 2 0,-1-5-8 16,1 0 3-16,-1 0 1 0,1 0-4 15,3 7-6-15,-2-10 6 0,-1 3 2 0,-1-1-1 16,2 0 3-16,-2-1-7 0,2-2 7 0,-1 3-2 15,0-5-3-15,3 2-2 0,-1 0-2 0,-1 2 0 0,1-4 1 16,-2 3-1-16,4-1 4 0,-1 1 0 0,1-1 2 16,-1-4-8-16,2 6 2 0,-3-5-3 15,3 3-2-15,-4-4 5 0,3 5-2 0,-4-5-4 16,2 4 1-16,0 2-4 0,1-4 3 0,-1-1-3 16,0 3-4-16,0-1 0 0,0 0 1 0,0-2-2 15,-1-1 1-15,0 2-2 0,1 2 2 0,0-3-5 16,-1 0 5-16,2-1 20 0,-2 2-2 0,1-3-2 15,-1 0-4-15,0 2-1 0,-1 0 2 0,2-1-2 16,-1 2 3-16,-1-4-6 0,1 4 0 0,-2-1-5 16,2-1 1-16,1 2-6 0,-2-3 1 0,0 3 0 15,1-1-4-15,0-2 3 0,1-1-2 0,-1 1 0 16,0-3-3-16,-1 1 0 0,3 0-24 0,-2 2 1 16,0-4 0-16,0 0-2 0,1 0 6 0,-1-1 0 15,-2-5 5-15,4 12-4 0,-4-12 1 0,3 7 1 16,0-3 4-16,-3-4-1 0,4 8 0 0,-4-8-1 15,3 7 3-15,-3-7 0 0,1 6 1 0,-1-6-1 16,0 0-1-16,0 0 4 0,3 7-5 0,-3-7-3 16,2 6 5-16,-2-6 2 0,0 0 1 0,3 7 4 15,-3-7 0-15,0 0 2 0,2 7-7 0,-2-7 5 16,0 0-4-16,0 0 3 0,0 0-1 0,0 9 9 16,0-9-1-16,0 0 7 0,0 0 4 0,0 0 3 15,0 0 10-15,0 0 4 0,0 0 7 0,0 0 0 16,0 0-1-16,0 0-6 0,0 0 2 0,18-7 1 15,-10 0-7-15,1 0-1 0,0 0-7 0,1-3 4 16,0 0-3-16,4-3-9 0,0 2 5 0,3-2-7 16,-2-1 0-16,6-3-3 0,-2 1 3 15,-1 4-6-15,0 0 2 0,4-4-4 0,-7 4 4 16,-1 3-3-16,1 0-1 0,-5 1-2 0,-1 3 1 16,-1 1-4-16,-8 4 0 0,11-7-8 0,-11 7-8 15,8-4-12-15,-8 4-4 0,0 0-16 0,0 0-16 16,0 0-30-16,0 0-28 0,0 0-43 0,0 0-25 0,-34 14-24 15,18-10-145-15,-2 4-386 0,-1-2 172 0</inkml:trace>
  <inkml:trace contextRef="#ctx0" brushRef="#br0" timeOffset="17677.16">19834 16384 21 0,'-13'0'134'0,"13"0"-3"0,-19 2-3 0,7-2-19 15,0 0 4-15,-3 0-10 0,2 3-11 0,-2-3-2 16,-2 3-6-16,4-2-7 0,-5-1-11 0,0-1-1 16,4-1-9-16,2 2-6 0,-2 0-11 15,3-2-14-15,-2 0-25 0,13 2-23 0,-23-6-32 0,12 2-30 16,0-1-20-16,1-1-82 0,2-3-200 0,1 0 89 16</inkml:trace>
  <inkml:trace contextRef="#ctx0" brushRef="#br0" timeOffset="18028.34">19590 15256 118 0,'0'0'113'0,"0"0"13"16,0 0-9-16,0 0-12 0,-31 31-13 0,11-13-2 15,7-5-13-15,-4 2-6 0,-2 2-10 0,1-4-1 16,5 0-18-16,-2-2-16 0,4 0-12 0,3-1-29 16,-2 0-17-16,1-2-28 0,2 1-25 0,0-1-69 15,3-4-166-15,4-4 74 0</inkml:trace>
  <inkml:trace contextRef="#ctx0" brushRef="#br0" timeOffset="18197.41">19661 15273 115 0,'0'0'122'0,"0"0"-11"0,0 0-6 15,0 0-12-15,22 8-8 0,-17-4-1 0,-5-4-15 16,19 19-9-16,-10-5-1 0,0 1-22 16,1 1-21-16,-2 2-44 0,0-2-37 0,3 8-80 15,-4-6-155-15,0 5 69 0</inkml:trace>
  <inkml:trace contextRef="#ctx0" brushRef="#br0" timeOffset="19362.16">20339 15634 54 0,'5'-9'190'15,"-5"9"-10"-15,0 0-11 0,-4-16-14 0,4 16-11 16,0 0-12-16,-12-12-14 0,6 8-10 0,6 4-10 16,-19-2-13-16,7 2-5 0,-3 0-10 0,2 2-9 15,0 1-5-15,-1 0-4 0,3 3-8 0,-6 2-3 16,6-3-8-16,-1 2 3 0,2 0-10 0,2 1 0 16,1 1-7-16,0-4 2 0,4 2-1 0,-1-2-6 15,1 2 1-15,3-7 0 0,0 10 1 0,0-10-5 16,3 8 3-16,-3-8 1 0,10 6-13 0,-1-5 9 15,0-1-3-15,1-1 2 0,3-1-7 0,-3 0 4 16,4 0 2-16,-4-3 1 0,2 2-5 16,-2-4-1-16,-1 1 2 0,-3-2 1 0,1 3 0 15,2-3-1-15,-9 8 0 0,9-12 3 0,-7 7 7 0,5-2 3 16,-7 7-5-16,5-12 0 0,-3 6 0 0,-2 6 1 16,4-11 4-16,-4 11 10 0,3-10 4 0,-3 10 2 15,0 0-3-15,0 0-3 0,2-9-6 0,-2 9-4 16,0 0-5-16,0 0 5 0,0 0 3 15,12 14-1-15,-8-4 5 0,-1 4-4 0,-1 3 12 16,0 8-8-16,2 1-3 0,-3-3 0 0,1 1 0 16,-5 2-4-16,3-1 1 0,-1-7-3 0,1 0-1 0,0-1 1 15,2 0-3-15,0-1 1 0,-1-4 0 16,0 0-3-16,0-1-3 0,1 0-2 0,-1-4 3 16,0-1 3-16,-1-6-6 0,4 9 4 0,-3-4 5 15,-1-5 3-15,3 9 6 0,-3-9 9 0,0 0 8 16,8 1-10-16,-8-1-4 0,0 0-1 0,17-12-9 15,-10 3 0-15,3 0 0 0,2-3-1 0,-5 2-17 16,6-3-8-16,-3-1-12 0,-1 1-16 0,1-2-15 0,-2 1 0 16,2-2-4-16,-2 3-14 0,2-3-16 15,-3 1-7-15,-2 4-13 0,0 0 1 0,0 1-14 16,1 0-7-16,-2-1-8 0,1 1 25 0,0 2-7 16,-5 8 22-16,8-14 2 0,-4 7 10 0,-4 7 18 15,10-11-3-15,-10 11 4 0,5-10 5 0,-5 10 12 16,8-8 14-16,-8 8 12 0,5-8 9 0,-5 8 5 15,6-8 4-15,-3 3 6 0,-1 0 11 0,-2 5 20 16,6-7 5-16,-6 7 12 0,2-6-1 0,-2 6 5 16,4-4 5-16,-4 4 2 0,0 0-3 0,0 0-2 15,0 0-1-15,4-7-7 0,-4 7-4 0,0 0-7 16,0 0-7-16,0 0 4 0,0 0 5 0,0 0 10 16,10 11-6-16,-6-7 4 0,0 5-2 0,0-1-5 15,-1 1-2-15,1 1-4 0,0-1-1 0,0 3 1 16,2-3 0-16,-2 0-5 0,0 1 2 0,-1-2-7 15,0 1 3-15,1-1-7 0,-1-2-1 0,3 2-2 16,-2-1-1-16,-2-4 0 0,2 2-2 0,-4-5 0 16,5 6-3-16,-5-6 10 0,6 3 4 0,-6-3 8 15,0 0 4-15,0 0 1 0,6 5-3 0,-6-5-4 16,0 0-3-16,0 0-5 0,17-9-2 0,-11 4 1 16,0 1-4-16,2-3-1 0,0 1 0 15,1-2-7-15,1-1-2 0,1 0 3 0,-2 2-3 0,5-6-3 16,-2 3 4-16,-1-3-7 0,1 1 3 0,-4 2-4 15,-2 1 2-15,2 3 2 0,0-2-2 0,-2 2-2 16,-2 2-3-16,1 0-2 0,-1-1 0 0,-4 5-1 16,3-6-2-16,-3 6 2 0,5-5 1 0,-5 5-4 15,0 0-1-15,0 0 3 0,13 8-2 0,-10-2 3 16,1 1 1-16,-2-1-4 0,1-1 1 16,2 6 0-16,-3-6 3 0,1 4 10 0,-2-3-10 15,3 2-4-15,0-2 4 0,-2-1 1 0,2-1 1 0,0 3-1 16,2-5 2-16,2 0 6 0,-3 2 1 0,6-3 2 15,-4 0-1-15,5-2 5 0,-2-1-3 16,4-3 1-16,-3 4-2 0,0-4 0 0,0 0 0 16,-2 0 1-16,1 1 6 0,-1-3-6 0,-2 2 0 0,-1-1 1 15,-2-2 2-15,1 0-3 0,0-1 3 16,-5 9-4-16,5-15-2 0,-4 8 1 0,-1 7-2 16,-2-18 2-16,2 18-4 0,-5-11-4 0,5 11-5 15,-9-10-6-15,3 6-15 0,6 4-13 0,-18-3-19 16,5 5-31-16,13-2-44 0,-24 3-47 0,11-1-46 15,-1 3-63-15,2-2-151 0,2 0-473 0,10-3 211 16</inkml:trace>
  <inkml:trace contextRef="#ctx0" brushRef="#br0" timeOffset="19484.55">21131 15563 69 0,'0'0'63'0,"0"0"-52"15,0 0-36-15,0 0-25 0,0 0 12 0</inkml:trace>
  <inkml:trace contextRef="#ctx0" brushRef="#br0" timeOffset="45226.18">12571 15549 38 0,'0'0'52'0,"0"-11"-10"0,0 11-6 16,0 0-2-16,0 0 0 0,0 0-11 0,0 0-2 15,0 0 5-15,0 0-3 0,0 0-3 0,0 0-1 16,19 20-9-16,-15-9 3 0,3 3-2 0,1 5 1 15,4 5-2-15,-1 3-2 0,-2 1 5 0,-1 4-1 16,2 5-8-16,-1 6-1 0,-1-7 6 0,-2-2-5 16,3 14 3-16,-5-2-4 0,2-10-6 0,2-1-2 15,-1 12 0-15,3-3 2 0,-5 2-1 0,4 1 9 16,0-1 1-16,-5-11-6 0,3 0 5 0,3 0-6 16,-2 0-5-16,-1 10-5 0,-1-14 6 0,0 0-7 15,0-2-1-15,1-2-4 0,1 1-4 0,-1-5-6 16,-2-4-3-16,0 6-1 0,1-8-21 0,-4-1-56 15,5-2 25-15</inkml:trace>
  <inkml:trace contextRef="#ctx0" brushRef="#br0" timeOffset="45630.35">12731 16567 16 0,'5'27'60'15,"-1"2"-6"-15,1 2-5 0,-1 1-5 16,-2 1 6-16,5 0-11 0,-10-1-11 0,6 0 1 0,-1 0-22 15,-2-4-8-15,7 2 0 0,-4 1-7 0,1-5-3 16,-2 0-18-16,0 1-26 0,0-8-59 0,-2-1 27 16</inkml:trace>
  <inkml:trace contextRef="#ctx0" brushRef="#br0" timeOffset="46087.21">12741 16700 11 0,'0'0'88'0,"0"0"-6"0,23 13-2 16,-15-4-6-16,3 5-10 0,-3 3-1 0,4 0-2 15,-1 7-2-15,-2 1-18 0,3 3-1 16,-4-4-8-16,1 3-7 0,1 1 23 0,-6-9-27 16,5 5 2-16,-3-7-27 0,1 2-11 0,0-2-4 15,-2 2-17-15,1-2-13 0,1-3-9 0,0 2-48 0,-5-5-113 16,1-1 50-16</inkml:trace>
  <inkml:trace contextRef="#ctx0" brushRef="#br0" timeOffset="46444.89">12594 15913 12 0,'0'0'67'0,"0"0"-1"16,0 0-1-16,0 0-6 0,0 0-3 0,0 0-10 15,-4 73-4-15,-2-41-5 0,0 0 2 0,-3 16-2 16,1-5-8-16,-1 5-13 0,-5-3-21 0,5-11-21 16,-3 0-24-16,1-1-32 0,-4-2-88 0,1-3 38 15</inkml:trace>
  <inkml:trace contextRef="#ctx0" brushRef="#br0" timeOffset="46652.62">12609 15859 17 0,'12'13'47'16,"-5"-2"-3"-16,1-1-26 0,4 2-18 0,-1 1-21 15,0 1-23-15,1 1 10 0</inkml:trace>
  <inkml:trace contextRef="#ctx0" brushRef="#br0" timeOffset="47031.03">12897 17076 31 0,'9'7'75'16,"0"0"1"-16,5 5-16 0,1-1 2 0,-1 0-16 15,-1 0 0-15,3 1 5 0,-3-2-19 0,2 0 12 16,-5-4-20-16,3 2 3 0,-1-2-12 0,-3-1-9 16,0-3 0-16,5-2-7 0,-3 0-17 0,-1-2-15 15,4-1-59-15,0-6-99 0,2-1 44 0</inkml:trace>
  <inkml:trace contextRef="#ctx0" brushRef="#br0" timeOffset="52428.1">13365 17386 17 0,'0'0'30'0,"0"0"-1"0,0 0-7 0,0 0-2 0,0 0 8 16,0 0-8-16,0 0 4 0,0 0-3 0,0 0 6 16,0 0-7-16,0 0 3 0,0 0 2 15,0 0-8-15,0 0 0 0,0 0 3 0,0 0-6 16,0 0 3-16,0 0 6 0,0 0 2 0,0 0-7 16,0 0-8-16,0 0-1 0,0 0 5 0,0 0-3 0,0 0 13 15,0 0-12-15,0 0-3 0,0 0 2 0,0 0 0 16,0 0-4-16,0 0 6 0,24-10 1 15,-24 10 0-15,0 0-3 0,0 0 10 0,14 1-10 16,-14-1 7-16,0 0-5 0,14 0 9 0,-14 0-5 16,0 0-6-16,15 0 5 0,-15 0 2 0,16 0-4 15,-16 0 3-15,13 0-3 0,-13 0-5 0,14 0 14 16,-14 0-6-16,13-1 2 0,-13 1-6 0,18-2 4 16,-9 2-5-16,-9 0 8 0,21-4 5 0,-15 3-6 15,7-2-2-15,1 0 11 0,-5 1-16 0,4-1 2 16,5 0-3-16,-5 2-1 0,2-1-1 15,2 1 2-15,-1-2 1 0,1-1 10 0,2 4-11 0,-1-3-5 16,2 1 3-16,0-1-13 0,1 1 16 0,1-1-5 16,-2 0-3-16,1 1 9 0,-2-2-5 0,2 1-4 15,2 1 6-15,-2 0-7 0,6-4 3 0,-8 4 2 16,-2-3-8-16,2 3 11 0,1 1-3 0,0-1-2 16,-2 0 13-16,2 1-8 0,-2 0 4 15,-2-3-9-15,-3 4 4 0,6-2 6 0,-6 3-12 0,1-3-3 16,-4 2 4-16,-10 0 1 0,21 1 1 15,-12-1-16-15,-9 0 10 0,15 1 0 0,-15-1 1 16,16 1-2-16,-16-1 5 0,17 4 1 0,-9-4 4 16,-8 0-2-16,15 2-7 0,-3 0-2 0,-3 0-2 15,-9-2-24-15,13 3-8 0,-13-3-19 0,14 0-15 16,-14 0-16-16,15 4-22 0,-10-3-61 0,-5-1-181 0,13 2 80 16</inkml:trace>
  <inkml:trace contextRef="#ctx0" brushRef="#br0" timeOffset="53346.03">14359 17369 21 0,'7'-6'56'0,"-7"6"0"16,0 0 6-16,0 0-21 0,0 0-4 0,0 0 7 15,9-5-6-15,-9 5-4 0,0 0 8 16,0 0-9-16,13-4-8 0,-13 4 5 0,0 0 8 0,13-1-7 16,-13 1 0-16,13-2 2 0,-13 2 3 15,18-3-6-15,-7 0-1 0,-2 2 3 0,4-2 12 16,-2 0-12-16,0 3 5 0,3-3-6 0,4-1 11 15,0 1-2-15,1 0 0 0,-2 0 2 0,-1 0-11 16,4 1 1-16,0-2-11 0,0 2 10 0,-2-2-1 16,1 2-4-16,3 0-2 0,-6 1 1 0,3 1-7 15,0-3 8-15,-2 2-9 0,-1 0-5 0,4-1 2 16,-2 2 2-16,-5-1-5 0,2 0-5 0,-2 1 3 16,5-1-4-16,-5-1 6 0,-1 2 3 0,2 0-11 15,-1 0 1-15,1-2 2 0,0 2 3 0,0-2-11 16,-1 3 7-16,4-4-1 0,-2 5 3 0,2-5-6 15,-1 3-1-15,-2-2 3 0,2 0-3 0,-2 2 8 16,1-4-4-16,3 4-2 0,0-4 1 0,1 4-1 16,-1-1 0-16,-4-2 2 0,3 2 2 0,2-1 0 15,0 1-6-15,0-1 1 0,-2 0 0 0,2 0-4 16,0 1 3-16,0-1 0 0,-6 2-5 0,6-3 11 16,-1 0-4-16,0 2-7 0,-1-1 9 0,-2-1-3 15,5 1-7-15,-3 0 7 0,-3-1-1 0,0 2 2 16,-2 0-3-16,1-1 0 0,0 0-1 0,-1 1 12 15,-2 0-11-15,1-1-1 0,-1 2 7 0,-3-2-7 16,-7 2-1-16,14-2 2 0,-6 2 9 0,-8 0-7 16,14-1 6-16,-7 0-8 0,-7 1 4 0,12 0-3 15,-12 0-3-15,12-2 3 0,-12 2-3 0,14 0-2 16,-9-1-1-16,-5 1 0 0,0 0-16 16,17-1 3-16,-17 1-11 0,0 0-7 0,15 1-6 15,-15-1-8-15,9 1 9 0,-9-1-26 0,0 0-11 0,10-1-20 16,-10 1-77-16,0 0-188 0,9 3 83 15</inkml:trace>
  <inkml:trace contextRef="#ctx0" brushRef="#br0" timeOffset="54543.8">16581 17254 34 0,'0'0'95'0,"-10"3"11"0,10-3-21 15,0 0-9-15,0 0-5 0,0 0-8 0,-5 1 3 16,5-1-8-16,0 0-5 0,0 0-15 0,0 0 15 15,0 0-10-15,0 0 0 0,27 0-1 0,-17-1-6 16,5 0-7-16,-2 1 9 0,5-2-15 0,1 2 3 16,3 0-1-16,1 0 2 0,-3 0-1 0,9-2-6 15,-1 1 3-15,-7 1 2 0,2-2-5 16,-5 1-2-16,10 1-8 0,-5 0 4 0,-2-1-8 16,1 2 7-16,-1-1-6 0,9 0 3 0,0-3-11 15,0 3 2-15,0-4-14 0,1 4-11 0,0-1-8 0,-1 1 0 16,4-2-7-16,-2 1 3 0,2-5-4 0,2 5-10 15,-2-1 13-15,1-3-6 0,2 4-7 16,-1-2 10-16,2 0-1 0,-2-1 7 0,5 0-2 0,-4 2-6 16,2-3 1-16,0-1-5 0,2 3 5 15,-4-2 1-15,-3 2-6 0,2 0-5 0,-3-1-27 16,1 2-85-16,-5 0 37 0</inkml:trace>
  <inkml:trace contextRef="#ctx0" brushRef="#br0" timeOffset="54973.67">18115 17177 41 0,'36'-2'56'0,"1"0"4"16,0-1-15-16,13 0-1 0,-11 2-7 0,0 0-6 15,15-1-3-15,-15 0 2 0,15 1-8 0,-2-2 7 16,-1 0-11-16,1 3-4 0,-2 0 1 0,1-3-4 15,3 0-3-15,1 0 3 0,3-1-9 0,1 2 9 16,2-3-1-16,0 2-2 0,3-1 1 0,2 1 0 16,-2-3-7-16,0 3 4 0,1 0 2 0,-1-2-13 15,0 3 6-15,0-4 7 0,0 4-6 0,1-1 2 16,0-1 3-16,1 1 2 0,-1-3 3 0,-1 2 7 16,25-1-8-16,-34 3 0 0,5-1-7 0,0-2 4 15,-1 3-6-15,-2-3-10 0,0 2-19 0,-5 0-5 16,-1-1-19-16,0 0-39 0,-14 1-98 0,-1-1 43 15</inkml:trace>
  <inkml:trace contextRef="#ctx0" brushRef="#br0" timeOffset="60896.35">20010 4515 7 0,'0'0'25'16,"0"0"3"-16,0 0 2 0,0 0-6 16,0 0 1-16,1-7-13 0,-1 7-4 0,0 0 7 15,0 0-1-15,0 0-3 0,0 0 2 0,0 0-6 0,0 0 6 16,0 0 1-16,0 0-9 0,0 0 3 0,0 0 3 15,0 0 0-15,0 0-8 0,0 0 5 0,0 0 0 16,0 0-1-16,0 0 6 0,0 0-2 16,0 0 2-16,0 0-2 0,0 0 4 0,0 0-1 15,-7-7 2-15,7 7 0 0,0 0-6 0,0 0 7 16,0 0 1-16,0 0-6 0,0 0 1 0,0 0 4 0,0 0-8 16,0 0 3-16,-6-3-1 0,6 3-5 15,0 0-6-15,0 0-5 0,0 0 16 0,0 0-5 0,0 0-3 16,0 0-1-16,0 0 3 0,0 0-7 15,30 7 9-15,-12-4-4 0,4 0 2 0,8 1-1 16,4 1-8-16,4 0 0 0,14 1-8 0,2 4-7 16,5-5-11-16,4-1-14 0,3-1-35 0,25 3-83 0,-30-1 37 15</inkml:trace>
  <inkml:trace contextRef="#ctx0" brushRef="#br0" timeOffset="73492.83">14681 17141 23 0,'0'0'70'0,"0"0"-21"15,2 16-19-15,-2-16-22 0,-5 13-38 0,-1-4-33 16,1 1 14-16</inkml:trace>
  <inkml:trace contextRef="#ctx0" brushRef="#br0" timeOffset="74610.92">19439 16906 55 0,'0'0'125'0,"0"0"-13"0,10 0-14 0,-10 0-11 15,0 0-21-15,0 0-12 0,0 0-11 0,0 0-11 16,0 0-6-16,-18 12-25 0,18-12-25 0,-11 4-14 15,3 0-69-15,-2-1-115 0,2 5 52 0</inkml:trace>
  <inkml:trace contextRef="#ctx0" brushRef="#br0" timeOffset="75113.47">14070 16954 68 0,'0'0'122'16,"-12"-7"-8"-16,12 7-12 0,0 0-16 0,0 0 5 15,0 0-13-15,0 0-4 0,0 0-11 0,0 0-8 16,0 0-2-16,0 0-8 0,0 0-3 0,0 0-9 16,0 0-3-16,0 0-21 0,-11-2 12 0,11 2-10 15,0 0 9-15,0 0-20 0,0 0-6 0,0 0-14 16,0 0-14-16,-15 7-18 0,10-3-22 15,-2 1 0-15,1-2-70 0,-3 4-154 0,2-2 69 16</inkml:trace>
  <inkml:trace contextRef="#ctx0" brushRef="#br0" timeOffset="76163.14">12812 16988 44 0,'13'0'103'0,"5"1"-45"15,1 2-38-15,-2 3-25 0,-1-1-32 0,0 4-40 16,2 0 18-16</inkml:trace>
  <inkml:trace contextRef="#ctx0" brushRef="#br0" timeOffset="76908.89">12599 16999 1590 0,'-11'-12'-34'0,"3"1"18"0,8-1-10 0,-4 2 20 16,4 10-41-16,8-17-31 0,0 8-22 0,1 7-13 15,2-1-82-15,-11 3-212 0,22-4 94 0</inkml:trace>
  <inkml:trace contextRef="#ctx0" brushRef="#br0" timeOffset="79924.8">14685 17143 15 0,'1'-8'86'0,"-1"8"-10"0,1-8-6 0,-1 8-11 0,2-7-6 15,-2 7-18-15,1-5-25 0,-1 5-13 0,0 0-30 16,0 0-29-16,0 0-66 0,0 0 29 0</inkml:trace>
  <inkml:trace contextRef="#ctx0" brushRef="#br0" timeOffset="-211309.37">21040 8322 30 0,'0'0'40'16,"0"0"-6"-16,0 0-1 0,17 3 1 0,-17-3-4 15,13 3-2-15,-4-3 4 0,3 1 2 0,1-2-11 16,6 1 5-16,-2 0 0 0,3 0-11 0,-1 0 2 15,1 0-2-15,-1 1-3 0,1-1 4 0,0 0 1 16,1 0-12-16,1 0 3 0,0 0-1 0,6-1 5 0,-1 1-6 16,2-1-2-16,2 1 8 0,-2-2-5 0,1 0-1 15,3 1-17-15,-3-1 0 0,2-2 1 16,-2 2-4-16,0-1-1 0,0-1-1 0,2 3 5 16,-4-1-2-16,1 1-1 0,-1-1 9 0,0-2-6 0,3 2-4 15,-3-1 2-15,-1 1 1 0,0 0 3 0,2 2-2 16,0 0 3-16,-3 0-1 0,2 0 0 0,1 0 3 15,-1 0-5-15,1 2 4 0,-7-1 2 0,5 0 0 16,2 0 0-16,-1-1-2 0,0 3-1 0,0-2 3 16,2-3-5-16,-1 3 7 0,2 0-3 0,0-1 0 15,0 0-2-15,3 0 4 0,2 0 2 0,-3 0-1 16,4 0 1-16,-3-1-2 0,2 0 4 0,0 1-1 16,0-2-2-16,0 0 7 0,-3 1-5 0,4-2 0 15,-2 3-2-15,-3 1 2 0,0-3-3 0,0 0 4 16,2 1-2-16,-1-1 5 0,1 2-3 0,1-3 0 15,-1 2-1-15,3-2 2 0,-1 3-1 0,1-1-1 16,0 0-3-16,0 0-5 0,3 0 1 0,-3-2 7 16,1 1 0-16,0 2 2 0,-3-1-3 0,1 0 4 15,-3-4 1-15,-2 5-3 0,-1-1-1 0,2-1 2 16,-1 2-2-16,1-1-3 0,-1-2 3 0,1 5-1 16,0-2 1-16,1 0-9 0,0 0 3 0,0 1 5 0,-1-1-5 15,-1 0-1-15,2 0-1 0,-2 0-1 0,1-1 2 16,0 1 0-16,0 0 4 0,-3 0-1 0,-1 0-1 15,2 1 2-15,-1 0-3 0,-1-2 2 0,2 1 2 16,-1 1-5-16,-1-2 3 0,1 1-4 0,0 0 7 16,-1-1-9-16,1-2 7 0,-2 2-4 0,1 1 3 15,2-2-2-15,-4 2 0 0,5-1 4 0,-3 2 0 16,1-1 6-16,1 1-2 0,1-1 2 0,-2 0-2 16,3 0 5-16,1 0-5 0,-3 0-5 0,0-1 3 15,0 2 0-15,-1-2 1 0,-2 1 2 0,-7 1-3 16,3-1 2-16,-1 1 2 0,6-1-2 0,-5 0 2 15,-2 1-1-15,8-1-2 0,-6 1 1 0,4-1-3 16,-8 2 3-16,4-1-1 0,-4 1 1 0,2-1 0 16,0 1-1-16,0 0 2 0,-2 0-4 0,4-1 3 15,-3 2 2-15,-3-2-8 0,4 2 1 0,-2-2 2 16,-2 1 1-16,1-1 3 0,0 2-1 0,0-3-2 16,1 3 4-16,-2-3-8 0,-1 1 8 0,1 0 0 15,4 0-3-15,-2 1 5 0,0-1 0 0,0 2-1 0,0 0 10 16,2-1-13-16,-1 2-3 0,-2-4 5 0,4 2-3 15,-3 0-4-15,0-1 2 0,0 1 3 16,3-2-4-16,-7 1 5 0,4 1 0 0,-6-1-3 0,5 0 1 16,0 1-4-16,0-1 5 0,-1-1-6 0,2 0 8 15,-1 0-8-15,-3 1 7 0,2 0-1 0,2 0-3 16,-1 1 2-16,-2-2-2 0,-2-2-4 0,-3 4 4 16,7-1 2-16,-7-1-3 0,1 0 2 0,1 0 2 15,-2 0-4-15,1 0 0 0,-2 2 3 0,-1-4 0 16,3 4 1-16,-5-2-1 0,-7 0-3 0,15 0 3 15,-6 1-4-15,-9-1 2 0,11 2 0 0,-4-2 2 16,-7 0 4-16,10 0-6 0,-10 0 1 0,10 2 4 16,-10-2 2-16,11 0 2 0,-11 0 1 0,12 1-3 15,-12-1 2-15,9 0-3 0,-9 0-5 0,0 0 1 16,9 0 1-16,-9 0 2 0,0 0 0 0,9 0-6 16,-9 0 10-16,0 0-8 0,0 0 1 0,0 0 2 15,0 0 2-15,0 0 0 0,0 0-2 0,0 0 3 0,9 1 7 16,-9-1-2-16,0 0-3 0,0 0-7 0,0 0 7 15,0 0 0-15,0 0-2 0,0 0 0 0,0 0-3 16,0 0 4-16,0 0-11 0,0 0 10 16,0 0-2-16,0 0-2 0,0 0 4 0,0 0-7 0,0 0 3 15,0 0-6-15,0 0 5 0,0 0-7 0,0 0 10 16,0 0-9-16,0 0 6 0,0 0 0 16,0 0-4-16,0 0 6 0,0 0-5 0,0 0 3 0,0 0-4 15,0 0 3-15,0 0-2 0,0 0-1 0,0 0 0 16,0 0 7-16,0 0-9 0,4 6 10 0,-4-6-4 15,0 0-5-15,0 0 2 0,0 0 0 0,0 0 9 16,0 0-7-16,0 0-2 0,0 0-3 0,0 0 3 16,0 0-2-16,0 0 4 0,0 0-2 0,0 0-1 15,0 0-7-15,0 0-3 0,0 0 0 0,0 0-2 16,0 0-5-16,0 0-10 0,0 0-4 0,0 0-8 16,0 0-35-16,0 0-81 0,0 0 36 0</inkml:trace>
  <inkml:trace contextRef="#ctx0" brushRef="#br0" timeOffset="-210807.88">23240 7647 31 0,'0'0'43'0,"0"0"-11"15,0 0-23-15,0 0-6 0,0 0 5 0,0 0-3 16,0 0-7-16,0 0 0 0,0 0-1 0,0 0 0 16,0 0-18-16,0 0-21 0,0 0 9 0</inkml:trace>
  <inkml:trace contextRef="#ctx0" brushRef="#br0" timeOffset="-196563.12">20420 13376 2 0,'0'0'13'0,"0"0"-7"0,0 0 6 16,0 0 0-16,0 0-1 0,0 0-3 0,0 0 0 16,0 0 1-16,0 0 2 0,0 0-3 0,0 0 4 15,0 0-10-15,9 10 5 0,-9-10-5 0,0 0 1 16,0 0-3-16,0 0 0 0,9 1 3 0,-9-1-6 0,0 0 4 16,0 0-2-16,0 0 4 0,0 0-1 15,0 0 4-15,0 0 0 0,0 0-1 0,0 0 2 16,0 0 4-16,0 0 5 0,0 0-3 0,0 0 1 15,5 4-6-15,-5-4 11 0,0 0-2 0,0 0-4 0,0 0 1 16,0 0-4-16,0 0 1 0,0 0-3 0,0 0-1 16,0 0 3-16,0 0-3 0,0 0 1 15,0 0-3-15,0 0-3 0,0 0 5 0,0 0-5 16,0 0-4-16,0 0 2 0,0 0 0 0,0 0 9 0,0 0-2 16,0 0-8-16,0 0 6 0,0 0-4 15,0 0 5-15,0 0-8 0,6 5 6 0,-6-5-3 0,0 0-5 16,0 0 11-16,0 0-3 0,0 0-2 15,0 0 3-15,0 0 1 0,0 0-13 0,0 0 11 16,0 0-2-16,0 0-3 0,0 0 2 0,0 0-1 0,0 0-7 16,0 0 7-16,0 0-1 0,0 0 2 0,0 0-7 15,0 0 3-15,0 0-5 0,0 0 0 16,0 0-4-16,0 0 1 0,6 3-6 0,-6-3-14 0,0 0-20 16,0 0-54-16,3 5 25 0</inkml:trace>
</inkml:ink>
</file>

<file path=ppt/ink/ink1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36:32.530"/>
    </inkml:context>
    <inkml:brush xml:id="br0">
      <inkml:brushProperty name="width" value="0.05292" units="cm"/>
      <inkml:brushProperty name="height" value="0.05292" units="cm"/>
      <inkml:brushProperty name="color" value="#FF0000"/>
    </inkml:brush>
  </inkml:definitions>
  <inkml:trace contextRef="#ctx0" brushRef="#br0">22079 6099 60 0,'0'0'111'0,"0"0"-4"15,-2-7-5-15,2 7-4 0,0 0 3 0,-4-6-8 16,4 6 1-16,0 0 1 0,0 0-11 0,-3-8-10 16,3 8-2-16,0 0-9 0,0 0-7 0,0 0-7 15,0 0-5-15,0 0-7 0,-2-6-8 0,2 6 0 16,0 0-6-16,0 0 5 0,0 0-11 0,0 0 3 15,0 0-4-15,0 0-8 0,0 0 8 0,0 0-11 16,0 0 4-16,0 0-4 0,0 0 10 0,0 0-12 16,0 0 6-16,0 0-10 0,0 0 4 0,0 0 0 15,0 0 1-15,0 0 1 0,0 0-3 0,0 0 0 16,0 0 4-16,0 0-2 0,0 0 0 0,0 0-4 16,0 0 0-16,0 0 3 0,0 0-3 0,0 0 0 15,0 0 3-15,0 0 3 0,0 0 1 0,14-6-5 16,-3 1 5-16,11-2-6 0,9-5 1 0,20-6 10 15,8-5 2-15,26-11-9 0,9-4-39 0,4-3-47 16,0-5-31-16,6 1-129 0,-6-6-259 0,4 0 115 16</inkml:trace>
  <inkml:trace contextRef="#ctx0" brushRef="#br0" timeOffset="1983.23">10336 6497 8 0,'0'0'70'16,"-9"-1"-3"-16,9 1 0 0,-5-4-1 0,5 4-8 15,0 0-3-15,-8-4-7 0,8 4-3 0,0 0-10 16,0 0 3-16,0 0-10 0,-7-2 6 0,7 2-13 16,0 0-3-16,0 0 4 0,0 0-1 0,0 0-7 15,0 0 2-15,0 0 4 0,0 0-5 0,0 0-11 16,0 0 4-16,0 0-1 0,0 0-1 0,0 0-6 16,0 0 3-16,0 0-1 0,0 0 10 0,0 0-15 15,0 0 6-15,0 0 10 0,0 0-1 0,0 0-9 16,0 0 5-16,23 11-7 0,-16-8 5 15,3-1-4-15,-2 1 5 0,4 0-2 0,-1-1 5 0,2-1-10 16,6 3 4-16,0-2 1 0,1-1 4 0,1 0-2 16,1 1 7-16,6-2-10 0,1 0 7 0,-8 0 0 15,10 0 0-15,-5 0 7 0,4-2 16 0,2 1-41 16,-2-2 10-16,4 1 4 0,-8 1 4 0,9 1-12 16,-4 0 10-16,1-2 0 0,2 2 2 0,1 0-9 15,-1-1 9-15,1 1-4 0,0 0 9 0,2 1-5 16,1-2-1-16,0 2-1 0,14-2-11 0,-15 1 3 15,4 1 5-15,-4-1 1 0,3 0-2 0,1 0-9 16,-3 0 9-16,12 1 14 0,-10-1-22 0,-2-1 7 16,14 0-7-16,0 0 11 0,1-1-5 0,-1-2 3 15,1 4-4-15,-1-5 6 0,0 3-1 0,2 0-5 16,-1 2-5-16,0 0 10 0,1-1-8 0,-1-2 0 16,-1 3 5-16,4-3-3 0,-2 4 3 0,2-2 5 15,-2 1-6-15,6-3 2 0,1 2-1 0,-3 1 2 16,3-3 1-16,2 3 1 0,2-4-4 0,-4-1-1 15,4 2 1-15,0-3 5 0,-1 2-3 0,0-1-2 16,1-1-5-16,-2 1 2 0,2-1 8 0,0 0-8 16,28-2 13-16,-31 3-14 0,28-5 3 0,-29 3 4 15,0-1-5-15,4 3-3 0,2-2 0 0,-2 1 5 16,27-4 0-16,-32 1 3 0,5 5-3 0,-2-1-1 16,4 1 4-16,23-3 1 0,-26 1 1 0,1 2-4 15,24-2-4-15,-27 1 6 0,1-2-4 0,-1 2-1 16,1 4 1-16,-1-3-2 0,2 1 1 0,1-1 5 15,-2 4 1-15,2-1-9 0,-1-1 3 0,0 2 0 16,1 2-1-16,2-4-1 0,-6 2 8 0,5 0-5 16,-2-2-1-16,0 2 9 0,0 0-5 0,-4-1-3 15,4 0-5-15,25 1 15 0,-29 0 2 0,2 0-2 16,0-1 24-16,1 2-17 0,2-1 3 0,-1 0-1 16,-1 0-2-16,-1 1-3 0,-1-1 5 0,0-1-2 15,-1 3 3-15,4-3 0 0,-2 0 0 0,1 1-2 16,2-1 2-16,1-1-9 0,-1-1 1 0,0 4 1 15,1-1 2-15,-1-3-2 0,-1 1 0 0,2 0 2 16,-1-1-5-16,-1 1 4 0,0-2-3 0,-2 3 3 0,1-2-7 16,-1-1 5-16,1-1 1 0,0 4-3 15,2-3 3-15,-4 1-13 0,2 1 4 0,-2 2 3 16,-3 0-1-16,7 0-2 0,-8-4 0 0,3 4-1 16,3 0 2-16,1-2 3 0,1 1-1 0,-4-1-3 15,3 2 0-15,0 0 3 0,0 2-6 0,1-2-2 16,26 0-2-16,-35 1 5 0,2-2-5 0,-3 2 6 15,4 1-3-15,-5 0-3 0,5-2 1 0,-3 2 3 16,-1 0-3-16,2-1 1 0,2 1 3 0,-2 2 4 16,3-1-6-16,-1 0 3 0,-2-1-1 0,6 0-2 15,-4 1-4-15,-2 0 8 0,-2 1 0 0,3-1-2 16,-2-1 1-16,3 2 2 0,-3-1 3 0,4 0 1 16,-3 1 5-16,1-1-10 0,2 4 1 0,-1-3-2 15,2 1 4-15,4-2 2 0,-3-5-6 0,0 6 0 16,0-3 2-16,-2-1-1 0,5 0 0 0,-5-5 2 15,1 2 1-15,-1 2-3 0,-2 0 1 0,1-4 0 16,-3 0-2-16,-2 3-2 0,-1-1 3 0,-14 0-3 0,12-2 1 16,-13 4 1-16,-1 0-3 0,-2-2 3 15,-3 2-2-15,-2-1 0 0,1 2-2 0,-3-1 1 16,-5-1 0-16,-2 2-3 0,0 0-3 0,1-2 6 16,-5 0-3-16,1 2 1 0,-6-2 1 0,-3 2 2 0,3 0-4 15,-1 2-24-15,1-1-10 0,-12-1-17 16,18 3-17-16,-9-3-25 0,-9 0-16 0,15 3-32 15,-10 0-30-15,-5-3-117 0,4 11-311 0,-4-11 139 16</inkml:trace>
  <inkml:trace contextRef="#ctx0" brushRef="#br0" timeOffset="107766.58">28547 16477 57 0,'0'0'112'15,"0"0"0"-15,-10 0-8 0,10 0 1 0,-12 0-13 16,12 0 7-16,-13 0 1 0,6-1 0 0,7 1-9 16,-18 0 1-16,10 0 2 0,-3 0-1 0,11 0-5 15,-18-2-11-15,11 2-2 0,-5 2-7 0,3-2 0 16,-2-2-9-16,1 4-2 0,-3-1-3 0,0-1-7 16,1 2 0-16,-3-2-12 0,2 1 1 0,-8 2 4 15,5 0-1-15,3-1-1 0,0-1 3 0,0 0 0 16,1 0 2-16,1 1-4 0,4 0-2 15,7-2 0-15,-14 2 0 0,10-1-2 0,4-1-6 0,-9 3-1 16,9-3-4-16,0 0-2 0,0 0-5 16,0 0 2-16,0 0-6 0,0 0 5 0,0 0-2 0,0 0 2 15,25 6-5-15,-12-5 4 0,5-1 0 16,2 1 2-16,4 1 0 0,6-4-1 0,2 5 1 0,-1-3-2 16,6 0 5-16,1 1-3 0,2-2 1 0,0 1-1 15,11 0 2-15,-14 0 3 0,14-3-3 0,-1 2 8 16,-16 0-6-16,3 1 1 0,0 0 8 15,0-2-8-15,2 2 1 0,-1 0 3 0,13-3-4 16,0 0 4-16,-16 3-3 0,3 2-1 0,1-2 5 16,0-2 4-16,-2 4 2 0,2-4-9 0,-4 2 0 15,-1 0 4-15,-2 2-6 0,-11-4 1 0,0 2-8 16,-1 0 5-16,-1 2-4 0,-6-2 0 0,1 0-3 0,-4-2-3 16,-10 2 2-16,16 2-3 0,-16-2-5 0,10 1 3 15,-10-1 5-15,0 0-10 0,14 0 7 16,-14 0-8-16,0 0 5 0,0 0 5 0,0 0 10 15,0 0 2-15,0 0 4 0,0 0 0 0,10-5-2 16,-10 5 4-16,0 0-3 0,0 0-1 0,3-11 5 16,-3 11-7-16,2-10 0 0,-2 10 3 0,0-17-2 15,2 7-5-15,-2-1-6 0,0 11 8 0,2-29-8 16,1 13-1-16,2-4 5 0,-3 3-6 0,3-8-6 16,-2 0 3-16,3-1-3 0,-2-1 1 0,3-2-2 15,0-1 2-15,0-1-1 0,3 1-4 0,0-1 4 16,0-2-6-16,-2-2 0 0,2 1 2 0,4-10-5 15,-1 0 4-15,-6 9 6 0,8-10-5 0,-8 12 10 16,5-14-11-16,2 3-2 0,-6 9-8 0,-1-12 10 16,1 13-3-16,0-13 0 0,-4 11 1 0,6-9-3 15,-4 10-1-15,0-11 10 0,-2 12-4 0,1-13-4 16,2 14 2-16,-2-2-3 0,3 3 2 16,-2-1 0-16,0-2-2 0,1 5-2 0,0-4 4 0,-3 0 3 15,1 3-6-15,-2-1 3 0,3 0-1 0,-2 4 8 16,-1-2-5-16,-2 1-7 0,0 1-4 15,3 0 7-15,-4 0 3 0,1 1 4 0,-1-2-3 0,0 2-8 16,2 2 16-16,-2 0-6 0,-2-3-4 0,2 3-3 16,3 0 6-16,-2-3-6 0,2 5 1 0,-2 3 3 15,0-1 1-15,-1 4 0 0,0-8 2 16,2 7 1-16,-2-1-6 0,0 0 9 0,1 0 1 16,0 3-2-16,1-2 11 0,-1 0-10 0,0-1-3 0,0 0 0 15,-1 2-2-15,2-2 6 0,-2 0-5 0,0 3 2 16,0-1 0-16,0-2-5 0,0 19 4 15,0-28-1-15,0 12-3 0,0 16-1 0,-2-26 10 16,4 11-11-16,-2 15 0 0,0-28 8 0,0 28-10 16,0-22 4-16,0 9-5 0,0 13 11 0,1-23-2 15,-1 23-5-15,1-24 11 0,-1 24 12 0,3-19-5 16,-3 19-2-16,1-20-8 0,-1 20 1 0,1-21-5 16,-1 21 20-16,0-13-22 0,0 13 4 0,0 0 3 15,0-23-3-15,0 23-1 0,0 0 7 0,0-18-6 16,0 18-5-16,0 0 1 0,4-25 2 0,-4 25-1 15,1-11 2-15,-1 11 6 0,0 0-5 0,4-18-3 16,-4 18 5-16,0 0-12 0,5-17 8 0,-5 17-1 16,0 0-1-16,3-16 6 0,-3 16-6 0,0 0-1 15,0 0 0-15,1-20 3 0,-1 20-2 0,0 0-7 16,4-14 6-16,-4 14 2 0,0 0-2 0,0 0-2 16,4-15 2-16,-4 15 2 0,0 0-2 0,0 0-1 15,7-13 3-15,-7 13-8 0,0 0 6 0,0 0 0 16,6-13 0-16,-6 13 0 0,0 0-8 0,0 0 11 15,0 0 2-15,0 0-8 0,7-13 4 0,-7 13-11 16,0 0 16-16,0 0-4 0,0 0-4 0,0 0 3 16,0 0-7-16,0 0 5 0,0 0 9 0,0 0-10 15,0 0 2-15,0 0-4 0,0 0 1 16,0 0 1-16,0 0-7 0,0 0 11 0,0 0-3 16,0 0 7-16,0 0-9 0,0 0 0 0,0 0 1 0,0 0 1 15,0 0-5-15,0 0 4 0,0 0 0 0,0 0 4 16,0 0-9-16,0 0 3 0,0 0-4 0,0 0-23 15,0 0-32-15,0 0-25 0,0 0-26 0,0 0-36 16,0 0-27-16,0 0-53 0,18 29-53 0,-18-29-253 16,0 0-578-16,-5 24 255 0</inkml:trace>
</inkml:ink>
</file>

<file path=ppt/ink/ink1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21:19.466"/>
    </inkml:context>
    <inkml:brush xml:id="br0">
      <inkml:brushProperty name="width" value="0.05292" units="cm"/>
      <inkml:brushProperty name="height" value="0.05292" units="cm"/>
      <inkml:brushProperty name="color" value="#FF0000"/>
    </inkml:brush>
  </inkml:definitions>
  <inkml:trace contextRef="#ctx0" brushRef="#br0">9588 8183 1 0,'0'0'57'0,"-2"-6"-6"15,2 6 7-15,0 0-3 0,0 0-1 0,0 0 2 16,1-9-5-16,-1 9-4 0,0 0-5 0,4-8 1 16,-4 8-9-16,0 0-11 0,0 0-7 0,5-5-13 15,-5 5-12-15,0 0-7 0,5-3-12 0,-5 3-1 16,0 0 1-16,0 0 0 0,0 0-8 0,8-1-4 16,-8 1-24-16,0 0-67 0,0 0 30 0</inkml:trace>
  <inkml:trace contextRef="#ctx0" brushRef="#br0" timeOffset="7595.24">10357 8497 79 0,'0'0'119'0,"0"0"-13"0,0 0-6 15,0 0-11-15,0 0 3 0,0 0-5 0,0 0-7 16,0 0-5-16,0 0-3 0,0 0-5 0,0 0-7 15,0 0-9-15,0 0-5 0,0 0-1 0,0 0-6 16,0 0-3-16,0 0-1 0,0 0 4 0,0 0 2 16,0 0 0-16,0 0 7 0,0 0-6 15,0 0-8-15,0 0 3 0,0 0-6 0,0 0-3 0,-21 7-2 16,21-7-5-16,-9 3-1 0,9-3-2 0,0 0-5 16,-9 2 7-16,9-2-7 0,0 0 0 0,0 0-6 15,0 0 3-15,0 0 2 0,0 0 0 0,0 0 5 16,0 0 4-16,40-8-2 0,-7 3 3 0,4-3 1 15,12-3-6-15,0 3 2 0,-12 0-5 0,13 1-1 16,-11-1 3-16,12-3-9 0,-14 5-3 0,-4 2-13 16,-1-2-19-16,-1 4-19 0,-1 1-27 0,-12-1-14 0,-1 3-21 15,-4 0-20-15,-2-1-123 0,-4 3-273 16,-7-3 120-16</inkml:trace>
  <inkml:trace contextRef="#ctx0" brushRef="#br0" timeOffset="7991.76">10638 8554 92 0,'-2'6'133'0,"1"5"9"0,-3 8 1 0,-1 5-31 16,1 1 2-16,-1 4-2 0,1-2-5 0,-1 1-10 15,3 0-4-15,-1-1-5 0,-2 2-1 16,2-1-8-16,1-2-7 0,1-2-1 0,1-6-6 0,0 1-5 15,1 0-7-15,-1-2-4 0,0-2-5 0,0 0-3 16,1-3-5-16,-1 4-3 0,1-6-1 0,1 2-8 16,-2 0 1-16,0-4-5 0,0-1-14 15,-3 0-2-15,3-7-8 0,-1 11-10 0,1-11 1 0,-3 10-1 16,-1-7-9-16,-1 2-1 0,-2-1 12 0,7-4-1 16,-12 4-4-16,3-3-3 0,-2-1 5 0,11 0 3 15,-18-1 2-15,8-2 0 0,10 3 1 0,-14-3 5 16,7 1 0-16,7 2 5 0,-13-2 5 0,13 2 6 15,-9-3 8-15,9 3 0 0,0 0 1 0,-9-1 1 16,9 1-5-16,0 0-2 0,0 0-5 0,0 0 1 16,0 0 0-16,0 0-1 0,0 0 0 0,0 0 1 15,29-9 0-15,-13 6-4 0,3-2-14 0,4 1-18 16,3-2-37-16,1-1-31 0,2 0-45 0,-1 0-147 16,-1-4-308-16,3 1 137 0</inkml:trace>
  <inkml:trace contextRef="#ctx0" brushRef="#br0" timeOffset="8159.45">11181 8842 14 0,'0'0'160'0,"11"-5"-21"0,-2 1-9 0,-1 2-17 15,2 0-21-15,0-1-29 0,2 1-27 0,-4 0-34 16,1 2-26-16,-1 0-26 0,-8 0-63 0,12 0-122 15,-12 0 54-15</inkml:trace>
  <inkml:trace contextRef="#ctx0" brushRef="#br0" timeOffset="8310.32">11162 8942 15 0,'0'0'150'0,"-4"3"-11"15,4-3-15-15,0 0-8 0,0 0-4 16,0 0-11-16,0 0-8 0,9 11-10 0,-2-9-3 15,5-2-6-15,1 0-20 0,3 0-37 0,3 0-35 0,1-3-47 16,-1 0-115-16,1 0-194 0,-1-1 87 0</inkml:trace>
  <inkml:trace contextRef="#ctx0" brushRef="#br0" timeOffset="8662.94">11999 8492 207 0,'0'0'206'0,"-8"-5"-10"0,8 5-16 0,-4-8-16 16,4 8-17-16,2-8-12 0,-2 8-17 0,15-13-8 16,0 6-15-16,3-3-7 0,10 0-10 0,5 1-12 15,-2-3-10-15,1 3-22 0,-1 0-32 0,-3 2-28 16,-1 0-52-16,-8 3-44 0,-5 1-39 0,-3 1-89 15,-4 0-269-15,0-1 119 0</inkml:trace>
  <inkml:trace contextRef="#ctx0" brushRef="#br0" timeOffset="9080.84">12121 8467 122 0,'0'0'153'0,"2"16"4"15,0-6-8-15,0 7-5 0,0 1 2 0,1 10 5 16,-3 2-11-16,-2-1-7 0,4 5-7 0,-1-4-11 0,-2 0-10 16,-1 0-7-16,4-4-8 0,-2-1-10 0,0-8-9 15,0 1-5-15,0-1-9 0,1-1 3 16,0-2-12-16,1-3-6 0,-2 2-2 0,0-3-1 16,2-2-8-16,-2-8 0 0,0 12-2 0,0-12-2 0,0 10-5 15,0-5-2-15,0-5 2 0,0 0-3 0,0 9 1 16,0-9-3-16,0 0-3 0,-11 4 0 0,5-3-2 15,-2 2-4-15,-3-3 1 0,0 0 0 16,-2 0-2-16,1 0 2 0,0-2-3 0,0 4-3 0,3-2 1 16,-3 0 2-16,3-2-5 0,9 2 1 0,-15-1 1 15,7 2-2-15,8-1 0 0,-11 0 0 0,11 0-1 16,0 0 5-16,-10-1-9 0,10 1 1 0,0 0 0 16,-10 1 3-16,10-1-5 0,0 0 5 0,0 0 2 15,0 0-5-15,0 0 3 0,0 0 4 0,27 2-1 16,-10-4 1-16,4-3 2 0,8 0-3 0,0 0-2 15,1 0 6-15,1 0-17 0,1-1-22 0,-3 1-25 16,0-2-30-16,-2 0-24 0,0 2-20 0,-4 0-31 16,-5 0-8-16,4-1-10 0,-1 3-114 0,-6-1-317 15,1-2 142-15</inkml:trace>
  <inkml:trace contextRef="#ctx0" brushRef="#br0" timeOffset="9378.29">12558 8824 155 0,'0'0'157'15,"0"0"-3"-15,0 0-9 0,0 0-5 0,0 0-2 16,0 0-4-16,0 0-5 0,-18 13-2 0,11-5-10 16,3 1-2-16,-4 0-1 0,2 3-13 0,0-1-10 15,3 0-6-15,-3 0-10 0,4-1-6 0,0-1-12 16,0 1-2-16,1-1-5 0,4 3-1 0,-1-6-9 16,2 1 0-16,0-3-5 0,1 1 1 0,1 0 1 15,6 0 1-15,-1-3-1 0,1-1 5 0,3 0 0 16,-2-2-3-16,4 0-8 0,1-4 0 0,-1 0-2 15,-5 0 0-15,1-1-2 0,-2-2-3 0,-1 0 10 16,1-1-1-16,-3 0-6 0,0-6-1 0,-4 4-1 16,0-1 0-16,-3-1 1 0,-2 1-6 0,-3-4 0 0,-2 1-5 15,0 1-3-15,0-1 1 0,-1 6-7 0,-1 0-11 16,-2 3-20-16,1-2-28 0,-4 4-32 16,-1 3-28-16,3 2-47 0,-3 2-40 0,-1 2-210 0,-2 2-443 15,4 0 197-15</inkml:trace>
  <inkml:trace contextRef="#ctx0" brushRef="#br0" timeOffset="9846.4">13520 8187 20 0,'0'0'196'0,"-7"-8"-13"0,0 8-7 15,7 0-17-15,-18 4-9 0,7 3-7 0,-3 4-2 0,-9 8-1 16,4 7-4-16,-4 1-1 0,-4 22-4 0,2 2 0 16,-9 26-7-16,15-21-2 0,-6 22-13 15,9-23-8-15,5-1-9 0,0-1-10 0,2-2-8 0,2-2-8 16,7-4-2-16,0-10-8 0,4 0-8 0,1-2-2 15,4-1-8-15,0 1-3 0,0 1 3 0,5-5-6 16,-1-2-6-16,5-2-10 0,0-3-9 0,4-3-14 16,5-2-25-16,-2-5-39 0,5-2-34 15,1-3-47-15,0-5-36 0,-1-1-49 0,1-4-135 0,-4 0-401 16,-1-3 179-16</inkml:trace>
  <inkml:trace contextRef="#ctx0" brushRef="#br0" timeOffset="10684.67">13748 8747 5 0,'0'0'146'0,"0"0"-10"0,0 0-6 16,0 0-4-16,-6 3-14 0,6-3 4 0,0 0-7 0,0 0 3 15,0 0-11-15,0 0-3 0,0 0-5 0,0 0-2 16,0 0-5-16,0 0-4 0,0 0-1 0,0 0-4 16,0 0-5-16,0 0-4 0,0 0-3 0,0 0-3 15,0 0-7-15,16-15-6 0,-10 11 1 16,1-5-9-16,2 4-4 0,0-3 0 0,4 0-5 0,3-1-4 16,-2-2 1-16,2 1-2 0,-3-1-3 0,3 0-5 15,-1 1-1-15,-1-2 2 0,1-1-4 0,-4-1 0 16,6 1-5-16,-4 0 3 0,-1 2-1 15,-2-3-3-15,-1 3-1 0,0 1-1 0,-2 0 0 0,2-5-2 16,-3 5-1-16,0 0 0 0,-2 0-3 0,1 0 1 16,-3 2 4-16,0-1-6 0,0 4 9 0,-2 5-7 15,2-10 0-15,-2 10-3 0,-2-10 3 0,2 10-3 16,-6-7 0-16,-1 3-1 0,7 4-1 0,-18 0 2 16,7 3-6-16,-5 1 5 0,-2 4-2 0,-7 5 1 15,-2 3 0-15,0 3 1 0,0-2-2 0,0 3 2 16,-2 6 3-16,-5 6 1 0,9-7 3 0,3 1-1 15,2 0 1-15,2 0 3 0,4 0 5 0,1 0-1 16,4 1 9-16,0-1 3 0,5 1 7 0,-1-2-7 16,5-5 4-16,5 5-3 0,1-7 14 0,3 0 0 15,3 4 1-15,1-8-5 0,9 4 3 0,-6-7 2 16,11 0-1-16,-2 1-1 0,2-3-2 0,2-2-4 16,0-2 0-16,0-2 0 0,-1 0-5 0,-1-1-3 15,-6-2-2-15,6-2-2 0,-4 4-3 0,-5-5-6 16,5 1-9-16,-3-1-12 0,-3 0-20 0,2-2-23 15,-6 1-27-15,1 1-31 0,-1-3-35 0,1-1-35 16,1-3-42-16,-5 1-201 0,5-1-459 0,-1-2 203 16</inkml:trace>
  <inkml:trace contextRef="#ctx0" brushRef="#br0" timeOffset="11515.5">13924 7902 120 0,'-2'-9'186'0,"2"9"-3"0,0-7-11 16,0 7-14-16,0 0-19 0,-5-8-9 0,5 8-18 15,0 0-14-15,0 0-11 0,0 0-6 0,0 0-5 16,0 0 3-16,0 0-5 0,23 19-3 0,-14-10-2 0,-1 6-9 16,4 0 1-16,1 0-2 0,-4 2-8 15,3 1 0-15,-1-2-3 0,2 6-3 0,-2-5-2 16,-2-2 3-16,0 0-7 0,5 0-1 0,-5 0-1 15,-1-1-6-15,-2-4 1 0,2 4 1 0,-1-4-8 0,0-1 0 16,-3-3-2-16,3 1-1 0,-3 1-1 0,-1-4-3 16,1 3-1-16,1-5 1 0,-5-2-3 0,6 7 9 15,-6-7 11-15,8 4 15 0,-8-4 13 0,0 0 4 16,0 0-3-16,10-3-3 0,-10 3-5 0,7-15-10 16,-1 6-3-16,0-4-2 0,0-4-10 15,1-3-2-15,1-6-2 0,2-1-4 0,-1-2 0 0,1-1-7 16,1 0 0-16,-1 0-2 0,1-2 0 0,-4 5-3 15,5-1-2-15,-4-2 0 0,1 6-2 0,1 1 0 16,-4 6-5-16,-2 0 1 0,-1 5-2 16,1 0 7-16,-2 5-8 0,3-2-5 0,-2 3-8 0,-1 2-10 15,-2 4-20-15,0 0-16 0,0-9-10 16,0 9-8-16,0 0-5 0,0 0-19 0,0 0-16 0,-7 25-14 16,4-14-19-16,1 2-18 0,-2 5-28 0,0 0-19 15,-1 2-126-15,1-1-370 0,2-2 165 0</inkml:trace>
  <inkml:trace contextRef="#ctx0" brushRef="#br0" timeOffset="11807.25">14621 7786 148 0,'2'-9'228'0,"0"3"-5"0,-2-1-9 0,0 7-14 16,2-10-17-16,-2 10-24 0,0 0-18 0,2-5-16 15,-2 5-13-15,0 0-14 0,0 0-1 0,-8 22-4 16,-4 3-7-16,-3 4-5 0,-7 17-4 0,-2-2-3 16,0 6-7-16,1-4-5 0,-6-1-7 0,4-5-5 15,2 2-5-15,6-12 0 0,1 3-5 0,3-3 3 16,-3 0-21-16,0-3-14 0,7 5-25 0,-4-1-31 15,4-1-31-15,0-1-31 0,4-1-47 0,4-3-39 16,0-1-166-16,0-7-392 0,2-2 174 0</inkml:trace>
  <inkml:trace contextRef="#ctx0" brushRef="#br0" timeOffset="14136.74">14506 8293 126 0,'0'0'149'0,"0"0"-25"15,0 0-8-15,0 0-7 0,0 0 5 0,0 0-11 16,0 0-13-16,0 0-6 0,24 11-4 0,-17-4 7 16,2 2-8-16,-2 0-8 0,-1 0-8 0,1 0-3 15,-2 2-5-15,1 4 0 0,-2-6-8 0,2 1-2 16,-2-1-7-16,-1-3-1 0,1 2-2 0,-2-2-1 15,-2-6-2-15,4 11-4 0,-2-5 3 0,-2-6 8 16,2 5 9-16,-2-5 11 0,0 0 14 0,4 7 12 16,-4-7 14-16,0 0-5 0,0 0-8 0,0 0-12 15,0 0 2-15,0 0-12 0,0 0-5 0,-10-25 3 16,8 19-17-16,1-3-2 0,2-1 1 0,1-2-14 0,0-5-1 16,2 2-4-16,4-3-4 0,-1 2 0 15,1 0-6-15,1 1-3 0,2 1 1 0,0 1-5 16,-1 0-2-16,-1 4 3 0,0 2-2 0,1 1-3 15,0 2-1-15,-3 1 0 0,2 1-3 0,-9 2-1 0,15 0 7 16,-6 4-9-16,0 0 1 0,1 0 2 0,-2 3 5 16,1 5-7-16,-2-2-1 0,1 1 3 15,-2-2-2-15,1 1 1 0,-2 2-3 0,-2 0-7 16,2-2-11-16,-2 1-12 0,0 0-25 0,-2 1-18 0,-1 0-16 16,2-1-33-16,0 2-28 0,1-5-32 0,-2 3-30 15,-1-1-145-15,0-2-391 0,1 0 174 0</inkml:trace>
  <inkml:trace contextRef="#ctx0" brushRef="#br0" timeOffset="14510.84">14878 8213 49 0,'0'0'128'16,"0"0"10"-16,0 0 5 0,0 0 2 0,18 7-8 15,-15-1-11-15,4 1-3 0,-1 2-9 0,4 3-1 16,-2-1 3-16,-1 2-11 0,0-3-5 0,-1 2-10 16,2-1-8-16,0 3-5 0,0-4-7 0,-3 0-5 15,2 0-4-15,-2-2-5 0,2 0-7 0,-3 0-4 16,0-2 1-16,-1-3-6 0,-3-3 0 0,4 9 2 16,3-7 1-16,-7-2 9 0,3 5 11 0,-3-5 3 15,0 0 3-15,8 0-4 0,-8 0-1 0,0 0-5 16,8-14-8-16,-6 6-1 0,2-3-7 0,-1-1-9 15,2-5 11-15,-2 0-19 0,-1-4-1 0,4 3 0 16,-1-9-3-16,3 1-5 0,0 0 1 16,-2 0-2-16,-3-1-5 0,6 4 0 0,-2-2-4 0,0 9-2 15,-1 2-1-15,-1 3-8 0,-2 2-13 0,-2 0-18 16,3 4-25-16,0-2-31 0,-4 7-16 0,6-4-10 16,-6 4-13-16,12 2-25 0,-1 3-23 0,-3 2-21 15,-2 2-151-15,1 2-379 0,-1 0 167 0</inkml:trace>
  <inkml:trace contextRef="#ctx0" brushRef="#br0" timeOffset="14713.62">15205 8275 141 0,'0'0'190'15,"0"0"-11"-15,0 0-12 0,0 0-13 0,0 0-7 16,25-7-14-16,-13 3-11 0,2-1-10 0,4 1-11 15,1 0-10-15,0 0-10 0,2-1-8 0,-3 2-23 0,1-1-10 16,-1 1-29-16,-4 2-30 0,-3-1-27 16,3 1-19-16,-2-2-27 0,-2 2-20 0,-2-1-14 15,-8 2-96-15,7-2-241 0,-7 2 106 0</inkml:trace>
  <inkml:trace contextRef="#ctx0" brushRef="#br0" timeOffset="14898.69">15400 8206 95 0,'-11'-1'138'0,"11"1"-5"15,0 0-12-15,0 0-8 0,0 0-17 0,0 0-1 16,-10 5 0-16,10-5 10 0,-1 8 9 0,1-1 2 0,-2 3 1 16,1 1 0-16,1-1-7 0,-1 6-4 0,-1 2-4 15,0 1-7-15,3 5-7 0,-2-6-10 16,-1 6-6-16,2-4-9 0,0 4-3 0,0-5-6 16,0 1-6-16,2-1-14 0,-1 0-23 0,-1-1-38 0,1 1-32 15,-1 1-40-15,2-3-40 0,0 0-47 0,-2 0-125 16,0-6-338-16,0 2 150 0</inkml:trace>
  <inkml:trace contextRef="#ctx0" brushRef="#br0" timeOffset="15254.54">15632 8706 179 0,'0'0'234'0,"0"0"-8"16,0 0-13-16,0 0-15 0,-21 1-17 0,21-1-22 15,0 0-12-15,0 0-21 0,0 0-7 0,0 0-12 16,0 0-7-16,0 0-4 0,18 7 3 0,-9-6-13 16,3 1-4-16,2-2-2 0,6 1-10 0,-3 0 1 15,2-3-4-15,0 1 5 0,1 0-11 0,0-1-2 16,0-2-1-16,1 1-6 0,-3 0-5 0,-1-1 2 15,-4 2 4-15,0 0-14 0,-2 0-2 0,-3 1 1 16,-8 1-3-16,12-2 4 0,-7-1-1 0,-5 3 8 16,0 0-11-16,11 0-6 0,-11 0 3 0,0 0-7 15,7-1 13-15,-7 1-15 0,0 0-9 0,0 0 5 16,0 0-9-16,0 0-20 0,0 0-29 0,0 0-38 16,0 0-49-16,0 0-65 0,0 0-78 0,-13 21-211 15,4-13-519-15,0-4 230 0</inkml:trace>
  <inkml:trace contextRef="#ctx0" brushRef="#br0" timeOffset="15786.48">16465 8385 91 0,'1'-7'242'0,"-1"7"-18"0,1-10-19 16,-1 10-11-16,0-9-21 0,0 9-17 0,0 0-17 16,2-8-16-16,-2 8-9 0,0 0 4 0,0 0-10 15,0 0-5-15,4 30 0 0,-3-11 0 0,-2 0-5 16,1 8-3-16,-2 1-4 0,0 2-5 15,-1-1-8-15,-1 2-7 0,1-4 4 0,-1 4-5 0,0-2-5 16,1 1-6-16,-2-2-3 0,4-4-5 0,-2 2-6 16,1-8-4-16,1 1-2 0,-1-2-6 0,0-1-4 15,-1-2-2-15,3 1 0 0,0-5-4 0,0 1-3 16,3-1 0-16,-3-2 0 0,0-1-3 0,0-7-4 0,1 14-10 16,-1-9-6-16,0-5-18 0,1 8-22 15,-1-8-14-15,0 0-19 0,-1 10-16 0,1-10-25 16,0 0-34-16,0 0-45 0,0 0-46 0,0 0-167 15,0 0-442-15,0 0 196 0</inkml:trace>
  <inkml:trace contextRef="#ctx0" brushRef="#br0" timeOffset="16886.86">16839 8268 21 0,'0'0'144'16,"0"0"-16"-16,0 0 1 0,0 0-11 0,0 0-7 15,0 0-5-15,0 0-2 0,0 0-8 0,0 0-4 16,0 0-6-16,0 0-2 0,0 0-3 0,0 0-16 15,0 0 2-15,0 0 7 0,0 0-8 0,0 0-7 16,0 0-1-16,0 0-2 0,0 0 0 0,0 0-2 16,0 0 0-16,0 0-9 0,0 0-3 0,-3-7-1 15,3 7-4-15,0 0-4 0,0 0-1 0,0 0-1 16,0 0-2-16,0 0-7 0,0 0-2 0,0 0 0 16,0 0-1-16,0 0-4 0,0 0-4 0,0 0 5 15,0 0-6-15,0 0 2 0,0 0-1 0,0 0 2 0,0 0-2 16,0 0-6-16,0 0 7 0,0 0-3 15,0 0-1-15,0 0 6 0,0 0-5 0,0 0 1 16,0 0-4-16,0 0-2 0,0 0 6 0,0 0-6 16,0 0 2-16,0 0-5 0,0 0 3 0,0 0 1 0,0 0-7 15,0 0 5-15,0 0-1 0,0 0 1 0,0 0-2 16,0 0 0-16,0 0 4 0,0 0-3 16,0 0 0-16,0 0-7 0,0 0 7 0,0 0 1 15,0 0-1-15,0 0-1 0,0 0 2 0,0 0-1 16,0 0 1-16,0 0-3 0,0 0-7 0,0 0 6 0,0 0 1 15,0 0 2-15,0 0 1 0,0 0-4 0,0 0 2 16,0 0-1-16,0 0 3 0,0 0-5 16,0 0 4-16,0 0-4 0,0 0 3 0,0 0 0 15,0 0 2-15,0 0-2 0,0 0 0 0,0 0-2 0,0 0 5 16,0 0-4-16,0 0-1 0,0 0 1 0,0 0-3 16,0 0-1-16,0 0 7 0,0 0-3 15,0 0 4-15,0 0-3 0,0 0 1 0,0 0-5 0,0 0 2 16,0 0 3-16,0 0-2 0,0 0 5 0,0 0-1 15,0 0-1-15,0 0 1 0,0 0-8 0,0 0 6 16,0 0-2-16,0 0 1 0,0 0 1 0,0 0-1 16,0 0 1-16,0 0 1 0,0 0-1 0,0 0 1 15,0 0-2-15,0 0 2 0,0 0 0 0,0 0 2 16,0 0 1-16,0 0 5 0,0 0 2 0,0 0 1 16,0 0 0-16,0 0 2 0,0 0 0 0,0 0 0 15,0 0 0-15,0 0 3 0,0 0-2 0,0 0 1 16,0 0-2-16,0 0 5 0,0 0-4 0,0 0 0 15,0 0 0-15,0 0-2 0,0 0 3 0,0 0-3 16,0 0 1-16,0 0 0 0,0 0 2 0,0 0 0 16,0 0 5-16,0 0-1 0,0 0 3 0,0 0 0 15,0 0-4-15,0 0 4 0,0 0-2 0,0 0-3 16,0 0 2-16,0 0-2 0,0 0-1 0,0 0 0 16,0 0-7-16,0 0 3 0,0 0-2 0,0 0-4 15,0 0-4-15,10-4 1 0,-10 4-1 0,9-3-2 16,0 3 0-16,1 0 2 0,2 1-2 0,0-2 1 15,4 5 0-15,1 1 2 0,0 2-3 0,2 1 2 16,7 5-3-16,-3 2 3 0,-1 7 4 0,-1 1-7 16,1 3-1-16,-4 1 3 0,0 5 0 0,-3 3-1 0,2 7 3 15,-8-8-3-15,0 11 0 0,-8 2 0 16,-6 0-18-16,-5-2-16 0,-7 0-23 0,-5 1-22 16,-5-1-34-16,-1-1-19 0,-8 1-23 0,-1 0-24 15,-20 17-38-15,12-16-186 0,-1-5-432 0,-22 15 191 0</inkml:trace>
  <inkml:trace contextRef="#ctx0" brushRef="#br0" timeOffset="19991.07">14390 7948 25 0,'-2'-7'101'0,"2"7"-7"0,0 0-10 0,-4-6 3 15,4 6-8-15,0 0 0 0,0 0 8 0,0 0-14 16,0 0-1-16,-2-8 5 0,2 8-13 0,0 0-4 16,0 0 0-16,0 0 2 0,0 0-2 0,0 0-11 15,0 0 3-15,-5-5 8 0,5 5-17 0,0 0 3 16,0 0-3-16,0 0 0 0,0 0-1 0,0 0-2 15,-4-5-6-15,4 5 4 0,0 0-7 0,0 0-8 16,0 0 5-16,0 0-2 0,0 0 5 0,0 0-3 16,0 0-2-16,0 0 3 0,-4-6 1 0,4 6-2 15,0 0 0-15,0 0-8 0,0 0-2 0,0 0 0 16,0 0-4-16,0 0 6 0,0 0-5 0,0 0 4 16,0 0-5-16,0 0-5 0,0 0 5 0,0 0-5 15,0 0-4-15,0 0 0 0,0 0-5 0,0 0 3 16,0 0 0-16,0 0-4 0,0 0 0 0,0 0 1 15,0 0-2-15,0 0 4 0,0 0-5 0,0 0 5 16,-7 20-5-16,7-20 6 0,-3 16 0 16,1-8-3-16,0 0 8 0,0-1-7 0,1 2 3 0,0-2-7 15,0 0 2-15,1 2 3 0,-1 0-4 0,1 0 6 16,-3 2-3-16,1-5 1 0,0 1 5 0,2 1-2 16,-2 0-7-16,-1-3 4 0,3-5 4 0,-5 14-5 15,5-8 1-15,0-6 4 0,-2 8-3 0,2-8 0 16,0 8 1-16,0-8-1 0,-4 8 0 0,4-8-1 0,0 0 4 15,4 8 2-15,-4-8-5 0,0 0-4 0,0 0 5 16,0 0-2-16,-2 9-9 0,2-9-5 16,0 0-7-16,0 0-18 0,0 0-6 0,-2 7-15 15,2-7-15-15,0 0-10 0,0 0-6 0,0 0-9 0,0 0-7 16,0 0-14-16,0 0-12 0,0 0-96 0,0 0-245 16,0 0 109-16</inkml:trace>
  <inkml:trace contextRef="#ctx0" brushRef="#br0" timeOffset="20361.07">14322 7961 61 0,'0'0'94'0,"0"0"4"0,0-9-5 0,0 9 0 15,0 0-4-15,0 0-9 0,2-9 10 0,-2 9 0 16,0 0-8-16,0 0-4 0,4-7-9 0,-4 7 0 15,9-7 5-15,-9 7-6 0,9-4-3 0,-3 3-4 16,1-4 1-16,0 5-9 0,4-4-2 0,-4 3 4 16,2 0-7-16,0 0-5 0,-9 1-2 0,16 5 0 15,-6-3-2-15,1 0-5 0,-7 1-1 0,7 0-7 16,-4 1 3-16,-2 1-4 0,1-2-3 0,0 4 6 16,-1-3-5-16,-1 2-6 0,2 1 2 0,-2 1 2 15,-2-1-1-15,0 1-1 0,0-1-4 0,-4 4 4 16,0-1-2-16,-1-2 2 0,-4 2-3 0,0-1-1 15,-1 1-1-15,-5 2-1 0,-1-1 0 0,-1 0 1 16,-3-1-2-16,-1 0-1 0,4-1-1 0,-3-3 0 16,2 0 1-16,2 0-5 0,3-2-1 0,0-1-5 15,2 1-12-15,2-1-19 0,0-2-22 0,7-1-43 16,-13 4-23-16,13-4-49 0,-9 1-140 0,9-1-332 16,0 0 147-16</inkml:trace>
  <inkml:trace contextRef="#ctx0" brushRef="#br0" timeOffset="41154.65">20978 8076 33 0,'-2'-9'177'0,"2"2"-16"16,0 7-9-16,3-18-13 0,-3 11-9 0,0 0 0 15,0 7-8-15,1-13-1 0,-1 6-3 0,0 7-5 0,2-9-14 16,-2 9-11-16,1-10-10 0,-1 10-11 0,0 0-5 16,0-9-11-16,0 9-5 0,0 0-3 15,0 0-4-15,11 1-3 0,-11-1-6 0,9 10-6 16,-2-2-3-16,0-1 2 0,2 5-7 0,1 2 2 0,-1 0-5 15,2 3 7-15,-4 0-10 0,2 0 2 0,1 6-1 16,-2-5-2-16,0 2 0 0,-2-4-1 16,2 2-1-16,-4 0 0 0,2 0-3 0,-1-4 1 0,4 0 0 15,0 1 8-15,-4-4-7 0,0-1 0 0,-1 1-4 16,3-5-1-16,-2 2-1 0,0-3 6 0,-5-5-3 16,3 7 0-16,-3-7 0 0,4 6 1 15,-4-6 6-15,6 3 13 0,-6-3 12 0,0 0 1 0,0 0-3 16,11-9-2-16,-3 2-4 0,-3-4 0 0,2-4-3 15,1-4-1-15,0 0-2 0,5-10 0 0,-2 3-7 16,3-3-1-16,-2-2-2 0,-1-1-2 0,-1-2-1 16,-2 3 7-16,5 0-8 0,-3 0-2 0,-1 1-1 15,1 3-2-15,-1 0-5 0,0 3 2 0,-4 5-7 16,0 8-4-16,0 0-7 0,-1 1-22 0,0 3-20 16,-1 1-28-16,-1 0-22 0,-2 6-9 0,0 0 8 15,0 0 4-15,0 0-10 0,14 12-3 0,-7-3-11 16,-2 7-20-16,2 8-98 0,-3-5-269 0,4 7 119 15</inkml:trace>
  <inkml:trace contextRef="#ctx0" brushRef="#br0" timeOffset="41737.83">21559 8255 107 0,'-6'8'115'15,"2"2"1"-15,0 3-15 0,-2 2-4 0,2 3-3 16,-1 1-9-16,1-1-15 0,0 6 10 0,0 0-11 16,0 1-1-16,-1-8-10 0,4 4-3 0,1-4-5 15,0 0-7-15,0 0-2 0,1 0-4 0,1-1-6 0,1-2 0 16,-1 0-1-16,-1-2-9 0,0 0 4 16,2-4-5-16,-2 3-6 0,0-6 5 0,-1-5-1 15,3 12 2-15,-2-9-10 0,-1-3 5 0,1 8 0 16,-1-8 12-16,0 0 16 0,0 0 1 0,0 0-5 15,0 0-6-15,0 0 0 0,0 0-5 0,2-25-1 16,-2 10-5-16,1-3 2 0,-1-1-2 0,1-6-2 16,2-4-6-16,0 2 2 0,0 0 1 0,5-2-2 15,0 2-1-15,1-1 2 0,1 3-3 0,1 2 7 16,-2 6-4-16,3 2 3 0,-3 0-2 0,0 6-6 0,-2-1-2 16,3 2-1-16,1 3 0 0,-4 0-4 15,2 3-2-15,-2 2 1 0,-7 0 1 0,15 3-10 0,-6 0 11 16,-4 2-2-16,2 1-9 0,-1 3 9 0,-2 0 3 15,2 0-2-15,-5 3-3 0,1-4 2 0,-2 4 1 16,-2 0 1-16,1-2-2 0,-3 1 0 0,2 1 2 16,-1 0 0-16,1-4-1 0,-1 3-2 0,1-4 1 15,0 0-8-15,2-7-6 0,-1 12 1 0,0-5-6 16,1-7-2-16,0 9 0 0,0-9 3 0,4 9 2 16,-3-5 6-16,-1-4-1 0,8 7-3 0,-1-3 3 15,-2 2-2-15,2-3 3 0,-1-2 2 0,3 5-5 16,0-3 5-16,-1 3-1 0,-3-3 3 0,2 1-4 15,0 0 2-15,-4 1 1 0,1 1-1 0,-1-1 1 16,-3-5 3-16,4 10-1 0,-4-10 1 0,-7 16-1 16,0-6-1-16,-3 0 4 0,-2 2-7 0,-2-1-6 15,0-1-17-15,-3 0-16 0,2-1-8 0,-2 1-22 16,3-2-35-16,3-2-26 0,-6 2-116 0,7-3-271 16,0-1 121-16</inkml:trace>
  <inkml:trace contextRef="#ctx0" brushRef="#br0" timeOffset="42001.31">21925 8278 64 0,'2'-5'217'0,"-1"0"-14"0,-1 5-19 16,4-9-11-16,-4 9-18 0,2-5-18 0,-2 5-14 15,0 0-11-15,0 0-11 0,0 0-10 0,0 0-9 16,-6 21 2-16,4-10-6 0,-2 6-7 0,0-1-1 0,3 3-8 15,0 1-5-15,-1 0-5 0,2 5-5 16,-1-5-7-16,-3 3 1 0,4-1-8 0,0-3-1 16,-1 6-1-16,0-5-1 0,1-2-7 0,0 2-2 15,0-1-17-15,0-2-14 0,0 0-22 0,1-1-8 0,-1 0-17 16,0-4-30-16,1-1-28 0,1-3-17 0,-2 1-18 16,0-3-11-16,0-6-112 0,0 12-295 15,0-12 131-15</inkml:trace>
  <inkml:trace contextRef="#ctx0" brushRef="#br0" timeOffset="42314.42">21949 8301 8 0,'9'-10'156'0,"0"2"-7"0,2 2-7 16,0 0-6-16,-4 0-15 0,5 4-7 0,-3 2-8 15,1 0-8-15,-1 1-8 0,-3 3-9 0,1-1-6 16,0 4-4-16,-2-1-12 0,-1 1-5 0,0 3-2 15,-1-1-7-15,-3 3 0 0,-3-1-5 0,-2 1-7 16,-3 2-1-16,1-2 0 0,-4 0-8 0,-1 0 3 16,1-4-6-16,0-1-2 0,2-1 0 0,-1 1-4 15,1-1-3-15,-1-3 2 0,2 3 2 0,3-3 0 16,-2 1-4-16,7-4-1 0,-8 1-5 0,8-1-10 16,-6 5 7-16,6-5 1 0,-2 7 3 0,2-7-1 15,0 0-2-15,5 13-1 0,0-7 2 0,3 0-5 16,1 3-3-16,0-4 9 0,7 5-8 0,2-4 5 15,3 2-1-15,7 0 1 0,0-1-8 0,2 0-29 16,2-1-48-16,3-4-42 0,-2 3-167 0,2-1-314 16,0-3 138-16</inkml:trace>
  <inkml:trace contextRef="#ctx0" brushRef="#br0" timeOffset="42514.31">22700 8345 97 0,'2'-7'207'0,"-2"7"-25"0,7-7-18 16,0 4-12-16,-1 0-20 0,3 0-13 0,5 1-10 0,-4 2-43 16,3-1-41-16,1-1-41 0,0 4-53 0,-1 1-46 15,-7 0-61-15,1 0-190 0,-3 4 84 16</inkml:trace>
  <inkml:trace contextRef="#ctx0" brushRef="#br0" timeOffset="42662.14">22646 8525 177 0,'0'0'202'16,"-6"3"-12"-16,6-3-16 0,0 0-14 0,0 0-16 0,23-9-18 15,-6 5-14-15,3-1-23 0,6-2-36 0,3 0-46 16,7-1-56-16,-1 2-65 0,-1 2-99 0,-1-3-229 15,4-5 103-15</inkml:trace>
  <inkml:trace contextRef="#ctx0" brushRef="#br0" timeOffset="42952.58">23543 8077 83 0,'-3'-14'265'16,"-1"1"-22"-16,2 2-21 0,-2 0-22 0,1 2-12 0,2 0-17 15,1 9-9-15,-3-10-21 0,2 3-14 0,1 7-16 16,0 0-11-16,-2-7-13 0,2 7-7 16,0 0-9-16,0 0-9 0,7 28-5 0,-4-11-7 15,2 0-1-15,-1 9-9 0,-2 1-3 0,0-3-4 0,-1 3 0 16,-1-2-4-16,0 1-6 0,-3-7 3 0,2 6-3 15,0 0-5-15,1 0-9 0,-3-7-12 16,2 2-25-16,-2-2-30 0,2 0-31 0,-1 3-39 0,0-4-22 16,-2-2-41-16,1 2-159 0,-1-4-377 0,-3-4 168 15</inkml:trace>
  <inkml:trace contextRef="#ctx0" brushRef="#br0" timeOffset="43341.45">23590 8109 72 0,'9'-12'198'0,"-3"4"-5"0,3 0-14 15,-1 1-13-15,1 3-20 0,2-1-14 0,0 3-8 16,1 0-2-16,2 2-13 0,-1 2-10 0,1 0-10 16,3 3-7-16,-2 1-8 0,-3 1-6 0,-3-1-12 15,1 1 0-15,-3 2-8 0,0 0-6 0,-3-1-3 16,1 2-2-16,-3 0-4 0,0 0-1 0,-4-1-3 15,0 4-4-15,-2-4 0 0,0 1-6 0,-1 0-5 16,-1-3 0-16,0 3-8 0,-2-2-1 0,3 0-13 16,-2 2-7-16,1-3-1 0,0-2-9 0,1 2-1 15,3 1-11-15,1 0-1 0,1-8 4 0,3 11 2 16,2-2 1-16,1-3 4 0,0 2 0 0,2-1 4 0,3 0 0 16,2-1 9-16,4 1 1 0,-7 0 0 15,4 3 2-15,-3-2 0 0,-2-1 3 0,0 1 3 16,0 0 1-16,-2-1-1 0,-5 0 15 0,-1 4 13 15,-2-2-1-15,-3-1-2 0,-3 2 1 0,-6 2 0 0,-1-2-5 16,-4 0-1-16,-1-1 0 0,-9 4-5 0,-2-2-9 16,0 1-29-16,-1-2-34 0,4 0-33 0,0-1-59 15,-1 1-133-15,7-3-312 0,1-2 139 0</inkml:trace>
  <inkml:trace contextRef="#ctx0" brushRef="#br0" timeOffset="44474.75">23842 8550 2058 0,'24'-14'77'0,"-2"-3"3"0,-7 5-23 16,3 1 1-16,-1 1 1 0,4-5 4 0,-5 1 5 15,3 2 7-15,1-5-3 0,-4 4 1 16,0-1 11-16,-2 0 0 0,3 2-18 0,-3-3-6 0,4 4-5 16,-4 0-5-16,1-2-3 0,-2 2-4 0,0 0-3 15,-4 1-3-15,-3 0-6 0,1 0 2 0,-4 0-13 16,1 0 3-16,-4-2-4 0,-1 0-1 0,-4 2-6 15,0 1 3-15,-2 0-7 0,-3-1 4 0,-3 4-6 16,-2-1-2-16,-2 3-3 0,-1-2-2 0,4 6-1 16,1 0 1-16,-2 0-6 0,5 0 1 0,1 3-12 15,0 0-2-15,4-1-3 0,5-2 5 0,-9 6-7 16,9-6 13-16,1 8-5 0,-1-8-1 0,7 11 2 16,0-6 0-16,5-1 6 0,-2 0 0 0,2 0-5 15,0 0 13-15,-1-2-8 0,1 2 4 0,-3-1-3 16,2 1 2-16,-4 2 0 0,2 0 0 0,-2 0-2 0,-5 0 6 15,3 3-4-15,-2-2 4 0,-1 4 0 0,-2-1 3 16,-1 1-4-16,-1 1 3 0,-1-2-1 16,0 3 0-16,2 0 3 0,0 0 0 0,0-1-1 15,1 3 4-15,0-6-7 0,3 4 2 0,4-2 2 0,3-1-14 16,4 1 1-16,4-6-4 0,1 1-8 16,3-5 0-16,6 2-10 0,4-6 5 0,-1 0-2 15,-1-1 7-15,2-4-2 0,-2 0 6 0,-1-5 1 16,1-2 4-16,-10 8 0 0,7-8 2 0,-3 1 0 0,-5 1 5 15,-5-1 2-15,-1 0-2 0,-4 1 5 0,0-3 0 16,-5-1 1-16,1 1 1 0,-4 3 3 0,-2 2 5 16,-2-1-5-16,-1 2 7 0,1 2-1 15,-3 0-1-15,0 2-5 0,1 3 2 0,-8 0-3 0,2 3 4 16,-5 2-2-16,2 2 1 0,-4 3-4 0,3 1 2 16,-1 3-2-16,3 2-2 0,2 1 4 0,4 1-10 15,0 0-17-15,5 2-22 0,1-5-19 0,1 0-18 16,3-1-21-16,5 4-9 0,3-3-1 0,5 0-5 15,0-7-9-15,5 0-5 0,7-2 5 0,-1-1 0 16,2-1 14-16,2-2 12 0,0-4 11 0,-3 0 11 16,-1-2 27-16,-6 3 11 0,-1-3 32 0,2 1 17 15,-4-3-1-15,-2-2 13 0,-2 2 14 0,-4 2 12 16,-1-1 1-16,0 0 8 0,-2-1 15 0,-4 3 14 16,-1 1-2-16,-2 5-5 0,-2-14-2 0,2 14-3 15,-5-11 1-15,0 7 2 0,-4 2-6 0,-1 2-4 16,-4 0-4-16,-3 2 0 0,-3 4-7 0,2 3 0 15,-8 2 0-15,7-1-6 0,-3 4-3 0,7-1-7 16,0 0-2-16,5 0-1 0,3 1-5 0,3 0-2 16,-1-5 2-16,5 3-6 0,3-3-1 0,-1 3 2 15,2-5-5-15,3-1-6 0,3-2-11 0,2 1-3 16,1-2-1-16,1-3-3 0,3-3-5 0,-3 0 4 16,-1 0 1-16,4-5 1 0,-2-1 2 0,-4 0 0 15,-2 2 5-15,1-2 0 0,-5-2 3 0,-1 0 3 16,1 1 1-16,-2-1-1 0,-2 2 5 0,2-1 6 0,-3 4 3 15,0 6 4-15,1-13 1 0,-1 13-3 16,0 0-6-16,0-10-3 0,0 10-5 0,0 0 0 16,0 0-2-16,0 0 5 0,0 0-5 0,0 0 2 15,-10 21-3-15,7-12 3 0,3 0-5 0,3 3-1 0,-1-1 0 16,3 5 4-16,3-6-2 0,3 2 0 0,3-1-5 16,1-3 4-16,1-1-19 0,1 0-6 15,2-3-14-15,0-4 2 0,1-1-8 0,1-1 2 16,0-3 2-16,-1-2 3 0,-2-1-4 0,1-2 8 0,-4-1 4 15,1-1 8-15,-3-1 8 0,-2-1 6 0,-6-3 8 16,4 3 10-16,-5-4 2 0,1 0 4 0,-1 0 3 16,-3-1 1-16,-1-1 1 0,-1 1 4 0,1-8-4 15,0 11 8-15,-2-3 3 0,-1 2 11 0,3 0-1 16,-1 4 4-16,-1 3-1 0,2 4 3 16,0 6-1-16,-2-14-5 0,2 14-12 0,0-7-2 0,0 7-7 15,0 0 0-15,0 0-1 0,0 0 9 0,1 31 3 16,-1-15-4-16,-2 2 0 0,0 7 5 0,-2 2-2 15,-1-2-8-15,2-6 5 0,1 2-8 0,-3 6 6 16,2 0-6-16,0-2 0 0,1-5-4 0,0 4-8 16,-1-5-14-16,2-4-29 0,0 5-32 0,-2-3-51 15,-1 2-50-15,2-1-56 0,1-7-50 0,-2 0-226 16,0-1-535-16,3-6 238 0</inkml:trace>
  <inkml:trace contextRef="#ctx0" brushRef="#br0" timeOffset="44739.41">25387 8152 58 0,'2'-6'234'0,"0"1"-22"15,-2 5-24-15,0 0-11 0,0 0-8 0,-14-3-13 0,14 3-8 16,-30 11-12-16,11-1-13 0,2 1-10 0,-7 2-15 16,0 3-8-16,7-5-7 0,3 3-10 15,-1-3-3-15,3 2-9 0,3-5-6 16,0-1-9-16,3 1-2 0,-2-4-6 0,5 2-3 0,0-3-5 0,3-3-1 15,-6 8-4-15,6-8-2 0,0 0-3 16,0 8-1-16,0-8 1 0,0 0-5 0,11 6-1 16,-2-5 0-16,-3 5-5 0,3-2 4 0,0 1-2 15,1 2-5-15,1-1-26 0,-1 1-22 0,0 1-16 0,1 0-48 16,-3-3-53-16,4 1-38 0,-7 2-149 0,3 1-375 16,-1-2 167-16</inkml:trace>
  <inkml:trace contextRef="#ctx0" brushRef="#br0" timeOffset="45065.09">25522 8329 233 0,'1'-10'263'0,"3"2"-8"0,-2 3-3 16,-2 5-17-16,2-9-18 0,-2 9-22 0,3-7-27 16,-3 7-19-16,0 0-12 0,0 0-17 0,0 0-7 15,0 0-12-15,0 0-9 0,-1 26 1 0,-1-15-16 16,2 0-4-16,0 2-11 0,0 3-6 0,2 0-4 15,0 0-4-15,1-5-5 0,3 1-4 0,0-2 1 16,2 3-6-16,-3-4-1 0,4 0-6 0,2-4 4 16,0 0-6-16,-6-4-1 0,8-1-5 0,-2-1-2 15,-2-1 2-15,1-2-3 0,-1-3-1 0,1 1-4 16,-3-3 6-16,0-3-5 0,0 2 4 0,-3-3 0 16,-2-2 1-16,0-1 6 0,-1-2-12 0,-2 2 0 15,-1-2-4-15,-2 1 1 0,-3 0-2 0,3 2 0 16,-5 0-10-16,4 2-10 0,-3 4-15 0,1 0-9 15,-3 5-30-15,-1 1-30 0,5 0-33 0,-6 3-48 16,3 2-36-16,0 2-45 0,-2 1-157 0,6-2-451 16,5-3 200-16</inkml:trace>
  <inkml:trace contextRef="#ctx0" brushRef="#br0" timeOffset="45382.52">25830 8264 33 0,'3'-3'279'0,"-3"3"-11"0,6-7-9 0,-6 7-13 16,4-5-19-16,-4 5-26 0,0 0-10 16,7-2-26-16,-7 2-10 0,8 8-8 0,0 0-10 15,-3 1-16-15,3 5-8 0,2 1-12 0,-4 3 1 16,1-2-20-16,2 0-4 0,-2 4-10 0,2-5-7 16,-1 2-3-16,-1-2-5 0,1-1-6 0,0 0-7 15,-3-3-3-15,3-4-4 0,-6 0 1 0,6-3-3 16,-6 3 7-16,2-5 5 0,-4-2 4 0,9 3 2 15,-9-3 3-15,9-8-2 0,0 0 1 0,-4 0 1 0,3-1-6 16,-1-7-3-16,-1 6-1 0,0-5-6 0,1-3 1 16,1 1-7-16,-2-10 1 0,4 5-9 0,-1-3-9 15,0-1-13-15,-2 2-20 0,0-1-20 16,-1 6-22-16,3 1-25 0,-5 3-23 0,1 2-33 0,0 4-40 16,-3 2-39-16,0 1-40 0,1 2-17 0,-3 4-162 15,0 0-476-15,0 0 210 0</inkml:trace>
  <inkml:trace contextRef="#ctx0" brushRef="#br0" timeOffset="45913.41">26232 8322 233 0,'0'0'230'0,"13"-11"-1"0,-8 6-1 0,4-1-5 0,-6-1-16 16,5 0-10-16,-4-1-13 0,3-2-12 0,-2 0-14 15,0 1-10-15,-3 1-11 0,2-2-9 0,-2 1-11 16,-2-3-8-16,0 2-13 0,0 2-5 0,0-1-10 15,0 9-9-15,-4-13-6 0,0 7-5 0,4 6-7 16,-5-10-11-16,-2 7-1 0,-2 0-6 0,0 2-8 16,-2 1-1-16,0 2-3 0,0 4 2 0,-5 2-7 15,3 3-3-15,-2 0-1 0,2 4-5 0,2 2 2 16,0-2-4-16,2 2 1 0,1 1 0 0,4 1-3 16,0-2-1-16,2-3 1 0,4 4-4 0,0-3 4 15,2-4 0-15,4-1 3 0,1 4-1 0,-1-6 2 16,7 2 2-16,2-3-1 0,-1 0 6 0,1-2 6 15,2-4-14-15,3 0 0 0,-4 0 1 0,0-1-2 16,-2 0 1-16,4 0 0 0,-4-4-2 0,-3 0-3 16,0 1 6-16,-1-4-1 0,1 0 7 0,-3-1-8 15,-1-1-5-15,-1 0-2 0,1-6 1 0,-4 5-4 16,0-3 2-16,-1-1-1 0,0-2-2 0,-4 0-3 0,2 4 5 16,-2-2-4-16,-2 0 4 0,0 3 0 15,4 1-1-15,-4 1-3 0,2 9 0 0,2-11 1 16,-2 5 1-16,0 6 5 0,0-10-13 0,0 10 2 15,5-6 4-15,-5 6-3 0,9-4 1 0,0 3 0 0,0 1 13 16,2 0-11-16,3 1-4 0,-1 1 4 0,1 1-3 16,-1 1 4-16,-4 0-2 0,5 3 1 0,-4-1 0 15,0 0 1-15,-1 3 5 0,-1-1 0 0,-3 1 1 16,1-1 1-16,-2 2-1 0,0-1 2 0,-2 1-2 16,-2-1 7-16,2 1-7 0,-4-1-2 0,2 1 5 15,-2-1-9-15,2 1-23 0,-2-3-42 0,0 1-46 16,1 0-53-16,1-8-57 0,-5 11-68 0,3-5-171 15,2-6-502-15,0 0 222 0</inkml:trace>
  <inkml:trace contextRef="#ctx0" brushRef="#br0" timeOffset="46928.84">26919 8126 16 0,'0'0'248'0,"0"0"-16"0,4-6-25 15,-4 6-17-15,0 0-22 0,0 0-15 0,0 0-13 16,0 0-2-16,19 15-6 0,-10-5-15 0,-1 4-11 15,2 3-7-15,1-2-7 0,-2 4-7 0,3-4-3 16,-2 8-2-16,-1-7-5 0,1 2-7 0,0-3-8 16,-3 2-3-16,3-2-8 0,0 3-1 0,-5-9-5 15,3 6-5-15,-3-4-1 0,3 0 2 0,-2-1-10 0,1 0-2 16,1 0-3-16,0-1 0 0,-4-6-4 0,-2 3 2 16,2-2 17-16,-1 0 19 0,-3-4 19 0,0 0 17 15,9 1 5-15,-9-1-17 0,0 0-7 16,9-14-8-16,-6 3-5 0,3 0-6 0,1-6 1 0,-1 1-7 15,6-7-4-15,-4-4-4 0,-3 10-10 0,5-9 0 16,-2 1-2-16,-1-3-3 0,-1 3 9 16,-1 0-10-16,2 1-9 0,-2 5-2 0,1 1-5 0,-4 1-4 15,2 3-15-15,-1 3-11 0,-1 0-10 0,0 3-14 16,-2 2-21-16,0 6-18 0,2-12-20 0,-2 12-22 16,4-7-23-16,-4 7 16 0,0 0 6 0,0 0-9 15,0 0 6-15,0 0-4 0,6 19 4 0,-6-9 9 16,4-1 20-16,-1-2-1 0,-1 1 8 0,0 1 8 15,2 0 12-15,-2-1 5 0,2-1-2 0,-3 4 17 16,2-4 9-16,-1 2-9 0,-2-2 25 0,4-1 6 16,-4 1 4-16,0-7 7 0,4 11 1 0,-3-3 18 15,-1-8 7-15,0 10 10 0,2-5 4 0,-2-5 4 16,2 12 5-16,2-7 9 0,-4-5 3 0,4 7 0 16,-3-1 7-16,-1-6 8 0,4 9-1 0,2-5 1 15,-6-4-6-15,8 6 0 0,-6-4-4 0,-2-2 1 16,13 5-2-16,-5-3-2 0,-2 0 1 0,-1 0-3 15,4-1 2-15,0-1-6 0,-9 0-2 0,18-3 7 16,-10 1-3-16,-1-2 0 0,0 0 4 0,2-2-4 16,-3-1-2-16,0 0 5 0,-2-3-1 0,3-1-12 15,-5 0-4-15,0-2 1 0,-4 1-6 0,2 1 1 16,-2-2-13-16,-1 0 4 0,-1 3-3 0,2-1 1 16,-2 2-8-16,-2-1-1 0,2 4-1 0,0 0-4 0,-1 3 0 15,-3-1-4-15,8 4-5 0,-17 0-6 0,6 4-20 16,-2 0-13-16,-3 3-28 0,0 5-37 0,1-2-29 15,1 4-35-15,1-2-38 0,4 1-37 16,-3 2-168-16,10-5-451 0,0 0 200 0</inkml:trace>
  <inkml:trace contextRef="#ctx0" brushRef="#br0" timeOffset="47174.01">27640 8065 31 0,'5'-15'270'0,"-2"3"-5"0,1 1-2 16,-2-1-11-16,0 5-7 0,0-1-10 0,1 3-21 16,-3 5-27-16,3-8-16 0,-3 8-29 0,3-6-14 15,-3 6-14-15,0 0-14 0,0 0-12 0,7 18-7 16,-4-9-8-16,-1 5-7 0,-2 2-6 0,2 3-10 16,-2 0-2-16,0 8-6 0,-2-8-4 0,2 6-3 15,0-1-3-15,0-5-18 0,-1 0-11 0,0-2-33 16,-2 3-25-16,1-3-33 0,2 2-33 0,-3-2-42 15,3-5-43-15,-2 4-25 0,2-5-162 0,0 1-424 16,-3-4 187-16</inkml:trace>
  <inkml:trace contextRef="#ctx0" brushRef="#br0" timeOffset="47398.03">27853 8091 42 0,'4'-17'241'0,"0"1"0"16,-2 0 2-16,-2 6 4 0,2 0-8 15,0 1-16-15,-1 4-19 0,-1 5-14 0,2-9-29 0,-2 9-26 16,0 0-5-16,0 0-21 0,0 0-13 0,0 0-14 16,0 23-7-16,0-3-2 0,-3-1-15 15,-1 7-1-15,2 2-3 0,2-8-7 0,0 6-3 16,0 0 0-16,-3-3-9 0,2-4 0 0,1 0-14 0,1-2-22 16,-1 2-29-16,1 0-29 0,-1-3-38 0,2 0-38 15,-2-4-28-15,0-1-28 0,0-4-28 0,2-1-154 16,-2-6-402-16,-2 10 178 0</inkml:trace>
  <inkml:trace contextRef="#ctx0" brushRef="#br0" timeOffset="47876.98">27786 8219 160 0,'0'-9'150'0,"0"9"-1"0,6-5-6 15,-6 5-17-15,15-4-7 0,-5 3-10 0,4 1-9 16,2-3-11-16,13 3-6 0,-2-4-5 0,2 4-12 15,-1-2-5-15,0 2-5 0,-1 0-8 0,-6 0 0 16,-3-1-5-16,-5 1-2 0,0 0-7 0,-2 0-6 16,-4 0-5-16,-7 0 6 0,16 0-3 0,-16 0-2 15,9 0 3-15,-9 0 6 0,0 0 4 0,9 0 1 16,-9 0-3-16,0 0-3 0,0 0-5 0,8 0-1 16,-8 0-6-16,0 0-3 0,0 0-3 0,0 0 1 15,0 0-7-15,-17 19 2 0,12-11-4 0,-3-1 1 16,0 1-1-16,2 1 1 0,-1 0-9 0,1 2 9 0,2-1 1 15,0 1-2-15,0-5-2 0,2 2 0 0,2-8-7 16,0 13-4-16,2-7 2 0,-2-6-3 16,7 12 6-16,-4-10-11 0,1 4 8 0,-4-6-1 15,11 3 4-15,-5-3-2 0,-6 0 2 0,14 0 1 0,-14 0 7 16,12-5-6-16,-3 1 7 0,-3 2 3 0,1-2-3 16,0-2 9-16,-1 0 3 0,1 1 0 15,-4 0 2-15,2-1 4 0,-3-2 5 0,2 3-1 0,0 0 1 16,-4 5-1-16,5-12 2 0,-5 12-2 0,4-7-1 15,-4 7-5-15,1-4-8 0,-1 4-1 0,0 0-10 16,0 0 2-16,0 0 1 0,0 0-3 16,0 0-6-16,0 0 5 0,-7 24 1 0,7-14 1 0,-3 1-4 15,3-11 0-15,0 15-16 0,3-6-16 0,-2 1-25 16,0-1-37-16,4 0-12 0,1 0-13 0,3-1 3 16,2-2-40-16,9-2-34 0,-1-3-97 0,3-2-308 15,1-2 136-15</inkml:trace>
  <inkml:trace contextRef="#ctx0" brushRef="#br0" timeOffset="48559.02">28577 8231 96 0,'2'-7'167'0,"-2"-3"0"15,0 10 2-15,-4-13 1 0,4 13 0 16,-3-10-9-16,3 10-15 0,-5-8-10 0,-1 6-15 16,6 2-19-16,-11-3-9 0,11 3-5 0,-17 1-16 15,7 3-5-15,-1 3-6 0,-1-1-7 0,-1 4-3 16,0 1-4-16,4-3-3 0,0-1-9 0,0 3-1 15,4 1-4-15,0-3-4 0,1-2-3 0,2 1-2 16,2-7-6-16,0 12-6 0,0-6-8 0,0-6-4 16,6 11-2-16,-1-8 3 0,0-2-1 0,2 2-2 0,-7-3 3 15,11 4 0-15,-11-4 3 0,14-1-4 16,-8-2 4-16,-6 3 3 0,12-4 3 0,-4 1-3 16,-3-3 10-16,1 2 0 0,-2-1 0 0,3-1 3 15,-4-1 4-15,2 2 4 0,1-2-1 0,-3 1-1 16,-3 6 3-16,4-8 4 0,-4 8-2 0,5-7-3 15,-5 7-7-15,4-6 0 0,-4 6-9 0,0 0-2 16,0 0 0-16,0 0-4 0,9 13-5 0,-6-3 7 0,-1 3-3 16,1 3 2-16,-2 2-4 0,3 5 2 0,-2 3 1 15,0 2-3-15,0-1 3 0,0 3-3 0,-1-3 5 16,-1 1-4-16,0-1 8 0,2 1-5 16,-4-1-2-16,2-1 4 0,0-4-5 0,0-2 10 0,0-1-9 15,-1-1 1-15,-2-3 2 0,0 3 0 0,-1-4-5 16,1-2 5-16,-2-2 6 0,-3 0-4 0,3 0-2 15,-3-2 4-15,-3 0 2 0,-1-2-6 0,1-2 0 16,-2-1 3-16,-1-2-1 0,1-1 1 0,-3 0-2 16,1-2-7-16,-1-4 2 0,4 0 0 0,-3-3-2 15,5 2-2-15,-3-6 0 0,4 0-6 0,3-3 6 16,-1 2-10-16,6-4 2 0,2 1 0 0,3-3-3 16,5-5 7-16,5 3-1 0,4-5-3 0,4-1 2 15,14-6-2-15,1-3 4 0,7 7-2 0,-2-3 1 16,-1 6 1-16,1-2 2 0,1 3-4 0,0 1 7 0,2-2-3 15,-2 1 2-15,-8 6 2 0,6-5-1 16,-12 7-2-16,-3 0-1 0,-3 3 7 0,-5 1 0 16,-7 3 6-16,1 4 12 0,-5 0 3 0,0 0 15 15,-3 2 4-15,-1 1-4 0,-3 4 3 0,7-7-8 0,-7 7-7 16,0 0-5-16,0 0-5 0,0 0-4 0,0 0-3 16,-36 13 2-16,19-3-3 0,-8 6-1 0,2 0 1 15,2 2-1-15,5-4 0 0,-5 5 0 16,10-5-7-16,0 2-11 0,5-1-18 0,0 1-21 0,3-1-29 15,5-2-34-15,1-1-25 0,7 2-29 0,2-3-51 16,2 1-157-16,1-4-407 0,5-2 180 0</inkml:trace>
  <inkml:trace contextRef="#ctx0" brushRef="#br0" timeOffset="48727.67">29278 8371 264 0,'0'0'276'0,"0"0"-10"16,4-6-13-16,-4 6-26 0,0 0-9 0,0 0-33 16,5-5-20-16,-5 5-27 0,0 0-35 0,0 0-48 15,0 0-58-15,0 0-61 0,4-5-96 0,-4 5-161 16,0 0-347-16,0 0 153 0</inkml:trace>
  <inkml:trace contextRef="#ctx0" brushRef="#br0" timeOffset="58950.78">9321 7633 29 0,'-12'0'66'0,"3"2"0"15,-2-4-5-15,1 4 3 0,0-2-16 0,10 0 2 16,-13 0 0-16,13 0-14 0,-11 0-6 0,11 0-2 16,-8 0-3-16,8 0-5 0,0 0-5 0,0 0 5 15,0 0-2-15,0 0 8 0,0 0-22 0,17 15 15 16,-3-11-5-16,2 1 1 0,11 0 7 0,4-1 0 16,1 0 1-16,6-3 0 0,11 4 0 0,-11-1 1 15,13-3-1-15,1 2-1 0,0-3-15 0,1 2 18 16,-2 0 0-16,4 1-6 0,-1-3-24 0,4 3 31 15,3-3-5-15,0 1-6 0,3-2 7 0,26-2 2 16,-25 3-1-16,26-3 4 0,-28-1-16 0,27 4-2 16,-25-3 8-16,1-2-4 0,24-1 1 0,-1 1 6 0,-23-2-4 15,28-2 1-15,-28 4-2 0,29-3 1 16,-4 2-9-16,-27 2-2 0,29-2 6 0,-28 0-7 16,30-4 1-16,-3 4 0 0,0-2 1 0,-26 3 2 15,30 0-7-15,-5-3 8 0,-2 2-7 0,-22 3-2 0,26-2 4 16,-26 0 3-16,23-1-2 0,-22 1-2 0,26-1-2 15,-4-3-1-15,-27 2 10 0,31 1-12 16,-31 0 0-16,29-3 4 0,-31 5 3 0,-1-2-9 16,1 2 8-16,0-1 0 0,-4 1-5 0,4-1-1 0,-1 2 10 15,-3 1-2-15,-1 1-3 0,-2 1-1 0,3 0-1 16,-2-2-1-16,-1 4 1 0,-2-1-2 0,0 1 6 16,-12-2-2-16,-2-2 5 0,2 4-12 15,10-2 5-15,-12 0-1 0,-2 0-1 0,1 2 2 0,0-2 4 16,-5 2-5-16,4 1 12 0,0-1-17 0,-3 0-1 15,1-2 9-15,0 4-3 0,-4-3 6 0,0 0-5 16,5 1 4-16,-4-1-5 0,0-1 0 16,-1 0-1-16,1 1 1 0,0-1 1 0,-4 2 5 0,2-2-2 15,2-2 3-15,-4 4 3 0,-6-2-4 0,0-2 0 16,-2 2 0-16,1 0 2 0,-2 0-1 0,-4-1 7 16,-1 1-6-16,-3 0 0 0,3 0 7 0,-4 0-8 15,0 0 1-15,-9 0 0 0,14 0 0 0,-8 0-3 16,-6 0 4-16,13-1-5 0,-13 1-1 0,7-1 1 15,-7 1-1-15,0 0-7 0,0 0 4 0,9-1-17 16,-9 1-9-16,0 0-23 0,0 0-15 0,0 0-17 16,6 3-14-16,-6-3-112 0,0 0-225 0,0 0 99 15</inkml:trace>
  <inkml:trace contextRef="#ctx0" brushRef="#br0" timeOffset="59804.61">21919 9017 6 0,'0'0'56'0,"0"0"-7"16,0 0-6-16,0 0-3 0,0 0-6 0,0 0-7 15,4 5-14-15,-4-5-14 0,0 0-7 0,3 6-36 16,-3-6-47-16,0 0 22 0</inkml:trace>
  <inkml:trace contextRef="#ctx0" brushRef="#br0" timeOffset="62178.71">25249 7464 47 0,'6'-3'54'0,"-6"3"-7"16,0 0-3-16,0 0-6 0,0 0-8 0,0 0-11 15,4-7-19-15,-4 7-2 0,0 0-14 0,0 0-28 0,0 0-47 16,0 0 21-16</inkml:trace>
  <inkml:trace contextRef="#ctx0" brushRef="#br0" timeOffset="63139.51">25405 7395 39 0,'0'0'45'0,"-8"-2"3"16,8 2-5-16,-10-1-7 0,10 1 3 0,-9-3-8 0,9 3-3 15,0 0-2-15,0 0 2 0,-9-4-10 0,9 4 9 16,0 0-8-16,-5-4 4 0,5 4 4 0,0 0-9 15,-9-3 1-15,9 3-2 0,-4-4-1 0,4 4-3 16,0 0 11-16,-9-3-4 0,9 3-4 0,0 0 7 16,0 0-3-16,0 0-6 0,0 0 2 0,0 0-2 15,0 0-12-15,0 0-1 0,0 0 12 0,0 0 4 16,0 0-3-16,0 0 5 0,0 0 4 0,0 0-6 16,0 0 11-16,0 0-10 0,0 0 2 0,0 0-2 15,14 16-6-15,-5-13 8 0,0-1-9 0,-1-1-2 16,1 2 6-16,5 1 9 0,-4-1-7 0,1 1 2 15,2-2 3-15,-2 2-2 0,1-2-6 0,1 0 2 16,1 3 4-16,-1-4-4 0,5 3-1 0,0 0-11 16,0-2 19-16,-2 0-4 0,4 0-2 0,0-1 0 15,-2 2 2-15,3-2 5 0,1-1-2 0,-4 2-3 16,4-1-8-16,6 0 17 0,-6-1-11 0,-3 1-8 16,4-2 11-16,-2 3 0 0,0-1-2 0,2-1-2 15,-2-1 4-15,-2 2 6 0,2-1-10 0,2-1 0 16,-4 2-3-16,4-1 3 0,0-1-2 0,-1 2-3 15,0-2 3-15,-3 3-1 0,1-2-5 0,-2 4 3 16,0-4-3-16,-1 0 6 0,-3 0-3 0,-1 0 4 0,8 0-3 16,-4 1 4-16,2 1-5 0,1-2 2 0,-2 0-5 15,0 0 5-15,-1 3 0 0,2-3 3 16,1 1-4-16,-4-1-11 0,4-1 15 0,-7 2 0 0,6-1 2 16,-2 0-12-16,1 2 6 0,1-1-4 0,0 0-1 15,0 1-2-15,0-1 6 0,2-1 0 0,-1 2-10 16,-2-2 0-16,13 2 2 0,-10-2 0 0,8 0 7 15,-8 1-9-15,0 0 4 0,8 2-5 0,-1-1 3 16,-6 0-2-16,5 0 5 0,3 1-3 0,-1-2-1 16,0 1 4-16,0 0-3 0,-2 2-5 0,4-4 5 15,0 2-1-15,4 1-1 0,-4-3 0 16,1 1 4-16,2-1-2 0,1 3-6 0,1-2 0 0,-2-2 3 16,3 2 1-16,0-1 3 0,-1 1-6 0,4-2-4 15,-4 2 1-15,2 0 0 0,-1-3 2 0,0 2 4 16,-1 0-5-16,-4 0-2 0,4-1 2 0,-3 2-1 15,0-1 0-15,-1 1 2 0,-2-1 3 0,1 1 0 16,-2-2-4-16,1-1 3 0,-2 2-4 0,2-1 3 16,-3 1 1-16,-5 1-3 0,-2-2 3 0,3 1-1 15,-2 0-10-15,1-2-1 0,-2 1-8 0,1 0-14 16,-1 1 7-16,-2 0-9 0,-4-2-12 0,-1 0-4 16,-1 2-5-16,-2-2-9 0,-1 0-12 0,-1 1-12 15,-8 1-18-15,12-2-98 0,-12 2-225 0,7-6 99 16</inkml:trace>
  <inkml:trace contextRef="#ctx0" brushRef="#br0" timeOffset="64110.88">6239 8999 13 0,'0'0'91'0,"0"0"-6"15,-9-2-23-15,9 2 7 0,0 0-4 0,0 0-11 16,0 0-6-16,0 0-12 0,0 0 6 0,0 0-4 16,0 0-7-16,0 0 3 0,21-9-7 0,-10 7-2 15,0-1-4-15,1 1-2 0,3 1 4 0,3-1-4 16,4 1-2-16,6-3 6 0,0-1-12 0,4 1 6 15,4 1-2-15,1 0-11 0,14-4 6 0,0 1-3 16,4 0 3-16,1 0 2 0,2 1-4 16,0 2 3-16,2-4 3 0,3-1-17 0,1 1-2 15,0-3-3-15,1 4-19 0,-4 0-5 0,0-1-7 0,4 1-9 16,-3 1-15-16,1 0-60 0,-3 2-133 16,-4 1 59-16</inkml:trace>
  <inkml:trace contextRef="#ctx0" brushRef="#br0" timeOffset="69463.78">5393 11586 64 0,'-12'-2'100'0,"1"0"-3"16,0-1-4-16,4 2-3 0,-1 0-3 0,8 1-23 15,-11-2 4-15,11 2-12 0,-8-3-7 0,8 3-1 16,0 0-4-16,0 0-11 0,0 0-2 0,0 0 11 15,0 0-13-15,0 0-2 0,0 0-14 0,0 0 7 16,0 0-3-16,29 6-1 0,-18-2-8 0,1-1-1 16,1 1 2-16,5-2 7 0,0 1-7 15,2 1-2-15,2-1 14 0,6-1-14 0,0 2 4 0,3-1 2 16,0 1 1-16,2 1-4 0,4-2-3 0,1 0 6 16,16 2-6-16,-4-5 4 0,1 2-6 0,3 2 2 15,3-3 2-15,-1-3 1 0,3 3-6 0,0-4 1 16,1 0 4-16,0 3 8 0,0-2-10 0,-1 1 3 15,2-1-6-15,3-2 5 0,3 2 1 0,-2 2-2 16,27 0 1-16,-31 2-4 0,1-1-2 0,3-1 6 16,2 5-9-16,-3-2 5 0,1 2-5 0,-1 0 10 15,-1 1-8-15,-2 2 2 0,2-1-7 0,0 3 8 16,-2-3 4-16,0 0-7 0,-1 2 3 0,0 0-3 16,0-1 2-16,0-1 0 0,-1 1 1 0,1-2 3 15,2-2-1-15,-6 1 0 0,4-1-14 0,-2 0 13 16,2 0-2-16,1 0 4 0,-1-1-5 0,1 1 10 0,-1-1 0 15,2-1-5-15,-1-2 6 0,3 0-4 16,0 0 20-16,-1 0-2 0,2-4 1 0,1 1-2 16,1-1 2-16,22-1 1 0,-24 1-4 0,26-4 2 15,-25 3 2-15,25-3-3 0,-26 3 0 0,30-2-3 16,-30 5-2-16,28-7 0 0,-26 4-5 0,25-1 3 0,1-5-3 16,-2 3-1-16,-2-2-1 0,0-1-3 15,3 2 4-15,-2-1-5 0,1 3-2 0,-27 0 7 16,32-3-5-16,-4 7-2 0,-3-8-1 0,-24 6-3 15,30 2 1-15,-2-2-2 0,-1-2 5 0,1-1-3 0,-1 4 4 16,-27 3-4-16,31-4-3 0,-1-3 2 0,-5 5 4 16,2-2 2-16,-2 5-1 0,2-16 3 0,0 12-7 15,2 3 2-15,-4-4-4 0,-24 2 4 16,33 1-5-16,-5 0 3 0,1-5 1 0,-1 4 3 0,4-4-6 16,-1 5-2-16,-1-2 2 0,-4-2-1 0,0 1 0 15,1-3 0-15,1 4-1 0,-2-5 5 0,0 6-2 16,-2-3 0-16,2-4 0 0,2 4 0 0,-6 2-9 15,-23-1 6-15,27 0 6 0,0 0-4 0,-29 1 3 16,33 1 2-16,-4-2-1 0,-3 0 1 0,-25 3-4 16,31-2-4-16,-30 2 4 0,29-1 3 0,-30 2-4 15,24 2-4-15,-26-2 3 0,3 2 3 0,-1 1-4 16,26-1 2-16,-31 1-5 0,6-3 2 0,-2 1 1 16,1 1 0-16,-2 2 1 0,2 3-2 0,-5-3-1 15,3 1 1-15,-7-1 3 0,0 3-1 0,2-5-3 16,-2-2 0-16,-1 4 5 0,-16-1-3 0,14 2 2 15,-13-2-1-15,-1 1 4 0,14 0-3 0,-14 0-2 16,0-1 2-16,-2-1 0 0,2 2 0 0,-2-1 4 16,-3 0-3-16,0-2-2 0,-2 0 1 0,-2 2 5 15,-7-4-5-15,-1 4 10 0,-1-2-6 0,2 0 2 16,-3-2 5-16,0 2 5 0,-2 0-2 0,-3 0 2 16,-3 0 2-16,2 0 2 0,-13 0-7 0,18-2 0 15,-18 2-1-15,13 0 0 0,-13 0-2 0,11 0 4 16,-11 0-8-16,0 0-3 0,0 0 1 0,12-1 3 15,-12 1-5-15,0 0-2 0,0 0-3 0,0 0-10 16,0 0-13-16,14 1-15 0,-14-1-16 0,0 0-23 16,0 0-22-16,0 0-32 0,11 9-25 0,-11-9-28 15,4 4-151-15,-4-4-362 0,0 0 161 0</inkml:trace>
  <inkml:trace contextRef="#ctx0" brushRef="#br0" timeOffset="69716.02">16873 11145 219 0,'-6'-2'260'0,"6"2"-24"0,-11-7-26 15,11 7-23-15,-4-4-13 0,4 4-24 0,0 0-14 0,19-10-16 16,-2 2-13-16,11-5-20 0,8-5-32 16,16-7-28-16,26-16-32 0,4-3-45 0,11 0-47 15,-1-4-47-15,-1-3-135 0,3-6-302 0,5-1 134 16</inkml:trace>
</inkml:ink>
</file>

<file path=ppt/ink/ink1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8T07:39:04.779"/>
    </inkml:context>
    <inkml:brush xml:id="br0">
      <inkml:brushProperty name="width" value="0.05292" units="cm"/>
      <inkml:brushProperty name="height" value="0.05292" units="cm"/>
      <inkml:brushProperty name="color" value="#FF0000"/>
    </inkml:brush>
  </inkml:definitions>
  <inkml:trace contextRef="#ctx0" brushRef="#br0">16349 15040 42 0,'0'0'46'0,"0"0"-9"0,0 0-10 15,0 0-14-15,0 0-27 0,0 0-12 16,0 0-27-16,0 0 13 0</inkml:trace>
  <inkml:trace contextRef="#ctx0" brushRef="#br0" timeOffset="290.16">16528 15060 4 0,'0'0'102'0,"11"3"13"16,-11-3-2-16,3 4-11 0,-3-4 13 0,2 8-2 16,-2-8-14-16,3 10-12 0,-2-6 0 15,-1-4 0-15,1 12-4 0,1-6 1 0,1-2-3 0,-3-4-14 16,3 11-9-16,-2-6-6 0,-1-5-3 0,3 7-12 15,-3-7 3-15,5 7-9 0,1-5 4 0,-6-2-5 16,28-3 0-16,2-8-5 0,16-11-4 16,8-6-7-16,29-24-21 0,1 0-24 0,5-5-31 0,10-7-35 15,-1 1-26-15,1 2-118 0,-11-1-259 16,1-4 115-16</inkml:trace>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09:52:52.864"/>
    </inkml:context>
    <inkml:brush xml:id="br0">
      <inkml:brushProperty name="width" value="0.05292" units="cm"/>
      <inkml:brushProperty name="height" value="0.05292" units="cm"/>
      <inkml:brushProperty name="color" value="#FF0000"/>
    </inkml:brush>
  </inkml:definitions>
  <inkml:trace contextRef="#ctx0" brushRef="#br0">4676 6802 63 0,'0'0'71'0,"-5"-11"-3"0,3 6-4 0,2 5-5 15,-6-8-8-15,6 8-1 0,-5-8 3 0,5 8-7 16,-5-7 13-16,5 7-13 0,-5-6 3 0,5 6-2 15,-4-5-5-15,4 5-10 0,0 0-2 0,0 0 0 16,-5-5-6-16,5 5-3 0,0 0-5 0,0 0 3 16,0 0 2-16,0 0-13 0,0 0 22 0,0 0-22 15,0 0 0-15,0 0 3 0,0 0-9 0,0 0 15 0,0 0-7 16,0 0 4-16,0 0-3 0,29 10-2 16,-17-8 3-16,2 2 2 0,5 0 0 0,9 2 7 15,1-3 5-15,5-2 7 0,0 1 2 0,20 1-1 0,2-3 2 16,3-3 0-16,5 0 2 0,1-2 0 0,24-2-9 15,-26 6 3-15,3-5 1 0,1 1-6 16,24 0-1-16,-33-3 0 0,2 4-10 0,3-2 7 0,-3 0 0 16,1 2-7-16,1 0 2 0,0-1-1 15,0-3 2-15,0 5 15 0,1-3-4 0,0 2 0 0,-2-2-4 16,0 4-2-16,2 0 0 0,-3-1-3 16,29 1-4-16,-29 2 2 0,2-4-4 0,0 4 0 15,4-1-2-15,0 2 4 0,-3-2-5 0,-4 1-3 16,-2 1-2-16,-5-1-1 0,-12 4 0 0,-5-1 0 0,-1-1-3 15,-6 1 3-15,0 1-2 0,-10-1 1 0,0-1 2 16,-8 0-8-16,2 1 3 0,-2 0-3 0,-4-2 1 16,2 1 2-16,-2 0-3 0,-6-2 3 0,9 1-1 15,-9-1 2-15,7 3 9 0,-7-3-9 0,0 0 3 16,9 3-4-16,-9-3 4 0,0 0-4 0,0 0 4 16,0 0-12-16,7 2-14 0,-7-2-19 0,0 0-29 15,0 0-30-15,0 0-40 0,0 0-36 0,0 0-91 16,12-9-287-16,-12 9 127 0</inkml:trace>
  <inkml:trace contextRef="#ctx0" brushRef="#br0" timeOffset="966.33">16151 5825 18 0,'28'3'49'16,"1"0"-2"-16,2-2 0 0,0 1-2 0,2-1-8 15,-3-1 0-15,1 3 5 0,2-3-7 0,4 0 3 16,0 0-10-16,16 2 3 0,-2-2 1 0,3-2-2 16,-2 2-2-16,2 0 3 0,2 0 5 0,1-1-9 15,-2-1 1-15,7 2-2 0,-1-1-9 0,3 1 7 16,1-1-3-16,2 2 0 0,23-3-2 0,-27 2-5 16,1 0 4-16,1-1 4 0,27-2-5 0,-29 2 0 15,4-1-5-15,24 0 6 0,-27 0-9 0,31-1 13 16,-33 3-7-16,28-2 1 0,-25 2 4 0,26-5-9 15,-28 5 3-15,29-6 0 0,-28 3-6 0,31 3 11 16,-31-3-4-16,32 3 2 0,-6-4-2 0,0 0-1 16,-24 2-1-16,30-1-1 0,-6-1 0 0,-1 1-2 15,-24 1 1-15,30-2 1 0,-31 3-2 0,34-1-1 16,-1-1-8-16,-3 0-2 0,-2 2 4 0,0-2-1 16,-26 4-1-16,29-2-1 0,-2-3 5 0,2 1-7 15,-3 0 1-15,3 0 3 0,0 2-6 0,-2 1 3 16,2-1 0-16,0 1-3 0,-6-2 5 0,3 3 1 15,1-3-3-15,1-1 11 0,-1 3-6 0,-1 3 3 16,0-3-3-16,3 1-3 0,-30 0 1 0,25-2-5 16,2 3-2-16,-25-2 0 0,29 8 3 0,-31-5-2 15,27-2-15-15,-1 2-9 0,-2 0 2 0,-24 0-14 16,0 3-21-16,25-3-10 0,-26 2-9 0,0 0-70 0,-2-1-162 16,1-4 72-16</inkml:trace>
  <inkml:trace contextRef="#ctx0" brushRef="#br0" timeOffset="1778.56">24128 5782 63 0,'0'0'62'0,"0"0"-10"0,0 0-4 0,0 0-6 15,0 0 0-15,0 0 0 0,0 0-3 0,0 0-2 16,31-3-3-16,-15 3 9 0,6 0-3 0,7 0 5 16,6-1-4-16,4 1-2 0,14 0-2 0,2 0 1 15,1-1-4-15,0 1 0 0,4 0-1 0,2 0-3 16,2-3-7-16,28 1 8 0,-28 0-5 0,26 2-5 15,-24-2 5-15,23-2-3 0,-24 3 4 0,31 1-4 16,-6 0 5-16,2-2 0 0,-2 1-1 0,-25 0 3 16,32 2-9-16,-8 0-8 0,-23-2 3 0,26 0 1 15,-27 2-7-15,-2-1 1 0,31 1 2 0,-33-1-2 16,0 2-8-16,0-2 7 0,1 0-4 0,1 0 7 16,2 1-1-16,-2 2-2 0,2-2-1 0,0 1-4 15,2 1 2-15,-4-1 3 0,0 2-10 0,-2-1 11 16,-3-3-8-16,1 3 1 0,-3-1 0 0,-2-2-1 0,3 0 0 15,-5 2 5-15,1-2-10 0,1-2 10 16,-3 2-11-16,-10 0 3 0,10 0 0 0,-10-1-1 0,-3 2-3 16,0-2 10-16,14 1-8 0,-16 1 3 0,16 1-8 15,-15 0 8-15,-1-1-2 0,15 2 3 16,-14-2 0-16,1 0-2 0,12-1 0 0,-12 2 6 0,2 0-11 16,14-1 7-16,-2-1-1 0,4 2 1 0,-1 0-3 15,2-2 4-15,0-1-6 0,-1 0 4 16,0 1 1-16,2-3-1 0,-7 1-4 0,2-1 6 15,-16 2 4-15,3-2-7 0,0 0 1 0,-3 1 1 0,2-2 0 16,1 3-3-16,0-2 4 0,-3 1 0 0,0-1 0 16,1 1 0-16,-3 0 2 0,2-1 2 15,-1 0-3-15,-4 2 8 0,0-1-3 0,-2-2 3 0,1 0-4 16,-11 2-1-16,0 0-6 0,-1 0 9 16,-1 0 8-16,-7 0 4 0,0 1-7 0,0-2 1 0,-3 2 1 15,-2-1-6-15,-6 2 1 0,10-4-3 0,-10 4 4 16,7-1-10-16,-7 1-15 0,0 0-22 0,9-4-30 15,-9 4-35-15,0 0-30 0,0 0-92 16,0 0-240-16,0 0 106 0</inkml:trace>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14:02.081"/>
    </inkml:context>
    <inkml:brush xml:id="br0">
      <inkml:brushProperty name="width" value="0.05292" units="cm"/>
      <inkml:brushProperty name="height" value="0.05292" units="cm"/>
      <inkml:brushProperty name="color" value="#FF0000"/>
    </inkml:brush>
  </inkml:definitions>
  <inkml:trace contextRef="#ctx0" brushRef="#br0">21376 5838 7 0,'0'0'52'0,"0"0"-11"0,0 0 2 16,0 0 8-16,0 0-19 0,0 0-2 0,0 0-8 15,0 0-8-15,0 0-3 0,0 0-8 0,0 0-8 16,6-11-4-16,-6 11-19 0,0 0-16 0,0 0-48 16,0 0 21-16</inkml:trace>
  <inkml:trace contextRef="#ctx0" brushRef="#br0" timeOffset="7523.39">8456 9040 6 0,'0'0'-1'0,"0"0"-2"0</inkml:trace>
  <inkml:trace contextRef="#ctx0" brushRef="#br0" timeOffset="11726.04">13061 10039 36 0,'0'0'59'0,"0"0"0"16,-8-4-2-16,8 4-4 0,0 0-3 15,-9-4 3-15,9 4-11 0,0 0-1 0,-10-2-2 16,10 2-4-16,-9-3-2 0,9 3-8 0,-6-3 0 16,6 3-2-16,-8-3-6 0,8 3 5 0,0 0-2 15,-13-2-1-15,13 2-7 0,-8-3 0 0,8 3-5 16,-7-1 3-16,7 1-3 0,-12-1-2 0,12 1-5 15,-9 0-1-15,9 0 0 0,0 0-5 0,-10-3-7 16,10 3 4-16,-12 0-10 0,12 0-9 0,-11 0-12 16,11 0-3-16,-9-3-9 0,2 0-40 0,0 0-99 0,1-1 44 15</inkml:trace>
  <inkml:trace contextRef="#ctx0" brushRef="#br0" timeOffset="12716.2">12460 9827 5 0,'-8'2'46'0,"8"-2"-5"0,0 0 2 0,0 0-2 16,0 0 2-16,0 0-9 0,0 0-6 0,0 0 2 15,0 0-6-15,0 0 11 0,0 0-8 0,0 0 9 16,0 0-1-16,0 0 1 0,3 11-15 0,-3-11 8 15,0 0-2-15,0 0-2 0,11 6-9 0,-11-6 1 16,7 4 16-16,-7-4 1 0,8 2-3 0,0 0 3 16,1 0-8-16,-5 0 3 0,3 1 0 0,-7-3-6 0,18 2-5 15,-11-1 9-15,3 3-18 0,2-1 12 16,-1-1-3-16,2 0 9 0,4 1 0 0,-4 0 2 16,1-2-16-16,-2 2 9 0,1 0-12 0,0 0 6 15,1 0 2-15,-1 0 14 0,5 0-7 0,-3 1 3 16,-1-1-10-16,-1-3-1 0,2 2 3 0,1 0-4 15,-4 0 0-15,8 1 10 0,-1-1-2 0,0-3-5 16,-3 2-2-16,2-1 1 0,2 0 0 0,-1-1-11 16,-2 1 6-16,1 0-3 0,-3-1 3 0,2 1-3 0,2-1-2 15,-2-1 4-15,1-1-2 0,-1 0 8 16,-3 3 2-16,2-6-1 0,2 4-4 0,-1 0 3 16,2-1-5-16,-4-1 2 0,-1 2 1 0,-1 0-4 15,3-1-4-15,-1 0 6 0,-1 1-21 0,1 1 14 16,-1-2-1-16,2 2 3 0,-2-1-3 0,-1 0 4 15,0 0-6-15,1-1-1 0,3 2 4 0,-3-1-1 16,-1-1-2-16,-1 1 5 0,1 1-9 0,3 0 0 0,-5-2 8 16,0 2-6-16,1 0 3 0,-3-2-5 0,2 2 1 15,1 0-1-15,0-1-1 0,-3 0-5 0,5 1 1 16,-1 1 7-16,-3 0 1 0,-1-2-4 16,-3 1 5-16,-6 1 1 0,21-1-3 0,-12 1 3 0,-1 0 8 15,-8 0-3-15,16-2 5 0,-7 1-7 0,-9 1 1 16,16-3 2-16,-5 3 0 0,0-1 2 0,-1 0-4 15,0-3-1-15,1 3-5 0,-1 1 0 0,-1-2 4 16,2 1 1-16,1 0-3 0,-1-2 0 0,2 2 2 16,-2-2-1-16,0 1-5 0,3 1 5 0,-3 0 9 15,3 0 1-15,-1-1 1 0,-2 2 0 0,1 0-5 16,1-1-1-16,1-1 0 0,-3 1 3 0,0-2-5 16,3 2 0-16,-4-1 2 0,2-1-5 0,0 1 2 15,0-1 1-15,-2 1-4 0,3 0-2 0,-4-1 2 16,3-1-4-16,-1 3 2 0,0-1-1 0,2-1 3 15,-4 2-1-15,5-2-1 0,-9 3 4 0,8-3 11 16,-3 3-5-16,3-1-1 0,-1-2-2 0,-2 1 0 16,1 0 3-16,0 1-4 0,0-1 0 0,2 0-3 15,-3 2-1-15,1-1 0 0,-2 1 4 0,-1-2 0 16,5 2-1-16,-13 0-5 0,14-4 0 0,-9 3 2 16,-5 1-2-16,14 1 9 0,-14-1-12 0,9-1 4 15,-9 1 2-15,9-2-3 0,-9 2 1 0,0 0 3 16,0 0-2-16,9 0 0 0,-9 0 0 0,0 0-1 15,0 0 1-15,0 0-3 0,0 0-1 0,0 0-1 0,0 0-18 16,0 0-26-16,0 0-23 0,0 0-42 16,0 0-18-16,0 0-39 0,0 0-136 0,-33 0-327 15,14-2 145-15</inkml:trace>
  <inkml:trace contextRef="#ctx0" brushRef="#br0" timeOffset="14338.16">11599 9892 53 0,'-7'-5'61'0,"7"5"6"0,0 0-1 16,-3-6-14-16,3 6-8 0,0 0 10 0,-6-6-14 15,6 6-4-15,0 0-5 0,0 0-3 0,0 0-11 16,-4-7 10-16,4 7-6 0,0 0-4 0,0 0 4 15,0 0-6-15,0 0-7 0,0 0 7 0,0 0 1 16,0 0 3-16,0 0-9 0,0 0-7 0,-2-7 10 16,2 7-4-16,0 0-8 0,0 0 2 0,0 0 7 0,0 0-4 15,0 0-7-15,0 0 7 0,0 0 1 0,-3-7-8 16,3 7 5-16,0 0 0 0,0 0-7 16,-4-7 3-16,4 7 11 0,0 0-8 0,0 0 7 15,0 0 8-15,-5-5-1 0,5 5-3 0,0 0-8 0,0 0 11 16,0 0 4-16,0 0-3 0,0 0 0 0,0 0-1 15,-3-6-1-15,3 6-14 0,0 0 16 0,0 0-4 16,0 0 2-16,0 0-7 0,0 0 5 16,0 0-8-16,0 0 1 0,0 0-8 0,0 0 4 0,0 0-1 15,0 0-1-15,0 0-1 0,0 0 0 0,0 0 1 16,0 0-3-16,0 0-9 0,0 0 14 0,0 0 1 16,0 0-1-16,21 4 10 0,-21-4-9 15,14 4 6-15,-5-4-9 0,2 2 6 0,0-1 13 0,2 1-5 16,6-1 0-16,0-2 8 0,3 1 8 0,0 0 2 15,7 0-5-15,-5 0 1 0,6-2-2 0,-1 1-5 16,2 0 9-16,-4 2-5 0,3-1 0 16,-2-1-6-16,2 2 0 0,1 0-3 0,-1-1 2 0,3-1 4 15,-5 0 11-15,5 3-6 0,-4 0-9 0,1-2 6 16,1 1-5-16,0-1 0 0,-3 1 1 0,0 0 1 16,0 1-6-16,1 0 0 0,-10 0 0 0,10-2-1 15,-1 0 1-15,-6 0-5 0,4 1 3 0,-3 1-5 16,-2-2 10-16,1 0 4 0,6 0-2 0,-7 0-3 15,0 0-1-15,-1 0-3 0,2-2 1 0,-3 2 3 16,3 0 0-16,-4-1-3 0,2-2 4 0,-1 2 1 16,2-3 2-16,0 1-5 0,0-2-4 0,-2 3 5 15,2-1-3-15,-1 1 1 0,0-2 1 0,0 1-6 16,3-2-1-16,-3 4 1 0,0-2-1 0,1-1 1 16,0 0-5-16,-2 0 1 0,1 0 6 0,-2 1-9 0,0-1 3 15,-1 2-9-15,2-3 9 0,1 2-1 16,-2 1 0-16,0-1-1 0,0 1-2 0,0 0 2 15,-3 2-2-15,4-2-1 0,-1 0 4 0,-5 2-2 16,5 0 2-16,0 0 1 0,-6-1-4 0,5 1 1 0,-3 1 1 16,4-2-1-16,-4 1 1 0,3 2-3 0,-3-2-2 15,-1 0 2-15,3 0 2 0,-5 0-1 0,4 0 0 16,2 0-3-16,1 0 5 0,-5 0-5 16,5 0 6-16,-2-2 9 0,-3 2 3 0,0-1-4 0,1-1 0 15,4 0-1-15,0 0-2 0,-2-1 1 16,2 1-1-16,-5 0-3 0,3-1 1 0,-1 1-3 0,2 0 3 15,0 0-7-15,3-1 2 0,-7 3-1 16,4-1 3-16,-2-1 0 0,-1 1-4 0,-1-2-5 0,5 1 4 16,0 0 1-16,-4 0 6 0,3 0-2 0,-2 2 8 15,0-2-2-15,1 1 1 0,-5-1-1 0,3 2 0 16,-3 0-5-16,5-2 2 0,-5 1 1 16,2 0-3-16,3 1 0 0,-5-2 0 0,1 1 1 0,1 1-3 15,0-1-2-15,1 1 4 0,-3-1-2 0,2-1 3 16,-2 2-3-16,2 0 15 0,0 0-5 0,-1 0 2 15,1-1-7-15,-3 1 5 0,3-2-6 0,-1 3 0 16,1-2-3-16,-1 1 4 0,-1-2-7 0,0 4 4 16,-1-2-2-16,1 0 2 0,-1 1 2 0,0-1-6 15,-1 0 1-15,-9 0 1 0,18-1-5 0,-9 1 2 16,-1 1-1-16,3-2-1 0,-1 2 1 0,1 0 1 16,-4-1 0-16,6 0 1 0,-4 0-2 0,0 0 2 15,4 3 9-15,-6-3 14 0,-7 0-8 0,20 0 2 16,-11 0-5-16,-9 0-1 0,14-2 0 0,-7 4 4 15,4-4-9-15,-11 2 1 0,13 0-5 0,-1-1 5 16,-4 1-4-16,-8 0 1 0,15 0 2 0,-7 1-3 16,-1-1-1-16,-7 0 1 0,16 0-2 0,-7 2-1 15,-9-2 2-15,13-2 1 0,-5 4-1 0,0-2 0 16,-8 0 1-16,13 0 6 0,-4 0-4 0,-9 0-2 16,14 0-1-16,-14 0 2 0,11 1 0 0,-4 0 0 15,-7-1-3-15,11 0 1 0,-11 0 0 0,9 0-1 16,-9 0 1-16,9 1 0 0,-9-1-3 0,0 0 0 15,9 2-2-15,-9-2 3 0,0 0-2 0,9 2 3 16,-9-2-2-16,0 0-1 0,0 0-1 0,7 2 1 0,-7-2 0 16,0 0 7-16,0 0-6 0,0 0 0 0,0 0 7 15,0 0 3-15,0 0-3 0,7 2 4 16,-7-2-5-16,0 0 0 0,0 0 0 0,0 0 3 16,0 0-7-16,0 0 4 0,0 0 0 0,0 0 1 0,0 0-6 15,0 0 0-15,0 0 1 0,0 0-3 0,0 0-1 16,0 0 5-16,0 0-4 0,0 0 1 0,0 0 0 15,0 0-7-15,0 0-8 0,0 0-11 0,0 0-16 16,0 0-11-16,0 0-34 0,4 5-38 0,-4-5-45 16,0 0-45-16,0 0-221 0,-8 13-470 0,8-13 208 15</inkml:trace>
  <inkml:trace contextRef="#ctx0" brushRef="#br0" timeOffset="22708.36">19471 9807 1 0,'0'0'102'0,"-8"0"-1"0,8 0-8 16,0 0 4-16,0 0-2 0,0 0-5 0,0 0-13 16,0 0-1-16,0 0-3 0,0 0-12 0,0 0 0 15,0 0-10-15,0 0-9 0,0 0 0 0,0 0-3 0,0 0-6 16,0 0-7-16,0 0 4 0,0 0-15 0,0 0 11 16,0 0-10-16,0 0 9 0,0 0-13 15,0 0 2-15,0 0-3 0,22 8 5 0,-22-8-8 0,18-1-5 16,-5 2 9-16,-2-1 0 0,2 0-6 0,6 0 3 15,-1-1-6-15,2-2 0 0,2 2 0 0,6-1 6 16,0 1-8-16,3-2 0 0,0 0-2 0,1-1 6 16,2-1-5-16,-2 3 6 0,5-3-4 0,-1 2 1 15,3-2 0-15,0-1-3 0,12-1 4 0,-14 1-2 16,3 1 1-16,12-3 0 0,-2 2-5 0,4-2 4 16,-3 1-3-16,-12 2 5 0,0 0-2 0,13-2 4 15,-12 1-11-15,12-1 4 0,-13 4 1 0,12-5-2 16,-14 3-5-16,0-1 5 0,2 3-4 0,0-4 10 15,-2 2-12-15,0 0 7 0,-3-1-9 0,5 0 8 0,-4 1-4 16,0-2 4-16,-2 2-2 0,3-2-2 16,-1 4 4-16,-2-1 5 0,0-1-7 0,-4 1 5 15,1 3-5-15,-1-1 2 0,-1 1-1 0,0-1 3 16,-6 1-5-16,6-2 8 0,-6 5 0 0,0-2-2 0,7 0-2 16,-2 1 2-16,0-1-3 0,-6 1 2 15,-1 1 0-15,0-1-1 0,3 1 2 0,-1-1 2 16,-2 2-3-16,2-3-3 0,-3 2-2 0,2-2 2 15,-1 2 1-15,-2-2 1 0,2 2 7 0,1-1-7 0,-3-1 13 16,2 0-13-16,-2-1 3 0,2-1 0 16,-2 4-2-16,3-2 2 0,-1-2-9 0,-2 2 10 0,1 0 2 15,2 0-6-15,-2-2 2 0,1 1 5 0,-1 0 2 16,0-2-6-16,-2 3-3 0,1-1 11 0,1 1-9 16,0 1 1-16,-4-1-2 0,2 1 6 0,0-2-6 15,1 1 5-15,-4 0-5 0,-1-1 9 0,1 2-9 16,0 0 0-16,-3 1-3 0,5-2 4 0,-5 1 1 15,0-1-3-15,0 0 2 0,1 1 1 16,-2-1 0-16,1 2-2 0,-1-2-1 0,0 0 2 0,1 0-5 16,-5 2 9-16,2-1-1 0,-8-1 2 0,15 1 2 15,-7 1 13-15,-2-1 3 0,-6-1-5 0,14 2-4 16,-7-2 6-16,-7 0-5 0,9 0-3 0,-9 0 0 16,0 0-3-16,11 0-2 0,-11 0 4 0,0 0 2 15,9 0 1-15,-9 0-8 0,0 0 5 0,0 0 1 16,0 0-1-16,7 2-4 0,-7-2 6 0,0 0-10 15,0 0 6-15,0 0-10 0,0 0-13 0,0 0-16 16,0 0-16-16,0 0-19 0,0 0-21 0,0 0-26 16,0 0-120-16,0 0-250 0,0 0 111 0</inkml:trace>
  <inkml:trace contextRef="#ctx0" brushRef="#br0" timeOffset="26996.91">14963 12763 25 0,'0'0'49'15,"5"-12"-5"-15,-5 12-5 0,0 0-3 0,0 0-2 16,0 0-5-16,0 0-7 0,0 0 0 0,0 0-1 16,0 0-3-16,0 0-2 0,0 0-5 0,0 0 1 0,0 0-4 15,0 0-6-15,0 0-8 0,0 0-5 16,0 0-8-16,0 0-13 0,0 0-22 0,0 0-58 16,0 0 26-16</inkml:trace>
</inkml:ink>
</file>

<file path=ppt/ink/ink1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31:19.976"/>
    </inkml:context>
    <inkml:brush xml:id="br0">
      <inkml:brushProperty name="width" value="0.05292" units="cm"/>
      <inkml:brushProperty name="height" value="0.05292" units="cm"/>
      <inkml:brushProperty name="color" value="#FF0000"/>
    </inkml:brush>
  </inkml:definitions>
  <inkml:trace contextRef="#ctx0" brushRef="#br0">16282 5063 2 0,'0'0'52'0,"0"0"7"16,0 0-6-16,0 0-3 0,-7-15-4 0,7 15-1 15,0 0 4-15,0 0-10 0,0 0 2 0,-5-7-4 0,5 7 0 16,0 0-3-16,0 0-4 0,0 0 4 0,0 0-3 15,0 0-8-15,-7-4 2 0,7 4-12 0,0 0 4 16,0 0-7-16,0 0-1 0,0 0 6 16,0 0-4-16,-12 16-7 0,10-10 6 0,-4 4-3 15,1-1 0-15,1 1-3 0,-1 1 8 0,1 0-8 16,1 0-1-16,-1-1 6 0,-1 2-3 0,3 0-1 16,-1-1-1-16,2 0-3 0,1-2-11 0,0 2 26 15,1-2-12-15,2-1 1 0,-2-1 2 0,0 1-3 16,4-2-2-16,-2 0 6 0,2 0 0 0,-1-1 0 15,1 0 4-15,1-1 3 0,1 1-9 0,-1-3 6 16,1 1 2-16,0-1 0 0,3-1 5 0,1 0 0 16,-1-2-1-16,0 0 3 0,0-2 2 0,2-1 0 15,-1-1-1-15,0 1 0 0,-1-2-9 0,0 1 4 16,-1-3-5-16,-1 2 3 0,-2-2 3 0,2 2-4 16,-2-4-2-16,-1 1 1 0,-2-1-5 0,1-2 6 15,-2 1-2-15,1-2-9 0,-1-2 8 0,-2 0-8 16,-1 2 2-16,1-2-4 0,-3 3 3 0,1-1 2 15,1 0-1-15,-5 2 4 0,4-1-7 0,-3 3-3 16,0-2 12-16,0 2-9 0,0 0 3 0,-1 4-5 16,-1-1 1-16,-1 0-1 0,-2 2 0 0,3 2 7 15,-2-1-4-15,-2 2 2 0,1 1-14 0,1 1 6 16,-4 3 0-16,1 1 4 0,1 1-14 0,1 2-14 16,0-1-20-16,0 3-20 0,2-2 1 0,1 1-27 15,2 1-80-15,1 1-186 0,3-2 83 0</inkml:trace>
  <inkml:trace contextRef="#ctx0" brushRef="#br0" timeOffset="928.7">16673 5012 10 0,'-7'2'55'0,"7"-2"3"15,0 0-8-15,0 0-2 0,0 0 5 0,-9 3 0 16,9-3-9-16,0 0-4 0,0 0 2 0,-9 0 0 16,9 0-2-16,0 0-6 0,0 0-1 0,0 0-2 15,0 0-2-15,0 0-3 0,0 0 1 0,0 0-2 16,0 0-2-16,-10 1-7 0,10-1 3 16,0 0-3-16,0 0 1 0,0 0 0 0,0 0-4 0,0 0-3 15,0 0 1-15,0 0 6 0,0 0-11 0,0 0-2 16,0 0 3-16,0 0-5 0,0 0-3 0,0 0 5 15,0 0 1-15,0 0 1 0,0 0-2 0,0 0-6 16,28-4 0-16,-16 1 4 0,5-1 10 0,3 1-12 16,1-5 15-16,7 1-1 0,-1-3-10 15,1 4 0-15,1-3-2 0,0 1 3 0,-1-2-5 0,1 4 7 16,-2-1-8-16,1-1 5 0,-1 1-5 0,0 0 4 16,2 1-6-16,-1 0 0 0,2-2 4 0,-2 2-7 15,0 3 17-15,-1-2-14 0,-6 1 3 0,0-1 4 16,7 1 1-16,-8 0 9 0,1 0-12 15,-3 1-4-15,1 0 7 0,-2-1-3 0,0 4 6 16,-4-3-10-16,2 2 2 0,-2-2 0 0,1 1 1 0,-3 1 8 16,-1-1-8-16,1 2 3 0,0-2-1 15,-2 1 4-15,2 1 2 0,-11 0-9 0,14-1 3 16,-7-1 0-16,-7 2 8 0,13-1 2 0,-6 1-9 16,-7 0 3-16,11-2 0 0,-3 0-4 0,-2-2 6 15,-6 4-3-15,13-2 5 0,-6 0 0 0,-7 2-2 16,8-2-6-16,-8 2 13 0,8-2-2 0,-8 2 7 0,0 0-5 15,0 0-12-15,0 0 14 0,9-1 6 0,-9 1-2 16,0 0 0-16,0 0 0 0,0 0-5 0,0 0 9 16,0 0-9-16,0 0-1 0,0 0-4 15,0 0-2-15,0 0 2 0,0 0-6 0,0 0-3 16,-13 21 3-16,9-16-7 0,-3 3 1 0,1 1 6 0,-1-1 5 16,1 3-6-16,-1-3 1 0,0 1-4 0,0 1-3 15,2 0 12-15,-1-1 2 0,1-2-9 0,-2 2-4 16,2 0-1-16,0-1 7 0,1 0-12 0,0 2-4 15,-1-1-16-15,1-2-22 0,1 1-28 16,1-2-14-16,0 1-12 0,2-7-94 0,-4 13-213 16,3-7 94-16</inkml:trace>
  <inkml:trace contextRef="#ctx0" brushRef="#br0" timeOffset="1180.53">17568 4738 113 0,'-14'-7'126'0,"-4"-1"-5"0,4 2 2 0,1 1-1 16,0 2-9-16,0-1-16 0,0-1-6 0,1 3-9 15,2-1-13-15,-2 0-5 0,3 0-9 0,2 2-3 16,7 1-3-16,-13-3-14 0,13 3 5 0,-9-2-24 15,9 2-28-15,0 0-15 0,-9 0-16 0,9 0-13 16,0 0-20-16,-3 12-25 0,3-12-75 0,3 11-190 16,-3-11 84-16</inkml:trace>
  <inkml:trace contextRef="#ctx0" brushRef="#br0" timeOffset="2402.23">21021 5524 38 0,'0'0'99'16,"0"0"-13"-16,0 0-14 0,0 0 0 0,-9 4 0 15,9-4-12-15,-4 6 9 0,4-6-7 0,-2 7-10 16,-1-1 3-16,3-6-6 0,-2 12-2 0,-1-4-6 16,2-1-6-16,-1 0-5 0,2-7 1 0,0 17-5 15,0-10 0-15,-1 2-1 0,0 0-3 16,2-1-7-16,0-2 6 0,2 0 0 0,-3-6-11 0,4 10 8 16,-3-6-5-16,3 3-2 0,-1-2-2 0,-3-5 9 15,10 5 3-15,-6-2-9 0,-4-3-2 0,12 0-5 16,-12 0 4-16,16-3 0 0,-10 1-4 0,2 0 4 15,0-1-4-15,-2-1 5 0,1-2 0 0,-1-1-1 16,0 0 9-16,1 0-2 0,-4-1-2 0,4-1 2 16,-5 1-1-16,-2 1 3 0,0-2-5 0,0 9 6 15,-2-16-10-15,-5 8 3 0,4 3-3 0,-4-4 0 16,1 3 2-16,0 1-15 0,-2-1 12 0,1 3-4 16,0-1 7-16,7 4-6 0,-17-1 3 0,9 0-10 15,8 1 0-15,-14 2-8 0,8-1-19 0,6-1-22 16,-10 4-29-16,10-4-4 0,-4 5-12 0,4-5-100 15,-3 8-213-15,3-8 94 0</inkml:trace>
  <inkml:trace contextRef="#ctx0" brushRef="#br0" timeOffset="2608.85">21301 5348 30 0,'0'0'110'0,"0"0"-22"0,-4-6-22 16,4 6-20-16,0 0-25 0,0 0-17 0,0 0-36 16,13-4-24-16,-13 4-60 0,10-4 27 0</inkml:trace>
  <inkml:trace contextRef="#ctx0" brushRef="#br0" timeOffset="3336.67">21258 5463 69 0,'0'0'136'0,"0"0"-9"0,0 0-6 15,0 0-12-15,0 0-10 0,-4-7-6 0,4 7-10 16,0 0-4-16,0 0-5 0,0 0-9 0,0 0-2 16,0 0-1-16,0 0-6 0,0 0 1 15,0 0-5-15,-4-6 5 0,4 6-6 0,0 0-7 0,0 0-2 16,0 0-3-16,0 0 2 0,0 0-1 0,0 0-8 15,0 0-3-15,0 0-2 0,0 0-7 16,0 0-2-16,0 0-5 0,0 0-4 0,0 0-3 0,0 0-14 16,16-7-16-16,-5 6-26 0,2-5-24 15,4-1-19-15,4 3-31 0,-1-1-116 0,1 0-260 0,-2-1 115 16</inkml:trace>
  <inkml:trace contextRef="#ctx0" brushRef="#br0" timeOffset="15047.37">20068 5553 11 0,'0'0'2'0,"0"0"-5"0,0 0 12 15,0 0-9-15,0 0 0 0,0 0 0 0,0 0 7 16,11 3-3-16,-11-3-4 0,0 0 5 0,0 0-3 0,0 0 3 16,0 0-2-16,0 0 0 0,7 1 1 15,-7-1 5-15,0 0-6 0,0 0 0 0,0 0-2 16,0 0 1-16,5 4 1 0,-5-4-5 0,0 0 6 15,0 0-3-15,0 0-1 0,0 0 0 0,0 0 0 0,0 0 2 16,0 0 2-16,0 0 5 0,0 0 1 0,0 0 4 16,0 0 0-16,0 0 0 0,0 0 0 15,0 0 2-15,0 0-4 0,0 0-1 0,0 0-3 16,0 0 2-16,0 0 4 0,0 0-5 0,0 0-5 16,0 0 0-16,0 0 3 0,0 0-4 0,0 0-1 15,0 0-2-15,0 0 1 0,0 0 0 0,0 0 3 0,0 0 3 16,0 0-9-16,0 0 1 0,0 0 2 0,0 0 0 15,0 0-1-15,0 0-3 0,0 0 5 16,0 0-1-16,0 0 8 0,0 0-6 0,0 0 0 16,0 0-3-16,0 0 3 0,0 0-2 0,0 0-1 15,0 0 2-15,0 0-3 0,0 0 6 0,0 0-8 16,0 0 4-16,0 0-1 0,0 0-3 0,0 0 4 16,0 0-3-16,0 0 2 0,0 0 2 0,0 0 3 15,0 0-7-15,0 0 4 0,0 0-1 0,0 0-3 16,0 0-1-16,0 0 2 0,0 0-3 0,0 0 1 0,0 0-4 15,0 0-7-15,0 0-1 0,0 0-4 0,0 0-19 16,0 0-42-16,0 0 19 0</inkml:trace>
  <inkml:trace contextRef="#ctx0" brushRef="#br0" timeOffset="15754.33">19871 5553 5 0,'0'0'15'0,"0"0"-4"16,0 0 3-16,0 0-1 0,0 0 4 16,0 0-7-16,0 0 6 0,0 0-5 0,0 0 0 15,0 0-2-15,0 0-2 0,0 0 0 0,0 0 2 16,0 0-4-16,0 0-1 0,0 0-1 0,0 0 0 16,0 0-3-16,0 0 3 0,0 0-5 0,0 0-3 15,0 0-9-15,0 0-12 0,0 0-27 0,0 0 12 16</inkml:trace>
  <inkml:trace contextRef="#ctx0" brushRef="#br0" timeOffset="37875.36">17164 5408 22 0,'0'0'33'0,"0"0"-8"15,0 0-1-15,-2-9-2 0,2 9 1 0,0 0-4 16,0 0 0-16,0 0-2 0,0 0-1 0,0 0-1 16,-3-10-2-16,3 10-1 0,0 0-2 15,0 0-2-15,0 0 1 0,0 0-1 0,0 0-3 0,0 0 1 16,0 0 0-16,0 0-3 0,0 0 0 0,0 0 9 15,0 0-10-15,0 0 0 0,0 0-1 0,0 0 1 16,0 0-2-16,0 0-1 0,0 0 2 0,-4-3-2 16,4 3 2-16,0 0 0 0,0 0 1 0,0 0 1 15,0 0-3-15,0 0 6 0,0 0-7 0,0 0-1 16,0 0 0-16,0 0 1 0,0 0 4 0,0 0 0 16,0 0-4-16,0 0 2 0,0 0 0 0,0 0-2 15,0 0 1-15,0 0 3 0,0 0-4 0,0 0 6 16,0 0 3-16,0 0-8 0,0 0 2 0,0 0-2 15,0 0-2-15,0 0 1 0,0 0 3 0,0 0-3 16,0 0 2-16,0 0-6 0,0 0 3 0,0 0 7 16,0 0-5-16,0 0 4 0,0 0-5 0,0 0-1 15,0 0 1-15,0 0 0 0,0 0-1 16,0 0 0-16,0 0 4 0,0 0-1 0,0 0-2 0,0 0 1 16,0 0 1-16,0 0-4 0,0 0 2 0,0 0-2 15,0 0-3-15,0 0 2 0,0 0 2 0,0 0 2 16,0 0-2-16,0 0 4 0,0 0-5 0,0 0 1 15,0 0 2-15,22 9-5 0,-22-9 3 0,11 0-2 16,-11 0 4-16,18 0 3 0,-8-2-3 0,2 0-4 16,3 0-3-16,2 1 4 0,2-1 0 0,0-1-3 15,-1-1-3-15,4-1 3 0,0 0 0 0,2-1-3 16,-4-1-2-16,1 2-2 0,6 0 3 0,-8 1-6 16,3-1-1-16,-3 0 2 0,0 2-2 0,0-2 1 15,0 2-12-15,-2 3-28 0,1-4 13 0</inkml:trace>
</inkml:ink>
</file>

<file path=ppt/ink/ink1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09:46:32.304"/>
    </inkml:context>
    <inkml:brush xml:id="br0">
      <inkml:brushProperty name="width" value="0.05292" units="cm"/>
      <inkml:brushProperty name="height" value="0.05292" units="cm"/>
      <inkml:brushProperty name="color" value="#FF0000"/>
    </inkml:brush>
  </inkml:definitions>
  <inkml:trace contextRef="#ctx0" brushRef="#br0">31451 10435 51 0,'0'0'61'0,"0"0"-9"0,0 0 3 16,0 0-13-16,0 0-7 0,0 0-16 16,0 0-16-16,0 0-1 0,0 0-7 0,0 0-16 0,0 0-28 15,-15-2-54-15,15 2 24 0</inkml:trace>
  <inkml:trace contextRef="#ctx0" brushRef="#br0" timeOffset="433.87">31301 10546 22 0,'0'0'90'16,"-8"1"-22"-16,8-1-8 0,0 0-13 0,0 0-11 0,0 0-24 15,-3 6-15-15,3-6-23 0,-7 4-25 16,7-4-56-16,-12 3 25 0</inkml:trace>
  <inkml:trace contextRef="#ctx0" brushRef="#br0" timeOffset="932.95">31147 10677 87 0,'0'0'104'0,"0"0"-11"0,0 0-23 16,0 0-16-16,6 8-10 0,-6-8-18 0,0 0-17 15,2 6-22-15,-2-6-31 0,0 0-28 16,0 0-78-16,0 0 35 0</inkml:trace>
  <inkml:trace contextRef="#ctx0" brushRef="#br0" timeOffset="-134170.62">17103 4701 4 0,'2'-8'6'0,"-2"8"0"15,2-6 1-15,-2 6-2 0,0 0-1 0,6-9 3 16,-6 9 4-16,0 0-9 0,0 0 1 16,1-7-2-16,-1 7 1 0,0 0 2 0,0 0-5 15,1-8 4-15,-1 8-6 0,0 0 0 0,0 0 1 0,0 0 2 16,0 0-5-16,2-7 6 0,-2 7-2 0,0 0 2 16,0 0-3-16,2-6 5 0,-2 6-4 0,0 0 3 15,0 0-3-15,4-7-1 0,-4 7 1 0,0 0 1 16,5-3 0-16,-5 3-3 0,0 0 1 0,6-6 3 15,-6 6-2-15,6-3 10 0,-6 3 2 0,0 0 2 16,5-6-9-16,-5 6 8 0,0 0-2 0,0 0 4 16,5-5-2-16,-5 5 6 0,0 0-12 0,0 0-4 15,0 0 4-15,0 0-2 0,0 0 1 0,0 0 2 16,0 0-1-16,0 0-2 0,0 0-1 16,0 0-6-16,0 0 3 0,0 0 7 0,0 0-8 15,0 0 8-15,0 0-9 0,6 12 0 0,-6-12-1 0,3 9 1 16,-2-3 4-16,-1-6-10 0,2 12 9 0,-1-5 3 15,0 0-6-15,0-2 21 0,1 2-20 0,-2 4-3 16,0-2 0-16,1 0 1 0,-1-2 1 16,0-7 4-16,2 17 1 0,-2-9 5 0,2-1-4 0,-2 3 0 15,0-3-4-15,0-7 3 0,-2 16 4 16,4-9-7-16,-4 1 0 0,4-1 0 0,-2-7 2 0,-2 15 1 16,0-7-4-16,2 0-9 0,0-8 9 15,0 16 5-15,0-10-5 0,0 2-1 0,-1 1 3 0,1-2 1 16,-2 3 1-16,1-3 2 0,0 2-2 15,1 1-3-15,-1 0 3 0,-2-1 5 0,3 1 1 16,0-10 0-16,-1 16-3 0,1-7-1 0,-2-1 1 0,2-8-3 16,0 16-1-16,0-9 1 0,0 1 5 15,2-1-2-15,-2-7-6 0,0 13-3 0,1-7 9 16,-1-6-1-16,1 11-2 0,1-3-3 0,-2-8 6 16,1 11-6-16,-1-11 0 0,1 11 5 0,0-7-1 15,-1-4 0-15,3 11-3 0,-3-11 3 0,2 11-4 16,-2-7 4-16,0-4-4 0,0 12 7 0,0-12-4 0,0 11-2 15,0-11 4-15,-2 12 3 0,1-5-1 0,1-7 0 16,0 13 7-16,-2-7-1 0,2-6 5 16,-1 10-14-16,2-3 3 0,-1-7 1 0,-1 12-3 15,0-5-4-15,1-7 7 0,0 8-2 0,0-8-2 16,-1 12 3-16,-1-6-5 0,2-6 5 0,0 11-2 16,0-11 0-16,0 9 1 0,0-9 2 0,0 9-4 0,0-9 4 15,0 10-1-15,0-10-3 0,2 10 4 16,-2-10-6-16,0 0 3 0,0 15 2 0,0-15 4 0,0 0 1 15,-2 16 1-15,2-16-3 0,-1 7-3 16,1-7 4-16,0 0-3 0,1 16 1 0,-1-16-2 16,0 10-3-16,0-6 1 0,0-4-1 0,-1 12 3 0,1-12 0 15,0 10-4-15,0-10 4 0,1 9-2 0,-1-9-2 16,0 7 0-16,0-7-4 0,2 11 0 16,-2-11 13-16,0 7-5 0,0-7-6 0,-2 10 8 15,2-10-1-15,0 8 1 0,0-8-3 0,-1 11 2 16,1-11 1-16,0 9 0 0,0-9 2 0,1 11-3 15,-1-11-3-15,0 10-1 0,0-4 7 0,0-6-5 0,0 10 0 16,0-3 4-16,0-7-9 0,2 10 1 16,-2-10 5-16,0 10 11 0,0-10-16 0,0 9-3 15,0-9 1-15,1 9 5 0,-1-9-4 0,0 11 5 16,0-11 3-16,0 9-1 0,1-3-3 0,-1-6-3 16,1 11 7-16,1-5-6 0,-2-6-1 0,0 12 20 0,0-6 9 15,0-6-21-15,0 11-2 0,0-11 0 0,1 11-8 16,-1-11 3-16,0 8 1 0,0-8 22 15,2 11-21-15,-2-11 2 0,2 11-3 0,-2-11-5 16,0 10 6-16,0-5-4 0,0-5-1 0,1 12 1 16,-1-12-3-16,0 10 13 0,1-5-11 0,-1-5 7 15,0 10-7-15,0-10 7 0,0 11 0 0,0-11-7 16,1 10 3-16,-1-10-3 0,0 11 5 0,0-11-5 0,2 8-1 16,-2-8 3-16,0 9 0 0,0-9 6 15,0 8-14-15,0-8 16 0,0 10 3 0,0-10 4 16,1 9-4-16,-1-9-8 0,-1 10-3 0,1-10 7 15,-2 11-1-15,2-11-4 0,-1 10 0 0,1-10 5 0,0 12 1 16,-1-7-4-16,1-5-2 0,-1 11 1 16,-1-4-1-16,2-7 4 0,0 11-6 0,0-11 3 15,-3 9 6-15,3-9-14 0,0 10 4 0,0-10 0 16,0 10 1-16,0-10 4 0,0 9-1 0,0-9-4 16,0 0-4-16,0 10 11 0,0-10-2 0,0 0-1 0,0 11 3 15,0-11-10-15,1 7 16 0,-1-7-11 0,0 8 11 16,0-8-9-16,0 0 1 0,2 9 5 0,-2-9-11 15,3 6 5-15,-3-6 3 0,0 0-5 16,1 6-2-16,-1-6-1 0,0 0 4 0,1 7 1 16,-1-7-2-16,0 0 13 0,2 7-12 0,-2-7 10 15,0 0 11-15,0 0-7 0,0 0 0 0,0 10-13 16,0-10 7-16,0 0 2 0,0 0 3 0,0 0-7 16,-2 9 0-16,2-9-1 0,0 0-2 0,0 0 1 15,0 0-2-15,-1 8 2 0,1-8-3 0,0 0 3 16,0 0-5-16,0 0 4 0,0 0-9 0,0 0 5 0,-1 8-1 15,1-8 4-15,0 0 0 0,0 0-5 0,0 0 0 16,-1 10-3-16,1-10 7 0,0 0-1 16,0 0-1-16,-2 7-3 0,2-7 3 0,0 0 0 15,0 0-1-15,0 0 0 0,0 0-1 0,0 0 0 16,0 0 0-16,0 0 5 0,0 0-3 0,-2 8-1 0,2-8 6 16,0 0-4-16,0 0-2 0,0 0 3 0,0 0-7 15,0 0-8-15,0 0-24 0,0 0-31 0,0 0-24 16,0 0-37-16,0 0-93 0,0 0-238 15,0 0 105-15</inkml:trace>
  <inkml:trace contextRef="#ctx0" brushRef="#br0" timeOffset="-131792.18">10082 13809 3 0,'0'0'12'0,"0"0"-8"16,6-7-4-16,-6 7 0 0,0 0-4 0,0 0-3 15,0 0 2-15</inkml:trace>
  <inkml:trace contextRef="#ctx0" brushRef="#br0" timeOffset="-119245.65">6359 7041 102 0,'-3'-9'102'0,"3"9"-7"0,-1-8-13 16,1 8 1-16,-4-8 4 0,4 8-5 0,0 0 0 15,-1-10-18-15,1 10 6 0,0 0-14 0,0 0 1 16,0 0-14-16,0 0-2 0,0 0-3 0,-3-7-5 16,3 7-2-16,0 0-16 0,0 0 10 0,0 0-2 15,0 0-4-15,2 32 4 0,-1-23-8 0,0 7 11 16,-2 2-6-16,1 1-5 0,-1 6 0 0,-1 0 2 16,1 1-7-16,-1-2 4 0,0 2-5 0,-2-2 1 15,2-3-6-15,0-4 4 0,0 2 3 0,-2 1-9 16,3-3 6-16,-2 0-4 0,2-1-5 0,0-4 8 0,1-1-5 15,-1 2-4-15,1 1-14 0,0-3-12 0,0-1-14 16,0-3-20-16,1 2 4 0,-1-9-9 0,0 11-12 16,0-11-6-16,0 9 0 0,0-9-70 15,0 0-167-15,0 0 75 0</inkml:trace>
  <inkml:trace contextRef="#ctx0" brushRef="#br0" timeOffset="-119012.14">6345 7138 74 0,'8'-2'83'0,"-2"1"-1"0,-6 1-9 16,15 0-6-16,-15 0-10 0,12 3-1 16,-6 0-2-16,0 2-11 0,0 0-2 0,-3 1 1 15,-1 4-5-15,-2 0-5 0,-2 0-2 0,-3 3 1 0,-1 1-1 16,-4 1-7-16,-1 1-7 0,0-3-3 0,-2 2 2 15,2-5-8-15,-2 3-1 0,3-5-24 0,-2 3-24 16,2-4-26-16,1 0-63 0,0 1-142 16,0-2 64-16</inkml:trace>
  <inkml:trace contextRef="#ctx0" brushRef="#br0" timeOffset="-118602.82">6654 7361 50 0,'7'-10'166'0,"1"1"3"0,0-2-11 16,0 1-3-16,1-5-3 0,0-2-12 0,-2 2-11 16,1-1-16-16,0-1-5 0,0 1 2 0,0-3-10 15,-3 0-8-15,1 2-6 0,2-2-9 0,-3 2 7 16,-2 1-10-16,0 4-6 0,-1-4-8 0,-1 5-7 15,-1 2-1-15,2 3-6 0,-2 6-5 0,0-13-1 16,0 13-10-16,0-10-2 0,0 10-8 16,0 0-3-16,-4-6-5 0,4 6-6 0,0 0 4 0,0 0-7 15,0 0-3-15,-17 18-5 0,11-8-7 0,1 0-11 16,-2 0-6-16,3 0-3 0,2 3-4 0,1 0-7 16,1 2 4-16,1-3-9 0,0 1 6 0,3-2 6 15,1 1 3-15,0-1-6 0,1 1 10 16,0-2-6-16,1 0 9 0,0 1-2 0,-2 0 4 0,2-1 0 15,-2 3 3-15,1-4-8 0,-4 1 12 0,1 0-7 16,-2-1 0-16,1 0-10 0,-2 1 3 0,0-2-1 16,-2 0-1-16,0-1-12 0,-1-2-7 0,3-5-22 15,-5 13-8-15,1-7-14 0,1-2-18 0,3-4-79 16,-6 9-210-16,6-9 93 0</inkml:trace>
  <inkml:trace contextRef="#ctx0" brushRef="#br0" timeOffset="-118406.86">7023 7156 101 0,'0'0'129'0,"2"-7"-8"0,-2 7-17 16,0 0-9-16,0 0-9 0,0 0-7 0,0 0-8 16,0 0-3-16,5 15-9 0,-5-5-4 0,0 0-7 15,0 2-6-15,-1 1-2 0,1 2 6 0,0 0-16 16,-2 1-12-16,2 0-16 0,2-1-22 15,-1 2-25-15,0-5-37 0,0 1-93 0,1-2-189 0,-2 0 84 16</inkml:trace>
  <inkml:trace contextRef="#ctx0" brushRef="#br0" timeOffset="-117650.56">7266 7113 135 0,'0'0'163'0,"0"0"-3"0,0 0-9 15,-24 9-17-15,18-6-11 0,-1 0-11 0,-3 3-12 16,1 0-10-16,0 4-12 0,-2 0-1 0,0 4-14 16,4-2-2-16,-1 1-7 0,2-3-7 0,1 2-5 15,1-1 0-15,1 0-6 0,2 1-4 0,1 0-1 16,1-3-10-16,0-3 0 0,1 3-5 0,0-3-8 15,2 1 0-15,0-2-1 0,1 0 0 0,0-1 1 16,-5-4-3-16,10 3-7 0,-10-3 1 0,14-3 0 16,-5-4-1-16,-1 0 3 0,1-2-1 0,0 0-1 15,1-6 5-15,-2-1-1 0,-2-1-3 0,2-2 0 16,-3-5-1-16,-2 7 0 0,2-10-3 0,-4 7 7 16,-1 1-1-16,1-6-4 0,-1 1 13 0,0 5-13 15,0 2 4-15,0 0 10 0,-1 4 3 0,0 1 4 16,-1 1-1-16,1 4 0 0,1 7 3 0,-1-12 3 15,1 12-12-15,-1-8-5 0,1 8 2 0,0 0-6 16,0 0 1-16,0 0-3 0,0 0 2 0,1 30 2 16,-1-14-2-16,-1 3 0 0,2 4 4 0,0 2-1 15,-1-6-2-15,1 1-3 0,3-1 3 0,-2-2-3 16,0 1 3-16,4-2-5 0,-3-4 3 0,3 3-4 16,2-2 5-16,-3-1-1 0,3-5-2 0,-2 1-1 0,2-1 2 15,0-3 0-15,2 1 0 0,-1-2-1 16,-2-1-2-16,1-2 0 0,2 0 3 0,2-2-2 15,-2-2-1-15,1-2 1 0,4-4 0 0,-2-1-1 16,-1-3-1-16,1 0-3 0,-2 0 2 0,-2-1-2 16,2 1 3-16,-3-3 1 0,-1 2-4 0,-2-1 2 15,-1 4 2-15,-3 5 15 0,0-1-3 0,-1 0 7 0,0 8 10 16,0-11-2-16,0 11-2 0,0 0-5 16,-6-4-1-16,6 4-3 0,-17 9 0 0,7-2 1 15,-1 8-6-15,-5-2 5 0,7 3-5 0,0 3 7 16,3 0-9-16,2-1-16 0,4-3-30 0,6 4-5 15,6-3-35-15,5-3-24 0,7 0-55 0,5-4-146 16,6-1-329-16,4-4 146 0</inkml:trace>
  <inkml:trace contextRef="#ctx0" brushRef="#br0" timeOffset="-115834.14">15041 8070 71 0,'0'0'75'16,"0"0"-2"-16,0 0 3 0,0 0-12 0,0 0-10 0,0 0 2 15,0 0-5-15,1 29-1 0,2-24-9 0,-3-5 2 16,0 10 1-16,0-10-2 0,4 9-12 0,-4-9 1 15,1 6-2-15,-1-6 12 0,0 0-1 0,1 7 6 16,-1-7 5-16,0 0 7 0,0 0 10 0,0 0 3 16,0 0-5-16,0 0 8 0,0 0-11 0,0 0-7 15,0 0-1-15,0 0-4 0,0 0-8 0,0 0-5 16,0 0-6-16,3-25 0 0,-3 17-4 0,2 0-3 16,0 0-3-16,0-2-4 0,1 0 1 0,0 1-10 15,0-1 2-15,1 4 3 0,3-3-3 0,-2 0 0 16,-3 4-7-16,2 0 2 0,-4 5-2 0,9-6 0 15,-4 4 1-15,-5 2-2 0,13-3-6 0,-13 3 4 16,12 3-4-16,-8 0 2 0,5 3 2 0,-1 1 1 16,0-1-4-16,-3 3 2 0,3-1-5 0,-3 1 5 15,-1 1-7-15,-1 2-10 0,-1-1-10 0,0 2-14 16,0 1-16-16,-1 0-22 0,-4 1-22 0,-1 2-23 16,1-1-117-16,-5-1-262 0,2-3 116 0</inkml:trace>
  <inkml:trace contextRef="#ctx0" brushRef="#br0" timeOffset="-115437.35">15311 8263 31 0,'3'-6'151'0,"3"-1"-21"15,2-1 0-15,-3 1-13 0,1-2-4 0,2 0-5 16,-1-2 0-16,1 1-14 0,1-4-5 15,-1 0-10-15,1 0-6 0,-4-2-3 0,2 4-7 16,2-1-12-16,-2 1 3 0,-1-2-7 0,1 0-5 0,-5 2 1 16,5-3-7-16,-5 4-2 0,1 0 0 15,-2 2-9-15,3 2 4 0,-4 7-3 0,1-12-4 16,-1 12-2-16,1-7-4 0,-1 7 4 0,0-8-7 16,0 8-9-16,0 0 2 0,0 0 0 0,0 0-7 0,0 0 3 15,0 0 3-15,0 0-3 0,0 0-1 0,-11 28-11 16,8-17-12-16,3-2 2 0,-1 1-6 0,1 1-1 15,1 0 7-15,1-2-6 0,0 2 8 0,1-1 0 16,2 0 3-16,-2 0-2 0,3-2 3 0,-5 1-2 16,5 1-1-16,-3-1 2 0,1-1 7 0,-2-2-9 15,2 1-2-15,-3-1-2 0,2 2 2 0,-3-8-14 16,1 11-6-16,-1-11 0 0,-2 12-8 0,2-12-3 16,-3 10 1-16,1-5-14 0,2-5-8 0,-5 8-6 15,5-8-6-15,-3 4-81 0,3-4-175 0,0 0 77 16</inkml:trace>
  <inkml:trace contextRef="#ctx0" brushRef="#br0" timeOffset="-115241.82">15636 8004 103 0,'0'0'133'15,"0"0"-17"-15,2-5-15 0,-2 5-10 0,0 0-12 16,0 0-1-16,0 0 0 0,0 0-12 0,0 0-2 15,-1 23-1-15,0-13-11 0,-1 0-4 0,1 2-5 16,0-1 7-16,-3 3-10 0,4-2-22 0,-3 3-24 16,1-2-15-16,1 0-30 0,-1 1-25 0,-2 1-22 15,1 1-65-15,-1-3-174 0,1-3 77 0</inkml:trace>
  <inkml:trace contextRef="#ctx0" brushRef="#br0" timeOffset="-114522.55">15942 8035 59 0,'0'0'129'0,"-21"7"-1"0,13-5-9 0,-2 1-9 16,1 2-11-16,1 0-7 0,0 1-10 0,-2 2 2 15,2 0-9-15,1-1-4 0,2 0-2 0,-2 1-17 16,2 1-5-16,3-3 0 0,-1 1-9 15,2 1-2-15,1-8-3 0,0 11-3 0,0-11-3 0,2 12 2 16,2-8-3-16,-4-4-8 0,8 3 2 0,1 3-3 16,-3-6-1-16,-6 0 1 0,14-3-8 0,-4 0 6 15,-1-3-2-15,-1 0 1 0,0-2-5 16,-3-2 1-16,0-2-5 0,0-2 1 0,-1-1 2 0,-1-2 2 16,-1 0-7-16,-2-1 3 0,1-1-1 0,-2 0 1 15,0-2-2-15,-6-4 0 0,4 6-4 0,-1 1 6 16,1 0-5-16,-2 5 4 0,-1 1 4 0,3 1 1 15,1 2 2-15,0 1-3 0,0 2 3 0,2 6-9 16,-3-8 3-16,3 8-7 0,0 0 3 0,0 0-5 16,0 0 3-16,0 0-1 0,1 26 4 0,2-8-1 15,-3-1-3-15,1 8 6 0,-1 0-8 0,0-1 7 16,3-5 0-16,0-1-4 0,-1 0-2 0,2-1 3 16,0-2 1-16,2-1 1 0,0 1-1 0,1-3 1 15,2-3-3-15,-2 1 3 0,1-4-1 0,2-1 2 16,3-1-7-16,0 0 2 0,1-2-2 0,-1-2-3 15,5-3 2-15,-6-1 2 0,2 0 1 0,1-4 2 16,1-1-5-16,-6 1-4 0,-1-1 2 0,3-5-2 16,-3 1 0-16,-4 1 1 0,-1 2 2 0,1-7 6 15,-3 6-4-15,0-2 1 0,1 3-4 0,-5 0 2 0,1 1 9 16,1 9 2-16,-3-13 3 0,2 9 1 0,1 4-7 16,-7-6-10-16,7 6 12 0,0 0 2 15,-12 8 0-15,3 3 0 0,0 1-7 0,0 2 4 16,1 4 0-16,2-1-7 0,3 1-1 0,3-1-7 0,3 1-23 15,3 0-14-15,4-3-52 0,4-1-13 0,8 1-136 16,1 1-269-16,4-7 120 0</inkml:trace>
  <inkml:trace contextRef="#ctx0" brushRef="#br0" timeOffset="-102344.72">7285 9107 18 0,'0'0'29'0,"0"0"1"16,0 0 4-16,0 0-11 0,0 0-4 16,0 0 1-16,0 0 0 0,0 0-3 0,0 0 1 15,0 0 0-15,0 0-2 0,0 0 0 0,0 0-2 0,0 0-1 16,0 0 2-16,0 0-3 0,0 0-6 0,0 0 6 16,0 0-1-16,0 0-4 0,0 0 5 0,0 0-6 15,0 0 2-15,0 0-5 0,0 0 2 0,0 0-1 16,0 0-1-16,0 0 0 0,0 0 3 0,0 0-8 15,0 0 3-15,0 0-2 0,0 0 3 0,0 0-1 16,0 0 2-16,0 0-3 0,0 0-3 0,0 0 5 16,0 0-1-16,0 0 4 0,0 0-2 0,0 0-4 15,0 0 2-15,0 0 3 0,0 0-6 0,0 0-1 16,0 0 6-16,0 0-3 0,0 0 1 0,0 0-1 16,0 0 6-16,0 0-3 0,0 0 5 0,0 0-5 15,0 0-2-15,0 0-2 0,0 0 4 0,0 0-3 16,0 0 2-16,0 0-9 0,0 0 8 0,0 0-1 15,0 0-2-15,0 0 3 0,0 0 1 0,0 0-2 16,0 0 4-16,0 0-5 0,0 0 3 0,0 0-6 16,0 0 6-16,0 0-2 0,0 0-3 0,0 0 5 15,0 0-2-15,0 0 3 0,0 0-4 0,0 0 3 16,0 0-2-16,0 0 0 0,0 0 5 0,0 0-11 16,0 0 10-16,0 0-6 0,0 0 3 0,0 0-4 15,0 0 0-15,0 0 1 0,0 0-1 0,0 0 3 16,0 0 1-16,0 0-4 0,0 0 2 0,0 0 2 0,0 0 0 15,0 0 0-15,0 0-4 0,0 0-2 16,0 0 2-16,0 0 3 0,0 0-1 0,0 0 2 16,0 0-1-16,0 0-2 0,0 0 3 0,0 0-1 15,0 0-6-15,0 0-5 0,0 0 1 0,0 0-15 0,0 0 0 16,0 0-36-16,0 0-64 0,0 0 28 0</inkml:trace>
  <inkml:trace contextRef="#ctx0" brushRef="#br0" timeOffset="-101154.68">11364 8733 16 0,'0'-9'26'15,"0"9"-3"-15,0 0-4 0,0 0 2 0,0 0-3 16,0 0-1-16,0 0-2 0,0-10-1 0,0 10 1 16,0 0-8-16,0 0-2 0,0 0 0 0,1-8 5 15,-1 8-2-15,0 0-1 0,0 0 0 0,0 0 2 16,0 0-8-16,0 0 4 0,-3-11 0 0,3 11 2 15,0 0 0-15,0 0-1 0,0 0-3 0,0 0 3 16,0 0 3-16,0 0-2 0,-4-5-1 0,4 5 6 0,0 0-5 16,0 0 2-16,0 0-2 0,0 0-2 0,0 0 1 15,0 0 1-15,0 0-5 0,0 0 2 16,0 0-2-16,0 0 1 0,0 0-2 0,0 0 0 16,0 0-4-16,0 0 4 0,0 0-1 0,0 0-11 0,0 0 7 15,0 0-7-15,0 0 1 0,0 0-7 16,0 0 2-16,0 0-4 0,0 0-5 0,0 0 0 15,0 0-16-15,0 0-41 0,0 0 19 0</inkml:trace>
  <inkml:trace contextRef="#ctx0" brushRef="#br0" timeOffset="-100589.16">7614 8883 13 0,'0'0'29'16,"0"0"-9"-16,0 0-11 0,0 0-9 0,0 0-13 16,0 0-12-16,4-8 6 0</inkml:trace>
  <inkml:trace contextRef="#ctx0" brushRef="#br0" timeOffset="-99839.01">11321 8570 21 0,'0'0'37'0,"0"0"-2"0,0 0-2 15,0 0-7-15,0 0 5 0,0 0-1 0,0 0 2 16,0 0-4-16,0 0 0 0,0 0-1 0,0 0-7 15,0 0 0-15,0 0 1 0,0 0-8 0,0 0 7 16,0 0-3-16,0 0-3 0,0 0 0 0,0 0-7 16,0 0 5-16,0 0-5 0,0 0-4 0,0 0-7 15,0 0 5-15,0 0-11 0,0 0-3 0,0 0-10 16,0 0-6-16,0 0-41 0,0 0-75 0,0 0 32 16</inkml:trace>
  <inkml:trace contextRef="#ctx0" brushRef="#br0" timeOffset="-99213.94">8114 8764 30 0,'0'0'59'0,"0"0"-13"0,0 0 4 16,0 0-11-16,0 0 6 0,0 0-8 0,-2-9-7 15,2 9-16-15,0 0-11 0,0 0-4 0,0 0-9 16,0 0-6-16,0 0-7 0,0 0-28 0,0 0-54 16,0 0 23-16</inkml:trace>
  <inkml:trace contextRef="#ctx0" brushRef="#br0" timeOffset="-98227.29">10972 8374 4 0,'0'0'10'15,"0"0"1"-15,0 0 0 0,0 0-5 0,0 0 7 16,0 0-3-16,0 0 1 0,0 0-6 0,0 0 4 15,0 0 4-15,0 0-5 0,0 0 0 0,0 0 0 16,0 0 1-16,0 0 3 0,0 0-3 0,0 0-2 16,0 0 1-16,0 0-1 0,0 0-3 0,0 0 1 15,0 0-1-15,0 0 2 0,0 0-2 0,0 0-4 16,0 0 3-16,0 0-2 0,0 0-1 0,0 0 1 0,0 0 0 16,0 0-1-16,0 0 0 0,0 0 0 15,0 0-5-15,0 0 4 0,0 0 1 0,0 0 1 0,0 0-3 16,0 0-1-16,0 0 3 0,0 0-4 0,0 0 4 15,0 0 1-15,0 0 2 0,0 0-7 0,0 0 4 16,0 0-1-16,0 0-4 0,0 0 8 16,0 0-4-16,0 0-3 0,0 0-1 0,0 0-4 0,-9 11 2 15,9-11-4-15,0 0-15 0,0 0 24 0,0 0-19 16,0 0-23-16,6 7 10 0</inkml:trace>
  <inkml:trace contextRef="#ctx0" brushRef="#br0" timeOffset="-95607.85">10576 7917 11 0,'0'0'17'16,"0"0"-2"-16,0 0-4 0,0 0 7 0,0 0-4 15,0 0-4-15,0 0 1 0,0 0 0 0,0 0 0 16,0 0 0-16,-18 10 4 0,18-10-7 0,0 0 0 16,0 0-2-16,0 0-4 0,0 0 2 0,0 0-1 15,0 0-2-15,0 0 0 0,0 0 0 0,0 0 0 16,0 0 0-16,0 0-2 0,0 0-1 0,0 0 2 15,0 0-3-15,0 0 6 0,0 0-5 0,0 0 2 16,0 0-1-16,0 0-1 0,0 0-2 0,0 0 4 16,0 0 0-16,0 0 4 0,0 0 1 0,0 0 2 15,0 0-4-15,0 0 4 0,0 0 0 0,0 0 0 16,0 0 2-16,0 0-1 0,0 0-2 0,0 0-4 16,0 0 2-16,0 0 4 0,0 0-7 0,0 0 0 15,0 0 2-15,0 0-3 0,0 0 5 0,0 0-1 16,0 0-2-16,0 0-1 0,0 0-4 0,0 0 6 15,0 0-4-15,0 0 2 0,0 0-2 0,0 0 2 16,0 0-1-16,0 0 2 0,0 0-2 0,0 0 0 16,0 0-1-16,0 0 2 0,0 0-2 0,0 0 1 15,0 0-2-15,0 0-2 0,0 0-1 0,0 0-2 16,0 0 1-16,0 0 0 0,0 0 1 0,0 0 5 16,0 0-3-16,0 0 1 0,0 0-4 0,0 0 2 15,0 0 3-15,0 0 0 0,0 0 0 0,0 0-1 16,0 0-1-16,0 0 2 0,0 0 1 0,0 0 0 15,0 0 0-15,0 0 15 0,0 0-15 0,0 0-3 16,0 0 4-16,0 0 2 0,0 0-1 0,0 0 0 16,0 0-1-16,0 0 6 0,0 0-8 0,0 0 2 15,0 0 2-15,0 0 2 0,0 0 0 0,0 0-2 16,0 0 3-16,0 0-2 0,0 0-2 0,0 0 2 16,0 0-1-16,0 0-4 0,0 0 5 0,0 0-4 15,0 0 3-15,0 0 3 0,0 0-4 0,0 0-1 16,0 0 0-16,0 0-2 0,0 0 3 0,0 0-2 15,0 0 5-15,0 0-4 0,0 0 0 0,0 0 0 0,0 0-3 16,0 0-1-16,0 0 1 0,0 0-1 16,0 0 0-16,0 0 3 0,0 0 2 0,0 0-3 15,0 0-1-15,0 0 3 0,0 0-3 0,0 0-2 16,0 0 7-16,0 0 0 0,0 0-3 0,0 0-3 16,0 0 3-16,0 0 7 0,0 0-7 0,0 0-2 0,0 0 2 15,0 0-1-15,0 0-3 0,0 0-3 0,0 0 2 16,0 0-3-16,0 0 0 0,0 0 4 0,0 0 1 15,0 0-3-15,0 0 2 0,0 0 2 16,0 0-4-16,0 0 3 0,0 0-3 0,0 0 0 16,0 0-5-16,0 0 0 0,0 0 3 0,0 0 0 0,0 0-4 15,0 0-1-15,2 9-13 0,-2-9-29 16,0 0 13-16</inkml:trace>
  <inkml:trace contextRef="#ctx0" brushRef="#br0" timeOffset="-94102.73">7721 8685 22 0,'0'0'31'0,"0"0"-13"0,0 0-7 0,0 0-2 0,0 0 2 15,0 0-9-15,0 0-12 0,0 0-6 0,10 15-17 16,-10-15 8-16</inkml:trace>
  <inkml:trace contextRef="#ctx0" brushRef="#br0" timeOffset="-93393.55">10933 8207 45 0,'0'0'43'16,"0"0"-10"-16,0 0-8 0,0 0 1 0,0 0-8 15,0 0-6-15,0 0 2 0,0 0-5 0,-7-4-3 0,7 4-5 16,0 0-2-16,0 0-5 0,0 0 3 0,0 0 0 15,0 0 0-15,0 0 0 0,0 0-2 0,0 0 2 16,0 0-1-16,0 0 1 0,0 0 3 0,0 0-2 16,0 0 2-16,0 0-1 0,0 0 5 0,-7 7 0 15,7-7-1-15,0 0-1 0,0 0-2 0,0 0-2 16,0 0 1-16,0 0 0 0,0 0 6 0,0 0-7 16,0 0 6-16,0 0-4 0,0 0-5 0,0 0 3 15,0 0 0-15,0 0 2 0,0 0 3 0,0 0-3 16,0 0-4-16,0 0-3 0,0 0 3 0,0 0-2 15,0 0 3-15,0 0-3 0,0 0 1 0,0 0 0 16,0 0-3-16,0 0-19 0,-4 8-28 0,4-8 13 16</inkml:trace>
  <inkml:trace contextRef="#ctx0" brushRef="#br0" timeOffset="-89445.95">10601 7922 1 0,'0'0'18'15,"0"0"-1"-15,0 0-2 0,0 0 0 0,0 0-3 16,0 0-3-16,0 0-6 0,0 0 5 0,0 0-5 16,0 0-2-16,0 0-5 0,0 0-5 0,0 0-7 15,0 0-15-15,0 0 7 0</inkml:trace>
  <inkml:trace contextRef="#ctx0" brushRef="#br0" timeOffset="-81420.61">14966 13363 5 0,'8'2'6'0,"2"0"1"0,1 0-2 16,0 1 0-16,4 0 0 0,-2-2-2 0,-2 2 0 15,8-3-1-15,-6 3 2 0,4 0 1 0,4 1-1 16,-2-2 2-16,-5 1 1 0,5 1-1 0,-5-3-6 16,2 1 2-16,0 0-1 0,1 0 1 0,1 1 1 15,-1 0-3-15,1 0 2 0,0 0-4 0,-5-2 5 16,4 1-4-16,-2-1 2 0,-3 0-3 0,1 2 7 15,1-2-6-15,0 0 0 0,4 0 5 0,-5-1-2 16,0 2 1-16,1 0-2 0,2-2-1 0,-2 0 0 16,0 0-3-16,-1 1 1 0,-1-2 4 0,-2 2-2 15,4-1 0-15,-4 0 4 0,2 0-2 0,-2 0-4 16,-1 0 2-16,2-1 2 0,-11 1 0 0,13 0-1 16,-13 0 1-16,13 0-2 0,-13 0 4 0,12 0-1 15,-12 0 1-15,10 1-3 0,-10-1 2 0,0 0 2 16,7-3 4-16,-7 3 6 0,0 0-1 0,0 0 3 15,0 0 2-15,10 0-5 0,-10 0 0 0,0 0 8 16,0 0-10-16,0 0 4 0,0 0-3 0,0 0 5 16,0 0-6-16,0 0-3 0,0 0 3 0,8 0-8 15,-8 0 0-15,0 0-1 0,0 0 1 0,0 0-3 16,0 0 2-16,0 0-1 0,0 0-2 0,0 0 2 16,11-2 5-16,-11 2-2 0,0 0-5 0,0 0 0 15,0 0 3-15,0 0 0 0,8 2 0 0,-8-2-4 16,0 0 0-16,0 0-1 0,0 0 4 0,8 0 2 15,-8 0-3-15,0 0 4 0,0 0 2 0,8 3-11 16,-8-3 4-16,0 0 0 0,5 3-3 0,-5-3-1 16,0 0 7-16,9 3-2 0,-9-3-4 0,0 0 6 15,5 4-6-15,-5-4 7 0,0 0-6 0,5 4 6 16,-5-4-5-16,0 0 0 0,4 4-2 0,-4-4 1 16,0 0 0-16,4 5 2 0,-4-5 4 0,0 0-6 15,0 0 1-15,6 3 0 0,-6-3-1 0,0 0 1 16,4 4 1-16,-4-4 5 0,0 0-7 0,0 0-1 15,0 0 3-15,5 5 2 0,-5-5-2 0,0 0 2 16,0 0 0-16,0 0-2 0,0 0 5 0,0 0-7 16,6 4 3-16,-6-4-5 0,0 0 2 0,0 0 1 15,0 0 3-15,0 0-2 0,7 3-5 0,-7-3 3 16,0 0 2-16,0 0-3 0,0 0 5 0,0 0-1 16,8 0 0-16,-8 0-2 0,0 0 1 0,0 0-3 15,0 0 3-15,0 0 0 0,0 0 1 0,0 0 1 16,0 0 3-16,0 0 3 0,0 0 1 0,0 0-8 15,0 0 7-15,0 0 1 0,0 0 4 0,0 0 1 16,0 0-1-16,0 0 2 0,0 0-1 0,0 0-5 16,0 0 10-16,0 0-4 0,0 0-4 0,0 0-3 15,11 0 4-15,-11 0-1 0,0 0-3 0,0 0 4 16,0 0-4-16,0 0 0 0,0 0 4 0,0 0-4 16,0 0 1-16,0 0-2 0,0 0 2 0,0 0-3 15,0 0 4-15,0 0 1 0,0 0 2 0,0 0-2 16,6-6-2-16,-6 6-2 0,0 0 1 0,0 0-4 15,0 0 4-15,0 0-4 0,0 0 1 0,0 0 1 16,0 0 0-16,0 0 3 0,0 0-6 0,0 0 7 16,0 0 1-16,0 0-6 0,0 0 2 0,0 0 0 0,0 0 0 15,0 0-2-15,0 0 1 0,8-3-2 16,-8 3-2-16,0 0 0 0,0 0 1 0,0 0 1 16,0 0 1-16,0 0-7 0,0 0 15 0,0 0-10 15,0 0 0-15,0 0-2 0,0 0-14 0,14 2-13 16,-14-2-6-16,0 0-23 0,0 0-70 0,0 0-134 15,0 0 60-15</inkml:trace>
  <inkml:trace contextRef="#ctx0" brushRef="#br0" timeOffset="-73104.79">10560 7973 14 0,'0'0'18'0,"-6"-5"-5"16,6 5 0-16,0 0-5 0,0 0-4 0,0 0-7 0,0 0-3 16,0 0-5-16,0 0 11 0,0 0-9 0,0 0 10 15,0 0-8-15,0 0 4 0,0 0-3 0,0 0-6 16,0 0 3-16</inkml:trace>
  <inkml:trace contextRef="#ctx0" brushRef="#br0" timeOffset="-70800.58">8338 8613 10 0,'0'0'21'0,"0"0"6"0,0 0-7 15,0 0-3-15,0 0-3 0,0 0 0 0,0 0-2 16,0 0 7-16,0 0 1 0,0 0 3 0,0 0 1 15,0 0 3-15,0 0 2 0,0 0 3 0,0 0-1 16,0 0 0-16,0 0-8 0,0 0 2 0,0 0 2 16,0 0-10-16,0 0 0 0,0 0-1 0,0 0-6 15,0 0 4-15,0 0 0 0,0 0-3 0,0 0-3 16,0 0 1-16,0 0-7 0,0 0-3 0,0 0 0 16,0 0-7-16,0 0-4 0,0 0-1 0,0 0-7 15,0 0 0-15,0 0-11 0,0 0-3 0,0 0-2 16,0 0-29-16,0 0-71 0,0 0 32 0</inkml:trace>
  <inkml:trace contextRef="#ctx0" brushRef="#br0" timeOffset="-69027.16">8345 8687 34 0,'0'0'35'0,"0"0"-3"0,0 0 1 15,0 0-5-15,0 10-5 0,0-10 0 0,0 0-3 16,0 0-9-16,0 0-1 0,0 0 9 0,0 0-2 15,0 0-7-15,0 0-2 0,0 0 1 0,0 0-2 16,0 0 2-16,0 0-5 0,0 0-6 0,0 0-7 16,0 0 0-16,0 0-5 0,0 0-3 0,0 0 0 0,0 0 4 15,0 0 1-15,0 0-2 0,0 0 0 16,0 0-1-16,0 0-18 0,-4 7 28 0,4-7-22 16,0 0 22-16,0 0-16 0,0 0-23 0,0 0 75 0,0 0-47 15,0 0-16-15,-1 7 53 0,1-7-33 16,0 0-11-16,0 0 38 0,0 0-17 0,0 0 4 15,0 0 0-15,0 0-3 0,0 0 7 0,0 0-2 16,0 0-3-16,0 0 2 0,0 0 1 0,0 0 2 0,0 0-4 16,0 0-4-16,0 0 9 0,0 0-8 15,0 0 1-15,0 0 2 0,0 0 1 0,0 0 0 16,0 0-4-16,0 0-1 0,0 0 2 0,0 0 0 16,0 0 0-16,0 0 0 0,0 0 0 0,0 0 1 15,0 0-2-15,0 0-2 0,0 0 3 0,0 0 3 0,0 0-3 16,0 0-3-16,0 0 5 0,0 0-2 0,0 0-4 15,0 0 1-15,6 5-2 0,-6-5-7 0,0 0-12 16,0 0 6-16</inkml:trace>
  <inkml:trace contextRef="#ctx0" brushRef="#br0" timeOffset="-65836.38">15027 12530 18 0,'0'0'17'0,"0"0"-9"0,0 0-16 0,0 0-8 16,0 0 4-16</inkml:trace>
  <inkml:trace contextRef="#ctx0" brushRef="#br0" timeOffset="-63851.59">12650 11318 5 0,'0'0'23'16,"0"0"1"-16,0 0 5 0,0 0-4 0,0 0 1 15,0 0 2-15,0 0 5 0,0 0-5 0,0 0 0 16,0 0-8-16,0 0 10 0,0 0-9 0,0 0-1 15,0 0 0-15,0 0 0 0,0 0-3 16,0 0-3-16,0 0-1 0,0 0-2 0,0 0 7 0,0 0-4 16,0 0-3-16,0 0-1 0,0 0-6 0,0 0 5 15,0 0-7-15,0 0 1 0,0 0-2 0,0 0 4 16,0 0 3-16,0 0-2 0,0 0 0 0,0 0-1 16,0 0 11-16,0 0-1 0,0 0-2 0,0 0-3 15,0 0-2-15,0 0 1 0,0 0-1 0,0 0 0 16,0 0 1-16,0 0-4 0,0 0 1 0,0 0-3 15,0 0 6-15,0 0-10 0,0 0 3 0,0 0-3 16,0 0 6-16,0 0-5 0,0 0 3 0,0 0-6 16,0 0 1-16,0 0-10 0,0 0-2 0,0 0-11 15,0 0-3-15,0 0-6 0,0 0-11 0,-14-3-39 16,14 3-90-16,0 0 39 0</inkml:trace>
  <inkml:trace contextRef="#ctx0" brushRef="#br0" timeOffset="-59197.73">15211 13382 13 0,'11'4'5'0,"-3"0"4"0,0 1 0 16,1-2 0-16,-1 2-4 0,2-1 7 0,0 0-6 16,-1 0 3-16,1-1-2 0,1 1-4 0,-2 0 2 0,2 0-2 15,-2-1 3-15,-3 1-1 0,3-1-4 0,3 0 2 16,-5 1 0-16,1-2-7 0,2 0 4 0,-3 2 0 15,2-2-5-15,0 0 3 0,0 1 1 16,-2 1 2-16,2-2-2 0,-1 1 4 0,-1-2-1 16,0 2-1-16,2-3-1 0,1 2 0 0,-2 1-1 0,-2-2 2 15,1 1-4-15,-7-2 3 0,12 4 1 16,-7-2-2-16,-5-2 7 0,11 2-4 0,-6 0 0 16,-5-2-1-16,12 1-1 0,-5 0 0 0,-7-1 1 15,10 3 0-15,-6-1-3 0,-4-2 5 0,10 4-3 16,-5-1 1-16,-5-3-4 0,9 2 5 0,-9-2-5 0,8 2 4 15,-3 1 0-15,-5-3-3 0,8 3 2 0,-8-3-1 16,9 2 1-16,-9-2 1 0,6 2 2 16,-6-2 5-16,10 3-3 0,-10-3-4 0,6 2 2 15,-6-2 3-15,0 0-4 0,10 2-2 0,-10-2 0 16,5 2 6-16,-5-2-7 0,0 0 6 0,9 1 2 0,-9-1 0 16,0 0 1-16,7 3-1 0,-7-3 2 0,0 0-6 15,0 0 5-15,0 0 1 0,0 0-9 16,9 0 4-16,-9 0-5 0,0 0 7 0,0 0-2 15,0 0 0-15,0 0-2 0,8 1 7 0,-8-1-11 16,0 0 7-16,0 0-6 0,0 0-1 0,10 0 5 0,-10 0-2 16,0 0 0-16,0 0 2 0,0 0 1 0,8 2-5 15,-8-2 1-15,0 0-3 0,8 0 6 16,-8 0-3-16,0 0-2 0,7 2 7 0,-7-2-6 16,9 1 2-16,-9-1 2 0,0 0-1 0,10 0-3 15,-10 0 1-15,8 0 2 0,-8 0 1 0,0 0-4 0,11 1-1 16,-11-1 3-16,0 0-2 0,10 0 1 0,-10 0-3 15,6 3 3-15,-6-3-2 0,0 0 1 0,8 0 2 16,-8 0-2-16,0 0-1 0,0 0 1 16,8 1 1-16,-8-1 2 0,0 0-6 0,0 0 0 15,9 0 8-15,-9 0-2 0,0 0-1 0,0 0-2 0,0 0 0 16,0 0 2-16,0 0-1 0,12-1 0 0,-12 1-8 16,0 0-9-16,0 0-3 0,9-3-15 0,-9 3-37 15,0 0 17-15</inkml:trace>
  <inkml:trace contextRef="#ctx0" brushRef="#br0" timeOffset="-58487.07">15887 13263 18 0,'0'0'32'0,"0"0"-7"0,-4-8 0 16,4 8-2-16,0 0-5 0,-2-6 1 0,2 6-4 0,0 0-2 15,-4-6 8-15,4 6-8 0,0 0 1 0,0 0-3 16,-5-7-4-16,5 7 4 0,0 0 6 15,0 0-2-15,-5-6-1 0,5 6 3 0,0 0 6 16,0 0-1-16,0 0-1 0,0 0-2 0,0 0-5 16,0 0 1-16,0 0 0 0,0 0-3 0,0 0-4 0,0 0 1 15,0 0-2-15,0 0-3 0,0 0 5 0,0 0-6 16,0 0 0-16,0 0 1 0,0 0 2 16,0 0-5-16,0 0-1 0,0 0 1 0,0 0 6 15,0 0-3-15,24 11 6 0,-20-7 0 0,-1 1-3 16,1-1-1-16,-2 4 2 0,3-1 1 0,-4 3-3 0,3 2 4 15,-3 4 4-15,-2 1 4 0,2 7 1 16,1 0-10-16,-5 2 1 0,1-2 0 0,0 4 1 16,1-1-4-16,0 1-2 0,-4-2-24 0,4 3-19 15,-1 1-13-15,1 1-49 0,0 1-107 0,-1-3 47 16</inkml:trace>
  <inkml:trace contextRef="#ctx0" brushRef="#br0" timeOffset="-56499">22588 5821 4 0,'0'0'35'15,"0"0"0"-15,0 0 4 0,0 0-7 0,0 0 6 16,0 0-2-16,0 0 2 0,0 0-5 0,0 0-3 16,0 0 2-16,0 0-2 0,0 0-4 0,0 0-4 15,-5-5 3-15,5 5-7 0,0 0 1 0,0 0-7 16,0 0-2-16,0 0-1 0,0 0 1 0,0 0 0 16,0 0-4-16,0 0 0 0,0 0 2 0,0 0 8 15,0 0-6-15,0 26-2 0,-1-18 6 0,-3 2 1 0,1 1 1 16,1 3 12-16,-2 1 2 0,-1 0-10 15,-3 2 7-15,3 1-9 0,1-1 2 0,-2 0-3 16,2 0 4-16,-1 1-6 0,0 0 0 0,3-1 3 16,-1-1-6-16,1-4-3 0,1-1 2 0,0 1-3 15,-1 1-4-15,1-3 5 0,0-3-6 0,1 0 2 16,0-7 1-16,-3 12-7 0,3-12 6 0,0 10-1 16,0-10 2-16,-1 6-7 0,1-6 13 0,0 0-1 15,-1 8-3-15,1-8 1 0,0 0 2 0,0 0-8 16,0 0 5-16,0 0-1 0,0 0-3 0,0 0-1 0,0 0-15 15,0 0 0-15,0 0 4 0,0 0-2 0,-9-18-11 16,9 18-3-16,1-11-10 0,-1 11-4 0,0-14-8 16,1 8-16-16,-1 6-65 0,0-11-137 15,3 6 60-15</inkml:trace>
  <inkml:trace contextRef="#ctx0" brushRef="#br0" timeOffset="-44039.07">10539 13062 2 0,'0'0'4'0,"0"0"-2"0,2-7 3 15,-2 7-2-15,0 0 3 0,0 0-1 0,0 0-4 16,0 0 8-16,0 0-1 0,0 0-2 0,0 0 4 15,0 0 2-15,0 0-4 0,0 0 3 0,0 0 3 16,0 0 1-16,0 0 1 0,0 0 2 0,0 0-4 16,0 0 5-16,0 0 0 0,0 0 2 0,0 0-4 15,0 0-1-15,0 0-10 0,0 0 10 0,0 0-5 16,0 0-5-16,0 0 6 0,0 0-8 0,0 0-3 16,0 0 2-16,0 0 0 0,0 0-6 0,0 0 6 15,0 0-5-15,0 0 0 0,0 0-1 0,0 0 5 16,0 0-2-16,0 0 0 0,0 0 0 0,0 0 0 15,0 0 0-15,0 0-5 0,0 0 6 0,0 0 1 16,0 0-2-16,0 0 3 0,0 0-4 0,-8-6 2 16,8 6 3-16,0 0-4 0,0 0-2 0,0 0 3 15,0 0-5-15,0 0 6 0,-4-6 2 0,4 6-2 16,0 0-2-16,0 0 0 0,0 0 3 0,0 0 0 16,0 0 0-16,0 0-1 0,0 0-7 0,0 0 11 15,-4-6-4-15,4 6 2 0,0 0-2 0,0 0-1 16,0 0 1-16,0 0 1 0,0 0 0 0,0 0 1 15,0 0-5-15,0 0 2 0,0 0 2 0,0 0-2 0,0 0 0 16,0 0 2-16,0 0 1 0,0 0-2 16,0 0-1-16,0 0-2 0,0 0 3 0,-5-5-5 15,5 5 6-15,0 0-4 0,0 0 4 0,0 0-2 16,0 0-1-16,-10-2 0 0,10 2-1 0,0 0 1 16,0 0 1-16,0 0-2 0,-14 4 1 0,14-4 2 0,-8 3-8 15,8-3 7-15,-10 6-4 0,5-6 9 16,5 0-6-16,-11 3 0 0,6 0-1 0,5-3 4 15,-11 2-6-15,6 1 2 0,5-3-2 0,-9 3 2 16,1-1 2-16,8-2-3 0,-10 4-1 0,4 0-1 0,6-4-1 16,-9 4-1-16,2-2 5 0,7-2-4 0,-9 4 8 15,4-2-5-15,5-2 1 0,-9 3 0 0,9-3-7 16,-10 4 6-16,10-4 6 0,-9 3-6 16,9-3 0-16,-10 3-3 0,10-3 6 0,-10 3-8 0,6 0 1 15,4-3 5-15,-9 2-2 0,4-1-5 0,5-1 1 16,-9 4 3-16,9-4 1 0,-12 4-8 0,6-2 13 15,6-2-7-15,-9 0 0 0,9 0 6 0,-11 0-5 16,11 0 0-16,-12 3 1 0,4-2-1 0,2 2 6 16,6-3-4-16,-12 0-3 0,6 2 2 0,6-2-4 15,-13 3 2-15,13-3 1 0,-10 3-1 0,2-2 5 16,2 2-4-16,6-3 6 0,-14 3-4 0,6-2 6 16,0 2-5-16,8-3 0 0,-13 3 2 0,5 0 0 15,1-2-3-15,0 0 3 0,-2 1-2 0,9-2 1 16,-10 4-2-16,2-1-2 0,-1 0 2 0,-1-2 4 15,2 2-2-15,0-2-4 0,1 1 7 0,7-2-3 16,-12 4-4-16,6-3 3 0,6-1-4 0,-14 3 6 16,14-3-5-16,-12 1 3 0,7 1 2 0,5-2-4 15,-13 0 6-15,13 0-2 0,-10 3-4 0,10-3 5 16,-11 0 6-16,11 0-5 0,-12 0 2 0,6 1-1 16,6-1 2-16,-11 0-3 0,11 0-1 0,-11-1 3 15,11 1 0-15,-10 0-4 0,10 0 2 0,-11 1 1 16,11-1 3-16,-12 1-4 0,5 0-2 0,7-1 1 15,-12 1-5-15,3-1 6 0,1 1-6 0,8-1 2 16,-14 3-4-16,6-3 5 0,8 0 4 0,-15 1-2 16,8 1-1-16,-1-1-3 0,-1 0 6 0,9-1 2 15,-16 1-7-15,5 1 1 0,3-2-4 0,0 0 2 16,0 3-2-16,-3-2 6 0,1 1-1 0,-1-1 0 16,0 1-1-16,2-1 4 0,-2 0-3 0,2 2-2 15,0 0 0-15,0-3 2 0,-2 0-1 0,-1 3 2 16,2-3-2-16,2 2 1 0,-2-2 0 0,2 1 0 15,8-1 4-15,-16 1-9 0,9 0 3 0,0 1 7 16,7-2-3-16,-16 2 0 0,9-1-3 0,0 1 3 16,7-2-9-16,-15 2 3 0,6 0-8 0,1-2 4 15,1 3-1-15,7-3 2 0,-14 2-6 0,7 0 1 0,7-2 3 16,-14 3-3-16,8-2-2 0,-2 1 2 16,8-2 4-16,-18 4-1 0,12-4-1 0,6 0-2 15,-14 2 2-15,6-2 7 0,8 0-8 0,-13 0 2 16,6 1 4-16,-2-1-1 0,9 0-3 0,-14 3 3 0,7-3-12 15,7 0-19-15,-15 4 9 0</inkml:trace>
  <inkml:trace contextRef="#ctx0" brushRef="#br0" timeOffset="-40115.13">6850 12362 6 0,'0'0'30'0,"0"0"-12"0,0 0-21 0,0 0-6 15,19-2-9-15,-19 2 4 0</inkml:trace>
  <inkml:trace contextRef="#ctx0" brushRef="#br0" timeOffset="-36365.77">15016 9072 22 0,'0'0'51'0,"0"0"-5"0,0 0-5 0,0 0-4 15,0 0-7-15,0 0-4 0,0 0 1 0,0 0-1 16,0 0-6-16,0 0 3 0,0 0-6 0,0 0-4 16,0 0-1-16,0 0 2 0,0 0-3 0,0 0-1 15,0 0-1-15,0 0 1 0,0 0-1 0,0 0-8 16,0 0 7-16,0 0 0 0,0 0-5 0,0 0 0 16,0 0 0-16,0 0 1 0,0 0-1 0,0 0-1 15,0 0 0-15,0 0-1 0,0 0 5 0,0 0 4 16,0 0-4-16,0 0-2 0,0 0-3 0,0 0 2 15,0 0-2-15,0 0 0 0,0 0-3 0,0 0 0 16,0 0 5-16,0 0-1 0,0 0-4 0,0 0-3 16,0 0-12-16,0 0-3 0,0 0-5 0,0 0-1 0,0 0-46 15,0 0-78-15,0 0 35 0</inkml:trace>
  <inkml:trace contextRef="#ctx0" brushRef="#br0" timeOffset="-34130.82">8575 13194 63 0,'0'0'96'0,"0"0"-5"0,0 0-15 15,0 0-1-15,0 0-9 0,0 0-5 16,0 0-6-16,0 0-7 0,0 0-7 0,0 0-7 15,0 0 7-15,0 0-9 0,0 0-2 0,0 0-8 0,0 0 1 16,0 0-7-16,0 0-5 0,0 0 8 0,0 0-7 16,0 0 2-16,0 0-1 0,0 0-8 0,0 0 4 15,0 0 3-15,0 0 4 0,0 0-11 16,0 0-7-16,0 0 5 0,0 0-5 0,0 0-4 0,0 0 1 16,0 0-5-16,0 0 1 0,0 0 8 0,0 0-10 15,0 0 8-15,0 0-4 0,0 0 6 0,0 0-1 16,0 0-3-16,0 0-2 0,0 0 6 0,0 0-3 15,0 0-1-15,0 0-2 0,0 0 18 0,0 0-14 16,0 0-3-16,0 0 4 0,0 0-1 0,0 0 6 16,0 0-3-16,0 0-6 0,0 0 3 0,0 0 2 15,0 0 2-15,0 0-5 0,0 0 4 0,0 0-2 16,0 0 0-16,0 0-8 0,0 0 0 0,0 0-3 16,0 0 9-16,0 0-9 0,0 0 6 0,0 0 2 15,0 0 4-15,0 0-1 0,0 0 2 0,0 0-11 16,0 0 9-16,0 0 1 0,0 0-2 0,0 0-5 15,0 0-1-15,0 0-5 0,0 0-3 0,0 0-3 16,0 0-11-16,-4 13-5 0,4-13-5 0,0 0-20 16,0 0-34-16,-8 4-102 0,8-4 46 0</inkml:trace>
  <inkml:trace contextRef="#ctx0" brushRef="#br0" timeOffset="-26800.47">21245 13921 8 0,'-13'1'11'15,"0"0"0"-15,-6 1 0 0,2 0 0 0,0 1 5 16,0-2-8-16,-1 2-1 0,-1-1-1 0,0 1 2 15,-3-2 0-15,-6-1-1 0,6 3-1 0,-6-2 1 16,-2 2-3-16,2-3 5 0,-1 1-1 0,-2-2 1 16,1 1-3-16,-4 0-1 0,0 0 4 0,-2 0-4 15,3-1 3-15,-1-1-2 0,-2 2 0 0,4-1-4 16,0 1 1-16,-1-2 7 0,-2 1-5 0,3 0 6 16,1 1 0-16,1-2-3 0,2 2-3 0,5 2 3 15,-7-2 1-15,2 0 0 0,-1 0-10 0,8 0 6 16,-2 0 4-16,-5 0 3 0,0 1-5 0,0 2-2 15,1-3-3-15,0 1 4 0,5 1-3 0,2-2-5 16,-2 2 7-16,-6-1-3 0,8 0-1 0,-1 1 1 16,0-2-1-16,1 0 4 0,-1 2-5 0,2-1 3 15,1-1 2-15,-1 0-5 0,1 2 5 0,0-2-10 16,1 0 3-16,-1 2 7 0,0-2-10 0,4 1 7 16,3 1-2-16,-5-2 2 0,4 1 2 0,-6-1-6 15,5 0 1-15,-1 0 6 0,-2 3-6 0,3-3 6 0,1 1-5 16,-1-1 1-16,3 0-2 0,-2-1 1 15,1 2-2-15,11-1 5 0,-15-1-3 0,7 1 5 16,8 0-8-16,-15 0 0 0,15 0 2 0,-13 0 2 16,13 0-1-16,-12 1-3 0,12-1 5 0,-11 0-3 15,11 0 3-15,-10 1-8 0,2 0 9 0,8-1 1 16,0 0-3-16,-15 2-5 0,8-2 0 0,7 0 4 16,-12 1 3-16,12-1-2 0,-9 0-9 0,9 0 10 15,0 0-10-15,-11 1 3 0,11-1-10 0,0 0 0 16,-9 2-7-16,9-2-27 0,0 0-52 0,0 0 24 0</inkml:trace>
  <inkml:trace contextRef="#ctx0" brushRef="#br0" timeOffset="-26401.22">21408 13875 39 0,'-20'2'37'15,"-8"0"-6"-15,0 4-3 0,-1-2-1 0,-1 2-8 16,-1 0-11-16,-1 4 1 0,-2-3-7 16,-5-1 0-16,2 1-2 0,-1 1 0 0,-17 1 1 15,0 2-2-15,4-1-7 0,-4 0 2 0,1 0 2 16,2 0 2-16,1 0 0 0,0-1 0 0,-2 1-2 0,3-1-6 15,-2 1 1-15,14-6-3 0,-13 4-13 0,-2-1-25 16,16 0 12-16</inkml:trace>
  <inkml:trace contextRef="#ctx0" brushRef="#br0" timeOffset="213123.06">10709 13654 22 0,'0'0'25'0,"0"0"0"16,0 0-2-16,0 0-6 0,0 0 3 0,0 0-4 15,0 0 1-15,0 0-8 0,0 0 6 0,-5 6-5 16,5-6-2-16,0 0 1 0,0 0 1 0,-5 6-6 15,5-6 8-15,0 0 3 0,0 0-4 0,0 0-1 16,0 0 3-16,0 0-2 0,0 0 5 0,-4 6 1 16,4-6-2-16,0 0-3 0,0 0 1 0,0 0 2 15,0 0 3-15,0 0-7 0,0 0-3 0,0 0 7 16,0 0-8-16,0 0 1 0,0 0-5 0,0 0 2 16,0 0 1-16,-5 4-1 0,5-4 0 0,0 0-2 15,0 0 0-15,0 0 2 0,0 0 0 0,0 0-4 16,0 0 7-16,0 0-10 0,0 0 2 0,0 0-3 15,0 0 3-15,0 0-4 0,-9 1-4 0,9-1-6 16,0 0 0-16,0 0-1 0,0 0-11 0,0 0-6 16,-8 2-33-16,8-2-71 0,0 0 32 0</inkml:trace>
  <inkml:trace contextRef="#ctx0" brushRef="#br0" timeOffset="214229.33">10638 13559 23 0,'0'0'22'15,"0"0"-17"-15,0 0-5 0,0 0-4 0,0 0-4 16,0 0-9-16,-17 7 5 0</inkml:trace>
  <inkml:trace contextRef="#ctx0" brushRef="#br0" timeOffset="-214388.28">5685 13444 42 0,'0'0'42'16,"0"0"-5"-16,0 0-2 0,0 0-2 0,0 0-3 15,0 0-4-15,0 0-2 0,0 0-3 0,0 0 0 16,0 0-3-16,0 0 4 0,0 0 0 0,0 0-13 15,0 0-10-15,0 0-5 0,0 0-10 0,0 0-11 16,0 0-29-16,0 0-59 0,0 0 26 0</inkml:trace>
  <inkml:trace contextRef="#ctx0" brushRef="#br0" timeOffset="-208550.88">21398 16811 73 0,'-11'-2'118'0,"11"2"-17"0,-7-2-13 16,7 2-10-16,0 0-27 0,0 0-14 0,-13 4-19 15,13-4-19-15,-3 4-8 0,3-4-25 0,-7 9-53 16,2-2-94-16,-1 0 42 0</inkml:trace>
  <inkml:trace contextRef="#ctx0" brushRef="#br0" timeOffset="-208073.77">22585 17038 110 0,'29'0'120'0,"0"1"-5"0,-10-2-16 15,3 1-9-15,-2 1-8 0,2 1-6 0,-5-2-18 16,2 4-13-16,1-2-35 0,-1 2-23 0,1-2-20 16,-6 0-34-16,-2 1-49 0,1 1-124 0,-1 0 55 15</inkml:trace>
  <inkml:trace contextRef="#ctx0" brushRef="#br0" timeOffset="-207122.08">23630 17077 24 0,'-18'0'53'0,"4"0"10"0,1 0-6 16,-8 0-9-16,5 0-2 0,0 0 0 0,1-1-6 0,1 1 11 16,1 0-5-16,-1 1 5 0,0-2-13 0,14 1-6 15,-24-2 8-15,13 4 3 0,0-2 22 0,11 0-3 16,-14-3-4-16,14 3 1 0,-10-2-7 0,10 2-4 15,0 0-6-15,0 0-7 0,0 0 4 16,0 0-9-16,0 0 8 0,0 0 5 0,0 0 3 0,0 0 2 16,0 0-7-16,34-2 2 0,-17 0-1 0,5 2-2 15,1 0 1-15,2-2-9 0,8 3 0 0,-3-4-2 16,4 5 1-16,-1-6-7 0,2 4-1 16,-2 0-6-16,6 0 3 0,-1-3-8 0,2 2 0 15,8-1 0-15,-11-1 2 0,3 0-1 0,12-1-4 0,-11 2 4 16,13 0 0-16,-20-1 2 0,21 1 4 0,-18 1-4 15,13-4 2-15,-13 4 0 0,16-3 5 16,-17 4 1-16,3-4-7 0,-2 4 7 0,3-2 1 16,12-1-1-16,-14 4 0 0,2-1-2 0,12-1-1 0,-14 2-1 15,1-2-1-15,12 4 9 0,-1-3-8 16,-13 0 3-16,0 3-1 0,0-3-7 0,4 0 5 0,-4 2 3 16,3 0-5-16,-4-1 1 0,3-1-1 0,0 0-1 15,-1 2-2-15,0-2-1 0,-1-2 1 0,3 2-1 16,-2 0-5-16,0 3 4 0,1-4-2 0,-1-1-4 15,0 2 2-15,2 2-5 0,-1-4 2 0,-1 2 5 16,-2-3-2-16,1 1 5 0,0 2 0 0,1-3 4 16,-2 3 2-16,-3-3 5 0,1-1-2 0,-3 0-1 15,3 3 2-15,-2-4-3 0,1 1-1 0,1 1 2 16,-3 0-4-16,-3 1-1 0,-6 0-4 16,10 0 4-16,-5 3-4 0,-7-4-1 0,2 3 0 0,-2 2-5 15,-1-2 2-15,0 1 0 0,-5 1-5 0,-1-1-8 16,-4 2-3-16,3-3-15 0,-1 1-5 0,-11-1-7 15,11 1-3-15,-11-1-8 0,0 0-11 0,0 0-5 16,0 0-26-16,7 7-35 0,-7-7-14 0,0 0-43 16,-23 11-155-16,-4-5-364 0,-2-1 162 15</inkml:trace>
  <inkml:trace contextRef="#ctx0" brushRef="#br0" timeOffset="-205589.51">18920 16840 5 0,'0'0'84'16,"-9"7"-15"-16,8 0-1 0,1-7-10 0,-5 8-10 16,5-2 3-16,0-6-4 0,0 0-9 0,4 16 6 15,-3-11-2-15,-1-5 2 0,4 10-4 0,-2-6 3 16,2 1 2-16,2 0-1 0,-2 0-12 0,1-1 7 16,1 2-2-16,1 1-5 0,3 1 0 0,-1-3 0 15,2 1 1-15,0 2 3 0,-1-3-15 0,2 1 2 16,0 1-4-16,0-1 1 0,2-2 13 0,1 4-1 15,2-1-13-15,-2-1-2 0,-3-1-4 0,6 1 9 16,0 1-8-16,-2 0 6 0,3-4-9 0,2 1 12 16,-1 0 2-16,1 0-1 0,-1 0 4 0,2 1-5 15,6-2 1-15,-6 0 8 0,7 1-9 0,-1-1-3 0,2-2-3 16,-10 2 10-16,10-1-5 0,-1-4 2 0,2 4 1 16,-2-1 17-16,2-1 0 0,-1 1-2 15,1 2-4-15,-2-1 4 0,5 0-11 0,0-2 1 16,1 0 1-16,-1 0-2 0,2 2 4 0,-2-2-10 15,1 0 7-15,0 0 1 0,-2 0 0 0,1 3-5 0,1-5 2 16,2 2-3-16,-4 0-5 0,1 0 0 0,1-1-3 16,0 1-1-16,-2 0-2 0,1-2 0 15,1 3 5-15,3-3-8 0,-3 2 0 0,-3 1 2 16,2-2-7-16,2 2-4 0,-3-2 1 0,-1 2 10 16,3-1-3-16,-1-2-1 0,-2 2 2 0,1 0-1 0,-1-3 4 15,1 3-5-15,-1 0 1 0,0 1 6 0,-1-2-7 16,-2 2-3-16,-2-1 1 0,4 3 1 15,-3-1-4-15,0-2 6 0,3 0-6 0,-2 1 4 16,1 3-3-16,-1-2 6 0,-1-1 1 0,2 3 2 16,-1-3 0-16,-1 3-2 0,-5-4 3 0,6 2-2 15,-2 1-7-15,0-1 5 0,3 0 0 0,-2 1-4 0,1-1 4 16,-1-1-5-16,0-2 0 0,0 3 1 0,2-3 1 16,-9 4 5-16,8-2-3 0,-2 1 1 15,1-2 0-15,0 0-2 0,0 0 2 0,-7-2-5 16,8 1 1-16,-10 1-2 0,3-2 8 0,0 1-2 15,8 1-2-15,-2 1 4 0,-9-2-1 0,9 1-1 0,-1-1 3 16,-4 0 1-16,6-2 2 0,0 2-2 0,-10-1-1 16,9 1-3-16,0-2 5 0,-1 1-7 15,-5 2 1-15,6 0-1 0,-9-2 2 0,10 2 0 16,-7 0 0-16,0-2-1 0,-4 0-3 0,3 0 0 16,1 2 5-16,-1 2 5 0,0-2-2 0,0 0 1 0,-2 1-4 15,1 0-2-15,-2 1-1 0,3-2 0 0,-4 0 3 16,0 1-1-16,1-1-4 0,-5-1 3 0,1 1-1 15,-1-2-2-15,1 2-1 0,-3 0 9 16,0 2 1-16,1-1-2 0,-2-1 6 0,2 0 11 16,-2-1-2-16,0 1 1 0,-1-2-5 0,-9 2-1 15,17-1 3-15,-8 0-7 0,2 1 6 0,0-2-4 0,-1 2-3 16,0-2-8-16,-2 1 1 0,3 0 3 16,-11 1 0-16,13-2-11 0,-7 0 4 0,5 4-2 15,-11-2 4-15,12-3 1 0,-5 3-5 0,-7 0 0 16,14-1 2-16,-14 1-10 0,11-1 6 0,-4 2-8 15,-7-1 1-15,13-1 1 0,-7 0-10 0,-6 1-5 0,0 0-10 16,17 0-6-16,-14 2-2 0,-3-2-8 16,0 0-5-16,12-1-9 0,-12 1-17 0,0 0-23 15,0 0-15-15,0 0-32 0,0 0-26 0,0 0-37 16,17 1-30-16,-17-1-146 0,0 0-414 0,0 0 183 16</inkml:trace>
  <inkml:trace contextRef="#ctx0" brushRef="#br0" timeOffset="-188370.46">10586 14076 2 0,'0'0'17'0,"0"0"-2"0,0 0-4 0,0 0 2 16,0 0-4-16,0 0-3 0,0 0-8 16,0 0-2-16,0 0-8 0,0 0-12 0,0 0 6 15</inkml:trace>
  <inkml:trace contextRef="#ctx0" brushRef="#br0" timeOffset="-187272.22">4736 9867 45 0,'-10'2'62'0,"10"-2"-2"16,-12 4 0-16,12-4-14 0,-10 1 7 15,10-1-3-15,-10 1-1 0,10-1 1 0,-9 3 7 0,9-3-9 16,-9 2 5-16,9-2-11 0,-9 1-4 0,9-1 4 15,-7 2 5-15,7-2-8 0,0 0 4 0,-9 2 2 16,9-2-2-16,0 0-3 0,-6 3 1 16,6-3 3-16,0 0-1 0,0 0-4 0,0 0 4 0,0 0-7 15,0 0-11-15,0 0 2 0,0 0-14 0,0 0 4 16,0 0-6-16,0 0 2 0,0 0 6 0,0 0-1 16,29-8-9-16,-16 5 2 0,0-3-2 0,5 0 0 15,1-1-6-15,-1 1 3 0,2 0-20 0,-1 0 7 16,0 2-35-16,-2-1 1 0,-1 1-28 0,3-1-6 15,-9 3-11-15,1 1-20 0,-1-1-62 0,-4 2-182 16,-6 0 80-16</inkml:trace>
  <inkml:trace contextRef="#ctx0" brushRef="#br0" timeOffset="-186762.56">4832 9831 81 0,'0'0'79'0,"0"0"0"15,0 0-6-15,-6 8-5 0,6-8 0 0,0 12-6 16,0-12 9-16,3 18-2 0,-2-5-4 0,2 6 0 16,-1 1-7-16,1 6-1 0,0-1-1 0,1 0-8 15,-2-5-5-15,3 5 0 0,-2-5-8 0,0 4 0 16,0-3-3-16,2-3 3 0,-4 1-9 0,5 5-2 15,-3-5-3-15,0 1 4 0,1-1-7 0,-2 0 0 16,1-3 1-16,-1 1-5 0,1 0 2 0,-2-2-9 16,-1-3-1-16,0-2 4 0,2 3 0 0,-2-3-1 15,-2 0-2-15,2-3 5 0,-1 0-4 0,1-7 5 0,-3 13-12 16,1-8 3-16,-2 1-4 0,4-6 4 0,-10 7-1 16,7-3-8-16,-3-1 8 0,6-3-6 15,-12 2-3-15,5-1 4 0,7-1 0 0,-13-2 3 16,13 2-3-16,-14-5 7 0,9 2-4 0,-2 1 1 0,1-2-3 15,6 4 1-15,-14-5 2 0,9 0 2 0,5 5 6 16,-10-5-2-16,10 5-1 0,-8-4 1 0,8 4 3 16,-9-3 2-16,9 3 4 0,0 0-11 15,-8-4 8-15,8 4-5 0,0 0 1 0,-5-3-1 0,5 3-2 16,0 0-5-16,0 0-6 0,0 0 4 0,0 0 9 16,0 0 0-16,0 0 0 0,0 0 2 15,22-8-4-15,-14 6-3 0,-1 1-5 0,6-3 5 0,-1 0-3 16,-1 2-1-16,7-3-16 0,-5 2-18 0,6-4-11 15,2 0-15-15,-1 1-16 0,7-2-22 0,-7 0-14 16,6 1-94-16,-7-1-223 0,0 0 99 0</inkml:trace>
  <inkml:trace contextRef="#ctx0" brushRef="#br0" timeOffset="-186559.22">5233 10122 61 0,'0'0'155'0,"0"0"-4"0,0 0-9 16,0 0-18-16,2-11-13 0,-2 11-11 0,7-3-8 15,-1 1-17-15,3-1 2 0,-1 1-15 0,1 0-10 16,2-3-19-16,1 2-13 0,-1-1-21 0,2 0-22 16,-3 2-17-16,1-1-15 0,-1 0-14 0,-3 3-25 15,-7 0-69-15,12 0-175 0,-12 0 78 0</inkml:trace>
  <inkml:trace contextRef="#ctx0" brushRef="#br0" timeOffset="-186385.91">5248 10271 23 0,'0'0'131'0,"0"0"6"15,0 0-9-15,0 0-12 0,12 3-5 0,-12-3-10 16,13-3-4-16,-2 3-9 0,2-3-10 0,5-1-13 15,0-1-28-15,-1 1-29 0,3-1-25 0,0 0-33 16,2 0-35-16,-4 2-77 0,1-1-175 0,-2 0 78 16</inkml:trace>
  <inkml:trace contextRef="#ctx0" brushRef="#br0" timeOffset="-184592.25">7604 10231 25 0,'0'0'58'16,"0"0"-2"-16,0 0-6 0,0 0-4 0,0 0-8 15,0 0-4-15,0 0 3 0,0 0-9 0,0 0-7 16,0 0 2-16,0 0-3 0,0 0-6 0,0 0 6 16,0 0-9-16,0 0-5 0,0 0-9 0,0 0 5 15,0 0-7-15,0 0-1 0,9 0-12 0,-9 0-14 16,0 0-40-16,2 5-76 0,-2-5 35 0</inkml:trace>
  <inkml:trace contextRef="#ctx0" brushRef="#br0" timeOffset="-173573.25">10611 7905 16 0,'0'0'13'0,"0"0"3"0,0 0-4 16,0 0 3-16,0 0 5 0,-18-6 0 0,18 6-5 15,0 0-1-15,0 0 1 0,0 0-5 0,-9 0 1 16,9 0 1-16,0 0 4 0,0 0-5 0,-10-2 1 16,10 2 2-16,0 0-6 0,0 0 3 0,0 0 0 15,0 0-3-15,-11 0 4 0,11 0 2 0,0 0 1 16,0 0-3-16,0 0-1 0,0 0-2 0,0 0-3 16,-9 2 3-16,9-2 5 0,0 0-2 0,0 0-1 15,0 0-1-15,0 0-2 0,0 0-4 0,0 0 7 16,0 0-4-16,0 0-1 0,0 0-3 0,0 0 4 15,0 0-4-15,0 0 6 0,0 0-5 0,0 0 5 16,0 0-4-16,0 0-4 0,0 0-3 0,0 0 6 16,0 0-6-16,0 0 2 0,0 0 0 0,0 0 6 15,0 0-3-15,0 0 0 0,0 0-3 0,-8 0 0 16,8 0 2-16,0 0-1 0,0 0-1 0,0 0-3 16,0 0 2-16,0 0 6 0,-9 1-6 0,9-1 8 15,0 0 9-15,0 0-5 0,-9 2 1 0,9-2-2 16,0 0 8-16,0 0-1 0,0 0 2 0,-12 0-7 15,12 0 1-15,0 0-8 0,0 0 3 0,0 0 2 16,0 0-4-16,0 0 2 0,-9 0-6 0,9 0 4 16,0 0 5-16,0 0-3 0,0 0-6 0,0 0 6 15,0 0 1-15,0 0-8 0,0 0 2 0,0 0 0 16,0 0 1-16,0 0-5 0,0 0 3 0,0 0 6 0,0 0-18 16,0 0 6-16,0 0 5 0,0 0-7 15,0 0 5-15,0 0-1 0,0 0 8 0,0 0-6 16,0 0-1-16,0 0 4 0,0 0 0 0,0 0-4 15,0 0 5-15,0 0-5 0,0 0 8 0,0 0-6 16,0 0-1-16,21 9-1 0,-21-9 6 0,0 0-5 16,0 0 3-16,11-2-1 0,-11 2-1 0,0 0-3 15,0 0 3-15,8 0 0 0,-8 0 1 0,0 0 1 16,0 0-2-16,0 0 2 0,0 0-3 0,0 0 5 16,0 0-2-16,6 4 0 0,-6-4 8 0,0 0-6 0,0 0 2 15,0 0 1-15,0 0-8 0,0 0 11 0,0 0-7 16,0 0 0-16,0 0-3 0,-21 4 5 15,21-4-1-15,-12 1 2 0,4 0-6 0,8-1 2 16,-10 0-3-16,10 0 1 0,-13 2 1 0,6-1 1 0,7-1 8 16,-12 2-11-16,12-2-1 0,-10 0 4 0,10 0 4 15,-10 1-6-15,10-1 8 0,0 0 3 16,0 0-1-16,0 0-2 0,-10-1 10 0,10 1-12 0,0 0-3 16,0 0-1-16,0 0 2 0,0 0 3 0,0 0-1 15,0 0-4-15,0 0 1 0,0 0 0 0,0 0-12 16,0 0 11-16,0 0-3 0,31-5 7 0,-23 5-5 15,2-1-4-15,1 0 4 0,-2-1-15 0,2 1 11 16,-1 0 5-16,-3 0-6 0,-7 1 6 16,15-1-7-16,-7-1 5 0,-2 1 2 0,-6 1 9 0,15-2-10 15,-10 2 2-15,-5 0-2 0,0 0-3 0,11-1 4 16,-11 1 0-16,6-2-2 0,-6 2 13 0,0 0-6 16,0 0 5-16,0 0-7 0,0 0 3 0,0 0 3 15,0 0 0-15,0 0-5 0,0 0 5 0,0 0-6 16,0 0-1-16,0 0-4 0,0 0 4 0,0 0-1 15,0 0-6-15,-25 6 2 0,17-4 5 0,-2-2-2 16,-1 2 1-16,1-2-2 0,1 2 6 0,1-2-13 16,8 0 4-16,-12 2 13 0,12-2-10 0,-13 2-1 15,7-2-8-15,6 0 5 0,-13 3 5 0,13-3-3 16,-9 3-9-16,9-3 7 0,-8 0-6 0,8 0-2 16,0 0 0-16,0 0 4 0,0 0-3 0,0 0 4 15,0 0 1-15,0 0 2 0,0 0-2 0,0 0 8 16,0 0-9-16,0 0 5 0,0 0 1 0,28 2-3 15,-20-2-1-15,-8 0 1 0,17-2 11 0,-10 2-18 16,-7 0 12-16,13-3-2 0,-13 3 2 0,10 0-13 16,-10 0 13-16,10-1-1 0,-10 1-4 0,0 0 4 15,0 0-2-15,11-2 1 0,-11 2 9 0,0 0-1 16,0 0-7-16,0 0 4 0,5 6 5 0,-5-6-10 16,0 0 10-16,0 0-6 0,0 0 1 0,0 0-4 15,0 0 5-15,0 0-4 0,0 0-1 0,-27 4-2 16,21-2 10-16,6-2-10 0,-12 1 4 0,6 0-3 15,6-1 2-15,-13 2-2 0,13-2 0 0,-8 0-5 16,8 0-5-16,0 0 16 0,0 0-11 0,-11 0 5 16,11 0-2-16,0 0 3 0,0 0-10 0,0 0-1 0,0 0 7 15,0 0-4-15,0 0 3 0,0 0 3 0,0 0-10 16,0 0 0-16,0 0 8 0,0 0-1 0,25 2 11 16,-25-2-8-16,13-1 0 0,-13 1-6 15,10 0 4-15,-10 0-4 0,9 1 9 0,-9-1-3 0,9 0 0 16,-9 0 3-16,0 0 2 0,9 0-5 0,-9 0-5 15,0 0 5-15,0 0-16 0,0 0 16 0,0 0 6 16,0 0-5-16,8 1 5 0,-8-1 0 16,0 0 3-16,0 0-10 0,0 0 1 0,0 0 10 15,0 0-7-15,0 0-1 0,0 0 6 0,-26 5-6 0,26-5-4 16,-10 2-4-16,10-2 9 0,-10 2 1 0,10-2 0 16,-10 1-4-16,10-1 3 0,-8 1-17 0,8-1 22 15,0 0-6-15,-9 0 11 0,9 0-9 0,0 0 0 16,0 0-1-16,0 0 1 0,0 0-14 0,0 0 12 15,0 0-5-15,0 0 3 0,0 0 4 0,0 0-4 16,0 0-3-16,0 0-4 0,0 0 3 0,0 0 4 16,0 0-7-16,0 0 5 0,0 0 2 0,0 0-7 15,0 0 16-15,0 0-2 0,0 0-18 0,0 0 1 16,0 0 9-16,0 0 7 0,0 0-6 0,0 0-3 16,0 0 8-16,0 0-1 0,0 0-1 0,0 0 2 15,0 0-2-15,0 0 4 0,0 0-7 0,0 0 3 16,0 0-5-16,0 0 7 0,0 0-7 0,0 0 10 15,0 0-11-15,0 0 7 0,0 0 1 0,0 0 2 16,0 0-10-16,0 0-1 0,0 0-3 0,0 0 4 16,0 0-10-16,0 0-5 0,0 0-7 0,0 0-6 15,0 0-9-15,0 0 7 0,0 0-1 0,0 0-1 16,0 0-9-16,0 0-6 0,0 0-15 0,0 0 2 16,0 0-2-16,0 0-42 0,0 0-116 0,0 0 52 15</inkml:trace>
  <inkml:trace contextRef="#ctx0" brushRef="#br0" timeOffset="-170944.54">10547 7929 40 0,'0'0'44'0,"0"0"-10"0,0 0-6 16,0 0-19-16,0 0-10 0,0 0-25 0,0 0-28 0,0 0 12 15</inkml:trace>
  <inkml:trace contextRef="#ctx0" brushRef="#br0" timeOffset="-166355.89">9271 8581 59 0,'0'0'95'0,"0"0"-17"16,-5-8 2-16,5 8-8 0,0 0-13 0,-2-6-1 0,2 6-8 15,0 0-7-15,0 0-15 0,0 0-6 0,0 0-10 16,0 0-7-16,-3-7-8 0,3 7 2 16,0 0-12-16,0 0-12 0,0 0-8 0,0 0-2 15,0 0-8-15,0 0-42 0,0 0-92 0,16 17 41 0</inkml:trace>
  <inkml:trace contextRef="#ctx0" brushRef="#br0" timeOffset="-163066.3">10604 7854 12 0,'0'0'41'0,"0"0"-19"0,0 0-11 0,0 0-26 0,0 0-16 15,0 0 9-15</inkml:trace>
  <inkml:trace contextRef="#ctx0" brushRef="#br0" timeOffset="-160734.53">10528 13050 15 0,'0'0'38'0,"0"0"7"0,0 0-14 15,0 0 3-15,0 0-4 0,0 0 2 0,0 0-1 0,0 0-9 16,-3-7 4-16,3 7-8 0,0 0-10 0,0 0-9 16,0 0-8-16,0 0 0 0,0 0-14 0,0 0-25 15,0 0-52-15,0 0 23 0</inkml:trace>
  <inkml:trace contextRef="#ctx0" brushRef="#br0" timeOffset="-159245.8">10719 12993 31 0,'0'0'50'16,"0"0"-31"-16,0 0-36 0,0 0-19 0,0 0 9 0</inkml:trace>
  <inkml:trace contextRef="#ctx0" brushRef="#br0" timeOffset="-128183.46">8221 8317 45 0,'0'0'54'0,"0"0"2"0,0 0-2 0,0 0-8 16,0 0 0-16,0 0-10 0,0 0-5 0,0 0 2 15,0 0-5-15,0 0-2 0,0 0-4 0,0 0 5 16,0 0-14-16,0 0-6 0,0 0-5 0,0 0-10 16,0 0 1-16,0 0-4 0,0 0-13 0,0 0-12 15,0 0-38-15,0 0-79 0,0 0 35 0</inkml:trace>
  <inkml:trace contextRef="#ctx0" brushRef="#br0" timeOffset="-116874.81">10567 7952 2 0,'0'0'6'0,"-6"-4"0"0,6 4-1 15,0 0 2-15,0 0 0 0,0 0 5 0,0 0 4 16,-5-5-1-16,5 5-3 0,0 0-3 0,0 0-2 16,0 0 1-16,0 0 3 0,-4-6-3 0,4 6-4 15,0 0 1-15,0 0-1 0,0 0 1 0,0 0-3 16,0 0 1-16,0 0 0 0,0 0 3 0,0 0-3 15,0 0-7-15,0 0-1 0,0 0 0 0,0 0 5 16,0 0-8-16,0 0-3 0,0 0-1 0,0 0-9 16,0 0-21-16,0 0 9 0</inkml:trace>
  <inkml:trace contextRef="#ctx0" brushRef="#br0" timeOffset="-116851.41">10552 7937 43 0,'0'0'-8'0,"0"0"-8"16,0 0 4-16</inkml:trace>
  <inkml:trace contextRef="#ctx0" brushRef="#br0" timeOffset="-112260.83">10561 7945 3 0,'0'0'30'0,"0"0"-2"0,0 0 1 15,0 0-10-15,-4-7 4 0,4 7-4 0,0 0 0 16,0 0-3-16,0 0 9 0,-5-5-12 0,5 5 0 16,0 0-3-16,0 0 8 0,0 0-9 0,0 0 0 15,0 0-5-15,-3-8-2 0,3 8 4 0,0 0-3 16,0 0 0-16,0 0 5 0,0 0-5 0,-3-7 3 16,3 7-6-16,0 0 4 0,0 0-4 0,0 0 1 15,0 0 4-15,0 0 4 0,0 0 0 0,-4-7-1 16,4 7-4-16,0 0 5 0,0 0 4 0,0 0-2 15,0 0 0-15,0 0 0 0,0 0-2 0,0 0 8 16,0 0-6-16,0 0-5 0,0 0-1 0,0 0-1 16,0 0 4-16,0 0 0 0,0 0-6 0,0 0 2 15,0 0-1-15,0 0 3 0,0 0-1 0,-7-5 0 16,7 5 6-16,0 0-4 0,0 0 3 0,0 0 8 16,0 0-2-16,0 0-2 0,0 0-5 0,0 0 2 15,0 0 3-15,0 0-5 0,0 0 5 0,0 0-4 16,0 0 0-16,0 0-1 0,0 0-1 0,0 0 3 15,0 0-6-15,-3-7-1 0,3 7 3 0,0 0-8 16,0 0 8-16,0 0-6 0,0 0 2 0,0 0 0 16,0 0-5-16,0 0 8 0,0 0-3 0,0 0-5 15,0 0-1-15,0 0 5 0,0 0-6 0,0 0 12 16,0 0-6-16,0 0-5 0,0 0 0 0,0 0 6 16,0 0-3-16,0 0 7 0,0 0-7 0,0 0-5 15,0 0 5-15,0 0-3 0,0 0 1 0,0 0 2 16,6 22-1-16,-6-22 1 0,0 0 9 0,0 0 0 15,0 0-10-15,0 0-1 0,0 0 0 0,0 0 1 16,0 0 1-16,0 0 3 0,6 3 3 0,-6-3 2 16,0 0 2-16,0 0-1 0,0 0 6 0,0 0-2 15,0 0-3-15,0 0 5 0,0 0-2 0,0 0 4 16,0 0-1-16,0 0 4 0,0 0-10 0,0 0 6 16,0 0-4-16,0 0-7 0,0 0 4 0,0 0 0 15,0 0-5-15,0 0 2 0,0 0 2 0,0 0-6 16,0 0 5-16,0 0 3 0,0 0-20 0,0 0-7 15,0 0-3-15,0 0-8 0,0 0-6 0,0 0-6 16,0 0-22-16,-2 12-68 0,2-12-139 0,4 9 62 16</inkml:trace>
  <inkml:trace contextRef="#ctx0" brushRef="#br0" timeOffset="-110979.88">10574 13126 7 0,'0'0'32'0,"0"0"-8"0,0 0-6 0,0 0-5 0,0 0-16 15,0 0-13-15,0 0-16 0,0 0 7 0</inkml:trace>
  <inkml:trace contextRef="#ctx0" brushRef="#br0" timeOffset="-110170.55">5156 10268 16 0,'0'0'24'15,"0"0"-7"-15,0 0-4 0,0 0-10 0,0 0-9 16,4 7-6-16,-4-7-12 0,0 0 6 0</inkml:trace>
  <inkml:trace contextRef="#ctx0" brushRef="#br0" timeOffset="-109281.95">10327 7840 23 0,'0'0'33'0,"0"0"-22"0,0 0-14 0,0 0-8 15,0 0-12-15,0 0 6 0</inkml:trace>
  <inkml:trace contextRef="#ctx0" brushRef="#br0" timeOffset="-105997.41">8506 8090 7 0,'0'0'77'0,"0"0"-2"0,0 0-5 0,0 0-5 16,0 0-5-16,0 0-3 0,0 0-7 0,-14-11-2 16,14 11 2-16,0 0-13 0,0 0-4 0,0 0-3 15,0 0-2-15,0 0-3 0,0 0-3 0,0 0-2 16,0 0 1-16,0 0-2 0,0 0-3 0,0 0 4 0,0 0-12 16,0 0 7-16,0 0-6 0,0 0-3 0,-4-6 4 15,4 6 4-15,0 0-5 0,0 0-1 16,0 0 2-16,0 0-7 0,0 0 9 0,0 0-6 15,0 0 3-15,0 0-2 0,0 0 2 0,0 0 1 0,0 0-3 16,0 0 8-16,0 0-7 0,0 0 6 16,0 0-9-16,0 0 9 0,-8-5 2 0,8 5 0 15,0 0-5-15,0 0 8 0,0 0 1 0,0 0-3 16,0 0-3-16,0 0 1 0,0 0-7 0,0 0 0 16,0 0 8-16,-3-5-2 0,3 5 5 0,0 0-3 0,0 0 5 15,0 0-10-15,0 0-2 0,0 0 1 0,0 0 4 16,0 0-11-16,0 0 8 0,0 0-12 0,0 0 5 15,-4-6-16-15,4 6-7 0,0 0-5 16,0 0-33-16,0 0-2 0,0 0-7 0,0 0-3 0,0 0-14 16,0 0-74-16,0 0-170 0,20 14 76 0</inkml:trace>
  <inkml:trace contextRef="#ctx0" brushRef="#br0" timeOffset="-105268.64">12908 8479 7 0,'0'0'78'16,"0"0"-2"-16,0 0 0 0,0 0-2 0,0 0-5 0,0 0-1 15,0 0-2-15,0 0-6 0,0 0-4 16,0 0-2-16,0 0 3 0,0 0-13 0,0 0-3 16,0 0-10-16,0 0-1 0,0 0-5 0,0 0 7 0,0 0-2 15,0 0-1-15,0 0-12 0,0 0 2 0,0 0 3 16,0 0 1-16,0 0-1 0,0 0-1 0,0 0-1 16,0 0-5-16,0 0 0 0,0 0-4 0,0 0-3 15,0 0 5-15,0 0 4 0,0 0-1 0,0 0-4 16,0 0 6-16,0 0 4 0,0 0-7 0,0 0 5 15,0 0 5-15,0 0 0 0,0 0 1 0,0 0-5 16,0 0 4-16,0 0-5 0,0 0-2 0,0 0-4 16,0 0 3-16,0 0-6 0,0 0-4 0,0 0 0 15,0 0-1-15,0 0 1 0,0 0-2 0,0 0 2 16,0 0-1-16,0 0-3 0,0 0 0 0,0 0 0 16,0 0-2-16,0 0 4 0,0 0-3 0,0 0-1 15,0 0-5-15,-6-22-8 0,6 22-7 0,0 0-14 16,0 0-9-16,0 0-8 0,0 0-9 0,0 0-7 15,0 0-16-15,0 0-6 0,0 0-21 0,0 0-63 0,0 0-186 16,0 0 83-16</inkml:trace>
  <inkml:trace contextRef="#ctx0" brushRef="#br0" timeOffset="-103653.55">12888 8527 14 0,'0'14'86'0,"0"-7"-8"0,-4 1-6 0,4 3 5 16,0-3-10-16,-1 0-7 0,1-8 0 0,0 14-9 15,-2-8 3-15,2-6 0 0,-2 11-10 0,2-11 4 16,0 9 0-16,0-9 4 0,0 0 3 0,-2 9 4 15,2-9 9-15,0 0-6 0,0 0 5 0,0 0 2 16,-2 7-5-16,2-7-5 0,0 0-11 0,0 0 0 16,0 0-6-16,0 0 0 0,0 0-7 0,0 0 0 15,-19-14-9-15,17 9 4 0,2 5-9 0,-2-12 2 16,0 4-6-16,0 3-3 0,0-6 0 0,2 1-2 16,-3 1-3-16,3-3-6 0,0-2 1 0,-2 2 2 15,2 0-8-15,0 3 2 0,0-4 3 0,2 2-7 0,1-2 6 16,3-2 1-16,-2 4-3 0,2 0 4 15,0 2-8-15,1 0 8 0,-1-1-8 0,1 5 7 16,2-2-6-16,0 2 1 0,0 0-1 0,-1 3 0 16,-2-1 1-16,3 0 2 0,1 2-4 0,0 3 5 0,1 1-6 15,0-1 2-15,-1 1 1 0,-2 0-5 0,1 3 5 16,3-1 1-16,-4 2 0 0,3 2 1 0,-1-3 0 16,-1 0 1-16,-3 1-3 0,1 1 6 0,1-2-3 15,-4 2-2-15,2-3 4 0,-1 1-6 0,-1 0-1 16,-4-6 3-16,6 7-3 0,-2-3 7 0,-4-4-2 15,4 6 5-15,-4-6-5 0,0 0 8 0,0 0-3 16,2 5-1-16,-2-5 2 0,0 0 0 0,0 0-3 16,0 0 5-16,0 0 0 0,0 0-6 0,0 0 5 15,-27-9-4-15,23 6 5 0,4 3 4 0,-5-6-2 16,5 6 1-16,-7-7-1 0,7 7-8 0,-4-9 4 16,3 2-5-16,-1-3 0 0,2 10-1 0,0-14 0 15,0 7-4-15,3-4-1 0,1 1-6 0,3 3-1 16,0 0 4-16,0 0-5 0,3-1 4 0,2 4-4 15,-3-3 4-15,0 5 1 0,2 0-1 0,2-1 0 16,-4 3 2-16,1 0-5 0,-1 3 4 0,1-1 2 16,-2 0-4-16,-1 3 7 0,-1-1-3 0,1 2-5 15,0 1 9-15,-1 4-5 0,1-1 1 0,0 1 3 16,-3-1 1-16,-2 1-5 0,0 0 6 0,1 1-3 16,-3-1 1-16,0 1 3 0,-3-1-5 0,3 0-8 15,-2-1-12-15,0 1-11 0,0 1-12 0,0-2-23 16,-1-1-9-16,1 1-11 0,0 0-9 0,0 1-3 0,0-4-7 15,-1 0-69-15,3-7-192 0,-2 10 86 0</inkml:trace>
  <inkml:trace contextRef="#ctx0" brushRef="#br0" timeOffset="-103463.69">13270 8482 38 0,'0'-9'125'0,"0"9"-21"0,0 0-8 0,0 0-15 15,0 0-7-15,0 0-10 0,0 0-12 0,0 0 8 16,0 0-17-16,0 0 2 0,0 0-6 0,0 0-10 16,0 31 2-16,0-21 2 0,2 0-18 0,1-1-2 15,-3 3-23-15,2 1-6 0,0-1-19 0,-2 4-24 16,0-5-23-16,-2 5-42 0,0-6-133 0,2 2 58 16</inkml:trace>
  <inkml:trace contextRef="#ctx0" brushRef="#br0" timeOffset="-103008.4">13352 8595 23 0,'-4'-13'99'0,"4"2"-5"16,4 3-5-16,-2-4 3 0,0 3-7 0,2-7-5 16,1 4 4-16,1-3-4 0,3 2-5 0,-2 1-5 0,-2 2-4 15,3 1-5-15,-1 0-6 0,3 1 1 16,-2 5-3-16,1 0-11 0,3 2-5 0,-1 1-8 16,-1 1 0-16,2 5-2 0,-1 2-2 0,2 3 5 0,-1 3-9 15,-3 1 6-15,-1 2-7 0,0-1-5 0,-4 6-1 16,1 2-4-16,-1-6-1 0,-2 7-20 15,0-8-17-15,-2 0-11 0,-2 1-18 0,2-1-13 16,-2-2-12-16,0-3-16 0,2-1-88 0,0-2-201 0,0-2 89 16</inkml:trace>
  <inkml:trace contextRef="#ctx0" brushRef="#br0" timeOffset="-102355.43">13578 8529 64 0,'0'0'125'0,"0"0"-9"16,0 0-1-16,0 0-23 0,0 0 4 0,0 0-13 15,-4 25-3-15,4-25-4 0,4 11-6 0,-4-5-8 16,0-6-7-16,9 8 5 0,-5-5-3 0,4 1-2 16,-2-3 0-16,-6-1-2 0,15 2-3 0,-3-4-1 15,-3 1-3-15,0-2-11 0,2-1 6 0,-2-2-2 16,0 0 0-16,-1-1-6 0,0-2 0 0,-1 1-3 15,-3-2-1-15,0 1 4 0,-2-2-6 0,0 2 5 16,-2 0-13-16,0-3 4 0,-4 3-3 0,2 0-4 16,0-2 1-16,-2 2-5 0,1 0 2 0,-1 1-6 15,2 2 3-15,-3 0-3 0,5 6 0 0,-7-10-3 16,7 10-11-16,-5-9-5 0,5 9-5 0,0 0-4 16,-2-5-7-16,2 5-2 0,0 0-2 0,0 0-10 0,0 0 8 15,0 0 1-15,0 0 4 0,0 0-2 16,7-7 7-16,-7 7 2 0,12 1-1 0,-12-1 7 15,17 1-2-15,-10 0-4 0,0 3 10 0,2 0 2 0,0 1 1 16,-3 1 4-16,4-3 5 0,-4 5-14 16,1 2 20-16,-1-2 3 0,2 2-6 0,0 1 10 15,-3 0 2-15,1-1-6 0,1 0-2 0,-2-1 3 16,0 3 1-16,-1-3-5 0,-2-2 2 0,0 0 3 0,1-2 5 16,-3-5-11-16,4 9 5 0,-4-9 14 0,2 4 7 15,-2-4 4-15,0 0 6 0,6 5 3 0,-6-5 0 16,0 0-3-16,0 0-9 0,0 0-1 15,0 0-4-15,10-13-3 0,-5 7-5 0,-1-3-2 0,4 0-2 16,-2-8-1-16,3 4 0 0,-1 3 0 0,-3 3-7 16,2-5-2-16,0 4-6 0,-1-2-1 0,-1 2 1 15,1 0 1-15,1 0-1 0,-2 1-2 0,2 0 2 16,-1 1-3-16,-2 2 5 0,-4 4-5 0,5-10 1 16,0 7-1-16,-5 3 3 0,6-5-3 0,-6 5-3 15,7-2 1-15,-7 2 4 0,0 0-4 0,0 0-1 16,16 6 5-16,-16-6-1 0,7 7-3 0,-5-1-1 15,0 1 7-15,0 4-4 0,0 1 8 0,-1-1-5 16,-1 7 1-16,-1-2-10 0,-3-1-17 0,4 0-10 16,-4 1-41-16,1-4-2 0,-1 4-21 0,-3-6-15 15,4 7-21-15,-5-1-123 0,-3-1-280 0,4-6 124 16</inkml:trace>
  <inkml:trace contextRef="#ctx0" brushRef="#br0" timeOffset="-101973.1">14016 8301 125 0,'0'0'123'0,"6"6"11"0,-4-2-12 15,-2-4-10-15,3 12-4 0,2-6-5 0,-5 6-5 16,0-2-10-16,0 2-8 0,2 5-5 0,-2 0-7 0,2 1-12 15,3-1-5-15,-5 0 2 0,0-2-23 16,4 2 8-16,-2-5-10 0,1 1-6 0,-1-1-16 16,2-2-17-16,1 1-23 0,-2-2-10 0,-1-1-11 0,2-1-23 15,0 1-15-15,0-2-10 0,-3-1-81 0,3 0-199 16,-4-5 88-16</inkml:trace>
  <inkml:trace contextRef="#ctx0" brushRef="#br0" timeOffset="-101639.68">14087 8490 73 0,'0'-9'127'0,"0"9"-6"0,0 0-7 0,2-7-15 0,-2 7-6 15,0 0-8-15,0 0-6 0,4-7-11 0,-4 7 9 16,6-3-8-16,-6 3 1 0,7-1 1 0,-7 1-14 16,0 0-2-16,18 0-6 0,-18 0-3 0,13 2-7 15,-6 0-3-15,-3 0 2 0,-4-2-6 0,14 4-5 16,-8-3 0-16,1 0-4 0,-7-1 0 0,14 3-22 15,-8 0 19-15,-6-3-2 0,11 1-3 0,-6 1-2 16,-5-2 2-16,11 2-5 0,-11-2 1 0,9 2-1 16,-9-2-5-16,7 2-1 0,-7-2 6 0,8 2-8 15,-8-2 3-15,0 0 0 0,8 4 4 0,-8-4-6 16,6 5 3-16,-3 0 1 0,-1 1 6 0,3 3 0 16,-2 2-4-16,1 5-2 0,-2 3 5 0,0 0-4 15,0 5 0-15,-4 5 2 0,2-3-3 0,0 4-9 16,0-3-14-16,0 2-10 0,0-3-16 0,0 2-24 15,-2-1-28-15,0-1 8 0,-2 0-12 0,-2-2-9 16,2 0-113-16,-3-1-238 0,1-4 105 0</inkml:trace>
  <inkml:trace contextRef="#ctx0" brushRef="#br0" timeOffset="-101112.25">12103 10111 26 0,'0'0'130'0,"-7"3"-18"0,7-3-12 15,0 0-3-15,-7 3-16 0,7-3-10 0,0 0-9 16,0 0 1-16,-8 3-5 0,8-3-14 0,0 0-8 15,0 0-1-15,0 0 7 0,-3 6-11 0,3-6-6 16,0 0-2-16,0 0-21 0,0 13-14 0,0-13-18 16,0 8-10-16,0-8-11 0,-1 11-17 0,-1-6-72 15,2-5-151-15,-2 8 67 0</inkml:trace>
  <inkml:trace contextRef="#ctx0" brushRef="#br0" timeOffset="-100754.41">12617 9280 135 0,'-23'10'138'0,"12"3"-10"0,-7 8-20 0,-5 4-8 16,-2 0-8-16,-9 15-4 0,1-1-7 0,-3 0-6 16,2 0-4-16,1-2-4 0,-1 2-2 0,6-13-8 15,2-2 2-15,-1-2 2 0,0 2-1 0,5-1-2 16,-3-6-1-16,5 2-5 0,-3 0-2 0,6-8-4 16,0 3-5-16,2-2 0 0,-1-2-9 0,1 1 2 15,3-3-10-15,-3 6-1 0,-2-4-4 0,3-3-15 16,-1 2-16-16,3-2-12 0,-1-1-11 0,2-2-21 15,3 1 1-15,0-3-10 0,3 0-13 0,5-2-8 16,-12 3-6-16,12-3-5 0,0 0-21 0,-11-3-74 16,11 3-207-16,-4-10 92 0</inkml:trace>
  <inkml:trace contextRef="#ctx0" brushRef="#br0" timeOffset="-100507.57">11981 9674 63 0,'0'0'118'16,"0"0"10"-16,-4 27-9 0,0-15-8 0,-1 4-1 15,-3 6-7-15,-1 2-2 0,5-5-4 0,-6 6-9 16,4-7-12-16,2 3-2 0,2-2-11 0,-1-2-10 16,4-1 6-16,-2-4-3 0,1-1-10 0,1-2-3 15,1 0-4-15,0-2-1 0,4 0-6 0,2 0 1 16,1-1 1-16,1-1-18 0,6-1-13 0,2-1-23 15,5-3-20-15,6 1-25 0,0-4-13 0,-1-3-12 16,3 3-14-16,0-2-9 0,-4-1-87 0,0-5-214 16,0 1 94-16</inkml:trace>
  <inkml:trace contextRef="#ctx0" brushRef="#br0" timeOffset="-100377.8">12533 9842 130 0,'0'0'126'0,"7"-3"-20"0,-7 3-27 15,0 0-36-15,0 0-13 0,6-3-12 0,-6 3-16 0,0 0-10 16,10-1-25-16,-10 1-8 0,9-6-35 0,2 2-81 16,-1-3 35-16</inkml:trace>
  <inkml:trace contextRef="#ctx0" brushRef="#br0" timeOffset="-100097.18">13746 8514 1712 0,'2'-11'-6'16,"-2"-6"6"-16,2-1 31 0,-4 7-5 0,2 0-10 15,0 3-10-15,0 8-17 0,0-13-15 0,0 13-9 0,0 0-6 16,0 0 4-16,0 0-3 0,0 0-12 16,0 0 0-16,0 0-8 0,-21 20-6 0,13-11-13 15,1 2-19-15,-4 1-100 0,-5 1-215 0,3 1 95 0</inkml:trace>
  <inkml:trace contextRef="#ctx0" brushRef="#br0" timeOffset="-95675.82">8172 11694 137 0,'0'0'139'0,"0"0"-13"0,-1-6-16 0,1 6 1 0,0 0-14 15,0 0-10-15,0 0-2 0,0 0-17 0,13 23-1 16,-8-17-13-16,-1 3-4 0,2 0 10 16,-3 1-5-16,1-2 2 0,2 4-6 0,-2-1 0 0,0-1-12 15,-1-2 1-15,0 2-1 0,0-3-8 0,-2-3 1 16,3 4-5-16,-2-4 6 0,-2-4-9 0,3 10 5 16,-3-10 6-16,4 6 7 0,-4-6 9 0,0 0-1 15,0 0 1-15,0 0-5 0,0 0-4 16,0 0-7-16,0 0-3 0,0 0-1 0,0 0 0 0,-22-11-6 15,17 6 3-15,0-3-7 0,-2 2-2 0,1-4-3 16,0-2 1-16,2 0-3 0,-2 1-3 0,3-2-3 16,-1-3-4-16,4 0-1 0,-1 0-3 0,2 4-1 15,3-1-3-15,-1 3 0 0,3-1 2 0,1 0-1 16,1 1-3-16,2 2 3 0,4-1-2 0,-1 3-6 16,4 2 11-16,-6 2-1 0,5 5-2 0,-4 1 0 15,7 1 4-15,-2 5-4 0,0 0-1 0,-3 3-1 16,0 0 3-16,-4 1 1 0,5 2 5 0,-3-1-5 15,-2 3 1-15,-1-1-2 0,-1-1 6 0,-2 0-5 16,2-2-3-16,-4-2 2 0,-2-4 1 0,-1 1 2 16,1-1 0-16,-2-1-1 0,0-7 1 0,1 9 4 15,-1-9-2-15,-5 7-1 0,5-7 0 0,-9 3-1 16,9-3 1-16,-10 1 0 0,10-1 0 0,-14-3-4 16,14 3 0-16,-12-7-1 0,6 4-4 0,2-3 5 15,-3-3-18-15,2 0 1 0,2-2-7 0,3-6-5 16,1 5 4-16,3-1 19 0,-2 2-16 0,3-4 7 15,2 5-3-15,1-5-1 0,-3 8 6 0,5-1-7 16,-4 0 9-16,2 4-1 0,-2 0 6 0,4 0-1 16,-2 3-2-16,-8 1 4 0,14 4 2 0,-6 0 1 15,0 1 0-15,-2 4 2 0,-2 0-2 0,0 0 0 16,2 2 1-16,-2-1-3 0,-3 2-1 0,0 0-15 16,2 0-10-16,-2 0-15 0,-1 5-10 0,1-4-21 15,-2-1-14-15,1 1-27 0,0 0-26 0,-1-3-74 16,0 0-236-16,-1-4 104 0</inkml:trace>
  <inkml:trace contextRef="#ctx0" brushRef="#br0" timeOffset="-95465.21">8616 11671 142 0,'0'0'138'0,"0"0"-18"0,0 0 0 0,0 0-18 15,0 0-2-15,0 0-17 0,11 24-7 16,-8-8-6-16,0 1-6 0,0 2-4 0,1 2-19 0,-1-2-10 16,0 7-26-16,3-8-13 0,-3 0-5 15,1-2-17-15,-1 0-5 0,1-1-14 0,1-4-14 16,-4 0-9-16,1-4-75 0,-2-2-160 0,0-5 71 0</inkml:trace>
  <inkml:trace contextRef="#ctx0" brushRef="#br0" timeOffset="-95324.19">8422 11416 84 0,'0'-6'59'0,"0"6"-25"0,8-9-23 16,-1 7-43-16,-7 2-33 0,0 0 14 0</inkml:trace>
  <inkml:trace contextRef="#ctx0" brushRef="#br0" timeOffset="-95040.81">8738 11796 39 0,'-12'-7'147'0,"12"7"-5"0,-1-8-19 15,1 8-5-15,0-16-13 0,2 9-16 0,-1 0 6 16,6-4-8-16,-4 1-19 0,6-6-1 0,2 3-20 15,1 0 4-15,0 1-7 0,-2 4-6 0,4-4 11 16,-3 5-11-16,1 2-8 0,0 1 8 0,-1-1-3 16,1 2-4-16,-2 4-5 0,-2 1 4 0,2 2-3 15,0 2 3-15,-3 3-5 0,1 2-4 0,0 4 3 16,-2-1-4-16,-2 3-5 0,-1 0-14 16,-2 1-10-16,2 0-14 0,-2 0-18 0,0-2-20 0,1 3-8 15,0-7-15-15,-2 0-22 0,0-2-4 0,0-2-1 16,0-2-70-16,0-6-197 0,0 8 87 0</inkml:trace>
  <inkml:trace contextRef="#ctx0" brushRef="#br0" timeOffset="-94486.14">8994 11713 90 0,'-2'-12'120'0,"2"12"-7"0,-2-9-18 16,2 9-1-16,0 0-10 0,0 0-7 0,-2-7-4 15,2 7 0-15,0 0 0 0,0 0-10 0,0 0-11 16,0 0-1-16,0 0 4 0,0 0-11 0,6 26-8 15,-2-21-5-15,0-2 0 0,0 2 3 0,2 1-4 16,-1-4-3-16,-5-2 0 0,9 3-1 0,-9-3-1 16,10 0-2-16,-10 0 4 0,14-5 1 0,-7 2-4 15,0-3 0-15,0 1-7 0,-3 2 1 0,-1-5 2 16,1 3-4-16,-4 5 10 0,3-12 4 0,-2 7 0 16,-1 5-2-16,-1-14-8 0,1 14 8 0,-4-11-10 15,1 7 0-15,3 4-2 0,-6-10-1 0,2 6 4 16,4 4 3-16,-4-5-6 0,4 5 7 0,0 0-12 0,-5-8-13 15,5 8 10-15,0 0-3 0,0 0 3 16,0 0-6-16,0 0-2 0,0 0 1 0,0 0 5 16,0 0-3-16,17 15-2 0,-17-15 4 0,9 9-1 0,-5-2-1 15,1-3 1-15,1 5-2 0,-1-4-2 16,-1 0 5-16,0 1-5 0,-2-1 3 0,1 0-1 16,-3-5 1-16,3 10-3 0,-3-10 1 0,2 7-2 15,-2-7 6-15,0 0-3 0,3 5 3 0,-3-5 6 0,6 3-3 16,-6-3 4-16,0 0-1 0,0 0-3 0,0 0 3 15,0 0-5-15,0 0-4 0,5-15-1 0,-1 11-4 16,0-5 4-16,-2 2 3 0,0-2-6 16,2 2 2-16,2-5-8 0,-1 2 1 0,-1 0 2 15,1 1-3-15,0 0-5 0,0 2 2 0,0-2 4 0,-5 9 7 16,7-9 3-16,-7 9-4 0,5-6-1 0,-5 6-1 16,5-8 3-16,-5 8 0 0,0 0 11 0,6-1 0 15,-6 1 4-15,0 0 3 0,12 6-2 0,-7-1-5 16,-1 0 4-16,1 3-5 0,-1 1 2 0,-2-1 0 15,2 0-13-15,-1 1-14 0,-1 1-10 0,2 0-9 16,-1 2-22-16,-2-2-19 0,-1-10-14 0,2 18-16 16,-2-10-10-16,2-1-11 0,-1 1-8 0,-1-8-96 15,0 11-250-15,0-11 111 0</inkml:trace>
  <inkml:trace contextRef="#ctx0" brushRef="#br0" timeOffset="-94330.75">9125 11537 67 0,'-4'-6'143'16,"4"6"-16"-16,-7-10-11 0,7 10-22 0,-6-8-16 15,6 8-21-15,0 0-27 0,0 0-10 0,0 0-25 16,0 0-7-16,0 0-19 0,0 0-15 0,0 0-61 16,0 0-115-16,18-6 51 0</inkml:trace>
  <inkml:trace contextRef="#ctx0" brushRef="#br0" timeOffset="-94097.18">9292 11347 39 0,'0'0'184'0,"0"0"-21"16,0 0-22-16,0 0-4 0,0 0-9 0,0 0-7 16,0 0 5-16,0 0 6 0,0 0-4 0,0 0-9 15,8 24-14-15,-6-17-9 0,2 10-11 0,2 1-4 16,1-1-13-16,-1-1-3 0,-1 2-7 0,0-1-18 15,3-1-15-15,-2 1-10 0,-1-1-19 0,-1 0-20 16,-1-4-8-16,1 3-22 0,0-4-11 0,-2-1-18 0,-1 0-8 16,1-4-5-16,-1 2 0 0,-1-8-2 15,-1 12 3-15,1-12-5 0,-2 9-11 0,2-9-74 16,-3 5-200-16,3-5 89 0</inkml:trace>
  <inkml:trace contextRef="#ctx0" brushRef="#br0" timeOffset="-93752.14">9342 11633 50 0,'-8'-10'39'0,"8"10"1"0,-5-12 10 0,5 12 1 0,-4-13 6 16,1 4 0-16,3 9-10 0,-2-14-5 0,2 14 7 15,-1-15 4-15,1 15 0 0,2-12-5 16,-2 12-3-16,4-12 0 0,0 3 3 0,1 3 8 16,0-1 2-16,-5 7-6 0,15-10-8 0,-8 4-3 0,1 2 1 15,2 0 8-15,-3 0 4 0,0 1-10 16,1 2-3-16,-8 1 7 0,13 0-4 0,-13 0 9 16,12 4-4-16,-5-3 7 0,-7-1-7 0,12 1-5 15,-7 1 0-15,2 1-1 0,-7-3-9 0,7 4 0 16,-3 0-4-16,-4-4-3 0,12 6 2 0,-8-5-8 0,-4-1 3 15,7 2 0-15,-7-2 4 0,8 4-9 16,-8-4-1-16,9 1-2 0,-9-1 1 0,0 0-4 16,11 3-1-16,-11-3 0 0,0 0 2 0,12-3-7 15,-12 3 3-15,9-3 0 0,-4 1-3 0,-5 2-3 0,9-3 3 16,-9 3-2-16,8-2 1 0,-8 2 5 16,0 0-8-16,10 5 10 0,-10-5 2 0,6 7-1 15,-2-2-3-15,1 2-1 0,-1 3 0 0,1 0 1 16,-1 3-1-16,-2-2-7 0,2 5-21 0,-1 0-2 0,1 0-10 15,0 0-7-15,-3-4-18 0,1 0-11 0,1-1-30 16,1 0-5-16,-1 0-15 0,1-1-23 0,0 0-120 16,-3-2-278-16,2-2 123 0</inkml:trace>
  <inkml:trace contextRef="#ctx0" brushRef="#br0" timeOffset="-93618.45">9758 11749 118 0,'0'0'115'0,"0"0"-12"16,0 0-12-16,7 2-29 0,-7-2-24 0,0 0-25 16,9 2-33-16,-9-2-67 0,5 5-94 0,-5-5 42 15</inkml:trace>
  <inkml:trace contextRef="#ctx0" brushRef="#br0" timeOffset="-92230.43">14122 11332 98 0,'0'0'156'0,"0"0"-21"16,0 0-5-16,0 0-21 0,0 0-13 0,0 0-17 15,0 0-9-15,0 0-6 0,0 0-10 0,0 0-11 16,0 0-1-16,-3 8-8 0,3-8-10 0,0 0-13 16,0 0-4-16,-2 10-25 0,2-10-17 0,0 0-10 15,-1 8-32-15,1-8-87 0,-10 4-175 0,10-4 77 16</inkml:trace>
  <inkml:trace contextRef="#ctx0" brushRef="#br0" timeOffset="-91734.42">8634 13021 17 0,'0'0'107'16,"0"0"-2"-16,6-4-19 0,-6 4-22 0,0 0-8 16,0 0-18-16,0 0-13 0,0 0-22 0,9 10-19 0,-8-4-66 15,-1-6-87-15,-2 11 39 0</inkml:trace>
  <inkml:trace contextRef="#ctx0" brushRef="#br0" timeOffset="-76791.22">9361 12419 23 0,'0'0'120'0,"8"-1"-15"0,-8 1-14 16,0 0-3-16,0 0 5 0,0 0-3 0,0 0-9 15,0 0-7-15,0 0-7 0,0 0 4 0,0 0-20 16,0 0-3-16,0 0-6 0,0 0-7 0,0 0 1 15,0 0-4-15,0 0-10 0,0 0 0 0,0 0-6 16,0 0 1-16,0 0-9 0,0 0-3 0,0 0 5 16,0 0-4-16,0 0-1 0,0 0-2 0,0 0 4 15,0 0 1-15,0 0-4 0,0 0 2 0,0 0 1 16,0 0-3-16,0 0-16 0,0 0 19 0,0 0 3 16,0 0-2-16,0 0-8 0,0 0 4 0,0 0-4 15,0 0 3-15,0 0-4 0,0 0 4 0,0 0-2 16,0 0-1-16,0 0 1 0,0 0 4 0,0 0-7 0,0 0 12 15,0 0-6-15,0 0-2 0,0 0-2 0,0 0 1 16,0 0-4-16,0 0 7 0,0 0-2 0,0 0-9 16,0 0 6-16,0 0 4 0,0 0-5 0,0 0 9 15,0 0-7-15,0 0-7 0,0 0 1 0,0 0 4 16,0 0 2-16,0 0-3 0,0 0 11 16,0 0-10-16,0 0-4 0,-21 8-8 0,21-8-12 15,0 0-12-15,-4 6-2 0,4-6-3 0,-2 8-15 0,2-8-13 16,-3 8-26-16,3-8-60 0,-6 7-170 0,6-7 76 15</inkml:trace>
  <inkml:trace contextRef="#ctx0" brushRef="#br0" timeOffset="-74742.39">14306 9947 16 0,'-3'7'38'16,"-1"-2"-5"-16,4-5-8 0,-5 9-6 0,5-9 3 15,-4 9 1-15,4-9-8 0,-3 6 1 0,3-6 0 16,-1 8 0-16,1-8-9 0,0 0-3 0,0 0 2 16,1 13-4-16,-1-13 8 0,0 0-4 0,1 6 1 15,-1-6 4-15,0 0-1 0,0 0 4 0,0 0 3 16,2 5-1-16,-2-5 9 0,0 0 0 0,0 0 2 15,0 0-2-15,4 5-2 0,-4-5 4 0,0 0 2 16,0 0 3-16,0 0-9 0,0 0 0 0,0 0 4 16,0 0-6-16,0 0 9 0,0 0-10 0,0 0-3 15,0 0 2-15,0 0-2 0,0 0-5 0,0 0 5 16,0 0-3-16,0 0-2 0,0 0-8 0,0 0 12 0,0 0-5 16,0 0-7-16,0 0-3 0,0 0-4 0,0 0 3 15,0 0-4-15,0 0-3 0,0 0 4 16,0 0-4-16,0 0-6 0,0 0 4 0,0 0-9 0,0 0 2 15,0 0-8-15,0 0 4 0,0 0-3 0,0 0-8 16,0 0-1-16,0 0-3 0,0 0-1 0,0 0-4 16,0 0-49-16,0 0-95 0,0 0 43 0</inkml:trace>
  <inkml:trace contextRef="#ctx0" brushRef="#br0" timeOffset="-58785">6972 10473 3 0,'0'0'-1'0</inkml:trace>
  <inkml:trace contextRef="#ctx0" brushRef="#br0" timeOffset="-58493.17">7461 10494 24 0,'0'0'61'0,"0"0"-3"0,0 0-7 16,0 0-4-16,0 0-10 0,0 0-3 0,0 0-6 0,0 0-11 15,0 0-10-15,0 0-6 0,0 0 2 16,0 0 0-16,0 0-2 0,0 0-14 0,0 0-9 16,0 0-11-16,8 3-18 0,-8-3-55 0,4 4 24 15</inkml:trace>
  <inkml:trace contextRef="#ctx0" brushRef="#br0" timeOffset="-57698.06">9297 10389 2 0,'0'0'47'0,"0"0"-6"0,0 0-2 0,-7 3-4 0,7-3-14 16,0 0-12-16,0 0-1 0,0 0-3 0,0 0-14 16,0 0-24-16,-1 8-36 0,1-8 16 15</inkml:trace>
  <inkml:trace contextRef="#ctx0" brushRef="#br0" timeOffset="-53083.95">6903 10373 8 0,'0'0'68'16,"0"0"-1"-16,0 0-4 0,0 0-4 0,0 0-9 15,0 0-11-15,0 0 4 0,0 0-7 0,0 0 8 16,0 0-9-16,0 0-3 0,0 0 0 0,0 0-2 16,0 0 5-16,0 0-9 0,0 0 10 0,0 0-5 15,0 0-2-15,0 0-4 0,0 0-3 0,0 0 2 16,0 0 5-16,0 0-6 0,0 0 0 0,0 0 3 16,0 0-9-16,0 0 9 0,0 0-3 0,0 0-14 15,0 0 13-15,0 0-7 0,0 0-1 0,0 0-3 16,0 0 1-16,0 0-6 0,0 0-2 0,0 0 2 15,0 0 7-15,0 0-15 0,0 0 13 0,0 0-5 16,0 0 1-16,0 0 1 0,0 0 3 0,0 0-3 0,0 0-1 16,0 0-2-16,0 0-10 0,0 0-7 15,0 0-8-15,0 0-13 0,0 0-14 0,0 0-11 16,0 0-14-16,0 0-15 0,0 0-53 0,0 0-152 16,0 0 67-16</inkml:trace>
  <inkml:trace contextRef="#ctx0" brushRef="#br0" timeOffset="-52151.38">12902 10377 19 0,'0'0'25'0,"0"0"1"16,0 0-5-16,0 0-4 0,0 0-2 0,0 0 4 0,0 0 0 15,0 0-4-15,2-9-4 0,-2 9-1 0,0 0 1 16,0 0-1-16,0 0-3 0,0 0-1 0,0 0-7 15,0 0-11-15,0 0-25 0,0 0-39 0,0 0 18 16</inkml:trace>
  <inkml:trace contextRef="#ctx0" brushRef="#br0" timeOffset="-51550.02">12904 10368 14 0,'0'0'36'0,"0"0"-8"0,0 0-3 0,0 0-1 16,0 0-6-16,0 0-1 0,0 0 2 0,0 0-4 16,0 0-12-16,0 0 12 0,0 0-4 0,0 0-2 15,0 0 3-15,0 0 6 0,0 0-6 0,0 0-1 16,0 0 3-16,0 0-9 0,0 0 7 0,0 0-5 15,0 0 0-15,0 0 7 0,0 0-6 0,0 0-1 16,0 0 3-16,0 0-1 0,0 0-5 0,0 0-3 16,0 0 2-16,0 0 1 0,0 0-2 0,0 0 2 15,0 0 3-15,0 0-7 0,0 0-3 0,0 0 6 16,0 0 0-16,0 0 0 0,0 0 1 0,0 0-5 16,0 0-2-16,0 0 1 0,0 0-8 0,0 0-1 15,0 0-11-15,-4 26-2 0,4-26 0 0,0 0-29 16,0 0-58-16,0 0 25 0</inkml:trace>
  <inkml:trace contextRef="#ctx0" brushRef="#br0" timeOffset="-47176.11">12835 10449 5 0,'0'0'53'0,"0"0"4"15,0 0-5-15,0 0-2 0,0 0-6 16,0 0-4-16,0 0-6 0,0 0 2 0,0 0-5 16,0 0-3-16,0 0-4 0,0 0-3 0,0 0 2 15,0 0-3-15,0 0-4 0,0 0-4 0,-7-3-3 0,7 3 3 16,0 0 0-16,0 0-3 0,0 0 1 15,0 0-8-15,0 0 8 0,-10 0-1 0,10 0-2 16,0 0 1-16,0 0 6 0,0 0-7 0,0 0 4 16,0 0-7-16,0 0 4 0,0 0 1 0,0 0 2 0,0 0-2 15,-12-1-3-15,12 1 7 0,0 0-10 16,0 0-5-16,0 0 7 0,0 0 0 0,0 0 2 16,0 0-1-16,0 0-2 0,0 0 7 0,0 0-7 15,0 0-6-15,0 0 4 0,0 0 1 0,0 0 2 0,0 0-6 16,0 0 6-16,0 0-5 0,0 0-5 0,0 0 2 15,0 0 3-15,0 0-3 0,0 0 1 0,0 0 7 16,0 0-4-16,0 0 8 0,0 0-3 0,0 0-7 16,0 0 4-16,0 0 5 0,29 4-4 0,-29-4 1 15,10 0 2-15,-10 0 3 0,11 0-5 0,-11 0 9 16,12-2-5-16,-5 0 2 0,-7 2 3 0,13-3 0 16,-6 3 0-16,-7 0-3 0,11-3 4 0,-4 3-5 15,-7 0 1-15,10-3-2 0,-10 3 1 0,8-1 3 16,-8 1-7-16,0 0 2 0,9-3-7 0,-9 3 4 15,0 0 4-15,8-3-2 0,-8 3 5 0,0 0-8 16,10-2 0-16,-10 2 4 0,0 0-6 0,0 0 9 16,0 0-6-16,9-1 2 0,-9 1-9 0,0 0 5 15,0 0 5-15,0 0 0 0,0 0-10 0,0 0 5 16,0 0-4-16,0 0 12 0,0 0-9 0,0 0-1 16,0 0 1-16,0 0-2 0,0 0 3 0,0 0-10 15,0 0 2-15,7-1-4 0,-7 1 1 0,0 0 5 16,0 0-11-16,0 0 1 0,0 0-3 0,0 0 11 15,0 0 3-15,0 0-3 0,0 0-2 0,0 0 4 16,0 0-5-16,0 0 8 0,0 0-8 0,-22 11 5 16,22-11-1-16,-8 3 1 0,8-3-1 0,-11 3-8 15,5-1 4-15,6-2 10 0,-12 2-3 0,12-2-4 16,-9 3 4-16,3-2 0 0,6-1 1 0,-9 1 1 16,9-1 1-16,-12 0-15 0,12 0 15 0,-9 1 0 15,9-1-2-15,0 0 3 0,-6 2-1 0,6-2 1 0,0 0 0 16,0 0-2-16,0 0 7 0,0 0-10 15,0 0-5-15,0 0 7 0,-10 2 0 0,10-2-2 16,0 0-1-16,0 0 1 0,0 0-4 0,0 0 9 16,0 0 6-16,0 0-6 0,0 0-15 0,0 0 14 15,0 0 0-15,0 0 5 0,29-5-1 0,-29 5-10 0,10 0 7 16,-10 0-2-16,13-1-6 0,-13 1 2 16,9-1-1-16,-9 1-5 0,10 1-22 0,-10-1-4 15,8 1-13-15,-8-1-7 0,0 0-12 0,9 3-52 0,-9-3-129 16,6 1 58-16</inkml:trace>
  <inkml:trace contextRef="#ctx0" brushRef="#br0" timeOffset="-44547.68">13117 10379 52 0,'0'0'47'0,"0"0"-3"0,0 0-3 0,0 0-6 0,0 0-1 16,0 0-3-16,0 0-1 0,0 0-7 16,0 0 0-16,0 0-2 0,0 0-5 0,0 0-2 0,0 0 0 15,0 0 2-15,0 0-3 0,0 0 2 0,0 0 1 16,0 0-4-16,0 0-6 0,0 0 9 0,0 0-10 16,0 0 0-16,0 0-1 0,0 0 7 0,0 0-6 15,0 0-6-15,0 0 6 0,0 0-1 0,0 0 0 16,0 0 0-16,0 0 1 0,0 0-3 0,0 0-2 15,0 0-3-15,0 0 6 0,0 0 3 0,0 0-3 16,0 0 0-16,0 0 8 0,0 0-11 0,0 0 1 16,0 0 8-16,0 0-18 0,0 0 13 0,0 0-4 15,0 0 3-15,0 0 1 0,0 0-11 0,0 0 10 16,0 0-1-16,0 0 1 0,0 0 1 0,0 0-4 16,0 0 0-16,0 0-2 0,0 0 0 0,0 0 1 15,0 0-2-15,0 0 6 0,11 2 2 0,-11-2-3 16,0 0 2-16,0 0 1 0,0 0 3 0,0 0-3 15,0 0 3-15,0 0-4 0,0 0 8 0,0 0-1 16,0 0-4-16,0 0-2 0,0 0 4 0,0 0-8 16,0 0 1-16,0 0 2 0,10 1 3 0,-10-1-5 15,0 0 0-15,0 0 2 0,0 0 3 0,0 0-3 16,0 0-8-16,0 0 4 0,0 0 0 0,0 0-2 16,0 0-1-16,0 0 6 0,0 0-6 0,0 0 16 15,0 0-14-15,0 0 3 0,0 0-3 0,0 0 2 0,0 0-5 16,0 0 5-16,0 0-3 0,0 0-2 15,0 0 4-15,0 0 3 0,0 0 0 0,0 0 0 16,0 0 2-16,0 0-2 0,0 0-9 0,0 0 7 16,0 0-5-16,0 0 2 0,0 0-1 0,0 0 5 0,0 0-2 15,0 0 7-15,0 0-7 0,0 0-3 0,0 0 0 16,0 0 12-16,0 0-4 0,0 0 7 0,0 0-4 16,0 0-3-16,0 0-3 0,0 0 4 15,0 0 2-15,0 0-2 0,0 0-3 0,0 0-6 16,0 0 15-16,0 0-9 0,0 0 5 0,-25 2-10 0,25-2 5 15,0 0 0-15,0 0 6 0,0 0-5 0,-10 1 2 16,10-1 4-16,0 0 0 0,0 0-5 0,0 0 3 16,0 0-3-16,0 0-10 0,0 0 11 0,0 0 1 15,0 0-5-15,0 0 1 0,0 0-2 0,0 0-7 16,0 0 5-16,0 0-9 0,0 0 12 0,0 0-1 16,0 0 1-16,0 0 13 0,0 0-17 0,0 0 5 15,0 0-13-15,0 0 6 0,0 0 10 0,0 0-3 16,0 0-1-16,0 0-2 0,0 0-5 0,0 0 5 15,0 0 0-15,0 0 3 0,0 0-6 0,0 0 0 16,0 0 7-16,0 0-10 0,0 0-6 16,0 0 9-16,27-3 1 0,-27 3 1 0,0 0 10 0,0 0-6 15,0 0-3-15,0 0 3 0,0 0 3 0,12-1-8 16,-12 1-1-16,0 0 4 0,0 0 2 0,0 0-1 16,0 0-2-16,5 3-1 0,-5-3-2 0,0 0-2 15,0 0-2-15,0 0 7 0,0 0-9 0,0 0-2 16,0 0 6-16,0 0 2 0,0 0-6 0,0 0 7 15,0 0-9-15,0 0 5 0,0 0 1 0,0 0 0 16,0 0-1-16,0 0-2 0,0 0 8 0,0 0-1 16,-19 8 0-16,19-8-1 0,-8 0 1 0,8 0 1 15,0 0 3-15,-7 2-5 0,7-2 8 0,0 0-7 16,0 0 0-16,0 0-1 0,0 0 8 0,-8 2-9 16,8-2 3-16,0 0 7 0,0 0-3 0,0 0-4 15,0 0 0-15,0 0 0 0,0 0-2 0,0 0 4 16,0 0 0-16,0 0 0 0,0 0 2 0,0 0-7 15,0 0 4-15,0 0 0 0,0 0-4 0,0 0 9 16,0 0-6-16,0 0 2 0,0 0 0 0,0 0 0 16,0 0-3-16,0 0 0 0,0 0-7 0,0 0 7 15,0 0 5-15,0 0 1 0,0 0-7 0,0 0 0 16,0 0 7-16,0 0-19 0,0 0 18 0,0 0 5 16,0 0-5-16,0 0 9 0,0 0 2 0,0 0-3 15,0 0 4-15,0 0-13 0,0 0 8 0,0 0-11 16,0 0 8-16,0 0 1 0,0 0-7 0,0 0 0 0,0 0 10 15,0 0-9-15,0 0-1 0,0 0-6 16,0 0 6-16,0 0-3 0,0 0 2 0,0 0-1 16,0 0 11-16,0 0-6 0,0 0-1 0,0 0-3 15,0 0 9-15,0 0-4 0,0 0 4 0,0 0 6 0,0 0-15 16,0 0 16-16,0 0 2 0,0 0-4 0,0 0-2 16,0 0-3-16,0 0 1 0,0 0 1 15,0 0-3-15,0 0 3 0,0 0-2 0,0 0 2 0,0 0-11 16,0 0 8-16,0 0-3 0,0 0-5 0,0 0 5 15,0 0 1-15,0 0-7 0,0 0 5 0,0 0 0 16,0 0 2-16,0 0 2 0,0 0-7 0,0 0 5 16,0 0 9-16,0 0-12 0,0 0 0 0,0 0 3 15,0 0 5-15,0 0-6 0,0 0-1 0,0 0-1 16,0 0 10-16,0 0-7 0,0 0 8 0,0 0-2 16,0 0 5-16,0 0 7 0,0 0-1 0,0 0-3 15,0 0 5-15,0 0 0 0,0 0 2 0,21-9-5 16,-21 9-2-16,0 0-1 0,0 0-6 0,0 0-2 15,0 0-1-15,0 0 6 0,4-5-4 0,-4 5-1 16,0 0-10-16,0 0 6 0,0 0-3 0,6-5 0 16,-6 5 6-16,0 0-5 0,0 0-5 0,0 0 4 15,0 0-5-15,4-6 2 0,-4 6-10 0,0 0 11 16,0 0-3-16,0 0 0 0,0 0-2 0,5-6 6 16,-5 6 2-16,6 0-6 0,-6 0 4 0,0 0-4 15,0 0 1-15,9-4 1 0,-9 4-6 0,0 0 9 16,0 0-3-16,0 0-1 0,0 0 2 0,7-5 4 15,-7 5-15-15,0 0 9 0,0 0 0 0,0 0-2 0,0 0 7 16,0 0-4-16,0 0 2 0,0 0-5 0,0 0 4 16,0 0-6-16,0 0 1 0,0 0-1 0,0 0 3 15,0 0 1-15,0 0-4 0,0 0 2 0,0 0 2 16,0 0 1-16,0 0-4 0,0 0-13 16,0 0 17-16,0 0-4 0,0 0 5 0,0 0-3 0,-25 12 3 15,21-11-3-15,4-1 2 0,-12 4-4 0,12-4 3 16,-8 2 5-16,8-2-6 0,-5 3 4 0,5-3-4 15,0 0-2-15,-14 1 1 0,14-1 1 16,-8 2-4-16,8-2 5 0,0 0 1 0,-9 3-1 0,9-3-1 16,0 0 0-16,-5 2-11 0,5-2 28 0,0 0-21 15,0 0 5-15,0 0-1 0,0 0 3 0,0 0-9 16,0 0 6-16,0 0-6 0,0 0 1 0,0 0-3 16,0 0 4-16,0 0 7 0,0 0 1 0,0 0-5 15,0 0 6-15,36-5-1 0,-27 2-3 0,0 0 1 16,5 3 0-16,-6-3 4 0,1 0-6 0,1 3 3 15,-2-1 1-15,-8 1 3 0,15-1-6 0,-15 1-2 16,10-2-5-16,-10 2 11 0,9 0-4 0,-9 0 3 16,0 0-1-16,7 0 0 0,-7 0-3 0,0 0 0 15,0 0 0-15,0 0-7 0,0 0 6 0,0 0-7 16,0 0 10-16,0 0-3 0,0 0-4 0,0 0 5 16,-16 18-5-16,7-12-1 0,0-1 5 0,0 0 2 15,0-1 0-15,-2 1-2 0,2-2-4 0,0 3 7 16,0-4-1-16,0 1-1 0,4 2 1 0,1-3-6 15,4-2 7-15,-10 3-2 0,10-3-3 0,0 0 4 0,-8 4-8 16,8-4 15-16,0 0-8 0,0 0-3 16,0 0-2-16,-5 3 1 0,5-3-2 0,0 0 2 15,0 0-1-15,0 0 0 0,0 0 6 0,0 0 1 16,0 0-3-16,25-3 4 0,-25 3-9 0,11-1 6 0,-11 1-1 16,12-2-8-16,-12 2-8 0,11-1-7 15,-5-1-8-15,-6 2-26 0,14-1-24 0,-5 1-22 16,0 0-114-16,-9 0-235 0,14-1 105 0</inkml:trace>
  <inkml:trace contextRef="#ctx0" brushRef="#br0" timeOffset="-42989.74">3138 4169 53 0,'-9'-2'111'16,"9"2"5"-16,0 0-19 0,0 0-7 0,0 0-11 15,0 0-4-15,0 0-6 0,0 0-2 0,23-11-8 0,-10 7-4 16,5-3 0-16,9-4-4 0,1 1-12 15,0 1-6-15,0 3-7 0,-2-3-5 0,-7 4-23 16,3-1-11-16,-3 2-18 0,-1 1-9 0,0 0-19 16,-7 3-9-16,3-1-19 0,-2 1-46 0,-5 1-144 15,1 1 64-15</inkml:trace>
  <inkml:trace contextRef="#ctx0" brushRef="#br0" timeOffset="-42588.71">3301 4156 80 0,'0'0'91'15,"0"0"-4"-15,-2 11 14 0,2-1 4 0,2 2-9 16,-2 5 1-16,2 2-1 0,1 2-5 0,-1 4-6 16,0 0-8-16,1-1-8 0,0 1-7 0,-2 0-1 15,-1-6-6-15,0 2-15 0,3-3 16 0,-2-3-16 16,0 1 1-16,-1-5-8 0,0 2 1 0,-1-1-9 15,1-1 0-15,-1 1-1 0,1-12-2 0,-2 19-5 16,2-19-1-16,-3 16-4 0,1-8 0 0,-3-1-4 16,5-7-11-16,-7 12-6 0,1-7 6 0,6-5 1 15,-11 10-13-15,5-8 2 0,6-2-3 0,-9 5 3 16,9-5 0-16,-13 4 13 0,13-4-19 0,-14 0 8 16,14 0 0-16,0 0 9 0,-16-4-4 0,16 4 1 15,-10-3 1-15,10 3 8 0,0 0 7 0,0 0 4 16,-10-4 1-16,10 4-9 0,0 0 5 0,0 0-12 15,0 0 1-15,0 0 2 0,0 0-3 0,0 0-4 16,0 0 9-16,0 0-9 0,0 0 4 0,28-16-14 16,-10 14-17-16,-3-3-6 0,6 1-13 0,7-1-18 15,-9 1-15-15,8-2-7 0,-2-1-10 0,-3 4-1 16,-3-2-67-16,2 1-181 0,-2-2 80 0</inkml:trace>
  <inkml:trace contextRef="#ctx0" brushRef="#br0" timeOffset="-42333.65">3593 4414 115 0,'-6'-7'146'0,"6"7"-6"0,0 0-14 0,0 0-12 0,-4-6-10 16,4 6-14-16,0 0-8 0,0 0-12 16,0 0-6-16,0 0-3 0,0 0-5 0,0 0 3 15,-1 28 0-15,1-17-5 0,2-1-7 0,-2 3-2 16,2-1 0-16,-1 4-2 0,1 1-8 0,0 0 0 0,0-6 6 15,-2 6-13-15,3-4-2 0,-2 3-4 16,-1-6 2-16,3 2-3 0,-3 0 0 0,0 0-8 16,2-1-4-16,-1 1-11 0,2-2-12 0,-2 2-8 15,1-3-16-15,0 1-10 0,-2-4-34 0,3 6-15 16,-2-5-15-16,-1 0-15 0,0-7-83 0,0 14-226 16,-1-6 101-16</inkml:trace>
  <inkml:trace contextRef="#ctx0" brushRef="#br0" timeOffset="-42065.48">3600 4393 33 0,'0'0'120'0,"9"-5"-13"0,-9 5-5 0,9-1-11 15,-9 1-12-15,14 0-3 0,-14 0-4 0,11 2-5 16,-6 4-17-16,3-3 4 0,-4 3-7 0,0 0 0 16,-1-1 4-16,1 1 1 0,-4 4-11 0,2 0 1 15,-4-1-2-15,1 1-5 0,0 0 0 0,-4-1-6 16,1 1-4-16,-3 2-7 0,-2-2-17 0,0 3-20 16,2-3-23-16,0 0-32 0,0-1-16 0,0 1-92 15,1-3-197-15,1 2 88 0</inkml:trace>
  <inkml:trace contextRef="#ctx0" brushRef="#br0" timeOffset="-41656.44">3840 4513 4 0,'0'0'133'0,"2"7"-7"0,-2-7-9 15,3 11-8-15,-3-11-8 0,3 12-7 0,-3-12-7 16,0 12 0-16,0-12-2 0,1 9 0 16,-1-9-1-16,0 8-9 0,0-8-1 0,1 7-2 15,-1-7 5-15,0 0-7 0,0 0 1 0,0 0 5 0,0 12 5 16,0-12 1-16,0 0 1 0,0 0-8 0,0 0-7 16,0 0-9-16,0 0-6 0,0 0-6 15,0 0-1-15,0 0-6 0,-18-21-9 0,16 14-7 16,2-3-3-16,-2 0-4 0,4 1 5 0,-1-1-7 0,3-3-3 15,0 3-4-15,-1-2-1 0,4 2 0 16,-2 0-3-16,0-3-1 0,4 4-3 0,-1 0-1 16,-2 2 0-16,3 0 1 0,-1 2-2 0,-1 1 1 0,2 1-5 15,-2 1 3-15,-7 2-2 0,16 0 4 16,-8 1-4-16,0 2 2 0,-1 0-1 0,1 3-2 16,-3 0 4-16,3 2-3 0,-4 1 2 0,1 0-5 15,0 0-6-15,-3 1 0 0,1 1-18 0,-1 2-18 16,5-2-24-16,-7 3-44 0,4 1-23 0,-3-2-26 15,2 2-128-15,-5-2-319 0,6-3 142 0</inkml:trace>
  <inkml:trace contextRef="#ctx0" brushRef="#br0" timeOffset="-41051.82">4432 4339 140 0,'0'0'180'0,"0"0"-8"0,0 0-10 0,0 0-15 15,-6-12-6-15,6 12-9 0,0 0-10 0,0 0-10 16,0 0-9-16,0 0-11 0,0 0-2 0,0 0-17 15,0 0-4-15,0 0-2 0,0 0-11 0,0 0-6 16,0 0-4-16,0 0-4 0,0 0-1 0,0 0-6 16,0 0-1-16,0 0-9 0,0 0 3 0,0 0-6 15,0 0 3-15,0 0-7 0,0 0-2 0,0 0-1 16,0 0-3-16,3-7-2 0,-3 7-4 0,0 0 0 16,0 0-1-16,0 0-1 0,0 0 4 0,0 0-6 15,0 0-1-15,0 0-3 0,0 0 3 0,0 0-2 16,0 0-4-16,10 0-6 0,-10 0-3 0,8-2-3 15,-8 2-6-15,0 0-14 0,14-1-10 0,-14 1-12 16,0 0-8-16,10-1-18 0,-10 1-2 0,0 0-18 16,8 0-3-16,-8 0 0 0,0 0-2 0,0 0 9 15,9 2 5-15,-9-2 6 0,0 0 6 16,0 0 5-16,0 0 11 0,0 0 5 0,0 0 6 0,0 0 5 16,-15 14 9-16,15-14 5 0,-12 5 17 0,7-3 1 15,5-2 13-15,-12 2 7 0,6 0 11 0,6-2 1 16,-12 6 6-16,6-4 7 0,6-2 6 0,-11 4 1 15,11-4 19-15,-9 4 0 0,9-4 8 0,-7 0 2 16,7 0 0-16,0 0 0 0,-6 4-8 16,6-4-3-16,0 0-10 0,0 0 3 0,0 0-3 0,0 0 1 15,0 0-1-15,31-10-6 0,-19 8-1 0,5-3-2 16,1 0 0-16,0 2-10 0,1-2-1 0,-1 0-4 16,-1 1-18-16,-2 1-22 0,-2 2-19 15,0-2-27-15,-1 0-21 0,0 0-19 0,-1 2-96 16,-3 2-222-16,-8-1 99 0</inkml:trace>
  <inkml:trace contextRef="#ctx0" brushRef="#br0" timeOffset="-40875.72">4442 4464 23 0,'0'0'119'0,"0"0"-8"0,22-1-11 0,-11-1-9 16,7-2-15-16,2 0-21 0,1-1-47 0,4-2-29 0,-3 0-73 16,-3 2-101-16,0-1 44 0</inkml:trace>
  <inkml:trace contextRef="#ctx0" brushRef="#br0" timeOffset="-39170.63">3641 4950 55 0,'0'-10'109'0,"0"3"-9"0,0 7-1 16,0-12 5-16,0 12 0 0,0-8-11 0,0 8-5 16,-2-11-8-16,2 11-5 0,0 0-7 0,0-11-1 15,0 11-8-15,2-8-6 0,-2 8-8 0,0 0-4 16,0 0-9-16,0 0-6 0,0 0 1 0,0 0-12 16,0 0 2-16,0 0 3 0,0 0-6 0,6 28 5 15,-2-16 3-15,-2 7-10 0,1 5 4 0,-1 2-6 16,-2 0 3-16,4 1 0 0,-2-8-3 0,0 8 3 15,-1 0-2-15,1-3-3 0,-2-3-2 0,1-2-2 16,0 0-1-16,1 0 5 0,-1-1 2 0,0 1 0 16,0-6-4-16,1 3-3 0,-1-4 2 0,1 0-6 15,-2-1 8-15,0-11 0 0,0 15-5 0,3-8 2 16,-3-7 3-16,1 10-4 0,-1-10-2 0,0 0-17 16,0 14-3-16,0-14-18 0,0 0-11 0,-2 11-2 15,2-11-18-15,0 0-1 0,-5 11-8 0,5-11-11 16,-4 0-105-16,4 0-207 0,0 0 92 0</inkml:trace>
  <inkml:trace contextRef="#ctx0" brushRef="#br0" timeOffset="-38568.06">3605 5175 50 0,'0'0'109'0,"0"0"-21"0,0 0 7 0,0 0-15 16,0 0 3-16,0 0-20 0,0 0-5 0,0 0-4 15,0 0-5-15,0 0-2 0,0 0-2 0,0 0-9 16,0 0 7-16,0 0-5 0,0 0 1 0,0 0-3 16,8 22-8-16,-8-22 5 0,8 12-3 0,-4-3 0 15,-4-9-1-15,5 10-8 0,-5-10 3 0,5 10-13 16,-2-3 0-16,-3-7 3 0,3 11 4 0,-3-11 17 15,5 13-9-15,0-8-8 0,-5-5-2 0,5 13 7 16,-3-5-6-16,1 1 7 0,-3-9-15 16,5 15-3-16,-2-9 1 0,-2 3 3 0,-1-9-3 15,5 13 4-15,-5-13-4 0,10 14 0 0,-9-8 2 16,-1-6 1-16,4 16-3 0,-2-10-18 0,-2-6 15 0,6 9 2 16,-6-9 0-16,4 9-3 0,-4-9-5 0,4 8 7 15,-4-8-4-15,4 6 0 0,-4-6-2 0,0 0 4 16,5 8 2-16,-5-8 1 0,0 0-3 15,5 9-12-15,-5-9 14 0,0 0-3 0,0 0 3 16,0 0-2-16,6 6-1 0,-6-6 2 0,0 0 1 0,0 0 6 16,0 0-3-16,0 0 5 0,3 3 5 0,-3-3 11 15,0 0 5-15,0 0 0 0,0 0 3 16,0 0-9-16,0 0 4 0,0 0-9 0,10-22-1 16,-6 14-6-16,0-3 2 0,1 1-1 0,-3 0-3 15,1 0-8-15,1-1 5 0,0-1-2 0,-1 1-1 16,4-4 1-16,-4 3-1 0,1 2-2 0,-1 0-6 0,1 0-1 15,0 0 5-15,0 1 3 0,-2 0-4 0,1 2 0 16,0 0-2-16,-3 7 4 0,4-10 0 16,-4 10-5-16,1-6 2 0,-1 6-2 0,0 0 5 15,3-7-8-15,-3 7 1 0,0 0-10 0,3-6-12 16,-3 6-17-16,0 0-17 0,0 0-22 0,0 0-27 16,0 0-15-16,0 0-4 0,0 0-2 0,0 0-89 0,0 0-235 15,0 0 105-15</inkml:trace>
  <inkml:trace contextRef="#ctx0" brushRef="#br0" timeOffset="-36223.44">3108 5772 85 0,'0'0'92'0,"0"0"-3"0,-2-9-6 16,2 9 0-16,0 0-9 0,0 0 1 0,-2-7-3 15,2 7-1-15,0 0-10 0,0 0 3 0,0 0-19 16,0 0 2-16,0 0-3 0,-2-9 3 0,2 9-12 16,0 0 1-16,0 0-4 0,0 0 2 0,0 0-9 15,0 0 3-15,0 0-3 0,-2-6-5 0,2 6-1 16,0 0 3-16,0 0-4 0,0 0-11 15,0 0 6-15,0 0 3 0,-4-7 1 0,4 7-1 0,0 0 0 16,0 0-2-16,0 0-4 0,0 0-5 0,0 0 6 16,-7-6-2-16,7 6 0 0,0 0-4 0,0 0 4 15,0 0-4-15,-7-3-2 0,7 3-3 16,0 0-2-16,0 0 2 0,-8-3 4 0,8 3-2 0,0 0-1 16,0 0 0-16,-9-1 2 0,9 1-1 0,0 0 0 15,0 0-3-15,-14 4-2 0,14-4-2 0,-9 4 1 16,4 1 1-16,-1-2 1 0,1 2 1 15,0-1 3-15,0 1 0 0,-2 0-7 0,0 2 8 16,0 0-9-16,2 1 7 0,-1 0 3 0,-1-1-7 16,1 2-2-16,1-1 3 0,0 1 9 0,1 0-11 0,1-2 0 15,-1 1 8-15,0 2-2 0,2 0-8 0,-2-2 0 16,2 2-2-16,0-2 3 0,1 3 10 0,1-4-2 16,0 1-7-16,1 1-3 0,1-2 5 0,-1 3 1 15,4-4 3-15,-1 0-10 0,0-2 11 0,0 3-5 16,1-4-2-16,-5-3 9 0,9 9-7 15,-3-7-1-15,0 1 5 0,1-1 1 0,-1 1-2 0,1 0-4 16,-7-3 2-16,14 3 1 0,-8-2 3 0,0 1-13 16,-6-2-10-16,14 0-17 0,-14 0-24 15,15-4-10-15,-7 2-3 0,-1 2-12 0,2-3-96 0,-4-1-196 16,5-2 87-16</inkml:trace>
  <inkml:trace contextRef="#ctx0" brushRef="#br0" timeOffset="-35715.06">3186 5587 25 0,'0'0'89'15,"0"0"-9"-15,0 0-3 0,0 0-12 0,0 0-6 16,0 0 2-16,0 0 18 0,10 24-24 0,-5-7 4 16,-3 2-1-16,2 7-5 0,-1 0-3 0,3 0 7 15,2-1-12-15,-6 2 9 0,1-2-3 0,-2-6-20 16,3-2 2-16,-3 1-6 0,-1-6 0 0,2-2-3 16,-1 1 2-16,2 2-4 0,-2-6 3 0,-1-1-2 15,0-6-8-15,1 12 0 0,-1-12 7 0,1 9-9 16,-1-9-10-16,0 0 14 0,0 11-9 0,0-11 4 15,0 0 5-15,0 0 8 0,-1 8 0 0,1-8 9 16,0 0 2-16,0 0 10 0,0 0-3 0,0 0-8 16,0 0 1-16,0 0-14 0,0 0 6 0,0 0-9 15,0 0-14-15,0 0 1 0,9-23-3 0,-5 14-3 16,0-2-9-16,0 1 1 0,2-1-7 0,-1-1 4 16,4 3-3-16,-1-1 6 0,-2 2-1 0,1 3 2 15,0-4-2-15,1 4 10 0,-2 0-11 0,1 0-4 16,-2 3 3-16,3-1-2 0,-8 3 9 0,12 0-2 15,-12 0-1-15,10 3-3 0,-2-1 2 0,-3 2 5 16,0 0 0-16,0 0 0 0,-2 3 0 0,1-2-16 16,0 1 9-16,1 0-15 0,-3 1 1 0,2-2-7 15,-1 1-9-15,0 2-28 0,0-2 0 0,2-1-24 16,-2 1-10-16,2-1-78 0,-1 1-194 0,1-2 85 0</inkml:trace>
  <inkml:trace contextRef="#ctx0" brushRef="#br0" timeOffset="-35118.39">3572 5724 40 0,'0'0'104'16,"0"0"-13"-16,0 0-1 0,0 0 5 0,-16 13-8 15,11-7-12-15,1 4 1 0,0 0-14 0,1 1-3 16,1 0 0-16,0 1-8 0,0-1-3 0,1-1-6 15,1-10-10-15,1 20 0 0,1-13-3 0,-2-7-4 16,2 12-4-16,1-5 6 0,-3-7-7 0,5 9 0 16,-5-9 3-16,6 6-7 0,-6-6-5 0,8 6-1 15,-8-6-3-15,9 2-12 0,-9-2 16 0,0 0-5 16,12 1-2-16,-12-1 7 0,0 0-4 0,0 0 2 16,12-7-18-16,-12 7 2 0,4-8 3 0,-4 8-4 15,3-12 8-15,-3 12-5 0,0 0-3 0,0-16 9 16,0 16-4-16,0-13 4 0,0 13 0 0,0-11 2 15,0 11-2-15,0-10-9 0,0 10 13 0,-2-9-16 16,2 9 6-16,0 0 7 0,0 0-7 0,0 0 3 16,2-9 1-16,-2 9-6 0,0 0 8 0,0 0-4 15,0 0 2-15,0 0-4 0,0 0 0 0,0 0-1 16,0 0 13-16,14 21-10 0,-14-21-2 0,9 7 11 16,-9-7-8-16,7 7-2 0,-7-7 5 0,8 5-1 15,-8-5 1-15,8 5 0 0,-8-5 6 0,0 0-7 16,11 4 0-16,-11-4 12 0,7 1-13 0,-7-1 2 15,0 0-1-15,0 0 1 0,0 0 3 0,0 0 0 16,11-5 3-16,-11 5-4 0,0 0-1 0,4-14 3 16,-2 9-1-16,-2 5-7 0,4-9 1 0,-3 3-2 15,2 1 5-15,0-2 2 0,-3 7 0 0,5-10-1 16,-5 10-22-16,4-9 24 0,-4 9-9 0,2-6 5 16,-2 6-7-16,0 0 2 0,4-6 0 0,-4 6-5 15,0 0 7-15,0 0-2 0,0 0-3 0,0 0-1 16,0 0 12-16,0 0 0 0,0 0-4 0,18 18-4 15,-18-18-4-15,5 10 4 0,0-3-10 16,-5-7-14-16,5 15-12 0,-2-8-4 0,-3-7-11 0,5 13-14 16,-3-7-20-16,2-1-48 0,0-1-149 0,-4-4 67 15</inkml:trace>
  <inkml:trace contextRef="#ctx0" brushRef="#br0" timeOffset="-34771.52">3877 5707 43 0,'-8'-6'117'0,"8"6"-9"0,0 0-10 15,-11-2-14-15,11 2-14 0,0 0-6 0,0 0-2 16,-19 12-3-16,19-12-13 0,-8 7 0 16,8-7-3-16,-4 10-12 0,4-10 4 0,-1 10-4 15,1-10-8-15,1 12 2 0,-1-12-1 0,0 0-9 0,5 13-17 16,-5-13 4-16,7 7-4 0,-7-7 3 0,0 0-7 15,10 4 12-15,-10-4 15 0,0 0-22 0,0 0 2 16,11 0-2-16,-11 0 5 0,0 0 2 16,0 0 2-16,0 0-2 0,0 0-3 0,0 0 6 15,8-11 8-15,-8 11-5 0,0 0 6 0,0 0-5 16,0-13 8-16,0 13-5 0,0 0 2 0,0 0-10 16,0 0 9-16,0 0-10 0,0 0-1 0,0 0-2 15,0 0 3-15,0 0-9 0,0 0-4 0,0 0 6 16,0 0 4-16,14 24-1 0,-7-9 5 0,-1 1 5 0,3 0-4 15,-4 4-2-15,4 5 5 0,-5-6 6 16,3 7-13-16,-2-8 10 0</inkml:trace>
  <inkml:trace contextRef="#ctx0" brushRef="#br0">3904 6181 655 0,'-5'-2'61'0,"-3"1"-203"0,4-2 399 0,-1 1-507 0,0-5 67 0,5 7 245 16,-8-22-6-16,2 6-91 0,3-1 48 0,2 1-38 15</inkml:trace>
  <inkml:trace contextRef="#ctx0" brushRef="#br0" timeOffset="-34436.03">3987 5642 837 0,'7'-8'43'16,"-5"2"-110"-16,2-1 70 0,-1 3-36 16,-1-1 48-16,-1 2-19 0,-1-1 5 0,0 4 6 0,0 0 7 15,0 0 2-15,0 0-1 0,0 0-1 0,0 0 2 16,3-14-1-16,-3 14-2 0,0 0-1 0,0 0 3 15,0 0-10-15,0 0 8 0,0 0-1 0,-20 13-9 16,14-8 11-16,1 0-6 0,-3 4-2 0,3-1 3 16,1-2-3-16,3 3 0 0,-4 0 0 0,1 0-3 15,3-3-1-15,1 3 2 0,1 0 2 0,0 2-2 16,1-4-4-16,0 2 1 0,3 1-14 0,-2-1-6 16,1 0 4-16,1-1-30 0,-1 0-15 0,3 0-13 15,0-2-64-15,-2 0-146 0,-3-2 65 0</inkml:trace>
  <inkml:trace contextRef="#ctx0" brushRef="#br0" timeOffset="-33314.28">3899 5725 53 0,'0'0'101'0,"0"0"-5"15,-9-5-10-15,9 5-10 0,0 0-17 0,0 0 0 16,0 0-9-16,-14 7-8 0,10 0-4 16,0 2 5-16,-2 1-15 0,3 0-3 0,1-1 4 15,-1 1-11-15,0-1 1 0,2 1-7 0,1-2 1 16,1-1-2-16,1 0-1 0,-2-7-7 0,4 12-9 0,-3-7 16 16,-1-5-10-16,4 7 2 0,1-4-4 0,-5-3-1 15,5 4 1-15,-5-4-7 0,6 2-1 0,-6-2 4 16,0 0 8-16,0 0-10 0,12-9-2 15,-12 9-3-15,2-9 4 0,1 4 7 0,-3 5-2 16,0-12 5-16,2 6-3 0,-2 6 9 0,0-13-1 16,0 13 14-16,-2-13-16 0,2 13 9 0,-1-10 4 0,1 10 9 15,-2-11-7-15,2 11 3 0,0 0-10 16,-1-7 4-16,1 7-12 0,0 0 6 0,0 0-5 16,0 0-1-16,0 0-2 0,0 0 3 0,0 0 0 15,0 0-2-15,13 25-4 0,-9-14 4 0,-1 1-5 16,1 3 10-16,2 3-3 0,-1 1 1 0,0-1 1 0,-2 2-3 15,1-1-10-15,0 5 9 0,-1-3 8 16,1-2-13-16,-2 0 2 0,1 0 0 0,-1 2 4 16,2-2 0-16,-3-2-3 0,0 1 1 0,-1-2 4 15,-1 1 1-15,0-1-11 0,1-6-1 0,-1 0-14 16,-2 0 11-16,2-2-12 0,0-1 3 0,-2 0-5 16,3-7 2-16,-4 13-5 0,0-9 7 0,-1 0-1 0,5-4-1 15,-10 2 6-15,10-2-2 0,-14-5-8 0,8 2 11 16,-2-3 2-16,-1-4 11 0,0-3 0 15,0 0 2-15,3-2 2 0,-1-1 4 0,5-3-6 16,-1 0 8-16,2 1 29 0,1-7-17 0,1 0 13 16,2 6-14-16,1-6-10 0,3-2 4 0,1 3-7 0,-2 5 12 15,5-4-2-15,-4 5-4 0,1-2-3 0,0 3-5 16,-1-2-1-16,2 3 0 0,-1 0 11 16,0 1-13-16,-2 0 7 0,-1 3-7 0,0 1 6 15,0 0-5-15,0-1 4 0,-2 2-7 0,0 0 3 16,-1 1 10-16,-1 3 0 0,-1 6-1 0,0-11-1 15,0 11 6-15,0-10 1 0,0 10-3 0,0 0-12 16,-5-7 6-16,5 7-10 0,0 0 4 0,-11 0-3 16,11 0-3-16,0 0 4 0,-18 5-2 0,15-1-4 15,-2 2 5-15,0-1-4 0,-1 3 6 0,1 0-8 16,1 4-3-16,-1-3 2 0,2 2-11 0,2-1-6 16,1 3-8-16,0-1-21 0,4-1-10 0,0 0-17 0,3 1-78 15,-2 0-169-15,2-3 75 0</inkml:trace>
  <inkml:trace contextRef="#ctx0" brushRef="#br0" timeOffset="-32913.82">3151 6474 37 0,'-9'8'112'0,"5"-2"-19"0,-2 2-6 16,-2 2-9-16,4 1-5 0,-1 3-21 16,0-2 9-16,1 4-18 0,0 1 5 0,2-1-8 15,1 1-3-15,1-4-6 0,1 0 6 0,1-1-9 16,1 0-7-16,1-1-4 0,2-3 4 0,2-1 3 16,0 0-11-16,-1 0 0 0,4-4 0 0,1 0-25 15,1-3-18-15,5 1-5 0,0-3-5 0,1-3-9 16,-1-1-8-16,0-2-10 0,2 1-49 0,5-7-123 15,-8 5 54-15</inkml:trace>
  <inkml:trace contextRef="#ctx0" brushRef="#br0" timeOffset="-31956.94">3400 6599 278 0,'12'-13'-16'0,"-5"3"0"16,2-3 15-16,-2 3 9 0,-2 0-2 0,-4 1 8 15,2-1 7-15,-3 1 11 0,0 3 14 0,0 6-1 16,-4-13-3-16,1 9 4 0,3 4 5 0,-9-6-11 16,6 1 5-16,3 5-5 0,-12-2-8 0,12 2 10 15,0 0-4-15,-18 7 2 0,10 0-4 0,1 0 12 16,0 3-12-16,-1-2-4 0,1 2-5 0,1 0-9 15,0-1 3-15,4-1-2 0,-2 2-4 0,3-1 0 16,1-1-2-16,0-8 0 0,4 11-8 0,-3-4 3 16,-1-7-7-16,5 6-10 0,-1-2 6 0,-4-4-8 15,9 5 4-15,-3-5 1 0,-6 0 9 0,13 2-19 16,-13-2-1-16,13-3-12 0,-8 0 5 0,3 0 4 16,-3 0-1-16,0-2-1 0,0 0 4 0,-5 5-3 15,6-11 10-15,-3 6 1 0,2-1 5 0,-4 0 1 16,2-1 15-16,-3 7-4 0,1-10-3 0,-1 10 6 15,1-12-2-15,1 8-3 0,-2 4 11 0,0 0-3 16,0-10 17-16,0 10-10 0,0 0-2 0,0 0-2 16,0-9 2-16,0 9-8 0,0 0-2 0,0 0 4 15,0 0-10-15,0 0 7 0,0 0-3 0,10 16-5 16,-10-16-2-16,6 11 12 0,-3-6-11 0,2 0 6 16,0 0-6-16,-1 1 3 0,1-2-5 0,-1-1 0 15,1 1 2-15,-5-4-4 0,13 6 8 0,-8-4-3 16,-5-2 4-16,11 1 0 0,-3-1 3 0,-8 0-9 15,14-2-5-15,-14 2 13 0,13-4-16 0,-4 1 5 16,-3-1-2-16,-1 1 2 0,1-3 3 0,0-1-5 16,-1-1-8-16,-1 2 9 0,0-2 5 0,-3 1-3 15,1-3 7-15,0 3-5 0,-1-4 9 0,-1 11-3 16,-3-14 4-16,2 9-10 0,0-4 11 0,1 9-8 16,-3-13 23-16,2 8-15 0,1 5 10 0,-3-10-11 15,3 10-4-15,-1-7-7 0,1 7 0 0,0 0 3 16,0-10 1-16,0 10-8 0,0 0 11 0,0 0-18 15,0 0 16-15,0 0-8 0,13 1 6 0,-13-1 0 16,10 10-1-16,-2-5-6 0,0 2 2 0,-3 3 8 16,0-3-2-16,0 2-1 0,2 1 8 0,0-1-13 15,-2-1 10-15,-1 1-11 0,1-1 8 0,-1-2-2 16,1 0 4-16,-3-1 0 0,2 1 0 0,-4-6-8 16,8 6 2-16,-5-2-1 0,-3-4 0 0,5 4 0 15,-5-4 1-15,6 5 16 0,-6-5-13 0,0 0 8 16,0 0-11-16,0 0 7 0,0 0-1 0,0 0-1 15,12-12-3-15,-11 6 4 0,-1 6 10 0,2-13 2 16,1 6-1-16,-2-1-5 0,1-1 1 0,0-2 9 16,-1 4-14-16,1-4 8 0,-2 4-7 0,0 7-3 15,1-12 1-15,0 6 0 0,-1 6 2 0,3-9 2 16,-3 9-14-16,0 0 5 0,2-10-5 0,-2 10 1 16,0 0-2-16,0 0 0 0,0 0 5 0,0 0-12 0,0 0 8 15,0 0 3-15,14 11 6 0,-11-6-4 16,1 2-2-16,0-2-1 0,-2 2 2 0,2-2-6 15,0 2 6-15,0-3-6 0,0 1 9 0,-1 0-6 16,1-1 6-16,-4-4 1 0,9 8-5 0,-5-4-1 16,1-2 3-16,-5-2 0 0,10 3 3 0,-6-1 0 15,-4-2-1-15,12 2-5 0,-12-2 3 0,0 0 7 16,10-5-2-16,-10 5 3 0,6-4-6 0,-6 4 6 16,4-8-5-16,-4 8 3 0,1-11-6 0,-1 11 1 15,0-11 5-15,0 4-3 0,0 7 0 0,0-11 7 16,0 11 8-16,-2-9-8 0,2 9 10 0,-1-9-4 15,1 9 4-15,0 0-5 0,-2-7-4 0,2 7 5 16,0 0-2-16,0 0-10 0,0 0-7 0,0 0 4 16,0 0-5-16,0 0 5 0,0 0-1 0,0 0-21 15,0 0 0-15,0 0-13 0,0 31-28 0,2-23-3 16,-1 0-14-16,0 0-24 0,0 1-6 0,1-2-78 16,0 2-201-16,-2-3 90 0</inkml:trace>
  <inkml:trace contextRef="#ctx0" brushRef="#br0" timeOffset="-31760.16">3817 6305 73 0,'-4'-9'54'16,"4"9"-14"-16,0 0-5 0,0 0-12 0,0 0-4 15,0 0-7-15,0 0 2 0,0 0-18 0,28 15-3 16,-20-7-15-16,1-2-18 0,0 4-43 0,-3-2 19 16</inkml:trace>
  <inkml:trace contextRef="#ctx0" brushRef="#br0" timeOffset="-31361.42">4002 6399 62 0,'0'0'104'0,"3"-10"-28"0,-3 10 5 0,1-11 3 16,0 5 1-16,-1 6-7 0,-2-12-7 0,2 12 3 16,-2-10-2-16,2 10 2 0,-3-7-12 0,3 7 1 15,-3-7-5-15,3 7-7 0,0 0-12 0,0 0-5 16,-4-7-3-16,4 7-5 0,0 0-2 0,0 0-5 16,0 0 0-16,-6 20-2 0,5-10 4 0,1-1-12 15,-2 2 7-15,2-1-5 0,0 0-1 0,2-3-4 16,1 2-1-16,-1-3 4 0,0 0-6 0,2 1 6 15,0-4-4-15,-4-3 3 0,9 5-6 0,-3-2-2 16,2-1 2-16,-8-2 5 0,13-1-1 0,-6-1-6 16,4-1 5-16,-1-3-4 0,-1 3 4 0,1-2 3 15,-1-1-6-15,0 0 1 0,1-1-3 0,-4-1 3 16,2 1-5-16,-1 0 1 0,-4 1-2 0,4-1 0 16,-3 0 1-16,2 0 5 0,-2 1 1 0,0-1-19 15,-2 2 15-15,2 0 0 0,-4 5-1 0,5-8 0 16,-5 8-5-16,5-3 6 0,-5 3 0 0,0 0 2 15,7-3-10-15,-7 3 5 0,0 0 5 0,10 6-4 16,-10-6-3-16,6 9-10 0,-1-4-8 0,-2-1-14 16,-3-4-15-16,4 10-31 0,0-6-20 0,-4-4-82 15,3 7-199-15,-3-7 88 0</inkml:trace>
  <inkml:trace contextRef="#ctx0" brushRef="#br0" timeOffset="-30261.19">3954 4834 99 0,'-2'-9'93'16,"2"9"-2"-16,0 0-14 0,0 0 5 0,0 0-13 16,-3-8 5-16,3 8-9 0,0 0-3 0,0 0-3 15,-2-9-12-15,2 9-7 0,0 0-5 0,0 0 1 0,0 0-3 16,0 0-3-16,-1-10-7 0,1 10 0 15,-1-9 6-15,1 9-20 0,0 0 1 0,0 0-4 16,2-10 1-16,-2 10 3 0,0 0-5 0,2-9 4 16,-2 9-5-16,0 0-2 0,0 0-9 0,0 0 8 15,0-7 3-15,0 7 4 0,0 0-7 0,0 0 9 16,0 0-5-16,0 0 1 0,0 0 1 0,0 0 3 16,-2-10-9-16,2 10 0 0,0 0 13 0,0 0-9 15,0 0 4-15,0 0-4 0,0 0 7 0,0 0-3 16,0 0-3-16,0 0 9 0,-4-6-5 0,4 6 7 15,0 0-9-15,0 0 4 0,0 0-1 0,0 0-3 16,0 0-11-16,0 0 3 0,0 0 1 0,0 0 10 16,0 0-10-16,0 0 1 0,21 4-5 0,-11 0 8 15,2-3-2-15,4 3-6 0,5 1 8 0,-2 0-5 16,8-1 1-16,-7-1-3 0,9 3-3 0,-2-1 8 16,-7 0 3-16,1 1 0 0,5 3 5 0,-7-2-7 15,0-1 2-15,1 3 0 0,-3 0 3 0,1-1-3 0,-2 4 0 16,0-2-4-16,-1 1 7 0,1 1-5 15,-1 0 1-15,-1-1-8 0,-1-1 5 0,-3-1 3 16,0-1 5-16,2 0-7 0,-2-1-5 0,0 0 7 16,-1 0-1-16,3-1 1 0,-5-1-3 0,2 1 2 15,-3-2-4-15,0-1 4 0,0-2-5 0,-1 3 0 16,-5-4-1-16,9 5 4 0,-5-3-4 0,-4-2 12 0,7 5-9 16,-7-5 5-16,6 5 5 0,-6-5-22 0,0 0 17 15,5 2-4-15,-5-2-3 0,0 0 11 16,0 0-8-16,0 0 9 0,6 2 3 0,-6-2 3 15,0 0 0-15,0 0 0 0,0 0-3 0,0 0 6 16,0 0-3-16,0 0-1 0,0 0 1 0,0 0 0 16,0 0-3-16,0 0 0 0,0 0 1 0,0 0-1 15,0 0-3-15,0 0-14 0,0 0 12 0,0 0-2 16,0 0 1-16,-26 2-7 0,18 4 13 0,-7 2-11 16,2 5 1-16,-4-3-3 0,4 3 1 0,1-2-4 15,-4 3-6-15,6-6-5 0,-5 3-5 0,5 0-10 16,0-2-17-16,3-2-6 0,-1-1-8 0,4 1-9 15,4-7-10-15,-6 12-17 0,6-12-8 0,-3 9-7 16,2-5 1-16,1-4-56 0,0 0-179 0,0 0 79 16</inkml:trace>
  <inkml:trace contextRef="#ctx0" brushRef="#br0" timeOffset="-30046.36">4494 4913 118 0,'-9'-9'146'0,"-1"0"-16"0,-1-3-4 0,-1 2 4 16,2 3-1-16,1 0-3 0,1 1-13 0,1-1-14 15,0 4 0-15,7 3-17 0,-9-7-9 0,5 5-11 16,4 2-18-16,-5-6-21 0,5 6-24 0,0 0-29 16,0 0-29-16,-2-7-11 0,2 7-3 0,0 0-21 15,0 0-22-15,0 0-61 0,0 0-190 0,24 10 84 16</inkml:trace>
  <inkml:trace contextRef="#ctx0" brushRef="#br0" timeOffset="-29530.02">4787 5338 139 0,'0'0'166'0,"-4"-6"-13"15,4 6-19-15,0 0-14 0,-2-8-13 0,2 8-14 16,0 0-10-16,0 0-9 0,0 0-3 0,0 0 1 16,0 0 0-16,7 26-10 0,-2-16-4 0,-2 2-7 15,2 0-5-15,-1 0-2 0,0 5-13 0,1-2 8 16,-1 1-4-16,1 0-4 0,-3-6-4 0,3 7-5 16,-2-5 2-16,-1 0-7 0,2-2 0 0,2 3-15 15,-5-4-6-15,3 1-22 0,-2 1-15 0,1-1-20 16,-1-1-23-16,-1 1-8 0,2-1-15 0,0-2-18 15,-2-1-84-15,-1-6-225 0,0 10 99 0</inkml:trace>
  <inkml:trace contextRef="#ctx0" brushRef="#br0" timeOffset="-29077.09">4818 5436 64 0,'11'-7'77'0,"3"1"-11"0,3-2 2 0,-4 3-10 16,4 0-3-16,-5 1-4 0,1 1-2 0,3-4 6 15,-3 5-12-15,-3 1-9 0,-1 2 2 0,-1-1-4 16,1 2-1-16,-1-1-1 0,-2 2-5 0,0 0 11 16,-2 1-7-16,1 2 2 0,0 1-7 0,-1-1 5 15,1 2-2-15,-2-1-8 0,0-1-5 0,0-1 19 16,-1 1-16-16,3 0-4 0,-5-6 0 0,7 7 1 15,-4-4-9-15,-3-3 8 0,4 5 8 0,-4-5-2 16,6 3 3-16,-6-3-5 0,0 0-11 0,14-7 17 16,-7 3-4-16,-1 1 1 0,3-4 5 0,0 1-10 15,-4 1 4-15,3-2 1 0,-1 1 3 0,-2-1-2 16,0 0-3-16,1-1 6 0,-4-1-6 0,1 3 7 16,-1 0 1-16,1 1 5 0,-3 5-5 0,5-7-4 15,-5 7 5-15,3-7-7 0,-3 7-2 0,3-5-1 16,-3 5-6-16,0 0-3 0,0 0-3 0,4-6-1 15,-4 6 1-15,0 0-3 0,0 0-1 0,0 0 4 16,9 20 2-16,-8-13-7 0,1 3 5 0,0 0-6 16,1 1 5-16,-1-1 2 0,1 0-7 0,2 3 6 15,-3-2-4-15,1 1-14 0,1-2-7 0,0 2-20 16,1-1-28-16,-1 1-20 0,1-1-14 0,1-2-17 16,-1 2-90-16,-1-3-225 0,-1-2 99 0</inkml:trace>
  <inkml:trace contextRef="#ctx0" brushRef="#br0" timeOffset="-28803.15">5257 5260 65 0,'0'0'177'0,"0"0"-27"0,-2-8-20 0,2 8-11 15,0 0-14-15,0 0-15 0,0 0-8 0,0 0 0 16,0 0-8-16,0 0-8 0,11 27-4 0,-6-11-3 16,0-2-8-16,2 4-2 0,-1-2-3 0,-1 2-6 15,2 0-4-15,-2 1-2 0,-1-2-4 0,2 2-3 16,0-3-6-16,-2 0-9 0,1 0-15 0,-2-5-25 16,1-2-17-16,0 3-7 0,1-2-6 0,-2 0-23 15,-1-1-16-15,-1 0-18 0,-1-2-73 0,0-7-204 16,0 11 90-16</inkml:trace>
  <inkml:trace contextRef="#ctx0" brushRef="#br0" timeOffset="-28410.2">5352 5321 31 0,'0'0'90'0,"9"-4"-5"0,-9 4-16 16,9 1-3-16,-9-1 1 0,10 6-13 0,-6-1-2 15,1 2-9-15,-1 3-4 0,-2-3 0 0,0 5-7 16,-2-1-8-16,0-1-4 0,-2 0 6 0,0 1 2 16,0-1-19-16,2-4 8 0,0-6-8 0,-2 8-1 15,2-8-2-15,-1 10-2 0,1-10 7 0,0 0-7 16,0 6-2-16,0-6-11 0,0 0 19 0,0 0-7 16,0 0-6-16,0 0-6 0,0 0 1 0,0 0 4 15,20-15 3-15,-12 8 1 0,-2-4-14 0,2 3-8 16,-3-2 10-16,2 0 6 0,1 0-5 0,-3 0 5 15,1-1-4-15,-4 3 18 0,-1-2-17 0,-1 1 9 16,0 9 4-16,-1-14 2 0,1 14 10 0,-1-9 3 16,1 9 1-16,-1-9-3 0,1 9 7 0,-4-7-1 15,4 7 5-15,0 0-11 0,0 0-4 0,0 0-1 16,0 0 3-16,-17 16-10 0,12-7 10 0,2 2-4 16,2 0-13-16,0 1 6 0,0 1 2 0,-1-1-8 15,4 1 5-15,-1 1-17 0,1-3-18 0,1-1-8 16,3 1-15-16,-1 0-21 0,0-4-53 0,-1-1-138 15,0 1 61-15</inkml:trace>
  <inkml:trace contextRef="#ctx0" brushRef="#br0" timeOffset="-27856.65">5632 5299 71 0,'0'0'92'0,"0"0"-17"16,0 0 5-16,10 16 4 0,-10-16-16 0,5 6-10 15,-5-6-6-15,8 6 7 0,-5-4-13 16,-3-2-18-16,8 2 15 0,-8-2-8 0,9 3 1 0,-9-3-9 16,0 0 5-16,14-3-1 0,-14 3-9 0,8-4-10 15,-8 4 7-15,8-6-10 0,-8 6 4 0,2-7-3 16,-2 7-5-16,1-12 1 0,-1 12-1 15,-1-10 3-15,1 1 0 0,0 9-1 0,-4-13 5 16,2 7 0-16,-1-1 12 0,1 1 0 0,2 6-6 16,-7-11 8-16,5 8-7 0,2 3 8 0,-3-8-3 0,3 8-1 15,0 0-9-15,-6-8-4 0,6 8-6 0,0 0 6 16,0 0-3-16,0 0-2 0,0 0 2 0,0 0-1 16,0 0-9-16,0 0 7 0,0 0-1 0,24 0-3 15,-16 0-1-15,4 0 2 0,-1-3 5 0,3 0-6 16,-3 1 0-16,1-2 3 0,2 0 4 0,-3 1-9 15,-2 0 2-15,3-4-2 0,-3 2 2 0,-2 0-6 16,0 0-4-16,-2-2 7 0,0 3 16 0,-3-1 1 16,-2 5 3-16,4-11 14 0,-2 6-3 15,-2 5 1-15,1-8 1 0,-1 8 5 0,0-10 4 16,0 10-5-16,0 0 0 0,1-8-2 0,-1 8-6 0,0 0-5 16,0 0-3-16,0 0-2 0,0 0-4 0,0 0-6 15,0 0 0-15,0 0 0 0,3 24 2 0,-3-8 2 16,0 3 0-16,1-1 1 0,-1 7 3 0,-1 4-8 15,1-3 4-15,1 3-3 0,0-3 4 0,1 2-7 16,0-3 0-16,1-1-9 0,-1-4-29 16,2-2-26-16,-3 2-27 0,4-4-24 0,-2 3-34 0,-3-4-90 15,1 2-256-15,-1-5 114 0</inkml:trace>
  <inkml:trace contextRef="#ctx0" brushRef="#br0" timeOffset="-27680.38">5931 5350 32 0,'9'-4'66'0,"0"-1"-15"0,2 1-12 0,-2 1-23 15,-1 3-28-15,-1 0-20 0,-7 0-35 0,13 0 15 16</inkml:trace>
  <inkml:trace contextRef="#ctx0" brushRef="#br0" timeOffset="-26801.03">5202 5888 140 0,'0'0'178'0,"-2"-7"-22"0,2 7-14 16,0 0-12-16,0 0-15 0,-6-5-9 0,6 5-14 15,0 0-17-15,0 0-2 0,0 0-4 0,-15 12-12 16,10-5-3-16,-1 3-6 0,-1-1-2 0,1 2-3 16,1-2-12-16,1 4 5 0,1-3-18 0,1 0-4 15,3 1 1-15,0-3-1 0,1-1-5 0,0 1-5 16,1 0 0-16,0-3-3 0,0 1 8 0,2-1-6 16,2 4-2-16,-1-5 2 0,-1-1 1 0,2 0-4 0,0-1-1 15,0 1 6-15,-7-3-5 0,11 5 2 16,-6-3 2-16,2 1-5 0,-4 1 5 0,-3-4-5 15,6 5 0-15,-6-5 0 0,3 7 0 0,-3-7 0 16,4 7 1-16,-4-7 0 0,-1 7-2 0,1-7 6 16,0 0-3-16,-6 13 3 0,3-7-3 0,-2-1 3 15,0 0 0-15,0 1-6 0,0-1 0 0,5-5-8 16,-8 9-7-16,4-6-5 0,4-3-15 0,-9 8-3 16,7-5-21-16,2-3-8 0,-5 5-10 0,5-5-7 15,-6 4-8-15,6-4-11 0,0 0-1 0,-5 6-58 0,5-6-178 16,0 0 78-16</inkml:trace>
  <inkml:trace contextRef="#ctx0" brushRef="#br0" timeOffset="-25764.25">5233 5972 22 0,'0'0'78'0,"0"0"3"0,0 0-5 0,0 0-5 0,9 28-7 15,-6-18 5-15,-2 4 0 0,1 1-5 0,2 5-8 16,-1-5-11-16,-2 2 2 0,3-2-1 0,-3-3-10 16,-1 2 4-16,1-2 2 0,-1-2-11 0,2-3-4 15,-1 4-4-15,-1-11 5 0,1 11-2 0,0-6 8 16,-1-5 7-16,0 0 16 0,2 7 15 0,-2-7 9 15,0 0 6-15,0 0-8 0,0 0-10 0,0 0-9 16,0 0-9-16,0 0 1 0,0 0-3 0,0 0-8 16,-17-20 3-16,12 14-7 0,3-6-7 0,-1 2 3 15,2 0-5-15,-2 1-5 0,2-4-2 0,1 0-4 16,-2 2 2-16,4-5-5 0,-1 1-5 0,-2-2-9 16,5 1 1-16,0 4 1 0,-1 2-4 0,2-2 0 15,2 2 0-15,-2 0 5 0,0 4-4 0,0-2-5 16,0 2 0-16,5 0 3 0,-2 1-2 0,0 3-8 15,-2-1 2-15,6 0 7 0,-5 3 0 0,-7 0 4 16,17 2-1-16,-11 2-7 0,3-1 0 0,0 4 4 16,0 0-1-16,0 1 0 0,-1-1 4 0,-2 0-11 15,0 2 7-15,-2-5 0 0,0 3 5 0,0-3-3 16,0 1 4-16,-4-5-3 0,3 9 3 0,-3-9 0 16,2 8 1-16,-2-8 0 0,0 0 2 0,1 6 4 15,-1-6-9-15,0 0 2 0,0 0-1 0,0 0 6 16,0 0-3-16,0 0-5 0,0 0-6 0,0 0-3 15,-20-11 4-15,20 11 2 0,-3-10-10 0,2 3 3 16,1-3-8-16,1 0 0 0,0-3-15 0,5-3 9 16,0 2 0-16,-1 3 5 0,-1 0-2 0,4 0 7 15,-2 1-5-15,0 2-2 0,1-2 5 0,3 5 2 16,-5 0-2-16,2 2 0 0,-2 0-1 0,-5 3 1 16,14 0 7-16,-14 0-3 0,14 7-6 0,-8-1 14 15,2 3-2-15,-1 1 5 0,0-1 3 0,-2 1 0 16,0 3-5-16,-1 3 5 0,-1-2-12 0,-1 3-14 15,-1 0-20-15,-1-3-22 0,0 2-20 0,0 0-21 16,-1-4-90-16,-1 0-215 0,2-3 95 0</inkml:trace>
  <inkml:trace contextRef="#ctx0" brushRef="#br0" timeOffset="-25417.86">5674 5874 36 0,'-13'8'139'0,"10"-2"-5"0,-2 1-16 15,0 0-1-15,2 2-13 0,-1 1-6 0,1-4-14 16,2 1 5-16,1-7-19 0,0 14-5 0,1-8-8 16,-1-6-8-16,5 11 0 0,-3-6-9 0,-2-5-11 15,5 8 1-15,0-4-1 0,-5-4-9 0,7 4-15 16,-7-4 11-16,7 3 2 0,-7-3-4 0,0 0 0 15,0 0 5-15,0 0-4 0,15-10 2 0,-11 5-13 16,-2 0 2-16,-2 5 6 0,6-12 1 0,-5 8-6 16,-1 4-1-16,5-8 2 0,-5 8-6 0,3-8 13 15,-3 8-3-15,1-6-6 0,-1 6 0 0,0 0-2 16,0 0-9-16,4-6-5 0,-4 6 14 0,0 0-1 16,0 0 3-16,0 0-5 0,11 20 2 0,-7-14-15 15,-3 4-10-15,4-1-19 0,-1 4-16 0,-1-4-22 16,1 4-27-16,2-4-105 0,-6 2-227 0,0-11 101 15</inkml:trace>
  <inkml:trace contextRef="#ctx0" brushRef="#br0" timeOffset="-25189.11">5761 5793 118 0,'-3'-6'135'0,"3"6"-10"16,0 0-11-16,0 0-10 0,0 0-6 0,4 23-13 15,-1-12-8-15,2 5-1 0,-3 0 3 0,2 2-14 16,1-1-9-16,-1 1-7 0,2 0-8 0,-2 0-32 16,0 0-30-16,1 0-32 0,-1 0-26 0,0-3-101 15,-4 2-195-15,0-6 86 0</inkml:trace>
  <inkml:trace contextRef="#ctx0" brushRef="#br0" timeOffset="-24465.23">5942 5979 37 0,'5'-9'109'0,"-2"2"2"0,0-2 7 16,0 1-10-16,-1-2-11 0,1 1-7 0,0-1 9 0,-2 3-7 15,-1 7-10-15,-1-15-7 0,2 9 9 0,-1 6 15 16,-1-11-2-16,-3 7-15 0,4 4-10 0,-5-7-11 16,5 7-9-16,0 0-6 0,-9-3-10 15,9 3 0-15,0 0-3 0,-12 11-3 0,9-3-1 16,-4 0-10-16,4 0 0 0,-1 0-7 0,1 2-8 0,3-2 2 16,-1-1-2-16,1-7 3 0,4 14-9 15,-2-9 8-15,1 1-8 0,1-2-12 0,-4-4 0 0,7 6 6 16,-2-3 0-16,-5-3 2 0,11 3 1 0,-11-3-3 15,12-1 0-15,-12 1 0 0,16-5-4 16,-9 2-5-16,0-2 5 0,-1 0 4 0,1-1 1 0,-2 1 3 16,1-2 0-16,-2 2 2 0,2-5-7 0,-1 2 4 15,-1 1 0-15,-1-2 1 0,-1 3-1 0,2-3 3 16,0 0 1-16,-1 2-4 0,2 1 0 16,-5 6 1-16,3-9-5 0,-3 9 7 0,4-6-4 0,-4 6 4 15,3-7-4-15,-3 7-2 0,0 0 6 0,0 0 0 16,0 0 5-16,0 0-7 0,18 12-1 0,-14-9 0 15,1 1 1-15,0 2 0 0,0-1-5 0,0-2 10 16,3 4-2-16,-3-3 2 0,0 1-3 16,0-3 6-16,-5-2-1 0,10 6-4 0,-3-4 4 15,-7-2 2-15,9 3 3 0,-9-3-3 0,7-1-4 16,-7 1 6-16,9-6-3 0,-2 1 7 0,-4 2 3 0,1-3-4 16,0 0-1-16,-4 6-4 0,4-13 7 0,-1 3-6 15,-2 1 3-15,-1 2 2 0,1-3 3 0,-1 10 13 16,1-11 0-16,-1 11 10 0,0-12 5 15,0 12-7-15,0-6-3 0,0 6-8 0,0 0-4 16,0 0-9-16,0 0-5 0,0 0 1 0,0 0 0 0,0 0-2 16,0 0 1-16,0 0-9 0,9 18-27 0,-7-10-21 15,-1 4-25-15,1-3-21 0,1 2-20 0,0 2-17 16,-2-4-118-16,0 2-273 0,-1-1 121 0</inkml:trace>
  <inkml:trace contextRef="#ctx0" brushRef="#br0" timeOffset="-23961.47">6485 5670 49 0,'0'0'190'0,"0"0"-10"15,-20 16-5-15,11-11-10 0,-2 3-9 0,2-1-16 16,-2 0-12-16,2 0-11 0,0 0-18 0,2 0-5 15,0 1-12-15,2-1-8 0,0-3-9 0,3 4-6 16,-1-2-14-16,3-6-6 0,-1 10-9 0,1-10-9 16,4 8-17-16,-4-8-3 0,10 7-3 0,-5-6-12 15,1 2 0-15,-6-3-6 0,14-1-1 0,-14 1-10 16,17-4 3-16,-8-1 7 0,-3 2-6 0,2-1 6 16,0-1 0-16,-2 1-3 0,-3-2 15 0,2 2 3 15,-5 4 3-15,7-7 10 0,-7 7 13 0,4-6 2 0,-4 6 3 16,5-3 1-16,-5 3-2 0,0 0-5 0,0 0 1 15,7-3-7-15,-7 3-5 0,0 0-7 16,0 0 5-16,0 0-1 0,0 0 7 0,7 9-7 16,-4-4 5-16,2 0-7 0,-2 1 12 0,0 0-10 15,1 0-27-15,0-1-13 0,1 1-18 0,0 1-18 16,0-2-23-16,2-2-36 0,-3 2-119 0,-4-5-270 16,9 6 120-16</inkml:trace>
  <inkml:trace contextRef="#ctx0" brushRef="#br0" timeOffset="-23769.75">6654 5518 151 0,'0'-9'171'0,"0"9"-27"16,0 0-12-16,0 0-12 0,0 0-9 0,0 0-8 15,0 0-16-15,4 22-7 0,-4-7 3 0,4 3-18 16,-4 0-16-16,2 0-16 0,3 1-19 0,-2 0-23 0,-1-1-52 15,1 0-15-15,1-1-29 0,-3 1-77 16,0-5-198-16,1-1 88 0</inkml:trace>
  <inkml:trace contextRef="#ctx0" brushRef="#br0" timeOffset="-20606.23">8542 8375 10 0,'0'0'18'0,"0"0"-6"0,0 0-5 15,0 0-4-15,0 0 0 0,0 0-4 0,0 0-1 16,0 0-1-16,0 0-6 0,0 0 9 0,0 0 0 16,0 0-2-16,0 0 4 0,0 0-5 0,0 0-4 15,0 0 8-15,0 0 1 0,0 0 1 0,0 0-2 16,0 0 0-16,0 0-4 0,0 0 3 0,0 0 1 15,0 0 0-15,0 0 1 0,0 0-3 0,0 0 2 16,0 0 0-16,0 0-2 0,0 0 5 0,0 0-6 16,0 0-1-16,0 0 4 0,0 0 0 0,0 0-1 15,0 0-7-15,0 0-7 0,0 0 4 0</inkml:trace>
  <inkml:trace contextRef="#ctx0" brushRef="#br0" timeOffset="-15530.45">13908 10478 42 0,'0'0'36'0,"-12"-1"-16"0,12 1-23 15,0 0-14-15,0 0-16 0,-10-5 8 0</inkml:trace>
  <inkml:trace contextRef="#ctx0" brushRef="#br0" timeOffset="-14243.52">13881 8292 78 0,'0'0'93'16,"0"-6"-3"-16,0 6-14 0,2-8 3 0,-2 8-19 15,3-6-4-15,-3 6-10 0,0 0-8 0,0 0-25 16,2-9-17-16,-2 9-1 0,0 0-2 0,0 0-25 16,0 0-12-16,0 0-46 0,0 0-97 0,0 0 44 15</inkml:trace>
  <inkml:trace contextRef="#ctx0" brushRef="#br0" timeOffset="-12875.17">1478 8745 32 0,'0'0'138'0,"-8"-2"-7"16,8 2-8-16,0 0-15 0,0 0-8 0,0 0-14 16,0 0-9-16,-6-4-6 0,6 4-4 0,0 0-15 15,0 0-7-15,0 0 2 0,17-10-3 0,-7 4-12 16,0 2-1-16,1 0 1 0,0-2-22 0,1 1-21 15,3-2-2-15,4 0-31 0,-8 2-10 0,6-1-9 16,-4 1-9-16,-1 0-8 0,-2 1-8 0,-2 2-46 16,1 0-145-16,-9 2 65 0</inkml:trace>
  <inkml:trace contextRef="#ctx0" brushRef="#br0" timeOffset="-12479.5">1675 8654 6 0,'0'0'41'0,"0"0"3"15,-24 6 8-15,24-6 7 0,-9 1-8 0,9-1-1 16,-7 3 6-16,7-3-2 0,-6 4-12 0,6-4-7 15,0 0 2-15,-7 7-6 0,5-2 9 0,2-5 4 16,-7 15-4-16,5-3 8 0,1 4-1 0,0 2-6 16,2 6-1-16,-4 1-6 0,6 0 3 0,-3 5-10 15,1-3-3-15,3 2 8 0,-4-1-9 0,5-1 10 16,-4 0-10-16,0 0-6 0,2 1 3 0,1-2 2 16,-4 0-3-16,3-2-1 0,-1-5-3 0,-1-2-12 15,2-2 9-15,-3-1 5 0,2 1-1 0,-2-3-9 16,0 1-10-16,2-3-10 0,-2 0-4 0,0 0 10 15,-2-3-4-15,2-7 0 0,-2 13-7 0,2-13 0 16,-1 9 17-16,1-9-17 0,-5 7 10 0,5-7 0 16,-8 5-18-16,8-5 10 0,-13 2-4 0,13-2 2 15,-9-2 10-15,9 2 5 0,-9-3 1 0,9 3 0 16,-11-4 13-16,11 4 1 0,-9-5-3 0,4 2 10 16,5 3-16-16,0 0 13 0,-9-4-1 0,9 4 7 15,-5-4-7-15,5 4-5 0,0 0 2 0,-6-6-5 16,6 6 6-16,0 0-4 0,0 0 2 0,0 0-2 15,14-12-1-15,-6 8 3 0,1 0 0 0,4-1-1 0,2-2-8 16,-2 1 3-16,2 1-10 0,2-2-16 16,1 2-14-16,0-1-13 0,-1 0-16 0,2 1-13 15,-1 0-21-15,-1 0-56 0,1 1-167 0,-5 0 75 16</inkml:trace>
  <inkml:trace contextRef="#ctx0" brushRef="#br0" timeOffset="-12101.25">1887 9129 70 0,'0'0'72'15,"0"0"-7"-15,10 8-11 0,-10-8 8 0,0 0-19 16,4 8 2-16,-4-8 2 0,1 5 6 0,-1-5 4 16,0 0 8-16,0 0-19 0,-1 10 10 0,1-10 0 15,0 0 5-15,0 0-2 0,0 0 7 0,0 0 2 16,0 0 3-16,-4 8-5 0,4-8-4 0,0 0-11 15,0 0-3-15,0 0-3 0,0 0-1 0,0 0-3 16,0 0-8-16,-16-15 1 0,16 15-9 0,-2-10-4 16,2 10-3-16,0-15-5 0,2 6 0 0,0 0 1 15,2-1-7-15,0 0 3 0,2 1-1 0,-1 0-2 16,2 2-1-16,-1 0 5 0,-1 0-13 0,4 1-2 16,-1 0-4-16,0 2 9 0,-3 0-7 0,4 1 2 15,0 1 8-15,-2 0-4 0,-7 2 2 0,14 4-1 16,-7-1-10-16,-1 1 9 0,3 1 4 0,-1 2-2 15,-2 0-3-15,-2 0-1 0,1 0-3 0,-1 3 1 16,0 0 5-16,-2-1-1 0,1 1 1 0,1 1-7 16,-2 0-6-16,-1-1-26 0,1 0-16 0,0 1-20 15,-2-2-27-15,3 1-23 0,-2-2-86 0,-2-1-227 16,1-7 101-16</inkml:trace>
  <inkml:trace contextRef="#ctx0" brushRef="#br0" timeOffset="-11812.15">2184 8965 81 0,'0'-5'155'0,"0"5"-9"0,0 0-13 16,0 0-11-16,0 0-21 0,0 0-9 0,0 0-14 15,0 0-10-15,0 0-6 0,0 0 6 16,0 0-12-16,0 0-11 0,12 22-5 0,-9-11-1 0,2 1-2 15,-1 4-5-15,-1 3-4 0,3-1 1 0,-1 5-2 16,-1 2-3-16,-2-2-9 0,0-2-1 0,-1 3 5 16,-1-5-7-16,1 8 0 0,-1-1-4 0,-1-1 6 15,0 1-11-15,1-1-7 0,-3-6-13 0,1-1-13 16,-1 1-4-16,2-2-3 0,-1-2 12 0,1-1-31 16,-1-3-6-16,2 0-17 0,-2-2-6 0,2 1-15 15,0-3-73-15,0-7-185 0,-1 11 83 0</inkml:trace>
  <inkml:trace contextRef="#ctx0" brushRef="#br0" timeOffset="-11513.72">2191 9010 109 0,'12'-13'111'0,"-1"2"-5"0,0 3-15 0,4-1-10 0,-4 1-8 16,0 7-9-16,1-4-4 0,0 2 0 0,-2 3-19 15,0 2 0-15,1 2-6 0,-1-1 2 0,-1 3 4 16,-2 0-14-16,-1 2-2 0,-1 1 6 0,-4 4-1 16,1-1-4-16,-4 1-4 0,-2 2-3 0,2-4-5 15,-5 4 2-15,3-5 2 0,-1 2-5 0,-1 0-7 16,-1-2-1-16,1 1-16 0,-2-2-5 0,2 1-13 15,-2-3-7-15,3-1-8 0,1-1-13 0,0-1-14 16,1 2-86-16,3-6-169 0,0 0 75 0</inkml:trace>
  <inkml:trace contextRef="#ctx0" brushRef="#br0" timeOffset="-11314.72">2577 8903 35 0,'0'0'72'0,"10"-3"-22"0,-10 3-19 16,9 0-15-16,-9 0-8 0,0 0-14 0,13 3-29 15,-13-3-37-15,4 8 16 0</inkml:trace>
  <inkml:trace contextRef="#ctx0" brushRef="#br0" timeOffset="-11171.86">2568 9007 50 0,'0'0'102'0,"0"0"5"0,0 0-2 0,-3 6-10 0,3-6 8 16,0 0-8-16,0 0-8 0,0 0-9 0,0 0-11 16,0 0-3-16,0 0-15 0,0 0-17 0,0 0-11 15,0 0-19-15,20-2-36 0,-20 2-33 0,14 2-93 16,-6-4-172-16,-8 2 76 0</inkml:trace>
  <inkml:trace contextRef="#ctx0" brushRef="#br0" timeOffset="-10498.01">1512 9286 73 0,'0'0'85'0,"0"0"-17"15,0 0-5-15,0 0-21 0,0 0 0 0,0 0-14 16,0 0-13-16,0 0-16 0,0 0-19 0,0 0-15 16,0 0-25-16,0 0-65 0,0 0 28 0</inkml:trace>
  <inkml:trace contextRef="#ctx0" brushRef="#br0" timeOffset="-9843.57">2000 9269 14 0,'0'0'77'0,"0"0"3"0,0 0-3 0,0 0-10 16,0 0-7-16,0 0 2 0,0 0-9 0,0 0 7 15,0 0-9-15,0 0 6 0,0 0-13 0,0 0-7 16,0 0 2-16,0 0 2 0,0 0-2 0,0 0 2 15,0 0 2-15,0 0-8 0,0 0 1 0,0 0-7 16,0 0-2-16,0 0 5 0,0 0-3 0,0 0 0 16,0 0-2-16,0 0 0 0,0 0-4 0,0 0-3 15,0 0 2-15,0 0-2 0,0 0-1 0,0 0 0 16,0 0 2-16,0 0-2 0,0 0 4 0,0 0-6 16,0 0 0-16,0 0-7 0,0 0 5 0,0 0-5 15,0 0 2-15,0 0-4 0,0 0-4 0,0 0 1 16,0 0 4-16,0 0-8 0,0 0 6 0,0 0-1 15,0 0-4-15,0 0-1 0,0 0 2 0,0 0-1 16,0 0-1-16,0 0-7 0,0 0-1 0,0 0-9 16,0 0-13-16,0 0-16 0,0 0-12 0,0 0-12 15,0 0-7-15,0 0-6 0,0 0-11 0,0 0-83 16,0 0-188-16,0 0 83 0</inkml:trace>
  <inkml:trace contextRef="#ctx0" brushRef="#br0" timeOffset="-9121.15">1998 9391 26 0,'0'0'63'0,"0"0"-9"0,0 0-2 0,0 0-6 16,0 0 2-16,0 0-5 0,0 0-8 0,0 0 0 16,0 0 2-16,0 0-9 0,0 0 6 0,0 0-6 15,0 0-4-15,0 0-8 0,0 0 7 0,0 0-1 16,0 0-11-16,0 0 10 0,0 0-10 0,0 0 4 16,0 0-4-16,0 0-3 0,0 0 4 0,0 0 8 15,0 0-12-15,0 0-16 0,0 0 8 0,0 0-6 16,0 0-4-16,0 0-3 0,0 0 0 0,0 0-4 15,0 0-6-15,0 0 1 0,0 0-6 0,0 0 8 16,0 0-2-16,0 0-1 0,0 0-4 0,-2 12-8 16,2-12-2-16,0 0-35 0,5 4-77 0,-5-4 35 15</inkml:trace>
  <inkml:trace contextRef="#ctx0" brushRef="#br0" timeOffset="-8472.49">2425 9371 72 0,'0'0'124'0,"0"0"-8"0,0 0-9 0,0 0-14 0,0 0-5 15,0 0-4-15,0 0-14 0,0 0 1 0,0 0-10 16,8-2-4-16,-8 2-11 0,0 0-9 15,0 0-1-15,0 0-17 0,0 0-4 0,0 0-7 0,0 0 2 16,0 0-10-16,0 0-11 0,0 0-18 0,0 0-2 16,0 0 5-16,0 0-2 0,0 0-10 0,0 0-17 15,0 0-8-15,0 0-10 0,0 0-54 16,0 0-137-16,0 0 60 0</inkml:trace>
  <inkml:trace contextRef="#ctx0" brushRef="#br0" timeOffset="-6807.98">10185 13137 30 0,'0'0'103'0,"0"0"-25"0,0 0-2 0,0 0-9 16,-1-10-8-16,1 10-14 0,0 0-14 0,0 0-12 16,0-9-9-16,0 9-8 0,0 0-12 0,0 0-10 15,0 0-15-15,-10-4-42 0,10 4-81 0,-9-3 37 0</inkml:trace>
  <inkml:trace contextRef="#ctx0" brushRef="#br0" timeOffset="-5294.07">2277 9235 68 0,'0'0'92'0,"0"0"-15"0,0 0-4 0,0 0-3 16,0 0-11-16,0 0-7 0,0 0-6 0,0 0-16 16,0 0-5-16,0 0-13 0,0 0-9 0,0 0-8 15,0 0-4-15,0 0-11 0,0 0-10 0,1 9-16 16,-1-9-38-16,-1 8-89 0,1-8 41 0</inkml:trace>
  <inkml:trace contextRef="#ctx0" brushRef="#br0" timeOffset="-4990.2">2305 9426 70 0,'0'0'112'0,"0"0"-13"0,0 0-13 16,0 0-6-16,0 0-4 0,0 0 3 0,0 0-6 16,0 0 0-16,0 0-5 0,0 0-6 0,0 0-12 15,0 0-1-15,0 0-7 0,0 0 0 0,0 0-3 16,0 0-5-16,0 0-6 0,0 0-3 0,0 0-6 15,0 0-9-15,0 0-10 0,0 0-9 0,0 0-13 16,0 0-8-16,0 0-9 0,0 0-10 0,0 0-8 16,0 0-13-16,0 0-14 0,0 0-59 0,-8 2-155 15,8-2 69-15</inkml:trace>
  <inkml:trace contextRef="#ctx0" brushRef="#br0" timeOffset="-4612.2">2679 8954 99 0,'0'0'140'0,"0"0"-19"0,0 0-6 16,-6-3-25-16,6 3-33 0,0 0-22 0,0 0-19 16,0 0-21-16,0 0-18 0,0 0-20 0,0 0-58 15,31-2-108-15,-24 0 48 0</inkml:trace>
  <inkml:trace contextRef="#ctx0" brushRef="#br0" timeOffset="-4458.09">2727 9129 7 0,'7'7'52'16,"-7"-7"-19"-16,13-1-33 0,-3 2-16 0,-10-1-16 16,18-3 7-16</inkml:trace>
  <inkml:trace contextRef="#ctx0" brushRef="#br0" timeOffset="24654.51">10562 7588 25 0,'0'0'24'0,"0"0"-3"0,0 0-3 16,0 0-1-16,-6-5-4 0,6 5 0 0,0 0-1 16,0 0 1-16,0 0-6 0,0 0 4 0,0 0-4 15,0 0 0-15,0 0-3 0,0 0 1 0,0 0-3 0,0 0-2 16,0 0 4-16,0 0-6 0,0 0 4 0,0 0-3 15,0 0 2-15,0 0 1 0,0 0-1 0,0 0 2 16,0 0-1-16,0 0-2 0,0 0-1 0,-13 10 2 16,13-10 1-16,0 0-1 0,0 0 1 0,-1 10-2 15,1-10 1-15,0 0-7 0,0 10-10 0,0-10-17 16,-1 12-35-16,-1-2 15 0</inkml:trace>
  <inkml:trace contextRef="#ctx0" brushRef="#br0" timeOffset="25757.89">10654 13614 48 0,'0'0'65'0,"3"-7"-17"15,-3 7 6-15,0 0-10 0,0 0-9 0,0 0-1 16,0 0-8-16,0 0-2 0,0 0 1 0,0 0-5 15,0 0-7-15,0 0 3 0,0 0-16 0,0 0-5 16,0 0 0-16,0 0-12 0,0 0-3 0,0 0-6 16,0 0-7-16,0 0-25 0,0 0-62 0,0 0 27 15</inkml:trace>
  <inkml:trace contextRef="#ctx0" brushRef="#br0" timeOffset="27760.14">10620 13319 67 0,'0'0'96'16,"0"0"-20"-16,0 0 5 0,10-6-7 0,-10 6-10 15,0 0-8-15,0 0-3 0,0 0-7 0,0 0-2 16,0 0-4-16,0 0-7 0,0 0-14 0,0 0 3 0,0 0-11 15,0 0-5-15,0 0-15 0,4-5-2 0,-4 5 4 16,0 0-5-16,0 0-3 0,0 0-12 16,0 0-13-16,0 0-24 0,0 0-37 0,12 4-109 15,-12-4 49-15</inkml:trace>
  <inkml:trace contextRef="#ctx0" brushRef="#br0" timeOffset="29681.82">15708 13527 3 0,'0'0'45'0,"0"0"-6"0,0 0-6 0,0 0 2 0,0 0-2 16,0 0-2-16,0 0-6 0,0 0 0 0,0 0 6 15,0 0-6-15,0 0 2 0,0 0 0 0,0 0 7 16,0 0-5-16,0 0-1 0,0 0 2 0,0 0 1 15,0 0-5-15,12 1 11 0,-12-1-10 0,0 0-1 16,0 0-9-16,0 0 3 0,0 0-1 0,0 0 4 16,0 0-6-16,0 0-1 0,0 0 5 0,0 0-13 15,0 0 6-15,0 0-3 0,0 0-2 0,0 0 4 16,0 0-9-16,0 0-9 0,0 0-13 0,0 0-10 16,0 0-11-16,0 0-9 0,0 0-70 0,0 0-126 15,0 0 56-15</inkml:trace>
  <inkml:trace contextRef="#ctx0" brushRef="#br0" timeOffset="38907.78">28175 8442 2 0,'0'0'1'0,"0"0"1"16,0 0-1-16,0 0-2 0,0 0-2 0</inkml:trace>
  <inkml:trace contextRef="#ctx0" brushRef="#br0" timeOffset="45770.1">27095 10092 22 0,'-2'-8'59'16,"2"8"-14"-16,-3-6-10 0,3 6-8 0,-2-7-15 0,2 7-19 15,0 0-26-15,-7-6-34 0,7 6 15 0</inkml:trace>
  <inkml:trace contextRef="#ctx0" brushRef="#br0" timeOffset="48922.85">24725 10524 14 0,'-12'6'28'0,"1"1"-5"0,0 1 0 16,-4 1-3-16,1-1-4 0,1 1 0 0,4-3-2 15,-1 0-1-15,1 1-1 0,0 0 0 0,0-1-1 0,1 1 1 16,0 0-2-16,-2 0-6 0,-3 2 12 0,0-1-5 16,-1 2 3-16,0 1-8 0,5-5 6 15,0 1-4-15,0 0-2 0,4-3-2 0,0 2 3 16,0 2-4-16,1-4-3 0,-1 3 8 0,-4 2-11 0,1-1 12 15,-1 3-4-15,-2-4-2 0,2 2 6 0,-2-1-5 16,1 1 0-16,3-3-4 0,-2 3 9 16,2-2-9-16,0 2 2 0,0-2-1 0,2-1-1 15,-1 2 1-15,-1 1 2 0,-7 3-5 0,1-2 2 0,1 2 6 16,1-3-6-16,1 0 1 0,0-3-5 0,-1 7 5 16,-1-3 1-16,-2 2-3 0,0-3 3 0,-1 2-1 15,2-1 0-15,-1 1 0 0,1 0 0 0,-2 0 2 16,-1 0-6-16,-2 0 4 0,2 1 3 15,-3 0-4-15,3-1 0 0,-2 1 1 0,3 1 4 0,-2-3-5 16,2 3 1-16,-2-2-4 0,3 1 0 0,-2-1 2 16,2 0 0-16,-2 1 0 0,4-1-1 0,-4 0 2 15,3 1 6-15,-2-1-8 0,2 1 0 0,-1 0 0 16,0 0 2-16,-1 2-2 0,1-2 2 0,1 1-1 16,-1-2 6-16,1 1-5 0,-2 2 2 0,2-2-1 15,3 1-4-15,-2-1 2 0,2 1 5 0,-3 0-9 16,3 1 5-16,-1-2-2 0,-1 2-5 0,2-1-2 15,1 2 3-15,-2 1-2 0,2 0 3 0,-2-2-6 16,0-1-3-16,1 3 5 0,1-1-4 0,-4 2 1 16,1-1 4-16,0 0 1 0,0 0-1 0,1 1 1 15,-5 4-6-15,5-6 5 0,-3 1-5 0,2 1 2 16,-6 2 1-16,6-2-1 0,0-3 0 0,-5 7-4 16,5-5-12-16,-5 4-30 0,4-4 13 0</inkml:trace>
  <inkml:trace contextRef="#ctx0" brushRef="#br0" timeOffset="52256.41">21889 13854 3 0,'0'0'5'16,"0"0"-1"-16,0 0 0 0,0 0-3 0,0 0 1 15,-3 12-2-15,3-12-1 0,0 0 3 0,0 0-1 16,0 0-3-16,0 0 4 0,0 0-4 0,0 0 4 16,0 0 2-16,0 0-2 0,0 0 0 0,-1 10-3 15,1-10 1-15,0 0 1 0,0 0 0 0,0 0 1 16,0 0-2-16,0 0 1 0,0 0-3 0,0 0 0 15,0 0 3-15,0 0-2 0,0 0 2 0,0 0-3 16,0 0 2-16,0 0-2 0,0 0 1 0,0 0 0 16,0 0 1-16,0 0-4 0,0 0-5 0,0 0 2 15</inkml:trace>
  <inkml:trace contextRef="#ctx0" brushRef="#br0" timeOffset="57994.46">22373 13734 5 0,'0'0'6'0,"0"0"-3"16,0 0 5-16,0 0-6 0,0 0 1 0,0 0 8 16,0 0-11-16,0 0 4 0,0 0-4 0,0 0 1 15,0 0-2-15,0 0 4 0,0 0-6 0,0 0 4 16,0 0-5-16,0 0 1 0,0 0 4 0,0 0 2 15,0 0-2-15,0 0 2 0,0 0-2 0,25-12 2 16,-25 12 1-16,0 0-4 0,0 0 2 0,0 0-1 16,0 0 0-16,0 0 1 0,0 0-1 15,0 0-1-15,6-5-1 0,-6 5 3 0,0 0-3 0,0 0 1 16,0 0 0-16,0 0 6 0,0 0-4 0,5-9-2 16,-5 9 0-16,0 0 6 0,0 0 5 0,0 0-4 15,0 0 0-15,0 0 0 0,0 0-4 0,0 0 7 16,0 0-10-16,0 0 8 0,0 0-3 15,0 0 2-15,0 0 1 0,2-10-2 0,-2 10-4 0,0 0 3 16,0 0 2-16,0 0-7 0,0 0 10 0,0 0-3 16,0 0 8-16,0 0 0 0,0 0-2 0,0 0-3 15,0 0 5-15,0 0-4 0,0 0 10 0,0 0-9 16,0 0-6-16,0 0 8 0,0 0-6 16,0 0 3-16,0 0-4 0,0 0 1 0,0 0-8 15,0 0 6-15,-17-6-3 0,17 6 6 0,0 0-8 0,0 0 0 16,0 0 0-16,0 0 3 0,0 0-3 0,0 0 4 15,-13 2-10-15,13-2 7 0,0 0 2 0,0 0 0 16,0 0-1-16,-18 5-3 0,18-5 1 16,0 0-1-16,-9 4 0 0,9-4 0 0,0 0 1 15,-10 4 5-15,10-4-7 0,-9 4-5 0,9-4-2 16,0 0 7-16,-13 6-2 0,13-6 3 0,-10 1-2 0,10-1 4 16,-9 4-3-16,9-4 5 0,0 0-4 0,-10 5 0 15,10-5 0-15,-8 5 7 0,8-5-6 0,0 0-9 16,-10 4 4-16,10-4-10 0,0 0 2 15,-12 5-2-15,12-5 4 0,-6 6-8 0,6-6 3 16,-10 3-3-16,10-3 0 0,-11 6-5 0,11-6-16 0,-9 2-43 16,9-2 19-16</inkml:trace>
  <inkml:trace contextRef="#ctx0" brushRef="#br0" timeOffset="78986.3">28238 8656 8 0,'0'0'48'0,"0"0"-6"0,0 0 0 0,0 0 2 0,-18 2-1 16,18-2-8-16,-9 0-1 0,9 0-5 0,0 0-4 15,-9 3-3-15,9-3-5 0,-10 0-1 0,10 0 6 16,-9 3-2-16,9-3-8 0,-8 1 2 0,8-1-2 16,0 0 0-16,-9 3-3 0,9-3-1 0,0 0 2 15,0 0 0-15,-10 1-7 0,10-1 0 0,0 0 6 16,0 0-8-16,0 0 1 0,-10 0 3 0,10 0 6 16,0 0-9-16,0 0 6 0,0 0-5 0,0 0-2 15,0 0-1-15,0 0-5 0,0 0 12 0,0 0-2 0,0 0-6 16,0 0-7-16,0 0-4 0,0 0-7 15,0 0 2-15,0 0-15 0,0 0-7 0,0 0-6 16,0 0-25-16,0 0-75 0,0 0 34 0</inkml:trace>
  <inkml:trace contextRef="#ctx0" brushRef="#br0" timeOffset="80955.47">25040 11071 13 0,'0'0'24'0,"0"0"4"0,0 0 3 0,0 0-4 16,0 0-1-16,-10-2 5 0,10 2 1 16,0 0 0-16,0 0-1 0,0 0-5 0,0 0-4 15,0 0 9-15,0 0 0 0,0 0-2 0,0 0-1 0,0 0 0 16,0 0 0-16,0 0-8 0,-6-2-2 0,6 2 2 15,0 0 4-15,0 0-13 0,0 0 4 0,0 0-2 16,0 0-2-16,0 0-10 0,0 0 9 16,0 0-1-16,0 0-10 0,0 0 12 0,0 0-8 0,0 0 4 15,0 0-7-15,0 0-1 0,0 0-4 0,0 0-2 16,0 0-6-16,0 0 5 0,0 0 0 0,0 0-5 16,0 0-4-16,0 0-1 0,0 0-3 0,0 0-3 15,0 0 5-15,-10 5-12 0,10-5-1 0,0 0-10 16,-9 5-27-16,5-2-74 0,4-3 32 0</inkml:trace>
  <inkml:trace contextRef="#ctx0" brushRef="#br0" timeOffset="85810.18">22688 10171 41 0,'0'0'89'0,"0"0"-8"15,0 0 2-15,0 0-16 0,0 0 2 0,0 0-9 16,-9-13-5-16,9 13-2 0,0 0-17 0,-8-2 3 16,8 2-11-16,0 0 3 0,-8-4-1 0,8 4-3 15,0 0-6-15,-14-2 0 0,14 2-2 0,-6-1 6 16,6 1-11-16,0 0 3 0,-10-3 2 0,10 3-1 16,0 0 0-16,-11-1-2 0,11 1 3 0,-8-1-20 15,8 1 13-15,0 0-3 0,-11 0 8 0,11 0 1 16,0 0 2-16,0 0 6 0,-10 0-2 0,10 0-8 15,0 0 13-15,0 0-13 0,0 0 2 0,0 0-10 0,0 0-9 16,0 0 13-16,0 0-7 0,0 0 6 0,0 0-12 16,27-2 3-16,-8 2 4 0,10 0-4 15,6 0 7-15,16-3-8 0,6 0 14 0,2-1-10 16,3-1 2-16,0 3-4 0,0-3 4 0,-1-1 2 0,2 2-12 16,-5 2 4-16,-4-2 4 0,0 1-2 0,-16 1 0 15,0-3 0-15,-4 5-1 0,-1 0 2 0,-6-2-1 16,-7 1-1-16,-2 0 0 0,-5 1-1 15,0 0 4-15,-4 0-3 0,-2 0 5 0,-7 0-3 0,13-1 3 16,-13 1 4-16,9 0 6 0,-9 0 0 0,0 0 3 16,10 1 0-16,-10-1-2 0,0 0 3 0,0 0-13 15,0 0 1-15,0 0-1 0,8 0-11 0,-8 0-6 16,0 0-10-16,0 0-14 0,0 0-21 0,0 0-12 16,0 0-9-16,0 0-12 0,-31 4-12 0,21-2-78 15,0-1-190-15,-4 1 85 0</inkml:trace>
  <inkml:trace contextRef="#ctx0" brushRef="#br0" timeOffset="86415.07">22884 9940 24 0,'0'0'96'0,"0"0"-14"0,0 0-6 0,-5-5-11 16,5 5-9-16,0 0 3 0,0 0-9 0,0 0-4 15,-20 11 0-15,11-6 1 0,-1 3-6 0,-6 1-5 16,0 0 6-16,-6 7-6 0,4-4-5 0,-4 2-4 15,-2 0-5-15,-3 2 6 0,3-1 2 0,-1-1-6 0,-1-1-3 16,3 0-4-16,5-4-3 0,1-2 3 16,1 1-14-16,0 0 12 0,1-2-3 0,3-1-3 15,2-1 0-15,1 0 0 0,4-1-10 0,-1-2 10 16,6-1 2-16,-10 5-3 0,6-2 1 0,4-3-5 0,-8 4-12 16,4 0 20-16,4-4-6 0,-6 8-2 0,2-3 3 15,0 1 0-15,-1-1-2 0,3 1 0 16,2-6-2-16,-5 12 1 0,2-6-2 0,2 2 2 15,1-8 8-15,-3 11 6 0,2-6-27 0,1-5 10 0,0 12 9 16,-2-4-10-16,2-8-2 0,3 11 16 0,-2-3-7 16,5 0 10-16,-1 1 3 0,2-2-9 0,3 0 2 15,5 2 7-15,1-2 2 0,0 1-4 16,3-1-4-16,1 0 10 0,7 0-2 0,1 0 1 0,2 1-2 16,0-3 1-16,2-1 5 0,-1 1-2 0,3-2-3 15,5 0 1-15,-1 1-5 0,0-4 4 0,-1 2-7 16,-3-2 4-16,-1 1-7 0,-4 0 1 0,-7 1-6 15,-2-1 0-15,-3 1 4 0,-4-2-14 0,0 1 12 16,-6 1-1-16,1-2-3 0,-8 0 2 0,10 1-1 16,-10-1 0-16,8 1-6 0,-8-1-12 0,0 0-25 15,0 0-8-15,9 3-34 0,-9-3-17 0,0 0-8 16,0 0-31-16,0 0-70 0,0 0-223 0,-19 10 99 16</inkml:trace>
  <inkml:trace contextRef="#ctx0" brushRef="#br0" timeOffset="86734.37">24826 10177 50 0,'0'0'152'15,"0"0"0"-15,0 0-2 0,0 0-10 0,0 0-6 0,0 0-11 16,0 0-14-16,0 0-8 0,0 0-14 0,0 0-1 16,0 0-16-16,0 0-2 0,0 0-9 0,0 0-10 15,0 0-3-15,0 0-12 0,0 0-3 0,-11-14-15 16,11 14-14-16,0 0-19 0,0 0-21 0,0 0-18 15,-11 0-29-15,11 0-10 0,0 0-18 0,-18 4-97 16,5-3-226-16,3-1 100 0</inkml:trace>
  <inkml:trace contextRef="#ctx0" brushRef="#br0" timeOffset="87090.32">21590 10315 92 0,'0'0'94'16,"0"0"-27"-16,0 0-28 0,9 12-54 0,-12-2-32 0,-2 1-50 15,-1-1 23-15</inkml:trace>
  <inkml:trace contextRef="#ctx0" brushRef="#br0" timeOffset="88632.03">21863 10822 34 0,'0'0'60'0,"0"0"-4"0,0 0-9 16,-23 8 11-16,23-8-13 0,0 0-10 0,-9 2 3 15,9-2-4-15,-10 1 3 0,10-1-5 0,-11 3 6 16,11-3-3-16,-12 3 2 0,6-3-3 0,-6 2 1 15,12-2 5-15,-14 0 3 0,5 1-10 0,9-1 8 0,-15-1 0 16,8 2 2-16,7-1-3 0,-15 0-7 16,8 0 3-16,7 0 0 0,-15 0-6 0,15 0-5 15,-12-1 8-15,12 1-5 0,-8-2 3 0,8 2-6 16,0 0 1-16,0 0-10 0,0 0 3 0,0 0-3 0,0 0-2 16,0 0-1-16,0 0-1 0,0 0 1 0,47 0-3 15,-16-2 0-15,6-2 7 0,13 1-8 16,5-1 11-16,-2-1-4 0,4-2 2 0,-1 3 3 0,2-2-3 15,-1-2-2-15,-2 2 7 0,1 2-11 0,-6-1 3 16,-10 2-3-16,-2 0 3 0,2-3-4 0,-5 1 1 16,-1 2-6-16,0 0-1 0,-3 0 6 0,-3 1 2 15,-1 0-4-15,-8 0-1 0,-1-1 1 0,-4 2-2 16,2 1 0-16,-5 1-1 0,-1-3-5 0,-4 2 7 16,-6 0-8-16,14-2 2 0,-14 2 2 0,9 2 3 15,-9-2-7-15,9 0-3 0,-9 0 5 0,0 0 0 16,10 1 0-16,-10-1 1 0,0 0-6 0,0 0 2 15,7 1-6-15,-7-1-2 0,0 0-20 0,4 7-9 16,-4-7-14-16,0 0-18 0,4 6-21 0,-4-6-5 16,1 6-11-16,-1-6-12 0,0 0-62 0,0 10-196 15,0-10 87-15</inkml:trace>
  <inkml:trace contextRef="#ctx0" brushRef="#br0" timeOffset="89014.89">22607 10543 13 0,'0'0'104'0,"-10"0"-10"0,10 0-7 15,0 0 5-15,-10 3-13 0,10-3-9 0,0 0-4 16,0 0-4-16,-3 8 3 0,3-8-8 0,0 0 0 16,1 13 0-16,-1-13-4 0,9 10 7 0,-5-5-10 15,4 3-2-15,-2-2-2 0,2 2-1 0,2-2-2 16,0-1-3-16,2 3-2 0,-1-2-2 16,0 0-7-16,0 2 2 0,-1-2 1 0,2 1-1 0,-1-1 1 15,1 0-3-15,-2 1-7 0,0 1 0 0,-1-1-5 16,-1 0-2-16,1 1-3 0,0 0 1 0,-5 2-1 15,-1 6 2-15,0-1 5 0,-6 4 3 0,-3 5-6 16,-8 7 3-16,-10 10 0 0,-10 3-2 0,-4 5-10 16,-23 17-36-16,-3-2-44 0,-6-2-55 0,-11 1-133 15,6-2-282-15,-11-7 125 0</inkml:trace>
  <inkml:trace contextRef="#ctx0" brushRef="#br0" timeOffset="95767.93">23310 13749 8 0,'-9'4'4'0,"9"-4"-1"0,-14 2 1 15,8 0-8-15,-2 0-3 0,-1 1 2 0</inkml:trace>
  <inkml:trace contextRef="#ctx0" brushRef="#br0" timeOffset="96242.27">20722 14179 17 0,'0'0'11'0,"0"0"-16"0,0 0-6 0,0 0 4 16</inkml:trace>
  <inkml:trace contextRef="#ctx0" brushRef="#br0" timeOffset="98011.89">22684 13751 4 0,'-14'3'12'0,"2"1"-15"0,-6 1-3 15,2 0 1-15</inkml:trace>
  <inkml:trace contextRef="#ctx0" brushRef="#br0" timeOffset="104362.25">21457 13608 30 0,'0'0'26'0,"0"0"6"0,0 0-5 16,0 0-5-16,0 0-2 0,0 0 1 0,0 0-3 15,0 0-1-15,0 0-3 0,0 0 1 0,0 0 3 16,0 0 0-16,0 0-6 0,0 0 2 0,0 0 2 16,0 0 3-16,0 0-4 0,0 0 2 0,0 0 4 0,0 0-2 15,0 0 2-15,0 0-6 0,0 0-1 0,0 0 0 16,0 0 1-16,0 0 1 0,0 0-5 0,0 0-2 15,0 0 6-15,0 0-9 0,0 0 2 16,0 0-4-16,0 0 0 0,0 0 1 0,0 0 0 16,0 0-2-16,0 0 1 0,0 0-3 0,0 0-2 0,0 0 5 15,0 0-1-15,0 0 1 0,0 0 3 0,0 0-3 16,0 0-2-16,0 0 1 0,0 0 4 16,0 0-2-16,0 0-1 0,0 0 3 0,0 0 0 15,0 0 3-15,0 0-5 0,0 0-1 0,0 0 1 16,0 0-5-16,0 0-3 0,0 0 3 0,0 0-6 0,0 0-4 15,0 0-13-15,0 0-12 0,0 0-2 0,0 0-16 16,0 0-30-16,-10 3-89 0,10-3 39 16</inkml:trace>
  <inkml:trace contextRef="#ctx0" brushRef="#br0" timeOffset="111216.81">19903 14134 25 0,'-14'3'28'0,"0"-1"-11"16,1-2 0-16,-5 2-5 0,4 1 1 0,1-2-12 15,-1 3 7-15,1-3-8 0,-1 2 5 0,-2-1-1 16,2 0-4-16,1 0-2 0,-2 1 8 16,2-1-12-16,-1-2 7 0,-3 2 4 0,2-1-1 0,2 1-1 15,1-2 5-15,-2 0 3 0,3 1 5 0,-4-1-11 16,2 0 1-16,-1 0 17 0,2 0-6 0,-1 0-6 16,1 0 1-16,1 0 3 0,-6-1 2 0,6-1-4 15,0 2-1-15,-2-1 1 0,3 1-6 0,-2 1-1 16,1-2 1-16,1 1 2 0,-1 1-4 0,1-1 7 15,10 0-7-15,-15-1-3 0,3 2 2 0,5-1 3 16,7 0-2-16,-18 2-3 0,8-4-2 0,0 2-2 16,10 0 9-16,-16 0-3 0,7-1 11 0,9 1-8 15,-18-2-8-15,10 2 3 0,8 0 7 0,-12-1 3 16,3 1 2-16,9 0 1 0,-16-3-2 0,11 2-7 16,-4-1-3-16,9 2 6 0,-12-4-3 0,5 3 2 15,7 1-3-15,-13-3 1 0,8 1 0 0,5 2 3 16,-11-4-8-16,11 4 0 0,-9-4 2 0,3 1 2 15,6 3-1-15,-11-3 5 0,11 3 1 0,-10-3-6 16,10 3 2-16,-11-3-11 0,11 3 5 0,-9-2 8 16,3-1-10-16,6 3 8 0,-10-2-4 0,10 2 8 15,-7-4-10-15,7 4-4 0,-11-4 6 0,11 4 0 16,-7-3-9-16,-1 1-2 0,8 2 6 0,-9-3-4 16,9 3 0-16,-9-3 8 0,9 3 5 0,-9-2-18 15,9 2-13-15,-11 0-3 0,11 0 2 0,0 0 4 16,-15 0-9-16,15 0-9 0,-10 0 5 0,10 0-26 15,-11 0-64-15,11 0 28 0</inkml:trace>
  <inkml:trace contextRef="#ctx0" brushRef="#br0" timeOffset="111954.4">21107 13948 26 0,'-13'2'29'16,"6"-2"-1"-16,7 0-4 0,-13 4 1 0,6-3-5 16,7-1-3-16,-13 4-3 0,6-3-14 0,0 2 1 15,7-3-3-15,-14 4-2 0,4-2-7 0,2 1-5 0,2-2-10 16,6-1-27-16,-18 6 13 0</inkml:trace>
  <inkml:trace contextRef="#ctx0" brushRef="#br0" timeOffset="112693.43">21824 13811 62 0,'-10'-3'68'0,"10"3"-19"0,-9 0-6 0,9 0-8 16,0 0-12-16,-18 3-8 0,18-3-4 0,-13 3-14 16,5-1-2-16,-2 1-5 0,1 1-6 0,1 1 7 15,-1-3-17-15,-2 1-14 0,2-2-43 0,-1 2 19 16</inkml:trace>
  <inkml:trace contextRef="#ctx0" brushRef="#br0" timeOffset="113460.66">19831 14186 7 0,'-14'0'15'16,"14"0"8"-16,-13 0 2 0,13 0-7 0,-11 0 3 15,11 0 8-15,-11-1-4 0,11 1-6 0,-12-3-2 16,12 3 1-16,-8 0 9 0,8 0-1 0,-12-1-6 15,12 1-8-15,-12-2 4 0,12 2-3 0,-9 0-4 16,9 0 2-16,-11 0-7 0,11 0-5 0,-12 0 4 16,12 0-5-16,-13-2-2 0,13 2-1 0,-9 0 1 15,9 0 2-15,-11-2-2 0,11 2 1 0,-13-2-4 16,13 2 5-16,-13-1-4 0,7 1 6 0,6 0-3 16,-15 0 0-16,8-2 6 0,7 2 2 0,-14 0-2 15,14 0 0-15,-15 0 6 0,8-1-1 0,7 1 1 0,-15 0-19 16,15 0-17-16,-11 1-26 0,3-1-57 15,8 0 26-15</inkml:trace>
  <inkml:trace contextRef="#ctx0" brushRef="#br0" timeOffset="113797.2">20096 14091 2 0,'0'0'9'0,"-14"3"-1"16,6 1-8-16,0-3-4 0,8-1 3 16,-16 3-2-16,7 0-3 0,-4 0 3 0</inkml:trace>
  <inkml:trace contextRef="#ctx0" brushRef="#br0" timeOffset="115886.93">19300 14188 27 0,'0'0'40'0,"-14"0"-1"15,6 1-2-15,8-1-12 0,-15 0-5 0,15 0 0 16,-13-1-11-16,6-1 2 0,7 2-5 16,-14 0 13-16,14 0-11 0,-11-1-1 0,11 1 0 0,-12 0-1 15,12 0 5-15,-14 1-8 0,14-1 0 0,-11 0-1 16,11 0 2-16,-14-1 2 0,6 1 2 0,8 0 0 15,-14-2-2-15,5 2-1 0,9 0-7 0,-14 0 12 16,6-1-3-16,8 1-4 0,-15-3 10 0,7 3-5 16,8 0-1-16,-15 0 0 0,5-2-4 0,10 2 3 15,-16-1 0-15,8 0-3 0,-3 1-2 0,2-2 0 16,-2 1 5-16,1 1 6 0,-1 0-7 16,0 0 0-16,2 0-2 0,9 0 6 0,-17 0 0 0,7-2 8 15,1 2-5-15,9 0-7 0,-20 0 0 0,12-1 3 16,-1 1-6-16,9 0 3 0,-17 1-5 0,10-2 15 15,7 1-7-15,-17 0-4 0,8 0 2 0,9 0-11 16,-15-2 8-16,7 2 6 0,8 0-5 0,-14 2 1 16,8-2-2-16,6 0 0 0,-16 1 2 0,10-1-6 15,6 0 8-15,-14 2-9 0,14-2 3 0,-12 0-4 16,6 1 4-16,6-1 0 0,-9 2-7 0,9-2 7 16,-11 0-2-16,11 0 2 0,-9 1-4 0,9-1 3 15,-9 0-3-15,9 0 3 0,0 0 8 0,-13 0-8 16,13 0-3-16,0 0 4 0,-12-3-2 0,12 3 8 15,0 0 0-15,-10 0 4 0,10 0-4 0,0 0-2 16,0 0-7-16,-14 0-8 0,14 0 6 0,0 0 6 16,-10-1-5-16,10 1 0 0,0 0 2 0,-11 0-4 15,11 0-4-15,0 0 10 0,-9-2-4 0,9 2 0 16,-11-1-5-16,11 1 11 0,-10-3-1 0,10 3-7 16,-11 0-1-16,11 0 6 0,-12-3-2 0,12 3 2 15,-14 0 5-15,14 0-7 0,-12 1 1 0,6-1 4 16,6 0-9-16,-14 0 6 0,6 0-6 0,8 0 1 15,-15 2 0-15,7-2 4 0,-1 0-4 0,2 1 4 16,7-1-7-16,-16 0 2 0,9 3-4 0,-2-3 11 16,9 0-5-16,-16 0 1 0,9 0-3 0,-5 0 7 15,3 2-2-15,9-2 7 0,-15-2 0 0,6 2-4 16,0-1-1-16,9 1 5 0,-20 0-1 0,12 0 5 0,-1 0 6 16,-2-2-9-16,11 2 1 0,-18-1 2 15,9 1 1-15,9 0 14 0,-17 0-10 0,9-3-16 16,1 3 6-16,7 0 0 0,-16-3 5 0,9 2-4 15,7 1 4-15,-18-2-6 0,11 0 1 0,0 1 8 16,7 1-2-16,-15-4-3 0,8 4-3 0,-1-2 14 0,8 2-1 16,-15-4 1-16,9 1-7 0,-1-1 12 15,7 4-9-15,-15-3 4 0,9 0 10 0,6 3 4 16,-12-4-2-16,6 0-12 0,-2 2 3 0,8 2-1 16,-13-6-4-16,7 3-3 0,1 0 0 0,5 3 9 0,-13-4 2 15,7 0-25-15,6 4 15 0,-11-3-9 0,4 0-6 16,7 3 9-16,-11-3-8 0,6 1-1 15,5 2 14-15,-10-4-4 0,10 4-19 0,-11-3 7 16,11 3 3-16,-11-1-1 0,2 0-18 0,9 1 11 0,-14-1-2 16,7 1-5-16,7 0 14 0,-16 0-6 0,9 1-7 15,7-1 3-15,-16 1-2 0,8 0 0 0,-2-1 3 16,-1 3 0-16,1 0 7 0,0-3-1 16,-2 2-2-16,1-1 5 0,0 1-3 0,1-1 6 15,-1-1-10-15,0 3 8 0,4-3-1 0,-5 1 6 0,3 1-2 16,-1-1 0-16,0 1-9 0,-2 1 7 0,5-2 0 15,-2 0-3-15,1 1 0 0,0 1-5 0,-1-2 4 16,1 0-7-16,8-1 4 0,-13 2 2 16,5-2-1-16,8 0 4 0,-11 2-5 0,11-2 17 0,-13 0 2 15,13 0 6-15,-13 1-10 0,5 0-1 0,8-1-1 16,-10-1 11-16,10 1-8 0,-13 0 1 0,13 0-10 16,-10 0 21-16,10 0-6 0,-8-1-2 0,8 1-6 15,0 0 2-15,-11-2 0 0,11 2 3 0,0 0-6 16,0 0 8-16,-9-1-12 0,9 1-1 0,0 0 0 15,0 0 4-15,0 0-3 0,-9-2 13 0,9 2-14 16,0 0-3-16,0 0 10 0,-9-1-8 0,9 1-5 16,0 0-4-16,-9-2 14 0,9 2 4 0,0 0 0 15,0 0 0-15,-9-1 0 0,9 1 0 0,0 0 4 16,0 0 2-16,-10 0-8 0,10 0-4 0,0 0-5 16,0 0 4-16,-13 0-2 0,13 0 6 0,-8 0 1 15,8 0-6-15,-7 1 2 0,7-1-3 0,0 0 4 16,-13-1 4-16,13 1-6 0,0 0-3 0,-13 0 1 15,13 0 3-15,0 0 10 0,-9 1 0 0,9-1-6 16,-10 0-3-16,10 0-2 0,-8 2 0 0,8-2 6 16,-10 2 0-16,10-2-3 0,-9 0 1 0,9 0 1 15,0 0-1-15,-10-2-5 0,10 2 4 0,0 0 14 16,-10-2-15-16,10 2-3 0,0 0 0 0,0 0 1 16,-12-1 5-16,12 1-2 0,0 0-1 0,0 0-8 15,0 0 11-15,0 0-4 0,0 0-11 0,0 0 6 16,-10 0 9-16,10 0-12 0,0 0 2 0,0 0 10 0,0 0 3 15,0 0-8-15,0 0 1 0,0 0-5 16,0 0 8-16,0 0-5 0,0 0 7 0,0 0-11 16,0 0 10-16,0 0-2 0,0 0 4 0,0 0-2 15,0 0 6-15,-9 0 3 0,9 0-6 0,0 0-2 16,0 0 0-16,0 0 1 0,0 0 0 0,0 0-3 16,0 0-7-16,0 0 9 0,0 0-3 0,0 0-2 15,-10 0 4-15,10 0-1 0,0 0 2 0,0 0-5 16,0 0-1-16,0 0 5 0,-12 0-3 0,12 0 0 15,0 0-3-15,-9 0 5 0,9 0 3 0,0 0 5 16,0 0-1-16,-10 0-3 0,10 0 2 0,0 0-5 16,0 0-1-16,0 0 4 0,-13 0-7 0,13 0 0 15,0 0 3-15,-10 1-5 0,10-1 5 0,0 0-4 16,-10-1 3-16,10 1-3 0,0 0 4 0,0 0-1 0,0 0 1 16,-11 0-7-16,11 0 3 0,0 0 8 15,0 0-7-15,-10 0 2 0,10 0 0 0,0 0-1 0,0 0 4 16,0 0-2-16,-10 0 4 0,10 0 1 15,0 0-4-15,0 0-4 0,0 0 5 0,0 0 0 16,0 0 5-16,0 0-1 0,0 0 3 0,0 0 15 0,-9-2 3 16,9 2-6-16,0 0-1 0,0 0 3 0,0 0-5 15,0 0-1-15,0 0 1 0,0 0-6 0,0 0-1 16,0 0-2-16,0 0-3 0,-9-1 0 0,9 1-1 16,0 0 2-16,0 0-5 0,0 0 0 0,0 0 1 15,0 0-1-15,0 0 0 0,0 0-1 0,0 0 4 16,0 0 1-16,0 0 2 0,0 0 1 0,-11-1-2 15,11 1 1-15,0 0 0 0,0 0 0 0,0 0-5 16,0 0 2-16,0 0 0 0,0 0-2 0,0 0-3 16,0 0 4-16,0 0 0 0,0 0-4 0,0 0-2 15,0 0-1-15,0 0-4 0,0 0 6 0,0 0-4 16,0 0 3-16,0 0 4 0,0 0-7 0,0 0 1 16,0 0-1-16,0 0-1 0,0 0-2 0,0 0-1 15,0 0 3-15,-9-2 0 0,9 2-4 0,0 0 10 16,0 0-8-16,0 0 0 0,0 0 0 0,0 0 0 15,-9 2-1-15,9-2 2 0,0 0-1 0,0 0 0 16,-10 0 2-16,10 0-2 0,0 0 1 0,0 0-2 16,0 0 0-16,0 0 5 0,0 0-2 0,0 0-1 15,0 0 0-15,-12-2-2 0,12 2 1 0,0 0 1 16,0 0-1-16,0 0 0 0,0 0-1 0,0 0 1 16,0 0 0-16,0 0-1 0,0 0 2 0,0 0-1 15,0 0 1-15,0 0 0 0,0 0-4 0,0 0-8 16,0 0-10-16,0 0-7 0,0 0-10 0,0 0-6 15,0 0-12-15,0 0-6 0,0 0-10 0,-7-3-3 16,7 3-13-16,0 0 2 0,0 0-7 0,0 0-12 16,0 0-17-16,0 0-29 0,0 0-24 0,0 0-102 15,-9-7-298-15,9 7 132 0</inkml:trace>
  <inkml:trace contextRef="#ctx0" brushRef="#br0" timeOffset="116789.33">17750 14093 30 0,'0'0'68'0,"0"0"-6"16,0 0-12-16,-6-4-1 0,6 4-2 0,0 0-7 15,0 0-1-15,-6-3-4 0,6 3-5 0,0 0-6 16,-13-1 2-16,13 1 0 0,-10 0-3 0,10 0-7 16,-12 0-1-16,1 1-2 0,3-1 5 0,-2 1-4 15,-4 1-3-15,0 0-8 0,-5 1 8 0,-1-2-2 0,-1 3-3 16,-1-2 0-16,2-1 11 0,-9-1 0 15,3 2-15-15,4-2 4 0,-1 1 7 0,-3-2-5 16,3 1-2-16,2 0-1 0,-9-2-4 0,2 2-3 16,8 0 7-16,-3-1-11 0,2 0-2 0,1-1 2 15,-1-1-12-15,2 1-6 0,0 0 0 0,-1 0-12 16,2-1 2-16,4 2-20 0,-4-1-37 0,1 0-96 16,4 0 43-16</inkml:trace>
  <inkml:trace contextRef="#ctx0" brushRef="#br0" timeOffset="122424.07">21219 8774 8 0,'-6'-6'41'0,"2"2"-3"16,4 4-12-16,-9-7-7 0,5 2-11 0,4 5-12 16,-6-5-19-16,6 5-25 0,-5-5 12 0</inkml:trace>
  <inkml:trace contextRef="#ctx0" brushRef="#br0" timeOffset="123980.72">20907 8548 25 0,'7'-3'48'0,"-7"3"2"0,4-6 0 16,-4 6-13-16,0 0 0 0,5-4-6 0,-5 4-4 15,0 0 6-15,0 0-11 0,0 0-6 0,7-6-12 16,-7 6-4-16,0 0-13 0,0 0-5 0,0 0 2 15,0 0-11-15,0 0 1 0,0 0-21 0,0 0-51 16,0 0 23-16</inkml:trace>
  <inkml:trace contextRef="#ctx0" brushRef="#br0" timeOffset="124222.9">20671 8518 6 0,'0'0'55'0,"0"0"-5"0,0 0-8 0,0 0-2 0,0 0-3 15,0 0-9-15,0 0-10 0,0 0-4 0,0 0-7 16,0 0-7-16,0 0-11 0,0 0-5 0,0 0-4 15,0 0-22-15,0 0-45 0,0 0 20 0</inkml:trace>
  <inkml:trace contextRef="#ctx0" brushRef="#br0" timeOffset="125607.35">22624 8825 3 0,'0'0'14'0,"0"0"2"15,0 0-2-15,0 0-5 0,0 0 2 0,0 0-3 16,0 0 1-16,0 0-2 0,0 0-2 0,0 0-3 15,0 0-5-15,0 0-2 0,0 0-4 0,0 0-5 16,0 0-15-16,0 0 7 0</inkml:trace>
  <inkml:trace contextRef="#ctx0" brushRef="#br0" timeOffset="126622.99">22154 8831 9 0,'0'0'10'0,"13"-2"10"0,-13 2-5 0,13 0-6 15,-5 0 4-15,-8 0-2 0,15-1 0 0,-7 1 2 16,-8 0-5-16,15 0 3 0,-7-2-1 0,-8 2-4 0,12 2 0 16,-6-1 0-16,-6-1 1 0,11 0-4 15,-11 0-1-15,11 2 5 0,-11-2-6 0,10 1 4 16,-10-1-4-16,7 1 3 0,-7-1-1 0,0 0 3 16,13-1-6-16,-13 1 7 0,8 0-3 0,-8 0 1 0,0 0-4 15,13 0-2-15,-13 0 1 0,0 0 3 0,7-1-4 16,-7 1 5-16,0 0-2 0,0 0-4 15,12 0 3-15,-12 0 4 0,0 0 0 0,9 0-2 16,-9 0-4-16,9-2 2 0,-9 2-1 0,7-1 1 0,-7 1 1 16,9-3-1-16,-9 3 1 0,0 0-4 0,12 0-4 15,-12 0 8-15,9-3-2 0,-9 3 6 16,11 0-11-16,-11 0 6 0,13 0-3 0,-13 0-1 0,12-3 3 16,-12 3-2-16,11 0-3 0,-11 0 4 0,9 0-4 15,-9 0 0-15,10-2 4 0,-10 2 0 0,12 0-5 16,-12 0-1-16,13-4-1 0,-7 3 1 0,-6 1 0 15,15-3-2-15,-7 1 0 0,-2 0 4 16,4 0-7-16,-2-1-12 0,0 2-25 0,1-2 83 0,-3 0-52 16,-6 3-18-16,14-2 9 0</inkml:trace>
  <inkml:trace contextRef="#ctx0" brushRef="#br0" timeOffset="126663.48">22638 8781 5 0,'0'0'-2'0,"5"-3"0"16</inkml:trace>
  <inkml:trace contextRef="#ctx0" brushRef="#br0" timeOffset="126856.55">22675 8768 1 0,'0'0'4'0,"10"-3"2"15,-10 3 3-15,5-2 0 0,-5 2-2 0,0 0 1 16,7-3-2-16,-7 3 0 0,0 0 1 0,0 0-1 16,6-3 0-16,-6 3-3 0,0 0 0 0,0 0 5 15,0 0-4-15,6-3-2 0,-6 3-1 0,0 0-2 16,0 0 2-16,0 0-2 0,0 0 10 0,0 0-6 16,9-3 1-16,-9 3-1 0,0 0 2 0,0 0-8 15,0 0 0-15,0 0 6 0,0 0 2 0,9-1-2 16,-9 1-6-16,0 0-5 0,8-1 8 0,-8 1 0 15,0 0-1-15,0 0-6 0,0 0-3 0,13 1-7 16,-13-1-16-16,0 0 8 0</inkml:trace>
  <inkml:trace contextRef="#ctx0" brushRef="#br0" timeOffset="133000.97">26800 14022 2 0,'10'4'6'0,"-2"-2"-4"15,-1 1 3-15,-1-1 0 0,4-1-1 0,-3 2-3 16,-1 0 2-16,5 1 3 0,-3-1-1 0,0-1-5 16,-1 2 3-16,2-2-1 0,-2 0 1 0,0 2-4 15,1-2 5-15,1 3-2 0,1-1 5 0,-2 0-2 16,-3-3-2-16,5 4 3 0,0 0 2 0,-5 0-2 15,1-3-3-15,1 2 2 0,0-2 1 16,0 0-1-16,-1 4-1 0,1-3-2 0,-3 1 2 0,4 1 0 16,-2-2-1-16,3 2-2 0,-3-2 4 0,-1 1-4 15,0 1 3-15,-1-1 1 0,3-1-1 0,-3 0-2 16,-4-3-1-16,11 7 7 0,-6-4-7 16,2 3 6-16,-3-2-4 0,3-1 4 0,1 3 1 0,-2-3 0 15,4 1 1-15,-5-1-2 0,4 3 0 0,1 0-2 16,-4-5-2-16,1 2 2 0,1 1-3 0,0 1-1 15,0-1 0-15,1 1-2 0,-1-1-1 0,2 1 0 16,-1 0-2-16,-3 1-2 0,0-2 3 0,3 2 2 16,1 0-5-16,-1-1 5 0,-1 1-2 0,1 0 0 15,-1 0 1-15,2 0 0 0,1 0-7 0,-2-2 3 16,-1 1 4-16,2 1-5 0,1-2 1 0,2 1-3 16,-4-2 5-16,0 1 1 0,3-1 0 0,-1 0 0 15,-2 2 4-15,-1-2-2 0,2 2 6 0,0-2-5 16,-1-1 1-16,1 0-3 0,-1 1 1 0,2-3 4 15,-4 3-3-15,0-1-1 0,1 0 2 0,-1-1-4 16,5 1 3-16,-4 0 0 0,-1-2 0 0,3 0-4 16,0 4 5-16,-3-2-3 0,2-1 4 0,-2 1-2 15,2-1 3-15,-1 0-1 0,-1 1-4 0,1-1 1 16,1 1 2-16,-9-2-3 0,17 3-1 0,-10 0 3 16,0-2-1-16,2 0 1 0,-9-1-2 15,16 1 3-15,-10 0-2 0,1 0-4 0,-1 0 4 0,-6-1-4 16,16 1 8-16,-11 1-5 0,-5-2-1 0,16 1 3 15,-9-1 1-15,-7 0-1 0,15 0 0 0,-5-1 0 16,-2-1 0-16,-8 2 4 0,16 0-4 0,-7-1 0 16,-1 1 3-16,-8 0 1 0,16-1-2 0,-9 1 0 15,-7 0 4-15,20 0-1 0,-10 0 1 0,1-1-5 16,0 1 2-16,-4 1-2 0,4-1-1 0,0 0 3 16,0 0-1-16,1 0-2 0,-2 0 1 0,0 1 0 15,1 2 0-15,0-3-3 0,3 0 0 0,-2-2-4 16,0 2 8-16,0-1-10 0,-2 0 3 0,0 0 0 0,1 1 5 15,0 0-2-15,0 0-1 0,1 0 1 16,-4 0 6-16,2 0-6 0,1-1 0 0,-11 1-3 16,18-2 5-16,-11 2-6 0,3 1 6 0,1-1 1 15,-3 0-4-15,-8 0 1 0,17 1 5 0,-9-2-5 16,-8 1-1-16,15-1 3 0,-8 0-3 0,-7 1 0 16,16 0 2-16,-10 0-3 0,-6 0-2 0,14-2 4 15,-14 2 4-15,9-1-3 0,-1 0 2 0,-8 1-1 16,14-2 0-16,-9 0-7 0,-5 2 6 0,11-3 3 15,-4 2-4-15,-7 1 3 0,11-1 0 0,-4-1-4 0,-7 2-1 16,11-1-1-16,-11 1-2 0,13 0-6 0,-13 0 13 16,13-2-11-16,-7 2 10 0,-6 0-8 15,9 0-9-15,-9 0 4 0,13-1 34 0,-13 1-25 16,10 0-6-16,-10 0 24 0,13 0-7 0,-13 0-3 16,11 0 1-16,-11 0 2 0,11-3 1 0,-11 3-1 0,11 0-1 15,-4-2 2-15,-7 2 0 0,11 0 2 0,-11 0-6 16,13-2 5-16,-13 2-3 0,11-1 0 15,-4 1 2-15,-7 0-1 0,14 0-1 0,-14 0 2 16,11-1 0-16,-11 1-3 0,12 1 5 0,-12-1-3 16,9 0 3-16,-9 0-6 0,9-1 8 0,-9 1 1 15,11-3-1-15,-5 2 6 0,-6 1 0 0,11-2 3 16,-11 2-6-16,10 0 0 0,-10 0 1 0,13 0-5 16,-13 0 0-16,9 0-1 0,-9 0-4 0,10 0 0 15,-10 0 3-15,11 0 0 0,-11 0 3 0,9-1-4 16,-9 1 0-16,0 0-1 0,13 1 6 0,-13-1 5 0,8 0 11 15,-8 0-1-15,9-1-6 0,-9 1 4 0,8-3-9 16,-8 3-4-16,0 0 9 0,8-3-3 16,-8 3 3-16,5-4-2 0,-5 4 0 0,0 0-2 15,7-3-3-15,-7 3-2 0,0 0 0 0,0 0-2 16,0 0-5-16,0 0 4 0,9 0 0 0,-9 0-2 0,0 0 11 16,0 0-4-16,0 0 12 0,0 0-2 15,0 0 2-15,0 0-1 0,0 0 6 0,0 0-9 0,0 0-1 16,0 0-1-16,0 0-1 0,0 0-5 15,0 0-6-15,0 0 4 0,0 0-4 0,0 0 2 16,0 0-3-16,0 0-1 0,0 0 2 0,0 0 6 0,0 0-11 16,10 3 0-16,-10-3 3 0,0 0-10 15,0 0 6-15,0 0-3 0,0 0 1 0,0 0 11 16,0 0-4-16,0 0 11 0,0 0-3 0,8 1 4 16,-8-1 1-16,0 0 0 0,0 0 4 0,0 0 0 15,0 0-13-15,0 0 3 0,0 0-3 0,0 0 0 0,0 0-1 16,0 0 5-16,6 3-5 0,-6-3-1 0,0 0 0 15,0 0 2-15,0 0-1 0,0 0-6 0,0 0 8 16,0 0-1-16,0 0-2 0,0 0-1 16,0 0 4-16,0 0-1 0,0 0 0 0,0 0 3 0,0 0-8 15,0 0 2-15,0 0 1 0,0 0 0 0,0 0 5 16,0 0-7-16,0 0-2 0,0 0 7 16,0 0 0-16,0 0 2 0,0 0 3 0,0 0-6 15,0 0 3-15,0 0 1 0,0 0-4 0,0 0 7 16,0 0-6-16,0 0 3 0,0 0 0 0,0 0 0 0,0 0 5 15,0 0-5-15,0 0-1 0,0 0 6 0,0 0-2 16,0 0-3-16,0 0-5 0,0 0 9 0,0 0-8 16,0 0 0-16,0 0 3 0,0 0 3 15,0 0-3-15,0 0-3 0,0 0 1 0,0 0-2 16,0 0 0-16,0 0-2 0,0 0 1 0,0 0-2 0,0 0 2 16,0 0-3-16,0 0 2 0,0 0 0 0,0 0-6 15,5 3 2-15,-5-3-4 0,0 0 5 0,0 0-5 16,0 0 2-16,0 0 3 0,0 0-1 0,0 0-2 15,0 0 0-15,3 6 1 0,-3-6-1 0,0 0-3 16,0 0 4-16,0 0 1 0,0 0-1 0,0 0-4 16,0 0 4-16,0 0-4 0,0 0 3 0,0 0-2 15,0 0 5-15,0 0-2 0,0 0-2 0,0 0-1 16,0 0 3-16,0 0-1 0,0 0-3 0,0 0 3 16,0 0-1-16,0 0-4 0,0 0 4 0,0 0-3 15,0 0 1-15,0 0-2 0,0 0-2 0,0 0-4 16,0 0-4-16,0 0-2 0,0 0-3 0,0 0-1 15,0 0-4-15,0 0-10 0,0 0-14 0,0 0-15 16,0 0-15-16,0 0-18 0,0 0-15 0,0 0-23 16,0 0-98-16,-10 10-248 0,10-10 110 0</inkml:trace>
  <inkml:trace contextRef="#ctx0" brushRef="#br0" timeOffset="138756.73">27953 14901 5 0,'0'0'14'0,"0"0"-3"15,0 0 3-15,0 0-4 0,0 0 0 0,2 25 1 16,-2-25-5-16,0 0 3 0,0 0 2 0,0 0-6 16,0 9-8-16,0-9-15 0,0 0-18 0,0 0 8 15</inkml:trace>
  <inkml:trace contextRef="#ctx0" brushRef="#br0" timeOffset="146726.62">10570 7946 5 0,'0'0'16'0,"0"0"-1"0,0 0 0 15,0 0 4-15,0 0-2 0,0 0-3 0,4-7-3 16,-4 7 6-16,0 0-6 0,0 0-3 0,0 0-2 16,0 0-1-16,0 0-1 0,0 0 2 0,0 0-1 15,0 0-1-15,0 0-2 0,0 0 2 0,0 0 1 16,0 0-6-16,0 0 6 0,0 0-2 0,0 0 0 16,0 0-3-16,0 0 0 0,0 0-1 0,0 0 7 15,0 0-8-15,0 0 0 0,0 0 2 0,0 0 2 16,0 0-4-16,0 0 4 0,0 0 0 0,0 0-2 15,0 0 2-15,0 0-2 0,7 19-3 0,-7-19 3 16,0 0 1-16,2 9-5 0,-2-9 3 0,1 4-7 16,-1-4 1-16,0 0 3 0,0 9-5 0,0-9 6 15,0 0 1-15,2 7-1 0,-2-7 0 0,0 0 0 16,2 6 0-16,-2-6 2 0,1 7-2 0,-1-7 2 16,0 0-1-16,1 10 3 0,-1-10-2 0,2 8 3 15,-2-8-3-15,1 6 0 0,-1-6-1 0,2 9-6 0,-2-9 4 16,2 9-8-16,-2-3-9 0,0-6-21 15,0 10 9-15,0-10 79 0,0 10-59 0,0-4-12 16,0-6 6-16</inkml:trace>
  <inkml:trace contextRef="#ctx0" brushRef="#br0" timeOffset="151177.51">8176 9981 10 0,'0'0'71'0,"0"0"-12"16,0 0-5-16,0 0-5 0,0 0-5 0,0 0-4 0,0 0-6 16,0 0-1-16,0 0-6 0,0 0-4 15,0 0 3-15,0 0-4 0,0 0-5 0,0 0 1 16,-13-12-15-16,13 12-8 0,0 0-14 0,0 0-15 16,0 0-45-16,0 0-85 0,0 0 37 0</inkml:trace>
  <inkml:trace contextRef="#ctx0" brushRef="#br0" timeOffset="151927.66">12702 10210 19 0,'0'0'40'0,"0"0"-3"16,0 0-3-16,0 0 3 0,5 5-3 0,-5-5-3 16,0 0 3-16,0 0-6 0,0 0 8 15,0 0-12-15,0 0 2 0,0 0-9 0,0 0-2 0,0 0 4 16,0 0-5-16,0 0 8 0,0 0-6 15,0 0 5-15,0 0 0 0,0 0-3 0,0 0 2 16,0 0 2-16,0 0-5 0,11-11 3 0,-11 11-5 16,0 0-2-16,0 0 0 0,0 0 3 0,0 0-3 0,0 0-4 15,0 0-1-15,0 0 3 0,0 0-8 0,0 0-6 16,0 0-11-16,0 0-12 0,0 0-10 0,0 0-14 16,0 0-1-16,0 0-40 0,0 0-98 15,0 0 43-15</inkml:trace>
  <inkml:trace contextRef="#ctx0" brushRef="#br0" timeOffset="155266.84">13746 12362 3 0,'0'0'27'0,"-6"-8"0"0,6 8-4 15,-5-4 5-15,5 4-9 0,-2-7 8 0,2 7-6 16,0 0-8-16,-4-8 4 0,4 8-6 15,0 0-2-15,0 0-4 0,-2-8-4 0,2 8 4 0,0 0-5 16,0 0-3-16,0 0 0 0,0 0-2 0,0-9 4 16,0 9-1-16,0 0-3 0,0 0 4 15,0 0-2-15,0 0-3 0,0 0 1 0,0 0 7 16,0 0-1-16,0 0-1 0,0 0 1 0,0 0 0 0,0 0 0 16,0 0-3-16,0 0-2 0,0 0 14 0,0 0-4 15,0 0 4-15,0 0-5 0,0 0 1 0,0 0-1 16,0 0 0-16,0 0-2 0,0 0 6 0,0 0-2 15,0 0 4-15,0 0-3 0,0 0 3 0,0 0-1 16,0 0-2-16,0 0-2 0,0 0 1 0,0 0 0 16,0 0-6-16,0 0 2 0,0 0 0 0,0 0 0 15,0 0 6-15,0 0 9 0,0 0 6 0,0 0-9 16,0 0 2-16,0 0-2 0,0 0 2 0,0 0-3 16,0 0-2-16,0 0 2 0,0 0 1 0,0 0 1 15,0 0-10-15,0 0 5 0,0 0-2 0,0 0 1 16,0 0-1-16,0 0-1 0,0 0 3 0,0 0-14 15,0 0 6-15,0 0 1 0,0 0 9 0,0 0-1 16,15 14-7-16,-15-14 4 0,0 0-7 0,0 0 2 16,0 0 3-16,0 0 5 0,0 0 5 0,0 0-6 15,0 0 2-15,0 0 0 0,0 0 0 0,0 0 5 0,0 0-7 16,6 1 11-16,-6-1 1 0,0 0-8 0,0 0-1 16,0 0 3-16,0 0-6 0,0 0 1 15,0 0-3-15,0 0-3 0,0 0 7 0,0 0 1 16,0 0-6-16,0 0-3 0,0 0-2 0,0 0 6 15,0 0-5-15,0 0 0 0,0 0-1 0,0 0 2 16,0 0-5-16,0 0 1 0,0 0-6 0,0 0 8 16,0 0-1-16,0 0 0 0,0 0-4 0,0 0 4 15,0 0-1-15,0 0-4 0,0 0 6 0,0 0-1 16,0 0 1-16,0 0-3 0,0 0 5 0,0 0-8 16,0 0 10-16,0 0-5 0,0 0 3 0,0 0 0 15,0 0 3-15,0 0-9 0,0 0 7 0,0 0-4 16,0 0-5-16,0 0-3 0,0 0 8 0,0 0 3 15,8 3-3-15,-8-3 1 0,0 0 2 0,0 0-2 0,0 0-7 16,6 4-9-16,-6-4-1 0,0 0-12 0,0 0-9 16,7 3-2-16,-7-3-14 0,0 0 0 15,0 0-16-15,2 7-53 0,-2-7-129 0,0 0 58 16</inkml:trace>
  <inkml:trace contextRef="#ctx0" brushRef="#br0" timeOffset="156874.16">10497 12918 8 0,'0'0'16'0,"0"0"4"16,0 0-6-16,0 0-1 0,0 0-4 0,0 0-3 15,0 0-6-15,-13 3 0 0,13-3 4 16,0 0-5-16,0 0 4 0,-11 9-3 0,7-6-2 0,4-3-13 16,-12 8-17-16,5-2 7 0</inkml:trace>
  <inkml:trace contextRef="#ctx0" brushRef="#br0" timeOffset="159769.96">13895 11753 73 0,'0'0'110'0,"0"0"-6"0,0 0-11 15,0 0-6-15,0 0-15 0,0 0-2 0,0 0-4 16,0 0-8-16,0 0-12 0,0 0 13 0,0 0-22 15,0 0-2-15,0 0-6 0,0 0-11 0,0 0-13 16,0 0-13-16,0 0-9 0,0 0-6 0,0 0-7 16,0 0-21-16,0 0-14 0,0 0-63 0,-7-7-139 15,7 7 61-15</inkml:trace>
  <inkml:trace contextRef="#ctx0" brushRef="#br0" timeOffset="161053.81">13324 11900 50 0,'0'0'90'0,"5"3"-36"15,-5-3 6-15,0 0-6 0,0 0-8 0,4 8-16 0,-4-8-6 16,0 0-13-16,0 6-9 0,0-6-12 16,0 0-2-16,0 0-14 0,0 9-37 0,0-9-67 0,0 0 31 15</inkml:trace>
  <inkml:trace contextRef="#ctx0" brushRef="#br0" timeOffset="162981.49">10804 12772 57 0,'-12'-6'45'15,"12"6"-16"-15,-10 2-8 0,10-2-22 0,-22 9-25 16,7-2-27-16,-3 0 13 0</inkml:trace>
  <inkml:trace contextRef="#ctx0" brushRef="#br0" timeOffset="-119283.06">6753 10469 22 0,'0'0'60'0,"0"0"-10"0,1-7-8 15,-1 7 0-15,0 0-11 0,0 0-2 0,0 0-2 16,1-10-10-16,-1 10 3 0,0 0-2 0,0 0 0 15,0 0-3-15,0 0-1 0,0 0 5 0,0 0-11 16,0 0-1-16,0 0 0 0,0 0-6 16,1-7 8-16,-1 7-2 0,0 0 0 0,0 0 1 0,0 0-6 15,0 0-1-15,0 0 0 0,0 0-2 0,0 0 1 16,0 0 4-16,0 0 0 0,0 0-2 0,0 0-1 16,0 0-1-16,0 0 3 0,0 0-4 15,0 0 1-15,0 0-3 0,0 0 1 0,0 0 5 0,0 0 0 16,0 0-2-16,0 0-3 0,0 0 0 0,0 0-3 15,0 0 6-15,0 0-3 0,0 0 2 0,0 0 1 16,-14 14 4-16,14-14 1 0,-5 6-9 0,5-6 0 16,-9 7 0-16,3-4 2 0,2 0 2 0,-1 2-2 15,-2 0 5-15,2-1-1 0,-1 0-3 0,1 0-3 16,0 0 4-16,-2-1-1 0,2 1 6 0,5-4-3 16,-10 6-16-16,5-4 12 0,5-2 5 0,-6 4 3 15,6-4-8-15,-7 3 0 0,7-3 5 0,0 0-2 16,0 0-2-16,-5 6 6 0,5-6-8 0,0 0 6 15,0 0-4-15,0 0 1 0,0 0 2 0,0 0 0 16,0 0-3-16,0 0 19 0,21 1-11 0,-8-2 1 16,7-3 7-16,5-1-1 0,5 0 2 15,0-2 5-15,2 1 6 0,2-2-12 0,-1 2 0 0,0-2 9 16,0 0-5-16,2 2 3 0,-2 0-15 0,-3-1 9 16,1 0-5-16,-1 0 4 0,-6 1-2 0,3-2 1 15,-8 5-1-15,0-2 0 0,-6 2-1 0,0 0 6 16,-1 0-4-16,-3 1-2 0,-1 1 5 0,1 0-6 15,-9 1 12-15,9-3 2 0,-9 3 6 0,8-1 18 16,-8 1-3-16,0 0 3 0,6-3-3 0,-6 3-6 16,0 0-1-16,0 0-10 0,0 0 0 0,0 0-5 15,0 0 2-15,-11-16-4 0,11 16-3 0,-12-5-11 16,4 3 7-16,8 2 2 0,-11-5-4 0,4 2 1 16,7 3-5-16,-7-4 2 0,7 4-8 0,-8-3-22 15,8 3-20-15,0 0-10 0,0 0-19 0,0 0-14 16,0 0-13-16,0 0-16 0,0 0-75 0,0 0-199 0,26 15 88 15</inkml:trace>
  <inkml:trace contextRef="#ctx0" brushRef="#br0" timeOffset="-118514.32">8569 10549 5 0,'-11'3'27'0,"1"0"8"0,-4 1-4 16,4-1 1-16,0 0-2 0,2 0-4 0,-2 0 0 15,3-3-7-15,-2 1 0 0,9-1 9 0,-12 3-11 16,6-2 2-16,6-1 0 0,-11 1-3 0,11-1 8 16,-6 2-6-16,6-2-4 0,0 0-3 0,0 0 6 15,0 0-2-15,-11 2 1 0,11-2-1 0,0 0 1 16,0 0-4-16,0 0 0 0,0 0 3 0,27-5-3 16,-14 4 5-16,5-3-7 0,1 2 4 0,8-2 4 15,-5-1-4-15,4 2 3 0,2-2-12 0,-2 0 4 16,0 1 0-16,-5 1-6 0,-2 0 4 0,1-1 8 15,0 1 1-15,-2-1-4 0,-5 1-4 0,0-1 6 16,1 1-10-16,-1 0 4 0,-2-1 3 0,-1 0-3 16,-1 2 10-16,0-2 7 0,-9 4-6 0,10-3 15 15,-10 3 3-15,8-2 0 0,-8 2-8 0,5-4 4 16,-5 4-11-16,0 0 4 0,0 0-5 0,0 0 0 0,0 0-2 16,0 0-8-16,0 0-4 0,-14-13 7 0,14 13-1 15,-8-2-2-15,8 2-4 0,-10-2-17 16,10 2-8-16,0 0-6 0,-14 2-3 0,14-2-12 15,-6 3-10-15,6-3-14 0,-12 3-21 0,8 1-59 0,-2-2-154 16,-1 1 68-16</inkml:trace>
  <inkml:trace contextRef="#ctx0" brushRef="#br0" timeOffset="-116972.31">3545 4821 6 0,'-9'4'13'0,"9"-4"5"0,-7 3-2 0,7-3-3 16,-9 4-1-16,9-4-6 0,-7 5 5 0,7-5-4 16,-7 5 0-16,7-5 2 0,-6 4-4 0,6-4 0 15,-6 3 1-15,6-3-8 0,0 0 7 0,0 0-1 16,0 0 2-16,0 0 7 0,0 0 1 0,0 0 10 15,33-11 1-15,-9 3-2 0,6-3 4 0,2 0-10 16,2-2 4-16,3 1-3 0,-1-2 5 0,10-4-4 16,-12 7 3-16,2-4-2 0,-3 2-2 0,0-1 7 15,-2 3-14-15,1-2 5 0,-4 2-7 0,0 0 8 16,-1 1-7-16,0 1-2 0,-6 1 5 16,-4 3-2-16,0 0 1 0,-3 1-10 0,-1-1 4 0,-7 4-1 15,3-3 4-15,-9 4-7 0,14-4 4 0,-14 4-1 16,12-1 2-16,-12 1-1 0,0 0-1 0,10-4-2 15,-10 4 5-15,0 0-1 0,0 0-3 0,0 0-9 16,11-3 5-16,-11 3 0 0,0 0-7 0,0 0-4 16,0 0-8-16,0 0-10 0,0 0-11 15,0 0-9-15,0 0-31 0,0 0-87 0,-3 20 39 16</inkml:trace>
  <inkml:trace contextRef="#ctx0" brushRef="#br0" timeOffset="-115699.84">6798 10595 20 0,'-2'-7'87'15,"2"7"-9"-15,0 0 4 0,11-10-19 0,-4 3-5 0,2 1 1 16,0 0-20-16,1 0 7 0,1-1-4 0,0 1-6 16,0-1-13-16,4 0 7 0,-3 2-7 15,2 0-14-15,1-2 8 0,3 2-14 0,2 0-12 16,0 0-14-16,8-1-13 0,0 3-17 0,-1-2-46 16,-1 2-108-16,4-3 48 0</inkml:trace>
  <inkml:trace contextRef="#ctx0" brushRef="#br0" timeOffset="-114841.52">8218 10487 64 0,'0'0'58'0,"0"0"-1"0,0 0-10 0,0 0-6 0,0 0-6 16,0 0-2-16,0 0 3 0,0 0-4 0,0 0-5 15,0 0-1-15,0 0-2 0,0 0-2 0,0 0 0 16,16 5 0-16,-7-6 1 0,1 1-2 0,1-1 0 15,5 1 4-15,0 0-8 0,5-3 2 0,0-1 1 16,-1 1 4-16,8 0-8 0,-9-1-3 0,1 2-1 16,-2 2 5-16,0-3-3 0,-4 2-8 0,0-1 5 15,-1 1-8-15,-1 0-2 0,0 1 7 0,-1 0-1 16,-5-1-4-16,-6 1 0 0,13 0 2 0,-13 0-9 16,9 0 11-16,-9 0-2 0,0 0-1 0,0 0 4 15,7 1-9-15,-7-1 5 0,0 0 2 0,0 0-9 16,0 0 6-16,0 0 0 0,-21 10-1 0,10-8-1 15,0 1-2-15,-1 2-4 0,-2-1-10 0,3 0 17 16,1-1-2-16,-1 0 2 0,4-1-1 16,-1 0-2-16,-3 0 0 0,4 0-3 0,7-2 8 0,-11 2-1 15,11-2 1-15,-9 3-1 0,9-3-4 0,0 0 2 16,0 0-1-16,0 0 0 0,0 0 4 0,0 0-1 16,0 0 5-16,33-7 7 0,-15 1-15 0,0 3 6 15,1-1-4-15,0-1-4 0,3-2 12 0,-3 4-1 16,3-4-5-16,-3 2 6 0,1 0-5 0,1-1 1 15,-5 1-19-15,-3 3 5 0,-1-1 10 0,-2 0 7 16,-3 3-9-16,0-2-6 0,-7 2 9 0,9-1-3 16,-9 1-14-16,0 0 8 0,0 0 1 0,0 0-2 15,-14 14-7-15,1-9-5 0,-4 2 0 0,-2 0 6 16,0 1-2-16,-8 1-2 0,-1 2 4 0,1-1 8 16,-1-3 0-16,1 1-6 0,7-4 5 0,1 0 0 15,1 1 9-15,5-1 6 0,4-1-8 0,0-2 6 16,4 1 3-16,5-2 5 0,-9 1-6 0,9-1-1 15,0 0-3-15,0 0 7 0,0 0 3 0,21-10-2 16,-2 3-6-16,9 0 2 0,0-2-2 0,4-3-10 16,1 3 6-16,2-1-6 0,-2 1-6 0,1 0-16 15,0 3-17-15,0 0-14 0,-2-1-18 0,-5 2-39 16,2-2-122-16,-2 1 54 0</inkml:trace>
  <inkml:trace contextRef="#ctx0" brushRef="#br0" timeOffset="-57211.77">4236 4731 8191 0</inkml:trace>
  <inkml:trace contextRef="#ctx0" brushRef="#br0" timeOffset="-53839.04">23562 11047 1731 0</inkml:trace>
  <inkml:trace contextRef="#ctx0" brushRef="#br0" timeOffset="-51541.36">6782 10936 102 0,'-13'-9'124'0,"-1"-1"-12"0,5 3-8 0,0 1-11 16,3 1-13-16,-1 0-8 0,1 1-28 0,6 4-19 0,-4-4-18 15,4 4-21-15,0 0-15 0,0 0-23 0,0 0-60 16,0 0-120-16,18 13 53 0</inkml:trace>
  <inkml:trace contextRef="#ctx0" brushRef="#br0" timeOffset="-51296.86">8974 10511 43 0,'0'0'51'15,"-31"3"-15"-15,21 1-33 0,-3 1-26 0,-7 1-24 16,-1 0 11-16</inkml:trace>
</inkml:ink>
</file>

<file path=ppt/ink/ink1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50:01.693"/>
    </inkml:context>
    <inkml:brush xml:id="br0">
      <inkml:brushProperty name="width" value="0.05292" units="cm"/>
      <inkml:brushProperty name="height" value="0.05292" units="cm"/>
      <inkml:brushProperty name="color" value="#FF0000"/>
    </inkml:brush>
  </inkml:definitions>
  <inkml:trace contextRef="#ctx0" brushRef="#br0">21435 13994 1 0,'0'0'9'0,"0"0"-3"15,0 0 2-15,0 0 1 0,0 0-8 0,0 0-7 16,0 0-6-16,0 0 3 0</inkml:trace>
  <inkml:trace contextRef="#ctx0" brushRef="#br0" timeOffset="7741.72">17407 9596 48 0,'0'0'58'0,"-6"-6"-4"15,6 6-6-15,-6-7-5 0,6 7-2 0,-5-3-5 16,5 3-5-16,0 0-12 0,-7-3-9 0,7 3-7 16,0 0-6-16,0 0-8 0,0 0-1 0,-5-6-1 15,5 6-2-15,0 0-2 0,0 0 6 0,0 0 0 16,0 0-3-16,0 0 7 0,0 0 0 0,0 0 1 16,0 0 1-16,0 0 2 0,0 0 4 0,0 0 1 15,0 0-2-15,0 0 0 0,0 0-5 0,0 0 11 16,0 0 3-16,-7-3 8 0,7 3-7 0,0 0-1 15,0 0 1-15,0 0 7 0,0 0-2 0,0 0 1 16,0 0 2-16,0 0 3 0,0 0-12 0,0 0 2 16,0 0 0-16,0 0 0 0,0 0 1 0,0 0-1 15,0 0 0-15,23-4-2 0,-14 4 10 0,3-3-5 16,2 0 1-16,5 0 9 0,8-2 0 0,2 0 9 16,3-1-5-16,6-2 3 0,12-1-3 0,-10 4 0 15,15-8-2-15,2 2-6 0,1 2-1 0,-1 0 4 16,3-1-2-16,4 1-11 0,-1-1 15 0,2 1-8 15,24-5-1-15,-28 4-2 0,0 0 9 0,30-3-5 16,-3 0-2-16,-24 3 7 0,28-7-9 0,-2 2 2 16,-24 3-1-16,24-1-4 0,-28 3 4 0,2 0 0 15,-3 1-5-15,-1 2-5 0,0-2-2 0,-2 4 1 16,-3-4 6-16,-2 2-6 0,-14 4 0 0,0-2-7 16,0 0-1-16,-2 1 6 0,0 0 5 0,-4 1-8 15,-4 1 6-15,1-1 2 0,-9 1 0 0,0-1-1 16,-3 1-3-16,-4 0-4 0,-3 0 0 0,1 1-1 15,-5 1-2-15,1-2 5 0,-8 2-3 0,10 0 3 16,-10 0-17-16,9-1-6 0,-9 1-3 0,0 0-1 0,0 0 6 16,9-3-4-16,-9 3-7 0,0 0-15 15,0 0-9-15,0 0-14 0,0 0-68 0,0 0-146 16,0 0 65-16</inkml:trace>
  <inkml:trace contextRef="#ctx0" brushRef="#br0" timeOffset="10011.12">18643 9525 12 0,'0'0'24'16,"0"0"-2"-16,0 0 2 0,0 0-2 0,0 0-3 15,0 0-5-15,0 0 1 0,0 0-7 0,0 0 2 16,0 0 6-16,0 0-3 0,0 0-8 0,0 0 7 16,0 0-3-16,0 0-6 0,0 0 4 0,0 0 0 15,0 0-5-15,0 0 7 0,0 0-5 0,0 0 3 16,0 0-1-16,0 0 0 0,0 0-1 0,-9 1 2 16,9-1-5-16,0 0 2 0,0 0-2 0,0 0-2 15,0 0 3-15,-8 1-3 0,8-1 2 0,0 0-2 16,0 0-2-16,0 0 1 0,0 0 2 0,0 0 4 15,0 0-9-15,0 0 10 0,0 0-6 0,0 0-4 16,0 0 3-16,0 0 4 0,0 0-1 0,0 0-5 16,0 0 2-16,0 0-3 0,0 0-1 0,0 0 1 15,0 0-1-15,0 0-5 0,0 0 0 0,0 0 1 16,-4 8-7-16,4-8-4 0,0 0-17 0,0 0-40 16,-1 7 19-16</inkml:trace>
  <inkml:trace contextRef="#ctx0" brushRef="#br0" timeOffset="14265.87">25544 9786 43 0,'0'0'63'0,"0"0"-7"15,0 0-14-15,0 0-14 0,0 0-11 0,0 0-10 16,0 0-3-16,0 0-8 0,0 0-13 0,0 0-24 16,-8 5-42-16,8-5 19 0</inkml:trace>
  <inkml:trace contextRef="#ctx0" brushRef="#br0" timeOffset="56195.41">25922 10300 16 0,'0'0'11'16,"0"0"4"-16,-12-1-1 0,12 1 6 0,0 0 0 16,0 0 2-16,0 0-3 0,0 0 2 0,0 0-8 15,0 0 4-15,0 0 0 0,0 0-4 0,-8-5 3 16,8 5-5-16,0 0-3 0,0 0-8 0,0 0-6 15,0 0-14-15,0 0-19 0,0 0-40 0,0 0 18 16</inkml:trace>
  <inkml:trace contextRef="#ctx0" brushRef="#br0" timeOffset="58351.43">23885 10814 24 0,'0'0'52'0,"0"0"-11"0,0 0-7 16,0 0 8-16,0 0-10 0,0 0 2 15,0 0-8-15,0 0 4 0,0 0-10 0,0 0 2 16,0 0-11-16,0 0 5 0,0 0-3 0,0 0-1 0,0 0 3 16,0 0-5-16,0 0 3 0,0 0-7 0,0 0-1 15,0 0 2-15,0 0 1 0,0 0-3 0,0 0 0 16,0 0 3-16,0 0-4 0,0 0-1 0,0 0-6 15,0 0 2-15,0 0 5 0,0 0 1 0,0 0-2 16,0 0 0-16,0 0 0 0,0 0-2 0,0 0-2 16,0 0 1-16,0 0-1 0,0 0 4 0,0 0-5 15,0 0 5-15,0 0-3 0,0 0 3 0,0 0 1 16,0 0-11-16,0 0 8 0,0 0 2 0,0 0 0 16,0 0-5-16,0 0 4 0,0 0-1 0,0 0-1 15,0 0 0-15,0 0 1 0,0 0 3 0,0 0 1 16,0 0-5-16,0 0 3 0,0 0 0 0,0 0-8 15,0 0 0-15,0 0-6 0,0 0 4 0,0 0-7 16,0 0 3-16,0 0-8 0,0 0-9 0,0 0-7 16,0 0-33-16,0 0-72 0,0 0 32 0</inkml:trace>
  <inkml:trace contextRef="#ctx0" brushRef="#br0" timeOffset="85141.08">25979 9726 19 0,'0'0'28'15,"0"0"-6"-15,0 0-4 0,0 0-5 0,0 0-4 16,0 0-9-16,0 0-3 0,0 0-2 0,0 0-13 16,0 0-18-16,0 0 9 0</inkml:trace>
  <inkml:trace contextRef="#ctx0" brushRef="#br0" timeOffset="135075.41">7283 12391 11 0,'0'0'51'0,"0"0"-5"15,0 0-5-15,0-10-3 0,0 10-3 0,0 0-7 16,0-10-3-16,0 10-7 0,4-7 8 0,-4 7-6 15,2-7-2-15,-2 7 1 0,3-7-1 16,-3 7 1-16,0 0-2 0,2-10 0 0,-2 10-3 0,0 0-1 16,0 0-2-16,0-7-1 0,0 7-1 0,0 0-1 15,0 0 0-15,0 0 2 0,-4-11-11 0,4 11 5 16,0 0 2-16,0 0-2 0,0 0-11 16,0 0 10-16,-1-8-2 0,1 8-4 0,0 0-6 0,0 0 5 15,0 0-6-15,0 0-3 0,0 0-3 0,0 0-5 16,0 0-1-16,0 0 7 0,0 0 2 0,0 0-2 15,0 0-4-15,0 0-18 0,9-3-21 0,-9 3-61 16,0 0 27-16</inkml:trace>
  <inkml:trace contextRef="#ctx0" brushRef="#br0" timeOffset="153152.46">6827 10394 6 0,'0'0'9'16,"0"0"3"-16,0 0-3 0,0 0 0 0,0 0-1 0,0 0-1 16,0 0-3-16,0 0 8 0,0 0-9 0,0 0 1 15,0 0-2-15,0 0 0 0,0 0-2 0,-12 3 4 16,12-3-2-16,0 0 7 0,0 0-6 0,0 0-1 15,0 0-2-15,0 0-1 0,0 0 6 16,0 0-4-16,0 0 1 0,0 0-2 0,0 0-1 0,0 0 2 16,0 0 3-16,0 0 2 0,0 0 3 0,0 0-1 15,0 0 3-15,0 0-5 0,0 0 1 0,0 0 6 16,0 0-6-16,-9 0 2 0,9 0-2 16,0 0 0-16,0 0 3 0,0 0 0 0,0 0 1 0,0 0-1 15,0 0 2-15,0 0-1 0,0 0 2 0,0 0 0 16,0 0 4-16,0 0-3 0,-8-3-6 0,8 3-2 15,0 0 8-15,0 0-6 0,0 0 0 0,0 0 4 16,0 0-9-16,0 0 3 0,0 0 2 16,-11 0 1-16,11 0-1 0,0 0 0 0,0 0 3 15,0 0-5-15,0 0 3 0,0 0-2 0,0 0-2 0,0 0 9 16,0 0-12-16,0 0-2 0,0 0 3 0,0 0 0 16,0 0 2-16,0 0-5 0,0 0 1 0,0 0 8 15,0 0-9-15,0 0 8 0,0 0-12 0,0 0 3 16,0 0 1-16,0 0 5 0,0 0-2 0,0 0-4 15,0 0 7-15,0 0-9 0,0 0 17 0,0 0-14 16,0 0 1-16,26-5 6 0,-26 5-9 0,15-2-2 16,-9 0 2-16,2 1 3 0,0-1 2 0,0 1-3 15,1-2 4-15,-1 0 1 0,-8 3-7 16,15-3 4-16,-8 2 7 0,-1-2-8 0,2 0 1 0,-8 3 4 16,13-3 2-16,-7 1-3 0,-1 0-1 0,-5 2-1 15,12-3 8-15,-12 3-10 0,6-2-1 0,-6 2 5 16,0 0 1-16,8-4 4 0,-8 4 4 0,0 0 6 15,0 0 5-15,0 0-1 0,8-3 5 0,-8 3-5 16,0 0 9-16,0 0-7 0,0 0 7 0,0 0-1 16,0 0-6-16,0 0-8 0,0 0 5 0,0 0-9 15,0 0 3-15,0 0-7 0,0 0-3 0,0 0-15 16,0 0-13-16,0 0-19 0,0 0-9 0,0 0 1 16,0 0-12-16,0 0-15 0,2 12-40 0,-2-12-124 15,0 0 55-15</inkml:trace>
  <inkml:trace contextRef="#ctx0" brushRef="#br0" timeOffset="155357.41">3432 6973 16 0,'0'0'25'0,"-1"-9"-2"0,1 9-5 0,0 0-4 15,0 0-1-15,0 0 1 0,0 0-5 16,0 0-6-16,0 0 6 0,0 0 2 0,0 0-2 0,0 0 1 16,0 0-7-16,0 0 7 0,0 0-4 0,-4-5-7 15,4 5 6-15,0 0 1 0,0 0-4 0,0 0 1 16,0 0-1-16,0 0 4 0,0 0-5 0,0 0 7 15,0 0-6-15,0 0 1 0,0 0 1 16,0 0 3-16,0 0-9 0,0 0 0 0,0 0 1 0,0 0 5 16,0 0-1-16,0 0 1 0,0 0-3 0,0 0-1 15,0 0 2-15,0 0-4 0,0 0-3 0,0 0 11 16,0 0-4-16,0 0-1 0,0 0-4 16,0 0 1-16,0 0 0 0,0 0 7 0,0 0-5 15,0 0 0-15,0 0-3 0,0 0-2 0,0 0 9 16,0 0-3-16,0 0 3 0,0 0-4 0,0 0-3 0,0 0-1 15,0 0 0-15,0 0 4 0,0 0 2 0,0 0 2 16,0 0-7-16,0 0 2 0,0 0-1 0,0 0 4 16,0 0-9-16,0 0-6 0,0 0-24 15,0 0-41-15,0 0 18 0</inkml:trace>
  <inkml:trace contextRef="#ctx0" brushRef="#br0" timeOffset="157831.03">7137 5854 5 0,'0'0'29'0,"0"0"-6"0,0 0 2 0,0 0 2 16,0 0-12-16,0 0 1 0,0 0-2 0,0 0-1 16,0 0-2-16,0 0-1 0,0 0 9 0,0 0-8 15,0 0-9-15,0 0 6 0,0 0-3 0,0 0 3 16,0 0-7-16,0 0 5 0,0 0-3 0,0 0 1 15,0 0 4-15,0 0-4 0,0 0 0 0,0 0-1 16,0 0-5-16,0 0 7 0,0 0-4 0,0 0 3 16,0 0 4-16,0 0 2 0,0 0-6 0,0 0 0 15,0 0-3-15,0 0 3 0,0 0-2 0,0 0 5 16,0 0 1-16,0 0 3 0,0 0-1 0,5 3 9 16,-5-3 1-16,0 0-7 0,0 0 6 0,0 0 4 15,0 0 1-15,0 0-3 0,0 0 0 0,0 0-6 16,0 0 5-16,0 0-10 0,0 0 1 0,0 0 0 15,0 0-1-15,0 0 4 0,0 0-3 0,0 0 3 16,0 0 0-16,0 0-2 0,0 0-6 0,0 0-1 16,0 0-3-16,0 0-4 0,0 0 5 0,0 0 0 15,0 0 4-15,0 0-4 0,0 0 2 0,0 0 3 16,0 0-5-16,0 0 1 0,0 0 1 0,0 0-13 16,0 0 5-16,0 0 20 0,0 0-14 0,0 0 2 15,0 0-6-15,0 0 6 0,0 0-5 0,0 0 1 16,0 0-5-16,0 0 9 0,0 0-5 0,0 0-2 15,0 0-10-15,0 0-11 0,0 0-14 0,0 0-8 16,0 0-56-16,0 0-110 0,0 0 48 0</inkml:trace>
  <inkml:trace contextRef="#ctx0" brushRef="#br0" timeOffset="134876.62">27955 8195 5 0,'0'0'65'0,"0"0"-12"0,-5-3-8 16,5 3-15-16,0 0-20 0,0 0-5 0,0 0-10 15,0 0-13-15,0 0-14 0,0 0-35 0,0 0 16 16</inkml:trace>
  <inkml:trace contextRef="#ctx0" brushRef="#br0" timeOffset="135986.84">20392 8509 90 0,'7'-5'90'0,"-7"5"3"0,0 0-17 16,9-3 0-16,-9 3-13 0,0 0-11 0,5-4-7 15,-5 4-4-15,0 0-10 0,0 0-15 0,0 0-5 16,0 0-10-16,10-1 1 0,-10 1-14 0,10 0-13 16,-10 0-14-16,21 0-64 0,-7 0-109 0,4-3 49 15</inkml:trace>
  <inkml:trace contextRef="#ctx0" brushRef="#br0" timeOffset="136325.73">21563 8483 64 0,'9'1'86'16,"1"2"-7"-16,2 0-8 0,-1-3-5 16,1 3-9-16,1 0-7 0,4-2-4 0,5 3-6 15,-1-2-4-15,11-2-6 0,1 1-15 0,2-1-10 16,1 2-9-16,3-2-7 0,-2 0-3 0,1 3 1 0,-1-2-12 15,1-1 5-15,-2 2 0 0,-1 0 2 0,-2 2-1 16,-1-3 9-16,0 4 5 0,1-3 3 0,-1 1-1 16,0 1 0-16,-3-2 3 0,2 4-3 15,-3-1 5-15,0-1 10 0,-5-3 7 0,7 3 2 0,-1-1-4 16,0-1 0-16,-1 2-6 0,2-1-4 0,1 1 4 16,0-2-3-16,4 0-5 0,1 1-4 0,2 1 0 15,2-4-4-15,11 0 1 0,-13 2 5 0,15-4-6 16,-1 3-17-16,-14 0 2 0,2-3-11 0,0 1-9 15,10-2-40-15,-16-2-86 0,2 3 39 0</inkml:trace>
  <inkml:trace contextRef="#ctx0" brushRef="#br0" timeOffset="136661.93">24938 8526 28 0,'17'0'84'0,"5"0"-3"16,6 3-17-16,2 0-12 0,0-2-18 0,2-1-20 16,1 2-13-16,4-4-33 0,-4 1-23 0,0 0-59 15,2-2 27-15</inkml:trace>
  <inkml:trace contextRef="#ctx0" brushRef="#br0" timeOffset="136842.34">25899 8549 16 0,'19'-1'93'16,"-2"0"-3"-16,2 2-11 0,2-2-3 0,-2 2-6 15,1-3-12-15,0 2-3 0,0-1-6 0,1-1-8 16,6 1-5-16,3-2-7 0,-2 3-17 0,-1-2-12 15,6 2-9-15,1-4-13 0,0 2-15 0,0-2-10 16,-2 2-6-16,-1-1-37 0,1 0-97 0,1 3 43 16</inkml:trace>
  <inkml:trace contextRef="#ctx0" brushRef="#br0" timeOffset="136967.69">26578 8512 194 0,'20'-2'-3'0,"-4"2"8"0,-2 0 5 16,1 0 6-16,-4 0 4 0,1 0-8 0,-1 0 9 16,0 0 10-16,-2 0 0 0,2-1-2 0,-1 1 5 0,0 0-3 15,1-2 1-15,-1 2-11 0,3 0 0 16,-2-1 0-16,3 1 0 0,-1 0-10 0,5 0 4 15,0-2-4-15,0 2-8 0,3 0-6 0,6-1-9 16,6 1-22-16,-3 0-56 0,3-4-97 0,-1 1 43 0</inkml:trace>
  <inkml:trace contextRef="#ctx0" brushRef="#br0" timeOffset="137113.15">27654 8506 42 0,'9'-2'81'0,"2"1"-17"0,0 1-26 0,7-2-30 16,-2 0-26-16,7 0-19 0,-4 2-38 0,4 0 17 15</inkml:trace>
  <inkml:trace contextRef="#ctx0" brushRef="#br0" timeOffset="137317.21">28110 8483 28 0,'0'0'152'0,"0"0"-2"0,0 0-12 0,0 0-9 0,0 0-15 16,0 0-9-16,0 0-11 0,0 0-5 0,0 0-15 15,0 0-4-15,9 1-8 0,-9-1-9 0,0 0-13 16,0 0-7-16,0 0-16 0,0 0-9 0,4 4-16 16,-4-4-13-16,0 0-8 0,0 0-13 0,0 0-15 15,0 0-4-15,0 0-10 0,0 0 0 0,0 0 4 16,6 4-11-16,-6-4-1 0,0 0-50 0,0 0-140 15,0 0 62-15</inkml:trace>
  <inkml:trace contextRef="#ctx0" brushRef="#br0" timeOffset="-113212.13">27559 8795 47 0,'0'0'60'0,"-4"-5"-1"0,4 5-9 15,0 0-4-15,0 0-4 0,0 0-3 0,0 0-5 0,-2-8 0 16,2 8-23-16,0 0 5 0,0 0 12 0,0 0-5 16,0 0-8-16,0 0 1 0,0 0-1 15,0 0-2-15,0 0-7 0,0 0 6 0,0 0 2 16,0 0-1-16,0 0-10 0,0 0 0 0,0 0 7 0,0 0-8 15,0 0 9-15,0 0-23 0,0 0 15 0,0 0 2 16,0 0-1-16,0 0 4 0,0 0-4 0,0 0-4 16,0 0 6-16,0 0-5 0,0 0 9 15,0 0-7-15,0 0-2 0,0 0 0 0,0 0-11 0,0 0 15 16,0 0-5-16,0 0 4 0,0 0-4 0,0 0-2 16,0 0-1-16,0 0 3 0,0 0-3 0,0 0 5 15,0 0-7-15,0 0 7 0,0 0-4 0,0 0-3 16,0 0 7-16,0 0-4 0,0 0-8 0,0 0 8 15,0 0 5-15,0 0 3 0,0 0-4 0,0 0-2 16,0 0 0-16,0 0 6 0,0 0-3 0,0 0-1 16,0 0-6-16,0 0 3 0,-8-4 2 0,8 4 1 15,0 0-3-15,0 0 4 0,0 0-3 0,0 0 3 16,0 0 1-16,0 0-13 0,0 0 12 0,0 0 2 16,0 0-2-16,0 0 2 0,0 0-10 0,0 0 3 15,0 0 1-15,0 0 7 0,0 0-3 0,0 0 4 16,0 0-6-16,0 0-4 0,0 0 6 0,0 0-7 15,0 0 6-15,0 0-4 0,0 0 6 0,0 0-6 16,0 0 9-16,0 0-13 0,0 0 5 0,0 0 3 16,0 0-3-16,0 0 2 0,0 0-3 0,0 0-1 15,0 0 5-15,0 0 1 0,0 0 0 0,0 0-6 16,0 0 3-16,0 0-2 0,0 0 4 0,0 0-2 16,0 0-5-16,0 0 5 0,0 0-3 0,0 0 6 15,0 0-1-15,0 0-2 0,0 0-2 0,0 0 0 16,0 0-1-16,0 0 3 0,0 0 7 0,0 0-11 15,0 0 9-15,0 0-3 0,0 0-3 0,0 0-4 16,0 0 5-16,0 0-4 0,0 0 9 0,0 0-8 16,0 0 3-16,0 0 2 0,0 0-1 0,0 0-1 15,0 0 5-15,0 0-2 0,0 0-3 0,0 0-3 16,0 0 0-16,0 0-4 0,0 0 5 0,0 0 7 16,0 0-5-16,0 0-4 0,0 0 3 0,0 0 3 15,0 0 0-15,0 0 3 0,0 0-3 0,0 0-3 16,0 0 4-16,0 0-2 0,0 0-3 0,0 0 0 15,0 0 8-15,0 0-7 0,0 0 2 0,0 0 1 16,0 0 6-16,0 0-11 0,0 0 2 0,0 0 0 0,0 0-4 16,0 0 5-16,0 0-3 0,0 0 1 15,0 0 3-15,0 0 1 0,0 0-6 0,0 0 1 16,0 0 4-16,0 0-4 0,0 0-1 0,0 0-12 16,0 0-10-16,0 0-22 0,0 0-48 0,0 0-103 0,0 0 47 15</inkml:trace>
  <inkml:trace contextRef="#ctx0" brushRef="#br0" timeOffset="-111153.38">19047 9779 17 0,'0'0'23'0,"0"0"3"0,0 0-7 16,0 0-3-16,0 0 3 0,0 0-6 0,0 0 3 16,0 0 1-16,0 0 0 0,0 0-3 0,0 0-3 15,0 0-3-15,0 0-2 0,0 0 2 0,0 0-6 0,0 0 5 16,0 0-3-16,0 0 0 0,0 0 1 15,0 0-2-15,0 0 1 0,0 0-2 0,0 0 1 16,0 0 0-16,0 0-1 0,0 0-3 0,0 0 4 16,0 0-4-16,0 0 0 0,0 0 4 0,0 0-2 0,0 0-4 15,0 0 6-15,0 0-4 0,0 0-1 0,0 0 3 16,0 0 4-16,0 0-7 0,0 0 8 16,0 0-5-16,0 0-2 0,0 0-2 0,0 0 1 15,0 0 2-15,0 0 3 0,0 0-3 0,0 0 0 0,0 0-4 16,0 0 8-16,0 0-6 0,0 0 3 0,0 0-4 15,0 0 3-15,0 0 1 0,0 0-1 0,0 0 0 16,0 0 0-16,0 0 0 0,0 0 0 0,0 0 6 16,0 0-11-16,0 0 7 0,0 0-1 0,0 0-2 15,0 0-4-15,0 0 6 0,0 0-8 0,0 0 7 16,0 0 0-16,11 12 2 0,-11-12 1 0,0 0-3 16,0 0-2-16,0 0 5 0,0 0-1 0,0 0-1 15,0 0-2-15,0 0 0 0,0 0-1 0,3 6-1 16,-3-6 4-16,0 0 1 0,0 0-2 0,0 0 4 15,0 0-1-15,0 0-4 0,0 0 3 0,1 7-4 16,-1-7 4-16,0 0 2 0,0 0-7 0,0 0 3 16,0 0 0-16,0 0-2 0,0 0 2 0,0 0-1 15,0 0 3-15,0 0-2 0,0 0 1 0,0 0-3 16,4 5 5-16,-4-5 0 0,0 0 4 0,0 0-5 16,0 0 9-16,0 0 0 0,0 0 8 0,0 0-5 15,0 0-7-15,0 0-3 0,0 0 7 0,0 0 0 16,0 0-1-16,0 0 0 0,0 0-1 0,0 0-3 15,0 0 9-15,0 0-7 0,0 0-2 0,0 0 3 16,0 0-3-16,0 0 0 0,0 0-1 0,0 0-4 16,0 0 1-16,0 0-1 0,0 0 7 0,0 0-11 15,0 0 6-15,0 0 0 0,0 0-3 0,0 0 8 16,0 0-3-16,0 0-7 0,0 0 7 0,0 0-5 16,0 0-4-16,0 0 7 0,0 0-1 0,0 0 1 15,0 0-5-15,0 0 1 0,0 0-2 0,0 0 4 16,0 0-2-16,0 0-2 0,0 0-2 0,0 0 5 15,0 0-4-15,0 0 4 0,0 0 0 0,0 0-2 16,0 0 1-16,0 0 0 0,0 0-1 0,0 0 4 16,0 0 1-16,0 0-5 0,0 0 5 0,0 0 3 15,0 0-5-15,0 0 4 0,0 0-6 0,0 0 0 16,0 0 0-16,0 0 1 0,0 0 0 0,0 0-2 16,0 0 0-16,0 0-4 0,0 0 3 0,0 0 4 15,0 0-5-15,0 0 2 0,0 0 3 0,0 0 0 16,0 0-10-16,0 0 13 0,0 0-3 0,0 0-3 15,0 0-1-15,0 0 5 0,0 0 1 0,0 0 1 0,0 0-7 16,0 0 2-16,0 0 0 0,0 0-2 16,0 0 5-16,0 0 0 0,0 0-10 0,0 0 7 15,0 0 2-15,0 0-4 0,8 2 9 0,-8-2-4 16,0 0-5-16,0 0 5 0,0 0 1 0,0 0-5 0,0 0 7 16,0 0-11-16,0 0 7 0,0 0 3 0,0 0-4 15,0 0-5-15,0 0 6 0,0 0 0 0,0 0-3 16,7 2-3-16,-7-2 4 0,0 0 1 15,0 0 2-15,0 0 3 0,0 0-5 0,0 0 1 16,0 0-2-16,0 0 2 0,0 0 2 0,0 0-2 0,0 0 3 16,0 0-7-16,0 0 6 0,0 0 0 0,0 0-4 15,0 0-1-15,0 0 4 0,0 0-4 0,0 0 3 16,0 0-1-16,0 0-1 0,0 0-8 16,0 0 12-16,0 0-2 0,0 0 1 0,0 0 0 0,0 0 5 15,0 0-10-15,0 0-3 0,0 0 6 0,0 0 0 16,0 0-6-16,0 0 2 0,0 0 1 0,0 0-5 15,0 0-8-15,0 0 10 0,0 0 0 0,0 0-1 16,0 0 1-16,0 0 0 0,0 0 6 0,0 0-3 16,0 0 1-16,0 0-1 0,0 0-2 0,0 0 5 15,0 0-2-15,0 0 0 0,0 0 0 0,0 0 5 16,0 0-4-16,0 0-2 0,0 0-7 0,0 0 1 16,0 0 3-16,0 0 3 0,0 0-4 0,0 0 2 15,0 0-2-15,0 0-2 0,0 0 3 0,0 0 2 16,0 0 3-16,0 0-2 0,0 0-8 0,0 0 3 15,0 0-4-15,0 0-7 0,0 0-3 0,0 0 1 16,0 0 1-16,0 0-15 0,0 0-39 0,0 0 18 16</inkml:trace>
  <inkml:trace contextRef="#ctx0" brushRef="#br0" timeOffset="-103391.89">27727 8573 2 0,'0'0'18'0,"0"0"-5"16,0 0-4-16,0 0-5 0,0 0 7 0,0 0-7 0,0 0 5 15,0 0-6-15,0 0 5 0,0 0-4 0,0 0 2 16,0 0-1-16,0 0-2 0,0 0 6 16,0 0-5-16,0 0 0 0,0 0-1 0,0 0-1 15,0 0-2-15,0 0 5 0,0 0-1 0,0 0-1 16,0 0 4-16,0 0-1 0,0 0 2 0,0 0-5 0,0 0 3 16,0 0-1-16,0 0 0 0,0 0-2 0,0 0 4 15,0 0-4-15,0 0 5 0,0 0 2 0,0 0-8 16,0 0 3-16,0 0 2 0,0 0-4 15,0 0 0-15,0 0-2 0,0 0 3 0,0 0-8 0,0 0 2 16,0 0-2-16,0 0-2 0,0 0-7 0,0 0-21 16,0 0-36-16,0 0 17 0</inkml:trace>
  <inkml:trace contextRef="#ctx0" brushRef="#br0" timeOffset="-85631.22">18883 11207 12 0,'0'0'15'0,"0"0"-3"0,0 0 6 0,0 0-2 0,0 0-8 16,0 0 9-16,0 0-6 0,0 0-1 0,0 0-3 15,0 0 4-15,0 0 1 0,0 0-2 0,0 0 0 16,0 0 1-16,0 0 1 0,0 0 0 0,0 0-3 16,0 0-1-16,0 0-1 0,0 0 3 0,0 0-3 0,0 0-3 15,0 0 6-15,0 0-11 0,0 0 5 16,0 0 4-16,0 0-4 0,0 0-4 0,0 0 6 15,0 0 0-15,0 0 2 0,0 0-1 0,0 0-2 16,0 0-2-16,0 0 2 0,0 0-6 0,0 0 4 16,0 0-10-16,0 0 7 0,0 0 5 0,0 0-6 15,0 0-6-15,0 0 8 0,0 0 3 0,0 0-6 16,0 0 1-16,0 0 1 0,0 0 2 0,0 0 3 16,0 0-3-16,0 0-2 0,0 0-1 0,0 0 1 15,0 0 1-15,0 0-3 0,0 0 2 0,0 0-4 0,0 0 0 16,0 0 2-16,0 0-3 0,0 0 6 15,0 0-18-15,0 0 10 0,0 0 3 0,0 0-1 16,0 0-5-16,0 0 5 0,0 0 1 0,0 0 0 0,-8 7-3 16,8-7-3-16,0 0-2 0,0 0-24 0,-4 8-39 15,4-8 17-15</inkml:trace>
  <inkml:trace contextRef="#ctx0" brushRef="#br0" timeOffset="-56725.73">25087 10188 23 0,'0'0'62'0,"0"0"5"0,0 0-20 16,0 0 0-16,-4-19-3 0,4 19-5 0,0 0-5 16,0 0-2-16,0 0-9 0,0 0 2 0,0 0-2 15,0 0-2-15,0 0-7 0,0 0 1 0,0 0-6 0,0 0-3 16,0 0 0-16,0 0 4 0,0 0-2 0,0 0-2 15,0 0 6-15,0 0-6 0,0 0 6 16,0 0-5-16,0 0-1 0,0 0 0 0,-14 14-1 16,14-14-3-16,0 0 0 0,0 0-2 0,-4 8 3 0,4-8 0 15,0 0-2-15,0 0 3 0,0 0-4 0,0 0 3 16,0 0-5-16,-6 3 4 0,6-3 1 16,0 0 2-16,0 0-7 0,0 0 8 0,0 0-7 0,0 0 7 15,0 0-2-15,0 0-2 0,0 0 0 0,0 0 3 16,0 0-4-16,0 0 7 0,0 0-3 0,0 0-6 15,0 0 4-15,0 0 2 0,0 0-1 0,0 0-3 16,0 0 0-16,0 0 1 0,0 0 7 16,0 0-18-16,0 0-1 0,0 0-2 0,0 0 10 0,0 0-12 15,0 0-8-15,0 0 1 0,0 0-5 0,-9 5-2 16,9-5-7-16,-7 8-8 0,3-5-38 0,4-3-86 16,-10 7 39-16</inkml:trace>
  <inkml:trace contextRef="#ctx0" brushRef="#br0" timeOffset="-54869.48">20143 13062 19 0,'0'0'36'0,"0"0"-13"16,0 0 0-16,0 0-7 0,0 0-1 0,0 0-15 16,0 0 2-16,0 0-3 0,0 0 3 0,0 0-8 15,0 0 0-15,0 0-15 0,0 0-22 0,0 0 9 16</inkml:trace>
  <inkml:trace contextRef="#ctx0" brushRef="#br0" timeOffset="-54421.9">23939 11447 6 0,'0'0'30'0,"-8"22"-8"0,8-22-21 15,-5 6-12-15,0-3-9 0,-3 1 4 0</inkml:trace>
  <inkml:trace contextRef="#ctx0" brushRef="#br0" timeOffset="-53889.75">20653 12895 21 0,'0'0'32'0,"0"0"-1"0,0 0-2 15,0 0-7-15,0 0-2 0,0 0 1 0,0 0 2 16,0 0-8-16,0 0-2 0,0 0 2 0,0 0-1 15,0 0-6-15,0 0 4 0,0 0-6 0,0 0 0 16,0 0-2-16,0 0-2 0,0 0-10 0,0 0-20 16,0 0-15-16,0 0-48 0,0 0 22 0</inkml:trace>
  <inkml:trace contextRef="#ctx0" brushRef="#br0" timeOffset="-43664.01">24810 10639 47 0,'0'0'44'0,"0"0"-1"0,0 0 0 16,0 0-7-16,0 0-19 0,0 0-8 0,0 0-7 15,0 0-12-15,0 0-10 0,0 0-16 0,0 0-38 16,0 0 18-16</inkml:trace>
  <inkml:trace contextRef="#ctx0" brushRef="#br0" timeOffset="-41171.15">20419 12613 72 0,'0'0'65'0,"8"-6"0"0,-8 6-7 16,9-6-15-16,-5 3-1 0,-4 3-13 16,7-4 9-16,-7 4-1 0,5-4-11 0,-5 4 1 15,0 0-6-15,7-4-3 0,-7 4-1 0,0 0 1 0,0 0 0 16,7-4-3-16,-7 4-8 0,0 0 6 16,0 0-9-16,0 0 0 0,0 0 1 0,0 0 3 15,0 0 3-15,7-2-1 0,-7 2-6 0,0 0 2 16,0 0-2-16,0 0 1 0,0 0-3 0,0 0 3 0,0 0 3 15,0 0 2-15,0 0-8 0,0 0 0 0,0 0-1 16,0 0-1-16,0 0 2 0,0 0-1 16,0 0 4-16,0 0-4 0,0 0 1 0,0 0 4 15,-17 15-5-15,17-15-2 0,-4 4 1 0,4-4 3 0,0 0-2 16,0 0 3-16,-3 6 2 0,3-6-2 0,0 0-1 16,-4 6 8-16,4-6-5 0,0 0-1 15,-3 6 6-15,3-6-1 0,0 0-12 0,-2 6 5 16,2-6-1-16,0 0 6 0,0 0-7 0,0 10 2 0,0-10 2 15,0 0 1-15,0 8-3 0,0-8-6 0,0 0 2 16,2 8 5-16,-2-8-7 0,0 0-5 0,0 0 6 16,1 8 5-16,-1-8-8 0,0 0 9 0,3 7 6 15,-3-7-15-15,0 0 10 0,0 0-6 0,3 5 3 16,-3-5 0-16,0 0-4 0,0 0 5 0,0 0 0 16,2 8-6-16,-2-8 4 0,0 0-4 0,0 0 6 15,0 0 2-15,0 0-7 0,0 0 3 0,3 6 0 16,-3-6 4-16,0 0-4 0,0 0 0 0,0 0-3 15,0 0-1-15,0 0 0 0,0 0 5 0,0 0 3 16,0 0-6-16,0 0 7 0,0 0 0 0,0 0-2 16,0 0-9-16,0 0 3 0,0 0 4 0,0 0-8 15,0 0 7-15,1 7-1 0,-1-7 8 0,0 0-10 16,0 0-4-16,0 0-1 0,0 0 5 0,0 0 4 16,0 0 1-16,0 0-15 0,0 0 12 0,0 0-2 15,0 0 6-15,0 0 0 0,0 0-1 0,0 0-2 0,0 0-12 16,0 0 17-16,3 8-13 0,-3-8 7 15,0 0 11-15,0 0-15 0,0 0 6 0,0 0-13 16,0 0 11-16,0 0 0 0,0 9-6 0,0-9 6 16,0 0 1-16,0 0-3 0,0 0 5 0,0 0-5 15,2 6 3-15,-2-6 4 0,0 0-8 0,0 0-2 0,0 0 10 16,0 0-5-16,4 5 0 0,-4-5 3 16,0 0 1-16,0 0-1 0,0 0-7 0,0 0 1 15,0 0 0-15,0 0 3 0,0 0 0 0,0 0 6 0,0 0 1 16,0 0-8-16,0 0-2 0,0 0 10 0,0 0-6 15,0 0 2-15,0 0-1 0,0 0-3 0,0 0 2 16,0 0-4-16,0 0 3 0,0 0-3 16,0 0 7-16,0 0-6 0,0 0 2 0,0 0 2 0,0 0-3 15,0 0 0-15,-3 11-2 0,3-11 5 0,0 0-2 16,0 0-3-16,0 0 3 0,0 0 1 0,0 0 4 16,0 0-7-16,0 0-2 0,0 0-4 0,0 0-8 15,0 0 6-15,0 0-6 0,0 0-4 0,0 0-5 16,0 0-5-16,0 0-9 0,0 0-6 0,0 0-7 15,0 0-45-15,0 0-105 0,-9 2 47 0</inkml:trace>
  <inkml:trace contextRef="#ctx0" brushRef="#br0" timeOffset="-40683.94">20394 12622 17 0,'0'0'37'0,"0"0"0"0,0 0-4 0,0 0-9 0,0 0-1 15,0 0-2-15,0 0-1 0,0 0-5 0,0 0-5 16,-16 8 0-16,16-8 2 0,-7 3-1 15,7-3-5-15,0 0 4 0,-9 2 4 0,9-2 3 16,0 0-2-16,0 0-2 0,-9 1 6 0,9-1-11 0,0 0 4 16,0 0-2-16,0 0-3 0,0 0 0 0,0 0-3 15,0 0-3-15,0 0 8 0,0 0-1 0,0 0-5 16,0 0-4-16,0 0 10 0,-12-1-1 16,12 1 3-16,0 0-4 0,0 0 6 0,0 0 0 15,0 0-3-15,0 0-4 0,0 0 0 0,0 0 7 0,0 0-4 16,0 0 3-16,0 0-4 0,0 0 0 0,0 0 0 15,0 0-2-15,0 0 4 0,0 0 6 0,0 0-2 16,0 0-6-16,0 0 0 0,0 0 5 0,0 0-8 16,0 0 6-16,0 0 3 0,0 0-5 0,0 0-1 15,0 0-3-15,0 0-1 0,0 0 6 0,0 0-7 16,0 0 0-16,0 0 2 0,0 0 0 0,0 0-8 16,0 0-4-16,0 0-1 0,0 0-1 0,0 0-7 15,0 0-6-15,0 0 1 0,0 0-10 0,0 0-15 16,-4 8-11-16,4-8-28 0,0 0-93 0,0 0 41 15</inkml:trace>
  <inkml:trace contextRef="#ctx0" brushRef="#br0" timeOffset="-26289.03">21904 13753 19 0,'0'0'64'0,"0"0"-11"0,0 0-5 16,0 0-8-16,0 0-11 0,0 0-12 0,0 0-15 15,0 0-14-15,0 0-3 0,0 0-27 0,-14-16-44 16,14 16 21-16</inkml:trace>
  <inkml:trace contextRef="#ctx0" brushRef="#br0" timeOffset="-15763.68">16946 13792 19 0,'0'0'30'0,"0"0"-5"16,0 0 5-16,0 0-5 0,0 0-3 0,0 0 1 15,1 19-5-15,-1-19 4 0,-4 10-3 0,1-4 3 16,2 1-2-16,-1 3-5 0,-1-1-2 0,0 3-1 15,1-1-4-15,-1 1-3 0,2 2-7 0,0-1-4 16,-2 4 1-16,2-1-10 0,2 1-3 0,-1-1-9 16,-1-5 5-16,5 1-18 0,-3-1-41 0,-1 1 19 15</inkml:trace>
  <inkml:trace contextRef="#ctx0" brushRef="#br0" timeOffset="-8951.45">22519 13619 16 0,'0'0'26'0,"0"0"-8"0,0 0 0 0,0 0-7 0,0 0 4 16,0 0-8-16,0 0 2 0,0 0-1 0,0 0-1 15,0 0 0-15,0 0-5 0,0 0-1 0,0 0-2 16,0 0 6-16,0 0-6 0,0 0-7 0,0 0 3 16,0 0-1-16,0 0 2 0,0 0-1 0,0 0-4 15,0 0-10-15,0 0-20 0,-24 10 9 0</inkml:trace>
  <inkml:trace contextRef="#ctx0" brushRef="#br0" timeOffset="-1747.52">19140 13618 14 0,'0'0'24'15,"0"0"-2"-15,0 0-7 0,0 0 2 0,0 0 0 16,0 0-5-16,0 0 3 0,0 0-2 0,0 0 5 15,0 0 1-15,0 0 2 0,0 0-1 0,0 0 3 16,0 0-8-16,0 0-4 0,0 0 4 0,0 0-3 0,0 0-6 16,0 0 1-16,0 0 5 0,0 0-3 15,0 0-2-15,0 0-2 0,0 0 6 0,0 0-11 16,0 0 3-16,0 0-9 0,0 0 7 0,0 0 1 16,0 0 6-16,0 0-8 0,0 0 5 0,0 0-1 0,0 0-3 15,0 0 3-15,0 0-4 0,0 0 3 0,0 0-2 16,0 0 5-16,0 0-3 0,0 0-4 15,0 0 6-15,0 0-5 0,0 0 7 0,0 0-11 16,0 0 1-16,0 0 2 0,0 0 1 0,0 0 1 0,0 0-1 16,0 0 0-16,0 0-4 0,0 0 2 0,0 0-5 15,0 0 6-15,0 0 4 0,0 0-1 16,0 0-2-16,0 0 3 0,0 0-5 0,0 0 0 0,0 0 7 16,0 0-8-16,0 0 7 0,0 0-3 0,0 0-1 15,0 0-1-15,0 0 1 0,0 0 3 16,0 0-4-16,0 0 3 0,0 0-2 0,0 0 6 15,0 0-5-15,0 0-4 0,0 0 7 0,0 0-1 16,0 0-2-16,0 0-4 0,0 0 5 0,0 0-2 0,0 0-2 16,0 0-8-16,0 0-8 0,0 0-2 0,0 0-3 15,0 0-34-15,0 0-60 0,14-4 26 0</inkml:trace>
  <inkml:trace contextRef="#ctx0" brushRef="#br0" timeOffset="4789.72">20799 14018 6 0,'0'0'5'0,"0"0"-4"0,0 0 3 15,0 0-4-15,0 0 0 0,0 0 1 0,0 0 4 16,0 0-3-16,0 0 0 0,0 0 0 0,0 0-2 15,0 0 0-15,0 0 0 0,-3 25 2 0,3-25 1 16,0 0-2-16,0 0 1 0,0 0 1 0,0 0 0 16,0 0-2-16,0 0 1 0,0 0-1 15,0 0-2-15,0 0 4 0,0 0 2 0,0 0 6 0,0 0 3 16,0 0 7-16,0 0-1 0,0 0 4 0,0 0 5 16,-2 7-1-16,2-7-1 0,0 0-2 0,0 0-4 15,0 0 2-15,0 0-1 0,0 0 0 0,0 0-3 16,0 0-3-16,0 0-3 0,0 0-3 0,0 0 1 15,0 0-2-15,0 0 3 0,0 0-1 0,0 0 4 16,0 0-2-16,0 0 0 0,0 0-3 0,0 0 4 16,0 0 0-16,0 0 0 0,0 0 3 0,0 0-6 15,0 0 4-15,0 0-5 0,0 0-2 0,0 0 0 16,0 0 5-16,0 0-4 0,0 0 1 0,0 0 1 16,0 0-9-16,0 0 2 0,0 0 3 0,0 0-8 15,0 0 1-15,0 0 3 0,0 0 0 0,0 0-3 16,0 0 3-16,0 0-3 0,0 0 1 0,0 0 1 15,0 0-5-15,0 0 6 0,0 0-1 0,0 0-5 16,0 0 6-16,0 0-7 0,0 0 1 0,0 0 4 16,0 0-3-16,0 0 0 0,0 0 1 0,0 0 1 15,0 0 4-15,0 0 5 0,0 0-6 0,0 0-4 16,0 0-3-16,0 0 4 0,0 0 0 0,0 0 3 16,0 0 0-16,0 0 1 0,0 0 0 0,0 0-1 0,0 0 3 15,0 0 0-15,0 0-4 0,0 0 2 16,0 0-7-16,0 0 2 0,0 0 4 0,0 0 0 15,0 0-3-15,0 0 1 0,0 0-5 0,0 0 2 16,0 0 0-16,0 0 1 0,0 0 0 0,0 0 2 16,0 0-4-16,0 0 3 0,0 0-3 0,0 0 2 15,0 0-6-15,0 0-5 0,0 0 3 0,0 0-8 16,0 0-3-16,0 0-5 0,0 0-2 0,0 0-9 16,0 0-5-16,0 0-9 0,0 0-25 0,0 0-82 15,-2 9 36-15</inkml:trace>
  <inkml:trace contextRef="#ctx0" brushRef="#br0" timeOffset="22052.43">26203 13901 8 0,'0'0'31'0,"0"0"-1"0,0 0-1 0,0 0-2 16,0 0 0-16,0 0-6 0,0 0 2 0,4-5-8 15,-4 5-4-15,0 0 4 0,0 0 1 0,0 0-8 16,0 0-3-16,0 0 3 0,0 0 0 0,0 0 2 16,0 0-4-16,0 0 0 0,0 0-1 0,0 0 0 15,0 0-3-15,0 0 2 0,0 0-2 0,0 0-3 16,0 0 6-16,0 0-5 0,0 0 0 0,0 0 0 16,0 0 5-16,0 0-4 0,0 0 3 0,0 0 0 15,0 0-2-15,0 0-5 0,0 0 2 0,0 0 0 16,0 0 4-16,0 0-3 0,0 0-4 0,3 13 7 15,-3-13-3-15,0 0 2 0,0 0-2 0,4 4-4 16,-4-4 3-16,0 0 0 0,0 0 1 0,0 0-9 16,0 0 15-16,0 0-1 0,0 0 2 0,0 0-2 15,6 4-4-15,-6-4 6 0,0 0 0 0,0 0-6 16,0 0 5-16,0 0-5 0,0 0 4 0,0 0 0 16,0 0-3-16,0 0-7 0,0 0-4 0,0 0-11 15,0 0-4-15,0 0-7 0,0 0-19 0,0 0-53 16,0 0 24-16</inkml:trace>
  <inkml:trace contextRef="#ctx0" brushRef="#br0" timeOffset="26409.93">25448 13457 11 0,'0'0'-3'0,"0"0"-1"0,0 0 1 15</inkml:trace>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14:57.980"/>
    </inkml:context>
    <inkml:brush xml:id="br0">
      <inkml:brushProperty name="width" value="0.05292" units="cm"/>
      <inkml:brushProperty name="height" value="0.05292" units="cm"/>
      <inkml:brushProperty name="color" value="#FF0000"/>
    </inkml:brush>
  </inkml:definitions>
  <inkml:trace contextRef="#ctx0" brushRef="#br0">3965 4534 15 0,'0'0'41'0,"-5"-3"4"15,5 3-4-15,0 0-8 0,0 0-6 16,0 0 0-16,0 0-3 0,0 0-2 0,-9-3-1 16,9 3-5-16,0 0-9 0,0 0-5 0,0 0-19 15,0 0-34-15,0 0-55 0,0 0 24 0</inkml:trace>
  <inkml:trace contextRef="#ctx0" brushRef="#br0" timeOffset="14778.04">6172 6067 14 0,'0'0'36'0,"0"0"-1"0,0 0-15 15,0 0 11-15,0 0-7 0,0 0-1 0,0 0-4 0,0 0 1 16,0 0-3-16,0 0 2 0,0 0-2 0,0 0 3 15,0 0-3-15,0 0 0 0,0 0 0 0,0 0 5 16,0 0 13-16,0 0-16 0,0 0 3 0,0 0 9 16,0 0-3-16,0 0 1 0,0 0-7 15,0 0 1-15,0 0 5 0,0 0-5 0,0 0 1 16,0 0 1-16,0 0 3 0,0 0-10 0,0 0 7 16,0 0-6-16,0 0-2 0,0 0-5 0,0 0 2 15,0 0 3-15,0 0-3 0,0 0 3 0,0 0-5 16,0 0-1-16,0 0-6 0,0 0 6 0,0 0 1 15,0 0 8-15,0 0-1 0,0 0-4 0,0 0-1 16,0 0 0-16,0 0-1 0,0 0-5 0,0 0 3 16,0 0-4-16,0 0 4 0,0 0-6 0,0 0 7 15,0 0-9-15,0 0-8 0,0 0 7 0,0 0 5 0,0 0-5 16,0 0 9-16,0 0 0 0,0 0-2 16,0 0-10-16,0 0 5 0,0 0-3 0,0 0 0 15,0 0-1-15,0 0 5 0,0 0-4 0,0 0-3 16,0 0 9-16,0 0-6 0,0 0 6 0,0 0-5 15,0 0-2-15,0 0 3 0,0 0 0 0,0 0 0 16,0 0-6-16,0 0 4 0,0 0-8 0,0 0 1 0,0 0 11 16,0 0 4-16,0 0-11 0,0 0-8 15,0 0 16-15,0 0-13 0,0 0 11 0,0 0-6 16,0 0 10-16,0 0-9 0,0 0 4 0,0 0 1 16,0 0-9-16,0 0 5 0,0 0-3 0,0 0-4 15,0 0 15-15,0 0-4 0,0 0-2 0,0 0 2 16,0 0-8-16,0 0 9 0,0 0-9 0,0 0 4 15,0 0 7-15,0 0-6 0,0 0 10 0,0 0-19 16,0 0 11-16,0 0-2 0,0 0-3 0,0 0-3 16,0 0 0-16,0 0 24 0,0 0-17 0,0 0-8 15,0 0-1-15,0 0 9 0,0 0-8 0,0 0 5 16,0 0 3-16,0 0-2 0,0 0 0 0,0 0-1 16,0 0-1-16,0 0 0 0,0 0-2 0,0 0 7 15,0 0-3-15,0 0 1 0,0 0-2 0,0 0 4 16,0 0-3-16,0 0-2 0,0 0-3 0,0 0 12 15,0 0-9-15,0 0-12 0,0 0 11 0,0 0 11 16,0 0-7-16,0 0-5 0,0 0 4 0,0 0 0 16,0 0-1-16,0 0-1 0,0 0 9 0,0 0 0 15,0 0-12-15,0 0 7 0,0 0 3 0,0 0-6 16,0 0 3-16,0 0 1 0,0 0 6 0,0 0-18 16,0 0 1-16,0 0 5 0,0 0 2 0,0 0-9 15,0 0-16-15,0 0-4 0,0 0-19 0,0 0-7 16,0 0 2-16,0 0-16 0,0 0-6 0,0 0-51 15,0 0-137-15,0 0 60 0</inkml:trace>
  <inkml:trace contextRef="#ctx0" brushRef="#br0" timeOffset="27219.18">1593 8709 5 0,'0'0'7'0,"0"0"2"0,0 0-5 16,0 0-1-16,0 0 4 0,0 0-6 0,0 0 6 15,0 0-5-15,0 0-2 0,0 0 7 0,0 0-3 16,0 0-2-16,0 0 4 0,0 0-9 16,0 0 7-16,0 0-3 0,0 0 0 0,0 0 2 15,0 0 0-15,0 0-4 0,0 0 2 0,0 0 2 16,0 0-16-16,0 0-14 0,0 0 7 0</inkml:trace>
  <inkml:trace contextRef="#ctx0" brushRef="#br0" timeOffset="29996.14">2290 9527 2 0,'0'0'-1'0,"0"0"1"16,0 0 2-16,0 0 6 0,0 0-9 0,0 0 2 0,0 0 2 16,0 0-6-16,0 0 5 0,0 0-1 0,0 0-4 15,0 0-3-15,0 0 3 0</inkml:trace>
  <inkml:trace contextRef="#ctx0" brushRef="#br0" timeOffset="30745.01">1942 9891 31 0,'0'0'38'0,"0"0"-3"0,0 0 3 0,-8 1-9 0,8-1-5 15,0 0 2-15,0 0-2 0,-11 5-8 0,11-5 5 16,0 0 1-16,-6 6 4 0,6-6 6 15,0 0-1-15,0 0 3 0,-9 4-9 0,9-4 6 0,0 0-9 16,0 0 2-16,0 0 1 0,0 0-2 16,0 0-6-16,0 0 1 0,0 0 11 0,0 0-15 15,0 0-2-15,0 0 10 0,0 0-8 0,0 0 0 16,0 0-4-16,0 0-1 0,0 0 5 0,0 0-9 16,0 0-1-16,0 0 2 0,0 0 7 0,0 0-12 15,0 0 2-15,0 0 3 0,0 0-3 0,0 0 6 0,0 0-10 16,15-16 6-16,-1 3-6 0,1 0 5 0,4-6 11 15,3 0-16-15,0-1 28 0,1-2-24 16,2 1 1-16,-2-1-3 0,-2 0 1 0,4 2-6 16,0-2 8-16,-2 2 13 0,1-1-14 0,-2 2-6 15,1 2 6-15,1-2 0 0,-2 0 0 0,-3 1-1 16,-1 6-6-16,-1-1 4 0,-2 2-2 0,-2 1 3 16,-2 2-4-16,-1 0 8 0,1 0-7 0,-5 2 2 15,0 2 5-15,-6 4 8 0,10-9-12 0,-10 9 14 16,10-6 10-16,-10 6 24 0,5-4 7 0,-5 4 11 15,0 0 2-15,0 0 3 0,8-7-5 0,-8 7-8 16,0 0 0-16,0 0-5 0,0 0 2 0,0 0-14 16,0 0-2-16,0 0-3 0,7-6 2 15,-7 6-11-15,0 0-4 0,0 0 0 0,0 0-3 0,0 0 3 16,0 0-7-16,0 0-21 0,0 0-38 0,0 0-31 16,0 0-31-16,0 0-36 0,0 0-108 0,-12 39-266 15,2-21 117-15</inkml:trace>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49:04.269"/>
    </inkml:context>
    <inkml:brush xml:id="br0">
      <inkml:brushProperty name="width" value="0.05292" units="cm"/>
      <inkml:brushProperty name="height" value="0.05292" units="cm"/>
      <inkml:brushProperty name="color" value="#FF0000"/>
    </inkml:brush>
  </inkml:definitions>
  <inkml:trace contextRef="#ctx0" brushRef="#br0">6816 15686 1 0,'0'0'13'15,"0"0"-8"-15,0 0-5 0,0 0-4 0,0 0-3 16,17 22 2-16</inkml:trace>
  <inkml:trace contextRef="#ctx0" brushRef="#br0" timeOffset="2706.11">11518 16779 30 0,'0'0'34'0,"0"0"-6"0,0 0-3 16,0 0 0-16,0 0-3 0,0 0-6 0,0 0-1 16,0 0-2-16,0 0-17 0,0 0-6 0,0 0-23 15,0 0-35-15,0 0 16 0</inkml:trace>
  <inkml:trace contextRef="#ctx0" brushRef="#br0" timeOffset="28729.3">10533 7927 25 0,'0'0'20'0,"0"0"-9"16,0 0-17-16,0 0-3 0,0 0-9 15,0 0 4-15</inkml:trace>
  <inkml:trace contextRef="#ctx0" brushRef="#br0" timeOffset="60349.02">5577 13437 6 0,'0'0'10'0,"0"0"1"15,0 0-5-15,0 0 4 0,0 0-3 0,0 0 2 16,0 0-3-16,0 0 0 0,0 0-1 0,0 0-5 16,0 0-2-16,0 0 6 0,0 0-4 0,0 0 3 0,0 0-1 15,0 0-7-15,0 0 1 0,11 16-3 16,-11-16-5-16,0 0-12 0,0 0 6 0</inkml:trace>
  <inkml:trace contextRef="#ctx0" brushRef="#br0" timeOffset="61952.63">10542 13468 47 0,'0'0'68'15,"0"0"-3"-15,-8-2-4 0,8 2 3 0,0 0-3 16,0 0 3-16,0 0-1 0,0 0 4 0,0 0 9 16,0 0-12-16,0 0-9 0,0 0 5 0,0 0-6 15,0 0-6-15,0 0-3 0,0 0-2 0,-8-3-1 16,8 3-3-16,0 0-7 0,0 0 4 0,0 0-12 16,0 0 5-16,0 0-9 0,0 0 4 0,0 0 0 15,0 0-1-15,0 0-12 0,0 0 3 0,0 0 0 16,0 0 3-16,0 0-6 0,0 0-3 0,0 0 9 15,0 0-9-15,0 0 1 0,-11 0-3 0,11 0-3 16,0 0 3-16,0 0-7 0,0 0 2 0,0 0-9 16,0 0-10-16,-6 6-7 0,6-6-12 0,0 0-7 15,0 0 4-15,-6 6-8 0,6-6 3 0,0 0-4 16,0 0-2-16,-5 6-7 0,5-6-15 0,0 0-14 16,-5 6-54-16,5-6-151 0,-5 6 68 0</inkml:trace>
  <inkml:trace contextRef="#ctx0" brushRef="#br0" timeOffset="62143.88">10558 13499 63 0,'0'0'56'0,"0"0"-18"16,0 0-15-16,0 0-15 0,0 0-12 0,0 0-27 16,0 0-33-16,0 0 14 0</inkml:trace>
  <inkml:trace contextRef="#ctx0" brushRef="#br0" timeOffset="62303.83">10575 13530 41 0,'0'0'82'0,"0"0"-8"0,0 0-16 15,0 0-22-15,0 0-18 0,0 0-15 0,0 0-19 16,0 0-34-16,0 0-53 0,0 0 23 0</inkml:trace>
  <inkml:trace contextRef="#ctx0" brushRef="#br0" timeOffset="62442.32">10588 13535 9 0,'0'0'25'0,"0"0"-23"16,0 0-8-16,0 0-7 0,0 0 3 0</inkml:trace>
  <inkml:trace contextRef="#ctx0" brushRef="#br0" timeOffset="62595.77">10588 13535 18 0,'0'0'31'0,"0"0"-20"0,0 0-21 16,0 0-12-16,0 0 6 0</inkml:trace>
  <inkml:trace contextRef="#ctx0" brushRef="#br0" timeOffset="65636">5486 13711 48 0,'0'0'95'15,"0"0"-16"-15,0 0 15 0,0 0-3 0,0 0-6 16,0 0 0-16,0 0-4 0,0 0-2 0,0 0-3 15,0 0-3-15,0 0-11 0,0 0 0 0,0 0-12 16,0 0-6-16,0 0-4 0,0 0-2 0,0 0-7 16,0 0-2-16,0 0-4 0,0 0-5 0,0 0 2 15,0 0-9-15,0 0 7 0,0 0-4 0,0 0-13 16,0 0 7-16,0 0-2 0,0 0 0 0,0 0-4 16,31-2-2-16,-25 4 2 0,-6-2 1 0,13 4 0 15,-7-1-5-15,2 2 14 0,-2-1 2 0,4 0-16 16,-4 1 1-16,0 0 0 0,2 1 0 0,-1 2 0 15,-2-2 4-15,2 1-13 0,-3-2 0 0,0-1 14 16,-2 1-2-16,2 0-3 0,-4-5-1 0,4 11 4 16,-2-8-2-16,-2-3 1 0,0 0-2 0,-1 10 0 15,1-10 5-15,-4 10 0 0,0-5-11 0,4-5 6 16,-7 10-7-16,2-7 4 0,5-3 11 0,-6 10-9 16,3-9 8-16,3-1-7 0,-7 7 4 0,7-7-5 0,-5 3 3 15,5-3-2-15,0 0 3 0,0 0-7 16,-5 6 2-16,5-6-2 0,0 0 2 0,0 0 0 15,0 0-4-15,0 0 1 0,0 0-6 0,0 0 5 16,-5 5 4-16,5-5 4 0,0 0-8 0,0 0 5 0,0 0-6 16,0 0 3-16,0 0 2 0,0 0 1 15,0 0-3-15,0 0-2 0,0 0-7 0,0 0 5 16,0 0-6-16,0 0 1 0,0 0 1 0,0 0-8 16,0 0 1-16,0 0 4 0,0 0-6 0,0 0 10 15,13-17 3-15,-13 17-2 0,5-7 4 0,-3 1-6 0,2 1 2 16,-4 5 7-16,7-13-1 0,-4 8-7 15,3-2 6-15,-3 1-6 0,1 0 11 0,1 0-4 16,-2 2 4-16,-3 4-1 0,5-10-11 0,-1 4 7 16,0-1 7-16,-2-2-9 0,1 3-3 0,3 2 8 0,-6 4 4 15,6-10-3-15,-2 4-12 0,-1 1 6 0,-3 5-5 16,6-8 2-16,-6 8 7 0,7-4 4 16,-7 4-7-16,7-5-4 0,-7 5 5 0,5-4 1 15,-5 4-2-15,0 0 3 0,8-1-6 0,-8 1-3 16,0 0 2-16,0 0 1 0,0 0 7 0,0 0-1 0,0 0 4 15,7-3 2-15,-7 3-6 0,0 0 5 0,0 0 4 16,0 0-11-16,0 0-3 0,0 0 19 0,0 0-7 16,-2 16-8-16,2-16 3 0,0 0-7 15,0 0 3-15,0 0 9 0,0 0-17 0,0 0 17 16,0 0 7-16,0 0-11 0,0 0-2 0,0 0-7 0,0 0 9 16,0 0 0-16,0 0-1 0,0 0 0 15,0 8-2-15,0-8 7 0,0 0-7 0,0 0 4 16,0 0-3-16,0 0-2 0,0 0 9 0,0 0-13 15,0 0 9-15,0 0 7 0,0 0-1 0,0 0 1 16,0 0-3-16,0 0 6 0,0 0 3 0,0 0-3 0,0 0-1 16,0 0 4-16,0 0-26 0,0 0 20 0,0 0-1 15,0 0-6-15,-11 6-5 0,11-6 5 0,-7 6-10 16,5 1 16-16,-2-2 0 0,4-5-6 16,-6 8-1-16,2-3-4 0,4-5 2 0,-3 11 5 15,3-4-8-15,0-7 3 0,-1 13 1 0,2-6-1 0,-1-7-8 16,3 13 3-16,1-9-14 0,-1 1-23 0,1-1-26 15,4 0-3-15,-3-1-26 0,4 0-51 16,1-2-162-16,-1 1 71 0</inkml:trace>
  <inkml:trace contextRef="#ctx0" brushRef="#br0" timeOffset="65851.95">5905 13816 30 0,'0'0'79'0,"0"0"-9"0,0 0-5 16,0 0-11-16,0 0-5 0,0 0-2 0,-6 23-3 15,7-13-15-15,0 6-26 0,3-5-34 0,0 6-43 16,-1-1-79-16,2 0 36 0</inkml:trace>
  <inkml:trace contextRef="#ctx0" brushRef="#br0" timeOffset="67469.1">15579 13514 68 0,'0'0'131'0,"0"0"-4"0,0 0-3 16,0 0-7-16,0 0-11 0,0 0-8 0,0 0-15 16,0 0-3-16,0 0 0 0,0 0-12 0,0 0-12 15,0 0-1-15,0 0 2 0,0 0-7 0,0 0-12 0,0 0-1 16,30 0-7-16,-21 2 3 0,-3 0-3 0,-6-2-8 16,13 4-2-16,-8 0-3 0,-5-4-1 15,9 5 4-15,-3 0-3 0,-1-1 0 0,0 3 2 16,-1-1 4-16,-1 1-8 0,1 2-3 0,-2 1 3 0,0-1-1 15,-2 1-3-15,-2-1-3 0,0-1 6 0,2 0-7 16,0-8 5-16,-4 13-8 0,3-6 7 16,-2-1-2-16,3-6 3 0,-4 9 1 0,2-5-10 0,2-4 4 15,-8 7 3-15,8-7 4 0,-6 4-5 0,6-4 1 16,-5 6 2-16,5-6 3 0,-7 1-1 0,7-1-3 16,0 0 2-16,-6 2-2 0,6-2-6 0,0 0 0 15,0 0-2-15,0 0 3 0,0 0-3 0,0 0 4 16,0 0-5-16,0 0-7 0,10-16 2 0,-1 12-7 15,1-4-1-15,-1 0-3 0,1-1 2 0,-1 2 4 16,1-1-2-16,-1-1-1 0,2 0-5 0,-1-1-2 16,1-1 1-16,-3 3 3 0,0-1 3 0,-1-2 4 15,0 3-3-15,1 1 6 0,-3 0-5 0,1 1 1 16,-4 0 7-16,2 1-5 0,-1 0 2 0,-3 5 2 16,4-9 6-16,-4 9 9 0,0 0-4 0,2-7 0 15,-2 7 2-15,0 0-2 0,0 0 4 0,0 0-1 16,0 0 4-16,0 0-6 0,0 0 3 0,0 0 3 15,0 0 2-15,0 0 9 0,-21 9 4 0,17-2 2 16,0-1 4-16,0 1 0 0,2-1 10 0,-2 5-4 16,-2-2-6-16,4 0-4 0,1 1-4 0,-1 2 3 15,2-2-8-15,2 0-3 0,-1 0 3 0,1-2-4 16,4 3-1-16,0-1-13 0,1-3-17 0,1 0-17 16,3 1-26-16,-1-4-30 0,3-2-37 0,-2 3-23 15,2-3-25-15,2-1-130 0,-2 0-321 0,2-2 142 16</inkml:trace>
  <inkml:trace contextRef="#ctx0" brushRef="#br0" timeOffset="71497.8">5510 13386 2 0,'0'0'17'0,"0"0"2"0,0 0 1 0,0 0 1 0,0 0 8 16,0 0-4-16,0 0 3 0,0 0-10 0,0 0 2 15,0 0 0-15,0 0-4 0,0 0 1 0,0 0-2 16,0 0-1-16,0 0-6 0,0 0 1 0,0 0 1 16,0 0-1-16,3-5-3 0,-3 5 3 0,0 0-8 15,0 0 2-15,0 0-1 0,0 0-3 0,0 0 2 16,0 0 7-16,0 0-3 0,0 0-5 0,0 0-1 16,0 0 4-16,0 0-6 0,0 0 6 0,0 0-4 15,0 0-5-15,0 0 6 0,0 0 2 0,0 0-3 16,0 0-6-16,0 0 2 0,0 0-3 0,0 0-8 15,0 0-3-15,0 0-4 0,0 0-23 0,0 0-48 16,0 0 22-16</inkml:trace>
  <inkml:trace contextRef="#ctx0" brushRef="#br0" timeOffset="75473.16">6370 10373 22 0,'0'0'59'0,"0"0"-5"0,-12-2-5 15,12 2-8-15,0 0-9 0,0 0 2 0,0 0-7 0,0 0-10 16,0 0 2-16,0 0-3 0,0 0-1 0,0 0-6 16,0 0 1-16,0 0 0 0,0 0 1 0,0 0 1 15,0 0-8-15,0 0-12 0,0 0-14 0,-9 2-47 16,9-2-74-16,-7 2 32 0</inkml:trace>
  <inkml:trace contextRef="#ctx0" brushRef="#br0" timeOffset="76124.75">6708 10120 15 0,'0'0'60'15,"0"0"-2"-15,0 0-3 0,0 0-4 0,0 0-9 16,-5-3-3-16,5 3-1 0,0 0-18 0,0 0-1 15,0 0-21-15,0 0-24 0,0 0-36 0,0 0-67 16,0 0 30-16</inkml:trace>
  <inkml:trace contextRef="#ctx0" brushRef="#br0" timeOffset="76559.82">7569 9974 39 0,'0'0'79'0,"0"0"-6"0,0 0-9 0,0 0-19 15,0 0-11-15,0 0-14 0,0 0-6 0,0 0-18 16,12 5-31-16,-12-5-21 0,0 0-58 0,12 6 25 16</inkml:trace>
  <inkml:trace contextRef="#ctx0" brushRef="#br0" timeOffset="76847.7">8315 10215 20 0,'0'0'62'0,"0"0"-10"0,0 0-9 15,0 0-15-15,0 0-12 0,0 0-30 0,0 0-21 16,0 0-37-16,0 0 17 0</inkml:trace>
  <inkml:trace contextRef="#ctx0" brushRef="#br0" timeOffset="78570.23">7757 7781 22 0,'0'0'63'0,"0"0"-8"0,0 0-2 15,0 0-2-15,0 0-10 0,0 0-3 0,0 0-7 16,0 0-17-16,0 0-14 0,0 0-10 0,0 0-18 16,0 0-27-16,0 0-61 0,0 0 27 0</inkml:trace>
  <inkml:trace contextRef="#ctx0" brushRef="#br0" timeOffset="92877.86">6878 10418 39 0,'0'0'64'0,"0"0"-6"0,0 0-7 16,0 0-7-16,0 0-10 0,0 0-1 0,0 0-11 15,0 0-17-15,0 0-15 0,0 0-20 0,0 0-22 16,0 0-56-16,0 0 25 0</inkml:trace>
  <inkml:trace contextRef="#ctx0" brushRef="#br0" timeOffset="93163.7">7185 10322 16 0,'0'0'48'0,"0"0"-8"0,0 0-3 0,0 0-3 0,0 0-3 15,0 0-2-15,0 0 0 0,0 0-9 0,0 0 0 16,0 0-1-16,0 0-2 0,0 0-9 0,0 0 2 16,0 0-13-16,0 0-1 0,0 0-16 0,0 0-12 15,0 0-19-15,0 0-53 0,0 0 24 0</inkml:trace>
  <inkml:trace contextRef="#ctx0" brushRef="#br0" timeOffset="95009.57">6922 10329 17 0,'0'0'46'0,"0"0"-3"16,0 0-4-16,0 0-6 0,-5-5-6 0,5 5-3 15,0 0-6-15,0 0-8 0,0 0-13 0,0 0-7 16,0 0-13-16,0 0-15 0,0 0-39 0,0 0 18 16</inkml:trace>
  <inkml:trace contextRef="#ctx0" brushRef="#br0" timeOffset="96354.74">6885 10488 14 0,'0'0'47'0,"0"0"-4"0,0 0 0 16,0 0-6-16,0 0-4 0,0 0 0 0,0 0-10 0,0 0-4 15,0 0-10-15,0 0-13 0,0 0-12 16,0 0-8-16,0 0-20 0,0 0-45 0,0 0 20 15</inkml:trace>
  <inkml:trace contextRef="#ctx0" brushRef="#br0" timeOffset="96724.01">6528 9979 24 0,'0'0'15'0,"0"0"-10"16,0 0-13-16,7 4-7 0,-7-4 3 0</inkml:trace>
  <inkml:trace contextRef="#ctx0" brushRef="#br0" timeOffset="100003.23">7113 10365 12 0,'0'0'60'0,"0"0"-10"16,0 0-7-16,0 0-4 0,0 0 0 15,0 0-4-15,0 0-1 0,0 0 1 0,0 0-4 16,0 0-7-16,0 0-1 0,0 0-2 0,0 0-8 16,0 0 5-16,0 0 2 0,0 0-9 0,0 0 1 15,4 6-1-15,-4-6 0 0,0 0-4 0,0 0 1 16,0 0-2-16,0 0-6 0,0 0-5 0,0 0-11 15,0 0-7-15,0 0-21 0,0 0-36 0,0 0-86 16,0 0 39-16</inkml:trace>
  <inkml:trace contextRef="#ctx0" brushRef="#br0" timeOffset="102463.5">14234 12462 37 0,'0'0'121'0,"0"0"4"0,0 0-6 16,0 0 3-16,0 0-10 0,0 0-2 0,0 0-13 15,0 0-5-15,0 0-11 0,0 0-11 0,0 0-8 16,0 0-14-16,0 0-7 0,0 0-11 0,0 0-17 16,0 0-17-16,0 0-14 0,0 0-21 0,0 0-11 15,0 0-28-15,0 0-105 0,0 0-196 0,0 0 87 16</inkml:trace>
  <inkml:trace contextRef="#ctx0" brushRef="#br0" timeOffset="103909.27">8354 10342 26 0,'0'0'76'0,"0"0"-15"16,0 0-5-16,0 0-2 0,0 0-7 0,0 0-8 0,0 0-2 15,0 0-14-15,0 0 5 0,0 0-14 0,0 0-8 16,0 0 5-16,0 0-9 0,0 0-5 0,0 0-2 16,0 0-10-16,0 0-4 0,0 0-8 0,0 0-42 15,0 0-74-15,0 0 32 0</inkml:trace>
  <inkml:trace contextRef="#ctx0" brushRef="#br0" timeOffset="104329.36">8214 10041 39 0,'0'0'65'0,"0"0"5"16,0 0-11-16,0 0 0 0,0 0-14 0,0 0-11 16,0 0 0-16,0 0 0 0,0 0-3 0,0 0-6 15,0 0 0-15,0 0-5 0,0 0-5 0,0 0 5 16,0 0-8-16,0 0-11 0,0 0 0 0,0 0-10 16,0 0-8-16,0 0-6 0,0 0-9 0,0 0-53 15,-3 19-92-15,0-14 41 0</inkml:trace>
  <inkml:trace contextRef="#ctx0" brushRef="#br0" timeOffset="104674">8420 10418 5 0,'0'0'45'0,"0"0"0"0,0 0-6 16,0 0-5-16,0 0-8 0,0 0-13 15,0 0-5-15,0 0-7 0,0 0-12 0,0 0-24 16,0 0-37-16,-19 5 17 0</inkml:trace>
  <inkml:trace contextRef="#ctx0" brushRef="#br0" timeOffset="104941.25">8189 10033 15 0,'0'0'15'0,"0"0"-7"0,0 0-15 16,13 21-7-16,-13-21 4 0</inkml:trace>
  <inkml:trace contextRef="#ctx0" brushRef="#br0" timeOffset="105171.93">8405 10354 28 0,'0'0'53'0,"0"0"-8"0,0 0-14 15,0 0-17-15,0 0-11 0,0 0-32 0,0 0-32 16,0 0 14-16</inkml:trace>
  <inkml:trace contextRef="#ctx0" brushRef="#br0" timeOffset="106487.89">8396 10497 2 0,'0'0'26'0,"0"0"-4"0,0 0-13 0,0 0-20 15,0 0-9-15,0 0 4 0</inkml:trace>
  <inkml:trace contextRef="#ctx0" brushRef="#br0" timeOffset="110299.36">10089 13134 19 0,'0'0'55'16,"0"0"4"-16,8-1-13 0,-8 1-6 0,0 0-10 15,0 0-11-15,10 7-11 0,-10-7-20 0,5 9-32 16,-3-4-48-16,-2-5 21 0</inkml:trace>
  <inkml:trace contextRef="#ctx0" brushRef="#br0" timeOffset="123273.99">17807 8459 7 0,'0'0'51'0,"0"0"-8"0,0 0-11 0,0 0-22 0,0 0-13 16,0 0-21-16,0 0-25 0,0 0 11 0</inkml:trace>
  <inkml:trace contextRef="#ctx0" brushRef="#br0" timeOffset="123565.82">18327 8526 17 0,'0'0'50'0,"0"0"-11"0,0 0-16 16,0 0-6-16,10-1-9 0,-10 1-10 0,0 0-24 16,0 8-27-16,0-8 12 0</inkml:trace>
  <inkml:trace contextRef="#ctx0" brushRef="#br0" timeOffset="124751.64">20229 8527 48 0,'0'0'36'15,"0"0"-10"-15,13 2-5 0,-13-2-16 0,10 0-28 16,-10 0-25-16,10 3 12 0</inkml:trace>
  <inkml:trace contextRef="#ctx0" brushRef="#br0" timeOffset="124948.7">20542 8519 17 0,'0'0'36'0,"0"0"-3"16,0 0-6-16,0 0 1 0,0 0-9 0,13 2 4 16,-13-2-9-16,7 3-22 0,-7-3-24 0,12 1-34 0,-6 1 15 15</inkml:trace>
  <inkml:trace contextRef="#ctx0" brushRef="#br0" timeOffset="125147.34">20923 8561 28 0,'0'0'51'0,"0"0"0"15,0 0-2-15,7 3-6 0,-7-3-5 0,0 0-14 16,8 1-15-16,-8-1-7 0,8 2-8 16,-8-2-13-16,12 1-26 0,-5 1-49 0,1-1 21 0</inkml:trace>
  <inkml:trace contextRef="#ctx0" brushRef="#br0" timeOffset="125319.48">21199 8625 2 0,'7'6'34'0,"-7"-6"-14"0,8 4-11 0,-8-4-11 16,8 2-9-16,-3 0-11 0,-5-2 5 0</inkml:trace>
  <inkml:trace contextRef="#ctx0" brushRef="#br0" timeOffset="125509.15">21599 8695 47 0,'0'0'67'0,"0"0"-7"0,0 0-1 0,0 0-12 15,9 2-21-15,-9-2-12 0,7 0-11 0,-7 0-16 16,9 3-16-16,-9-3-19 0,13 3-50 0,-7-3 23 16</inkml:trace>
  <inkml:trace contextRef="#ctx0" brushRef="#br0" timeOffset="125703.79">21945 8751 53 0,'0'0'84'0,"0"0"-3"0,0 0-12 15,0 0-10-15,0 0-7 0,0 0-2 16,0 0 0-16,0 0-14 0,10-2-16 0,-10 2-31 16,0 0-7-16,0 0-15 0,11-2-13 0,-11 2-29 15,0 0-81-15,0 0 37 0</inkml:trace>
  <inkml:trace contextRef="#ctx0" brushRef="#br0" timeOffset="126236.88">22240 8806 39 0,'0'0'122'0,"0"0"-7"0,0 0-5 0,0 0-2 0,0 0-17 15,0 0-1-15,0 0-2 0,0 0-7 0,8 1 4 16,-8-1-7-16,0 0-10 0,0 0-7 0,0 0-6 16,0 0-5-16,0 0-8 0,0 0-2 15,0 0-1-15,0 0-4 0,0 0-6 0,0 0-5 0,0 0 2 16,0 0-12-16,0 0 8 0,0 0-1 0,0 0-4 16,0 0-2-16,0 0-6 0,0 0 7 0,0 0-4 15,0 0 2-15,0 0-7 0,0 0 0 0,0 0 4 16,0 0-5-16,0 0 0 0,0 0-4 0,0 0 4 15,0 0-2-15,0 0-4 0,0 0 4 0,0 0-4 16,0 0 1-16,0 0 5 0,0 0-4 0,0 0 0 16,0 0 1-16,0 0 1 0,0 0 10 0,0 0-11 15,0 0-1-15,0 0-5 0,0 0 7 0,0 0-5 16,0 0 1-16,0 0 7 0,0 0-9 0,0 0 2 16,0 0 0-16,0 0-2 0,0 0 1 0,0 0 0 15,0 0-1-15,0 0 0 0,0 0 0 0,0 0-2 16,0 0 6-16,0 0-1 0,0 0-4 0,0 0 3 15,0 0 0-15,0 0 0 0,0 0-3 0,0 0 0 16,0 0 0-16,0 0-2 0,0 0 0 0,0 0 2 16,0 0-6-16,0 0 1 0,0 0-23 0,0 0 3 15,0 0-13-15,0 0 6 0,0 0-8 0,0 0 1 16,0 0 8-16,0 0-3 0,0 0-1 0,0 0 12 16,0 0-6-16,0 0-3 0,0 0 4 0,10 0-2 15,-10 0-5-15,0 0-12 0,0 0-4 0,0 0-8 16,0 0-8-16,0 0-4 0,5 3-2 0,-5-3-49 15,0 0-136-15,0 0 61 0</inkml:trace>
  <inkml:trace contextRef="#ctx0" brushRef="#br0" timeOffset="127673.29">22601 8686 5 0,'0'0'11'0,"0"0"0"0,0 0 1 15,-3-6-4-15,3 6-8 0,0 0-3 0,0 0-5 0,0 0-7 16,0 0 3-16</inkml:trace>
  <inkml:trace contextRef="#ctx0" brushRef="#br0" timeOffset="128347.92">22423 8797 5 0,'0'0'11'0,"15"-2"-5"0,-8 0-3 0,3-1 0 0,0 1-8 16,3 1-6-16,-1-2 4 0</inkml:trace>
  <inkml:trace contextRef="#ctx0" brushRef="#br0" timeOffset="130006.38">23230 8825 23 0,'0'0'31'0,"0"0"-7"0,0 0-4 0,0 0 3 15,0 0-4-15,0 0-12 0,0 0-6 0,0 0-6 16,0 0-20-16,0 0-25 0,-7 7 12 0</inkml:trace>
  <inkml:trace contextRef="#ctx0" brushRef="#br0" timeOffset="133171.31">25579 13022 12 0,'15'8'33'0,"-4"-1"-5"0,5 0-7 16,-1 4 2-16,0-3-1 0,-1 4-2 0,0-1 0 15,-1-2-2-15,1 1-9 0,0 0-1 0,0 1 4 16,3 0 2-16,-1-1-1 0,-3 2-2 0,4-2-7 15,0 0-1-15,-1-2 5 0,-1 2 0 16,1-3-8-16,-2 1 4 0,-3-2 6 0,1 0-13 0,-2 1 4 16,0 1 0-16,1 0-5 0,0-2-9 0,-2 3-2 15,0-2-7-15,0 3 2 0,-3-2-18 0,2 0-41 16,-2 4 18-16</inkml:trace>
  <inkml:trace contextRef="#ctx0" brushRef="#br0" timeOffset="143084.87">19429 14298 16 0,'-9'0'12'0,"-3"0"-11"0,12 0 0 0,-15 1 5 16,6-1 14-16,9 0 16 0,-15-1-5 0,15 1-4 16,-12-3-3-16,5 3-7 0,7 0 1 0,-9-4 0 15,9 4-9-15,-8-2-13 0,8 2 5 0,-9-3 8 16,9 3 8-16,-9-4 16 0,9 4-7 0,-6-3 1 16,6 3-1-16,-7-6-2 0,7 6-4 0,-6-5 2 15,6 5 12-15,-7-6-8 0,7 6-5 0,-6-5 1 16,6 5-5-16,-9-6 0 0,4 3-3 0,5 3 1 15,-14-5 10-15,6 1-4 0,-1 1-7 0,-3 1-4 16,-1 0-5-16,-1 0 0 0,-4 2-5 0,-1-1 4 16,-1 1 1-16,-1 0-5 0,-1 0-1 0,0 1 7 15,-5 0-6-15,6 3-5 0,-2 0 0 0,1-3-4 16,3 3-8-16,-3-3 4 0,0 4-1 0,-3 0 1 16,3-1-2-16,4 1-5 0,0-2-1 0,0 0 5 15,6-1 0-15,-2 2 6 0,-1-1-4 0,4-2 1 16,-1 1-5-16,1 2 13 0,1-4-1 0,1 2-3 15,1 0-7-15,8-2 13 0,-11 1-4 0,11-1 5 16,-9 0-15-16,9 0 2 0,-9 1-10 0,9-1 1 16,-9 2-2-16,9-2 6 0,-8 4-4 0,8-4 4 15,-9 3-4-15,9-3 7 0,0 0-1 0,-8 3 0 16,8-3 5-16,-5 4-2 0,5-4 4 0,0 0 3 16,-10 3 0-16,10-3 1 0,-7 2 0 0,7-2 0 15,-7 3-11-15,1-1-19 0,6-2 8 0</inkml:trace>
  <inkml:trace contextRef="#ctx0" brushRef="#br0" timeOffset="143477.9">18073 14395 14 0,'0'0'14'0,"0"0"-3"16,0 0 3-16,0 0-3 0,0 0 1 0,0 0-2 15,0 0 10-15,0 0-12 0,0 0-1 0,0 0 3 16,0 0-3-16,0 0-5 0,0 0 1 16,0 0 2-16,0 0 2 0,0 0-5 0,0 0 2 0,0 0 1 15,0 0-5-15,0 0 2 0,0 0 3 0,0 0-4 16,0 0-2-16,0 0-4 0,0 0 8 0,0 0-6 16,0 0 1-16,0 0 2 0,0 0 0 0,0 0 0 15,5-18 4-15,-5 18-7 0,0 0-2 16,0 0-4-16,0 0-1 0,1-8-15 0,-1 8-25 15,0 0 12-15</inkml:trace>
  <inkml:trace contextRef="#ctx0" brushRef="#br0" timeOffset="143879.54">18073 14198 42 0,'-8'-2'36'0,"8"2"-5"0,0 0-2 16,0 0-4-16,0 0-7 0,0 0 6 0,0 0-11 15,0 0 5-15,0 0-7 0,0 0 0 16,0 0-3-16,0 0 7 0,0 0-2 0,0 0-7 15,0 0-3-15,0 0 3 0,0 0 7 0,0 0-3 16,0 0-1-16,0 0-10 0,0 0 6 0,0 0 1 16,0 0 0-16,0 0 0 0,0 0-3 0,0 0-1 0,0 0-3 15,0 0 5-15,0 0-4 0,0 0-1 0,0 0 3 16,0 0-1-16,0 0 1 0,0 0 1 0,0 0-5 16,0 0 5-16,0 0 5 0,0 0-9 15,0 0-2-15,0 0 7 0,0 0-5 0,0 0 1 16,0 0 2-16,0 0-5 0,0 0 1 0,0 0-7 15,0 0 3-15,0 0-11 0,0 0-5 0,0 0-8 0,0 0-21 16,0 0-53-16,0 0 24 0</inkml:trace>
  <inkml:trace contextRef="#ctx0" brushRef="#br0" timeOffset="144517.7">19973 13069 16 0,'0'0'9'0,"1"10"-14"16,-1-10-4-16,-3 8 2 0</inkml:trace>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09:46:52.043"/>
    </inkml:context>
    <inkml:brush xml:id="br0">
      <inkml:brushProperty name="width" value="0.05292" units="cm"/>
      <inkml:brushProperty name="height" value="0.05292" units="cm"/>
      <inkml:brushProperty name="color" value="#FF0000"/>
    </inkml:brush>
  </inkml:definitions>
  <inkml:trace contextRef="#ctx0" brushRef="#br0">7958 3171 46 0,'0'0'51'16,"0"0"-2"-16,0 0-7 0,0 0-3 0,0 0-3 15,0 0-4-15,0 0-9 0,0 0-1 16,0 0 2-16,0 0-6 0,0 0-5 0,0 0-6 0,0 0-4 15,0 0 0-15,0 0-3 0,0 0 3 0,0 0-6 16,0 0 3-16,0 0 2 0,0 0 5 0,0 0-6 16,0 0-3-16,0 0-2 0,0 0 1 0,-17 0 1 15,17 0-8-15,0 0 1 0,0 0 2 0,-15 4-3 16,10-1 1-16,5-3 1 0,-8 1-8 0,8-1 1 16,-8 6-3-16,3-4 3 0,5-2 3 15,-9 2 0-15,9-2 0 0,-7 2-1 0,7-2 7 0,-7 4-3 16,7-4-1-16,0 0 4 0,-11 2 0 0,11-2 1 15,0 0 1-15,-8 0 5 0,8 0 1 0,-6 1 2 16,6-1 3-16,0 0-3 0,0 0 5 0,-12 0 4 16,12 0 0-16,0 0 0 0,0 0 4 0,-11 0 2 15,11 0-1-15,0 0-2 0,0 0 10 16,0 0-4-16,-9 0-7 0,9 0-1 0,0 0 0 16,0 0 0-16,-11 0 1 0,11 0-2 0,0 0-1 0,0 0 4 15,-12 0-1-15,12 0 6 0,0 0-3 16,-9 2-1-16,9-2-3 0,0 0 3 0,0 0 7 15,-13 0-6-15,13 0 4 0,0 0-3 0,0 0 5 16,-9 0-7-16,9 0 2 0,0 0 3 0,0 0-6 16,-9 1-3-16,9-1 1 0,0 0 4 0,0 0-8 15,-13-1 5-15,13 1-2 0,0 0-3 0,-9 0 0 16,9 0 0-16,0 0 5 0,0 0 9 0,-11 1-10 16,11-1-1-16,0 0-9 0,-10 1 6 0,10-1 1 15,0 0-8-15,-12 2 5 0,12-2 0 0,0 0-1 16,-9 1 2-16,9-1-2 0,0 0 13 0,-6 4-8 15,6-4-7-15,0 0 2 0,0 0 4 0,0 0 8 16,0 0-16-16,0 0 5 0,0 0-9 0,-9 2 12 16,9-2-10-16,0 0-1 0,0 0 3 0,0 0 0 15,0 0-3-15,0 0-3 0,0 0 3 0,0 0-4 16,0 0 10-16,0 0 0 0,0 0 0 0,0 0-7 16,0 0 1-16,0 0-8 0,0 0 8 0,0 0-1 15,0 0 2-15,16 9 0 0,-16-9 13 0,11 3-5 16,-4-2 4-16,3 0-1 0,1-1-1 0,3 0-3 15,-1 3 6-15,6-1-5 0,-1-3 5 0,3 1-11 16,2 0 8-16,4 0 5 0,1 0-9 0,-6 1 5 16,6-1 0-16,-8-2 11 0,9 2-15 0,-10 0-5 15,9 0 3-15,-6 0 0 0,6 0-5 0,0 0-1 16,1 1 7-16,-2-2-3 0,3 0 1 0,-1-2-8 16,3 3 7-16,-1 0 4 0,3-3-3 0,-2 2 1 15,-1 1 0-15,2-3-8 0,-1 3 9 0,-2-2-5 16,1 2 5-16,-3 0-2 0,-1 0-2 0,1 2-2 15,1-4 3-15,-8 4-1 0,7-4 1 0,-6 6 6 16,0-6 6-16,-1 4-14 0,2-2 1 0,-2 0-2 16,2 0 6-16,-1 0 2 0,-1-2-6 0,6 2 7 15,-5 3-1-15,5-4 1 0,-6-1-2 0,-3 2-2 16,4 0-2-16,-2 0-2 0,1-3 7 0,-2 4-4 16,2-1 3-16,-3 0-4 0,3 0 4 0,0 0 0 15,-5 0-5-15,6-1 3 0,-5 1 7 0,3 0-4 16,-1 0 1-16,2-2 10 0,0 4-8 0,-2-2-4 15,2-2 7-15,1 1-11 0,-2 1 5 0,1-1-2 16,0 1 0-16,1-3 0 0,1 3 0 0,4 0 2 16,-5 2 1-16,6-4-1 0,-7 1-2 0,6 0 3 15,-6 0 0-15,-1-1 1 0,1 1-6 0,-2 0 5 16,1-1-1-16,1 2 0 0,-2-3-4 0,0 3 4 16,-1 0-7-16,1-4 2 0,0 2 0 0,-1 1-4 15,1 0 8-15,-2-1 0 0,1 2 1 0,-4-2-7 16,4 4 1-16,1-5 3 0,-7 3-4 0,0 0 1 15,9 0-2-15,-8-1-1 0,1 1 2 16,6-2-2-16,-3 1-2 0,-3 1-1 0,4-2 9 0,-4 0-3 16,2 2-1-16,-2 0-3 0,7 0 5 15,-5 0-8-15,5-1 9 0,-2-1-7 0,-1 2 5 0,0 0-1 16,2-2 0-16,-1 3 0 0,1-2-1 0,-1-2-1 16,-1 3 0-16,2 0 2 0,0-1 0 0,1 1 3 15,-1 0-3-15,2-1-5 0,-3-1 19 0,3 2-9 16,0-2-3-16,1 1 3 0,-3 1 1 15,2 0-3-15,1 0 7 0,-4-2-12 0,4 1 5 16,-2 0-4-16,-2-2-1 0,2 3 4 0,0 0-2 0,-3-1-1 16,2-1 0-16,-2 0 1 0,3 2-1 0,-1 2 2 15,-1-4-1-15,3 1 1 0,-2-2 0 0,1 2-3 16,-2 1-1-16,3 0 0 0,-4 0 0 0,2 0 1 16,-2 0 3-16,2 0 0 0,-2 0-1 15,3-1-2-15,-2 1 4 0,-1 0-6 0,1 0 4 16,1-1-1-16,0 2 1 0,-2-4-5 0,3 3 8 0,0-1-4 15,-2 1-3-15,1-2 3 0,2 2 2 0,-1-1-12 16,1 0 1-16,-2 0 13 0,0-1-2 16,3 2 1-16,5 0-2 0,2-3 1 0,-2 1-2 0,0 0-1 15,0 0 0-15,-2 2-2 0,1-2 6 16,-6 0-2-16,7 1 2 0,-5 0-1 0,4 0-6 16,3 0-3-16,-11-1 7 0,9 0-2 0,1 2 3 0,-9-2-2 15,7 1-2-15,2 2 12 0,-9-2-9 0,9 0 1 16,3 1-2-16,-5-3 14 0,0 4-13 0,0-2 0 15,1-2-3-15,1 5 2 0,-2-5 7 16,1 2-6-16,-7 0 3 0,7-1-3 0,-7-1 3 16,-1 1-3-16,1 0 10 0,1 0-11 0,0 2 5 15,-2-3 0-15,-1 3-1 0,2-2 3 0,0 1 2 16,0 0 1-16,-2-2 1 0,4 1 0 0,-4 1 3 16,0 1-4-16,1-2 1 0,-1 2-2 0,0-2 2 15,-4 2-5-15,6-2 6 0,-7 2-6 0,3-1 9 16,-5-1-5-16,6 1 1 0,0 4-6 0,-2-3 16 15,-1-2-14-15,-2 2 1 0,2 0-5 0,-2-1 2 16,7 0 3-16,-4 1 10 0,2-2-4 0,0-2 1 16,-5 2-4-16,6 2 0 0,0 0-1 0,-2-4 2 15,-2 4-2-15,5-3-1 0,-5 3 3 0,4-4-7 16,2 4 6-16,-2-3-4 0,-5 2 3 0,3 1-5 16,2-2 7-16,1-1-10 0,-2 3 1 0,0 1 2 15,-1-2-3-15,2 1 1 0,1-1 0 0,-7 1-3 16,6 0 4-16,-2-2-2 0,2 2 4 0,-2 2-7 15,-1-4 4-15,2 2-4 0,0 0 4 0,0 0-2 16,-2 0-2-16,2 0 3 0,-1-2-4 0,0 2 4 16,-2 0-1-16,7 0 4 0,-7 0-5 0,0 0 3 15,-2 2-4-15,1-2 2 0,1 0-1 0,-1 0-1 16,-3 0 5-16,5 0-1 0,-3-2-5 0,6 2 1 16,-7-1-1-16,2 2 4 0,-5-1-1 0,2 0 0 15,1-1 0-15,-1 1 2 0,2 0-3 0,1-2 2 16,-5 4-2-16,3-2 0 0,-2-2 0 0,-10 2 0 15,15-1 2-15,-7 1-4 0,-8 0 3 0,13 0-4 16,-6 0 3-16,-7 0 2 0,14-1 2 0,-14 1-2 16,11 0-1-16,-11 0-4 0,10 0 3 0,-10 0 0 15,0 0 1-15,0 0 0 0,10 0 1 0,-10 0-1 16,0 0 0-16,9-2 0 0,-9 2 0 0,0 0 0 16,0 0 0-16,11-2 2 0,-11 2-3 0,9 0 2 15,-9 0-3-15,9 1 3 0,-9-1-2 0,0 0-1 16,13 0-3-16,-13 0 6 0,10-3-1 0,-2 3-1 15,-8 0 0-15,13 0 0 0,-13 0-2 0,17 0 4 16,-9-2-5-16,4 2 6 0,-3 2-6 0,0-2 10 16,-9 0-7-16,16-2-3 0,-8 1 4 0,-8 1-4 15,14 0 5-15,-3-1-4 0,0-2 4 0,3 4 1 16,-1 1-1-16,-2-4-3 0,8 5 6 0,-1-4-5 16,-1-1 1-16,0 1-1 0,2 2 2 0,-7-2-1 15,8 2 1-15,0 1-6 0,-2-2 6 0,-2 0-3 16,5-2 0-16,-2 2 2 0,1 2 0 0,-3-2 0 15,4 0 2-15,2 0 0 0,-4-2-5 0,-2 4 0 16,5 0 3-16,-3-3 0 0,1 6 0 16,0-5 5-16,-1 1-4 0,2 0-2 0,-3-1-1 0,0 0 1 15,1 0 3-15,1 0-5 0,-3 2 5 0,1-1-6 16,-2-1 9-16,-2 0-6 0,-3 3 1 0,2-3-2 16,3 1 0-16,-5-2 3 0,1 2-1 0,1-1-1 15,-1 2 0-15,-1 0 1 0,-5-2-2 0,3 0 2 16,-9 0 3-16,14-2 5 0,-14 2-1 15,13 0 8-15,-3 0-1 0,-10 0-1 0,13 0 0 0,-13 0-2 16,13 2 7-16,-6-2-7 0,0 2-1 0,2 0-4 16,2-2 3-16,-11 0-3 0,14 0-2 0,-6-2 1 15,4 2 1-15,-1 0-2 0,-3 2 2 0,2-2-3 16,-1-2 1-16,4 2-1 0,-1 0-1 16,0 0 2-16,-1 0-1 0,2 2-1 0,0-2 1 15,0 0 0-15,-1 0-3 0,6 0 1 0,-5 0 1 0,-2-2-5 16,3 5 2-16,-2-2 1 0,2-1 2 0,-2 1-5 15,-1 1 6-15,2-2-2 0,-1-2 0 0,-1 1 0 16,-2 1-2-16,0-1 1 0,4 1-1 0,-1 0-2 16,-1 1 4-16,0 0-2 0,-1-2 1 15,0 1-1-15,2 3 1 0,1-5 0 0,-2 1 1 16,-3 1-2-16,2 1 1 0,2-1 0 0,-2 0 0 0,-2 0-2 16,2-1 1-16,-10 1 1 0,15-1 0 0,-7 1-3 15,3-1 0-15,-11 1 2 0,16 1 0 16,-10-2 0-16,-6 1 0 0,15 0 0 0,-4 0 0 15,-5 0 2-15,-6 0-2 0,18-2 2 0,-12 2-3 16,3 2 2-16,-9-2 0 0,14-2 0 0,-14 2 0 16,11 0 0-16,-11 0 0 0,12 0-1 0,-12 0 2 0,13-1 0 15,-6 1 0-15,-7 0 0 0,14-1 0 0,-14 1-1 16,11-2 4-16,-2 0-4 0,-9 2-1 0,15 0 0 16,-8-1 3-16,-7 1-3 0,11-2 1 0,-11 2-1 15,12 2 2-15,-12-2 0 0,11-2-2 16,-11 2 1-16,16-1 1 0,-9 2-1 0,-7-1-1 0,14-2-1 15,-6 2 6-15,-8 0-6 0,10 1 0 0,-10-1 1 16,10 3 2-16,-10-3-1 0,0 0 2 0,11-2-1 16,-11 2 0-16,0 0 2 0,10 0 2 0,-10 0-3 15,0 0 7-15,8 2-4 0,-8-2 4 16,0 0-1-16,0 0 1 0,11-2-1 0,-11 2 2 16,0 0-1-16,0 0-2 0,0 0 1 0,0 0-3 0,0 0 0 15,0 0-4-15,0 0 1 0,0 0 2 16,0 0-3-16,0 0 0 0,0 0-10 0,0 0-8 15,0 0-13-15,0 0-14 0,0 0-19 0,0 0-20 16,0 0-20-16,0 0-20 0,0 0-32 0,0 0-22 16,0 0-36-16,0 0-120 0,-29-4-359 0,11 3 160 15</inkml:trace>
  <inkml:trace contextRef="#ctx0" brushRef="#br0" timeOffset="3391.3">7772 3193 74 0,'0'0'72'0,"0"0"-3"16,0 0-1-16,-2-8-5 0,2 8-4 0,0 0 1 15,-4-7 1-15,4 7 9 0,-4-5-8 0,4 5-14 16,0 0-3-16,-4-7 3 0,4 7-8 0,0 0-1 16,-4-6-10-16,4 6-1 0,0 0-5 0,0 0-5 15,0 0-1-15,0 0 13 0,0 0-19 0,-5-7 4 16,5 7-8-16,0 0 2 0,0 0-5 0,0 0 5 16,0 0-6-16,0 0 4 0,0 0-10 0,0 0 10 15,-6 20-8-15,6-20 6 0,-3 9-4 0,2-2 4 16,-1 1-4-16,0-1 0 0,1 0 1 0,0 2 0 15,-1 1-4-15,1 1 8 0,0 0-1 0,0 1-2 16,1-2-5-16,0 3 4 0,0-2 0 0,-2 1 3 16,2 2-2-16,-1 1 3 0,1 1 4 0,-1-1-3 15,1 0 2-15,0 2 1 0,0-2-6 0,0 2 16 16,0-4-12-16,-2 3 7 0,2-3-9 0,0 3 10 16,0-3-4-16,2 1 7 0,-4 1-4 0,4 1-4 15,-1-2 5-15,-1 1 0 0,-1-2 3 0,2 0-7 16,-1 3 0-16,0 0 1 0,-1-4-2 0,1 2 7 15,1-3-9-15,-1 6 11 0,0-6-6 0,1 5 0 16,1 0-1-16,0 0-4 0,-2-4 3 16,3 4-3-16,-3-1 4 0,2 1-1 0,-2-1 3 0,3 1 1 15,-3-1-2-15,0-1 0 0,0-2-2 16,0 3-1-16,0 2-3 0,0-2 9 0,1 1 3 0,0 3 2 16,-1-4-3-16,0 0 1 0,0 2-6 0,0-2 1 15,0 2-3-15,0 0 6 0,0-2-7 16,0 3 3-16,0-3-4 0,-2 1 2 0,3-1-1 15,2 2-4-15,-3 0 3 0,-3-5 0 0,3 4 0 16,0-3 0-16,-1-1 0 0,2 4 0 0,-2-4-2 16,1 1 2-16,-1-1-5 0,1-1 3 0,0 2 2 15,0-1-2-15,-2 1 2 0,2-1-2 0,-1 1 3 0,2-1-2 16,-1 0-2-16,0 4 3 0,-1-4-8 16,0-1 2-16,1 2 0 0,0-3-2 0,-2 4 2 15,4-3 3-15,-1 5 1 0,-2 0 0 0,3-4-1 16,-2 4 3-16,0-1-3 0,0-2-1 0,0-1 1 15,3 0 0-15,-3 0 2 0,0-1-6 0,1 1 0 16,-1-1-2-16,3 1 4 0,-2-3-1 0,-1-9 2 16,4 21-2-16,-4-11 0 0,2 0 6 0,-3 2-7 0,3-3 0 15,1-1-1-15,-3-8 1 0,3 19-1 16,-2-9 0-16,-1 0 3 0,1 2 8 0,2-2 5 16,-2 0-7-16,-1 0 3 0,3 2-3 0,-2 0 2 15,0 5 0-15,1-5-3 0,-2-1 3 0,1 5 1 16,-1-4 3-16,0 2 2 0,1 2-2 0,-2-4 0 15,1 0-2-15,0 0 0 0,1 0 0 0,-1 0-4 16,0 0 4-16,0 0-2 0,-1 0 0 0,2-2-4 16,-2 3 4-16,2-4-3 0,-1 1-1 0,0-10-1 15,-1 20 1-15,1-11 4 0,-3 0-1 0,3-9 1 16,0 16-7-16,0-16 3 0,2 18-3 0,-2-11-1 16,0-7 1-16,0 21 2 0,0-11-1 0,0 1 2 15,0-2-1-15,-2 4-2 0,4-3-2 0,-2-10 3 16,-2 19 0-16,2-7 1 0,2-2 2 0,-1 2 6 15,0 0-4-15,-1 6 3 0,0-2 3 0,0-3-1 16,1 0-1-16,1-3-2 0,-1 2-1 0,1-1-2 16,-2-1 0-16,0 2 0 0,2-3-3 0,-2-9 4 15,0 24-3-15,1-14 2 0,0 2-5 0,0-2 0 16,1 2 4-16,-1-2 0 0,-1 0 0 0,1 0-2 16,-1-10-2-16,0 18 0 0,2-8 2 0,-2-10 1 15,1 17-1-15,-1-6 3 0,1-3 0 0,-1-8-2 16,0 20-4-16,0-9 6 0,1 0-3 0,-1-11 0 15,0 20 1-15,-2-10-3 0,2-10-4 0,-1 16 7 16,1-16-1-16,1 16 0 0,-2-7-3 0,1-9 3 16,-3 14-1-16,3-14 0 0,-1 14 2 0,1-14-5 15,-2 11-2-15,1-2 5 0,1-9-3 0,-1 11 1 16,1-11-1-16,-1 12 0 0,1-12 0 0,0 0-1 16,-2 12-1-16,2-12 0 0,0 0-2 0,-2 10-2 15,2-10 4-15,0 0 0 0,0 0-1 0,0 11 3 16,0-11-2-16,0 0 1 0,0 0 0 0,0 0-6 15,2 12 3-15,-2-12 3 0,0 0 1 0,0 0-12 16,0 0-9-16,0 0-10 0,0 13-12 16,0-13-20-16,0 0-21 0,0 0-29 0,0 0-35 15,-11 12-40-15,11-12-32 0,-8 5-162 0,8-5-409 16,0 0 181-16</inkml:trace>
  <inkml:trace contextRef="#ctx0" brushRef="#br0" timeOffset="5759.46">7794 5466 31 0,'0'0'57'0,"0"-10"8"0,0 10-5 16,0 0-14-16,0 0 6 0,-3-7-10 0,3 7-2 15,0 0 1-15,0 0-2 0,0 0-5 0,-1-8 6 16,1 8-10-16,0 0-13 0,0 0 3 0,0 0 5 16,0 0-6-16,0 0-7 0,0 0 4 0,0 0-2 0,0 0 0 15,0 0-2-15,0 0 6 0,1-12-5 16,-1 12-1-16,0 0 7 0,0 0-5 0,0 0 13 15,0 0-19-15,0 0 7 0,0 0-4 0,0 0-2 16,0 0-6-16,0 0-1 0,0 0-1 0,0 0-2 16,0 0-8-16,0 0 4 0,0 0 11 0,0 0-2 0,0 0-7 15,0 0 0-15,0 0 5 0,0 0 0 0,0 0-4 16,0 0 7-16,0 0-5 0,4 28 3 0,-4-28 4 16,3 11-2-16,-2-6 1 0,1 1 5 15,0 2 0-15,-1 0-1 0,1-2 1 0,0 3 9 16,-1 0 4-16,1-1-6 0,-1 0 3 0,0-1-9 15,0 3 5-15,1-2 1 0,-1 2-3 0,2-1 10 0,-3 1 6 16,2 0-12-16,-2 2 1 0,0-2 3 0,1 1-7 16,1 0 3-16,-1 1 9 0,-1 0 7 15,1-1-11-15,1 0-1 0,-2 0-4 0,0-1 0 16,1 1 6-16,-1 0 2 0,0-1-10 0,1-1-3 16,0 3 2-16,-1-2-2 0,0 0 2 0,2 0-5 0,-4-1 6 15,4 2-4-15,-1-1 1 0,-1 0 1 16,0 0 2-16,0-1-1 0,1 0-5 0,2 4 3 15,-2-4 0-15,-1 1-2 0,3 1-7 0,-2-2 7 16,1 1 3-16,0-1-5 0,-1 1 4 0,0-1-6 16,2 0-2-16,-1 1 0 0,0-2 4 0,0 2-4 0,0-2 6 15,-1 2-1-15,0-3 0 0,0 2-2 0,-1 0-7 16,2 2 7-16,-1-3 0 0,-1-8 2 0,0 11-4 16,-1-2 0-16,2-1 0 0,-1-1 1 15,0-7 4-15,4 12-4 0,-4-7 4 0,0-5 0 16,1 12-1-16,-1-12 0 0,0 10-1 0,0-3 0 0,0-7-4 15,0 0 2-15,-1 11-2 0,1-11 5 0,0 10-14 16,0-10 9-16,0 8 0 0,0-8 1 0,0 0-4 16,0 13 3-16,0-13-1 0,0 6-1 0,0-6-1 15,0 0 2-15,0 12-5 0,0-12 0 16,0 0-3-16,0 10 3 0,0-10 3 0,-3 6-2 0,3-6-2 16,3 7 3-16,-3-7-1 0,0 0 1 0,2 10 4 15,-2-10-2-15,0 7-4 0,0-7-1 16,0 0 10-16,0 10-14 0,0-10-1 0,0 0 8 15,-1 10-1-15,1-10 2 0,0 0-4 0,-1 9 1 16,1-9 3-16,0 0 3 0,1 9-6 0,-1-9 2 0,0 0 4 16,0 9-1-16,0-9-1 0,1 8-2 0,-1-8-2 15,0 0-3-15,-1 10 6 0,1-10 1 0,0 0-1 16,1 9-5-16,-1-9 4 0,0 0-3 0,0 8 1 16,0-8 7-16,3 5-3 0,-3-5-2 0,0 0-1 15,0 0-1-15,-2 9 0 0,2-9 0 16,0 0 3-16,0 0 3 0,3 10-7 0,-3-10 1 0,0 0 0 15,0 0-1-15,1 8 4 0,-1-8-4 0,0 0 3 16,3 6 0-16,-3-6 0 0,0 0 7 0,3 8-8 16,-3-8 4-16,1 5-9 0,-1-5 6 0,2 8-8 15,-2-8 6-15,0 0 1 0,0 8-1 16,0-8-2-16,0 0 1 0,4 9 3 0,-4-9-3 0,0 0-3 16,0 0 9-16,0 0-5 0,0 8 4 0,0-8-7 15,0 0 5-15,0 0 1 0,0 0 0 16,4 8 1-16,-4-8-2 0,0 0-1 0,0 0 1 15,5 4-3-15,-5-4 4 0,0 0-3 0,4 5 1 16,-4-5 2-16,0 0 0 0,0 0-6 0,0 0 8 0,0 0 0 16,0 0 0-16,4 5-1 0,-4-5 1 0,0 0-4 15,0 0 1-15,0 0 0 0,0 0-1 0,0 0-5 16,0 0 6-16,0 0 0 0,5 4 1 16,-5-4 2-16,0 0-1 0,0 0 1 0,0 0 0 15,0 0-4-15,0 0-1 0,0 0 3 0,6 2 3 0,-6-2-3 16,0 0 3-16,0 0-3 0,8 3 1 0,-8-3 0 15,0 0-3-15,0 0-1 0,0 0 3 16,10 0-1-16,-10 0 0 0,0 0-2 0,8 1-1 16,-8-1-1-16,0 0 8 0,10 2 0 0,-2-2-2 15,-8 0 0-15,9 3 2 0,-9-3-3 0,11 0-1 0,-11 0-1 16,14-2 0-16,-5 2 8 0,0 0-3 0,3 0-1 16,-1-1 6-16,-1 1-10 0,3 0 4 0,-1-2 1 15,2 2-3-15,-2-1 4 0,8 0-2 0,-6-1-1 16,0 1 0-16,4 0 1 0,-1-1 0 15,2 0-1-15,0 1-2 0,-3-1 1 0,5 0 1 0,-1 1 0 16,2-2 2-16,5 1-1 0,-4 0-2 0,-2-2 0 16,7 1 3-16,-7 3-2 0,7-4 0 0,-7 1-1 15,8 2 4-15,-1-3-6 0,-1 0 2 0,2 1 2 16,1 0-2-16,0 0-1 0,-3 1 0 16,3-3 3-16,-1 1-1 0,0 0-2 0,0 1-2 0,0 1 2 15,-1 1 4-15,1-2-1 0,0 0 1 0,-8 1-4 16,9-2-1-16,-2 1-1 0,-3 2 1 0,4-1-2 15,-8-2 7-15,7 0-6 0,-6 2 1 0,6-2 1 16,-1 2 3-16,-5 2-3 0,-2-1 0 0,2-2 0 16,1 1-2-16,5 0 2 0,-1 1 3 0,-6-3-4 15,0 4 2-15,8-3-1 0,0 1 2 0,-3 0 3 16,2 0-3-16,1 1-2 0,0 1 2 0,-2-4-2 16,2 1 6-16,0 2-4 0,1-1 1 0,1 0 1 15,-2 0 5-15,2 1-6 0,3-3-1 16,1 0 6-16,-2 1-4 0,-4 0-2 0,2 1 4 0,0 0-5 15,1-1 4-15,0-2-2 0,0 1 2 0,-1 3-1 16,0-2 0-16,0 2-3 0,0 1-1 0,0-3 3 16,0 3 2-16,1-1-4 0,1-3 2 0,1 2 0 15,1-2-1-15,1 3 3 0,-1-1-3 0,-1 1-4 16,1-2 3-16,-2 1 1 0,1 0 0 0,0 0 0 16,0 0-2-16,2 0 2 0,0-2-1 0,-2 3-1 15,-1-2 8-15,4 2-7 0,1-1 0 0,-4 0 1 16,3-1 2-16,-1 0-2 0,0 0 2 0,-1 1 0 15,1 0 2-15,-1-1-5 0,4-2 5 0,-2 1-2 16,0 1 4-16,1-3-1 0,-1 7-1 0,2-3-3 16,-2 2 2-16,0 0-4 0,2-1 3 0,-2-2-1 15,-2 3 4-15,3 0-7 0,-5-3 7 0,1 0-4 16,2 3 1-16,0-1 2 0,-4 1-1 0,2-2-5 16,-1 2 6-16,3-2-5 0,-5 2-2 0,1-3 4 15,-1 0-3-15,-1 3 0 0,1 0 2 0,-3 0 0 16,0 1 0-16,-6-2-4 0,-3 0 2 0,1 2 0 15,-7-2-4-15,1 1-3 0,-1 0-7 0,0 0-11 16,-3 0-16-16,-1-3-19 0,-1 3-24 0,-8 0-30 16,0 0-31-16,14-2-23 0,-14 2-25 0,7 0-150 15,-7 0-367-15,0 0 163 0</inkml:trace>
  <inkml:trace contextRef="#ctx0" brushRef="#br0" timeOffset="7073.01">11623 6151 33 0,'-9'0'76'16,"9"0"-8"-16,0 0 1 0,0 0-11 0,0 0 0 15,-8 1-3-15,8-1-4 0,0 0-10 0,0 0 0 16,0 0-11-16,0 0 12 0,0 0-11 16,0 0-6-16,0 0 0 0,0 0-1 0,0 0-7 0,0 0 2 15,0 0-3-15,0 0-2 0,0 0-8 0,0 0 3 16,0 0-3-16,0 0-1 0,0 0-2 0,0 0 3 15,0 0-2-15,0 0 2 0,0 0-4 0,0 0 8 16,0 0-8-16,0 0 14 0,0 0-5 0,0 0 1 16,0 0 5-16,0 0-2 0,23 5 6 0,-23-5-4 15,15 0-4-15,-5 0 4 0,2 0-3 0,6 0 3 16,-1 0 4-16,3 0 11 0,-2 0-4 0,4 0-2 16,7 0-1-16,-2-3-1 0,1 1 4 0,0 4 10 15,-2-4-17-15,2 2-3 0,3 0 6 0,-2-1-2 16,3 1-2-16,-1-1 1 0,1 1-3 0,2-1 0 15,0-1-3-15,-1 1-9 0,1 1 2 0,-2 3 5 16,1-3 4-16,3 1-4 0,-3-1 3 0,3 0 7 16,0 0-6-16,3-1 5 0,-1-1 3 0,0 0-2 15,0 3-4-15,1-2 4 0,-2-2-1 0,0 3-4 16,1 0 3-16,2 0-2 0,-2 0-1 0,0 0-3 16,-2 0 1-16,2-1-2 0,1-2 1 0,-3 3 2 15,2 0 3-15,0 0 2 0,-1 0-4 0,0-1 1 16,1-1 2-16,-4 1-5 0,0 0-2 0,-1 1 0 15,-1 0 0-15,1-1 0 0,-2 0-6 0,-1 1 4 16,3 0-2-16,2-2 5 0,-1 1-4 0,-1-2 1 0,3 6-7 16,-3-3 9-16,-1 0-5 0,2 0-1 15,3 1-1-15,-5-1 1 0,2 2 1 0,2-1-6 16,-2-2 5-16,4 2-3 0,-2-1-1 0,2 0 4 16,0 0-2-16,0-1-1 0,-2-2 3 0,-2 4 0 15,1-2-2-15,-1 1-1 0,0 0 0 0,1-3 2 16,0 2 1-16,-3-2 0 0,1 3 2 0,1 2 2 15,0-2-8-15,-3 0 4 0,3 5-5 0,1-8 12 16,-1 2-7-16,-1 1-4 0,0-3-1 0,-1 5 4 16,0-4-2-16,-2 2 1 0,0 0-3 0,-3 0-2 0,3 0 6 15,-3 0-4-15,-2 0 3 0,-3 0-6 0,-4-2 1 16,1 2 4-16,1 2-4 0,-3-2 4 0,2-3-5 16,-6 3 5-16,2 0-7 0,3-2 2 15,0 2 4-15,-2-1-6 0,0 2 6 0,2-2-2 0,-7 0 3 16,1 0-3-16,8 3-4 0,-3-2 5 0,-3 0-1 15,3 0-1-15,2-1 1 0,0 0 1 0,-5 2-6 16,0-2 6-16,2 1 0 0,0-2-1 16,-3 4-4-16,2-4 5 0,2 2-3 0,1 0 4 0,0 0-6 15,-3-1 8-15,3 1-5 0,1 0-1 0,1 3 2 16,1-5 4-16,-2 4-4 0,3-2 2 0,-4 0 0 16,3 0 0-16,0-2 3 0,-3 4-2 0,2-2 1 15,-1 0 1-15,4 1-1 0,-4-5 2 0,3 7-1 16,-3-2 0-16,0 3 0 0,1-4-2 0,-1 1 4 15,-1-2-3-15,-2 2-2 0,3 1 4 0,-7-2-3 16,2 0-1-16,-1 0-1 0,-3 3-1 0,3-3 0 16,-3-1 3-16,-3 2-3 0,-7-1 0 0,15 0 2 15,-10 1-2-15,-5-1-1 0,0 0 4 0,0 0-7 16,13-2 5-16,-13 2-3 0,0 0-3 0,10 1-9 16,-10-1-4-16,0 0-10 0,0 0-25 0,0 0-5 15,0 0-20-15,0 0-25 0,0 0-48 0,0 0-52 16,0 0-106-16,0 0-330 0,-26-8 146 0</inkml:trace>
  <inkml:trace contextRef="#ctx0" brushRef="#br0" timeOffset="10599.62">15393 3038 8 0,'-9'0'26'0,"9"0"-3"0,0 0-3 16,0 0 5-16,0 0-1 0,0 0 2 0,0 0-7 15,-13-1 1-15,13 1-4 0,0 0-1 0,0 0-2 16,0 0 5-16,0 0-10 0,0 0 9 0,0 0-8 16,0 0 2-16,0 0-3 0,0 0-3 0,0 0 2 15,0 0 3-15,0 0 3 0,0 0 0 0,26 6 4 16,-17-3 0-16,5-3 6 0,4 0-4 0,-1 3-10 16,3-3 7-16,-1 0-6 0,1 2 1 0,1-1 2 15,-1-1-3-15,2 1 4 0,-3-1-3 0,1 0-2 16,1 2-1-16,-2-2-4 0,3-2 5 0,-1 2 15 15,-1 0-19-15,1 0 8 0,2-1-4 0,4-2-2 16,-9 5-5-16,5-4 9 0,-3 2-6 16,1-3 6-16,-1 3 4 0,1-2-8 0,-1 4-2 0,0-4 4 15,-1 1-4-15,-7-3 2 0,6 3 1 0,-7 1-4 16,1-2 2-16,-1-1-7 0,-1 2-1 0,-4 1 4 16,-6 0 1-16,12-2 4 0,-12 2 6 0,6-2-5 15,-6 2-6-15,0 0 13 0,9 0-10 16,-9 0 11-16,0 0-4 0,0 0-8 0,0 0 11 15,0 0 6-15,10 2-8 0,-10-2-12 0,0 0 15 0,0 0-9 16,0 0 2-16,0 0 0 0,0 0-9 0,0 0 18 16,0 0-6-16,0 0-8 0,0 0 25 0,0 0-20 15,0 0-2-15,0 0-5 0,0 0 12 0,0 0-6 16,0 0-6-16,0 0-1 0,0 0 6 16,0 0 5-16,0 0-4 0,0 0 4 0,0 0-9 15,0 0-1-15,0 0-3 0,0 0 6 0,0 0-6 16,0 0-8-16,0 0 7 0,4 4 2 0,-4-4 1 0,0 0 4 15,0 9 9-15,0-9-12 0,3 8 6 0,-3-8 7 16,2 8-6-16,-2-8 2 0,3 7-2 16,-3-7-1-16,1 12 1 0,0-6-1 0,1-1 6 15,-1 5 7-15,-1-10 9 0,2 14-7 0,0-6 2 16,-2 1-7-16,1-1 0 0,2 1-5 0,-2 1 5 16,0-1 2-16,0 3 7 0,-1-1-6 0,2 1 2 0,0 1-6 15,-2-2-2-15,0 1 6 0,0 4-3 16,0-4-1-16,4 4-1 0,-4-3 3 0,0 4-8 15,0 0 10-15,-4 1 6 0,4 2 1 0,-1-2-6 16,1-1 1-16,0-1-2 0,-1 1 1 0,1 1-4 16,-2-1-5-16,4-1 4 0,-4-3-3 0,1 6 5 15,-1-2-1-15,3 1 3 0,-2-1-3 0,1-1-3 0,-2 2 1 16,4-1-2-16,-4 1-3 0,0 0 9 0,-1 0-6 16,2 0 4-16,-2 0 0 0,2 0-5 15,-2 7 3-15,1-4 6 0,1-3-7 0,1 1 0 16,-3-1 0-16,-1 1 2 0,2-1-3 0,2 1 0 15,-1-3 0-15,-2 0-2 0,3 1-2 0,-1 0 1 16,1 0-1-16,0 0 1 0,-2 0-1 0,2-1-2 16,0-2 2-16,0 1-2 0,3 1-7 0,-2 0 7 15,-3 0 1-15,3 0-1 0,0-3 0 0,1 3-6 16,-1-3 5-16,0 1 0 0,0 0-3 0,1 1-1 16,0-3 1-16,2 1-1 0,-3 0 7 0,-1-1-5 15,1 3-3-15,1-2 2 0,-1-2 1 0,-1 6-1 16,0-4 1-16,1 3-2 0,-2-2 0 0,1-2-2 15,-1 4 3-15,-1 2 2 0,1-5-4 0,2 4 4 16,1-5-1-16,-1 3-1 0,0 1-1 0,1-1 5 16,-2-3-3-16,0 5-4 0,0 0 2 0,-2 1 2 15,2-2 0-15,2-1-4 0,-4 2 1 0,2 0 5 16,0-2-2-16,3-3 0 0,-4 2-1 0,-1 1-1 16,4 2 7-16,-2-6-1 0,1 4-1 0,-1-3-4 15,-1 2 1-15,1-4 2 0,2 2-2 0,-2-1 1 16,1 0 0-16,-1 1 3 0,2-1-4 0,-2-1 5 15,-2 3-4-15,2-13 0 0,0 23 1 0,-1-12 1 16,2 0-2-16,-1-1-1 0,3 1 4 0,-3 1 0 16,-1 0-2-16,1-12-3 0,-2 21 5 0,2-10 2 15,2 0-2-15,-2-1-1 0,1 0-2 0,-1-10 3 16,-1 22 1-16,2-13 1 0,-1 1 5 0,0-10-2 16,0 19-3-16,0-9 3 0,3 0-4 0,-3 0 1 15,0-10 1-15,1 19-1 0,0-9 0 0,-1-10 0 16,-2 18 10-16,-1-8-11 0,4 1-1 0,-1-11-2 15,0 17 0-15,0-7 1 0,0-10-5 0,0 18 3 16,2-11 2-16,-2-7-5 0,0 19 4 0,0-19-3 16,2 18-1-16,-2-18 1 0,-1 20 2 0,1-10-2 15,0-10 7-15,-1 22-8 0,1-22 0 0,2 21-1 16,-2-21 7-16,0 19-3 0,1-10 1 0,-1-9-3 16,0 17 2-16,0-17 2 0,3 19 0 0,-3-9-2 15,0-10 0-15,5 18-1 0,-5-7 1 0,0-11 2 16,1 15 7-16,-1-15-10 0,2 18 1 0,-2-18-2 15,2 13-1-15,-2-13-1 0,0 12 12 0,0-12-13 16,3 13 7-16,-3-13 2 0,0 13 6 0,0-13-1 16,1 16-4-16,-1-16-5 0,1 16 5 0,-1-16 1 15,2 17-3-15,-1-11-1 0,-1-6 6 0,0 12-11 16,0-12 3-16,-1 13 2 0,1-13-5 0,1 11 2 16,-1-11-1-16,1 13-2 0,-1-13 4 0,0 11 1 15,0-11-4-15,0 11-2 0,0-11 3 16,0 12-1-16,0-12 2 0,3 10-3 0,-3-10 3 0,0 14-5 15,0-14 0-15,0 11 1 0,0-11 0 0,2 14 0 16,-2-14 2-16,2 12 0 0,-2-12-3 0,0 0 0 16,-2 17 4-16,2-17-3 0,0 0 1 0,0 18-2 15,0-18 2-15,0 10-3 0,0-10 2 0,-1 12 0 16,1-12 10-16,0 0-13 0,-1 20 2 0,1-20 2 16,-2 13-1-16,2-13-2 0,-3 13 3 15,3-13-1-15,0 0 2 0,0 20-3 0,0-20 0 0,1 11 4 16,-1-11-3-16,0 0-1 0,-4 17 2 0,4-17-2 15,0 0 1-15,-1 12-2 0,1-12 3 0,0 0 1 16,1 15 0-16,-1-15-1 0,0 0 2 16,-1 16-4-16,1-16 3 0,0 0-2 0,0 0 2 0,-4 13-4 15,4-13 0-15,0 0-2 0,-3 13 6 16,3-13-3-16,0 0 2 0,-1 15-2 0,1-15 0 0,-4 12 1 16,4-12 2-16,0 0-1 0,-1 21-4 0,1-21 2 15,-3 14 3-15,3-14-2 0,-3 15 1 0,3-15-2 16,-2 12 3-16,2-12 0 0,-2 14 1 15,2-14-4-15,-3 13 0 0,3-13 1 0,-1 13 0 16,1-13 1-16,0 0 0 0,0 0 0 0,-4 20-3 16,4-20 3-16,0 0-1 0,-1 12-2 0,1-12 3 0,0 0-2 15,0 0-1-15,0 0 5 0,0 0-5 0,-5 17-1 16,5-17-2-16,0 0 3 0,0 0 0 0,0 0 0 16,0 0 4-16,0 0-1 0,0 0-2 15,0 0 0-15,0 0 2 0,0 17-2 0,0-17 3 16,0 0-1-16,0 0 1 0,0 0-2 0,0 0-3 15,0 0 3-15,0 0-1 0,0 0 1 0,0 0 0 0,0 0-2 16,0 0-1-16,0 0 2 0,0 0-1 16,0 0 2-16,0 0 1 0,0 0-2 0,0 0 0 15,2 18-3-15,-2-18 1 0,0 0 4 0,0 0 1 16,0 0-3-16,0 0 2 0,0 0 0 0,0 0 3 16,0 0-5-16,0 0 3 0,0 0-2 0,0 0 2 15,0 0-2-15,0 0 1 0,0 0-5 0,0 0 3 16,0 0-1-16,0 0 3 0,0 0-4 0,0 0 2 15,0 0 2-15,0 0 0 0,0 0-1 0,0 0 0 16,3 14-4-16,-3-14 2 0,0 0 1 0,0 0 1 16,0 0 0-16,0 0 6 0,0 0-9 0,0 0 1 15,0 0-1-15,0 0-1 0,0 0 4 0,0 0 0 16,0 0-1-16,0 0 0 0,0 0 0 0,0 0 0 16,0 0 1-16,0 0 0 0,0 0-3 0,0 0 3 15,0 0-2-15,0 0 2 0,-2 18 1 0,2-18-1 16,0 0-1-16,0 0 1 0,0 0-1 0,0 0 3 15,0 0-4-15,0 0 3 0,0 0 5 0,0 0-6 16,0 0-4-16,0 0 9 0,0 0-4 0,0 0 2 16,0 0-2-16,0 0-2 0,0 0 0 0,0 0 4 15,0 0 0-15,0 0-2 0,0 0 1 0,0 0-1 16,0 0 0-16,0 0 1 0,0 0 3 0,0 0-1 16,0 0-4-16,0 0 3 0,0 0-2 0,0 0-2 15,0 0 1-15,0 0 1 0,0 0-3 0,0 0-1 16,0 0 3-16,0 0-1 0,0 0-2 0,0 0 2 15,0 0-5-15,0 0 7 0,0 0-6 0,0 0 2 16,-39-13 0-16,39 13-4 0,0 0 4 0,0 0-1 16,-18-6-1-16,18 6-2 0,0 0 1 0,0 0-2 15,-18-4-3-15,18 4 8 0,0 0-4 0,0 0 0 16,-17-6-2-16,17 6 2 0,0 0 0 0,-13-5 3 16,13 5-4-16,0 0 4 0,0 0 0 0,-21 0 0 15,21 0-2-15,0 0 2 0,0 0 0 0,-22 2 0 16,22-2-5-16,0 0 3 0,-15 3-2 0,15-3 1 15,0 0-2-15,-17 0-3 0,17 0 2 0,0 0 1 16,-19 3-7-16,19-3 4 0,-11 0 1 0,11 0 4 16,0 0-1-16,-18 0-4 0,18 0 1 0,0 0-2 15,-21 0 4-15,21 0 0 0,-15 0-1 0,15 0 0 16,0 0 1-16,-22 0 2 0,22 0 9 0,-13 2-8 16,13-2-4-16,-15 5 1 0,15-5 0 0,0 0-4 15,-22 0 1-15,22 0-1 0,0 0 2 0,-17-3-5 16,17 3 7-16,0 0 2 0,-18 3 0 0,18-3-1 15,0 0-1-15,0 0 5 0,-20 0-1 0,20 0 10 16,0 0-15-16,0 0 8 0,0 0-2 0,-19-3-1 16,19 3-1-16,0 0 4 0,0 0-1 0,-14 3-1 15,14-3 0-15,0 0 0 0,0 0 0 0,-14 0 0 16,14 0-1-16,0 0 0 0,0 0-5 16,0 0-4-16,0 0-6 0,-19-3-6 0,19 3-5 0,0 0-15 15,0 0-1-15,0 0-18 0,-14-4-5 0,14 4-19 16,0 0-3-16,0 0-19 0,0 0-20 0,0 0-13 15,-21-3-34-15,21 3-128 0,0 0-330 0,-17-4 146 16</inkml:trace>
  <inkml:trace contextRef="#ctx0" brushRef="#br0" timeOffset="13954.43">10534 3115 28 0,'0'0'77'16,"0"0"-1"-16,0 0-14 0,0 0-3 0,0-11-4 15,0 11-3-15,0 0-1 0,1-7-3 0,-1 7 9 16,0 0-3-16,0 0 18 0,-2-9-17 0,2 9-1 15,0 0-1-15,0 0-4 0,0 0-1 0,0 0-6 16,0 0-4-16,0 0-5 0,-4-6-9 0,4 6 1 16,0 0-4-16,0 0-8 0,0 0 1 0,0 0 0 15,0 0-5-15,0 0-3 0,0 0 4 0,0 0-4 16,0 0-4-16,0 0 5 0,0 0-4 0,-3 28 4 16,3-18 7-16,-1 0-13 0,1 0 0 0,-3 6 9 15,2-4-3-15,1 3 4 0,-1 0 2 0,-3 2 1 16,3-1-5-16,0 2 7 0,-2 0-4 0,1 0 1 15,0-1-3-15,2 2 10 0,2 1-7 0,-4-1 3 16,2-1 13-16,-1 1-12 0,0 0-3 0,-1-2 0 16,1 2 0-16,4 0 0 0,-5-1-3 0,2 2 5 15,0-1-2-15,-1 0-1 0,1-1 2 0,0 1 3 16,-1-1-1-16,2 7 3 0,-1-8-5 0,1 2-1 16,-1 0-7-16,2 0 4 0,0 0-2 0,2 4 6 15,-1 3-3-15,-1-8-1 0,3 1 0 16,-2 0 2-16,-1-1-3 0,0 3-2 0,2-2 2 15,-2 0-1-15,1 6 4 0,-1-8 0 0,0 4 3 0,-1-4 1 16,1 3-2-16,-2-4-3 0,0 3-3 0,3-1 2 16,-6 0 1-16,2 0 0 0,0-2-1 0,-2 1 3 15,2 0-6-15,0 1 2 0,-1-4 3 0,0 2-8 16,1 0 3-16,1-4 0 0,-2-1 0 0,1 3 0 16,0-3 0-16,-1 2-2 0,2 0 0 15,-1-1 2-15,0-1-3 0,1 3 1 0,0-3-2 0,0 2 0 16,0-1 2-16,1 0-1 0,-1 5-2 0,-1-5 2 15,1 0-1-15,0-2-4 0,0 3 3 0,0-1 2 16,1 0-4-16,-1 0 3 0,-1-1-1 0,1 6 0 16,1 2-3-16,-1-2 5 0,0 1-1 15,0 5 4-15,0-7-6 0,1 1 5 0,-1-1-1 16,3-1 3-16,-2 2 3 0,-1-1-3 0,2 0-3 16,-2 0-3-16,0 1 1 0,1 2 6 0,0-2-4 0,0 1 1 15,-1 1 0-15,0-1-5 0,-1 1 3 0,1-1 1 16,-1 2 2-16,1-1-4 0,2 5-2 15,-4-6 1-15,2 0 2 0,0-1 0 0,-1 1-6 16,2 0 4-16,-1-1 1 0,0 2 2 0,0-3-4 16,1 0 3-16,-1 0-3 0,1 1 1 0,3-2 0 15,-2-1-2-15,-1 2 4 0,0-4-1 0,0 3 5 16,1-1 0-16,1 1-3 0,0 2-1 0,-2 0 4 16,2-3 2-16,-2 5-2 0,0-4 0 0,2 2 0 15,-2 1-1-15,-1-1-1 0,1 0 4 0,1-1-2 16,-2 2 1-16,1-2-4 0,-1 3 3 0,-1 0 0 15,1-2-4-15,0 0 3 0,0 2-1 0,-3-4 1 16,4 2 1-16,-2 0-7 0,1-1 6 0,-1-1-1 16,1 2-2-16,-3-1-4 0,3-1 2 0,0-3 4 15,-1 0-4-15,0 0 3 0,-2 0 2 0,3 1-5 16,-1 2 3-16,1-1-1 0,-1-2-2 0,1 1 3 16,1 2-3-16,-1-2 2 0,-1-1 3 0,2-1-2 15,-2 2 1-15,-1 0 0 0,0 2-2 0,2 1 1 16,-1 1 3-16,-1-5-1 0,2 4-3 0,0-4 6 15,0 1-4-15,-1 0-1 0,1-13-1 0,-1 27 0 16,1-14-2-16,0 1 2 0,0-14 1 0,-1 24-4 16,1-8 3-16,0-5-3 0,0-11 3 0,0 25-2 15,0-14-2-15,0 5 2 0,0-16-1 0,0 19-1 16,0-19 3-16,0 17-1 0,1-5 1 0,-1-12-1 16,1 18-1-16,2-7-2 0,-3-11 0 0,3 20 0 15,-3-20 5-15,3 18-4 0,-3-8 3 0,2 0 0 16,-2-10-4-16,3 21 5 0,-2-10-1 0,1-1 0 15,-2 0-2-15,0-10-1 0,1 16 0 0,-2-7 3 16,1-9-2-16,2 19 1 0,-2-19-3 0,1 14-1 16,1-4 2-16,-2-10-1 0,1 12-3 0,-1-12-3 15,1 13-4-15,-1-13 1 0,0 0-8 0,4 12-1 16,-4-12-2-16,0 0-11 0,0 0 0 0,3 13-7 16,-3-13-2-16,0 0-2 0,0 0-8 0,0 0-1 15,0 0-16-15,0 0-8 0,0 0-14 16,6 10-21-16,-6-10-49 0,0 0-153 0,0 0-336 15,0 0 150-15</inkml:trace>
  <inkml:trace contextRef="#ctx0" brushRef="#br0" timeOffset="15763.23">11744 3117 13 0,'0'0'46'0,"-2"-10"2"0,2 10 4 16,0 0-12-16,0 0 8 0,2-8-3 0,-2 8 5 15,0 0-11-15,0 0 5 0,0 0-2 0,0 0-3 16,-2-8-4-16,2 8 3 0,0 0-10 0,0 0 1 15,0 0 2-15,0 0-14 0,0 0 6 0,0 0-4 16,0 0 1-16,0 0-4 0,0 0 4 0,0 0-1 16,0 0-9-16,0 0 11 0,0 0-9 0,0 0-1 15,0 0-5-15,0 0 3 0,0 0-6 0,0 0 8 16,0 0-3-16,0 0-14 0,0 0 12 0,0 0-7 16,0 0 2-16,0 0-1 0,0 0 1 0,0 0 2 15,0 0-9-15,0 0 21 0,0 0-17 0,0 0 11 16,0 0-6-16,0 0 1 0,0 0-8 0,0 0 9 15,0 0-4-15,0 0 1 0,0 0-5 16,0 0 5-16,0 0-6 0,0 0 8 0,0 0 16 16,0 0-21-16,0 0 8 0,0 0-10 0,0 0 5 0,0 0-8 15,0 0 4-15,0 0 3 0,0 0-4 0,0 0 3 16,0 0-13-16,0 0 10 0,0 0-5 16,0 0 15-16,0 0-7 0,0 0 1 0,2 26 2 15,1-16 1-15,-3-2-3 0,0 2 6 0,0 0-14 0,0 0 12 16,0 3-2-16,0-2 12 0,0 2 3 15,3 4 7-15,-6 0-6 0,8-1 11 0,-5 1-7 0,0-2-2 16,1 3-17-16,-2 0 12 0,1 0-1 0,1-1 3 16,0 2 3-16,1-2-5 0,-2 1 7 0,1-2-7 15,0 2 11-15,2 1-5 0,-1-3-3 0,0 3 2 16,-1-2-1-16,2 2-4 0,-2-2 1 16,-2 3 1-16,6-3 8 0,-8 1 3 0,2 1 0 15,0 0 2-15,1-1-2 0,0 6 1 0,-2-4-6 0,2 5-4 16,0-5-3-16,0-2 3 0,2-1-4 0,-2 4-3 15,0-2 1-15,2 2 2 0,1 3-3 0,-3-5 4 16,2 6-4-16,-2-7-1 0,0 1 5 0,2 0-7 16,-4-2-1-16,7 1-1 0,-5 0-2 15,2-2 5-15,-2 2 6 0,0-2-6 0,0 2-8 0,0-2 4 16,0 1-1-16,-2 1 5 0,4-1 1 0,-4-1-11 16,4 0 8-16,-2 0-4 0,0 0 3 0,0-1-2 15,1-4 3-15,-1 6-6 0,0-5 1 0,0-2-6 16,1 3 10-16,-1-3-7 0,0 6 6 15,0-5-3-15,0 0 4 0,-2-1-1 0,3 2-6 0,-1-1 0 16,1 2 1-16,0-3 7 0,-1 2-5 16,2 0 0-16,-4 0 0 0,1 4-2 0,1-4 3 15,0 3 0-15,1-4-4 0,1 1 2 0,-4-1-1 0,6-1 2 16,-4 3 2-16,2-1-4 0,-2 1-2 0,0-1 7 16,-2-1-4-16,2 2-2 0,2-1 3 0,-2-1 3 15,1-1-2-15,0 2-3 0,-1 0-5 0,1-1 1 16,1 1 0-16,-2-6 4 0,0 4-2 0,2 2 2 15,-2-3-1-15,0 5 4 0,0-4-3 0,2 2-2 16,0 2 8-16,-2-2-7 0,0-1 1 0,3 5 2 16,-3-3-3-16,2 3 0 0,3 0 2 15,-5 0-1-15,2 0-4 0,0 1 1 0,-2-1 4 0,0 1-2 16,0-1 0-16,3-1 5 0,-2-3-6 16,-1 5 5-16,0 0-6 0,1 0 3 0,1-5-4 0,-2 3 5 15,0-2-3-15,0 2 5 0,2-3-2 16,-2 0-2-16,0 0 1 0,0 0 4 0,0-1-4 0,0-1 1 15,0 1-2-15,0 3 1 0,2-3-3 0,-2 5 2 16,-2-3 0-16,2 2 5 0,0 2-2 0,0-6-4 16,0 5 3-16,-2-1-3 0,4 0 1 0,-2 2 2 15,0-1-3-15,0-3 4 0,-2 6-1 0,2-3 1 16,0-1-4-16,0-3-3 0,0-2 8 0,-2 4-4 16,1 2 0-16,-2 2 0 0,2-2 2 15,1 1-4-15,-4-5 4 0,4 4 0 0,0 0-3 16,-5-3 2-16,5-2-1 0,0 0 1 0,0 0-3 15,-2 2 6-15,2-3-1 0,-3 2-3 0,3-1-1 16,0 0 2-16,0 0 1 0,-2 1 0 0,0-2-2 16,2 2-1-16,0-2 2 0,2 1-2 0,-2-2 4 15,-2 2-3-15,2 0 0 0,0-1-2 0,0 0 2 0,0-2-2 16,-2-1 5-16,2-7-4 0,0 14 2 0,0-14-7 16,-2 15-1-16,2-15-2 0,4 10-4 15,-4-10-1-15,0 11 4 0,0-11-2 0,0 11-2 16,0-11-13-16,0 0-5 0,0 14-4 0,0-14-4 15,-4 10-1-15,4-10-12 0,0 0-8 0,2 15-4 0,-2-15-6 16,0 0-1-16,0 12-2 0,0-12 5 0,-3 10 4 16,3-10-18-16,-1 11-1 0,1-11-10 0,-5 11-9 15,5-11-74-15,-5 11-190 0,0-5 85 16</inkml:trace>
  <inkml:trace contextRef="#ctx0" brushRef="#br0" timeOffset="16241.61">11908 5561 42 0,'0'0'119'0,"0"0"-15"0,0 0-11 0,0 0-4 16,0 0-13-16,0 0-4 0,0 0-14 0,0 0-2 16,0 0 1-16,0 0-7 0,0 0-13 0,0 0 3 15,0 0-7-15,0 0-3 0,0 0-2 0,0 0-9 16,0 0 0-16,0 0 9 0,0 0-18 0,0 0-15 15,0 0-8-15,0 0-5 0,0 0-10 0,0 0-7 16,0 0-20-16,0 0-18 0,0 0-67 0,0 0-149 16,-13 21 66-16</inkml:trace>
  <inkml:trace contextRef="#ctx0" brushRef="#br0" timeOffset="16890.64">11799 5511 25 0,'0'0'76'0,"0"-12"-3"0,0 12-7 16,0 0 4-16,0 0-2 0,0 0-13 0,0 0 0 15,0 0-6-15,0 0-3 0,0 0-7 0,0 0 6 16,0 0-10-16,0 0 2 0,0 0-2 0,0 0-13 16,0 0-3-16,0 0 2 0,0 0 1 0,0 0-13 15,0 0 10-15,0 0-4 0,0 0 21 0,0 0-17 16,0 0-2-16,9 20 0 0,-4-14-1 0,-5 2 1 15,0-1 2-15,2 0-3 0,-2 3 4 0,0 3 5 16,2-2-2-16,-4 1-2 0,4 0-1 0,-2-2 0 0,0 3 6 16,0-3-9-16,0 2 9 0,0 1-7 0,1-2 1 15,-2 4 0-15,1-2 3 0,0 2 4 16,0 0-7-16,0-3-2 0,0 1 5 0,-4 2-9 16,4-4 7-16,-3 2-5 0,1-3 2 0,0 2-1 15,2-1-4-15,-1 1-3 0,-1-1-2 0,0 0 0 16,0 0 5-16,2 0-9 0,-4 0-1 0,2-1 6 0,1-1-7 15,1 1 11-15,0-1-8 0,-2 0 1 16,4 1 1-16,-1 0-4 0,-1-1 6 0,0 1-7 16,2-3 1-16,0 1 0 0,2 1 2 0,-2-1-5 0,-2 2 3 15,3-3 0-15,-2 3 1 0,2-2 2 16,0 2-5-16,-3-3 2 0,0 2 3 0,0-2-5 0,0-7-2 16,0 18 6-16,-3-8-1 0,1-1 0 15,-1 4-5-15,1-4 0 0,-2 2 4 0,-2-2-1 16,3 2-3-16,-2-1 9 0,3-1-3 0,-3-1 0 15,3-2-5-15,0 1-3 0,-1-1 2 0,3-6-4 0,-4 10-7 16,4-10-4-16,-2 8-17 0,2-8-3 0,-2 6-12 16,2-6-10-16,0 0-15 0,0 0-5 15,-2 8-11-15,2-8-26 0,0 0-74 0,0 0-204 16,0 0 91-16</inkml:trace>
  <inkml:trace contextRef="#ctx0" brushRef="#br0" timeOffset="18527.87">12699 3046 15 0,'0'0'88'0,"0"0"-8"0,0 0-1 0,0 0 2 15,0 0-17-15,0 0-1 0,0 0-5 0,0 0-10 16,0 0-5-16,0 0-2 0,0 0-9 0,0 0-8 15,0 0 0-15,0 0-5 0,0 0 8 0,0 0-15 16,0 0 0-16,0 0 11 0,0 0-9 0,0 0-3 16,0 0 10-16,-4 26-8 0,4-16 0 0,2-1 0 15,-2 2-4-15,0 1 11 0,0-1 0 0,2 2 5 16,0 4 2-16,-1-2 12 0,-1 3-14 0,1-1 4 16,-1 2-3-16,4 0-7 0,-4 7 6 0,0-7-2 15,2 6 5-15,-2 0-4 0,0 0 3 0,4 0 1 16,-4-7-12-16,1 8 1 0,-1-7-5 0,4 0 7 15,-4 0-3-15,2 2-9 0,0-2 5 0,0 5 3 16,0 0-3-16,1-5 0 0,-3 0 3 0,2 7 1 16,-2-1 8-16,0-4-8 0,0 6 19 0,0 0-7 15,2 1-5-15,-2-2 3 0,0-2-8 0,3 2-2 16,-3-1-2-16,2 0-1 0,0 1-4 0,-1-1 4 16,3-1-2-16,-4 1 4 0,0-2-3 0,0 2-1 15,2 1 0-15,-2-7-8 0,0 0 7 0,0 7-1 16,0-7 8-16,0 0-1 0,0-1 2 0,0 0-1 15,-2 0-5-15,2-2 8 0,0 2-2 0,-4-3-3 16,4 2 1-16,0-4 1 0,-1-1-6 0,1 0 1 16,0 3-5-16,0-2 0 0,0 2 4 0,0 2 5 15,-2 0-6-15,4-5 1 0,-2 0-5 0,0 1 1 16,0 2 1-16,0 2-2 0,0-2-2 0,0-1 0 16,0 2 1-16,1 1 3 0,0-2 3 0,-2 3-6 15,1-2-1-15,-1 1 2 0,-1 1-2 16,4-3 8-16,-2 2-10 0,0-5-3 0,0 5 12 0,0-2-5 15,0-1-4-15,0 0 7 0,0 2-4 0,1-3-1 16,-1-1-2-16,0 1 1 0,-1-2-1 0,1 7 1 16,-2-1-1-16,4 0 2 0,-2-2 1 0,-2-1 3 15,0 1 0-15,2-1-2 0,0-2 1 0,-5 0 3 16,7 0-3-16,-4 0-2 0,2 1 4 16,0 3-3-16,0 1-1 0,0 0-3 0,0-2 3 0,0-2 3 15,0 2 3-15,-2 2-2 0,2-2 1 0,0 1-2 16,0-4 0-16,0 2 1 0,0-3-1 0,0 4 1 15,0 1-6-15,0-3 5 0,2 0-4 0,0 1-1 16,-2 4 5-16,0-3-2 0,3 0 0 0,-3-1-3 16,4 3 4-16,-4 4-1 0,0-3-2 0,1 0 1 15,0-2 1-15,-1 0-3 0,3 0-1 0,-3 2 6 16,0-5 0-16,-3 0-1 0,3 3-2 0,0-1 3 16,-1-3-3-16,1 1 1 0,0-1 0 0,-1 1-1 15,1-3 0-15,-4 5 5 0,4-2-7 0,0 0-2 16,0-3 0-16,-5 6 3 0,5-5 1 15,-2 1-1-15,0-1 0 0,4 1-1 0,-2-2-3 16,0 2 4-16,2-2-2 0,-2 1 0 0,5-3-1 0,-5 3 4 16,2-1-2-16,0-2-1 0,-1 3-7 15,0-1 9-15,2 1-5 0,-3-1 4 0,2-3 2 16,0 5-3-16,-2-5 0 0,0-7 1 0,2 13-1 0,-2-5 3 16,0-8-3-16,2 14-1 0,-2-14 2 15,0 14-1-15,0-14-3 0,2 12 1 0,-2-12 2 0,3 14-1 16,-3-14 0-16,0 12 0 0,0-12 0 0,0 15-2 15,0-15 0-15,0 15 2 0,0-8-1 0,0-7 3 16,0 12-6-16,0-12 8 0,0 15-5 0,0-15 1 16,0 13-1-16,0-13 1 0,0 16 3 15,0-7-3-15,0-9-2 0,-3 22 5 0,3-12-2 16,0 0 0-16,0-10-6 0,-1 23 8 0,0-11-1 0,-1-1-1 16,2 0 0-16,0-11 3 0,0 18-4 15,0-18 3-15,2 13-4 0,-2-13 5 0,-2 10-2 16,2-10 1-16,0 10-5 0,0-10 0 0,0 0-6 15,0 0 0-15,-2 10-6 0,2-10-6 0,0 0-7 16,0 0-3-16,0 0-4 0,0 0-10 0,0 0-11 16,0 0-23-16,0 0-13 0,0 0-25 0,0 0-2 0,0 0-2 15,0 0-3-15,0 0-8 0,0 0-5 0,0 0-114 16,0 0-268-16,0 0 118 0</inkml:trace>
  <inkml:trace contextRef="#ctx0" brushRef="#br0" timeOffset="19698.75">13773 4251 70 0,'0'0'169'0,"0"0"-17"16,0 0-14-16,0 0-15 0,0 0-15 16,0 0-14-16,0 0-14 0,0 0-9 0,0 0-7 0,0 0-10 15,0 0-1-15,7 18-4 0,-4-5-8 0,-1-2-8 16,-2 7 4-16,4-1-2 0,-4 2-3 0,2 0-2 16,0 0 0-16,-1-2 2 0,-1 2 1 15,2-3-4-15,0 2 6 0,-2-3-10 0,0-3 2 16,2-1-2-16,-2 4-3 0,2-5 12 0,-2-1-6 15,0-4 1-15,0 4-10 0,0-9 1 0,2 9 0 0,-2-9 1 16,0 9 7-16,0-9 10 0,2 7 16 0,-2-7 6 16,0 0 3-16,0 0-2 0,0 0-10 15,0 0-3-15,0 0-7 0,0 0 0 0,0 0-4 16,-2-32-3-16,0 22 0 0,6-3-8 0,-3-3 2 16,3-1-3-16,4-9-8 0,2 2-4 0,5 0 0 0,-1-2-5 15,0 1-3-15,6 2-5 0,-1 2 0 0,0-3-5 16,0 5 2-16,1 3-6 0,-3 3 6 0,-3 3-5 15,-3 3 1-15,2-3 2 0,-3 6-3 0,-1 0-4 16,2 2 2-16,-1 3 1 0,0 0-1 0,-1 4-2 16,1 1 3-16,0 4 3 0,1 1-3 0,-1 2 2 15,-3 5 2-15,-1-3 0 0,3 2 1 0,-1 2 1 16,-4-1 0-16,4 0 3 0,-6 0 0 0,1 0-9 16,1-2-27-16,0 3-17 0,-2-4-11 15,2 2-39-15,0-2-32 0,2-3-21 0,-3-1-26 16,1 1-102-16,2-4-305 0,-6-8 135 0</inkml:trace>
  <inkml:trace contextRef="#ctx0" brushRef="#br0" timeOffset="20494.4">9040 4121 104 0,'-2'-7'138'0,"2"7"-5"15,-4-10-10-15,1 4-15 0,3 6-8 0,0 0-18 16,-1-10-6-16,1 10-8 0,0 0 6 0,0 0-8 15,0 0-9-15,15 33-7 0,-10-14 6 0,-1 7-2 16,3 3-3-16,-1 3-3 0,2 2 0 0,-1 1 10 16,1 11-2-16,-3 1-3 0,0 2-4 0,-1-13-1 15,-2 11 0-15,2-12-3 0,-4-2-4 0,4 1-3 16,-3-1 5-16,1-1-4 0,0-3-9 0,0 0 4 16,-1-5-6-16,-1 2 1 0,1-7-2 0,-1-2-4 15,3 2-3-15,-3-1-1 0,0 0-1 16,1-3 0-16,-1 1-1 0,0 0-5 0,1-3-11 0,1-3-7 15,-2 2-11-15,0-3-23 0,0 1-20 0,0-2-15 16,-3 0-24-16,3-8-16 0,0 14-23 0,-2-8-142 16,-1 1-304-16,3-7 135 0</inkml:trace>
  <inkml:trace contextRef="#ctx0" brushRef="#br0" timeOffset="20833.06">9206 4314 112 0,'0'0'127'0,"2"-9"-6"0,-2 9-15 0,3-9-6 0,0 4-25 16,-3 5-1-16,13-8-8 0,-4 3-1 15,2 1-3-15,8 2-1 0,-2-1-15 0,3 2-1 16,-3 2-7-16,1 1-6 0,-4 1-1 0,1 2-2 16,-2 1-9-16,-3 0 1 0,1 2 5 0,-4 0-3 0,1 2-11 15,-6 1 6-15,1 1-2 0,-6 5-1 0,-3 0-1 16,-4 0 4-16,-4 6 5 0,-9-3-12 16,1 3-1-16,-1-5 4 0,-4 3-4 0,-1-4-2 15,0-3 0-15,2 1-13 0,3 0-9 0,2-2-25 16,3-4-25-16,2-1-24 0,-2 0-23 0,2-1-79 0,1-1-205 15,4-3 91-15</inkml:trace>
  <inkml:trace contextRef="#ctx0" brushRef="#br0" timeOffset="20984.45">9569 4436 28 0,'0'0'70'0,"0"0"-25"0,12-2-28 16,-12 2-22-16,10 4-22 0,-10-4-27 0,11 4 12 16</inkml:trace>
  <inkml:trace contextRef="#ctx0" brushRef="#br0" timeOffset="22053.32">11138 3538 45 0,'0'0'99'0,"0"0"-8"0,0 0-7 0,0 0-6 16,0 0-8-16,0 0 0 0,0 0-8 0,0 0-5 16,0 0 2-16,0 0 7 0,0 0 11 0,0 0-16 15,0 0 2-15,0 0-3 0,-19-11-6 0,19 11-7 16,0 0-4-16,-5-3 1 0,5 3-2 0,0 0-8 15,-11-3 2-15,11 3-10 0,0 0 4 0,-14 0-1 16,14 0 5-16,-8-1 3 0,8 1-1 0,0 0-1 16,-11-1-1-16,11 1-2 0,0 0-1 0,0 0-2 15,0 0 1-15,0 0-4 0,0 0-2 0,-8-2-3 16,8 2 3-16,0 0-8 0,0 0 3 0,0 0-5 16,0 0 4-16,0 0-2 0,0 0 0 0,24-5 1 15,-11 3 3-15,5-1-7 0,0 0-1 16,1-1 0-16,0 1 2 0,0-1-4 0,0 2-1 15,-1-2 0-15,-5 2 0 0,0-1-1 0,1 2-3 0,-5-1 1 16,-1 1-3-16,0 1-2 0,-8 0 2 0,11 0 5 16,-11 0-3-16,7-3 1 0,-7 3-5 0,9-1 3 15,-9 1-6-15,0 0-3 0,0 0-2 0,8-1-12 16,-8 1-17-16,0 0-26 0,0 0-15 0,0 0-28 16,0 0-22-16,0 0-18 0,0 0-107 15,0 0-272-15,0 0 120 0</inkml:trace>
  <inkml:trace contextRef="#ctx0" brushRef="#br0" timeOffset="22574.52">11056 3195 94 0,'-23'16'97'0,"2"2"-7"0,-1 2-6 0,1 1-9 16,4 1-3-16,-1 3 1 0,8 0 2 0,-2-1-8 16,0 2-4-16,6-1-14 0,1 3 1 0,0-2 4 15,3 1-4-15,1 0-3 0,1-6-1 0,5 4-5 16,1-1-10-16,2 0 4 0,-1-6-1 0,2 0-3 15,7 2 1-15,1 3 9 0,1-6-4 0,3 1-1 16,-5-6 4-16,6 3-9 0,2 0 15 0,-3-8-13 16,-1 2-4-16,1-2-1 0,-2-4 8 0,4 1-4 15,4-3-2-15,-6-1 4 0,1-1-3 0,5-6 0 16,4-2-3-16,-4-2-1 0,2-3-2 0,-2-1-1 16,-2-1-2-16,3-1-3 0,-2-3 3 15,-2-2-8-15,-1-1 1 0,-1-1-2 0,-4-3-2 16,0-1 2-16,-2-2-6 0,-3-1 4 0,-4 1-6 0,1-2 1 15,-6 0 2-15,-1-1-6 0,-3 1-1 0,-3 4-4 16,-1-1-5-16,-4 4 5 0,0 0-4 0,-3 0 1 16,0 7-2-16,0 4 0 0,-6-5-2 0,0 6 1 15,0 3-3-15,-2 2-2 0,-6 0-3 0,-6 5-7 16,1 1 2-16,-4 5-5 0,0 1-13 0,-2 5-5 16,-1 1-16-16,-1 1-1 0,-6 10-14 15,12-4-5-15,2 2-7 0,0 0-11 0,-1 3-11 0,5 3-5 16,1 0-73-16,2 1-203 0,2-3 91 0</inkml:trace>
  <inkml:trace contextRef="#ctx0" brushRef="#br0" timeOffset="23111.3">11022 4196 29 0,'8'-5'184'0,"-8"5"-13"0,0 0-16 0,0 0-17 16,0 0-15-16,0 0-14 0,0 0-5 0,0 0-21 15,0 0-4-15,-24 19-10 0,13-8-5 0,1 2-3 16,-3 0-9-16,-2 3-6 0,4 3-1 0,-2 1-7 15,4-2-3-15,0 0 2 0,1 0-7 0,3-1-5 16,1 2-1-16,0 0 1 0,4-1 0 0,0 0-8 16,0-2 0-16,2 0-5 0,3 1 6 0,-1-2-5 15,5 1 0-15,2 0 2 0,3-4-3 0,0-1 3 16,0-2-1-16,4-1 0 0,-1 0 2 0,1-6-10 16,1 2 6-16,4-4-2 0,-4 0 4 0,8-4-5 15,-7 0 4-15,9-2-1 0,-4-2 3 0,-5 2-5 16,0-3 4-16,4-4-2 0,-1-2 0 0,-8 3 0 15,7-5 0-15,-3-2-2 0,-1-1 1 0,-3-3-2 16,1-1-1-16,-2-1-4 0,-3-1 1 0,-4-1-4 16,0-3 7-16,-2-2-4 0,-3-2-3 0,-4-1 3 15,1 0-3-15,-3 2-4 0,-5-1 1 0,0 4-1 16,0-1 1-16,-5 4 0 0,-4 1 7 16,1 6-7-16,-4 1-3 0,6 5 1 0,-2 2-2 0,-3 5 2 15,2 4-4-15,-4 0 0 0,0 3-8 0,-4 5-5 16,0 3-3-16,1 3-5 0,-1 1-13 0,3 4-19 15,0 3-22-15,5 5-5 0,3-1-20 0,6 1-13 16,-3 2-18-16,5 2-91 0,-2-4-250 0,4-5 111 16</inkml:trace>
  <inkml:trace contextRef="#ctx0" brushRef="#br0" timeOffset="23303.52">11082 4374 23 0,'0'0'179'0,"0"0"-4"0,0 0-18 0,0 0-11 15,0 0-21-15,8 4-9 0,-8-4-15 0,0 0-6 16,24-4-11-16,-10 1-13 0,6 0-15 0,-1 1-45 16,1 0-40-16,1 4-47 0,-1-2-43 0,-6 0-68 15,-1-2-200-15,1 2 89 0</inkml:trace>
  <inkml:trace contextRef="#ctx0" brushRef="#br0" timeOffset="23875.17">10962 4839 17 0,'0'0'146'16,"-10"-1"-14"-16,10 1-8 0,-15 4-22 0,6 1 2 15,1 3-6-15,-3 5-5 0,2 1-9 0,-2 3-10 16,-1 5-1-16,3 2-5 0,3-5-4 0,3 0-7 16,-1 9-6-16,4-8-1 0,-3 2-13 0,6 4-1 15,-3-6-4-15,5-1 4 0,-3 0-8 0,4 0-6 16,1-6 3-16,2 1 1 0,3 2-1 0,1-6 0 16,1 2 4-16,-4-5-5 0,6 0-12 0,0-2 10 15,2-3-8-15,1 2 10 0,3-3-2 0,-2-3 1 16,-1 0-4-16,8-4 5 0,-7 0-1 0,1-1 1 15,5-2 4-15,-1-4-3 0,-1 0 1 0,-1-2 5 16,-6 4-3-16,3-7 0 0,0 0-1 0,-4-2-4 16,-3 4-1-16,0-6-4 0,-4-1 5 0,1-4-9 15,-6 3-2-15,-1-3-8 0,-3-2 10 0,-1 4-4 16,-5-1 1-16,1 1-5 0,-3-1 0 0,-2 2-1 16,-3 0 2-16,-1 2-9 0,-1 6 5 0,-2-4-3 15,1 6-3-15,0 1 2 0,-2 1 2 0,2 5-7 16,-1-1 1-16,1 4 3 0,0 2-6 0,3 2 0 15,-6 3-15-15,1 1-6 0,-1 5-12 0,0 2-20 16,2 1-9-16,-4 3-15 0,1 5-23 0,4-1-26 16,0 2-6-16,7-3-117 0,-1 4-276 0,3-4 123 15</inkml:trace>
  <inkml:trace contextRef="#ctx0" brushRef="#br0" timeOffset="24049.28">11052 5085 104 0,'0'0'135'15,"10"0"-21"-15,-10 0 0 0,15-3-16 0,-6 0-9 16,3 2-21-16,0-2 4 0,1 2-47 0,5 0-44 16,-1 0-18-16,1-1-91 0,-5 4-138 0,6-4 62 15</inkml:trace>
  <inkml:trace contextRef="#ctx0" brushRef="#br0" timeOffset="24562.95">11162 5611 104 0,'-8'1'141'0,"2"1"2"0,-1 2-22 0,-3-1-3 16,1 4-11-16,1-1-9 0,-6 3-12 0,3 3-2 15,-1 2-12-15,1 1-3 0,1 2-5 0,0-1 9 16,1 3-17-16,1-2-7 0,1 0-5 0,2-1-4 15,0 0-7-15,4 0 2 0,-2-3 2 0,3-2-10 16,3 1 4-16,1-2-4 0,-2 1-6 16,1-1 0-16,2-2 1 0,1-1 2 0,2-1-3 0,3 1-3 15,1-2 2-15,2 0-5 0,-1-3-1 0,3 0 4 16,4-4-5-16,-3 0-1 0,3-2 2 16,0-2-3-16,6-2-6 0,-1-2 4 0,-7 1-2 0,0-1 3 15,7-5-4-15,-10 4 2 0,-1-1 3 0,-1-5-3 16,-2 2-2-16,-1-4-5 0,-2 2 5 0,1-2-2 15,-4-7-4-15,0 2-1 0,-3 6 3 0,-2-1 0 16,-2 1-2-16,-4-1 1 0,0 4 1 0,-5-1-3 16,1 5 2-16,-3-3 7 0,-1 4-12 0,-4 2 3 15,1 4-5-15,-1-2 3 0,-2 5-2 0,2-1-6 16,-2 3-4-16,1 3-6 0,-1 1-11 0,4 2-21 16,0 0-14-16,6 0-16 0,3 3-18 0,0 2-25 15,3 0-20-15,-1 0-75 0,5-2-240 0,1-3 107 16</inkml:trace>
  <inkml:trace contextRef="#ctx0" brushRef="#br0" timeOffset="24764.49">11219 5786 122 0,'0'0'182'0,"0"0"-14"0,0 0-15 0,0 0-19 0,0 0-12 16,0 0-10-16,0 0-21 0,0 0-1 0,0 0-17 16,25 0-34-16,-11-3-42 0,3 2-36 0,4-3-43 15,-2-1-112-15,2-1-210 0,5-2 93 0</inkml:trace>
  <inkml:trace contextRef="#ctx0" brushRef="#br0" timeOffset="25682.87">12093 3489 111 0,'-9'-1'111'0,"9"1"1"15,0 0 4-15,0 0-3 0,-11-3 11 0,11 3-13 16,0 0-6-16,0 0-5 0,0 0 0 0,0 0-10 15,-9 0-6-15,9 0-10 0,0 0-2 0,0 0-6 16,0 0-6-16,0 0-13 0,0 0 0 0,0 0-3 16,0 0-3-16,0 0-4 0,27-3-1 0,-15 2-8 15,6-1 0-15,4-1-3 0,0 2-1 0,5-1-2 16,-6 0-5-16,0 1-3 0,0-1-23 0,-1 2-32 16,-7-2-28-16,-2 2-36 0,2 2-20 0,-3-1-32 15,-1 1-86-15,-4 2-262 0,-5-4 117 0</inkml:trace>
  <inkml:trace contextRef="#ctx0" brushRef="#br0" timeOffset="25931.93">12165 3385 41 0,'0'0'173'0,"0"0"-19"16,0 0-18-16,-5-6-13 0,5 6-18 0,0 0-13 15,0 0-7-15,0 0-11 0,0 0-2 0,0 0-10 16,5 26-3-16,-3-17-3 0,0 2-2 0,-1 2-9 16,3 1 0-16,-4 2-5 0,0-1-4 15,0-3-3-15,0 5 1 0,2-4-5 0,-2 3-1 16,0-1-5-16,0-2-7 0,0 2-20 0,0-1-17 0,-2-3-15 16,2 1-27-16,2 0-32 0,-4 1-23 0,2-2-95 15,-4-2-231-15,4-9 102 0</inkml:trace>
  <inkml:trace contextRef="#ctx0" brushRef="#br0" timeOffset="26378.81">12158 3231 107 0,'-16'7'114'0,"-8"8"-1"0,4 1-5 16,-3 3-15-16,0 3-3 0,4 4-5 0,-2-1-4 15,1 2-3-15,4 1-9 0,0 3-5 0,3-2-6 16,2-1-4-16,1-1-6 0,5 2-1 0,0-4-7 16,3 1-3-16,4-7-2 0,0 8 3 0,3-10-12 15,1 1 2-15,5-1 0 0,0-3-6 0,8 5 5 16,-2-1-2-16,1-7 0 0,8 1 0 0,-1 0 1 15,3-7-2-15,1-4 5 0,0 0 1 0,-2-3-7 16,3 0-3-16,-1-3 0 0,0-3 3 0,-2-1-4 16,1-1 1-16,0 0-1 0,-1-3 0 0,-5-2 3 15,1 0-2-15,-3-2 4 0,-2-2-6 0,-6 2 3 16,1-6-5-16,-5-1-5 0,7-1 2 0,-11-1-1 16,0-3-4-16,-4 0 3 0,-6-4-5 0,4 2-1 15,-3 2 1-15,-6 0-1 0,-1-1 0 0,2 6-1 16,-4 1-1-16,1 6-4 0,1 2-1 0,-4 4-1 15,-2-1-1-15,1 5-3 0,-3 5-11 0,-6 2-5 16,4 2-5-16,-8 8-17 0,-1 3-22 16,2 5-23-16,-2 1-34 0,2 6-16 0,-8 10-110 0,0 1-269 15,9-10 119-15</inkml:trace>
  <inkml:trace contextRef="#ctx0" brushRef="#br0" timeOffset="26697.51">11970 4385 140 0,'0'0'214'0,"0"0"-12"0,0-9-15 0,0 9-13 16,0 0-18-16,3-7-18 0,-3 7-11 0,8-5-14 15,0 2-12-15,3-1-12 0,1-2-12 0,5 1-1 16,2 1-9-16,-2 0-8 0,2 1-10 0,-1-1-12 16,-5 1-26-16,1 3-21 0,-1-1-22 0,-1 1-24 15,-1 0-36-15,0 0-17 0,-1 0-16 0,-2 0-21 16,-8 0-96-16,13 0-261 0,-7-3 116 0</inkml:trace>
  <inkml:trace contextRef="#ctx0" brushRef="#br0" timeOffset="26909.37">12142 4177 24 0,'0'0'160'0,"0"0"-20"0,0 0-13 16,0 0-13-16,0 0-10 0,0 0 6 0,0 0-2 15,0 0-12-15,0 26-7 0,1-14 7 0,3 0-7 16,1 4-5-16,-3-4-8 0,0 5-11 0,0-1-6 16,3 0-5-16,-3 0-5 0,2-4-8 0,-2 5-6 15,1-2-15-15,-1-3-15 0,-2 0-36 0,2 0-42 16,1 6-35-16,-3-8-43 0,-5 2-80 0,3-2-250 16,-2-1 112-16</inkml:trace>
  <inkml:trace contextRef="#ctx0" brushRef="#br0" timeOffset="27359.14">12091 4191 1410 0,'-5'-8'80'0,"1"-2"12"0,-1 2-35 0,1-1-28 15,0 5-10-15,0-1 0 0,4 5-11 0,-9-6-1 16,9 6-7-16,-8-1 4 0,8 1 6 0,-15 8 3 15,7 0-1-15,-3 6-1 0,2 0 3 0,1 2 1 16,-6 7 2-16,3 0 0 0,-1 0-1 0,3 0-2 16,3-4 2-16,-3 5-4 0,4 0-1 0,-1 2 3 15,4-7-5-15,1 5 4 0,1-5 2 0,1 0-3 16,3 6 0-16,2-8 0 0,1 2 2 0,2-3 0 16,2 0-3-16,3-2 0 0,1-2 1 0,4-1 5 15,6-1-3-15,-2 0 1 0,5-5 2 0,-1-1 0 16,2-5 1-16,-2 1-3 0,1-3-3 0,2-3 4 15,0-1 4-15,0-6 3 0,1 0 0 0,-2 0 1 16,0 0 1-16,-1-4 1 0,-2 1 8 0,-4-2-3 16,-2-2 1-16,-1 1-4 0,-2-4 0 0,-2-2-1 15,-2 0 1-15,-3-2-3 0,0-4-2 0,-4 1-3 16,-5-2-3-16,-1-4-1 0,-1 2 1 0,-3-2-1 16,-6 3 2-16,-2 1-5 0,-1 4 2 0,-2 0-3 15,-2 3-1-15,-3 5-4 0,-1 1-3 0,-4 5-2 16,-4 7-7-16,-1 2-14 0,-1 6-14 0,-5 5-13 15,-12 9-27-15,-2 6-25 0,3 5-27 0,0 6-27 16,2 3-35-16,2 2-150 0,-1 0-365 0,7 0 162 16</inkml:trace>
  <inkml:trace contextRef="#ctx0" brushRef="#br0" timeOffset="27869.9">12140 5120 144 0,'0'0'153'0,"0"0"-9"0,-6-5-15 0,6 5-8 16,0 0-12-16,0 0-14 0,0 0-10 0,0 0-4 15,0 0-11-15,0 0-8 0,0 0-1 0,0 0-5 16,23-4-8-16,-10 4-10 0,5-1 2 0,1 1-8 15,-1-1-3-15,3 0-17 0,-1 1-33 0,2 1-18 16,-1-2-32-16,-3 2-21 0,4 0-13 0,-11 0-93 16,3 2-213-16,-5-4 96 0</inkml:trace>
  <inkml:trace contextRef="#ctx0" brushRef="#br0" timeOffset="28086.44">12272 4957 11 0,'0'0'153'0,"-4"-5"-16"0,4 5-10 0,0 0-21 15,0 0-7-15,0 0-12 0,0 0-12 0,0 0-7 16,0 0-1-16,0 0-11 0,7 27 11 0,-5-14-11 16,3 2-3-16,-3 1-5 0,-1 1-8 0,3 0-4 15,-2 3 0-15,0 4-12 0,0 0-19 0,-2 2-23 16,0-2-26-16,-2 2-18 0,0-2-28 0,0 1-100 15,-5 0-206-15,5-5 92 0</inkml:trace>
  <inkml:trace contextRef="#ctx0" brushRef="#br0" timeOffset="28604.36">12103 4970 28 0,'-21'23'106'0,"-1"1"-15"0,4 5 5 16,3-3 4-16,1 1-17 0,3-2-7 0,3 0-5 15,6 3 7-15,0 1-11 0,4-2-12 0,7-3 1 16,0 1 5-16,4-3-1 0,5 1 1 0,5-3 6 16,2-3-10-16,2 0-2 0,9-5-1 0,-4 2 1 15,4-3-7-15,3-6-6 0,-3-3-6 16,5-2 1-16,-5-1-1 0,2 1-3 0,-2-5-7 15,-3-3 0-15,-3-1-2 0,-1-1-2 0,-2-4 2 0,-2-1-4 16,0-1 2-16,-6-2-7 0,-1-2 4 0,-4-3-5 16,-2-2-4-16,-2-2 2 0,-7-2-3 0,1-2 6 15,-4-1-4-15,-6-2 4 0,-1-1-6 0,-7-10-5 16,3 12 0-16,-10-11 1 0,6 14 0 16,-1 1-4-16,-4 1 0 0,-2 6 1 0,-6 0-1 0,2 5-2 15,-4 5-9-15,-1 3 2 0,-3 6-8 0,0 5-2 16,-3 3-18-16,1 8-8 0,-12 7-13 0,6 7-16 15,3 4-15-15,3 3-21 0,1 5-16 0,7 2-99 16,0-1-241-16,14-6 106 0</inkml:trace>
  <inkml:trace contextRef="#ctx0" brushRef="#br0" timeOffset="28935.44">12068 5913 10 0,'-6'-6'220'15,"6"6"-20"-15,-7-5-11 0,7 5-14 0,0 0-12 0,-4-5-14 16,4 5-20-16,0 0-15 0,0 0-11 16,0 0-10-16,15-11-8 0,-4 6-7 0,3 1-4 15,2-2-15-15,4 3-3 0,0-2-17 0,0 1-19 16,1 1-23-16,-2-1-10 0,4 1-27 0,-4 0-27 16,-2 2-18-16,-1-1-15 0,-3 1-14 0,-1-1-16 15,-1 0-6-15,-3 2-76 0,-1-1-228 0,-7 1 101 16</inkml:trace>
  <inkml:trace contextRef="#ctx0" brushRef="#br0" timeOffset="29139.56">12239 5725 95 0,'0'0'155'0,"-5"-4"-19"0,5 4-13 0,0 0-13 15,0 0-9-15,0 0-12 0,0 0-5 0,0 0 8 16,1 22-4-16,3-12-4 0,-4 0-9 0,5 2-3 15,-3 0-15-15,0 3-3 0,0 1-2 0,1 1-4 16,1-1-1-16,-2 0-12 0,0-1-3 0,-1 0-18 16,0 1-29-16,2-5-32 0,-1 1-30 0,-2 0-19 15,2 0-23-15,0-2-97 0,-2 1-232 0,0-11 104 16</inkml:trace>
  <inkml:trace contextRef="#ctx0" brushRef="#br0" timeOffset="29547.92">12184 5628 111 0,'-6'-3'156'16,"6"3"-16"-16,-13-1-9 0,2 5-15 0,0 0-10 15,0 4 6-15,-5 3-17 0,5 5-17 0,-2 0 3 16,-2 8-5-16,3-2-7 0,2 4-5 0,1-1-3 15,5 1-10-15,2 1-2 0,0-1-7 0,2 0 1 16,2-7-8-16,4-2 1 0,-1 3-6 0,8 3-1 16,-4-8-2-16,7 1-1 0,4-1-3 0,3 0-2 15,3-4 3-15,2-2 1 0,5-4-5 0,-2-1 3 16,3-4 5-16,0-3-2 0,-3-2 2 0,0-2 7 16,-1-1 1-16,1-2-3 0,-6-3 14 0,2 1-5 15,-5-2-4-15,1-4 1 0,0-1-1 0,-1-2-6 16,-2-3 2-16,-4 0 0 0,-1-2-2 0,-3-3-7 15,-1-3 4-15,-6 0-6 0,-5-3-2 0,-3 1-3 16,-1-3-3-16,-7 4-3 0,-3 0-4 0,-4 4 1 16,-4 0-2-16,-12-5-3 0,7 14 1 0,-4 6-4 15,-3 5-1-15,-2 6-7 0,-3 5-10 0,1 5-18 16,0 0-23-16,-16 9-25 0,5 7-26 0,4 6-44 16,0 0-49-16,2 6-121 0,16-11-349 0,-11 8 155 15</inkml:trace>
  <inkml:trace contextRef="#ctx0" brushRef="#br0" timeOffset="34831.83">7688 4582 18 0,'0'0'40'0,"0"0"-3"0,0 0-7 0,0 0-5 16,0 0 3-16,0 0-9 0,0 0 2 0,0 0-4 16,0 0-2-16,0 0-1 0,0 0-8 0,0 0 2 15,0 0 1-15,0 0-1 0,0 0-2 0,0 0-3 16,0 0 0-16,0 0 0 0,0 0 0 0,0 0-1 15,6-5 1-15,-6 5-3 0,0 0 12 0,0 0-13 16,0 0-5-16,0 0 7 0,0 0 1 0,11 0 0 16,-11 0 5-16,0 0 1 0,0 0 3 15,0 0 1-15,0 0 4 0,0 0 1 0,0 0 0 16,0 0 10-16,0 0 9 0,0 0 11 0,0 0 0 0,0 0 5 16,0 0 7-16,0 0-2 0,0 0 9 0,0 0-7 15,0 0 2-15,0 0 0 0,0 0-15 16,0 0-2-16,0 0 1 0,0 0 8 0,0 0-9 15,0 0-3-15,0 0-4 0,0 0-7 0,0 0-1 16,-27-8 1-16,22 5-10 0,5 3 8 0,-16 0-3 0,4 0-6 16,-1 0-1-16,-3-2 2 0,0 4-6 0,-5-4 3 15,2 4-2-15,1 1 1 0,-3 0-2 16,-7 2 0-16,-1 0-2 0,4-2 1 0,-3-1 0 0,1 2 2 16,-1 1 1-16,0 0 0 0,-1-2 4 15,0 3-13-15,0 0 2 0,-2-1 4 0,3-1 2 0,-3 2-8 16,-1-2 8-16,3 0-6 0,-2-1-3 0,-1 4 0 15,3-4-1-15,0 1 6 0,-2-1-2 0,3 1-2 16,0-1 0-16,7-1-3 0,-2 0 1 16,-4 2 3-16,-2 0-6 0,0-1 1 0,0-1 3 15,-1 2 0-15,-1 1-4 0,10-2 2 0,-8 0 2 0,1 1 0 16,0 4-5-16,-1-7 3 0,0 3-3 0,3 0-6 16,4 1 9-16,1-1-4 0,-7-1 5 0,7 0-4 15,3 0 5-15,-1 0 4 0,-1-2-5 0,2 0-5 16,4 0 3-16,-1 1 3 0,0-1-1 15,-2 0 0-15,3 0 2 0,-3-1-7 0,3 2 3 0,2-2 0 16,-2 0 1-16,1 0-2 0,-1 0 0 0,0 0 5 16,1 0 0-16,-5 0-2 0,1 0-2 0,3 0-1 15,0-2-7-15,-4 4 8 0,5-4-1 0,0 2 0 16,-5 0-3-16,4 0-1 0,1 2-4 0,0-2 9 16,3 0 14-16,1 0-3 0,-3 0 5 15,12 0-3-15,-12-2-2 0,12 2-1 0,-13 2-5 0,5-5-1 16,8 3 3-16,-17 3-2 0,7-3 0 0,3 1-3 15,7-1 0-15,-15 2 0 0,15-2-2 0,-13 0 5 16,6 0-5-16,7 0 0 0,-10 0-2 16,10 0 1-16,-12 0 1 0,12 0-1 0,0 0 1 15,-10 0 1-15,10 0-3 0,0 0 1 0,-10 0 1 0,10 0 2 16,0 0-3-16,0 0-1 0,0 0 1 0,0 0-2 16,0 0 6-16,-10 0-5 0,10 0 2 0,0 0 0 15,0 0-2-15,0 0-4 0,0 0 5 16,0 0-1-16,-5 4-2 0,5-4 2 0,0 0 0 15,0 0 1-15,0 0-2 0,0 0-1 0,0 0-1 16,0 0-1-16,0 0 9 0,0 0-6 0,0 0-4 0,0 0-6 16,0 0 4-16,0 0 3 0,0 0 1 0,0 0 1 15,0 0-3-15,0 0 5 0,-3 9 2 0,3-9-4 16,0 0-1-16,1 11 0 0,-1-11-5 16,3 8 8-16,-3-8 4 0,3 14-7 0,-2-6-1 15,4 2 6-15,-3-2-3 0,1 4 1 0,-2-2-2 0,3 6 1 16,-1 0 3-16,0 0 0 0,3 2-1 0,-3-1 4 15,1-2 1-15,1 0-4 0,0 3 1 0,-1-1-1 16,0 2 3-16,1-2-1 0,-1 2 0 16,0 0 0-16,1 0-1 0,-1 6 2 0,2 0 2 15,-3-7 3-15,-2 6 0 0,2 2 0 0,-2-5 2 16,0 3 3-16,2 2 1 0,-2 1-6 0,0 0 6 0,1-2 4 16,-2 1-1-16,0-7-4 0,3 8 2 0,-4-2-8 15,4 1 6-15,-2-1-2 0,0 0-3 16,-1-4 0-16,1 4-1 0,2-5-5 0,0-1-2 15,-1 7 4-15,-1-6 0 0,2-1-3 0,-2 1 5 16,-1 0-2-16,4 4-3 0,-1-4-1 0,-2-3 1 0,-1 0 0 16,1 1 0-16,3 0 0 0,-3 0 8 0,1-1-8 15,0 1-1-15,-2-2 1 0,-1 3-2 0,1-2 1 16,1 0 0-16,-1 1-2 0,3-2 0 16,-2 1 2-16,0-1 8 0,1 1-5 0,-1 0-4 15,0 1-1-15,0 0 4 0,1 1-3 0,0-1 2 0,-2 2-3 16,2 0 1-16,-1-1-5 0,1-1-2 0,0 0 10 15,-1 6-3-15,-1-5-2 0,4 0 4 0,-3 6-2 16,-1-1 4-16,2-5-5 0,1 7 4 0,-3-1-1 16,1-1-1-16,1-4 0 0,-1 4 0 0,0-5-2 15,-1 0 6-15,1 1-8 0,-1 0 3 16,2-1 5-16,-1 4-8 0,2-3 1 0,-2-1-1 0,0 1 3 16,2-3 3-16,1 0-4 0,-1 10 0 0,-1-9 0 15,0 1 1-15,1 1-2 0,-1-3 3 0,2 7-2 16,0-6-2-16,0-1 2 0,1 7-3 15,-1-6 6-15,1 1-1 0,0-1-1 0,-2 1 0 16,0-3 0-16,0 1-1 0,2 2 3 0,-2 0-1 0,2 0 0 16,-3-2-1-16,-1 2 1 0,3 0 1 0,-2 0-2 15,2-2 2-15,-3 1 1 0,0 2 4 0,2-1 5 16,-1 1-1-16,0-4-2 0,-1 2 4 0,0 0-4 16,3-1 0-16,-2 1-6 0,1-1 15 15,-1 0-11-15,0 1 5 0,-1-2 6 0,0 0-8 16,1 1 9-16,1-1-10 0,-3 1 1 0,3 1-1 0,-2-4 0 15,2 3-2-15,-1 0-2 0,1 1 1 0,-2-3-2 16,3 4 2-16,-1-3 1 0,-2 0-2 0,1 1 0 16,-2-6-1-16,2 8 2 0,-2-4 1 15,1 1-5-15,0 1 2 0,1-1-1 0,-1-1 6 16,-2-1-5-16,2 0 1 0,-1-3-2 0,0 2 5 0,2 0-3 16,0 4-1-16,-1-1 1 0,0 0-2 0,-1-1-4 15,2 2 4-15,-2-2-1 0,1-2 1 16,0 4-2-16,0-1 5 0,-2-1-1 0,1 5-3 15,0-4-4-15,0 1 4 0,0 1 2 0,-1-2-1 16,2 1 2-16,-1 0-2 0,-1-1 1 0,1 0 0 16,0-1-3-16,0 1 3 0,0-3-3 0,1 0 10 0,-1-2-12 15,1 1 2-15,1-2 0 0,-2 3-3 0,0 0 1 16,0-3 0-16,1 2 2 0,0-2-2 16,-1-1-1-16,3 2 2 0,-2-3 1 0,1-2 0 15,0 5-3-15,0-5 1 0,-2-6-2 0,4 11 3 16,-4-11 0-16,3 12-3 0,-3-12 2 0,4 10 1 0,-4-10-3 15,5 11 10-15,-1-8-10 0,-4-3 4 0,8 8-2 16,-8-8 1-16,6 8-2 0,-6-8 7 0,7 6 3 16,-7-6-1-16,11 5-12 0,-11-5 0 15,11 4 3-15,-11-4 3 0,12 2-6 0,-12-2 4 16,16 2-2-16,-16-2 4 0,14 0-3 0,-4 1 4 16,-10-1-7-16,21 2 7 0,-8-2-1 0,-2-2-3 0,-11 2 3 15,26 2-2-15,-13-2 1 0,4-2 0 16,1 2-1-16,-1 0 1 0,2-1-2 0,-1-1 1 15,2 0-3-15,0 2 5 0,0 0-2 0,0-2-1 16,1 2-2-16,1 0 2 0,6-2-3 0,-7 1 4 16,9 0 0-16,-1 2 2 0,2-3-1 0,0 0 0 0,0 4 0 15,0-4 2-15,0 2 0 0,1-1 4 0,1 1 0 16,2-3-1-16,0 3-6 0,0 0 1 0,-1-2 3 16,2 2-1-16,0 2 0 0,0-2 1 15,-2 3 5-15,1-2-10 0,1-1 3 0,-2 2 0 16,1-4-1-16,2 2 1 0,-3 4-3 0,2-4 3 15,-2 1-2-15,1 2-1 0,2-4 3 0,0 1 1 0,0 2-1 16,1 3 0-16,0-3-1 0,0-1-1 16,0 0-1-16,-1 2-3 0,2-3 3 0,-4 1 3 15,5-1-5-15,-2 0 4 0,1 1 2 0,-2-1 0 16,1-1 5-16,-4 1-8 0,2 0 0 0,-1-1-2 16,-1 3 0-16,1-4-2 0,1 7 4 0,-2-5-1 0,2-1 3 15,-2-1-1-15,0 0 0 0,-2 0 0 16,2 1-1-16,-2-1 3 0,0 0-2 0,0 1-3 15,0-3 2-15,1 6 10 0,1-4-8 0,-3 0-3 16,1-2 0-16,0 1 5 0,3-1-3 0,-2 1 3 16,-2-3 0-16,2 6-2 0,-3-4 4 0,2 1-3 15,2 0 2-15,-2-1 0 0,1-2 0 0,1 1-2 0,1 0 4 16,1-2-1-16,1 1 5 0,-2-2-11 16,0 3 3-16,-2 0 0 0,3 0 0 0,-3 0 2 15,2 2 4-15,-2-1-3 0,0 0 8 0,-1-1-4 16,0 1-9-16,1 1 1 0,2-3 5 0,-2 2 3 15,0 1-2-15,1-1-12 0,0 0 3 0,-1-1 5 0,3-1-2 16,0 0 4-16,1 1-2 0,-3 1-2 0,6-2-1 16,11 0 0-16,-2-2 2 0,-10 1 6 15,11 0-6-15,-14 0 5 0,5 2-4 0,8-2-1 16,-12 3 1-16,12-4 3 0,-10 4-5 0,-1 0 0 16,0-1 2-16,12-1-6 0,-13 2 1 0,2 1-5 15,-4 1 8-15,1-3 0 0,-1 2 0 0,2 1-2 16,-3-1 4-16,1 0 0 0,-2 1-5 0,-2-1 1 15,-1 2 4-15,1-1 3 0,1 1-3 0,-4 1-6 16,0-3-3-16,-9 3 4 0,2 0 1 0,-1-3 0 16,-3 2 3-16,-3 1-4 0,-4 1 1 0,-10-1-2 15,14 0-1-15,-14 0 6 0,14-1-2 0,-14 1-3 0,0 0 3 16,13 0-2-16,-13 0 3 0,0 0 1 0,0 0-11 16,0 0-9-16,14-2-10 0,-14 2-15 15,0 0-23-15,0 0-29 0,0 0-45 0,0 0-47 16,0 0-27-16,0 0-60 0,0 0-178 0,0 0-487 15,0 0 216-15</inkml:trace>
  <inkml:trace contextRef="#ctx0" brushRef="#br0" timeOffset="35899.46">11189 7516 60 0,'0'0'128'15,"-7"-7"-7"-15,7 7-14 0,-6-8-3 0,2 4-10 16,4 4-11-16,-6-8-6 0,6 8 2 0,-6-6-5 16,6 6-5-16,-5-6 4 0,5 6-14 0,0 0-5 15,-4-7-13-15,4 7 10 0,0 0 1 0,-3-3-10 16,3 3 4-16,0 0-5 0,0 0 4 0,0 0 0 16,0 0 1-16,0 0 1 0,0 0-2 0,-7-4-5 15,7 4 10-15,0 0-5 0,0 0-2 0,0 0-2 16,0 0-8-16,0 0 5 0,0 0-7 0,0 0-3 15,0 0-2-15,0 0-1 0,0 0 1 0,0 0-8 16,0 0-2-16,0 0-5 0,0 0-3 0,0 0 3 16,0 0-3-16,0 0-4 0,0 0-1 0,0 0-2 15,0 0 1-15,0 0 1 0,0 0-4 0,0 0 1 16,9 22-2-16,-5-12 4 0,0 4-1 0,1 4 4 16,1 0 0-16,-1 7-3 0,0 4 9 0,1 3 8 15,-1 0 7-15,1-2 5 0,-2 4-7 0,-3-2 3 16,4 2-6-16,-3-2-2 0,1 1-3 0,-3 2-1 15,2-1-1-15,-1-3 0 0,0 3 0 0,-1-1 3 16,2 2-2-16,-2-4 2 0,0 3-5 0,0-2 1 16,2 1-5-16,-2-3 2 0,0 3-3 0,0 0 2 15,0 12-4-15,0-8 7 0,1-4-3 0,-1 4-2 16,2-2-1-16,-1 11 3 0,-2-11-4 0,-1-2 6 0,2 2-5 16,0-1 0-16,0-3 1 0,2 0 1 15,-1 0-1-15,3-4-4 0,0 0 2 0,-1-1 2 16,1-7-1-16,0 0 1 0,1-2-2 0,-2-1 2 15,-2-5-3-15,3 1-1 0,0-2-1 0,-2-2 2 0,-1 1-7 16,2-4-6-16,-2 1-4 0,-1-6-10 16,3 10-11-16,-3-10-2 0,2 7-10 0,-2-7-5 0,0 0-14 15,0 0-20-15,0 0-39 0,0 0-34 16,0 0-188-16,0 0-373 0,0 0 166 0</inkml:trace>
  <inkml:trace contextRef="#ctx0" brushRef="#br0" timeOffset="36479">11476 7912 40 0,'0'-10'154'0,"0"10"-11"0,-1-9-3 15,1 9-8-15,-2-10-9 0,2 10-3 0,-2-9-7 16,2 9-8-16,0-10 2 0,0 10 3 0,0-10-2 15,0 10-7-15,0-9-12 0,0 9-5 0,0-9-11 16,0 9 1-16,0-11-12 0,0 11 0 0,-1-7-4 16,1 7 2-16,-2-10-10 0,2 10-3 0,0 0-2 15,-1-11-2-15,1 11 0 0,0 0 2 0,-1-9-6 16,1 9 1-16,0 0-4 0,0 0 0 0,0 0-7 16,0 0-1-16,0 0-6 0,0 0-3 0,0 0-3 15,0 0-4-15,0 0-4 0,-2-7-3 0,2 7-2 16,0 0-1-16,0 0 2 0,0 0 0 0,0 0-4 15,3 37 1-15,-2-19 3 0,1 7 5 0,6 4 1 16,-8-1 7-16,3 1-5 0,-3-2 1 0,3-1 4 16,-2 1-6-16,-1-2-2 0,2-6 0 0,2 1-3 15,-2-1 3-15,0-1-1 0,1-1-2 0,-2-2 0 16,2 1 1-16,0-1-1 0,-1-3 4 0,-1 0-2 16,1-1-2-16,1 1 1 0,0-2 0 0,-3 0-4 15,2 2 0-15,-2-4 2 0,0 2-10 0,1-2-18 0,-1-8-15 16,-1 14-16-16,1-7-12 0,-4 1-32 15,4-8-20-15,-4 10-20 0,4-10-23 0,-5 10-26 16,-2-6-140-16,7-4-352 0,0 0 156 0</inkml:trace>
  <inkml:trace contextRef="#ctx0" brushRef="#br0" timeOffset="37425">11601 8037 31 0,'0'0'68'0,"-11"0"-1"0,11 0 0 0,0 0-8 15,-11 0 0-15,11 0-8 0,0 0 3 0,0 0-6 16,0 0 4-16,-9 1-2 0,9-1-6 0,0 0-2 16,0 0 0-16,0 0-3 0,0 0-1 15,0 0-16-15,-10-3 8 0,10 3-10 0,0 0 3 0,0 0 5 16,0 0-11-16,0 0 1 0,0 0 4 0,0 0-1 15,0 0-5-15,0 0 7 0,0 0 0 0,0 0 1 16,29 4 1-16,-29-4-4 0,17 0 5 0,-6 0 9 16,3 0-10-16,-3 0 0 0,2 0 1 0,7 0 4 15,3-1-9-15,-1 1 7 0,8-3-6 0,-4 3 3 16,3 0 4-16,0-2-4 0,1 1 5 0,1 1-4 16,5-1 8-16,1-3-11 0,-1 1 2 0,2 1 0 15,16 0-3-15,-4 1 4 0,-10-3 3 16,10 2-8-16,-9-1-6 0,10-1 5 0,1 1-6 15,-1 0 0-15,-13-1-2 0,16 1 4 0,-4 2-3 0,1-2-1 16,-14 0-3-16,3 1 2 0,10-2-3 0,0 1-3 16,1 0 6-16,-10 3-5 0,10-3 4 0,-10 3-5 15,12-3 3-15,-14 2 1 0,1-2 0 0,-2-1 2 16,15 1-3-16,-14 2 0 0,-1-1 4 0,1-1-4 16,-1 1 0-16,0 0 1 0,0 0 2 0,-1 0-2 15,1-2-1-15,0 2 2 0,2 0 2 0,1 0-4 16,-5-2-1-16,4 2 4 0,-2-1 2 0,14 0-4 15,-14 1 6-15,-2 1-1 0,3-2-2 0,-1 0-3 16,0 2 4-16,-1-1 2 0,4-1-3 0,-3 0 0 16,1-1 3-16,-1 2 0 0,1 0 0 0,13 0-1 15,-13-1 0-15,1 0 0 0,-3 2-2 0,-2-1 2 16,4 0-2-16,-3-1-2 0,1 1-1 0,0-1 1 16,-2 0-1-16,-1 1 0 0,4 0-4 0,-3-1 2 15,-2 0 4-15,0 0-3 0,1 2 0 0,-2 0 3 16,-3 0-4-16,3 0 5 0,-3-2-4 0,0-1 0 15,-2 3-2-15,3 0 1 0,-2-1-1 0,1 1 2 16,-3 0-5-16,-4 0 0 0,-2-2 2 0,9 1-1 16,-8 2 3-16,7-3-1 0,3 3-5 0,-3-1 1 15,-6 1 1-15,7-3-1 0,0 2 2 0,-1 1 0 16,3 0-8-16,-2-2 11 0,0 2-4 0,-1 0-5 16,0-1 0-16,0 2 4 0,-5-1-1 0,6 0 1 15,3-1-1-15,-4 2 3 0,3-1 1 0,1 0-4 16,0 2 5-16,3-2-3 0,-5 1 0 0,0 2-1 15,2-6-1-15,0 6 0 0,-2-2 1 0,0-1-3 16,-10 0 6-16,-1 0-4 0,-1 0-3 0,-5 0-2 16,1-1-12-16,-4 1-10 0,0 0-8 0,-2 0-10 15,-8 0-13-15,12 1-5 0,-12-1-3 0,7 0-5 16,-7 0-6-16,0 0-6 0,0 0-6 0,16 3-14 16,-13-2-16-16,-3-1-17 0,7 1-129 0,-7-1-285 15,0 0 126-15</inkml:trace>
  <inkml:trace contextRef="#ctx0" brushRef="#br0" timeOffset="38270.35">16298 4498 17 0,'0'0'31'0,"0"0"-2"0,-4-6-5 16,4 6-8-16,0 0-7 0,0 0 1 0,0 0-4 16,0 0-2-16,-12-1 4 0,12 1-10 0,0 0-1 15,-11-2-6-15,11 2-4 0,-10 0-9 0,10 0-22 16,-13 0 10-16</inkml:trace>
  <inkml:trace contextRef="#ctx0" brushRef="#br0" timeOffset="40771.58">16107 4481 33 0,'0'0'44'0,"0"0"-3"0,0 0 4 0,0 0-2 16,0 0-5-16,-8-4-2 0,8 4 1 0,0 0-5 15,0 0-1-15,0 0-3 0,0 0 1 0,0 0-1 16,0 0-7-16,0 0-7 0,0 0 1 0,0 0 1 16,0 0 2-16,0 0-4 0,0 0-5 0,0 0-1 15,0 0 2-15,0 0 10 0,0 0-7 0,0 0 7 16,0 0-7-16,30-3 3 0,-22 3-1 0,1-1-8 15,3-2 8-15,-1 3 1 0,-2 0-10 0,4 0 5 16,2-1-5-16,2-1 9 0,1 1-3 0,2-1-11 16,0-1 13-16,-1 2-7 0,4 1 2 15,-2-1-1-15,7-2 1 0,-8 3 1 0,11-3-5 16,-2 3 7-16,2 0-8 0,-3-1 9 0,0-1-5 0,0 0 2 16,4 0-6-16,0 1-11 0,-2-1 16 0,2 0-3 15,1 1-4-15,0-3 4 0,-1 2-3 0,3-1 4 16,-4 0-4-16,3 0 2 0,-4 1 18 0,2 0-17 15,1 0 0-15,-2 0 11 0,-3-1-9 0,0 0-1 16,2-2 2-16,-2 5 6 0,0-2-7 0,-6-2 0 16,-1 2 2-16,1 0 1 0,0 1-1 0,6-2-11 15,-6 0 5-15,-3 2 6 0,0-2-6 0,0 1 10 16,2-2-7-16,-1 3 5 0,-1 0-7 0,2-1-1 16,-1-2-1-16,-2 2 7 0,0-1-7 0,2 3 0 15,-2-2-1-15,1-1 4 0,-6 2 5 16,1 0-7-16,4-2-5 0,-5 2 2 0,0-2 1 0,-2 1 12 15,2 1-3-15,-3-2-9 0,-1 2 3 0,0-1-5 16,0 0 3-16,-1 1 17 0,1 0-11 0,-3-1-7 16,-6 2 7-16,13-3-1 0,-7 1-1 0,-6 2 11 15,8-2-15-15,-8 2 15 0,10-2-2 0,-10 2 6 16,0 0-6-16,7-3-7 0,-7 3 11 0,0 0-7 16,0 0-3-16,7-2 2 0,-7 2 2 0,0 0-8 15,0 0 4-15,0 0 6 0,0 0-4 0,0 0-5 16,0 0 2-16,0 0-1 0,0 0 0 0,0 0 0 15,0 0-3-15,0 0 6 0,0 0-6 0,0 0-2 16,12 0-6-16,-12 0 10 0,0 0-1 0,0 0-6 16,0 0 0-16,0 0 0 0,0 0-1 0,0 0-2 15,0 0-4-15,1 12 13 0,-1-12-8 0,3 10 7 16,-2-4-6-16,-1-6 6 0,2 15 11 0,-2-5-13 16,2-1-2-16,-4 2 1 0,1 2 1 0,2-1 3 15,-2 4 0-15,0 2 8 0,0 0-1 0,1 0-2 16,0 1 5-16,-3 5 2 0,3 2-8 0,-1-7 3 15,-1 6 3-15,1-6-3 0,2 1 0 0,-1 5 5 16,-1-1 9-16,1 2-7 0,-2-2-4 0,3-3 7 16,-2-1-7-16,1 5 0 0,1 1 4 0,-1-7-9 15,-1 6 12-15,2-1 10 0,1 4-10 0,-3-5 0 16,1-3 2-16,0 5-3 0,0 0 1 0,1 0-5 16,2 0-2-16,-2 1 1 0,-1-1-3 0,2 0-3 15,0-1 0-15,-2-4 2 0,1 0 0 0,1 5 1 16,-1 5 4-16,-2-6-6 0,3 1 1 0,-2 0 0 15,2 2-3-15,-1-10 0 0,-1 8 0 0,4 1-5 16,-1 0 6-16,-3-2-3 0,3 0 3 0,-2 2 1 16,0-7-6-16,-1 1 2 0,-1 4 2 0,1 0-2 15,1-5-1-15,1 1 1 0,-1-1-2 0,0 0 0 16,-2 5 1-16,1-5-1 0,1 0-3 0,-1-2 6 16,2 2-1-16,-2-2-3 0,2 1-1 0,-3 0 5 15,0 0-6-15,1 0 4 0,2 0 4 0,-2-1 1 16,0 1-1-16,2 0-3 0,-2-1-2 0,1 0 2 15,0-1 2-15,0 2-1 0,1-2 0 0,-2 1 3 16,2 2-8-16,0 1 0 0,0-4 4 0,1 3-2 16,-1-2 0-16,-1 0-1 0,2 1 1 0,-1-2 0 15,0 1-1-15,0 0 0 0,0 1-1 0,0 0 1 16,-1-1 1-16,1 2-3 0,-4-5 2 0,5 4-1 16,-2-2-2-16,-1 1-2 0,0 1 3 0,3-3 0 15,-4 2 0-15,1 0 2 0,0 0 3 0,0 0-5 16,1 1 1-16,-2-4-2 0,2 3 0 0,-1-2 0 15,0 1 3-15,0-1-1 0,0 0 1 0,-3-2-2 16,2-1 1-16,0-1-4 0,1 1 1 0,-2 1 1 16,2-2 0-16,0 0-3 0,-1 1 6 0,1-2-2 15,-2 5 0-15,2-3-4 0,0 0 4 0,0-1 3 16,0 1 0-16,1 0-5 0,-1-1-2 0,0 0 2 16,0 1 1-16,0 0 1 0,1 1-1 0,-1-4 1 15,1 3-5-15,-1-2 4 0,0 4 0 0,0-4-3 16,0 1 4-16,2 1-3 0,-1 2 2 0,0-4-3 15,-1 3 4-15,-1-3-2 0,1 3 3 0,-1-1-2 16,1 1 0-16,0-2-2 0,-2 2 0 0,4-3-1 16,-5 2 2-16,3-1 2 0,-1 1-1 0,2-1-1 15,-2 2 1-15,1-3 1 0,-1 2-1 0,1-1 5 16,0 0 1-16,-2 1 3 0,1-1 4 0,2-2-2 16,-1 2-2-16,-1 1 0 0,0-3-3 0,2 1 3 15,-2 0 0-15,-1-1 0 0,2 3-3 0,2 0 0 16,-2 0 0-16,0-2-3 0,1 2 2 0,-1-12-1 15,-1 20 2-15,1-10-2 0,0 0 1 0,0-10-3 16,0 19 2-16,0-9-4 0,0-10 1 0,0 19 0 16,-2-12 3-16,2-7 3 0,-1 14-4 0,1-14-2 15,0 11 0-15,0-11 0 0,0 13-1 0,0-13 3 16,1 13-4-16,-1-13 1 0,3 14 2 0,-3-14-2 16,-1 12 2-16,1-12 0 0,1 12 1 0,-1-12-1 15,3 13 1-15,-3-13-2 0,1 15 2 0,1-9-3 16,-2-6 2-16,3 14 2 0,-3-14-4 0,1 13-1 15,1-6 3-15,-2-7-2 0,0 17-1 0,2-11 1 16,-2-6 0-16,2 15 4 0,-1-8-1 0,-1-7-4 16,0 18-1-16,0-18 1 0,1 13 2 0,-1-13-4 15,-1 14 5-15,1-14-3 0,0 13 2 0,0-13 0 16,0 10-3-16,0-10 3 0,0 0 2 0,-1 15-3 16,1-15 0-16,-2 11 3 0,2-11 0 0,0 17 0 15,2-10 0-15,-2-7 2 0,-2 19 1 0,2-8-3 16,0-11 2-16,-1 19 2 0,1-10 1 0,0-9-3 15,0 13 2-15,0-13-2 0,1 12-4 0,-1-12 4 16,-1 11-2-16,1-11 2 0,0 0 6 0,0 13-9 16,0-13-2-16,0 0 0 0,0 0 3 0,0 0-3 15,0 0 1-15,0 11-1 0,0-11-1 0,0 0 1 16,0 0 0-16,0 0 3 0,0 0 1 0,0 0-4 16,0 0 7-16,0 0-4 0,0 0 1 0,0 0-1 15,0 0 1-15,0 0 4 0,0 0-1 0,0 0-2 16,0 0 1-16,-5 7-6 0,5-7 1 0,0 0 10 15,0 0-11-15,-14 3-3 0,14-3 7 0,-16 2-3 16,16-2 3-16,-13 0-3 0,13 0 1 0,-17 3-4 16,9-2 1-16,8-1-1 0,-14 2 0 0,14-2 0 15,-19 1 1-15,6-1 8 0,3 2 1 0,-1-1-10 16,-1 3 7-16,0-4 3 0,-2 1-13 0,3 1 3 0,-1 0 1 16,-2-1-2-16,3 1 0 0,-2-2-1 15,0 1-2-15,-1 0 3 0,-3 0 0 0,1 1-1 16,-2-1 4-16,0 3-7 0,-1-3 2 0,-2 2-1 15,0-3 4-15,1 1-3 0,0 0 1 0,0 0 2 16,2 2 1-16,-1-2 5 0,6-1-6 0,-1 2-1 16,-4 0-3-16,0 0 3 0,1 2 0 0,-2-2 0 15,-1-1 2-15,3-1 0 0,2 0-1 0,-2-1 5 16,1 2-5-16,3 1-2 0,0-1 3 0,0-1-4 16,2 0 2-16,-2 2 1 0,0-2-3 0,13 0 0 15,-24 1 2-15,14-1-4 0,-3 0 5 0,13 0 1 16,-19 2-2-16,7-1 1 0,12-1-2 0,-15 1 1 0,15-1 0 15,-19 0 1-15,19 0-3 0,-18 2-1 16,5-2 4-16,1 1-2 0,12-1 5 0,-23 3-5 16,13-3 2-16,-1 0-1 0,11 0 1 0,-21 2 0 15,10-2-6-15,-2 0 0 0,-1 1 1 0,2-1 0 16,0 2-2-16,-7-2 2 0,1 0-1 0,5 2 0 0,0 0 3 16,-1-1 1-16,2-1 2 0,1 3-6 15,1-1 6-15,-2-2-4 0,3 0 0 0,9 0 4 16,-15 1-3-16,5-1 0 0,0 0 3 0,10 0 0 15,-16 0 0-15,5 2 2 0,2-2-1 0,9 0-3 16,-16-2 3-16,8 2-6 0,8 0 4 0,-15 0-1 16,8 0 0-16,7 0 1 0,-16-1-1 0,10 1 0 15,6 0 2-15,-16 0-3 0,8 0-1 0,8 0 0 16,-14 1 4-16,5-1-3 0,9 0 1 0,-14-1 1 16,6 1 0-16,-2 1 0 0,0-1 2 0,-1 0-5 15,1 0 1-15,0 0 2 0,0 0 0 0,0 2-2 16,1-1 3-16,9-1-4 0,-15 2 5 0,7-1-5 15,8-1 3-15,-15 0 1 0,5-1-2 0,10 1 1 16,-15 1 1-16,5-1-2 0,0 0 9 0,10 0-6 16,-22 1-2-16,9-1 0 0,13 0 0 0,-18-1-3 15,18 1 2-15,-22 0-4 0,11 0 2 0,-3-1-4 0,14 1 7 16,-24-2-2-16,11 1 0 0,-3 1-1 16,5-2 6-16,-2 4-5 0,-1-2 0 0,14 0-1 15,-22 0-1-15,11 0 2 0,-1 0-1 0,12 0 0 16,-19-2-2-16,9 2 5 0,10 0 3 0,-19 0 3 15,8 0 1-15,11 0-9 0,-13 0 0 0,13 0 0 0,0 0 3 16,-17 0-2-16,17 0 0 0,-12 0 2 0,12 0 0 16,-11 2-7-16,11-2 7 0,-12 3-2 0,12-3 1 15,0 0-2-15,-18 1 3 0,12-1-1 16,6 0 2-16,-13 0-2 0,13 0 2 0,0 0 2 16,-14 1-3-16,14-1 1 0,-9 0-3 0,9 0 6 0,0 0-4 15,-12 0-2-15,12 0 1 0,-8 1-1 16,8-1 1-16,-9 0 3 0,9 0-1 0,0 0-3 15,-13 1 1-15,13-1 1 0,-9 2-2 0,9-2-2 16,0 0-6-16,-9 1-13 0,9-1-8 0,0 0-11 16,0 0-17-16,0 0-22 0,0 0-27 0,-15 1-18 0,15-1-27 15,0 0-21-15,0 0-26 0,-9 3-154 0,9-3-383 16,0 0 170-16</inkml:trace>
  <inkml:trace contextRef="#ctx0" brushRef="#br0" timeOffset="41748.67">10170 7518 6 0,'0'0'146'0,"-10"0"-1"0,10 0 0 0,0 0-5 0,-11-2-7 15,11 2-4-15,0 0-2 0,-12-1-11 0,12 1-7 16,0 0-2-16,0 0-8 0,-11-1-4 0,11 1-2 16,0 0-8-16,0 0-6 0,-6-4-5 0,6 4-6 15,0 0-10-15,0 0-2 0,0 0-7 0,0 0-6 16,0 0-8-16,0 0 1 0,0 0-7 0,0 0-1 16,0 0 0-16,0 0-3 0,0 0-1 0,37-1-7 15,-25 2 5-15,7-2-5 0,1 1-3 16,1 0 1-16,0-2-15 0,1 2-8 0,-4 0-13 0,2-1-8 15,-7 1-27-15,5 1-3 0,-5 1-19 0,5-2-26 16,-7 0-5-16,2 1-22 0,-1-1-12 0,-2 0-19 16,-4 3-87-16,-6-3-270 0,13-3 120 0</inkml:trace>
  <inkml:trace contextRef="#ctx0" brushRef="#br0" timeOffset="42013.85">10235 7389 159 0,'0'0'161'16,"0"0"-6"-16,-8-3-11 0,8 3-13 0,0 0-15 16,0 0-7-16,0 0-17 0,0 0-9 0,0 0-6 15,0 0-8-15,-2 14-7 0,3-5 16 0,-1 2-5 16,-1 2-9-16,1 3-9 0,1 3-2 0,-1 1-4 0,1-1-6 15,-1 7-3-15,0-2-4 0,0 2-4 16,0 1-2-16,-1-9 1 0,0 9-2 0,0-7-3 16,-1 5-19-16,1 0-15 0,0-8-44 0,-1 2-31 15,1-1-39-15,1 0-169 0,-1-3-313 0,-2-3 139 0</inkml:trace>
  <inkml:trace contextRef="#ctx0" brushRef="#br0" timeOffset="43075.32">11941 7565 45 0,'0'0'126'0,"0"0"-4"16,0 0 3-16,0 0-1 0,0 0-5 0,0 0-6 16,0 0-3-16,-10 0-3 0,10 0-10 0,0 0 3 15,0 0-12-15,0 0 2 0,0 0-11 0,0 0-6 16,0 0-3-16,0 0-11 0,0 0-3 0,0 0-4 16,0 0-5-16,0 0-2 0,0 0-4 0,0 0-8 15,0 0 3-15,0 0-6 0,0 0 4 16,0 0-5-16,0 0 2 0,0 0-4 0,0 0 0 0,0 0-2 15,0 0-2-15,0 0-2 0,0 0 1 0,-11-1-4 16,11 1 0-16,0 0-10 0,0 0 5 0,-10 3-1 16,10-3-5-16,0 0 4 0,0 0-3 0,0 0 2 15,-11-2-4-15,11 2 0 0,0 0 0 0,0 0-2 16,0 0 2-16,0 0-3 0,0 0-2 0,0 0 4 16,0 0 0-16,0 0-2 0,0 0 0 0,0 0 0 15,0 0-3-15,0 0 5 0,0 0 2 0,0 0 0 16,0 0 2-16,-8-1-6 0,8 1 6 0,0 0-3 15,0 0-2-15,0 0-1 0,0 0 7 0,0 0-2 16,0 0-1-16,0 0 1 0,0 0 4 0,0 0-2 16,0 0 3-16,0 0 1 0,0 0 0 0,0 0 0 15,0 0-3-15,0 0 4 0,0 0 1 0,0 0 0 16,29 0 2-16,-12 0-1 0,2-3 2 0,2 3-4 16,7-4 2-16,2 1-2 0,-3 0 1 0,-5 1 0 15,5-2 0-15,-5 1-4 0,-3 3-1 0,-1-3 1 0,2 2-1 16,-5-2-2-16,-1 3-3 0,-3-2 9 15,0 0-2-15,-2 2-2 0,-2 0 1 0,-7 0 1 16,13-2 4-16,-13 2 3 0,8 0 11 0,-8 0-6 16,8-2 1-16,-8 2-1 0,0 0-1 0,0 0-5 0,0 0-2 15,0 0 3-15,9 2-4 0,-9-2 0 0,0 0-3 16,0 0-5-16,0 0-3 0,0 0-9 16,0 0-9-16,0 0-29 0,0 0-18 0,0 0-32 15,0 0-18-15,0 0-27 0,0 0-30 0,0 0-33 0,10 6-28 16,-10-6-123-16,0 0-381 0,0 0 168 0</inkml:trace>
  <inkml:trace contextRef="#ctx0" brushRef="#br0" timeOffset="45635.07">11673 8890 163 0,'-4'-9'200'16,"0"-1"8"-16,-1 2-3 0,0-4-7 0,0 3-12 16,1 0 0-16,-1 1-8 0,1-2-4 0,0 5-8 15,2-2-9-15,0-1-18 0,2 8-11 0,-2-9-17 16,2 9-9-16,0 0-13 0,-3-10-10 0,3 10-12 15,0 0-10-15,0 0-4 0,0 0-5 0,0 0-5 16,0 0-6-16,20 17-1 0,-10-4-5 0,0 0-3 16,0 3-5-16,0-1 3 0,4 2-2 0,-6 1-7 15,6 3 2-15,-4-4-3 0,3 5 0 0,-2-6 5 16,0 1-9-16,-2-1-3 0,-5 1-1 0,6-2 0 0,-4 0-4 16,-1-1 4-16,-1-1-3 0,1-3 1 15,0-2-2-15,-1-1 1 0,-1 3-4 0,-1-4-8 16,2-1-2-16,-4-5 1 0,4 12 0 0,-4-12-9 15,3 3 3-15,-3-3-6 0,3 4 4 0,-3-4-2 0,0 0 4 16,5 6 3-16,-5-6 2 0,0 0 1 16,0 0 0-16,0 0 0 0,16-10 2 0,-9 4-6 15,0-5 1-15,6-4-2 0,-2 0-2 0,3-8 1 16,0-1 0-16,2 2-2 0,-1-3-7 0,-1 0 2 0,-1-3-4 16,0-1-1-16,1-3-1 0,-3 0 3 0,1 2 3 15,-3 0 1-15,-1 0 0 0,-4 1 0 16,4 1 4-16,-3 1 4 0,-2 2 1 0,-2 7 0 15,1 3 3-15,-2 4-3 0,-3-1 3 0,-1 3 0 0,2 1-2 16,-4 1 1-16,2 2 0 0,-2 1-1 0,0 0 1 16,6 4 3-16,-19-2 1 0,8 4-2 0,-2 2 0 15,-3 3 1-15,-1 0 0 0,2 3 1 0,3 1 8 16,-2 0-5-16,4 0-2 0,4 0 6 0,-1-1-1 16,4 0-1-16,3-2 1 0,-2 3 1 0,4-1 1 15,0 0-2-15,4-1 1 0,5 0 3 0,4 1 1 16,1-4 0-16,5-2-3 0,3 2-1 0,5 0-11 15,1-2-10-15,-2-3-10 0,0 1-27 0,1-1-17 16,-9-1-20-16,0 3-23 0,-2 0 2 0,-5-2-19 16,0 3-9-16,0 0-2 0,-2 1-3 0,-2 1-9 15,0 2-82-15,-3-2-257 0,-2 2 114 0</inkml:trace>
  <inkml:trace contextRef="#ctx0" brushRef="#br0" timeOffset="45935.94">12244 8985 162 0,'0'0'204'0,"0"0"-10"0,0 0-9 0,-10-7-3 0,10 7-8 16,0 0-6-16,-4-4-20 0,4 4-11 15,0 0-13-15,0 0-19 0,0 0-10 0,0 0-12 16,0 0-5-16,0 0-11 0,-2 16-5 0,2-9-3 15,2 5-10-15,-4 3-3 0,0-1-5 0,2 3-3 0,-1 2-4 16,0 0-5-16,-2 0-2 0,3 1 3 0,-1 4-7 16,-2 1-2-16,1-7 0 0,0-3-3 0,-1 2-3 15,0-2-2-15,3-1-8 0,0-3-12 16,0 0-5-16,-4 0-20 0,2 0-5 0,-2 1-21 0,2-4-22 16,1 3-34-16,-3-5-21 0,2 0-26 0,-2 1-11 15,1-1-134-15,3-6-330 0,-7 8 147 0</inkml:trace>
  <inkml:trace contextRef="#ctx0" brushRef="#br0" timeOffset="46232.65">12127 9107 106 0,'16'-11'177'0,"1"5"-7"0,1-2-14 15,1 0-10-15,1 3-15 0,2-1-5 0,-2 2-7 16,3 2-9-16,-6 0-8 0,4 2-11 0,-2 3-6 16,-4 0-11-16,-2 1 1 0,-2 0-12 0,-2 3-3 15,1 1-5-15,-2 1 1 0,-3 1-1 0,-1 2-8 16,-3 1-7-16,-1 2 2 0,-1 0-7 0,-5 2-1 16,-1-2-2-16,-3-1-6 0,0 4 2 0,-1-5-6 15,-1 1 1-15,-3-2-1 0,-2 0-2 0,-4 3 0 16,4-4-3-16,-8 4-1 0,8-7-18 0,-9 2-18 15,5-2-31-15,-4 2-26 0,-2-5-37 0,7 0-37 16,0-2-35-16,-1-2-111 0,1-1-322 0,6-1 143 16</inkml:trace>
  <inkml:trace contextRef="#ctx0" brushRef="#br0" timeOffset="46373.93">12253 9183 135 0,'6'-8'143'16,"-6"8"-28"-16,0 0-35 0,0 0-34 0,0-8-45 16,0 8-48-16,0 0-33 0,0 0-84 0,0 0 37 15</inkml:trace>
  <inkml:trace contextRef="#ctx0" brushRef="#br0" timeOffset="51019.64">11302 9605 73 0,'0'0'91'0,"-9"-1"-14"0,9 1 0 0,0 0-17 0,-11-3 8 15,11 3-9-15,-11 0 2 0,11 0-8 0,-12 0-5 16,12 0 3-16,-15-1-5 0,7 2-2 15,0 1 1-15,-3-2-5 0,0 1-2 0,1 0-5 16,-1 1 2-16,-1-2-1 0,2 0-1 0,2 2-4 0,-2-1 9 16,0 0 4-16,10-1-1 0,-14 2 1 0,7-1 0 15,7-1-2-15,0 0-1 0,-14 0-5 0,14 0 6 16,0 0 0-16,-6 1-10 0,6-1 8 16,0 0-9-16,0 0 4 0,0 0-4 0,0 0-3 0,-9 1 1 15,9-1-5-15,0 0 2 0,0 0 0 0,0 0-6 16,0 0 3-16,34-1-1 0,-15-1 3 0,2 0 1 15,10 1-3-15,1-2-3 0,4 0 2 0,-2 0-4 16,2-1 5-16,1 4-6 0,0-4 2 0,0 1 1 16,2 3 1-16,-1-4-3 0,0 0-3 0,2 2-2 15,-5 0-3-15,4-2 6 0,-2 3-5 0,-3-1 3 16,3 0-4-16,-3 0 1 0,0-1-1 0,-7 2 1 16,1-1-4-16,-6 2 1 0,2 0-1 0,-5 0 4 15,0 0-4-15,2-2-3 0,-6 2 2 0,1 0 1 16,-3 0-1-16,-1 2 0 0,-3-2-3 0,-1 0-1 15,-8 0 2-15,14-2-3 0,-14 2 8 0,11 2-6 16,-11-2-8-16,7-2-12 0,-7 2-12 0,0 0-12 16,0 0-14-16,0 0-2 0,0 0-22 0,0 0-25 15,0 0-25-15,0 0-29 0,-25 18-95 0,14-17-276 16,-8-1 122-16</inkml:trace>
  <inkml:trace contextRef="#ctx0" brushRef="#br0" timeOffset="51502.55">11247 9409 72 0,'0'0'161'0,"0"0"-4"0,0 0-4 15,0 0-5-15,-5-6-9 0,5 6-12 16,0 0-13-16,0 0-7 0,0 0-18 0,0 0-7 16,0 0-8-16,0 0-8 0,0 0-11 0,0 0 0 15,0 0-6-15,-13 7-5 0,13-7-2 0,-6 7-5 0,2-1-3 16,0 0-6-16,0 1 2 0,-1 3-4 16,-7 2-1-16,3-2-4 0,-2 5 0 0,-3-2 0 0,2 1 2 15,-1-2-5-15,0-1-3 0,0 0-1 16,2-3 0-16,2-1-3 0,-2 2 0 0,3-2-2 15,0-1 2-15,3-1-4 0,-2-1 0 0,2 2-1 0,-2-3-1 16,7-3-1-16,-11 6 0 0,6-2-1 0,1 0 9 16,4-4-10-16,-6 6-1 0,6-6-3 15,-8 7 4-15,8-7-11 0,-5 7 7 0,4-3 7 0,1-4-3 16,0 0-7-16,0 14 8 0,0-14 9 0,6 10-10 16,-2-2 4-16,6-3 0 0,-2 3-2 0,3-2 5 15,1 0-4-15,5 0 2 0,1 1 3 16,3-1-4-16,-3-1-1 0,10 0 2 0,0 1-2 15,-1 0-5-15,0 0-18 0,-8-1-21 0,3-1-14 0,0 0-30 16,5 3-11-16,-8-1-18 0,0 0-18 0,-4 3-22 16,1-1-107-16,-5-4-280 0,6 2 124 15</inkml:trace>
  <inkml:trace contextRef="#ctx0" brushRef="#br0" timeOffset="51634.13">11665 9873 104 0,'0'0'163'0,"8"-2"-11"0,-8 2-10 0,0 0-19 16,0 0-13-16,0 0-18 0,0 0-42 0,0 0-24 16,0 0-37-16,0 0-31 0,0 0-39 0,0 0-57 15,0 0-150-15,0 0 66 0</inkml:trace>
  <inkml:trace contextRef="#ctx0" brushRef="#br0" timeOffset="55429.53">10644 2927 19 0,'0'0'31'0,"0"0"-3"0,-11 1 0 0,11-1-2 0,-9-1-1 16,9 1-3-16,-9 0 1 0,9 0 5 0,-13 0 9 15,13 0 0-15,-10 0 7 0,10 0 10 0,0 0-13 16,-8 0 10-16,8 0-2 0,0 0-4 0,0 0-3 15,-10-3-2-15,10 3 5 0,0 0 0 0,0 0 1 16,0 0 2-16,0 0-9 0,0 0 14 0,-9-1-16 16,9 1 6-16,0 0 0 0,0 0-8 0,0 0-2 15,0 0-9-15,0 0 3 0,0 0 0 0,0 0-6 16,0 0 2-16,0 0-6 0,0 0 0 0,0 0-3 16,0 0 0-16,0 0-6 0,0 0 3 0,0 0-3 15,0 0 3-15,33 1-6 0,-20-2 2 0,0 1-2 16,6-3 4-16,1 2-5 0,-1-1 7 0,2 1-1 15,-1-1-4-15,8 0 2 0,-7 0 2 0,7-2 0 16,-8 2-8-16,9-2 3 0,-1 2 2 0,0-1-2 16,-1 0-2-16,1 0 5 0,0-1-4 0,-8 4 1 15,2 0 0-15,0 0 1 0,2 0-1 16,-7 0-4-16,6 0-1 0,-2 0 4 0,0-2-1 0,10 2-2 16,-10-1 4-16,1 0-5 0,-2 1 3 0,10-3-2 15,-10 3 2-15,2-2-2 0,-2 1-1 16,3 1 3-16,-1 0-1 0,-3-2 0 0,2 2 3 15,-1-3-5-15,-3 3 1 0,-2 0-3 0,-2-1 7 16,5 0-7-16,-7 1 5 0,2 0-9 0,-1 0 11 0,-2 0-8 16,0 1 6-16,-2-1-3 0,-1 1 3 0,7-1-4 15,-7 0 2-15,-7 0-4 0,18 0 3 0,-5 0 6 16,-2 1-4-16,-2-1-5 0,4 0 6 16,0 0-3-16,-2 0 3 0,0 2-3 0,1-2 7 15,1-2-5-15,-2 4-2 0,3-2 0 0,-2 1 0 16,1-1 3-16,-1 0 4 0,1-1-3 0,1 1 1 15,-1 1-4-15,1-2 6 0,0 1 5 0,4-2-8 0,-5 1 4 16,5 0 4-16,-5 1-1 0,4-1-3 16,-4-1 1-16,1 2 0 0,5-2-2 0,-2 0-1 15,-5 2-3-15,-1 0 5 0,1-2-3 0,-1 1-2 16,-1 1 1-16,2 0 0 0,-12 0-1 0,14 0-2 16,-5 0 3-16,-2 0-14 0,-7 0 14 0,13 0-2 15,-4 0 0-15,-9 0 4 0,16-2-7 0,-6 1 4 16,1 0-3-16,1 1 8 0,2-3 4 0,2 0 2 0,2 0-7 15,1-1 7-15,2 1-2 0,-2-1-1 16,-2 2-1-16,3-1-2 0,-2 1 1 0,-4-1-3 16,-3 1-4-16,1 0 7 0,-2 1-7 0,-1 0 1 15,-4-1 0-15,4 0-1 0,-9 2 0 0,11-1 0 16,-11 1-3-16,11-1 2 0,-5-1-3 0,-6 2 6 16,8-1-7-16,-8 1 2 0,0 0 0 0,13 0 4 15,-13 0 1-15,0 0-6 0,10 1-3 0,-10-1-4 16,0 0 3-16,0 0-3 0,0 0-1 0,8 0 10 15,-8 0-6-15,0 0-3 0,0 0-6 0,0 0 8 16,0 0-5-16,0 0 5 0,0 0-7 0,0 0 1 16,0 0-5-16,0 0-5 0,7 2-13 0,-7-2 7 15,0 0-11-15,0 0 4 0,0 0-13 0,0 0 0 16,0 0-8-16,0 0-7 0,4 3-1 0,-4-3-7 16,0 0-8-16,0 0-6 0,5 7-10 0,-5-7-59 15,0 0-167-15,0 0 74 0</inkml:trace>
  <inkml:trace contextRef="#ctx0" brushRef="#br0" timeOffset="55976.82">12184 2578 36 0,'0'0'135'15,"0"0"-6"-15,0 0-7 0,0 0-14 0,0 0-9 16,0 0-1-16,0 0-14 0,-8-3-8 0,8 3-10 16,0 0-6-16,0 0 2 0,0 0-9 0,0 0 1 15,0 0-12-15,0 0-5 0,18 13-5 0,-9-6-2 16,1-5 0-16,-1 3-5 0,2-1 2 0,2 1 0 16,2 1-2-16,-4-2-4 0,3 2 3 0,-1-2-6 15,4 1 5-15,-2 1-8 0,-1-1 6 0,-1 0-8 16,-1-1-4-16,-2 0 3 0,0 1-3 0,1-3 0 15,-2 2 3-15,-2-1-6 0,-7-3 0 0,14 7-4 16,-8-4-1-16,-6-3 4 0,9 7 2 0,-5-2-4 16,-4-5 0-16,10 10 2 0,-10-10-4 0,2 9 3 15,0-1 7-15,-2-8-11 0,0 13 3 0,0-13 4 16,-2 16-8-16,0-6 7 0,-4-1 2 0,2 2 0 16,-5 3 1-16,0 0-4 0,0-1-1 0,-2 2-2 15,0-2 1-15,0 0 3 0,-2 1 0 0,-1 1 0 16,2-3-4-16,2 0-7 0,-4 1-16 0,5-1-25 15,-2-2-33-15,-1 2-36 0,2 1-31 16,0-2-81-16,3-1-245 0,7-10 109 0</inkml:trace>
  <inkml:trace contextRef="#ctx0" brushRef="#br0" timeOffset="56820.93">10945 2538 133 0,'0'0'165'16,"0"-8"-10"-16,0 8-12 0,0 0-17 0,4-6-6 15,-4 6-21-15,0 0-7 0,0 0-13 0,0 0-8 16,0 0-10-16,0 0-5 0,0 0-5 0,0 0 0 16,21 18 9-16,-13-13-9 0,3 8 3 0,2 1-5 15,0 3-14-15,-3-2 14 0,2-2-4 0,0 3-1 16,1 0-6-16,-2 0-2 0,0-2-35 0,1 1 2 15,-1-1 2-15,0-1-2 0,-2-3 1 0,0-1 2 16,0 1 1-16,0-2-3 0,-1 0-3 0,0-1 5 16,-1 0-1-16,-2-2 2 0,0-1-2 0,0 1 1 15,2-2-1-15,-4 2 5 0,-3-5 5 0,7 5 14 16,-7-5 16-16,5 2 6 0,-5-2 10 0,0 0-6 16,0 0-7-16,9-7-7 0,-4 1-3 0,-1-3-4 15,2 0-2-15,2-5-4 0,1 0-2 0,0-1-8 16,0-1 1-16,2-2-4 0,-2 2 3 0,3-7-7 15,-3 5 0-15,0 1-1 0,2-7-3 0,-3 7-1 16,1-1 1-16,1 1 1 0,-4 3-5 0,1 2 1 16,-3 1-1-16,2 1 0 0,-2 2-3 0,0-1 5 15,-1 5-6-15,1-1-3 0,-4 5 0 16,3-10-5-16,-3 10-9 0,2-4-10 0,-2 4-10 0,0 0-4 16,0 0-16-16,0 0-13 0,0 0 3 15,0 0-20-15,0 0-26 0,-5 31-26 0,-1-17-26 0,-1 2-125 16,-3 2-314-16,4-1 138 0</inkml:trace>
  <inkml:trace contextRef="#ctx0" brushRef="#br0" timeOffset="57233.32">11498 2746 47 0,'0'0'133'0,"0"0"-8"0,0 0-11 0,0 0-7 16,0 0-8-16,0 0-17 0,0 0-12 0,0 0-4 15,0 0-3-15,0 0 0 0,0 0 1 0,-1 14-5 16,1-14-2-16,0 0-10 0,-4 13-6 0,4-13-3 16,-2 9-6-16,2-9 0 0,-2 10-1 0,2-10 6 15,0 0-8-15,2 12 2 0,-2-12 2 0,6 7-2 16,-3-3 3-16,5-2-3 0,0 1 7 15,-8-3-4-15,23 3-1 0,-8-5-1 0,1-2-3 0,4 2-1 16,5-6-3-16,-3 5 0 0,-4-4-4 16,0 1 1-16,1-1 1 0,-4 0-4 0,-2-1-1 15,-3 2 8-15,-1-1-3 0,2-2-4 0,-3 1 0 0,-1-1-1 16,2 0 1-16,-7-2-6 0,1 2 1 0,-1-1 1 16,0 0-6-16,-2 10 2 0,-9-19-3 0,4 14-3 15,-3-3-4-15,-3 4 4 0,-3 0-5 0,1 1 0 16,-5 4-9-16,-3 2-9 0,3 3-11 15,-2-1-16-15,2 4-22 0,-1-1-17 0,-4 5-36 16,7 0-29-16,2-2-123 0,-1 1-294 0,5-2 131 16</inkml:trace>
  <inkml:trace contextRef="#ctx0" brushRef="#br0" timeOffset="63091.38">5795 6115 32 0,'0'0'83'0,"0"0"1"0,3-9-6 0,-3 9-6 16,1-7-2-16,-1 7 6 0,0 0 0 0,1-7 0 16,-1 7 0-16,0 0-5 0,0 0 1 0,3-7-7 0,-3 7-11 15,0 0 2-15,0 0-10 0,0 0-4 0,4-6-3 16,-4 6-3-16,0 0-2 0,0 0-14 0,0 0 5 16,0 0-2-16,0 0-3 0,0 0-13 15,0 0-4-15,0 0-10 0,0 0 1 0,0 0-10 0,0 0 4 16,0 0-13-16,0 0-3 0,0 0 4 15,0 0 2-15,0 0-3 0,0 0-9 0,0 0 23 16,7-4-5-16,-7 4-2 0,0 0-5 0,0 0 7 16,13-1 2-16,-13 1-1 0,0 0 7 0,12-1-8 0,-12 1 8 15,0 0-2-15,9 0-12 0,-9 0 15 0,0 0-4 16,5-3 9-16,-5 3 3 0,0 0 8 0,0 0 6 16,0 0 2-16,0 0 8 0,8-3 4 0,-8 3-1 15,0 0 0-15,0 0 5 0,0 0 3 0,0 0 0 16,0 0-4-16,0 0-3 0,0 0-3 0,0 0-4 15,0 0 3-15,0 0-2 0,0 0-3 0,0 0-2 16,0 0 1-16,0 0-7 0,0 0-5 0,0 0 0 16,0 0-1-16,0 0 3 0,0 0 0 0,0 0-6 15,0 0-5-15,0 0-4 0,0 0-8 0,10-4-1 16,-10 4-4-16,7-3 1 0,-7 3 5 0,8-4 4 16,-8 4-8-16,0 0 8 0,6-3-5 0,-6 3 3 15,0 0 6-15,0 0-1 0,4-6-11 0,-4 6 11 16,0 0 3-16,0 0-2 0,0 0 5 0,0 0 0 15,0 0-3-15,0 0 8 0,0 0-1 0,0 0 0 16,9-1-5-16,-9 1 18 0,0 0-9 0,0 0-2 16,0 0 2-16,0 0 3 0,0 0-8 0,0 0 10 15,0 0-3-15,0 0 4 0,0 0 3 0,0 0 4 16,0 0-6-16,0 0 10 0,0 0-2 0,0 0 2 16,0 0-6-16,0 0 18 0,0 0-12 0,0 0-3 15,0 0-4-15,0 0-1 0,0 0 1 0,0 0-4 16,0 0 3-16,0 0-3 0,0 0 5 0,-14 17 4 15,10-12 9-15,-1 5-3 0,-3-1 1 0,-3 3 8 16,1 4-2-16,-2-2 4 0,-7 7-8 0,0-4 2 16,2 5-6-16,-2 0 0 0,2-2 13 0,-2-1-4 0,6-5 0 15,0 0-5-15,1 0-5 0,2 0-2 0,-3-2 0 16,4-5-6-16,0 6 2 0,2-4-3 0,-1-1-2 16,1 0-5-16,3-3-13 0,1 0-16 15,-2 0-21-15,5-5-18 0,-7 7-26 0,7-7-17 0,-2 6-10 16,2-6-21-16,0 0-10 0,0 0 0 0,0 0-6 15,0 0-88-15,0 0-256 0,0 0 114 0</inkml:trace>
  <inkml:trace contextRef="#ctx0" brushRef="#br0" timeOffset="63419.35">5968 6015 32 0,'0'0'147'0,"0"0"-12"0,0 0-2 16,0 0-16-16,0 0-15 0,0 0-8 0,2-6-11 15,-2 6-7-15,0 0 4 0,0 0-3 0,0 0 6 0,14 9 0 16,-7-7-5-16,-1 2-1 0,3 1-3 0,-1 0-6 15,2 4 1-15,-2-2-5 0,2 6-2 0,-2-6-4 16,4 5-4-16,0 1 0 0,-1-6-5 0,-2 4-5 16,4-3-7-16,-2 3 2 0,-1-3-7 15,4 2 0-15,-3-3-4 0,-3 3-16 0,1-2-28 0,1 0-26 16,-4 2-19-16,-1 1-34 0,1-1-40 0,-4 0-38 16,-1 0-103-16,-2-1-298 0,0 1 133 0</inkml:trace>
  <inkml:trace contextRef="#ctx0" brushRef="#br0" timeOffset="66037.34">4310 6195 151 0,'-2'-9'167'16,"0"1"1"-16,0 3-1 0,2 5-1 0,-4-14-7 0,3 9-2 15,1 5-12-15,0-9-17 0,0 9-13 0,0 0-15 16,-2-8-12-16,2 8-11 0,0 0-10 0,0 0-6 15,0 0-6-15,0 0-8 0,0 0-4 16,9 22-2-16,-4-7-9 0,-1 3-2 0,3 7 4 16,-1 3-8-16,-2 3-1 0,1-1-6 0,-4 4-16 0,1-4 2 15,0 0-3-15,-2 5 6 0,3-4-4 0,-2-4 1 16,0-2-1-16,-1-5 2 0,2-1 0 16,-4-3-7-16,4-2 0 0,-1 5 3 0,-2-8-5 15,1 0 3-15,1-1 3 0,-2-1 0 0,1-9-3 16,1 10 3-16,-1-10 2 0,0 10 2 0,0-10 2 0,1 7 6 15,-1-7 14-15,0 0 9 0,0 0 2 16,0 0-9-16,0 0 1 0,0 0-9 0,0 0 0 16,0 0-4-16,3-27 0 0,2 12-3 0,-1-2-4 15,2-1-1-15,0 1 3 0,5-6-5 0,-3 4-1 16,2 2-5-16,1-7 3 0,0 10-5 0,1 0 1 0,1-1-4 16,-2 2 2-16,-2 6-2 0,3-3-3 15,-6 4-1-15,3 1 1 0,0 1-1 0,1 1-2 16,-2 3-1-16,-8 0 1 0,17 7 3 0,-7-2 4 15,-3 2 2-15,1 3-5 0,2 0-4 0,-2 2 5 16,0 4-4-16,-2-3 5 0,3 3-1 0,-5-5 0 0,0 1 0 16,-2 1 2-16,2 3-8 0,-1-3-1 0,-1-1-15 15,-3-2-10-15,4 3-31 0,-3-1-27 0,-2-1-30 16,1-1-20-16,-2 0-35 0,1-1-142 16,2-9-346-16,-5 9 153 0</inkml:trace>
  <inkml:trace contextRef="#ctx0" brushRef="#br0" timeOffset="66398.28">4738 6096 151 0,'-4'-4'147'16,"4"4"3"-16,-5-6-16 0,5 6-11 0,-7-7-7 15,7 7-3-15,-7-5-12 0,7 5-4 0,-6-4-2 16,6 4-1-16,0 0-10 0,0 0-8 0,-7-3 0 16,7 3-17-16,0 0 5 0,0 0-3 0,-6-6 1 15,6 6-8-15,0 0-7 0,0 0-8 0,0 0 0 16,0 0-8-16,0 0 3 0,18-2-9 0,-6-1 3 15,5 0-5-15,3-1 2 0,8-2-7 0,-3 1-2 16,4 1-2-16,0-1-2 0,-7 3-6 0,-1 0-19 0,-3 2-15 16,0 0-25-16,-5 0-23 0,1 0-34 15,-1 2-18-15,-3 0-13 0,-3 1-22 0,0 1-88 16,-7-4-271-16,10 5 120 0</inkml:trace>
  <inkml:trace contextRef="#ctx0" brushRef="#br0" timeOffset="66617.07">4866 5951 50 0,'0'0'194'0,"-4"-4"-13"0,4 4-15 16,0 0-14-16,0 0-17 0,0 0-17 0,0 0-14 16,0 0-9-16,0 0-8 0,0 0-7 0,0 0-1 15,-1 23 0-15,1-23-14 0,5 18-3 0,-4-1-11 16,2-2 2-16,1 4-7 0,-2 5-2 0,1-4-5 15,-2 5-34-15,-1 1-26 0,0-1-28 0,-1-1-34 16,0 3-32-16,-3-3-42 0,-5 1-87 0,2-1-263 16,2-5 116-16</inkml:trace>
  <inkml:trace contextRef="#ctx0" brushRef="#br0" timeOffset="67457.07">3128 7582 34 0,'0'0'92'0,"0"0"-9"16,0 0-3-16,0 0-6 0,0 0-18 0,0 0-5 15,0 0-13-15,0 0-17 0,0 0-14 0,0 0-10 0,0 0-19 16,0 0-16-16,0 0-42 0,0 0-84 15,0 0 37-15</inkml:trace>
  <inkml:trace contextRef="#ctx0" brushRef="#br0" timeOffset="71628.34">3721 7380 50 0,'5'-6'129'0,"2"-1"-2"0,0-2-11 0,6-2-5 16,0-3-3-16,-1 1-3 0,3 1-7 0,-1-3-13 16,0 0 1-16,5-5-7 0,-4 1-1 0,-1 5-3 15,-1-2-5-15,-3 3-5 0,3-2-4 0,-1 1-2 16,-1-4-7-16,-1 4-2 0,1-2-9 0,-4 3 4 16,2-1-8-16,-1 0-2 0,-4 4-2 0,1-1 3 15,-1 1-4-15,1 1 2 0,-3 5 3 0,-1-3 2 16,-1 7 4-16,4-11-8 0,-2 7 1 0,-2 4-9 15,2-7 3-15,-2 7 1 0,0 0-2 0,3-9 1 16,-3 9-6-16,0 0-10 0,0 0 3 0,0 0-3 16,2-6-3-16,-2 6-3 0,0 0-2 0,0 0 0 15,0 0-1-15,0 0-2 0,0 0-2 0,-7 23 3 16,4-15 0-16,-1 5-1 0,2-3 2 0,-2 2-5 16,1 0-3-16,1 4 5 0,-1-3 2 0,2-4-6 15,0 0 2-15,1 1 1 0,0-3-3 0,1 3 2 16,0-1 1-16,4 0 0 0,0 0 2 0,-1-1-3 15,0-3 4-15,2 2 5 0,2-3-6 0,1 3-5 16,1-2 6-16,1-2-6 0,1-2 4 0,-1 0-2 16,0-1 6-16,4-2-6 0,-3-1-1 0,6 0 4 15,-7 0-1-15,6-4-1 0,-7 1 2 0,2 1 0 16,-2-2-1-16,-1 2 1 0,0-3 3 0,0 0-2 16,-2 0-3-16,1-2-3 0,-1 0-1 0,0-1-4 15,-2 2 4-15,0 0 2 0,-1 0 3 0,-1 4-7 16,1-2 6-16,-4 7-6 0,2-11 5 0,-1 4-7 15,-1 7 4-15,3-10 5 0,1 4-3 0,-4 6 0 16,1-9 1-16,-1 9 4 0,1-8-3 0,-1 8-3 16,0 0 0-16,0-8 0 0,0 8 3 0,0 0-4 15,0 0 0-15,3-6 0 0,-3 6 1 0,0 0-1 16,0 0-2-16,0 0 0 0,0 0 5 0,0 0-1 16,2-7-3-16,-2 7 1 0,0 0 2 0,0 0-1 15,0 0 2-15,0 0-1 0,0 0-1 0,0 0-2 16,0 0 6-16,0 0-1 0,0 0-2 0,0 0-2 15,0 0 5-15,0 0 0 0,0 0-4 0,0 0 3 16,0 0-1-16,0 0-5 0,0 0 6 0,0 0-8 16,0 0 10-16,0 0-3 0,0 0 2 0,0 0-4 15,0 0-1-15,0 0 3 0,0 0-2 0,0 0 3 16,0 0-3-16,0 0-1 0,0 0 3 0,0 0-1 16,0 0 3-16,0 0-1 0,0 0-1 0,0 0-5 15,0 0 3-15,0 0 1 0,0 0-1 0,0 0-7 16,0 0 9-16,0 0-4 0,0 0 4 0,0 0-1 15,0 0 0-15,0 0 0 0,0 0 3 0,0 0-5 16,0 0 1-16,0 0 0 0,0 0 0 0,0 0 2 16,0 0 2-16,0 0-1 0,0 0-1 0,0 0-2 0,0 0 3 15,0 0-4-15,0 0 4 0,0 0-3 16,0 0 1-16,0 0 2 0,0 0 1 0,0 0 1 16,0 0-6-16,0 0 4 0,0 0 2 0,0 0-3 15,0 0 0-15,0 0-3 0,0 0 2 0,0 0-1 0,0 0 2 16,0 0 2-16,0 0-3 0,0 0 1 15,0 0-4-15,0 0 4 0,0 0-3 0,0 0 6 16,0 0-1-16,0 0-4 0,0 0 0 0,0 0 3 16,0 0 1-16,0 0-2 0,0 0 0 0,0 0 1 15,0 0 1-15,0 0 0 0,0 0 0 0,0 0-5 0,0 0 6 16,0 0-2-16,0 0-1 0,0 0 0 0,0 0 2 16,0 0-2-16,0 0 2 0,0 0-4 15,0 0-5-15,0 0 1 0,0 0-6 0,0 0 1 16,0 0-1-16,0 0-3 0,0 0-3 0,0 0 0 15,0 0-6-15,0 0-11 0,0 0-10 0,0 0-6 0,0 0-20 16,0 0-34-16,0 0 6 0,0 0-15 0,0 0-12 16,0 0-17-16,-16 16-89 0,9-10-250 15,0 0 110-15</inkml:trace>
  <inkml:trace contextRef="#ctx0" brushRef="#br0" timeOffset="73091.48">4242 6995 110 0,'0'0'128'0,"-5"-12"5"16,5 12-3-16,-8-4-19 0,2 2-7 0,6 2-1 16,-10-3 0-16,10 3-12 0,-14-2-3 0,3 2-3 15,-1 0-10-15,-6 2-4 0,5 1 1 0,-7 1 2 16,1 0-8-16,1 1-7 0,0 2-1 0,3 2-3 15,-3-1-7-15,4 2 0 0,-3 1-3 0,2 3-5 16,-2 0-3-16,3-2 2 0,0 2-10 0,0 2-1 16,1-3-4-16,3 0-6 0,0-1 2 0,3-1-3 15,1 2 2-15,2-2-9 0,-1-2 3 0,2 3 0 16,-1-3-5-16,3 2 2 0,1-1-2 0,0 3-1 16,1-3-3-16,2-4 5 0,1 3 0 0,1 1-3 15,-1-6 1-15,2 1 2 0,1 2-6 0,3-4 2 16,0 1 2-16,3-1-1 0,-2 0 1 0,0-3-4 15,0 2-7-15,1-4 6 0,0 0-2 0,0-2-6 16,2 3 8-16,0-5-3 0,0-1 6 0,-2-1-7 16,3-3-1-16,-1 0-2 0,-4 0 3 0,3-2 0 15,1-2 1-15,-1 0 1 0,-2-1 1 0,-2-1-3 16,2-1-3-16,-4 2 0 0,3-2 3 0,-3 0-1 16,-1 1-1-16,-1-2 6 0,0 2-4 0,-3-1-3 15,0 2 6-15,1 0 5 0,-2 3 7 0,-1 3-4 16,1-2 4-16,1 4 0 0,-4-1 8 0,2 9 1 15,0 0-2-15,2-13 0 0,-2 13-1 0,0-9-5 16,0 9 1-16,0 0-5 0,0 0-3 0,0 0-8 16,0 0 5-16,0 0-3 0,0 0 1 0,0 0 2 15,0 0-2-15,-6 25-4 0,5-12 6 0,-3 4-1 16,-1-1-4-16,3 4 2 0,-1-2 1 0,3-3-5 0,-4 3 3 16,6-3 0-16,-2 2 2 0,-2-4-1 15,4-1 4-15,-2-1-5 0,0 0 1 0,1 2 0 16,0-5-1-16,3 2 3 0,0-1-2 0,2-2 3 15,-2-1-3-15,0 0 3 0,2-2-1 0,1 2-3 16,0-4 2-16,1 2-2 0,0-3 3 0,2 1 0 0,1-2 0 16,0-2-3-16,-1 0-1 0,3-2 0 15,-4 0 0-15,3 0-2 0,-1-2 3 0,-2-1-6 16,2-3 1-16,-2 2-1 0,3-7 2 0,-5 2 0 16,3-1-5-16,-3 0-2 0,-3 2 3 0,0-4-1 15,-2 1-2-15,1 4 2 0,-3-2-1 0,3 0 4 16,-1 3-1-16,-4 0-2 0,2-2 7 0,0 2-3 15,-1-1 2-15,-3 3-3 0,3 1 4 0,1 7 2 16,-2-10-5-16,2 10 4 0,-3-6-3 0,3 6 1 16,0 0 5-16,-4-8-9 0,4 8 3 0,0 0-2 15,-4-5 3-15,4 5-4 0,0 0 0 0,0 0 6 16,0 0-4-16,0 0 0 0,-16 4 5 0,16-4-4 16,-7 4 0-16,7-4-2 0,0 0 2 0,0 0-5 15,-6 2-1-15,6-2-1 0,0 0-1 0,0 0 5 16,0 0 0-16,0 0-1 0,0 0 0 0,0 0-4 15,0 0 2-15,0 0 5 0,0 0-1 0,0 0 2 16,0 0 1-16,0 0-3 0,-8 3 1 0,8-3 3 16,0 0 1-16,0 0-2 0,0 0-1 0,0 0 0 15,0 0-2-15,0 0-1 0,0 0-3 0,7-20 6 16,-7 20-6-16,0 0 3 0,0 0 3 0,0 0-7 16,0 0 1-16,0 0-2 0,6-3 3 0,-6 3 0 0,0 0 4 15,0 0 0-15,20 4 0 0,-11-2-2 0,2-1 4 16,0-1 2-16,1 0-4 0,0 1 2 0,-1 1 0 15,-1-1 0-15,2 0 1 0,-1 1-1 16,-1-1 2-16,-2 2-2 0,-1-2 0 0,0 2-4 16,1-1 1-16,-8-2 2 0,11 4 3 0,-7-2-2 15,1 1-2-15,-5-3-3 0,5 10 1 0,-2-6 6 0,-3 3-3 16,0-7 0-16,2 16 5 0,-3-6-7 16,0-2-1-16,-1 4 0 0,0-3 4 0,0 2-5 15,1 1 8-15,0-1-2 0,1 1 1 0,-3-1 1 16,2 0-2-16,0 0 0 0,1-1 2 0,1-1 7 15,0 0-13-15,1-2 3 0,0 0 3 0,1-1 3 0,1 0-9 16,-1 0 6-16,4-2 0 0,-1 0 3 16,1-1-3-16,-1 0 4 0,3-1-2 0,2-1 2 15,0-2 0-15,3-1-1 0,-3 2 4 0,6-7-8 16,-7 3 4-16,5-4 2 0,-2 1-5 0,-1 0 4 16,2-3 1-16,0-5-1 0,-3 1 6 0,3-1-10 0,-1-1 3 15,-2 1 2-15,-1-3 0 0,-3 2-2 0,1-1-5 16,-1-1 4-16,-1 2 2 0,-4-2-1 15,-1 0-1-15,1 2-5 0,-1 3 8 0,-2 3 1 16,-1-2 0-16,1 4 9 0,0 0-4 0,1 8 2 16,-4-13-6-16,0 9 3 0,0-2-7 0,4 6-1 0,-7-4 1 15,7 4 3-15,-16 5-4 0,6 2 1 0,0 3 2 16,-2 4-9-16,0 0 9 0,3 1-1 0,-2 9-4 16,3-6 2-16,3 0 3 0,1-1-3 15,2-4 1-15,4 4 7 0,-1-5-18 0,2 1-15 16,4 4-10-16,1-3-29 0,2 0-24 0,4-3-23 0,-1-1-26 15,2-1-139-15,1 0-297 0,1-3 133 16</inkml:trace>
  <inkml:trace contextRef="#ctx0" brushRef="#br0" timeOffset="73659.09">3529 8171 89 0,'5'-17'180'0,"1"8"-12"0,0-1-9 16,7-5-8-16,-3 2 1 0,3-1-10 0,3-6-7 15,-3 4-3-15,1 1-6 0,3-5-15 0,-1-2-6 16,-1 1-11-16,-2 0-4 0,-4 6-8 0,3-1-8 16,1-2-8-16,-4 4-5 0,-2-2-2 0,2 1-5 15,-4 3-1-15,-2 1 12 0,0 2 0 0,-1 2-3 16,-1 1-4-16,3-1-6 0,-4 7-8 0,2-9 0 16,-2 9-6-16,0-7-5 0,0 7-5 0,0 0-2 15,0 0-9-15,0 0-3 0,0 0-2 0,0 0 0 16,0 0-5-16,0 0 1 0,0 0-4 0,-11 22 8 15,7-12-4-15,1 3-25 0,0 3 2 0,-1 0-2 16,2-5 6-16,-1 1 0 0,4 4 1 0,2-4 0 16,1 3-9-16,0-3 2 0,1 0-6 0,1-4-12 15,1 2-20-15,3-1-21 0,0 0-14 0,2-2-31 16,4 0-35-16,-3-2-27 0,0-1-155 0,-3-2-366 16,1-1 162-16</inkml:trace>
  <inkml:trace contextRef="#ctx0" brushRef="#br0" timeOffset="74116.95">4043 8050 4 0,'0'0'189'0,"0"0"-11"16,0 0-6-16,0 0-7 0,0 0-14 0,8-15-14 15,-7 8-11-15,3-3-7 0,-2 0-2 0,4-6-13 16,1 2-7-16,1-1-1 0,-1 0-3 0,0-4-8 16,3 3-7-16,-1 0-11 0,-1 3 1 0,-2 3-15 15,2 0-5-15,-3 1-5 0,5 1-6 0,-3 1-4 16,0 2-7-16,0 1-4 0,0 0-5 0,-7 4 0 16,12-2-6-16,-12 2 1 0,13 3-3 0,-6 1 3 15,0-1-2-15,0 3-6 0,-1-1-3 0,-1 3 4 16,1 1-1-16,-1 2 2 0,0-1 4 0,-1 1-13 15,1 0-13-15,-2 2-20 0,-1-1-20 0,2-1-31 16,-5-1-33-16,3 2-32 0,2-2-36 0,-5 3-107 16,1-13-319-16,1 16 140 0</inkml:trace>
  <inkml:trace contextRef="#ctx0" brushRef="#br0" timeOffset="74461.12">4394 7874 152 0,'3'-3'173'16,"1"-4"-12"-16,-1 0-4 0,2 0 2 0,0-2-4 15,2 0 1-15,-3 0-8 0,1-1-10 0,-1 2-8 16,0-1-15-16,1 0 2 0,-1 2-5 0,0 4-2 16,-2-5-10-16,-2 8-7 0,5-9-10 0,-2 6-4 15,-3 3-7-15,0 0-5 0,4-8-10 0,-4 8-6 16,0 0-9-16,0 0-3 0,0 0-9 0,6-5-5 15,-6 5-6-15,0 0-3 0,0 0-1 0,7 12 2 16,-5-3-4-16,3 4-2 0,0 4-2 0,-1 1 1 16,3 9 0-16,-2-2-1 0,2 3-1 0,-4 1-1 15,2 0 2-15,0 0 0 0,-1 0-4 0,-1 1 1 16,1-2-3-16,-3 0 1 0,-1-1-8 0,1 0-9 16,-1-8-7-16,0 6-9 0,0-6-5 0,-1-2-9 15,0 1-6-15,1 0-25 0,-2-1-5 0,0 0-25 16,-1-2-12-16,0-4-38 0,1 2-21 0,-2 0-160 15,-2 4-362-15,-1-7 160 0</inkml:trace>
  <inkml:trace contextRef="#ctx0" brushRef="#br0" timeOffset="74654.45">4244 7773 70 0,'-2'-8'125'0,"2"8"-36"15,3-9-27-15,2 4-34 0,0 1-17 0,4-1-20 16,3 4-54-16,-1 1-68 0,4 1 30 0</inkml:trace>
  <inkml:trace contextRef="#ctx0" brushRef="#br0" timeOffset="74997.17">4616 7965 70 0,'0'0'172'0,"10"-10"-4"0,-4 3-1 0,3-2-10 16,-1-1-5-16,0 0-11 0,-1 2-12 0,6-6-7 15,-3 0-14-15,3 2-10 0,-2-3-11 0,0 2-8 16,-2-2-8-16,1 3-4 0,-4-1-10 0,1 5-2 15,0-1 0-15,-3 2-3 0,-1 2-2 0,-1 0 0 16,-2 5-6-16,3-9-4 0,-3 9-7 0,0 0-5 16,0-9-4-16,0 9-3 0,0 0-3 0,0 0 1 15,-13-2-8-15,13 2 1 0,-17 4-6 0,10 2 3 16,-5 2-4-16,3 0-1 0,0 1 0 0,-3 6-2 16,1-3 6-16,5 0-6 0,1-2 2 0,0 3-1 15,0-2 0-15,1 1-1 0,1-2-4 0,5 1-6 16,-2-4-1-16,2 2 3 0,3-1-3 0,3 2-10 15,-2-5-9-15,3 2-25 0,4-1-13 0,-2-2-29 16,7-3-22-16,-1 1-21 0,1-1-10 0,-1-2-21 16,2-1-88-16,-8 0-279 0,7-4 123 0</inkml:trace>
  <inkml:trace contextRef="#ctx0" brushRef="#br0" timeOffset="75242.95">5037 7590 146 0,'-5'-5'201'16,"0"2"-17"-16,5 3-14 0,-11-6-18 0,5 4-13 15,6 2-13-15,-13 2-11 0,5 3-11 0,-2 2-9 16,-2 2-12-16,4 1-4 0,-2 5-9 0,1 1-5 16,3 1-7-16,1 1-3 0,1 1-10 15,1 0-8-15,3-1 0 0,-1-2-8 0,5 2-8 0,0-2-8 16,2 0-7-16,-1-6-8 0,5 3-8 0,-2-3-23 15,0 0-18-15,3-2-15 0,0 0-14 0,-1-4-21 16,0 3-11-16,1-3-9 0,1-2-16 0,1 1-83 16,-6-3-238-16,1 0 105 0</inkml:trace>
  <inkml:trace contextRef="#ctx0" brushRef="#br0" timeOffset="75476.83">5169 7554 52 0,'-3'-12'178'0,"2"3"10"0,-1 0 3 0,-1 3-2 0,3 6-5 16,-2-11-19-16,2 11-14 0,-3-7-24 0,3 7-12 15,0 0-18-15,0 0-13 0,0 0-6 0,0 0-4 16,0 0-10-16,8 35 0 0,-6-17-7 0,1 8 0 16,-1 0-7-16,1 0-2 0,-1-2-9 15,0 2-3-15,-1-7-3 0,0-1-3 0,1 2-2 0,-1-1-8 16,-1-1-21-16,1 0-24 0,-2-3-29 0,2 2-23 15,-2-4-36-15,2 0-29 0,-1-3-21 0,-1 3-141 16,0-1-330-16,-2-5 146 0</inkml:trace>
  <inkml:trace contextRef="#ctx0" brushRef="#br0" timeOffset="75650.7">5069 7709 111 0,'0'0'117'0,"13"-4"-33"0,-6 2-34 15,0 2-16-15,3-2-27 0,1 4-29 0,-1 0-42 16,0 3-69-16,-1-2 31 0</inkml:trace>
  <inkml:trace contextRef="#ctx0" brushRef="#br0" timeOffset="75954.35">5252 7876 122 0,'8'-5'170'0,"-8"5"-6"0,9-8 5 0,-2 0-9 15,1-1-15-15,0 1-5 0,3-5-15 0,1 4-6 16,-1-4-8-16,1 2-12 0,0-3-9 0,-1-1-7 16,-4 2-11-16,1 1-4 0,1-2-11 0,-4 2-3 15,2-3-3-15,-4 4-10 0,0 2 1 0,1-4-10 16,-3 4-2-16,0 1 0 0,0-1-6 0,-1 9 0 15,0-10-1-15,0 10-2 0,-2-10-8 0,2 10-3 16,-9-5-1-16,9 5 1 0,-10-1-8 0,10 1 3 16,0 0-3-16,-18 8 1 0,10 0-2 0,1-1-2 15,0 3 2-15,2 0-2 0,-1 2 1 0,2-1 1 16,3 1 3-16,-1 1-2 0,1-5 2 0,4 5-7 16,-2-5-13-16,3 2-15 0,3-1-20 0,0-1-25 15,2 1-21-15,2-3-20 0,3-1-24 0,-2-2-6 16,3 1-5-16,-2-3-98 0,6 0-272 0,-2-2 121 15</inkml:trace>
  <inkml:trace contextRef="#ctx0" brushRef="#br0" timeOffset="76377.82">5667 7642 146 0,'2'-7'160'0,"-2"7"5"16,-3-13-7-16,3 13 1 0,-2-10-2 0,-1 5 1 15,3 5-11-15,-8-6-11 0,8 6-16 0,-10-2-10 16,10 2-12-16,-14 1-8 0,4 4-11 0,0 2-7 15,1 1-8-15,-4 3-5 0,3-2-7 0,2 1 3 16,-3 4-13-16,6-5 0 0,-2 2-1 0,2 0-9 16,2 0-1-16,-1-1-7 0,4-1-5 0,-1 1-5 15,4-1-5-15,-2-2-4 0,3 0-4 0,1-1 1 16,0-2-8-16,4 1 3 0,-1-3-7 0,1 1-2 16,2-2-5-16,2-2 2 0,-1-2 2 0,-1-1-4 15,0 0 2-15,0-3-2 0,0 1 3 0,3-2 2 16,-7 0-5-16,3-2-3 0,-2-3-3 0,-2-2 5 15,-2-3 5-15,0 0-2 0,-3 1 1 0,0-1 2 16,-1-8-1-16,-1 6 4 0,0-4 1 0,-1 0 3 16,-1-2 10-16,1 2-5 0,1 6 5 0,-2-2 18 15,2 2 4-15,-1 0 11 0,-1 7 13 0,3-2 5 16,-1 3-3-16,-1 1 7 0,1 2 7 0,1 7-11 16,-5-11-11-16,5 11-8 0,0-5-9 15,0 5-3-15,0 0-3 0,0 0-1 0,0 0-5 0,-1 25 1 16,1-5-2-16,0 7-4 0,-3 1 0 0,6 4 9 15,-6 0-12-15,7-2-5 0,-5-1-8 0,2 4-24 16,-1-5-23-16,1-1-21 0,-1-1-26 0,0-7-42 16,3 2-23-16,1-5-29 0,-2 3-157 0,0-2-377 15,1-5 168-15</inkml:trace>
  <inkml:trace contextRef="#ctx0" brushRef="#br0" timeOffset="76536.59">5961 7703 115 0,'0'0'150'0,"0"0"-26"0,0 0-34 0,5-4-28 16,-5 4-46-16,0 0-39 0,0 0-66 0,0 0-97 16,0 0 42-16</inkml:trace>
  <inkml:trace contextRef="#ctx0" brushRef="#br0" timeOffset="79814.73">17944 5145 29 0,'0'0'72'0,"0"0"-7"0,0 0 4 16,-10-14-8-16,10 14-3 0,0 0-4 0,0 0-3 15,0 0-9-15,-4-4-3 0,4 4-9 0,0 0-4 16,0 0-10-16,0 0 2 0,-13 0-3 0,13 0-5 16,0 0-17-16,-14 4-7 0,7-3-10 0,7-1-16 15,-14 5-9-15,4-1-39 0,1-1-93 0,-1 0 42 16</inkml:trace>
  <inkml:trace contextRef="#ctx0" brushRef="#br0" timeOffset="81889.64">17863 5186 98 0,'-5'-6'107'0,"5"6"-9"0,0 0 4 0,0 0-9 16,0 0 8-16,-1-8-8 0,1 8-4 0,0 0-7 15,0 0 6-15,0 0-15 0,0 0-10 0,0 0-4 16,0 0-9-16,0 0 1 0,0 0-18 0,0 0 0 16,0 0 0-16,0 0-4 0,0 0-5 0,0 0-2 15,0 0 0-15,24 14-1 0,-16-4 2 0,-1-4 2 16,4 8-9-16,-1-1-1 0,-1-1 3 0,0 3-8 15,1 0 4-15,-1 1-6 0,0-1 5 0,1 0-3 16,-2 2-3-16,2-1-18 0,-1-1-18 0,2 2-23 16,-2-3-21-16,0 1-23 0,0-1-25 0,-1-1-87 15,-4-2-223-15,4-3 99 0</inkml:trace>
  <inkml:trace contextRef="#ctx0" brushRef="#br0" timeOffset="82381.1">18447 5341 111 0,'0'0'173'16,"5"-7"-14"-16,-5 7-14 0,8-6-8 0,-3 2-10 16,3-3-11-16,-1 2-14 0,2 0-4 0,2 0-8 15,-1-1-11-15,1 1-6 0,-1-1-7 0,2-1-5 16,1 2-5-16,1-4 2 0,-4 2-4 0,0 1-2 16,-1-2-7-16,2 3 1 0,-3-2-2 0,1-3-2 15,-1 4-3-15,-3-4-8 0,2 1-1 0,-1 0 5 16,-2 1-10-16,0-2-2 0,-2 2 2 0,-1 0 3 15,3 4-2-15,-4 4-1 0,0-12-3 0,0 12-3 16,-2-10-6-16,2 10-1 0,-8-8-2 0,4 6-3 16,4 2-5-16,-12-6 3 0,5 6-2 0,7 0-2 15,-22 4-2-15,11 1 0 0,-1 2 1 0,-2 3-2 16,-1 2 7-16,0 2-1 0,-1 5 5 0,1 1-3 16,5-2 1-16,-2 4-4 0,7-4 5 0,-1 0-2 15,2 0 1-15,4 1 1 0,-1 0-2 0,3-3 1 16,1 1-1-16,3 0 0 0,3-2 2 0,0-1 1 15,4-2-3-15,2 0-7 0,-1-2-6 0,3 0-17 16,1-1-18-16,1-3-24 0,-1-1-24 0,1 0-27 16,0-5-21-16,-1 4-32 0,0-4-125 0,-7-1-319 15,2 1 141-15</inkml:trace>
  <inkml:trace contextRef="#ctx0" brushRef="#br0" timeOffset="82695.69">18731 4908 50 0,'0'0'190'16,"-4"-6"-4"-16,4 6-13 0,0 0-13 0,-2-6-17 16,2 6-15-16,0 0-15 0,0 0-14 0,0 0-6 15,19-8-8-15,-7 5-8 0,9 1-10 0,10-1-8 16,0-3-11-16,4 4-12 0,2-2-11 0,0-1-21 16,-3 3-21-16,-3 0-10 0,-1 0-18 0,-7 1-31 15,-4 0-13-15,-2 2-27 0,-5 2-18 0,-1-1-72 16,-8 1-222-16,1-1 98 0</inkml:trace>
  <inkml:trace contextRef="#ctx0" brushRef="#br0" timeOffset="83323.25">17839 5163 76 0,'0'0'118'16,"0"0"-12"-16,0 0-6 0,0 0-14 0,0 0-9 16,0 0-2-16,0 0-6 0,0 0-7 0,0 0 2 15,-14 22 3-15,6-12 4 0,-7 3-13 0,-7 7 4 16,2 2-5-16,-5 1-3 0,0-1-3 0,-2 0-11 0,1 3-6 16,1-1-18-16,-1-4-20 0,2 0-20 15,1-1-21-15,1-1-12 0,3 2-26 0,4-6-21 16,2 1-67-16,-1-2-186 0,5-2 82 0</inkml:trace>
  <inkml:trace contextRef="#ctx0" brushRef="#br0" timeOffset="85770.93">19259 5324 37 0,'-5'-1'116'0,"5"1"-17"0,-13-4-8 16,1 4-4-16,1 2-9 0,-1-2 1 0,-2 3-4 16,1 2-14-16,-3 0 4 0,0 3-9 0,4 0-4 15,-2 3-1-15,-2 0 0 0,2 1-7 0,3 0-5 16,1-2-1-16,1 2-4 0,2-1-4 0,2 1-3 15,0-2 2-15,1 2-4 0,3-2-5 0,1 0 1 16,0 2-3-16,1-3 4 0,3 1-5 0,4-3-7 16,-3 0 6-16,2-1-2 0,3 1-5 0,1-3 6 15,-1 0-1-15,3-2 1 0,1-2 1 0,-1 0-6 16,1-1-6-16,-1-2 5 0,-1-1-3 0,1-1 5 16,-1 1-1-16,0-3-8 0,3-2 4 0,-5-1 1 15,1-2-2-15,-2 2 6 0,3-3 2 0,-7 1 4 16,2-3 1-16,0-2 3 0,-2 6-2 0,0-4 0 15,-1 0 0-15,-2 3 9 0,1 0 4 0,0-1 1 16,-2 3-1-16,0 0 3 0,0 2 3 0,-1 8 3 16,3-11-6-16,-2 5 4 0,-1 6-4 0,2-8-12 15,-2 8 3-15,0 0-9 0,0 0-3 0,1-7-6 16,-1 7 5-16,0 0-10 0,0 0 4 0,0 0-2 16,0 0 5-16,-3 24-4 0,3-11 1 0,-1-1 1 15,1-2-5-15,0 3-1 0,1-2 2 0,-1 3-2 16,2-3 2-16,-1 0 10 0,3 2-12 0,1-2 0 15,-3-1 2-15,2 1 3 0,1-3-3 0,2 2 2 16,0-3-2-16,2 0 0 0,-1 1 2 0,1-2-1 16,2-2-2-16,0 0 4 0,-1-2-3 0,3 0 2 15,-2 0 0-15,-2-3-8 0,5 0 0 0,-2-3 0 16,-2 0-2-16,0 1 3 0,-2-4-4 0,1-2-2 16,0 1 0-16,-3-4-2 0,0-1-3 0,0-2 4 15,-4 2 0-15,1 1 0 0,-2-5 0 0,-1 2 0 16,-1 0 1-16,-1-1-3 0,0 2 2 0,-1 2 0 15,-1 2-1-15,2 1 3 0,-5-1-2 0,1 2 1 16,0 0 7-16,1 4 0 0,-2-1-1 0,2 1 0 16,0-1-1-16,5 5 12 0,-10-5-16 0,10 5-1 15,-7-5-1-15,7 5-7 0,-4-4-9 0,4 4-6 16,0 0 5-16,0 0 2 0,0 0 1 0,0 0 8 16,0 0-2-16,0 0 2 0,23 9 5 0,-12-8 2 15,0-1-2-15,5 2 3 0,1-1 3 0,0-1-3 16,-3 3 5-16,3-3-5 0,-2 1 0 0,-3-2 5 15,-2-1-6-15,1 5 4 0,-3-1-3 0,-8-2 1 16,12 0-5-16,-7 0 3 0,-5 0-2 0,10 3 3 16,-10-3 0-16,6 6 3 0,-2-2-4 0,-1 3 3 0,1-1 0 15,-2 4 2-15,2 0-2 0,-3 1 3 0,2 0-3 16,0 5 6-16,-3-5-6 0,2 2 3 0,0-1 3 16,-2 2 0-16,4-4-1 0,-1 3-1 15,1-2 4-15,1-1-3 0,0-1 3 0,-1 1 1 16,2-4-1-16,2 2 2 0,-1-3-1 0,3 2-2 0,2-1 2 15,1-2 0-15,-2-2 3 0,3-1-4 0,4-1 3 16,1-1-4-16,-6-1 0 0,5-1 3 16,-5-1 0-16,-3-3-1 0,7 0 5 0,-6-1-6 0,2-2 2 15,-1-1-1-15,-5 0-3 0,3-4 1 0,-2 0 0 16,-3-1-4-16,-1 0 2 0,-1 0 0 0,-2 3-2 16,0 0 4-16,-2 2-1 0,0-1-1 0,-1 3-4 15,-2-1 4-15,2 1 1 0,-2 4 0 0,4 5-1 16,-6-8 0-16,6 8-4 0,-12-2-1 15,12 2 0-15,-20 9 2 0,8-3 1 0,-2 9 0 0,-1-1 6 16,-2 8-5-16,6-6 0 0,-2 7-12 0,5-4-8 16,-2 4-12-16,6-4-15 0,3 0-8 0,1 1-29 15,1-2-20-15,2 2-21 0,1 0-112 0,-3-1-256 16,1-2 114-16</inkml:trace>
  <inkml:trace contextRef="#ctx0" brushRef="#br0" timeOffset="86502.36">18576 6408 52 0,'-6'1'165'0,"6"-1"-14"15,0 0-12-15,0 0-12 0,0 0-4 0,13-25-9 0,-1 11-10 16,8-3-8-16,3-2-6 0,-2 0-5 0,2 0-15 16,-1-3-3-16,-1 3-7 0,-2-2-7 0,-1 0-1 15,-3-1-7-15,-4 7-3 0,0-1 3 0,-2 0-2 16,-4 5-2-16,-1 1 7 0,-1 0 1 16,1 2 3-16,-2 2 0 0,-2 6-10 0,-2-10-7 0,2 10 1 15,2-9-5-15,-2 9-3 0,0-8-9 0,0 8-1 16,0 0-5-16,0 0-7 0,0 0 3 0,0 0 1 15,0 0 0-15,-13 19-3 0,8-8-1 0,-2 1 0 16,3 5-1-16,-1-1 2 0,1 0 0 0,1 0-6 16,1 1 2-16,1-1 0 0,1-4 0 0,0 2 2 15,0-4 0-15,4-1-6 0,0 1-2 0,0 0 0 16,1-1 0-16,2-3 2 0,2 1-7 0,0-3 2 16,4-1-3-16,0 2 2 0,1-5 4 0,2 0-3 15,-3-1-5-15,1-1 2 0,-2 0 0 0,0-3 0 16,0 0-7-16,0-2 8 0,0 1-8 0,3-4-2 15,-3 0 5-15,0-3 5 0,-5 5-4 0,3-7 2 16,1 0 3-16,-5 5-7 0,-1-3 10 0,3-1-1 16,-3 2 6-16,0 1-5 0,-1 3-2 0,-1 1-2 15,-2 2 6-15,-1 5-4 0,3-11-6 0,-3 11 6 16,0 0-4-16,0 0 1 0,0 0 2 0,0 0 0 16,0 0 1-16,0 0-3 0,0 0 1 0,6 20 2 15,-6-20-3-15,1 11 7 0,-1-11 0 0,0 11 2 16,0-11-1-16,0 10-3 0,0-10 3 0,1 5 1 15,-1-5 0-15,0 0 5 0,2 8-2 0,-2-8 5 16,0 0 1-16,0 0 8 0,0 0 3 0,0 0 5 16,0 0 5-16,0 0 2 0,0 0-7 0,0 0-1 15,0 0 0-15,0 0-8 0,0 0-4 0,19-14 1 16,-14 9 2-16,5-2-5 0,-2 1-2 0,-3 3-3 16,1-1 2-16,2 2-2 0,-8 2-3 0,13-3-3 15,-7 2-3-15,-6 1 0 0,13 3-3 0,-7-1 1 16,-1 1 1-16,2 2-2 0,-3-2 3 0,1 3-1 15,-3 0-8-15,2 1-1 0,-1 3-7 0,-1-3-8 16,0 5-14-16,0-3-14 0,-3 2-21 0,0-2-8 16,-1 3-23-16,-2-1-25 0,-1-1-138 0,-4 0-292 15,0-1 129-15</inkml:trace>
  <inkml:trace contextRef="#ctx0" brushRef="#br0" timeOffset="86696.93">18814 5877 36 0,'10'-3'52'0,"-3"2"-29"0,4 2-42 16,-2 2-20-16,5-1 9 0</inkml:trace>
  <inkml:trace contextRef="#ctx0" brushRef="#br0" timeOffset="87072.87">19333 6212 143 0,'0'0'217'0,"10"-8"-13"15,-6 3-11-15,6-2-4 0,-2-3-15 0,1 2-12 16,-3 0-9-16,2-2-14 0,1-2-14 0,-2 1-8 16,5-1-17-16,-3 2-6 0,-1-1-10 0,-2 0-8 15,-1 2-9-15,1-1 1 0,-1 3 1 0,-1 3-3 16,-2-2-3-16,-2 6-1 0,2-9-12 0,-2 9-2 16,1-6-11-16,-1 6-3 0,0 0-6 0,0 0-3 15,4-6-8-15,-4 6 0 0,0 0-7 0,0 0 0 16,0 0-3-16,0 0 2 0,-1 32-2 0,-2-14 2 15,1 0-2-15,-2 7-1 0,3 2 0 0,1 0-1 16,-4 0 0-16,1-2 1 0,0 1 1 0,3 0 1 16,-3-1-1-16,4 1-2 0,3-1-4 0,-3-5-8 15,1-2 0-15,-2 1-4 0,0 0-6 0,1 0-3 16,-1-2-4-16,-1 0-12 0,-2 0-5 0,1-3-9 0,-1 2-9 16,2-3-19-16,0-1-15 0,1 1-6 15,0-4-28-15,-2 0-12 0,1 2-10 0,-3-4-27 16,2 1-125-16,-4-3-326 0,6-5 145 0</inkml:trace>
  <inkml:trace contextRef="#ctx0" brushRef="#br0" timeOffset="87256.67">19219 5997 67 0,'0'0'60'16,"10"-5"-24"-16,-10 5-29 0,21 4-19 0,-11 0-15 15,3 2-29-15,5 2 14 0</inkml:trace>
  <inkml:trace contextRef="#ctx0" brushRef="#br0" timeOffset="87563.31">19571 6281 97 0,'14'-5'157'0,"-5"-1"-3"0,1 0-5 16,0-1-9-16,0 0-10 0,0-3-4 15,2-1-12-15,-3 1-13 0,4-3-6 0,-3 0-10 16,-1-2-6-16,2 0-12 0,-3-1-4 0,-3 2 2 16,0 2-2-16,-1 4-3 0,-1-3 0 0,-2 1-4 0,-1 0-7 15,0 10-5-15,-1-12-5 0,-1 5-1 0,2 7-6 16,-7-8-3-16,2 6 3 0,5 2-13 15,-17 1-3-15,8 2 1 0,-1 3-2 0,-5 3 2 16,0 1-2-16,1 5-4 0,3-1 1 0,2 0 0 16,0 2-3-16,3-1-1 0,-1 1-2 0,5-5 5 0,0 3 0 15,2-1-6-15,2-1 4 0,1 0-1 0,4-1-3 16,4 1-4-16,2-2-9 0,0 1-14 0,5-3-20 16,1-2-24-16,0 1-31 0,8-3-23 15,-4-2-18-15,-1-1-32 0,-2-1-108 0,1-1-302 0,-1-2 134 16</inkml:trace>
  <inkml:trace contextRef="#ctx0" brushRef="#br0" timeOffset="87797.57">20006 5989 133 0,'0'0'167'0,"-14"0"-8"0,4 2-11 16,-1 0-6-16,0 5-10 0,1 1-14 15,-4 2-10-15,4 1-3 0,-3 3-11 0,3 2-14 16,2-1-3-16,4 0-4 0,-1 2-2 0,3-2-10 0,3-1-6 16,1 3-8-16,5-1 0 0,1-2-5 0,3-1-9 15,1 1-10-15,0-2-10 0,5-2-24 0,0-1-19 16,-1-1-25-16,-3-3-14 0,6-1-22 16,-1 0-19-16,-1 0-19 0,-5-2-111 0,0 0-258 0,-4-4 115 15</inkml:trace>
  <inkml:trace contextRef="#ctx0" brushRef="#br0" timeOffset="88051.1">20183 5902 77 0,'-1'-9'227'0,"1"2"-5"16,0 7-5-16,-2-12-14 0,2 12-22 0,-1-8-16 15,1 8-23-15,0 0-14 0,0 0-15 16,0 0-16-16,0 0-3 0,0 0 6 0,1 25-4 15,-2-7-8-15,1 0-10 0,0 0-8 0,1 6-7 0,1 0-2 16,0 1-6-16,-2-7-7 0,0 1-2 0,3 6-7 16,-1-6-1-16,-1-2-3 0,-1 2-3 0,0 0-4 15,2-3-11-15,-1 1-19 0,0-2-11 0,-1 1-29 16,0-3-27-16,-1-3-24 0,1-1-21 0,0 1-19 16,2 0-29-16,-2-10-18 0,-2 13-146 0,-1-7-352 15,3-6 156-15</inkml:trace>
  <inkml:trace contextRef="#ctx0" brushRef="#br0" timeOffset="88223.62">20028 6055 61 0,'13'-5'145'0,"-2"0"-19"0,7 2-10 16,-1-1-21-16,3 2-21 0,1 0-30 0,-3 4-34 15,2-2-25-15,-3 2-29 0,1 2-58 0,-8 0-111 16,1 4 49-16</inkml:trace>
  <inkml:trace contextRef="#ctx0" brushRef="#br0" timeOffset="88532.67">20195 6276 53 0,'0'6'180'0,"0"-6"-5"16,0 0-15-16,0 0-11 0,0 0-9 0,21-12-10 15,-12 7-5-15,1-3-5 0,0 2-12 0,7-4-6 16,0 0-12-16,-2 0-7 0,3-2-9 0,-4-1-8 16,-3-1-9-16,5 1-3 0,-3-2-5 0,-2-1-8 15,-1 1-4-15,-2 2-3 0,1-1-6 0,-5 4 3 16,-1 1-9-16,0-2-3 0,-2 2-4 0,-1 2 2 16,0 7-2-16,-4-14 1 0,2 9-4 0,2 5-1 15,-8-7 0-15,3 3-8 0,-3 2 2 0,8 2 0 16,-19 2-1-16,7 2-2 0,-1-1 2 0,-4 6-1 15,2 1 3-15,1 3-2 0,2 0 2 0,2-2-3 16,4 1 0-16,1-1 4 0,-2 4-9 0,6-4-1 16,-1 1-16-16,4 0-15 0,2-1-24 0,1-1-15 15,4 0-26-15,5 0-17 0,0-1-17 0,5-1-21 16,0 0-111-16,3-3-287 0,-2-1 127 0</inkml:trace>
  <inkml:trace contextRef="#ctx0" brushRef="#br0" timeOffset="88971.66">20741 6102 19 0,'7'-10'153'0,"-4"0"2"16,0-2-12-16,-2 3 21 0,-1 2-8 0,0 7-5 15,-4-15-4-15,1 7-8 0,-4 2-11 0,2 2-7 16,-1 2-17-16,-5 0-10 0,0 2-12 0,-2 2-5 16,0 1-6-16,-6 3-9 0,1 4-7 0,0-1-4 15,1 1-3-15,2 3-6 0,3-1-4 0,0 3-6 16,3 1 1-16,2-6-9 0,3 2 1 0,1-1-5 15,3 0-2-15,2 0-8 0,1-2-4 0,2 1-2 16,-1-4-8-16,7 3-5 0,-2-5-2 0,3 1-4 16,-2-2-4-16,3-2 1 0,1 1-3 0,-2-2 4 15,0-3-2-15,1 2-5 0,1-1-1 0,-3-4 5 16,0 2-3-16,1-5 1 0,-3-5 4 0,-2 4 1 16,0-4-1-16,0-2 3 0,0-1 2 0,-3-2 1 15,-2-1 4-15,1 1-2 0,-2-8-2 0,0 1 9 16,1 2 5-16,-4-2 4 0,0 0 0 0,2 7 5 15,-2 0 6-15,0-6 6 0,1 6 13 0,-1 4 10 16,1-1-1-16,-2 5 4 0,2 2 5 16,0 1 7-16,0 0 0 0,1 8-7 0,-3-10-6 0,3 10-9 15,0 0-24-15,0 0-2 0,0 0-2 0,0 0-3 16,0 0 1-16,0 27-4 0,-1-11 4 0,3 4-1 16,0 8-3-16,-1-2 2 0,1 0-2 0,1-1 3 15,0 2 6-15,-1 0-5 0,1-6-5 0,2 3-20 16,0 2-10-16,0 1-28 0,-3-3-45 0,1 1-31 15,-2-6-24-15,1 0-41 0,-4 0-141 0,0-2-363 16,-1-1 160-16</inkml:trace>
  <inkml:trace contextRef="#ctx0" brushRef="#br0" timeOffset="89124.01">20886 6325 48 0,'0'0'201'0,"0"-7"-26"0,0 7-17 16,0 0-30-16,0 0-33 0,-3-17-42 0,3 17-56 16,0-8-52-16,0 8-79 0,0 0-144 0,0 0 64 15</inkml:trace>
  <inkml:trace contextRef="#ctx0" brushRef="#br0" timeOffset="103016.34">6550 10590 15 0,'0'0'57'0,"0"0"-10"0,-11 4-5 0,11-4-4 16,-5 1-8-16,5-1 7 0,-8 2-19 15,8-2 8-15,-9 3-4 0,9-3-3 0,-9 4 4 0,9-4-8 16,-9 1 1-16,9-1-2 0,-7 2 4 0,7-2-7 15,-7 1-1-15,7-1 5 0,0 0-1 0,-10 2-5 16,10-2 4-16,0 0-4 0,0 0 8 16,-9 3-2-16,9-3 2 0,0 0 6 0,0 0-2 0,-8 1 1 15,8-1-8-15,0 0 4 0,0 0-3 0,0 0-2 16,-8 1-3-16,8-1 10 0,0 0-6 0,0 0 0 16,-9 3 0-16,9-3 2 0,0 0 5 0,0 0 10 15,0 0-10-15,0 0 4 0,0 0 10 0,0 0-6 16,0 0 1-16,0 0-4 0,0 0 3 0,0 0-18 15,0 0 18-15,0 0-26 0,0 0 18 0,0 0-2 16,0 0-5-16,0 0-3 0,-11-1 7 0,11 1 1 16,0 0-6-16,0 0-8 0,0 0 6 0,0 0-2 15,0 0-1-15,0 0-1 0,0 0-2 0,0 0 4 16,0 0-8-16,0 0 5 0,0 0 1 0,0 0 2 16,0 0 6-16,0 0-1 0,0 0 0 0,26 5 1 15,-26-5 6-15,11 2-14 0,-5-2 7 0,-6 0-8 16,14 0 9-16,-14 0-14 0,16 2 24 0,-8-2-3 15,-8 0-7-15,14 0-9 0,-6 1 7 0,2 1-4 16,-1-2 3-16,1 0 4 0,0 0-5 0,-1 0-3 0,0 0-6 16,3 2 11-16,2-2 0 0,-1 1-1 15,0-1 7-15,0-1-12 0,3 1 1 0,-4 0-2 16,4 0 2-16,-3 0 8 0,-1 0-8 0,4 1-9 0,-3-2 14 16,0 1-4-16,2 0-3 0,0 0 8 0,-4 0-3 15,1 1-2-15,3-1 0 0,-3 0-1 16,3 1 0-16,-3 1 6 0,0-1-5 0,1-1 1 15,-3 0-1-15,3 3 1 0,-1-3 3 0,-2 0 1 0,4 0-3 16,-2 0 3-16,0 2 4 0,0-4-5 0,-1 0 1 16,2 2-3-16,-3 0 2 0,2 0-3 0,-2 0 7 15,2 0-2-15,-1 2-2 0,2-2-2 0,5 0 9 16,0-2-2-16,2 4-8 0,-2-5 4 0,2 0 1 16,1 3 0-16,-1 0-3 0,1-1 0 0,2 0-3 15,-4 2 1-15,1-2-4 0,3 1 1 0,-1-2-4 16,-1 2 5-16,-1-2 2 0,8 1-9 0,-6 1 3 15,0 0-2-15,4 1 7 0,-4 1-6 0,0-4 1 16,-4 2 1-16,2-1-2 0,-2 1-3 0,1 0 1 16,-1 1 4-16,0 1-3 0,0-2 0 0,-4 0-5 15,4 0 5-15,-1 0 3 0,0 0-4 0,0 0 1 16,-3 2 9-16,0-2-13 0,0 0-1 0,3-2-4 16,-3 2 8-16,4-2-1 0,-4 2 0 0,-1-1 3 15,-1 2-1-15,0-1-5 0,-2 0 4 0,4-1-3 16,-2 1 2-16,3 0 2 0,-4 0-5 0,1 1 0 15,1-2 5-15,0 2 0 0,0-2 1 0,0 2 1 16,5 1-3-16,-5-5 0 0,6 3 0 0,-6 0-3 16,2-2 2-16,2 2-2 0,1-1 5 0,0 0-3 15,-3 1 1-15,-2 0 6 0,6 0-8 0,0-2 3 0,-1 2-3 16,4-2-1-16,-4 1 1 0,1-1 3 16,0 0 1-16,-1 1 1 0,1 1-6 0,-2-2 1 15,-3 2 0-15,4-2 3 0,-1 1-1 0,-2 1-1 16,2 0 0-16,3 0-3 0,-2 0 4 0,2 0-2 0,-1-2 1 15,-2 1 3-15,3-2-2 0,-3 3-1 0,-3-1 1 16,3 0-1-16,-5 1-4 0,2-3 4 16,0 1-1-16,3-1 0 0,-3 3-6 0,-2-1 7 15,0 1 2-15,2-2 0 0,-2 1-1 0,1 2-1 0,-3-2 2 16,1 0-4-16,2 0 5 0,-3-1-1 0,1 4-3 16,0-4 1-16,-1 2-3 0,-2-1 8 0,5 0-5 15,-3 1-3-15,3-2 0 0,-3 2 3 16,-2-1-6-16,-1 2 6 0,-7-1 2 0,21-1-4 0,-13 1 8 15,3 0-13-15,-3 0-3 0,-8 0-7 0,13-1-3 16,-5 1 2-16,-8 0-8 0,13-1-3 0,-13 1-10 16,10 0-23-16,-10 0-6 0,10 0-21 0,-10 0-20 15,0 0-19-15,0 0-135 0,10-1-282 0,-10 1 124 16</inkml:trace>
  <inkml:trace contextRef="#ctx0" brushRef="#br0" timeOffset="104448.6">8562 10624 59 0,'0'0'84'0,"0"0"-2"0,0 0 2 0,0 0-10 15,0 0-7-15,0 0-6 0,0 0 4 0,0 0-7 16,0 0-4-16,0 0-3 0,0 0-12 0,0 0 5 16,0 0-3-16,31-4-5 0,-25 6-3 0,-6-2 6 15,15-3-4-15,-7 3 3 0,3-1-11 0,1 1-2 16,0-1 11-16,-1 1-8 0,3-2-1 0,0 1 2 15,5-1-2-15,-6 2-6 0,5-2 5 0,1 2-5 16,-2-2 2-16,1 2-1 0,-1 2-13 0,2-5 11 16,-7 3-7-16,8 0-2 0,-4 0-6 0,-2 0 8 15,0 0-4-15,5 0-1 0,-6-2 4 0,5 1-1 16,-5 1-4-16,2 1 9 0,-2-1-12 0,5 0-1 16,-4-1 1-16,0 2 5 0,4-1-3 0,1-2 1 15,0 0 0-15,-2 2-1 0,3 0-2 0,1-1-4 16,-3 1 3-16,-1-1-3 0,2-1 6 0,-2 0 1 15,1 2-4-15,-4 1 0 0,4-3-4 0,-4 2 2 16,-1-1 3-16,1-1 5 0,0 1-10 0,-1-1 1 16,1 2 5-16,0-1 0 0,-2-1-6 0,0 2 5 15,1 0 1-15,-1-2-6 0,0 0 4 0,0 2-4 16,-2 0 4-16,2-2-3 0,-1 1 4 0,1 2-5 0,-1-1 4 16,1 0-2-16,-2 2 6 0,1-4 6 0,1 1-14 15,-1 1-1-15,1-1-1 0,-2 2-1 16,0-2-2-16,2 1 11 0,-3-1-7 0,1 1 13 15,-10 0-13-15,15-1 0 0,-7 0 3 0,2-1 0 0,2 2 4 16,-6-1-5-16,-6 1-2 0,17 0 7 0,-8 0-2 16,0-2 1-16,2 1 0 0,-11 1-5 0,14-1-1 15,-2 1 2-15,-5 0 6 0,1-5-3 0,-8 5-2 16,19 0 3-16,-9-3 1 0,-2 3 0 0,1-1 0 16,-9 1-5-16,18-3-3 0,-12 2 10 0,-6 1-3 15,19 0 4-15,-8-2-7 0,0 2-3 0,1-1 6 16,-1 1 3-16,1 0-3 0,-1 0 2 0,2-1 1 15,-3 0-1-15,1-2-5 0,0 3 3 0,-2 0 1 16,-9 0 0-16,15-1-5 0,-7 1-2 0,2-2 5 16,-2 1 2-16,-8 1-3 0,12 0 3 0,-12 0-1 15,12 0 5-15,-5-1-9 0,-7 1-2 0,12 0 4 16,-12 0-5-16,10-1 2 0,-10 1 0 0,9-1 8 16,-9 1-3-16,0 0-5 0,13-2 4 0,-13 2 3 15,9 0-6-15,-9 0 3 0,9-1-2 0,-9 1 5 16,0 0 0-16,9-1 3 0,-9 1-6 0,0 0 0 15,0 0-1-15,9-2 1 0,-9 2 1 0,0 0-1 16,0 0-6-16,0 0 4 0,0 0 1 0,8-1 2 16,-8 1-1-16,0 0 11 0,7-2-7 0,-7 2 4 0,0 0-1 15,13 0-3-15,-13 0-2 0,0 0 1 0,9 0 2 16,-9 0-8-16,0 0 8 0,8-2-5 16,-8 2 2-16,0 0 4 0,0 0-6 0,0 0 0 15,9-2-2-15,-9 2-1 0,0 0 3 0,7-2-4 0,-7 2 1 16,0 0 6-16,0 0 3 0,11 0-7 0,-11 0 0 15,0 0 0-15,0 0 0 0,0 0-3 0,0 0 3 16,0 0 1-16,0 0-2 0,0 0 2 0,0 0 0 16,0 0-3-16,0 0-2 0,0 0 8 0,0 0-3 15,0 0 1-15,0 0-2 0,0 0-4 0,0 0 1 16,0 0-3-16,7 2 1 0,-7-2-1 0,0 0-5 16,0 0-10-16,0 0-4 0,0 0-21 0,0 0-12 15,0 0-9-15,0 0-10 0,0 0-29 0,0 0-18 16,-2 10-118-16,2-10-259 0,0 0 115 0</inkml:trace>
  <inkml:trace contextRef="#ctx0" brushRef="#br0" timeOffset="109102.68">10046 10591 22 0,'0'0'84'0,"0"0"-5"0,0 0-15 16,0 0-11-16,0 0 3 0,0 0-8 0,0 0-5 15,0 0 6-15,0 0-13 0,0 0 1 0,0 0 2 16,0 0 4-16,0 0-11 0,0 0 5 0,0 0 4 15,0 0 7-15,0 0-2 0,0 0-4 0,0 0 3 16,0 0 8-16,0 0-11 0,0 0-4 0,0 0-2 16,0 0 1-16,0 0-12 0,0 0 4 0,0 0-8 15,0 0 0-15,0 0-3 0,0 0-5 0,0 0 4 16,0 0 0-16,0 0 1 0,0 0 0 0,10-3 0 16,-10 3-1-16,8-2-3 0,-8 2 9 0,11-3-1 15,-4 1 0-15,-7 2 4 0,11-3-6 0,-4 1-1 16,-7 2-3-16,12-4 1 0,-3 4 7 0,2-1-5 15,-1-2 4-15,0 2-9 0,0-1 3 0,1 1 5 0,0-3-3 16,0 3-9-16,1 0 7 0,2-2-6 16,-2 3-7-16,3-1 6 0,-5 1 1 0,4-1-3 15,-1 0 1-15,0 1-2 0,-1 0-1 0,0 0 0 16,2-1 1-16,-3 0 3 0,1 0-2 0,2 1-3 0,-2-2 1 16,0 2 7-16,2-1 0 0,-1 0-11 0,0 1 7 15,0 0-2-15,-1 1 0 0,0-1-3 16,1 0 3-16,-2 1 1 0,0-2 2 0,1 2-3 0,-3-2 0 15,2 1 5-15,1 1 1 0,-2-2 1 0,2 1-4 16,2 0 6-16,-4 0-4 0,2 0-3 0,-2 0 4 16,0 1 4-16,2-2-1 0,-2 1 0 0,0 1 2 15,2-1-8-15,-2 2 3 0,-1-1 2 0,2 0 1 16,0 0-1-16,0 1 2 0,2-1-1 0,-3 1-3 16,0 0 5-16,2-1-1 0,-2 1 0 0,-2-2-1 15,1 2 0-15,1-1-3 0,1 1 4 0,-1-1 1 16,2 0-2-16,-4 1 0 0,4-2 8 0,1 1 0 15,1 1-5-15,-1 1 2 0,-1-2 1 0,-1 2-6 16,1-2-1-16,-2 2 2 0,3-1-1 0,-4 1-5 16,0 1 3-16,3-2-5 0,-1 1 0 0,-4-1-1 15,3 2 2-15,1-2 0 0,-1 4 2 0,1-4-3 16,-2 2 3-16,-1-1-3 0,1-2 0 0,-3 2-2 16,2 0 2-16,0 1-4 0,2 0 1 0,-2 1 1 15,-1-2-1-15,2 1 1 0,0 0-3 0,0 3-4 16,0-2 5-16,1 1-1 0,0 0 4 0,1-2 0 0,-1 0-2 15,-1 3-1-15,1 0-3 0,2-1 2 16,-2-1 0-16,0 3-3 0,3-4 4 0,-4 1 0 16,0 3 2-16,1-3-4 0,-1 2 1 0,1 0-2 0,0-2 0 15,1 3 1-15,-1 0 2 0,2-3-1 0,-2 0 1 16,0 1-2-16,0 0 1 0,-1 0-1 0,0 0-1 16,0 1 1-16,0-1 1 0,-2 0-2 0,1-1 1 15,0 1-4-15,-3-2 6 0,3 2-5 16,2-2 2-16,-8 1 0 0,5-1 0 0,-2 1-1 0,-1-1 3 15,1-1-3-15,-5-3-1 0,8 7 1 16,-5-5-2-16,2 3 4 0,-1 0-6 0,-4-5 5 0,7 10 2 16,-4-6-2-16,0 1-1 0,2 1 2 0,-1-1 6 15,1-1-1-15,0 2-1 0,-2 0 2 0,1-2-2 16,2 2-1-16,-2 0 0 0,3 1 3 0,0 0-4 16,-3-1-5-16,1 0 3 0,1 0 0 0,-1-1 2 15,3 4 1-15,0-3-3 0,-3-2 13 0,3 3 5 16,2 0-13-16,-3-2 7 0,1 2-11 0,0 0 4 15,-2-1 2-15,0 2-1 0,3-3-1 0,0 4-2 16,-1-3 1-16,0 1 0 0,-1 2-5 0,2 0 4 16,1-2 2-16,0 0 4 0,-2 0-5 0,2 2 0 15,1-2-4-15,-2 0 5 0,-2 1-2 0,2-1 1 16,0 2-6-16,-5-4 3 0,6 2 1 0,-3 0-3 16,-1 1 0-16,1 1 2 0,1-3-1 0,-1 1-2 15,1 0 1-15,-2 1-1 0,2-2 2 0,0 1 1 16,-2 0-4-16,1 0 11 0,-1 0-11 0,2 2 0 15,-1-3 0-15,-1 0 2 0,-2 2-1 0,1-2-2 16,1 0 2-16,0 1-1 0,-2-2-1 0,2 1 3 16,-1 1 0-16,1 0-2 0,-2-3 4 0,2 3-4 15,-2-2 1-15,3 2 0 0,-5 0 0 0,2-3-1 16,1 3-1-16,2 1 5 0,-2-2-6 0,-1 0 3 16,1 0-5-16,1-1 4 0,-2 3-1 0,0-3 0 0,0 0 2 15,2 0 4-15,-3 1-6 0,0 0 3 16,2 0-6-16,-2 1 6 0,1 0-4 0,3 1 1 15,-4-3-1-15,0 2 2 0,2-1 2 0,-3 0 0 16,4 0 0-16,-3-1-2 0,5 2-2 0,-4-2 2 0,2 3 1 16,-2-1 1-16,1-1-1 0,-1 0-1 0,2 2-1 15,2 0 2-15,-4 0-2 0,5-1 2 0,-5 1-2 16,2 0 4-16,0-1 4 0,1 2-4 0,-1-1-3 16,1 0 3-16,0 1 5 0,2 1-6 0,-4-1-1 15,3 0 4-15,2-1-3 0,-3 2 2 0,1-1 1 16,-1-2 1-16,3 3-10 0,-2-3 8 0,-2 3-1 15,3-2 2-15,1 5-1 0,-1-5-3 0,-1 2-1 16,2-2 5-16,-1 2 0 0,0-1-4 0,0 0 2 16,-2 0 7-16,1 0-7 0,-1-1-1 0,2 0 1 15,0 1-1-15,0 0-1 0,0 1 3 0,1-2-2 16,-2 1-3-16,1-2 4 0,1 1 0 0,-4 0-3 16,3 0 1-16,-1 0-1 0,0 1-1 0,0-3 1 15,-3-1-1-15,4 1 1 0,0 1 1 0,-4-2-3 16,3 1 2-16,-1 2-1 0,-3-3 0 0,4 2 1 15,-4-2 0-15,1 0-1 0,3 1 4 0,-3 1-6 16,0-2 3-16,1-1 3 0,1 1-1 0,-3-1-2 16,-4-4 1-16,11 10-2 0,-7-6 4 0,2 2-3 15,-2-2 3-15,0 0 2 0,1 0-6 0,1 2 0 0,0-4-1 16,-2 3 2-16,-4-5 1 0,7 7-5 16,-3-2 3-16,-4-5 1 0,6 8 1 0,-3-4 1 15,4-1-5-15,-3 2 3 0,-4-5 1 0,9 5-2 16,-5-2 4-16,1 0 0 0,-1 1 0 0,-4-4-7 0,10 8 5 15,-6-7-1-15,-4-1 2 0,5 8-4 16,-5-8 4-16,10 4-1 0,-6 0 0 0,2-1 1 0,-6-3-1 16,11 5-1-16,-7-1 1 0,1-1-1 15,4 1 3-15,-4-1-3 0,1 0 0 0,1 1 6 0,-1-1-5 16,4 1 1-16,-6-1-3 0,1 1-1 0,3 0 2 16,2 0 0-16,-1 0 3 0,-1-1-3 0,2 1 0 15,1 2 0-15,0-2 2 0,1 1-2 0,1 0 0 16,0 0 0-16,-1-2 0 0,5 3 4 0,-1-1-3 15,-1 1 3-15,-1-2-4 0,4 1 5 0,-4-2-3 16,6 3 1-16,-4-1-2 0,2-2 2 0,0-1 0 16,-2 2 1-16,1 0 0 0,1-1-2 0,1 2 1 15,-2 1 1-15,2-2 1 0,0-1 8 0,0 1-14 16,-1-1 1-16,-1 1 3 0,2 0 3 0,-2 0-3 16,-1-2 1-16,0 0 2 0,4 1-4 0,-5 0 1 15,4 1 9-15,-6-1-10 0,5 0 1 0,1 0-3 16,0 0 1-16,-1-3 1 0,0 3-5 0,-4-1 7 15,-1 0-2-15,7 1 1 0,-1-1-1 0,-2 0 4 16,0 0-3-16,0-1 4 0,-3 1-5 0,-1-1 4 16,5-2-3-16,0 3 1 0,-4-3 2 0,-1 2-2 15,5-1 4-15,0 2-7 0,-6-1 4 0,1 0-3 16,3 0 4-16,-1 0-1 0,3-1 4 0,-1-1 0 16,0 2-2-16,-2-2-3 0,1 1 14 0,2 0-7 15,0 0-7-15,1-1 1 0,-2 1-1 0,-1-1 2 16,4 1-2-16,-7-1-1 0,5 1-1 0,0-2 2 15,-2 2 0-15,2 0 3 0,-2-1-6 0,-3 1 5 16,0 0-1-16,6 0-2 0,-1-3-3 0,-3 3 0 0,0 0 3 16,2-1 0-16,1 1 2 0,-1 1-4 0,2-2-4 15,-2 1 4-15,2 1 6 0,1-2-5 0,-3 2-2 16,4-1 0-16,0 0 3 0,-2 0-4 16,0 0 2-16,0 2 0 0,0-2-2 0,-1 0 2 0,2 1 1 15,0-1-3-15,0 0 0 0,0 1-4 0,-3-1 6 16,0-1-3-16,3 4 3 0,1-2 1 0,-2-1-4 15,0-1 6-15,3 3-4 0,-4-2 0 0,1 0-2 16,0 0 2-16,2 1 1 0,-1 0-5 0,2 1 6 16,-2-4-1-16,1 5-3 0,-2-3 0 0,2 1 6 15,1-1-2-15,0 0-3 0,-3 0 13 0,3 0-11 16,0 2-3-16,-2-4 1 0,1 1 2 0,0 0-2 16,-1-1 0-16,0 1 2 0,2 0-4 0,-2 1 5 15,7 0-3-15,-6 0-3 0,0-1 5 0,0 1 1 16,0-1-6-16,1-1 3 0,-1 2 0 0,0 0-1 15,5 0 2-15,-6 0-3 0,0 0 3 0,0 0-1 16,-2 0 5-16,3 0-2 0,1-1-6 0,-3 2 6 16,3-2-3-16,-3 2-3 0,0-1 5 0,2-1-1 15,-1 1-2-15,-2 0 2 0,4 1 0 0,-2-3 3 16,-2 3-3-16,0-1-1 0,1 0 0 0,0 1 3 0,-6-1-3 16,3-1 7-16,0 1-6 0,2 0 1 15,-5 1 0-15,2-2-2 0,1 0 3 0,-1 2-4 16,3-2 0-16,-5 2-2 0,1-1 5 0,-2 0-1 15,6-1 4-15,0-1-3 0,1 4-2 0,-6-2 4 0,5-2-4 16,1 2 2-16,-1 0-1 0,0-1 0 16,1 1 0-16,-6-2 1 0,6 1 4 0,3 0-9 15,-4 2 2-15,2-4-1 0,1 1 7 0,-1 1-6 16,2 1 3-16,-2-2-2 0,2 0 5 0,5-1-1 0,-7 4-7 16,3-1 5-16,-2 0-1 0,0-3 1 0,8 3-1 15,-1 0 1-15,0 0 10 0,0-1-14 0,0 1 4 16,-2 0-3-16,2 0 1 0,-5 0-1 0,5 0 4 15,-7 0-6-15,9-2 6 0,-3 0-5 0,-5 3 0 16,7-2 3-16,-2 1-3 0,1-2 11 0,0 2-7 16,0 0-5-16,0 2 1 0,0-2 4 0,-7 0-1 15,0 0 4-15,9 0-9 0,-3 0 6 0,-6-2 0 16,0 2-1-16,7 2 10 0,-6-1-11 0,4-2-4 16,-6 1 3-16,1-2-2 0,1 4 5 0,-3-4-2 15,4 4-1-15,-2-4 3 0,-1 2 0 0,1 0-3 16,0 0 0-16,-1 2 0 0,-1-4 3 0,2 2 2 15,0-2-3-15,-3 0-1 0,0 0 1 0,-2 1 3 16,3-2-3-16,-3 3-3 0,2 0 4 0,-4-1-2 16,5-1 2-16,-2 0-1 0,0 1-1 0,-4 1 2 15,8-3-1-15,-5 3 0 0,-3-1-3 0,6-1 5 16,-7 0-4-16,3 1 8 0,-2 0-9 0,0 1 3 16,2-1-2-16,2 1 5 0,-5 1-3 0,0-1 5 15,1 0-8-15,-1 0 2 0,0-3 2 0,-1 3-2 0,0-3 3 16,3 3 0-16,-4 0 0 0,0-2-6 15,2 2 6-15,0-1-3 0,0 0-4 0,-1-1 6 16,2 2 0-16,0-1 11 0,-1 1-9 0,-1-1-6 16,3-1 3-16,3 0 0 0,-3 2-1 0,-1-1 3 0,1 1-2 15,0-1-2-15,0-1 1 0,2-1 2 16,2 2-5-16,-5 2 0 0,1-1 3 0,3 2 0 16,0-2 1-16,0-2-2 0,1 1 1 0,-1 1 3 15,-1 0-1-15,1 0-3 0,1-1 5 0,-5-2-1 0,4 3 0 16,3-1-4-16,-2 1 4 0,1-1-5 0,-3 1 3 15,5 0 1-15,-2-2-2 0,-1 4-1 16,-3-2-1-16,2 0 1 0,-1 2 4 0,6-3-1 0,-5 1 10 16,2 0-9-16,0 3-5 0,-1-2 2 0,0-1 1 15,0 0 4-15,0 0-5 0,1-1 2 0,0 2 0 16,-1-1 2-16,-3 1-2 0,3-1 0 0,-4 1-6 16,3-1 4-16,1-1 2 0,-2 0 0 0,-2 1-3 15,4-3 4-15,-4 2-4 0,-1 0 3 0,1 1-3 16,-1-2 1-16,1 1 2 0,-1 1-4 0,1-1 4 15,0 0-1-15,0 1 4 0,-4 0-4 0,3-2 2 16,1 0-1-16,-1 1 7 0,1 1-9 0,3 0-1 16,0-3 15-16,-4 2-15 0,0 2-2 0,0-2 5 15,4-2-2-15,-6 3 0 0,0 0-3 0,3-2 7 16,-3 2-2-16,0-1 0 0,-1 0 0 0,-2 0 0 0,5 0 1 16,-4 0 0-16,1-1-1 0,1 0 1 15,1 1-5-15,-3 0 9 0,2 1 1 0,0-1-2 16,-1 0-2-16,1-2-1 0,1 3-2 0,-2 0 4 15,4 0-3-15,-2-1 8 0,0-2-8 0,1 3-2 0,-1-1-4 16,0 0 6-16,0 0 1 0,2-2 1 0,-2 3-5 16,-1-1 6-16,4 2-1 0,2-2 10 15,-3 1-12-15,-1 0-1 0,1-2-3 0,-1 4 5 16,2-4-5-16,-2 2 3 0,2 0 11 0,-2-1-9 0,0 1-1 16,1 0 8-16,-1-1-11 0,4-1-2 15,-4 5 3-15,2-3-1 0,2-1 0 0,-3 2 0 0,0-2 2 16,0 2 2-16,3-4-4 0,-3 3 2 15,-1 0 0-15,1 2-2 0,0-2 2 0,-1 1-3 0,1-1 5 16,-1 0-2-16,0 1-1 0,0-1 4 0,0-1-5 16,-3 1 2-16,1 0 0 0,1 0 2 0,-1-1 0 15,0 1-2-15,0 0-1 0,1 0 1 0,-2 1 5 16,2-2-2-16,-2-1 0 0,0 1 0 0,-1 1-7 16,0 1 20-16,-9-1-10 0,13 0 1 0,-13 0 5 15,11 0 2-15,-11 0 10 0,9-3-12 0,-9 3 7 16,0 0 10-16,11-2-9 0,-11 2-3 0,7-1-7 15,-7 1 2-15,0 0 2 0,7-2-4 0,-7 2-3 16,0 0 4-16,0 0-5 0,7-3 0 0,-7 3 8 16,0 0-6-16,0 0 4 0,0 0 0 0,0 0-2 15,0 0-2-15,0 0 4 0,0 0-3 0,9-2 4 16,-9 2 1-16,0 0-8 0,0 0 10 0,0 0-12 16,0 0 1-16,8-2-4 0,-8 2 1 0,0 0-7 15,0 0 8-15,0 0-6 0,8-4 4 0,-8 4 0 0,0 0 0 16,0 0-4-16,0 0 5 0,7-3 0 15,-7 3-4-15,7-2 7 0,-7 2-7 0,9-1 7 16,-9 1-6-16,0 0-1 0,6-5 3 0,-6 5 0 16,0 0-3-16,8-2 2 0,-8 2 4 0,0 0-5 0,0 0 3 15,11 0 6-15,-11 0-7 0,6-3-4 0,-6 3 4 16,0 0-4-16,11 0 6 0,-11 0-1 0,0 0-7 16,10-3 0-16,-10 3 8 0,10-1-5 15,-10 1-1-15,8-2 0 0,-8 2 2 0,9-1 0 0,-9 1 8 16,10 0-5-16,-10 0-4 0,8-2-2 0,-8 2 5 15,0 0-6-15,9-2 5 0,-9 2-1 0,0 0-5 16,7-1 7-16,-7 1-3 0,0 0-3 16,0 0 8-16,12 0-2 0,-12 0-3 0,0 0 1 0,0 0-2 15,0 0 7-15,0 0-11 0,0 0 2 0,0 0 5 16,0 0-2-16,0 0 1 0,0 0-7 0,0 0 4 16,9-1 2-16,-9 1 2 0,0 0-2 0,0 0 2 15,0 0-1-15,0 0-3 0,0 0 4 0,0 0-1 16,0 0 2-16,0 0-3 0,0 0-2 0,5 4-3 15,-5-4 6-15,0 0-2 0,0 0 4 0,0 0-5 16,0 0 14-16,0 0-15 0,0 0-4 0,0 0 7 16,0 0 2-16,0 0-3 0,0 0-5 0,0 0 5 15,0 0 0-15,0 0 4 0,0 0-6 0,0 0 2 16,0 0-1-16,0 0 0 0,0 0-2 0,0 0-5 16,0 0-5-16,0 0-5 0,0 0-11 0,0 0-6 15,0 0-7-15,0 0-17 0,0 0-5 0,0 0-12 16,0 0-9-16,0 0-13 0,0 0-12 0,0 0-15 15,0 0-35-15,0 0-27 0,-24 5-22 0,24-5-34 16,-11 1-161-16,11-1-440 0,-14 1 195 0</inkml:trace>
  <inkml:trace contextRef="#ctx0" brushRef="#br0" timeOffset="111471.84">6798 13211 29 0,'0'0'61'0,"0"0"6"16,0 0-5-16,0 0-12 0,-10-2 3 0,10 2-9 16,0 0-16-16,-7-2 11 0,7 2-5 0,0 0-3 15,-8-3 3-15,8 3-9 0,0 0 0 0,0 0-2 16,-10-3 3-16,10 3 2 0,0 0 0 0,-9-1-4 15,9 1-8-15,0 0-2 0,-9-1 6 0,9 1-18 16,0 0 11-16,-13 0 10 0,13 0 4 0,-10 0 2 16,10 0-8-16,-9 1 4 0,9-1 1 0,0 0 1 15,-12 0 3-15,12 0-3 0,-9 0-8 0,9 0 4 16,0 0-11-16,-9 1 15 0,9-1-8 0,0 0-1 16,-7 2 4-16,7-2-2 0,0 0 2 0,-10 1-2 15,10-1 2-15,0 0-7 0,-11 1 4 0,11-1-2 16,0 0 3-16,0 0-3 0,-7 2-6 0,7-2 9 15,0 0-7-15,0 0-2 0,0 0-5 0,0 0 4 16,0 0-2-16,0 0 1 0,0 0 6 0,0 0-2 16,0 0-6-16,0 0 13 0,0 0 6 0,19 7-1 15,-9-7 6-15,2 0-2 0,3 0-2 0,2 0-1 16,0 0-3-16,1-2-2 0,1 1 0 0,2 1-2 16,-1-2 1-16,2 2-1 0,5-1-7 0,-5 1 2 15,-2-3-3-15,2 2 2 0,6 0-6 0,-8 1-9 16,0 0-10-16,-1 0-17 0,-1 2-24 0,-4 1-26 15,-1-2-16-15,-1 1-23 0,0 1-119 0,-2 0-257 16,0-1 113-16</inkml:trace>
  <inkml:trace contextRef="#ctx0" brushRef="#br0" timeOffset="111747.42">7845 13243 25 0,'5'0'147'16,"-5"0"-15"-16,13 0 0 0,-4-3-13 0,1 3 4 15,1-1-19-15,1-1-6 0,0 1-12 0,-1-2-4 0,3 3-7 16,-1-3-10-16,-2 3-4 0,1-2-7 15,1 1-9-15,2-2-1 0,-2 2-15 0,1 0-12 16,-2-2-30-16,1 2-27 0,-1 1-24 0,1-1-32 16,2 0-26-16,-3-1-63 0,2 0-198 0,-1 1 88 0</inkml:trace>
  <inkml:trace contextRef="#ctx0" brushRef="#br0" timeOffset="111967.21">8811 13209 67 0,'8'2'155'0,"-8"-2"-20"0,11 0-9 0,-11 0-13 16,13 1-11-16,-5-1-1 0,1 0-20 0,1-1-11 15,2 2 1-15,-1-2-37 0,1 1-15 0,0 0-23 16,0 0-26-16,1 0-24 0,-1 0-13 0,1 0-22 15,1-3-50-15,3 2-150 0,-1-2 67 16</inkml:trace>
  <inkml:trace contextRef="#ctx0" brushRef="#br0" timeOffset="112169.97">9728 13214 78 0,'0'0'152'0,"10"0"-11"16,-5 2-12-16,-5-2-12 0,13 1-11 16,-13-1-13-16,10 1-5 0,-10-1-4 0,13 3-12 15,-7-2-13-15,2 1-10 0,0 0-21 0,-8-2-23 0,15 1-19 16,-5-2-26-16,-2 2-21 0,3-1-19 0,-2 1-14 16,-1-1-58-16,2 0-165 0,-1 2 72 0</inkml:trace>
  <inkml:trace contextRef="#ctx0" brushRef="#br0" timeOffset="112348.45">10546 13214 104 0,'17'-2'124'0,"1"1"-17"0,-1 1-12 15,2 0-9-15,-2-2-8 0,2 2-7 0,0 2-4 16,-1-2-7-16,1 0-22 0,-1 0-17 0,3 0-19 15,-4 0-28-15,1 1-46 0,0-1-55 16,0-1-135-16,1 1 60 0</inkml:trace>
  <inkml:trace contextRef="#ctx0" brushRef="#br0" timeOffset="112524.34">11467 13236 86 0,'0'0'63'0,"15"-1"-18"0,-6-1-27 0,2 2-23 0,3-3-30 16,1 3-37-16,0-6 17 0</inkml:trace>
  <inkml:trace contextRef="#ctx0" brushRef="#br0" timeOffset="113019.47">12051 13214 43 0,'0'0'128'0,"0"0"-8"0,0 0-14 0,0 0-15 16,0 0 2-16,0 0-5 0,0 0-3 0,0 0-3 15,0 0-3-15,30-2-15 0,-19 1-4 0,2 1-1 16,7 0-7-16,-3-2-6 0,4 1-4 0,0 1-11 16,0 1-15-16,7-2-16 0,-2 2-25 0,-3-1-27 15,7-1-25-15,-3 2-22 0,1-1-73 0,2 0-187 16,1-2 83-16</inkml:trace>
  <inkml:trace contextRef="#ctx0" brushRef="#br0" timeOffset="113192.38">13070 13179 3 0,'12'-1'143'0,"-1"-1"1"0,-1 2-23 0,4-1-12 16,-3 2-7-16,3-2-8 0,-1 1-11 0,1-2-15 16,-1 2-3-16,6 0-18 0,-6-1-14 0,7 0-32 15,-4-2-23-15,2 1-39 0,0 0-94 0,2 2-169 16,3-5 75-16</inkml:trace>
  <inkml:trace contextRef="#ctx0" brushRef="#br0" timeOffset="113589.37">14218 13096 57 0,'0'0'164'0,"0"0"-14"0,0 0-6 0,0 0-7 16,0 0-14-16,0 0-15 0,32 0-7 0,-21 0-11 16,2 2-7-16,5-4-9 0,1 2-6 0,0 2-7 15,0-2-9-15,-2 2-13 0,4-1-16 0,-1 2-31 16,-3-4-22-16,2 2-37 0,4 0-30 0,-2-1-21 15,0 0-75-15,0-1-208 0,7 0 93 0</inkml:trace>
  <inkml:trace contextRef="#ctx0" brushRef="#br0" timeOffset="113791.54">15835 13137 42 0,'13'0'150'0,"-1"0"-23"16,6 0-5-16,-5 2-16 0,6-1-9 0,-1-1-12 15,3 0-14-15,-3-1-26 0,2-1-5 0,0 1-26 16,1 1-24-16,-1-2-22 0,3 1-28 0,-3 0-17 0,3-1-43 16,-2-1-130-16,10-2 57 0</inkml:trace>
  <inkml:trace contextRef="#ctx0" brushRef="#br0" timeOffset="113985.89">16607 13073 20 0,'0'0'134'0,"0"0"-12"0,0 0-11 16,13-2-7-16,-13 2-8 0,0 0-16 0,10-2-9 0,-10 2 8 15,11-3-24-15,1 0-7 0,-4 2-14 16,1 1-14-16,2-2-23 0,-1 2-20 0,2-1-8 15,0 1-7-15,3 0-7 0,1-2-5 0,1 2-7 16,2-2-6-16,1 1 2 0,0 1-40 0,1-1-109 16,-2-1 49-16</inkml:trace>
  <inkml:trace contextRef="#ctx0" brushRef="#br0" timeOffset="114141.28">17215 13063 32 0,'18'0'63'0,"-1"2"3"0,-1-1 0 16,2-1 5-16,0 0 3 0,-1 0-3 0,-2 1-5 0,3 0-4 15,1-2-2-15,-1 3-4 0,0-2-9 16,1 2 9-16,4-1-22 0,-2 0 7 0,7-1-13 0,1-1-6 16,-1 2-18-16,3 2-14 0,0-2-21 15,-1-1-14-15,1 2-16 0,1-2-68 0,0 0-140 0,-2 0 62 16</inkml:trace>
  <inkml:trace contextRef="#ctx0" brushRef="#br0" timeOffset="114323.32">18319 13095 100 0,'0'0'137'0,"0"0"-12"0,0 0-17 16,0 0-7-16,7-3-10 0,-7 3-26 16,0 0-16-16,8-3-9 0,-8 3-26 0,11-4-13 0,-5 1-18 15,1 0-24-15,4 1-8 0,6 0-16 0,3-1-46 16,0-1-118-16,1 2 52 0</inkml:trace>
  <inkml:trace contextRef="#ctx0" brushRef="#br0" timeOffset="114499.66">18769 13044 11 0,'8'2'94'0,"-8"-2"4"16,0 0 5-16,0 0 6 0,0 0 0 0,13-3 6 15,-13 3-3-15,0 0-14 0,0 0-14 0,9 0-5 16,-9 0-5-16,10-2-12 0,-10 2-5 0,11-2-11 15,1 2-11-15,7-2-25 0,3-1-20 0,6 1-21 16,2 2-14-16,0 0-17 0,1-1-19 0,-1 0-15 16,2 1-67-16,1 1-174 0,2 0 77 0</inkml:trace>
  <inkml:trace contextRef="#ctx0" brushRef="#br0" timeOffset="114648.9">19718 13051 76 0,'0'0'121'0,"14"-1"0"0,-14 1-9 16,9 0-9-16,-9 0-11 0,11 0-12 0,-11 0-1 16,13-1-16-16,-2 1-17 0,3-1-20 0,3-1-22 15,5 2-22-15,-1-2-13 0,6 1-31 0,3 1-74 16,-3-3-146-16,-6 2 64 0</inkml:trace>
  <inkml:trace contextRef="#ctx0" brushRef="#br0" timeOffset="114796.54">20422 13027 127 0,'0'0'120'15,"0"0"-9"-15,6-1-11 0,-6 1-12 0,0 0-6 16,0 0-19-16,12-2-28 0,-12 2-18 0,9-2-27 16,-2-1-30-16,5 1-76 0,-1-1-125 0,1 0 56 15</inkml:trace>
  <inkml:trace contextRef="#ctx0" brushRef="#br0" timeOffset="114960.84">21045 12987 174 0,'0'0'176'0,"0"0"-19"0,0 0-18 0,0 0-12 15,11-2-17-15,-11 2-18 0,0 0-26 0,3-8-34 16,-3 8-30-16,4-8-22 0,0 5-37 0,-4 3-110 0,0 0-180 15,3-11 80-15</inkml:trace>
  <inkml:trace contextRef="#ctx0" brushRef="#br0" timeOffset="117131.28">5444 10268 113 0,'0'0'160'0,"0"0"-4"15,0 0-9-15,0 0-13 0,0 0-11 0,0 0-2 16,5-6-6-16,-5 6-8 0,0 0-1 0,0 0-6 16,0 0-5-16,0 0-4 0,0 0-1 0,0 0-9 15,0 0-4-15,0 0-8 0,0 0-7 0,0 0-7 16,1-8-5-16,-1 8-4 0,0 0-2 0,0 0-11 16,0-11 5-16,0 11-5 0,0 0-2 0,-4-10-5 15,4 10 0-15,-2-7 12 0,2 7-4 0,-4-8-3 16,4 8 0-16,-6-7-3 0,6 7-1 0,-7-7-3 15,2 3-4-15,5 4-1 0,-10-6-4 0,2 6-1 16,1-3 0-16,7 3 3 0,-20-1-10 0,9 1-3 16,-1 0 3-16,2 2-4 0,-3 0 1 0,0 0-2 15,0 2 0-15,1 3-1 0,-1-3-3 0,2 2 2 16,0 1 0-16,-4 2 5 0,6-2-7 0,0 0-2 16,0 1 5-16,3 4-1 0,-2-3-6 0,3 2 6 15,0-3-3-15,0 1 1 0,2 0-2 0,2 2 0 16,1-2 1-16,3 0 5 0,2 0-1 0,1 1-2 15,2-2 1-15,1 1 2 0,6 0-1 0,-3-2-2 16,4 0 4-16,1-3 0 0,2 2-1 0,-2 0-1 16,0-3 0-16,1 0 0 0,-1-1-2 0,-4-1 0 15,-2 1 1-15,1-2-1 0,0 1 0 0,-4 0 1 16,-8-1-3-16,13 0 6 0,-13 0-1 0,11 0 1 16,-11 0 1-16,0 0 1 0,9-2 0 0,-9 2-3 15,0 0-1-15,0 0-1 0,0 0 0 0,0 0 3 16,0 0-4-16,0 0 2 0,0 0-4 0,0 0 2 15,0 0 1-15,0 0-5 0,0 0 0 0,-34 4 2 16,24-1 3-16,-3 1-3 0,0-1 0 0,-3 6 5 16,0-1-3-16,-2 0 2 0,2 2 2 0,0-1-5 15,2 1 4-15,0 1 1 0,3 0-1 0,1-1-4 16,1-2 2-16,1 1-2 0,1 1 2 0,4 0-4 16,-2 0 4-16,3 0-1 0,4-1 0 0,-1 1 4 15,5-2 2-15,1-1 1 0,2 0 1 0,5-4 1 16,1 4-2-16,5-4 4 0,0 0-2 0,8-3 0 0,-5 1 2 15,-3-2-2-15,-2 0-4 0,3-1-1 0,-2 2-14 16,-3-2-18-16,-2 1-28 0,-2-2-30 0,-1 1-40 16,1-2-35-16,-2 3-42 0,-3-2-142 15,-2-1-373-15,-5 4 166 0</inkml:trace>
  <inkml:trace contextRef="#ctx0" brushRef="#br0" timeOffset="117662.95">5765 10626 91 0,'1'-11'231'0,"-1"11"-9"0,-1-8-10 0,1 8-22 16,-7-6-13-16,7 6-14 0,-6-10-14 0,2 9-8 0,4 1-14 15,-11-4-8-15,3 3-10 0,8 1-1 16,-21 0-22-16,11 2-8 0,-1 1-7 0,-1 1-8 15,-1 1-4-15,-3 3-5 0,2-1-7 0,-3 3-5 16,6 2-1-16,-2 0-8 0,1 0-4 0,3 3-2 0,2-5-4 16,2 2 1-16,-4 1-5 0,5-1-1 15,0-1-1-15,0 1 0 0,4-1-2 0,-1 1-5 16,3-2 2-16,1 0 6 0,2-1-8 0,2-1 1 0,-4-2-3 16,6 0 2-16,0 0-1 0,1-1 1 0,2-3-2 15,1 1 9-15,4-1-8 0,-4-1 1 0,5-1 2 16,-1-3-6-16,1 3 2 0,-5-4-1 0,4-1-3 15,-4 3 1-15,4-4-1 0,-6 4 3 16,2-1-1-16,-5 1 0 0,-1-2 0 0,0 0-1 16,2 0-2-16,-4 1 1 0,-5 3 1 0,8-6-11 0,-8 6-14 15,5-3-11-15,-5 3-25 0,0 0-36 0,0 0-44 16,7-7-46-16,-7 7-41 0,0 0-158 0,0 0-413 16,0 0 182-16</inkml:trace>
  <inkml:trace contextRef="#ctx0" brushRef="#br0" timeOffset="118968.55">7325 9381 11 0,'-1'-10'202'0,"1"10"-4"0,-3-12-2 0,3 12-3 0,-1-9-10 16,1 9-12-16,0 0-16 0,0-8-16 0,0 8-16 15,0 0-14-15,0 0-12 0,0 0-13 0,0 0-15 16,0 0-3-16,0 0-7 0,0 0-6 0,0 0-2 15,0 0-6-15,0 34 0 0,0-17 2 0,-1 2-1 16,1 1-2-16,0 4-7 0,0 2 2 0,1-5-3 16,-2-2-4-16,1 4-1 0,0-5-5 0,1 0 0 15,-1 0-1-15,0-1-4 0,1 0-2 0,0-5 0 16,-1 0-2-16,0-1-3 0,2 2 3 0,-2-3-6 16,1 0 1-16,-1-1-8 0,1 1-6 0,-1-1-14 15,0-2-26-15,0-7-25 0,-1 12-13 0,0-6-18 16,1-6-21-16,-2 10-18 0,2-10-22 0,-5 5-28 15,5-5-125-15,-10 3-336 0,10-3 150 16</inkml:trace>
  <inkml:trace contextRef="#ctx0" brushRef="#br0" timeOffset="119229.25">7298 9349 31 0,'5'-6'143'0,"3"2"-10"0,3 0-3 16,-3 0-13-16,5-1-9 0,-2 5-14 0,1-2-5 15,2 2-16-15,-3 2 0 0,1 3-8 0,-1-1-1 16,0 2-8-16,-2 2-3 0,1 0-4 0,-4 0-8 16,-1 3-9-16,-1 1 7 0,-1 0-4 0,-4 3-8 15,-2 2-4-15,-2 1 8 0,-2-1-3 0,-5 0-8 16,-1 5 0-16,0-8-3 0,0 2-5 0,-1-3-8 15,2-1-18-15,0 1-26 0,-1-2-21 0,3-3-44 16,1 0-127-16,-1-2-250 0,0 1 111 0</inkml:trace>
  <inkml:trace contextRef="#ctx0" brushRef="#br0" timeOffset="128091.15">7779 9345 79 0,'0'0'136'0,"0"0"-1"16,-4-10-11-16,4 10 0 0,0 0-10 0,-3-9-5 15,3 9-1-15,-2-7 6 0,2 7-3 0,0 0-7 16,-4-9-5-16,4 9-7 0,0 0-7 0,-3-7-3 15,3 7-8-15,0 0-5 0,-2-7-3 0,2 7 4 16,-3-6-9-16,3 6-4 0,0 0-1 0,0 0-4 16,-2-9-9-16,2 9 0 0,0 0-5 0,0 0-2 15,0 0-3-15,0 0-5 0,0 0-3 0,0 0-10 16,0 0-2-16,0 0 2 0,0 0-7 0,0 0-2 16,0 0-1-16,0 0 4 0,0 0-3 0,0 33 1 15,0-21-1-15,0 5 0 0,0 0-1 0,0 9-1 16,-2-7 5-16,0 0-7 0,0 2 6 0,-1 3-3 0,-1 0 0 15,4-4 1-15,-3 0-4 0,2-1 1 16,-1-2 1-16,0 0 3 0,0-2-6 0,0 2 2 0,2-4 0 16,0 2 1-16,-1-4 1 0,2-1-4 0,-1 0 2 15,0-1-1-15,0 0 1 0,0-1 0 0,2-2-1 16,-2-6-4-16,-2 11 7 0,2-11-5 16,0 9 6-16,0-9-7 0,0 10 0 0,0-10-7 0,-2 7-11 15,2-7-5-15,0 0-12 0,-1 7-16 0,1-7-24 16,0 0-20-16,0 0-33 0,-8 1-28 0,8-1-19 15,0 0-123-15,-13-9-321 0,9 3 142 0</inkml:trace>
  <inkml:trace contextRef="#ctx0" brushRef="#br0" timeOffset="128665.8">7578 9485 24 0,'0'0'101'16,"0"0"4"-16,0 0-3 0,26-2-1 0,-14 1-4 15,11 0-7-15,-1-2-2 0,9 0-7 0,-2 3-3 16,-1-1-4-16,-7 1-6 0,-1 0-8 0,2 0 0 16,-4 1-2-16,0 1-9 0,-5-1 0 0,0 0-5 15,0 1-3-15,-2-1-8 0,0 1 1 0,-5 0-1 16,2 2-3-16,-3-3-7 0,-5-1 2 0,12 8-8 15,-7-6 7-15,-3 3-3 0,5 2 8 0,-5-1-7 16,-2-6 4-16,4 12-3 0,-1-6-2 0,-1-1-1 16,1 2-3-16,-1 0 2 0,0-2 1 0,2 3-4 15,-2-2 2-15,1-1-2 0,1 2-5 0,1-2 2 16,1 0 1-16,-1-1 4 0,4 2-8 0,-2-3 4 16,3 0 1-16,-1-1 0 0,1-1-3 0,0 0 4 15,0-1-3-15,-10 0 0 0,16-2 1 0,-5 0-2 16,-3-4 5-16,0 3-2 0,-5-1-2 0,5 0-2 15,-4-2 2-15,1-1-4 0,-1-1 2 0,-2 0 1 16,1-3 5-16,-1 2-1 0,0 1-7 0,0-2 0 16,-2 3 5-16,0 7 2 0,3-13 1 0,-3 13-4 15,0-10 3-15,0 10-2 0,1-8-2 0,-1 8 0 16,0 0-7-16,0-8 2 0,0 8-5 0,0 0 1 16,0 0-1-16,0 0 1 0,0 0 1 0,5 24-2 15,-6-13-3-15,-2 6 3 0,2 0-4 0,-4 2 4 16,1 4 0-16,0 2-1 0,3-7 2 0,-2 3 4 15,-2 3-3-15,1 1 0 0,1-6 1 0,0 1 3 0,-2-2-5 16,3 0 3-16,0 0-1 0,0-1-2 0,-1-1-1 16,2 0 4-16,-1-1-3 0,1 1-17 15,0 1-14-15,2-4-18 0,-2 0-24 0,0-3-17 16,-1 3-19-16,2-4-22 0,0 1-15 0,-1-4-35 0,1-6-90 16,-1 11-289-16,1-11 127 0</inkml:trace>
  <inkml:trace contextRef="#ctx0" brushRef="#br0" timeOffset="128973.64">8315 9407 126 0,'0'-6'190'0,"0"6"-9"16,2-11-17-16,-2 11-10 0,2-11-22 0,-2 11-14 15,0 0-10-15,0 0-17 0,0 0-4 0,0 0-6 16,0 0-6-16,3 34 0 0,-4-10-4 0,-2 4-3 16,-1 0-6-16,-1 1-2 0,1-4-3 0,0 3-1 15,1-3-8-15,0 1 1 0,2-7-6 0,-2 0-5 16,2-1-1-16,1-1-7 0,-1 1-1 0,-1-2-1 16,2-3-5-16,0 2-1 0,-1-3 0 0,1 0-8 15,-1 0-1-15,0-1-13 0,1 0-20 0,0-3-20 16,0 1-17-16,-2-3-16 0,2-6-32 0,2 14-18 15,-2-14-15-15,-2 9-20 0,2-9-115 0,0 0-296 16,0 0 131-16</inkml:trace>
  <inkml:trace contextRef="#ctx0" brushRef="#br0" timeOffset="129482.29">8342 9551 8 0,'8'0'164'0,"2"0"-30"16,-1 3-12-16,-2 1 0 0,-2-1-8 0,4 4-3 15,-2 0-12-15,-3-1-10 0,1 3-7 0,-1 0-9 16,-1 2-5-16,-3 0-8 0,-3 0-6 0,-1 0-7 16,-1 0-2-16,-1 0-4 0,-7 2-7 0,1-1 2 15,-3-3-17-15,6-3-2 0,-1 2 3 0,-1-3-3 16,4-1-5-16,-1 0 4 0,3-2 0 0,-2-1-3 15,7-1 0-15,-9 4 0 0,9-4-3 0,-7 6 3 16,7-6-3-16,-5 2 3 0,5-2-4 0,0 0 2 16,0 0-3-16,-6 5-4 0,6-5 1 0,0 0 1 15,0 0 2-15,0 0-4 0,0 0-1 0,22 0 1 16,-10-3 3-16,0 2-1 0,8-2 0 0,1 1 7 0,0-2-2 16,6-1-5-16,3-3 2 0,0 1-4 15,-2-2 1-15,2-1-2 0,-3 0 2 0,1 0 2 16,-3 0 1-16,0-1 0 0,-8 1-5 0,-1 0 5 15,-1 1-1-15,-5 1 0 0,1-1 2 0,-4-1 10 0,-2 1 4 16,-1-1-7-16,-3 0 6 0,1 0-4 16,-2-1-1-16,0 11 1 0,-4-14 2 0,3 8-7 15,1 6 6-15,-6-9-3 0,4 4-9 0,2 5 3 16,-10-2-4-16,10 2 1 0,-12 9-1 0,4-2 1 0,0 5-1 16,3-2-3-16,-2 4 5 0,3-2-2 15,0 3-2-15,3-4-2 0,1 2 0 0,1-1 3 16,3 2-7-16,1-3-11 0,2 0-19 0,3 3-26 15,2-3-20-15,2-3-31 0,2 1-32 0,2-3-27 16,-3 2-96-16,3-2-284 0,-1-4 127 0</inkml:trace>
  <inkml:trace contextRef="#ctx0" brushRef="#br0" timeOffset="134039.6">18073 10507 73 0,'0'0'122'0,"-2"-10"-9"0,2 10-19 16,0 0-7-16,0 0-13 0,0 0-6 0,0 0-4 15,0 0-5-15,0 0 3 0,0 0 0 0,0 31-6 16,-1-20 15-16,0 1-18 0,0-1-1 0,-1-1-5 16,0 4-1-16,-1-3-11 0,3 2-6 0,-1-1 12 15,0-1-15-15,1 1 0 0,0-1-4 0,-1 0-2 16,1-1 2-16,0-1-1 0,0-9-5 0,-2 13-2 16,2-13 1-16,0 8-3 0,0-8-1 0,0 8-1 15,0-8 9-15,0 0 2 0,-1 8 11 0,1-8-1 16,0 0 14-16,0 0 1 0,0 0 11 0,0 0 2 15,0 0-3-15,0 0-8 0,0 0 0 0,0 0-11 0,0 0 2 16,0 0-2-16,3-26-8 0,-2 15-4 16,1 0-2-16,5 0-3 0,-4-2-5 0,3-1 2 15,0 0-10-15,2-2 7 0,4 0-6 0,-1 1-3 0,5-4 0 16,-6 4-5-16,3 3 2 0,-1 0-4 0,1 1 1 16,1 1-3-16,-4 5 6 0,0-2-2 15,0 2-2-15,-1 2-2 0,0 1 0 0,0 0 0 16,1 4 1-16,-3 0-3 0,2 2-1 0,0 2 2 0,-2 1 1 15,-2-1-2-15,1 3 7 0,-1 1-5 0,-2 0 4 16,1 1-4-16,0 4 6 0,-3-5-1 0,1 1-1 16,-1 0 1-16,0 5-9 0,1-6-9 0,-1 3-16 15,0-4-5-15,0 1-11 0,-1 0-22 0,-1 0-16 16,2-3-33-16,1 0-2 0,-1 1-19 0,0-1-115 16,-1 3-275-16,3-4 122 0</inkml:trace>
  <inkml:trace contextRef="#ctx0" brushRef="#br0" timeOffset="134353.23">18667 10329 62 0,'0'-9'192'0,"0"2"-7"0,0 7-1 16,3-10-16-16,-3 10-16 0,0-8-19 0,0 8-18 16,0 0-9-16,0 0-14 0,0 0-7 0,0 0-8 15,0 0-4-15,14 28-3 0,-12-10-7 0,1-3-9 16,-3 4-1-16,0 2-3 0,0 5-8 0,-2-8-2 0,2 3-4 16,-1-2-7-16,1-2 7 0,0 8-7 15,-5-8-1-15,4 1-5 0,1-1-2 0,0-1-1 16,-3-1-12-16,3-3-13 0,0 0-22 0,0 0-13 15,0-2-34-15,3-2-33 0,-3-2-20 0,0-6-19 0,1 14-138 16,-1-14-306-16,0 0 135 0</inkml:trace>
  <inkml:trace contextRef="#ctx0" brushRef="#br0" timeOffset="134799.79">18604 10497 115 0,'7'-7'116'0,"-7"7"-10"0,14-4 7 0,-3 3-9 16,0-1-7-16,3 4-14 0,-1-4-10 0,-1 4 1 15,0-1-12-15,-2 0 0 0,1 3-5 0,0-1-4 16,-2 0 7-16,1 1-3 0,0 2-3 0,-2 1-9 16,1-2 0-16,-2 2-5 0,0 0-3 0,-1 1 1 15,2-2-6-15,-3 1-6 0,0-1-2 0,0 1-9 16,0-3 13-16,0 0-8 0,3 0 5 0,1 0-7 15,0 1 0-15,2-3 4 0,1-1-9 16,-1 1 9-16,1-4-6 0,-1 1 0 0,5 1-4 0,-5-5 1 16,2-1-9-16,0 1 12 0,-3 0-4 0,3-2 4 15,-3-2-2-15,0 2 2 0,0-2-4 0,-2 0 10 16,0 0-6-16,-2 0 14 0,-1 0 4 0,2 2 5 16,-5 0-5-16,1 0-4 0,-1 2-4 0,-2 5 3 15,4-11 3-15,-4 11-10 0,3-8 2 0,-3 8-8 16,0 0-2-16,0 0-6 0,0 0 1 0,0 0 2 15,0 0 3-15,4 26 2 0,-6-14 2 0,0 4-3 16,-2 0 0-16,3 4-3 0,-1-2 0 0,1-1-7 16,-2-2 5-16,2 2 0 0,0-1 1 0,0 1-7 15,1 1 3-15,0-3-8 0,1-2-12 0,-1-1-24 16,1 1-26-16,0-2-16 0,1 0-28 0,-1-5-25 16,0 0-17-16,2 1-23 0,-2-1-111 0,-1-6-305 15,1 9 135-15</inkml:trace>
  <inkml:trace contextRef="#ctx0" brushRef="#br0" timeOffset="135067.65">19263 10262 154 0,'2'-9'219'0,"-4"3"-7"0,2 6-13 0,0-12-23 16,0 12-17-16,2-7-17 0,-2 7-13 0,0 0-9 15,0 0-6-15,0 0 2 0,9 29-12 0,-4-12 4 16,-1 2-9-16,0 7-8 0,-2 1-7 0,0 4-8 0,-1-4-8 16,0 1-6-16,-1-8-5 0,0 6-6 0,0-1 1 15,-1-5-9-15,1 6-6 0,0-7-1 16,1 0-5-16,-1 1-3 0,-1-1-14 0,1 0-16 16,-1-2-18-16,1-1-28 0,-3 0-22 0,2-3-30 0,-2 2-26 15,1-5-37-15,-1 0-28 0,1-1-153 0,-4-1-372 16,3-3 165-16</inkml:trace>
  <inkml:trace contextRef="#ctx0" brushRef="#br0" timeOffset="135541.57">19370 10408 76 0,'13'-4'157'16,"-1"3"-8"-16,1-2-5 0,0 3-6 0,-3 3-4 15,2-1-14-15,-2 4-6 0,-1 2-12 0,-3 0-14 16,1 2-4-16,-2 2-10 0,-4-2-5 0,-1 2-5 16,-4 0-6-16,-2-1-8 0,-4 4-4 0,-2-1-2 15,-1-1-9-15,2-2-2 0,-4-1-12 0,6-2-1 16,0-2-3-16,1 0-5 0,-1 0 4 0,4-3-1 16,0 1-8-16,5-4 8 0,-8 4-3 0,8-4-12 15,0 0 6-15,-5 5-2 0,5-5 1 0,0 0 1 16,0 0 1-16,0 0-4 0,0 0 0 0,0 0-1 15,0 0-1-15,28 1 0 0,-14-4 2 0,-1 0 1 16,6-1 0-16,0 0-2 0,8-5 4 0,-1 3-6 16,2-3 7-16,0-1-2 0,-1-1-3 0,-8 3-2 15,7-3 8-15,-7 3-1 0,-3-2-1 0,2 0 2 16,-1-2 2-16,-3 1 1 0,-3 1 4 0,0 0 1 16,-2-4 5-16,-4 3 4 0,-1-2 0 0,-1 3-4 15,1-3 8-15,-3 2 7 0,-1 1 2 0,2 2-3 16,-2 8 4-16,-2-15-5 0,1 10 3 0,1 5-6 15,-9-9-4-15,3 9-5 0,6 0 5 0,-22 7 2 16,8 2 0-16,-2 1-7 0,-1 3-1 0,2 0 0 16,3 4-2-16,2-3-4 0,-2 4 0 0,6-2 0 0,2-1-6 15,3 2-10-15,1-1-18 0,6 1-28 16,1-2-27-16,4-1-39 0,2-2-31 0,2 0-29 16,-1-1-184-16,0 1-385 0,9 2 170 0</inkml:trace>
  <inkml:trace contextRef="#ctx0" brushRef="#br0" timeOffset="136432.04">20790 11949 188 0,'0'0'190'16,"0"0"-16"-16,0 0-18 0,-8-12-11 0,8 12-15 15,-13-4-7-15,13 4-11 0,-14 2-7 0,4-1-17 16,-3 2-2-16,2 3-9 0,-4 2-8 0,0 1-1 16,0 0-12-16,2 0-5 0,-1 2-5 0,3-1 0 15,0 3-9-15,5-4-3 0,-1 1-5 0,1 2-1 16,5-2-4-16,1 0 0 0,1 1 1 0,2 0-3 16,3 0 0-16,3-2-4 0,1-1 1 15,7 3-1-15,1-5 0 0,2 2-5 0,1-4 2 0,-2 1 1 16,3-1-3-16,-4-3-1 0,3 0-1 0,-4-2-2 15,0 1-1-15,-3 0-2 0,-2 0 4 0,-1-1-3 16,-1 1 4-16,-4-2 1 0,-6 2 2 0,12-2 2 16,-12 2-1-16,7-3-4 0,-7 3 0 0,0 0-3 15,0 0 1-15,0-7-4 0,0 7-1 0,0 0-2 16,-21-2-2-16,10 4-2 0,-3 0 0 0,-5 1 4 16,3 1 3-16,-3 2-2 0,2-1-4 0,-2 1 3 15,1 2 0-15,1 1 0 0,-1 1-2 0,3 3 5 16,0-1-2-16,1 1 0 0,3 0-7 0,0-1 7 15,2 1 0-15,4-1 1 0,1-1-6 0,1-2 4 16,2 2 0-16,1 0 3 0,0-1 1 0,3-1-2 16,0 0-2-16,4-1 0 0,2-1 3 0,0 0-2 15,4-1 0-15,3-1 0 0,1 0-10 0,2-2-9 16,-1-1-14-16,1-1-19 0,1-1-25 0,0 1-14 16,1-3-19-16,1-2-30 0,0 2-16 0,0 0-18 15,-2-2-113-15,-1-2-305 0,-1 0 135 0</inkml:trace>
  <inkml:trace contextRef="#ctx0" brushRef="#br0" timeOffset="136763.29">21295 12255 187 0,'0'0'200'0,"-2"-10"-3"0,2 10-14 15,-3-8 0-15,3 8-4 0,-7-9-13 0,5 4-12 0,2 5-13 16,-8-5-11-16,1 2-12 0,7 3-9 16,-16-1-10-16,4 2-10 0,0 3-9 0,-4 0-2 15,1 6-9-15,1 1-5 0,-3 0-4 0,3-1-7 16,-1 3-5-16,1 1-3 0,-3 5-5 0,6-4-3 0,0-4-1 16,3 4 0-16,4-5-10 0,-1 3-1 0,2-1-2 15,2-1-2-15,2 1 0 0,2-3-1 0,2 2 0 16,5-1 1-16,5-2-3 0,4-1 2 15,7 1-1-15,5-3-1 0,-2-1-4 0,2-3-1 0,1 1-4 16,-2-4-3-16,1 1-9 0,-4-2-18 0,1-1-20 16,-6 2-35-16,-1-2-35 0,-1-2-44 0,6-3-55 15,-8 2-200-15,0-3-444 0,0 0 196 0</inkml:trace>
  <inkml:trace contextRef="#ctx0" brushRef="#br0" timeOffset="138849.75">12760 10536 30 0,'-6'-1'57'0,"6"1"0"0,0 0 5 0,-9-3-9 16,9 3 6-16,-9-4 6 0,9 4-15 0,-14-2 5 15,10-1-6-15,4 3-3 0,-13-1 1 0,7-2-7 16,6 3-3-16,-11-2 5 0,11 2-10 0,-11-1 2 16,11 1-9-16,-9-2 6 0,9 2-4 0,0 0-1 15,-9 0-7-15,9 0-7 0,0 0 7 0,0 0-5 0,-7-3-3 16,7 3 5-16,0 0-9 0,0 0-4 15,0 0 6-15,0 0-1 0,0 0 13 0,0 0-3 16,0 0 12-16,32 3-14 0,-21-1-3 0,8-2 4 16,0 2-5-16,2-4 1 0,8 2 6 0,2 0-9 0,-2-2 2 15,3 1-4-15,2-2 10 0,3 0-14 16,2 0 5-16,12-1 7 0,1 1-3 0,-16 2-5 16,0-4 3-16,3 4-1 0,-1-3-2 0,-3 3-1 0,-1-2-3 15,2 1 2-15,16-1 6 0,2 1-7 0,-3-4-2 16,-1 1 3-16,6 2 2 0,0-2-6 0,-2 1-1 15,2 1-3-15,0-4 3 0,1 5-9 0,-1-5 6 16,-1 1-5-16,0 0 4 0,0 2 3 0,-2-3-1 16,0 2 6-16,-1 3-4 0,-14-1 0 0,3-3 0 15,8 6-4-15,-10-3 6 0,0-1-3 0,-5 2 3 16,0 0-1-16,2-2-4 0,-3 2-4 0,1 0 6 16,-1 0-5-16,2 0 7 0,-3-1 0 0,-3-1-5 15,2 1 2-15,2 2 5 0,-5 1-2 0,4-2 0 16,-3 2-2-16,-1-2 2 0,1 0 5 0,-8 1-6 15,2-1 4-15,-1 1-20 0,5-1 11 0,1 0 6 16,0 1-6-16,-10-1 10 0,0 2-3 0,1-1-4 16,-2 1-1-16,1-3 0 0,-1 3 9 0,-4 0-6 15,1-2 1-15,-1 0-2 0,-1 0-1 0,0 1 3 16,-1 1-9-16,-5-1 5 0,4-1 9 0,-10 2 0 0,13-2 7 16,-13 2-1-16,8 0 3 0,-8 0-7 15,0 0 1-15,11-1-4 0,-11 1 6 0,0 0-4 16,0 0-4-16,0 0-11 0,0 0-20 0,0 0-16 15,8 1-13-15,-8-1-8 0,0 0-28 0,0 0-106 0,0 0-214 16,-23 12 95-16</inkml:trace>
  <inkml:trace contextRef="#ctx0" brushRef="#br0" timeOffset="139738.9">14179 10413 34 0,'0'0'94'0,"0"0"-6"0,0 0-13 0,0 0 3 15,0 0 4-15,0 0-3 0,0 0-7 16,6 31-8-16,-6-19 3 0,2 5-2 0,0 2-5 0,3 0 2 15,-3 6 3-15,2 4 2 0,-2-3-13 0,0 2-14 16,0 3 14-16,-2 1-1 0,0-3 0 0,-2 2 1 16,4 2-6-16,0-1 2 0,1 1-5 15,-3-2-1-15,3 2-1 0,-3 0 0 0,2-1-4 0,-2 0-1 16,3 2-3-16,-1-2-4 0,0-2-5 0,0 1 2 16,-2-1-2-16,2-1-4 0,-4-1 0 0,2 3 5 15,0-5-9-15,0 3 3 0,-2-4 3 0,0 3-1 16,-1-1-3-16,1-1-1 0,2 0-2 0,-5 1-8 15,2-1 5-15,1-2 0 0,-2 2 0 0,0-7 3 16,2 8-5-16,0-8-2 0,-1 0 0 0,1 1 0 16,0 5-6-16,0 1 6 0,-3-1 4 0,2 2 2 15,1-3-6-15,2-5 3 0,0-1-1 0,-2-1-1 16,0 1-4-16,2-2 7 0,0 0-5 0,-3 0-6 16,5 1 3-16,-5-6 0 0,3 1 0 0,0 0-3 15,0 0 0-15,-3-1 1 0,3 2 2 0,-2-2-2 16,2 0-2-16,-2 1-1 0,0-2 2 0,2 3 1 15,-1-4-1-15,1 2-2 0,0-1-3 0,0 0 1 16,-1 0 2-16,-1 2 1 0,1-1 0 0,1 1 1 16,0-2 1-16,-3 0-3 0,3-3 0 0,-2 3 0 15,2-2 3-15,0 3-7 0,0-3 3 0,0 0 1 16,0 1-1-16,0 1 2 0,0-1-3 0,0-9 0 16,0 16 6-16,0-10-4 0,0-6 0 0,0 14 0 15,-2-9-2-15,2-5 4 0,0 13-4 0,0-13-3 0,0 7-15 16,0-7 7-16,0 0-5 0,0 9 0 0,0-9-8 15,0 0-5-15,0 0-20 0,0 0-33 16,0 0-25-16,0 0-21 0,0 0-18 0,0 0-143 0,0 0-313 16,0 0 138-16</inkml:trace>
  <inkml:trace contextRef="#ctx0" brushRef="#br0" timeOffset="140152.74">14207 11939 76 0,'0'0'109'16,"0"0"1"-16,0 0-21 0,0 0-10 0,0 0-15 16,0 0-26-16,0 0-12 0,0 0-19 0,0 0-17 15,0 0-4-15,0 0-6 0,0 0-14 0,0 0-12 16,0 0-33-16,0 0-87 0,0 0 39 0</inkml:trace>
  <inkml:trace contextRef="#ctx0" brushRef="#br0" timeOffset="140613.37">14240 11992 115 0,'0'0'111'0,"0"0"-12"16,-6-14-11-16,6 14-23 0,-7-7 9 0,7 7-6 15,-5-8-13-15,1 4 2 0,4 4-7 0,0 0-11 16,-9-4-2-16,9 4-1 0,0 0 2 0,-5-5-21 0,5 5 2 15,0 0 4-15,0 0-1 0,0 0-11 0,-6-5 6 16,6 5-4-16,0 0-3 0,0 0-5 0,0 0-2 16,0 0 1-16,0 0-8 0,0 0 1 15,0 0 6-15,0 0-3 0,0 0-9 0,0 0 9 0,0 0 4 16,0 0-2-16,0 0 6 0,0 0 0 0,0 0-6 16,0 0-2-16,0 0 0 0,0 0 2 0,0 0-4 15,0 0 6-15,0 0 2 0,0 0 12 16,0 0 13-16,0 0 2 0,0 17 1 0,0-17 0 0,-2 16 1 15,4-4 8-15,-4 1 0 0,2 2 0 0,-1 2-2 16,0 0-2-16,0 0 1 0,-1 2-7 0,0-2-2 16,2 1 1-16,0-2 3 0,0-1-7 0,-2-4-1 15,2 6-4-15,2-4-4 0,-2-4 6 0,2 4-2 16,0-3-6-16,-2 0-1 0,0-1-3 0,0-2 0 16,0-7-8-16,-2 12 6 0,2-12 1 0,2 10-9 15,-2-10 11-15,1 6-5 0,-1-6 3 0,0 0-2 16,0 0-5-16,0 9 1 0,0-9-11 0,0 0-11 15,0 0-22-15,0 0-26 0,0 0-18 0,0 0-24 16,0 0-15-16,0 0-26 0,0 0-82 0,-13-24-249 16,11 19 110-16</inkml:trace>
  <inkml:trace contextRef="#ctx0" brushRef="#br0" timeOffset="141065.17">14072 12156 67 0,'0'0'182'0,"0"0"-18"0,0 0-11 0,2-7-18 16,-2 7-11-16,0 0-15 0,0 0-11 15,0 0-7-15,0 0-5 0,0 0 11 0,13 18 2 16,-8-12-9-16,-4 0-6 0,3 5-7 0,2-1-6 0,-1 1-2 15,2-2-7-15,-3 3 0 0,3-1-7 0,0-1-7 16,-3-1 1-16,2 2-5 0,-1-1-6 16,5-1 1-16,-4-1 0 0,0 0-4 0,1-2-1 15,0 2-4-15,-2-3-2 0,0-2-3 0,1 2-2 0,0-1 0 16,-1 0-5-16,0 0 2 0,-5-4-3 0,9 6-2 16,-5-5-1-16,-4-1-1 0,5 4-1 0,-5-4 0 15,0 0-1-15,6 4 1 0,-6-4-2 16,0 0 4-16,0 0 1 0,6 3-4 0,-6-3 3 0,0 0-1 15,0 0 2-15,0 0-2 0,10-6-3 0,-10 6-1 16,5-9-2-16,1 2 1 0,0-3-1 0,2 3-2 16,-1-3-2-16,-1-1 0 0,6-3 2 0,-5 1-3 15,6-2 0-15,-2 1-8 0,-2-2-4 0,0 0-12 16,1-1-14-16,0-1-13 0,-1 1 8 0,0 0-14 16,2 1-16-16,-4-2-20 0,0 2-22 0,2 1-19 15,-2 1-17-15,1-2-20 0,-5 6-131 0,1-3-324 16,1 4 144-16</inkml:trace>
  <inkml:trace contextRef="#ctx0" brushRef="#br0" timeOffset="143405.07">15366 11186 51 0,'0'0'155'0,"0"0"-10"15,0-13-17-15,0 13-8 0,-5-8-9 0,1 2-4 16,0 1-1-16,4 5-7 0,-12-9-17 0,4 4 4 16,1 0-1-16,-3 2-4 0,2-3-10 0,-1 2-5 0,2 1-5 15,-1 1 5-15,8 2-4 0,-15-3-12 0,7 3 0 16,-5 2-5-16,2-1-6 0,-3 1 1 15,4 3-7-15,1 1-7 0,-3 0-2 0,2 1 0 16,1 2-1-16,-5 3-5 0,5 1-5 0,0-1 1 0,0 4 0 16,3-6 1-16,1 2-4 0,2 4-1 0,0-3 0 15,2-1 0-15,1 2-3 0,0-5 3 16,4 3-2-16,-1-1-5 0,3 0 5 0,-1-1-5 0,4-2 5 16,-4 2-2-16,7-4 2 0,-1 0-5 0,-1-2 4 15,2 0-1-15,1-1-5 0,-2-3 5 0,2 0 3 16,-3 0-4-16,3-1 6 0,1-2-8 0,-3-1 3 15,-1-1-1-15,0 0-1 0,-1-2 3 0,-2 0-3 16,1 2-1-16,0-4-3 0,-2-2 2 0,-2 0 1 16,-1 1 0-16,2-1 0 0,-2-1 0 0,1 1 2 15,-3-2-4-15,0 1 2 0,1-4-1 0,-1 3 0 16,0 0-1-16,1 2 1 0,-2-2-3 0,1 2 3 16,-1 2 3-16,0 2-2 0,0 7 8 0,-1-13 0 15,1 13 5-15,1-9 1 0,-1 9-4 0,-1-8-4 16,1 8-1-16,0 0 0 0,1-9 3 0,-1 9-6 15,0 0-1-15,0 0-2 0,0 0 1 0,0 0-1 16,0 0-4-16,0 0 3 0,0 0-1 0,0 0-6 16,0 0 6-16,0 0-3 0,0 0 2 0,0 0 0 15,0 0 0-15,0 0 3 0,0 0-1 0,0 0-1 16,-1 32 4-16,2-25-5 0,-1 1 3 0,1 0-3 16,1-1 3-16,-2-7-1 0,1 13 3 0,-1-4 1 15,0 1-4-15,0-1 1 0,0 0 4 0,0-2-4 16,0-7 0-16,0 15-1 0,0-6 4 0,0 3 1 15,0-3-1-15,2 2 1 0,-2 1-1 0,0-1 3 0,-2 6 3 16,4 1-6-16,0-2 9 0,-2 1-1 16,1-2 3-16,0 2-2 0,-2 1-2 0,4 2-2 15,-1-4 3-15,1-2-2 0,-3 2 2 0,2-4-2 16,2 5-2-16,-3-6-1 0,1 1-3 0,-1-2-1 0,-1 1 0 16,2-2 2-16,-3 2 0 0,1-2-1 0,-1 0 1 15,1-9-3-15,0 14 0 0,1-7 3 16,-1-7-3-16,-1 12 1 0,1-5 1 0,0-7-3 15,-1 11 0-15,1-11 0 0,1 10 0 0,-1-10 0 0,1 6 1 16,-1-6 2-16,0 0-1 0,0 0 3 0,1 8 14 16,-1-8 10-16,0 0 7 0,0 0 5 0,0 0-4 15,0 0-3-15,0 0-1 0,0 0-7 16,0 0-2-16,12-25-3 0,-9 14-3 0,3 0-1 0,2-4-2 16,1-1-5-16,-2 0 12 0,1-3-14 0,-1 3 1 15,0 0-2-15,1-4-2 0,-3 3-7 0,6-7-4 16,-4 6-2-16,-1 0-1 0,0 1-2 0,3 0 0 15,-4-1-2-15,2 1-1 0,-2 0-12 0,1 3-2 16,-3 2-10-16,3 0-6 0,-2 1-7 0,0 3-1 16,0 0-17-16,-2 3-11 0,-2 5-22 0,0 0-16 15,3-10 12-15,-3 10-10 0,0 0-22 0,0 0-9 16,0 0-19-16,0 0-153 0,0 0-341 0,0 0 152 16</inkml:trace>
  <inkml:trace contextRef="#ctx0" brushRef="#br0" timeOffset="143891.6">15688 11215 168 0,'0'0'200'0,"1"-8"3"16,-1 8-11-16,0 0-12 0,0-10-17 0,0 10-13 15,0 0-19-15,0 0-18 0,0 0-13 0,0 0-11 0,5-4-5 16,-5 4-12-16,0 0-6 0,0 0-3 16,9 24-6-16,-5-14-10 0,0 2 1 0,0-1-5 15,-2 1-1-15,5 3-3 0,-2 0 0 0,-4-3 0 16,3 2-6-16,0 0-6 0,0-1 0 0,-3-2-4 0,3 0 0 16,-2-3-3-16,1 2-1 0,-1-1-1 0,1 1-3 15,-3-4-2-15,4 1-2 0,-3 0-1 0,0-1-1 16,2 0 3-16,0 1-7 0,-3-7 6 15,3 8-3-15,-3-8 4 0,3 6-2 0,-3-6 2 0,0 0 5 16,4 5 11-16,-4-5-4 0,0 0-2 0,0 0-3 16,0 0 3-16,14-15-5 0,-9 5-2 0,-1 1-1 15,2-5-2-15,2-1-3 0,-3-3 1 16,0 1-2-16,1 0 1 0,0 0-2 0,-1-2-3 0,1 0 0 16,0 0 4-16,-1 0-2 0,1 4-2 0,-2-1 2 15,-1 0-2-15,1 5 0 0,-1 3 2 0,-2 1 0 16,1 1 2-16,-2 6-2 0,4-10-3 0,-4 10-1 15,-1-7-1-15,1 7-9 0,0 0-11 0,0 0-11 16,0 0 1-16,0 0-9 0,0 0-24 0,0 0-24 16,0 0-24-16,0 0-24 0,-9 27-24 0,5-19-22 15,2 2-20-15,-1 0-117 0,2 0-342 0,1-3 152 16</inkml:trace>
  <inkml:trace contextRef="#ctx0" brushRef="#br0" timeOffset="144283.1">16089 11339 166 0,'0'0'176'16,"0"0"-7"-16,0 0-13 0,0 0-12 0,0 0-6 16,0 0-14-16,0 0-11 0,0 0-4 0,0 0-4 15,0 0-7-15,-32 11-7 0,26-3-8 0,1-1-9 16,1 1-8-16,-2 0-6 0,-1 1-3 0,2 1-7 15,1 0 1-15,0-1-4 0,2-2-9 0,1 3-2 16,1 0 0-16,0 1-3 0,2-1 2 0,2-1-8 16,0-4 2-16,0 1 2 0,5 1-4 0,-2-3-3 15,4 2 0-15,-1-2-3 0,3 0 4 0,-1-4-8 16,4 0 3-16,0-2-3 0,5 0-1 0,-5-3-2 16,1-4-3-16,2 2 2 0,-3-1-2 0,-1-3 0 0,-2 1 0 15,0 1 3-15,-3-1-2 0,0-3 1 0,-3 1 2 16,-3 2 1-16,0-2 2 0,-1-4-2 15,-3 4 0-15,-3-3-3 0,-1 3 2 0,-3 1-5 16,0 2 0-16,-2-1-1 0,-1 0-2 0,-1 3-3 0,-6 1-1 16,3 3 0-16,-2-1 0 0,1 4-11 0,-2 0-18 15,0 2-26-15,-1 3-31 0,-1 2-28 16,1-2-39-16,2 3-48 0,1 1-165 0,5-4-392 16,2 0 174-16</inkml:trace>
  <inkml:trace contextRef="#ctx0" brushRef="#br0" timeOffset="148895.69">14156 10558 48 0,'0'0'65'0,"0"0"2"0,-8-5-3 0,8 5-7 16,0 0-12-16,0 0 0 0,0 0 4 0,0 0-2 15,-2-10-3-15,2 10-7 0,0 0 3 0,0 0-2 16,0-10-6-16,0 10 0 0,0 0 6 0,0 0-7 16,0-10 0-16,0 10 7 0,0 0-2 0,0 0 0 15,0-10 9-15,0 10-5 0,0 0 2 0,2-6-3 16,-2 6-4-16,0 0-5 0,0 0 7 0,0 0-10 16,0 0 0-16,2-10 1 0,-2 10 2 0,0 0-13 15,0 0 3-15,0 0-3 0,0 0-15 0,0 0 7 16,0 0 5-16,0 0 1 0,-15 16 0 0,6-10 3 15,-3 7-6-15,-5-2-4 0,1 1 9 0,-4 4-7 0,0 0 0 16,-5 0 6-16,9-6-7 0,-2 3-4 0,0-2 5 16,3 1-14-16,-4 1-20 0,6 0-20 15,-1-4-22-15,1 1-22 0,4-1-25 0,-1-1-85 16,2 1-214-16,3-1 95 0</inkml:trace>
  <inkml:trace contextRef="#ctx0" brushRef="#br0" timeOffset="149079.73">14191 10535 19 0,'7'-3'123'16,"-7"3"-4"-16,8-2 1 0,-8 2-17 0,10 3-5 16,-1 0-13-16,-3 0-6 0,3 0-9 0,-1 2-8 15,-2 1-17-15,3 3-42 0,1-2-13 0,0 2-30 16,-3 1-39-16,-3-1-55 0,-4-2-143 0,2-1 64 15</inkml:trace>
  <inkml:trace contextRef="#ctx0" brushRef="#br0" timeOffset="149794.84">11246 10562 8 0,'0'0'68'0,"-8"0"-3"0,8 0 5 0,-9 0-8 16,9 0-10-16,0 0-4 0,-14 0-2 0,14 0-2 15,0 0-4-15,-9 0-10 0,9 0 3 0,0 0-3 16,0 0-5-16,0 0-4 0,-9 0-2 0,9 0-4 15,0 0-1-15,0 0 5 0,0 0-6 0,0 0-1 16,0 0-9-16,0 0 10 0,22 15-9 0,-13-14 12 16,3-1-11-16,2 1 5 0,3 1-4 0,3-1 1 15,-1-1-8-15,5-1-5 0,3 3 1 0,-7-2-4 16,2 2-3-16,8-2-12 0,-2 0-2 0,2 0-17 16,0-3-13-16,-1 0-47 0,2 1-111 0,-1 1 48 15</inkml:trace>
  <inkml:trace contextRef="#ctx0" brushRef="#br0" timeOffset="150132.72">12305 10528 73 0,'17'-2'81'16,"1"0"-5"-16,0 0-8 0,1-1-3 0,1 1-12 0,-2-1 0 15,13-1-7-15,-4 1-5 0,-2 0-3 16,4-1-13-16,-9 1 8 0,9 0-2 0,-8 3-11 15,1-2 2-15,-3 1-5 0,2-2-13 0,-2 2-4 16,0 1-12-16,2 0-4 0,-1 0-4 0,-3 0-1 0,4 0-3 16,0 0-5-16,-4 0 6 0,2 0-2 0,0 0 6 15,-1-1 1-15,-5 1 3 0,-1 0-2 0,-1 0 7 16,3 0 1-16,-5 0 8 0,0-1 1 16,-9 1 0-16,14 0 13 0,-8 1-8 0,-6-1 6 0,11-1-9 15,-11 1 4-15,9 1-1 0,-9-1-2 0,9 0-2 16,-9 0 1-16,0 0 1 0,0 0-6 0,11-3-4 15,-11 3-3-15,0 0 5 0,11-1-7 0,-11 1 8 16,0 0 2-16,12-2-2 0,-12 2-2 0,5-2-6 16,-5 2-4-16,0 0-11 0,10 0-7 0,-10 0-32 15,0 0-72-15,10 0 32 0</inkml:trace>
  <inkml:trace contextRef="#ctx0" brushRef="#br0" timeOffset="150473.54">12644 10552 18 0,'18'-3'66'16,"4"0"-1"-16,5-1-23 0,2 2 5 0,1-3-4 15,3 3-9-15,-1-2-8 0,-1 1-6 0,0-1-4 16,5 0 5-16,-4 0-17 0,1 1-18 15,-4-1-8-15,5 2-7 0,-4-3 0 0,1 2-23 16,2 2-55-16,3-1 24 0</inkml:trace>
  <inkml:trace contextRef="#ctx0" brushRef="#br0" timeOffset="155294.87">6734 14711 25 0,'0'0'31'0,"-7"3"-7"0,7-3 3 16,-8 1-2-16,8-1 7 0,-9 3-5 0,9-3 3 15,-7 2 2-15,7-2 2 0,-11 2-6 0,11-2-3 16,-9 1 6-16,9-1-5 0,-7 2-1 0,7-2 2 16,-10 0-6-16,10 0-1 0,0 0-2 0,-12 3 2 15,12-3-4-15,0 0 1 0,-9-1 3 0,9 1 1 16,0 0 2-16,-6 3-4 0,6-3 1 0,0 0 14 16,0 0-15-16,0 0-4 0,0 0 1 0,0 0 14 15,0 0-13-15,0 0 3 0,0 0 0 0,0 0 3 16,-9 0 1-16,9 0-3 0,0 0 7 0,0 0-2 15,0 0-6-15,0 0-9 0,0 0 6 0,0 0 0 16,0 0-2-16,0 0-5 0,0 0 1 0,0 0-5 16,0 0 4-16,0 0-3 0,0 0 4 0,0 0-4 15,0 0 6-15,24 4-7 0,-24-4-6 0,9 0 8 16,-9 0 1-16,11-1-1 0,-11 1-1 0,12-2-3 16,-4 2 4-16,-8 0 1 0,12 0-1 0,-4 0 2 15,-8 0-4-15,13-1 3 0,-4 1 1 0,1-3-6 16,0 3 2-16,2-1-5 0,-2-2 21 0,4 1-13 15,-2 3-6-15,0 0 3 0,2-2-3 0,-2 1 5 16,2 0-3-16,0-1-2 0,0 1 4 0,0-1 1 16,-2 1-6-16,2 0 12 0,2 0-4 0,-3 0-1 15,0 0 1-15,0 1-5 0,-1-1 7 0,1 0-9 16,1-1 4-16,-1 2-6 0,0 0 1 0,0-1 1 16,-1 0 10-16,0 0-4 0,0 0 8 0,0 0-6 15,-2 0 0-15,-1 0 6 0,3 0-1 0,-2-1-10 16,-1 2 10-16,2-2-6 0,-11 1 7 0,16 0-4 15,-8 0-6-15,-8 0 7 0,19 0-2 0,-12 0-2 16,4-1 2-16,0-1 2 0,-3 2 0 0,-8 0-9 16,16 0 7-16,-16 0-7 0,13 2 4 0,-6-2-5 15,1 0 3-15,-8 0 5 0,17-2-4 0,-8 2 1 16,0 0 4-16,3 0-4 0,1 0 8 0,2 0-2 16,2 0-2-16,2-3 1 0,1 0 1 0,3 2-3 15,-4 1 0-15,9-4-14 0,0 1 16 0,-1 1-5 16,1-1-4-16,3 2 4 0,-2-2-3 0,1-2-2 15,0 1 0-15,2 3 3 0,-1-3-1 0,2 0 3 16,2 0 5-16,1 0-11 0,-2 1 2 0,4-1-3 0,-2-2 0 16,0 4 5-16,-2-2-7 0,1 1 6 15,-2 1 0-15,0-3 2 0,-1 2-7 0,2 0 1 16,0 3-1-16,-1-3 8 0,2 0 0 0,-2 1-3 16,-2 2 0-16,-1-2 3 0,1 1-4 0,-3-4 1 15,-1 5-1-15,1 0-2 0,-6-1-4 0,0 1 0 0,7 0 5 16,-2 0 5-16,1-2-12 0,0 0 11 15,-2 4-3-15,2-5-4 0,1-2 4 0,-2 2 0 16,1 1 3-16,0 2 0 0,0-2 0 0,0 0-1 16,0-3 3-16,-7 3 2 0,7 0-4 0,0 0 0 15,-6 2 0-15,6-3-3 0,-6 0 2 0,10 3 3 0,-5-1-1 16,3 0 0-16,0-5-4 0,0 1 1 16,0 6 0-16,-2-3 1 0,1 1 0 0,1-3-2 15,0 1 2-15,4 3-3 0,-2-1 1 0,-1-1 2 16,1 2-7-16,0-2 7 0,2-2-3 0,1 2-1 15,0 2 0-15,-2-3 5 0,-1 1-2 0,2 0 3 0,2-2-1 16,0 3-4-16,0-1 1 0,2-1 2 16,1 2 1-16,-1-5-2 0,0 5 4 0,2 0-5 15,-2-2-2-15,13 1 7 0,-12 0-3 0,-1 0 0 16,14 1 3-16,-12 1-3 0,11-4 0 0,-14 3 1 16,3-2 1-16,12-2-2 0,-13 5-1 0,13-1-3 0,-15 0 5 15,14-3-7-15,-13 2 5 0,-2 0-3 0,15 1 1 16,-15-1 1-16,1 1 1 0,0 0-4 15,2-1 6-15,-1 1-5 0,-1-1 4 0,2 2-5 16,-3-2 3-16,0 1 3 0,1 1-5 0,-4 0 5 16,2 0-2-16,-2 1-2 0,2-5-2 0,-1 3 4 0,1 1-1 15,-5-3 1-15,2 3-2 0,-1 0 3 16,-2-3 0-16,0 2-2 0,0-1 1 0,-2 1 2 16,2-2-3-16,-7 1 3 0,0 1 0 0,7 2 0 15,-5-4-1-15,-1 1 1 0,-1 2-2 0,-4-2 3 16,2 0-3-16,-1 1 9 0,0 1-8 0,2-2-1 0,-3 1 2 15,2 0-5-15,-2 1 2 0,-1-2 1 0,4 0-1 16,-4 0-4-16,0 2 2 0,2-3 2 0,-2 3-2 16,1-2 0-16,-1 0-1 0,0 2 1 15,-4 0-2-15,1-3 2 0,-1 3-1 0,3-1 4 16,-5 1-4-16,3-1 3 0,1-1-1 0,1 1 1 0,-3 0-1 16,-2-1-4-16,5 2-2 0,-5 0 8 15,4-1 0-15,-3 0-4 0,2 0-1 0,-3 1 2 0,-2-2 0 16,3 2 2-16,-1-1-3 0,-1 1 0 15,0 0 1-15,1 1 2 0,-11-1-5 0,16-1 0 16,-7 1 3-16,-1-1 0 0,-8 1-1 0,15-3 0 0,-9 3 1 16,-6 0-2-16,17-1-1 0,-7 1 3 0,-5-1 5 15,-5 1-4-15,15-2-3 0,-8 1 1 0,-7 1 0 16,13 0 0-16,-13 0 0 0,9-1-2 16,-9 1 3-16,12 0-2 0,-12 0 2 0,7 1 1 15,-7-1-3-15,12 0 2 0,-12 0 2 0,13 0-1 16,-5 1 1-16,1-1-2 0,0 2 0 0,2-2 1 0,-11 0-1 15,18-2 2-15,-9 4 0 0,-2-2-2 0,-7 0-3 16,15-2 1-16,-5 4 1 0,-2-1 3 0,-8-1-5 16,12-1 3-16,-12 1-4 0,11 0 4 15,-11 0-2-15,9 0 4 0,-9 0 1 0,8-3 11 16,-8 3-11-16,0 0 7 0,11 1-8 0,-11-1-5 0,0 0 7 16,8-1-3-16,-8 1-3 0,0 0 3 0,0 0-3 15,11 0 0-15,-11 0 2 0,0 0-1 16,0 0 0-16,0 0 0 0,0 0-5 0,0 0 7 15,0 0-5-15,0 0 1 0,0 0 5 0,0 0 0 16,0 0-7-16,8 1 5 0,-8-1 0 0,0 0-5 16,0 0 1-16,0 0-1 0,0 0 1 0,0 0-2 0,0 0-8 15,0 0-9-15,0 0-15 0,0 0-18 16,0 0-29-16,0 0-37 0,0 0-35 0,0 0-31 16,0 0-33-16,0 0-124 0,0 0-369 0,0 0 165 15</inkml:trace>
  <inkml:trace contextRef="#ctx0" brushRef="#br0" timeOffset="174842.7">5453 13290 95 0,'-2'-9'130'0,"2"9"-12"0,-3-9-10 0,3 9 1 16,-6-9-12-16,3 5-14 0,3 4-7 0,-10-9 6 16,4 6-15-16,0-1-4 0,-3-2 0 0,-2 5-12 15,-2-2 0-15,0 3-8 0,-1 0-4 0,1 2-6 16,-5-1 2-16,-1 0-9 0,1 2-3 0,2 4-4 16,-1-2 3-16,0 5-6 0,3 0-6 0,-2 1 3 15,3 1-4-15,0 1 2 0,3 1-7 0,0-2 6 16,2 1-2-16,3 2 0 0,-2 0-3 0,5-3-4 15,1 3 2-15,2-2 12 0,0-3-2 0,4 2-9 16,2 3-4-16,2-6-7 0,1 0 10 0,0-2 0 16,1 0-2-16,1-2 3 0,5 1 5 0,-6-2 1 15,1 3-2-15,2-4 1 0,-3-3-2 0,2 0-3 16,-1 0 1-16,-6 0 9 0,-6 0-1 0,15-2-4 16,-15 2 8-16,10-1 0 0,-10 1 5 0,8 0-3 15,-8 0-10-15,0 0 4 0,0 0 0 0,0 0-2 16,0 0-3-16,0 0-4 0,0 0 3 0,0 0-6 15,0 0 5-15,-38 6-3 0,20-2-1 0,4 2 3 16,-3 3-5-16,-1 1 0 0,1 0 4 0,1 1 1 16,-2 0-7-16,3 2 1 0,-2 0 7 0,4 1 0 15,0 0-3-15,1-2-4 0,3 1 0 0,1-1 1 16,3 1 3-16,1-3-4 0,4 6 10 0,0-6-8 16,3 2-1-16,1-5 2 0,2 3 5 0,4 0-2 15,3-2 2-15,0-2 0 0,4-1-4 0,3-1-15 16,8 0-17-16,1-3-29 0,5-3-28 0,-1-3-25 15,-1 1-26-15,0-5-104 0,-3-2-259 0,2-3 115 16</inkml:trace>
  <inkml:trace contextRef="#ctx0" brushRef="#br0" timeOffset="175085.96">5689 13408 93 0,'0'0'151'0,"0"0"-11"16,0 0-15-16,0 0-19 0,0 0-9 0,-5-4-14 15,5 4-4-15,0 0-10 0,0 0-4 0,0 0-6 16,0 0-7-16,0 0 0 0,21-3-5 0,-10 3-8 16,1-3-1-16,7 3-7 0,-3-3-3 0,2 0-4 15,-4 3-14-15,-1-1-19 0,-1 0-25 0,-2 1-16 16,-10 0-11-16,15 0-25 0,-9-1-9 0,-6 1-81 15,8 1-190-15,-8-1 84 0</inkml:trace>
  <inkml:trace contextRef="#ctx0" brushRef="#br0" timeOffset="175341.68">5635 13463 99 0,'-2'9'115'0,"-1"1"-1"0,-1 5 3 16,2-1-11-16,-4 2-4 0,2 2-1 0,0 1-9 16,0 0-3-16,0 0-4 0,2 0-10 0,0-3-7 15,0-3-10-15,2 5 4 0,-1-4-12 16,1-2-7-16,-3 3-12 0,3-2 9 0,0-1-2 0,-1 1-2 16,-2-2-5-16,2 2-5 0,0-3-1 0,-1 2-1 15,1-3-8-15,0 3-13 0,0-3-28 0,3 1-28 16,-3-2-23-16,-2 0-17 0,3-8-11 0,-2 10-17 15,0-3-75-15,2-7-212 0,-6 5 94 16</inkml:trace>
  <inkml:trace contextRef="#ctx0" brushRef="#br0" timeOffset="175502.86">5614 13717 70 0,'0'0'78'0,"0"0"-7"0,23 0-10 16,-13 0-17-16,4 0-11 0,3 1-21 0,2-2-20 16,0-1-22-16,0-2-26 0,3 1-60 0,-2-2 27 15</inkml:trace>
  <inkml:trace contextRef="#ctx0" brushRef="#br0" timeOffset="175631.13">5953 13658 51 0,'0'0'162'16,"0"0"-14"-16,0 0-11 0,7-3-15 0,-7 3-13 15,0 0-11-15,0 0-13 0,0 0-6 0,0 0-8 16,0 0-11-16,0 0-22 0,8-1-24 0,-8 1-25 16,0 0-32-16,0 0-30 0,13 3-102 15,-13-3-189-15,0 0 84 0</inkml:trace>
  <inkml:trace contextRef="#ctx0" brushRef="#br0" timeOffset="177754.69">6004 14801 62 0,'-9'-6'128'0,"1"3"-17"0,2 1-5 0,6 2-12 15,-15-5-6-15,3 3-16 0,0 0 1 0,-1 0-2 0,1 2-4 16,-6 2-3-16,-1 0 3 0,0 1-6 0,-2 2 3 16,1-1-16-16,0 3 0 0,2 2-3 15,-2-4-9-15,5 4 3 0,-2 1-9 0,3 0 3 16,-3 2-6-16,6-2 4 0,-1 2-9 0,5-1 1 15,0-2-5-15,1 1-4 0,2-1 3 0,0 3 6 0,3-5-10 16,1 3-2-16,3 1 2 0,0-3-8 0,1-1 9 16,4 3-5-16,1-4 0 0,1-1 1 0,2 3-1 15,0-5-1-15,6 1 0 0,1 0-4 16,1-2 7-16,-1 0-3 0,-6-2-2 0,2 0-4 16,-4 0 4-16,0 1 4 0,0-2-5 0,-11 1 3 15,13 0-5-15,-13 0 2 0,11 1 1 0,-11-1 2 0,7 0 1 16,-7 0 2-16,0 0 6 0,0 0-13 0,0 0 0 15,9 1 5-15,-9-1-3 0,0 0-1 0,0 0-2 16,0 0-1-16,0 0 2 0,0 0-2 16,-22 15-1-16,12-11-2 0,-6 6 1 0,1-1 3 15,1 0-8-15,-3 2 4 0,3 0-1 0,-1-1 6 0,2 0-11 16,1 3 7-16,3-4 1 0,2 1-2 0,-2 0 1 16,4 1 0-16,3 0 3 0,-1 0-2 0,2 0 0 15,1-2 0-15,1 1-6 0,2-2 4 16,0-1 4-16,5 2-3 0,0-2 8 0,2-1-7 15,4-2 0-15,3 1 0 0,0-2-3 0,0 0-4 16,4-1-20-16,-1-3-22 0,-1 0-15 0,3-1-22 16,-3-2-17-16,0 1-11 0,2 0-7 0,-1 0-95 0,-3-2-234 15,-6 1 104-15</inkml:trace>
  <inkml:trace contextRef="#ctx0" brushRef="#br0" timeOffset="178331.66">6105 15099 49 0,'0'0'122'0,"-4"-5"5"0,4 5-4 15,0 0-7-15,-4-5 4 0,4 5-7 16,0 0-4-16,0 0-4 0,0 0-5 0,0 0-3 16,-4-5-2-16,4 5-4 0,0 0-6 0,0 0-9 15,0 0-7-15,0 0-2 0,0 0-5 0,0 0-11 16,0 0-1-16,0 0-7 0,0 0-8 0,0 0-2 16,0 0-9-16,0 0-1 0,0 0-4 0,0 0-3 15,0 0-2-15,0 0-3 0,0 0-1 0,0 0-2 16,0 0 1-16,0 0 3 0,9 20-4 0,-6-15-2 15,2 5-1-15,-3-1 1 0,4 0-1 0,-3 1 3 16,1 0-2-16,1-1 0 0,-1 1-1 0,1 0 7 16,1 2-9-16,-2-2 4 0,-1 3-4 0,1-3 5 15,1 0-6-15,0 2 4 0,-1 0-3 0,2-1 3 16,-1 0 2-16,-1 1-3 0,0-2 0 0,0 1-4 16,1-1 4-16,-1-3-3 0,1 1-3 0,-1-3 3 15,-2 2 0-15,2-1 1 0,-1-1 0 0,-3-5 2 16,5 5-3-16,-5-5 5 0,5 6 4 0,-5-6 8 15,4 4 9-15,-4-4 6 0,0 0-4 0,0 0 0 16,16-7 6-16,-8-2-9 0,0 0 0 0,0-1-3 16,1-4-1-16,3 0-3 0,-2-2 1 0,2-5-3 15,2-1 0-15,-3 1-3 0,0-4-5 0,-5 7 2 16,3 0-1-16,-3-1-1 0,1 2-3 0,-2 3 1 16,-3 3-1-16,2 1-2 0,-1 3 1 0,-1-1-12 15,1 3-17-15,-3 5-29 0,1-8-40 0,-1 8-40 16,0 0-15-16,0 0-28 0,0 0-170 0,0 0-374 15,0 0 166-15</inkml:trace>
  <inkml:trace contextRef="#ctx0" brushRef="#br0" timeOffset="179776.6">21001 14944 33 0,'1'-6'163'0,"1"0"-13"16,-2 6-9-16,0-14-9 0,2 8-8 0,-2 6-4 16,0-13-7-16,0 13-11 0,-4-9-9 0,1 5-11 15,3 4 0-15,-7-9-17 0,0 4-4 0,1 1-8 16,-6 2 1-16,-2 0-3 0,-2 4-9 0,-2-2-2 15,0 3-2-15,-2 3-4 0,0-1-3 0,2 3-5 16,-1-1-2-16,4 1 0 0,0 2-5 16,3-3-1-16,1 2-2 0,3-1-2 0,-1 2 1 0,4 1-3 15,1 0 0-15,3-1-2 0,1-3 1 0,1 4-2 16,4-1 0-16,3-2-4 0,1 0 1 0,2 0 1 16,2-1 1-16,4 2-6 0,-2-5 5 0,3 1-4 15,-1-2 2-15,0 0-2 0,-4-2 0 0,0-1 3 16,4 1-1-16,-5-2-2 0,0 0-3 0,-2-1 5 15,1 1-6-15,-4 0 9 0,-7 1-4 0,10-4 0 16,-10 4 0-16,9-1 1 0,-9 1-1 0,0 0 2 16,0 0-5-16,0 0-4 0,0 0 8 0,0 0-10 15,0 0 4-15,0 0 0 0,-37 0 0 16,24 3 3-16,-4 3-3 0,1-2-2 0,-2 3 4 0,3 2-8 16,-2-3 8-16,3 4-5 0,-2-1 0 0,5-1 2 15,-3 2 4-15,5-3-3 0,2 2-3 0,0 0 2 16,0 1-3-16,3-1 4 0,0 1 3 0,3-4-4 15,1 3 2-15,2-1 1 0,1-2 3 0,2 1 3 16,1 0-8-16,3-3 6 0,2 3-3 0,2-3-12 16,3 2-4-16,4-4-17 0,-3 0-20 0,3 1-19 15,1-1-24-15,-1-2-15 0,1-2-18 0,-2 2-21 16,-1 0-95-16,-3-3-263 0,-2 3 116 0</inkml:trace>
  <inkml:trace contextRef="#ctx0" brushRef="#br0" timeOffset="180165.81">21297 15089 16 0,'4'-7'151'0,"-4"7"5"15,4-6-1-15,-4 6-8 0,0 0-4 0,2-7-13 16,-2 7-6-16,0 0-10 0,0 0-14 0,0 0-11 16,0 0-10-16,0 0-6 0,0 0 1 0,0 0-6 15,7 16-4-15,-7-16 1 0,0 16-1 0,2-8 1 16,0 5 0-16,-2-1-6 0,1 1-5 0,-1-2-1 15,0 4-10-15,1-2-5 0,-2 3-1 0,0 0-4 16,2-4-3-16,-1-1-4 0,3 4 0 0,-2-4-6 16,-2-2 3-16,1 1-4 0,1-1-1 0,1 0-2 15,1-1-3-15,-1-2-2 0,0 2 4 0,0-4-4 16,-2-4 2-16,5 10-1 0,-5-10 1 0,5 7 4 16,-5-7 6-16,6 3 1 0,-6-3 2 0,11 0 2 15,-11 0-2-15,13-6-4 0,-4 1 0 0,2-3 2 16,5 1 0-16,-1-4-2 0,-1 0 3 0,4-1 0 15,1-5-10-15,3 0-1 0,1-2-1 0,1 1-1 16,-2-2-3-16,1 1 0 0,-2-1-2 0,-6 7 2 16,0 0-5-16,-2 0-2 0,1 0-9 0,-7 3-11 15,2 2-9-15,0 0-17 0,-1 1-17 0,-2-1-41 16,-2 4-29-16,0-5-37 0,0 3-42 0,-4 6-151 16,4-8-389-16,-3 3 173 0</inkml:trace>
  <inkml:trace contextRef="#ctx0" brushRef="#br0" timeOffset="180322.66">21874 15105 69 0,'5'3'122'0,"-5"-3"-11"0,0 0-7 0,0 0-20 15,0 0-28-15,0 0-34 0,0 0-42 0,0 0-72 16,0 0-98-16,0 0 43 0</inkml:trace>
  <inkml:trace contextRef="#ctx0" brushRef="#br0" timeOffset="192511.27">12406 14432 1 0,'0'0'51'0,"0"0"-3"0,0 0-7 16,0 0-2-16,0 0-6 0,0 0 0 0,0 0-11 15,0 0 4-15,0 0-5 0,0 0-3 0,0 0 0 16,-9 0 2-16,9 0 6 0,0 0-7 0,0 0-1 16,0 0 4-16,-10 2 0 0,10-2 0 0,0 0-1 15,0 0-6-15,-7 1 3 0,7-1-4 0,0 0-2 16,0 0 2-16,-10 4-4 0,10-4 0 0,-10 4-5 15,6-2 4-15,4-2-3 0,-9 3 1 0,9-3-4 16,-7 2 2-16,7-2-2 0,-7 4 1 0,7-4-2 16,0 0-2-16,-6 4-1 0,6-4 2 0,0 0 2 15,0 0-2-15,0 0 1 0,-9 2 1 0,9-2 0 16,0 0-3-16,-9 0 0 0,9 0 6 0,0 0-5 16,-12-1 0-16,12 1 3 0,0 0 3 0,-12-1-6 15,12 1 3-15,0 0 3 0,-13 0 1 0,13 0 5 16,0 0-1-16,-6-2-5 0,6 2 6 0,0 0-4 15,0 0 10-15,0 0-9 0,-11-2-3 0,11 2 2 16,0 0-1-16,-7-2 1 0,7 2 4 0,0 0-11 16,-9-2 7-16,9 2-5 0,0 0 3 0,0 0-6 15,0 0 3-15,-11 0-7 0,11 0 8 0,0 0-1 16,0 0-3-16,-11 0 5 0,11 0 5 0,0 0-8 16,0 0 6-16,0 0 5 0,0 0 0 0,-10 0 5 15,10 0 1-15,0 0-3 0,0 0 6 0,0 0-9 16,0 0 8-16,0 0-7 0,0 0 2 0,0 0 0 15,0 0 3-15,0 0-5 0,0 0 5 0,0 0-4 16,0 0-4-16,0 0 6 0,0 0-7 0,0 0 2 16,0 0 2-16,0 0-1 0,0 0-3 0,0 0 6 15,0 0-1-15,0 0-9 0,0 0-2 0,0 0-4 16,0 0 4-16,0 0 2 0,0 0-1 0,0 0-6 16,0 0 14-16,0 0-7 0,0 0-4 0,0 0 1 15,0 0-3-15,0 0 5 0,0 0-5 0,0 0-1 16,0 0-1-16,0 0 2 0,0 0 3 0,0 0 1 15,0 0 0-15,0 0-6 0,0 0 7 0,0 0-8 16,0 0 6-16,0 0-5 0,0 0-3 0,0 0-2 16,0 0 6-16,0 0-1 0,0 0 0 0,0 0 2 15,0 0 2-15,0 0-2 0,0 0 9 0,0 0-12 16,0 0 3-16,0 0-7 0,0 0 3 0,0 0-11 16,0 0-9-16,0 0 3 0,0 0 1 0,0 0-9 15,0 0 3-15,0 0-4 0,0 0-3 0,0 0 2 16,0 0-1-16,0 0 3 0,0 0 0 0,0 0-3 15,0 0 3-15,0 0-8 0,0 0 1 0,0 0-13 16,0 0 6-16,0 0-6 0,0 0 5 0,0 0-4 16,0 0 5-16,0 0-1 0,0 0-7 0,0 0-6 15,0 0-31-15,0 0-92 0,-8 4 41 0</inkml:trace>
  <inkml:trace contextRef="#ctx0" brushRef="#br0" timeOffset="195075.3">12201 14466 28 0,'0'0'42'0,"0"0"-6"0,0 0 0 16,-7 1-1-16,7-1 0 0,0 0 5 0,0 0-2 15,0 0-5-15,0 0 3 0,0 0 10 0,0 0-6 16,0 0 6-16,-8 2-5 0,8-2 1 0,0 0-8 16,0 0-2-16,0 0 1 0,0 0 0 0,0 0-7 15,0 0-3-15,0 0 1 0,0 0-3 0,0 0-5 16,0 0 4-16,0 0-9 0,0 0 5 0,0 0-2 15,0 0-2-15,0 0-5 0,0 0 3 0,0 0 7 16,0 0-3-16,0 0-3 0,0 0-3 0,0 0 10 16,0 0-10-16,0 0 9 0,0 0-6 0,0 0-6 15,0 0 3-15,0 0 2 0,0 0-8 0,0 0 2 16,-12-3 13-16,12 3-14 0,0 0-5 0,0 0 3 16,0 0-4-16,0 0 3 0,0 0 1 0,0 0-3 15,-9 1 6-15,9-1-1 0,0 0-1 0,-9 6-4 16,9-6-4-16,-9 3 0 0,9-3-3 0,-5 1-4 15,5-1 5-15,-12 7-1 0,7-6-10 0,-5 0-5 16,4 2-9-16,-5 1-4 0,4-2-4 0,-3 3-10 16,0-3-3-16,-1 4 0 0,-1-3-4 0,5-1-1 15,-1 2 5-15,-2-3 6 0,4 2 1 0,6-3 5 16,-12 5 6-16,7-3 3 0,5-2 1 0,0 0 7 16,-11 3 6-16,11-3 10 0,0 0 5 0,0 0 7 15,-6 1 1-15,6-1 3 0,0 0 4 0,0 0 3 16,0 0-1-16,0 0 4 0,0 0-4 0,0 0 6 15,0 0 2-15,0 0 3 0,0 0 5 0,0 0 0 16,0 0 11-16,0 0-11 0,0 0 1 0,0 0 0 16,0 0 1-16,0 0 5 0,0 0 3 0,0 0-15 0,0 0 2 15,0 0-6-15,0 0 1 0,0 0-2 16,0 0-5-16,0 0-2 0,0 0 0 0,0 0-1 16,0 0-3-16,0 0 2 0,0 0 4 0,-13-9 3 15,13 9-2-15,0 0-10 0,0 0-2 0,0 0 6 16,0 0-4-16,0 0-3 0,0 0 7 0,0 0-6 15,0 0 2-15,0 0-1 0,0 0-1 0,0 0 2 16,0 0 0-16,0 0-2 0,0 0-1 0,0 0-1 16,0 0-1-16,0 0 0 0,0 0-3 0,0 0 16 15,0 0-15-15,0 0 1 0,0 0-1 0,0 0 2 16,0 0-3-16,-10-5 0 0,10 5-1 0,0 0-3 16,-9-5 8-16,9 5-14 0,0 0 1 0,-6-4 6 15,6 4-12-15,-8-2-8 0,8 2-9 0,-8-3 4 16,8 3-6-16,-11-2 1 0,5-1-5 0,-4 2 7 15,10 1 0-15,-16-3 3 0,10 2 0 0,6 1 7 16,-14-1-1-16,14 1 14 0,-17-3-5 0,17 3-2 16,-13-2 4-16,13 2 6 0,-10-2 3 0,10 2 1 15,0 0 3-15,-13-2 0 0,13 2 7 0,0 0-3 16,-10-5 4-16,10 5-1 0,0 0 0 0,0 0 5 16,0 0 3-16,0 0 4 0,-10-3 1 0,10 3 1 15,0 0 0-15,0 0 1 0,0 0 2 0,0 0-4 16,0 0 7-16,0 0-4 0,0 0 0 0,0 0 4 15,-9-4 0-15,9 4 3 0,0 0 7 0,0 0 1 16,0 0 0-16,0 0 1 0,0 0-4 0,0 0-2 16,0 0 1-16,0 0 0 0,0 0-5 0,0 0 11 15,0 0-9-15,0 0-9 0,0 0 5 0,0 0-7 16,0 0 2-16,0 0-2 0,0 0 3 0,0 0-7 0,0 0 3 16,0 0 6-16,0 0 0 0,0 0-3 15,0 0 1-15,0 0-1 0,0 0-2 0,0-6-2 16,0 6 5-16,0 0-1 0,0 0 0 0,0 0-9 15,0 0 2-15,0 0-2 0,0 0-2 0,0 0-2 16,0 0 0-16,0 0-4 0,0 0 5 0,0 0-1 16,0 0-2-16,0 0 5 0,0 0-5 0,11-8 0 15,-11 8-4-15,0 0 3 0,0 0 1 0,8-2-6 16,-8 2 3-16,0 0-3 0,12-6 3 0,-12 6-3 16,9-2 5-16,-9 2-5 0,10-3 0 0,-3 2 1 15,-7 1 1-15,16-4-1 0,-5 1-1 0,-1 2 7 0,-1 0-5 16,2 0-4-16,-2 1 2 0,2-2 0 15,-3 0 1-15,3 2 3 0,0 0 0 0,-1-2-1 16,2 2-3-16,-1-1-1 0,-2 1 3 0,2-1-1 16,0 1 0-16,-4-1-3 0,5-1 4 0,-5 1-5 15,5-2 7-15,-12 3 3 0,18-1 0 0,-11 1 6 0,-7 0-5 16,18 0-4-16,-8-1 5 0,0 1-1 0,2-1 0 16,-3 2 1-16,-1 0-1 0,2-1-1 0,1 0 5 15,2 0-8-15,-3-1 5 0,-2 2 3 16,3-1-3-16,-1 0-3 0,0 3-2 0,0-3 3 0,2 0-3 15,-2 1-3-15,1-1 4 0,1 3 1 0,-1-5 3 16,-2 2-3-16,3 0 2 0,0 0-4 0,0 2 5 16,-3-2-5-16,2 0 3 0,1 2 3 15,0-2-2-15,-2 0-4 0,1 1 3 0,2 1-3 16,-4-2 2-16,0 4 2 0,0-4-2 0,0 0 0 0,-3 0 1 16,6 1-6-16,-5 0 7 0,-7-1-3 0,18 1-1 15,-5 2-3-15,-4-2 3 0,-1 1-2 16,-2-1 1-16,-6-1 0 0,15 3-3 0,-7-3 3 15,-2 1 2-15,1 1-6 0,-7-2 3 0,15 4-3 16,-7-4 1-16,0 2 1 0,1 0 2 0,1 2-1 0,0-3 4 16,-3 2-3-16,5-2 4 0,-4 1-5 0,2 2 5 15,-2-2-6-15,-1 2 5 0,4-4-3 0,-2 5-1 16,-1-3-1-16,0 1-4 0,1-1 6 16,0 4-4-16,0-3 3 0,0 1 4 0,-5 0-1 15,3-1-4-15,1 3 4 0,2-2-3 0,-1 2 5 0,-2-2-6 16,4-1 5-16,-2 3 1 0,0-2 0 0,-2 2 0 15,2 2 1-15,-3-5 1 0,1 1 0 16,3 2-1-16,-2-1 1 0,-1 0-1 0,-1-1 0 16,-1 0-2-16,3 2 2 0,-2 1-3 0,0-4 4 15,1 1 0-15,0 5-1 0,-2-4 0 0,1-1-1 0,-1 0-2 16,-1 1 2-16,2 0 0 0,0 1-1 0,-2-1 3 16,0-3 0-16,1 7-4 0,1-5 2 0,-3 2-2 15,1 0 5-15,3-3-4 0,-4 4 3 16,3-2 3-16,-1 0 2 0,-1 0-20 0,2 0 2 15,-2 0-2-15,2-1 1 0,-2 1 2 0,1 0-1 0,-1-2 2 16,1 3-7-16,2-2 7 0,-3 0 0 0,3 1 0 16,-3-2 4-16,1 3-3 0,1-1-2 0,-1 0 1 15,0-2 1-15,1 4 3 0,-1-3-2 0,1 2 1 16,-2-2-7-16,2 1 4 0,0-1 5 16,-1 1 0-16,1-1 2 0,-2 1 1 0,4 0 4 0,-1 3-3 15,1-2 1-15,-1 0 1 0,2 1 1 0,2-1 2 16,0 1 1-16,-3-2 3 0,1 1-4 0,1 1-3 15,2 0 3-15,-3 0-1 0,2-1 7 16,3 0 1-16,-3 1 1 0,0-1 5 0,0 1-11 0,5 0 1 16,0 1 5-16,-5-1 0 0,5 0 0 0,-1 0-4 15,3 1 3-15,-2-2-4 0,0-1 1 0,1 3-1 16,-1-3-4-16,-3 0 4 0,-1 1-5 0,6-1 3 16,0-1-3-16,-1 1 3 0,0 2 0 0,3-2-3 15,-4-1 0-15,2 0-1 0,-1 2 0 0,4-3 0 16,-6 1 2-16,4 1-1 0,-1-1 0 0,-1 0-5 15,2-2 3-15,0 1 6 0,-1 1-6 0,1-1 3 16,-2 1-1-16,2-1-1 0,0-1-5 0,0-1 3 16,-1 3 2-16,0-3 1 0,0 3 0 0,-1-1-6 15,2-2 3-15,-6 2 1 0,7-1 4 0,-2 2-5 16,-2-3 4-16,0 1-1 0,-5 0-1 16,2 1-2-16,5-1-2 0,0-1 0 0,-4 2-1 0,4 0 1 15,-7-1 4-15,4-1-3 0,-1-1 2 0,3 1-3 16,-2 0 1-16,-2-1 2 0,1 2 3 0,-1 0 4 15,1-2-9-15,-1 0 3 0,3 3-2 0,-3-3-2 16,5 1-1-16,-4 1-1 0,0-1 2 0,-1-1 2 16,1 0 4-16,3 0-4 0,-4 0 0 0,1 0 2 15,-1 0-2-15,1 0-1 0,-1 2-3 0,1-2 5 16,-1 0-2-16,7 0-1 0,-8 0 1 0,2 0 0 16,3 2 3-16,-3 0-2 0,-1-2 0 0,2-2-2 15,3 2 0-15,1 0 3 0,-6-2-5 0,1 4 3 16,0-2-3-16,-1 0 1 0,5-2 1 0,-5 4-1 15,1-2-3-15,3 2-1 0,3-2 0 0,-6-2 0 16,2 4 5-16,2-4-4 0,-1 2 4 0,-2 2-4 16,-2-4 0-16,5 4 0 0,-5-2 1 0,2 0 0 15,-2-2 0-15,5 0-2 0,-5 4 1 16,3-2 1-16,-1 0-3 0,-2-4-1 0,1 4 4 0,-1 0-1 16,0-1-1-16,-3 1 3 0,4 0-3 0,-5-2 8 15,3 4-5-15,-1-5-3 0,-1 3 2 0,-3 0-3 16,-7 0 2-16,14-3 6 0,-7 3-5 0,-7 0 0 15,13 0-3-15,-5-2 3 0,-1 1-5 0,-7 1 0 16,13-2 0-16,-13 2 2 0,9 0 2 0,-9 0-1 16,8-2 0-16,-8 2 0 0,13-1 3 0,-13 1-2 15,10-1 0-15,-10 1 0 0,11-3 7 0,-11 3-6 16,8-1-4-16,-8 1 2 0,0 0 0 16,9-4-2-16,-9 4 5 0,11-2-5 0,-11 2 3 0,8-4 0 15,-2 2-2-15,-6 2 1 0,12-2 9 16,-12 2-4-16,12-3-5 0,-12 3 3 0,7-2-1 15,-7 2-4-15,9-4 6 0,-2 1-8 0,-7 3 4 0,11-4-3 16,-4 2 1-16,-2-1-1 0,-5 3-1 0,11-2 4 16,-6 0-2-16,-5 2 2 0,11-5 0 15,-11 5-1-15,11-2-2 0,-11 2 2 0,8-2-4 16,-8 2-5-16,5-3-1 0,-5 3-11 0,0 0-3 0,8-3-12 16,-8 3-9-16,0 0-12 0,0 0-15 0,0 0-24 15,0 0-29-15,0 0-47 0,0 0-30 0,0 0-18 16,0 0-156-16,-29-3-406 0,23 2 180 0</inkml:trace>
  <inkml:trace contextRef="#ctx0" brushRef="#br0" timeOffset="195545.25">14750 15140 22 0,'0'0'19'15,"0"0"1"-15,0 0-1 0,1 7 4 0,-1-7-7 16,0 0-3-16,0 0 1 0,0 0-1 0,0 0-6 16,0 0 0-16,0 0 1 0,0 0 5 0,0 0-9 15,0 0 2-15,0 0-7 0,0 0-3 0,0 0-1 16,0 0-4-16,0 0-1 0,0 0-5 0,1 9 4 16,-1-9-15-16,0 0-26 0,0 0 12 0</inkml:trace>
  <inkml:trace contextRef="#ctx0" brushRef="#br0" timeOffset="196285.08">14654 15200 8 0,'-9'0'20'0,"9"0"1"16,-11 0 5-16,11 0-1 0,-9 0 0 0,9 0 7 15,-11 0 0-15,11 0 1 0,-8 2 0 0,8-2 2 16,0 0-8-16,0 0 2 0,-11 0 0 15,11 0 0-15,0 0-2 0,0 0 9 0,0 0 1 0,0 0 1 16,0 0-3-16,0 0 2 0,0 0-4 0,0 0 1 16,-9 0 9-16,9 0-15 0,0 0-5 0,0 0 2 15,0 0 0-15,0 0-2 0,0 0 2 0,0 0 1 16,0 0 4-16,0 0-11 0,0 0-3 0,28-4 4 16,-28 4 1-16,15-1-2 0,-6 1 2 0,3-2 1 15,-2 1 0-15,1 0-8 0,-1 1 8 0,3-2-4 16,-2 2 7-16,1 0-3 0,1-2 10 0,0 1-10 15,1-2-2-15,-2 1-3 0,3 2-3 0,-2-1 3 16,1 0-7-16,-1 1 2 0,1-1 5 0,4 0-3 16,-4-1 5-16,0 1 0 0,1-2-1 0,-2 2 4 15,1 1-2-15,-1-1-5 0,1 0 2 0,-1-2-8 16,0 2 10-16,1-3-4 0,-1 3-2 0,4-1-5 16,-4 1 3-16,2 1-3 0,-2-1 2 15,6 0 1-15,-6-1-3 0,3 1 2 0,0 0 3 0,-1-1-3 16,1 2 1-16,-2-3-2 0,-1 3-4 0,1 0 13 15,-1-2-10-15,-2 0 3 0,3 0-3 0,-1 1 0 16,1-1 0-16,-3 1 3 0,2-2-2 0,3 3-4 16,-5-2 2-16,4 1-2 0,0 0 7 0,-2 0-5 15,4-2-3-15,-3 2 2 0,0-1-9 0,4 0 10 16,-4 0-6-16,4 1 6 0,-2-1-5 0,3 1 5 16,-4-1-4-16,0 1-3 0,-2 1 6 0,6-1-3 15,-1-2 2-15,-1 2-5 0,-3-1 0 0,1 2-1 16,-1-1 2-16,0 1-1 0,0-1-2 0,0 1 6 15,-2-1-3-15,6-3 1 0,-5 3-2 0,-2-2 3 16,2 3-3-16,-2-1 7 0,1-1-5 0,-1 2-6 16,2-2 8-16,1 1-1 0,-2-1-6 0,2 2 7 15,0-1-4-15,0 0-1 0,-1 0 2 0,2 0 0 16,2-2 6-16,-3 1-6 0,-2 1-9 16,6-2 8-16,-5 3-4 0,7-1 1 0,-7-1 6 0,6 1 0 15,1-1-1-15,-2 1 4 0,-1 1-1 0,-2-3 2 16,2 2-3-16,-3-1-1 0,-1 0 1 0,3 1-2 15,-5 1 0-15,3-1 2 0,4-1 1 0,-4 1 2 16,-2-2-6-16,0 1 1 0,1 1-3 0,-1 1-2 16,0 0 0-16,-1-2-15 0,0 1-4 15,-2 1-12-15,3-3-14 0,-5 3-8 0,3-3-17 0,-2 3-25 16,-8 0-7-16,13-2-23 0,-5 2-92 0,-8 0-237 16,9-1 104-16</inkml:trace>
  <inkml:trace contextRef="#ctx0" brushRef="#br0" timeOffset="200401.13">16025 15184 23 0,'0'0'46'0,"0"0"-6"0,0 0 4 0,12 0-6 16,-12 0-4-16,0 0 0 0,0 0-9 0,0 0 5 15,0 0-8-15,6-2-2 0,-6 2 1 0,0 0 1 16,0 0-8-16,7-2 0 0,-7 2-1 0,0 0-2 16,0 0-1-16,4-7-9 0,-4 7 4 0,0 0-4 15,2-6 0-15,-2 6-6 0,0 0 5 0,0 0-2 16,4-5 4-16,-4 5-8 0,0 0 4 0,0 0-2 15,4-5 4-15,-4 5 0 0,0 0 1 0,0 0 2 16,0 0-6-16,0 0 3 0,0 0-6 0,3-7 10 16,-3 7-7-16,0 0 10 0,0 0-9 0,0 0 2 15,0 0-2-15,0 0 6 0,0 0-3 0,0 0 1 16,0 0-2-16,0 0-2 0,0 0 1 0,-17-3-4 16,17 3 5-16,-8-2 0 0,8 2-3 0,-10 0 2 15,10 0 2-15,-10-4 5 0,10 4 0 0,-9-1 0 16,9 1-4-16,-11-3 1 0,4 0 5 0,7 3 5 15,-11-2-8-15,11 2 8 0,-10-2-9 0,10 2-5 16,-12-3 0-16,5 2-6 0,7 1 4 0,-10-3-9 16,10 3 4-16,-13-2 0 0,13 2 3 0,-9-2 1 15,9 2-2-15,-9-3 6 0,9 3 6 0,-10-3 6 16,10 3-1-16,-5-4 0 0,5 4 6 0,0 0 3 16,-8-1-6-16,8 1 0 0,0 0-7 0,0 0 1 15,0 0-4-15,-8-3 3 0,8 3-1 0,0 0-1 16,0 0 3-16,0 0-7 0,0 0 3 0,0 0 3 15,0 0-1-15,0 0 3 0,0 0 9 0,0 0 3 16,25-2-8-16,-19 1 5 0,-6 1 2 0,13-1 5 16,-3-1-1-16,2 1 7 0,-1 1-6 0,2-3-1 15,1 2 0-15,0-2 11 0,-1 2-2 0,5-1-2 16,-2 0-1-16,3 1 4 0,1 1-14 0,-2-1 16 16,-2 0-14-16,0 0 5 0,1-2-8 0,0 3 15 15,1-2-16-15,0 2 5 0,0-2 11 0,2 3-5 16,-1-2-10-16,2 1 0 0,-2-2-2 0,3 1 0 15,6-1-2-15,-7-1 0 0,8 2-6 0,-9 1 1 16,7 0 13-16,1 0-10 0,-8 0-1 0,0-2 4 0,8 0-7 16,-8 2 0-16,1-2 1 0,-1 1 8 15,-1 1-14-15,2 0 8 0,-5-1-3 0,6 2 5 16,-5-1-3-16,4 0 1 0,0 0 2 0,-2-1-3 16,2 1-1-16,-1-1 0 0,8-2 4 0,-7 3 1 15,-1 0-5-15,0 0-1 0,1 0-2 0,1-1 0 0,-1-2 0 16,0 6-1-16,1-3 0 0,-1-2-2 15,-2 2 5-15,3-1-1 0,0 1-3 0,5-2 1 16,-7 4 5-16,2-2 0 0,-1-2 4 0,0 1-7 16,7-1-6-16,-1 1 2 0,-4 1 4 0,-1-1 0 15,-2-1-2-15,3 2 1 0,0-1 2 0,-2 1-3 16,0-2 2-16,1 1 0 0,0 1-4 0,-2-1-1 16,2 1 3-16,-2 1 6 0,1-1-3 0,1-2-7 15,-1 3-8-15,7-3 11 0,-7 3 2 0,7-2 1 16,1-1 5-16,-7 4-5 0,-1-2 3 0,0 0-7 15,9-2 7-15,-9 2-4 0,2 0-3 0,7 2-1 0,-2-4 1 16,1 4-6-16,2-5 11 0,1 4-9 0,0-2-4 16,1 1-13-16,0-2-14 0,2 0-15 15,-2 2-24-15,2-2-22 0,-1-1-21 0,3 2-15 16,-1-2-120-16,1 2-269 0,-3-1 120 0</inkml:trace>
  <inkml:trace contextRef="#ctx0" brushRef="#br0" timeOffset="201212.75">17861 15086 43 0,'0'0'51'16,"0"0"-5"-16,0 0 2 0,0 0-7 0,0 0-2 15,-9-1-3-15,9 1 7 0,0 0 1 0,0 0 1 16,0 0-1-16,0 0 7 0,0 0-9 0,0 0 1 16,32-6-3-16,-21 4 5 0,2 0-12 0,0 0 9 15,-2 2-2-15,8-3 6 0,-1 2-7 0,3-1-11 16,0 1-3-16,1-1-2 0,-3 1-3 0,9 0 5 15,1-1-1-15,-3 1 5 0,2 0-8 0,-1-3 2 16,-5 4-5-16,8 0-4 0,-1-3 7 0,2 0-5 16,1 2-5-16,-4 1 12 0,1-2-8 0,3 0-2 15,-1 0 2-15,-2-1 3 0,0 2 8 0,-1 0-5 16,2 0 3-16,-1 0-13 0,1-3 1 0,0 4 1 16,0-1-9-16,-1-2 16 0,2 0-9 0,-2 1-8 15,2-2 2-15,-1 2 2 0,-1-1 0 0,0 0-2 16,0 1-1-16,0-2-7 0,0 0 13 0,0 2-7 15,-2-1 7-15,0 2-5 0,-5 0 0 0,-2-1 6 16,3 0-11-16,5 0 0 0,-7 1 3 0,-1 0 3 16,3 0 0-16,-1 0 1 0,1-2 0 0,-3 3-2 15,7-4 1-15,-5 2-5 0,0 1-4 0,-3-2 5 16,1-2-2-16,-2 2 0 0,3 2 3 0,-2-2-10 16,-2-1 10-16,0 1 2 0,0 0-1 0,1-1-12 15,-5 1-3-15,1 3-9 0,0-4-12 0,2 0-38 16,-3 2-17-16,1 1-4 0,-2-1-20 15,2-2-76-15,-4 3-200 0,-4 0 89 0</inkml:trace>
  <inkml:trace contextRef="#ctx0" brushRef="#br0" timeOffset="201738.22">19476 14962 40 0,'-6'1'74'16,"6"-1"-1"-16,0 0-12 0,0 0 8 0,0 0-7 15,0 0-4-15,0 0-9 0,37-4 7 0,-19 2-7 16,1-1-2-16,0 0 4 0,1 1-2 16,8 0 4-16,0-1-3 0,-1-3 2 0,3 3-2 0,-2 2 7 15,0-4-19-15,3 2 8 0,-2-3-3 0,3 4 1 16,-2-1-2-16,-1-1 6 0,-1 0-6 0,0 2-2 15,0-1-8-15,0 0 0 0,0 2-9 0,-6 1 2 16,5-2-3-16,-5 2-2 0,-2-2-4 0,-1 2-6 16,2 0-11-16,-1 0-5 0,-3-1-12 0,-2 1-9 15,-3 0 0-15,0-2-8 0,-3 1 0 0,-2 2 4 16,-7-1-12-16,11 2 4 0,-11-2-7 0,10 0 2 16,-10 0 2-16,8 1-9 0,-8-1-10 0,7 2 4 15,-7-2 0-15,0 0-4 0,0 0 4 0,4 5 1 16,-4-5-3-16,0 0 4 0,0 0 12 15,0 0 0-15,0 0 6 0,0 0 3 0,0 8 4 0,0-8 3 16,0 0 11-16,0 0 8 0,0 0 8 0,3 7 4 16,-3-7 9-16,0 0 1 0,10 2 8 0,-10-2 4 15,11 0 5-15,-11 0 4 0,19 0 0 0,-9 0-3 16,0 0 4-16,3 0-3 0,0-2 2 0,0 1 1 16,1-1-2-16,-3 1-8 0,5-2 1 0,1 1 4 15,0 0-10-15,-2-1 10 0,2 0-15 0,-3 0 7 16,4 1-7-16,0-1 2 0,-1 1 4 0,0-1-14 15,-4 3-16-15,1-3-18 0,-2 0-22 0,-1 2-9 16,1 1-18-16,-5-2-57 0,0 1-142 0,-7 1 63 16</inkml:trace>
  <inkml:trace contextRef="#ctx0" brushRef="#br0" timeOffset="-23622.68">17348 11785 44 0,'0'0'52'0,"0"0"1"0,0 0-18 15,10-2 11-15,-10 2-9 0,0 0-6 0,0 0 1 16,0 0-5-16,0 0 0 0,0 0 3 0,0 0-5 16,0 0-5-16,0 0 2 0,0 0 1 0,0 0 0 0,0 0-4 15,0 0 1-15,0 0 2 0,0 0-5 16,0 0-3-16,0 0 2 0,0 0-6 0,0 0-1 15,0 0 0-15,0 0-2 0,0 0-4 0,0 0 3 16,0 0-10-16,0 0 11 0,0 0-4 0,0 0-1 0,0 0 7 16,0 0-7-16,0 0-8 0,0 0 5 0,0 0 2 15,0 0-6-15,0 0 4 0,0 0-1 16,0 0-4-16,0 0 15 0,0 0-14 0,0 0 1 16,0 0 3-16,0 0-3 0,0 0 9 0,0 0-8 0,0 0 6 15,0 0-4-15,0 0-5 0,0 0 2 0,0 0 6 16,0 0-7-16,0 0 5 0,0 0 1 15,0 0-5-15,0 0 6 0,0 0-5 0,0 0 4 16,0 0-3-16,0 0 4 0,0 0 2 0,0 0-13 0,0 0 11 16,0 0-10-16,0 0 0 0,0 0 5 0,0 0-3 15,0 0 3-15,0 0 0 0,0 0 1 0,0 0-1 16,0 0-5-16,0 0 5 0,0 0 0 0,0 0 1 16,0 0 1-16,0 0 1 0,0 0 3 0,0 0-6 15,0 0 3-15,0 0 8 0,0 0-12 0,0 0 3 16,0 0 2-16,0 0-2 0,0 0 1 0,0 0-3 15,0 0 9-15,0 0-4 0,0 0-6 0,0 0 9 16,0 0-14-16,0 0 3 0,0 0 9 0,0 0-9 16,0 0 3-16,0 0 3 0,0 0 0 0,0 0-7 15,0 0 7-15,0 0-1 0,0 0-3 0,0 0 1 16,0 0 1-16,0 0 1 0,0 0-10 0,0 0 11 16,0 0-7-16,0 0 8 0,0 0-2 0,0 0-6 15,0 0 4-15,0 0 1 0,0 0-3 0,0 0 5 16,0 0-3-16,0 0-3 0,0 0 6 0,0 0-2 15,0 0-15-15,0 0 0 0,0 0-1 0,0 0-5 16,0 0-4-16,0 0-3 0,0 0 0 0,0 0 3 0,0 0-4 16,0 0-21-16,0 0-56 0,2 11 25 15</inkml:trace>
  <inkml:trace contextRef="#ctx0" brushRef="#br0" timeOffset="10612.15">11652 8747 6 0,'0'0'8'0,"0"0"3"0,0 0 0 16,0 0-2-16,0 0 8 0,-10-2-3 0,10 2 8 15,0 0 1-15,0 0 5 0,0 0 6 16,0 0-3-16,0 0-8 0,-1-10 4 0,1 10-8 15,0 0 2-15,0 0-2 0,-1-10 3 0,1 10-3 0,0 0 0 16,-2-8-1-16,2 8-4 0,0 0 2 0,0 0-3 16,0 0-3-16,0-11 10 0,0 11-7 0,0 0 4 15,0 0-9-15,0 0 5 0,-2-9-4 16,2 9 3-16,0 0 0 0,0 0-4 0,0 0 4 0,-3-7-4 16,3 7 0-16,0 0-3 0,0 0-3 0,-5-5 7 15,5 5-9-15,0 0 4 0,-6-5-2 0,6 5 2 16,0 0 1-16,0 0 3 0,0 0-2 15,-7-5-4-15,7 5 4 0,0 0 1 0,0 0-2 0,0 0 3 16,0 0-3-16,0 0-5 0,0 0 2 0,-5-4 8 16,5 4-6-16,0 0-8 0,0 0 8 0,0 0 2 15,0 0 1-15,0 0-2 0,0 0 0 0,0 0-5 16,0 0 2-16,0 0 5 0,0 0 1 0,0 0 1 16,0 0 2-16,0 0-8 0,0 0 3 0,0 0-2 15,0 0-3-15,0 0-4 0,0 0 7 0,0 0 1 16,0 0 0-16,0 0-2 0,0 0-3 0,0 0-3 15,0 0 9-15,0 0-11 0,0 0 4 0,0 0 4 16,0 0-7-16,0 0 4 0,0 0 2 0,0 0 0 16,0 0-5-16,0 0 7 0,0 0-1 0,0 0-1 15,0 0-5-15,0 0 3 0,0 0 0 0,0 0-1 16,0 0 3-16,0 0-12 0,0 0 14 0,0 0 2 16,0 0-1-16,0 0-2 0,0 0 3 0,0 0-1 15,0 0 0-15,0 0 3 0,0 0 5 0,0 0-1 16,0 0-2-16,0 0-1 0,0 0 0 0,0 0-4 15,0 0 4-15,0 0 0 0,0 0-9 0,0 0-4 16,0 0 12-16,0 0 3 0,0 0-7 0,0 0-6 16,0 0 4-16,0 0 3 0,0 0-3 0,0 0 0 15,0 0 1-15,0 0-1 0,0 0 6 0,0 0-3 16,0 0 4-16,0 0 3 0,0 0-7 0,0 0 3 0,0 0 1 16,0 0 2-16,0 0-5 0,0 0-7 0,0 0 9 15,0 0-13-15,0 0 9 0,0 0 7 16,0 0-11-16,0 0 2 0,0 0 12 0,0 0-14 15,0 0 6-15,0 0-9 0,0 0 15 0,0 0-12 0,0 0 10 16,0 0-4-16,0 0-7 0,0 0 6 0,0 0-2 16,0 0-7-16,0 0 13 0,0 0-4 0,0 0 0 15,0 0-3-15,0 0 0 0,0 0 11 16,0 0-12-16,0 0-3 0,0 0-2 0,0 0 2 0,0 0 4 16,0 0-4-16,0 0 3 0,0 0-3 0,0 0 1 15,0 0-4-15,0 0 2 0,9 21 3 0,-9-21-1 16,2 8 0-16,-2-8 2 0,1 11-1 0,-1-11 5 15,-1 13-6-15,2-6-16 0,-1 0 33 0,0-7-14 16,0 13 2-16,-1-6 1 0,3 0-8 0,-2-7 5 16,0 13 5-16,4-5-9 0,-3-4 1 0,-1-4 0 15,1 13 5-15,1-6-6 0,0-2 2 0,-2-5 7 16,2 14-1-16,-1-8-1 0,-1-6-1 0,1 12 1 16,2-8-9-16,-3-4 4 0,2 12 4 0,2-8 1 15,-4-4-11-15,5 10 9 0,-4-5 5 0,2-1-2 16,2 2 0-16,-5-6 8 0,6 11-12 0,-3-8-2 15,-3-3-1-15,4 8 5 0,-4-8 1 0,4 8-3 16,-4-8-2-16,4 6 7 0,-1-1-18 0,-3-5 16 16,2 8-4-16,-2-8 7 0,3 6 0 0,0-1-4 15,-3-5 3-15,4 8-3 0,-4-8-2 0,5 5 3 16,-5-5 1-16,4 6 4 0,-4-6-5 0,2 6-2 16,-2-6 5-16,4 5-5 0,-4-5 4 0,3 5-4 15,-3-5-4-15,0 0 4 0,5 7 1 0,-5-7 2 16,4 5-13-16,-4-5 6 0,0 0 3 0,5 5-4 0,-5-5-1 15,0 0 3-15,4 6 2 0,-4-6-7 16,0 0 8-16,4 6-2 0,-4-6-2 0,0 0 3 0,2 5 2 16,-2-5-9-16,0 0 7 0,0 0-1 15,4 5 6-15,-4-5-6 0,0 0 0 0,0 0 6 0,5 5-5 16,-5-5 0-16,0 0-7 0,0 0 3 0,0 0 5 16,0 0-4-16,0 0 7 0,0 0-7 0,0 0 5 15,0 0 4-15,0 0-7 0,0 0 6 16,0 0-14-16,0 0 15 0,0 0-3 0,6 2-1 0,-6-2-16 15,0 0 12-15,0 0-5 0,0 0 10 0,0 0-3 16,0 0-3-16,0 0 0 0,0 0 6 0,0 0-9 16,0 0 9-16,0 0 0 0,0 0 1 0,0 0 3 15,0 0-2-15,0 0-3 0,0 0-2 0,0 0 2 16,0 0-2-16,0 0 0 0,0 0 4 0,0 0-6 16,0 0-5-16,0 0-9 0,0 0-1 0,0 0-3 15,0 0 3-15,0 0-10 0,0 0 2 0,0 0-2 16,0 0-4-16,0 0-12 0,0 0 3 0,0 0-1 15,0 0-9-15,0 0 1 0,0 0-9 0,0 0 3 16,0 0-11-16,13-10-69 0,-13 10-145 0,0 0 64 16</inkml:trace>
  <inkml:trace contextRef="#ctx0" brushRef="#br0" timeOffset="14782.8">10124 7519 11 0,'0'0'14'16,"-8"3"-2"-16,8-3-6 0,0 0 3 0,0 0-3 15,0 0 5-15,-7 2-2 0,7-2 0 16,-7 3-2-16,7-3-3 0,-8 2-4 0,8-2 1 16,-14 4 4-16,8-2 3 0,-2-2-2 0,8 0 0 0,-12 1 0 15,12-1 3-15,-12 2-2 0,12-2-2 0,-10 0 3 16,10 0 5-16,-10 0 1 0,10 0 1 16,-9 0 2-16,9 0 4 0,0 0 3 0,0 0-1 15,-12-3-8-15,12 3 2 0,0 0 0 0,-10-2-3 0,10 2 3 16,0 0 3-16,-6-4-6 0,6 4 2 0,0 0-2 15,0 0 0-15,0 0 0 0,0 0 1 0,0 0-7 16,-4-5 9-16,4 5-7 0,0 0-1 0,0 0-4 16,0 0-5-16,0 0 1 0,0 0 4 0,0 0-1 15,0 0 0-15,0 0 0 0,0 0-1 0,0 0 10 16,0 0-9-16,19-4 3 0,-19 4 2 0,14 0-3 16,0 0 8-16,-4 0 1 0,3 0-14 0,2-1 6 15,-2 1 0-15,1 0 5 0,3 0-9 0,2-1 3 16,1 2 0-16,-2-2 0 0,3-1 5 0,-1 1-1 15,1 0-2-15,0 0-4 0,2-2-4 0,-3 0 0 16,0 1 6-16,0 0 1 0,-2 0-1 0,-4 1-2 16,0 0-6-16,-2-1 8 0,1 1-1 0,-4 0 0 15,-2 1-2-15,-7 0 2 0,14 0-2 0,-14 0 0 16,9-2 0-16,-9 2 5 0,0 0-3 0,9 0-17 16,-9 0 9-16,0 0 13 0,9-2-7 0,-9 2-4 15,0 0 6-15,0 0-1 0,0 0 1 0,0 0 2 16,0 0-3-16,0 0-5 0,0 0 7 0,0 0 1 15,10 0-3-15,-10 0 6 0,0 0-9 0,0 0 5 16,0 0-7-16,0 0-2 0,0 0-1 0,0 0-6 16,0 0-3-16,0 0 2 0,0 0-12 0,0 0 5 15,0 0-11-15,0 0-2 0,0 0-8 0,0 0-5 16,0 0-12-16,-14 19-33 0,14-19-97 0,-7 6 44 0</inkml:trace>
  <inkml:trace contextRef="#ctx0" brushRef="#br0" timeOffset="15615.28">10183 7386 10 0,'0'0'49'0,"2"-5"2"0,-2 5-5 0,0 0-11 0,0 0 7 15,0 0-7-15,0 0 7 0,0 0-9 0,0 0 1 16,0 0-2-16,0 0-2 0,0 0-2 16,0 0-2-16,0 0 1 0,0 0-4 0,0 0-1 0,0 0-1 15,0 0 0-15,1-8 4 0,-1 8-6 0,0 0-4 16,0 0 3-16,0 0-3 0,0 0-1 16,0 0-1-16,0 0 1 0,0 0 0 0,0 0-5 0,0 0 1 15,0 0-4-15,0 0 8 0,0 0-2 0,0 0-2 16,0 0 3-16,0 0-1 0,0 0-9 0,0 0 5 15,0 0-3-15,0 0-3 0,0 0 1 0,0 0 0 16,0 0 0-16,0 0-3 0,0 0 8 0,0 0-11 16,0 0-2-16,0 0 8 0,0 0-3 0,0 0-9 15,0 0 15-15,0 0-4 0,0 0-6 0,0 0 7 16,7 18 1-16,-5-13-8 0,-2-5 3 0,4 14 0 16,-2-7-1-16,0-1 8 0,1 2-9 0,-2 3 0 15,3-4 9-15,-3 4-13 0,0-4 7 0,2 4 1 16,-1-1 2-16,1 1-2 0,-2-1-5 0,1-1 12 15,-1 1-8-15,-1 0 0 0,1-1 6 0,-1-1-14 16,0 2 10-16,0-2 7 0,1 1-7 0,-1 0 1 16,0 1 26-16,2 0-12 0,-2-10-6 0,-2 14 9 15,1-6-6-15,2 1-2 0,-2-1 1 0,1-8 3 16,1 13-1-16,-1-13-11 0,0 12 7 0,0-4-7 16,0-1 0-16,0-7 15 0,-3 13-13 0,3-9-9 15,0-4 10-15,-2 12 1 0,2-12 1 0,-2 10-8 16,2-2 9-16,0-8 3 0,-3 12-9 0,2-7 3 15,1-5 2-15,-2 14-6 0,2-14 0 0,-1 10 2 16,1-10 1-16,-1 9-7 0,1-9 5 0,1 10 6 16,-1-10 1-16,0 9-8 0,0-9 4 0,0 0 8 15,0 8-5-15,0-8-3 0,0 0-2 0,-1 8 8 16,1-8 1-16,0 0-2 0,0 0 3 0,0 0-5 16,0 0 6-16,0 0-6 0,0 0 0 0,0 0 3 15,0 0 3-15,0 0-4 0,0 0 0 0,0 0-3 16,0 0-3-16,0 0 3 0,1 9 1 0,-1-9-9 0,0 0-9 15,0 0-13-15,0 0-16 0,0 0-24 16,0 0-12-16,0 0-17 0,0 0-99 0,0 0-205 16,0 0 91-16</inkml:trace>
  <inkml:trace contextRef="#ctx0" brushRef="#br0" timeOffset="16535.75">11947 7593 11 0,'0'0'31'0,"0"0"2"16,0 0-10-16,0 0 2 0,0 0-3 0,0 0-4 15,-6-3-4-15,6 3 5 0,0 0-9 0,0 0 3 16,0 0-2-16,0 0 1 0,-10 0-2 0,10 0-3 16,0 0 0-16,0 0-2 0,0 0 3 0,-15 0-4 15,15 0 2-15,0 0 3 0,0 0-3 0,-9 1-1 16,9-1 3-16,0 0-2 0,0 0 1 0,0 0 1 16,0 0 1-16,-10 0 2 0,10 0-6 0,0 0 0 15,0 0 1-15,0 0 5 0,0 0 0 0,0 0-8 16,0 0 4-16,0 0 3 0,0 0 7 0,0 0 5 15,0 0-5-15,28 2-2 0,-13-3 2 0,3-1 1 16,1 2-6-16,3 0 5 0,-2-2 0 0,2 2 3 16,-1 0 1-16,1-1-10 0,7-4-1 0,-8 2 2 15,1 1-1-15,-2 1 1 0,1-1 2 0,-1 1-2 16,-3 0 6-16,2-1-7 0,-4-1 0 0,-3 1 0 16,-4 1 11-16,-1 0-8 0,3 1-11 0,-10 0 10 0,9-2 8 15,-9 2-6-15,0 0 19 0,12 0-16 16,-12 0 1-16,0 0 8 0,0 0 8 0,10 0-10 15,-10 0 6-15,0 0-4 0,0 0 0 0,0 0-8 0,0 0 6 16,0 0-2-16,0 0 0 0,0 0 5 0,7-1-9 16,-7 1-8-16,0 0 0 0,0 0-8 0,0 0-2 15,0 0-18-15,0 0-17 0,0 0-10 16,0 0-28-16,0 0-23 0,0 0-68 0,0 0-176 0,0 0 79 16</inkml:trace>
  <inkml:trace contextRef="#ctx0" brushRef="#br0" timeOffset="18976.09">11071 7803 3 0,'0'0'32'0,"0"0"-8"0,0 0-7 15,0 0-17-15,0 0-7 0,0 0-5 0,0 0-12 16,0 0 5-16</inkml:trace>
  <inkml:trace contextRef="#ctx0" brushRef="#br0" timeOffset="21404.52">9204 4957 23 0,'0'0'14'0,"0"0"1"0,0 0-1 0,0 0 1 15,0 0 2-15,0 0-9 0,0 0 4 0,0 0-4 16,0 0 6-16,0 0 3 0,0 0-1 0,0 0 1 0,0 0 0 15,0 0-8-15,0 0-5 0,0 0 4 16,0 0 0-16,0 0-3 0,0 0-3 0,0 0 9 0,0 0-6 16,0 0 3-16,0 0-8 0,0 0-1 15,0 0-4-15,0 0-2 0,0 0-13 0,0 0-19 16,0 0-43-16,0 0 19 0</inkml:trace>
  <inkml:trace contextRef="#ctx0" brushRef="#br0" timeOffset="35692.65">12043 9593 8 0,'-10'1'22'0,"-4"1"-5"15,1-1-11-15,-1-1-16 0,3 0-9 0,-12-1 5 16</inkml:trace>
  <inkml:trace contextRef="#ctx0" brushRef="#br0" timeOffset="36242.61">10862 9679 25 0,'0'0'31'0,"0"0"-6"0,0 0 6 16,0 0-8-16,0 0 5 0,0 0-6 0,0 0-4 16,0 0 2-16,0 0-1 0,0 0-3 0,0 0-1 0,0 0 2 15,0 0-6-15,0 0-3 0,0 0-2 0,0 0 2 16,0 0 0-16,0 0 1 0,0 0-5 16,0 0 3-16,0 0-2 0,0 0-1 0,0 0 4 15,0 0-2-15,0 0-4 0,0 0 3 0,0 0-6 0,0 0 1 16,0 0 2-16,0 0 0 0,0 0 0 0,0 0-3 15,0 0 2-15,0 0-2 0,0 0-5 0,0 0-10 16,0 0-12-16,0 0-4 0,0 0-19 0,0 0-54 16,0 0 23-16</inkml:trace>
  <inkml:trace contextRef="#ctx0" brushRef="#br0" timeOffset="52071.87">5799 6156 16 0,'0'0'18'0,"0"0"-3"0,0 0 0 16,0 0-4-16,0 0-3 0,0 0 1 0,-13 1 0 0,13-1-1 15,0 0-7-15,-7 7 4 0,3-3 2 0,4-4-3 16,-13 8 2-16,8-3-4 0,-4 2 1 0,0 1-3 16,0 0-2-16,-1 0-3 0,0 1 1 0,-1-2 4 15,2 1-5-15,-1-1 9 0,0 0-5 0,2 0-1 16,1 0 3-16,-3-1 5 0,2 1 0 0,3-2-4 15,-1-1-1-15,0 1 0 0,1 0-1 0,0 1 9 16,1 0-10-16,-2 1 5 0,1 0 0 0,-2 0-4 16,2 4 3-16,1-4 2 0,-2 3-5 15,1 0 5-15,0 0-5 0,-3-1 0 0,2 1 1 0,0 0 4 16,0 0-5-16,-2-1 2 0,1 1 2 0,0-4-4 16,4 0 1-16,-1-1-2 0,0 0 4 0,4-5-2 15,-5 7-2-15,5-7-6 0,-5 4-23 0,5-4-32 16,0 0 15-16</inkml:trace>
  <inkml:trace contextRef="#ctx0" brushRef="#br0" timeOffset="52515.06">5987 6039 30 0,'0'0'57'0,"9"-2"-4"0,-3-1-2 0,-6 3-9 16,18-2-1-16,-6 1-7 0,2 1-1 0,0 0-8 16,2 1 6-16,4 1-12 0,-4 1-3 0,3 2 7 15,-2-2-8-15,-4 2-2 0,-2 0-3 0,5 3 3 16,-5-1-4-16,1-4 6 0,-3 2-2 0,1-1-5 15,0 0-2-15,-4 1 11 0,1-3-12 0,1 2 7 16,-3-1-9-16,1 1 1 0,-6-4 0 0,9 5-9 16,-9-5-7-16,8 4-15 0,-8-4-11 0,5 3-8 15,-5-3-33-15,7 2-87 0,-7-2 39 0</inkml:trace>
  <inkml:trace contextRef="#ctx0" brushRef="#br0" timeOffset="79032.55">22772 6193 11 0,'0'0'18'16,"0"0"-6"-16,0 0 1 0,0 0 0 0,0 0-2 16,0 0-1-16,0 0-1 0,0 0 1 0,0 0 5 15,0 0-5-15,0 0-3 0,0 0 3 0,0 0 4 16,0 0-6-16,0 0 6 0,0 0 2 0,0 0-2 15,-9-16-1-15,9 16 0 0,0 0-2 0,0 0-2 16,0 0 1-16,0 0 5 0,0 0-4 0,-6-3-2 16,6 3 6-16,0 0-4 0,0 0-2 0,0 0-4 15,0 0 3-15,0 0 1 0,-8-2-3 0,8 2 5 16,0 0-3-16,0 0-2 0,0 0-6 0,0 0-1 16,0 0 2-16,-13 3 4 0,13-3 4 0,0 0-3 15,0 0 1-15,0 0 11 0,-7 1-1 0,7-1-4 16,0 0-7-16,0 0 5 0,0 0 1 0,0 0-3 15,0 0-2-15,-8 2 4 0,8-2 0 0,0 0-10 16,0 0 3-16,-7 3 1 0,7-3-5 0,0 0 5 16,0 0-2-16,-14 0-2 0,14 0 3 0,-9 5-2 15,9-5 1-15,-7 2 3 0,7-2 4 0,-8 4 6 16,8-4-7-16,0 0 7 0,-9 1 1 0,9-1-1 16,0 0-7-16,0 0 2 0,-6 3 7 0,6-3-2 15,0 0-1-15,0 0-5 0,-8 1 5 0,8-1-8 16,0 0 2-16,0 0 1 0,0 0-3 0,-13 0-6 15,13 0 7-15,0 0-3 0,-9 2-1 0,9-2 5 0,0 0-4 16,-9 2-4-16,9-2 5 0,0 0-4 16,0 0 6-16,0 0 1 0,0 0 0 0,-11 0-10 15,11 0 11-15,0 0 8 0,0 0-10 0,0 0 4 16,0 0-1-16,0 0-1 0,0 0 9 0,0 0-8 0,0 0-6 16,0 0 7-16,0 0 2 0,0 0-8 0,0 0-10 15,0 0 7-15,0 0 3 0,0 0-1 16,0 0-1-16,0 0 1 0,0 0 2 0,0 0 4 15,0 0-3-15,0 0-3 0,0 0 8 0,0 0-8 0,-6 1 5 16,6-1-6-16,0 0 6 0,0 0-9 0,0 0 6 16,0 0-8-16,0 0 3 0,0 0-3 0,0 0 6 15,0 0-23-15,0 0 27 0,0 0-8 16,0 0 11-16,0 0-9 0,0 0 7 0,0 0-12 0,0 0 16 16,0 0-1-16,0 0 6 0,0 0-11 0,0 0 0 15,31 0 12-15,-31 0-3 0,13-1 0 0,-4 1-2 16,-1-4-3-16,1 4-5 0,2 0 7 15,0-2-3-15,-2 0-2 0,-3 2 2 0,7-1-4 0,-4 0-4 16,2-1 15-16,-1 0-2 0,2 1-1 0,1 0-6 16,-2-2 15-16,4 3-14 0,-2-3-4 0,-1 1 6 15,2 0-1-15,-3 1-15 0,2-1 10 0,-5 2 1 16,3-3-1-16,2 3 5 0,-1-1-2 0,-1 0 1 16,2-2-8-16,-3 0 9 0,0 1 1 0,2 2-5 15,-3 0-10-15,-2-2 10 0,4 1-6 0,-2-1-1 16,-2 2 3-16,-7 0 3 0,21-2-3 0,-12 0-5 15,0 1-2-15,2 2 10 0,-2-4-4 0,0 3-1 16,2 0-1-16,-11 0 2 0,16-1 1 0,-9 1-2 16,4-1 1-16,-2 2-4 0,0-1 2 0,2 0 5 15,-1 1-7-15,-1-1 7 0,3 2-11 0,-2-1 6 16,-1-4-1-16,-9 3 2 0,18-1-1 0,-8 0 6 16,-1 2 5-16,-9-1-11 0,19-1-3 0,-10 0-1 15,0-1 5-15,0 2 4 0,1 2-7 0,-1-2-1 16,-9 0 0-16,14 0 11 0,-7 0-8 0,-7 0-3 15,18 0 1-15,-9 0 18 0,-2 0-15 0,1 1-1 16,-8-1 0-16,15 0 2 0,-6 0-1 0,-3 1 0 16,-6-1 4-16,12 1-7 0,-12-1 5 0,11-1 0 15,-11 1 1-15,0 0 5 0,13 0-4 0,-13 0 1 16,0 0 2-16,8-1 3 0,-8 1 0 0,0 0 0 0,0 0 2 16,8 1 3-16,-8-1-2 0,0 0-2 15,0 0 3-15,0 0 3 0,0 0 2 0,0 0-6 16,0 0 0-16,0 0-4 0,0 0 3 0,0 0-5 15,0 0 6-15,0 0-6 0,0 0-2 0,0 0 0 16,0 0 1-16,0 0 0 0,0 0-3 0,10-2-2 0,-10 2-6 16,0 0-12-16,0 0-21 0,0 0-16 0,0 0-21 15,0 0-13-15,0 0-10 0,0 0-11 0,0 0-26 16,0 0-75-16,0 0-226 0,0 0 100 16</inkml:trace>
  <inkml:trace contextRef="#ctx0" brushRef="#br0" timeOffset="85948.82">22697 6156 36 0,'0'0'62'0,"6"-7"4"0,-6 7-11 0,0 0-4 16,0 0-1-16,0 0-11 0,0 0-12 0,0 0-8 15,3-5-10-15,-3 5-7 0,0 0-6 0,0 0-9 16,0 0-4-16,0 0-1 0,0 0 0 0,0 0 1 15,0 0-4-15,0 0 2 0,0 0 2 16,-9 22-2-16,9-22 7 0,-6 3-4 0,6-3 7 16,-7 5-2-16,7-5 0 0,-7 4-1 0,7-4 5 0,-6 4 3 15,6-4 0-15,-5 4-1 0,5-4 1 0,0 0 1 16,-5 3 0-16,5-3 2 0,0 0-2 0,0 0-2 16,0 0 10-16,-5 4 1 0,5-4 0 0,0 0 4 15,0 0 5-15,0 0-3 0,0 0 7 0,0 0 1 16,0 0 0-16,0 0 0 0,0 0-5 0,-7 6-2 15,7-6 1-15,0 0 0 0,0 0-3 0,0 0-5 16,0 0 5-16,-9 2 3 0,9-2-5 16,0 0 7-16,0 0 3 0,0 0-1 0,-5 3 7 0,5-3 6 15,0 0-8-15,0 0 5 0,0 0-3 0,0 0-10 16,0 0 6-16,0 0-3 0,0 0-1 0,0 0-5 16,-13-2 1-16,13 2-2 0,0 0 1 0,0 0-7 15,-7 3 6-15,7-3-2 0,0 0-1 0,0 0 4 16,0 0-6-16,0 0 0 0,-8 1 8 0,8-1-9 15,0 0-7-15,0 0 6 0,0 0 1 0,0 0 5 16,0 0 0-16,0 0 9 0,0 0-10 0,0 0 0 16,0 0-6-16,0 0 9 0,0 0 10 0,0 0-5 15,0 0-6-15,0 0 1 0,0 0-1 0,0 0 2 16,0 0 2-16,0 0-11 0,0 0 5 0,0 0 3 16,0 0 1-16,0 0-2 0,31-1 2 0,-21 1 15 15,3 0-18-15,0 0 8 0,1-1-7 0,2-1 5 16,-1 2 5-16,1-1 1 0,3 2-12 0,-2-1 9 15,3-5-8-15,-1 4 3 0,1-2-3 0,1 1 4 16,1-2-2-16,0 2-1 0,-1 0-4 0,1 0 9 16,0 0-11-16,-2 2 8 0,-2-1-6 0,-4-1 0 15,5 1-2-15,-1 0 5 0,0 0-8 0,0 1 6 0,-3-3-5 16,4 1 4-16,0 2 2 0,0-1-1 0,0 0-4 16,-1-1 4-16,0 1-4 0,0 1 3 15,-1-2-13-15,1 0 10 0,0-1 4 0,0 3 0 16,-5-2-4-16,5 2 3 0,-2-2 4 0,-3 4-8 15,0-4 3-15,0 2 0 0,2-1-2 0,-2 0 1 0,-1 1 5 16,-1-1-11-16,-1 1 0 0,1 0 4 16,0 0 3-16,0-2-4 0,-2 2 2 0,-1-1-1 15,3 0 6-15,1 2-3 0,-1-2 0 0,0-3 7 0,0 4-1 16,2-1 1-16,0 1-4 0,-1-2-2 16,0 2 1-16,2 0 2 0,-2 0-5 0,1-4 2 15,0 4-9-15,1 1 14 0,-2-1-5 0,1-1-1 16,-2 0 0-16,1 1 4 0,-2 0-2 0,0 0-6 0,0-2 5 15,-1 0-3-15,3 1 1 0,-1 1 3 0,-2 0-6 16,3 0-1-16,-3 0 3 0,2 0 1 0,-2 0-3 16,3 0 5-16,-1 0-3 0,2 0-5 0,-1 0 1 15,0 0 3-15,0-3-1 0,2 2 5 0,0 1-8 16,-3-1-3-16,3-1 9 0,-1 2 0 0,1-2-6 16,-1 1 1-16,-3 1 2 0,6-2 0 0,-4 2-3 15,2-1 6-15,-2 1 0 0,3 0-3 16,-2-1-3-16,1-2 3 0,3 3-1 0,-6-1-2 0,2 0 3 15,0 0 5-15,0 1-3 0,-2-2-10 0,2 2 20 16,-2-1-9-16,2 0-3 0,1-1-9 0,-4 2 3 16,-1-2 5-16,3 1 1 0,-2 1-1 0,-2 0 2 15,4 0-3-15,-3 0 4 0,2 0 7 0,1-2-2 16,-1 1-7-16,3 1 0 0,-1 0 1 0,-2-1 1 16,2 1-3-16,1-2 1 0,4 1 3 0,-5 1 5 15,-1-1-6-15,1 1 8 0,5-2-5 0,-4 4-1 16,0-2 2-16,3-2-3 0,-3 2 6 0,2-3-4 15,0 2 2-15,-2 1-1 0,5 0 2 0,-2-3-5 16,0 1-1-16,0 0 3 0,2 2-4 0,-7 0 2 16,2 0 5-16,-1-1-6 0,4-1 1 0,-4 2 2 15,1 0 1-15,-1-1-7 0,1 2 5 0,-1-2 5 16,0 1-5-16,-1-2-5 0,1 3-1 0,1-2-4 0,-1 1 7 16,0-2 1-16,-1 2 3 0,1 0 2 15,-1 0-9-15,-2 0 2 0,2 0-2 0,-1 0 3 0,-2 0 0 16,-1-3-1-16,1 3 2 0,-9 0-2 0,14-1 0 15,-6 1 4-15,-8 0-3 0,13-2 1 16,-7 1-2-16,-6 1 2 0,0 0 0 0,10 1 0 16,-10-1 0-16,0 0 2 0,0 0-5 0,9 0-2 0,-9 0 5 15,0 0 2-15,0 0-2 0,0 0 2 0,0 0-1 16,0 0-2-16,0 0-3 0,9 0 2 16,-9 0-5-16,0 0-12 0,0 0-14 0,0 0-21 15,0 0-17-15,0 0-31 0,0 0-22 0,0 0-29 0,0 0-134 16,0 0-305-16,0 0 136 0</inkml:trace>
  <inkml:trace contextRef="#ctx0" brushRef="#br0" timeOffset="94032.98">24703 6134 6 0,'0'0'18'0,"0"0"-1"0,0 0-5 16,0 0 2-16,0 0-3 0,0 0-5 0,0 0 4 15,0 0 3-15,0 0-1 0,0 0-3 0,0 0 4 16,0 0 0-16,0 0-6 0,0 0 6 0,0 0 2 16,0 0-4-16,0 0 6 0,0 0-6 0,0 0 3 15,0 0 3-15,0 0-3 0,0 0-3 0,0 0-3 16,0 0 14-16,0 0 1 0,0 0 0 0,0 0-1 16,0 0 3-16,0 0 2 0,0 0 3 0,0 0-7 15,0 0 10-15,0 0 1 0,0 0-8 0,0 0 0 16,0 0 0-16,0 0-2 0,10 1 9 0,-10-1-11 15,0 0-5-15,0 0 2 0,0 0-8 0,0 0 10 16,0 0-1-16,0 0-3 0,0 0-8 0,8-4-4 16,-8 4 4-16,0 0 4 0,8-3-7 0,-8 3 3 15,0 0-6-15,10-4 1 0,-5 1-4 0,-5 3-4 16,9-3 6-16,-9 3 5 0,10-2-4 0,-2 1 6 16,0-1 0-16,-8 2-5 0,13-3-3 0,-7 2 3 0,-6 1-3 15,17-1-8-15,-10-1 32 0,1 2-21 16,-8 0-5-16,20-2 1 0,-11 0 1 0,0-1-3 15,3 4-1-15,-5-2 6 0,-7 1-1 0,18-2-1 16,-8 4 0-16,0-4 0 0,-1 1 4 0,0 0-1 0,2-1 1 16,-11 2-3-16,16-1-2 0,-7-2 4 15,0 3-2-15,0-2 6 0,1 2-8 0,-10 0 5 16,14-1-1-16,-6 1-1 0,2-1-2 0,-10 1-2 16,13-2-1-16,-13 2 3 0,13-1-6 0,-13 1 12 0,10 0-8 15,-10 0 5-15,12-2 3 0,-12 2-6 0,10-1 4 16,-3 0 7-16,-7 1-11 0,12-4 0 15,-5 3-1-15,-7 1 0 0,15-1 5 0,-9 1-1 16,-6 0-3-16,14 0 3 0,-5-2 5 0,-9 2-10 0,14 0 1 16,-8 0 3-16,2-2 6 0,-8 2-12 0,17-1-2 15,-10 4 8-15,-7-3-1 0,16-2 0 0,-9 1 6 16,1 0-6-16,-8 1 6 0,14-2-3 16,-5 1-2-16,-9 1-1 0,13 0-5 0,-4 0 13 15,-2-2-9-15,-7 2 6 0,13 0-1 0,-6-2-2 16,-7 2-5-16,16 0 6 0,-16 0-5 0,13-2 14 0,-13 2-10 15,13 0 2-15,-7 0-16 0,-6 0 20 0,12 2-3 16,-12-2-13-16,17-3 22 0,-6 3-4 0,-5 0-1 16,4-2 3-16,1-1-5 0,-4 2 5 0,-7 1-11 15,20-3 11-15,-9 2-7 0,-2-1 2 0,2 0 3 16,1 2 2-16,-1-3-3 0,0 2 0 0,0 1-4 16,-1-1 2-16,1 0-5 0,-1-1 4 0,2 2 2 15,-5-2-3-15,2 1 1 0,2-2-1 0,-2 2-1 16,-1-1 0-16,-8 2 2 0,17 0 2 0,-11-1 3 15,3 1-8-15,0-2 2 0,-9 2 3 0,16 0-6 16,-10-1 3-16,-6 1-3 0,15-1 9 0,-7 1-5 16,-8 0 6-16,14-2-14 0,-7 2 3 0,-7 0-1 15,17-1 7-15,-12-1-8 0,-5 2 7 0,16 0-6 16,-10 0-3-16,-6 0 7 0,13-1-2 0,-13 1-10 16,12-1 10-16,-12 1 0 0,13 0 2 0,-3-2-5 0,-10 2 3 15,9 0-2-15,-9 0-3 0,12-2 4 16,-4 1-1-16,-8 1 4 0,15 1 7 0,-10-2-7 15,-5 1-5-15,16-2 5 0,-8 2 2 0,-8 0 0 16,14-1 1-16,-5 1-2 0,-9 0 6 0,18-2-2 0,-9 4 7 16,-2-2-11-16,0 0 3 0,-7 0-6 15,16 0 2-15,-16 0 2 0,13 0-2 0,-7 0-1 0,-6 0 4 16,12 0-7-16,-5 0 10 0,-7 0-11 16,13 0 3-16,-13 0-1 0,14 1 8 0,-14-1-7 0,10-1 4 15,-10 1-9-15,11 1 4 0,-3-1-8 16,-8 0 12-16,13 0-2 0,-7 0 3 0,-6 0-4 15,15 0 0-15,-7 2 5 0,-1-2 0 0,-7 0-2 16,16 0-3-16,-9 0-1 0,-7 0 1 0,12-2 4 0,-2 4-1 16,-10-2 1-16,13 0-4 0,-9 1 1 0,-4-1-2 15,15 1 8-15,-9 0-1 0,-6-1 0 0,15 0-7 16,-9 0 2-16,-6 0 1 0,13 2 0 16,-13-2 5-16,11 1-10 0,-4 0 9 0,-7-1 1 15,13 3-7-15,-4-2 4 0,-2 0-1 0,2 1 2 0,-2-2-2 16,-7 0-7-16,13 3 8 0,-4-3-5 0,-2 2 8 15,1-1-8-15,-8-1-3 0,13 3 1 0,-5 0 1 16,-1-3 0-16,-1 2 1 0,2-1-1 0,-2 1 2 16,5 0 8-16,-2 1-9 0,-2-1 1 0,4 1 2 15,-2-1-4-15,-2-2 0 0,2 3 4 0,-3-1-2 16,3 3 0-16,-1-3-1 0,-2 1 1 0,1-1-1 16,-1 0-2-16,4 2 7 0,-4-1-4 0,1-2-3 15,-1 3 4-15,1-3-2 0,3 1 3 0,-6 0-3 16,5 2 8-16,-1-2-7 0,2 2 5 0,-5-2-5 15,1 1 7-15,3-1-5 0,-2 2-2 0,0-1 6 16,1 1-1-16,-1-1 0 0,3 0-2 0,-4 0-2 16,3 2 3-16,-2-2-4 0,0 0 5 0,2 2-2 15,-5-1 0-15,3-1-4 0,-1 2 2 0,1-1 0 16,-2-3 2-16,3 5-4 0,-3-2 2 0,1 1 1 16,0-3-5-16,0 2 6 0,-1 0-2 0,3 0-2 15,-3 1 3-15,2-3 3 0,-2 2 2 0,1 1-3 16,-2-2-2-16,-4-3-3 0,9 6 5 0,-3-3-5 15,0 1 3-15,1-1 14 0,-7-3-4 0,6 6 2 16,-2-2-3-16,-4-4-1 0,10 7-1 0,-6-4 1 16,-4-3-5-16,7 6-1 0,-3-3-1 0,-4-3-3 0,7 5 4 15,-2-1-1-15,0 0-1 0,-5-4-1 16,8 7 0-16,-3-3-1 0,-1 0 0 0,0 0 2 16,2 0-1-16,0 1 1 0,-2 0-2 0,5 0 1 15,-4-1 0-15,0 1-1 0,1-2 1 0,-3 2-2 16,-3-5 2-16,8 7-4 0,-3-3 2 0,1 2-1 15,1-3 0-15,-4 2 1 0,3-1 0 0,-1 2-2 16,-1-2 3-16,-4-4-1 0,10 9-2 0,-6-5-1 16,0-1 2-16,1 2 0 0,-1 0-2 0,0-1 3 15,1 1-1-15,-5-5 4 0,12 8-3 0,-8-3-4 16,-2-1 1-16,2 1 3 0,-1-1-1 0,-3-4-4 0,8 7 2 16,-2-3 2-16,-2 2 0 0,2-3-3 15,-1 3 1-15,-3-1 0 0,3-2 0 0,-5-3 2 16,14 8 4-16,-10-2-5 0,-2-2-1 0,2 1-1 15,1 1 3-15,-1 0-4 0,1-1 2 0,-2 0 1 16,1 0-2-16,0 1 2 0,0-1-1 0,3 1 1 0,0-1 0 16,-4 2 1-16,3-3 0 0,1 2 0 15,-3-2 0-15,1 2-2 0,2-3-2 0,-2 2 4 0,-1 1 1 16,0-2-4-16,1 1 1 0,1-2 1 16,-4 2 4-16,4-1-5 0,-6-4 0 0,8 9-1 15,-3-4 3-15,-1-2-4 0,2 2 4 0,-2-2-3 0,0 3 5 16,2-1-5-16,-1-2 2 0,1 0 1 0,-2 3 1 15,2-2-3-15,-6-4 0 0,9 9 3 0,-5-6-3 16,0 2-1-16,1-1 0 0,-5-4 0 16,6 6 1-16,0-1 1 0,-2-1-1 0,3 0 2 15,-3 0-5-15,2 0 5 0,-1-1-2 0,2 3 2 0,0-2-2 16,-3-1-1-16,4-1 1 0,-8-2 6 16,10 9-4-16,-5-6 0 0,1 0-1 0,1 0 0 0,-3 3 1 15,3-3-3-15,-2-1-1 0,-5-2 6 16,9 5-2-16,-1-1 0 0,-5 1 5 0,4-2-4 15,-1 1-1-15,-1-1 3 0,3 1 4 0,-1-1-4 0,0 0 7 16,0 1-7-16,0-1 4 0,-1 1-2 0,0-1-3 16,0 1 2-16,-1-1 0 0,1 0 0 0,0 1-2 15,-1 0 0-15,5-1 2 0,-2 1 0 16,-2-1-2-16,-1 1 0 0,3-2 0 0,0 3-2 0,-3-2 1 16,4 1-3-16,-2-2 6 0,1 0-1 0,-8-2 0 15,16 7-4-15,-9-3 1 0,0-1 2 0,-7-3 0 16,13 5-2-16,-4-2 1 0,-9-3 0 0,16 4 3 15,-5 0-1-15,-1 2 2 0,0-3 0 16,-3-1 0-16,-7-2-3 0,16 6 1 0,-6-3-1 0,-10-3-1 16,17 6 0-16,-8-4 0 0,-9-2-1 0,15 3 2 15,-3 1-5-15,-12-4 5 0,13 4-1 0,-1-2 2 16,-3 2-2-16,1-3-1 0,-10-1 1 0,18 5 2 16,-9-2-1-16,-2 0 0 0,-7-3-3 0,16 1 0 15,-16-1 4-15,13 1-3 0,-1 1-2 0,-12-2 6 16,15 2-3-16,-8-1-2 0,-7-1 3 0,20 0-1 15,-11 4-1-15,3-4 2 0,-12 0 0 0,22 0 0 16,-10 2-1-16,0-2-3 0,-12 0 5 16,23 0-3-16,-12 0 0 0,-11 0 3 0,21 0-5 15,-12 0 5-15,-9 0-1 0,20 1-1 0,-9 2-1 0,-11-3 2 16,18 0-3-16,-7 0 1 0,1 0 2 0,0 2-1 16,0-2 0-16,-12 0-1 0,23-2 1 0,-9 4-2 15,-3-2 0-15,1 0 4 0,-2 0-3 0,3-2-1 16,1 2-2-16,-3-1 3 0,0 2 0 0,3-2 1 15,-1 1-1-15,1 0-1 0,-1 1-2 0,1-2 4 16,3-2 1-16,-3 3 0 0,3-2-3 0,-5-2-1 16,2 6 5-16,1-2-5 0,-1-2 2 0,2 2 0 15,-2 0 0-15,1 0-1 0,-2 0 0 0,-1 0 0 16,-2 0 0-16,4-1 0 0,-2 1-1 16,2-2 0-16,-3 2 3 0,3-3-4 0,-1 4 2 0,0-3 2 15,0 2-3-15,1 0 1 0,0-3-2 0,3 2 1 16,-4 1 0-16,0 0 1 0,1 0-2 0,-2 0 0 15,2-2 3-15,0 2-2 0,-1 0 2 0,-1-2-2 16,1 2 1-16,5 0 1 0,-4 0-3 16,-1-1 2-16,4-2 1 0,-3 3-4 0,-1-3 1 0,3 1 1 15,-3 1 1-15,0 1 1 0,1-1-2 0,-14 1 3 16,24-3-6-16,-11 4 4 0,0-1 0 0,-1-1 0 16,0 0 0-16,3 2-2 0,-2-5 1 0,5 4 1 15,-5 0 0-15,1-1-2 0,-1 2 0 0,-1-2-1 16,2-1 5-16,-1 4-5 0,1-4 0 0,-4 4 0 15,6-2 5-15,-5 0-2 0,1 0 0 0,2 1 1 16,-1-2-1-16,-1-1-2 0,1 2 4 0,0 0-4 16,0-1 1-16,0 1 1 0,-2 0 1 0,3-1-2 15,-4 1-4-15,-10 0 4 0,25-1-2 0,-13 0 3 16,1-2-3-16,1 2 0 0,-1 1 2 0,0-4 1 16,1 3-3-16,-1-1 3 0,-2 1-2 0,1 1 4 15,-12 0-4-15,22 1 0 0,-10-1 2 0,-2-1 0 16,-10 1-1-16,23-1 3 0,-11-1-7 0,-12 2 6 15,16-3-3-15,-4 3 0 0,-1 0 2 0,1-2-2 16,-12 2-4-16,24-1 5 0,-13-2-1 0,-11 3 3 16,20-2-3-16,-9 2-2 0,2-2 5 0,-13 2 2 15,24 0-5-15,-9-1 2 0,-4 1-3 0,2-2 1 16,0 2 0-16,-1-1 0 0,-12 1 0 0,25-2-1 16,-10 2 0-16,-2-1 0 0,1 1 3 0,-1 0 0 15,1 0 1-15,-2-2 0 0,6 1-2 0,-5 2 0 16,2-2 0-16,2 1-2 0,-3 0 2 0,-2 0-2 15,2 0 2-15,0 0 1 0,4 0-3 0,-4-1 2 16,-3 1 0-16,4 0 2 0,-2 1-6 0,1-1 3 16,-1 0 3-16,1-2-4 0,-1 2-1 0,0 0 5 15,-1 0-1-15,1-2-1 0,0 2 2 0,-3-1-4 16,2 1 0-16,-1 0 4 0,1 0-3 0,-1 0 0 16,2-2 0-16,-1 2 2 0,-1-2-4 0,2 2 2 15,-3 0 1-15,3-1 0 0,-2 1-3 0,2 0 5 16,-3 0-2-16,2-2-1 0,1 2 4 0,-2 0-3 15,0 0-3-15,8-4 3 0,-9 5-1 0,1-2 2 16,-2 1-2-16,2 0 3 0,0 0-4 0,-1-3 5 16,2 3 0-16,-1 0 0 0,-11 0-3 0,22 1 0 15,-9-1 1-15,0-1-3 0,0-2 3 0,-2 3 0 16,3-1 0-16,-3 0-1 0,1 0 6 0,-2-1 8 16,-2 1 5-16,-2-1-2 0,4 0-2 0,-1 0 1 15,0-1-4-15,2 0 5 0,-3 2-7 0,-8 1 1 16,13-4-1-16,-4 1-2 0,1 0 0 0,2 0-2 15,-2-1 0-15,1 1 1 0,1 2 0 0,1-3-2 16,0 1-2-16,-2 2 4 0,2-2-5 0,-2 0 4 16,3 2-4-16,-3-2-1 0,0 0 4 0,2 2-2 15,-3-3 0-15,1 4-1 0,0-2 4 0,-2-1-5 16,0 0 1-16,2 2-3 0,-2-2-17 0,-2 0 3 16,-1 1 0-16,2-1 2 0,-8 3 5 0,10-1-4 0,-10 1 4 15,6-3-1-15,-6 3-1 0,8-2 4 16,-8 2-3-16,0 0 7 0,9-2-4 0,-9 2 1 15,0 0 0-15,0 0 1 0,9-2 3 0,-9 2-4 16,0 0 3-16,9-1 5 0,-9 1-5 0,0 0-2 16,11 0-1-16,-11 0 2 0,0 0-2 0,8 0 2 0,-8 0-4 15,0 0 1-15,10 0 13 0,-10 0-7 0,10 0-4 16,-10 0 1-16,12-1 3 0,-6 2 0 16,-6-1-5-16,16 0 2 0,-9 0-2 0,-7 0 4 15,16 0-2-15,-7 0 2 0,-2 0 2 0,4 0-1 16,0 0 0-16,-11 0 6 0,19 0-6 0,-10-1 0 0,3 2 0 15,-1-1-1-15,-3 0-2 0,-8 0 1 16,18 0-1-16,-12 0 3 0,2 1-3 0,-8-1 3 16,14 0-2-16,-14 0-1 0,11 0 0 0,-11 0 3 15,14 2-2-15,-7-2 2 0,-7 0-2 0,11 0 1 16,-11 0 5-16,12 1-4 0,-5-1-1 0,-7 0 2 16,13-1-4-16,-5 2-1 0,-8-1 4 0,11 1-1 15,-11-1-1-15,13 0 3 0,-7 2-1 0,-6-2 2 16,12-2-6-16,-12 2 5 0,13 2-3 0,-13-2 4 15,6 0-5-15,-6 0 11 0,0 0-3 0,9 0-6 16,-9 0 0-16,0 0 1 0,0 0-5 0,0 0-3 0,0 0-7 16,0 0-7-16,0 0-10 0,0 0-19 0,0 0-12 15,0 0-19-15,0 0-31 0,0 0-37 16,0 0-43-16,0 0-189 0,0 0-414 0,0 0 184 16</inkml:trace>
  <inkml:trace contextRef="#ctx0" brushRef="#br0" timeOffset="95595.36">30955 6828 25 0,'0'0'31'0,"0"0"-3"15,0 0 2-15,0 0 5 0,0 0-3 0,0 0 0 16,0 0-6-16,0-8 1 0,0 8-1 0,0 0-2 0,0 0-2 16,0 0 3-16,0 0-7 0,0 0 0 15,0 0-3-15,0 0 1 0,0 0-2 0,0 0 6 16,0 0-8-16,-5-7 1 0,5 7-1 0,0 0-3 16,0 0 1-16,0 0-4 0,0 0-1 0,-7-6 4 15,7 6-1-15,0 0 1 0,0 0 0 0,-6-2 7 16,6 2-8-16,0 0 4 0,0 0-3 0,0 0 5 15,0 0-4-15,0 0 2 0,0 0-8 0,0 0 4 16,0 0-7-16,0 0 7 0,-12-1-4 0,12 1-1 16,0 0-2-16,0 0 0 0,0 0 3 0,0 0 5 15,0 0-1-15,0 0-2 0,0 0 4 0,0 0 2 16,0 0-1-16,0 0-3 0,0 0-2 0,0 0 1 16,0 0 6-16,0 0 7 0,0 0-8 0,0 0 12 15,0 0-8-15,0 0-1 0,28 0 2 0,-21-2 8 16,-7 2-13-16,14 0 8 0,-5-1-2 0,-9 1-4 0,15 0-4 15,-9 0 1-15,-6 0-1 0,15 0 3 16,-8-2-4-16,5 0 0 0,-12 2-1 0,18 0-1 16,-7 0 0-16,-2-1-2 0,3 0 8 0,-1-1-2 15,-2 2-8-15,1 0 10 0,3-1-3 0,-3 2 1 16,2-1-1-16,-1-1 4 0,-2 0-4 0,3-1-4 0,-2 1-4 16,-10 1 8-16,19-1-5 0,-9 1-5 15,-2 0 3-15,2-2 5 0,2 0-5 0,-5 2 0 16,6 0 0-16,0 0-1 0,-3 0 4 0,3-1-4 15,-3 0 6-15,2 1-7 0,0 0 2 0,-1-2 7 16,-1 1-6-16,1 0 2 0,-3 0-6 0,-8 1 5 0,15-2 0 16,-6 2 5-16,3-1-5 0,-12 1 6 0,16-3-3 15,-7 3 10-15,1 0-7 0,1-2-1 16,-11 2-4-16,14-1 1 0,-3-1 5 0,-3 2-1 0,2 0-3 16,-1-1 2-16,3 2 2 0,-3-1-3 0,1-1 0 15,-10 1 2-15,19-1 4 0,-8 1-8 0,-3 0 1 16,4 0 9-16,-3 0-8 0,2 0 1 15,-2 0-9-15,0 0 7 0,0-2-3 0,-9 2-2 0,14-2 0 16,-14 2 3-16,17-2 0 0,-11 2-11 0,4 0 16 16,-2-1-11-16,-8 1 0 0,17 0 5 0,-11-2-7 15,-6 2 7-15,17 0-6 0,-8 2 2 0,-3-2 1 16,-6 0-1-16,15 0 6 0,-8 0-14 0,-7 0 16 16,13-2-3-16,-13 2-4 0,14 0-2 0,-14 0 2 15,11 0-2-15,-3 0-2 0,-8 0 5 0,12 0-3 16,-12 0 5-16,12 0-5 0,-12 0-4 0,9 0 7 15,-9 0-5-15,14 0 7 0,-14 0-8 0,12 0 4 16,-12 0 2-16,10 0-7 0,-10 0 5 0,10 0-8 16,-10 0 6-16,10 0 3 0,-10 0 2 0,12 0 1 15,-12 0-3-15,9-2-1 0,-9 2 0 0,7-1 10 16,-7 1-11-16,0 0 2 0,9-1 6 0,-9 1-8 16,0 0-3-16,0 0 6 0,12 0-3 0,-12 0-3 15,0 0-2-15,0 0-1 0,0 0 0 0,0 0-12 16,0 0-22-16,0 0-18 0,0 0-17 0,0 0-14 15,0 0-11-15,0 0-97 0,-30 0-213 0,18-2 95 16</inkml:trace>
  <inkml:trace contextRef="#ctx0" brushRef="#br0" timeOffset="96753.58">31086 6835 28 0,'0'0'50'16,"0"0"6"-16,0 0-7 0,-11-3 4 0,11 3 1 15,0 0-9-15,0 0-5 0,0 0 7 0,-9-1-18 16,9 1 4-16,0 0-4 0,0 0-2 0,-10-3 4 16,10 3-7-16,0 0 0 0,-11-3 10 0,11 3 1 15,0 0 3-15,-9-1-14 0,9 1 12 0,-7-2 3 16,7 2-18-16,0 0 0 0,-12-2-4 0,12 2-3 15,-7-1 0-15,7 1-3 0,0 0 0 0,0 0-5 16,0 0 11-16,-9-2-5 0,9 2 7 0,0 0-11 16,0 0 10-16,0 0-1 0,0 0 3 0,0 0-2 15,0 0-3-15,0 0 13 0,0 0-10 0,0 0 18 16,-12 3 3-16,12-3-3 0,0 0-5 0,0 0-3 16,0 0 9-16,0 0-10 0,0 0 11 0,0 0-15 15,0 0-3-15,30-7-4 0,-18 5 4 0,0 1 0 16,1 0-6-16,6 1 8 0,-1-4-5 0,-5 1-6 15,7 2-2-15,-1-4 2 0,2 4 1 0,0-1-2 16,-1 1-4-16,1-2 1 0,1 5-1 0,-1-5 0 16,5 0 1-16,-5 0-2 0,0 2 2 0,0-3-6 15,-2 1 2-15,1 3 10 0,-2 0-7 0,4-3-1 16,-5 2-1-16,2-2 3 0,1 1-2 0,-2 1 0 16,0 0 0-16,-1-1 7 0,2 2-9 0,-1-4-1 15,-5 4-1-15,1-1 2 0,-3-1-6 0,2 0 8 16,5 1-3-16,-7 0-6 0,2 1 3 0,0-2 3 15,-2-1 5-15,3 3-1 0,-1-3-3 0,0 3-6 16,0 0 3-16,1-1 2 0,-3-1-8 0,1 1 11 16,1 0 5-16,-2 2-2 0,-1-2-2 0,3-1-1 15,-1 2 2-15,0 0 0 0,-1 0 2 0,0-2 0 16,2 1 5-16,-2-2-4 0,3 3-5 0,-3-1 2 16,0 0 2-16,2-1 0 0,0 0-1 0,-2 0-2 15,2 1 6-15,-1 0-7 0,-1 0 0 0,-3 1 4 0,2 0-1 16,3-2-5-16,-3 0 5 0,3 1 1 15,-3-1-7-15,0 0 2 0,-2 1-1 0,1 1 1 0,2-2 4 16,-2 1-2-16,4 0 0 0,-5-1 3 16,3 2-4-16,-1-2-1 0,2 2 6 0,-2-1-3 0,4 1 2 15,-5-2 1-15,5 2-4 0,-4-2 4 0,2 0-3 16,-2 0 1-16,0 2 0 0,1 0 1 0,1 0-3 16,-3-2 0-16,2 2 1 0,1-2 0 0,0 1-3 15,-3 1 6-15,0-1-3 0,-9 1-1 16,15 0-6-16,-5-2 3 0,-2 1 8 0,-8 1-5 0,15-1 5 15,-8 1-3-15,-7 0-2 0,19-1 1 0,-13 1-1 16,-6 0 3-16,14 0-2 0,-14 0 3 0,13 0-3 16,-5 0 2-16,-8 0 0 0,12-1 0 0,-12 1-2 15,11 0 3-15,-11 0-2 0,14 0 22 0,-8-1 8 16,-6 1-7-16,12-1-5 0,-6 2 0 16,-6-1 1-16,11 0 1 0,-11 0-2 0,8 0-1 0,-8 0-2 15,0 0 2-15,11 0 0 0,-11 0-5 0,0 0 0 16,8 1-1-16,-8-1 1 0,0 0-4 15,11 0 1-15,-11 0-3 0,9-1 2 0,-9 1-6 0,0 0 3 16,11 0-2-16,-11 0-1 0,0 0 0 0,0 0 3 16,9 0 3-16,-9 0-6 0,0 0 1 0,0 0 0 15,0 0-1-15,9-1-1 0,-9 1-1 0,0 0 3 16,0 0-6-16,0 0 4 0,0 0-3 0,0 0-2 16,0 0-1-16,0 0 2 0,0 0-5 0,0 0 0 15,0 0 0-15,0 0 4 0,0 0 0 0,0 0-3 16,0 0 1-16,0 0-2 0,0 0-6 0,0 0-9 15,0 0-12-15,0 0-6 0,0 0-13 0,0 0-10 16,0 0-20-16,0 0-15 0,0 0-29 0,0 0-50 16,0 0-58-16,0 0-116 0,0 0-371 0,0 0 164 15</inkml:trace>
  <inkml:trace contextRef="#ctx0" brushRef="#br0" timeOffset="99543.63">28028 7476 34 0,'0'0'38'0,"0"0"-1"0,0 0 0 0,0 0-7 15,0 0-1-15,-5 5-4 0,5-5-2 0,0 0-1 16,0 0-8-16,-9 5 2 0,9-5-4 0,0 0 3 15,-8 3 2-15,8-3-7 0,-7 2 5 0,7-2-1 16,-9 4-6-16,9-4-9 0,-13 1 8 0,13-1 0 16,-9 3 3-16,5 1-6 0,4-4 6 0,-13 2-4 15,7-1-1-15,6-1-1 0,-13 1-2 0,7 1-2 16,-1-1 3-16,7-1-1 0,-12 4 2 0,12-4 5 16,-9 0 2-16,9 0 4 0,0 0 1 0,-13 0 0 15,13 0 7-15,0 0 2 0,0 0 2 0,-11-1 5 16,11 1-4-16,0 0 6 0,0 0 1 0,0 0-6 15,0 0-2-15,0 0-5 0,0 0 6 0,0 0-6 16,0 0 4-16,-7 1 0 0,7-1 1 0,0 0 0 16,0 0-9-16,0 0 2 0,0 0-3 0,0 0 0 15,0 0-2-15,0 0 8 0,27-4 5 0,-14 3-3 16,8-3 9-16,1 2-8 0,5-6-6 0,2 3 3 16,0 1 2-16,-1 1-4 0,-2-1-5 0,-5 1-4 0,-1 1 7 15,0-2-7-15,-1 2-7 0,-3 1-1 16,3-1 6-16,-2 0 1 0,-4 0-4 0,0-2 3 15,-1 4-5-15,-1-2 2 0,-5 1-2 0,3 1-3 16,-9 0-3-16,13-4 8 0,-13 4-2 0,10-1 2 16,-10 1 0-16,8-1-6 0,-8 1 3 0,0 0 3 15,7-2-12-15,-7 2-6 0,0 0-21 0,0 0-9 0,0 0-2 16,0 0-18-16,0 0-23 0,0 0-21 16,0 0-71-16,0 0-191 0,0 0 84 0</inkml:trace>
  <inkml:trace contextRef="#ctx0" brushRef="#br0" timeOffset="100149.34">29030 7439 5 0,'0'0'98'0,"0"0"-2"0,0 0-20 16,0 0 5-16,0 0-5 0,0 0 0 0,0 0-4 16,0 0-4-16,0 0-14 0,0 0-8 0,0 0-1 15,0 0 2-15,0 0-6 0,-23-7-11 0,23 7-1 16,0 0 9-16,0 0-15 0,0 0 7 0,0 0-14 16,0 0-1-16,-10 0-8 0,10 0 11 0,0 0-5 15,0 0-4-15,0 0 3 0,0 0 4 16,0 0-5-16,0 0-2 0,0 0-4 0,0 0 3 0,0 0 4 15,0 0 1-15,0 0-12 0,-13 1 2 0,13-1 8 16,0 0-5-16,-9 2-7 0,9-2-2 0,-6 6 10 16,6-6 3-16,-10 1-14 0,10-1 13 0,-8 3-7 15,8-3-5-15,-8 1 7 0,8-1 0 0,-10 2-7 16,10-2 15-16,-9 1-11 0,9-1-4 0,-8 1 7 16,8-1-2-16,0 0-3 0,-9 2-12 0,9-2 21 15,0 0-6-15,0 0-2 0,-8 2 5 0,8-2-5 16,0 0 1-16,0 0-13 0,0 0 10 0,0 0 2 15,0 0-1-15,0 0 4 0,0 0 6 0,0 0-2 16,0 0 16-16,17 9-3 0,-6-9 0 0,3 2-3 16,2-2 8-16,3 0-10 0,3 2 5 0,-1-2 2 15,8 0-7-15,-2 0 3 0,1 0 10 0,1 1-11 16,-7-1 7-16,0 0-10 0,-1-1 7 0,1 1-4 16,-5 0-3-16,2 0 0 0,-6 0 5 0,1 1-4 15,-1-2 1-15,-1 1 2 0,-3 0-1 0,-1-2 2 16,0 1 10-16,-8 1-15 0,11 0 6 0,-11 0-5 15,9 0-1-15,-9 0-1 0,0 0 1 0,9-1 1 16,-9 1-6-16,0 0-5 0,0 0 4 0,0 0-16 16,0 0-10-16,0 0-21 0,10 0-22 0,-10 0-43 15,0 0 5-15,0 0-5 0,0 0-28 0,5 4-85 16,-5-4-234-16,7 3 104 0</inkml:trace>
  <inkml:trace contextRef="#ctx0" brushRef="#br0" timeOffset="100573.64">30042 7457 75 0,'0'0'113'0,"0"0"-2"0,0 0-9 15,-7-3-15-15,7 3-13 0,0 0 1 0,0 0-1 16,0 0-8-16,0 0-5 0,0 0-9 0,0 0 1 16,0 0-1-16,-7-4-10 0,7 4-3 0,0 0-3 15,0 0-2-15,0 0-4 0,0 0-1 0,0 0 5 16,0 0 4-16,0 0 5 0,27-1-2 0,-21 0 2 16,7 0-9-16,0 1 7 0,0-1-3 0,6-1 1 15,-1 0-2-15,0-1 0 0,1 1 0 0,-1 0 10 16,1-2-2-16,1 1-2 0,-2-1-2 0,3 2-1 15,-5 2-3-15,4-3-2 0,-1-1-1 0,-1 3 4 16,-1-2-8-16,-4 1-5 0,0 0-1 0,-1 1 1 16,-2 1-3-16,2-1 1 0,-5 0-6 0,-7 1-3 15,13 0 0-15,-6-2-2 0,-7 2 1 0,11-2-3 16,-11 2 2-16,7 0-6 0,-7 0-8 0,0 0-14 16,0 0-16-16,0 0-22 0,12 0-22 0,-12 0-13 15,0 0-17-15,0 0-9 0,0 0-8 0,0 0-155 16,0 0-299-16,0 0 133 0</inkml:trace>
  <inkml:trace contextRef="#ctx0" brushRef="#br0" timeOffset="100958.82">31074 7435 42 0,'-8'-4'127'15,"8"4"-6"-15,0 0-13 0,0 0-2 0,0 0-11 16,0 0-1-16,0 0-7 0,0 0-7 0,0 0-9 16,0 0-2-16,0 0-14 0,0 0-1 0,0 0 2 15,0 0 1-15,0 0 3 0,0 0 3 0,0 0 4 16,29-4-1-16,-18 4-1 0,-1 0-1 0,2-2 1 15,0 1-6-15,-2 0 0 0,3 0 0 0,-3 1-2 16,4 0-3-16,-3-3-3 0,0 4 0 0,2-2-3 16,1-3-1-16,-3 4-5 0,1-1-2 0,-3 0-4 15,-3-2-3-15,-6 3 0 0,16-1-7 0,-11-1 0 16,-5 2-4-16,9-1-2 0,-9 1-2 0,10-1-1 16,-10 1-2-16,0 0-11 0,0 0-9 0,9-1-19 15,-9 1-26-15,0 0-26 0,0 0-38 0,0 0-26 16,0 0-23-16,0 0-9 0,11 2-120 0,-11-2-314 15,0 0 139-15</inkml:trace>
  <inkml:trace contextRef="#ctx0" brushRef="#br0" timeOffset="101330.93">31707 7422 128 0,'0'0'162'0,"0"0"-5"0,0 0-8 0,0 0-8 15,0 0-9-15,0 0-10 0,0 0-8 0,0 0-9 16,0 0-12-16,0 0-11 0,0 0-12 0,0 0-5 16,0 0-6-16,6-7 0 0,-6 7 3 0,7-1-4 15,-7 1 2-15,19 1-5 0,-8-2-3 0,0 0-1 16,3-1-10-16,-2 2-4 0,2 2 4 0,-1-2 0 15,-2-2-2-15,2 2-4 0,-2-1 4 0,2 1-5 16,-3 0 3-16,1 0-6 0,-1 0-4 0,1-1-1 16,-2-1-1-16,4 1-4 0,-5 0-1 0,-1 0-1 15,-7 1 1-15,13-1-7 0,-13 1 1 0,9-1-1 16,-9 1-2-16,8-2-2 0,-8 2-5 0,0 0-7 16,0 0-11-16,11 0-14 0,-11 0-14 0,0 0-27 15,0 0-23-15,0 0-22 0,0 0-34 0,9-3-17 16,-9 3-21-16,0 0-100 0,0 0-309 0,0 0 137 15</inkml:trace>
  <inkml:trace contextRef="#ctx0" brushRef="#br0" timeOffset="101679.81">32152 7417 33 0,'0'0'173'0,"0"0"-7"0,0 0-13 16,0 0-15-16,0 0-14 0,0 0-13 0,0 0-13 16,11 0-8-16,-11 0-11 0,0 0 0 0,0 0-2 15,0 0 4-15,10 3-5 0,-10-3 5 0,10 2-4 16,-2-2 2-16,4 0-2 0,-3 0-8 0,4-2-2 16,0 4-5-16,0-4-4 0,1 2-4 0,-3 0-6 15,2-1-2-15,-3 1-7 0,0 0 3 0,1 1-7 16,-1-1 0-16,-1 0-7 0,-9 0-3 0,11 0-1 15,-11 0 1-15,12-1-2 0,-12 1-4 0,10 0-2 16,-10 0-3-16,0 0 0 0,8-4 3 0,-8 4-7 16,0 0 2-16,0 0-2 0,9 0 2 0,-9 0-8 15,0 0-9-15,0 0-4 0,0 0-17 0,0 0-15 16,0 0-31-16,0 0-25 0,0 0-42 0,0 0-36 16,0 0-24-16,0 0-108 0,0 0-332 0,0 0 148 15</inkml:trace>
  <inkml:trace contextRef="#ctx0" brushRef="#br0" timeOffset="101955.37">32486 7420 33 0,'0'0'155'0,"0"0"-14"0,0 0-3 0,0 0-8 16,0 0-9-16,0 0-3 0,6 2-12 0,-6-2 1 15,8 2 1-15,-8-2-8 0,13 0-6 0,-6 1-8 16,1 1-3-16,-2-1-10 0,-6-1-2 0,13 0-10 16,-13 0-2-16,9-1 20 0,-9 1-15 0,8-2 0 15,-8 2-6-15,0 0-8 0,0 0-2 0,0 0-3 16,0 0-5-16,12 0-7 0,-12 0-4 0,0 0-12 16,0 0-13-16,0 0-17 0,0 0-24 0,0 0-24 15,0 0-44-15,0 0-63 0,0 0-155 0,0 0-347 16,0 0 153-16</inkml:trace>
  <inkml:trace contextRef="#ctx0" brushRef="#br0" timeOffset="104173.2">23223 9346 37 0,'0'0'40'0,"0"0"0"0,0 0-7 0,0 0 1 15,0 0-2-15,0 0 1 0,0 0 5 0,0 0-9 0,0 0 3 16,0 0-3-16,0 0-3 0,0 0 7 16,0 0-3-16,0 0-9 0,0 0 1 0,0 0-5 15,0 0 7-15,0 0-12 0,-2-7 3 0,2 7-7 16,0 0-1-16,0 0 3 0,0 0 1 0,0 0 1 16,0 0-4-16,0 0-5 0,0 0 2 0,0 0-4 15,0 0 1-15,0 0 8 0,-9-1-6 0,9 1-6 16,0 0 3-16,0 0 3 0,0 0-8 0,0 0 10 15,0 0-2-15,-12 0 1 0,12 0-5 0,0 0-1 0,0 0 3 16,0 0 3-16,-10 2-18 0,10-2 14 0,0 0 2 16,-8 1 2-16,8-1-5 0,0 0-2 0,-10 2 13 15,10-2-7-15,0 0 0 0,-12 0-3 0,12 0 5 16,0 0-3-16,-11 3 2 0,11-3-2 0,-10 1-7 16,10-1 5-16,-8 2 3 0,8-2-9 0,-10 1 4 15,10-1 8-15,-12 1-6 0,12-1 4 16,-9 1-2-16,9-1 3 0,-10 0 2 0,10 0 6 0,-10 2 3 15,10-2-7-15,0 0 2 0,-10 0 3 0,10 0 6 16,0 0-6-16,0 0 8 0,-9 0 4 0,9 0-1 16,0 0-11-16,0 0 12 0,0 0-2 0,0 0 7 15,-10-2-1-15,10 2-9 0,0 0-2 0,0 0 4 16,0 0-2-16,0 0 4 0,0 0 0 0,0 0-9 16,0 0 14-16,0 0-8 0,0 0-11 0,0 0 16 15,0 0-16-15,0 0 2 0,0 0 0 0,0 0-1 16,0 0 1-16,0 0 0 0,0 0 0 0,0 0 6 15,0 0-7-15,25-3 2 0,-12 1 11 0,-3 2-9 16,3-1-3-16,1 0 2 0,-1-1-3 0,2 1 0 16,2 0-3-16,-3 0 2 0,-1 0-3 0,6-2-1 15,-6 2-3-15,4 1 2 0,-4 0 1 0,5-2 6 0,-4 2-6 16,0 0-2-16,4-2 2 0,-4 0-1 16,0 2-4-16,0-3 5 0,-2 5 0 0,-2-4-1 15,1 2 0-15,-3 0 1 0,0-2 9 0,-8 2-14 16,14-1 0-16,-14 1 9 0,10-1-2 0,-10 1 4 15,12 0 4-15,-12 0 4 0,11-1 3 0,-11 1-5 16,9 0-3-16,-9 0 7 0,8-2-9 0,-8 2-2 16,0 0-4-16,10-1 4 0,-10 1-3 0,0 0 4 0,0 0-3 15,9-2-5-15,-9 2-10 0,0 0-11 0,0 0-25 16,0 0-22-16,0 0-31 0,0 0-19 16,0 0-23-16,0 0-115 0,0 0-269 0,0 0 119 15</inkml:trace>
  <inkml:trace contextRef="#ctx0" brushRef="#br0" timeOffset="104589.02">23998 9331 27 0,'0'0'96'0,"0"0"-15"0,0 0 7 0,0 0-3 16,0 0 8-16,0 0-3 0,0 0-6 0,0 0 1 15,28 0-6-15,-18-2 1 0,3 1-5 0,-2-1 1 16,3 2-9-16,0-3 4 0,4 1-8 0,-2 0-1 15,-2 0-4-15,2 0-2 0,2 0-6 0,-5-1-6 16,0 0-3-16,-1 1-2 0,0 0-2 0,-1-1-3 16,1 0 1-16,-1 3-8 0,-4 0 5 0,-7 0-2 0,11 0-6 15,-11 0-3-15,9-3-2 0,-9 3 1 0,0 0-12 16,10 0 8-16,-10 0-1 0,0 0-7 16,0 0-2-16,0 0 1 0,9-2-5 0,-9 2-18 15,0 0-17-15,0 0-10 0,0 0-9 0,0 0-26 16,0 0-15-16,0 0-25 0,0 0-30 0,0 0-77 15,-1 11-244-15,1-11 108 0</inkml:trace>
  <inkml:trace contextRef="#ctx0" brushRef="#br0" timeOffset="104938.78">24888 9261 46 0,'0'0'154'0,"0"0"-2"0,0 0-7 15,0 0-15-15,0 0-3 0,0 0-13 0,0 0-11 16,3-6-12-16,-3 6-10 0,0 0-14 0,8-1 9 16,-8 1 0-16,14 0-7 0,-5-2-4 0,3 2-3 15,1 0-18-15,0-2 11 0,1 1-7 0,-2-2 1 16,3 2-3-16,-2 0-6 0,1-1 3 0,-2 2-11 15,1-1 4-15,-1 1-8 0,-2-2 0 0,2 0-3 16,-1 2 0-16,-1-1 1 0,2 1-8 0,-3-1 2 16,-9 1-4-16,11-3 1 0,-6 2-3 0,-5 1-2 15,9-2-2-15,-9 2 0 0,0 0-1 0,0 0-9 16,11-1-5-16,-11 1-14 0,0 0-23 0,0 0-18 16,0 0-24-16,6-1-21 0,-6 1-1 0,0 0-16 15,0 0-27-15,0 0-105 0,0 0-273 0,0 0 122 16</inkml:trace>
  <inkml:trace contextRef="#ctx0" brushRef="#br0" timeOffset="105318.88">25632 9245 35 0,'0'0'162'0,"5"-3"-13"0,-5 3-6 16,0 0-7-16,0 0-7 0,0 0-12 0,0 0-20 15,0 0-8-15,0 0-8 0,0 0-4 0,0 0-9 0,0 0-5 16,0 0-4-16,0 0-4 0,13 0-5 0,-13 0 5 16,12-1-2-16,-3-1 1 0,2 2-8 0,-1 0 6 15,4-2-8-15,-2 1 1 0,2 1-3 16,1-1 0-16,-2-2-2 0,1 2-1 0,-1 1-6 15,1 0-1-15,-1-2-2 0,1 0-5 0,-1 1 1 0,1 1-2 16,-3-1-1-16,2 1-8 0,-6-2-1 0,-7 2-1 16,16 0 0-16,-10-1 1 0,-6 1-4 0,12 0-1 15,-12 0 0-15,7 0 1 0,-7 0-2 0,0 0-7 16,0 0 2-16,9-2-9 0,-9 2-22 0,0 0-24 16,0 0-18-16,0 0-24 0,0 0-17 0,0 0-14 15,0 0-16-15,0 0-25 0,0 0-92 0,0 0-278 16,0 0 124-16</inkml:trace>
  <inkml:trace contextRef="#ctx0" brushRef="#br0" timeOffset="105692.4">26247 9223 24 0,'0'0'138'16,"0"0"1"-16,0 0-8 0,0 0-6 0,0 0-10 16,0 0-14-16,0 0-6 0,0 0-12 0,0 0-10 15,0 0-11-15,0 0 0 0,0 0-7 0,5-5 3 0,-5 5-4 16,14-1 2-16,-5-1-2 0,2 1 2 16,-2 0-4-16,4-2-3 0,-3 1 2 0,3 0 7 15,0 0-4-15,-1 1-8 0,1-1 4 0,-1 0-2 16,-2-3-3-16,2 4 1 0,-3 1-2 0,-9 0-5 0,15-2-6 15,-10 2 3-15,-5 0-12 0,11-1 2 16,-11 1 0-16,0 0-4 0,11-3-1 0,-11 3 0 16,0 0-2-16,7-1-5 0,-7 1-3 0,0 0 3 15,0 0-2-15,0 0-1 0,0 0-4 0,0 0 1 0,10 0-4 16,-10 0-8-16,0 0-12 0,0 0-16 0,0 0-22 16,0 0-23-16,0 0-30 0,0 0-21 15,0 0-19-15,0 0-18 0,0 0-109 0,0 0-296 16,0 0 130-16</inkml:trace>
  <inkml:trace contextRef="#ctx0" brushRef="#br0" timeOffset="106045.68">26777 9192 156 0,'0'0'156'0,"0"0"4"0,0 0-20 0,0 0-11 16,0 0-10-16,0 0-11 0,0 0-4 0,14-1 3 16,-14 1 4-16,9 0-8 0,-9 0-7 0,14 2-8 15,-7-2-7-15,3-1-5 0,0-1 1 0,1 3-5 16,0 0-5-16,3-2-7 0,-5 1-1 0,1 0-5 16,-10 0-7-16,19-1 1 0,-11 1 0 0,-1 0-5 15,-7 0-3-15,12 1-1 0,-12-1-3 0,9 0-2 16,-9 0-1-16,0 0-3 0,10-1-4 0,-10 1-2 15,0 0 1-15,8-3-4 0,-8 3 0 0,0 0-7 16,0 0 3-16,7-1 0 0,-7 1-4 0,0 0-2 16,0 0 0-16,0 0-4 0,0 0 1 0,0 0-9 0,0 0-14 15,0 0-16-15,0 0-15 0,0 0-35 16,0 0-21-16,0 0-23 0,0 0-31 0,0 0-31 16,0 0-145-16,0 0-360 0,0 0 159 0</inkml:trace>
  <inkml:trace contextRef="#ctx0" brushRef="#br0" timeOffset="106412.37">27202 9204 61 0,'0'0'167'0,"6"2"-6"0,-6-2-10 0,0 0-13 15,0 0-5-15,10-3-12 0,-10 3-6 0,0 0-7 16,13-4-9-16,-8 2-6 0,-5 2-7 0,14-3-2 16,-14 3-6-16,13 2-4 0,-7-4-9 0,4 1-4 15,-1-2-5-15,-9 3-1 0,16-1-16 0,-10-1 7 16,-6 2-6-16,11 0-9 0,-11 0-1 0,9 0 3 15,-9 0-4-15,0 0-1 0,12 0-5 0,-12 0-1 16,0 0 1-16,0 0-6 0,9-2-2 0,-9 2-2 0,0 0-4 16,0 0 7-16,0 0-12 0,0 0-8 15,0 0-14-15,0 0-22 0,0 0-23 0,0 0-36 16,0 0-20-16,0 0-38 0,0 0-147 0,0 0-330 16,0 0 146-16</inkml:trace>
  <inkml:trace contextRef="#ctx0" brushRef="#br0" timeOffset="109241.16">23136 9969 18 0,'0'0'59'0,"-6"-5"-6"15,6 5 0-15,0 0-8 0,0 0-6 0,0 0-2 16,0 0-4-16,0 0-4 0,0 0-4 0,0 0-4 15,0 0 0-15,-12 1-3 0,12-1-1 0,0 0-4 16,0 0 0-16,-10-3 2 0,10 3-5 0,0 0-2 16,-13 3 1-16,7-1-3 0,6-2 3 0,-11 1-6 0,4 2-2 15,7-3 2-15,-12 1 0 0,7 1 15 16,5-2-14-16,-10 3 6 0,10-3-2 0,0 0 10 0,-10 0-11 16,10 0 14-16,0 0-4 0,-9 2-3 15,9-2-7-15,-8 3 10 0,8-3-4 0,0 0 1 0,-10-1 3 16,10 1 1-16,0 0 3 0,0 0-2 0,0 0-2 15,-8 1-3-15,8-1 3 0,0 0 6 16,0 0-12-16,0 0 0 0,0 0-2 0,0 0-1 16,-7 3 3-16,7-3-7 0,0 0 3 0,0 0 8 0,0 0-10 15,0 0 4-15,0 0 0 0,0 0 0 0,0 0-1 16,0 0 6-16,0 0-6 0,0 0-4 16,0 0 4-16,0 0 6 0,0 0 3 0,0 0-1 15,0 0-1-15,0 0 6 0,27 1 5 0,-17-1-6 0,0-1 0 16,0 1 8-16,3-2-3 0,-1 2-2 0,-1-1-3 15,1-2-1-15,2 2 1 0,-2-3 4 0,1 2-3 16,0 1-7-16,5 1 0 0,0-2 5 0,-2 0-2 16,4 0-1-16,-1-1-1 0,-1 1 6 0,2 1-7 15,-1-1 12-15,2 2-13 0,6-5 3 0,-7 3-2 16,7-2 2-16,-7 4 0 0,2-3 0 0,1 1-3 16,-2 0-1-16,7 0 0 0,-8 0 0 0,2 2-4 15,6-2 7-15,-8 2 1 0,10 0-7 0,-1-1-1 16,-1 0 1-16,-6-2 1 0,6 1 2 0,0 2 0 15,0-2 2-15,-6 1-4 0,5-1 4 0,-4 0-8 0,-3 0 3 16,8 0-1-16,-7 1 0 0,2 0 1 16,-3-2 2-16,3 2-2 0,-1-1-4 0,1 2 7 15,5-6-3-15,-6 5-1 0,0 1 2 0,6-3-4 16,-7 2 3-16,0 1-4 0,1-2 4 0,-1 2-2 16,-1-3 4-16,3 3-5 0,-3 0 4 0,0 0-8 15,2-1 1-15,0-1-3 0,-1 1 2 0,0-1 1 16,6 3 1-16,-7-1 0 0,0 1 1 0,1 0-2 15,1 3 2-15,-4-5-3 0,2 4 3 0,2-5-4 0,-1 2 4 16,-1 0-4-16,2-2-1 0,-2 0 1 0,1 2 0 16,5-1 5-16,-4 0 1 0,5 2-3 15,-6-2 3-15,6 0 1 0,-4-2 2 0,4 2-1 16,3 0-3-16,-5-1 3 0,3 2-2 0,1-3-7 16,-8 2 4-16,7-2-3 0,-1 3 0 0,0-3 1 0,-6 2-1 15,1 1 0-15,0 0 4 0,-1-2-5 0,8 2 0 16,-7 2 5-16,5-1 1 0,-6-1-5 0,0-1 1 15,0 2 2-15,6 0-4 0,0-1 1 0,1-1-1 16,-7 2 3-16,6-2 0 0,-4 1 0 0,-2 0-9 16,1-1 9-16,0-2-4 0,-1 2 2 0,0-1-1 15,7 0 3-15,-4 1-2 0,-3 1 4 0,8 0 2 16,-2-2-4-16,-8 1-2 0,4 1 3 0,-2-3-1 16,-1 5-1-16,4-2 2 0,2-4-3 0,-6 4 3 15,0-3-2-15,0 5-3 0,-3-4 8 0,2 1-2 16,1 0-5-16,-4 0-1 0,0-1-9 0,-3 4-13 15,-1-4-9-15,-1 2-12 0,-1 0-27 0,2-2-21 16,-3 1-17-16,0-1-27 0,-1 2-139 0,-8 0-297 16,12-2 132-16</inkml:trace>
  <inkml:trace contextRef="#ctx0" brushRef="#br0" timeOffset="112238.57">25757 9897 34 0,'-6'-1'36'0,"6"1"0"0,0 0 3 15,0 0-6-15,-6-4 4 0,6 4-6 0,0 0 4 16,0 0 1-16,0 0-5 0,0 0-5 15,0 0-1-15,0 0-13 0,0 0 13 0,-11 2 3 0,11-2 0 16,0 0-4-16,0 0-3 0,0 0 4 0,0 0-10 16,0 0 4-16,0 0-2 0,0 0 0 0,0 0-3 15,0 0 2-15,0 0 5 0,0 0-7 16,0 0 17-16,0 0 4 0,0 0-4 0,0 0 0 0,23-4 3 16,-23 4-5-16,15-2 0 0,-7 2 2 0,1-2 9 15,1-1-16-15,1 2 3 0,0 1-10 0,2-1 4 16,-1 0-1-16,2 1-6 0,-3-2 2 0,2 2-7 15,1 0 11-15,-1-1-7 0,1-1-1 0,-1 0 0 16,5 0-8-16,-3-1 10 0,-1 3-10 0,-3-1 2 16,3-1 1-16,3-2 3 0,-4 4-2 0,0-3-7 15,-1 3 9-15,0-2 0 0,-1 2-3 0,3-1 2 16,-1 1 6-16,-2-1-3 0,5-1 2 0,-5 1-7 16,1 0 4-16,3 1 7 0,-6-1-8 0,7-2-1 15,5 1 8-15,-4 0-4 0,1 2-4 0,2 0 6 16,-2-2 8-16,-2 1-11 0,2-2-4 0,-2 3 6 0,-3-3 1 15,-2 2-1-15,10-3-5 0,-8 4 5 16,3-3-6-16,2 1-7 0,0 1 15 0,2-2-7 16,-5-1-2-16,2 2 4 0,0 2 2 0,1-2 1 15,-5 1-7-15,2-1 2 0,2 1 9 0,1-2-10 0,-1 2-5 16,-4 1 2-16,2-2 1 0,-1 1-1 16,3 0 4-16,-3-1 3 0,5 1-14 0,-6-1 4 15,0 2 1-15,5-3-1 0,-7 3-4 0,3 0 2 16,-1-1 4-16,1 1-2 0,-1 0 4 0,-2-3-2 0,3 3-7 15,-3-1 8-15,1 0 0 0,-1 0-1 0,0 1-1 16,2-1 0-16,-2 0 4 0,1-2-3 0,-1 2 3 16,0-2 0-16,3 2 1 0,-3 0-1 0,2-3-4 15,1 3 6-15,-1 1-6 0,-1-1 4 0,5-1 1 16,-3 2-5-16,4-1 5 0,-6-1-2 0,0 4-6 16,-1-4 6-16,1 2-9 0,1-1 9 0,-1 0-6 15,-3 1-2-15,2 0 5 0,1-2 2 0,-1 2-3 16,-1-2 4-16,2 1-4 0,-1 1 2 0,1-1 6 15,-3 0-6-15,2-1-1 0,-3 2 5 0,2-1-10 16,-10 1 1-16,13 0 5 0,-4-1-7 0,-2-2 7 16,-7 3 4-16,16 0-1 0,-8 0 2 0,0 0-1 15,-8 0-3-15,15-3 1 0,-9 3 3 0,-6 0-7 16,15-1 4-16,-7 1-1 0,-1-1 5 0,4-1-2 16,-2 2 3-16,-9 0 2 0,18 0-2 0,-9-3 6 15,0 3-7-15,1-1 2 0,1 1-5 0,0-2 1 16,-2 1-1-16,2 2 0 0,-2-2 5 0,2 1-4 15,0-1 4-15,0 1-2 0,1 1-5 0,-1-2 6 16,0 1-1-16,-1 0-2 0,-4-2 1 0,7 4 0 0,-3-2-1 16,2 0 1-16,-2 0-2 0,1-2 4 15,-2 2-5-15,-9 0 2 0,18 0 0 0,-9 0-1 0,2 0 4 16,1 0-5-16,1 0-1 0,-3 0 0 16,1 0 3-16,1 0-1 0,1 0-1 0,-3 0 4 0,-1 0 1 15,1 2-4-15,-1-2 2 0,-9 0 3 0,14 0-5 16,-2 0 0-16,-7 0 1 0,-5 0-2 15,15 1 0-15,-6 0 4 0,-2-1-1 0,-7 0-2 16,15 2-4-16,-10-2 2 0,-5 0-2 0,16 0 1 0,-9 1-1 16,-7-1 2-16,17 0-1 0,-10 0 1 0,4 1-3 15,-3-1 1-15,4 2 3 0,-2-2-2 0,3 0-5 16,-4 0 6-16,4 2-1 0,-1-1 0 16,-3 0 0-16,-1-1 1 0,2 2-6 0,1-1 7 0,0-1-2 15,-2 2-4-15,-2-1 5 0,-7-1 1 0,15 4-3 16,-5-3 0-16,1 0 2 0,-3 2 0 0,0-3-2 15,-1 2 0-15,4-1 0 0,-5 2 0 0,5-2 3 16,-2-1-1-16,-2 3 1 0,2-2 0 0,1 2 0 16,-2-1-3-16,6-1 2 0,-5 2 2 0,1-2-10 15,1 2 4-15,0-1 4 0,-1 1-1 0,0-1-1 16,3 0 6-16,0 1-4 0,-1-1-3 0,0 1 3 16,-1-1-2-16,0 1 4 0,-1 0-6 0,0-1 0 15,-1 0 2-15,1 2 1 0,2 0 1 0,-3-1 1 16,1 0 0-16,1 0-1 0,0 0 1 0,-1 1-1 15,0 0-2-15,0-4 2 0,1 3-1 0,-1 0 4 16,-3-1-2-16,2 2-6 0,-1-1 3 0,2 1-1 16,-2-3 3-16,0 1-1 0,-2 0 1 0,5 0-2 15,-3 1 3-15,0 0-4 0,1-1 4 0,-4 0-9 16,3 1 6-16,-3 1 0 0,2 0-3 0,0-2 1 16,-7-2 1-16,11 6-3 0,-6-6 1 0,1 3 4 15,-6-3 0-15,12 6-1 0,-8-5-3 0,-4-1 1 16,10 5 1-16,-7-3-1 0,3 2-2 0,-6-4 2 15,12 6-4-15,-7-3 1 0,0 1 3 0,-5-4 2 16,9 7 0-16,-3-3-5 0,-1-1 4 0,-1 2-5 0,1 0 4 16,-5-5 1-16,8 7-4 0,-2-2 3 0,-1-1 0 15,-2 0 2-15,-3-4-1 0,9 7-2 16,-5-1-1-16,1-4 1 0,1 1-4 0,-6-3 4 16,7 9 2-16,-3-5 0 0,-1 0-2 0,-3-4-1 0,7 7 2 15,-3-4 3-15,2 3-4 0,-1-3-4 16,0 0 4-16,-5-3 1 0,8 8 0 0,-5-3-1 0,3-1 1 15,0-1-1-15,-6-3 3 0,7 7-1 0,-5-3-1 16,-2-4-2-16,9 7 1 0,-5-5-3 0,1 2-3 16,-5-4 9-16,6 8 0 0,-2-5-4 0,-4-3 1 15,8 6 1-15,-5-2 0 0,-3-4 0 0,7 7-2 16,-3-4 2-16,-4-3 2 0,6 7-4 16,-2-3 2-16,-4-4-4 0,7 7 4 0,-2-3-4 0,-1-1 5 15,1 3 0-15,-5-6 2 0,9 7 0 0,-5-4-2 16,1 1-2-16,-3 1 2 0,3-1-4 0,-5-4 2 15,10 5 2-15,-6 0-1 0,2-2 1 0,-1 1-1 16,0-1-2-16,1 0 1 0,0 1 0 0,0-1 2 16,-6-3-5-16,11 6 5 0,-7-1-1 0,2-3-3 15,-1 2-4-15,-5-4 12 0,12 5-4 0,-7-1-3 16,1-2 3-16,-6-2 1 0,10 6-4 0,-4-4 2 16,-1 0-1-16,1 1 3 0,2 0-4 0,-8-3 1 15,11 4 2-15,-5-1-1 0,0-1-2 0,0 0 7 16,1 1-5-16,-1 0 1 0,1-1-2 0,-7-2 3 15,11 3-2-15,-6 0 0 0,-5-3-1 0,10 3 2 16,-4-1-3-16,1 1 2 0,-7-3-4 0,9 3 2 16,-3-2 2-16,-6-1-2 0,8 3 0 0,0-1 3 15,-8-2-3-15,10 3 2 0,-4-1-1 0,2 1 0 16,0 0 1-16,2-2-1 0,-2 0 0 0,-2 2 2 16,3-3-4-16,0 3 2 0,0 0-4 0,0-2 6 15,-2 2 2-15,4-2-4 0,-2 2 0 0,-2 0 1 16,0-1-2-16,0-1 1 0,2 1 0 0,1 0-3 15,-3-1 11-15,1 1-7 0,-1 0 1 0,2-1-1 16,-9-1-5-16,16 4 6 0,-9-2-1 0,2-1 2 16,-1 1 0-16,2-2-2 0,0 2-2 0,-3-1 1 15,0 0 1-15,2 1 1 0,-9-2-2 0,18 1-1 16,-11-1 2-16,-7 0-1 0,15 0 0 0,-7 1 2 16,1-2-2-16,3 1 0 0,-1 1 1 0,0-1-3 0,0 0 3 15,1 0 2-15,2-1-2 0,0 1-1 0,-1 1 2 16,6-2 2-16,-1 2-4 0,-5-2 2 0,1 1-1 15,-1 0 3-15,-2 0-4 0,4 0-2 16,-2 0 3-16,1 0 0 0,-1 1 0 0,1-1 2 0,0 0 2 16,0 0-2-16,0-1-2 0,3 1 1 0,1-1 2 15,-5 1 17-15,5 1-3 0,-6-1-2 16,4 0-1-16,-4 0 0 0,6-1-1 0,0 1 1 16,-1 1-4-16,2 0 3 0,-1-2-3 0,2 1-2 0,1-1-1 15,-3-1 0-15,2 2 3 0,-2-1-2 0,0 1-1 16,1-1-1-16,-2 1-2 0,-2 1 1 0,3 0 2 15,-3-2-2-15,-3 1-2 0,7-1-1 0,-6 1 1 16,1 0 1-16,-1 0-2 0,4-2 0 0,-4 2 0 16,6-2 1-16,-6 1-1 0,1 1-1 0,-2 0 1 15,-1-3-2-15,8 2-3 0,-6 1 7 0,6-2-5 16,-2 0 4-16,-4-1-3 0,5 3-1 0,0-1 0 16,-7 0 1-16,4 0 2 0,-2-1-1 0,0 2-3 15,4 0 2-15,-4-1-2 0,6-1 0 0,-6 0 1 16,7 2 1-16,-1-2-1 0,1 0 0 0,-3 1-2 15,3 0 8-15,1-1-8 0,-2 2 0 0,3 0 1 16,-1 0 1-16,0 0 0 0,1-1-1 0,1 2 0 16,3-1 4-16,-5 0-4 0,2 2 6 0,4-1-3 15,-7 0-4-15,-1-1 1 0,0 2 0 0,1-4 1 16,-2 2 0-16,1 2-4 0,-6-1 5 0,6-2-1 16,-3 1-3-16,-2 1 6 0,-1-1-2 0,4 0-2 15,-4 0 1-15,-2-1 0 0,3-1 2 0,-6 2-2 16,1 0-2-16,2-1-14 0,-11 1-13 0,14 1-24 15,-7-2-23-15,-7 1-30 0,10 0-33 0,-10 0-37 16,8-1-49-16,-8 1-156 0,0 0-412 0,0 0 183 16</inkml:trace>
  <inkml:trace contextRef="#ctx0" brushRef="#br0" timeOffset="114173.71">31045 10315 38 0,'0'0'85'0,"0"0"0"0,0 0-7 0,0 0 0 0,0 0 0 15,0 0-4-15,0 0-1 0,0 0 2 0,0 0-13 16,0 0 2-16,0 0-11 0,0 0-2 0,0 0-1 15,0 0-3-15,0 0-2 0,0 0-3 0,0 0 6 16,0 0-3-16,17-8 2 0,-11 6-4 0,-6 2-3 16,13-2 2-16,-5 0-3 0,3 1 0 0,1-2-2 15,-1 2-9-15,1-1-2 0,-2-1 0 16,4 2 1-16,-1-2 1 0,5 1-4 0,-1 0 0 0,-4 0-4 16,0-1 2-16,0 2-5 0,0 0 3 0,0 0-3 15,-1-2 0-15,0 2 0 0,7-2 2 0,-6 2-7 16,2-2 5-16,2 1 7 0,2 0-10 0,-1 0-3 15,0 1 1-15,-5-2 0 0,4 2-4 0,3 0 9 16,-4 0-8-16,-2 1-6 0,-1-1 5 0,1 0 2 16,-1-2-5-16,0 0-2 0,-1 5 8 0,3-4-2 15,-1 0-2-15,-3 2-2 0,1-2 4 0,0 2-1 16,0-2-2-16,-1 1 3 0,0 0 0 0,2-1-4 16,-1 2 3-16,-2-1 0 0,2 0-5 0,3 1 3 15,-4-3-16-15,1 1-1 0,-2 0 9 0,1 1-7 16,1 1 3-16,0-1-1 0,-1-2 4 0,2 2 0 0,-1 1-3 15,-1-1 1-15,1 0 6 0,-2 0-4 16,1 1 5-16,-2-1-1 0,2 0-2 0,-1-1 1 16,-10 2 2-16,18-2-3 0,-7 0 0 0,0 2 4 15,-1-2-6-15,-1 1 8 0,2 1 2 0,0-3-6 0,0 2-4 16,-2 0 6-16,1-1 0 0,-1 2 1 16,1 0 1-16,1-1-7 0,-3-1 3 0,3 2 1 0,-2 0-3 15,3-3 0-15,-1 2 6 0,-1-2-1 0,1 3-1 16,0-2 0-16,-4 2 2 0,3-2-2 0,-10 2-1 15,20 0-1-15,-13-1-1 0,2 0 0 0,0 1 1 16,-1-1-1-16,5 1 1 0,-3-2-2 0,3 2 3 16,1 0 0-16,-1-1 0 0,-2-1-3 15,-1 2 3-15,2-2-4 0,-1 0 5 0,1 2-3 0,0 0 5 16,-1 0-7-16,0 0 10 0,2 0-6 0,0 2 1 16,-3-2-5-16,-1 0 2 0,2 2 0 0,-2-2 0 15,3-2 4-15,-2 0 0 0,-1 2-2 0,2-2-3 16,1 2 3-16,-2 0 0 0,0 0 1 0,2-1 1 15,-2-2-2-15,2 5 3 0,-1-4-1 0,2 2 2 16,-1-2-7-16,0 0 3 0,1 2-1 0,-1-2 5 16,2 1-5-16,-3 1 1 0,1 0-2 0,-12 0 5 15,0 0 1-15,0 0-3 0,0 0 2 16,0 0-2-16,65-6 4 0,-65 6-5 0,0 0 1 0,0 0 5 16,0 0-5-16,41-2 0 0,-41 2 2 0,0 0 1 15,0 0 2-15,0 0-2 0,38-4-3 0,-38 4 1 16,0 0 2-16,0 0-3 0,0 0 1 0,37-2 1 15,-37 2 2-15,0 0-2 0,0 0 4 0,33-5-4 16,-33 5 0-16,0 0 6 0,0 0-5 0,0 0-4 16,45-3 0-16,-45 3 0 0,0 0 1 0,0 0 2 15,0 0 1-15,40 0-4 0,-40 0 2 0,0 0-3 16,0 0 3-16,0 0-4 0,41-5 4 0,-41 5-4 0,0 0 3 16,0 0-4-16,0 0 4 0,40-2 0 15,-40 2-8-15,0 0 6 0,0 0 3 0,38 0 1 16,-38 0-6-16,0 0-1 0,0 0 5 0,0 0 2 15,41-3-3-15,-41 3-2 0,0 0 3 0,0 0-1 16,0 0 2-16,0 0-1 0,0 0 0 0,42-3-3 16,-42 3 3-16,0 0-2 0,0 0-4 0,0 0-4 15,0 0 5-15,0 0 5 0,35-3 0 0,-35 3 3 16,0 0-4-16,0 0 0 0,0 0 26 0,0 0-5 16,0 0-2-16,0 0 1 0,39-1-1 0,-39 1-2 15,0 0-3-15,0 0-1 0,0 0-4 0,0 0-2 16,0 0 2-16,0 0 1 0,0 0-2 0,42-1-2 15,-42 1 3-15,0 0-2 0,0 0 1 0,0 0-3 16,0 0 0-16,0 0 2 0,0 0-2 0,0 0-1 16,38-1 2-16,-38 1 0 0,0 0-2 0,0 0 3 15,0 0-1-15,0 0-2 0,0 0 5 0,0 0-3 16,0 0 3-16,0 0-1 0,0 0 0 0,0 0 2 16,36-3-3-16,-36 3 1 0,0 0 0 0,0 0-3 15,0 0 0-15,0 0-3 0,0 0 7 0,0 0-5 16,0 0 2-16,0 0-7 0,0 0 5 0,0 0-1 15,0 0-2-15,0 0-3 0,0 0-1 0,0 0 2 16,0 0 2-16,0 0-3 0,0 0 2 0,0 0 0 16,0 0-1-16,0 0-1 0,0 0-3 0,0 0 8 15,0 0-6-15,0 0 3 0,0 0-2 0,0 0 2 16,0 0-4-16,0 0 2 0,0 0 1 0,0 0 0 16,0 0 0-16,0 0 0 0,0 0 0 0,0 0-2 0,40 0 2 15,-40 0 0-15,0 0 0 0,0 0-2 16,0 0 2-16,0 0 0 0,0 0-1 0,0 0 1 15,0 0-1-15,0 0-3 0,0 0 8 0,0 0-5 16,0 0 3-16,0 0-2 0,0 0 0 0,0 0-3 16,0 0 3-16,0 0 3 0,0 0-6 0,0 0 4 0,0 0 1 15,0 0-1-15,0 0-2 0,0 0 1 16,42 0 3-16,-42 0 0 0,0 0 1 0,0 0-1 16,0 0 0-16,0 0 0 0,0 0 2 0,0 0-1 15,0 0 4-15,0 0-2 0,0 0 3 0,0 0-4 16,0 0 1-16,0 0 0 0,0 0-2 0,0 0-2 0,0 0 3 15,0 0-1-15,0 0 7 0,0 0-3 16,0 0-4-16,0 0-2 0,0 0 1 0,0 0 0 16,0 0-1-16,0 0-3 0,0 0-1 0,0 0-3 15,0 0-6-15,0 0-12 0,0 0-14 0,0 0-23 16,0 0-24-16,0 0-23 0,0 0-35 0,0 0-37 0,0 0-35 16,0 0-146-16,0 0-388 0,0 0 172 0</inkml:trace>
  <inkml:trace contextRef="#ctx0" brushRef="#br0" timeOffset="118771.61">21609 5802 137 0,'4'-6'144'0,"-4"6"-12"0,4-7-9 0,-4 7-14 16,2-7 0-16,-2 7 2 0,3-5-8 0,-3 5-4 16,0 0-13-16,2-7-5 0,-2 7-12 0,0 0-7 15,0 0-9-15,0 0-6 0,-7-9-6 0,7 9-5 16,-9-1-2-16,9 1-8 0,-19 3 0 0,7 1-4 16,-1-1-2-16,-2 5 1 0,-2-1-3 0,2 0-6 15,1-2-4-15,0 2 7 0,2 0-8 0,1 0 4 16,2 0-3-16,-1 3-3 0,2-3-1 0,3 2 2 15,0-3 0-15,1 4-4 0,1-2-2 0,2-1 4 16,1-7-5-16,3 14 3 0,0-8-1 0,4 4 8 16,1-4-9-16,2 0 2 0,1 1 3 0,1-2 10 15,7 0-10-15,0-1 1 0,0-2-3 0,3 1 0 16,-5-3-2-16,4 1 5 0,-3-1-4 0,-1 0-3 16,-3 0 5-16,-3 0-2 0,0-1 1 0,-2 1 2 15,-9 0-5-15,12 0 5 0,-12 0-1 0,9-2 1 16,-9 2-6-16,9-1 2 0,-9 1 2 0,0 0-2 15,0 0-4-15,9 1 5 0,-9-1-2 0,0 0 0 16,0 0-3-16,0 0 0 0,0 0 1 0,0 0 2 16,0 0 0-16,-18 11 14 0,9-6-19 0,-1 1 1 15,0-2 2-15,0 3 1 0,1 0-3 0,-3-2 2 16,3 4-3-16,-1-1 0 0,4 1 3 0,-4 0 2 16,2 0-2-16,1-2-3 0,2 2 1 0,-1-1 5 15,2 1-6-15,3-2 3 0,0-1-2 0,1-6 2 0,0 13 1 16,0-13 4-16,5 10-3 0,1-5 4 15,2 0-1-15,-2-2 0 0,6 1 1 0,0-2-1 16,5-2 1-16,0 0 5 0,3 0-11 0,-2-1-3 16,4-2-24-16,-1 1-16 0,-1 1-19 0,9-4-24 15,-9 0-25-15,0-1-26 0,-3 3-92 0,-4-1-251 0,6-4 111 16</inkml:trace>
  <inkml:trace contextRef="#ctx0" brushRef="#br0" timeOffset="128637.21">21944 6124 39 0,'0'0'84'0,"0"0"-9"0,0 0 2 16,0 0 7-16,-4-8-18 0,4 8-4 0,0 0-1 16,-1-7-5-16,1 7-6 0,0 0-1 0,0 0-10 15,0 0-6-15,0-10 7 0,0 10 1 0,0 0-11 16,0 0-3-16,0 0 10 0,-1-10-11 0,1 10-3 16,0 0 12-16,0 0-14 0,0 0 7 0,0 0 13 15,1-7-12-15,-1 7 0 0,0 0-8 0,0 0 0 16,0 0 2-16,0 0-9 0,0 0 2 0,0 0-3 15,0 0 1-15,0 0 1 0,0 0-5 0,0 0 2 16,0 0-4-16,0 0 8 0,0 0-5 0,0 0 1 16,0 0-3-16,0 0-5 0,0 0 1 0,0 0 1 15,-11-3-4-15,11 3 0 0,0 0 9 0,0 0-4 16,-12 8-4-16,3-2-17 0,1 1 16 0,2-1 6 16,-3 2-11-16,0 1 12 0,0 0-5 0,0 0-3 0,-1 1-1 15,-1 2 8-15,0 1-7 0,0 2 10 16,0-2-11-16,1-2 11 0,0 3 0 0,2-1-6 15,-1 0-1-15,3-1 6 0,-2-3-2 0,3 1 2 0,2 0-7 16,1-3 10-16,2 1 0 0,0-8 0 0,5 11 4 16,-1-5 8-16,7 1 1 0,-2 0-7 0,4-3 4 15,4 1 1-15,1-1-3 0,-3-3 1 16,3 0 1-16,1-1-1 0,1 0-5 0,-2-2 3 0,0 1-10 16,1 0 3-16,-2-2 4 0,-3 0-5 0,-4 2-1 15,1-1-1-15,-5 1-1 0,-6 1 2 0,14-2-3 16,-9 1 2-16,-5 1-1 0,8-2 1 0,-8 2 3 15,0 0-3-15,9-4-5 0,-9 4-5 0,5-3-9 16,-5 3-12-16,0 0-11 0,4-6-18 0,-4 6-17 16,0 0-22-16,0 0-29 0,6-4-25 0,-6 4-100 15,0 0-262-15,0 0 117 0</inkml:trace>
  <inkml:trace contextRef="#ctx0" brushRef="#br0" timeOffset="130490.76">22130 9985 83 0,'0'0'126'0,"0"0"0"0,0 0-10 15,0 0-6-15,0 0-2 0,0 0-5 0,0 0 2 16,0 0-5-16,0 0-2 0,0 0-5 0,0 0-4 15,0-11-4-15,0 11-1 0,0 0-8 0,0 0-5 16,0 0-11-16,0 0-5 0,0 0-6 0,-10-9-7 16,10 9-6-16,-9-6-2 0,9 6-6 0,-13-2 1 15,5 2-10-15,8 0 2 0,-25 2-2 0,10 0-5 16,-3 4-2-16,1-2 4 0,3-1-5 0,2 1-3 16,0 1 1-16,-1 2 4 0,2-2-7 0,-4 4 3 15,4-1-6-15,1 0-1 0,0 1-1 0,1 1 2 16,1-1 0-16,3 1 0 0,-3 1-6 0,5 1 0 15,0-2-2-15,2-2 1 0,1 3 4 0,1 1 3 16,2-1 1-16,2-2-7 0,1 1 4 0,3 1-2 16,-1-3 3-16,7 1 3 0,0-2 0 0,3 0-4 15,0-4 2-15,3-1-1 0,-4-2 1 0,-2 1-1 16,2-1-2-16,-4 0 1 0,-1 0 2 0,-1-1-1 16,1-1 1-16,-7 2 2 0,-5 0 2 0,14-1-1 15,-8-1 8-15,-6 2 0 0,0 0 6 0,9-2-2 16,-9 2 1-16,0 0-2 0,0 0-2 0,0 0 0 0,0 0-4 15,0 0-5-15,0 0-3 0,0 0 4 16,0 0-6-16,-30-1 5 0,18 4-3 0,-1 0 0 16,2 4 2-16,-5-1 1 0,-1 1-6 0,0 2 1 15,3 0 1-15,1 2 1 0,-2 1-1 0,3 1 1 0,2-5-6 16,2 3 1-16,-1-1 2 0,3 0-2 16,0 0 4-16,2-1-7 0,1 3 1 0,3-3 7 0,0-3-6 15,3 2 8-15,-2 1-1 0,4-3 2 0,1 1-1 16,3-2 1-16,3-2-8 0,1 2-3 0,3-3-15 15,2-2-21-15,-4 2-24 0,4-2-30 0,1-2-18 16,-6 1-21-16,5-3-28 0,-1 0-119 0,-3 1-305 16,-1-2 134-16</inkml:trace>
  <inkml:trace contextRef="#ctx0" brushRef="#br0" timeOffset="130875.56">22328 10197 123 0,'3'-6'192'0,"-3"6"-12"0,5-5-3 16,-5 5-15-16,3-5-11 0,-3 5-15 0,0 0-13 16,0 0-10-16,0 0-6 0,0 0 1 0,14 10-3 15,-9-5-6-15,3 3-8 0,-1 1-7 0,1 1-8 16,0 0-9-16,-1 0-5 0,1 1-8 0,1 3-4 16,0 1-7-16,-3-4 0 0,1 0-6 0,-1-2-2 15,0 3-6-15,1-2 1 0,-3-3-7 0,1 1-4 16,1 1 1-16,-3-2-3 0,0-1 1 0,1 0-2 15,-1 0 0-15,-3-6-1 0,4 9-5 0,-4-9 2 16,4 5-3-16,-4-5 10 0,3 4 7 0,-3-4 0 16,0 0-4-16,0 0 1 0,0 0-2 0,18-18-2 0,-13 8-6 15,2 0 2-15,3-6 4 0,-1-1-5 16,0-1 2-16,1-6 4 0,2-1-11 0,-1 1 2 16,1 0-4-16,-3 1 3 0,0 0-3 0,-4 8 2 15,1-1-2-15,-4 4 7 0,2 3-4 0,0-1-3 0,-1 4 1 16,-2-1 3-16,-1 7-8 0,4-11-9 0,-3 7-18 15,-1 4-20-15,4-7-28 0,-4 7-24 16,0 0-30-16,0 0 4 0,0 0-29 0,0 0-21 16,0 0-34-16,0 0-128 0,0 0-360 0,13 13 159 0</inkml:trace>
  <inkml:trace contextRef="#ctx0" brushRef="#br0" timeOffset="132125.43">32976 10423 58 0,'0'0'125'16,"0"0"-11"-16,0 0-14 0,0 0-8 0,0 0 4 16,0 0-11-16,0 0-3 0,0 0-4 0,0 0-9 15,-60-1-6-15,60 1-6 0,0 0-1 16,0 0-13-16,-42 22-1 0,42-22-3 0,0 0 0 15,-27 20-4-15,27-20-5 0,-16 14-10 0,16-14 2 0,0 0 4 16,-14 23 1-16,14-23-6 0,0 0-2 0,0 0 4 16,0 0-1-16,-4 35-3 0,4-35 2 0,0 0 5 15,0 0-16-15,0 0 5 0,38 31 1 0,-38-31-8 16,27 8 4-16,-27-8-3 0,0 0-1 0,37 8 0 16,-37-8 3-16,0 0-1 0,36 2 1 0,-36-2-2 15,0 0 6-15,0 0 5 0,0 0-9 0,0 0 5 16,34 5-3-16,-34-5 0 0,0 0-4 0,0 0-2 15,0 0 5-15,0 0-3 0,0 0 1 0,0 0-7 16,0 0 2-16,0 0 0 0,0 0 2 16,0 0-7-16,0 0 2 0,0 0 1 0,0 0 2 0,-90 20-8 15,90-20 11-15,-30 13-10 0,30-13 6 16,-28 12-2-16,28-12 3 0,0 0-3 0,-32 18-2 0,32-18 4 16,0 0-2-16,-16 20 1 0,16-20 0 0,0 0 0 15,-13 23 2-15,13-23-2 0,0 0 6 0,0 0-4 16,0 0 1-16,0 0-2 0,0 0 2 0,27 49-3 15,-27-49-7-15,23 13-5 0,-23-13-21 0,29 9-26 16,-29-9-19-16,0 0-28 0,46 6-18 0,-46-6-24 16,0 0-84-16,44 2-247 0,-44-2 110 0</inkml:trace>
  <inkml:trace contextRef="#ctx0" brushRef="#br0" timeOffset="132504.44">33150 10614 148 0,'0'0'148'0,"0"0"-13"0,0 0-9 0,0 0-11 15,0 0-10-15,0 0 2 0,0 0-3 0,0 0-8 16,0 0-3-16,0 0-1 0,0 0-2 16,0 0-5-16,0 0-3 0,17 65-3 0,-17-65-6 15,0 0-9-15,6 39-3 0,-6-39 2 0,0 0-6 0,7 36-6 16,-7-36-2-16,0 0-6 0,7 28-4 15,-7-28-2-15,0 0-6 0,0 0 1 0,11 27-5 0,-11-27 1 16,0 0 26-16,0 0-2 0,0 0 1 16,0 0 0-16,15 23 1 0,-15-23 0 0,0 0 5 15,0 0 1-15,0 0-6 0,0 0-7 0,0 0-4 16,0 0-5-16,0 0 1 0,0 0-3 0,0 0-2 0,59-41-4 16,-59 41-6-16,18-28 6 0,-18 28-7 15,16-33-3-15,-16 33-6 0,22-39-4 0,-14 21 5 16,-8 18-2-16,20-32-2 0,-20 32-4 0,17-31 2 15,-17 31-14-15,13-20-10 0,-13 20-2 0,0 0-18 16,12-28-22-16,-12 28-23 0,0 0-24 0,0 0-45 16,0 0-46-16,14-25-44 0,-14 25-145 0,0 0-415 0,0 0 184 15</inkml:trace>
  <inkml:trace contextRef="#ctx0" brushRef="#br0" timeOffset="133610.53">32947 6325 3 0,'0'0'132'0,"0"0"14"16,0 0-12-16,0 0-7 0,0 0-16 0,0 0-9 16,0 0-10-16,0 0-7 0,0 0-13 0,0 0-8 15,0 0-4-15,0 0-9 0,-57-15-2 0,57 15-2 16,0 0-11-16,0 0 0 0,0 0-6 0,-43 35 3 15,43-35-5-15,0 0-5 0,-19 28-5 0,19-28 3 16,0 0-4-16,-7 27-3 0,7-27 0 0,0 0 3 16,0 0-3-16,0 0 4 0,0 0-3 0,25 50-3 15,-25-50 0-15,0 0-1 0,28 17 0 0,-28-17-1 16,0 0-2-16,35 11 2 0,-35-11-2 0,0 0 4 16,30 5-3-16,-30-5-2 0,0 0 1 0,0 0-2 15,0 0-2-15,0 0 1 0,0 0 1 0,35 5 3 16,-35-5-6-16,0 0 4 0,0 0-8 0,0 0 14 15,0 0-19-15,0 0 6 0,0 0 2 0,0 0-4 16,0 0 6-16,0 0 1 0,0 0-3 0,0 0 4 16,0 0-10-16,-74 30 4 0,74-30-3 0,0 0 1 15,-31 14 3-15,31-14 1 0,0 0 0 0,-23 21-1 16,23-21-2-16,0 0 9 0,-16 17-8 0,16-17 0 16,0 0-1-16,0 0 4 0,0 0 4 0,0 0-3 15,-9 27 4-15,9-27-3 0,0 0 4 0,0 0-3 16,0 0-3-16,0 0 2 0,41 28-9 0,-41-28-17 15,0 0-26-15,38 10-29 0,-38-10-32 0,32 2-17 16,-32-2-119-16,0 0-264 0,38 4 117 0</inkml:trace>
  <inkml:trace contextRef="#ctx0" brushRef="#br0" timeOffset="134615.19">33253 6548 33 0,'0'0'148'0,"0"0"0"16,0 0-6-16,0 0-3 0,0 0-13 0,0 0-1 16,0 0-11-16,0 0-13 0,0 0-9 0,0 0-4 15,0 0-13-15,0 0-14 0,0 0-10 0,0 0 0 16,0 0-10-16,0 0-6 0,0 0-4 0,0 0 1 15,0 0-2-15,0 0-1 0,0 0-4 0,0 0 3 16,0 0 3-16,0 0-8 0,-64 44-6 0,64-44 2 16,0 0 0-16,-21 21-1 0,21-21-7 0,0 0 0 15,-13 23-2-15,13-23 5 0,0 0-3 0,0 0-2 16,-14 25 2-16,14-25 0 0,0 0-2 0,0 0 3 16,0 0-3-16,0 0 1 0,0 0 1 0,0 0-8 15,31 43 8-15,-31-43-6 0,0 0 1 0,32 10 3 16,-32-10-5-16,0 0-4 0,36 7-16 0,-36-7-12 15,0 0-13-15,38 1-28 0,-38-1-21 0,0 0-30 16,0 0-28-16,49-8-108 0,-49 8-278 16,0 0 123-16</inkml:trace>
  <inkml:trace contextRef="#ctx0" brushRef="#br0" timeOffset="134761.79">33455 6680 71 0,'0'0'72'0,"0"0"-38"0,0 0-36 0,0 0-28 15,0 0-31-15,0 0 14 0</inkml:trace>
  <inkml:trace contextRef="#ctx0" brushRef="#br0" timeOffset="135612.54">30731 4681 61 0,'0'7'106'0,"0"3"-3"0,-3-1-16 16,3 2-6-16,-1 2-15 0,1-3 2 0,-1 0-1 16,1 3-11-16,-1-4-8 0,1 0 3 0,-2 0-4 15,2-9-1-15,0 14-4 0,-1-10-5 0,1-4-3 16,1 10-6-16,-1-10 11 0,0 8 6 0,0-8 7 16,0 0 11-16,0 0 5 0,0 0 10 0,0 10 4 15,0-10 4-15,0 0 7 0,0 0 3 0,0 0-4 16,0 0-8-16,0 0-7 0,0 0-7 0,0 0-4 15,0 0-10-15,0 0-6 0,0 0-6 0,5-27-2 16,-2 20-5-16,1-1-3 0,1-3-5 0,4 1-3 16,-1-1-5-16,3-1-2 0,1 1-3 0,2 2-4 15,-4 3-4-15,1 2-1 0,-2-3-1 0,2 3-2 16,-1 1-2-16,0 3-2 0,-10 0 1 0,15 2-4 16,-7 1 3-16,1 2-3 0,-3 2-2 0,2 2 3 15,-2-1-2-15,1 1-1 0,-1 2 2 0,-2 0 1 16,-1 0-1-16,-1 1 4 0,0 1-8 0,-1-1 11 15,1 0-19-15,-2 2-34 0,4 1-20 0,-4-3-52 16,4 3-48-16,-2 1-178 0,1-5-375 0,2-3 166 16</inkml:trace>
  <inkml:trace contextRef="#ctx0" brushRef="#br0" timeOffset="136051.34">31393 4956 106 0,'6'-9'212'0,"1"0"-13"0,-2-1-13 16,3 0-5-16,1-6-17 0,1 2-10 0,-1-2-18 16,5-6-9-16,-4 6-13 0,2-8-13 0,0 0-11 15,-1 2-8-15,-2-2-11 0,2-2 0 0,-5 8-4 16,3-8-9-16,-1 1-5 0,-2 7-8 0,-2 0 0 15,-3 2-5-15,3 5-5 0,-2 1-2 0,-1 4-4 16,0 1-4-16,-1 5-1 0,0-10-6 0,0 10-7 16,0 0-2-16,-1-9 0 0,1 9-1 0,0 0-4 15,0 0 1-15,-18 13 0 0,13-4 0 0,-1 2-1 16,0-1 1-16,0 2-5 0,-2-1-1 0,5 1-4 16,-1-1-2-16,1 0 1 0,4 3 0 15,2-2 0-15,3 2 0 0,3-1 2 0,0 3-3 0,2-3 2 16,2 0 2-16,-1-2 3 0,5 2-1 0,-2-2 1 15,3-1-2-15,-4 0-1 0,-3-1 3 0,1-2 0 16,-3 0 0-16,1-1-1 0,-4 1-6 0,2-1 3 16,-3-1-1-16,-1 0-6 0,0-2 1 0,-4-3-2 15,6 9 5-15,-6-9-3 0,-1 8 3 16,1-8-15-16,0 0-23 0,-11 13-21 0,11-13-35 16,-12 6-26-16,12-6-29 0,-13 4-157 0,6-2-340 0,7-2 151 15</inkml:trace>
  <inkml:trace contextRef="#ctx0" brushRef="#br0" timeOffset="136240.87">31870 4727 6 0,'0'0'193'0,"5"-6"-10"16,-5 6-25-16,0 0-20 0,0 0-18 0,0 0-13 15,0 0-12-15,0 0-11 0,0 0-5 0,0 0-3 16,9 16 4-16,-9-6-20 0,1 2-6 0,-1-1-7 15,2 5 1-15,-1-3-21 0,0-2-31 0,-1 3-33 16,5-2-39-16,-2-1-33 0,-1 2-113 0,-1-1-240 16,3-2 107-16</inkml:trace>
  <inkml:trace contextRef="#ctx0" brushRef="#br0" timeOffset="136986.79">32238 4705 61 0,'8'-4'178'0,"-8"4"-7"0,0 0-14 0,0 0-17 16,0 0-14-16,0 0-11 0,0 0-17 0,0 0-8 16,0 0-6-16,-30 17-9 0,21-10-15 0,3 1 4 15,-3 0-10-15,4 1-9 0,-2 0-2 0,2 1-2 16,1-2-2-16,-1 1-8 0,2 1-11 0,3-10-3 15,-3 14-3-15,3-14-2 0,-1 13 5 0,1-13-5 16,6 9 3-16,-6-9-5 0,10 5-3 0,-10-5 5 16,14 0 0-16,-1 0-1 0,-13 0-10 0,26-10 8 15,-14 3-2-15,1-3 0 0,0-1 0 0,-3-2-4 16,-1-3 0-16,0-1 0 0,-5-2 1 0,2 2 4 16,-3-2-9-16,1-6 1 0,-3 1 2 0,-1 6-4 15,3-7 5-15,-5 1-3 0,2 6 1 0,-1 0 5 16,1 6 0-16,-3-1 4 0,2 3 2 0,1 1 5 15,0 9-2-15,0 0-8 0,-1-16-1 0,1 16-6 16,0 0 4-16,0 0-2 0,-5-7-1 0,5 7 2 16,0 0-4-16,0 0 1 0,-8 34 2 0,7-17-1 15,2 2 1-15,-5 5 1 0,2 1-5 0,-1-8 0 16,3 2 3-16,-1 0 3 0,4-2 0 0,-3 0-1 16,2-2 2-16,2-3-1 0,-2-1 1 0,5 0-3 15,-1 0 5-15,3 1-5 0,1-4 7 0,1-3-1 16,1 1-3-16,5-1-1 0,1-2 4 0,0 0-1 15,1-4-2-15,-1-1 2 0,0-2-2 0,-2-1 2 16,3-2-5-16,-2 0 1 0,-2-3-3 0,2 0 9 16,-4 0-3-16,1-2-9 0,-4 1 2 0,-4 1 0 15,1 1 1-15,-3 0-1 0,1 2-1 0,-4 0 1 16,3 0 2-16,-4 7 1 0,0 0-7 0,-5-11 0 16,5 11-1-16,-17 1 0 0,6 4 0 15,-7 2 1-15,1 3 4 0,-2 2 2 0,2-2-7 16,2 4 4-16,2-2-1 0,3 1 3 0,4 3-11 15,4-5-17-15,4 5-8 0,5-1-25 0,7-2-29 16,8 0-39-16,6-1-154 0,0-3-306 0,10-4 135 0</inkml:trace>
  <inkml:trace contextRef="#ctx0" brushRef="#br0" timeOffset="137848.51">22982 4534 12 0,'0'0'125'0,"-2"-9"-9"15,2 9-15-15,0 0-6 0,0 0-4 0,0 0-8 16,0 0 8-16,0 31-9 0,-1-19-4 0,1 5 9 16,1 0 0-16,-1 2-15 0,0 9 14 0,2-9-7 15,-2 6-6-15,0-4-10 0,2-1-4 0,-1-1-19 16,-1 0-6-16,2 0 2 0,-1 1-4 0,3-3-9 16,-2 1 5-16,0-1-2 0,-1-1-7 0,-1-4 4 15,1-1-16-15,-1 1 1 0,1-2-22 0,-1 1-31 16,2-4-15-16,-1 0-18 0,-1-7-12 0,0 8-1 15,0-8-13-15,0 0-109 0,0 0-230 0,0 0 102 16</inkml:trace>
  <inkml:trace contextRef="#ctx0" brushRef="#br0" timeOffset="138076.06">23042 4530 75 0,'20'-5'117'0,"-1"3"-7"0,2 0-18 16,-2 5-3-16,-4 0-15 0,-1 1-4 0,-4 3-13 15,0 1-1-15,-3 1 0 0,-1 6-12 0,-4-3 0 16,-1 4-6-16,-4 0 0 0,-2 0-2 0,-3 1-2 16,-3 2 0-16,-2 0-9 0,-1-3-6 0,-2 4 10 15,2-7-40-15,-2 1-26 0,1-3-7 0,0 0-36 16,-2 2-82-16,3-3-174 0,1-2 78 0</inkml:trace>
  <inkml:trace contextRef="#ctx0" brushRef="#br0" timeOffset="138460.74">23495 4789 119 0,'11'-11'165'0,"-5"0"-16"16,4-6-7-16,-1 1-8 0,0-7-6 0,2 0-15 16,-3 6-9-16,1-9-15 0,-1 6-4 0,-2-4-7 15,2-2-5-15,-3 8-2 0,-1 0-2 0,0 3-11 16,-3 2-2-16,-1 2 0 0,4 4 0 0,-3-2-7 16,-1 9-6-16,0-10-6 0,0 10-6 0,0 0-5 15,-4-8-2-15,4 8-8 0,0 0 2 0,0 0-1 16,-18 12-2-16,13-6-2 0,-1 3-3 0,-3 5-5 15,4-4-5-15,1 0-8 0,3 2 5 0,1 0-5 16,1 0 1-16,3-1 1 0,2 0 3 0,2 0 8 16,-1-2-10-16,2 1-2 0,0-1 1 0,3 0-2 15,-3-1 3-15,-3 1 1 0,4-2-4 0,-3 2 2 16,-1-6-6-16,-2 4 7 0,0 2 0 0,-1-2 1 16,-2-1 1-16,-1-6 2 0,-3 16-1 0,-2-7 0 15,1 2-16-15,-2-3-24 0,1 0-22 0,-3-2-25 16,2 1-19-16,2-3-19 0,-1 1-121 0,5-5-269 15,-9 7 118-15</inkml:trace>
  <inkml:trace contextRef="#ctx0" brushRef="#br0" timeOffset="138653.26">23824 4546 90 0,'0'0'173'0,"4"-8"-14"0,-4 8-16 0,0 0-20 0,3-6-18 15,-3 6-8-15,0 0-10 0,0 0-6 0,0 0-9 16,11 15 8-16,-10-7-15 0,3 1-7 0,2 7-5 16,-3-1-6-16,-1 1-15 0,1 1-30 0,-2-3-34 15,0 4-31-15,2-1-18 0,-3-1-42 0,1 2-72 16,-2-8-211-16,2 2 93 0</inkml:trace>
  <inkml:trace contextRef="#ctx0" brushRef="#br0" timeOffset="139406.87">24215 4498 70 0,'0'0'139'0,"0"0"-10"0,0 0-9 15,0 0-7-15,-31 13-15 0,17-3-14 16,1 3-13-16,3-5 4 0,-1 3-6 0,-2 0-4 15,3 3-12-15,2-5-6 0,0 2-1 0,3-1-9 16,0 0-7-16,2-1 0 0,2-1-3 0,1 2 3 0,0-10-1 16,1 12-1-16,2-5-9 0,0-2-1 15,-3-5-2-15,7 6 1 0,0-5-2 0,-7-1 1 16,12-1-2-16,-12 1 1 0,16-9-4 0,-7 3 1 16,0-2-3-16,0-5 1 0,-2 2 2 0,0-1 4 15,-1-2-7-15,-1-5 7 0,-2 2 0 0,2-2 1 16,-5 0 2-16,1 0-2 0,-1-1-1 0,-1 1-1 0,-3-5 4 15,3 5-4-15,-2-1-4 0,1 2 5 0,-1 0 1 16,-1 0 0-16,0 4 0 0,3 5 18 16,-1 0-9-16,0 3-5 0,2 6-5 0,-1-11-2 15,1 11-5-15,0 0 2 0,-3-7-4 0,3 7-7 16,0 0 2-16,0 0 3 0,0 0-3 0,4 28 2 16,0-10 0-16,-3 0 0 0,3 9-1 0,-1-3 0 15,1 1 2-15,-2 1 1 0,2-7 1 0,2 6-13 16,-2-7 7-16,1 0 5 0,0-1-3 0,1-7 1 15,0 2-2-15,2-2 1 0,2 3 5 0,-1-5 0 16,3-3-3-16,0 0 4 0,2-3-5 0,3-2 5 16,2 0-4-16,0-4 1 0,2-3-2 0,3-5 3 0,1 2 1 15,-7 1-3-15,0-1 0 0,-1 0 1 16,1-3 1-16,-7 2-2 0,2-1 1 0,-5 3-3 16,-1-6-1-16,-2 3-3 0,-1 2 3 0,-1 1 3 15,-3 9-1-15,4-13-8 0,-4 13-2 0,-4-9 0 16,4 9-10-16,0 0 15 0,0 0-2 0,-19 0-7 15,19 0 10-15,-22 16 1 0,11-8-2 0,3 2-6 0,-1 1 2 16,2 3 4-16,1 1-9 0,3-3-6 16,5-1-12-16,0 5-24 0,3-5-35 0,6 3-21 15,6-1-31-15,4-4-15 0,-3 1-96 0,7 0-269 16,7-7 120-16</inkml:trace>
  <inkml:trace contextRef="#ctx0" brushRef="#br0" timeOffset="139512.03">24842 4630 82 0,'0'0'230'0,"8"-5"-17"0,-8 5-14 15,0 0-16-15,8-4-12 0,-8 4-18 0,0 0-16 16,0 0-14-16,0 0-17 0,6-6-28 0,-6 6-46 16,0 0-54-16,0 0-43 0,0 0-49 0,0 0-137 15,0 0-273-15,0 0 121 0</inkml:trace>
  <inkml:trace contextRef="#ctx0" brushRef="#br0" timeOffset="140532.56">23811 4221 56 0,'0'0'101'0,"0"0"-8"0,-8-2-10 16,8 2-4-16,0 0-18 0,0 0 2 0,0 0-14 16,0 0-3-16,0 0-8 0,0 0-12 0,0 0-15 15,0 0-21-15,0 0-26 0,0 0-18 0,0 0-47 16,13 19-110-16,-12-14 48 0</inkml:trace>
  <inkml:trace contextRef="#ctx0" brushRef="#br0" timeOffset="141869.99">21733 9129 145 0,'1'-6'159'0,"-1"6"4"16,1-9-12-16,-1 9-9 0,0 0-7 0,0 0-5 15,0-11-8-15,0 11-12 0,0 0-11 0,0 0-14 0,-3-10-6 16,3 10-12-16,0 0-5 0,-8-3-8 16,8 3-5-16,-9 0-8 0,9 0-6 0,-14 1 0 15,5 1-6-15,-1 1-1 0,-2 2-4 0,1 1-5 16,-3 2-1-16,0 1-2 0,1 2-3 0,1 0-7 0,1 1 5 15,3-3-5-15,2 1-1 0,-1-1-2 16,1 1 2-16,2 2 2 0,2-3 4 0,0 0-7 16,1 0-9-16,1-9 7 0,4 12-10 0,0-4-1 15,1-2 3-15,0-2 2 0,1 2-3 0,5-3 1 0,0 0-3 16,-1-2 6-16,1 2-4 0,-1-3 2 0,-3 1 1 16,1-1 0-16,2 1 3 0,-10-1 0 15,14 0-3-15,-14 0 8 0,8-1-2 0,-8 1-4 16,0 0 6-16,8-1-5 0,-8 1-5 0,0 0 5 15,0 0-1-15,0 0-2 0,0 0-3 0,0 0 3 0,0 0 3 16,0 0-1-16,-13 18-8 0,4-12 7 16,0 0 1-16,-1 1-2 0,0 1-2 0,-3-1 3 15,5 1 4-15,-1 0-7 0,0-2 3 0,2 3 2 0,0-1 4 16,3 2-6-16,0-1-5 0,1 0 5 0,1 1 1 16,0-2 5-16,1 2-3 0,2-2 3 0,4-1-3 15,-1-1 5-15,0 3-1 0,3-3 1 0,1-1-2 16,5 1 2-16,-3-2 0 0,4 0 4 0,3-1-9 15,-3 1-23-15,2-2-19 0,-2-1-21 0,1 0-20 16,2 1-35-16,0-4-36 0,-4 1-92 0,1-1-267 16,5-3 118-16</inkml:trace>
  <inkml:trace contextRef="#ctx0" brushRef="#br0" timeOffset="142312.78">21907 9280 50 0,'0'0'137'0,"0"0"-4"16,0 0-14-16,0 0 2 0,0 0-6 0,0 0-11 16,0 0-1-16,0 0-3 0,-8-2-6 0,8 2-9 15,0 0 1-15,0 0-8 0,0 0-4 0,0 0 1 16,0 0-9-16,0 0 4 0,0 0-6 0,0 0-7 15,0 0-7-15,0 0 0 0,0 0-4 0,0 0-6 16,0 0-3-16,23-4 2 0,-11 1-8 0,2 1 3 16,4-3-4-16,2 2-2 0,-3 0-3 0,-2 1-4 0,3-3-2 15,-5 3-3-15,-1 0 0 0,4 0-6 16,-5 1-6-16,1-1-22 0,-6 2-20 0,-6 0-26 16,13-1-23-16,-8-1-22 0,-5 2-18 0,9-2-16 0,-9 2-17 15,0 0-88-15,10 2-266 0,-10-2 117 0</inkml:trace>
  <inkml:trace contextRef="#ctx0" brushRef="#br0" timeOffset="142592.81">21927 9306 62 0,'1'11'123'0,"-1"-11"-11"0,4 11-10 15,-2-4 11-15,0 4-7 0,0 0-18 0,-2 1 4 16,1 0-1-16,-1 4-3 0,0 0-10 16,0 0-4-16,0 1-8 0,1 0 0 0,-1-1 0 0,0-4-7 15,1 4-6-15,-1-4-6 0,3 1 1 0,-3-1-7 16,0 0-4-16,1-1-2 0,0-1-8 0,1-1-4 16,-2 1 5-16,1-3-5 0,-1 0 4 0,0-7-9 15,4 12-5-15,-4-8-6 0,0-4-22 0,0 11-21 16,0-11-17-16,1 6-18 0,-1-6-26 0,0 0-40 15,0 0-97-15,0 0-254 0,0 0 112 0</inkml:trace>
  <inkml:trace contextRef="#ctx0" brushRef="#br0" timeOffset="142772.7">22064 9485 104 0,'13'-2'146'0,"-3"1"-15"16,-1 1-20-16,0-1-18 0,0 2-34 0,1-2-22 15,1-1-29-15,-11 2-39 0,15 2-79 0,-9-1-119 0,-6-1 52 16</inkml:trace>
  <inkml:trace contextRef="#ctx0" brushRef="#br0" timeOffset="143089.37">22290 9391 177 0,'0'0'205'0,"0"0"-10"0,1-7-4 0,-1 7-18 16,0 0-5-16,0 0-21 0,0 0-12 0,3-8-20 0,-3 8-8 15,0 0-14-15,0 0-10 0,0 0-9 16,0 0-9-16,0 0-5 0,0 0-6 0,5 23-6 15,-4-15-4-15,1 0-6 0,-1 5 1 0,-1-2-4 0,1 1-6 16,-1 2-3-16,2-2-2 0,-4 3-9 0,2-3 7 16,0 2-7-16,0-3 1 0,0 2 3 0,0 0-5 15,0-1-2-15,-1-1-3 0,1 1 3 16,0 2-2-16,1-3-3 0,-2 0 3 0,2-2-1 0,-1 2-1 16,0-3-11-16,0-1-7 0,0-7-11 0,-1 17-19 15,1-11-19-15,-1 1-31 0,1-7-13 0,0 12-18 16,0-12-8-16,-2 7-15 0,2-7-23 0,0 0-103 15,-2 10-292-15,2-10 130 0</inkml:trace>
  <inkml:trace contextRef="#ctx0" brushRef="#br0" timeOffset="143356.65">22303 9391 31 0,'0'-9'173'16,"0"9"-12"-16,5-11-18 0,1 7-6 0,-1-2-11 16,6 0-8-16,-1 2-7 0,3 0-8 0,-2 2-12 15,2 0-6-15,1 2-7 0,-1 2-7 0,0 0-8 16,-2 1-10-16,1 1-3 0,-2 1-6 0,-1 3-7 16,-5-3-1-16,2 4-2 0,-3 0-3 0,-3 2 3 15,-3 0-7-15,-3-1-5 0,-2 0-3 0,-4 5-10 16,-1-4-12-16,-3 2-4 0,1-1-17 0,-1-4-9 15,1 2-29-15,2-5-19 0,3-1-24 0,-3 0-31 0,2 0-104 16,-1-3-259-16,1 0 115 0</inkml:trace>
  <inkml:trace contextRef="#ctx0" brushRef="#br0" timeOffset="144780.93">33067 7422 39 0,'0'0'149'16,"0"0"-13"-16,0 0-8 0,0 0-4 0,0 0-23 15,0 0-2-15,0 0 0 0,0 0-3 0,0 0-8 16,0 0-13-16,0 0-8 0,0 0-7 0,0 0-4 16,0 0-8-16,-55-29-5 0,55 29 1 0,0 0-7 15,0 0-6-15,0 0-6 0,0 0 3 0,-56 35-2 16,56-35-4-16,0 0 1 0,-19 22-8 0,19-22 6 16,0 0-6-16,0 0-2 0,-9 24 0 0,9-24-1 15,0 0 1-15,0 0-5 0,0 0 1 0,0 0-1 16,0 0-5-16,0 0 1 0,32 48 3 0,-32-48 3 15,0 0-13-15,25 9 4 0,-25-9-6 0,0 0 5 16,0 0 2-16,0 0 2 0,32 7-3 0,-32-7-3 16,0 0 3-16,0 0 2 0,0 0-5 0,0 0 4 15,0 0 1-15,0 0-4 0,0 0-2 0,0 0-1 16,0 0 0-16,0 0-1 0,0 0 4 0,0 0-10 16,0 0 1-16,0 0 7 0,0 0 2 0,0 0-6 15,0 0 2-15,0 0-3 0,0 0 0 0,-72 23 9 16,72-23-3-16,0 0 2 0,-26 15-1 0,26-15-4 15,0 0 5-15,-19 17-1 0,19-17 0 0,0 0 1 16,0 0 0-16,0 0-3 0,-9 29 7 0,9-29 2 16,0 0-7-16,0 0 1 0,0 0-9 0,0 0-25 15,43 33-14-15,-43-33-17 0,31 8-32 0,-31-8-31 16,0 0-97-16,43 1-242 0,-43-1 107 0</inkml:trace>
  <inkml:trace contextRef="#ctx0" brushRef="#br0" timeOffset="145041.23">33247 7582 95 0,'0'0'216'0,"0"0"-4"0,0 0-11 15,0 0-7-15,0 0-16 0,0 0-16 0,0 0-13 0,0 0-16 16,0 0-16-16,0 0-10 0,0 0-10 0,0 0-10 15,0 0-8-15,39-22-9 0,-39 22-2 0,0 0-5 16,0 0-10-16,32-9-6 0,-32 9-7 0,0 0-9 16,0 0-15-16,0 0-18 0,33-9-18 0,-33 9-20 15,0 0-23-15,0 0-25 0,0 0-20 16,0 0-21-16,0 0-23 0,33-6-4 0,-33 6-121 16,0 0-298-16,0 0 132 0</inkml:trace>
  <inkml:trace contextRef="#ctx0" brushRef="#br0" timeOffset="145263.31">33223 7565 21 0,'0'0'98'0,"0"0"-9"0,0 0-3 0,-27 38 1 16,27-38 1-16,0 0-3 0,-9 28 7 0,9-28 10 15,0 0-10-15,-10 36-4 0,10-36-9 0,0 0-9 16,-4 36-8-16,4-36-7 0,0 0 1 0,-1 34-10 15,1-34-2-15,0 0-2 0,0 0-6 0,-1 43-2 16,1-43-5-16,0 0-5 0,-5 28-22 0,5-28-19 16,0 0-33-16,0 0-28 0,0 0-29 0,0 0-103 15,-4 37-226-15,4-37 100 0</inkml:trace>
  <inkml:trace contextRef="#ctx0" brushRef="#br0" timeOffset="145446.94">33227 7780 111 0,'0'0'122'0,"0"0"-12"0,0 0 0 16,60-3-40-16,-60 3-17 0,38-6-32 0,-38 6-26 15,40-3-21-15,-40 3-23 0,38-3-38 16,-38 3-93-16,0 0 42 0</inkml:trace>
  <inkml:trace contextRef="#ctx0" brushRef="#br0" timeOffset="146072.4">33521 7646 110 0,'0'0'154'0,"0"0"-10"0,0 0-10 0,0 0-6 16,0 0-13-16,0 0 3 0,0 0-11 0,0 0-5 15,0 0-13-15,0 0-6 0,0 0-2 0,0 0-11 16,0 0-5-16,0 0-6 0,0 0-5 0,0 0-6 16,0 0-5-16,0 0-5 0,0 0-5 0,0 0-1 15,0 0 2-15,0 0-5 0,0 0 5 0,0 0-3 16,0 0 2-16,0 0-5 0,0 0 3 0,0 0 9 15,0 0 1-15,0 0-6 0,0 0-4 0,0 0-3 16,-17 92 2-16,17-92-5 0,0 0 0 0,-5 32-4 16,5-32 1-16,0 0-4 0,-4 30 3 0,4-30-7 15,0 0-2-15,0 0-1 0,-7 28 2 0,7-28-2 16,0 0-1-16,0 0-2 0,0 0-3 0,0 0-11 16,0 0-15-16,0 0-14 0,0 39-23 0,0-39-21 15,0 0-27-15,0 0-8 0,0 0-38 0,0 0-162 16,0 0-338-16,0 0 150 0</inkml:trace>
  <inkml:trace contextRef="#ctx0" brushRef="#br0" timeOffset="146300.57">33539 7636 4 0,'0'0'139'16,"0"0"-2"-16,0 0-5 0,0 0-17 0,0 0-5 0,0 0-3 16,0 0-11-16,0 0-14 0,0 0-5 0,69 18-9 15,-69-18-13-15,0 0-3 0,32 10-17 16,-32-10-16-16,0 0-31 0,33 9-23 0,-33-9-37 16,0 0-18-16,0 0-81 0,32 9-183 0,-32-9 81 15</inkml:trace>
  <inkml:trace contextRef="#ctx0" brushRef="#br0" timeOffset="146511.31">33754 7544 123 0,'0'0'153'0,"0"0"-15"15,0 0-17-15,0 0 0 0,0 0-7 0,0 0-4 16,0 0 3-16,0 0-12 0,0 0-9 0,0 0-10 15,0 0-8-15,0 0-4 0,2 96-1 0,-2-96-10 16,0 0-11-16,-2 42 2 0,2-42-33 0,0 0-28 16,2 42-30-16,-2-42-36 0,0 0-48 0,1 33-109 15,-1-33-253-15,0 0 113 0</inkml:trace>
  <inkml:trace contextRef="#ctx0" brushRef="#br0" timeOffset="166963.31">27678 7674 74 0,'0'0'86'0,"0"0"-2"0,0 0-11 16,0 0-6-16,0 0-9 0,0 0-9 0,0 0-6 16,1-7-2-16,-1 7-9 0,0 0 2 0,0 0-3 15,0 0-1-15,0 0-12 0,0 0 1 0,0 0 2 16,0 0-7-16,0 0-14 0,0 0 3 0,0 0-5 15,0 0-9-15,0 0-3 0,0 0 4 0,0 0-1 16,0 0 2-16,0 0 1 0,0 0 1 0,0 0-6 16,0 0 6-16,0 0 0 0,0 0 2 0,0 0 1 15,0 0-4-15,0 0 3 0,0 0 4 0,0 0 2 16,0 0-16-16,0 0 12 0,0 0-6 0,0 0 5 16,0 0-1-16,0 0-2 0,0 0 7 0,0 0-4 15,0 0-11-15,0 0 8 0,0 0 6 0,0 0-8 0,0 0 6 16,0 0 2-16,0 0-3 0,0 0 0 15,0 0 4-15,0 0 1 0,0 0-1 0,0 0 6 16,0 0-9-16,0 0 10 0,0 0-2 0,-1-11-2 16,1 11 2-16,0 0 3 0,0 0-1 0,0 0 4 0,0 0-1 15,0 0-3-15,0 0-3 0,0 0-2 16,0 0 7-16,0 0 4 0,0 0-4 0,-9-6-3 16,9 6 2-16,0 0-4 0,0 0 1 0,0 0-2 15,0 0-1-15,0 0 7 0,0 0 3 0,0 0 2 0,0 0-12 16,-4-6 4-16,4 6 7 0,0 0-9 0,0 0-1 15,0 0 6-15,0 0-1 0,-1-9 3 16,1 9-3-16,0 0 4 0,0 0 4 0,0 0-6 0,-3-10-2 16,3 10 7-16,0 0 0 0,0 0 2 0,0 0-11 15,-1-9 5-15,1 9 3 0,0 0 3 0,-4-5-2 16,4 5-6-16,0 0 13 0,0 0 3 16,-2-8-6-16,2 8 8 0,0 0-8 0,0 0 10 0,0 0-2 15,-2-7 1-15,2 7-6 0,0 0 12 0,0 0-5 16,0 0 1-16,0 0 5 0,0 0-1 0,0 0-1 15,0 0 0-15,0 0-1 0,0 0 5 0,0 0 3 16,0 0 1-16,0 0-9 0,-2-8 1 0,2 8-12 16,0 0 8-16,0 0-6 0,0 0 5 0,0 0-10 15,0 0-5-15,0 0 1 0,0 0-3 0,0 0 0 16,0 0-5-16,0 0 3 0,0 0-5 0,0 0-1 16,0 0 1-16,0 0-2 0,0 0-2 0,0 0 3 15,0 0-3-15,0 0 3 0,0 0-6 0,0 0 0 16,1 27 6-16,-1-20-4 0,0-7 7 0,0 14 4 0,1-4-6 15,1 0-2-15,-2 1 0 0,0 0-4 0,2-1 3 16,-2 3 0-16,0-4 6 0,2 3-11 16,-2-2 9-16,0 0-4 0,2 1-2 0,-1 0 9 15,-1 0 0-15,0 0 2 0,0-1-2 0,0 0 0 16,2 2-1-16,-1-5-1 0,-1 5-1 0,1-2 0 16,1 1 4-16,0 0-1 0,-2 2-2 0,0-3-2 15,0 1-3-15,0 0 3 0,0 2 1 0,0-1-2 16,0 0 2-16,0 1 0 0,0 2 3 0,-2-1-4 0,0 3 3 15,1-5-3-15,0 4-2 0,-2-4 0 0,1-1 1 16,0 1-1-16,0-2 3 0,2 2-3 0,-2-1 2 16,1 0 1-16,1 0 3 0,0-1-3 0,-1 0 3 15,2 1-1-15,-1-2-1 0,0-1 0 0,1 3 6 16,1-5-9-16,-2 4 2 0,0-1 4 0,0-2-4 16,2 3-3-16,0-3 5 0,-2 1 0 0,2-1 4 15,-2-7-4-15,3 13 3 0,-2-6-1 0,0 3-2 16,-1-4 0-16,2 0 1 0,0 2 0 0,1-2 1 15,0 2-2-15,-1-1 1 0,-1 0 3 0,0 2 2 16,1 2-3-16,0-4-2 0,-2 0 1 0,4 1-1 16,-3 1 1-16,2 1-1 0,-2-3-3 0,-1 0-2 15,2 2 4-15,0 0 1 0,-2 1 2 0,2-1-4 16,-2 1 4-16,0-2-5 0,2 1 3 0,-1-3-3 16,1 2 1-16,-2 2-2 0,0-5 3 0,1 7 1 15,-1-6-1-15,0-6-4 0,0 13 5 0,0-3-4 16,0-1-3-16,2-1 5 0,-2 0-2 0,0-1-4 15,0-7 2-15,0 14 3 0,0-8 2 0,0-6-1 16,0 13 1-16,2-8-2 0,-2-5 1 0,2 14 1 16,0-8-3-16,0 1 0 0,-2-7-1 0,1 14 4 0,-1-5 5 15,1-2 5-15,0 2 0 0,-1-2-1 16,2-1 0-16,-2-6-4 0,0 12 0 0,2-5-1 16,-2-7 0-16,2 12-5 0,-2-12 1 0,0 11-1 15,2-4 1-15,-2-7-4 0,0 13 4 0,-2-7-3 0,4 3 1 16,-2-9 3-16,0 14-2 0,2-8-2 0,-2 1 0 15,0-7 0-15,2 14 3 0,-2-7-3 16,1 0-1-16,-1 2-1 0,0-9 0 0,2 13-1 16,-2-7 1-16,3 1 2 0,-3-7 0 0,2 13-2 0,-2-6 1 15,0 1 0-15,0-8-1 0,2 12 1 0,-1-5 1 16,-1-7-3-16,0 10 3 0,2-3 0 0,-1 0-4 16,-1-7 4-16,3 12 1 0,-3-7-1 15,0-5 3-15,0 12-1 0,0-6 3 0,0-6-1 0,2 11-1 16,-2-11 6-16,2 9-3 0,-2-9 0 0,0 10 0 15,0-10-8-15,0 7 5 0,0-7 1 0,-2 9-2 16,2-9-1-16,0 0 5 0,2 12-5 16,-2-12-2-16,0 8 1 0,0-8 3 0,1 7-1 0,-1-7-2 15,1 7-2-15,-1-7 1 0,0 9 0 0,0-9 1 16,1 6-4-16,-1-6 3 0,2 8-1 0,-2-8 0 16,0 0-5-16,1 11 5 0,-1-11 0 0,0 0-1 15,0 8-1-15,0-8 0 0,0 0-1 0,1 8 1 16,-1-8 0-16,0 0 0 0,2 6 5 0,-2-6-3 15,0 0-2-15,0 0 2 0,0 0 2 0,-2 10-4 16,2-10 1-16,0 0-1 0,0 0-2 0,2 7 1 16,-2-7 1-16,0 0 4 0,0 0-1 0,2 7-3 15,-2-7-3-15,0 0 6 0,0 0 1 0,0 0-2 16,0 0-2-16,0 0 3 0,0 0-2 0,0 0-5 16,0 0-4-16,4 6-3 0,-4-6-4 0,0 0-11 15,0 0-9-15,0 0-28 0,0 0-33 0,0 0-32 16,6-17-25-16,-2 9-31 0,1-2-29 0,-1 0-118 15,4 0-358-15,0-6 159 0</inkml:trace>
  <inkml:trace contextRef="#ctx0" brushRef="#br0" timeOffset="167939.31">27691 8958 1 0,'-10'0'89'0,"10"0"-9"0,0 0-2 0,0 0-10 15,0 0-7-15,0 0 2 0,0 0-4 0,0 0-7 16,0 0 6-16,0 0-10 0,0 0-6 0,0 0-1 0,0 0-2 15,0 0-3-15,0 0-3 0,0 0 1 0,0 0 8 16,0 0-4-16,0 0-6 0,0 0-2 0,0 0 1 16,0 0-2-16,0 0-8 0,0 0-3 0,0 0 6 15,0 0-9-15,0 0 6 0,0 0-5 0,0 0 7 16,0 0-15-16,0 0 6 0,0 0-1 0,0 0 7 16,0 0-2-16,0 0 2 0,0 0-4 0,0 0 0 15,0 0 13-15,0 0-9 0,0 0-2 0,0 0-1 16,0 0-2-16,0 0 0 0,0 0-3 0,0 0-2 15,0 0-2-15,0 0-4 0,0 0 10 0,0 0-9 16,0 0-3-16,0 0 5 0,0 0-7 0,0 0 5 16,0 0-9-16,0 0 0 0,-9 3-12 0,9-3 1 15,0 0-2-15,0 0 1 0,-5 6-2 0,5-6 9 16,0 0-7-16,0 0 5 0,0 0-3 0,0 0 10 16,0 0-8-16,0 0 4 0,0 0-5 0,0 0 12 15,0 0-2-15,-6 4 5 0,6-4-5 0,0 0 2 16,0 0 9-16,0 0 1 0,0 0 3 0,0 0 0 15,0 0-1-15,0 0 7 0,0 0 3 0,0 0-13 16,0 0 5-16,-11-8-3 0,11 8 4 0,0 0 2 16,0 0-3-16,0 0-2 0,0 0-1 0,-10-2 1 15,10 2 1-15,0 0-4 0,0 0 0 0,0 0-3 0,0 0-3 16,0 0 8-16,0 0 1 0,0 0 0 16,0 0-7-16,-9 6 9 0,9-6-7 0,0 0 2 15,0 0 1-15,0 11 1 0,0-11-5 0,0 0 3 16,0 8 6-16,0-8-3 0,4 7 1 0,-4-7 2 0,2 7 1 15,-2-7 4-15,3 7-7 0,0-1 1 16,-3-6 6-16,4 9 1 0,-1-5 2 0,1 3-4 16,-4-7 2-16,2 10 1 0,3-2-3 0,-2-2-4 15,-2 0 1-15,3 3 1 0,-1-3-7 0,2 2 3 0,-3-3 3 16,2 5-1-16,0-4-5 0,0 2-2 16,1 1 3-16,0-1-7 0,0-1 1 0,-1-1-3 15,1-1 6-15,-1 0-5 0,0 1 2 0,0 0-1 0,-1 0 1 16,2-1-2-16,-3 0-1 0,-2-5 6 0,7 7 0 15,-7-7-5-15,4 4 1 0,-4-4-4 0,4 6 5 16,-4-6 2-16,4 3-3 0,-4-3-3 0,0 0 3 16,0 0-2-16,5 3 1 0,-5-3 5 0,0 0-3 15,0 0 4-15,0 0-1 0,0 0 0 0,0 0 0 16,0 0-4-16,0 0 4 0,12-7-3 0,-6 1 2 16,-3-2-2-16,1 2 5 0,4-2-1 0,-2 0-6 15,1-1-2-15,-1 1 1 0,1-2 2 0,4 0-2 16,-2 1 1-16,2-3-2 0,3-3 2 0,-1 2-2 15,-1 0 3-15,1 0 0 0,0 1-5 0,5-1 1 16,-4 2 2-16,-4 1-1 0,3-2-1 0,1 2 9 16,-6 4-7-16,0-2-4 0,-1 0 3 0,0 2-2 15,-4 1 4-15,3 0 0 0,-2 1-2 0,-1-1-5 16,-3 5-6-16,6-7-6 0,-6 7-23 0,0 0-10 16,5-7-7-16,-5 7-18 0,0-8-30 0,0 8-17 15,0 0-14-15,-2-11-130 0,2 11-288 0,0 0 127 16</inkml:trace>
  <inkml:trace contextRef="#ctx0" brushRef="#br0" timeOffset="168766.81">27620 7687 23 0,'3'-6'84'0,"-3"6"1"0,0 0 3 16,4-6-8-16,-4 6-6 0,0 0 8 0,0 0-4 15,0 0-13-15,0 0 10 0,0 0-4 0,0 0-6 16,0 0-3-16,0 0-15 0,0 0 6 0,0 0-2 16,0 0-5-16,0 0-19 0,0 0 13 0,0 0-8 15,0 0-17-15,0 0 6 0,0 0 2 0,0 0-3 16,-9 18 13-16,4-8-3 0,-4 2-5 0,2 2 4 16,-3 3-6-16,-2 0-1 0,1-1 3 0,2 0-4 15,-2 0 1-15,-1 0-1 0,2 0-5 0,0-1 0 16,1-2-3-16,0 0 2 0,0-4 2 0,0 3-5 15,3-3-4-15,1 1 1 0,-1-2-1 0,-2-1-11 16,6 0-13-16,0-3-7 0,2-4-6 0,-7 7-14 16,7-7-15-16,0 0-1 0,-2 6-8 0,2-6-13 15,0 0-20-15,0 0-99 0,0 0-217 0,0 0 96 16</inkml:trace>
  <inkml:trace contextRef="#ctx0" brushRef="#br0" timeOffset="169047.08">27650 7699 53 0,'0'0'109'16,"0"0"1"-16,0 0-8 0,15 4-4 0,-15-4-11 15,12 3 0-15,-6-2 4 0,3 3 0 0,3 0-7 16,-2 3-11-16,-1-4-5 0,0 1-4 15,2 0-3-15,-1 1-8 0,2 1-6 0,-6 0 2 0,3 0-6 16,-1-1-17-16,0 1 14 0,2 0-5 0,-5 0-2 16,1-4-1-16,-3 3-4 0,6-1-2 15,-4 1-3-15,1-3-10 0,-2 3-8 0,1-2-21 16,-5-3-14-16,9 6-24 0,-9-6-11 0,5 5-25 0,0-3-23 16,-5-2-98-16,0 0-228 0,0 0 101 0</inkml:trace>
  <inkml:trace contextRef="#ctx0" brushRef="#br0" timeOffset="170933.31">26295 8303 66 0,'0'0'99'15,"0"0"-3"-15,0 0-6 0,0 0 1 0,0 0-6 16,0 0 1-16,0 0-10 0,0 0-7 0,0 0 0 16,0 0-3-16,0 0-5 0,0 0-9 0,0 0-1 15,0 0 4-15,0 0-6 0,0 0-3 16,0 0 0-16,0 0-6 0,0 0-1 0,0 0-4 0,0 0 1 16,0 0 2-16,0 0-3 0,0 0-5 0,0 0 4 15,0 0-3-15,0 0-5 0,0 0-1 0,0 0-4 16,0 0 1-16,0 0-7 0,0 0 2 0,0 0 0 15,0 0 1-15,0 0-9 0,0 0 4 0,0 0-5 16,0 0 3-16,0 0-4 0,0 0-2 0,0 0 5 16,0 0-6-16,0 0 1 0,0 0 0 0,0 0 0 15,0 0-2-15,0 0 3 0,0 0-2 0,0 0 1 16,0 0-2-16,0 0-1 0,0 0 2 0,0 0-1 16,0 0-1-16,0 0 1 0,0 0-3 0,0 0 4 15,0 0-6-15,0 0 6 0,0 0-4 0,0 0 1 16,0 0-2-16,0 0 1 0,0 0 3 0,0 0-4 0,0 0 0 15,0 0 2-15,0 0-3 0,0 0 2 16,0 0-4-16,0 0 4 0,0 0 1 0,0 0 1 16,0 0 0-16,0 0 1 0,0 0-1 0,0 0 4 0,0 0-3 15,0 0-1-15,0 0 6 0,0 0 4 0,0 0-1 16,0 0 0-16,0 0 3 0,0 0-2 16,23-11 0-16,-15 10 0 0,-8 1-8 0,9-5 3 0,-2 2 3 15,-7 3-4-15,12-5 4 0,-4 1-2 0,-3 1 3 16,1-3-3-16,2 4 1 0,-2-3-1 0,3 0-6 15,-5 1 6-15,3-3-4 0,0 1 1 0,0-1 3 16,-3 2-6-16,0 0 2 0,-1-2 6 0,1 1-9 16,1-1 4-16,0 0-2 0,-1 2-3 0,0-1 4 15,-4 6-4-15,2-11 3 0,1 4-2 0,-3 7 2 16,0-9 0-16,0 9-1 0,2-9 1 0,-2 9-3 16,0-7 1-16,0 7 4 0,0 0-5 0,-2-12-1 15,2 12 0-15,-3-7 0 0,3 7-1 0,0 0-6 16,-8-6 9-16,8 6-3 0,-10-2-2 0,10 2-1 15,-11-1 0-15,11 1 1 0,-13 3 0 0,2 0 1 16,2-1 1-16,0 3-4 0,-3-3 0 0,1 4 3 16,-2-2-2-16,-1 0 0 0,3 2 4 0,0 1-1 15,-3 0 1-15,1 1-5 0,2-1-2 0,2 1 8 16,0-2-1-16,-1 1-6 0,0 3 7 0,3-3-6 16,-3 1 0-16,2 1 4 0,3 1 2 0,-3 0-3 15,0 0 2-15,4 1-2 0,-3 0 7 0,1-2-2 16,2 1-4-16,3 0 2 0,-3 2-1 0,2-5 3 15,-1 6-6-15,0-4-2 0,2-1 9 0,1 4-4 16,0-3 6-16,1-1 2 0,-1 1-9 0,3 1 7 16,-3 1-4-16,5-1 3 0,-1 0-2 0,3-2 3 15,-1 1 0-15,1-3 0 0,3 0 1 0,0 1 3 16,2-3 5-16,6 2-7 0,0 0 3 0,0-6-4 16,4 2-1-16,-1-1 3 0,-2-1 1 0,2-3-1 15,-4 1 1-15,2-3-4 0,-1 3-1 0,-5-1 2 0,3 3 1 16,-5-3-1-16,-2 2 0 0,3-2-3 0,-4 0 3 15,-1 2 5-15,-1-2-9 0,-6 3 7 0,8-4 2 16,-8 4 0-16,9-2 1 0,-9 2-3 16,4-6-4-16,-4 6 4 0,0 0-2 0,0 0 2 0,4-6-2 15,-4 6-6-15,0 0 3 0,0 0-11 0,0-8-7 16,0 8-13-16,0 0-8 0,0 0-12 0,0 0-26 16,0 0-22-16,0 0-20 0,0 0-28 15,0 0-145-15,0 0-312 0,0 0 138 0</inkml:trace>
  <inkml:trace contextRef="#ctx0" brushRef="#br0" timeOffset="172891.13">26584 8074 2 0,'0'0'161'0,"0"0"-8"0,0 0-23 16,-4-7-6-16,4 7-10 0,0 0-14 0,0 0-12 15,0 0-11-15,0 0-8 0,0 0-11 0,0 0-9 16,0 0 1-16,0 0-4 0,0 0-11 0,0 0 5 16,18 20-1-16,-13-12-3 0,1 2-4 0,1 0 3 15,-1 0-10-15,2 1-2 0,1 2 2 0,-1 2 0 16,2 0 0-16,-4-1-7 0,1 2-4 0,0-5 3 15,1 2-2-15,2 2-5 0,-4-5 0 0,1 2 3 16,-3-1-5-16,6 3 2 0,-4-3 1 0,1-2 0 16,-3 1-3-16,3 0 6 0,0-3-6 0,-2 2-1 15,-1-2-3-15,0-2-3 0,1 0 1 0,-3 0-1 16,-2-5 5-16,4 8-2 0,-4-8 0 0,8 4 4 16,-8-4 10-16,0 0 6 0,2 5 16 0,-2-5 7 15,0 0 2-15,0 0-3 0,0 0 0 0,0 0-6 16,0 0-7-16,9-15-3 0,-7 8-3 0,2-3-2 15,0 1 2-15,2-2-8 0,-2-2 0 0,1 3-1 16,1-6 3-16,0 0-7 0,-3 0-3 0,6-1-1 16,-4-1 0-16,1 1 0 0,1 2-1 0,-1-2-3 15,0 2 0-15,-2 1 5 0,0 2-5 0,1 2-6 16,-1-2 2-16,0 2 3 0,-1 0 0 0,2 0-1 16,-3 3 3-16,0 1 0 0,1 2 3 0,-3 4 1 15,2-9-3-15,-2 9 0 0,4-8-2 0,-4 8 0 16,2-5 2-16,-2 5-3 0,0 0 0 0,0 0-3 0,2-7-2 15,-2 7-9-15,0 0-13 0,0 0-16 0,0 0-26 16,0 0-18-16,0 0-10 0,0 0-4 16,0 0-8-16,0 0 0 0,0 0-12 0,14 17-22 15,-9-8-20-15,-3 1-87 0,4-3-263 0,1 2 117 0</inkml:trace>
  <inkml:trace contextRef="#ctx0" brushRef="#br0" timeOffset="173273.17">27067 8222 10 0,'0'0'147'16,"-6"-7"11"-16,6 7-6 0,-4-6-6 0,4 6-13 0,0 0-9 15,-5-6-12-15,5 6-12 0,0 0-11 0,-5-4-10 16,5 4-6-16,0 0-7 0,0 0-13 0,0 0-1 15,0 0-9-15,0 0-7 0,0 0-3 16,0 0-9-16,0 0 4 0,0 0-3 0,-9 14-3 0,9-14-5 16,0 12 5-16,0-4-8 0,0-8 1 0,0 17-2 15,0-4-3-15,0-3-4 0,0 3 6 0,0-2-5 16,0 1-3-16,0 1 4 0,2 1 1 16,-4-1-2-16,2-1-4 0,2 5 3 0,-2-5-2 0,1-2 2 15,-1 0-2-15,0 1 1 0,2 0-5 0,-2-3 1 16,0-2 1-16,0 2 1 0,4-2-1 0,-4-6 4 15,0 13-3-15,0-8 5 0,0-5 2 0,0 12-11 16,0-12-6-16,2 7-12 0,-2-7-7 0,2 6-15 16,-2-6-9-16,0 0-9 0,0 0-10 0,0 0-23 15,0 0-17-15,0 0-15 0,0 0-96 0,0 0-237 16,0 0 105-16</inkml:trace>
  <inkml:trace contextRef="#ctx0" brushRef="#br0" timeOffset="173623.03">26969 8229 60 0,'0'0'126'15,"0"0"0"-15,0 0-13 0,-4-9-7 0,4 9-14 16,0 0-6-16,0 0-14 0,11-3-6 0,-11 3-7 15,17 0 9-15,-5 1-9 0,-1-1-3 0,3 1 1 16,5 0-2-16,0 3-4 0,-6-2-5 0,5 1-6 16,1 3-2-16,-2-2-1 0,-6 3-8 0,1-2-7 15,5 3 3-15,-7 0-7 0,0-1 3 0,-1 1 0 16,-1 2-1-16,0-1-2 0,-1 0-6 0,-3 1 2 16,-2-1-2-16,0 4-2 0,-2-4-1 0,0 3 7 15,-4-2-3-15,0 2-3 0,0 0 4 0,-5-2-10 16,-1 4 8-16,-3-2 1 0,-3 1 0 0,3-2-4 0,0 0 0 15,-3-4-7-15,-1 2-16 0,-2-3-12 0,3 1-19 16,1-1-31-16,-4 1-16 0,6-5-28 16,-5 1-111-16,7-3-251 0,11 0 111 0</inkml:trace>
  <inkml:trace contextRef="#ctx0" brushRef="#br0" timeOffset="178929.48">27631 7712 8 0,'-4'-6'44'0,"4"6"-2"0,0 0-5 0,0 0-11 16,-1-7-7-16,1 7-10 0,0 0-4 16,0 0-9-16,0 0-14 0,0 0 2 0,0 0-10 0,0 0-27 15,-10 17 12-15</inkml:trace>
  <inkml:trace contextRef="#ctx0" brushRef="#br0" timeOffset="181968.69">27063 8371 50 0,'0'0'39'16,"0"0"-1"-16,0 0-5 0,0 0-2 0,0 0-3 16,0 0-1-16,0 0-1 0,0 0-3 0,0 0-6 15,0 0 0-15,0 0 3 0,0 0-14 0,0 0 3 16,0 0 7-16,0 0-5 0,0 0-5 0,0 0 5 16,0 0 0-16,0 0-8 0,0 0 4 0,0 0 0 15,0 0-2-15,0 0 0 0,0 0-1 0,0 0 4 16,0 0-2-16,0 0-3 0,0 0-3 0,0 0 6 15,0 0-4-15,0 0 1 0,0 0-1 0,0 0-1 16,0 0 9-16,0 0-9 0,0 0 2 0,0 0-4 16,0 0 0-16,0 0 4 0,0 0-6 0,0 0 4 15,0 0 0-15,0 0 0 0,0 0 0 0,0 0 3 16,0 0-5-16,0 0-6 0,0 0 7 0,0 0-2 16,0 0 0-16,0 0 0 0,0 0 3 0,0 0 0 15,0 0-1-15,0 0-2 0,0 0 4 0,0 0 2 16,0 0 0-16,0 0-3 0,0 0-7 0,0 0 6 15,0 0-3-15,0 0 0 0,0 0 3 0,0 0 1 16,0 0-2-16,0 0-3 0,-25 3 6 0,25-3 2 16,0 0-1-16,0 0-2 0,0 0-11 0,0 0 9 15,0 0 4-15,0 0-4 0,0 0 1 0,0 0-1 16,0 0 2-16,0 0-11 0,0 0 12 0,0 0-4 16,0 0 8-16,0 0-1 0,0 0-5 0,0 0 3 15,0 0-3-15,0 0 0 0,0 0 0 0,0 0-2 16,0 0 1-16,0 0 0 0,0 0-1 0,0 0 5 15,0 0-6-15,0 0 2 0,0 0 0 0,0 0 4 16,0 0-6-16,0 0-3 0,0 0 0 0,0 0 0 16,0 0 1-16,0 0-4 0,0 0 1 0,0 0 0 15,0 0 2-15,0 0 1 0,0 0 6 0,0 0-3 16,0 0-3-16,0 0 2 0,0 0 3 0,0 0 0 16,0 0-2-16,0 0 1 0,0 0 2 0,0 0-2 0,0 0 0 15,0 0-8-15,0 0 3 0,0 0-9 16,0 0 6-16,0 0-10 0,0 0 0 0,0 0-2 15,0 0-31-15,0 0-56 0,0 0 25 0</inkml:trace>
  <inkml:trace contextRef="#ctx0" brushRef="#br0" timeOffset="184006.74">11324 8475 1 0,'0'0'65'0,"0"0"-2"0,0 0-9 0,0 0-6 16,0 0-11-16,0 0 8 0,0 0-17 0,2 6-20 16,-2-6-31-16,0 0-32 0,0 0-59 0,0 0 27 15</inkml:trace>
  <inkml:trace contextRef="#ctx0" brushRef="#br0" timeOffset="190958.75">15402 11462 6 0,'0'0'11'0,"0"0"-8"0,0 0-7 0,0 0-3 0,0 0 1 15</inkml:trace>
  <inkml:trace contextRef="#ctx0" brushRef="#br0" timeOffset="194740.95">27083 5955 19 0,'0'0'31'0,"0"0"-5"0,0 0-7 16,0 0 1-16,0 0-4 0,0 0-1 16,0 0-3-16,0 0-4 0,0 0-3 0,-7-5 7 0,7 5-7 15,0 0 0-15,-6-2 3 0,6 2-1 0,0 0 1 16,-9-5 0-16,9 5-6 0,0 0 5 0,-7-3 3 15,7 3-3-15,-7-3 2 0,7 3 4 16,0 0-3-16,0 0 10 0,-9-3-1 0,9 3-4 0,0 0 0 16,0 0 5-16,-10-3 2 0,10 3 1 0,0 0-4 15,0 0 0-15,0 0 2 0,-6-3-1 0,6 3 3 16,0 0-1-16,0 0-11 0,0 0 1 0,0 0 1 16,0 0-1-16,0 0 3 0,0 0-7 0,0 0 6 15,0 0-15-15,0 0 14 0,0 0-7 0,0 0-4 16,25-4 1-16,-13 4 6 0,-1 0-9 0,4-1-7 15,4-1-2-15,-1 2-9 0,3 0-2 0,0-2-6 16,2 2-14-16,4-1-10 0,0 0-32 0,1-3-87 16,-1 3 39-16</inkml:trace>
  <inkml:trace contextRef="#ctx0" brushRef="#br0" timeOffset="194917.63">27914 5864 28 0,'14'0'53'0,"-14"0"-22"0,15-1-8 0,-5-1-9 16,1 2-17-16,2-1-4 0,1 0-6 0,-1 1-8 16,1 0-23-16,4-2 10 0</inkml:trace>
  <inkml:trace contextRef="#ctx0" brushRef="#br0" timeOffset="195073.01">28492 5829 1 0,'0'0'20'0,"15"0"-11"0,-7 0 1 16,-8 0 4-16,13 0-4 0,-13 0-1 0,14-1 4 15,-6 2-11-15,1-2-7 0,2 2-10 0,-1-2-14 16,-10 1 6-16</inkml:trace>
  <inkml:trace contextRef="#ctx0" brushRef="#br0" timeOffset="195894.19">28599 5761 16 0,'0'0'90'0,"0"0"-18"16,0 0 5-16,0 0-2 0,16-8-16 0,-2 8-9 16,8 0-10-16,7-3-15 0,10 3-20 0,15-4-19 15,-1 2-19-15,-1 1-44 0,2-3-84 0,-14 3 37 16</inkml:trace>
  <inkml:trace contextRef="#ctx0" brushRef="#br0" timeOffset="196037.33">29658 5695 2 0,'12'-2'56'0,"2"1"-12"16,4 0-17-16,0-1-16 0,1 2-35 0,1 0-25 16,-1 0 11-16</inkml:trace>
  <inkml:trace contextRef="#ctx0" brushRef="#br0" timeOffset="196190.53">30133 5696 65 0,'11'0'76'0,"1"-1"-23"0,2-1-14 0,3 0-34 0,2 0-28 15,-1 2-14-15,1-3-38 0,1 0 17 16</inkml:trace>
  <inkml:trace contextRef="#ctx0" brushRef="#br0" timeOffset="196317.44">30524 5683 113 0,'7'3'106'0,"-7"-3"-10"16,0 0-30-16,0 0-27 0,7 2-25 0,-7-2-13 15,6 3-31-15,-6-3-38 0,0 0-73 0,8 5 33 16</inkml:trace>
  <inkml:trace contextRef="#ctx0" brushRef="#br0" timeOffset="197501.09">28716 5829 50 0,'0'0'87'0,"0"0"7"0,-4-8-5 0,4 8 0 16,0 0 5-16,0 0-6 0,0 0-5 0,-4-3-3 15,4 3-8-15,0 0-7 0,0 0-8 0,0 0-4 16,0 0-8-16,0 0-10 0,0 0-2 0,0 0-3 16,0 0-7-16,0 0-9 0,0 0 0 0,0 0 11 15,0 0-13-15,0 0-4 0,0 0 7 0,4 27-13 16,-3-18 7-16,0 4 9 0,4 3-4 0,-5 1-2 15,2 0 0-15,-1 2 0 0,3 0-1 0,-3 7-1 16,3 1-5-16,-1 2 6 0,-1-3 0 0,2-2 0 16,-1 0-5-16,-3 0-1 0,5 0 3 0,-2-5-1 15,1 5-3-15,-3-4-3 0,2-2 8 0,-3 1-5 16,3-2 3-16,1 3-5 0,-4-3 6 0,1-1-3 16,0 4 5-16,-1-2-4 0,-1 0-8 0,2 2 10 15,-1-4 0-15,0 1 0 0,-1 4-2 0,0-2 0 16,1-4-3-16,1 3-1 0,1-2 0 0,-1 0 4 15,1 1 2-15,-1 2 3 0,-1-5-10 0,2 2 5 16,-2-3 0-16,0 0-3 0,0-1 1 0,0-2-1 16,0 3 1-16,0-1 0 0,-2-1-2 0,2-2 5 15,0 2 0-15,-3-2-2 0,2 0 1 0,0 2-3 16,0-3 0-16,-2-1 2 0,3-7-2 0,-1 13-3 16,0-6 11-16,1-7-11 0,-3 12 5 0,3-12-7 15,-2 13 5-15,1-9 0 0,1-4-1 0,-1 13 2 16,0-8 6-16,1-5-4 0,0 11 7 0,0-11-3 15,1 11 1-15,-1-11-5 0,-1 7 12 0,1-7-10 16,-1 7 1-16,1-7 1 0,0 0-5 0,-5 7 0 16,5-7 2-16,0 0-5 0,0 0-1 0,0 0 1 15,0 0 1-15,0 10 0 0,0-10 2 0,0 0 0 16,0 0 1-16,0 0-5 0,0 0 3 0,0 0 0 16,0 0 1-16,0 0-3 0,0 0 2 0,0 0 1 0,0 0-5 15,0 0 1-15,0 0 1 0,0 0-5 16,0 9 7-16,0-9-11 0,0 0-8 0,2 10-7 15,-2-10-5-15,0 0-9 0,-5 13-8 0,5-13-19 16,0 0-7-16,-1 11-7 0,0-7-10 0,1-4-8 16,0 0-18-16,-2 8-81 0,2-8-208 0,0 0 93 15</inkml:trace>
  <inkml:trace contextRef="#ctx0" brushRef="#br0" timeOffset="201199.07">28705 6846 9 0,'0'0'50'0,"-3"19"-2"0,3-19-7 0,0 0-1 15,0 0 0-15,0 0-6 0,0 0-1 0,0 0-3 16,0 0-1-16,0 0-2 0,7 14 4 0,-7-14 1 16,0 0 7-16,0 0 7 0,0 0-1 0,0 0 2 15,0 0-5-15,0 0 9 0,0 0-2 0,0 0-2 16,0 0 0-16,0 0-3 0,0 0-1 0,0 0-7 16,0 0-8-16,31-18-2 0,-26 14 1 0,7-3-4 15,0 0-4-15,5-1 2 0,-3-4-3 0,1 4 5 16,1-1-13-16,-2-1 3 0,1 2-1 0,-2 1-1 15,-3 0 2-15,-1 1-1 0,-1 1-2 0,2-1 10 16,-1 3-3-16,-3-1 8 0,-1-1-1 0,-5 5 2 16,11-3-3-16,-11 3 9 0,6-7-6 0,-6 7-1 15,5-3 4-15,-5 3-2 0,0 0-4 0,7-4-1 16,-7 4-6-16,0 0-4 0,0 0-3 0,0 0-14 16,0 0-15-16,0 0-18 0,0 0-21 0,0 0-28 15,0 0-14-15,0 0-26 0,0 0-68 0,0 0-210 16,0 0 94-16</inkml:trace>
  <inkml:trace contextRef="#ctx0" brushRef="#br0" timeOffset="201438.05">28750 6846 8 0,'-5'-6'172'0,"5"6"-6"0,-4-8-4 0,4 8-14 16,-4-7-13-16,4 7-17 0,-7-8-3 0,3 6 7 0,4 2-8 16,-9-9-6-16,5 5-8 0,4 4-10 15,-9-9-11-15,3 5-10 0,-1 0-10 0,1 1-7 16,0-1-15-16,6 4-11 0,-12-2-25 0,12 2-14 16,-11-5-31-16,4 4-25 0,7 1-28 0,-10-3-25 15,4 0-134-15,-3 0-278 0,9 3 123 0</inkml:trace>
  <inkml:trace contextRef="#ctx0" brushRef="#br0" timeOffset="201961.33">28814 5861 13 0,'0'0'111'15,"-6"-4"-8"-15,6 4-12 0,0 0-6 0,0 0-11 16,0 0-11-16,0 0-5 0,0 0-11 0,0 0-8 0,0 0 0 16,0 0-2-16,-13 13 5 0,6-6-8 15,-3 3-4-15,-2 5 3 0,-9 2-6 0,2 2 6 16,-3 0-7-16,-2 0 4 0,3 1-15 0,-2-5 1 16,0 3 2-16,7-4 11 0,-6 2-20 0,7-5 6 0,1 1-23 15,0-1-7-15,3-2-13 0,2-1-16 16,3 0-18-16,-2-1-31 0,2 1-52 0,1-4-157 15,5-4 71-15</inkml:trace>
  <inkml:trace contextRef="#ctx0" brushRef="#br0" timeOffset="202165.31">28755 5919 69 0,'0'0'116'0,"0"0"-8"16,0 0-12-16,4-2-15 0,-4 2-8 0,0 0 2 16,10 7-7-16,-4-2-11 0,3 0-7 15,1 2-4-15,0 0-2 0,4 2-21 0,1 1-33 16,1-1-30-16,-1-2-37 0,-1 3-54 0,-3-3-139 16,0-1 61-16</inkml:trace>
  <inkml:trace contextRef="#ctx0" brushRef="#br0" timeOffset="203665.43">29445 6346 74 0,'0'0'128'0,"0"0"2"0,0 0-6 0,0 0 1 16,0 0-8-16,0 0-9 0,0 0-3 0,0 0-11 0,0 0-4 16,0 0-6-16,0 0-7 0,0 0 0 15,0 0-11-15,0 0-4 0,0 0 0 0,0 0-3 16,0 0 0-16,0 0-11 0,0 0-5 0,0 0-4 0,0 0-3 15,0 0-2-15,17-12-6 0,-17 12-2 0,9-7 0 16,-4 4-6-16,2-1 1 0,0-2-2 16,1 0-2-16,-1-1-4 0,1 2 0 0,2-2 0 0,-2 0-5 15,1 1 4-15,-1-3-3 0,1 2 3 0,-3-2-5 16,2 3 2-16,-2-3-3 0,2 0 0 0,-3 0-2 16,-1 1 0-16,1 0-4 0,-1-1 3 0,-2 3 3 15,-2 6-3-15,4-10-1 0,0 7 3 16,-4 3-1-16,2-8-3 0,-2 8-2 0,0 0 0 0,0-9-1 15,0 9 10-15,0 0-13 0,0 0 2 0,-12-5 0 16,12 5-4-16,-15 2 0 0,4-2 4 16,0 3-3-16,-2 1 4 0,-5 3-1 0,0 0-1 0,0 0-3 15,2 3 5-15,0 0-4 0,-2-1 3 0,5 2-2 16,-2-1-2-16,0 3 4 0,1-1-2 0,2 0 0 16,4-2 1-16,-2 0 3 0,3 1-3 15,0 0-2-15,2-1 2 0,1 1 2 0,0 1 6 0,2-2-5 16,2 0 1-16,2 1-3 0,1-1 5 0,3 1 1 15,1-1 3-15,2-2-1 0,5 2 3 0,0 1-3 16,1-4 1-16,2 1-1 0,-1-1 1 0,2 0 0 16,9-1 0-16,-8-1-5 0,-2-2-10 0,1-2-7 15,1-1-17-15,-2 0-18 0,-3 0-14 16,5-1-28-16,-1-2-20 0,-2 1-22 0,-2-2-129 16,-3 1-285-16,5-4 127 0</inkml:trace>
  <inkml:trace contextRef="#ctx0" brushRef="#br0" timeOffset="204047.23">29977 6022 82 0,'0'0'157'0,"-4"-4"-16"15,4 4-9-15,0 0-19 0,0 0-9 0,0 0-13 16,-9-1-8-16,9 1-4 0,-11 11 0 16,2-1-6-16,-1 5-5 0,-1-2 6 0,-5 7 0 15,0 2-10-15,2 2 0 0,3-2-6 16,-1 1-5-16,1 1-5 0,4-7-4 0,0-1-7 0,2 5 2 0,0-4-5 15,2 2 2-15,0 1-5 0,0-3-5 0,4 0-1 16,-1-1 0-16,2 0 4 0,1-4-6 0,1-1-2 16,1 1 2-16,6 0-7 0,-4-1-1 0,4 1-9 15,3-2-20-15,2-1-12 0,0-4-29 0,2 3-16 16,3-5-20-16,0 1-27 0,1-2-20 0,-3-2-17 16,0 0-79-16,-3-2-252 0,3-3 111 0</inkml:trace>
  <inkml:trace contextRef="#ctx0" brushRef="#br0" timeOffset="204531.69">30179 6152 124 0,'0'0'191'0,"-4"-8"-11"0,4 8-8 16,-4-10-5-16,4 10-13 0,-4-6-16 0,4 6-13 0,0 0-14 15,0 0-12-15,-5-9-12 0,5 9-11 0,0 0-8 16,0 0-16-16,0 0 0 0,0 0-7 0,0 0-5 16,0 0 1-16,11 23-6 0,-8-14-6 0,1 0-3 15,4 7-3-15,-3-5-3 0,3 4 2 16,-2-5-2-16,2 5-3 0,-2-2-2 0,-1-2-4 16,2 1 2-16,-1-2-3 0,-1 1 1 0,0 1 1 0,0-2-3 15,2-1-1-15,-3 0 2 0,-1-1 0 0,3 2-3 16,-3-5 2-16,3 2 1 0,-4 0-4 0,3-1-1 15,-2 0 1-15,0-2 0 0,-3-4-1 16,6 8 3-16,-2-6-1 0,-4-2 7 0,0 0 11 16,5 5 17-16,-5-5 2 0,0 0-1 0,0 0-6 0,0 0-5 15,14-17-1-15,-11 8-9 0,5-7 4 0,0 1-1 16,-2-2-7-16,2-4 0 0,1-4-2 16,0 3-1-16,0-3-1 0,-3 2-4 0,-1 4 2 15,0 2-3-15,3-2 2 0,-2 4-4 0,-2 2 0 16,1 3-1-16,-1 0 3 0,-4 0-1 0,3 3-3 0,-1 2 11 15,-2 5-10-15,4-11 3 0,-4 11-7 0,5-7 1 16,-5 7-5-16,0 0-13 0,3-8-13 16,-3 8-21-16,0 0-24 0,0 0-26 0,0 0-20 15,0 0 2-15,0 0-14 0,0 0-17 0,0 0-23 16,0 23-12-16,0-23-101 0,-9 18-307 0,6-8 137 0</inkml:trace>
  <inkml:trace contextRef="#ctx0" brushRef="#br0" timeOffset="204912.9">30539 6234 49 0,'0'0'135'0,"4"6"2"16,-4-6-15-16,0 0-6 0,0 0-10 0,0 0-5 16,0 0-9-16,-11 14-4 0,6-8 4 15,-2 3-7-15,-1-1-11 0,3 1-3 0,-2 1-2 16,3 0-6-16,-1 2-6 0,1-5-3 0,0 4-8 15,5-3-1-15,-3 2 0 0,2-1-5 0,0-9-4 0,0 17-5 16,4-8 3-16,-2-1-2 0,2-3-2 0,1 1-3 16,0-2 1-16,5 2-5 0,1-3 3 0,-2-1 0 15,3 0-2-15,0 1 0 0,-1-3 0 16,0 0 4-16,0-3-2 0,1 1 2 0,-1-2 0 16,0 0 1-16,0-2-2 0,-2-1 1 0,0 0-5 0,0-1-1 15,-3-2-2-15,1-1 0 0,-2-1-5 0,0 0 1 16,-4-1-3-16,0 2 2 0,-1-4-6 0,0 4 3 15,0 1-6-15,-2 0 4 0,1 1-4 16,-1-1-1-16,-2 4-2 0,4 6 0 0,-6-11-8 16,1 9 1-16,-3-1 1 0,-1 1-3 0,9 2-10 0,-23 2-15 15,13 1-17-15,1 1-24 0,-4 1-33 16,2 2-28-16,1 0-32 0,-2 1-145 0,4-1-335 16,2 0 149-16</inkml:trace>
  <inkml:trace contextRef="#ctx0" brushRef="#br0" timeOffset="205132.81">31008 6293 33 0,'9'-4'204'0,"-9"4"-2"15,0 0-13-15,0 0-10 0,0 0-15 0,0 0-7 0,0 0-11 16,7-1-18-16,-7 1-13 0,0 0-13 0,9-2-10 15,-9 2-13-15,12 0-18 0,-4 0-26 16,5 2-31-16,0-2-26 0,1 0-37 0,5-2-43 16,0 2-33-16,-1-3-127 0,-5 2-285 0,3-2 126 15</inkml:trace>
  <inkml:trace contextRef="#ctx0" brushRef="#br0" timeOffset="205574.92">31200 6034 137 0,'-2'-10'191'0,"2"10"-14"16,0 0-18-16,0 0-18 0,-4-7-14 0,4 7-18 16,0 0-14-16,0 0-9 0,0 0-9 0,0 0-8 15,0 0-1-15,10 27-1 0,-5-16-2 0,4 4-12 16,-4-3-2-16,3 1-8 0,-2-2 0 0,-1 1-1 0,3 3-7 15,0-2-2-15,-3-2-1 0,1 0-8 16,-1-1 1-16,3 0-1 0,-4-3-7 0,1 3 1 16,-1-4-4-16,0 2 3 0,-1-2-1 0,2 0-5 15,0 1-1-15,-2-2 3 0,1-1-2 0,1 2 4 16,-1-2-2-16,-4-4 1 0,6 6-5 0,-2-2 2 16,-4-4-2-16,6 3 6 0,-6-3 9 0,6 4 8 0,-6-4 6 15,0 0 2-15,0 0-4 0,15-10-4 16,-9 1-2-16,5 1-4 0,-1-5-1 0,3-2 3 15,-2 1-4-15,4-8-3 0,-4 5-3 0,2-5 1 16,0-1-5-16,-2 4 0 0,-1 3-2 0,1 0 1 0,-3-3-3 16,-1 2 2-16,3 4 3 0,-5 1 2 15,-1 2 2-15,0 0-5 0,-3 0-1 0,1 4-3 0,0 0 5 16,0-1-12-16,-2 7-7 0,3-9-24 16,-3 9-20-16,0 0-29 0,0 0-13 0,0 0-8 0,0 0-18 15,0 0-15-15,0 0-26 0,0 0-14 0,-8 28-136 16,3-18-332-16,2 0 146 0</inkml:trace>
  <inkml:trace contextRef="#ctx0" brushRef="#br0" timeOffset="205861.83">31639 6149 52 0,'7'-4'203'0,"-7"4"-5"16,0 0-12-16,0 0-9 0,0 0-15 0,0 0-10 0,0 0-10 15,0 0-24-15,0 0-7 0,0 0-13 0,0 0-10 16,0 0-12-16,0 0-6 0,0 0-8 16,0 16-8-16,-1-5-4 0,1-11-5 0,-4 17-5 15,3-4-3-15,-3-3-4 0,1 1 0 0,1 0-7 16,1 2-4-16,-3 3 1 0,0-5 2 0,1 1-5 0,-1-1-1 16,1 2 2-16,0-3-8 0,-1 1-2 0,3-2 2 15,-2 0 0-15,2-2-7 0,0 1 3 0,1 0-8 16,0-8-12-16,-3 13-23 0,3-7-22 0,0-6-28 15,-2 9-26-15,2-9-25 0,-2 9-15 0,2-9-10 16,0 0-119-16,-3 5-301 0,3-5 134 0</inkml:trace>
  <inkml:trace contextRef="#ctx0" brushRef="#br0" timeOffset="206143.05">31517 6146 35 0,'10'-5'145'0,"-3"4"1"0,3-1-2 0,3 2-7 16,1 0-5-16,4 0-14 0,0 0-4 0,-1 6-17 15,0-5-5-15,2 5-5 0,0 0-2 0,-3 0-13 16,-1 1-4-16,-3 0-8 0,-1-1 1 0,3 4-12 16,-5-1 2-16,-1 0-9 0,1-1-4 0,-6 1-4 15,3-1-1-15,-4 2-8 0,-1 1 4 0,1-1 0 16,-2-1-3-16,-3 1 1 0,-1 1-2 0,-3 0-2 15,-3 1-2-15,-2 2 0 0,-1-4-4 0,0 2-1 16,-1 0 1-16,-2 0-3 0,0-1-5 0,0-3-19 16,0-1-15-16,1 2-25 0,0-3-32 0,1 1-35 15,2-3-35-15,-6 1-133 0,7-4-307 0,-2-2 137 16</inkml:trace>
  <inkml:trace contextRef="#ctx0" brushRef="#br0" timeOffset="206443.14">32079 5927 76 0,'13'4'158'0,"-8"-3"-21"0,2 5-7 0,2 2-8 15,1-1-7-15,-1 3-4 0,3 4-12 0,-1 1-10 16,-2 3 5-16,5 6-6 0,-1 1-9 0,-3-2-3 16,0 1-8-16,-6-5-5 0,0 7-4 0,-4-1-4 15,1-5-12-15,-5 6 0 0,0-6-5 0,-6 5-5 16,-4-3 3-16,0 0-6 0,-5-1-2 0,-3 1-16 16,0-1-19-16,-3 0-26 0,-3-3-27 0,1-3-30 0,-4 2-31 15,-2-3-32-15,-4-3-84 0,1-1-256 16,-1-4 114-16</inkml:trace>
  <inkml:trace contextRef="#ctx0" brushRef="#br0" timeOffset="213878.45">31541 7414 11 0,'0'0'17'16,"0"0"-18"-16,0 0-4 0,0 0-5 0,0 0 3 15</inkml:trace>
  <inkml:trace contextRef="#ctx0" brushRef="#br0" timeOffset="-211668.25">11379 9178 10 0,'0'0'10'0,"0"0"-6"0,0 0 2 0,0 0-4 16,0 0-2-16,0 0 3 0,0 0 1 0,-1 8-4 15,1-8 1-15,0 0 4 0,0 0-2 0,0 0-4 16,0 0-8-16,-3 6-8 0,3-6 5 0</inkml:trace>
  <inkml:trace contextRef="#ctx0" brushRef="#br0" timeOffset="-209174.49">31899 7554 17 0,'0'0'51'0,"0"0"-6"15,0 0-21-15,0 0-17 0,0 0-31 0,0 0-26 16,0 0 11-16</inkml:trace>
  <inkml:trace contextRef="#ctx0" brushRef="#br0" timeOffset="-207653.25">33233 7403 41 0,'0'0'94'0,"0"0"-15"15,0 0-3-15,0 0-17 0,0 0-12 0,0 0-23 16,0 0-19-16,0 0-19 0,0 0-9 0,0 0-42 15,0 0-71-15,0 0 32 0</inkml:trace>
  <inkml:trace contextRef="#ctx0" brushRef="#br0" timeOffset="-207053.11">33347 7373 63 0,'0'0'76'0,"0"0"-11"0,0 0-2 16,0 0-4-16,0 0-8 0,0 0 3 0,0 0-21 15,0 0 5-15,0 0-3 0,0 0-7 0,0 0-2 16,0 0 3-16,0 0-12 0,0 0 10 0,0 0-9 15,0 0 5-15,0 0 1 0,0 0-16 0,0 0 8 16,0 0-4-16,0 0-3 0,0 0 2 0,0 0 2 16,0 0-1-16,0 0-6 0,0 0-6 0,0 0 14 15,0 0-3-15,0 0-6 0,0 0 1 0,0 0-1 16,0 0-5-16,0 0 1 0,0 0-1 0,0 0 0 16,0 0 3-16,0 0-3 0,0 0 14 0,0 0-7 15,0 0-7-15,0 0-1 0,0 0-2 0,0 0 6 16,0 0-8-16,0 0 2 0,0 0 5 0,0 0-5 15,0 0 8-15,0 0-1 0,0 0-4 0,0 0 0 16,0 0 17-16,0 0-14 0,0 0-13 0,0 0 6 16,0 0 3-16,0 0 1 0,0 0-1 0,0 0-6 15,0 0 9-15,0 0-3 0,0 0 1 0,0 0 5 16,0 0-11-16,0 0 0 0,0 0 5 0,0 0 6 16,0 0-1-16,0 0-7 0,0 0-2 0,0 0-4 15,0 0 11-15,0 0-2 0,0 0 2 0,0 0-3 16,0 0 3-16,0 0 1 0,0 0 2 0,0 0 0 15,0 0-5-15,0 0 3 0,0 0 1 0,0 0-7 16,0 0 4-16,0 0-6 0,0 0 2 0,0 0 3 16,0 0 0-16,0 0 2 0,0 0-5 0,0 0-3 15,0 0-6-15,0 0 0 0,0 0-10 0,0 0 10 16,0 0-10-16,0 0 2 0,0 0-1 0,0 0-7 16,0 0 2-16,0 0-15 0,0 0-6 15,0 0-9-15,0 0-36 0,0 0-100 0,0 0 44 0</inkml:trace>
  <inkml:trace contextRef="#ctx0" brushRef="#br0" timeOffset="-204380.25">27076 9217 2 0,'0'0'13'0,"0"0"-6"0,0 0 1 0,0 0 1 16,0 0-1-16,0 0 0 0,0 0-1 0,0 0 0 16,0 0 2-16,0 0-2 0,0 0 0 0,0 0 1 15,0 0-2-15,0 0-2 0,0 0 2 0,0 0 1 16,0 0 0-16,0 0 1 0,0 0 4 0,0 0 0 16,0 0-2-16,0 0 4 0,0 0-3 0,0 0 0 15,0 0 1-15,0 0-1 0,0 0 4 0,0 0-7 16,0 0 4-16,0 0-7 0,0 0 2 0,0 0 3 15,0 0-2-15,0 0-3 0,0 0 6 0,0 0-4 16,0 0 0-16,0 0-2 0,0 0-1 0,0 0 3 16,0 0-2-16,0 0-3 0,0 0 2 0,0 0 3 0,0 0 8 15,0 0-10-15,0 0-5 0,0 0 2 0,0 0 0 16,0 0 0-16,0 0 6 0,0 0-8 0,0 0 0 16,0 0 0-16,0 0 3 0,0 0-1 15,0 0 4-15,0 0-6 0,0 0 0 0,0 0 0 0,0 0 2 16,0 0-4-16,0 0 0 0,0 0 7 0,5-8-5 15,-5 8 0-15,0 0 3 0,0 0-2 0,0 0 4 16,0 0-7-16,0 0 6 0,0 0 4 0,0 0-10 16,0 0 0-16,0 0 4 0,0 0-5 0,0 0 0 15,0 0 0-15,0 0 0 0,0 0 3 0,0 0-8 16,0 0 8-16,0 0-7 0,0 0 0 0,0 0-2 16,0 0 1-16,0 0-1 0,0 0-2 0,0 0 2 15,0 0-1-15,0 0-2 0,0 0 0 0,0 0 4 16,0 0-4-16,0 0 4 0,9 6-3 0,-9-6 0 15,0 0-2-15,0 0 0 0,0 0 1 0,3 5-3 16,-3-5-2-16,0 0 0 0,0 0-12 0,0 0-32 16,0 0 14-16</inkml:trace>
  <inkml:trace contextRef="#ctx0" brushRef="#br0" timeOffset="-189561.25">32247 7454 17 0,'0'0'16'0,"0"0"-4"16,0 0 4-16,0 0-6 0,0 0-1 0,0 0 1 15,0 0 3-15,0 0 1 0,0 0-5 0,0 0 7 16,0 0-4-16,0 0 2 0,0 0-4 0,0 0 0 16,0 0 1-16,0 0 1 0,0 0 6 0,0 0-4 15,0 0 0-15,0 0-1 0,0 0-4 0,0 0 2 16,0 0-3-16,0 0 2 0,0 0 0 0,0 0 0 15,0 0-9-15,0 0 7 0,0 0-2 0,0 0 0 16,0 0 3-16,0 0-7 0,0 0 7 0,0 0-9 16,0 0 5-16,0 0-5 0,0 0 5 0,0 0-4 0,0 0 2 15,0 0 2-15,0 0-5 0,0 0 0 16,0 0 6-16,0 0-9 0,0 0 3 0,0 0 1 16,0 0-2-16,0 0 9 0,0 0-2 0,0 0-6 15,0 0 4-15,0 0-5 0,-17 9 3 0,17-9-4 16,0 0 7-16,0 0 1 0,-7 2-7 0,7-2 7 15,0 0-5-15,0 0 5 0,0 0 0 0,-8 2-1 16,8-2 2-16,0 0-3 0,0 0-1 0,-10 0 5 16,10 0-2-16,0 0-3 0,-14-2 5 0,14 2-7 15,-8-4 8-15,8 4-4 0,-10-1-1 0,10 1-3 16,-12-3-6-16,12 3 10 0,-10-3-8 0,10 3 9 0,-12-2-6 16,5 0-3-16,7 2 0 0,-13-2 0 15,8 0 8-15,5 2 1 0,-14-4 0 0,7 1-3 16,1 1 2-16,6 2-8 0,-13-5 3 0,7 1 1 15,-1 0 2-15,7 4-8 0,-12-4 0 0,2-1 1 16,4 1 4-16,-3-1-1 0,2-1 2 0,-2 1 1 0,1 0-7 16,-1-2 6-16,0 0 4 0,2 1-3 0,-1-3 1 15,0 2-1-15,2-1 6 0,-2-2-3 16,2 1 3-16,1-1-3 0,-2-1 1 0,0 2-2 16,2-6 3-16,-1 6-2 0,1-4-6 0,0 0 4 15,0 3 5-15,1-2-2 0,1 1 1 0,0 0-1 0,0-2 4 16,-1 3-3-16,1-3-2 0,0 2 4 0,2-2-11 15,-1 1 3-15,0 0 11 0,1 1-7 16,-1 0 12-16,-3 0-19 0,4-1 13 0,0 1-8 16,-2-1-1-16,3-1 1 0,-2 3-4 0,0-2 0 15,1 1 6-15,0-1-10 0,0 2 6 0,1-1 9 16,0 0-7-16,-2-1 5 0,2 2-2 0,-1 2 8 16,2-1-25-16,-2-1 19 0,1 10 4 0,1-16-2 15,1 7-7-15,-2 1-3 0,0 8 1 0,2-12-3 16,-1 6 5-16,2 1-3 0,-3 5 2 0,5-11-3 15,0 4 0-15,-2 4 1 0,0-4-3 0,1 1 4 0,0 1-6 16,-4 5 6-16,8-10 0 0,-4 5 5 0,1 2-3 16,0-3-3-16,-5 6 0 0,6-5-4 15,-6 5 9-15,7-7-12 0,-2 3 7 0,1 1-6 16,-1-1 7-16,-5 4-1 0,8-7 1 0,-4 1 0 16,1 3-6-16,-1-1 3 0,-4 4 6 0,10-8-2 0,-6 7-3 15,-4 1-2-15,6-6 5 0,-2 2-4 0,-4 4-3 16,7-4 4-16,-7 4 1 0,7-6-3 15,-7 6 1-15,5-3 0 0,-5 3 5 0,4-5 1 16,-4 5-4-16,0 0-3 0,0 0 1 0,5-5 0 16,-5 5-3-16,0 0 9 0,0 0-9 0,0 0 7 0,0 0-6 15,0 0 0-15,0 0-8 0,0 0 0 0,5-6-8 16,-5 6-1-16,0 0 4 0,0 0-8 16,0 0-1-16,0 0-6 0,0 0-6 0,0 0-7 0,0 0-31 15,0 0-83-15,0 0 37 0</inkml:trace>
  <inkml:trace contextRef="#ctx0" brushRef="#br0" timeOffset="-183678.14">24308 11133 105 0,'0'0'152'0,"0"0"-7"0,-8 0-17 0,8 0-4 16,0 0-3-16,0 0-25 0,0 0-10 0,0 0-10 15,0 0-5-15,0 0-5 0,0 0-8 0,-5 4-4 16,5-4-7-16,0 0-5 0,0 0-6 0,0 0-1 15,17 14 2-15,-11-12-3 0,1 0-5 0,0 0 0 16,1 0-9-16,3-3 3 0,1 0-1 0,0-1 1 16,2-2-6-16,-1 0-4 0,6-2 10 0,1-2-7 15,-2-2 1-15,6-3-5 0,3-2-1 0,-3 2 0 16,-1-1-1-16,-5 2 0 0,-2-1 1 0,1-1-3 16,-6 2-3-16,3-2 0 0,-7 5 1 0,1-1 1 15,-4 1-1-15,2-2-6 0,-6 1 5 0,2-1-5 16,-4 1 2-16,0 3-1 0,2 7 1 0,-8-12-4 0,3 3-1 15,-3 3-9-15,1 1 6 0,-4 1-1 16,4 2-5-16,-10-3 3 0,3 5 2 0,0 0-5 16,-5 0 7-16,-2 4 0 0,1-1 4 0,-1 3-2 15,-5 3 6-15,-1 1 0 0,4 2 0 0,-2 0 0 0,1-1 5 16,1 3-1-16,7-3 3 0,-6 6 0 0,0 2 3 16,5 0-8-16,2-3 4 0,2 0-1 15,-2 4 2-15,5-3-6 0,0 0 15 0,0 0-9 0,2 0 2 16,4 1-2-16,0-1 1 0,4-2-2 0,1 3 0 15,1-1-9-15,3-2 11 0,1 0 0 0,3 2 1 16,1-2 6-16,1-2-1 0,4-1-1 0,-1 1-1 16,4-4-2-16,-1 1-1 0,3-2 0 0,-1-1-6 15,2 0 2-15,-1-1-2 0,2-1-2 0,-1-1-6 16,6-1-7-16,-5-2-10 0,6-2-6 0,0 1-4 16,-10 0-18-16,3-6-23 0,-4 3-9 0,1-4-21 15,0 2-21-15,-2-1-28 0,-6 0-95 0,1-2-263 16,-2 0 116-16</inkml:trace>
  <inkml:trace contextRef="#ctx0" brushRef="#br0" timeOffset="-183257.41">24606 10730 88 0,'0'0'129'0,"-11"-3"-5"15,2 2-19-15,9 1 6 0,-9 0-18 0,9 0-9 16,0 0-6-16,0 0-4 0,0 0-12 0,0 0 0 15,0 0 0-15,0 0 3 0,47-3-8 0,-15-1-1 0,3 0-3 16,14-3 0-16,-9 0-9 0,11-2 6 16,0 3-5-16,-15 2-1 0,-3-1-5 0,-1 1-1 15,-5-1-11-15,-6 4 2 0,-8-1-1 0,1 2-9 16,-5 0 2-16,-1-1-2 0,0-1 10 0,-8 2-12 16,0 0 13-16,14 2 3 0,-14-2-1 0,7-2 1 15,-7 2-4-15,0 0 0 0,0 0-5 0,0 0-6 16,0 0 2-16,0 0-6 0,0 0-12 0,0 0-3 15,-25 3-20-15,25-3-16 0,0 0-25 0,-12 2-20 0,12-2-37 16,-5 2-15-16,5-2-136 0,-5 8-291 16,5-8 130-16</inkml:trace>
  <inkml:trace contextRef="#ctx0" brushRef="#br0" timeOffset="-181401.61">25426 11121 95 0,'-8'2'113'15,"8"-2"-17"-15,-12 3-10 0,12-3-4 0,-7 3-15 16,7-3-3-16,-6 1-9 0,6-1 7 0,0 0 0 16,0 0 7-16,19 10-4 0,-1-7-7 0,2-1 0 15,9 0-8-15,-1 0-7 0,3-1 0 0,2-4-1 16,1 2-17-16,-2 0-1 0,4-1 4 0,-3 2 1 16,1-3-13-16,-5-1 6 0,-1 0-2 0,-7 4 0 15,0-3-7-15,-3 2 6 0,-5-1-5 0,0 2-1 16,-1 0 6-16,-3-2-2 0,-2 2 0 0,-7 0 5 15,11-1-7-15,-11 1 10 0,9 1-2 0,-9-1 7 16,0 0-7-16,9 0 1 0,-9 0-9 0,0 0 5 16,0 0-5-16,0 0 4 0,0 0-3 0,0 0-3 15,0 0 2-15,-13 15-4 0,4-11 5 0,-1 4 3 16,0-1-8-16,-7 3 5 0,4 0-2 0,-3 1 2 16,1-2-6-16,-3 3 2 0,2 2-1 0,-2-3 0 15,3 2-4-15,0-1-2 0,1 1-11 0,0-2-17 0,2-1-30 16,3 0-17-16,2-1-17 0,-1-2-22 15,3 1-28-15,1-1-106 0,-1-2-262 0,1 0 115 16</inkml:trace>
  <inkml:trace contextRef="#ctx0" brushRef="#br0" timeOffset="-181202.13">25834 11007 149 0,'-13'-7'150'0,"-1"-3"-5"16,4 4-15-16,-2-1 2 0,5 3-10 0,-3-2-14 16,-1 1-19-16,5 3-2 0,2 0-13 0,4 2-21 15,-11-4-12-15,11 4-22 0,0 0-23 0,0 0-19 16,0 0-27-16,0 0-29 0,0 0-31 0,13 24-63 16,-5-18-186-16,7 0 83 0</inkml:trace>
  <inkml:trace contextRef="#ctx0" brushRef="#br0" timeOffset="-180780.46">26216 11062 38 0,'0'0'160'16,"0"0"-26"-16,0 0-4 0,7-3-7 0,-7 3-21 15,0 0-8-15,0 0 2 0,7 9-13 0,-3-4-2 16,-3 2-7-16,3 1-9 0,0 1 1 0,0 1-7 15,-4 0-8-15,1 1-3 0,3 0-5 0,-4-1-2 16,2 0 0-16,-4 0-4 0,2-2-6 0,0 2-2 16,2-3-3-16,-2-7-3 0,0 13 2 0,3-10-14 15,1 2 15-15,-4-5-1 0,0 0 12 0,0 9 11 16,0-9 4-16,0 0 8 0,0 0 6 0,0 0 0 16,0 0-1-16,0 0-8 0,0 0-7 0,0 0-2 15,0 0-8-15,0 0 2 0,3-24-8 0,-1 12-4 16,0-4-2-16,4 1-2 0,-1-3-9 0,-3 0 3 15,10-6-6-15,-3 7-3 0,-3 0 1 0,6 1 1 16,-3-1-4-16,1 5 0 0,-5 1-2 0,3 0-1 16,0 1-2-16,-1 3-4 0,1 3 1 0,2 0-1 15,1 1 0-15,-2 2 1 0,3 2-3 0,-2 0 4 16,1 5-6-16,1 1 7 0,-3 1-5 0,0 5 1 16,2 1 1-16,0-2-3 0,-4 3 1 0,2-1-8 15,-2 3-2-15,-1-2-5 0,-1 0-18 0,-1 1-25 16,1-2-20-16,0 3-19 0,-3-7-38 0,0 1-32 15,2 2-166-15,-1-4-362 0,1 0 160 0</inkml:trace>
  <inkml:trace contextRef="#ctx0" brushRef="#br0" timeOffset="-180517.85">27067 10797 73 0,'0'0'196'0,"1"-7"-20"0,-1 7-22 0,0 0-16 0,0 0-8 16,0 0-4-16,0 0 2 0,0 0 6 0,0 0 1 15,2 36-12-15,0-16-12 0,-4-1-8 0,2 7-9 16,0-2-9-16,0 2-8 0,-3-2-7 16,3 2-10-16,-4-2 0 0,2-3-11 0,2-3-1 0,-2 3-5 15,0-4-3-15,-1 0-6 0,1-2-12 0,-1 1-18 16,1-4-21-16,0 0-30 0,2-3-29 0,-2 0-20 15,2-3-23-15,0-6-22 0,-5 12-11 0,5-12-143 16,-4 7-318-16,4-7 141 0</inkml:trace>
  <inkml:trace contextRef="#ctx0" brushRef="#br0" timeOffset="-180191.38">26944 11008 13 0,'7'-7'136'0,"1"5"-22"15,0-1 10-15,1 1-9 0,3 2-4 0,1 0-4 16,-1 2-19-16,5 1-4 0,-4-1-7 0,5 2-1 16,0 1-6-16,-7 0-3 0,2 0-7 0,2 2-2 15,0 1-2-15,1 0-8 0,-3-2 0 0,-4-1-8 16,5-1 0-16,-3 2-4 0,1-2-3 0,0 0-1 16,1-1 0-16,-1-3 0 0,-1 0 1 0,2 0 0 15,1-2 3-15,-3 0 2 0,1-1 1 0,-1-2 6 16,0 0-1-16,-2-2 3 0,0 1 3 0,-2 0 1 15,-1-4 1-15,0 2-5 0,-2 0 0 0,-2-2-6 16,-2-1-1-16,0 2 2 0,-2-1-4 0,-1 2-1 16,-4-2-8-16,1 1-3 0,-1 2-4 0,-2 1-1 0,-1-1-1 15,-3 7-8-15,0-4 1 0,2 4-7 16,0 2-16-16,-8 1-21 0,4 2-22 0,1 2-24 16,1 2-32-16,1-3-32 0,2 2-27 0,1 2-169 15,2-1-363-15,4-4 161 0</inkml:trace>
  <inkml:trace contextRef="#ctx0" brushRef="#br0" timeOffset="-179891.48">27793 10713 179 0,'7'-14'217'0,"-4"1"-5"0,2 4 2 0,-2-1 5 16,-1 3-10-16,0 0-7 0,-2 7-22 0,2-8-19 15,-2 8-20-15,2-8-14 0,-2 8-18 0,0 0-13 16,0 0-9-16,0 0-6 0,0 0-10 0,5 27-4 16,-2-8-4-16,-1-1-8 0,-4 10-3 0,4 1-6 15,-1 0-7-15,1 1 0 0,-3-1-3 0,1 2-4 16,1-3-3-16,-1-2-1 0,0 2-3 0,2-9-1 16,0 8-8-16,0-3 6 0,3-4-6 0,-4-1 2 15,0-2-5-15,1-2-7 0,-2 2-12 0,4-5-14 16,-4 4-28-16,0-4-16 0,3-1-32 0,-3-1-28 15,0-1-32-15,0 0-33 0,0-1-29 0,0-8-151 16,-5 11-399-16,1-8 177 0</inkml:trace>
  <inkml:trace contextRef="#ctx0" brushRef="#br0" timeOffset="-179621.32">27870 10908 1614 0,'4'-18'-46'0,"2"-1"82"0,-1 3 7 0,0 2-16 16,0 6-10-16,-1-1-11 0,2-1 2 0,10 3-2 16,0 0 2-16,2 4 7 0,2-2 5 0,0 3 2 15,1 3 4-15,8 2 5 0,-10 0 1 0,0 1-1 16,-2 2-9-16,1 1 1 0,-4 3 0 0,0-1-3 16,-3-2-5-16,-2 3-2 0,-3 0 5 0,0 1-3 15,-5-1-2-15,-5-1-2 0,1 1 3 0,-8 3 0 0,-4 0-7 16,-1-2 0-16,2 0 2 0,-10 3-1 0,6-7 0 15,-9 3-1-15,2-2-5 0,-2 2-20 0,7-6-23 16,0 2-24-16,1-2-26 0,8-1-29 16,-3 0-27-16,2-1-131 0,-2-1-300 0,7 0 133 0</inkml:trace>
  <inkml:trace contextRef="#ctx0" brushRef="#br0" timeOffset="-178214.03">24591 12003 113 0,'0'0'165'0,"-2"-9"-5"0,2 9-5 16,-2-9 3-16,2 9-11 0,-1-10-10 0,1 10-10 0,-3-7-17 15,3 7-11-15,0 0-13 0,0 0-12 0,0 0-7 16,0 0-7-16,0 0-6 0,0 0-3 0,0 0-11 16,5 26-7-16,-4-9 3 0,-1 0-2 15,2 8-3-15,0 0 0 0,2 0-8 0,-4-6-1 0,0 5 0 16,1-3-3-16,-2-3-3 0,2 1 1 0,0-1-1 16,1-1 0-16,-2-1-7 0,0-5 3 0,0 1-4 15,2-1 0-15,0-2-1 0,-2 0-2 0,1-2 0 16,1 1 1-16,-2-8-8 0,2 8 8 0,-2-8 0 15,1 6 4-15,-1-6 1 0,0 0 6 0,3 7 11 16,-3-7 11-16,0 0 4 0,0 0 0 0,0 0-12 16,0 0-7-16,0 0 3 0,7-24 0 0,-7 16-4 15,4-5-5-15,0 2 0 0,2-4 1 0,-1-2-5 16,3-1-2-16,-2 4 0 0,5-1 0 0,-3 2-5 16,-3 3 1-16,0 0-2 0,3 2 0 0,-1 0-2 15,2 2-3-15,-3 2-1 0,2 1-6 0,2 1 6 16,-2 2 0-16,3 2-2 0,-2 0 4 0,-2 3-3 15,0 1 0-15,2 0-2 0,-1 4-2 0,-3 0 1 16,-1 3 2-16,1-2 2 0,0 0 0 0,-4 2 0 16,2 3 3-16,-1-1-2 0,-2 1-4 0,0-4-6 0,0 0-14 15,0 0-34-15,0-1-41 0,2-2-43 16,-2-2-34-16,1 0-180 0,-1-7-383 0,3 9 170 16</inkml:trace>
  <inkml:trace contextRef="#ctx0" brushRef="#br0" timeOffset="-177976.29">24960 12009 50 0,'0'0'166'0,"0"0"-13"15,0 0 4-15,-2-8-11 0,2 8-11 16,0 0-16-16,0 0-8 0,0 0-8 0,14-6-14 0,-3 6-10 15,0 3-11-15,2-4-3 0,6-1-5 0,-3 4-5 16,4-2-21-16,-3 0-12 0,1-2-19 0,-5 2-25 16,4 0-25-16,-4-1-4 0,5-1-25 15,-6 1-18-15,0 0-13 0,-2-3-96 0,-3 1-221 0,3-2 98 16</inkml:trace>
  <inkml:trace contextRef="#ctx0" brushRef="#br0" timeOffset="-177794.07">25150 11855 113 0,'-8'-5'137'0,"8"5"-18"0,-7-2-8 0,7 2-7 16,0 0 1-16,0 0 8 0,-8 8-8 0,3-2-4 15,4 1-3-15,0 2-8 0,-1 0-11 0,1 2 3 16,0 2-12-16,-2 2-5 0,3 2-11 0,0-1 0 16,4 3-4-16,-3-2-8 0,1 1-12 0,-1-1-19 15,0-1-31-15,0 0-30 0,1-3-41 0,0 2-51 16,-2 2-97-16,0-3-258 0,0-3 114 0</inkml:trace>
  <inkml:trace contextRef="#ctx0" brushRef="#br0" timeOffset="-176704.26">25734 12082 33 0,'0'0'73'0,"0"0"6"0,-14 3-9 15,14-3-5-15,0 0-5 0,-5 2-8 0,5-2-6 16,0 0-8-16,0 0-10 0,0 0 10 0,-10 1 2 16,10-1 2-16,0 0-3 0,0 0-20 0,0 0 22 15,0 0-10-15,0 0-9 0,-6 3-4 0,6-3 5 16,0 0 1-16,0 0-6 0,0 0 9 0,0 0-5 16,0 0-8-16,0 0 9 0,23 3 12 0,-11-4 0 15,3 2-9-15,5-1-2 0,0 0-9 0,3-1 8 16,6-1 2-16,0 0-5 0,-2 0-2 0,1 2 3 0,1-4 5 15,-2 0-6-15,-8 2-8 0,2 1 3 16,-1 0-4-16,-2-2 4 0,-4 2-2 0,-1-1-1 0,-2 2-10 16,1 0 5-16,-2 0-2 0,-10 0 7 15,15-1-7-15,-15 1 0 0,10 0-4 0,-10 0 12 0,7-2-5 16,-7 2 2-16,0 0 1 0,0 0-1 16,9 0 6-16,-9 0 3 0,0 0 6 0,0 0-8 15,0 0-3-15,0 0 4 0,0 0 2 0,9 2-6 16,-9-2 1-16,0 0-6 0,0 0 3 0,0 0-1 0,0 0-4 15,0 0 1-15,-13 18-2 0,10-13-4 0,-3 4 5 16,-1 1 5-16,-5 2-5 0,4 2 3 0,-1-1 0 16,-3 0 0-16,3 2-3 0,0-1-2 15,1 3 4-15,-2-4-16 0,0 3-16 0,3-3-12 0,-1-2-18 16,0-1-19-16,3 0-16 0,-1-1-25 0,1-1-111 16,-4 1-242-16,6-3 108 0</inkml:trace>
  <inkml:trace contextRef="#ctx0" brushRef="#br0" timeOffset="-176511.6">26046 12009 30 0,'-6'-11'163'0,"0"3"4"0,0-1-15 15,1 3-10-15,1-3-21 0,-1 5-10 0,3-2-10 16,2 6-14-16,-7-7-20 0,7 7-27 0,-5-5-22 15,5 5-21-15,0 0-35 0,0 0-17 0,0 0-21 16,0 0-96-16,27 14-185 0,-18-9 82 0</inkml:trace>
  <inkml:trace contextRef="#ctx0" brushRef="#br0" timeOffset="-176225.72">26574 11865 163 0,'4'-3'207'0,"-4"3"-5"16,0-11-10-16,0 11-16 0,0 0-19 15,2-8-15-15,-2 8-19 0,0 0-13 0,0 0-13 16,0 0-10-16,0 0-5 0,9 17 2 0,-7-5-6 16,1 6-3-16,1 1-6 0,-1 7-10 0,-1-2 0 0,2 3-8 15,-4-2-4-15,2 0-2 0,-2 1-2 16,2-5-11-16,-4 3 3 0,0-4-5 0,0 7-3 15,2-2 0-15,0-6-7 0,-2 2 0 0,2-3 2 16,-2 2-5-16,2-2-7 0,-3 1-19 0,-1-2-18 0,1 0-28 16,1-4-29-16,0-4-32 0,2 1-21 0,-3-1-27 15,3-3-22-15,-4-2-116 0,4-4-327 16,0 0 144-16</inkml:trace>
  <inkml:trace contextRef="#ctx0" brushRef="#br0" timeOffset="-175995.35">26722 11940 97 0,'13'0'139'16,"1"0"-6"-16,-3 3 0 0,2-1-16 0,-1 3-2 16,-1 2-10-16,-3-1-11 0,2 4-6 15,-1-1-5-15,-3 3-9 0,-2-3-5 0,-1 4-10 16,-3-1-7-16,0 0-1 0,-7 2-3 0,-1 1-6 0,-3-1-3 15,-3-1-15-15,-1 1 13 0,-2-2-17 0,2-3-15 16,-3 3-27-16,1-5-26 0,6-1-28 0,1-2-22 16,-2 1-132-16,1-5-250 0,2 2 111 0</inkml:trace>
  <inkml:trace contextRef="#ctx0" brushRef="#br0" timeOffset="-175735.8">27090 11800 88 0,'3'-6'203'0,"-1"1"-3"0,-2 5-10 0,4-7-16 15,-4 7-16-15,2-6-17 0,-2 6-17 0,0 0-14 16,0 0-1-16,0 0 9 0,7 21-5 0,-7-7-8 16,2 4-5-16,0 1-13 0,-2 5-8 0,0 1-5 15,0 0-8-15,-4-6-7 0,6 1-6 0,-4 0-4 16,0-1-5-16,4-1-5 0,-2 1-1 0,0-2-5 15,-2 0-3-15,1 0-17 0,1-5-20 0,-2 0-19 16,2-1-32-16,-2-2-37 0,2 0-18 0,0-2-26 16,0-7-13-16,-2 12-12 0,2-12-18 0,-2 7-96 15,2-7-299-15,0 0 133 0</inkml:trace>
  <inkml:trace contextRef="#ctx0" brushRef="#br0" timeOffset="-175425.82">27099 11951 73 0,'9'-4'132'0,"3"2"-5"0,3 0 0 16,-1 0-6-16,-1 0-10 0,0 3-4 0,-1-1-10 15,1 4-4-15,1-2-9 0,-3 3-10 0,-1-1 0 16,0 0-11-16,-1 2-12 0,0 1 3 0,-3-1-5 16,2-2-7-16,-2 1-4 0,-1-1-1 0,3 2 4 15,-4-3-12-15,-4-3-1 0,8 7 2 0,-8-7 8 16,7 4 8-16,-7-4 6 0,6 0 5 0,-6 0-8 15,0 0 6-15,11-2-2 0,-11 2-7 0,10-8-4 16,-6 2-1-16,1 2-1 0,-1-2 5 0,-2-1 1 16,0 0-4-16,0-3-6 0,2-1-1 0,-4 1-6 15,1 0-1-15,-2 0-3 0,-3 1-1 0,2 1-6 16,0-1-3-16,-2 4-4 0,-1 0-12 0,-1 0-9 16,6 5-12-16,-15-4-17 0,3 6-34 0,-2 0-19 15,5 1-33-15,-4 2-39 0,1 0-38 0,1 1-103 0,2 0-330 16,0 1 146-16</inkml:trace>
  <inkml:trace contextRef="#ctx0" brushRef="#br0" timeOffset="-174992.27">27796 11819 86 0,'0'0'183'0,"7"-6"-13"16,-7 6-19-16,6-1-9 0,-6 1-7 0,0 0-9 16,8 9 0-16,-5-3-12 0,1 4-12 0,1 2-5 15,-3 2-10-15,3 2-4 0,-1-1-9 16,-2-1-13-16,0 1-5 0,1-2-2 0,-3 0-3 0,0-1-7 16,4-1 1-16,-4-2-7 0,0 1-3 0,0-3-5 15,0 0-1-15,0-7 0 0,6 11-4 0,-6-11 6 16,0 8 13-16,0-8 12 0,2 6 15 15,-2-6 14-15,0 0-7 0,0 0-9 0,0 0-5 0,0 0-7 16,0 0-6-16,0 0-7 0,-8-27-4 0,8 15 0 16,0 1-8-16,0-6 0 0,2 0-3 0,4-2-6 15,2-5-3-15,1-2 1 0,5-1-4 0,-1 3 0 16,7-2-6-16,-4 4 1 0,0 2-3 0,6 1 2 16,-8 7-5-16,3 1 1 0,-1 2-4 0,-4 3 5 15,-1 4-9-15,2 0-2 0,-2 6 1 0,1 2 0 16,-1 1 0-16,2 3 0 0,0 6 5 0,-4 1-4 15,4 5-1-15,-5 4 6 0,-1-2-5 0,-1 0-12 16,0 1-25-16,-4 1-34 0,-1 0-37 0,0-7-61 16,1-2-55-16,-4 2-197 0,4-1-455 0,2-2 202 15</inkml:trace>
  <inkml:trace contextRef="#ctx0" brushRef="#br0" timeOffset="-171500.02">28325 10626 70 0,'-2'-9'132'0,"2"9"-12"0,0 0-3 15,0 0-7-15,0-10-3 0,0 10-11 0,0 0-11 0,0 0-7 16,0 0-19-16,3-7-9 0,-3 7 7 0,0 0-6 16,0 0-4-16,0 0-6 0,0 0 1 0,19 14-1 15,-11-8-1-15,-1 3-4 0,1-1-3 0,0 3-5 16,-2 0 3-16,5 3-3 0,-1 4-1 0,-2-1 1 16,0 1 0-16,2 6-5 0,-4-5-4 0,2 4-3 15,-4-5 8-15,4 8-11 0,-3 0 7 0,-1 0-1 16,-1-1 5-16,-2 1-7 0,-1-5-2 0,-1 4-1 15,1 0 1-15,-2 0 2 0,1-6-9 0,1 0 1 16,0 5 0-16,-1-4-2 0,1-1 1 0,-3 7 4 16,1-7 0-16,0 5-4 0,1-3-2 0,-2-4-5 15,1 4 5-15,-1 4-1 0,3-6-2 0,-4 8-1 16,3-3 1-16,-1-5 5 0,0 7-5 0,-1-2 2 16,1 2-3-16,1 1 3 0,-2-1 2 0,3 2-2 15,0-8-2-15,0 6 1 0,2 0-2 0,0 0-1 16,0 2 4-16,1-2-5 0,4 1 3 0,-1 0 0 15,1 0 0-15,-5 0 0 0,6 1-4 0,1-1-4 16,-3 2 9-16,0 0-2 0,2-2-3 0,0 1 7 16,-3 1-1-16,1-2-5 0,-1 0 1 0,-3 2 0 15,2 0 2-15,-3-1-6 0,0 2 3 0,-1-3-1 16,-1 2 6-16,-4-2-4 0,2 1 0 0,-2-2-1 0,-1 2 6 16,-2-3-8-16,2-6 0 0,-2 6 0 0,-5-3 5 15,4-4-2-15,0-1-3 0,0-3 6 16,-1 0-3-16,1-4 1 0,1-3 4 0,-1 0 0 15,1-1-1-15,-3 1 1 0,5-5 0 0,-3 0-6 0,9-2-17 16,-14-1-36-16,14 1-38 0,-12-8-44 0,4 0-156 16,4-3-313-16,-1-6 139 0</inkml:trace>
  <inkml:trace contextRef="#ctx0" brushRef="#br0" timeOffset="-168620.38">29068 11136 39 0,'0'0'127'16,"7"-8"-3"-16,-5 4 2 0,-2 4-2 0,6-8-17 16,-6 8-5-16,2-7 4 0,-2 7-20 0,0 0-9 15,-1-10-4-15,1 10-9 0,0 0-2 0,-5-9-2 16,5 9-7-16,-8-2-7 0,8 2-15 0,-13 2 2 0,13-2 5 15,-19 7-9-15,7-1-2 0,1 1-4 16,-3 4 2-16,0 0-7 0,1 2 1 0,-2 0 0 0,2 0-1 16,-1 4-3-16,2-1-2 0,1 0-3 15,1 1-1-15,2 1 4 0,0-2-1 0,3 0 2 0,0 1 0 16,0-2-18-16,3-2 8 0,4 2 3 16,2 2 2-16,0-6-1 0,3 4-2 0,-2-6 3 0,5 6-5 15,-2-5 6-15,5 3-2 0,2-1-7 16,0-3 5-16,1-3-7 0,2-1-6 0,1-1-2 0,0-2-2 15,3-4-8-15,-2 2 0 0,7-5-2 0,-2-1-1 16,-5-1-6-16,1 1 7 0,4-6 4 0,-8 2-5 16,1-1 3-16,-4-2 2 0,1 1 3 0,-3-1 11 15,-1-3-2-15,3-1-1 0,-5 0 2 0,0 2 8 16,-1-2 4-16,-2 2-3 0,-2-2-1 0,0 1 13 16,0 1 5-16,-2 4 12 0,1 1-7 0,-2 1 2 15,1 1-12-15,0 2 14 0,-2 6-6 0,1-10-7 16,-1 10-4-16,1-6-1 0,-1 6 1 0,0 0-6 15,0 0-2-15,0 0 5 0,0 0-5 0,0 0 0 16,2 31-1-16,-2-21 1 0,-2 2 2 0,2 1-3 16,2 2-2-16,-1-2 3 0,0-1-1 0,2 1-1 15,1 2-2-15,-1-2 1 0,3-3 2 0,-1 3 3 16,2-3-3-16,0-2-3 0,0 0 4 0,-1-2 2 16,2 1 1-16,1-1-5 0,-2-3 4 0,-1 0-2 15,2-2 1-15,-1-1-2 0,-7 0 1 0,17-4-1 16,-7 1 1-16,-1-4-4 0,0 1 5 0,1-4-2 15,-2 0-1-15,-2 0-1 0,4-5 2 0,-2 0 1 16,-1 1-4-16,-3 3-1 0,1-4-1 0,-3-2 2 16,0 2 1-16,-1 3 0 0,0 1-3 0,-1 1 2 15,0 4 2-15,0 6 1 0,0-14-3 0,1 10-1 16,-1 4-3-16,0 0-4 0,0-10 7 0,0 10-5 16,0 0-4-16,0 0 5 0,0 0 0 0,0 0-1 15,0 0-2-15,-7 21 3 0,5-11-7 0,1 1 13 16,1 1-3-16,1-1 0 0,-1-1 0 0,3 1 1 0,0 2-7 15,0-3 8-15,2 1-2 0,2 0 3 16,-2-1-1-16,3-4 1 0,-2 3 3 0,2-1-4 16,3 1 3-16,0-4-1 0,-1-1 3 0,2 0-2 15,6-1-2-15,-2 0 0 0,3-3 5 0,-6-1-3 0,2-1-2 16,2-1 0-16,-3-1 5 0,-2 0-1 16,-1-4-5-16,0 1-1 0,-1-2 1 0,-2 1-1 15,0-3 1-15,-2 1-2 0,-2-2-9 0,-3 0 12 16,-1 0-6-16,-1-5 3 0,-3 1 3 0,-1 1-5 0,0 3 2 15,-3 1 2-15,1 2-5 0,-1-1 1 0,-2 3-2 16,1-1 2-16,0 2 2 0,0 1-6 0,-3 1 5 16,6 2 0-16,1-1-3 0,5 3 2 0,-8-5-3 15,8 5 1-15,0 0 2 0,0 0-2 0,0 0 0 16,0 0 3-16,-6 11 3 0,6-11-3 0,12 8 3 16,0-3 0-16,5 0-2 0,1-1 4 0,2-1-3 15,7 1 2-15,1-2-3 0,-9 0-3 0,2 0 6 16,-4 0-2-16,-4 0-1 0,-2-1-3 0,0 0-2 15,-1 1 2-15,-3 0 1 0,-1 2 1 0,-1-1-5 16,1 2 5-16,-6-5-1 0,7 9 5 0,-5-3-10 16,1 2 9-16,-2-2-5 0,1 5 5 0,-1-3 0 15,-1 3-2-15,0-2 1 0,0 1-1 0,0-1 2 16,0 1-4-16,1 0 5 0,0 1-6 0,4-2 8 16,-2 1-5-16,1 0 2 0,1-2 5 0,0 1-3 15,2-1-2-15,0-2 2 0,1-1 0 0,-1 1 1 16,4-4 0-16,-1 1 1 0,0-3 0 0,0 0-2 15,4 0-4-15,-2-3 5 0,-1 1 3 0,0-3-1 16,-1-1 1-16,-1 0-4 0,0-4-2 0,-3 1 3 16,-1-2 1-16,0-1-9 0,-2 0 4 0,-1-6 0 15,0 1-3-15,-4 2 2 0,-4-1 0 0,1 2-2 16,0 3 2-16,0-1 11 0,-2 2 5 0,1 0-6 16,0 2-1-16,0 3 4 0,4-1-1 0,-2 0-2 15,4 6-5-15,-6-6-4 0,6 6 3 0,-4-8-5 16,4 8 3-16,0 0-2 0,0 0 0 0,0 0 3 15,0 0 3-15,23 5-9 0,-9-2 4 0,3 1 3 16,2-2-1-16,-1 2-1 0,2 2 0 0,0-2-3 16,-2 0 2-16,-4 1-4 0,-2 0 2 0,-1 1 1 15,-3 0 0-15,1 0-5 0,-4 2 3 0,4-2 0 16,-4 1 13-16,-1 1-13 0,0 2 0 0,-2-3-1 16,0 0 3-16,-1 2-6 0,0 1 3 0,2-4 1 15,-2 1 0-15,2-1-3 0,-1 2 3 0,2-3 1 16,0 2 4-16,1-2 0 0,-1 0 1 0,1-1 0 15,3 2 1-15,-2-2-5 0,4-2 3 0,-1 0 1 16,3-2-1-16,-3-2 1 0,1 1-1 0,0-3 1 16,0 0 1-16,2 0-3 0,-2-2 3 0,-1-1 1 0,0-2 1 15,-1-1-3-15,-1 2-5 0,-4-4 4 16,-1 3 1-16,0-2-1 0,-2-1 4 0,0-1-1 16,-2 3 5-16,-2 0-2 0,3-1-2 0,-1 6 0 15,2 5 4-15,-8-12-5 0,2 8 2 0,1 1-7 0,5 3 1 16,-11-1 1-16,11 1-3 0,-15 6 5 0,9-1-2 15,-2 4 3-15,-1-1-6 0,1 3-26 16,3 0-19-16,1-1-39 0,2 2-31 0,2-2-37 16,1 0-34-16,3 2-112 0,2-3-323 0,2-1 144 15</inkml:trace>
  <inkml:trace contextRef="#ctx0" brushRef="#br0" timeOffset="-168376.22">30698 11277 92 0,'0'-10'196'0,"1"2"8"0,-1-2-8 0,0 0-6 0,0-2-13 16,3 3-15-16,-1-2-11 0,1 1-11 0,2 2-13 15,0-2-11-15,4 0-14 0,-1 0-10 16,2 2-9-16,5 0-9 0,-3 1-8 0,2 4-3 16,0 2-11-16,-3-2-4 0,3 3-8 0,-2 3-1 0,-1 0-6 15,0 3-3-15,0 2-6 0,-1 0-3 0,1 0 0 16,-4 2-1-16,2 1 0 0,-4 0-17 15,-1 2-15-15,0-3-13 0,-1 2-29 0,-1 1-23 16,-1-2-31-16,1 0-44 0,-2 0-42 0,-2 0-133 16,2-11-354-16,-3 16 157 0</inkml:trace>
  <inkml:trace contextRef="#ctx0" brushRef="#br0" timeOffset="-168125.44">31070 10901 185 0,'0'-7'238'15,"0"7"-11"-15,0-12-32 0,0 12-22 0,2-7-18 16,-2 7-15-16,0 0 0 0,0 0-11 0,7 32-7 16,-5-13-8-16,1 8-7 0,-1-1-8 0,1 4-6 0,2 1-16 15,-4-3-6-15,1-1-5 0,-2 1-8 0,0-1-3 16,0-1-5-16,-2-2-4 0,2-4-9 0,-1-1-17 15,2-2-20-15,-1 2-27 0,-1-8-38 16,0 1-46-16,2-1-29 0,-1-2-34 0,0-2-32 16,0-7-107-16,0 0-338 0,-6 11 150 0</inkml:trace>
  <inkml:trace contextRef="#ctx0" brushRef="#br0" timeOffset="-167970.16">31081 11094 34 0,'0'0'178'0,"4"-8"-20"0,2 5-11 0,2 1-18 16,2-1-12-16,4 3-8 0,3-3-32 0,1 3-34 15,1-3-37-15,3 2-47 0,-2 2-119 16,-8-1-173-16,2 1 77 0</inkml:trace>
  <inkml:trace contextRef="#ctx0" brushRef="#br0" timeOffset="-166685.49">29582 12064 24 0,'-7'-7'163'0,"-2"0"-5"15,-2 3-17-15,0-1-10 0,-1 1-9 0,-2 2-6 16,-2 0-7-16,-3 5-8 0,2 1-12 0,-1 2-2 16,1 3-16-16,-1 1 2 0,3 1-14 0,0 2-3 15,1 2-6-15,1 0-1 0,3 2-11 0,-1 0-5 16,5-2 1-16,1 2-8 0,2-1 3 0,3 0-6 15,0-3 1-15,3 0-3 0,1-1-3 0,1-3 0 16,3 2 0-16,2-5-2 0,1 2 1 0,3-3-1 16,3-2-4-16,2-3-1 0,0 0-8 0,2-3 8 15,-1-2 3-15,1-3-4 0,-3 0-4 0,7-8 4 16,-7 4-1-16,0-6-5 0,-4 2 6 0,4-3-10 16,-4-2 10-16,-5-2-3 0,0-1-1 0,-2 5 3 15,-1-8 6-15,-3 2-8 0,-3-2 5 0,3-1-1 16,-3-1-3-16,-1-1 2 0,-2 0-2 0,-2 0 2 15,-1 0 1-15,1 4 0 0,-1-1 0 0,0 8 10 16,2 1 10-16,0 0 2 0,-1 7 3 0,2 0 9 16,1 5-1-16,1-2-5 0,1 8-5 0,-4-11-2 15,3 7-9-15,1 4-6 0,0 0-6 0,-4-7 4 16,4 7-3-16,0 0-2 0,0 0-1 0,4 28 4 16,0-9-4-16,1 5 0 0,-4 3-1 0,4-1-6 0,0 3 4 15,0-3-1-15,-1 3-3 0,0-3 3 16,1-2-3-16,-1 0 3 0,1 1-1 0,-5-6 0 15,4-1 0-15,0-2-2 0,1 1 1 0,-3-1 0 16,1-4-2-16,3 0 4 0,1-2-4 0,-4-1 1 0,1-1 3 16,0 1-1-16,1-1 1 0,3-2 0 15,0-1-1-15,-2-1 2 0,0-1-3 0,2 0 0 16,4-3 3-16,-2 0-1 0,0-3-2 0,3 3-1 16,-3-4 3-16,3-3 1 0,-2 0 0 0,1 0-3 0,-1-3 2 15,1 0-1-15,-4 0 1 0,0-1-2 0,0-3-4 16,-4 1-1-16,1 2 1 0,2-4-1 15,-5 4-2-15,-2-3-1 0,1 5 5 0,-1-2-4 16,0 4 1-16,0 7 2 0,0-13 13 0,2 8-3 0,-2 5-5 16,0 0-2-16,0 0-2 0,2-9 2 0,-2 9-3 15,0 0 5-15,0 0-3 0,0 0 3 0,-5 23-5 16,6-13 3-16,-1 0-3 0,4 0 3 16,-1 0-2-16,-2-1 0 0,3 2 1 0,0-1 0 15,2-2 0-15,1 2-1 0,1-3 0 0,1 0 4 0,2-1 0 16,1-3 1-16,-1 2-3 0,0-4 0 0,8 0 0 15,-1-1 1-15,-1-2 1 0,1-3 3 0,-6 3-6 16,2-1-1-16,3-4-3 0,-4 0-2 0,-2 0 4 16,0 0-3-16,3-4-5 0,-3 0-6 0,-3 1 7 15,-1-1-3-15,1 0-2 0,-1 0 0 0,-2 1 3 16,-1-2 2-16,-1 5 0 0,1 1-3 0,-1 0 4 16,-3 6-5-16,6-8 0 0,-6 8 1 0,0 0-4 15,4-2 5-15,-4 2-2 0,0 0 4 0,0 0-1 16,1 20-2-16,1-11 3 0,-1 3 3 0,-1-3 6 15,2 3-8-15,1-2 4 0,0 1-3 0,4 0 3 16,-3-2 2-16,1-1-1 0,1 1 0 0,1-2 3 16,2-1 1-16,0-1 1 0,-3-4-3 0,4 0 3 15,3-1-2-15,-3-1 2 0,3-2 1 0,-1-1-1 16,-2 0-1-16,1-2 1 0,-2-1-2 0,0 0 4 16,0-1-3-16,-4-2 0 0,0 1-1 0,2-2-1 15,-5 0 3-15,0-2-2 0,-1 1-2 0,-1-6 1 16,-1 3 0-16,-2 0-3 0,2 1 3 0,-2 4 0 15,3 0-1-15,-2 3-2 0,2 7 2 0,-4-12-3 16,0 9 0-16,4 3-1 0,0 0-1 0,-17 3-1 16,10 1 4-16,-2 4-2 0,-1 2 2 0,1 3-1 15,0 0 1-15,-3 3 1 0,6-1 0 0,2-3 1 16,0 5-5-16,1-2-10 0,5-3-12 0,-1 1-22 16,4-3-25-16,2 0-25 0,4-2-42 0,3 0-37 15,4-1-146-15,1-4-352 0,2-2 156 0</inkml:trace>
  <inkml:trace contextRef="#ctx0" brushRef="#br0" timeOffset="-166423.55">30927 11646 205 0,'1'-6'220'16,"-1"6"-21"-16,3-10-19 0,-3 10-22 0,0 0-19 15,0 0-14-15,0 0-6 0,0 0 1 0,0 0-2 16,8 33-9-16,-6-16-12 0,0 0-5 0,-1 8-5 16,1 0-11-16,-4-5-6 0,2-1-7 0,0-1-7 15,0 1-5-15,0 1-2 0,2-4-10 0,-2 0-4 16,1 0 2-16,-1-4-7 0,-1 2-2 0,-1-4-11 16,2 0-22-16,-1 2-7 0,1-3-44 0,-1 1-32 15,0-3-22-15,1-7-37 0,-2 11-23 0,2-11-153 16,-6 6-347-16,6-6 153 0</inkml:trace>
  <inkml:trace contextRef="#ctx0" brushRef="#br0" timeOffset="-166093.22">30833 11815 73 0,'17'-3'124'0,"-3"3"-10"16,0 1-12-16,0 0-7 0,0 2-1 0,3-1 1 15,-3 2-14-15,-1-1-1 0,-2 3-3 0,1-1-5 16,-3 1-9-16,-2-3-3 0,3 2-5 0,-3-1-8 16,-2 0-4-16,0 0 2 0,0 1-8 0,-1-1-4 15,-4-4 0-15,9 6-1 0,-5-3 10 0,-4-3 8 16,7 3 4-16,-7-3 0 0,11 0-3 0,-11 0-1 16,14 0-4-16,-7-2 12 0,0 1-9 0,2-5 1 15,-2 0 9-15,0-1 2 0,-2 1-7 0,1-2-5 16,2 0-5-16,-2-2 2 0,-2 1 2 0,-1-1-3 15,-1 0-3-15,0 0-4 0,-4 0-4 0,2-2-3 16,-2 3-4-16,-3 1-4 0,1-1-2 0,-3 1-5 16,-1 3 0-16,-1-1-10 0,0 3-14 0,-2 0-23 15,1 2-27-15,-1 3-39 0,1 1-41 0,0-1-38 16,1 4-177-16,-1-1-380 0,1 1 169 0</inkml:trace>
  <inkml:trace contextRef="#ctx0" brushRef="#br0" timeOffset="-165461.03">31971 11575 145 0,'2'-8'153'0,"-2"8"-3"16,2-8-2-16,-2 8-12 0,0-8-13 0,0 8-21 16,0 0-9-16,0 0-9 0,0 0-2 0,0 0-10 15,0 0 21-15,6 27-2 0,-2-9-7 0,-4 1-2 16,0 9-9-16,0-2-2 0,-3 2-8 0,2 3-5 15,0-2-5-15,0-3-2 0,-2 2-4 0,2-4-1 16,-2-4-8-16,2 0-3 0,-1 5-3 16,-1-7-5-16,0-1 3 0,-1-1-15 0,2 2-12 0,0-2-29 15,-3-4-27-15,4-2-36 0,0-1-39 0,1-1-29 16,0-8-11-16,-3 12-109 0,3-12-300 16,-2 4 134-16</inkml:trace>
  <inkml:trace contextRef="#ctx0" brushRef="#br0" timeOffset="-164885.28">31996 11747 42 0,'4'-4'127'0,"1"-2"-18"16,0 2 1-16,2-1-21 0,-1 0 9 0,2-1-20 16,2 0-5-16,0 0-4 0,0 0 0 0,1-1 7 15,0 0-17-15,-2 0-8 0,0 1 8 0,0-3 0 16,1 2-10-16,-3 1 9 0,-1-1-4 0,2 0-11 15,-2-1 1-15,-2 1 0 0,0 3 1 16,-4 4-10-16,4-8 1 0,-4 8-2 0,5-6-6 16,-5 6-5-16,0 0-8 0,0 0 4 0,0 0-8 15,0 0 5-15,5 19 2 0,-8-6-13 0,1-1 9 16,1 5-1-16,-2 2-3 0,0 7 1 0,2-7 3 0,-3 0-8 16,3 5 1-16,-2-5 0 0,3-1-4 0,-1 0 5 15,-2-3 4-15,3 0-7 0,-1-2-2 0,2 0 5 16,-1-5-1-16,2-1-4 0,0-1 1 15,0 0 7-15,-2-6-1 0,4 10-8 0,-4-10 7 16,3 3-5-16,-3-3 4 0,12-1-5 0,-12 1 1 0,20-8 1 16,-8 2 1-16,3-5-8 0,0 2-1 0,1 1 0 15,3 0 6-15,-2 0-6 0,0 1 6 16,-1 2-8-16,-3 2 8 0,-2 0 0 0,3 3 4 0,-4-2 4 16,2 4-4-16,1-1-1 0,-3 3 1 15,3 1 2-15,1-1 9 0,2 2 2 0,2-2-6 16,1 2 7-16,1 0-5 0,0-5 1 0,0 2-7 0,1-3-1 15,-1-3 1-15,-20 3 30 0,0 0 2 0,63-10-2 16,-63 10-4-16,38-12-1 0,-38 12-3 0,31-17 3 16,-31 17-6-16,26-21-2 0,-26 21 7 0,17-24-5 15,-17 24 0-15,9-26-4 0,-9 26-3 16,0 0-3-16,-1-44 0 0,1 44-7 0,0 0 0 0,-15-34 1 16,6 21-2-16,1 7-1 0,-3 0-5 0,-1 2-1 15,1 3-1-15,-3 2-1 0,-3 5 1 0,-1 3 0 16,-4 6 0-16,3 4-5 0,0 3-9 0,5 1-26 15,0 0-25-15,6 2-37 0,3-1-57 16,4-5-42-16,-1 8-158 0,4-8-383 0,4 5 169 16</inkml:trace>
  <inkml:trace contextRef="#ctx0" brushRef="#br0" timeOffset="-163885.37">29457 12826 142 0,'0'0'146'0,"-3"-12"-7"0,1 5-12 0,2 7-7 16,-9-11-9-16,2 7-8 0,-3 2-15 0,-3-1 6 15,2 2-6-15,-8 2-7 0,2 4 5 16,-3-1-6-16,-1 4-9 0,-4 5-7 0,2-2-7 16,5 1-3-16,-4 4-8 0,7-3-5 0,0 0-1 0,0 2-5 15,1-1-5-15,7 2 1 0,-2-3-6 0,5-1-1 16,1-2-3-16,2 0-3 0,1 3-4 16,1-4 4-16,3 1 1 0,1-5-6 0,2 1 0 15,3 0-1-15,0-3 2 0,2-3 1 0,3 0-2 0,2-3-3 16,-1-1-1-16,2-1 4 0,-1-3 0 0,-1-1-3 15,0 0-2-15,-4-4 3 0,2 2-5 0,-2-4 5 16,-1-1-2-16,-3-1 0 0,0 0 1 0,-2-2 2 16,-1-6 1-16,-1 5-1 0,-1-5-1 15,-2-1 2-15,-1-1-3 0,-1 2 2 0,-2-1 1 0,-2-3 1 16,0 4 1-16,-3-3 0 0,0 3-1 0,5 6-2 16,-6 0 8-16,4 4 8 0,0 1-4 0,-1 4 3 15,4 1-4-15,-1 1-5 0,1 3-2 0,2 5-8 16,-4-9 1-16,4 9-1 0,0 0 1 0,0 0-7 15,0 0 7-15,8 39-3 0,-5-12-1 0,3 3-2 16,0-1 0-16,-1 6-2 0,4-2 8 0,-1-1-9 16,-2 0 1-16,3-2 2 0,-3-2-2 0,2-2 1 15,-2-1 0-15,1-5-1 0,2-3 2 0,0 0 2 16,-3-3-4-16,3 0 2 0,0-2 2 0,0-3-2 16,-1 1 4-16,2-5-4 0,-4 1 3 0,4-4 0 15,0-2-1-15,2-2 0 0,1-1 5 0,1-4-2 16,0 0-5-16,5-5 0 0,-7-1 5 0,2 2-4 15,-3-1 0-15,2-4-1 0,1-4 0 0,-4 1-6 16,1 3 6-16,-1-2-3 0,-2 1 2 0,-3 0-1 16,-1 3-1-16,-1 2 0 0,1 1 0 0,-3 3 3 15,1 3-5-15,-2 5 3 0,1-10-7 0,-1 10-2 16,0 0 4-16,0 0 3 0,0 0-5 0,0 0 3 16,-14 17 1-16,9-7-2 0,1 0 2 0,1 1-1 15,1 0 0-15,3 0 0 0,-1-1 3 0,1 1-2 16,1 0 0-16,2 0 1 0,1 0-19 0,0-3-13 15,1 2-32-15,0-2-27 0,0-3-28 0,1 0-30 16,0-1-33-16,-7-4-152 0,12 4-362 0,-12-4 160 16</inkml:trace>
  <inkml:trace contextRef="#ctx0" brushRef="#br0" timeOffset="-163729.65">29614 12525 114 0,'0'0'117'16,"0"0"-37"-16,0 0-40 0,19 24-34 0,-11-16-31 15,5 4-31-15,2-1-59 0,3-1 26 0</inkml:trace>
  <inkml:trace contextRef="#ctx0" brushRef="#br0" timeOffset="-163489.45">30046 12565 21 0,'-1'-10'146'0,"1"10"9"0,-6-11 4 0,3 6-8 16,3 5-1-16,-8-6-7 0,8 6-12 0,-9-3-7 15,9 3-9-15,0 0-5 0,-15 7-12 0,9 1-5 16,0 6 2-16,-1 5-7 0,-1 4-8 0,3 4-5 16,1 0-3-16,-2 3-6 0,-1-2-4 0,1 2-9 15,3-4 0-15,0 1-5 0,0 0-6 0,-1-1-2 16,2 1-6-16,-1-8-4 0,3 9 0 0,0-4-3 15,-3-5-1-15,2 0-4 0,0-3-10 0,-2 0-12 16,2-3-31-16,1-2-37 0,-1 1-24 0,1-12-41 16,-3 13-27-16,3-6-24 0,0 1-131 0,0-8-339 15,0 0 150-15</inkml:trace>
  <inkml:trace contextRef="#ctx0" brushRef="#br0" timeOffset="-163135.75">29875 12811 97 0,'18'-8'109'16,"1"3"-12"-16,10-3-10 0,1-3-8 0,0 4-10 15,2 1 2-15,0-2-22 0,-1 0-17 0,-2 1-7 16,-1 0 0-16,-1-2-8 0,-1-3 3 0,-9 6-9 16,0-2 0-16,0-3-6 0,-3 0 2 0,-2 0-2 15,-1-4 1-15,-1 1 2 0,-3-2 10 0,-2 0 4 16,1-1-7-16,-3 0 12 0,-2 0 8 0,-1 5 3 15,0 0 0-15,0 1 11 0,0 3 3 0,-3-2 3 16,3 10-3-16,-1-12 4 0,0 6-9 0,1 6-2 16,0 0-11-16,-3-8 0 0,3 8-4 0,0 0 16 15,0 0 7-15,-5 27 14 0,3-6 7 0,-1 4 1 16,-1 1-6-16,0 2-3 0,0 4 0 0,1-3-7 16,-2 1-4-16,3-3-3 0,0-1-4 0,1 2-6 15,3-3-2-15,-2-1-6 0,0 1-1 0,1 0-5 16,1-6-2-16,-2 1-7 0,3-3-16 0,-3 2-25 15,0 0-26-15,2-2-33 0,-1-7-44 0,1 1-28 16,0-1-34-16,-1-2-116 0,-1-8-328 0,3 11 145 16</inkml:trace>
  <inkml:trace contextRef="#ctx0" brushRef="#br0" timeOffset="-162355.1">30272 12741 129 0,'5'-4'134'0,"6"0"-12"16,1 1-11-16,4-3-6 0,3 1-17 0,0 0-6 0,2 0-6 15,-1 1-8-15,7-3-5 0,-9 3-4 16,2-1-12-16,-1 2-3 0,-1-2-1 0,-4 1 1 16,-2 0 2-16,-3 2 2 0,0 0 3 0,-2 1 8 15,-7 1-5-15,9-3 8 0,-9 3 1 0,0 0-8 16,12 0-4-16,-12 0-10 0,0 0-7 0,7 3-1 15,-7-3-5-15,0 0-2 0,-1 9-1 0,1-9 4 0,-5 16-3 16,0-4 4-16,0-2-2 0,0 2-2 16,1 0-5-16,1-1 0 0,2 2 0 0,-3 0-3 15,3 0-1-15,0-2-3 0,2 0 3 0,1-2-1 0,4-1-1 16,-3 0-2-16,4-1 3 0,3-1-5 0,-4-2 1 16,5-1 2-16,0-2-4 0,-1 0 8 15,2-3-11-15,1-1 2 0,-2-1-3 0,1-2 2 16,-1 0 2-16,-2-3-4 0,1 2 3 0,2-6-6 15,-6 3 6-15,1-1-3 0,0-1-4 0,0-4 1 0,-2 3 0 16,-1-1-3-16,-1-3 3 0,1 0-3 16,-2 2 0-16,0 3 2 0,0 1-4 0,0 1 4 15,-2 3-3-15,1-1 2 0,-1 8-3 0,4-9-1 16,-4 9-2-16,0 0-1 0,1-7-3 0,-1 7 5 0,0 0-3 16,0 0 4-16,7 24-2 0,-5-13 2 0,0 1 0 15,-1 1 3-15,1 2-2 0,1 0 3 0,0-2 0 16,-1-2 3-16,1 2 0 0,3-4-2 0,-1 1 7 15,0 0-6-15,3-3-7 0,0 1 4 16,0-3-1-16,4-2-1 0,1 0 4 0,3-3 0 0,2 0-9 16,0-5 13-16,3 0-3 0,-5-2-2 0,1 0 7 15,2-2-7-15,-5-1-1 0,1-2 1 0,0 2 2 16,-3-4-2-16,0-1 5 0,-3-1-3 16,2-6-3-16,-2 6 1 0,-4-2 6 0,-1 1-8 15,-3 0 11-15,1 2-11 0,-4 0 2 0,1 5 4 0,1 0 1 16,-1 3 2-16,1 7 2 0,-1-11-3 0,1 11-4 15,-4-7-3-15,4 7 0 0,0 0-1 0,-17 4 2 16,9 3-2-16,-1 1 2 0,2 3 2 0,-1-1-7 16,2 6 3-16,1-1 0 0,5 1-3 0,-2-5 1 15,2 6 5-15,4-5-8 0,0 4 1 0,3-2-4 16,-4-3-1-16,6 2 0 0,-2-2-2 0,0 0 4 16,-1-1-3-16,1-1 4 0,-1 2 2 0,0-3-4 15,-1 4 0-15,-1-5 5 0,-2 2-5 0,1-3 2 16,0 0-2-16,-3 4 8 0,0-10 0 0,-2 11-2 15,1-3 0-15,-3 0-11 0,-1-2-3 0,1 2 2 16,-3 0-15-16,0-2-10 0,1-2-16 0,-1 0-21 16,1-2-21-16,6-2-22 0,-11 8-16 0,5-7-30 15,6-1-85-15,-10-1-273 0,10 1 121 0</inkml:trace>
  <inkml:trace contextRef="#ctx0" brushRef="#br0" timeOffset="-162149.92">31240 12544 89 0,'0'0'130'0,"0"0"-3"0,6 15 6 16,-5-5-10-16,-1 2-3 0,2 1-8 0,-1 4-12 16,0 2-9-16,0-2-10 0,-2 0-5 0,1 1-11 15,0 0-3-15,1-1-8 0,1-1-3 0,-2 1-13 16,1-4-24-16,-1 0-27 0,1-2-26 0,-1 2-40 15,2-5-23-15,-4-1-104 0,0 0-223 0,2-7 99 16</inkml:trace>
  <inkml:trace contextRef="#ctx0" brushRef="#br0" timeOffset="-161993.35">31201 12360 86 0,'0'0'54'0,"0"0"-38"16,0 0-42-16,-12 28-29 0,9-18 13 0</inkml:trace>
  <inkml:trace contextRef="#ctx0" brushRef="#br0" timeOffset="-161436.75">31467 12595 146 0,'0'0'162'16,"0"0"-6"-16,0 0-7 0,1 9-10 0,-1-9-7 0,0 0-8 15,-15 20-7-15,9-9-6 0,1 1-10 0,-4 3-8 16,-1-1-11-16,3 0-11 0,1 1-7 16,2-5-4-16,3 4-5 0,2-2-1 0,0-2-6 0,0 1-5 15,3-2-3-15,1 1-2 0,1-5-5 16,2 0 1-16,-1 0-3 0,2-1-5 0,0-3-1 0,3-1 2 15,-1-3-9-15,-1-1 1 0,1-1-2 0,0-2 0 16,-2 0-1-16,-2-3-3 0,1-5-5 0,-3 5 3 16,0-6-3-16,0 1-7 0,-1-4-4 0,-3 1 1 15,1 0 2-15,-1 0-7 0,0 0 0 0,-2-2 2 16,1 9 3-16,0-1 2 0,-1-1 3 0,2 5-4 16,-1-2-4-16,1 3-3 0,-1 7-1 0,0 0 3 15,4-7-1-15,-4 7-2 0,0 0 3 0,17 11 4 16,-7 1 5-16,-1 0-1 0,0 4-1 0,1 0 2 15,-1-2-2-15,0 1 7 0,-3-1-1 0,1-2 1 16,-1-2 4-16,-2 3 3 0,1-3-1 0,-2 0-4 16,-1-1 0-16,1-2 5 0,-1-4 8 0,-2-3 12 15,4 9 8-15,-4-9 11 0,0 0-7 0,0 0 0 16,0 0-5-16,0 0 0 0,0 0-8 0,0 0-2 16,0 0-6-16,1-25 0 0,1 15-5 0,0-2-1 15,2 1 1-15,2-4-5 0,2 0-3 0,2 1-3 16,-1 1-1-16,2-1-2 0,1 1-2 15,0 3-3-15,2 0 1 0,-4 4-2 0,0 1-3 0,0 0 0 16,2 4-2-16,-2 0-8 0,0 2 10 0,1 2-2 16,-2 3 1-16,2 0-3 0,-2 1 1 0,-3 3 5 15,2 3-1-15,-3-3 9 0,0 5-10 0,-1 1-1 16,-1 0 0-16,-3 0-7 0,0-3-22 0,-3 2-39 16,1-4-41-16,2 5-46 0,-2-3-22 0,4 0-204 15,-1-2-414-15,4-3 184 0</inkml:trace>
  <inkml:trace contextRef="#ctx0" brushRef="#br0" timeOffset="-160752.85">32852 12537 88 0,'0'0'164'0,"0"0"-14"0,0 0-9 0,-52-4-13 15,52 4-3-15,-28 13-12 0,14-1-10 0,3 2-12 16,-1-1-7-16,2 3 0 0,0-1-8 0,1-1-10 0,3-1-1 16,3-3-7-16,0 2-6 0,2-1-4 15,1-1 1-15,0-10-4 0,0 0 4 0,0 0-2 16,0 0-3-16,34 40 1 0,-34-40 0 0,23 8-3 15,-23-8-1-15,0 0-9 0,46 5-1 0,-46-5-1 16,0 0-7-16,0 0 0 0,50-14-2 0,-50 14 2 16,0 0-5-16,23-18-7 0,-23 18-4 0,0 0-6 15,12-30-2-15,-12 30-8 0,0 0-1 0,-13-47 1 16,13 47-1-16,-21-32 2 0,21 32-2 0,-26-27 0 16,9 14 3-16,17 13 0 0,-33-22-2 0,14 14 0 0,1 1 2 15,0 1 0-15,1 2 9 0,5 2 0 16,1 1-12-16,3 0 0 0,8 1 4 0,-13-2-2 15,13 2 3-15,-7 4 1 0,7-4-2 0,0 0 6 16,0 0-1-16,0 0-5 0,0 0 6 0,0 0 0 16,0 0-2-16,101 9 3 0,-101-9-1 0,61-10 1 15,-29 3-2-15,-3 0 7 0,-1-3-1 0,-28 10 1 0,37-19-1 16,-37 19 1-16,35-22 1 0,-22 8 7 16,-13 14-2-16,23-31 3 0,-23 31 0 0,10-34-2 15,-10 34 3-15,8-32 3 0,-8 32 1 0,0 0 7 16,1-38 2-16,-1 38 1 0,0 0 1 0,0 0 2 15,0 0-5-15,0 0-10 0,-6-37-3 0,6 37-2 16,0 0 1-16,0 0-1 0,0 0 4 0,0 0-3 16,0 0 1-16,-31 93 0 0,26-62 0 0,0 1-2 15,4 1 4-15,-2 2 3 0,2-1 5 0,1-34 5 16,-1 70 0-16,1-37 1 0,1-1-2 0,-1-32-2 16,0 62 0-16,-1-33-4 0,1-29-1 0,1 54-1 15,-1-54-5-15,0 38 1 0,0-38-2 0,1 38 1 16,-1-38-3-16,0 36 2 0,0-36-5 0,0 0-13 15,3 40-13-15,-3-40-23 0,0 0-21 0,2 28-32 16,-2-28-43-16,0 0-46 0,0 0-29 0,0 0-168 16,0 0-409-16,0 0 181 0</inkml:trace>
  <inkml:trace contextRef="#ctx0" brushRef="#br0" timeOffset="-160606.22">32971 12704 146 0,'0'0'144'16,"48"-9"-28"-16,-48 9-35 0,47-5-42 0,-47 5-39 15,41-2-88-15,-41 2-95 0,38 1 42 0</inkml:trace>
  <inkml:trace contextRef="#ctx0" brushRef="#br0" timeOffset="-158743.52">29210 13401 67 0,'0'0'131'0,"0"0"-20"0,0 0-3 16,0 0-9-16,0 0-13 0,0 0-1 0,0 0-16 15,0 0-4-15,0 0 2 0,0 0-17 0,0 0 3 16,0 0-14-16,0 0 0 0,0 0-3 16,0 0-1-16,0 0-3 0,0 0 7 0,0 0-2 0,0 0-7 15,0 0-2-15,0 0 3 0,0 0 5 0,0 0-2 16,0 0-11-16,0 0-5 0,0 0 10 0,0 0 0 15,0 0-1-15,0 0 1 0,0 0-3 16,0 0 1-16,0 0 3 0,0 0-2 0,0 0 1 16,0 0-3-16,3-7-2 0,-3 7-1 0,0 0-7 0,0 0 3 15,0 0-2-15,0 0-5 0,-3-12 4 0,3 12-6 16,0 0 1-16,-2-9-4 0,2 9 6 0,0 0-4 16,-1-11 2-16,1 11 9 0,1-9-1 0,-1 9-4 15,0 0 2-15,-3-12-1 0,3 12-4 16,0-9 4-16,0 9-5 0,0 0 8 0,0-9-1 0,0 9 0 15,0 0 2-15,0 0-1 0,0-11-2 0,0 11 0 16,0 0-1-16,0 0-6 0,3-7 4 0,-3 7-3 16,0 0-1-16,0 0 3 0,0 0-3 0,0 0-2 15,0 0 3-15,0 0-5 0,0 0-1 16,0 0 4-16,0 0-8 0,0 0 5 0,0 0 2 0,0 0 0 16,0 0-8-16,0 0 4 0,0 0 0 0,0 0-5 15,0 0 0-15,0 0 5 0,0 0-2 0,0 0-4 16,0 0 1-16,0 0 0 0,0 0-1 15,0 0 0-15,0 0-1 0,0 0 0 0,0 0-2 0,0 0 8 16,0 0-2-16,0 0-11 0,0 0 12 0,0 0-2 16,0 0 1-16,0 0-2 0,0 0 2 0,0 0 4 15,2 25-4-15,-2-25 1 0,0 0 0 0,3 7-1 16,-3-7 0-16,2 6-1 0,-2-6 3 16,0 0-2-16,0 0 3 0,0 0 0 0,4 5-4 0,-4-5 0 15,0 0 1-15,0 0-3 0,0 0 4 0,0 0-2 16,0 0 7-16,0 0-3 0,0 0 0 0,0 0-1 15,0 0-2-15,0 0 0 0,0 0 0 0,0 0-2 16,0 0 2-16,0 0-1 0,0 0 1 0,0 0 0 16,0 0 2-16,0 0-1 0,0 0-1 0,0 0 6 15,0 0-6-15,0 0 3 0,0 0-4 0,0 0-1 16,0 0 2-16,0 0 5 0,0 0-6 0,0 0 3 16,0 0-5-16,0 0 5 0,0 0 2 0,0 0-3 15,0 0 1-15,0 0 0 0,0 0-1 0,0 0-2 16,0 0 3-16,0 0 0 0,0 0 0 0,0 0-4 15,0 0 1-15,0 0 4 0,0 0-4 0,0 0 3 16,0 0 0-16,0 0 2 0,0 0-2 0,0 0-3 16,0 0 1-16,0 0 2 0,0 0-7 0,0 0 5 15,0 0 6-15,0 0-3 0,0 0-4 16,0 0 1-16,0 0 0 0,0 0-1 0,0 0 3 0,0 0-2 16,0 0 2-16,0 0 3 0,0 0-4 0,0 0 2 15,0 0-1-15,0 0-1 0,0 0 3 0,0 0-1 16,0 0 1-16,0 0 4 0,0 0 2 0,0 0 0 15,0 0-2-15,0 0-1 0,0 0-2 16,0 0 0-16,0 0 1 0,0 0-2 0,0 0 0 0,0 0-1 16,0 0 6-16,0 0-5 0,0 0-4 0,0 0-1 15,0 0 3-15,0 0 3 0,0 0-6 0,0 0 7 16,0 0-7-16,0 0 1 0,0 0 3 0,0 0-3 16,0 0 0-16,0 0 1 0,0 0-1 0,0 0 0 15,0 0 3-15,0 0-4 0,0 0-5 0,0 0 9 16,0 0 2-16,0 0-2 0,0 0 2 0,0 0-5 15,0 0 1-15,0 0 0 0,0 0 4 0,0 0-3 16,0 0 1-16,0 0 0 0,0 0 2 0,0 0 1 16,0 0 6-16,0 0-1 0,0 0 2 0,0 0 2 15,0 0-5-15,0 0 2 0,0 0 2 0,0 0-4 16,0 0-1-16,0 0-5 0,0 0 4 0,0 0-4 16,0 0 3-16,3-19-5 0,-3 19 1 0,0 0-4 15,1-8 5-15,-1 8-1 0,0 0 1 0,1-9-2 16,-1 9 1-16,0 0-3 0,2-11 4 0,-2 11-2 15,0-8-2-15,0 8-3 0,0 0 4 0,2-7 0 16,-2 7 1-16,0 0 1 0,0-9-2 0,0 9 0 16,0 0-1-16,0 0 4 0,0-9-3 0,0 9-4 15,0 0 5-15,0 0-1 0,0 0 1 0,0 0 1 16,0 0-1-16,0 0-3 0,0 0 2 0,0-9-1 16,0 9 2-16,0 0-5 0,0 0 3 0,0 0 0 15,0 0 0-15,0 0 2 0,0 0-4 0,0 0 1 16,0 0-1-16,0 0-3 0,0 0 4 0,0 0-3 15,0 0 0-15,0 0 0 0,0 0-1 0,0 0 0 16,0 0 2-16,0 0-1 0,0 0 2 0,0 0-3 16,5 26 3-16,-3-15-8 0,-1 5 10 0,1-1 0 15,0 5 0-15,-1 5 6 0,1-1-3 0,-4 2 0 16,2-1 1-16,0 0 0 0,4-5 2 0,-4 4-2 16,0-6 1-16,1 1 0 0,-2-1-3 0,1 1-4 15,1-4 5-15,0 3-2 0,1-2-1 0,-2-5 2 16,2 5 0-16,-3-3 1 0,2-2 0 0,-1-2 3 15,1 1-9-15,-1-1-3 0,0 0-11 0,0 1-13 16,0-10-19-16,0 10-28 0,0-10-31 0,-1 11-25 16,-1-6-39-16,-2 0-167 0,4-5-367 0,-19 7 162 15</inkml:trace>
  <inkml:trace contextRef="#ctx0" brushRef="#br0" timeOffset="-158140.63">29320 13498 39 0,'17'-8'84'0,"-2"1"-8"0,-5 1-3 16,0 1-11-16,0-1 3 0,-5 2-4 0,1-1 1 16,-2-1 8-16,1 0-6 0,-3 0 6 0,1-1-3 15,-2 0-2-15,1-3-7 0,-4 0-7 0,2 10-5 16,-2-15 15-16,-1 6-6 0,-1 0-1 0,2 3-1 15,2 6-8-15,-5-7-4 0,5 7-9 0,0 0-5 16,0 0-5-16,0 0 0 0,0 0 9 0,0 0-9 16,-5 32 3-16,6-14 3 0,0 1-5 0,-1 6-1 15,2 1-4-15,-2-7-5 0,-2 9 8 0,4-9-4 16,-1 5 2-16,1-5-8 0,-2 0 3 0,4-1 3 16,-1-2-6-16,-3-3 6 0,1-1-3 0,0-1-11 15,0-2 3-15,1-3 5 0,-1 1-4 0,-1-7 6 16,1 12-6-16,2-8 6 0,-3-4 1 0,0 0 9 15,1 8 4-15,-1-8-2 0,0 0-1 0,0 0-4 0,0 0 0 16,21-14-4-16,-14 6 2 0,1-1-6 16,1-1 4-16,5 0-7 0,0-4-2 0,-4 5 6 15,4-3-10-15,-2 5 3 0,-3 0 2 0,1-1-11 16,-1 4 8-16,0 1-5 0,-1 0-1 0,-2 2 0 16,-6 1-6-16,15 1 5 0,-7 1 9 0,1 0-5 0,0 1 1 15,0 0-2-15,1 1 4 0,3 0-6 16,-3-2 2-16,2-1 4 0,0 2-1 0,1-3 1 15,-3 0-4-15,2-2 0 0,-1 1 5 0,2-1 2 16,-1-1-5-16,-2-4-3 0,0 1 4 0,-1 0 1 16,0-1-5-16,-3-2 5 0,2 2-1 0,-4-3-2 0,2 1 3 15,-2-1 1-15,-1 0 2 0,-3 0 0 16,0 1-2-16,-2-1-3 0,0 0 1 0,-1 4 4 16,3 6 0-16,-8-10-3 0,5 6-1 0,3 4-5 15,-14 1 4-15,-3 6-1 0,6-1 1 0,-4 6-1 16,3-1 0-16,0 2-2 0,3 5-13 0,0-1-25 15,4 0-40-15,3-2-44 0,4 4-32 0,2-2-147 0,4-7-325 16,-2 1 144-16</inkml:trace>
  <inkml:trace contextRef="#ctx0" brushRef="#br0" timeOffset="-157540.22">30224 13576 5 0,'0'0'166'0,"0"0"-19"15,0 0-8-15,0 0-10 0,-5 28-8 16,3-20-12-16,1 2-8 0,0-2-7 0,1-8-2 16,-1 14-13-16,-1-7-5 0,2-7-8 0,-1 11 2 15,1-11-12-15,-1 9 0 0,1-9 10 0,0 0 7 16,0 0 14-16,-2 9 8 0,2-9-4 0,0 0-7 0,0 0-8 15,0 0-11-15,0 0-4 0,0 0-2 0,-10-18-5 16,6 9-1-16,2-1-4 0,-1 1-3 16,2-2-4-16,0 0-6 0,-1 0-4 0,1 0-4 15,1-2 2-15,1 0-7 0,1-2 2 0,2-3-6 16,-2 3-5-16,4-3 2 0,2 5-3 0,0-3-4 16,0 6 1-16,2 2-2 0,2-4 0 0,-1 5-3 15,1 1 0-15,0 2-6 0,3 3 5 0,-1 3-2 16,3 3 0-16,2 1-3 0,-1 4 1 0,-5 1-2 15,3 0 2-15,-5 2-1 0,0 1 0 0,1 0-1 16,-7-4 1-16,1 4 1 0,-1-1 3 0,-1-3-2 16,-1 0-1-16,-1-1-3 0,1-1 2 0,-3-1 2 0,0-7 1 15,1 10 0-15,0-6 6 0,-1-4-4 16,0 0 3-16,0 0-3 0,-5 9 2 0,5-9-2 16,0 0 2-16,0 0-2 0,-12-3 0 0,12 3 0 15,0 0 1-15,-8-13-6 0,6 7-3 0,2 6 1 0,-1-16-6 16,2 6 2-16,3 0-5 0,4-4-8 15,2-1 4-15,0 2-3 0,6-3 3 0,3 0 1 0,3 1 0 16,-7 6-1-16,2 1 2 0,-2 0 3 16,3 3 2-16,-9 3-5 0,2 2 4 0,1 1-2 15,-2 2 2-15,1 2-3 0,-2 3 5 0,-1 2 0 0,0 6 2 16,-3-6-4-16,0 5 4 0,-1 2-4 16,-3-4 6-16,0 4 0 0,-2 0-2 0,0 0 0 15,-2 0-21-15,-1 0-20 0,2-2-37 0,-2-2-36 16,-1-2-35-16,1-2-44 0,-2 1-118 0,3-3-342 15,3-7 151-15</inkml:trace>
  <inkml:trace contextRef="#ctx0" brushRef="#br0" timeOffset="-157340.02">30807 13468 128 0,'-2'-7'142'0,"2"7"0"0,0 0 7 0,0 0-11 15,0 0-10-15,-4 24-12 0,3-15-7 16,0 4-10-16,0-3-12 0,-1 6-5 0,2-2-12 0,-1 1-7 16,1 2-4-16,0-6-7 0,1 1-12 15,1 1-17-15,0-1-34 0,-2 1-26 0,3-4-50 0,-2 1-40 16,0-1-101-16,-1-9-246 0,-1 8 108 0</inkml:trace>
  <inkml:trace contextRef="#ctx0" brushRef="#br0" timeOffset="-157181.38">30727 13219 19 0,'0'0'74'0,"0"0"-15"0,0 0-24 15,0 0-34-15,9 31-33 0,-5-12-33 0,0 6 14 0</inkml:trace>
  <inkml:trace contextRef="#ctx0" brushRef="#br0" timeOffset="-156905.41">30929 13621 42 0,'0'0'177'0,"0"0"-2"16,0 0-14-16,5-14-4 0,-5 14-8 15,0-12-18-15,0 12-6 0,0-14 0 0,3 6-5 16,-3-1-10-16,1 2-8 0,0-3-8 0,2-2-6 15,1 1-9-15,-2 1 3 0,3-2-12 0,1 2-8 16,1 0-6-16,1 3-10 0,1-2-6 0,0 5-1 0,1 0-6 16,2 2-2-16,-1 0-7 0,2 4 2 0,0-1-1 15,-2 4-9-15,1 1 1 0,-2 1-1 16,3 5-3-16,-4 1-3 0,-3-2 1 0,2-1-3 16,-3 0-2-16,-2 3 2 0,1 1 4 0,-4-1-7 15,2-1-11-15,-2 1-24 0,-2-2-15 0,0 1-24 0,-1-2-34 16,2 0-29-16,0-3-30 0,-2-3-23 15,3-4-109-15,-6 10-317 0,6-10 140 0</inkml:trace>
  <inkml:trace contextRef="#ctx0" brushRef="#br0" timeOffset="-156602.1">31245 13493 106 0,'1'-6'150'0,"-1"6"-16"0,0 0-1 15,0 0-12-15,0 0-5 0,-7 24-7 0,5-14-4 16,2-1-11-16,-2-3-5 0,3 5-10 0,0-5-6 0,1 4-1 16,1-1-5-16,2-2-1 0,0 0 2 15,1-4-4-15,0 1 4 0,4-1-5 0,-2-1 4 16,0-2-7-16,4-2 0 0,1 0-3 0,0-3 1 16,-3 1-1-16,0-4-3 0,1 0-2 0,0-1-5 0,-5-1 3 15,2 1-7-15,-4-4 0 0,1 2-5 0,-2-4-4 16,-2-1-3-16,-2 5-5 0,-2-6 0 0,-3 3-6 15,1 3-10-15,-2 0-18 0,1 2-1 16,-6 1-16-16,3 4-11 0,-1 1-17 0,-1 3-13 16,-2 0-13-16,-4 6-27 0,7 1-23 0,-4 3-13 0,2 1-19 15,1 1-11-15,0 3-99 0,0 1-293 0,5-1 129 16</inkml:trace>
  <inkml:trace contextRef="#ctx0" brushRef="#br0" timeOffset="-156025.87">31387 13651 163 0,'7'-7'163'0,"4"0"-6"0,-2 0-13 0,-2-2-7 0,2-1-4 15,-1 0-11-15,-3 0-5 0,4-2-13 16,-3-4-12-16,3 2-2 0,-5-2-6 0,-1-3-8 16,0 3-11-16,-1-1-2 0,-4 0-4 0,0 7 0 0,1-7-9 15,-2 0-1-15,-2 6-3 0,2 0-4 0,-2 0 2 16,-1 3-8-16,-2 1-5 0,2 2-3 15,-1 0-4-15,1 2-2 0,6 3-1 0,-11-5-3 16,11 5-5-16,-8-4-7 0,8 4 8 0,0 0-9 16,0 0 4-16,0 0-3 0,0 0-4 0,0 0 0 0,0 0 4 15,0 0 0-15,18 15-3 0,-7-13 1 0,2 0-1 16,6 0-2-16,-2-1 7 0,-2 2-4 0,2-1-4 16,-5 2-3-16,0-1 1 0,-2 2 1 0,2 0-2 15,-6-1 1-15,3 3 4 0,0 2-1 0,-4 0-3 16,-1 2 6-16,-1 2 5 0,-1-3-4 0,-2 4-2 15,0-3 3-15,-1 2-3 0,0 3 2 0,-1-6-4 16,-2 2-1-16,4-1 6 0,-1-2-3 0,0 2-1 16,1 0 0-16,1-1 3 0,2-4 2 0,-2-1-2 15,3 3 1-15,1-5-4 0,1 1 4 0,2-2-1 16,1-1-1-16,0-1 4 0,4-1-4 0,-3 1-2 16,2-4 0-16,0 0-4 0,-2 0 7 0,7-2-1 15,-4-3 3-15,-3 0-3 0,4-2 0 0,-8 0-2 16,1 0 0-16,-2 1 0 0,4-5-1 0,-5 0 2 15,1 1 0-15,-4-1 3 0,0 3-7 0,2-1 10 16,-3 2-11-16,0 2 9 0,-1-1-1 0,1 10 13 16,-2-12-4-16,2 12-2 0,2-7-5 0,-2 7-4 15,0 0 3-15,0 0-5 0,0 0 0 16,0 0-1-16,0 0 3 0,0 0 0 0,-4 36-2 0,3-24-1 16,-1 0-1-16,1 0 3 0,2 4-1 0,-2-5 1 15,2 0-3-15,2 1-9 0,-2 0-13 0,2-2-17 16,-1 0-38-16,2 1-25 0,-3-5-29 0,2 4-33 15,1-6-33-15,-4-4-110 0,1 10-330 0,-1-10 146 16</inkml:trace>
  <inkml:trace contextRef="#ctx0" brushRef="#br0" timeOffset="-155856.43">31727 13224 50 0,'0'0'74'0,"0"0"-33"0,-2 25-35 15,5-14-35-15,0 0-31 0,2 0 14 0</inkml:trace>
  <inkml:trace contextRef="#ctx0" brushRef="#br0" timeOffset="-155559.38">31895 13562 121 0,'0'0'187'15,"0"0"-4"-15,0 0-11 0,0 0-11 0,0 0-9 16,0 0-11-16,0 0-6 0,0-25 1 0,3 19-12 16,-1-1-17-16,4-1 17 0,-1-1-12 0,0-1-11 15,2-1-10-15,1 0-7 0,4-1-10 0,-2 4-6 16,-1 0-10-16,0-2-6 0,0 5-4 0,-2-1-8 15,0 2-3-15,-2 2-8 0,-5 2 0 0,9-2-3 16,-9 2-5-16,11 5-4 0,-6-1 2 0,1 3-4 16,-3 3 1-16,3 0-2 0,-3 2-2 0,-1-1-3 15,-2 1 3-15,2 4 1 0,-2-3-3 0,0-1-1 16,0 1-3-16,3-1-12 0,-3-1-22 0,1-1-27 16,-1 0-42-16,1-3-47 0,2-2-35 0,-3-5-30 15,5 9-133-15,0-8-369 0,-5-1 163 0</inkml:trace>
  <inkml:trace contextRef="#ctx0" brushRef="#br0" timeOffset="-154972.63">32348 13327 82 0,'0'0'176'15,"0"0"-5"-15,-18 6 1 0,3 2-10 0,0 4-15 16,-1 2-10-16,2 1-15 0,-4 2-11 0,6-2-12 15,2-2-11-15,0 1-7 0,6-2-5 0,-1-2-8 16,4 0-3-16,1-1-11 0,1-1-4 0,2-3 0 16,0 0-7-16,1 0 0 0,3-2-6 15,-7-3-5-15,20 0-2 0,-10-1-3 0,3-2-5 0,-1-2-1 16,-1-1-1-16,-1-1 1 0,1 0-3 0,-1 1 3 16,-3-1-2-16,1-4-1 0,-1 3 4 0,-2-2-2 15,1 0 5-15,-2 1-4 0,0 0 5 0,-1-1 1 16,0 2 0-16,-2 2 11 0,2 0 5 0,-3 6 4 15,3-10-2-15,-3 10-3 0,6-7-4 0,-6 7-10 16,0 0 1-16,0 0-4 0,0 0-1 0,0 0 2 16,0 0 2-16,2 22 9 0,-3-11-1 0,0 5 0 15,-2 3 5-15,2 1 12 0,-1 6 8 0,3 2 3 16,4-1-7-16,-3 2 5 0,2 1-2 0,3-1-4 16,-1 5-9-16,0-1-1 0,3-1-7 0,-1 3 0 15,2-2-6-15,-1-1-5 0,1 0 1 0,-1-1 3 16,-1 1-13-16,1-1 0 0,-1-3-4 0,-3-1-2 15,-1 0-28-15,-3-7-2 0,-1-3-3 0,-1-1 5 16,-1-3 4-16,0-3 5 0,-3 0 1 0,-2-1-1 16,-3-2 0-16,1-4 4 0,-1 0-4 0,-2 0-8 15,0-3 3-15,0-1-3 0,-2-2-6 0,-1-2 1 16,-2-2-2-16,3-3-1 0,0-1 0 0,4-2-5 16,-3-2 0-16,3-2 0 0,-1-4-5 0,1-4 5 15,7 1-1-15,-1-3-3 0,5-4-4 16,4 2-7-16,9 0-1 0,-1-1 0 0,5-2 1 0,0 0 1 15,16-7 4-15,-2 2 3 0,4 3 0 0,3 3 3 16,-7 10-2-16,12-7-4 0,2 2-18 0,-3 2-3 16,3 1-21-16,-12 9-19 0,-1 3-12 0,0-1-42 15,0-2-33-15,-3 3-24 0,-5 2-115 0,-25 9-349 16,39-14 156-16</inkml:trace>
  <inkml:trace contextRef="#ctx0" brushRef="#br0" timeOffset="-154105.75">28050 13866 57 0,'0'0'151'16,"-13"-1"-3"-16,3 2-12 0,-2 2-8 0,-2 3-5 0,-1 2-10 16,-9 7-3-16,-2 0-7 0,2 3-4 15,2 1-6-15,0 2 0 0,1 2-13 0,1 1-4 0,1-2-7 16,4 4-24-16,1-1 1 0,4-2-2 0,2-6-1 16,2 2-13-16,3-3 0 0,2 1 1 15,5-2-1-15,0 3-7 0,2-3-1 0,0-3-3 0,5-1 3 16,0-3-1-16,7-1-4 0,2 1-2 15,0-3-18-15,1-3-25 0,1 0-21 0,6 0-16 16,1-4-27-16,-8-2-10 0,0 1-9 0,0-3-1 16,0 0-3-16,-1-1 3 0,-4 0 7 0,2-5 6 15,5-2-2-15,-7 5-54 0,0-4-165 0,6-6 73 0</inkml:trace>
  <inkml:trace contextRef="#ctx0" brushRef="#br0" timeOffset="-152851.49">28251 14101 358 0,'12'-14'-27'0,"-3"-2"17"0,-3 0 10 15,1 1 12-15,-2 5 11 0,-1-2 15 0,-2 2 3 16,-2 3-1-16,0 7 10 0,-2-15 16 0,-2 10 0 15,-2 0-6-15,6 5 8 0,-17-7 1 0,7 7 0 0,-4 2 10 16,-2 3-5-16,-1 1-2 0,0 3-5 0,2 2-5 16,-2 2-7-16,4 2 6 0,-3-1-13 15,5 3 3-15,0-1-11 0,2-1 2 0,1 2-14 16,0-1 4-16,3-2-5 0,0-3-1 0,1 1-6 16,2-2 3-16,2 0-5 0,0-3 1 0,0 0 4 0,6-1-12 15,-2 0 7-15,0-2-7 0,2 0 0 16,-6-4 12-16,17 0-12 0,-8 0 0 0,1-4 2 15,2 0-3-15,-3-2-5 0,4 0 1 0,-3-1-1 0,-1-1 1 16,-1-1-1-16,4-4-1 0,-2 2 4 16,-1-4-2-16,-2 0-1 0,2 1-4 0,-6 2 1 0,3 0 1 15,-3 0 4-15,0 3-3 0,0 3 14 0,-3 0-3 16,0 6 8-16,6-10 3 0,-6 10-9 0,1-7-3 16,-1 7-3-16,4-5 0 0,-4 5-5 0,0 0 2 15,0 0 1-15,0 0-6 0,0 0 2 16,0 26-2-16,1-15 2 0,-1 4 1 0,0 2 0 0,0 0-2 15,2-2 0-15,0 2 2 0,3-2-2 0,-2 0-3 16,3 0-1-16,-1-1 1 0,3-2 2 16,0-2 2-16,2 0-2 0,1-1 3 0,1-4-1 15,-1 2 0-15,7-3 3 0,-4-3-2 0,3 1-5 0,2 0 7 16,-1-5-1-16,0 0-1 0,-1 0 2 0,-1-3-3 16,-3 2 2-16,1-6-3 0,-1 0 4 0,-4 1-5 15,1-2 0-15,-2 2-3 0,2-6 4 0,0 0-1 16,-5 1 0-16,0-2-2 0,0 0-1 0,-2-2-1 15,-3 1 0-15,0-2-4 0,-1 4 3 16,-2 3 0-16,0-3 1 0,-3 4-1 0,3 0 2 0,-6 0-2 16,2 2 3-16,-1 2-4 0,-1-2-2 0,-1 2 2 15,2 1 3-15,-1 0-5 0,3 3 2 0,-2-1 2 16,8 4-2-16,-11-6 2 0,9 2-4 0,2 4-1 16,0 0-1-16,0 0 3 0,-6-4-2 15,6 4 6-15,0 0-4 0,0 0 6 0,0 0-5 0,0 0 2 16,28 0 5-16,-15 1-5 0,0-1 4 0,4 0-3 15,3-1-1-15,-7 1 0 0,2-1 0 0,-1 0 2 16,-1 1-3-16,1 0 2 0,-1 0-1 0,-1 0 2 16,-1 0-5-16,-2 0 8 0,-1 1-5 0,-8-1 0 15,13 1-6-15,-6 0 2 0,0 2 3 0,-7-3 2 16,9 7 0-16,-3-3-4 0,-5 2 2 0,1 1 0 16,-2 2 2-16,0 4-2 0,-1-2-3 0,1 1 6 15,-1 7 3-15,-2-3 0 0,3 0-3 0,-1 0 4 16,1-1-1-16,1-2-2 0,2 2 3 15,-2 1 4-15,2-5-6 0,2 1 0 0,-1-1 2 0,3-1 1 16,0 0-3-16,1-3 2 0,-1 0 1 0,6 1-1 16,-2-5 7-16,7 1-8 0,-2-1 3 0,1-3 0 15,5-2 0-15,-3-2 3 0,-1 1-4 0,1-1 0 16,-1-1-1-16,-2-3-2 0,0 0 6 0,-2-2-8 16,-1 0 1-16,-1-2-4 0,-4 2-1 0,1-4-6 15,-3-3-8-15,0 2 6 0,-2-1-1 0,-3 4-5 16,-1-3 0-16,-1-1 4 0,-2 4 5 0,-2-2-5 15,-3-1 0-15,2 5 2 0,-4 0 5 0,2 3-2 16,-3 2-4-16,-1 0 7 0,2-1-3 0,0 0 3 16,1 3 3-16,1 0-1 0,8 3-1 0,-9-4-1 15,9 4-2-15,-6-3 5 0,6 3-1 0,0 0 2 16,0 0-2-16,0 0 1 0,0 0 7 0,0 0-9 16,23 7 3-16,-11-2 3 0,0-4-1 0,3 0-1 15,2 1 2-15,1 2 1 0,-1-1-6 0,-4 0 3 16,2 1-7-16,-3 1 6 0,-1-1 0 15,-1 2-4-15,-1 1 1 0,0 0 5 0,-3 2-3 0,1-2-3 16,-2 2 4-16,0 0-6 0,-1 2 6 0,-2-1 9 16,1 0-7-16,-2 1 2 0,0 2 1 0,-1-3-3 15,2 3 4-15,-1-3-3 0,0 0-1 16,2-1 2-16,1 1 0 0,-2 0-9 0,3-2 4 16,-1-1 8-16,2 0 0 0,1 1 0 0,-1-4-6 0,4 1 5 15,-2-3-2-15,4-1 4 0,0-1 1 0,0-3-3 16,1 3 3-16,1-3-2 0,0-1-2 0,1-2 1 15,0 0-2-15,-2-1 3 0,-1 1 0 0,0-1-3 16,1-4-1-16,-5 1 2 0,1 0-2 0,0-5 3 16,-3 1-1-16,-1 3 2 0,-1-6-2 0,-1 5-1 15,-2-1-2-15,3 0 4 0,-3-3-3 0,-1 5 0 16,1 1 10-16,-1 3 5 0,0 7 9 16,0-12-4-16,0 12-2 0,-1-10-11 0,1 10-1 0,0 0-2 15,0 0 1-15,0 0 0 0,0 0-4 0,0 0 2 16,0 0 1-16,3 40-5 0,-3-24 5 0,0 0-2 15,0 1 1-15,1 1-2 0,1 0 1 0,1 0-2 16,0-4 1-16,-1 4-5 0,1-3-7 0,-1-2-19 16,0-1-14-16,1 0-36 0,0 0-22 0,-1-4-35 15,1 4-36-15,-2-3-139 0,0-3-334 0,-1-6 148 16</inkml:trace>
  <inkml:trace contextRef="#ctx0" brushRef="#br0" timeOffset="-152683.25">29483 13882 86 0,'0'0'69'0,"0"0"-25"0,0 0-38 15,0 0-41-15,10 20-37 0,-8-13 17 0</inkml:trace>
  <inkml:trace contextRef="#ctx0" brushRef="#br0" timeOffset="-151667.97">29654 14154 36 0,'5'-4'152'0,"1"-1"-1"0,1-1-20 0,1-2-13 15,2 2-3-15,-3-1 4 0,1 0-12 0,-1-5-11 16,0 5-9-16,-2-2-7 0,2 1-6 0,-1-3-10 16,-2 3-4-16,-2-1 0 0,1 2 4 0,-1 1-10 15,-2 6-3-15,0-13-1 0,0 13-7 16,-4-10 1-16,4 10-7 0,-6-7-6 0,0 2-3 16,6 5-2-16,-16-1-3 0,10 1-3 0,6 0-2 0,-17 4-3 15,8-1 1-15,2 5-3 0,-2 0 6 0,0 1-8 16,1 1 0-16,2 4-5 0,-1-4 2 15,4 5 1-15,-1-2-1 0,4-1 0 0,-2 0 4 16,5 0 2-16,-2-1-9 0,3-1 7 0,-1 0-4 16,3-2 1-16,-1 1 2 0,3 0 1 0,2-2 6 0,7-1-1 15,-7-2-1-15,8-1 0 0,-5 1 1 0,1-2 1 16,2-2-5-16,2-2-1 0,1 1 4 0,-1 0-4 16,0-4-9-16,0 1 8 0,0 0 2 15,-4 0 0-15,2-1-8 0,-1-3 2 0,1 1-3 16,-6 1-2-16,4-3 4 0,-3 2 3 0,-2-4-4 0,-2 2-5 15,1-3 5-15,-3 1 4 0,0-2-6 0,-2-2-6 16,-3-3 5-16,-1 3-1 0,-1-2-1 16,-2 7 1-16,-1-2-3 0,-2 1-1 0,-1 1 1 0,0 2 1 15,-5-2 1-15,2 3-2 0,2 1 5 16,0 0-1-16,2 3 2 0,0 2-9 0,7 1 0 0,-9-6-5 16,9 6 10-16,-6-1-1 0,6 1-1 0,0 0 0 15,0 0-4-15,0 0 5 0,0 0 2 0,0 0 0 16,0 0-3-16,0 0 2 0,0 0 3 15,16 19 1-15,-7-16-4 0,3-2 1 0,2-1-1 16,1 0-1-16,3 1 5 0,-4 1-3 0,-1-2 2 0,0 0-9 16,-3 0 8-16,0 1-4 0,-2 2-3 0,-2-1 7 15,-1 2-3-15,0 0-2 0,2 1 2 0,-3-1 1 16,1 3 1-16,-3 0-1 0,-1 2 2 16,2 1-2-16,-3 2 1 0,1-2 0 0,-1 0 0 15,0 1 2-15,2 1-2 0,-4 0 0 0,2 1-3 0,-1-3 4 16,1 0 2-16,0 2-7 0,1-3 4 0,-1-1-3 15,0-8 2-15,2 12-2 0,-2-7 2 0,1 3 3 16,-1-8-3-16,4 9 4 0,-4-9 0 0,5 5 0 16,-1-2 0-16,-4-3-1 0,11 4 2 15,-11-4-7-15,13-3 6 0,-13 3 1 0,19-7-2 0,-9 3 0 16,2-3-1-16,5-2 3 0,-3-1-1 0,1-2 1 16,-1-1-4-16,0-1 3 0,-2 0 0 0,-1-3 3 15,-1 2 0-15,1-2-6 0,0 0 3 0,-3 1-4 16,-1-1 4-16,1-2-3 0,-2 5-3 15,-1 4 4-15,-1 0 7 0,-1-1 9 0,-2 6 3 16,-1 5-3-16,3-11-2 0,-3 11-5 0,1-9-1 0,-1 9-6 16,0 0 2-16,0 0-3 0,0 0 0 0,0 0 1 15,0 0 1-15,0 0-2 0,-23 19 0 16,15-9 4-16,1-1-10 0,1 1 4 0,1 1-2 16,-1 0-3-16,2-2 1 0,2-1-6 0,0 4 3 15,2-3-3-15,2 2 1 0,2-3-2 0,-3 0 0 0,3 1 0 16,2 1 0-16,0 0 2 0,0-3 0 0,0 2 4 15,3-1-3-15,-3 0 3 0,-1 0-4 0,2 1 2 16,-2-1 1-16,0-1-1 0,1 1 2 0,-1-3-2 16,1 1 2-16,-3 1 6 0,0-3-7 15,1 1 0-15,-4-5 1 0,7 10-2 0,-7-10 5 16,3 7-4-16,-2-3 2 0,-1-4 4 0,-2 11-2 0,2-11 3 16,-7 10-8-16,4-5-8 0,-3-2-9 0,1 2-24 15,-1 0-23-15,1-1-29 0,-3 0-42 0,0-2-38 16,2 0-129-16,-2 0-334 0,8-2 147 0</inkml:trace>
  <inkml:trace contextRef="#ctx0" brushRef="#br0" timeOffset="-151501.22">30615 14147 228 0,'4'-2'254'0,"-4"2"-5"0,11-1-14 0,-11 1-13 16,0 0-25-16,8-4-22 0,-8 4-17 0,0 0-14 15,0 0-19-15,0 0-28 0,0 0-38 0,0 0-46 16,6 7-60-16,-6-7-82 0,0 0-201 0,0 0-358 16,0 0 158-16</inkml:trace>
  <inkml:trace contextRef="#ctx0" brushRef="#br0" timeOffset="-146615.15">24556 12898 8 0,'-8'-3'61'0,"-2"2"-2"0,0-2 6 15,0 2-2-15,-1-2-14 0,-1 1 2 0,0-1-1 16,2 2-1-16,-3 0-12 0,3 0-1 0,0-2 3 16,-2 2-10-16,1 1 0 0,-1 0 5 0,3-3-11 0,2 2 9 15,7 1-11-15,-15-3 6 0,5 1-4 16,4 0-3-16,6 2 2 0,-14-1 10 0,14 1-2 15,-10-1 4-15,10 1 9 0,-11-3 6 0,11 3-7 0,-6-2 0 16,6 2 1-16,0 0-3 0,0 0-8 0,-11-1 5 16,11 1-7-16,0 0-2 0,0 0-6 0,0 0-5 15,0 0-9-15,0 0 9 0,0 0-8 16,0 0 2-16,0 0-4 0,0 0 3 0,0 0 9 0,0 0 1 16,25-7-2-16,-6 3 1 0,6 0-3 0,3 0 5 15,2 0-1-15,4-2 2 0,6 0 2 0,12 0-3 16,-3 0 4-16,3 0 4 0,-1 1-6 15,-12 1-1-15,12-3-1 0,3 1 2 0,1 1 2 0,-1 1-1 16,-3 0-4-16,4 2-1 0,0-1 1 0,-7 0-6 16,6 1-2-16,1-1 10 0,-3-1-8 0,1-1-5 15,2 3-1-15,0 1 5 0,-3-3-6 0,2 2 4 16,2-2-6-16,0 2 4 0,3-2-1 0,0 2-2 16,-1-1 5-16,3-1-1 0,-6 0-8 0,1 1 4 15,-2-1-1-15,-2 1 1 0,5-1 1 0,-6-2 0 16,1 2 1-16,0 1-4 0,-1-3 3 0,-10 4 0 15,-3-2 1-15,13 0-1 0,-1-1-1 0,-12 1 2 16,3 1 3-16,-4-1 1 0,-3 1-4 0,0 1 5 16,1-2 1-16,-3 1-7 0,1 0 3 0,-1-1 0 15,-1 1-6-15,-2 0 3 0,3 0-1 0,0 0-3 16,-3 0 4-16,2-2 0 0,-2 3-4 0,1-3-1 16,-1 1-1-16,2 2 2 0,-2-3 0 0,-2 2-1 15,1 0 1-15,-1 1-3 0,0-2 8 0,2 1-8 16,0 1 1-16,-7 0 1 0,5-1-2 0,2 2 2 15,0-2 0-15,-1 0-3 0,-3 0 1 0,4 2-4 16,-7-1 9-16,7 1-7 0,-8 0 0 0,8-4 7 0,0 4-4 16,-2-1-2-16,-6 2 0 0,9-3 0 15,-1-1-2-15,-1 3 3 0,0 0 3 0,-5 0 0 16,5-2-3-16,-8 0-1 0,0 3-1 0,0-4 4 16,0 3 1-16,-2-1-4 0,1 2 7 0,-3-2-8 15,-1 1 4-15,2 0-4 0,1 0 5 0,-5-1-3 16,1 0 3-16,-3 0-4 0,1 1 1 0,1 0-3 15,-4-1 4-15,0 2-4 0,0-1 3 0,-9 1-3 16,14-3 6-16,-8 3 0 0,-6 0-6 0,12-2 11 16,-12 2-9-16,11 0 1 0,-3-1-1 0,-8 1 4 15,14-1 0-15,-9-1-3 0,8 2 3 0,-4-1-5 16,0 0 3-16,0 1-3 0,3 0 3 0,1-2-1 16,-2 2 2-16,3 0-2 0,-2 0 2 0,1 0-2 0,0 0 3 15,3 0-4-15,4 0 4 0,-3 0 1 0,0 0-4 16,1 0 0-16,-4-1 2 0,3-1-3 0,0 2 4 15,-4 0-15-15,-3 0-3 0,2 0-11 0,-12 0-17 16,11 0-13-16,-4 0-13 0,-7 0-19 0,9-2-35 16,-9 2-27-16,0 0-136 0,5-7-309 0,-5 7 136 15</inkml:trace>
  <inkml:trace contextRef="#ctx0" brushRef="#br0" timeOffset="-144441.65">22721 13509 50 0,'-4'-16'124'0,"1"6"-8"0,-2 2 3 16,2 2 4-16,-3-2-4 0,0 0-13 0,-3 0-12 16,-1 2-2-16,0 0-6 0,-1 1 4 0,-1 2-2 15,1 0-13-15,-3 1-10 0,2 0-2 0,-4 5-7 16,3-1-6-16,-6 5-5 0,1 0 1 0,-5 7-1 16,-1 1-3-16,2 2-1 0,-1 1-3 0,3 2-3 15,1 3-2-15,1-1-6 0,0 0-2 0,3 2 2 16,-2-2-2-16,5 4 1 0,2-2-7 0,4-7 1 15,1 2-3-15,2 0 3 0,3-1 0 0,0 1-3 16,4-4-4-16,2 2 1 0,2-2 1 0,4-2 5 0,2-2 3 16,0-1-10-16,4-1 1 0,-2-3-1 0,5 1-4 15,-3-4-13-15,1 0-12 0,1-2-13 16,1-4-14-16,0-1-8 0,7 0-11 0,-7-2-6 16,-1 0-8-16,1-2 3 0,3-3-3 0,2-3-3 15,-6-2 10-15,2 0-3 0,-8 4 7 0,6-8 5 0,-2 3 5 16,0-4 2-16,-4 6 5 0,-1 0 1 0,1-1 11 15,-4 2 5-15,-1-3 3 0,3 3 20 16,-7 4 4-16,-1 1 11 0,-2 0 16 0,1 4 9 16,1-3-2-16,-4 8-1 0,4-8 12 0,-2 3 1 0,-2 5-5 15,0 0 2-15,1-8-3 0,-1 8-10 16,0 0 3-16,0 0-2 0,0 0 1 0,0 0 4 16,-22 18 7-16,14-6-2 0,0 1 0 0,-1 0-8 15,2 3 3-15,2-1-4 0,-1-2-2 0,2 3-6 16,0-2 2-16,4-1-2 0,-1 0 4 0,4-1-6 0,-2 0 0 15,2-1 1-15,0 0-3 0,2 1 1 0,3-3-4 16,0 1-1-16,0-4 3 0,3 1-3 0,-2-2-2 16,1-1 3-16,2-1 9 0,-1-2-12 15,-1-1-1-15,3-3-3 0,-3 0-1 0,4-2 8 0,-2 0-9 16,-2-2 3-16,0 1 3 0,-2-2-2 0,-2 0-7 16,0-2-3-16,-1-1-2 0,-3 0-3 15,2-1 0-15,-5-1 2 0,-3 2-10 0,-1-5 1 16,0 6 5-16,-3-5 2 0,-2 1 1 0,-2 2-2 15,1 1 0-15,1 2 0 0,2 0 1 0,-1 1 5 0,0 2 1 16,4 0 1-16,1 2-1 0,4 4 1 0,-5-5-6 16,5 5 2-16,-4-6 1 0,4 6 1 0,0 0-3 15,0 0 3-15,12-7 2 0,-1 6-3 0,1-2 3 16,2 3 0-16,2 0-2 0,3 0 1 16,2 0 2-16,-1 3-2 0,1-2 2 0,-4 4 1 0,2 0 1 15,-6 0-3-15,3 2 5 0,-6 0 2 0,2 0 5 16,-5 3-4-16,1 0-3 0,-1 0 4 15,-4 3 2-15,4-4 7 0,-5 2-6 0,1 1-5 16,-1-2 1-16,1 0-2 0,-2-1 4 0,0 4 0 0,1-2-3 16,-2-2 0-16,1-2-3 0,-1-7 2 0,0 10-3 15,0-10 6-15,1 8 4 0,-1-8 0 0,0 0 5 16,2 6 8-16,-2-6 11 0,0 0 12 0,0 0-5 16,0 0 0-16,0 0-3 0,0 0-4 0,0 0-6 15,0 0-5-15,0 0-2 0,-3-28-3 0,2 20 1 16,1-2-6-16,1-1 1 0,0-1-2 0,1-5-1 15,0 6-1-15,3-6-2 0,3 2-3 0,-2-3-6 16,7-5-2-16,-1 6-1 0,-1 2 0 0,4-1-2 16,-1 1 0-16,2 4-2 0,-2 1 1 0,-3 1-1 15,2 4-2-15,-1 0 3 0,-2 3-2 0,3 1 1 16,-3 2 2-16,4 1 0 0,-3 5-1 0,0-1 0 16,0 2 1-16,1 4-1 0,-6-2-1 0,2 2 6 15,-2 2-3-15,-1-2 1 0,-1 4-4 0,-1-4 4 16,-1-1-1-16,1 1-1 0,-1 1-1 0,0-4 5 15,1 7-7-15,0-6 6 0,1-3 1 0,-2 0-1 16,2-1 3-16,0-2 0 0,-4-4-2 0,7 8 1 16,-1-4 0-16,0-3 1 0,-6-1-1 0,13-3 1 15,-3 1 2-15,0-3-2 0,1-1 3 0,-1-1 0 16,1-2-1-16,-2 1-2 0,0-6 2 0,4-1-3 16,-5 0 0-16,2-1 0 0,0-1 2 0,-3-1-1 15,0-5-2-15,0 4 2 0,-2 1 3 0,-2 0 0 16,-1-1-6-16,0 1 0 0,0 1 1 0,-2 6-1 15,1-1 2-15,0 5-2 0,-1 0 2 0,0 7-2 16,0-10-4-16,0 10-2 0,-2-8-1 0,2 8 2 16,0 0 0-16,0 0 2 0,0 0 1 0,-21 17 6 15,16-7-9-15,-1-1 2 0,1 2 2 0,1 1-2 16,-3-1-1-16,6 1-1 0,-1-2-3 0,2 1 0 16,2 1-3-16,-1-2-2 0,3 1 1 0,4-1 0 15,0 1 0-15,2 0-1 0,2 2 2 0,0-3 0 16,3 1 1-16,1-3-1 0,-2 2 2 0,-5-2 1 15,0-1-2-15,0 4 4 0,-1-3 2 0,-1 2-4 16,-2 1 2-16,-1-1-1 0,-1-1-2 0,-2 1 4 16,-1-10-1-16,1 17 0 0,-3-6 4 0,-1-3-1 15,-1 0 1-15,4-8-8 0,-9 15-5 0,5-10-9 16,-2 2-14-16,6-7-20 0,-9 10-23 0,3-5-21 16,6-5-29-16,-8 5-28 0,8-5-137 0,-12 7-320 15,12-7 142-15</inkml:trace>
  <inkml:trace contextRef="#ctx0" brushRef="#br0" timeOffset="-144168.22">23867 13354 56 0,'0'0'194'15,"0"-8"-25"-15,0 8-11 0,0 0-20 0,0 0-7 16,0 0 18-16,0 0-6 0,0 0-9 0,11 21-3 15,-9-9-11-15,6 4-6 0,-3 3-7 0,0-1-11 16,-1 0-2-16,1 0-6 0,0 1-6 0,1 1-8 16,-2 0-2-16,-1-2-8 0,-2-1-6 0,2 0-6 0,-2 2-3 15,1-2-5-15,1 0-5 0,-3-1-5 16,3-2-3-16,-3 0-8 0,0-4-7 0,0 2-20 16,1-2-20-16,-1-10-21 0,0 18-31 0,0-10-27 15,0-8-25-15,1 11-19 0,-1-11-13 0,0 0-1 16,0 9-141-16,0-9-328 0,0 0 146 0</inkml:trace>
  <inkml:trace contextRef="#ctx0" brushRef="#br0" timeOffset="-143893.19">23787 13577 48 0,'-5'-5'131'0,"5"5"-13"0,0 0-10 0,0 0 6 15,0 0-1-15,12-9-13 0,-1 8 2 16,1-2-7-16,9 1 0 0,-1-1-15 0,1-1-5 15,0 3 0-15,1-1 0 0,0-2-9 0,-2 2 1 16,-1 0-5-16,-6 2-4 0,1-2-9 0,-3 0-2 16,-2 1-6-16,-3 0 1 0,-6 1-6 0,14-2-4 0,-14 2-4 15,10 2-4-15,-10-2 1 0,9 2-4 16,-4 0-5-16,-5-2 3 0,8 10-2 0,-4-7-3 16,0 2 0-16,0 4 0 0,-1-1-3 0,1 2 4 15,0-1-8-15,-2 2 3 0,1 0-1 0,-2 0-2 16,1 1-8-16,1-1-29 0,-1 0-20 0,-1-1-12 15,2-1-31-15,-2 1-17 0,0 1-22 0,0-5-135 0,-1-6-290 16,-1 14 128-16</inkml:trace>
  <inkml:trace contextRef="#ctx0" brushRef="#br0" timeOffset="-143716.08">24001 13349 25 0,'0'0'53'0,"0"0"-24"0,0 0-36 16,0 0-10-16,0 0-19 0,0 0 9 0</inkml:trace>
  <inkml:trace contextRef="#ctx0" brushRef="#br0" timeOffset="-143480.03">24327 13340 15 0,'2'-7'170'0,"-2"7"-12"0,0 0-8 15,2-6-15-15,-2 6-15 0,0 0-20 0,0 0-5 16,0 0 8-16,0 0 15 0,7 21-4 0,-5-9-7 16,1 5 3-16,-2 2-8 0,3 6-1 0,-1-1-13 15,-1 2-6-15,0-8-10 0,4 2-2 0,-3 4-8 16,0-7 2-16,2 2-13 0,0-2-4 0,-2 1-5 15,-2 0-1-15,3-1-5 0,-3-3-5 0,-1-2-15 16,2-1-13-16,-2-1-18 0,1 1-26 0,-1-11-17 16,0 14-24-16,0-14-17 0,0 0-16 0,-3 14-33 0,3-14-26 15,-5 5-105-15,5-5-301 0,0 0 133 16</inkml:trace>
  <inkml:trace contextRef="#ctx0" brushRef="#br0" timeOffset="-142571.22">24224 13526 61 0,'0'0'136'0,"0"0"-5"0,0 0-4 15,14-3-11-15,-4 2 5 0,4 0-7 0,-1-1-8 16,3 0-5-16,5 1 1 0,-2-1-14 0,0 0-7 16,-2 4-7-16,-3-4-4 0,-1 2-5 0,1 2 10 15,0-2-6-15,-4 0-4 0,2 3-5 0,-3-1-4 16,0 2-5-16,-1-1-3 0,-3 1-3 0,3 3 0 15,0 1 0-15,-5-3 0 0,0 4-5 0,5 1 0 16,-3 0-6-16,-2-3-1 0,-1 2-2 0,1-2-3 16,1 2-4-16,-2-1 2 0,1-1-5 0,3 1-2 0,-6-8-2 15,10 9 0-15,-6-4 0 0,-4-5 1 16,10 6 3-16,-1-3-3 0,-1-1-4 0,1-2 2 16,3 0-3-16,-2-2 2 0,2-4-3 0,0 3-2 15,-1-2 2-15,1-4-1 0,1 2-2 0,1-1-2 16,0-4 2-16,-3 0-6 0,-2-1 3 0,1 0 2 0,-1-2-3 15,-2 6 0-15,-2-2-2 0,1 0 1 16,-2 0 0-16,1 3-2 0,-1-2 1 0,-4 5-1 16,2-2-2-16,-2 7 2 0,5-9-5 0,-5 9-4 15,3-5 2-15,-3 5-1 0,0 0 3 0,0 0 1 0,0 0 1 16,6 19-2-16,-5-9 5 0,0 1 1 16,1-1-3-16,1 0 2 0,1 1-2 0,-4 0 2 15,2-2-2-15,1 1 3 0,1 0-1 0,1-1 4 16,1-1 0-16,1 1-2 0,0-5 6 0,4 1-2 15,-1 0-2-15,0-3 8 0,3 0-2 0,1-3-6 0,-1 0 1 16,1-2 0-16,-1-1-2 0,1-1 3 16,-3 0 0-16,2-3-2 0,-1-2 2 0,-1 1-5 15,-5 0 0-15,4-4 3 0,-3 2 0 0,-1-5-5 16,-2 0 1-16,1-1-1 0,-5 1 2 0,0-2 1 16,0-2-2-16,0 4-2 0,-2-10 1 0,-2 9-1 0,1-3 1 15,1 2 0-15,-1 1-1 0,-2 1 2 0,2 3-1 16,1 1-1-16,2 2 3 0,-3 3 1 15,0 0 0-15,3 7-2 0,-2-10-3 0,2 10-4 16,0 0 2-16,-2-5-1 0,2 5 1 0,0 0 0 0,0 0 6 16,-4 25-1-16,4-8-3 0,-3 2 5 0,2 6 3 15,0 1 2-15,0 0 5 0,1 0-1 0,0-7 8 16,0 6 4-16,-2-5-6 0,4 3 3 16,-2-7-6-16,1 3 0 0,0-7 2 0,3 3-3 15,-1-3 1-15,0 1-5 0,2-3 2 0,0 0-2 16,2-1 3-16,-1-1 2 0,3-3-7 0,1 0-1 0,-1-1 1 15,3-1 0-15,1-1 2 0,3 0-5 0,3-6 0 16,1-1-4-16,0 1-3 0,-1-2-1 16,3-3-6-16,-5-1 4 0,-1 3-4 0,0-5-2 15,-2 1-2-15,-3-2 0 0,-3 0-1 0,2-2 0 16,-6 3 3-16,1-3-4 0,-1 1 1 0,-3 2 1 0,0 0-2 16,1 0 6-16,-4 0-2 0,1 1 2 0,0 2 3 15,-3 1-3-15,0 2 1 0,4 6-1 0,-5-10 2 16,5 10 0-16,-9 0-3 0,9 0 2 0,0 0-2 15,-18 14 7-15,9-6 1 0,0 6 2 0,2-1-1 16,1 1 5-16,1-2 0 0,0-1-2 0,5 2-2 16,0-1 1-16,0 0 3 0,4 1-2 0,0 0 2 15,2-3-3-15,-1-1-6 0,3-2-16 0,2 2-24 16,-3-4-29-16,1 0-39 0,-8-5-29 0,16 5-44 16,-10-3-41-16,-6-2-132 0,0 0-386 0,0 0 171 15</inkml:trace>
  <inkml:trace contextRef="#ctx0" brushRef="#br0" timeOffset="-142399.86">24895 13421 25 0,'0'0'147'0,"0"0"-8"0,20-4-6 16,-1-2-16-16,-2 2-37 0,6-2-35 0,5 1-44 15,1-4-54-15,-1 3-53 0,0-4-114 16,1 1 50-16</inkml:trace>
  <inkml:trace contextRef="#ctx0" brushRef="#br0" timeOffset="-141993.22">25866 13141 66 0,'5'-7'220'0,"-1"1"-8"0,-4 1-15 0,4 0-19 16,-4 5-20-16,0 0-15 0,7-5-10 0,-7 5-7 15,0 0 3-15,12 17-11 0,-8-4-4 0,0 2-5 16,0 3-9-16,-1 1-3 0,2 0-10 16,-1 6-8-16,-3-6-3 0,3 0-4 0,-4 0-8 0,2-1-6 15,0 0-5-15,0 3-5 0,0-3-4 0,-2-2-3 16,0 2-4-16,0-2-3 0,1 0-4 0,1-4-1 15,-2 3-10-15,0-4-16 0,0-3-23 0,-2 1-23 16,2-9-23-16,-1 12-26 0,1-5-31 0,0-7-44 16,-4 8-34-16,4-8-160 0,-6 7-390 0,6-7 173 15</inkml:trace>
  <inkml:trace contextRef="#ctx0" brushRef="#br0" timeOffset="-141403.39">25877 13354 78 0,'4'-6'135'0,"1"1"-2"16,4-2 0-16,-2 0 1 0,2 0-14 0,2 0-17 16,3-3 0-16,4 1-5 0,-1 0 0 0,-1-1-6 15,-1-1 3-15,0 3-3 0,-5 0-4 16,3 3 3-16,-3-4-6 0,-3 3 3 0,1-5-7 16,-2 4-4-16,0 0-7 0,-1 1-3 0,-1 1-8 0,0 0-6 15,1-1-5-15,-5 6-5 0,7-5-7 0,-7 5-4 16,3-6-6-16,-3 6-5 0,0 0-1 0,0 0-4 15,0 0 2-15,6 17-1 0,-4-7-2 0,0 2 6 16,-2 5-6-16,0 0-5 0,2 0-2 0,-2 0-2 16,0-1 2-16,0 1-1 0,1-2-2 0,-1 1 1 15,1-4-1-15,0 1 4 0,-1-2-4 0,4-1-1 16,-4-1-1-16,0-2-1 0,0-7-1 0,2 12-4 16,-2-7 2-16,0-5 0 0,2 8-4 0,-2-8 1 15,5 4-2-15,-5-4-1 0,0 0 2 0,9 3 0 16,-9-3 1-16,14-4-1 0,-3 1-1 0,0-2 1 15,0-2 8-15,3 4-7 0,3-3 0 0,-2 2-1 16,0 0 0-16,-1 4 2 0,-1-2 0 0,1 1 1 16,3 2 0-16,-3-1 0 0,4 2-2 0,0 0 1 15,-5-1 3-15,7 3-1 0,-1-1 2 0,0-1-1 16,2 0 2-16,0 0-2 0,0-2 4 0,-2 0 1 16,3-6-2-16,-4 6 0 0,0-3-1 0,-3-2 1 15,4 1-1-15,-8 0 9 0,1-2-10 0,-2-1 1 16,-3 0-1-16,0-2 7 0,2 1-4 0,-7-2-2 15,3 1 1-15,-5-3 0 0,2 3-2 0,-4-2-3 16,-1 2 4-16,1-2 0 0,-2 0-5 0,-1 3 2 16,2-1-1-16,-3 3 1 0,2 2 0 0,-1-2-2 15,5 6 3-15,-18-3-1 0,9 4 1 0,-4 5 0 16,1 0 6-16,-3 5-1 0,-1 1-3 0,3 3 0 16,-1-1 3-16,1 8-1 0,6-6 4 0,0 0-4 15,5 0-2-15,2-1-2 0,4 0-11 0,3 0-19 16,4-2-29-16,2-1-45 0,3-1-38 0,3-3-31 15,-2 1-170-15,2-2-373 0,0-5 165 0</inkml:trace>
  <inkml:trace contextRef="#ctx0" brushRef="#br0" timeOffset="-141244.4">26695 13389 22 0,'0'0'118'0,"0"0"-30"0,0 0-41 0,0 0-41 16,0 0-54-16,-10-2-50 0,10 2 23 0</inkml:trace>
  <inkml:trace contextRef="#ctx0" brushRef="#br0" timeOffset="-138780.75">22883 14276 83 0,'-10'-6'147'0,"-1"2"-8"0,-2-1-13 0,1 3-13 15,-3 0-11-15,-1 2 4 0,-4 2-7 0,1 1-6 16,-7 5-4-16,7 1-10 0,-6 3 0 0,2 4-4 15,-2 2-6-15,5 0-8 0,1 0-1 0,2 1-11 0,3-4 1 16,4 4-8-16,2 3-4 0,1-4 0 0,4-1-6 16,2 0 1-16,2-1-6 0,2 2-1 15,4-3-2-15,-1-4-4 0,3 3-1 0,7 0 3 0,-3-3-3 16,2 0-3-16,3-5 0 0,1-2-1 0,-1 0 0 16,0-1-2-16,1-1-2 0,0-1-5 0,0-1 1 15,2-3-11-15,-3-4 2 0,-3 3 2 0,2-2-3 16,-1-2-1-16,-4 2 5 0,2-6 5 15,1 1-6-15,-2 0-4 0,1-2 4 0,-4 2-1 0,3-4 1 16,0 1-5-16,-3-1 4 0,0-1 0 0,-1 0 2 16,0 1-3-16,-3-1 1 0,3 4 1 0,-4 0 0 15,1 1 1-15,-3 0 6 0,1 2 10 0,-1 2 6 16,-1 1-1-16,-2 6-2 0,3-8-1 16,-3 8-4-16,5-7-6 0,-5 7-1 0,0 0-1 0,0 0-3 15,0 0 0-15,0 0 2 0,1 24-5 0,-1-12 3 16,0 0-3-16,1 3 3 0,1 2-1 0,-1-3 0 15,0 4-2-15,2-1 1 0,1-3 1 0,0-2-1 16,0 4 1-16,1-6 1 0,0 0 0 0,0-3 4 16,1 0-5-16,-1-1 0 0,4 0 3 0,-1-3-2 15,0-1 1-15,-8-2 1 0,20-2-1 0,-10-2-3 16,2 0 3-16,0-1 2 0,-1-1-5 0,-1-1 1 16,1-1 1-16,1-3 1 0,-2-3-1 0,-1 3-3 15,0-6 1-15,-1 4 2 0,1-3-1 0,-4 1 1 16,-1-3-3-16,-1 1-15 0,0-1 3 0,0 2 3 15,-2 4-1-15,-1-1 1 0,0 2 3 0,-1 2-2 16,1 0 2-16,-2 2 3 0,2 7-5 16,-1-11-3-16,1 11 4 0,-1-7-1 0,1 7 0 0,0 0 0 15,0 0-2-15,0 0 6 0,0 0-5 0,0 0 3 16,0 0-1-16,2 39-2 0,0-28 1 0,-1 1 6 16,4 2-3-16,-1-3 3 0,1 0 0 0,0 0 2 15,0 0-1-15,3 3-3 0,1-6 0 0,-2 7 4 16,1-8 1-16,-1 2 0 0,-1-2 2 0,3 1-3 15,-1-4 3-15,2-1-1 0,1 0 1 16,-1-2 0-16,1-1 0 0,0-1-1 0,-1-1 1 0,2 2 1 16,-1-4 1-16,-2 1-1 0,-1-4 0 0,1 2-3 15,-3-4 8-15,1 0-6 0,-2-1-4 0,0-1 0 16,-1 0 2-16,-2-1-1 0,-2 0-2 0,-2-4-1 16,-2 5 0-16,-1-5-2 0,0 4 2 0,-2 2-3 15,0-2 1-15,-2 1-2 0,1 1 7 0,-1 4-3 16,-1-2 0-16,1 1 1 0,4 3-1 0,0-2-6 15,5 6 8-15,-8-6-4 0,4 2 2 0,4 4-3 16,0 0 1-16,0 0-3 0,0 0 3 0,0 0-1 16,0 0 2-16,0 0 1 0,28 0-3 0,-8 0 8 15,0 0 0-15,1 0-2 0,7-1 2 0,-2 1-4 16,2-1-2-16,-7 1 0 0,-3-2 0 0,-4 4 4 16,-1-1-6-16,-3 2 3 0,0 1 5 0,-3-1-10 15,-1 5-1-15,-1 0 5 0,1 1 4 0,-2 2 2 16,-4-1 2-16,1 2 0 0,-1 3 1 0,-2 1-3 15,1-1 3-15,-1-3-2 0,1 1-1 16,-1-1-3-16,0 1 7 0,4-2-6 0,-2 0-5 0,0-2 9 16,2 1-3-16,1-1 2 0,0-1-1 0,0-1-2 15,1-3 5-15,1 2 1 0,4-1-4 0,1-3 0 16,2 1 4-16,3-2-2 0,2-2 2 0,0 1-1 16,-4-3-1-16,5-2 0 0,-5 1 2 15,1 0-2-15,3-3 1 0,-2-2-2 0,-4 2 3 0,-1-2-1 16,0-2-1-16,-4 3-4 0,0-2-6 0,-2-2 2 15,0 1-4-15,-4-1 1 0,-1 1-2 0,-3-5 5 16,0 5-8-16,-5-5 2 0,4 6 0 0,-8-1 2 16,4 1 0-16,-1 2 2 0,-1 1 0 0,3 0 0 15,0 1 3-15,2 1-3 0,1 1 1 0,5 4-7 16,-8-7 4-16,8 7 5 0,-5-3-13 0,5 3 7 16,0 0-3-16,0 0 5 0,0 0-2 0,0 0-1 15,26 2 2-15,-15 0 0 0,3 2 1 0,1 1 4 16,2-1-2-16,-4 1-1 0,2 3 0 15,2-1-4-15,-7-1 4 0,1 4 3 0,2-1-2 0,-5 1-1 16,2 0 5-16,-3 2 2 0,-1-2-2 0,0 4-2 16,-2-4 2-16,3-1 0 0,-5 3-1 0,3-2 3 15,-1-1 2-15,0 0-4 0,1-1 5 0,-1-1-4 16,0 0 1-16,1-1-1 0,0-2 3 0,1 0 5 16,1 0-2-16,4-1 5 0,-1-2 2 0,1-2 0 15,3-1-4-15,2-2 1 0,2-1 2 0,-2-2 0 16,0 1-2-16,-2-3 3 0,2 0-5 0,-7 1 1 15,5-4-3-15,-3-1-7 0,-4 5 10 0,1-2-4 16,-4-2 6-16,3-4-2 0,-5 0 0 0,0 1-1 16,-4 1-3-16,1 4 3 0,-2 0 6 0,1-1-2 15,-2 5 3-15,1 2-6 0,-4 0 1 0,7 4-5 16,-13 0-1-16,13 0 1 0,-23 8-3 0,10 2 0 16,-2 2 2-16,2 0-13 0,0 4-15 0,2-3-21 15,2 3-22-15,4-1-32 0,0-2-12 0,2 2-14 16,4-4-20-16,2 2-3 0,2-2-6 0,0 0-90 15,3-1-263-15,1-2 116 0</inkml:trace>
  <inkml:trace contextRef="#ctx0" brushRef="#br0" timeOffset="-138555.75">24234 14475 473 0,'10'0'-31'0,"0"-2"11"0,1 1 11 0,-4 0 9 15,-7 1 10-15,13-5 6 0,-9 1 13 0,-4 4-1 16,9-10 2-16,-7 5-1 0,1-2-3 0,-2 1 6 16,1-2-13-16,-2-2 18 0,0 1 9 0,0-4 4 15,1 3-6-15,0-1 33 0,0 2-2 0,3-1 0 16,0 0 6-16,0 2-3 0,0-1 10 0,1 0-6 15,-1 4-6-15,0 1-5 0,-1-1-4 0,6 2-5 16,-9 3-3-16,13 0-5 0,-5 3-6 0,-1 1-3 16,0 4-3-16,-1-4-8 0,2 4 0 0,-2 4-4 15,1-3 1-15,-2 1-8 0,0 0-1 0,-3 1-3 16,4-1 0-16,-4-1-3 0,-1 1-16 0,1 2-17 16,-1-3-11-16,3-2-27 0,-4-7-28 0,1 17-32 15,2-12-18-15,-3-5-148 0,-3 10-305 0,3-10 134 16</inkml:trace>
  <inkml:trace contextRef="#ctx0" brushRef="#br0" timeOffset="-138325.75">24597 14130 207 0,'0'-9'178'16,"0"9"-13"-16,0 0-20 0,0 0 8 0,0 0-2 15,0 0-10-15,0 0-9 0,1 37-10 0,0-20-10 16,-1 2-12-16,2-1-9 0,-2 0-7 0,0 1-7 16,-3 0-10-16,2 5-4 0,1-5-7 0,-2-2-8 15,4 2-3-15,-2-3-12 0,0-4-22 0,-2 5-24 16,-2-1-30-16,2-1-36 0,0-3-33 0,-1-2-43 16,2 2-142-16,-3-3-321 0,4-9 142 0</inkml:trace>
  <inkml:trace contextRef="#ctx0" brushRef="#br0" timeOffset="-138169.29">24528 14307 112 0,'18'-4'89'0,"3"-1"-28"15,7 1-30-15,2 0-29 0,5 0 1 0,3 0-18 16,16 1-33-16,-1-1-51 0,5-2 24 0</inkml:trace>
  <inkml:trace contextRef="#ctx0" brushRef="#br0" timeOffset="-137943.75">25233 14169 122 0,'0'0'182'0,"-3"-9"-4"0,3 9-7 16,-4-5-12-16,4 5-17 0,0 0-15 0,-4-7-13 15,4 7-12-15,0 0-9 0,0 0 2 0,0 0-4 16,-5 22 0-16,5-11-11 0,0 0-8 0,2 1-5 16,-2 0-5-16,3 1-11 0,-2 3-1 0,2-3-5 15,-1 1-5-15,2 2-4 0,-4-5-13 0,1 3-28 16,2-5-27-16,-2 3-38 0,4-5-43 0,-5 1-31 16,2-1-35-16,-2-7-96 0,-4 13-299 0,4-13 133 15</inkml:trace>
  <inkml:trace contextRef="#ctx0" brushRef="#br0" timeOffset="-137560.59">25414 14307 56 0,'0'0'159'0,"10"-9"-1"15,-10 9-10-15,2-12-8 0,-2 5-10 0,0-5-8 16,3 3-7-16,1-8-7 0,2 1-7 0,1-2-2 15,2 1 1-15,2-1-13 0,0 4-2 16,3 0 0-16,-1 0-6 0,1 4-7 0,2 2-7 16,0 1-8-16,3 4-2 0,-2 2-9 0,0 5-3 0,3 2-6 15,-7 1-8-15,2 5 6 0,-3-1-5 0,-2 2-4 16,-4 3-1-16,1 2-6 0,-3-5-14 16,-2 3-37-16,1 1-31 0,-3-2-51 0,0-3-34 15,0 6-179-15,-5-7-353 0,3 0 156 0</inkml:trace>
  <inkml:trace contextRef="#ctx0" brushRef="#br0" timeOffset="-137138.1">26209 14027 152 0,'0'0'209'0,"0"-12"-17"0,0 12-8 15,-2-10-10-15,2 10-18 0,0-7-16 0,0 7-11 0,0 0-21 16,0 0-7-16,0 0-12 0,0 0-3 0,0 0-10 16,0 0-4-16,7 36-3 0,-5-17-2 15,0 1-1-15,0-1-5 0,1 1-6 0,0 4-2 16,-3 3-4-16,0-4-11 0,0-4 1 0,0 1-4 0,0 0-3 16,2-1-2-16,0-1-2 0,-2-1-2 15,0 1-6-15,0-1 3 0,0-4-2 0,0-1-5 0,0-1-2 16,0 5-6-16,0-5-18 0,0 0-16 15,0-1-29-15,0-10-40 0,0 17-30 0,0-17-32 16,-2 13-31-16,0-7-139 0,2-6-355 0,-6 8 157 0</inkml:trace>
  <inkml:trace contextRef="#ctx0" brushRef="#br0" timeOffset="-136884.19">26189 13931 5 0,'7'-9'155'0,"0"5"-19"0,2-3-11 15,5 5-3-15,-1-2-11 0,2 7-14 16,3 1-8-16,-4 2 11 0,2 6-19 0,-3 1-4 16,-1 2-13-16,0-1-2 0,-7 3-8 0,0 1-6 0,-5 2-13 15,-3-1 3-15,-1-1-2 0,-3 1-6 16,-1-1 0-16,-1-1-5 0,-1-1 6 0,-3 0-8 0,1-3-10 15,1 0-15-15,0-1-25 0,0-4-25 16,2 1-28-16,2-3-27 0,-4 1-114 0,2-1-237 16,4-3 106-16</inkml:trace>
  <inkml:trace contextRef="#ctx0" brushRef="#br0" timeOffset="-136661.44">26490 14296 170 0,'0'0'188'0,"0"0"-14"0,2-6-17 16,-2 6-17-16,0 0-13 0,0 0-14 0,7-4-19 15,-7 4-16-15,0 0-37 0,12-4-28 0,-4 4-42 0,-8 0-43 16,14-2-28-16,-5 1-83 0,0-1-198 0,0 0 89 15</inkml:trace>
  <inkml:trace contextRef="#ctx0" brushRef="#br0" timeOffset="-136424.48">26703 14066 81 0,'0'0'216'0,"-2"-11"-4"0,0 5-11 15,2 6-23-15,-2-6-18 0,2 6-19 0,0 0-16 16,0 0-8-16,0 0-3 0,0 0-1 0,0 0-7 16,4 39-9-16,-2-22-11 0,-1 4-7 0,-1-2-8 0,0 0-4 15,0-1-7-15,2 1-7 0,-2 1-5 16,-2-3-4-16,4 0-2 0,-4 0-8 0,2-1-1 16,0 0-14-16,0-1-19 0,0-5-38 0,-1 1-34 15,1-2-47-15,0-9-37 0,1 13-36 0,-1-13-128 16,-3 8-347-16,3-8 153 0</inkml:trace>
  <inkml:trace contextRef="#ctx0" brushRef="#br0" timeOffset="-136247.8">26726 14131 53 0,'11'-1'145'16,"-11"1"-13"-16,16 0-15 0,-3 0-3 0,2 1-19 15,0-1-8-15,5 2-17 0,-3 0-18 0,-4-1-25 16,2-1-32-16,-3 1-23 0,-2-1-24 0,-1 2-17 16,3-2-54-16,-5 0-134 0,-7 0 59 0</inkml:trace>
  <inkml:trace contextRef="#ctx0" brushRef="#br0" timeOffset="-136079.04">26961 13991 78 0,'0'0'147'0,"-2"-9"-6"0,2 9-5 0,0 0-10 15,0-6-15-15,0 6-13 0,0 0 4 0,0 0 12 16,0 0 4-16,0 0-2 0,3 29-7 0,-3-12-11 16,3 1-13-16,-3 1-2 0,4 2-10 0,-2 3-9 15,7 2-8-15,-7-7-23 0,2 5-29 0,-2-5-36 16,1-2-46-16,4 3-31 0,-3-2-29 0,-3 1-119 16,-1-3-276-16,-1 1 123 0</inkml:trace>
  <inkml:trace contextRef="#ctx0" brushRef="#br0" timeOffset="-135521.34">23872 15299 114 0,'0'0'187'0,"0"0"-18"15,2-12-11-15,-2 12-10 0,7-11-13 0,3 4-10 16,1-3-13-16,3 1-11 0,2 0-13 0,3-2-7 16,-2 0-10-16,2 3-3 0,-1-1-8 0,0-2-2 15,-1 1-2-15,-7 2-3 0,2 1-2 0,-1-1-2 16,-2 0-2-16,-1-1-4 0,-2 5 4 0,0-2 4 16,1 3 2-16,-7 3-1 0,7-6-1 0,-4 2 0 15,-3 4-12-15,6-5-3 0,-6 5-9 0,0 0-6 16,7-4 1-16,-7 4-6 0,0 0-2 0,10 10-1 15,-6-3-2-15,0 4 1 0,3 2-2 0,1 4 2 16,0 1-2-16,-2 6 2 0,2 4-2 0,-1-4-1 16,2 2 0-16,-1 2-4 0,-2-2 2 0,1 3-2 15,-2-3 2-15,0 0-3 0,1 0 1 0,-3-7 0 16,0 0-3-16,-1-2 4 0,1 0-5 0,-2 0 4 16,3-2 24-16,-2-3-1 0,-1 0-2 0,-1 0-3 15,0-4-4-15,-1 1-1 0,0-1-12 0,-2 0-7 16,0-2-19-16,-2-1-24 0,-2-1-30 0,-2 1-33 15,-1-1-51-15,-2-2-31 0,1-1-173 0,-10-2-392 16,2-3 173-16</inkml:trace>
  <inkml:trace contextRef="#ctx0" brushRef="#br0" timeOffset="-135353.76">23874 15040 25 0,'6'-5'163'0,"2"4"-19"0,-2-2-20 16,2-1-27-16,1 4-40 0,3-1-40 0,0 2-40 15,1 1-78-15,-2 3-110 0,2-3 50 16</inkml:trace>
  <inkml:trace contextRef="#ctx0" brushRef="#br0" timeOffset="-135126.84">24423 14940 102 0,'0'0'83'0,"-6"-2"-21"0,6 2-28 0,0 0-2 15,0 0-17-15,0 0-5 0,-13 2-2 0,13-2-5 16,0 0 5-16,0 0-2 0,0 0-6 0,-8 4 13 15,8-4-8-15,0 0 1 0,0 0-3 16,0 0 1-16,0 0-2 0,0 0-21 0,0 0-45 16,0 0-67-16,7 15 30 0</inkml:trace>
  <inkml:trace contextRef="#ctx0" brushRef="#br0" timeOffset="-134637.25">24348 15194 136 0,'0'0'203'0,"5"-10"-6"16,-3 6-14-16,-2 4-20 0,3-7-18 0,-3 7-16 16,0 0-15-16,5-3-4 0,-5 3-9 0,0 0-6 15,12 7-7-15,-7-2-6 0,0 3-8 0,2 2-5 16,-1-2-9-16,0 2-1 0,0-2-9 0,-1 1-5 16,1 1-2-16,1-1-9 0,-2 0 4 0,2-1-5 15,-1 0-5-15,-2-3-1 0,2 2-2 0,-2-3 0 16,2-1-2-16,-6-3 2 0,12 4-5 0,-6-4 0 15,-6 0-5-15,18-6 2 0,-9 1-1 0,0-1-3 16,-1 0 0-16,2-1-1 0,-1 0 1 0,0-2-3 16,0 0 0-16,-3-1 0 0,0 0-2 0,0 0-2 15,-2-3 3-15,2 2-6 0,-2 0 4 0,-3 2 0 16,0-1-1-16,1 5 4 0,-2 5 1 0,4-11 1 16,-3 5-4-16,-1 6-5 0,0 0 0 0,2-7 0 15,-2 7-2-15,0 0 1 0,0 0-3 0,0 0 3 16,2 29-3-16,-2-17-1 0,-2 3-15 0,4 0-24 15,-4 4-38-15,0-2-39 0,1 1-34 0,1-1-42 16,0 3-152-16,-2-4-373 0,1-1 166 0</inkml:trace>
  <inkml:trace contextRef="#ctx0" brushRef="#br0" timeOffset="-134413.41">24823 15185 193 0,'5'-12'225'0,"3"-1"-4"0,-2 3-14 0,1 1-13 16,-3 2-13-16,0 3-25 0,1 1-19 15,-5 3-6-15,12-4-13 0,-12 4-9 0,12 4-11 16,-3 1-10-16,0 3-9 0,-3 2-5 0,0 0-7 0,0 1-6 16,-1 0-10-16,2 1-11 0,-4 2-24 0,1 2-17 15,-2 0-23-15,0-6-38 0,0 1-45 0,2-1-37 16,0-1-44-16,-3 2-132 0,-1-11-347 0,4 11 153 15</inkml:trace>
  <inkml:trace contextRef="#ctx0" brushRef="#br0" timeOffset="-134185.69">25235 15059 183 0,'-12'0'196'0,"2"4"-17"0,-3-1-17 16,3 4-7-16,-1 3-14 0,-1 1-13 0,2 3-11 0,3 0-13 16,1-2-11-16,2 2-5 0,4-1-13 15,0 3-3-15,3-4-6 0,3 3-4 0,3 0-6 16,1 0-10-16,4-5-19 0,-1 0-26 0,4-1-30 16,-1 0-33-16,2-5-36 0,0 1-27 0,0-2-20 15,-3-2-104-15,1-1-270 0,-5-1 120 0</inkml:trace>
  <inkml:trace contextRef="#ctx0" brushRef="#br0" timeOffset="-133940.02">25507 14899 72 0,'0'-11'237'0,"-1"0"-6"15,-1 1-6-15,2 10-16 0,0-9-27 0,0 9-22 16,0 0-7-16,0 0-6 0,0 0 5 0,0 0-12 15,4 40-6-15,-2-15-12 0,1 3-4 0,-5 0-4 16,1-2-13-16,2 3-7 0,-1-4-11 0,2 2-7 16,-4-2-8-16,4 1-6 0,-2-1-8 0,0-5-1 15,0 3-11-15,3-6-2 0,-6-4-4 0,6 4-8 16,-1 0-18-16,0-6-17 0,-1 3-28 0,-1-4-35 16,1 1-43-16,-1-11-55 0,0 13-43 0,0-7-213 15,0-6-458-15,0 0 203 0</inkml:trace>
  <inkml:trace contextRef="#ctx0" brushRef="#br0" timeOffset="-133657.37">25441 15143 156 0,'19'-6'170'0,"10"-1"-14"0,0-2-9 16,1 4-5-16,3-3-10 0,-4 2-7 0,-2-2-7 15,0 0-10-15,-5 6-3 0,-6-3-3 0,2 1-6 16,-6 2-1-16,-1 1-5 0,0-2-8 0,-5 1-12 16,2 1-2-16,-8 1-13 0,10 0 0 0,-10 0-4 15,9 3-4-15,-5 1-2 0,1 0 0 0,-2 3-5 16,-3 3-1-16,4-1-1 0,-4 1-6 0,3 0-3 16,-3 1 0-16,1 2-3 0,-1-2-4 0,-1 2 1 15,1-1-5-15,0-1-17 0,1 0-26 0,1 1-33 16,-1 1-40-16,-1-3-39 0,2-3-41 0,0-1-166 15,-2-6-372-15,0 10 165 0</inkml:trace>
  <inkml:trace contextRef="#ctx0" brushRef="#br0" timeOffset="-133478.06">25835 14823 4 0,'0'0'108'0,"0"0"-27"0,0 0-31 0,0 0-37 15,-5 34-32-15,5-19-21 0,0 2-43 0,2-5 19 16</inkml:trace>
  <inkml:trace contextRef="#ctx0" brushRef="#br0" timeOffset="-132931.65">26057 15054 74 0,'2'5'158'16,"-2"-5"1"-16,0 0-10 0,0 0-8 0,-9 16 4 15,5-11-23-15,-1 1 5 0,0 3-12 0,-1 0-9 0,3-1-14 16,-1 2-5-16,2-1-8 0,0 0-5 0,2-2-6 16,0-7-6-16,4 14-5 0,-2-8-6 0,1 0-1 15,3-2-4-15,4 1-3 0,-2-3 0 16,3 2-5-16,1-2-4 0,-1-2 1 0,0 0-1 15,3-1-2-15,-5-2-1 0,-1 1-9 0,0-1 3 16,0-5-7-16,-3 4 0 0,1-5-2 0,-1 1-2 0,0-1 0 16,-3 0-3-16,0 1-2 0,-2-5-2 15,1 2 0-15,-1-2-2 0,0 1-2 0,0-3 3 16,0 1-2-16,1 3 1 0,2 1-1 0,-3 1 0 16,0 3-2-16,4-2-1 0,-2 2-2 0,-2 6-1 15,9-6 0-15,-4 4 2 0,-5 2 1 0,15 2 4 16,-3 3 2-16,1 1 0 0,1 3 5 0,0 1 0 0,-1 2 0 15,0 1 10-15,-6-3-6 0,2 3 1 16,-3-3 4-16,2 0 3 0,0 2-2 0,-3-2 1 16,-1-3-3-16,1 2 6 0,-1-3-7 0,1 0-1 15,-3 1 6-15,-2-7 10 0,3 6 13 0,-3-6 6 16,0 0 7-16,4 7 0 0,-4-7-7 0,0 0-6 16,0 0-5-16,0 0-1 0,0 0-7 0,0 0-1 15,0 0-2-15,-4-31-4 0,6 23-5 0,4-8 0 16,-4 4-6-16,9-5-6 0,5-3-2 0,0-2-3 15,4 1 0-15,-1 5-4 0,-2 2 3 0,-1 0 0 16,-3 2-4-16,4 3 0 0,-5 2-4 0,0 2 0 16,1 1 1-16,-2 6 0 0,1 1 3 0,-3 0-4 0,0 4 0 15,0 0 2-15,-4 3 4 0,3 5-2 16,-5 0 0-16,-1-4 0 0,0 5-1 0,-2 0-20 16,-5 1-30-16,3-1-41 0,-2-3-49 0,2-2-60 15,-3 4-64-15,-2-5-172 0,3 1-471 0,-3-1 209 16</inkml:trace>
  <inkml:trace contextRef="#ctx0" brushRef="#br0" timeOffset="-119903.27">8239 3567 79 0,'0'0'72'0,"0"0"-1"0,0 0 2 15,0 0-11-15,0 0-12 0,0 0 2 0,0 0-7 16,0 0 3-16,0 0 1 0,0 0-3 0,0 0 13 16,0 0 0-16,0 0 3 0,0 0 2 0,0 0-1 0,0 0-2 15,0 0-1-15,0 0-4 0,0 0-1 16,2-5-9-16,-2 5 3 0,5-6-6 0,-5 6 1 15,8-4-9-15,-3 1 2 0,0 0-5 0,3-2-2 16,0 0 0-16,1-1-3 0,0 1-5 0,3-3 1 16,-3 3-4-16,0-1 2 0,1 0 5 0,-1-2-6 0,0 1 4 15,0 0-7-15,0-1 0 0,-2 2-3 16,0-1 3-16,0 3 3 0,-2 0 8 0,-1-2-3 16,-1 1-4-16,0-3-3 0,1 2 0 0,-1-1-2 15,-1 1 7-15,-2 6-2 0,0-10 1 0,0 10-2 16,-1-13-7-16,-3 7 3 0,-1 2-4 0,5 4 0 15,-8-12-5-15,3 7 1 0,-1 1 6 0,6 4-6 16,-11-6-3-16,5 4 4 0,6 2-3 0,-17-3-2 16,10 3-1-16,7 0-2 0,-13 3-3 0,2-1-2 15,1 2 4-15,0 1 2 0,0 3-2 0,1 1-2 16,1-1 3-16,1 2 1 0,-2 0-2 0,1-1-1 16,-1-2 1-16,4 4 1 0,-1-1 0 0,-1 0 1 15,2 1 3-15,1-1-3 0,-1 0 1 0,1-1 1 16,1 1-2-16,0 2 2 0,1-2-1 0,0 0 4 15,1 2-2-15,1-1 4 0,0 1-2 0,1-3 2 16,2 2-1-16,1 1-1 0,-2-2 9 0,3 2-4 16,-2-2 2-16,3 3 0 0,1-4-10 0,-2-1 9 15,1 1-3-15,2-1 2 0,-1 0-1 0,2-1 1 16,1-1 0-16,2-1-2 0,-5-1 0 0,4 1 2 16,0-4 1-16,1 1-4 0,2-3 0 0,3 2-4 15,-3-2-7-15,-1 0-9 0,0-2-19 0,-4 0-32 16,2 0-33-16,0-2-37 0,-1 0-29 0,-2-1-28 15,0-1-98-15,-3-2-311 0,0-1 138 0</inkml:trace>
  <inkml:trace contextRef="#ctx0" brushRef="#br0" timeOffset="-119271.27">8301 3147 11 0,'0'0'146'0,"0"0"-3"16,0 0-14-16,0 0-4 0,0 0-3 0,0 0-10 16,0 0-8-16,0 0-5 0,0 0-10 0,0 0-4 15,0 0-8-15,0 0-14 0,0 0 0 0,0 0-2 0,0 0 7 16,0 0-5-16,0 0 0 0,29 0-2 16,-29 0-3-16,19-2-7 0,-9 0-4 0,4 1 2 15,-2-1 2-15,0 1-14 0,1 0 4 0,5 1-2 16,-5 0-4-16,1-1-4 0,-1-1 2 0,1 2-2 15,0-2 23-15,-3 2-2 0,3-1-4 0,-2-1-5 0,-1 2-2 16,2 0 1-16,-4 0 8 0,1-2-2 16,-1 2 4-16,-9 0 1 0,12-1 1 0,-12 1 1 15,7-2 5-15,-7 2 2 0,0 0 1 0,10-1 1 16,-10 1 0-16,0 0-4 0,0 0-5 0,0 0-6 16,0 0-5-16,0 0-5 0,9 1 0 0,-9-1-10 15,0 0-4-15,0 0-3 0,0 0-16 0,0 0-23 16,0 0-31-16,0 0-36 0,0 0-45 0,0 0-42 15,0 0-52-15,3 7-40 0,-3-7-159 0,0 0-455 16,0 0 202-16</inkml:trace>
  <inkml:trace contextRef="#ctx0" brushRef="#br0" timeOffset="-116564.69">8659 3421 13 0,'-4'9'115'0,"4"-9"-16"0,-5 7-6 16,5-7-12-16,-7 5-11 0,4 0-3 0,3-5 6 15,-7 8-20-15,4-4-5 0,3-4 0 0,-5 5-8 16,5-5 0-16,-5 6-3 0,5-6-10 0,0 0 1 15,-8 5-6-15,8-5 0 0,-5 3-7 0,5-3 6 16,0 0-5-16,0 0 6 0,0 0-7 0,0 0 12 16,0 0 7-16,0 0 0 0,0 0-4 0,0 0 11 15,-4 7-3-15,4-7 2 0,0 0 2 0,0 0 4 16,0 0 5-16,0 0-4 0,0 0-3 0,0 0 4 16,0 0-10-16,19-25 1 0,-12 14-7 0,5-1 6 15,0-4-5-15,1 2-4 0,-1 1-1 0,3-3 2 16,-2 1-1-16,4-6 0 0,2 2-7 0,-2-1 3 15,0-1-8-15,2 1 0 0,-5-3-3 0,4 3-5 16,-4-1 4-16,4 1-2 0,-2-1-2 0,2-2 0 16,-2 0-1-16,1-1 1 0,-1 3-4 0,-1-3-2 15,-3 9 3-15,1-1 2 0,-2 5-3 0,-2 2 3 16,1-7-4-16,-2 8 3 0,-2-3-2 0,2 2 3 16,-2 1-3-16,0 2 4 0,0-2-3 0,-1 3 1 15,0-1-6-15,1 1 2 0,3-3-4 0,-5 5 7 16,0-3-3-16,-4 6-2 0,5-7 4 0,-5 7-5 15,5-4 3-15,-5 4-1 0,4-6 4 0,-4 6 1 16,0 0 1-16,5-6 0 0,-5 6-1 0,0 0-1 16,0 0 0-16,6-4 2 0,-6 4-2 0,0 0-3 15,0 0 1-15,0 0-5 0,0 0 4 0,0 0 0 16,0 0-2-16,0 0 0 0,0 0 1 0,0 0-1 16,0 0-3-16,0 0-1 0,0 0-1 0,0 0 1 15,0 0-7-15,0 0 7 0,0 0 3 0,0 0-4 16,0 0 5-16,4 14 0 0,-5-4-2 15,1-1 1-15,-1 5 0 0,-2-2 4 0,2 0 0 16,-2 0-4-16,1 6 2 0,-3-3 7 0,1 2-3 16,-1-4-8-16,1 1 4 0,0 2 2 0,1-5 2 0,1 0-3 15,-1-1 0-15,1 1-2 0,-2-1 1 0,3-1-1 16,-2-3-6-16,1 1-22 0,0 0-26 0,2-7-31 16,-2 12-34-16,0-6-41 0,2-6-147 15,-6 11-331-15,2-7 146 0</inkml:trace>
  <inkml:trace contextRef="#ctx0" brushRef="#br0" timeOffset="-116355.14">8985 2869 7 0,'-20'-4'179'0,"-3"1"-5"0,3 1-3 0,0-1-8 15,2-2-16-15,5 2-9 0,3 3-8 0,-1-3-15 16,3 3-8-16,8 0-14 0,-10-3-20 0,10 3-28 16,-10-2-33-16,10 2-47 0,0 0-50 0,0 0-48 15,0 0-85-15,0 0-234 0,0 0 104 0</inkml:trace>
  <inkml:trace contextRef="#ctx0" brushRef="#br0" timeOffset="-115403.52">7914 2870 74 0,'0'0'144'0,"0"0"-10"0,0 0-25 16,0 0-8-16,0 0-16 0,0 0 2 16,0 0-15-16,0 0 11 0,0 0-10 0,8 19-3 15,-6-13-9-15,-2-6 1 0,8 10-5 0,-7-4 3 16,1 0-7-16,-2-6-2 0,3 7 6 0,-3-7-2 16,0 0 11-16,3 7 8 0,-3-7 4 0,0 0-1 15,0 0 4-15,3 6 3 0,-3-6 2 0,0 0 5 16,0 0-5-16,0 0-11 0,0 0-8 0,0 0-5 15,0 0-5-15,0 0-9 0,0 0-4 0,0 0-4 16,-16-20-4-16,16 14-5 0,0 6 1 0,-1-13-7 16,1 3-2-16,-1 0-2 0,2-2-31 0,3 2 1 15,0-1-2-15,-1 0 5 0,5-3-3 0,-3 3-1 16,0 0 2-16,2 2 1 0,-2 1-1 0,3 1 3 16,-1 1-2-16,3 0-3 0,1 1 2 0,-2 0-4 15,3 2 8-15,0 1-8 0,1 4 3 0,-1-2-2 16,1 4 3-16,0 2-2 0,1 0 4 0,-4 3 4 15,3-3-6-15,-3 2 2 0,-1 1 0 0,0-1-3 16,-1 1 8-16,-2-2-5 0,-1 0 8 0,2 2-2 16,-7-9 2-16,6 10-7 0,-6-10 8 0,3 9-2 15,-3-9 4-15,0 0 3 0,1 9 0 0,-1-9 1 16,0 0 0-16,0 0-3 0,-9 6 5 16,9-6 6-16,-6 3 5 0,6-3-2 0,0 0 1 0,0 0-5 15,0 0 1-15,0 0-4 0,0 0 0 16,0 0-5-16,-7-19-2 0,7 19-2 0,3-17-1 15,1 6-7-15,2 3 4 0,-1-8-5 0,3 8 1 0,-2-2-5 16,1 3-1-16,1 0 2 0,-2 2-3 0,-1 0 0 16,0 1 3-16,-5 4-8 0,11-5 5 0,-4 4-2 15,-7 1 4-15,0 0-3 0,24 4-1 16,-18-2-4-16,6 4 9 0,-6-1 1 0,2 1-2 16,-2 1 4-16,1 0-1 0,-3 0-1 0,2 1-4 15,-1 0-12-15,0 1-1 0,-5-9-19 0,5 12-16 16,-5-12-24-16,7 13-40 0,-7-13-34 0,2 14-29 15,-2-14-125-15,2 10-336 0,-2-10 149 0</inkml:trace>
  <inkml:trace contextRef="#ctx0" brushRef="#br0" timeOffset="-115217.99">8419 2749 143 0,'0'0'141'0,"0"0"-17"0,0 0-9 15,0 0-19-15,0 0-1 0,0 0-12 0,0 0-10 16,0 0-4-16,0 0-6 0,8 32-4 0,-7-19-10 16,1-4-4-16,0 8 2 0,2-3-4 15,-3-2-21-15,-1-12-28 0,0 24-25 0,0-13-46 16,0 1-116-16,0-12-207 0,-7 18 92 0</inkml:trace>
  <inkml:trace contextRef="#ctx0" brushRef="#br0" timeOffset="-114837.65">8561 2799 88 0,'0'0'150'0,"0"0"-1"16,0 0 0-16,-1-17-19 0,1 12-3 0,0 5-5 15,-2-11-10-15,2 11-10 0,2-10-13 0,1 5-12 16,-3 5-3-16,8-8-18 0,0 6-3 0,-2-1-5 15,2 2-4-15,2 1-10 0,1 0-2 16,1 2-2-16,2 3-7 0,-4 0 5 0,-1 2-4 16,3 2-6-16,-3-1 0 0,1 0-9 0,-2 2-16 15,0 0-8-15,-1-1-19 0,-2 1-20 0,2-2-33 16,-4 2-30-16,1-1-129 0,-4-9-266 0,0 0 118 16</inkml:trace>
  <inkml:trace contextRef="#ctx0" brushRef="#br0" timeOffset="-114521.38">8765 2753 40 0,'0'0'98'0,"0"0"4"15,0 0-2-15,0 0-18 0,0 0-3 0,0 0-12 16,7 25-10-16,-7-25-1 0,0 0-5 0,4 13-2 15,-4-13 6-15,6 8-17 0,-6-8 11 0,6 4 0 16,-6-4 9-16,0 0 2 0,13 1 5 16,-8-1 4-16,-5 0-9 0,9-5 2 0,-2 2 1 0,-1-2 4 15,-2-1-6-15,1-1 3 0,-1 0 2 0,1-1-3 16,-4 1-3-16,2 0 2 0,-3-3-4 0,0 1-4 16,0 0-8-16,-3-1-4 0,-1 4-8 15,4 6-5-15,-7-14-18 0,1 10-12 0,1-2-32 16,-1 2-15-16,6 4-16 0,-13-4-29 0,13 4-16 15,-15 6-20-15,6 0-28 0,-1 3-92 0,-4 3-270 16,3-4 120-16</inkml:trace>
  <inkml:trace contextRef="#ctx0" brushRef="#br0" timeOffset="-114068.05">8933 2798 120 0,'6'-7'113'16,"1"1"-3"-16,-7 6-2 0,10-12 4 0,-6 5-11 16,-2-2-8-16,1 3 5 0,-1 1 0 0,1-3-4 15,-3 8-8-15,1-15-14 0,-1 7 0 0,-2-1-10 16,2 9 2-16,-4-15-4 0,2 7-7 16,-1-1-1-16,-1 1-5 0,1 4-1 0,-1-3 2 15,4 7-9-15,-7-9-5 0,3 5-6 0,4 4 3 0,-7-7 1 16,7 7-7-16,-6-5 2 0,6 5-7 0,-6-4 0 15,6 4 0-15,0 0-6 0,-5-6 2 0,5 6-3 16,0 0-3-16,0 0-6 0,0 0 0 0,0 0 0 16,-5-4-8-16,5 4 3 0,0 0 1 15,0 0-1-15,0 0 2 0,0 0 1 0,0 0-2 16,0 0-1-16,0 0 3 0,22 7-1 0,-22-7-4 0,15 3 6 16,-7-5-2-16,0 2 3 0,-8 0-2 15,19-1-3-15,-10 1 5 0,2-2-2 0,0 2 0 16,-1 0-2-16,-1-1 1 0,0 2 0 0,0-1 0 15,-1 2-4-15,-8-2 0 0,15 3 1 0,-15-3 0 16,12 4-2-16,-6 0 6 0,2 0-1 0,0 4 2 16,-4-2-4-16,3 1 4 0,-2 1 1 0,0-1-7 15,0 2 5-15,-1-1 0 0,-2 2-2 0,1 0 5 16,0-2-3-16,0 0-8 0,-3-8-22 0,4 19-25 16,-2-12-60-16,-2-7-22 0,2 16-155 0,-2-16-314 15,0 13 139-15</inkml:trace>
  <inkml:trace contextRef="#ctx0" brushRef="#br0" timeOffset="-111113.28">9298 2624 134 0,'0'0'157'0,"0"-10"-15"15,0 10 1-15,0 0-18 0,0 0-1 0,0 0-14 16,0 0-6-16,0 0-17 0,0 0-2 0,0 0-15 16,0 0-10-16,0 0-5 0,0 0-10 0,0 0-5 15,0 0-4-15,0 0-5 0,0 0 2 16,0 0-7-16,-9 29 0 0,9-19-7 0,-1 2 3 0,0-2-4 16,-3 2 2-16,4-1-3 0,-1-1-2 0,1-1-5 15,1 3 3-15,-2-3-4 0,2-1 1 0,3-3 1 16,-3 1-4-16,1 2-3 0,-2-8 4 0,7 8-3 15,-3-4 4-15,0 0-6 0,1 0 1 0,-5-4 0 16,11 3 6-16,-4 0-3 0,-7-3 1 0,13 0-1 16,-13 0-2-16,12-3 3 0,-5 0-1 15,-1-1 1-15,2 0-3 0,-1 0 0 0,-2-3 4 0,1 3 3 16,0-3 2-16,-3-1-1 0,2-1 1 0,-3 3 3 16,3-2-2-16,-4-2-2 0,1 1 2 0,-2-1-4 15,-3-1 1-15,2 0-2 0,-4 0-1 0,0 2-4 16,0 1 4-16,0-1-5 0,-3 3 8 15,3 0-11-15,-3 1 1 0,3 2 1 0,-3-1-11 16,3 1-9-16,5 3-5 0,-14-3-26 0,8 2-16 16,6 1-36-16,-19 7-20 0,10-2-29 0,0 2-116 15,-4 4-285-15,4-4 127 0</inkml:trace>
  <inkml:trace contextRef="#ctx0" brushRef="#br0" timeOffset="-110538.15">9503 2823 126 0,'1'-8'185'0,"3"2"-18"0,-2-1-7 0,2-1 1 15,-1-1-12-15,-1 1-13 0,1-3-17 0,1 4-8 16,-3-5-36-16,-1 3-7 0,-1-2-6 0,1-1-10 15,-1 3-1-15,-3-2-1 0,1 0-7 0,1 0-5 16,-1 3-5-16,0 2 2 0,3 6-10 0,-5-11 5 16,5 11-9-16,-2-9-1 0,2 9-4 0,-4-4-3 15,4 4-5-15,0 0 1 0,0 0-8 0,0 0 8 16,0 0-6-16,0 0 4 0,13-4-3 16,-13 4 1-16,11 3-1 0,1-1-1 0,-3 0-5 15,1 2 6-15,1 0-6 0,0-1 2 0,-1 1 2 0,-1 2-1 16,0 1 0-16,-3-3-3 0,1 4 0 0,-2 1-1 15,1-1 5-15,-2 0 0 0,-2-1-3 0,2 0-2 16,-3 0 6-16,2-1-2 0,-3-6-8 0,3 11 5 16,-2-6 4-16,-1-5-3 0,3 10-2 0,-2-5 2 15,-1-5 0-15,2 7 1 0,-2-7 0 16,0 0-2-16,4 7 4 0,-4-7 1 0,0 0 0 16,0 0 0-16,8 3 0 0,-8-3-1 0,0 0 5 15,14-5-2-15,-14 5-5 0,9-8 2 0,-4 3 0 16,-1-2 1-16,1 1 0 0,-3 1 2 0,2-1 0 0,0-1-4 15,0-2 1-15,0 2 4 0,-2-3-4 0,-1 5 9 16,-1 5 0-16,2-13 3 0,-1 7-1 16,-1 6 0-16,0 0 2 0,1-9-8 0,-1 9-1 15,0 0-6-15,3-5 0 0,-3 5 0 0,0 0 0 16,0 0 3-16,0 0-3 0,1 20 2 0,0-10 0 16,-2 1 2-16,2 0-10 0,-1 1-19 0,0-12-14 15,0 20-28-15,2-8-21 0,0-3-47 0,2 1-33 16,-1 1-102-16,-1-3-292 0,-2-8 130 0</inkml:trace>
  <inkml:trace contextRef="#ctx0" brushRef="#br0" timeOffset="-110372.52">9703 2549 33 0,'0'0'37'0,"0"0"-30"16,0 0-21-16,17 17-13 0,-17-17 7 0</inkml:trace>
  <inkml:trace contextRef="#ctx0" brushRef="#br0" timeOffset="-110159.39">9861 2530 75 0,'1'-6'177'0,"-1"6"-2"0,0 0-3 0,0-11-8 16,0 11-10-16,1-7-21 0,-1 7-14 0,0 0-16 16,0 0-13-16,0 0-6 0,0 0-7 0,0 0-1 15,0 0-4-15,10 28-4 0,-6-10-6 0,0-2-5 16,0 4-1-16,2 3-6 0,-4-4-5 0,-1 0 1 16,1-1-10-16,0-1-6 0,0 0 3 0,1-1-3 15,-2-1-19-15,-1-1-24 0,0-3-24 0,0 1-28 16,1-2-44-16,-1 0-38 0,0-10-157 0,-6 18-330 15,6-18 146-15</inkml:trace>
  <inkml:trace contextRef="#ctx0" brushRef="#br0" timeOffset="-109632.28">9875 2674 22 0,'0'0'136'0,"12"-1"-6"0,-12 1-16 16,0 0-15-16,17 2-3 0,-8 2-6 0,-9-4 2 16,12 8-10-16,-6-4 4 0,-6-4-10 0,11 7-5 15,-2-4-12-15,-2 1-1 0,4-1-5 0,-4 0 0 16,2 0-10-16,-9-3-1 0,15 3-3 0,-15-3 1 16,11 0-8-16,-11 0 1 0,0 0-4 0,18 0 4 15,-18 0 9-15,9-4 0 0,-9 4 6 0,11-6-3 16,-11 6-1-16,8-6 4 0,-8 6-3 0,4-10 9 15,-4 10 2-15,4-10 1 0,-4 10 2 0,4-6-5 16,-4 6 0-16,0 0-4 0,0 0-7 0,0 0-8 16,6-6-7-16,-6 6-3 0,0 0-9 0,0 0 0 15,0 0-3-15,0 0 2 0,0 0-3 0,8 27 2 16,-4-12-2-16,2 4-2 0,-1 3-1 0,-2-3 1 16,1 1-3-16,0 5-3 0,-1 0 4 0,0-1 3 15,1-4-5-15,-2 1-1 0,-1-3 1 0,1 1 1 16,-1 2-1-16,2 4 2 0,-3-6-4 0,1 0 1 15,0-4 0-15,-1 0 1 0,-1 1-5 0,0-5-2 16,1-11-7-16,-4 19-12 0,1-9 0 0,3-10-5 16,-11 17-10-16,4-9-7 0,7-8 1 0,-20 9-10 15,11-4 5-15,9-5 3 0,-18 3 5 16,18-3 3-16,-22-6 7 0,22 6-3 0,-19-6 3 16,10 0 9-16,3-4 4 0,1-1-4 0,-3-4-2 15,6-2 9-15,-1-1 1 0,4-2-2 0,2 1 5 16,2 0-1-16,4-4-3 0,5 0 6 0,-5 7 0 15,7-6-5-15,-4 8-6 0,7-4-14 0,2 1-32 16,2 1-20-16,1 2-44 0,-1-1-153 0,-6 5-303 16,7-5 134-16</inkml:trace>
  <inkml:trace contextRef="#ctx0" brushRef="#br0" timeOffset="-108251.63">14642 3351 99 0,'3'-5'159'0,"-3"5"-4"0,0 0-19 16,0 0 0-16,0 0-3 0,0 0-12 0,0-10-4 16,0 10-10-16,0 0-7 0,0 0-9 0,0 0-7 15,0 0-5-15,0 0-6 0,0 0-5 0,0 0-9 16,0 0-8-16,0 0-3 0,0 0-6 0,0 0-2 16,0 0-10-16,0 0 5 0,0 0-7 0,0 0-6 15,0 0-1-15,0 0-3 0,0 0-1 0,0 0-1 16,0 0-1-16,0 0-1 0,0 0-4 0,0 0 3 15,0 0-2-15,0 0 3 0,0 0-5 16,0 0 4-16,0 0 9 0,0 0 4 0,0 0 5 0,0 0-2 16,0 0-1-16,0 0 0 0,0 0 5 0,0 0 0 15,0 0 2-15,0 0-4 0,0 0 1 0,-5-9-1 16,5 9-1-16,0 0-6 0,0 0 3 16,0 0 4-16,0 0-3 0,0 0 1 0,-2-7 1 15,2 7-3-15,0 0-4 0,0 0-5 0,0 0-1 16,0 0-6-16,0 0-3 0,0 0-5 0,0 0-2 15,0 0-4-15,0 0 0 0,0 0 0 0,0 0 1 16,2 27 1-16,3-11 1 0,-4 1-2 0,3 2 3 0,0-1 0 16,0 7-1-16,-3-7 1 0,2 1 3 15,-2 0-2-15,1 0 2 0,2-2 4 0,-4-1-7 16,3 0 3-16,1-4-3 0,-1 1 2 0,-1-3-3 16,0-1 1-16,0 1 0 0,-1-3 4 0,0-1-4 15,-1-6 2-15,3 11 0 0,-3-6 1 0,0-5 2 16,4 6 3-16,-4-6-1 0,0 0 4 0,0 0 8 15,0 0 12-15,0 0 8 0,2 6 3 0,-2-6-4 16,0 0-8-16,0 0-2 0,0 0-1 0,0 0-5 16,-6-27 0-16,6 18-7 0,2-3-7 0,-2 1 3 15,4-2-3-15,1-2-13 0,2 0-3 0,2-1 1 16,-2 3-1-16,-1 2-5 0,4 4 3 0,-4-3-1 16,3 3 1-16,-1 1-4 0,2 2-5 0,-2-2-4 15,-3 5-6-15,-5 1-4 0,16 1 1 0,-9 1 4 16,0 0 0-16,1 6 6 0,-4-2-1 0,2 1-4 15,-2 1-16-15,3 3-10 0,-5 0-19 0,0-2-27 16,0 3-16-16,-1-2-45 0,1 0-46 0,-1 0-163 16,-1-10-396-16,-1 15 175 0</inkml:trace>
  <inkml:trace contextRef="#ctx0" brushRef="#br0" timeOffset="-107976.78">15085 3343 163 0,'0'0'189'0,"-8"-2"-6"0,8 2-10 0,0 0-11 0,0 0-12 15,0 0-13-15,-10-4-11 0,10 4-16 16,0 0-14-16,0 0-5 0,0 0-13 0,0 0-7 15,0 0-6-15,0 0-6 0,0 0-6 0,27-7-4 16,-13 4-10-16,-1 1-8 0,-2-2-15 0,3 2-23 16,-1 0-26-16,6-2-31 0,-7 1-40 0,2-1-33 0,-5 1-146 15,0 1-306-15,1-3 135 0</inkml:trace>
  <inkml:trace contextRef="#ctx0" brushRef="#br0" timeOffset="-107793.59">15140 3234 126 0,'0'0'135'0,"0"0"-10"0,-9 7-3 0,9-7 3 15,0 7 2-15,0-7-6 0,1 12 3 0,-1-12-14 16,2 18-10-16,2-5-6 0,1-3-5 0,-2 2-9 16,-1 3-7-16,1 3-7 0,0-3-7 0,1 2-26 15,-3-4-36-15,1 2-42 0,1 0-51 0,0-1-59 16,-3-3-80-16,2 2-256 0,2-4 114 0</inkml:trace>
  <inkml:trace contextRef="#ctx0" brushRef="#br0" timeOffset="-107061.48">15409 3051 108 0,'-3'-5'165'16,"3"5"-12"-16,0 0-11 0,0 0-13 0,-6-5-7 15,6 5-13-15,0 0 0 0,0 0-12 0,0 0-15 16,6-14-5-16,5 8-9 0,1 0-9 0,3-2-7 0,7-1-5 16,7-2-6-16,-1-1 0 0,3 2-7 15,1 0-1-15,-2-2-6 0,2 2 1 0,-2-2-4 16,2 3 0-16,-3-2-5 0,1 5 3 0,-2-4-4 16,-7 3 1-16,-1 0 0 0,5-2-1 0,-3 4-4 15,-4 1 4-15,1-2-6 0,1 1 3 0,1 1 2 16,-2 1-1-16,1 1-4 0,0-1 2 0,-1-2-6 15,0 3 2-15,0 0-1 0,0 0 1 0,2-2-3 16,-1 2 5-16,2-1 2 0,-2-1-2 0,-1 1 1 16,1-1-1-16,-2 1-3 0,1 2 5 0,-6-2-6 15,0 0 6-15,-1 2-30 0,-2-2 4 0,0 3 4 16,-2-1-3-16,-1-1 2 0,-7 2 1 0,11-1 2 16,-11 1-2-16,9-1 12 0,-9 1-11 0,6-1 11 15,-6 1 6-15,0 0-2 0,7-2 6 0,-7 2 6 16,0 0-3-16,0 0 1 0,0 0 0 0,0 0 2 15,0 0-3-15,0 0 2 0,0 0-9 0,0 0 1 16,0 0 0-16,0 0-6 0,-1 14 0 0,1-14-4 16,-11 12 7-16,5-4-7 0,-3 1 3 0,1 1 5 15,-1 2-3-15,0 2 1 0,1 0-2 0,-3-1-1 16,2 1-4-16,-1-1-19 0,4-3-20 0,-2 0-28 16,1-1-29-16,0 2-33 0,2-1-32 15,-2 0-142-15,0-1-328 0,3-4 145 0</inkml:trace>
  <inkml:trace contextRef="#ctx0" brushRef="#br0" timeOffset="-106863.63">16272 2787 50 0,'-6'-10'221'0,"-3"-4"13"15,1 4 8-15,0 1-26 0,1-2-12 0,-4-1-26 16,4 6-13-16,-2-2-11 0,1 1-16 0,0 1-15 15,2 3-10-15,1-3-14 0,5 6-11 0,-8-6-25 16,8 6-26-16,-6-4-48 0,6 4-48 0,-4-4-54 16,4 4-24-16,0 0-30 0,0 0-140 0,0 0-332 15,0 0 148-15</inkml:trace>
  <inkml:trace contextRef="#ctx0" brushRef="#br0" timeOffset="-105608.02">16690 2839 101 0,'0'0'231'0,"0"0"-23"0,1-7-21 16,-1 7-21-16,0 0-23 0,0 0-11 0,0 0-20 15,0 0-10-15,0 0-12 0,0 0-4 0,0 0-7 16,8 17-12-16,-5-7 2 0,-2 1-15 0,4-2-4 16,-4 0-6-16,2 1-2 0,-2-3-3 0,3 2-3 15,-3-6-2-15,-1-3-4 0,1 13-4 0,-1-13 4 16,2 7 17-16,-2-7 15 0,0 0 17 0,0 0-1 16,2 5-5-16,-2-5-7 0,0 0-7 0,0 0-7 15,0 0-4-15,0 0 0 0,-10-23-6 0,6 15-1 16,0 1-6-16,2-2-2 0,1-1-5 0,-1-1-6 15,2-1-3-15,2 1-2 0,4-5 0 0,-2 0-8 16,3 0 0-16,2-2-1 0,5 4-3 0,-2 2 0 16,2-1-5-16,0 3 3 0,-2 4-4 0,1 1-1 15,4 1-2-15,1 3 3 0,-5 4-5 0,-1 1 0 16,1-1 2-16,0 5 0 0,0 1-5 16,-3 0 5-16,4 4-1 0,-6-2 3 0,1 3 2 15,-3-4-3-15,2 0 6 0,-3-1-3 0,-1 2-5 16,0-3 4-16,-3-1 2 0,0 0 1 0,-1-7-2 0,2 8 2 15,-2-8 5-15,0 7 2 0,0-7-1 0,0 0-2 16,-11 2 0-16,11-2-1 0,0 0 1 0,-15-7 1 16,15 7-1-16,-8-9-2 0,6 1 1 0,-1 0-2 15,2 1-1-15,0-3 1 0,1 10-2 16,5-20 0-16,-1 10 0 0,1-3-4 0,5-2 0 16,1 1-30-16,1 3 4 0,1-1-2 0,0 2 4 15,-2 4-1-15,0 3 4 0,0-1 2 0,3 4 0 0,-3 1-1 16,3 2 3-16,-2 1 1 0,-1 2 2 15,1 3 3-15,-2-1 5 0,-2 2-2 0,3 3-6 16,-3-3-6-16,-3 2-17 0,0 1-25 0,1 1-9 16,-3 0-38-16,1-3-25 0,-3 1-37 0,2-1-26 15,-2 0-120-15,-1-11-346 0,1 19 153 0</inkml:trace>
  <inkml:trace contextRef="#ctx0" brushRef="#br0" timeOffset="-105424.82">17289 2761 140 0,'0'0'155'0,"-1"-9"-22"0,1 9-15 15,0 0-18-15,0 0-2 0,0 0-18 0,0 0-2 16,0 0 1-16,1 33-14 0,-1-22-2 0,3 4-10 16,-1-3-12-16,-2 0-11 0,0 0-44 0,0 0-39 15,0 0-42-15,2 2-84 0,-2-14-193 0,-7 24 86 16</inkml:trace>
  <inkml:trace contextRef="#ctx0" brushRef="#br0" timeOffset="-105045.05">17422 2907 81 0,'9'-24'184'0,"-9"24"-5"0,3-12-4 0,-3 12-8 15,6-15-10-15,-2 5-16 0,1-1-18 0,-1 3-1 16,1-2-11-16,3 3-14 0,-4 1-7 0,-4 6-14 16,10-8-6-16,-10 8-5 0,10-5-11 0,-10 5-5 0,13 3-3 15,-13-3-1-15,21 7-9 0,-11-2-1 16,0 2-1-16,-3 1-5 0,1-1-2 0,-2 2-5 16,1 0-22-16,-2 2-22 0,1-2-12 0,-2 1-30 15,-4-10-23-15,9 19-24 0,-5-12-25 0,-4-7-16 16,10 15-117-16,-10-15-290 0,4 11 129 0</inkml:trace>
  <inkml:trace contextRef="#ctx0" brushRef="#br0" timeOffset="-104769.91">17701 2834 1 0,'0'0'128'0,"0"0"-12"0,0 0-15 0,0 0-13 15,0 0-3-15,0 0-7 0,0 0-17 0,0 0 11 16,0 0-11-16,0 0-1 0,0 0 1 0,0 0-5 15,10 32-6-15,-10-32-1 0,4 12-16 0,-4-12 2 16,6 13-2-16,-6-13-2 0,9 9 9 0,-9-9 8 16,9 7 6-16,-9-7 3 0,12 3-2 0,-12-3 1 15,0 0 1-15,0 0 2 0,24-6 1 0,-24 6 4 16,16-9-3-16,-16 9 6 0,13-13-7 16,-9 6 2-16,-1-2-2 0,-2 0-9 0,-1 9-2 15,-1-20-5-15,0 8-11 0,-3 1-17 0,-1 2-13 16,1-2-12-16,4 11-17 0,-9-13-22 0,9 13-33 15,-12-10-35-15,12 10-35 0,0 0-27 0,-19 2-97 0,19-2-297 16,-20 11 131-16</inkml:trace>
  <inkml:trace contextRef="#ctx0" brushRef="#br0" timeOffset="-104240.18">17843 2946 139 0,'0'0'199'0,"11"-10"-18"0,-6 3-8 16,-5 7-12-16,9-17-9 0,-5 7-5 0,0 1-16 16,0-2-13-16,0 0-13 0,-3-1-4 0,1 2-2 15,-2-1-7-15,0 11-4 0,0-21-8 0,-1 8-11 16,-3 4-6-16,2-1 0 0,2 10-5 0,-7-16-1 16,7 16-6-16,-3-10-5 0,3 10-6 15,-3-10-6-15,3 10-8 0,0 0-5 0,0 0-4 0,-1-10-5 16,1 10-1-16,0 0 3 0,0 0-5 0,0 0 1 15,24 2-2-15,-24-2-1 0,22 5 0 0,-12-4-5 16,2 4 3-16,-1-1-3 0,2 2 3 0,-3 1-2 16,1-1 0-16,-3 3-5 0,2-2 0 0,-2 1 1 15,0 0 1-15,-3 4 3 0,1-3-3 16,-1 3 3-16,0-1-3 0,-2-2 0 0,-1 2-3 16,0-1 5-16,2-2 0 0,-4-8 0 0,3 15 0 15,0-9 0-15,-3-6 2 0,7 7-1 0,-7-7-1 16,8 8 1-16,-8-8 0 0,9 6 3 0,-9-6-2 15,12 3 3-15,-12-3-1 0,15-1-1 0,-15 1-1 16,21-5-1-16,-11 0 2 0,-1-1 1 0,1 0 0 0,-1 0-1 16,-1-4-2-16,-1 3 3 0,-2-3-5 15,3 1-3-15,-3-1 4 0,-1-2 0 0,-1 2 1 16,-2 0-4-16,0-2 0 0,-1 12 4 0,1-14-1 16,-1 14 5-16,2-10-3 0,-2 10 0 0,0 0-8 15,2-10 3-15,-2 10-11 0,0 0 4 0,0 0 0 16,0 0 0-16,0 0 5 0,0 0-1 0,0 0 0 15,0 0 3-15,-1 42 2 0,1-33 0 16,0 1-2-16,0 1-14 0,0-11-30 0,1 21-33 0,-1-21-33 16,4 18-36-16,-1-10-48 0,-3-8-152 0,1 14-375 15,-1-14 166-15</inkml:trace>
  <inkml:trace contextRef="#ctx0" brushRef="#br0" timeOffset="-103840.06">18317 2659 161 0,'0'0'212'0,"0"0"-17"16,0 0-17-16,0 0-21 0,0 0-27 0,0 0-6 15,0 0-15-15,0 0-1 0,0 0-12 0,13 26 8 16,-11-8-6-16,2 2 1 0,-1 4-12 0,0-5-3 15,0 9-7-15,-2-3-6 0,0-5-9 16,-1-2-4-16,0 1-2 0,-1 2-7 0,1-2-5 16,-1-1-10-16,1-2-14 0,0-16-23 0,-1 23-25 15,1-11-33-15,0-12-39 0,-2 17-29 0,2-17-29 16,-1 13-25-16,1-13-110 0,0 0-315 0,0 0 140 16</inkml:trace>
  <inkml:trace contextRef="#ctx0" brushRef="#br0" timeOffset="-103272.77">18291 2843 92 0,'0'0'123'0,"0"0"-6"0,0 0-7 0,0 0-5 16,0 0-5-16,28 12-7 0,-28-12-12 0,13 9 4 15,-4-4-9-15,-9-5 0 0,12 9-11 0,-5-2-2 16,-7-7-5-16,16 10-2 0,-11-5-15 0,-5-5 3 15,13 7 1-15,-13-7-6 0,15 7 1 16,-15-7-4-16,14 2 9 0,-14-2-8 0,0 0 6 16,22-2 5-16,-22 2 1 0,20-5 5 0,-10 1-1 0,-1-1 2 15,-9 5 17-15,12-9-1 0,-12 9 0 0,13-12-8 16,-8 6 5-16,-5 6 6 0,7-11 2 0,-7 11 0 16,7-9-2-16,-7 9-4 0,0 0-3 15,7-11-5-15,-7 11-11 0,0 0-2 0,0 0-8 16,5-8-6-16,-5 8-11 0,0 0-6 0,0 0 2 15,0 0-2-15,0 0-1 0,0 0-4 0,8 26-1 16,-5-11-1-16,2 5 1 0,-4-4-2 0,0 11 3 16,-1 1-1-16,0 1 1 0,2-1-7 0,-1 0-1 15,-1 3 1-15,0 0 6 0,-1-2-5 0,1 0 0 16,-2 0-2-16,4 2 1 0,-4 0 2 0,5-1-3 16,-6-2 0-16,2 1 0 0,1 0 0 0,-1-3-2 15,-3 0 4-15,2 0-1 0,-1-7-1 0,0 1 2 16,-1-1-3-16,2-3-1 0,-1-5 4 0,-1 0 1 15,1 0 1-15,3-11-1 0,-10 16 6 0,10-16-3 16,-15 9-5-16,15-9 3 0,-16 3-5 0,16-3 6 16,-18-6-5-16,18 6 2 0,-18-15-2 0,10 5 2 15,-1-5-5-15,3-5 3 0,-2-5-2 0,7-4 2 16,0 0-3-16,5-3 1 0,1 0-4 16,4-2 3-16,9-9-7 0,-2 12 1 0,12-9-4 15,-11 12-12-15,5 2-6 0,3 2-10 0,2 2-17 16,-1-2-26-16,3 3-31 0,1 2-33 0,3 2-22 0,1 1-36 15,2 2-31-15,-2 1-153 0,-4-1-417 0,0 3 185 16</inkml:trace>
  <inkml:trace contextRef="#ctx0" brushRef="#br0" timeOffset="-103156.25">19127 2919 174 0,'0'0'194'15,"0"0"-21"-15,0 0-16 0,0 0-16 0,0 0-29 16,0 0-44-16,12-3-57 0,-12 3-93 0,0 0-76 15,0 0-172-15,0 0 77 0</inkml:trace>
  <inkml:trace contextRef="#ctx0" brushRef="#br0" timeOffset="-96255.77">28859 10939 30 0,'-3'-10'48'0,"3"10"-12"0,-5-6 7 16,5 6-9-16,-2-8 11 0,2 8-4 0,-3-5 0 16,3 5-12-16,0 0 2 0,0-10-1 0,0 10-5 15,0 0-5-15,0 0-1 0,3-10-2 0,-3 10-5 0,7-5 2 16,-2 1-3-16,3 0 3 0,2-1 0 0,2 0-8 15,6 0 9-15,0-2-2 0,7 2 1 0,5-3-1 16,-1 3-2-16,3 0-1 0,1-1 1 16,2-1-8-16,2 2 3 0,1 0-4 0,2 1 7 0,11-2-4 15,-1 3 5-15,-13 1-1 0,3-1-21 0,13-1 15 16,1 2 2-16,-1 2 0 0,-2-2-4 0,-11 2 7 16,14 2-9-16,-4-1 3 0,-11 1-4 15,12 2 8-15,-12 0-2 0,12-1 1 0,-13 1 2 0,16 0-9 16,-15 0 0-16,12-1 2 0,-12 2 0 0,13-1-3 15,-12-1-2-15,12 0-2 0,-1 1 8 0,-11 3-13 16,12-2 4-16,-13 0 1 0,13 3 3 0,-14-4-8 16,15 3 7-16,-3-2-4 0,-12-1 1 0,3 1 0 15,-3 2 1-15,15-2 1 0,-18 0-4 0,4 0-7 16,-2 0 3-16,1 0 2 0,-3 2 0 0,-1-2-1 16,-1 1 6-16,1 0 2 0,0 0 1 15,1-1-6-15,-3 3 0 0,-2-2 4 0,5 1-2 16,-1-1 0-16,1-1-1 0,-3 3-1 0,0-1-2 0,-2 0 3 15,0 2-4-15,0-2 1 0,-3 0 3 0,4-1-2 16,2 0 0-16,-2 1 3 0,1 2-1 0,-2-2-9 16,4 0 7-16,-4 1 6 0,2-3-4 0,0 3-2 15,0-3-6-15,0 3 6 0,-1-2-2 0,2-2 1 16,-1 1-2-16,0 0 6 0,-3 1 0 0,3-2 1 16,-2 2-4-16,-2 0-1 0,0 0 3 0,1-2 2 15,2 1 5-15,0 0-7 0,-3 1-1 0,2-2 0 16,2-1 9-16,-2 0-2 0,0 2 5 0,1-3-6 15,2 3 0-15,-2-2 1 0,0 1 4 0,-1 0 0 16,-30-4-2-16,60 6 8 0,-31 1 5 0,-1-1-6 16,-28-6 0-16,51 9 2 0,-24-4 5 0,-27-5-7 15,37 11-4-15,-37-11 3 0,39 11-1 0,-39-11-3 16,37 16 7-16,-37-16-15 0,30 11 12 0,-30-11-2 16,33 15-3-16,-33-15-2 0,22 13 1 0,-22-13 1 15,25 14 2-15,-25-14-7 0,19 17 5 0,-19-17 0 16,0 0 3-16,30 24-1 0,-30-24 5 0,17 19-7 15,-17-19 1-15,17 19-2 0,-17-19 5 0,0 0-3 16,21 30-1-16,-21-30-3 0,13 25 4 0,-13-25 1 16,10 31 4-16,-10-31-7 0,11 31-2 0,-11-31 0 15,9 34 3-15,-9-34-2 0,5 31 7 0,-5-31-10 16,7 33 7-16,-7-33-1 0,9 33 5 0,-9-33 2 16,6 33-4-16,-6-33-2 0,5 33-2 0,-5-33 5 15,4 31-1-15,-4-31 1 0,0 0-3 0,3 42 0 16,-3-42 1-16,0 0-2 0,0 47 2 0,0-47-6 15,-5 32 11-15,5-32 0 0,-7 31-8 0,7-31 0 16,-8 35 3-16,8-35-2 0,-7 30-2 0,7-30-1 16,-9 31 2-16,9-31 6 0,-10 30-10 0,10-30 9 15,-13 32-8-15,13-32 4 0,-10 36-3 0,10-36 0 16,-7 33 3-16,7-33 0 0,-4 36-4 0,4-36 7 16,2 44-2-16,-2-44-2 0,3 44 2 0,-3-44-1 15,11 45 0-15,-7-26-1 0,-4-19 2 0,8 45 1 16,-2-21-3-16,-6-24 2 0,7 44-2 0,-7-44-1 15,8 37 2-15,-8-37 0 0,10 44 0 0,-6-24 0 16,-4-20-1-16,8 38-4 0,-8-38 1 0,7 36 2 16,-7-36-13-16,7 36 5 0,-7-36-3 0,5 36 10 15,-5-36-5-15,2 36 1 0,-2-36 3 0,3 35-4 16,-3-35 0-16,0 36 4 0,0-36-2 0,0 36 6 16,0-36-3-16,0 0-4 0,0 51 4 0,0-51-2 15,1 34 5-15,-1-34-1 0,1 42-5 0,-1-42 5 16,3 36-4-16,-3-36 8 0,0 36 3 0,0-36-7 15,3 39-5-15,-3-39 4 0,2 38 1 0,-2-38 9 16,5 39-9-16,-1-12 0 0,-4-27-4 0,4 43 5 16,-4-43-5-16,4 38 4 0,-4-38 4 0,1 43-7 15,-1-43 4-15,3 43-3 0,-3-43 0 0,3 38 1 16,-3-38 2-16,3 39-5 0,-3-39 3 0,1 39 4 16,-1-39-4-16,4 44 3 0,-4-44-4 0,4 37 3 15,-4-37-4-15,5 38 3 0,-5-38 4 0,9 38-8 16,-9-38 8-16,10 36-3 0,-6-10 2 0,-4-26-6 15,13 33-2-15,-13-33 1 0,14 35 7 0,-14-35 4 16,15 42-5-16,-6-24-4 0,-9-18 1 0,16 36 5 16,-16-36 6-16,16 36-12 0,-8-19 0 0,-8-17 3 15,13 36-2-15,-5-12 1 0,-8-24 0 0,12 34-4 16,-12-34 1-16,8 32 8 0,-8-32-6 0,7 34 0 16,-7-34 6-16,5 34-8 0,-5-34 22 0,2 34 0 15,-2-34 1-15,1 34-3 0,-1-34-8 0,0 0 4 16,-4 49 1-16,4-49-3 0,-9 32 2 0,9-32-3 15,-5 27 0-15,5-27-5 0,-10 31 0 0,10-31 12 16,-12 31-6-16,12-31 1 0,-19 32 5 0,19-32 0 16,-21 32-9-16,9-16 5 0,12-16-2 0,-29 31 1 15,10-14 4-15,-2-2-8 0,-1 2 10 0,-1-1-12 16,23-16 0-16,-45 28 4 0,19-13 2 0,-2-2-1 16,1-1 17-16,0 1-14 0,-1-1 5 0,-1-3 1 15,-3 0-5-15,2 1 8 0,-2 0 5 0,-2-2 2 16,-1-1-4-16,1 3 5 0,-4-3-8 0,1 1 5 15,-15-2-6-15,0 3-3 0,13-5-4 16,-10 2-4-16,-1 2 4 0,-3-3-2 0,1-3-2 0,2 4-3 16,-4-3 8-16,2-3-6 0,-2 3 2 0,-2 0-4 15,-3-2 3-15,0-1 0 0,2 0-5 16,-4 0-1-16,1 0 2 0,-1 0 0 0,3 0-1 0,-5 0 0 16,4-1-6-16,4-2 3 0,-6 0-1 15,1 1 1-15,0 0-5 0,-6-6-2 0,-1 3-7 16,-24 1-4-16,26-4-1 0,-24-1-16 0,-2 2 4 15,28-1 0-15,-27-5-5 0,23 7 1 0,-22-5-6 16,23 1-5-16,0 1-18 0,-24-6-66 0,24 6-137 16,2-3 60-16</inkml:trace>
  <inkml:trace contextRef="#ctx0" brushRef="#br0" timeOffset="-90804.28">30479 12459 47 0,'0'0'110'0,"0"0"-14"16,0 0-15-16,13 0 1 0,-13 0-26 0,18-1-14 16,-6-1-13-16,0 2-1 0,2 0-25 0,7 0-22 15,-5-1-24-15,3 2-43 0,1 1-92 0,0-4 41 16</inkml:trace>
  <inkml:trace contextRef="#ctx0" brushRef="#br0" timeOffset="-72829.63">14681 3805 13 0,'0'0'20'16,"0"0"1"-16,0 0 0 0,0 0-2 0,0 0-4 15,0 0-2-15,0 0 1 0,0 0-2 0,0 0 4 16,0 0-1-16,0 0-1 0,0 0 3 0,0 0 4 0,0 0-3 15,0 0 0-15,0 0-6 0,0 0 5 0,0 0-4 16,0 0 1-16,-5-10-8 0,5 10 1 16,-9-2 3-16,9 2-5 0,0 0 3 0,0 0-2 15,-7-4 4-15,7 4-9 0,0 0 3 0,0 0 2 16,0 0-4-16,0 0-2 0,-9-2-3 0,9 2 3 16,0 0 0-16,-11 0 3 0,11 0 1 0,0 0-2 0,-15 4-2 15,15-4-3-15,-9 4 4 0,9-4 2 16,-10 0-3-16,10 0 2 0,-8 3-1 0,8-3 1 15,-9 0 6-15,9 0-7 0,0 0 2 0,-10 3-4 16,10-3 4-16,0 0-4 0,0 0 0 0,0 0 3 16,-7 1-4-16,7-1 3 0,0 0-3 0,0 0-1 15,-6 4 4-15,6-4 1 0,0 0 2 0,0 0-6 16,0 0-1-16,0 0 4 0,0 0-3 0,0 0 10 16,0 0-3-16,0 0 3 0,0 0-7 0,0 0 0 15,0 0 0-15,0 0-1 0,0 0 1 0,0 0 4 16,0 0 5-16,0 0-20 0,0 0 10 0,0 0 0 15,0 0 3-15,23 5-1 0,-12-4-3 0,1-1 2 16,1 0 0-16,7-2 2 0,-1 1 6 0,2-2-2 16,-1 2-3-16,9 0-2 0,0-1 11 0,-8 1-12 15,8-2 1-15,-8 0 0 0,-1 3-1 0,0-4 2 16,-1 0 3-16,-2 2-6 0,-3 2 0 0,-3-3 4 16,-2 0 0-16,3 2-3 0,-6 1 3 0,-6 0 1 15,12 0-1-15,-12 0-1 0,0 0 3 0,12 0 1 16,-12 0-3-16,0 0 3 0,7-3-3 0,-7 3 4 15,0 0-2-15,0 0 4 0,0 0 3 0,0 0-6 16,0 0 0-16,0 0-4 0,0 0 3 0,0 0-6 16,0 0 8-16,0 0-2 0,0 0-8 0,0 0 3 15,0 0 3-15,0 0-3 0,0 0-5 0,0 0 16 16,0 0-16-16,0 0 4 0,0 0-1 0,-30-1-4 16,30 1 0-16,-13 1-6 0,13-1 8 0,-13 3-9 15,6-3 3-15,-4 1 0 0,3 1 5 0,8-2-7 16,-22 1 7-16,13 0-1 0,-1 1 2 0,-1-2-5 15,4 2 0-15,-2-1 1 0,2 2 2 0,7-3 10 16,-14 2-12-16,7 0-2 0,7-2 9 0,-9 0-3 16,9 0 3-16,0 0-4 0,-11 0 2 0,11 0 8 15,0 0-5-15,0 0-2 0,-7 3-6 0,7-3 3 16,0 0-9-16,0 0-11 0,0 0-6 0,26 0-43 16,-16 0-77-16,12 2 35 0</inkml:trace>
  <inkml:trace contextRef="#ctx0" brushRef="#br0" timeOffset="-68921.95">24635 11368 1 0,'0'0'40'0,"0"0"0"0,0 0-9 0,0 0-1 0,0 0 1 16,0 0-5-16,14-1-3 0,-14 1-6 0,0 0 2 15,16 0-16-15,-16 0-8 0,10 5-15 0,-6-2-20 16,-4-3-42-16,10 3 18 0</inkml:trace>
  <inkml:trace contextRef="#ctx0" brushRef="#br0" timeOffset="-68208.04">24700 11446 79 0,'0'0'81'0,"0"0"-9"0,-2-13-9 0,2 13-8 0,0 0-6 0,0 0-24 15,0 0-13-15,0 0-7 0,0 0-12 16,0 0-11-16,0 0-19 0,0 0-27 0,0 0-68 16,0 0 30-16</inkml:trace>
  <inkml:trace contextRef="#ctx0" brushRef="#br0" timeOffset="-55874.28">26463 11294 43 0,'0'0'59'0,"0"0"-12"0,0 0-13 16,0 0-18-16,0 0-14 0,0 0-19 0,0 0-14 16,0 0-33-16,0 0 14 0</inkml:trace>
  <inkml:trace contextRef="#ctx0" brushRef="#br0" timeOffset="-49486.59">13641 5170 90 0,'2'-10'95'0,"-2"10"-7"16,0-9-10-16,0 9-1 0,0 0-10 0,2-9 15 15,-2 9-10-15,0 0-7 0,0-10 0 0,0 10-2 16,0 0-5-16,0 0-4 0,0-9-4 0,0 9-6 16,0 0-3-16,0 0-4 0,0 0-2 0,0 0-4 15,2-8-3-15,-2 8-2 0,0 0 3 0,0 0-5 16,0 0-7-16,0 0 1 0,0 0-4 0,0 0 3 15,0 0-6-15,0 0 3 0,0 0 1 0,0 0 0 16,0 0 3-16,0 0-13 0,0 0-2 0,0 0 7 16,0 0 3-16,0 0-15 0,0 0 16 0,0 0-6 15,0 0-8-15,0 0-4 0,0 0 2 0,0 0-2 16,0 0 11-16,0 0-7 0,0 0-3 0,0 0-2 16,0 0 2-16,0 0-3 0,0 0-7 0,0 0 21 15,0 0-8-15,0 0-1 0,0 0 2 0,0 0-8 16,0 0 4-16,0 0 1 0,0 0-1 0,0 0 1 15,0 0 2-15,0 0-10 0,-4 28 6 0,4-20-1 16,0 2-6-16,-2 2 4 0,2-2-1 0,-4 3 5 16,1-1 0-16,3 0-3 0,-2 1-2 0,-3-4 2 15,5 3 7-15,-3 0 3 0,1-2-9 0,-2 1-3 16,2-3 5-16,2-8 1 0,-2 12-3 0,2-12 5 16,0 0-1-16,-3 8 2 0,3-8-3 0,0 0 0 15,0 0 3-15,-2 9 1 0,2-9 11 0,0 0 3 16,0 0-3-16,0 0-2 0,0 0-5 0,0 0 5 15,0 0 0-15,0 0-4 0,0 0 6 0,0 0-5 16,0 0-2-16,-2-25 4 0,2 25-3 0,-2-13 1 16,2 13 4-16,0-13-7 0,2 3 2 0,0 3-4 15,-2-2-2-15,0 9-1 0,2-13 15 0,-2 6-15 16,1 0 10-16,-1 7-6 0,4-14-4 0,-2 7-1 16,0-3 0-16,0 4 0 0,0 0-5 0,1-1 4 15,2 0-3-15,-3 1 7 0,-2 6-1 0,7-11-2 16,-5 6 4-16,2 0-6 0,-1-2 7 0,-3 7 3 15,4-8-1-15,-4 8-4 0,2-8 4 0,3 2-11 16,-5 6 6-16,9-8 3 0,-4 4-4 0,-5 4 0 16,4-7 0-16,2 3-5 0,-1 1 10 0,-5 3-11 15,9-7 5-15,-6 3 4 0,-3 4-11 0,8-3 2 16,-8 3 10-16,5-2 2 0,-5 2-9 0,0 0 1 16,0 0-6-16,14 1 7 0,-14-1-5 0,8 4 3 15,-3-1 3-15,1 2-3 0,-1-1 3 0,-2 2-5 16,1-2-1-16,0 2 5 0,1 2 4 0,-3-1 3 15,2 1-7-15,1 0-4 0,-2 0 3 0,-1 0-1 16,0 0 2-16,-2-1 0 0,0-7 3 0,2 10-2 16,0-3 0-16,-2-7-5 0,2 8 5 0,-2-8-3 15,1 6 2-15,-1-6-2 0,0 0 1 0,0 0-9 0,0 10 11 16,0-10 5-16,0 0 2 0,0 0 5 16,0 0-5-16,4 7-4 0,-4-7 0 0,0 0-3 15,0 0 8-15,0 0-5 0,0 0 9 0,0 0 1 0,0 0 7 16,0 0-12-16,0 0 6 0,0 0 3 0,0 0-7 15,0 0-3-15,0 0 7 0,0 0-14 16,2-28 4-16,-2 21-11 0,2 0 4 0,3-2 0 16,-3 1-6-16,3 0 3 0,0-1-4 0,1 1 0 15,0-2-2-15,-1 4 5 0,-1-1-1 0,4 2-4 0,-4 0 1 16,2 0 3-16,-1 3-4 0,-5 2 4 16,12-3-8-16,-6 3 6 0,-6 0 4 0,13 3 1 15,-8-1 0-15,4 1 2 0,-4 3 10 0,1 1-13 16,-1-2-2-16,-1 1 5 0,0 2 0 0,1 0-5 15,0 2 0-15,-3-3-1 0,0 0 6 0,1 3-18 0,1 0-12 16,-2-1-20-16,3 1 1 0,-3 0-19 16,2 1-21-16,1-3-5 0,-1 2-75 0,-1-3-185 15,1-3 81-15</inkml:trace>
  <inkml:trace contextRef="#ctx0" brushRef="#br0" timeOffset="-49104.42">14234 5065 117 0,'0'0'133'0,"0"0"-3"15,0 0-14-15,0 0-14 0,0 0-8 0,-7-9-14 16,7 9-2-16,0 0-11 0,-18 11-10 0,11-5-1 0,-2 0-18 16,1 1 6-16,-2 3-2 0,5-1 0 15,-3-3-11-15,3 2-17 0,1-2 15 0,-1 1-9 16,3-1 6-16,2-6-11 0,-7 11 5 0,7-11-6 15,0 7 1-15,0-7 7 0,0 0-15 0,-2 7 0 16,2-7 3-16,0 0-5 0,0 0-3 0,0 0 7 0,0 0 4 16,0 0-8-16,0 0 7 0,0 0-1 15,0 0-3-15,0 0 1 0,0 0-6 0,0 0 5 16,16-16-5-16,-12 12 1 0,-4 4-2 0,5-11-5 16,-3 6 12-16,-2 5-5 0,6-6 3 0,-6 6 1 15,3-6 1-15,-3 6-10 0,0 0 1 0,0 0 4 0,0 0 5 16,0 0-7-16,0 0-8 0,14 10-2 15,-10-4 15-15,-1 0-13 0,-1 2 5 0,2 4-4 0,0-1-2 16,0 0-15-16,-1 1-15 0,5 2-7 16,-2-1-4-16,-2-2-16 0,1 1-8 0,-1-1-20 15,-2 0-20-15,4 0-64 0,-4 1-190 0,0-2 85 0</inkml:trace>
  <inkml:trace contextRef="#ctx0" brushRef="#br0" timeOffset="-48823.13">14405 5107 77 0,'4'-6'96'0,"2"0"-4"0,-1 2-8 0,0-2-11 16,0 0 9-16,-5 6-12 0,8-9 0 0,-4 8-7 15,-4 1-5-15,5-6-5 0,-5 6-7 0,5-6-12 16,-5 6-2-16,0 0-4 0,0 0 1 0,0 0-5 0,0 0 5 15,13 13-18-15,-9-8 4 0,-3 5 0 16,3 1 0-16,1 3-5 0,-4 0 7 0,2 3-9 16,-3 1 3-16,0-2 3 0,2 2-2 0,-2 0 1 15,0 0-9-15,2 0 2 0,-2 1 1 0,0 0-3 16,-2-2-8-16,0 2-16 0,2-3-15 0,-1 2-20 16,-3-1-28-16,0 0-85 0,-3 2-181 0,1-4 80 0</inkml:trace>
  <inkml:trace contextRef="#ctx0" brushRef="#br0" timeOffset="-48383.39">14732 5166 2 0,'0'0'109'0,"0"0"-18"16,2 9-1-16,-2-9-17 0,3 7-5 0,-3-7 0 16,0 0-9-16,3 9-8 0,-3-9-1 0,3 5-16 15,-3-5 13-15,1 6 0 0,-1-6 0 0,5 4 1 16,-5-4 0-16,0 0-6 0,5 4 6 0,-5-4 8 16,0 0 6-16,0 0-8 0,0 0-4 0,10-8-7 15,-10 8 1-15,5-9-2 0,-1 2-13 0,-2-2-11 16,0 1 6-16,-1 2-10 0,0-4-14 0,-1 2-17 15,0 8-3-15,0-13-11 0,0 13-28 0,0-11-17 16,0 11-21-16,0-8-96 0,0 8-210 0,0 0 93 16</inkml:trace>
  <inkml:trace contextRef="#ctx0" brushRef="#br0" timeOffset="-47918.27">14871 5238 28 0,'3'-5'115'16,"5"-3"4"-16,-3 1-18 0,0-3-3 0,0 1 6 16,-1-1-13-16,-2 1-4 0,0-3-11 0,-1 0 1 15,1 0-4-15,0 0-8 0,-2 0-4 0,2 0-13 16,0 2 16-16,-2-2 7 0,2 3-4 0,-1 2-15 16,1 1-8-16,-2 6-7 0,1-11-1 0,-1 11-7 15,6-8-7-15,-6 8 6 0,7-7-11 0,-1 6 0 16,-6 1-6-16,10 1 5 0,-10-1-3 0,14 5-3 15,-6 0-4-15,-2 0 0 0,2 3 4 16,-2 1 2-16,1-4-15 0,-3 4-5 0,2-1 14 0,-2 1-3 16,0-3 2-16,1 2-2 0,-3 0 0 0,1-3 0 15,2 4-5-15,-1-4 5 0,0-1 0 0,-2 3 2 16,-2-7-3-16,8 7 3 0,-4-4 3 0,-4-3 2 16,7 5-5-16,-1-3-5 0,-6-2 6 0,7 3-3 15,-7-3 5-15,0 0-1 0,16-5-4 0,-16 5 1 16,11-5 2-16,-6-1-3 0,4 0 6 0,-2-1-4 15,0-1-2-15,-3-1-1 0,4 1 1 0,-2-1-1 16,-2 0 2-16,1-1-5 0,-1 2 5 0,-4 2 7 16,0 6 6-16,4-10 9 0,-3 6-14 0,-1 4 3 15,0 0-3-15,0-12-7 0,0 12-1 0,0 0-3 16,0 0-3-16,0 0 3 0,0 0 1 16,0 0 1-16,0 0-1 0,0 0-2 0,0 27-19 0,-1-16-34 15,-1 1-13-15,5 0-16 0,-3 0-33 0,1 0-31 16,-1 1-98-16,2-2-264 0,-2-11 117 0</inkml:trace>
  <inkml:trace contextRef="#ctx0" brushRef="#br0" timeOffset="-47555.39">15386 4927 37 0,'0'0'122'0,"0"0"3"0,4 8-13 16,-4-8 10-16,-1 12-8 0,0-3-6 0,-1 1-5 0,0 6-9 16,-3 0-12-16,4 1-3 0,-3 1-19 0,1-1 5 15,2 3-4-15,-1-1-4 0,0 0-10 16,-1 0-14-16,2-3-9 0,0-3-22 0,1-1-26 16,0-1-14-16,1-1-21 0,-1 0-17 0,1 0-16 15,1-4-17-15,-1 0-67 0,-1-6-188 0,0 11 83 16</inkml:trace>
  <inkml:trace contextRef="#ctx0" brushRef="#br0" timeOffset="-47241.51">15386 5099 34 0,'0'0'75'0,"0"-8"-13"16,0 8-3-16,0 0 1 0,0 0 1 0,0 0-9 15,0 0 3-15,0 0-4 0,0 0-11 0,0 0 8 0,20 10-8 16,-15-6 4-16,-5-4 1 0,11 5 9 0,-7-2-20 15,1 1 17-15,-5-4-19 0,13 2 5 16,-7-1 0-16,-6-1-1 0,11 1 10 0,-5 1 2 16,-6-2-3-16,11-2-1 0,-11 2 0 0,12-1-8 15,-12 1 8-15,11-3-3 0,-4 1 0 0,-7 2-4 16,10-1-4-16,-10 1-6 0,5-1-5 0,-5 1 5 16,0 0-10-16,12 6-1 0,-12-6 9 0,6 6 2 15,-4-3-2-15,-2-3 3 0,5 13-3 0,0-5-2 16,-4 0-3-16,0 1-4 0,2 2 4 0,-2 1 0 15,-1-2 0-15,-1 1-6 0,1 0-5 0,-3 3-9 0,2-3-19 16,-2 0-27-16,0 3-20 0,0-2-24 16,-2 0-30-16,-2-1-21 0,-3 4-87 0,2-5-246 15,1-4 108-15</inkml:trace>
  <inkml:trace contextRef="#ctx0" brushRef="#br0" timeOffset="-46775.63">14728 4750 161 0,'0'0'173'0,"0"0"-18"0,0 0-14 15,-4-7-10-15,4 7-19 0,0 0-14 0,0 0-6 16,16-16-6-16,-12 10-1 0,1-1-2 0,1 0-5 16,-2-2-9-16,2 4 0 0,-2-3-10 0,2 1-1 15,-2 0-2-15,-1-1-5 0,-1 2-5 0,-2 6 3 16,2-14 5-16,0 9-12 0,-2 5 3 0,2-14-10 15,-2 14-5-15,1-9 4 0,-1 9-10 0,-1-7-4 16,1 7-2-16,0 0-7 0,0 0-2 0,0 0-4 16,-2-10-2-16,2 10-5 0,0 0 3 0,0 0 0 15,0 0-3-15,-15 20 2 0,7-7 5 0,-2 3-3 16,1 1 1-16,1 1 0 0,0-2-5 0,2 1 5 16,3 1-4-16,-1-4 6 0,4 2-2 0,0-5-6 15,4 4-13-15,-1-3-8 0,3-2-28 0,6-1 4 16,1-1-31-16,10-2-34 0,6 1-16 0,2-5-28 15,3-1-107-15,-3-2-285 0,1-4 126 0</inkml:trace>
  <inkml:trace contextRef="#ctx0" brushRef="#br0" timeOffset="-46610.25">14986 4546 17 0,'0'0'155'0,"0"0"-16"0,-7-5-16 0,7 5-8 16,0 0-14-16,0 0-15 0,0 0-8 0,16-7-36 16,0 1-33-16,12-1-33 0,5 1-37 0,3 0-69 15,-1 2-142-15,1-3 63 0</inkml:trace>
  <inkml:trace contextRef="#ctx0" brushRef="#br0" timeOffset="-45402.37">13844 4814 65 0,'0'0'61'0,"-6"-9"-11"0,6 9 7 0,0 0-12 16,0 0-11-16,0 0-13 0,0 0-22 0,0 0-25 15,0 0-25-15,0 0-56 0,0 0 25 0</inkml:trace>
  <inkml:trace contextRef="#ctx0" brushRef="#br0" timeOffset="-44938.82">13793 4824 25 0,'0'0'53'0,"0"0"-12"0,-13 0-6 16,13 0 6-16,-9-1-8 0,9 1-1 0,-13-2-11 15,13 2-2-15,-16-1 3 0,7 1-7 0,0 0 8 16,-5 0-6-16,6 0-6 0,-4 0 6 0,1 0 0 16,-2 0-3-16,-6 0-6 0,2 3-2 0,-1-3 2 15,1 0-1-15,-4 0-2 0,-4 1 0 0,-4-2-1 16,1-1 0-16,-3 2 3 0,2 0-9 0,-1 0 1 15,-3 0 5-15,-3 2-3 0,0-2 0 0,0 0-5 16,-4 1 2-16,-12-1 7 0,13 1-9 0,-1 1 9 16,-12-1-6-16,12 2 3 0,-10 2-2 0,10-3-8 15,-12 3-3-15,14-2 2 0,0 1-4 0,-15-1-7 16,15 0 0-16,-15 4-6 0,15-4 4 0,1 1-8 16,-3-1-27-16,1 1 49 0,-1-2-37 15,2-1-49-15,-13 1 21 0</inkml:trace>
  <inkml:trace contextRef="#ctx0" brushRef="#br0" timeOffset="-43545.47">11666 4928 5 0,'-31'2'6'0,"-2"-1"1"15,3 1 2-15,-1 0 0 0,-1 0 0 0,3 0-2 16,0-1 6-16,-2 0-8 0,1 3 1 0,2-3-6 16,0 2 5-16,-1-2-3 0,-2 0 4 15,3 1-3-15,-1 1 4 0,1 0-1 0,6-1-3 0,-1 1 1 16,-4-1 5-16,0 2-4 0,5-1 0 16,2-1 1-16,1 0 1 0,6 2 2 0,-5-2-2 0,5 0-7 15,-2 1 0-15,5 0-6 0,-3-2-5 16,4 2-14-16,3-2-25 0,6-1 12 0</inkml:trace>
  <inkml:trace contextRef="#ctx0" brushRef="#br0" timeOffset="-43217.02">10649 4977 40 0,'-36'2'55'16,"-1"2"-3"-16,2-2-5 0,1 1-5 0,4 0-3 16,-1-1-9-16,9 0-9 0,2-2 0 0,1 1-15 15,2-1-5-15,4 2-19 0,2-1-5 0,2-1-8 16,9 0-16-16,-13 0-52 0,7 1 24 0</inkml:trace>
  <inkml:trace contextRef="#ctx0" brushRef="#br0" timeOffset="-42703.76">10560 4819 63 0,'0'0'91'0,"0"0"-8"0,0 0-8 15,0 0-10-15,0 0 4 0,0 0-11 0,0 0-5 16,0 0-5-16,0 0-6 0,0 0 4 0,0 0-13 16,0 0 8-16,0 0-20 0,0 0 1 0,0 0 3 15,0 0-6-15,-25 9 1 0,20-5-5 0,-1 0 2 16,-3 1 3-16,0 0-9 0,0 0 3 0,0 1-5 15,-1 0-1-15,1-1-7 0,0 0 11 0,3-1-10 16,-1-1 8-16,1 2-7 0,-3-1 3 16,0 3-2-16,1-2-2 0,2 0 4 0,-2 3-5 0,-2-2 6 15,1 1-6-15,-1 0 7 0,2 0-9 0,-2 1-5 16,0 0 18-16,3-1-12 0,-2-1-2 0,3 1 3 16,-2-1 3-16,3-1-3 0,1 2 12 0,-1-3-14 15,1 1-4-15,1 0-1 0,-1 0 6 0,0-1-2 16,4-4 8-16,-3 10-9 0,2-4 0 0,1-6 5 15,0 0-8-15,0 13 4 0,0-13 8 0,3 9-12 16,-1-2 11-16,2-3 1 0,0 2-2 0,1-1 0 16,6 0-6-16,0 1-1 0,5 1 0 0,1 0-8 15,5-1-13-15,6 0-6 0,2 2-10 0,1-2-16 16,1 1-4-16,0-1-15 0,1-2-50 0,2 3-136 16,-1-4 61-16</inkml:trace>
  <inkml:trace contextRef="#ctx0" brushRef="#br0" timeOffset="-35501.28">9670 4056 77 0,'0'0'91'0,"0"0"-13"16,0 0-1-16,0 0-3 0,0 0-4 0,0 0 3 16,0 0-12-16,0 0 5 0,0 0-5 0,0 0-2 15,0 0-7-15,0 0 1 0,0 0-5 16,0 0-2-16,0 0-5 0,0 0 0 0,0 0-3 16,0 0-4-16,0 0-3 0,0 0 0 0,0 0 2 0,0 0 3 15,0 0-5-15,0 0-2 0,0 0-3 0,0 0-1 16,0 0-4-16,0 0-3 0,0 0-1 0,0 0-1 15,0 0-11-15,0 0 9 0,0 0-5 0,0 0 4 16,0 0 0-16,0 0-1 0,0 0-2 16,0 0-4-16,0 0-2 0,0 0 2 0,0 0 5 15,0 0-3-15,0 0 5 0,0 0 2 0,0 0-1 0,0 0-3 16,0 0 0-16,0 0-1 0,0 0-2 0,0 0 5 16,0 0-9-16,0 0 7 0,0 0-10 0,0 0 3 15,0 0 5-15,0 0-3 0,0 0-5 0,0 0 2 16,0 0-6-16,0 0 9 0,0 0-6 15,0 0 2-15,0 0 2 0,0 0-3 0,0 0 10 16,0 0-8-16,0 0 8 0,0 0-3 0,0 0 8 0,0 0-4 16,0 0 7-16,0 0 0 0,0 0-9 0,0 0 4 15,0 0 2-15,0 0-1 0,0 0 2 0,0 0-6 16,0 0-4-16,0 0 5 0,0 0-1 16,0 0-4-16,0 0 4 0,0 0 4 0,0 0-9 15,0 0-1-15,0 0-1 0,0 0-2 0,0 0-3 16,0 0-1-16,0 0-2 0,0 0-9 0,0 0-7 0,0 0-17 15,0 0-33-15,0 0-25 0,0 0-31 0,0 0-16 16,0 0-102-16,0 0-264 0,0 0 117 16</inkml:trace>
  <inkml:trace contextRef="#ctx0" brushRef="#br0" timeOffset="-34558.12">8235 5501 5 0,'0'0'137'0,"0"0"-8"15,0 0-12-15,0 0-9 0,0 0-14 0,0 0-7 16,0 0-4-16,0 0-15 0,0 0-6 0,0 0 2 16,0 0-15-16,0 0-2 0,0 0-9 0,0 0 3 15,0 0-8-15,0 0 6 0,0 0-11 0,0 0-2 16,0 0-2-16,0 0-2 0,0 0-7 0,0 0 5 15,0 0-12-15,0 0 6 0,0 0 1 0,0 0-10 16,0 0 2-16,0 0 4 0,0 0-5 0,0 0 2 16,0 0-3-16,0 0 3 0,0 0-3 0,0 0-3 15,0 0 0-15,0 0 3 0,0 0-4 0,0 0-15 16,0 0-13-16,0 0-10 0,0 0-14 0,0 0 2 16,0 0-15-16,0 0 7 0,0 0-13 0,0 0-15 15,0 0-79-15,0 0-178 0,0 0 78 0</inkml:trace>
  <inkml:trace contextRef="#ctx0" brushRef="#br0" timeOffset="-27683.6">12065 7939 30 0,'3'7'42'0,"2"-2"-8"0,1 2-14 0,-1-1-20 15,3 1-21-15,-2-1-23 0,-1-3 10 0</inkml:trace>
  <inkml:trace contextRef="#ctx0" brushRef="#br0" timeOffset="-11615.77">8203 3840 5 0,'0'0'12'0,"0"0"1"0,-10 0-4 16,10 0 2-16,0 0-7 0,-13 2 1 0,13-2-4 15,-11 4 4-15,4-3-3 0,1 2-3 0,-3-3 2 16,9 0-1-16,-16 3 3 0,7-3 0 0,1 2-5 15,-3-1 3-15,5 0-6 0,6-1 5 0,-15 0-1 16,7 0 5-16,8 0-3 0,-13 0 8 0,13 0-7 16,-14-1 8-16,14 1-1 0,-10-1 15 0,10 1-9 15,0 0-10-15,-10-2 6 0,10 2 2 16,0 0-4-16,-9 0-2 0,9 0 2 0,0 0-2 0,0 0-3 16,0 0 0-16,0 0-1 0,0 0-2 0,0 0-1 15,0 0-1-15,0 0 2 0,0 0-2 0,0 0 5 16,34 4 0-16,-18-4 2 0,1 0 1 0,4 0-2 15,1-1-2-15,4 2 9 0,-5-1-9 0,7 0 3 16,-6 0-6-16,6-1-3 0,0-2 5 0,-1 3 5 16,-7-1-8-16,7-1 7 0,-5 2 2 0,-1 0-5 15,-1-2 5-15,-2 2-1 0,-2-1-6 0,-2 1-6 16,-1 0 16-16,-4-1-7 0,0 1 5 0,1-1-9 16,-10 1 0-16,12 1-1 0,-12-1 6 0,0 0 4 15,11-1 0-15,-11 1 4 0,5-4 3 0,-5 4-8 16,0 0 12-16,0 0-5 0,0 0-7 15,0 0-6-15,0 0 10 0,0 0-6 0,-33-1-4 0,15 1-3 16,2 1 4-16,-5 0-1 0,1-2 2 0,-9 3-8 16,8 1 7-16,-1-2-6 0,-6 0-1 0,0 1-3 15,7-2 4-15,-5 0-5 0,4 0 2 0,1 3 3 16,0-3-5-16,-1 0 3 0,4 0 2 16,-1 0 4-16,0 2 1 0,6-2 0 0,-1 1 0 0,2-2 2 15,1-1 4-15,2 2-2 0,9 0-4 0,-14-1 4 16,14 1 2-16,-10-2-1 0,10 2-2 0,0 0 0 15,-10 0-5-15,10 0-5 0,0 0 2 16,0 0 5-16,0 0-4 0,0 0-2 0,0 0 2 16,34 0-2-16,-16-2 6 0,3 2 6 0,9 0-6 15,-1-2-4-15,3-2 7 0,0 2-4 0,5-2 1 16,-2 2-6-16,-1-1 6 0,3 1 1 0,-5-3-4 0,2 5-1 16,-5-3 1-16,-2 1 6 0,-7 0-3 0,-1 2 0 15,-6 0-2-15,-1 0 3 0,0-2-6 0,-5 2-6 16,-7 0 3-16,11 0 0 0,-11 0 7 15,9 2-3-15,-9-2 3 0,0 0 1 0,0 0-11 16,0 0 6-16,0 0 6 0,0 0-7 0,0 0-3 16,-34 6 5-16,13-4-4 0,0 1 2 0,-9-2-2 15,-2 4 3-15,2-2-2 0,-2 1 2 0,1-4 4 0,0 6-4 16,2-3 0-16,6 0 6 0,2-1-5 0,0-1 5 16,0 0-5-16,3 1 6 0,-1-2 5 0,5 3-8 15,1-3-5-15,3 0 3 0,4 1-3 16,6-1 6-16,-13 2-2 0,13-2 1 0,-9-1-10 15,9 1 8-15,0 0 4 0,0 0-8 0,0 0 4 16,0 0-2-16,28 2 7 0,-7-2-6 0,-1-2 5 0,11 0 6 16,2-3-8-16,4 1 5 0,-3 1 4 15,4 0-8-15,-3-2-4 0,-1 4 4 0,-1-3 5 16,-2 1-4-16,-5 2-2 0,-7-1-11 0,-4 1 15 16,-3 0-7-16,-1 0 6 0,-4 2-8 0,-7-1-1 15,13 0 2-15,-13 0 7 0,8 0-9 0,-8 0 11 16,0 0 8-16,6-2-17 0,-6 2 9 0,0 0-12 15,0 0 6-15,0 0-1 0,-34 4-2 0,14-1-2 16,-6 0 6-16,-1 2-9 0,-3-1 2 0,1 0 4 16,-2-2 1-16,2 2 1 0,1 0-6 0,6-1 2 15,0-1 3-15,0 2 2 0,3-2-1 0,0-2-2 16,8 3 1-16,-2-2 4 0,2 1-7 0,3-1 4 16,0-1-3-16,8 0 5 0,-11 1-10 0,11-1 3 15,0 0 2-15,0 0 4 0,-7 3-5 0,7-3 0 16,0 0-1-16,0 0 5 0,0 0-3 0,36-3-5 15,-17 1 6-15,3 0 2 0,-3 0-1 0,9 0-2 16,-6 0 4-16,0 0-3 0,-3 0 0 0,1 0-2 16,-3 1-1-16,-3 1 1 0,-2 0-2 0,-2 0-2 15,-3 1-8-15,-7-1 4 0,11 0-3 0,-11 0 0 0,7 0 2 16,-7 0 4-16,0 0 2 0,0 0 1 16,0 0 1-16,0 0-4 0,0 0-2 0,-30 7 2 15,14-4 6-15,-2-3-2 0,-2 2 3 0,-1-3-1 16,2 2 2-16,3-1 2 0,-2 2 8 0,5-4 6 15,-1 4-6-15,4-1-5 0,1-2 5 0,9 1-1 16,-14-2-3-16,7 4 2 0,7-2-10 0,0 0-8 16,0 0 3-16,-7 1-10 0,7-1-16 0,0 0-37 15,0 0 18-15</inkml:trace>
  <inkml:trace contextRef="#ctx0" brushRef="#br0" timeOffset="-882.43">14762 5545 49 0,'0'0'95'0,"-3"6"-23"0,3-6-33 16,-7 6-33-16,1-3-50 0,-2 4-47 0,0-5 21 16</inkml:trace>
  <inkml:trace contextRef="#ctx0" brushRef="#br0" timeOffset="-737.62">14696 5573 45 0,'0'0'90'0,"0"0"-18"0,0 8-34 16,0-8-24-16,0 0-30 0,-2 11-25 15,2-11-44-15,-5 4 20 0</inkml:trace>
  <inkml:trace contextRef="#ctx0" brushRef="#br0" timeOffset="-443.45">14719 5599 6 0,'0'0'129'0,"0"0"-30"0,0 0-41 16,0 0-39-16,-2 7-35 0,2-7-34 0,0 0-53 0,0 0 24 15</inkml:trace>
  <inkml:trace contextRef="#ctx0" brushRef="#br0" timeOffset="-291.69">14782 5547 6 0,'0'0'155'0,"4"6"-21"0,-4-6-24 15,0 0-40-15,0 0-31 0,0 0-41 16,6 6-30-16,-6-6-48 0,0 0-87 0,0 0 38 0</inkml:trace>
  <inkml:trace contextRef="#ctx0" brushRef="#br0" timeOffset="326.01">14926 5587 77 0,'0'0'58'15,"0"0"-13"-15,0 0-23 0,0 0-19 0,0 0-38 16,0 0-37-16,0 0 17 0</inkml:trace>
  <inkml:trace contextRef="#ctx0" brushRef="#br0" timeOffset="791.37">14930 5564 17 0,'0'0'78'0,"0"9"6"0,0-9-3 0,0 0-11 16,0 0-4-16,0 0-6 0,0 0-1 0,0 0-6 15,0 0 0-15,0 0-9 0,0 0-3 0,0 0 1 16,0 0 6-16,0 0-15 0,0 0 5 0,0 0 1 16,0 0-2-16,0 0 3 0,0 0 5 0,0 0-2 15,0 0 6-15,0 0-11 0,0 0 2 0,0 0-5 16,0 0-1-16,0 0-2 0,0 0 0 0,0 0-5 0,0 0 3 15,0 0-5-15,0 0 3 0,0 0-8 16,0 0 1-16,0 0-7 0,0 0-3 0,0 0 1 16,0 0 1-16,0 0-5 0,0 0 1 0,0 0-5 15,0 0 0-15,0 0-1 0,0 0 0 0,0 0 0 16,0 0-1-16,0 0-3 0,0 0-1 0,0 0-4 16,0 0 0-16,0 0-2 0,0 0 5 0,0 0-5 15,0 0 5-15,0 0 0 0,0 0 1 0,0 0-3 16,0 0 2-16,0 0-3 0,0 0 6 0,0 0-10 15,0 0 4-15,0 0 3 0,0 0 3 0,0 0-1 16,0 0 7-16,0 0-19 0,0 0-1 0,0 0-2 16,0 0-2-16,0 0-5 0,0 0-7 0,0 0-3 15,0 0-12-15,0 0-2 0,0 0-7 0,0 0-7 16,0 0-11-16,-11 1-19 0,11-1-73 0,-8 2-177 16,8-2 79-16</inkml:trace>
  <inkml:trace contextRef="#ctx0" brushRef="#br0" timeOffset="1220.96">14646 5660 111 0,'0'0'153'0,"0"0"-15"0,0 0-16 15,0 0-19-15,0 0-29 0,0 0-27 16,0 0-16-16,0 0-30 0,0 0-22 0,0 0-36 15,0 0-60-15,0 0-127 0,0 0 56 0</inkml:trace>
  <inkml:trace contextRef="#ctx0" brushRef="#br0" timeOffset="1411.95">14602 5595 112 0,'0'0'105'0,"0"0"-32"0,0 0-23 0,0 0-30 16,7 7-29-16,-2-3-50 0,-5-4-63 0,0 0 28 16</inkml:trace>
  <inkml:trace contextRef="#ctx0" brushRef="#br0" timeOffset="1575.82">14631 5614 11 0,'0'0'188'0,"0"0"-21"0,0 0-15 0,3 7-22 16,-3-7-13-16,0 0-24 0,0 0-31 0,0 0-22 15,0 0-29-15,4 6-39 0,-4-6-39 0,2 4-79 0,-2-4-159 16,0 0 71-16</inkml:trace>
  <inkml:trace contextRef="#ctx0" brushRef="#br0" timeOffset="2997.11">8751 5325 39 0,'0'0'104'0,"0"0"-21"0,0 0-3 0,0 0-9 16,16-13 0-16,-16 13-10 0,11-5-15 15,-4 4 1-15,-7 1-5 0,13-4-7 0,-6 4 2 16,-7 0-10-16,13-2-3 0,-6 1-9 0,-7 1-9 0,11-4-9 15,-11 4-11-15,6-2-4 0,-6 2-8 0,0 0-22 16,9-1-6-16,-9 1-7 0,0 0-33 0,0 0-103 16,8-3 46-16</inkml:trace>
  <inkml:trace contextRef="#ctx0" brushRef="#br0" timeOffset="6136.92">13672 5634 82 0,'0'0'78'0,"0"0"-7"16,0 0-10-16,0 0-7 0,0 0-6 0,0 0-5 15,25-5 0-15,-14 4 4 0,8-3-9 0,0-1 5 16,10 1-1-16,3 0-12 0,1-2 7 0,4 0-4 16,1 0 5-16,-2 0-7 0,4 0 3 0,12-2-3 15,-14 2 0-15,14-4-6 0,0 4 2 0,1-4-1 16,-1 3 2-16,4 0 1 0,-2 1 3 0,1-1-7 15,0 1 14-15,3 0-9 0,1 0-4 0,-1 1-1 16,-1-1-6-16,-2-1-6 0,0-1 6 0,-1 1-2 16,-2 1-3-16,2 0 1 0,1-1-10 0,-1-1-2 0,0 1 1 15,-2 1-1-15,-12 0-5 0,12-1-6 16,-12 3 3-16,-2-4 5 0,-2 1 2 0,1 2-8 16,-7 1 4-16,1-4-1 0,-12 4 5 0,-2 3-5 15,-5-2 8-15,1 0-10 0,-1 1 3 0,-6 1 7 0,2 0-2 16,-8 1-4-16,10-3 1 0,-10 3-4 0,9-3-2 15,-9 3-11-15,0 0-3 0,10 0-8 0,-10 0-9 16,0 0-10-16,0 0-8 0,0 0-8 16,0 0-2-16,0 0-20 0,0 0 3 0,0 0-53 15,0 0-147-15,-37 3 65 0</inkml:trace>
  <inkml:trace contextRef="#ctx0" brushRef="#br0" timeOffset="6397.63">13457 5450 93 0,'0'0'114'0,"0"0"-36"0,0 0-20 0,0 0-33 0,0 0-20 15,0 0-21-15,0 0-44 0,0 0-64 0,20 1 28 16</inkml:trace>
  <inkml:trace contextRef="#ctx0" brushRef="#br0" timeOffset="10459.65">9154 5377 42 0,'0'0'177'15,"-8"1"-22"-15,8-1-21 0,0 0-33 0,0 0-23 16,0 0-23-16,0 0-17 0,0 0-10 0,0 0-7 0,0 0 0 15,0 0-1-15,0 0-6 0,0 0 3 0,-4 8-5 16,4-8 4-16,0 0-8 0,0 0 7 0,0 0 1 16,0 0-10-16,0 0 2 0,0 0 12 0,0 0-13 15,-1 6 10-15,1-6-7 0,0 0-1 0,0 0 13 16,0 0-14-16,0 0 4 0,0 0-1 0,0 0 6 16,0 0-11-16,0 0 13 0,0 0 1 0,0 0 3 15,0 0-4-15,0 0 3 0,0 0 2 0,0 0-4 16,0 0 11-16,0 0-7 0,0 0 6 0,0 0-13 15,0 0 10-15,0 0-3 0,0 0-4 0,0 0-7 16,0 0 2-16,0 0-5 0,0 0-2 0,0 0-6 16,0 0 6-16,0 0-8 0,0 0 3 0,0 0-4 15,0 0-2-15,0 0 2 0,0 0 13 0,0 0-9 16,0 0-1-16,0 0 5 0,0 0 0 0,0 0-3 16,0 0 6-16,0 0-4 0,0 0 1 0,0 0 2 15,0 0-7-15,0 0 0 0,0 0 4 0,0 0-5 16,0 0-2-16,0 0 3 0,0 0 4 0,0 0-4 15,0 0 4-15,0 0-4 0,0 0-7 0,0 0-4 16,0 0 2-16,0 0-7 0,0 0-5 0,0 0-19 16,0 0 15-16,-1 8-8 0,1-8 4 0,0 0 5 15,0 0 1-15,0 0-5 0,0 0 5 0,-2 9 4 16,2-9 6-16,0 0-7 0,0 0 6 0,0 10 5 16,0-10 0-16,0 0-4 0,0 0 2 0,0 0 5 15,0 0-6-15,2 6 3 0,-2-6 14 0,0 0-5 16,0 0 4-16,0 0-13 0,0 0 21 0,0 0-3 15,0 0 6-15,0 0 2 0,0 0 5 0,0 0-9 16,0 0 4-16,0 0-4 0,0 0-3 0,0 0-1 16,0 0-5-16,0 0 5 0,0 0-3 0,0 0 5 15,0 0-6-15,0 0-9 0,0 0-2 0,0 0-14 0,0 0-14 16,0 0 0-16,0 0 0 0,0 0 0 16,0 0 1-16,0 0-5 0,0 0-3 0,0 0 1 15,0 0 2-15,0 0-3 0,0 0 5 0,0 0-13 16,0 0-7-16,0 0-14 0,0 0-74 0,0 0-153 0,0 0 67 15</inkml:trace>
  <inkml:trace contextRef="#ctx0" brushRef="#br0" timeOffset="16586.93">14558 5332 56 0,'0'0'68'0,"0"0"-17"15,0 0 5-15,0 0-3 0,0 0 3 0,0 0-12 16,0 0 0-16,0 0-17 0,0 0 7 0,0 0-3 16,0 0 2-16,0 0-20 0,0 0-5 0,0 0 14 15,0 0-5-15,0 0-2 0,0 0-4 0,0 0-2 16,0 0-10-16,0 0 7 0,0 0-3 0,0 0 2 16,0 0-3-16,0 0-7 0,0 0 5 0,0 0-1 15,0 0-3-15,0 0-11 0,0 0 17 0,0 0-14 16,0 0 6-16,0 0 2 0,0 0-6 0,0 0-2 15,0 0 1-15,0 0-3 0,0 0-6 0,0 0 9 16,0 0-6-16,0 0 2 0,0 0-4 0,0 0 9 16,0 0-3-16,0 0 11 0,0 0-11 0,0 0 2 15,0 0 6-15,0 0-5 0,0 0 2 0,0 0 4 16,0 0-3-16,0 0 0 0,0 0 5 0,0 0-4 16,0 0 2-16,0 0 2 0,-8 2-1 0,8-2-7 15,0 0 0-15,0 0-9 0,0 0 2 0,-3 9-4 16,3-9 0-16,-4 7-2 0,4-7-21 0,0 0-47 15,-4 6 21-15</inkml:trace>
  <inkml:trace contextRef="#ctx0" brushRef="#br0" timeOffset="115810.21">14352 5132 5 0,'0'0'11'0,"0"0"0"0,0 0-2 0,0 0 0 0,0 0-1 15,0 0-2-15,0 0-1 0,0 0 0 0,0 0 1 16,0 0 2-16,0 0-8 0,-2-5-2 0,2 5-1 16,0 0 0-16,0 0-2 0,0 0-7 0,0 0-13 15,0 0 6-15</inkml:trace>
  <inkml:trace contextRef="#ctx0" brushRef="#br0" timeOffset="117017.48">9040 5611 1 0</inkml:trace>
  <inkml:trace contextRef="#ctx0" brushRef="#br0" timeOffset="121566.43">9259 3928 2 0,'0'0'6'0,"0"0"5"15,0 0-7-15,0 0 6 0,0 0-5 0,0 0 0 16,0 0-3-16,0 0-2 0,0 0 5 0,0 0-4 16,0 0 8-16,0 0-5 0,0 0 2 0,0 0-4 15,0 0 4-15,0 0-7 0,0 0 5 0,0 0-2 16,0 0 0-16,0 0-2 0,0 0 5 0,0 0-3 16,0 0 1-16,0 0-3 0,0 0-3 0,0 0-2 15,0 0-10-15,0 0-15 0,0 0 6 0</inkml:trace>
  <inkml:trace contextRef="#ctx0" brushRef="#br0" timeOffset="122431.85">13325 3543 13 0,'0'0'20'0,"0"0"-6"0,0 0 5 16,0 0-8-16,0 0 9 0,0 0-13 0,0 0 4 16,0 0 0-16,0 0-10 0,0 0 5 0,0 0 0 15,0 0 4-15,0 0-1 0,0 0-1 16,0 0-3-16,0 0 4 0,0 0-5 0,0 0 4 16,0 0-7-16,0 0 5 0,0 0 1 0,0 0-7 15,0 0 5-15,0 0-2 0,0 0 2 0,0 0 4 16,0 0 3-16,0 0-10 0,0 0 6 0,0 0-3 15,0 0-1-15,0 0 2 0,0 0 2 0,0 0-4 0,0 0-5 16,0 0 9-16,0 0-5 0,0 0 5 16,0 0-7-16,0 0 1 0,0 0-2 0,0 0 3 15,0 0 3-15,0 0-4 0,0 0-1 0,0 0-2 16,0 0 4-16,0 0 7 0,0 0-10 0,0 0-9 16,0 0-6-16,0 0-8 0,0 0-24 0,0 0-48 0,0 0 21 15</inkml:trace>
  <inkml:trace contextRef="#ctx0" brushRef="#br0" timeOffset="123020.21">9438 3951 4 0,'0'0'12'16,"0"0"2"-16,0 0-9 0,0 0 5 0,0 0-9 15,0 0-9-15,0 0-9 0,0 0 5 0</inkml:trace>
  <inkml:trace contextRef="#ctx0" brushRef="#br0" timeOffset="123978.1">9397 4121 3 0,'0'0'50'0,"0"0"-3"0,0 0-14 16,0 0 3-16,0 0-1 0,0 0-6 0,0 0-3 15,0 0-12-15,0 0 6 0,0 0 0 0,0 0 1 16,0 0-8-16,0 0 5 0,0 0-5 15,0 0-3-15,0 0-5 0,0 0 9 0,0 0-5 16,0 0 0-16,0 0-1 0,0 0-4 0,0 0 6 16,0 0 0-16,0 0-7 0,0 0 10 0,0 0-11 0,0 0 4 15,0 0 0-15,0 0-5 0,0 0-3 0,0 0 8 16,0 0-5-16,0 0 4 0,0 0-2 16,0 0 0-16,0 0-1 0,0 0 4 0,0 0 0 15,0 0-10-15,0 0 8 0,-9-7-8 0,9 7 6 16,0 0-3-16,0 0-3 0,0 0-10 0,0 0-9 15,0 0-7-15,0 0-7 0,0 0-32 0,0 0-73 16,0 0 34-16</inkml:trace>
  <inkml:trace contextRef="#ctx0" brushRef="#br0" timeOffset="124688.78">9406 4040 17 0,'0'0'33'0,"0"0"-2"0,0 0 3 0,0 0-3 16,0 0-3-16,0 0 1 0,0 0-7 0,0 0 2 16,0 0 0-16,0 0-1 0,0 0-2 0,0 0-3 15,0 0 0-15,0 0-6 0,0 0 1 0,0 0 5 16,0 0-8-16,0 0 0 0,0 0-2 15,0 0 1-15,0 0 0 0,0 0-8 0,0 0 2 0,0 0-2 16,0 0 8-16,0 0-7 0,0 0 4 0,0 0 3 16,0 0-3-16,0 0-7 0,0 0 7 0,0 0-3 15,0 0 4-15,0 0-7 0,0 0 2 0,-12-8 4 16,12 8-13-16,0 0-2 0,0 0-7 0,0 0-13 16,0 0-4-16,0 0 1 0,0 0-4 15,0 0-21-15,0-11-62 0,0 11 28 0</inkml:trace>
  <inkml:trace contextRef="#ctx0" brushRef="#br0" timeOffset="146607.68">14422 5815 8 0,'21'0'21'0,"3"-1"-3"0,-4 1-2 16,3-1 3-16,-2-1 0 0,6 2-2 0,-6-1-3 15,6-1 6-15,2 0-4 0,0-2 2 0,1 4-2 16,0-3 7-16,0 3-8 0,0-2-5 0,1 0 5 15,-1 2-7-15,-1-3 1 0,3 3-4 0,-1-1 6 16,0 1-6-16,1-2 4 0,-1 2-6 0,2 0 1 16,-3 0 2-16,3 0 0 0,-1 0 2 0,1 0-2 15,-1 2 5-15,3-1 0 0,-1 0-4 0,-3 2-7 16,2-3 1-16,-1 0-1 0,1 1 2 0,-2-1 5 16,1 0-3-16,0 0 1 0,-2 0-5 0,0-1 2 15,-1 1-2-15,1 0-1 0,-1-1 1 0,-2-3 4 16,1 4-2-16,3-2 0 0,-1-1 4 0,2 0-1 15,4 2 0-15,-3-3-1 0,2 0 5 0,-2 0-6 16,1 1 5-16,-2-1 2 0,0 4-4 0,-1-3-3 16,-2 2 3-16,-7-1 4 0,-1 1-9 0,-1 0 4 15,-1-1-5-15,-2 2 3 0,1 0 0 0,-4 0-5 16,-2-2 2-16,3 2 0 0,-3 0 0 0,0 0-2 16,-2-1 3-16,-1 1-5 0,-9 0 8 0,12 1-9 15,-12-1 6-15,9 0-5 0,-9 0-2 0,0 0-1 16,11 0 1-16,-11 0 0 0,0 0-10 0,0 0-5 15,6 2 3-15,-6-2 0 0,0 0-11 0,0 0-30 16,0 0-63-16,0 0 28 0</inkml:trace>
  <inkml:trace contextRef="#ctx0" brushRef="#br0" timeOffset="148005.19">14142 5868 7 0,'0'0'12'0,"-7"-4"-1"15,7 4 1-15,0 0-4 0,0 0 1 0,0 0 1 16,0 0-2-16,0 0 2 0,0 0 1 0,0 0 4 16,0 0-3-16,0 0 3 0,0 0-1 0,0 0-4 15,0 0-3-15,0 0 0 0,0 0 3 0,0 0-7 0,0 0 2 16,0 0 1-16,0 0-1 0,23-3 3 16,-15 2-7-16,-8 1 3 0,14-3-2 0,-3 3 0 15,0-1-2-15,1-1 3 0,5 1-2 0,1-1 1 16,3 0 4-16,-1-1 6 0,9-1-6 0,-2 0 1 15,5 4 3-15,1-5-4 0,-1 1 2 0,3 0-1 16,-3 0 2-16,2 1-3 0,1 0-1 0,-2-1 3 16,1 2-2-16,-2-1 0 0,0 2 0 0,-2 0-1 15,-1-1-2-15,-3 2-1 0,-3-1-1 0,-3-1 0 16,9 2-2-16,-9 0 6 0,0-2-1 0,3 2-3 16,-5-1 0-16,2 0 2 0,1 1-3 0,-1 0-1 15,0-2 2-15,1 2 0 0,-4 0-3 0,6-1 1 16,-3 0 1-16,1 1 0 0,-2 0 4 0,1 0-7 15,0 0 3-15,0 1-3 0,0-1 3 0,-2 1 3 16,3 1-4-16,-3-4 2 0,1 4-2 0,0-2 5 16,-1 1-3-16,1-1 4 0,-2 0-8 0,2 0 6 15,-1 1 0-15,-3-1-3 0,2 0 0 0,-1 0-3 16,2 0 4-16,-1 0 6 0,-3 0-6 0,3 0-3 16,-1 0 2-16,1 0 2 0,-3-1-2 0,0 1 0 15,0 0 4-15,-1 0-3 0,1-1-1 0,-1 1 0 16,-2-2 3-16,3 2-3 0,-2-1 0 0,0 0-4 0,-1 1 5 15,0 0 0-15,2-2 3 0,-2 2-1 16,1 0-2-16,3 0-5 0,-2-2 10 0,2-2-5 16,-3 3 1-16,2 1 1 0,-1-2 0 0,-1 1 2 15,-1 0 1-15,0-2 0 0,2 1-6 0,0-1 5 16,-2 1-2-16,3 1 6 0,3-3-4 0,-3 2 1 16,3 0 2-16,-3 0-2 0,5 0-1 0,-6 0 2 15,-1 0-5-15,6 1-1 0,-5 0 7 0,0-1-3 16,-2 1-5-16,-2-1 7 0,3 1-2 0,-5 0-6 15,0 0 7-15,-7 1-3 0,11 0-6 0,-11 0-2 16,11-3 1-16,-11 3-10 0,0 0-11 0,9 0-11 16,-9 0-7-16,0 0-21 0,0 0-69 0,0 0 31 15</inkml:trace>
  <inkml:trace contextRef="#ctx0" brushRef="#br0" timeOffset="148692.91">15786 5547 5 0,'0'0'46'15,"0"0"0"-15,0 0-8 0,-6-4-1 0,6 4-4 16,0 0-2-16,0 0-1 0,0 0-4 0,0 0-3 0,0 0-1 15,0 0-4-15,0 0 1 0,0 0-5 16,0 0 1-16,0 0-3 0,0 0-3 0,0 0-4 16,0 0 4-16,0 0 1 0,0 0-5 0,0 0 3 15,0 0-5-15,0 0 5 0,0 0-2 0,0 0 3 16,0 0-3-16,0 0-6 0,0 0 4 0,0 0-3 0,20-3 2 16,-20 3 3-16,13 2-3 0,-13-2-2 15,13 3 0-15,-5-3 2 0,-8 0-3 0,14 1 2 16,-8 2-1-16,0-2-1 0,1 1 9 0,-7-2-8 15,14 4 1-15,-8-3-1 0,1 1-1 0,-1 0-2 16,2 1 5-16,-2 1-4 0,1-2 0 0,-1 2 3 16,3-2 0-16,-1 1-2 0,1 3 3 0,-3-4-3 0,2 2-1 15,2-2 2-15,-4 1-1 0,1 1 6 16,3 1-7-16,-4-1 3 0,-1-2-6 0,2 1 7 16,-1 0 7-16,2 1-9 0,-3-1-4 0,-5-3 1 15,9 7 1-15,-4-6-1 0,0 3 5 0,-5-4 0 0,9 6-3 16,-7-2 2-16,-2-4-5 0,7 4 1 15,-3-1 5-15,-4-3-7 0,6 8 10 0,-3-2-2 16,1-3-6-16,-1 3 3 0,-3-6-5 0,4 10 2 16,-1-4 4-16,-1 1-3 0,1 1 1 0,-1-1-1 15,-2 3-2-15,-1 0 1 0,2-2 3 0,-3 3 8 16,1-1-8-16,-5 1 8 0,4 1-12 0,-7 3 3 16,1-1 1-16,-2 3 6 0,-6 4-9 0,1 1-14 15,-4 0-10-15,3 2-63 0,-7 1-94 0,1-4 42 16</inkml:trace>
  <inkml:trace contextRef="#ctx0" brushRef="#br0" timeOffset="174690.4">16102 6228 15 0,'0'0'32'0,"0"0"2"0,0 0-3 0,0 0-6 16,1-7 6-16,-1 7-5 0,0 0-1 16,0 0-6-16,0 0 4 0,0 0-9 0,0 0 2 15,0 0 2-15,5-6-6 0,-5 6-3 0,0 0-1 16,0 0 5-16,2-6-6 0,-2 6-9 0,0 0 9 0,0 0 0 15,0 0-2-15,0 0 5 0,0 0-9 0,0 0 4 16,0 0-7-16,0 0 4 0,-2-10 4 0,2 10-5 16,0 0 1-16,0 0 3 0,0 0-8 15,0 0 9-15,0 0-10 0,0 0 3 0,0 0 4 0,0 0 2 16,0 0-5-16,0 0-6 0,0 0 9 0,2-8-7 16,-2 8 4-16,4-6 7 0,-4 6-2 0,5-7-5 15,-5 7-3-15,7-5 6 0,-4 0 1 16,-3 5 1-16,5-7-2 0,-1 3 2 0,-4 4-2 0,4-7-3 15,-4 7 8-15,2-8-6 0,-2 8-1 0,3-5 5 16,-3 5-3-16,0 0-1 0,4-8-2 0,-4 8 6 16,0 0-6-16,0 0 4 0,0 0-5 0,0 0-2 15,5-6-3-15,-5 6 9 0,0 0-3 0,0 0-1 16,0 0 2-16,0 0-1 0,0 0 0 0,0 0 0 16,0 0-7-16,0 0 7 0,0 0-2 0,0 0 3 15,0 0-3-15,0 0-2 0,0 0 1 0,0 0 7 16,0 0-4-16,0 0-6 0,0 0 8 0,0 0-2 15,0 0 0-15,0 0-1 0,0 0 0 0,-5 24 2 16,5-24-3-16,-2 7-5 0,2-7 3 0,-1 9 11 16,1-9-11-16,0 0 5 0,0 10-1 0,0-10 3 15,0 0-7-15,0 0 4 0,0 0 1 0,0 0 11 16,0 0 6-16,0 9-1 0,0-9 9 0,0 0 2 16,0 0 0-16,0 0-7 0,0 0 2 0,0 0 0 15,0 0-2-15,0 0 3 0,0 0-4 0,1-26 1 16,-1 26 0-16,0-14-4 0,0 9 6 0,0 5 2 15,2-12 3-15,-2 12-11 0,-3-12 2 0,3 12-1 16,-2-11-4-16,-2 8 5 0,4 3-7 0,-3-7-1 16,3 7-11-16,0 0 11 0,-4-7-7 0,4 7 3 15,0 0-4-15,0 0 1 0,-6-5-6 0,6 5-6 16,0 0 3-16,0 0-14 0,-14 13 1 0,10-4-10 16,0 0-16-16,2 1-2 0,-1 4-6 0,0 3-17 15,2 1-44-15,2-1-123 0,1 1 54 0</inkml:trace>
  <inkml:trace contextRef="#ctx0" brushRef="#br0" timeOffset="185139.54">9500 4335 14 0,'0'0'25'0,"0"0"1"0,0 0 0 0,0 0-7 15,0 0-2-15,0 0 5 0,0 0-3 0,0 0 8 16,0 0 2-16,0 0-3 0,0 0 5 0,0 0-5 16,0 0-1-16,0 0 0 0,0 0 1 0,0 0-8 15,0 0 5-15,-5-22-2 0,5 22-7 0,0 0 3 16,0 0 0-16,0 0-9 0,0 0-1 0,0 0 3 15,0 0 1-15,0 0-1 0,0 0 3 0,0 0 1 16,0 0-5-16,0 0 5 0,0 0-1 0,0 0 0 16,0 0-3-16,0 0-1 0,0 0 3 0,0 0 3 15,0 0 0-15,0 0-1 0,0 0-2 0,0 0 2 16,0 0 9-16,0 0-8 0,0 0-1 0,0 0 7 16,0 0 5-16,0 0-8 0,0 0-4 0,0 0 4 15,0 0-2-15,0 0-3 0,0 0 10 0,0 0-11 16,0 0 0-16,0 0 3 0,0 0-3 0,0 0-15 15,0 0 17-15,0 0-5 0,0 0-2 0,0 0-6 0,0 0-14 16,0 0-13-16,0 0-21 0,0 0-19 16,0 0-10-16,0 0-52 0,0 0-139 0,0 0 61 15</inkml:trace>
  <inkml:trace contextRef="#ctx0" brushRef="#br0" timeOffset="185918.37">13616 4496 30 0,'0'0'40'0,"0"0"-4"16,0 0 2-16,0 0-2 0,0 0-3 0,0 0 1 15,0 0 0-15,0 0-3 0,0 0 1 0,0 0-2 16,0 0-3-16,0 0-7 0,0 0-2 0,0 0-1 15,0 0 0-15,0 0 0 0,0 0-3 0,0 0 0 16,0 0-6-16,0 0 2 0,0 0 1 0,0 0-1 16,0 0 0-16,0 0-3 0,0 0-2 0,0 0 1 15,0 0-2-15,0 0-5 0,0 0 2 0,0 0-6 16,0 0-14-16,0 0-14 0,0 0-56 0,0 0-97 16,0 0 44-16</inkml:trace>
  <inkml:trace contextRef="#ctx0" brushRef="#br0" timeOffset="206805.31">8147 4618 9 0,'0'0'45'0,"0"0"-4"15,0 0-9-15,0 0 0 0,0 0-2 0,0 0-4 16,0 0-6-16,0 0 9 0,0 0-13 0,0 0-1 15,2-8 0-15,-2 8 3 0,0 0-5 0,0 0 3 16,0 0 4-16,0 0-12 0,0 0 11 0,0 0-1 16,0 0-1-16,0 0-4 0,0 0 8 0,0 0-5 15,0 0 2-15,0 0-2 0,2-8 6 0,-2 8-11 16,0 0 7-16,5-4-7 0,-5 4-3 0,0 0 9 16,7-6-8-16,-3 3 0 0,-4 3-7 15,7-7 4-15,-2 3 2 0,-5 4-2 0,7-9-3 0,-3 4 3 16,1 0 2-16,-1-1 0 0,-4 6-3 0,7-9 2 15,-5 3-2-15,1 0-2 0,-3 6 5 0,5-11 10 16,-4 7-4-16,-1 4 3 0,1-9-4 0,-1 9 2 16,0-8-2-16,0 8-5 0,0 0 2 15,-2-11 1-15,2 11-12 0,-3-7 5 0,3 7-2 0,0 0 0 16,-5-7-1-16,5 7-7 0,0 0 11 16,-11-2-8-16,11 2-1 0,-12 2 0 0,12-2 2 0,-14 6 2 15,8-3 0-15,-2 2 3 0,0 1-6 0,-2 2 3 16,1-1-2-16,0 2-3 0,2 0 2 15,2 1 0-15,1 1-3 0,0-1 3 0,1-1 6 16,1 0-5-16,2-1 3 0,0-8-15 0,2 16 15 16,-1-11-1-16,3 4 6 0,5-3 0 0,-4 1-2 15,4-2-6-15,0-1-1 0,3-1 8 0,-1 0-8 0,2 0-3 16,1-3-6-16,3 1-15 0,1-1-12 16,-6 2-12-16,1-4-14 0,-1 2-35 0,-12 0-107 0,16-4 47 15</inkml:trace>
  <inkml:trace contextRef="#ctx0" brushRef="#br0" timeOffset="207608.48">8280 4364 14 0,'-8'-5'153'0,"8"5"3"0,-5-7-12 15,5 7-12-15,-3-6-17 0,3 6-10 0,0 0-15 16,-2-7-6-16,2 7-16 0,0 0-29 0,12-6-15 15,1 4-35-15,8-4-27 0,8 2-43 0,2 3-85 0,1-2-179 16,1 0 78-16</inkml:trace>
  <inkml:trace contextRef="#ctx0" brushRef="#br0" timeOffset="209552.87">7629 4401 19 0,'-63'-13'30'0,"-26"-5"4"0,25 5-2 15,-24-6-1-15,27 8-5 0,-2-2-2 0,3-2-5 16,2 1-4-16,7 2-9 0,14 2-14 0,3 2 3 16,2 0-13-16,2 0-17 0,4 1-37 0,6 2 17 15</inkml:trace>
  <inkml:trace contextRef="#ctx0" brushRef="#br0" timeOffset="209977.02">7018 4021 34 0,'0'0'62'0,"0"0"-9"0,-15 18-3 15,3-6-8-15,-2 3-6 0,-7 4-1 0,-2 1-3 16,-3 0-2-16,3 1-2 0,-3-1-10 0,1-3 13 16,3 0-14-16,-1-3 2 0,8-3-5 0,0-2 11 15,4-1-11-15,1-1-3 0,0-1 3 0,0-1-6 16,2 0 4-16,-1-1-6 0,-2 0 5 0,4-2-5 16,-1 3 5-16,1-3-7 0,7-2 1 0,-9 3-2 15,9-3-4-15,-6 3 7 0,6-3-6 16,0 0-2-16,0 0 3 0,6 14-8 0,7-7-8 0,5 0-13 15,11 5-17-15,8 1-45 0,15 5-98 0,7-4 43 16</inkml:trace>
  <inkml:trace contextRef="#ctx0" brushRef="#br0" timeOffset="211507.18">8190 4710 73 0,'0'0'59'0,"-1"-10"1"0,1 10 2 15,-3-7-11-15,3 7-4 0,0 0-9 16,0 0-4-16,-2-8-2 0,2 8-11 0,0 0-1 16,0 0 4-16,0 0-8 0,0 0 0 0,0 0-2 15,-23 13 6-15,16-7-4 0,-3 4-10 0,-1 3 7 16,0 0-4-16,-1 0-1 0,3 4-3 0,1-1 2 0,-2 0 9 15,1 1-8-15,4-2-6 0,0 2 5 16,2-2-12-16,-1 1 4 0,4-5 20 0,0 2-26 16,0-1 6-16,3 0 4 0,1-3 1 0,0 2-2 15,1-4-2-15,1 4 7 0,2-4 6 0,-1-1-9 16,2 0 1-16,-2-4-3 0,4 1-3 0,1-4 27 16,2-2-10-16,0 0 2 0,0-5-5 0,13-5 0 15,-15 1 16-15,3 0-16 0,-4-5 14 0,4-5-11 16,-6 3-3-16,0 1 8 0,-1-7-10 0,-2 1-2 15,0 7 0-15,-5 0 3 0,-2-1-4 0,-2 5-4 16,-1 1-10-16,-2 2-16 0,-7 3-21 0,-4 5-17 16,-13 7-83-16,-20 12-154 0,-4 9 68 0</inkml:trace>
  <inkml:trace contextRef="#ctx0" brushRef="#br0" timeOffset="-208903.59">13974 4650 27 0,'-1'-9'43'0,"1"9"14"0,0 0-14 15,-2-10 8-15,2 10-10 0,0 0 3 0,-2-8-7 16,2 8-11-16,0 0 1 0,0 0 2 0,0 0-6 16,2-9-2-16,-2 9 8 0,0 0-10 0,0 0-2 15,0 0-2-15,0 0 1 0,0 0-6 0,0 0 0 16,0 0-10-16,0 0 8 0,0 0-4 0,0 0 1 16,0 0-6-16,0 0-1 0,0 0-1 15,0 0-5-15,0 0 5 0,0 0-15 0,0 0-6 0,0 0-4 16,0 0-2-16,0 0-3 0,0 0-12 0,0 0-24 15,4 29-73-15,-5-17 34 0</inkml:trace>
  <inkml:trace contextRef="#ctx0" brushRef="#br0" timeOffset="-208310.42">8755 5710 3 0,'0'0'34'0,"0"0"1"0,0 0-6 16,0 0-3-16,0 0 0 0,0 0-11 0,0 0-5 16,0 0-5-16,0 0-9 0,0 0-12 0,0 0-12 15,0 0-29-15,0 0 13 0</inkml:trace>
  <inkml:trace contextRef="#ctx0" brushRef="#br0" timeOffset="-202143.33">13702 4159 6 0,'0'0'12'0,"0"0"-6"0,0 0 0 0,0 0 0 16,0 0 1-16,0 0-3 0,0 0 0 0,0 0-4 15,0 0 1-15,0 0 0 0,0 0 0 0,0 0 6 16,-1-7-4-16,1 7-1 0,0 0-1 0,0 0 2 16,0 0 4-16,0 0-7 0,0 0-1 0,0 0 0 15,0 0 0-15,0 0-2 0,0 0 3 0,0 0-4 16,0 0 3-16,0 0-1 0,0 0 5 0,0 0-15 15,0 0 16-15,0 0-4 0,0 0 0 0,0 0 0 16,0 0-5-16,0 0 7 0,0 0-2 0,0 0 1 16,0 0-1-16,0 0 1 0,0 0-2 0,0 0-1 15,0 0 6-15,0 0-5 0,0 0 4 0,0 0-5 16,0 0 7-16,0 0-5 0,0 0 2 0,0 0 0 16,0 0-3-16,0 0 1 0,0 0-2 0,0 0 0 15,0 0 3-15,0 0 2 0,0 0 3 0,0 0-8 16,0 0 3-16,-8-4-6 0,8 4 2 0,0 0-2 15,0 0-6-15,0 0-9 0,0 0 4 0</inkml:trace>
  <inkml:trace contextRef="#ctx0" brushRef="#br0" timeOffset="-55926.05">7884 4532 9 0,'0'0'11'0,"0"0"1"0,0 0-3 0,0 0 0 16,-2 11 1-16,2-11 0 0,0 0 0 0,0 0-3 16,0 0 1-16,0 0 3 0,0 0-8 0,0 0 0 15,0 0-3-15,0 0 4 0,7 12-4 0,-7-12 6 16,0 0-4-16,0 0 0 0,0 0 4 0,0 0-3 16,0 0 1-16,0 0-4 0,0 0-2 0,0 0 1 15,0 0 3-15,0 0 0 0,0 0-1 0,0 0-5 16,0 0 4-16,1 8 3 0,-1-8-5 0,0 0 3 15,0 0-1-15,0 0 2 0,0 0-3 0,0 0 5 16,0 0-8-16,0 0 7 0,0 0 0 0,0 0-1 16,0 0 0-16,0 0-2 0,0 0 2 0,0 0-3 15,0 0 2-15,0 0 0 0,0 0 1 0,0 0 3 16,0 0-3-16,0 0-1 0,0 0-4 0,0 0 3 16,0 0 0-16,0 0-2 0,0 0 4 0,0 0-4 15,0 0 2-15,0 0-2 0,0 0 0 0,0 0 2 16,0 0 0-16,0 0 1 0,0 0 0 0,0 0-3 15,0 0 4-15,0 0-1 0,0 0-1 0,0 0 0 16,0 0 1-16,0 0-3 0,0 0 6 0,0 0-7 16,0 0 4-16,0 0-2 0,0 0 0 0,0 0 3 15,0 0-3-15,0 0 2 0,0 0 2 0,0 0-1 16,0 0 1-16,0 0-2 0,0 0-2 0,0 0 4 16,0 0-4-16,0 0 4 0,0 0-3 0,0 0 1 15,0 0 7-15,0 0-5 0,0 0-3 0,0 0 0 16,0 0 2-16,0 0 1 0,0 0 0 0,0 0 3 15,0 0-9-15,0 0 9 0,0 0 0 0,0 0 0 16,0 0 0-16,0 0-5 0,0 0 3 0,0 0-2 16,0 0 1-16,0 0-1 0,0 0 2 0,0 0-4 15,0 0 2-15,0 0-2 0,0 0 3 0,0 0-5 16,0 0 4-16,0 0-3 0,0 0-1 0,0 0 4 16,0 0-4-16,0 0 2 0,0 0-3 0,0 0 0 15,0 0 5-15,0 0-1 0,0 0 0 0,0 0 2 16,0 0-4-16,0 0 0 0,0 0 0 0,0 0-4 15,0 0 4-15,0 0 2 0,0 0-2 0,0 0-2 0,0 0 2 16,0 0-1-16,0 0 0 0,0 0 3 16,0 0-3-16,-3 7 4 0,3-7-5 0,0 0 5 15,0 0 0-15,0 0 1 0,0 0-6 0,0 0 5 16,0 0-4-16,0 0 3 0,0 0-2 0,0 0-1 16,0 0 2-16,-2 8-1 0,2-8-2 0,0 0 4 15,0 0-1-15,0 0-3 0,0 0 2 0,0 0 2 16,0 0 0-16,0 0-3 0,0 0-4 0,0 0 9 15,0 0-2-15,0 0-3 0,0 0 4 0,0 0-1 16,0 0-1-16,0 0 1 0,0 0-1 0,0 0 1 16,0 0 2-16,0 0-2 0,0 0 5 0,0 0-2 15,0 0 5-15,0 0-3 0,0 0-1 0,0 0 0 16,0 0 1-16,0 0 2 0,0 0-5 0,0 0 2 16,0 0-6-16,0 0 5 0,0 0-3 0,0 0 0 15,0 0 4-15,0 0-3 0,0 0 1 0,0 0 1 16,0 0 0-16,0 0-4 0,0 0 6 0,0 0-6 15,0 0 1-15,10-19-6 0,-10 19 6 0,0 0-1 0,0 0 0 16,0 0 4-16,1-8-5 0,-1 8 1 16,0 0-4-16,0 0 8 0,0 0-3 0,4-5-3 15,-4 5 3-15,0 0-1 0,0 0-3 0,0 0 2 16,0 0 2-16,0 0-3 0,0 0 2 0,0 0 1 16,0 0-1-16,0 0-4 0,0 0 4 0,0 0 3 15,0 0-2-15,0 0-2 0,0 0 1 0,0 0 1 16,0 0 0-16,0 0-3 0,0 0 1 0,0 0-2 15,0 0 3-15,0 0-3 0,0 0 6 0,0 0-6 16,0 0 3-16,0 0-2 0,0 0-2 0,0 0 4 16,0 0 1-16,0 0-1 0,0 0 1 0,0 0-2 15,0 0 1-15,0 0 0 0,0 0 4 0,0 0-8 16,0 0 1-16,0 0 0 0,0 0-1 0,0 0 3 16,0 0-1-16,0 0 1 0,0 0 1 0,0 0 0 15,0 0-3-15,0 0 2 0,0 0 3 0,0 0-2 16,0 0 1-16,0 0-3 0,0 0 1 0,0 0 3 15,0 0-3-15,0 0-2 0,0 0 4 0,0 0 1 16,0 0 1-16,0 0-1 0,0 0 0 0,0 0-3 0,0 0 3 16,0 0-1-16,0 0 1 0,0 0 0 15,0 0 1-15,0 0 0 0,0 0-1 0,0 0-3 16,0 0 2-16,0 0-2 0,0 0 1 0,0 0 4 16,0 0-7-16,0 0 4 0,0 0-2 0,0 0 0 15,0 0-1-15,0 0 3 0,0 0-3 0,0 0 2 16,0 0 0-16,0 0 0 0,0 0-1 0,0 0 1 15,0 0 1-15,0 0-1 0,0 0 2 0,0 0 4 16,0 0-7-16,0 0 2 0,0 0-2 0,0 0-1 16,0 0 0-16,0 0 2 0,0 0 0 0,0 0 1 15,0 0-2-15,0 0 0 0,0 0 0 0,0 0-6 16,0 0 10-16,0 0-9 0,0 0 4 0,0 0-5 16,0 0 5-16,0 0-6 0,0 0 4 0,0 0-1 15,0 0-6-15,0 0 3 0,0 0 2 0,0 0 0 16,0 0-2-16,0 0 1 0,0 0 0 0,0 0-4 15,0 0 8-15,0 0 1 0,0 0-6 0,0 0 1 16,0 0-2-16,0 0 2 0,0 0 0 0,0 0 4 16,0 0 0-16,0 0-5 0,0 0 2 0,0 0-2 15,0 0 0-15,0 0 7 0,0 0-5 0,0 0-2 16,-13 17-1-16,13-17 3 0,0 0 2 0,0 0 3 16,0 0-1-16,0 0-5 0,0 0-4 0,-3 5-11 15,3-5 37-15,0 0-23 0,0 0-8 0,0 0 4 16</inkml:trace>
  <inkml:trace contextRef="#ctx0" brushRef="#br0" timeOffset="29634.86">29884 7799 7 0,'0'0'28'0,"0"0"-8"0,0 0-10 0,0 0-11 16,0 0-10-16,0 0-12 0,0 0 6 0</inkml:trace>
  <inkml:trace contextRef="#ctx0" brushRef="#br0" timeOffset="38883.53">7048 4647 12 0,'0'0'13'0,"0"0"1"15,0 0-1-15,0 0-1 0,0 0-3 0,0 0 4 16,0 0 3-16,0 0-4 0,0 0-3 0,0 0 0 0,0 0-1 15,0 0-2-15,0 0 1 0,0 0 3 0,0 0-7 16,0 0-1-16,0 0-1 0,0 0-13 0,0 0-15 16,0 0-28-16,0 0 13 0</inkml:trace>
  <inkml:trace contextRef="#ctx0" brushRef="#br0" timeOffset="48503.77">15119 4007 7 0,'0'0'16'16,"0"0"1"-16,0 0-5 0,0 0 2 0,0 0-4 15,0 0 1-15,0 0-4 0,0 0 0 0,0 0-2 16,0 0 1-16,0 0-2 0,0 0 6 0,0 0-8 15,0 0 1-15,0 0 7 0,0 0 1 0,0 0-5 16,0 0 2-16,0 0-2 0,0 0-1 0,0 0 6 16,0 0 2-16,0 0-4 0,0 0-2 0,0 0-1 15,0 0 3-15,0 0-4 0,0 0-2 0,0 0 16 16,0 0-17-16,0 0-1 0,0 0-2 0,0 0 4 16,0 0-3-16,0 0 0 0,0 0 4 0,0 0 1 15,0 0-2-15,0 0-2 0,0 0-6 0,0 0 6 16,0 0-4-16,0 0 9 0,0 0-2 0,0 0-3 15,0 0 2-15,0 0-4 0,0 0 1 0,0 0-11 16,0 0-3-16,0 0-7 0,0 0-19 0,0 0-43 16,0 0 19-16</inkml:trace>
  <inkml:trace contextRef="#ctx0" brushRef="#br0" timeOffset="61492.78">6117 4346 20 0,'0'0'53'0,"-11"0"5"15,11 0 5-15,0 0-1 0,0 0-12 0,-9 1 10 16,9-1-8-16,0 0-5 0,0 0-14 16,0 0 18-16,0 0-12 0,0 0 1 0,0 0-13 0,0 0-2 15,0 0 2-15,0 0-5 0,0 0-4 16,0 0 9-16,19-12-10 0,-2 5 0 0,9-3-6 16,4-1 7-16,3-1-1 0,0-1-1 0,3 0-8 15,0 0-5-15,0 1 8 0,-2 0-4 0,-2 3-3 16,-3-3 11-16,-2 4-20 0,-9 5 2 0,3-4-1 0,-6 3-18 15,-1 3-8-15,-1-3-11 0,-2 3-19 16,-3 0-66-16,-2 0-136 0,-6 1 61 0</inkml:trace>
  <inkml:trace contextRef="#ctx0" brushRef="#br0" timeOffset="61846.23">6134 4124 37 0,'-23'26'45'15,"1"-1"-12"-15,0 2 4 0,0-1-9 0,-3-1-3 16,5-1 4-16,-1-3-8 0,3-1 0 0,7-6 2 15,-1-3-7-15,5 1 4 0,-5-1-1 0,5-2-1 16,-1 1 2-16,-1-3-7 0,5 1 1 0,-1-3-9 16,5-5 7-16,-8 9-1 0,8-9-5 0,-2 7 4 15,2-7-3-15,0 0-4 0,0 0 2 0,4 16 0 16,-4-16-2-16,12 8 6 0,-1-6-5 0,1-1 3 16,9-1 1-16,-1 0 1 0,10 0-12 0,-1-2 9 15,3-1 8-15,0 0-25 0,0-1-3 0,0 1-5 16,2 1-3-16,-3-1-19 0,-2 0-32 0,-7 3-77 15,0-2 34-15</inkml:trace>
  <inkml:trace contextRef="#ctx0" brushRef="#br0" timeOffset="62333.96">5549 4206 55 0,'-6'2'68'0,"6"-2"-10"0,-6 3 3 0,6-3 6 16,-6 3 6-16,6-3-7 0,0 0-12 0,0 0 3 16,0 0-7-16,0 0 3 0,0 0-7 0,0 0-10 15,0 0-3-15,0 0 6 0,22-25-15 0,-6 11 11 16,6-4-12-16,-2-1-1 0,1 0-1 0,0 1 0 16,-8 2-6-16,0 4 7 0,0-4-9 0,-4 4-1 15,-2 2 3-15,0-1 12 0,-4 3-23 0,0-3 7 16,0 3-2-16,-3 8-3 0,-2-14-4 0,2 14-2 15,-2-11 1-15,2 11 6 0,-9-9-32 0,9 9 16 16,-13 2 3-16,13-2-5 0,-28 10 0 0,3 4 1 16,-2 4 0-16,-3 3 5 0,-7 10-1 0,8-7 1 15,2 0 5-15,3 0-6 0,2 0 0 0,4-4 1 16,9-4-1-16,3-2 11 0,3-2-7 0,3-2 0 16,1 1 1-16,6 0-4 0,3-3-4 0,9 0-16 15,9 0-10-15,6-4-10 0,5-3-19 16,16-5-70-16,0-4-145 0,0 2 64 0</inkml:trace>
  <inkml:trace contextRef="#ctx0" brushRef="#br0" timeOffset="62507.4">6130 3659 73 0,'32'-20'88'0,"17"-5"-33"0,6 3-23 0,5 3-38 16,28-7-35-16,-28 12-43 0,4-5 19 0</inkml:trace>
  <inkml:trace contextRef="#ctx0" brushRef="#br0" timeOffset="65148.78">8140 5006 13 0,'12'-10'20'0,"-2"-3"-1"0,0 0-7 0,-2 3 7 16,0-4-4-16,-3 3-3 0,-1-1-3 0,0 0 2 0,-3 0 5 16,0 0-11-16,-2 2 2 0,0-4-2 0,-2 4-2 15,-1 1 2-15,-1 1 3 0,1 0-3 0,-5 4-1 16,3-1-4-16,-4 3-1 0,-2 0-10 0,-1 2 9 16,2 0 2-16,-8 4-1 0,2 2 1 15,-2 1 8-15,1 3-5 0,0-1-4 0,-5 6 5 16,9-3 0-16,-1-1-1 0,2 1-1 0,4-2-1 0,3 0 7 15,-1 0-7-15,3-2-5 0,2 2 7 0,0-2-1 16,1-1 0-16,1-7 1 0,3 14-3 0,1-9 3 16,2 1-4-16,0-3-1 0,4 0 5 15,2 0-2-15,1-3 2 0,6-2 0 0,0 1-3 16,-1-5 14-16,3 0-2 0,-2-2 2 0,0-1 8 16,0-4-14-16,-4 2 9 0,3-1-3 0,-5-2-2 0,2 0 0 15,-2-1 6-15,-1 1-9 0,-3-2 2 0,-2 1-9 16,0 0 8-16,-2-2-7 0,-4 6-2 0,0-2 5 15,-1 1 0-15,-1 3-2 0,0-3-5 16,-4 4 1-16,1-1 8 0,-3 1-6 0,1 1-1 16,-3 3-4-16,-2 1 1 0,-1 1 3 0,-1 2-4 15,1 2 1-15,-1 1 4 0,-4 3-1 0,-1 2-6 0,3 1 10 16,-3 1 4-16,4 3-10 0,-1-1 2 0,2 2 1 16,3-1-4-16,-2 2 1 0,3-2 5 0,4-1-2 15,1-1-6-15,0-1 2 0,4 1 0 16,0-2 0-16,2 3-1 0,3-5 3 0,-1 2-3 15,1-2 3-15,0-4 3 0,5 4 1 0,-1-3-3 16,0-2 2-16,1 1 0 0,2-3-3 0,-1-2 8 16,3 0 1-16,-2-1 0 0,-1-2 2 0,5-4-5 15,-5 2 7-15,-1 0-10 0,-1-2 8 0,0 1 11 16,-1 0-1-16,-1-3-10 0,-1 2-3 0,-2-2 3 16,-2 2-2-16,-2-3-5 0,1 1-1 0,-1 0-1 15,-2-1 0-15,-1 3 1 0,-1-1 0 0,-1 2-6 16,-2-1 6-16,-1 4-9 0,-1 1 4 0,-1 0-6 0,-3 3 10 15,1 3-5-15,-1 1-3 0,-4 1 1 16,-2 3 2-16,-6 6-3 0,4 3-2 0,-2 4 9 16,-3 2-5-16,3 3 4 0,3 0-5 0,0 1 7 15,5 0-2-15,0-3 5 0,4 1-10 0,5-5 11 16,5-1-3-16,1-1 2 0,4-3-10 0,1-4 8 16,4-1-1-16,2-3-7 0,7-3 7 0,4-1-1 0,7-4-7 15,3-1 0-15,1-10-9 0,1-1 2 16,0-2-3-16,-1-2 11 0,-1-4-13 0,-1-1 7 15,-4-1 6-15,-2-2 2 0,-4 1 8 0,-2 2 1 16,-2-2-5-16,-6 1-4 0,-6 5 5 0,1-6-1 16,-4 7-8-16,-2 3 5 0,-4 4-14 0,-2 1-11 15,-7 6-45-15,-6 4-76 0,-12 6 35 0</inkml:trace>
  <inkml:trace contextRef="#ctx0" brushRef="#br0" timeOffset="77613.65">9007 5396 23 0,'0'0'37'0,"0"0"-5"0,0 0 4 15,0 0 2-15,0 0 4 0,0 0 2 0,0 0-6 0,0 0 4 16,0 0-8-16,0 0-1 0,0 0-3 0,0 0-6 16,0 0 0-16,0 0 2 0,0 0-7 15,0 0-3-15,-5-14-5 0,5 14 5 0,0 0-5 16,0 0-11-16,0-10 2 0,0 10-1 0,0 0-1 16,0 0 0-16,-3-11 0 0,3 11-2 0,0 0 10 0,0 0-5 15,0 0-6-15,-2-8 2 0,2 8 5 0,0 0-5 16,0 0-2-16,0 0 5 0,0 0-2 0,-3-7-2 15,3 7 5-15,0 0-2 0,0 0-2 16,0 0 2-16,0 0 1 0,0 0-1 0,0 0 10 16,0 0-13-16,0 0-1 0,0 0 0 0,0 0 0 0,0 0 8 15,0 0-9-15,0 0 5 0,0 0-10 0,0 0-3 16,0 0 1-16,0 0-4 0,0 0-1 0,0 0-4 16,0 0 2-16,0 0 1 0,0 0 0 15,0 0-2-15,0 0 4 0,0 0 0 0,0 0 4 16,0 0-7-16,0 0 2 0,0 0-5 0,0 0 1 0,0 0-7 15,0 0-23-15,13-1 44 0,-13 1-34 0,0 0-44 16,0 0 20-16</inkml:trace>
  <inkml:trace contextRef="#ctx0" brushRef="#br0" timeOffset="101368.84">23506 9393 38 0,'0'0'43'0,"0"0"-6"0,0 0-11 15,0 0-3-15,0 0-6 0,0 0-17 0,0 0-15 16,10 12-14-16,-8-8-30 0,-2-4 14 0</inkml:trace>
  <inkml:trace contextRef="#ctx0" brushRef="#br0" timeOffset="102351.52">29641 7442 4 0,'0'0'67'0,"0"0"-6"0,0 0-11 15,0 0-5-15,0 0-7 0,0 0 1 0,0 0-13 16,0 0-14-16,0 0-13 0,0 0-12 0,0 0-42 15,0 0-59-15,0 0 25 0</inkml:trace>
  <inkml:trace contextRef="#ctx0" brushRef="#br0" timeOffset="105168.58">12383 9274 45 0,'0'0'84'0,"0"0"-10"0,0 0-4 0,0 0-8 16,0 0-6-16,0 0-4 0,0 0-3 0,0 0-4 15,0 0-7-15,0 0-2 0,0 0 1 0,0 0-6 16,0 0 5-16,0 0-3 0,0 0 1 0,0 0-6 16,0 0 6-16,0 0-13 0,0 0 6 0,0 0 2 15,0 0-10-15,0 0-5 0,0 0 4 0,0 0-2 16,0 0 6-16,0 0-7 0,0 0 3 0,-13-9-8 16,13 9 5-16,0 0 1 0,0 0-10 0,0 0 12 15,0 0-5-15,0 0-2 0,0 0-1 0,0 0-10 16,0 0 13-16,0 0-11 0,0 0 7 0,-10-1-8 15,10 1 11-15,0 0-9 0,0 0 3 0,0 0-4 16,0 0-7-16,0 0-3 0,0 0 5 0,0 0-6 16,0 0-5-16,0 0-3 0,0 0-13 0,0 0-9 15,0 0-4-15,0 0-10 0,0 0-9 0,0 0-5 16,0 0-17-16,0 0-42 0,0 0-137 0,0 0 60 16</inkml:trace>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16:09.548"/>
    </inkml:context>
    <inkml:brush xml:id="br0">
      <inkml:brushProperty name="width" value="0.05292" units="cm"/>
      <inkml:brushProperty name="height" value="0.05292" units="cm"/>
      <inkml:brushProperty name="color" value="#FF0000"/>
    </inkml:brush>
  </inkml:definitions>
  <inkml:trace contextRef="#ctx0" brushRef="#br0">12115 9124 9 0,'0'0'36'0,"6"5"-12"0,-6-5-14 0,0 0-24 0,0 0-14 15,0 0 7-15</inkml:trace>
  <inkml:trace contextRef="#ctx0" brushRef="#br0" timeOffset="49882.12">10910 10524 5 0,'0'0'10'0,"0"0"-10"0,0 0 2 0,0 0-6 15,0 0-2-15,0 0 1 0</inkml:trace>
  <inkml:trace contextRef="#ctx0" brushRef="#br0" timeOffset="55092.68">12580 6515 17 0,'0'0'109'0,"0"0"4"0,0 0-6 0,0 0-4 16,0 0 5-16,0 0 1 0,0 0-1 0,0 0-4 0,0 0-4 15,0 0-11-15,0 0-11 0,0 0-10 16,0 0-4-16,0 0-10 0,0 0-2 0,0 0-7 16,0 0-4-16,0 0-1 0,0 0 1 0,-28-9-13 15,20 8-4-15,2-2-2 0,6 3 0 0,-18 0-6 16,4 0 0-16,2 0-2 0,-3 0 2 0,2 0-1 16,-5 2 2-16,-2-1-10 0,-2 2 1 0,-4 1 2 15,-3-2-6-15,2 2 3 0,-4-1-4 0,0 1-1 16,2 0 2-16,-5-1-1 0,2 3-1 0,-5-6 1 15,0 4-3-15,-4 1 11 0,4 0-9 0,-2 0-1 16,0-1-1-16,-14 2 0 0,14 1 3 0,-1-2-1 0,2-3 2 16,0 3-2-16,1-4-2 0,3 3-1 15,-3-2 7-15,1 0-5 0,2 0 5 0,1 0 2 16,0 1 9-16,1-3-1 0,-3-2 16 0,6 2-17 16,-2 0 4-16,2-3-5 0,1 2 3 0,9 0 2 15,-1-1 7-15,0 2 5 0,2-2-1 0,5 0 0 0,-1 0 1 16,2 2 7-16,-1-1-4 0,0-1 11 15,3 1-1-15,-1 0 6 0,0 0 6 0,2-1-8 16,0 0-3-16,0 1-7 0,9 1-5 0,-13-2-3 16,13 2-2-16,-11-1-5 0,3-2-1 0,8 3-1 0,0 0-2 15,-11-1-6-15,11 1 0 0,0 0 0 0,-8-2-5 16,8 2 1-16,0 0-4 0,0 0-1 16,0 0 1-16,0 0-5 0,0 0 0 0,-11 0-1 15,11 0-3-15,0 0-23 0,0 0-20 0,0 0-22 16,0 0-22-16,0 0-22 0,0 0-14 0,-5 6-20 0,5-6-44 15,0 0-136-15,-3 7-355 0,3-7 157 0</inkml:trace>
  <inkml:trace contextRef="#ctx0" brushRef="#br0" timeOffset="55476.54">11351 6355 80 0,'0'0'94'0,"0"0"-10"0,-25 11-5 0,20-9-5 16,-7 2-11-16,1 1-3 0,-5 1-8 0,0 0-11 16,-3 1 4-16,3-1-5 0,-4 4 9 0,1-4-11 15,3 0-11-15,2-1-9 0,-3 1 9 0,4-1-10 16,2 1 7-16,-2-1-9 0,1 0 1 0,-2 3 1 15,0-3-1-15,4 0-4 0,-2 0-1 0,3-1-3 16,-1 1 3-16,1-1-2 0,3 0-3 0,0 0-1 16,-1 0 6-16,2 1 9 0,-1 0-11 0,2 0-6 15,-2-1-3-15,6-4 0 0,-4 9-1 0,0-5 5 16,4-4 1-16,-3 11-5 0,3-11 6 0,0 12 18 16,0-12-25-16,3 11 2 0,0-2-2 0,-1-2-1 15,3 0-3-15,-1 3 14 0,1 1-6 0,3 0-7 0,-3 0 6 16,4 3 2-16,-3 3-6 0,3-3 5 15,0 0-27-15,2 1-21 0,0 0-22 0,-2-1-22 16,1 1-62-16,-2-5-162 0,1-1 72 0</inkml:trace>
  <inkml:trace contextRef="#ctx0" brushRef="#br0" timeOffset="55976.49">11589 6733 70 0,'0'0'139'0,"0"0"-11"16,0 0-21-16,0 0-5 0,0 0-12 0,-17-5-9 15,17 5-5-15,-18 1-3 0,8 2-18 0,-3 0-6 16,3 0-7-16,-2 1-2 0,1 1 5 0,0 0-19 0,0 0 5 15,1 2-11-15,2-1 2 0,3-2-4 16,-3 3 6-16,3-1-7 0,0 0 1 0,4-2-5 16,1-4 1-16,-3 12 0 0,3-12-5 0,3 11 5 15,0-6 0-15,0 1-2 0,3-2-4 0,-6-4 3 16,13 8-5-16,-5-5 8 0,3 1-9 0,0-3 5 16,-1 2-4-16,-10-3-2 0,17 3 6 0,-17-3-6 15,13 0 6-15,-13 0-7 0,14 2-2 0,-14-2 8 16,0 0-3-16,11 0-4 0,-11 0 0 0,0 0 2 15,0 0-4-15,0 0 1 0,0 0 1 0,0 0 6 16,0 0-2-16,0 0 6 0,0 0-11 0,0 0 14 0,-31 13-12 16,21-7-2-16,-6 1 0 0,0-1 5 15,1 2 1-15,0 0-3 0,3 0-1 0,2-3-2 16,1 0 3-16,2 5 4 0,0-6-3 0,0 3 2 16,2-2-1-16,1-1-5 0,4-4 4 0,-2 10 3 15,2-10-8-15,4 12 3 0,-1-7 4 0,3 3 1 0,1-2 0 16,3-1 0-16,2 0-2 0,6-1-8 0,0 0-20 15,0-4-38-15,3 0-31 0,0-1-38 16,7 0-93-16,-8-1-240 0,8-3 107 0</inkml:trace>
  <inkml:trace contextRef="#ctx0" brushRef="#br0" timeOffset="61386">14225 10488 6 0,'0'0'55'0,"0"0"-6"0,0 0-6 0,0 0-8 16,0 0-3-16,0 0-3 0,0 0 0 0,0 0-8 16,0 0-5-16,0 0-5 0,0 0-6 0,0 0-10 15,0 0-22-15,0 0-24 0,0 0-53 0,0 0 24 16</inkml:trace>
  <inkml:trace contextRef="#ctx0" brushRef="#br0" timeOffset="62114.41">14148 12650 37 0,'0'0'16'0,"0"-11"-16"0,0 11-10 16,0 0-9-16,-2-9 5 0</inkml:trace>
  <inkml:trace contextRef="#ctx0" brushRef="#br0" timeOffset="63960.3">14043 10532 4 0,'0'0'29'0,"2"7"-8"0,-2-7-8 0,0 0-19 0,-2 8-5 15,2-8-11-15,0 0 6 0</inkml:trace>
  <inkml:trace contextRef="#ctx0" brushRef="#br0" timeOffset="64466.75">14972 11488 16 0,'0'0'48'0,"0"0"-9"0,0 0-11 0,0 0-9 15,0 0-23-15,0 0-21 0,3 7-26 16,-3-7 12-16</inkml:trace>
  <inkml:trace contextRef="#ctx0" brushRef="#br0" timeOffset="65149.65">16375 11407 38 0,'0'0'45'0,"0"0"-5"0,0 0-1 0,0 0-3 15,0 0-10-15,0 0 6 0,0 0-6 0,0 0 1 16,0 0-6-16,6 4 1 0,-6-4-3 16,0 0-5-16,0 0 0 0,0 0 0 0,0 0-3 15,0 0-2-15,0 0-1 0,0 0-4 0,0 0 10 0,0 0-5 16,0 0-2-16,0 0-1 0,0 0-6 0,0 0 6 15,0 0-3-15,0 0 2 0,0 0-2 16,0 0 0-16,0 0 0 0,0 0 5 0,0 0-8 16,0 0-1-16,0 0-2 0,0 0-2 0,0 0-10 0,0 0-4 15,0 0-2-15,0 0-3 0,0 0-6 0,0 0-4 16,0 0-26-16,0 0-65 0,0 0 28 0</inkml:trace>
  <inkml:trace contextRef="#ctx0" brushRef="#br0" timeOffset="73401">21162 12340 2 0,'0'0'26'0,"0"0"-2"0,0 0-2 0,0 0-3 0,0 0 3 16,0 0-6-16,0 0 1 0,0 0 0 0,0 0-3 15,0 0-6-15,0 0 0 0,0 0-2 0,0 0 3 16,0 0-7-16,0 0 4 0,0 0-4 0,0 0 1 15,0 0-3-15,0 0-4 0,0 0 5 16,0 0 5-16,0 0-2 0,0 0-4 0,0 0 0 16,0 0-1-16,0 0 3 0,0 0 0 0,0 0-2 0,0 0 2 15,0 0 1-15,0 0-7 0,0 0-10 0,0 0 2 16,0 0-23-16,0 0-38 0,0 0 18 0</inkml:trace>
  <inkml:trace contextRef="#ctx0" brushRef="#br0" timeOffset="74434.73">17383 9758 29 0,'0'0'43'0,"0"0"-5"0,0 0-3 15,0 0-3-15,0 0 0 0,0 0-6 0,0 0 0 16,0 0-8-16,0 0-2 0,0 0-1 0,0 0-2 16,0 0-4-16,0 0-1 0,0 0 4 0,0 0 2 15,0 0-6-15,0 0 3 0,0 0-2 0,0 0-1 16,0 0 3-16,0 0-11 0,0 0 3 0,0 0-1 16,0 0-7-16,0 0 0 0,0 0-5 0,0 0-1 15,0 0-21-15,0 0-28 0,0 0-64 0,0 0 29 16</inkml:trace>
  <inkml:trace contextRef="#ctx0" brushRef="#br0" timeOffset="78658.23">20234 15343 2 0,'4'4'74'0,"-4"-4"-3"0,0 0-10 16,0 0-4-16,0 0-10 0,0 0-4 0,0 0-1 0,0 0-6 15,0 0-11-15,0 0-7 0,0 0-16 0,0 0-13 16,0 0-7-16,0 0-20 0,0 0-31 0,0 0-74 16,0 0 32-16</inkml:trace>
  <inkml:trace contextRef="#ctx0" brushRef="#br0" timeOffset="79656">8227 14654 16 0,'0'0'27'16,"0"0"-11"-16,0 0-8 0,0 0-20 0,0 0-12 16,0 0 6-16</inkml:trace>
  <inkml:trace contextRef="#ctx0" brushRef="#br0" timeOffset="81076.73">8377 14627 78 0,'0'0'90'0,"0"0"-5"0,0 0-10 0,0 0-9 15,0 0-2-15,0 0-11 0,0 0-11 0,0 0 7 16,0 0-7-16,0 0 1 0,0 0-8 0,0 0 1 0,0 0 1 16,0 0-8-16,0 0-11 0,0 0 15 0,0 0-7 15,0 0 21-15,0 0-22 0,0 0-5 16,0 0 3-16,0 0-3 0,0 0 6 0,0 0-16 15,0 0 13-15,0 0-9 0,0 0 4 0,0 0-14 16,0 0 11-16,0 0-7 0,0 0-2 0,0 0-4 16,0 0 10-16,0 0-7 0,0 0 9 0,0 0-13 0,0 0 10 15,0 0-6-15,0 0-5 0,0 0 0 0,0 0 9 16,0 0-6-16,0 0 2 0,0 0-13 16,0 0 8-16,0 0-1 0,0 0-6 0,0 0-19 15,6 4-15-15,-6-4-8 0,0 0-32 0,0 0-10 16,-2 10-64-16,2-10-165 0,0 0 73 0</inkml:trace>
  <inkml:trace contextRef="#ctx0" brushRef="#br0" timeOffset="98303.45">16259 13144 52 0,'0'0'60'0,"0"0"-11"16,0 0-8-16,0 0-21 0,0 0-14 0,0 0-23 15,0 0-19-15,0 0-38 0,0 0 18 0</inkml:trace>
  <inkml:trace contextRef="#ctx0" brushRef="#br0" timeOffset="98678.02">16303 12545 52 0,'0'0'69'0,"0"0"-15"15,0 0-7-15,0 0 1 0,-4-6-9 0,4 6-2 0,0 0-1 16,0 0-16-16,0 0 0 0,0 0-3 0,-3-9-9 16,3 9-8-16,0 0-10 0,0 0-17 0,0 0-42 15,0 0-74-15,0 0 33 0</inkml:trace>
  <inkml:trace contextRef="#ctx0" brushRef="#br0" timeOffset="99167.96">16425 13137 19 0,'0'0'107'0,"0"0"-6"0,0 0 4 0,0 0-22 15,0 0-6-15,0 0-10 0,0 0-11 0,0 0-11 16,0 0-16-16,0 0-16 0,0 0-17 0,0 0-31 16,0 0-7-16,0 0-62 0,4-17-112 0,-4 17 50 15</inkml:trace>
  <inkml:trace contextRef="#ctx0" brushRef="#br0" timeOffset="99469.3">16336 12376 23 0,'0'0'86'0,"0"0"-15"0,0 0-7 16,0 0-9-16,0 0-8 0,0 0-15 15,0 0-13-15,0 0-19 0,0 0-24 0,1 22-39 0,-1-22-67 16,-1 14 31-16</inkml:trace>
  <inkml:trace contextRef="#ctx0" brushRef="#br0" timeOffset="99746.51">16473 13075 48 0,'0'0'105'0,"0"0"3"0,0 0-2 16,0 0-11-16,0 0-6 0,0 0-13 0,2 4-14 15,-2-4-7-15,0 0-5 0,0 0-14 0,0 0-22 16,0 0-12-16,0 0-29 0,0 0-6 0,0 0-26 16,0 0-63-16,-9-26-131 0,7 21 59 0</inkml:trace>
  <inkml:trace contextRef="#ctx0" brushRef="#br0" timeOffset="100008.06">16359 12408 78 0,'0'0'74'0,"0"0"-1"0,0 0-12 0,0 0-7 16,0 0-9-16,5 18-14 0,-4-13-28 0,-1-5-24 15,0 12-46-15,0-5-72 0,0-7 33 0</inkml:trace>
  <inkml:trace contextRef="#ctx0" brushRef="#br0" timeOffset="100248.06">16424 13199 25 0,'0'0'83'0,"0"0"-17"0,0 0-7 16,0 0 2-16,0 0-8 0,0 0-13 0,0 0-16 0,12-13-24 16,-12 13-26-16,0-10-39 0,0 10-69 0,-3-17 31 15</inkml:trace>
  <inkml:trace contextRef="#ctx0" brushRef="#br0" timeOffset="100490.29">16355 12536 42 0,'0'0'87'0,"0"0"-8"0,0 0-23 0,0 0 15 0,0 0-24 16,0 0-10-16,0 0-29 0,0 0-17 0,0 0-61 16,0 0-75-16,7 20 32 0</inkml:trace>
  <inkml:trace contextRef="#ctx0" brushRef="#br0" timeOffset="116489.29">14258 10513 33 0,'0'0'60'0,"0"0"1"15,0 0-3-15,0 0-6 0,0 0-10 0,0-9-10 16,0 9 7-16,0 0-16 0,0 0 8 15,0 0-4-15,0 0-4 0,0 0-6 0,0 0-8 16,0 0-10-16,0 0-5 0,0 0-11 0,0 0-13 0,0 0-46 16,0 0-82-16,0 0 36 0</inkml:trace>
  <inkml:trace contextRef="#ctx0" brushRef="#br0" timeOffset="117248.59">15276 11584 33 0,'0'0'54'0,"0"0"-11"0,0 0-15 0,0 0-16 16,0 0-16-16,0 0-24 0,11 14-30 0,-11-14 14 15</inkml:trace>
  <inkml:trace contextRef="#ctx0" brushRef="#br0" timeOffset="129650.49">28847 6983 49 0,'0'0'75'0,"0"0"-11"16,0 0-6-16,0 0-11 0,0 0-14 0,0 0-14 15,0 0-17-15,0 0-10 0,-4 5-8 0,4-5-14 16,0 0-20-16,0 0-52 0,0 0 24 0</inkml:trace>
  <inkml:trace contextRef="#ctx0" brushRef="#br0" timeOffset="130236.24">28787 5863 2 0,'0'0'20'0,"0"0"-4"0,0 0 1 16,0 0-3-16,0 0 2 0,0 0-5 0,0 0-3 15,0 0 0-15,0 0-2 0,0 0 0 0,0 0-4 16,0 0-5-16,0 0-8 0,0 0-8 0,0 0-20 16,0 0 8-16</inkml:trace>
  <inkml:trace contextRef="#ctx0" brushRef="#br0" timeOffset="130858.09">28766 6907 29 0,'0'0'24'0,"0"0"-13"0,0 0-22 0,0 0-12 16,0 0 6-16</inkml:trace>
  <inkml:trace contextRef="#ctx0" brushRef="#br0" timeOffset="132326.62">31481 6470 48 0,'0'0'63'0,"0"0"-5"15,0 0-15-15,0 0-19 0,0 0-8 0,0 0-11 16,0 0-12-16,0 0-11 0,0 0-21 0,0 0-42 15,0 0 19-15</inkml:trace>
  <inkml:trace contextRef="#ctx0" brushRef="#br0" timeOffset="132981.47">31449 6456 12 0,'0'0'47'0,"0"0"-3"0,0 0 5 0,-9 1-7 15,9-1 1-15,0 0 8 0,0 0-7 0,0 0 21 16,-10 0-20-16,10 0 19 0,0 0-8 0,0 0-4 16,-14-1 4-16,14 1-9 0,-8-2 0 0,8 2-8 15,-9 0 3-15,9 0-4 0,-10-2-3 0,10 2 1 16,-9-1-2-16,9 1-3 0,0 0 3 0,0 0-3 15,-14 0-1-15,14 0-1 0,-7-1 0 0,7 1-5 16,0 0 3-16,0 0 2 0,-9-1 0 0,9 1 2 0,0 0 0 16,0 0-3-16,0 0-3 0,-12 0-3 15,12 0-3-15,0 0 1 0,0 0-5 0,-10 0 2 16,10 0-3-16,0 0 0 0,-8-3 3 0,8 3 2 16,0 0 2-16,0 0 4 0,-9-1 0 0,9 1-1 15,0 0 0-15,0 0 0 0,0 0-2 0,0 0-1 16,0 0-2-16,-11 2-1 0,11-2 2 0,0 0-1 0,0 0-7 15,0 0 4-15,-9-2 2 0,9 2-2 16,0 0-5-16,0 0 0 0,0 0-1 0,0 0-2 16,0 0 2-16,0 0 1 0,0 0-4 0,0 0-2 15,0 0 8-15,0 0-5 0,0 0-7 0,0 0 0 16,0 0-1-16,0 0 2 0,0 0-5 0,0 0 2 16,0 0 7-16,0 0-1 0,0 0 6 0,0 0 3 15,32 2 0-15,-18-3 3 0,6 1 2 0,7 0-2 16,0-2-5-16,-4 2-3 0,5-2 4 0,-7 1 0 15,2 0-4-15,-2 1-2 0,-3-2-1 0,0 2-4 16,-1 2 3-16,-3-4-3 0,-4 2 0 0,4 0 2 16,-4-1-4-16,1 2 1 0,-4-1 2 0,-7 0-2 15,12 2 2-15,-12-2-6 0,10-2 8 0,-10 2-2 16,9 2 4-16,-9-2 4 0,0 0 1 0,0 0-4 16,0 0 12-16,11-2-2 0,-11 2 6 0,0 0-3 0,0 0-2 15,0 0-2-15,0 0 3 0,0 0-3 16,0 0-3-16,0 0-3 0,0 0 0 0,0 0-5 15,7-1-3-15,-7 1-15 0,0 0-30 0,0 0-39 16,0 0-50-16,0 0-54 0,0 0-142 0,0 0-353 16,0 0 156-16</inkml:trace>
  <inkml:trace contextRef="#ctx0" brushRef="#br0" timeOffset="157311.25">13122 5088 5 0,'0'0'4'0,"-13"0"3"0,3-2-4 0,-1 4 3 15,0-4-4-15,0 4 2 0,2-2 1 16,-4 0-1-16,1 0-1 0,1 0 3 0,-3 1-5 16,1-2 1-16,2 1-1 0,-3 0 2 0,1 0-3 0,-1 0 3 15,1 1-4-15,-1-1 0 0,-4 0 0 16,4 0 4-16,1 0-1 0,-1 2-3 0,1-2-2 16,-5 0-3-16,1 1 5 0,3-1-2 0,1 1-6 15,2-1-8-15,-8 2 5 0</inkml:trace>
  <inkml:trace contextRef="#ctx0" brushRef="#br0" timeOffset="158997.97">13295 5182 16 0,'0'0'29'0,"0"0"-8"0,0 0-6 0,0 0 2 16,0 0-19-16,0 0-14 0,0 0-18 0,0 0 8 15</inkml:trace>
  <inkml:trace contextRef="#ctx0" brushRef="#br0" timeOffset="159997.23">10222 5489 7 0,'0'0'1'0,"0"0"5"0,0 0-4 16,0 0 1-16,-5 6-7 0,5-6-3 0,0 0 2 15</inkml:trace>
  <inkml:trace contextRef="#ctx0" brushRef="#br0" timeOffset="160227.68">10174 5525 20 0,'0'0'33'0,"0"0"-7"16,0 0-2-16,0 0 0 0,0 0 0 0,0 0-7 15,0 0-1-15,-11-6-6 0,11 6 4 16,0 0-2-16,0 0-1 0,0 0 2 0,0 0 4 0,31-4 0 16,-13 0-3-16,-1 1-2 0,6-1-1 15,6-4-6-15,0 1 6 0,1-2-7 0,-1 2 4 0,-2 0-2 16,0 1 4-16,-5 1-9 0,-2 1 5 0,-1 2-7 15,0-2-7-15,-1 2-8 0,-5 1-42 0,-1 0-61 16,-1 3 28-16</inkml:trace>
  <inkml:trace contextRef="#ctx0" brushRef="#br0" timeOffset="160644.07">10096 5524 14 0,'-5'14'25'16,"-3"2"-3"-16,0-2 1 0,3-4-10 0,1 0 2 15,0 0-1-15,3-3 3 0,-1-2-5 0,2-5-2 16,-3 9-1-16,3-9 3 0,-5 9-1 0,5-9 0 15,0 0-1-15,0 0 0 0,-1 6-3 0,1-6-1 16,0 0-1-16,12 0 4 0,-1 0 0 0,3-3-6 0,2-1-4 16,3 0 1-16,10-2 6 0,0 1-5 15,3 2 2-15,1-1-4 0,2-1-11 0,3 3-33 16,1-1-47-16,-1 0 22 0</inkml:trace>
  <inkml:trace contextRef="#ctx0" brushRef="#br0" timeOffset="162377.57">13232 3789 8 0,'0'0'20'0,"0"0"-1"0,0 0-4 16,0 0 2-16,-22 12 0 0,17-9-3 0,-4 0-3 15,2 2-5-15,-2 0 4 0,-2 1-4 0,0 1 3 16,-2 3-1-16,4-3-2 0,-5 1-1 0,5 0-2 16,-5 1 2-16,1 2-7 0,4-3-11 0,0 2-15 15,2-1-29-15,-1 1 12 0</inkml:trace>
  <inkml:trace contextRef="#ctx0" brushRef="#br0" timeOffset="162568.13">12994 3678 78 0,'-14'-5'71'0,"3"0"-7"0,0 3-22 0,1-1-44 0,4 3-41 16,6 0-45-16,-13 2 20 0</inkml:trace>
  <inkml:trace contextRef="#ctx0" brushRef="#br0" timeOffset="170976.81">26432 11294 58 0,'0'0'62'0,"0"0"-5"0,0 0-3 0,0 0-19 15,-9 2-11-15,9-2-22 0,0 0-24 16,0 0-23-16,0 0-49 0,0 0 21 0</inkml:trace>
  <inkml:trace contextRef="#ctx0" brushRef="#br0" timeOffset="171593.19">27721 11254 2 0,'0'0'86'0,"0"0"-6"0,0 0-3 15,0 0-10-15,0 0 1 0,0 0-1 0,0 0-4 16,0 0-4-16,0 0 4 0,0 0-6 0,0 0-3 16,0 0 10-16,0 0-2 0,0 0-6 0,0 0 6 15,6 4-5-15,-6-4 5 0,0 0-8 0,0 0 5 16,0 0-4-16,0 0 0 0,0 0-3 0,0 0-2 16,0 0 2-16,0 0-7 0,0 0-5 15,0 0-4-15,0 0-2 0,0 0-3 0,0 0 0 0,0 0-3 16,0 0-7-16,0 0 0 0,0 0 2 0,0 0-9 15,0 0-1-15,0 0 1 0,0 0 4 0,0 0-12 16,0 0-6-16,0 0 10 0,0 0-3 0,0 0 7 16,0 0-3-16,0 0-1 0,0 0 0 0,0 0-3 15,0 0 3-15,0 0-7 0,0 0-1 0,0 0 3 16,0 0 3-16,0 0-7 0,0 0 1 0,0 0 0 16,0 0-1-16,0 0-6 0,0 0-13 0,0 0-20 15,0 0-11-15,0 0-8 0,0 0-24 0,0 0-19 16,0 0-4-16,0 0-17 0,0 0-111 0,0 0-250 15,0 0 110-15</inkml:trace>
  <inkml:trace contextRef="#ctx0" brushRef="#br0" timeOffset="172338">24960 12362 21 0,'7'3'80'0,"-7"-3"-9"0,0 0-12 0,0 0 2 16,0 0-16-16,0 0-11 0,0 0-17 0,0 0-19 0,3 7-16 15,-3-7-44-15,0 0-66 0,0 0 29 0</inkml:trace>
  <inkml:trace contextRef="#ctx0" brushRef="#br0" timeOffset="173899.55">26704 12396 15 0,'0'0'63'0,"0"0"-5"0,0 0-4 0,0 0-16 15,0 0-5-15,0 0-17 0,0 0-12 0,0 0-16 16,0 0-34-16,0 0-48 0,0 0 22 0</inkml:trace>
  <inkml:trace contextRef="#ctx0" brushRef="#br0" timeOffset="174512.22">27719 12257 53 0,'0'0'73'0,"0"0"2"16,0 0-15-16,0 0-1 0,0 0-7 0,0 0-5 15,0 0 4-15,0 0-10 0,0 0-8 0,0 0 0 16,0 0-2-16,0 0-9 0,0 0 6 0,0 0-5 15,0 0-4-15,0 0 0 0,0 0-9 0,0 0-6 16,0 0 7-16,0 0-7 0,0 0-1 0,0 0 0 16,0 0-14-16,0 0-6 0,0 0-14 0,0 0-8 15,0 0-4-15,0 0-60 0,0 0-110 0,0 0 49 16</inkml:trace>
  <inkml:trace contextRef="#ctx0" brushRef="#br0" timeOffset="189225.84">14977 4750 48 0,'0'0'52'0,"0"0"-9"16,0 0-4-16,0 0-2 0,0 0-8 0,0 0-1 15,0 0-1-15,0 0-5 0,0 0-1 0,0 0 3 16,0 0-7-16,0 0 0 0,0 0-3 0,0 0-12 15,0 0-11-15,0 0-15 0,0 0-13 16,0 0-22-16,0 0-63 0,0 0 28 0</inkml:trace>
  <inkml:trace contextRef="#ctx0" brushRef="#br0" timeOffset="189848.89">15083 4759 2 0,'0'0'56'16,"0"0"-7"-16,0 0 3 0,0 0-10 0,0 0-5 16,0 0-4-16,0 0-6 0,0 0-1 0,0 0 1 15,0 0-7-15,0 0 0 0,0 0-4 0,0 0 2 16,0 0-4-16,0 0-5 0,0 0-7 0,0 0 3 16,0 0 4-16,0 0-1 0,0 0-2 0,0 0 4 15,0 0-2-15,0 0 2 0,0 0-7 0,0 0-5 16,0 0-1-16,0 0-10 0,0 0-3 0,0 0-6 15,0 0-8-15,0 0-3 0,0 0-4 0,0 0-23 16,0 0-63-16,0 0 29 0</inkml:trace>
  <inkml:trace contextRef="#ctx0" brushRef="#br0" timeOffset="194152.34">14366 4035 3 0,'0'0'81'0,"0"0"-9"0,0 0-3 0,0 0 0 16,0 0 2-16,0 0-11 0,0 0 2 0,0 0-6 15,0 0-3-15,0 0-8 0,0 0-5 0,0 0-3 16,0 0-3-16,0 0-3 0,0 0 5 0,0 0-10 16,0 0-15-16,0 0 13 0,0 0-28 0,0 0-15 15,0 0-7-15,0 0-15 0,0 0-6 0,0 0-7 16,0 0-9-16,0 0-42 0,0 0-113 0,0 0 50 16</inkml:trace>
  <inkml:trace contextRef="#ctx0" brushRef="#br0" timeOffset="198435.83">8621 4293 2 0,'0'0'23'0,"0"0"-6"0,0 0 0 0,0 0-5 0,0 0-1 16,0 0 2-16,0 0-4 0,0 0 1 0,0 0-7 15,0 0 1-15,0 0-4 0,0 0 2 0,0 0-5 16,0 0-2-16,0 0 2 0,0 0-4 0,0 0 1 16,0 0 1-16,0 0-2 0,0 0 6 0,0 0 0 15,0 0 3-15,0 0-5 0,0 0-1 0,0 0 2 16,0 0 2-16,0 0-2 0,0 0 6 0,0 0-5 16,0 0 2-16,0 0-5 0,0 0-1 0,0 0 1 15,0 0 1-15,0 0-8 0,0 0-12 16,0 0 6-16</inkml:trace>
  <inkml:trace contextRef="#ctx0" brushRef="#br0" timeOffset="199152.14">8659 4311 12 0,'0'0'35'16,"0"0"-7"-16,0 0 4 0,0 0 1 0,0 0-5 0,0 0-1 16,0 0-1-16,0 0-8 0,0 0 6 0,0 0-7 15,0 0-2-15,0 0-4 0,0 0-4 16,0 0 3-16,0 0-1 0,0 0-2 0,0 0 3 0,0 0-2 15,0 0-1-15,0 0 0 0,0 0 0 16,0 0-8-16,0 0 3 0,0 0-3 0,0 0 0 16,0 0-1-16,0 0 0 0,0 0-4 0,0 0-4 15,0 0-1-15,0 0-3 0,0 0 2 0,0 0 4 0,0 0-7 16,0 0 5-16,0 0-2 0,0 0 1 16,0 0 4-16,0 0-2 0,0 0-3 0,0 0 5 15,0 0 2-15,0 0-5 0,0 0 4 0,0 0 0 16,0 0 3-16,0 0-1 0,0 0-2 0,0 0 2 15,0 0 0-15,0 0 1 0,0 0 4 0,0 0-4 16,0 0 1-16,0 0-2 0,0 0 5 0,0 0-4 16,0 0 4-16,0 0-1 0,0 0 0 0,0 0 0 15,0 0 6-15,0 0-6 0,0 0-4 0,0 0 4 16,0 0-3-16,0 0-25 0,0 0-31 0,0 0 14 16</inkml:trace>
  <inkml:trace contextRef="#ctx0" brushRef="#br0" timeOffset="199682.03">8663 4361 29 0,'0'0'35'0,"0"0"-1"16,0 0 0-16,0 0-6 0,0 0-3 0,0 0-3 16,0 0 3-16,0 0-1 0,0 0-1 0,0 0-5 15,0 0-3-15,0 0-1 0,0 0-1 0,0 0-1 16,0 0 5-16,0 0-8 0,0 0 3 0,0 0-3 15,0 0-1-15,0 0 1 0,0 0-2 0,0 0 1 16,0 0 4-16,0 0-3 0,0 0-7 0,0 0-1 16,0 0 3-16,0 0-2 0,0 0-1 0,0 0 3 15,0 0-6-15,0 0 1 0,0 0 5 0,0 0-1 16,0 0-1-16,0 0-2 0,0 0-4 0,0 0-1 16,0 0-6-16,0 0 0 0,0 0-16 0,0 0-4 15,0 0-33-15,0 0-69 0,0 0 31 16</inkml:trace>
  <inkml:trace contextRef="#ctx0" brushRef="#br0" timeOffset="-192152.86">31939 13547 8 0,'-8'-4'34'16,"8"4"2"-16,0 0-9 0,0 0-2 0,-6-6 0 15,6 6-4-15,0 0 0 0,-7-3-6 0,7 3 1 16,0 0 5-16,0 0-9 0,-6-4 7 0,6 4-3 16,0 0-4-16,-6-3 1 0,6 3-10 0,0 0-2 15,-12-3-2-15,12 3 5 0,-10 0 6 0,10 0-8 16,-12 0-4-16,12 0-1 0,-14-1-3 0,14 1 5 16,-12-1-4-16,4 1 7 0,8 0-2 0,-14-1-5 15,14 1 6-15,-9 0-4 0,9 0 0 0,-9-2-1 16,9 2-1-16,0 0-6 0,-13-1-6 0,13 1 2 15,0 0-1-15,-11 0-1 0,11 0-22 0,-9 3-42 16,9-3 20-16</inkml:trace>
  <inkml:trace contextRef="#ctx0" brushRef="#br0" timeOffset="-190070.42">32042 13360 11 0,'0'0'81'0,"0"0"-2"16,0 0-3-16,0 0-6 0,0 0 11 0,0 0-3 16,0 0 4-16,0 0-3 0,0 0-6 0,0 0-6 15,0 0-9-15,0 0 8 0,0 0-5 16,0 0-5-16,0 0 4 0,0 0-9 0,0 0-4 0,0 0 3 16,0 0-11-16,-12-6-6 0,12 6 3 15,0 0 6-15,0 0 1 0,0-11-5 0,0 11-5 0,0 0 6 16,-3-13-11-16,3 13 3 0,0-9 4 15,0 9 6-15,-1-13-3 0,-1 8-7 0,2 5 7 16,-1-13-10-16,2 4-7 0,1 3 5 0,-2 6 9 16,-2-15 5-16,2 15-5 0,0-13-7 0,0 7 3 15,0 6-1-15,0-13-5 0,0 13 9 0,0-11-2 0,0 11 0 16,0-10-4-16,-1 3 1 0,1 7 17 0,0 0-8 16,0-10-2-16,0 10 0 0,-1-8-2 0,1 8-8 15,0 0 0-15,1-7-4 0,-1 7-3 16,0 0-5-16,0 0-1 0,0 0 3 0,0 0-5 0,0 0-7 15,0 0 0-15,0 0-1 0,0 0-4 16,0 0-1-16,0 0 1 0,0 0-2 0,0 0 0 16,0 0-5-16,1 24 6 0,-2-9 2 0,2 2-1 15,-1 2-4-15,0-1 1 0,2 8 3 0,-4 1 0 16,2-2-2-16,0 0 2 0,0-1-1 0,0-1 3 16,3-4-3-16,-2-1-2 0,-1-1 2 0,5-2 1 15,-3-3-2-15,0 0 3 0,0-1-1 0,-1-2 0 16,0 1 4-16,-1-1-5 0,1-2 2 0,-1-7 2 0,4 12-4 15,-4-5 4-15,0-7-2 0,3 10 0 16,-3-10 0-16,2 8 3 0,-2-8-1 0,1 6-1 16,-1-6-2-16,0 0 4 0,0 0 1 0,6 7 3 15,-6-7-1-15,0 0-5 0,0 0-13 0,0 0-24 16,0 0-37-16,0 0-40 0,0 0-36 0,0 0-15 16,0 0-7-16,0 0-8 0,0 0-97 0,5-25-299 15,-5 25 132-15</inkml:trace>
  <inkml:trace contextRef="#ctx0" brushRef="#br0" timeOffset="-189258.61">31991 13444 19 0,'-9'-7'63'0,"9"7"-1"16,-11-7 3-16,11 7-7 0,-11-7 1 0,11 7 6 15,-10-5-9-15,10 5 3 0,-6-4-9 0,6 4 19 16,0 0-16-16,0 0-2 0,-9-6-1 0,9 6 12 16,0 0 5-16,0 0 0 0,0 0 1 0,0 0-7 15,0 0-2-15,33-5-4 0,-15 1 5 0,1 3-5 16,3-3-3-16,9 0-1 0,-2-1-4 0,-1 1-2 15,-7 0-2-15,0-1-2 0,-2 1-2 0,0 3-4 16,-6-1 2-16,0-1-5 0,0 3-4 0,-5-3-9 16,-8 3 2-16,14-1-5 0,-14 1 0 0,14-1-1 15,-14 1 1-15,10-2-5 0,-10 2 0 0,0 0 1 16,15-1-5-16,-15 1 2 0,0 0-1 0,11-1 2 16,-11 1 1-16,0 0 11 0,9-2 10 0,-9 2 2 15,0 0 2-15,0 0-1 0,0 0-6 0,0 0 1 16,0 0-3-16,0 0-9 0,0 0-1 0,0 0-6 15,0 0 2-15,0 0-4 0,0 0-1 0,0 0 4 16,1 16 4-16,-1-16 0 0,-1 14-7 0,-1-8 1 16,2 5 0-16,-2-2-1 0,3-1 1 0,0 2 5 15,-2-2-9-15,1 2-1 0,3-2 0 16,-1-1-1-16,1-1 5 0,-2 2-5 0,-1-8-1 0,8 11 3 16,-6-4 0-16,3-3 2 0,0 1 1 0,3-3-2 15,0 2 0-15,-1-2-1 0,1-1 2 0,2-1-3 16,-10 0 4-16,19-4-2 0,-8 4 0 0,-4 0 14 15,0-3 13-15,-1 1-26 0,-6 2 7 16,12-6 0-16,-7 0 0 0,0 1-3 0,1-4 0 16,1-1-4-16,-5 1 0 0,2 0 5 0,1-2-1 15,-4 0-6-15,1 1-1 0,-1 2 1 0,1-2-7 0,-2 10 15 16,0-13 1-16,0 8 5 0,0 5-3 16,2-9 3-16,-2 9-9 0,1-6-4 0,-1 6-1 15,0 0-3-15,0 0 0 0,1-11-8 0,-1 11 1 16,0 0-2-16,0 0 0 0,0 0-2 0,0 0 0 15,-5 36 7-15,5-18-1 0,-2 7 5 0,-1 4 1 16,-1 1-1-16,2 2 6 0,-2-1-1 0,3 3 1 16,-4 1 2-16,3 1-1 0,0 8-1 0,-1-8-2 0,0 9 1 15,1-11-1-15,2 0-2 0,-1-1 2 16,-1 2 0-16,4-1 0 0,-2-1-1 0,-3 0 0 16,4-2-3-16,-7-1 1 0,2-4 0 0,-2 0 4 15,-1-7-3-15,4 0 6 0,-3-2 4 0,-2-2-5 16,1-5 9-16,1 1-5 0,-7-1 3 0,3-1-3 15,1-3-1-15,-8 1 11 0,4-3-9 0,-4-4-4 16,-3 0 4-16,1-4-3 0,0-2-2 0,2-1 0 16,1-7 1-16,2-1-5 0,-1-7-4 0,4-2-1 15,3-2-10-15,3-3-1 0,0-3-10 0,9-1-3 16,2-15 0-16,7 4 2 0,4-1 0 0,0 12 2 16,12-12 4-16,-6 15-3 0,6-5 1 0,-3 10 3 15,1 1-1-15,1-1 3 0,-3 8-6 0,4 0 0 16,0 2-2-16,-2 3-8 0,1 3-9 0,-8 1-16 15,0 1-21-15,-3 1-28 0,0 3-36 0,-3 3-36 16,-14 0-28-16,0 0-141 0,0 0-373 0,0 0 165 16</inkml:trace>
  <inkml:trace contextRef="#ctx0" brushRef="#br0" timeOffset="-188848.99">32281 13279 152 0,'0'0'157'0,"0"0"-17"0,0 0-10 0,0 0-16 15,0 0-8-15,0 0-19 0,0 0-3 0,0 0-7 16,0 0-12-16,0 0-5 0,0 0-8 0,0 0-4 16,0 0-4-16,0 0 4 0,0 0 5 0,0 0-1 15,-7 32-1-15,5-21-10 0,2-1 17 0,-1 2-1 16,0 3-4-16,-2-2-6 0,3 0-7 0,0 0 1 16,1-2-9-16,1 1 1 0,-2-1-6 0,1-2-3 15,2 1 2-15,-3-10-4 0,6 15-5 0,-2-8-1 16,1-1 2-16,4 0-2 0,0 0 1 0,1-2 0 15,3 1-3-15,0-4-1 0,1 3-5 0,-2-1-14 16,0-2-6-16,1 1-24 0,-3-2-23 0,-10 0-24 16,23-6-22-16,-13 1-29 0,2 0 1 0,-2 0-11 15,2-3-98-15,1-2-260 0,0-1 116 0</inkml:trace>
  <inkml:trace contextRef="#ctx0" brushRef="#br0" timeOffset="-188739.31">32576 13369 2 0,'4'-7'73'0,"-4"7"6"16,0 0-15-16,0 0 2 0,0 0-15 0,0 0 7 15,0 0-12-15,0 0 10 0,-15-9-8 0,15 9-10 16,0 0 1-16,-19 16-3 0,11-6-1 0,-1 0-9 0,-1 2 3 16,1 4-26-16,-1-3-60 0,0 4-59 0,-2-6-124 15,2-3 55-15</inkml:trace>
  <inkml:trace contextRef="#ctx0" brushRef="#br0" timeOffset="-29936.53">8783 5101 12 0,'0'0'28'16,"0"0"-4"-16,0 0 7 0,-2-8-8 0,2 8 0 16,0 0 2-16,0 0-3 0,0 0-6 0,0 0-3 15,0 0 4-15,0 0-3 0,-3-7-3 0,3 7 0 16,0 0 0-16,0 0-5 0,0 0-1 0,0-9 1 16,0 9 1-16,0 0-5 0,0 0 4 0,-1-10 0 15,1 10 4-15,0 0-2 0,0 0-6 0,0 0 0 16,-3-8-1-16,3 8-3 0,0 0 6 0,0 0-3 15,0 0 0-15,-1-9-1 0,1 9-3 0,0 0 11 16,0 0-1-16,0 0-2 0,0 0 6 0,0 0-10 16,0 0 5-16,0 0-4 0,0 0 4 0,0-8-4 15,0 8-2-15,0 0-6 0,0 0 8 0,0 0 0 16,0 0 0-16,0 0 5 0,0 0-7 0,0 0-4 16,0 0 4-16,0 0-8 0,0 0-4 0,0 0-5 15,0 0-15-15,0 0-23 0,0 0-58 0,0 0 26 16</inkml:trace>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10:01:45.013"/>
    </inkml:context>
    <inkml:brush xml:id="br0">
      <inkml:brushProperty name="width" value="0.05292" units="cm"/>
      <inkml:brushProperty name="height" value="0.05292" units="cm"/>
      <inkml:brushProperty name="color" value="#FF0000"/>
    </inkml:brush>
  </inkml:definitions>
  <inkml:trace contextRef="#ctx0" brushRef="#br0">17136 4781 123 0,'-6'-11'130'0,"-1"-2"10"16,2 6-1-16,1-5-7 0,0 7-2 0,4 5-15 15,-6-10-11-15,4 6-12 0,2 4-11 16,0 0-10-16,-4-7-9 0,4 7-7 0,0 0-3 0,0 0-10 15,0 0 1-15,9 21-3 0,-4-12-8 0,-2 4 1 16,3 2-10-16,-3 3 0 0,3-1 5 0,-2 1-7 16,-1-3-2-16,1 3-1 0,-3-1-2 15,1-2 0-15,-1-2 0 0,0 0-5 0,0-4 0 16,-1 2 6-16,2-3-11 0,-2 1 4 0,0-9 3 16,0 10-3-16,0-10-1 0,0 9 0 0,0-9 5 0,0 0 3 15,0 0-4-15,0 0-3 0,0 0 3 0,0 0-4 16,0 0-1-16,0 0-2 0,-5-29-2 15,5 12-3-15,2-1 1 0,5-9 0 0,2-3-9 16,1 0 9-16,0-1-3 0,5 2-5 0,1 1 0 16,3 3 0-16,1 0 2 0,1 3-3 0,-2 5 0 0,3-4 2 15,-7 13-2-15,0-3 1 0,-3 7 1 0,-1-1-2 16,2 4-5-16,-2 2 8 0,0 3-2 16,0 3 3-16,2 5-4 0,-1 3 3 0,-1 0 0 15,2 5 5-15,-4 3-2 0,0 2 5 0,-2 3-11 16,-1-1-7-16,-3 0-21 0,3 1-24 0,-1 1-14 0,0-3-32 15,-3 1-34-15,2 1-104 0,1-5-261 0,0-4 116 16</inkml:trace>
  <inkml:trace contextRef="#ctx0" brushRef="#br0" timeOffset="262.64">18078 4544 1912 0,'1'-26'-96'0,"0"6"85"0,-1 1 47 16,0 7-20-16,0 1-6 0,0 3-8 16,0 1-8-16,0 7 9 0,2-7-7 0,-2 7 3 0,0 0 0 15,0 0 1-15,6 19-2 0,-3 0 1 0,0 0-3 16,0 9 4-16,-3 3 1 0,1 1 6 16,-1 2 0-16,1 0-2 0,-1 1 0 0,-2-3-1 15,1 1 3-15,1 0 1 0,0-5 5 0,-2 3-8 16,0-4 0-16,2 0-3 0,2-7-15 0,-2-2-21 15,2-1-13-15,-1-4-19 0,1-1-16 0,0-1-26 16,0-2-23-16,1 0-110 0,-2-2-259 0,1-1 115 16</inkml:trace>
  <inkml:trace contextRef="#ctx0" brushRef="#br0" timeOffset="662.58">17904 4718 33 0,'0'0'119'0,"10"-9"-21"0,-1 2-2 16,2 3-3-16,8-2-13 0,0 2-8 0,0 1-5 16,3 0-8-16,-1 3-5 0,-1 3-7 0,1 0 2 15,2 4-1-15,-3-2-13 0,-3 2 4 0,-1 3-6 16,-1 1-7-16,-1 1 2 0,0-2-6 0,-5 0 3 16,0 0 3-16,4 1-8 0,-6-3-9 0,1 3 6 15,0-3-3-15,-1 1-1 0,-1-2 0 0,-1-3 1 16,2 2-6-16,0-2 14 0,-1-1 2 0,1-1-2 15,-7-2-2-15,12-1 5 0,-3-2-3 0,-2 0 2 16,2-2-1-16,0-3 2 0,3-4-10 0,-1 0 8 0,1-2 2 16,-1-1 14-16,-4 6-4 0,1-5-5 15,1-2 1-15,-1 2-6 0,-3 3-3 0,0 1-2 16,-1 5 4-16,-1-1-5 0,0 0 3 0,-3 6-7 16,5-6-12-16,-5 6-1 0,0 0 4 0,0 0 2 15,0 0 0-15,14 16-7 0,-11-3 3 0,2 4 6 16,-1 7-2-16,-3 3-4 0,1 1 11 0,0-2-8 0,-2 1 1 15,0 2-11-15,0-3 10 0,-2 2 1 16,2-2-11-16,2-1-14 0,-6 0-28 0,3-4-27 16,2-2-25-16,-2 0-30 0,1-2-16 0,0 0-92 15,-2-3-253-15,4-4 112 0</inkml:trace>
  <inkml:trace contextRef="#ctx0" brushRef="#br0" timeOffset="900.64">18776 4570 157 0,'-2'-11'220'0,"2"1"-16"0,0 0-25 0,-1 3-18 0,1 7-18 16,0 0-23-16,1-8-9 0,-1 8-15 0,0 0-10 16,7 20-6-16,-5-1-4 0,5 10-5 0,-6 3-6 15,2 1-5-15,-1 5-2 0,1 9-3 0,-1 0-10 16,-2-15 0-16,-1 4-8 0,1-1-3 0,-1-2-3 15,-3-1-11-15,0 0-15 0,1-2-27 16,0-1-23-16,-1-3-31 0,1 0-30 0,-1-6-35 0,-1-2-14 16,2 0-114-16,-1-2-292 0,0-6 129 0</inkml:trace>
  <inkml:trace contextRef="#ctx0" brushRef="#br0" timeOffset="1296.42">18809 4766 29 0,'9'-9'130'0,"-1"5"-11"16,2 1 1-16,-4 1-21 0,-6 2-7 0,16 2-9 15,-9 1-8-15,1 4 1 0,-2 2-10 0,1-1-5 16,-2 6-4-16,1 2-5 0,-3 0-3 0,-5-1-4 16,2 0-5-16,-5 1-4 0,1-5-7 0,2 1 2 15,-2-2-5-15,1-2-1 0,1-2-3 0,1-1-2 16,1-5 0-16,-4 10-5 0,4-10 1 0,-2 6-2 15,2-6 4-15,0 0 0 0,0 0-8 0,0 0 0 16,0 0-3-16,0 0 0 0,17-13-4 0,-5 7 3 16,2-6 2-16,1 1-2 0,2-2-6 0,-1 1 5 15,1 1-2-15,6-4 3 0,-3-2 1 0,-4 5-2 16,-1 0 2-16,-2-2-4 0,-3-1-17 0,0 6 17 16,-2-6-2-16,-2 5 14 0,-2-2 15 0,-1 2 3 15,2-1-1-15,-5 2 6 0,0 9 2 0,-3-11-9 16,3 11-3-16,-5-8 0 0,5 8-5 15,-11 0-2-15,11 0-7 0,-18 10 0 0,5 2-7 0,-4 8 4 16,2 0 2-16,0 4-1 0,4 0-6 0,2 0-13 16,7 2-15-16,3-6-28 0,4-1-29 0,7 4-25 15,6-3-31-15,5-2-127 0,1-4-282 0,7-1 125 16</inkml:trace>
  <inkml:trace contextRef="#ctx0" brushRef="#br0" timeOffset="1598.75">19867 4698 1568 0,'-9'-16'-7'0,"-2"4"101"0,-1-3-43 16,2 2-10-16,1 5 18 0,1-2-7 16,4 4-7-16,1-2-14 0,-1 0-8 0,5-1-4 15,2-1-2-15,3 1 0 0,8-5 0 0,8-4 0 0,3 3 3 16,7-4-1-16,3 2 6 0,1 0 2 15,12-4-2-15,-13 6 3 0,1 1-1 0,-2 0-4 0,-5 2 3 16,-3 2 2-16,-8 3 2 0,-5 2 3 0,3-2 9 16,-6 2 10-16,-2 1 2 0,0 1 2 15,-3 1-4-15,-5 2-4 0,9-5 0 0,-5 2-7 0,-4 3-5 16,0 0-2-16,0 0-7 0,9-4-26 0,-9 4-24 16,0 0-41-16,0 0-45 0,0 0-33 0,0 0-20 15,0 0-11-15,6 16-27 0,-6-6-130 0,0-10-356 16,-4 18 159-16</inkml:trace>
  <inkml:trace contextRef="#ctx0" brushRef="#br0" timeOffset="1867.98">19827 4963 97 0,'-5'3'112'0,"5"-3"-4"15,-7 4 0-15,7-4-24 0,-4 4-6 0,4-4-13 16,0 0 20-16,0 0 1 0,11 11 5 0,-2-8-10 0,3 0 0 16,6 1-9-16,2 0-7 0,1-1-7 0,0-1-6 15,1 1 0-15,6 1-6 0,0-1-28 16,0-2-18-16,1 2-42 0,-1 0-32 0,-7-3-42 15,1 3-86-15,-3-2-217 0,0 1 96 0</inkml:trace>
  <inkml:trace contextRef="#ctx0" brushRef="#br0" timeOffset="2746.8">21348 4360 129 0,'0'0'127'0,"0"0"-1"0,0 0-21 15,16-17-15-15,-6 9-9 0,4-3 4 0,5-6-1 16,4 2-4-16,0-4-14 0,-1 2 5 0,1-3-5 16,0 3-8-16,-3 1-6 0,-6 2-6 0,-1 2 4 15,1-1-3-15,-5 1 1 0,-1 1-7 0,-4-1-4 16,2 0-3-16,-1 2-1 0,-2-1-4 15,-1 0-4-15,-2 2-2 0,-1 2 1 0,1 7-6 16,-5-12-3-16,1 7-2 0,-4 0-5 0,2 3 4 0,-4 0-9 16,-3 2 9-16,1 3-8 0,-4 1-4 0,-2 2 0 15,-1 4 1-15,-3 2 1 0,5 1 1 0,-6 3 6 16,4 2-5-16,7-3-7 0,-4 7 5 16,1-1 1-16,7-4 1 0,3 0-3 0,2 0 8 15,3 2-9-15,3-3 6 0,3 0-5 0,3 0-6 0,5-2-15 16,3-1-21-16,11 1-24 0,3 0-26 0,3-4-29 15,3-1-121-15,-1-6-260 0,4 0 116 0</inkml:trace>
  <inkml:trace contextRef="#ctx0" brushRef="#br0" timeOffset="3689.14">21882 3944 31 0,'0'0'59'16,"0"0"-3"-16,0 0-8 0,0 0 2 0,0 0 6 0,0 0-2 15,0 0 3-15,0 0 1 0,0 0-12 16,0 0-3-16,0 0-4 0,0 0 5 0,0 0 7 0,0 0-6 16,0 0 3-16,0 0 2 0,0 0-10 15,0 0 8-15,0 0-8 0,0 0-1 0,0 0 0 16,0 0-1-16,0 0-9 0,0 0 0 0,0 0 4 15,0 0-7-15,0 0 4 0,0 0-4 0,0 0-1 16,0 0-8-16,0 0-2 0,0 0-3 0,0 0 0 0,0 0-6 16,0 0 2-16,-7-3 2 0,7 3-4 15,0 0 10-15,0 0-12 0,0 0-1 0,0 0 4 16,0 0 0-16,0 0 0 0,0 0-1 0,0 0 4 16,0 0-11-16,0 0 7 0,0 0 2 0,0 0 0 0,0 0 11 15,0 0-10-15,0 0 7 0,0 0-7 0,0 0 2 16,0 0 13-16,0 0-6 0,0 0-10 15,0 0-4-15,0 0 2 0,0 0 3 0,0 0-4 16,0 0 5-16,0 0-6 0,0 0-1 0,0 0 11 16,0 0-9-16,0 0 4 0,0 0 5 0,0 0-2 0,0 0 2 15,0 0-2-15,0 0-2 0,0 0 7 0,0 0-3 16,0 0 0-16,0 0 4 0,0 0-2 16,0 0 1-16,0 0 2 0,0 0-2 0,0 0 2 15,0 0-2-15,0 0-1 0,0 0-4 0,0 0-3 16,0 0 0-16,0 0 4 0,0 0-1 0,0 0-5 15,0 0 0-15,0 0-2 0,0 0 6 0,0 0-9 0,0 0 2 16,0 0-3-16,0 0 2 0,0 0-3 16,0 0 3-16,0 0-1 0,0 0-4 0,33-3 2 0,-20 1 1 15,2-2-7-15,4-1 7 0,-1 1 1 16,3-2 0-16,-4 3-1 0,0-2 0 0,1 2 3 16,-1 2 4-16,-5-3-3 0,0 3 1 0,1-1-2 0,-6 0 1 15,-7 2-2-15,12-1 5 0,-7-2 2 16,-5 3 2-16,13-3 9 0,-13 3 5 0,6 0-2 15,-6 0-2-15,0 0 6 0,9-2 0 0,-9 2-1 16,0 0 1-16,0 0 2 0,0 0-5 0,0 0-1 16,0 0 0-16,0 0-4 0,0 0 2 0,0 0-6 0,0 0-12 15,9-3-27-15,-9 3-33 0,0 0-39 0,0 0-63 16,0 0-36-16,0 0-120 0,3 11-340 16,-3-11 151-16</inkml:trace>
  <inkml:trace contextRef="#ctx0" brushRef="#br0" timeOffset="4625.67">22605 4320 13 0,'0'0'110'0,"0"0"-14"0,2 18-2 16,-2-18-16-16,1 9 2 0,-1-9-9 0,3 10 0 15,-3-10-6-15,3 7-18 0,-2-1 11 0,-1-6-2 16,0 0-6-16,4 7 6 0,-4-7 9 0,0 0 13 15,5 6 5-15,-5-6 7 0,0 0 6 0,0 0-5 16,0 0-2-16,0 0-5 0,0 0-7 0,0 0-7 16,0 0-9-16,0 0-7 0,-4-27 0 0,4 14-10 15,2 5-5-15,0-4-9 0,0-4 1 0,2 0-4 16,1-2-4-16,3-6-1 0,3 0-3 0,2 1-4 16,4-1-3-16,3 2-1 0,1 0-7 0,2 5 2 15,-1 2 1-15,6 2-4 0,-2 2 5 0,1 4-5 16,0 5 0-16,-8 1 0 0,3 6 2 0,-3 3-6 15,5 6 2-15,-3 3-1 0,-3 4 3 0,-2-1-3 16,-3 4 3-16,-5 0 2 0,-4 0-1 0,0 1 3 16,-6-1-1-16,0 1-2 0,-1-7-3 0,1-2 0 15,-1-3 3-15,-1-2-2 0,0-2 5 0,2 0-3 16,-2-2 9-16,-1-1-4 0,2-2 0 0,3-4-3 16,-11 3-2-16,11-3 3 0,0 0 1 0,-19-13 0 15,12 5 0-15,2-3-4 0,-1-3-1 0,-1-2 2 16,4-2-4-16,4-9 1 0,4 2 1 15,1-4 0-15,3-3-5 0,4 0 3 0,4 0-9 0,3 3 3 16,-2-1 2-16,6 4-2 0,-3 3 0 0,-1 6 0 16,-3 3-3-16,1 4 5 0,-2 3 0 0,1 3-1 15,-1 3-9-15,-3 2 5 0,5 4 6 0,0 3-4 16,-4 3 4-16,0 4 0 0,-1 1 0 0,0 0 3 16,2 9-2-16,-3-1 5 0,-2 1-3 0,-3-1 4 15,-3 1-6-15,0-6-19 0,3 5-3 0,-5-5-20 16,-2-3-28-16,3 0-27 0,-1 0-27 0,-1-3-22 15,-1-2-27-15,2 1-97 0,0-2-291 16,-2-10 129-16</inkml:trace>
  <inkml:trace contextRef="#ctx0" brushRef="#br0" timeOffset="4992.2">23585 4095 33 0,'-13'0'119'0,"0"3"-5"0,-3 3-6 0,2 2-4 16,-2 4-6-16,1 0-10 0,2 4-7 0,0-1-8 16,4 1-10-16,3 1-3 0,2 0-5 0,0 0-3 15,3-1-5-15,6 0-5 0,-1-5-8 0,2-1 2 16,3-1-9-16,7 0 3 0,-1-3-1 0,-1-3-11 16,7-1-3-16,-1-2 0 0,2-2-10 0,-3-2-3 15,0-2 1-15,1 0 1 0,-3-4 3 0,-2 1-1 16,-6 2 14-16,-1-2 1 0,1-5-4 0,-3-1 4 15,-2 0 2-15,0-1 2 0,-4 4 6 16,-1-1 13-16,2 1-2 0,-2 2 8 0,-2 2 7 0,2 1 3 16,1 7-9-16,1-10-5 0,-1 10-13 0,0 0 3 15,0 0-13-15,0 0 2 0,0 0 0 16,0 0-3-16,-9 26-6 0,12-10 3 0,-8 0-2 0,5 2-1 16,0 0 3-16,-2 1-8 0,4 0 2 15,-2 0-3-15,2 0-6 0,1 0-17 0,-2-1-20 16,4 0-29-16,-2-1-35 0,1-3-25 0,1 1-23 0,1 1-138 15,-3-3-305-15,0-6 135 0</inkml:trace>
  <inkml:trace contextRef="#ctx0" brushRef="#br0" timeOffset="5285.7">23938 4134 73 0,'3'-19'155'0,"2"2"-4"0,-3 2-4 15,3 1-7-15,1-2-10 0,-2 5-6 16,0-1-3-16,1 2-11 0,1 0-13 0,-1 1-5 16,-2 0-11-16,1 4-10 0,-4 5-8 0,4-9-11 15,-4 9-7-15,6-5-3 0,-6 5-3 0,0 0-1 16,19 7-2-16,-11-2-8 0,0 6-2 0,3 0-2 16,-1 3 0-16,-1 4-5 0,1 0-1 0,1 6 1 15,-3 1 1-15,0 2 2 0,-4-4-1 0,1 3-6 16,-3-1-4-16,1 0-1 0,0 0 1 0,1 0 0 15,-3-1-2-15,-1-5-3 0,1-1-3 0,1 3-13 16,-2-2-5-16,1 0-12 0,-4 0-16 0,2-2-41 16,1 0-8-16,-2 0-32 0,-2 0-9 0,0 1-130 15,-1-1-285-15,-2-3 127 0</inkml:trace>
  <inkml:trace contextRef="#ctx0" brushRef="#br0" timeOffset="5454.27">23829 3963 4 0,'-1'-10'91'0,"1"10"-26"0,-2-11-36 0,2 11-19 16,0 0-11-16,11-10-32 0,-5 10-36 0,8 0 16 15</inkml:trace>
  <inkml:trace contextRef="#ctx0" brushRef="#br0" timeOffset="5718.05">24265 4166 61 0,'4'8'103'16,"-4"-8"3"-16,2 9-13 0,2-4 8 0,-4-5-7 15,5 8-6-15,0-3-8 0,1-1 7 0,1-2-24 16,2-1 7-16,2-1-3 0,2-1-4 15,6-1-2-15,-1-2-5 0,2-4-10 0,-5 2 3 0,3-3-6 16,-4-2 0-16,-3 3-1 0,-4-3-6 0,-1 0-2 16,-5-5-6-16,-1 4-3 0,-2-1-5 0,-6 0-2 15,-1-1 1-15,-4 4-11 0,-2-2 1 16,-4 5-9-16,-1 2-6 0,-3 3-5 0,-5 1-28 16,-1 6-2-16,4-1-17 0,4 5-25 0,2 0-14 15,-2 7-4-15,9 0-16 0,0-1-60 0,1 8-192 0,7-6 85 16</inkml:trace>
  <inkml:trace contextRef="#ctx0" brushRef="#br0" timeOffset="6213.13">24559 4250 22 0,'11'-13'139'0,"2"-3"-13"0,-3 0-8 15,0 0 8-15,-2-2-4 0,0 2-10 0,-6-2-13 16,3 0-9-16,-3 0-4 0,-2 0-11 0,-2-1-3 15,2 4 5-15,-5-2-9 0,0 2 1 16,0 4-4-16,0 3-5 0,5 8-1 0,-4-13-9 16,4 13-9-16,-4-11-7 0,4 11-4 0,0 0-13 15,-1-8-4-15,1 8 1 0,0 0-4 0,11 0 1 16,-11 0 0-16,21 6 1 0,-2-3-2 0,0 2 1 16,3 0-4-16,6 2-2 0,-9 0 0 0,0-1-5 15,-2 3 5-15,1-2-1 0,-9 2 1 0,4-1 6 16,-4 1-8-16,-2 1-3 0,1-1 3 0,-2 3 4 15,-2-2 2-15,-3 0-1 0,1 2-3 0,-1-1 0 16,0-1 1-16,-1 0 3 0,0-1-4 0,0-3 3 16,0-6-8-16,2 13 6 0,0-8-4 0,-2-5 6 15,4 10-4-15,-4-10 0 0,5 7 0 0,1-6 4 16,1 2-1-16,-7-3 1 0,19-3 2 0,-8 0-10 16,2 1 2-16,4-7 3 0,-6 3-3 0,1-2 3 15,-2-1-3-15,-3-1 7 0,4-2-5 0,-2-4 2 16,-4 6-4-16,0-4-1 0,2-1 3 0,-2 1-6 0,-3 2 6 15,1 0 3-15,-1 4 0 0,-2-3 6 16,0 6 3-16,0 5 1 0,0-10-10 0,0 10-3 16,0 0-5-16,0 0 4 0,0 0 2 0,0 0-4 15,0 0 4-15,0 0-1 0,-11 32 1 0,8-15 0 16,1 1-2-16,-1-2-2 0,3 4-16 0,1-2-22 16,1 1-29-16,-2-1-13 0,5-1-32 0,-1 0-32 15,3-1-144-15,-5-3-308 0,1-2 136 0</inkml:trace>
  <inkml:trace contextRef="#ctx0" brushRef="#br0" timeOffset="6383.55">24975 3811 69 0,'0'0'56'0,"-3"-7"-24"15,3 7-15-15,0 0-8 0,0 0-24 0,0 0-13 16,0 0-31-16,0 0 14 0</inkml:trace>
  <inkml:trace contextRef="#ctx0" brushRef="#br0" timeOffset="6594.53">25230 3827 165 0,'3'-10'159'15,"-3"10"-13"-15,0 0-26 0,0 0-12 0,0 0-10 16,0 0-11-16,0 0-2 0,0 0 11 16,11 29-7-16,-8-11-4 0,1 7-3 0,0 3-4 15,0 2-12-15,-4 1-2 0,0 1-5 0,-2-1-4 0,0 3-8 16,-3-5-15-16,2-2-16 0,0-1-13 0,1-6-16 16,-3-2-22-16,4 0-30 0,0-1-28 0,-1-5-25 15,1-1-20-15,1-1-75 0,-4 0-231 0,4-10 102 16</inkml:trace>
  <inkml:trace contextRef="#ctx0" brushRef="#br0" timeOffset="7122.25">25265 3983 80 0,'0'0'88'16,"0"0"-3"-16,0 0-20 0,0 0 14 0,22 14 3 15,-16-9-9-15,2 2-11 0,0 1-6 0,1-1-3 0,-1 1-5 16,4-1-6-16,-3 0-8 0,2-1-3 0,1-1 3 16,0-2 6-16,-1 1-12 0,1-2-2 0,-12-2 3 15,19 0-5-15,-19 0 12 0,15-4-3 16,-6 1 15-16,1 0-2 0,-2-3-5 0,-2-1-1 16,3-1-7-16,-1 3 13 0,0-4-1 0,-1 2-1 15,-4 0 1-15,1 2-2 0,1 0-3 0,-5 5 0 0,6-9-4 16,-3 4-8-16,-3 5-1 0,6-5-10 15,-6 5 2-15,0 0-7 0,0 0 5 0,11 11-7 16,-8 2 5-16,2 3-10 0,3 12 3 0,-7 1 4 16,7 2 1-16,-3 1-1 0,-2 1-4 0,3 1 2 15,-8 2 6-15,2-5-7 0,0 1 1 0,0-3 0 16,-3 2-6-16,3-2 0 0,3 2 6 0,-3 0-5 16,2-2 9-16,2-2-5 0,-3 4-3 0,-1-3 2 15,0 1 0-15,-3-1 2 0,1-4-5 0,-3-5 5 16,2-2-5-16,2 0 2 0,0-2 2 0,-3-3-1 15,0-2 0-15,0-1-6 0,4-9 8 0,-7 10 1 16,7-10-7-16,-12 5 5 0,12-5-1 0,-19-2-1 0,19 2-4 16,-21-12 2-16,7 2 2 0,-1-3-1 15,1-8-2-15,-2-1-1 0,1-2-5 0,1-4 4 16,3 0-2-16,7-4 0 0,1 2-2 0,2-3 1 16,7 0 0-16,5-13-6 0,0 15-2 0,7 0-7 15,1 1-6-15,6 4-9 0,-4-2-6 0,8 8-12 16,3-1-9-16,13-2-30 0,-13 10-16 0,3-2-19 15,-1 5-24-15,-2 2-95 0,-1 3-261 0,0-1 116 16</inkml:trace>
  <inkml:trace contextRef="#ctx0" brushRef="#br0" timeOffset="7509.17">26226 3943 1176 0,'4'-11'6'0,"3"-1"15"0,-5 1 20 16,0 2-26-16,-4-2-1 0,2 11-12 0,0-8 0 16,0 8 4-16,0 0-6 0,-5-6 3 0,5 6-12 15,0 0 18-15,-18 14 5 0,5 2 9 0,-6 6 14 16,4 1-15-16,-3 1 6 0,1 3-5 0,2-1-1 16,5 0-5-16,0-1-3 0,6-7 6 0,4 3-9 15,2-4 1-15,3-1-6 0,0-4-4 0,6 0-11 16,3 1-2-16,3-2-18 0,3-4-16 0,5-2-21 15,1-1-8-15,6-3-19 0,2-3-11 0,-2-2-81 16,-1 0-199-16,-3-1 88 0</inkml:trace>
  <inkml:trace contextRef="#ctx0" brushRef="#br0" timeOffset="8519.84">26565 4045 18 0,'0'-17'35'0,"0"-1"11"16,-5 3 1-16,0 0 32 0,-1 3-12 0,1 4 14 15,-1-1 0-15,-2 1-8 0,-1 3-9 0,1 1 1 16,-3 3-2-16,-5 2-9 0,-3 4 0 15,2 2 5-15,-3 2-5 0,2 2-3 0,-7 5-6 0,5 1-8 16,7-2 3-16,-2 1-5 0,3-1-5 0,3-1-2 16,-1 2 2-16,4-2-9 0,3-2-2 0,3-1-4 15,0 0 0-15,3-1 0 0,1-3-5 0,2-1 4 16,4-2-3-16,1-1 1 0,2-1-6 0,1-2-7 16,-3-2 3-16,7-3-8 0,-3-2-3 0,0-1 6 15,-2-2-7-15,-2 1 3 0,2-3 1 0,-4-1 7 16,-1 3 1-16,-2-1-4 0,-1 0 6 0,-1-1-2 15,0 0 12-15,-4 2 7 0,3 2-3 16,-1 2 2-16,-2 6 3 0,2-11-2 0,-2 11-7 16,3-7 0-16,-3 7-5 0,0 0-2 0,0 0-6 15,0 0 5-15,0 0-1 0,0 0-2 0,4 18-8 0,-2-6 9 16,1 0 8-16,-3 0-7 0,4 3-2 0,0-1 5 16,1 0-4-16,1-2 1 0,0-1 1 15,0-1-8-15,3 2 6 0,-1-4 7 0,2-1-4 0,1-2-1 16,0-1-1-16,7-1 6 0,-1 1-3 15,0-5-2-15,1-3 3 0,0 1-4 0,0-3 4 0,-1-3-3 16,-2 1-3-16,-2-4 4 0,0 0-1 0,-6 1 0 16,2-2-3-16,-3-6-1 0,-2 8 0 0,-2-7 9 15,0 1-5-15,-4-1 5 0,-4-1 2 16,2 1 1-16,-1 0 6 0,-1 3 3 0,-3 0 13 16,0 5-7-16,0-4-1 0,5 6 0 0,-3 1 3 0,1 1 1 15,2 1-5-15,2 0 1 0,2 5-8 0,-4-9-4 16,4 9-8-16,0 0-1 0,-4-7-5 15,4 7-4-15,0 0-1 0,0 0 2 0,0 0 2 0,24 1 1 16,-6 5-3-16,0 0-1 0,3 0 11 16,8 4-6-16,-2-2-4 0,-7-2 2 0,-2 5-2 0,0-3 2 15,0 3-1-15,-9-3 3 0,5 3 0 0,-6-2-3 16,-3 3-4-16,3-2 2 0,-5 1 3 0,4 1 1 16,-5 0 5-16,3 4-8 0,-1-6 2 0,-2 2 3 15,2 2-4-15,-2-4 5 0,1 2-4 16,4-2 3-16,-3 0-5 0,-1-2 7 0,3 0-7 0,-1-1 5 15,-1 0-3-15,4-1 3 0,2-4 1 0,-3 0 1 16,5-2-3-16,-1-2 1 0,1 0 2 0,1-1 3 16,0 0-3-16,-1-5-3 0,0 2 4 0,1-4 0 15,-3-2-1-15,-1 2 2 0,0-4-3 0,-5 3-1 16,3-6-1-16,-7 1-2 0,-2-1 3 16,4-1-4-16,-7 3-2 0,3 4 3 0,-2-2 0 15,1 2-1-15,-1 0 0 0,2 2-3 0,0 1 7 0,0 3-5 16,2 5-3-16,-3-11-2 0,3 11-1 0,0 0-4 15,0-8-9-15,0 8 10 0,0 0-1 16,7-3 0-16,-7 3 4 0,15 8-3 0,-5-2 3 16,0 3-4-16,3 1 7 0,2 3-4 0,-5-4 5 15,0 5 0-15,1-2 1 0,-4-3 2 0,3 2-4 0,-4-1 6 16,1-1-6-16,-3 1 5 0,2 0-1 0,-1 0-4 16,2-2 2-16,-1 0 3 0,-1 1 0 0,-1-4-2 15,1 1 2-15,2-1 3 0,-2-2 1 16,1 2-4-16,3-3 0 0,1 0 1 0,0-2-1 15,1-4 6-15,1 2-8 0,1-3 11 0,0-5-1 0,-1 4-3 16,-3-1 8-16,0 0-2 0,0-2 2 0,-2-3-4 16,-1 2 6-16,1-1 4 0,-5 0 3 0,3 0-6 15,-1-1 7-15,-3 2-2 0,0 3 6 16,0 0 0-16,-1 7 2 0,2-10-4 0,-2 10-6 16,2-9-4-16,-2 9-9 0,0 0-2 0,0-7-4 15,0 7 1-15,0 0 0 0,0 0 2 0,0 0-1 0,-5 26 0 16,3-15 1-16,-2-2-16 0,4 5-12 0,0 2-17 15,-2 1-14-15,2-2-20 0,2 2-36 0,1 0-9 16,-1-5-27-16,0 3-23 0,2 1-112 16,-2-6-305-16,0 0 135 0</inkml:trace>
  <inkml:trace contextRef="#ctx0" brushRef="#br0" timeOffset="9506.09">27679 4075 112 0,'10'-5'138'0,"-1"-1"-11"15,-1-1 0-15,2-1-14 0,-1-2-11 16,-2 1 3-16,3-1-9 0,-4 0 4 0,-1-2-11 16,1-1-7-16,-4-2-5 0,3 5-5 0,-4-1-6 15,1 0 6-15,-2-2-2 0,0 3 3 0,0 3-10 16,0 7-6-16,-4-12-6 0,4 12-7 0,-4-9-10 15,4 9-2-15,0 0-8 0,-6-4-11 0,6 4 7 16,0 0-3-16,-18 13-6 0,10-4 0 0,0 0-3 16,2 4-4-16,-3 1 1 0,4 0-10 0,0 1 2 15,1-3-15-15,3 4 10 0,1-5-4 0,1 1 6 16,1 1 2-16,2-4 0 0,1 3-4 0,2-3 2 16,0 0-6-16,4-1 13 0,0-2-2 0,0 0 1 15,0-1-11-15,3-2 13 0,4-2-1 0,0 1 3 16,0-2-1-16,-5-2 2 0,4-2-7 0,-4 1 4 15,5 0 2-15,-7-4-1 0,2 1 2 0,-1-4-2 16,-1 3 3-16,2-4-5 0,-5 1-2 0,-3-1 0 16,0-3-4-16,0-1-1 0,-2-1 6 0,-2-4-12 0,-3 4 14 15,-2-1-7-15,1 0 1 0,-1 5 2 16,3 0 4-16,-2-4 5 0,1 6-6 0,-3 0 4 16,3 2 5-16,-1 2 4 0,3 6 5 0,0-11-6 15,-3 5-5-15,3 6-1 0,-2-9-1 0,2 9-4 16,0 0-1-16,0 0-5 0,0 0 6 0,8-6-6 15,-8 6 2-15,13 2 5 0,-1-2-6 0,2 1 2 16,-1 2-3-16,4 2-4 0,0 0 6 0,-3-1-1 16,0 0 4-16,-2-1 0 0,-1 3-1 0,-3-3-5 15,3 2 11-15,-3 0-10 0,-2 3 0 0,-2-2-5 16,3-1 8-16,-2 5 0 0,-5-2 0 0,5 2 0 16,-5 2 0-16,0 1 2 0,-2-1 1 0,2 0-5 15,2 2 3-15,-1-4 1 0,-2 2-2 0,1 2 10 16,0-4-8-16,1 0 1 0,2 2 0 0,-1-2-1 15,3-1 1-15,-1-2-1 0,0 0-1 0,5 0 3 16,-1-4 4-16,0 0 2 0,4 0 7 0,1-2-7 16,0-2-1-16,3-3 2 0,3-1-1 0,-2-2 7 0,2 0-2 15,-3-2-1-15,1-2-1 0,-2-3 4 16,1 0-4-16,-3 0-1 0,-1-3-3 0,-1 0 3 16,-2 0-2-16,1-1-4 0,-2 3 2 0,-3-5 0 15,0 4 4-15,-2 2-2 0,-1 1 2 0,1 6 2 16,0-2 1-16,-1 4 0 0,-2 5-5 0,0-12-5 15,0 12-4-15,2-6-3 0,-2 6-1 0,0 0-2 16,0 0 7-16,0 0-2 0,0 0-1 0,-15 18 0 16,11-7-3-16,-2-1 4 0,3 3 0 0,-2 2-1 15,-1 0 0-15,4-1 3 0,0 2-1 0,-1 0-1 16,3 0 0-16,-1-1 5 0,1 2-3 0,0-5-1 16,0 4-1-16,0-4 3 0,1 0 3 0,-1 4-4 15,0-5 2-15,-1-1 0 0,1 2-1 0,-1-2-2 16,-3 2-9-16,1-2-14 0,-3 1-29 0,-2 4-27 15,-3-2-24-15,-2-2-30 0,-4 2-16 0,2-3-140 16,-5-1-311-16,1-2 138 0</inkml:trace>
  <inkml:trace contextRef="#ctx0" brushRef="#br0" timeOffset="10787.16">21302 5227 59 0,'-2'-9'161'15,"0"1"-1"-15,2-1-3 0,0 9-8 0,-5-12-15 16,4 6-9-16,1 6-16 0,0 0-17 0,-1-10-15 0,1 10-8 15,0 0-13-15,0 0-2 0,0 0-12 0,0 0 0 16,0 0-5-16,11 26-3 0,-7-9-5 0,1 10 3 16,-1 3-9-16,-1 2 5 0,2 1-2 15,0 2 0-15,-1-1-5 0,-4 0-1 0,1-2 1 16,-1-1-5-16,-1-2 2 0,1-3-5 0,2 0 3 0,-1-6-3 16,1-4 2-16,-1 0 0 0,2 0-3 0,-1-2 3 15,1-3-6-15,-2-1 1 0,2-3 0 16,-2-1-1-16,0 0-3 0,-1-6 3 0,3 10 5 15,-3-10 13-15,2 5 12 0,-2-5 10 0,0 0 3 16,0 0 4-16,5 5-1 0,-5-5-9 0,0 0-2 0,0 0-5 16,4-19-5-16,-1 7-4 0,2-2-1 0,0-3-6 15,1 0-4-15,3 0-3 0,0-2-1 16,5-2-4-16,-2 4 1 0,1 0-2 0,1 2-3 16,1 1-1-16,0 1-4 0,1 3-4 0,1 2 1 0,-6 3-1 15,0 2-1-15,1 5 0 0,-1-1 1 0,2 3-2 16,-1 1 1-16,-2 2 2 0,0 3-1 0,0 4 0 15,1 1 0-15,-1 1-4 0,0 7-12 0,-4-5-17 16,7 6-12-16,-5-6-28 0,-1 1-35 16,2 4-20-16,4-1-31 0,-5-5-32 0,1 1-108 0,2-2-325 15,-1-3 144-15</inkml:trace>
  <inkml:trace contextRef="#ctx0" brushRef="#br0" timeOffset="11478.34">22306 5576 104 0,'0'0'108'0,"0"0"-5"0,0 0 4 16,-8-2-3-16,8 2 4 0,0 0-7 16,0 0-2-16,0 0-7 0,0 0-3 0,-8-3-13 0,8 3-2 15,0 0 1-15,0 0-2 0,0 0-4 0,0 0 0 16,0 0-5-16,0 0 3 0,0 0-3 0,0 0 0 15,0 0 0-15,0 0-8 0,0 0-3 0,0 0-1 16,0 0-4-16,0 0-1 0,0 0-4 0,-5-3-5 16,5 3-6-16,0 0-3 0,0 0-1 0,0 0-1 15,0 0-2-15,0 0 0 0,0 0-5 0,-6-5-3 16,6 5 1-16,0 0-2 0,0 0-1 16,0 0 2-16,0 0 2 0,0 0-3 0,0 0 1 15,0 0-2-15,0 0-2 0,0 0 1 0,0 0-2 0,0 0 0 16,0 0 2-16,0 0 1 0,0 0 0 0,0 0 2 15,0 0-3-15,0 0-1 0,0 0-2 0,0 0-6 16,0 0 1-16,11-10-1 0,-11 10 3 0,18-7-5 16,0 2 2-16,4-1-2 0,6-2-1 0,5 0-1 15,-4 2 0-15,2-2-1 0,-4 2-4 16,-7 3-10-16,-1 0-15 0,-2-1-14 0,-5 1-9 0,-1 2-18 16,-1-2-1-16,-1 3-11 0,2-2-11 0,-1 1-17 15,1 0-18-15,-1-3-16 0,2 3-25 16,1-2-103-16,-4 2-294 0,1-2 131 0</inkml:trace>
  <inkml:trace contextRef="#ctx0" brushRef="#br0" timeOffset="11906.67">21514 5155 28 0,'0'0'171'16,"-7"-5"-6"-16,7 5-8 0,0 0-14 0,-5-3-8 0,5 3-20 16,0 0-9-16,0 0-11 0,0 0-16 0,0 0-5 15,11-9-5-15,1 5-1 0,3 1-12 0,5-1-3 16,9-3-8-16,0 0-3 0,3 1-8 15,2 1-3-15,0 1 2 0,-2-1-13 0,1 1-19 16,-6 3-19-16,-1-1-20 0,-4 1-29 0,-4 0-23 16,0 1-12-16,-8 1-29 0,-3 0-82 0,-1 2-230 0,-6-3 102 15</inkml:trace>
  <inkml:trace contextRef="#ctx0" brushRef="#br0" timeOffset="12113.84">21577 5050 112 0,'-6'-4'144'0,"6"4"-14"0,0 0-18 0,-5-4-16 15,5 4-10-15,0 0-8 0,0 0 12 0,0 0-10 16,0 0 1-16,11 27-2 0,-6-15-5 0,0 3-1 16,0 4-7-16,1 0-6 0,-1 8-2 0,2-3-6 0,-2 5-4 15,2-1-13-15,-3 4-23 0,1-4-38 0,1 4-28 16,-2-1-45-16,-2-1-28 0,0 3-83 0,-1-4-228 15,-1-1 101-15</inkml:trace>
  <inkml:trace contextRef="#ctx0" brushRef="#br0" timeOffset="12970.69">22994 5364 101 0,'0'0'119'15,"0"0"-12"-15,0 0-12 0,0 0-9 0,0 0-7 16,4 25-5-16,-3-12 1 0,2-1-6 0,-2 1 0 16,2 3-6-16,-2 0-23 0,-1-5 10 0,1 1 6 15,2-2-8-15,-2 0 0 0,1-3-1 0,-2-1-6 16,0-6 9-16,1 12 24 0,-1-12 14 0,1 7 15 15,-1-7 8-15,0 0-3 0,0 0-15 0,0 0-6 16,0 0-9-16,0 0-1 0,0 0-9 0,-15-18-9 16,11 7-7-16,1-1-5 0,5-1-4 0,-4-4-8 15,2-2-3-15,0 3-1 0,4-2-6 0,0-3 0 16,2 4-1-16,2-2-5 0,3 3-5 0,0 0-3 16,-2 0-3-16,5 3-4 0,3 2 1 0,-1 3-2 0,1 1-1 15,-3 4-2-15,1-1-2 0,0 5-2 16,2 2 9-16,1 2-8 0,-3 1-1 0,2 3 1 15,-3 3-4-15,1 2 9 0,-2-2-3 0,1 4 1 16,-5 0 1-16,-3 0-1 0,-3-4-3 0,2-2 3 16,-1 2 0-16,-2-2-2 0,1 1 3 0,-2-6 1 15,1 2 0-15,-2-7 2 0,0 9 3 0,0-9 1 16,0 8 0-16,0-8 1 0,0 0 0 0,0 0-3 16,0 0-3-16,0 0-1 0,-16-15 1 0,14 5 1 15,-1 0-3-15,2-2-2 0,0-1-1 0,-1-2-3 16,5-2-1-16,-1 2-1 0,5 0-3 0,2-2-4 15,1 1-2-15,1 1-4 0,1 2-10 0,1 0 2 16,1 3 7-16,-3 3-4 0,6 1 2 0,-4 3 0 16,1 0-2-16,0 4 5 0,1 3-2 0,-3 0 6 15,3 5 2-15,0 5-2 0,-4 1 2 0,0 2 3 16,-3 1 0-16,-2-1-1 0,1 6-20 0,-5-3-8 0,-2 5-17 16,0 0-19-16,1-6-27 0,1 2-10 15,-2-2-28-15,-3 1-22 0,1-1-100 0,-1-4-284 16,2-3 126-16</inkml:trace>
  <inkml:trace contextRef="#ctx0" brushRef="#br0" timeOffset="13150.27">23704 5286 173 0,'-2'-10'195'0,"1"2"-15"0,0 1-22 0,1 7-17 15,-5-8-18-15,5 8-20 0,0 0-5 0,0 0-15 0,0 0-6 16,0 0-8-16,0 0-3 0,-2 39-10 15,2-21-2-15,0 3-5 0,-1 3-19 0,-1 4-14 16,-1-1-26-16,7 2-49 0,-3-2-32 0,2-2-28 16,-1 0-113-16,-3-6-252 0,1-2 112 0</inkml:trace>
  <inkml:trace contextRef="#ctx0" brushRef="#br0" timeOffset="13308.74">23614 5113 10 0,'7'10'-2'0,"4"4"-2"0,4 8 1 0</inkml:trace>
  <inkml:trace contextRef="#ctx0" brushRef="#br0" timeOffset="13543.72">23900 5466 143 0,'-3'-9'183'0,"0"-2"-20"0,0-1-11 0,2-4 3 16,1 0-14-16,0 0-16 0,3 0-11 0,-1 3-13 0,2-1-9 16,4 0-11-16,-2 3-10 0,2 2-9 15,2 0-8-15,-1 2-11 0,2 1-3 0,0 2-5 16,2 4-4-16,4 4-3 0,0 0-1 0,0 1-4 15,-1 9-1-15,-3-3-2 0,1 4-1 0,-2 0-6 0,-1 7-4 16,-3-3-6-16,1 4-19 0,-4 3-17 16,-1-7-24-16,-2-1-30 0,0 0-19 0,-2 0-30 15,-3 0-117-15,2-7-274 0,-1 2 122 0</inkml:trace>
  <inkml:trace contextRef="#ctx0" brushRef="#br0" timeOffset="13837.48">24226 5382 155 0,'0'0'142'0,"0"0"-13"0,0 0-14 0,0 0-11 0,0 0-6 16,-10 21-9-16,8-10-12 0,3 0-9 16,-1-2-6-16,2 1-9 0,2-1-2 0,3 1-1 15,-1-3-3-15,3 1-7 0,2-4-1 0,1 0-5 16,7-1 1-16,-6-1-7 0,6-6 3 0,-2 2 3 15,2-4 2-15,-2 0 11 0,-1-3 18 0,-6 1 0 0,2-5-5 16,-2 1-4-16,0-2-3 0,-5-1-1 0,-3 2-7 16,-4-3-12-16,2-2-2 0,-5 3-23 15,-4-1-1-15,2 2-17 0,-7 3-7 0,-1 1-14 16,-2 4-13-16,-1 0-15 0,-3 4-15 0,3 2-19 0,-1 3-11 16,-8 8-13-16,3 2-6 0,-1 6-106 15,4 2-246-15,-2 0 109 0</inkml:trace>
  <inkml:trace contextRef="#ctx0" brushRef="#br0" timeOffset="14334.73">24550 5457 136 0,'4'-15'142'0,"-4"-2"-4"0,0 5-5 0,-4-5-15 16,-3 0-9-16,1 2-2 0,-3-1-1 0,-1 2-10 15,-2 1-10-15,3 2-7 0,-2-1-14 0,2 3 9 16,-1 2-5-16,5 2-5 0,-2 1-7 0,3 0-8 16,4 4-6-16,-7-9-16 0,7 9-2 0,-4-4-10 15,4 4 1-15,0 0-5 0,0 0 3 0,0 0-8 16,24 0 5-16,-11 4-5 0,6-1 0 0,3 0 4 0,5 2 1 16,-6-1-6-16,4 3 0 0,-8-2-2 0,1 3 2 15,-2-3-1-15,-4 2-3 0,0-2 11 16,-3 2-10-16,1 2 1 0,-5 0 2 0,3-1-6 15,-4 0 0-15,-2 3 3 0,1-5-4 0,1 5-1 0,1-3 10 16,-3 2-7-16,1-4 6 0,-2-1-5 0,2 3-4 16,-1-1 1-16,2-3 0 0,0 1 2 0,1-1 2 15,0 2 3-15,3-5-2 0,2 1 3 16,-3 0 2-16,5-4-2 0,-2 0-1 0,6-2 2 0,-5-1 0 16,2-6 0-16,2 3 4 0,-2-3-4 0,-1-2 2 15,-2 1 2-15,-2-3 5 0,-2 0-3 16,0 1 4-16,-1 2 2 0,-2 1 14 0,0-1 2 15,0 2-5-15,-1 0-2 0,-2 1 4 0,0 0 8 0,0 9 3 16,2-12-11-16,-2 12-2 0,0-6-6 0,0 6-10 16,0 0 0-16,0 0-1 0,0 0-3 0,0 0-1 15,0 0-2-15,-5 23 0 0,3-11 4 0,2 5-22 16,-2-1-12-16,1 2-17 0,2 0-33 0,-1 8-19 16,2-10-31-16,-1 2-18 0,0-1-31 0,2-5-124 15,-5-1-319-15,4 0 141 0</inkml:trace>
  <inkml:trace contextRef="#ctx0" brushRef="#br0" timeOffset="14507.75">24929 5155 118 0,'-2'-6'165'0,"2"6"-32"16,-4-8-44-16,4 8-40 0,-3-7-30 0,3 7-4 15,0 0-23-15,0 0-20 0,0 0-10 0,0 0-48 16,0 0-93-16,8 22 41 0</inkml:trace>
  <inkml:trace contextRef="#ctx0" brushRef="#br0" timeOffset="14716.73">25120 5127 90 0,'0'0'148'0,"5"-9"-1"0,-3 4 1 16,-2 5-9-16,2-7-14 0,-2 7-15 0,0 0-17 15,5-5-9-15,-5 5-13 0,0 0-10 0,0 0-5 16,0 0 5-16,8 12 5 0,-5-2-5 0,1 1-7 16,1 5-9-16,-1 0 3 0,0 3-7 0,-1 0-3 15,-1-2 0-15,-2 9-3 0,1 1-1 0,-2-8-11 16,2 0-21-16,-2 0-13 0,1 0-27 0,0-2-28 16,0-3-11-16,1-3-22 0,-1 2-9 0,2-3-15 15,-4 0-93-15,1-1-234 0,-1-1 103 0</inkml:trace>
  <inkml:trace contextRef="#ctx0" brushRef="#br0" timeOffset="15235.7">25127 5279 51 0,'3'-9'112'0,"1"5"-25"0,0-1-2 0,-4 5-4 0,11-4-16 15,-4 1 2-15,0 3-5 0,3 0 6 0,2 2-3 16,-1-1-5-16,3 1-5 0,-2 2 0 0,1-1-5 15,-2 2-8-15,2-1-3 0,-1 0-9 0,-1-1 2 16,0 2-1-16,0-1 3 0,-2-2-5 0,0 1 2 16,-9-3-3-16,16 4 8 0,-16-4 6 0,11 2 5 15,-11-2 1-15,9 0 3 0,-9 0 1 0,0 0 6 16,11-3-6-16,-11 3-4 0,5-6-2 0,-5 6-2 16,5-7 3-16,-1 3-11 0,-4 4 19 0,6-7 3 15,-6 7-5-15,2-6-3 0,-2 6-8 0,6-6-7 16,-6 6-4-16,0 0-6 0,0 0-6 0,0 0-7 15,0 0 0-15,0 0-4 0,0 0 1 16,9 15 2-16,-5 2-5 0,0 2 2 0,-3 7 2 0,3 3 2 16,-3 1-6-16,-1 2 2 0,1 1 3 0,4 4 1 15,-1-3 3-15,3 12-1 0,-1-10-1 0,6 8-1 16,-5-12 2-16,1 0-2 0,-1 3-5 0,-1-3 3 16,0-1 0-16,-4-2-3 0,0 2 6 0,-2-4-2 15,-2-1-4-15,0-1 3 0,-3-5-2 0,2-8 0 16,-1 4 0-16,-2-4-4 0,1-4 0 0,1 2 4 15,-2-2 3-15,6-8-1 0,-17 8-2 0,7-7 2 16,10-1-6-16,-26-7 4 0,10-4-2 16,1-2-8-16,-5-6-1 0,2-4-1 0,0-5-2 15,6-2 0-15,-6-13 0 0,5-1 2 0,4-5-4 0,8-2 0 16,1 2 6-16,5 5-9 0,2-1 2 0,4 13-1 16,2-2-7-16,12-7-12 0,-7 14-11 0,6 3-10 15,4 0-25-15,4 4-13 0,11-8-20 0,4 5-24 16,-2 0-24-16,-10 13-151 0,1-2-331 0,-3 3 147 15</inkml:trace>
  <inkml:trace contextRef="#ctx0" brushRef="#br0" timeOffset="15544.63">26373 5089 1325 0,'10'-15'7'16,"-2"2"1"-16,-3 2-10 0,1-1 5 0,-3 3 1 16,-1 3-5-16,1 0-9 0,-3 6 4 0,4-8-2 15,-4 8 2-15,0 0 2 0,0 0-7 0,0 0 10 16,0 0 6-16,0 0 9 0,-37 19 3 0,12-4 1 16,-1 5 9-16,2 0 8 0,-1 2 2 0,5 1-13 15,-2 0-3-15,7-1 1 0,-4 1-2 0,5-1-2 16,5 2 4-16,5-7-5 0,0 2-3 0,3-2-2 15,1-1-2-15,5 1-3 0,1-2-3 0,3-2-11 16,7-2-9-16,-1-1-27 0,6-4-17 0,2-1-11 16,8-5-8-16,1 0-15 0,5-4-5 0,-3-2-8 15,0 1 5-15,-1 1-59 0,-1-8-175 0,1 2 78 16</inkml:trace>
  <inkml:trace contextRef="#ctx0" brushRef="#br0" timeOffset="16589.91">26643 5291 444 0,'23'-17'-19'0,"-10"2"9"0,7-6 18 0,-11 4 11 15,-2 4 23-15,0-4 12 0,-3 1 2 0,-4 0-6 16,0 0 14-16,-2 4 10 0,-2 1 10 0,-2 1-13 15,0 1 5-15,1 1 5 0,-5 1-18 0,-2 4-4 16,1 1-5-16,-7 0 0 0,2 6-6 0,-6 1 9 16,2 3-9-16,-3 3-11 0,-2 6 3 0,3 1 2 15,0-1-11-15,2 2-2 0,5-4 2 0,4 1-10 16,-1 0 3-16,4 1-4 0,2-6 2 0,5 0-4 0,-1 1 0 16,4-1 0-16,3-2-1 0,2 0-1 15,2-3-6-15,2 0-2 0,5-4-1 0,-1 0-12 16,4-4 2-16,-2 0-6 0,2-3 8 0,1-2-1 15,-3-2-3-15,2 1-1 0,-4-3 3 0,-1 0-2 16,-1 1 9-16,-4 0-2 0,0-4-2 0,-2 3 11 16,2-4 0-16,-5 4 1 0,-2-1 1 0,4 1-4 15,-2 2 15-15,-4-1 14 0,2 3 1 0,-2 7 3 16,2-9-7-16,-2 9-6 0,0-8-6 0,0 8-6 16,0 0-7-16,0 0 5 0,0 0-1 0,0 0-5 15,0 0 2-15,0 0-2 0,-2 26-1 0,2-17-2 0,0 5 0 16,-2-3-1-16,2 1 4 0,2 0-2 0,0-1-2 15,0-1-2-15,1 3 1 0,1-1 2 16,-2-5 0-16,6 1-1 0,-4-3-1 0,0-1 1 16,1 1-2-16,1-1 1 0,-1-1-1 0,2 0 4 15,2 1-4-15,-3-4 3 0,-6 0 0 0,19-7 1 16,-8 3-5-16,-3-4 0 0,2 1 0 0,-2-1 0 0,-1-3 0 16,-1 0-3-16,-3-3 0 0,6-2 1 15,-8 4-5-15,1-5 4 0,0 2-2 0,-2-2-3 16,0 0 4-16,-4-1 2 0,3 3-2 0,-3 2 5 15,-1 2-3-15,3 0 2 0,-1 0 2 0,-1 2 1 0,2 4 1 16,0-3 0-16,2 8-2 0,-3-10-4 16,3 10-4-16,-2-8 0 0,2 8-1 0,0 0-6 15,0 0 2-15,0 0-2 0,0 0 4 0,9-5 3 16,-9 5-5-16,14 3 3 0,-5 1 0 0,2 2 1 16,1-2 1-16,-2 2-1 0,1 2-2 0,1 0 2 0,-3 0 3 15,0 0 0-15,0-2 0 0,0 3 1 0,-3 0-1 16,1 3-2-16,-3-3 2 0,-1 2-1 15,0 0 3-15,-1-1-1 0,0 3-2 0,0-3 7 16,2 1-8-16,-3 1 3 0,1-2 6 0,-2 3-7 16,0-3 1-16,2 2 2 0,0-3 1 0,0 2 2 0,2-4-2 15,-3-1-1-15,3 0 3 0,1 0-2 16,0-1-1-16,-1 0 2 0,2-2 2 0,-6-3 1 0,11 3-2 16,-1-3 6-16,-1-2-5 0,-9 2-1 15,16-3 2-15,-5-1 2 0,-1-3-6 0,-5 0 4 16,9-5 0-16,-5 3-3 0,-1-5 1 0,-2-1-1 0,0 0-3 15,1 0 0-15,-3-2 0 0,-2 0 0 0,0-1-1 16,-2 0 0-16,0 1-1 0,0 1-1 16,-4 3 0-16,2 3 3 0,0-2 2 0,2 3-3 15,0 9-3-15,0-14 1 0,0 14-3 0,0-10-1 16,0 10-5-16,0-9 5 0,0 9-2 0,0 0 2 0,9-1 0 16,-9 1-1-16,14 3 3 0,-4 1 1 0,2 2-6 15,-1 0 5-15,0 1-1 0,1 3 0 0,-3 1 2 16,-1-2 3-16,4 5-5 0,-5 1 2 0,-3-4 1 15,0 0 0-15,1 2 1 0,-1-2 5 16,-2 0-3-16,3-1 0 0,-2-1-3 0,-1-1 3 0,2 0-2 16,-1-2-3-16,-1-1 5 0,-2-5 0 0,4 11 1 15,0-8 2-15,-4-3-3 0,5 5 6 16,-5-5 0-16,7 2 2 0,-7-2-1 0,11-2 1 16,-2-3 0-16,1-2-3 0,-2 0 3 0,1 1-7 15,1-3 7-15,1-3-3 0,-3 1 2 0,-2 2-3 0,-3-2-2 16,4 1 0-16,-3-3-1 0,1 3 1 15,-3 0 0-15,3 1 6 0,-4 2 5 0,-1 7 2 16,3-11-2-16,-3 11-4 0,4-7-4 0,-4 7-3 16,0 0-1-16,3-4-5 0,-3 4 4 0,0 0-2 15,0 0 0-15,0 0-1 0,-9 26 1 0,7-15 2 0,2 0-4 16,-3 5-9-16,3-2-16 0,-2 1-8 0,2 2-33 16,4-1-36-16,-1-6-11 0,1 2-23 15,5 1-30-15,-2-2-105 0,-1-1-297 0,1-2 131 0</inkml:trace>
  <inkml:trace contextRef="#ctx0" brushRef="#br0" timeOffset="17640.38">27656 5139 128 0,'8'-5'188'0,"-8"5"-12"0,0 0-13 0,3-10-12 16,-1 5-6-16,-2 5-11 0,6-10-14 16,-4 4-8-16,0 1-14 0,-2-4-9 0,2 1-7 15,0-3-11-15,-2 2-6 0,0-1-3 0,0 1-7 0,0 1-3 16,0 8-6-16,0-13-3 0,0 13-2 0,-4-9-4 16,4 9-5-16,-2-8-3 0,2 8-4 15,-8-6-4-15,8 6-5 0,-6-2 0 0,6 2-5 16,-13 6-2-16,3-1-1 0,-1 2-2 0,0 6 0 15,-3-2-3-15,1 2 4 0,2 2 0 0,3 0-6 0,0-4 5 16,6 5-4-16,0-4-4 0,1 0 5 16,2 0 0-16,1-1 2 0,0 0-5 0,7 0 1 15,0-3 3-15,0 2-1 0,4-1-1 0,3 0 8 16,1-4-6-16,2 0 3 0,-1-1 1 0,0-2-2 16,9 0-3-16,-6-2 4 0,-2-2-9 0,3-2 2 0,-3 2 0 15,0-1-2-15,-6-2 3 0,4 0 0 16,-5 0-4-16,3-4 6 0,-1-1-6 0,-5 2 2 15,0-2 3-15,-1-5-8 0,2 1 3 0,-2-2 5 16,-3 1-4-16,-1-1 2 0,-1-1-2 0,-1 1-5 16,-2-1 3-16,-2 0 2 0,-1 6 0 0,-1-5 2 0,2 6 9 15,-1-1 4-15,-1 2-1 0,0-2-3 16,0 5 2-16,1 1-3 0,3 5 1 0,-8-9-2 16,5 4-1-16,3 5-3 0,-5-8 0 0,5 8-5 15,0 0-1-15,0 0-3 0,-2-6-2 0,2 6-2 16,0 0 5-16,0 0-2 0,0 0 2 0,0 0 4 15,0 0-4-15,29 6 4 0,-14-3-1 0,-5-3 7 0,3 3-3 16,1-1-4-16,-3-1-2 0,0 0 2 0,1 2 0 16,-1-1-4-16,-5 0 0 0,1 0-1 15,0 2-2-15,-3 0 8 0,0 2-2 0,-1 0-3 16,-1 2 5-16,3 3 0 0,-3-1-1 0,2 2 4 0,0-2-2 16,-2 3 2-16,0-3-1 0,0 1 4 0,2 2-6 15,0-2 2-15,0 0 2 0,-1-2 0 0,2 2 2 16,1-3-2-16,2 1 4 0,-2-2-2 0,1 2-3 15,2-3 4-15,0-1-3 0,1 1 1 16,1-3-2-16,2-2 3 0,-1 1-2 0,2-2-1 0,-1-3-2 16,2 0 0-16,-2 0 0 0,3-3-3 0,2-1-5 15,1-2 0-15,-3-1-3 0,2-2-1 16,-1-2 3-16,-2 1 4 0,-2-1-8 0,1-1 3 16,-1-1-3-16,1-4 7 0,-5 2 1 0,-1 4-1 15,0 0-1-15,-3-1-2 0,-1 3 1 0,0 2 6 0,-2 0 2 16,1 4 0-16,-2 1-1 0,-1 5 2 15,1-9-5-15,-1 9 4 0,0 0-8 0,0 0-1 16,0 0 0-16,0 0 0 0,0 0 1 0,-20 9 0 16,12 1 1-16,2 1 3 0,-1 0-4 0,-3 4 2 15,1-2-3-15,5-1 5 0,-2 5-2 0,6-2 4 0,0 2-4 16,0-1 4-16,0 0-2 0,2-1 2 0,1-4 7 16,0 2-2-16,-2-2-3 0,1 1-9 0,0 0 6 15,1 0 4-15,-1-1-4 0,-2-2 3 0,0 1-1 16,0-3 2-16,0 0 4 0,-5 2-4 15,2 0-14-15,-1 0-32 0,-2 0-29 0,-1-3-25 16,-2 1-36-16,-2 0-35 0,-4 1-91 0,1-6-283 0,0 0 125 16</inkml:trace>
  <inkml:trace contextRef="#ctx0" brushRef="#br0" timeOffset="17791.8">28645 5102 87 0,'0'0'62'0,"-7"-11"-31"0,7 11-31 15,-18-2-30-15,0 2-33 0,-3 2 14 0</inkml:trace>
  <inkml:trace contextRef="#ctx0" brushRef="#br0" timeOffset="18744.8">9478 4664 90 0,'-2'-12'171'0,"-1"-1"-21"0,1 2-2 0,-2 1 1 16,1 1 3-16,1 2-7 0,2 7-7 15,-1-13-17-15,1 13-18 0,-2-9-12 0,2 9-21 0,0 0-5 16,0 0-9-16,0 0-6 0,0 0-1 0,9 29-5 16,-1-6-3-16,-3 5-5 0,1 5-3 0,0 3-1 15,-1 9-3-15,2 5-2 0,-2-5-4 0,2 1 0 16,-1-11-1-16,1-2-5 0,-1-1 0 16,-2 1-1-16,1 1 3 0,-1-2-4 0,1 0-15 0,-1 1-14 15,2-1-19-15,-2-2-18 0,0-1-22 0,-2 0-15 16,0-4-31-16,-1-4-12 0,0-5-15 0,0 4-103 15,-1-3-268-15,2-6 120 0</inkml:trace>
  <inkml:trace contextRef="#ctx0" brushRef="#br0" timeOffset="19000.37">9499 4895 54 0,'13'-16'109'16,"1"5"-13"-16,4 0 1 0,0 3-10 0,1 2-15 16,-3 1-9-16,2 6-5 0,1 1-2 0,-6 1-4 0,4 6-5 15,-3-1-11-15,-1 4 6 0,-4 2-13 0,-3 1 7 16,-1 3 7-16,-4 1-18 0,-1-1-7 16,-3 1 6-16,-6 5-1 0,-7-1-1 0,1 0-8 15,-5-4 9-15,-1 0-4 0,-3-2-12 0,-1 0-1 16,0-6-13-16,8-2-16 0,1-1-4 0,5-1-10 0,1-4-13 15,4 0-27-15,1-2-80 0,5-1-168 0,0 0 74 16</inkml:trace>
  <inkml:trace contextRef="#ctx0" brushRef="#br0" timeOffset="19278.2">10125 4693 1 0,'0'0'216'0,"0"-10"-11"16,0 10-13-16,1-8-24 0,-1 8-18 0,0 0-17 15,0 0-15-15,0 0-19 0,0 0-14 0,0 0-4 16,0 0-4-16,0 0-9 0,0 0-5 0,2 34-10 0,-1-16-3 16,3 1-4-16,-3 5 1 0,4 2-10 15,-1 1-9-15,-3 0 5 0,2-2 0 0,3 2-1 16,-2-2-6-16,-1 0-2 0,-2-4-11 0,1-2-12 15,-2 0-21-15,0 1-18 0,0-3-17 0,0-1-17 16,2-3-20-16,-2 1-16 0,-2-2-14 0,1-1-1 16,2-1-11-16,-2-2-86 0,-3-1-237 0,2-2 105 0</inkml:trace>
  <inkml:trace contextRef="#ctx0" brushRef="#br0" timeOffset="19650.77">10114 4899 19 0,'12'-2'75'16,"0"1"-2"-16,1 2-8 0,-1 1 3 0,1 1-2 15,4 3-7-15,-4 0-12 0,2 1 3 0,-2 3 1 16,2-1-11-16,-6-2 1 0,1 2 3 0,6-1 1 16,-6 1 0-16,1-3 3 0,0 2-4 0,-1-2 6 15,0-1-7-15,1-1 0 0,-1 0 10 0,2-3-4 16,-2-1-1-16,3-2-2 0,1-1-10 0,2-3 14 15,-1-2 6-15,-1-1-4 0,1-2-3 0,-2 0 4 16,-1-1 0-16,-3 4-7 0,-2-4 8 0,0 3-4 16,0-2-6-16,-2 3 14 0,1-2 2 0,-3 5 11 15,1-3-6-15,-1 2-14 0,-3 6-8 0,4-8-2 16,-4 8-10-16,3-7-7 0,-3 7-6 0,0 0-13 16,0 0-4-16,0 0 8 0,0 0-6 0,4 20 3 15,-5-4 1-15,-2 4-2 0,0 8 3 0,-1-1 4 16,0 2-10-16,0-1 6 0,0 2-4 0,0 0 3 15,0-2-10-15,3-3-11 0,-1 4-15 0,-1-3-24 16,2-1-21-16,2-6-41 0,2 7-21 0,-1-6-17 16,2 5-134-16,-4-8-310 0,4 2 138 0</inkml:trace>
  <inkml:trace contextRef="#ctx0" brushRef="#br0" timeOffset="19914.34">10751 4983 1458 0,'-5'-29'-43'16,"-1"-1"36"-16,-3 3 37 0,3 3 7 0,-1 8 37 15,3 5-2-15,0-1-15 0,1 3-6 0,1 3-13 16,0 1-10-16,2 5-9 0,-4-8-6 0,4 8-2 16,0 0 0-16,0 0 2 0,0 0-3 0,4 31-1 15,-2-11 2-15,1 8-3 0,-1 3 0 16,1-1 1-16,2 1 5 0,-2-1-6 0,-1 0 4 0,0 0-1 15,0 1 0-15,-1-4 1 0,1-1-13 16,-2 3-12-16,0-10-17 0,1 9-22 0,-4-1-14 0,2-7-17 16,-1-1-13-16,-2 0-14 0,1 0-16 0,-2-3-109 15,-1 1-254-15,-1-7 112 0</inkml:trace>
  <inkml:trace contextRef="#ctx0" brushRef="#br0" timeOffset="20344.9">10782 4971 76 0,'6'3'98'0,"3"0"-8"0,-2 3-10 0,-1 2-10 0,1 1-5 16,-4 3-4-16,-1 1-2 0,-5 4-11 0,-1 0 2 15,-3 1-7-15,-2 0-12 0,-5 4-13 0,1-10 7 16,0 1 5-16,2-2-13 0,1-3 3 15,2-3-2-15,0 1 5 0,3-1 0 0,1-2 3 16,4-3 5-16,-8 2-3 0,8-2-1 0,0 0 4 16,0 0-4-16,0 0-7 0,0 0 4 0,-5-13-4 0,5 13-4 15,10-10-9-15,-2 2 7 0,5-1-2 16,-3 1 1-16,0-1 4 0,7-2-10 0,-4 3-3 0,3-3-6 16,-3 1 7-16,-3 3-6 0,4-5 1 15,-5 3-1-15,3 2 6 0,-5-3-5 0,-1 1 8 16,-1-1 5-16,0 0 0 0,0 1-2 0,-2-1 13 0,-3 0 5 15,3 1 17-15,-3 9-9 0,-3-17 10 0,3 17 12 16,-3-10-8-16,2 5-6 0,1 5-8 0,-4-8-9 16,4 8 0-16,0 0-8 0,0 0-4 15,0 0 2-15,-17 10-2 0,13 0 1 0,-2 3-3 16,0-1 0-16,1 5 3 0,-1-1-6 0,1 1-11 16,5-2-15-16,0 2-15 0,3-3-12 0,2 1-29 0,4-1-30 15,4-3-23-15,2 2-129 0,3-6-272 0,0 1 121 16</inkml:trace>
  <inkml:trace contextRef="#ctx0" brushRef="#br0" timeOffset="20756.07">11242 4896 5 0,'-9'-4'149'16,"9"4"-1"-16,-6-3 3 0,6 3 4 0,-8-4 0 15,8 4-3-15,0 0-8 0,-5-6-12 0,5 6-12 16,0 0-16-16,3-13-11 0,4 6-8 0,7-5-12 15,9-4-3-15,7-2 1 0,3-3-2 0,10-6-4 16,5 0-7-16,-4 0 4 0,2 4-4 0,-3-1-5 16,-12 3-5-16,3 2 0 0,-3 3-3 0,-2 0 2 15,-2 1-3-15,-2 1-4 0,-11 8-3 0,-1 0-2 16,-2 1-2-16,-3 1 0 0,-3 1-3 0,3 0 1 16,-8 3-5-16,8-4-3 0,-8 4-4 0,7-2-5 15,-7 2-2-15,0 0-1 0,0 0-4 0,0 0-10 16,0 0-28-16,4 12-13 0,-4-12-23 0,-4 19-28 15,-5-2-42-15,4-3-17 0,-4 5-34 0,-2 5-152 16,-4 2-367-16,-1-2 162 0</inkml:trace>
  <inkml:trace contextRef="#ctx0" brushRef="#br0" timeOffset="21065.71">11402 5470 131 0,'1'10'157'0,"3"6"-17"0,2-1-5 0,5 9-11 16,0-2 2-16,5 4-3 0,0 1-9 0,3 0-15 15,2 3-6-15,-2-2-8 0,11 11-8 0,-8-10-9 16,1-3-5-16,-1 3-10 0,13 6 1 0,-14-9-6 16,2 0-7-16,-4-2-3 0,-2-2-12 0,-3-4-16 15,-1-4-23-15,0-1-26 0,-1 0-17 0,-3-3-33 16,-1-1-23-16,2-1-138 0,-10-8-270 0,11 5 120 16</inkml:trace>
  <inkml:trace contextRef="#ctx0" brushRef="#br0" timeOffset="23118.53">12125 4470 65 0,'0'0'95'0,"0"0"-8"16,0 0 0-16,0 0-6 0,0 0-23 0,0 0 18 15,0 0-6-15,0 0 3 0,0 0 2 0,0 0-12 16,0 0-3-16,0 0 4 0,0 0 6 0,0 0-10 16,0 0-9-16,18-15 2 0,-11 13 1 0,-3-1-4 15,2-1-11-15,-6 4 4 0,10-5-7 0,-6 2-3 16,-4 3-4-16,10-4-1 0,-10 4 0 0,6-3-1 16,-6 3-5-16,0 0 4 0,5-4-3 0,-5 4-6 15,0 0-1-15,8-6-3 0,-8 6 3 0,5-3-8 16,-5 3 7-16,9-3-6 0,-9 3 0 0,7-3-3 15,-7 3-2-15,8-2-1 0,-8 2-2 0,7-5 6 16,-7 5-3-16,0 0 4 0,7-1-3 0,-7 1-6 16,0 0 6-16,0 0 0 0,4-4-5 0,-4 4 0 15,0 0 1-15,0 0-1 0,0 0 4 0,0 0-3 16,0 0 3-16,0 0-3 0,0 0 2 0,0 0-3 16,0 0 3-16,0 0-3 0,0 0 2 0,0 0-1 15,0 0 2-15,0 0-5 0,0 0 1 0,0 0 3 16,0 0 2-16,0 0-7 0,0 0 2 0,0 0 2 15,0 0-2-15,0 0 7 0,0 0-2 0,0 0-5 16,0 0-1-16,0 0 4 0,0 0 1 0,0 0-3 16,0 0 4-16,0 0 0 0,0 0 0 0,0 0 4 15,0 0-8-15,0 0 5 0,0 0-5 0,0 0 9 16,0 0 0-16,0 0-4 0,0 0-3 0,0 0 9 16,0 0 0-16,0 0 1 0,0 0 3 0,0 0-1 15,0 0-3-15,0 0 6 0,0 0 1 0,0 0 0 16,0 0-1-16,0 0-2 0,0 0-2 0,0 0 1 15,0 0 7-15,0 0-13 0,0 0 5 0,0 0-3 16,0 0-2-16,0 0 3 0,0 0-3 0,0 0-2 16,0 0 0-16,0 0-4 0,0 0-1 0,0 0 3 15,0 0 0-15,0 0-5 0,0 0 0 0,0 0 2 16,0 0-1-16,0 0-3 0,0 0 6 0,0 0-7 16,0 0-1-16,0 0-4 0,0 0 0 0,0 0 3 15,0 0 2-15,0 0-6 0,0 0 4 0,0 0 1 16,0 0 1-16,0 0 0 0,0 0 1 0,0 0-8 15,0 0 5-15,-14 15-4 0,14-15 0 0,0 0 7 16,-3 6-5-16,3-6 2 0,0 0 1 0,-5 4 0 16,5-4-1-16,0 0 5 0,-7 6-5 0,7-6 0 15,-4 2 0-15,4-2-2 0,0 0-5 0,-10 3 12 16,10-3-2-16,0 0 4 0,0 0-1 0,-8 1-3 16,8-1 0-16,0 0 0 0,0 0 2 0,0 0 0 15,0 0-4-15,-11-8 3 0,11 8-7 0,-7-8 4 16,4 2-1-16,-1 0 2 0,0-1 4 15,-1 0-5-15,1-3 1 0,1 0 1 0,-1 1 1 0,2 0-1 16,-4-2 4-16,2 2-5 0,0 0 7 0,2-1 8 16,-1 3-12-16,0 1 6 0,2-1 1 0,-3 0 1 15,4 7 4-15,-5-11 3 0,5 11-5 0,-2-7-4 16,2 7-5-16,0 0 0 0,0 0 0 0,0 0 0 16,0 0-3-16,0 0 3 0,0 0-2 0,11 20 12 15,-4-4 9-15,1 0-2 0,2 9-3 0,1 0 2 16,-2 1 6-16,-2 0 1 0,0 3 4 0,-1-1-6 15,-2-2 1-15,1 2-2 0,-1-3 1 0</inkml:trace>
  <inkml:trace contextRef="#ctx0" brushRef="#br0">12221 4772 1801 0,'1'-2'31'0,"-1"1"-95"0,-1-3 270 0,0-1-437 0,0 0 302 0,-1 0-86 0,2 5 34 0,-2-16-30 0,2 5-7 16,0 0-22-16</inkml:trace>
  <inkml:trace contextRef="#ctx0" brushRef="#br0" timeOffset="23366.44">12389 4438 1751 0,'8'-4'87'15,"-4"4"-105"-15,1 0 30 0,-1 2-45 0,1-1 21 16,-1 2-10-16,5 2 8 0,-5-2 9 0,1 2-1 16,0 3 0-16,3 1 0 0,-6 2-2 0,1-1 2 15,-2 2-13-15,-1 5-6 0,0-1-18 0,4 1-14 16,-8-1-23-16,2 0-22 0,2-2-17 0,-2-2-93 15,0 0-229-15,-2-1 102 0</inkml:trace>
  <inkml:trace contextRef="#ctx0" brushRef="#br0" timeOffset="24110.35">12197 4239 56 0,'-2'-8'124'0,"2"8"1"15,-1-6-11-15,1 6 4 0,0 0-37 0,0 0-2 16,0 0-11-16,0 0-9 0,0 0-11 0,0 0 2 16,0 0-5-16,0 0 8 0,11 28-4 0,-9-13 3 15,3 4 4-15,0 5-5 0,0 0-5 0,-1 4-6 16,-4 2 0-16,-1 1-1 0,0 1-3 0,1 0-1 16,-3-3-2-16,2 0-4 0,0-3-2 0,-1-1-4 15,0-1-1-15,2-4-2 0,0-1-2 16,0-1 1-16,-2-1-2 0,1-3-6 0,-1-5 0 0,2 2 0 15,-2-2 1-15,2-1 0 0,0-8-5 0,2 10 3 16,-2-3 5-16,0-7 17 0,0 0 8 0,0 0-5 16,0 0 3-16,0 0-13 0,0 0 0 0,0 0-1 15,0 0-3-15,-12-29-4 0,11 18-6 16,1-5 1-16,-2 4 5 0,4-5-12 0,-1-1 7 16,2-1-4-16,-1-1 1 0,3 3-7 0,4-7 4 15,-4 7-2-15,3-2 2 0,1 2-8 0,0 3 0 0,2 1 6 16,-2 2-4-16,0 3 1 0,2-1-1 0,-1 3-3 15,1 1 2-15,2 3-3 0,-2 0 1 0,1 2 0 16,1 3-4-16,-1 1 6 0,-1 1-2 0,5 0-1 16,1 4 0-16,-10-1-2 0,7 4 12 0,-3-1-7 15,-3 5-2-15,2-3-2 0,-1 0 1 16,-1 1 5-16,-3-2 2 0,2 1 6 0,-2 1-6 0,3-2-4 16,-3 6-7-16,-3-7-8 0,0 0-13 0,0 2-18 15,-2-2-10-15,3 0-28 0,-3-11-22 0,0 21-14 16,-3-14-17-16,3-7-108 0,-6 16-266 15,1-10 118-15</inkml:trace>
  <inkml:trace contextRef="#ctx0" brushRef="#br0" timeOffset="24413.56">12464 4167 137 0,'0'0'164'0,"-4"-11"-1"16,4 11-7-16,0-9-8 0,0 9-12 0,0 0-16 16,-4-7-13-16,4 7-18 0,0 0-9 0,0 0-12 15,0 0-9-15,6-9-1 0,-6 9-3 0,17 0-7 16,-3 0-5-16,4-2-5 0,9 1 0 0,6-2-5 15,-3 1-5-15,3-1 0 0,-5 2-18 0,-6-1-17 16,-3 2-12-16,4-2-26 0,-4 1-8 0,-6 1-23 16,5-2-13-16,-5 2-14 0,-1-1-20 0,-1 0-93 15,-4 0-233-15,-7 1 104 0</inkml:trace>
  <inkml:trace contextRef="#ctx0" brushRef="#br0" timeOffset="24594.01">12630 4024 30 0,'-9'-3'107'0,"9"3"-14"0,0 0 6 0,0 0-16 16,0 0-27-16,0 0 17 0,-11 11 9 0,11-11-4 15,3 21 4-15,-1-5-1 0,-4 2-8 0,2 7-4 16,4-6-9-16,-2 6-3 0,2 1-9 0,-1 0 10 16,1 0-15-16,0 1-17 0,0-3-41 15,2 5-24-15,-1-5-41 0,1 1-114 0,-2-5-211 0,-2-1 94 16</inkml:trace>
  <inkml:trace contextRef="#ctx0" brushRef="#br0" timeOffset="25414.41">13030 4646 44 0,'0'10'93'0,"0"-3"-14"0,0-7-3 16,0 15 1-16,0-8-4 0,0-7 0 16,0 13-19-16,0-13-4 0,0 11-7 0,0-11 10 0,0 8 7 15,0-8 15-15,0 0 11 0,0 0 12 16,-4 7-3-16,4-7-8 0,0 0 1 0,0 0-8 0,0 0-7 16,0 0-7-16,-11-20-4 0,7 14-2 0,2-5-13 15,0 1 0-15,-2 1-5 0,4-2-5 0,0-3-1 16,0-1-4-16,0 3-4 0,4-3-5 15,3-3-2-15,0 3 0 0,-1 0-12 0,5 0 4 16,1 2 2-16,1-2-2 0,2 3-3 0,2 2 0 16,1 1-4-16,-1 0 1 0,2 5-3 0,-4 3-7 0,-1 1-5 15,1 0 4-15,2 1 6 0,-4 2-2 0,1 1-4 16,-1 6 1-16,-2-4-4 0,-2 5 11 16,0 0-6-16,0 5 5 0,0-7-2 0,-2 5-1 15,-1-3 3-15,-4 0-2 0,1-1 2 0,-3-5 0 16,0-5-2-16,2 11-2 0,-2-5 7 0,0-6-1 0,2 7 9 15,-2-7 10-15,0 0-1 0,0 0 1 16,0 0-1-16,-6 7 6 0,6-7 0 0,0 0-6 16,0 0-5-16,-13-16 2 0,10 10-2 0,-1-3-1 15,4 2-6-15,0 7-1 0,-5-16 3 0,5 8-9 16,3-4-3-16,-1 2 0 0,2-3-1 0,-1 1 0 16,3 4-1-16,1-4-5 0,-1 4-5 0,4-1 1 0,-2 4 1 15,1 1-4-15,1-2 6 0,1 6-7 0,2 0 0 16,-3 3-4-16,2 1 4 0,0 1-1 15,1 0 6-15,-2 5-6 0,-1-1-11 0,-1 1-1 0,-3 5-4 16,-1-3-7-16,4 5-10 0,-4-1-16 16,1 0-29-16,-2 1-16 0,-1-2-18 0,-3 1-19 0,2-1-105 15,-4-2-271-15,2-2 120 0</inkml:trace>
  <inkml:trace contextRef="#ctx0" brushRef="#br0" timeOffset="25628.68">13666 4461 171 0,'0'-11'183'0,"0"11"-21"15,-2-9-18-15,2 9-19 0,0 0-14 16,0 0-18-16,0 0-7 0,0 0-7 0,0 0-9 16,0 0-7-16,6 25-6 0,-4-8 1 0,1-2-9 15,-1 4-2-15,0-2-10 0,2 2-16 0,1 1-12 16,0-1-14-16,1 0-12 0,-1 0-20 0,1-4-16 15,-1 0-36-15,-1 0-20 0,4-5-101 0,-4 1-226 16,-2-2 100-16</inkml:trace>
  <inkml:trace contextRef="#ctx0" brushRef="#br0" timeOffset="26032.89">13875 4643 45 0,'-3'-11'180'16,"2"3"4"-16,1-2-19 0,-2 0-13 0,0-1 6 15,2 0-6-15,0 2-17 0,0-1-21 0,4 0-6 16,-3-1-9-16,4 3-17 0,-3 1-11 0,3 0-7 16,5 0-9-16,-1 2-8 0,1 3-3 0,3-2-6 15,1 2-3-15,-1 2-13 0,-2 1-1 0,7 5-6 16,-5-2-4-16,-1 3 5 0,-1 3-13 0,-2 4 0 15,0-1-7-15,0 1-21 0,-2 0 4 0,-1 2-19 16,-3-2-9-16,1 0-22 0,-3-2-22 0,-1-2-34 16,0 1-29-16,-1 2-84 0,-3-5-258 15,-3-1 115-15</inkml:trace>
  <inkml:trace contextRef="#ctx0" brushRef="#br0" timeOffset="27481.08">13809 4474 77 0,'0'0'140'0,"0"0"-11"16,-2-10-5-16,2 10-4 0,-5-7-5 0,5 7-10 15,0 0-3-15,-4-5-12 0,4 5-10 0,0 0-11 16,0 0-7-16,-11 1-6 0,11-1-11 0,-16 8 0 16,7 0-7-16,-3 5 7 0,-3 1-14 0,4 1 0 15,-7 8-4-15,5-8-8 0,-4 5 2 0,7-4-2 16,-2 7 3-16,1-7-4 0,5 0-1 0,-1 0-1 16,0-2-3-16,2 1 2 0,3 1-8 0,0-3 12 15,2-2-13-15,0 0-1 0,4 0 1 0,2-1-4 16,2-2 2-16,1 0 10 0,0-2-11 0,5-2 3 15,-3-1 1-15,2-1-1 0,5-1 2 16,0-1-3-16,-3-1 0 0,2-4 3 0,-2 1-2 0,3-2 4 16,-5-2-7-16,-1 0 8 0,1-3-1 0,-2-1-2 15,1-1 1-15,-5 3 1 0,-1-5-1 0,0-2-5 16,0 2 3-16,-4 1-5 0,2-2 7 0,-1 2 5 16,-1-2 5-16,0 0-9 0,-4 5 5 0,4 0 9 15,-2 0 4-15,-2 2-7 0,2-1-5 0,0 10 2 16,0-15-3-16,0 15-2 0,0-10 0 0,0 10-6 15,2-8-5-15,-2 8-6 0,0 0 4 0,0 0-3 16,0 0-6-16,0 0 7 0,0 0-1 0,0 0 1 16,9 24-4-16,-3-15 9 0,-1 2-6 0,-3 2 2 15,1 4 2-15,1-6-3 0,2 5 1 0,-3 0 0 16,3-2 3-16,2 1 1 0,-6-4 4 0,5 2-5 16,-1-3-6-16,-1 2-16 0,4 2-14 0,-4-4-17 15,1 2-28-15,1-3-25 0,-1-1-26 0,2 0-24 16,-2 1-100-16,-2-4-274 0,3 0 121 0</inkml:trace>
  <inkml:trace contextRef="#ctx0" brushRef="#br0" timeOffset="28092.75">13908 4538 78 0,'-12'-4'111'0,"0"1"3"0,0 2-5 0,-2-2-5 0,-4 3-12 15,5-2-5-15,2 4-16 0,-3 2 0 16,-3 1-13-16,3 5 0 0,-1 0-12 0,-1 4 0 16,0 7-2-16,0-1-4 0,5 2 0 0,2-3-2 15,2-1-4-15,2 7-5 0,3-6 1 0,3-2 1 0,1 0-9 16,4 0 4-16,1-3-9 0,2 0 1 0,-2-4-2 15,2-2 4-15,3 1-5 0,3-2 0 16,1-2-3-16,-3-3 1 0,3-2 0 0,1 0 4 16,-3-3 2-16,-1-1-12 0,4-2 13 0,-2-1-13 15,-1-2 5-15,-1-5-2 0,0 1 3 0,-3 0-2 16,-2-1-7-16,-1-1 4 0,2 0 2 0,-4-1 1 0,0 0 6 16,-1 0-8-16,-2-2 0 0,-2 5 9 15,2 1-12-15,-2 0 6 0,0 2 17 0,0 10-1 16,0-12 1-16,0 5-3 0,0 7-3 0,0-9-4 15,0 9-4-15,0 0-5 0,0-11 2 0,0 11-11 16,0 0 0-16,0 0-3 0,0 0 5 0,0 0 1 16,0 0-3-16,7 28 4 0,-5-17 0 0,0 1-4 15,1-1-2-15,2 0 4 0,-3 0-1 0,0 2 3 16,2-2 0-16,1 1-12 0,-3-1-15 0,2 1-7 16,1 0-25-16,0-2-25 0,1 2-34 0,-1-1-19 15,1-1-20-15,-1 1-77 0,2-3-249 0,-1 2 110 16</inkml:trace>
  <inkml:trace contextRef="#ctx0" brushRef="#br0" timeOffset="28456.15">14119 4628 164 0,'3'-7'160'16,"-3"7"-7"-16,2-13-11 0,0 2-10 0,3 1-6 15,-1 0-4-15,3-3-11 0,-1 2-10 0,-1 1-12 16,-2 1-2-16,3 2-8 0,-2 1-7 0,1-2-1 16,-1 2-19-16,1-1 1 0,-1 2 9 0,-1-1 3 15,-3 6-5-15,7-8-2 0,-7 8-6 0,1-7-2 16,-1 7-3-16,0 0-4 0,5-4-6 0,-5 4-5 16,0 0-6-16,0 0-7 0,0 0-4 0,0 0-9 15,0 0 0-15,0 0 1 0,0 0-2 0,0 0 3 16,11 19-4-16,-8-7 2 0,1 5-1 0,-1 1-1 15,1 6 5-15,-2 1-3 0,0 1 0 0,3 1 1 16,-5 1-2-16,0-3 0 0,0 2 5 0,1 1-5 16,-1-1-1-16,0 5 0 0,1-7 2 0,1 1-2 15,-2 0 0-15,2-2-2 0,0 3-17 0,1-8-7 16,-3 0-18-16,0 8-25 0,0-8-18 0,0-2-25 16,-5 2-27-16,5-2-26 0,0 1-136 0,-2-6-321 15,-1-1 142-15</inkml:trace>
  <inkml:trace contextRef="#ctx0" brushRef="#br0" timeOffset="28915.57">14338 4595 76 0,'2'7'129'15,"-2"1"-5"-15,0 0-14 0,2 1-5 0,0-2-6 16,0 2-11-16,3 1-8 0,-3-2-5 0,4 1-10 16,-2-3 11-16,2 0-17 0,0-3-2 0,3 1 8 15,0-1 2-15,0-2 6 0,3-3-2 0,-2-1-1 16,4-2-12-16,-3-1 12 0,3-3-4 0,-1-2-7 16,-2 0-5-16,1-3-7 0,-4 0-1 0,-1 0-7 15,-1-3 1-15,-2 0-3 0,-2 2-7 16,-2-1 0-16,0 0-6 0,-2 3-2 0,-3 1-2 0,0 3-3 15,-1-1-3-15,-1 4-18 0,0 0-9 16,0 3-30-16,0 0-20 0,7 3-15 0,-19 3-25 16,7 3-7-16,2 1-25 0,-4 4-17 0,2-1-92 0,-1 6-264 15,4 0 117-15</inkml:trace>
  <inkml:trace contextRef="#ctx0" brushRef="#br0" timeOffset="29364.58">14575 4482 73 0,'0'0'120'0,"0"0"-7"15,14 1 11-15,-14-1-19 0,18 5 10 0,-9-1-5 16,4 4-5-16,0 1-8 0,3 2-4 0,-2 3-3 16,0 1-6-16,-2-1-6 0,0 1-3 0,-1-4-5 0,0 2-15 15,-1 1 3-15,-3-3-11 0,-1 0-1 0,-2-4-1 16,-1 0-4-16,-2-2-5 0,1 1-1 15,-2-6 2-15,0 8-3 0,0-8-3 0,-6 7-6 16,6-7-2-16,-13-2 1 0,13 2-3 0,-18-5-1 16,7 0-3-16,2-2 0 0,0 0 2 0,0-2-3 15,5 1-1-15,-1 0-4 0,1 1-3 0,0-3-1 0,3-1 1 16,1 1-2-16,1 0-4 0,4-1 0 16,0 0 1-16,2 1-10 0,1 1-6 0,6-4 2 15,-2 1 0-15,4 1-7 0,-1 0 2 0,-1 2 3 16,-1-1 2-16,-2 2-1 0,1 0 1 0,-3 2 5 15,-1 1 1-15,3-3-1 0,-6 2 3 0,3 2 8 0,-3 0 2 16,0 0 5-16,-5 4 7 0,9-5-8 16,-5 0 14-16,-4 5-5 0,3-5-1 0,-3 5 1 15,0 0-3-15,4-6-9 0,-4 6-3 0,0 0-1 16,0 0-2-16,0 0-2 0,0 0 3 0,13 13 0 16,-9-6-2-16,-3 4 1 0,2 1 1 0,1 4 0 15,-2 2-3-15,0 2-20 0,-2-2-12 0,-2 0-26 0,4 7-45 16,-2-6-28-16,0 1-25 0,-4-2-129 0,0 1-308 15,0-4 136-15</inkml:trace>
  <inkml:trace contextRef="#ctx0" brushRef="#br0" timeOffset="29551.75">14676 4310 135 0,'0'0'98'0,"0"0"-33"0,-4-8-14 0,4 8-14 15,0 0-24-15,0 0-26 0,20 4-52 0,-9-1-69 16,1 1 30-16</inkml:trace>
  <inkml:trace contextRef="#ctx0" brushRef="#br0" timeOffset="29779.05">15060 4207 56 0,'0'0'188'0,"0"0"-19"0,3-6-17 0,-3 6-24 0,0 0-16 16,0 0-11-16,0 0-1 0,0 0-6 0,8 26-10 16,-3-9-4-16,-4 2-7 0,2 7 0 0,-2 3-10 15,-1-1 1-15,0 0-6 0,2-2-3 0,-2-1-7 16,-2 2-2-16,2-2-5 0,0-1-6 0,-3-6 0 15,3 0-7-15,-1-2-14 0,1 0-23 0,-1-3-23 16,-3-4-28-16,4-9-35 0,5 19-22 16,-5-19-24-16,-1 11-100 0,1-11-261 0,-5 10 117 0</inkml:trace>
  <inkml:trace contextRef="#ctx0" brushRef="#br0" timeOffset="30368.01">15042 4429 104 0,'12'-1'111'15,"-12"1"-14"-15,12 0-5 0,-12 0-9 0,15 3 10 16,-5 0-14-16,2 1-1 0,-1 0-19 16,1 0 11-16,0 0-7 0,1-1-4 0,0 1-4 0,0 2 6 15,-4-4-13-15,5 2 0 0,-4-3 0 16,0 2-1-16,0-2-3 0,-10-1 2 0,18 1 1 15,-18-1 7-15,13-1 2 0,-5 0 1 0,-8 1 8 0,11-3 5 16,-5 2-6-16,-6 1-5 0,8-6 2 16,-4 2-4-16,-1-2 3 0,-3 6 6 0,6-7-5 0,-6 7-1 15,4-9-5-15,-3 5-9 0,-1 4-1 16,2-8-5-16,-2 8-4 0,2-6-1 0,-2 6-6 16,0 0-7-16,0 0-1 0,0 0-8 0,0 0-1 0,0 0-1 15,0 0-5-15,0 0-3 0,12 21 6 0,-10-9-4 16,-1 0 3-16,3 6-2 0,-2 1-1 0,1 7 4 15,1 0-4-15,1 3 2 0,-1-2 1 16,0 2-5-16,0-1 3 0,-2 2-1 0,-3-1 0 16,5 1 1-16,0 1 0 0,-3 1 1 0,2-3 0 15,-3 2-1-15,-2-3 3 0,4 0-3 0,-2-1-2 16,0-3 0-16,-2 3 0 0,1-6-1 0,0-4 1 0,1 0-13 16,-4 1-2-16,3-7 4 0,-2 0-4 15,0-3-12-15,3-8 7 0,-4 16 5 0,4-16 5 16,-2 10 0-16,2-10 5 0,0 0-7 0,-12 1-2 15,12-1-1-15,0 0 1 0,-15-15-6 0,5 3 1 16,4-3-1-16,-3-2-1 0,1-9-1 0,-1 2 0 0,0-4-1 16,1-1 2-16,2-1 1 0,2 2-3 15,1-3 9-15,-3 4-5 0,4 1 1 0,1 7 0 16,1-1-2-16,0 3 4 0,3 2-5 0,0-1 0 16,3 6-8-16,-1 1-6 0,3-1-9 0,1 1-5 15,1-2-4-15,2 5-6 0,3-4-12 0,3 2-10 16,7-3-22-16,2 4-16 0,3-4-19 0,-5 5-18 15,5 1-86-15,-10 2-259 0,1-3 115 0</inkml:trace>
  <inkml:trace contextRef="#ctx0" brushRef="#br0" timeOffset="32266.14">12364 6005 10 0,'0'0'88'0,"0"0"-15"0,-2-8-10 0,2 8-7 16,0 0-3-16,0 0-8 0,-6-4-3 0,6 4-5 16,0 0-2-16,0 0-11 0,0 0-5 0,0 0 4 15,0 0 0-15,0 0 2 0,0 0-2 0,0 0-5 16,0 0-3-16,0 0-2 0,0 0-3 0,0 0 7 15,0 0-9-15,0 0 10 0,0 0 6 0,-3 18 0 16,3-18 8-16,0 0 9 0,0 0 5 0,0 0-5 16,0 0 16-16,0 0-4 0,0 0-2 0,0 0 4 15,0 0 3-15,0 0-4 0,0 0-6 0,0 0-2 16,0 0-7-16,0 0-5 0,0 0-3 0,0 0-7 16,0 0-3-16,0 0-4 0,0 0-3 0,0 0 2 15,5 14-5-15,-3-7-2 0,1 4 3 0,4 1-3 16,-3 6 6-16,2-2 3 0,-3 4-6 0,3-1-2 15,-3 0 2-15,4 6-5 0,-5-5 1 0,2-3 2 16,1 2-7-16,-3-4 5 0,0 1-4 0,-1-5-1 16,2 2 4-16,-2-4 2 0,3 2 0 0,-4-4-4 15,0-2 0-15,0-5-1 0,2 12-2 0,-2-12 10 0,0 10 9 16,0-10 13-16,0 0 29 0,3 7 6 16,-3-7 4-16,0 0-12 0,0 0-7 0,0 0 0 15,0 0-8-15,0 0-4 0,-20-15-5 0,16 8-3 16,1-2-3-16,-4-3-5 0,2-3-2 0,1-1-5 15,0 0-8-15,1 0 6 0,1 0-1 0,2-1-7 16,1 1 2-16,2-1-5 0,-2-3 5 0,3 3-7 16,1 1-2-16,-1 5 0 0,3-1-8 0,-2 1 3 15,3 1-1-15,-1 2-1 0,3 2 2 0,-4 2-4 16,3 0-2-16,-3 1-2 0,4 3 3 0,1 3-1 16,-2-1 1-16,2 4 5 0,2 0 0 0,-6 2-3 15,5 6 1-15,-2-1 2 0,-1 3 0 0,-1 0-4 16,-2 0-18-16,1 1-12 0,-3 1-4 0,1-1-12 15,-3 3-25-15,2-4-16 0,1 3-19 0,-4-2-17 0,1 0-20 16,0-5-13-16,-2 4-97 0,0-4-282 0,0-2 126 16</inkml:trace>
  <inkml:trace contextRef="#ctx0" brushRef="#br0" timeOffset="33466.11">12517 6372 55 0,'12'-8'120'16,"-3"1"-3"-16,-1 0-7 0,2-1-7 0,-1-2-15 0,4-1 2 16,3 1-1-16,-3-2-3 0,1 1-6 15,-3-4 1-15,-4 6 4 0,2-4-8 0,-5 3-5 16,3-2 7-16,-4 2-6 0,1-2-4 0,-4-3-12 15,0 2-3-15,0 1-3 0,-3-1 4 0,2 1-7 16,-2 1-2-16,1 1-7 0,-5-1-5 0,3 1-3 0,-4 1-2 16,0 0-2-16,1 1-1 0,1 1-9 0,-1 3 3 15,2-3-4-15,-4 4-3 0,3-1-3 16,6 4-5-16,-14-4-2 0,5 5 2 0,0 3 0 16,-2 1-2-16,-2 6-5 0,-1 0 8 0,0 5-6 15,1 0 1-15,-3 8-2 0,3 0 1 0,1 1 8 0,3 0-5 16,3-1 0-16,2-5 0 0,3 0-2 15,-2 1 0-15,5-1 0 0,-2-2 5 0,2 1 3 16,4-1 1-16,-3 0-2 0,3-3 11 0,1 1-8 16,0-6 1-16,4 0-1 0,5 1-1 0,1-4 1 0,2 0-2 15,2-3-2-15,9-1-11 0,-1-3-8 16,2 1-11-16,-4-5-14 0,1 1-26 0,1-2-19 16,-9 0-20-16,0 0-10 0,1-1-23 0,-1-3-7 15,-3 3-109-15,0-3-271 0,-2-1 120 0</inkml:trace>
  <inkml:trace contextRef="#ctx0" brushRef="#br0" timeOffset="33797.14">12705 5932 15 0,'-6'-4'184'16,"6"4"-18"-16,0 0-16 0,0 0-13 0,-6-7-12 16,6 7-16-16,0 0-10 0,0 0-4 0,21-8-10 0,-9 5 4 15,9-1-1-15,6-5 0 0,4 3-6 0,1 0-4 16,-1-3-10-16,-2 3 0 0,3 0-9 0,-13 3-5 16,4-1-2-16,-4 1-5 0,-6 1-1 15,-1 1-6-15,-2-1-3 0,-1 0 0 0,-2 2 1 0,-7 0-4 16,12-2 3-16,-12 2 2 0,8 0 0 0,-8 0 1 15,0 0-5-15,7-3 1 0,-7 3-5 0,0 0-2 16,0 0-2-16,0 0-7 0,0 0-7 16,0 0-23-16,0 0-31 0,0 0-31 0,0 0-37 15,0 0-24-15,2 10-37 0,-2-10-161 0,-7 14-357 0,3-6 158 16</inkml:trace>
  <inkml:trace contextRef="#ctx0" brushRef="#br0" timeOffset="34742.25">13354 6210 30 0,'0'0'164'0,"0"0"-26"0,0 0-9 0,0 0-16 0,0 0-15 16,0 0-10-16,0 0-6 0,0 0-7 0,0 0-8 16,0 0-15-16,0 0 7 0,0 0-11 0,0 0-8 15,4 28 2-15,-2-21 5 0,-2-7-17 0,0 12-14 16,2-8 11-16,-2-4-2 0,3 9 4 0,-3-9-2 15,2 8 7-15,-2-8 6 0,0 0 19 0,0 0 2 16,0 0 2-16,0 8 11 0,0-8 8 0,0 0 0 16,0 0-5-16,0 0-9 0,0 0-8 0,0 0-4 15,0 0-7-15,-15-22-5 0,9 13-5 0,2-3-6 16,-3 3-5-16,5-2-1 0,0 0-4 0,0-5-1 16,-2 1-4-16,3 3-1 0,1-3-5 0,0-2 0 15,3-1-6-15,3 8-5 0,-2 0-3 0,3 0-2 16,1-1-3-16,-2 3 0 0,5 2-3 0,0 2-7 15,1 1 8-15,1 2-2 0,5 1-2 0,-1 4 5 16,0-1-4-16,1 6 3 0,-1 1 1 0,0 3 1 16,2 3 0-16,-5-2 5 0,-1 1 1 0,-1-1-3 15,-3 2-3-15,-3-1 3 0,-1-5 2 0,1 0 1 16,-1-1-4-16,-2-1 2 0,1-2 1 0,-4-2 4 16,0-4 5-16,4 9 6 0,-4-9 1 0,0 0 2 15,0 0-1-15,0 0-1 0,0 0-2 0,0 0-2 0,0 0-1 16,-25-17 2-16,19 10-3 0,2-4 1 15,2 0-7-15,-1-5 2 0,3 0-4 0,3-1 5 16,1 0-2-16,-2-1-2 0,7 2-1 0,-1 0-8 16,2 0 1-16,-1 2-6 0,0 6 0 0,2-1 14 0,-2 2 1 15,4 1-3-15,-1 1-1 0,1 2-4 0,1 5 2 16,-3-1-1-16,7 5-1 0,-5 2 6 16,0 3-7-16,3 1 2 0,-3 3-5 0,-3 1 1 15,-3 2-11-15,1 0-19 0,-5 1-12 0,1 0-34 16,-4 6-17-16,5-7-24 0,-5 1-20 0,-2 1-20 0,-1-3-114 15,-1-2-303-15,-1-3 134 0</inkml:trace>
  <inkml:trace contextRef="#ctx0" brushRef="#br0" timeOffset="34926.24">13903 6074 203 0,'0'0'196'16,"0"-10"-27"-16,0 10-22 0,-2-7-18 15,2 7-19-15,0 0-12 0,0 0-5 0,0 0-11 16,0 0-5-16,0 0-11 0,8 28-3 0,-6-11-4 0,0 0-18 16,-2 4-24-16,2-2-22 0,-2 5-26 15,2-5-25-15,-2 0-26 0,2 0-21 0,-2-2-110 16,2-1-229-16,-2-3 101 0</inkml:trace>
  <inkml:trace contextRef="#ctx0" brushRef="#br0" timeOffset="35102.56">13865 5895 3 0,'21'19'17'0,"-4"3"-2"0,4 2-11 0,-1 0-11 16,0 2-7-16,0 2 3 0</inkml:trace>
  <inkml:trace contextRef="#ctx0" brushRef="#br0" timeOffset="35338.78">14114 6202 53 0,'3'2'74'0,"-3"-2"8"0,0 0-2 15,2 6-1-15,-2-6 8 0,0 0-6 0,0 0 9 16,0 0-10-16,0 0-1 0,0 0-9 0,-11-23 19 16,9 17 1-16,1-3-7 0,1-3-15 0,1 2 6 15,1-2-4-15,0 2-3 0,0-2-8 0,1 2-8 16,1 0-4-16,-1 3-6 0,1-2-6 0,0 4-3 15,1 0-8-15,-1 2 3 0,3-1 0 0,4 2-4 16,-4 1-9-16,-7 1 3 0,17 3-7 0,-7 1 3 16,1 2-5-16,-2 0-1 0,-1 2 9 0,2 5-2 15,-3-2-9-15,-1-1-6 0,1 3-13 0,-2 2-12 16,-1-4-6-16,-2 2-10 0,1-1-26 0,-1-2-13 16,0 1-7-16,-2-2-12 0,4 1-13 15,-4-1-8-15,0-9-76 0,0 12-214 0,2-8 96 0</inkml:trace>
  <inkml:trace contextRef="#ctx0" brushRef="#br0" timeOffset="35604.5">14388 6118 19 0,'-1'-9'122'0,"1"9"-12"0,0 0-12 0,0 0-19 16,0 0-6-16,0 0-3 0,0 0-5 0,0 0-3 15,-5 29-6-15,3-21-5 0,2 3-3 0,0 0 4 16,2-2-13-16,-2 1-4 0,2-4 2 0,0 2-4 15,-2-8-6-15,5 9 4 0,-3-6-1 16,5 1 1-16,-2-2 4 0,-5-2 0 0,10 3 2 0,-10-3 8 16,15-5 1-16,-6-1-2 0,-1 0 1 0,0-2 12 15,-2 0 2-15,2 0 6 0,-3-3-10 0,0 1 2 16,-2 0-5-16,-2-2-6 0,-2 2-19 0,-3-3-20 16,-4 2-6-16,-1-2-21 0,-5 1-18 0,-1 3-5 15,1 0-40-15,-2 4-9 0,-4 0-27 0,7 5-11 16,-5 3-96-16,-3 2-246 0,1-3 109 0</inkml:trace>
  <inkml:trace contextRef="#ctx0" brushRef="#br0" timeOffset="36138.86">14627 6173 125 0,'2'-10'148'0,"-2"1"9"0,0-4-13 0,0 1-15 16,-4 1-16-16,2 2-4 0,-3-3-15 0,3 1-7 15,-3 0-2-15,1 3 0 0,-3-2-7 0,2 2-8 16,1 0-7-16,0 3-7 0,4 5 0 0,-3-11-10 16,3 11-5-16,-5-7-9 0,5 7-8 0,-4-5-9 15,4 5-18-15,0 0 4 0,0 0-5 0,10-8 1 16,-10 8-3-16,12 0 6 0,-2 0-3 0,-10 0 1 15,18 3-3-15,-7 0 6 0,-1 4-5 0,-2-4-4 16,1 3 1-16,-1 1 7 0,0-2-6 0,0 2 1 16,-3 1 1-16,1 1 5 0,-4 0-2 0,1 1 2 15,2 0-4-15,-3 0 4 0,1-3-2 0,-1 3 5 16,0-1-3-16,2-2 3 0,-1 2-2 0,0-2 1 16,2-2-3-16,0-1 8 0,1 2-6 0,1-2 2 15,-2 0 1-15,5-3 0 0,0 0-2 0,3-3-1 16,0-2 2-16,0 0 3 0,3-5-7 0,-1 2 8 15,-1-3-5-15,1-1 5 0,-4 0-7 0,1-2 5 16,-2 1-1-16,-3 1 5 0,-1 2 10 0,0-7-2 16,-1 5 2-16,-2 1 7 0,-3-1-4 0,1 0 4 15,1 2 7-15,-4-1 1 0,2 3 8 0,0 7 5 16,-1-11-4-16,1 11-7 0,-1-8-6 0,1 8-9 16,0 0-2-16,0 0-3 0,0 0 0 0,0 0-3 15,0 0 0-15,-8 19 0 0,5-7-4 0,-2-1-3 16,4 6-20-16,-1-2-13 0,-1 3-8 0,2-1-17 15,1-2-13-15,0-2-23 0,1-1-24 0,2 1-30 16,-3-3-15-16,3 1-120 0,-1-2-298 0,-1-2 133 16</inkml:trace>
  <inkml:trace contextRef="#ctx0" brushRef="#br0" timeOffset="36304.54">14806 5824 15 0,'0'0'33'0,"0"0"-26"0,0 0-17 16,0 0-9-16,24 17 4 0</inkml:trace>
  <inkml:trace contextRef="#ctx0" brushRef="#br0" timeOffset="36529.04">15118 5811 10 0,'0'0'190'0,"0"0"-17"15,3-5-19-15,-3 5-15 0,0 0-17 0,0 0-14 16,0 0-12-16,0 0-5 0,0 0-3 0,11 12 5 0,-9-2-1 16,4 4-4-16,-4 3-1 0,1 0-12 15,-2 2-5-15,6-1-6 0,-5 6-10 0,-1-4 4 16,2-3-14-16,-3 2-4 0,6-2-3 0,-1 1-3 15,-2-1-23-15,-3-3-16 0,0-1-22 0,2 1-29 16,-2-1-27-16,0-3-15 0,0 0-20 0,0 2-22 0,-2-3-8 16,1-2-77-16,-4-2-242 0,5-5 108 15</inkml:trace>
  <inkml:trace contextRef="#ctx0" brushRef="#br0" timeOffset="37094.68">15127 5977 21 0,'0'0'103'0,"11"-3"9"0,-11 3-14 0,10 2-10 15,-2-1-13-15,-1 1 0 0,0 1 15 0,4 1-7 16,-6-2-6-16,5 2-7 0,-1 1-5 0,-1 0-9 0,2 1-5 16,-1-1-3-16,-3-1-4 0,1-2-5 0,-1 1-1 15,0 0-1-15,2 0 2 0,0-2 1 16,-8-1-1-16,10 3 7 0,-4-1 8 0,-6-2-6 15,12-3-2-15,-12 3 7 0,13-4 1 0,-7-1-4 16,2 3 7-16,-3-1 0 0,0-3 3 0,-2 1-5 16,2 0-3-16,-2-1-3 0,2 0 5 0,-2 0-2 15,-3 6-2-15,6-11-4 0,-4 6-3 0,-2 5-7 16,5-7-2-16,-5 7-5 0,2-5-9 0,-2 5-1 16,0 0-6-16,0 0-3 0,0 0-4 0,0 0 0 15,0 0-1-15,13 15 1 0,-8-2-1 0,0 3-8 0,0 0 11 16,1 12 0-16,1-1-2 0,-3 2-6 15,-1 0 13-15,0 0-9 0,-1 3 2 0,-1 0-1 16,-1 0 0-16,1 1 1 0,2 0-1 0,-2-2-2 16,4 2 1-16,-3-2 2 0,0-1-1 0,-2 1 1 15,-1-4-5-15,0 2 4 0,-2-3-5 0,-1-1 2 0,0-5-5 16,0-2-5-16,1 0 0 0,-4-1-2 16,5-2 3-16,-3-5-7 0,2-1 7 0,-1-2 8 15,0-3-2-15,4-4 1 0,-7 8-1 0,-2-8 2 16,9 0-1-16,0 0 0 0,-20-9 2 0,12 1-3 15,-2-2 0-15,-1-6 3 0,1 0-8 0,-2-9 5 16,2-2-1-16,-1-3-3 0,4-1 1 0,5-3-2 16,-3 1 1-16,1-1-3 0,4 5-4 0,1 1 4 0,4 0-6 15,2 2 0-15,4 1-15 0,2 0-4 0,1 4-22 16,5 2-9-16,1 0-9 0,6 3-21 0,1 0 5 16,5 2-18-16,6-3-7 0,10-2-2 0,-11 7-23 15,11-7-14-15,-13 9-79 0,-2 0-252 0,-4 0 112 16</inkml:trace>
  <inkml:trace contextRef="#ctx0" brushRef="#br0" timeOffset="37199.28">15983 5981 157 0,'4'-5'161'0,"-4"5"-10"15,7-7-17-15,-7 7-11 0,6-8-19 0,-6 8-31 16,2-6-42-16,-2 6-47 0,4-5-60 0,-4 5-65 16,0 0-152-16,4-12 68 0</inkml:trace>
  <inkml:trace contextRef="#ctx0" brushRef="#br0" timeOffset="43135.51">21840 4827 14 0,'0'0'24'0,"0"0"-10"0,0 0 2 0,0 0 0 16,0 0-1-16,0 0 4 0,0 0-12 0,0 0 0 15,0 0 0-15,0 0-3 0,0 0 5 0,0 0-1 16,0 0 1-16,0 0-4 0,0 0 3 0,0 0-4 16,0 0-2-16,0 0-2 0,0 0 7 0,0 0 2 15,0 0-2-15,0 0-4 0,0 0 4 0,0 0-7 16,0 0 2-16,0 0 4 0,0 0-2 0,0 0-5 16,0 0 1-16,0 0 1 0,0 0-2 0,0 0 1 15,0 0-2-15,0 0 8 0,0 0-10 0,-4-18 0 16,4 18-2-16,0 0 6 0,0 0-6 0,0 0-2 15,0 0-4-15,0 0 1 0,0 0-8 0,0 0-9 16,0 0-30-16,0 0 14 0</inkml:trace>
  <inkml:trace contextRef="#ctx0" brushRef="#br0" timeOffset="46748.53">21402 4681 7 0,'0'0'38'16,"0"0"-5"-16,0 0-5 0,0 0 0 0,0 0-8 15,0 0 3-15,0 0-3 0,0 0-3 0,0 0-3 16,0 0-1-16,0 0 0 0,27 6-3 0,-21-5 1 16,4-2 8-16,1 2-4 0,3 2-1 15,3-3 2-15,4 1 4 0,7-2 1 0,2 2-5 0,-1-1 4 16,6-1-3-16,-2 1-4 0,-1-3 9 0,3 2-6 16,0-1-8-16,-1 2 7 0,2-3-2 0,1 0 3 15,0 0 0-15,3 1-5 0,0-2 7 0,-3 3-12 16,0 0-2-16,3-1 10 0,-1-1-6 0,-1 1 6 15,13 0-8-15,-12 0 2 0,-2 2 12 0,4-1-22 16,10-2 11-16,0 2 3 0,-14 1-3 0,15-5-1 16,-2 3-7-16,-9-1 2 0,14 3-3 0,-4-2 5 15,2 1 0-15,1 0 1 0,-1-2-5 0,2 1 1 16,-3 1-2-16,2 1 4 0,-4 0 3 0,-9 1 2 16,10 0-6-16,-1-1 0 0,2 3-4 0,-16-3-1 15,1 0-1-15,1-2 11 0,1 4-9 0,1-1 4 16,12 1-4-16,-15-3-5 0,0 1 11 0,16 2-6 15,-14-4-3-15,13 2 5 0,-2-1 3 0,1 0-7 16,-1 2 4-16,4 0-1 0,-3-3-13 0,1-3 0 16,-2 4 10-16,-10 1-5 0,13-4-2 0,-2 1 5 15,-15 0 12-15,1 3-8 0,2-1 2 0,1 2 4 16,-4-4-4-16,0 3 1 0,1-2 5 0,-2 1-8 16,3 0 3-16,-4 2 1 0,4-2 2 15,0-3-6-15,3 3-1 0,10 0 0 0,3-3 4 0,0 4-1 16,-3 0 2-16,3 0-8 0,-2-2-1 0,-3-3-2 15,-8 4-6-15,10-4 5 0,3 3 7 0,-18-2-3 16,16 1 0-16,0-1 9 0,-14 1-5 0,14 2-2 16,-18-3 3-16,4 3-3 0,-3-2 4 0,1 0 1 15,0 3-1-15,0-2 4 0,-2 1-5 0,-2-2 1 16,-3 5-3-16,2-4-4 0,0-2 2 0,-1 2 6 16,1-2 1-16,1 1-3 0,-3 0 2 0,2-1-1 15,-3 1 2-15,5 0-6 0,-3 0 6 0,-1 2-7 16,4-1 7-16,-4-3-4 0,3 3 3 0,-3 1-8 15,0-2 4-15,0 0 0 0,-2 0-5 0,-5 1 6 16,8-1 2-16,-10 3 5 0,7-3-8 0,-5 5 2 16,-1-6 5-16,-1 4-4 0,0-3 9 0,2 1-4 15,-1 0-2-15,-1 0-1 0,4 2-2 0,4 0-3 16,1-4 4-16,-2 4 0 0,-4-1-2 0,5 1 1 16,-1-1 6-16,0 1-11 0,-4 0 3 0,4 1 3 15,-8-1-2-15,4-1 5 0,-2 0-6 0,1 1 1 16,4-1 0-16,-7 1 6 0,4 1-4 0,-2-2-1 15,2 1 1-15,-2-2 7 0,-1 2-9 0,6-1 4 16,-5 0 2-16,-3 1 7 0,2 0-9 0,0-2 1 16,-1 1 0-16,0 1 0 0,0-1 0 0,-2 0 6 15,3-1-4-15,-1 2 4 0,-1 0-3 0,0-1-9 16,-1-1 2-16,2 0 14 0,-1 2-3 0,2-1-10 16,-2 0 9-16,2-1 5 0,0 1-4 0,1 1-4 15,-2-1 4-15,2-1-5 0,6 1 18 0,-7 0-15 16,-7 1-2-16,6 1 1 0,-6-2-4 0,0 1-3 15,1 0 1-15,-1 0 0 0,-1 0-5 0,-2-2 5 16,1 2 14-16,-1 0-14 0,-1 0 1 0,-9 0 0 16,16-3-10-16,-7 3 23 0,-2 0 4 0,-7 0 0 15,10 0 7-15,-10 0-8 0,10-2 3 0,-10 2 9 16,0 0-4-16,9-1-5 0,-9 1-2 0,0 0 1 16,0 0-2-16,8-1-4 0,-8 1-6 0,0 0 5 15,0 0-5-15,0 0 1 0,0 0-3 0,0 0-10 16,0 0-23-16,0 0-7 0,0 0-32 0,0 0-16 15,0 0-33-15,0 0-58 0,0 0-184 0,0 0 81 16</inkml:trace>
  <inkml:trace contextRef="#ctx0" brushRef="#br0" timeOffset="48846.51">21465 6325 10 0,'-3'-10'37'0,"2"5"6"0,1 5-11 0,-3-9 0 0,3 9 3 16,-2-10-5-16,2 10 7 0,0 0-3 0,-2-9 2 15,2 9 0-15,0 0-5 0,-2-9 3 0,2 9-9 16,0 0 4-16,0 0-7 0,0-9 0 0,0 9 1 16,0 0-6-16,-3-10 3 0,3 10-5 0,0 0 3 15,0-12 0-15,0 12-3 0,0 0 1 0,-1-11 17 16,1 11 0-16,0 0 4 0,-3-10 1 0,3 10-13 15,-1-9 6-15,1 9 13 0,0 0 7 16,-1-10-9-16,1 10 7 0,-1-7-4 0,1 7 1 0,0 0-2 16,0 0-2-16,-3-8-1 0,3 8 0 0,0 0-10 15,0 0-5-15,0 0 4 0,0 0-2 0,0 0-14 16,0 0 9-16,0 0-15 0,0 0-5 0,0 0 0 16,0 0-1-16,0 0-1 0,0 0 5 0,0 0-1 15,0 0-2-15,0 0 0 0,1 28 4 0,-1-18-3 16,0-1 4-16,-1 2-2 0,0-1-4 0,-1 2 9 15,0-1-10-15,2 2 10 0,-3-1-2 0,-1 0-2 16,2 4 0-16,-3-1 4 0,-1 2-1 0,2-2-5 16,-1 0 3-16,-2 4 3 0,1-3 6 0,-2 1-3 15,2-1-6-15,-2 2 8 0,2-2-11 0,-3 1-3 16,1-2 3-16,0 0-7 0,-1 2 10 0,-2 1-5 16,2-3 3-16,-1 1 0 0,0 1 0 0,-1 0 4 15,1-2-3-15,0 2 0 0,1 0-5 0,-4-4 5 0,0 3-5 16,0-1 2-16,1 1 0 0,-1 0 3 15,1-2-3-15,-3-2 1 0,2 4-3 0,-1-2 1 16,1 0-1-16,0-1 0 0,0 4-2 0,-1-5 6 16,1 0 0-16,-1 2-3 0,-7 3 3 0,0 4 3 0,-4-3 4 15,0 4 8-15,-5-2-8 0,-2 1 1 16,0-3-7-16,-12 8 4 0,1-1-6 0,10-8 2 16,-1 1 1-16,-2 0 1 0,-7 7 3 0,8-9-4 15,-11 5-3-15,10-5 1 0,2 1 4 0,-11 3-3 0,-1 0-1 16,0 1 0-16,9-6-3 0,-14 5 1 0,-2-3 3 15,0 3-2-15,-2-1-5 0,-5 1 7 0,-5-1-7 16,-20 9 5-16,23-11 12 0,-30 9-5 16,28-11-4-16,-27 5-2 0,-1-1 1 0,27-8 4 0,-26 8-1 15,0 3-4-15,-2-7 7 0,-2 3 0 0,5-3 3 16,-1 0-3-16,-1-3-7 0,1-1 6 0,0 0-1 16,2 1 0-16,25-3 0 0,-34 2-5 0,6 0-5 15,-2-3 7-15,4 3-2 0,24-8-3 0,-28 6 3 16,1-6-2-16,28 0 5 0,-28 1-3 0,28-1-6 15,-28 3 1-15,2-6 0 0,27 0 1 0,-1 3 1 16,-27-6-2-16,29 3 1 0,3 0-2 0,-2 0 2 16,-1-3-2-16,4 0-2 0,1 0 5 0,3-1 3 15,3 0-3-15,0 0 2 0,15-3 1 0,0 1-3 16,2 0 6-16,5-2-1 0,2 1 6 0,1 0-6 16,5-1 3-16,3 3 2 0,2-3 2 0,5 2 3 0,0 2-7 15,0-2 3-15,2 1-3 0,1-2-2 16,2 2 0-16,0 0 2 0,0 4-4 0,7 1 2 15,-11-7 0-15,8 4-4 0,3 3-2 0,-7-3 3 16,7 3-5-16,-9-7 1 0,9 7-4 0,-9-2-2 0,9 2-1 16,-10-2-1-16,10 2 3 0,-13-2 2 0,7 0-1 15,6 2-5-15,-16-3 6 0,4 2-2 16,0 2-1-16,-3-1-1 0,2 1-3 0,-8-2 6 16,1 0-3-16,-1 1-4 0,-6 1 5 0,4-3 1 0,-5 3-4 15,7-4 10-15,-2 3-4 0,-5-6-3 0,1 3 0 16,4 2 4-16,4-2-1 0,-1 2 1 15,0-3-3-15,1 0 5 0,-1 0-5 0,3 1 4 16,3 0 2-16,-4-4-2 0,6 4-2 0,0-1 4 0,3 0 10 16,-1 2-5-16,2-1-1 0,2-1 2 0,6 4-4 15,-12-6 2-15,8 2-1 0,4 4 1 16,-7-6 1-16,7 6 4 0,-7-6-1 0,7 6-3 16,-4-4-1-16,4 4 1 0,0 0-7 0,0 0 7 0,-3-6-5 15,3 6 3-15,0 0-2 0,0 0-1 0,0 0 0 16,0 0 2-16,0 0-3 0,0 0 3 0,-4-6 0 15,4 6-3-15,0 0-2 0,0 0 3 0,0 0 0 16,0 0 0-16,0 0 2 0,0 0 1 0,0 0 0 16,-4-7-2-16,4 7 0 0,0 0-4 0,0 0 2 15,0 0-1-15,0 0-2 0,0 0-3 0,0 0-8 16,0 0-9-16,0 0-15 0,0 0-14 0,0 0-15 16,0 0-35-16,0 0 3 0,0 0-13 0,0 0-25 15,0 0-14-15,0 0-27 0,0 0-97 0,0 0-295 16,0 0 131-16</inkml:trace>
  <inkml:trace contextRef="#ctx0" brushRef="#br0" timeOffset="49284.18">15822 7250 28 0,'0'0'115'0,"0"0"-21"0,0 0-15 0,0 0-4 16,0 0-3-16,0 0 0 0,0 0-3 0,0 0-11 16,0 0 9-16,-14 20-5 0,8-11-9 0,-1 1 2 15,0 4 2-15,-3 2-3 0,1 1 3 0,-4 4 5 16,-3 0-8-16,5-4-1 0,-6 5-8 0,6 0-6 0,-7-1 0 15,2-2-4-15,4-3-1 0,0 2-4 0,-5 0-4 16,6-4-3-16,0-2-8 0,-2 1 5 16,1 0-5-16,3-4 2 0,0 0 4 0,1-1-7 0,2-2-4 15,1-1 14-15,-1-1 2 0,2 1 2 0,4-5 3 16,-6 4 3-16,6-4 6 0,-5 5-3 0,5-5-2 16,-3 4-4-16,3-4 1 0,0 0-7 15,0 0-9-15,0 0-1 0,0 0-6 0,0 0 2 0,5 15 0 16,3-12 6-16,3 2-5 0,1 2-2 0,7-1 10 15,0 3-7-15,8-1-1 0,4 3 0 0,-1-4 0 16,2 4-19-16,-1-4-25 0,4 4-20 16,-2 0-41-16,2 0-24 0,0 2-40 0,-2 0-122 0,0 0-303 15,3 0 134-15</inkml:trace>
  <inkml:trace contextRef="#ctx0" brushRef="#br0" timeOffset="49905.59">17884 8210 105 0,'0'0'167'0,"0"0"-9"0,0 0-15 16,0 0-18-16,0 0-8 0,0 0-6 0,0 0-15 15,0 0 0-15,0 0-1 0,21 3-10 0,-7-4-1 16,7-2-2-16,-1 0-4 0,8-2-5 0,2 0-4 16,-1-1-5-16,1 1-1 0,-4-1-8 15,-4 3-5-15,-4-2-8 0,0-2-2 0,-5 3-2 0,-2-1 1 16,2 1-2-16,-4-1 2 0,-1 1 0 0,-1 0-1 16,0 1-3-16,-4 0-4 0,1-3-2 0,-4 6-3 15,6-6 0-15,-6 6-5 0,2-7-7 0,-2 7-14 16,0 0-1-16,-12-10-3 0,6 6-2 0,-5 2-3 15,-7 0-2-15,0 2-3 0,-3 2 9 0,-6 1-5 0,1 2 1 16,-2 0 3-16,-1 1 5 0,1 0-5 16,-1 3 0-16,2-1 0 0,4 4 2 0,-3-2 3 15,7 3-3-15,-2 3 1 0,0 0 4 0,1 3 2 16,-1 2 7-16,5-3-8 0,-1 5 2 0,8-4-1 0,1-2-2 16,2 9 2-16,0-7 5 0,5 8-5 0,2-8 3 15,5-1-3-15,-1 0 2 0,4-3 4 16,3 2-4-16,2-2-3 0,6 1 3 0,-2-5-8 15,9 1-9-15,0-3-11 0,2-4-15 0,3 0-18 0,0-4-19 16,1 1-14-16,0-2-3 0,1-4-26 0,-4 3-16 16,1-3-13-16,-2 0-118 0,0-3-288 0,-4 1 128 15</inkml:trace>
  <inkml:trace contextRef="#ctx0" brushRef="#br0" timeOffset="50287.28">18672 8116 33 0,'0'0'158'0,"-4"-5"-9"16,4 5-16-16,-7-7-13 0,0 4-12 0,7 3-1 15,-15-1-12-15,3 0 2 0,-2-1 11 0,3 1 0 16,1 1-1-16,-2-1-3 0,2 1-1 0,10 0-6 15,-13 0-4-15,13 0-12 0,-9 0-7 0,9 0-11 16,0 0-9-16,0 0-2 0,0 0-1 0,27-5 5 16,1-2-3-16,4 3-3 0,18-7 2 0,2 3-1 15,1 2-4-15,0-6 2 0,1 3-5 0,-5-2 0 16,-13 3-1-16,-3 2 0 0,-1-2-5 0,-4 1 5 16,-8 4 0-16,1-1-10 0,-6 0 5 0,-1 2-1 15,-4-1-1-15,1 0-1 0,-5 2 0 0,-6 1-2 16,11-2-1-16,-11 2-6 0,7 0 1 0,-7 0-1 15,0 0-4-15,6-3-3 0,-6 3-9 0,0 0-18 16,0 0-22-16,0 0-28 0,0 0-30 0,0 0-39 16,-29 14-19-16,17-7-40 0,1-3-28 0,-6 7-171 15,-1-2-415-15,3 0 184 0</inkml:trace>
  <inkml:trace contextRef="#ctx0" brushRef="#br0" timeOffset="52481.78">13272 7931 31 0,'0'0'37'0,"0"0"-7"15,0 0-4-15,0 0-4 0,0 0-3 0,0 0 1 16,0 0-5-16,0 0-1 0,7-10-1 0,-7 10-1 16,0 0-3-16,4-2-10 0,-4 2 5 0,0 0-9 15,0 0-4-15,10-2-4 0,-10 2-1 0,0 0-21 16,0 0-39-16,0 0 18 0</inkml:trace>
  <inkml:trace contextRef="#ctx0" brushRef="#br0" timeOffset="58043.11">14277 7703 16 0,'-17'0'37'0,"-3"0"1"0,2 0-8 0,-2 0-5 0,-1 2 3 15,0-1-6-15,0-1 0 0,-8 0 3 0,8 1-12 16,0-1 6-16,-6 2-2 0,4-2 2 0,-4 1 4 16,5-1-7-16,-5-1 8 0,0 2-1 15,-2-2-4-15,1 1-2 0,-3 2 8 0,4-3-3 0,-2 2 2 16,2-3 7-16,-2 0-3 0,9 1-3 0,0 1-1 15,-1 0-3-15,1 0 2 0,0-1-1 16,1 1 3-16,6 1-5 0,-5-1 3 0,5 0 0 0,2-1-8 16,-3 1-4-16,3-2 16 0,-3 2-13 0,3 2-5 15,0-2 10-15,-3 1 0 0,1 0-5 0,-1 1-6 16,3 0 3-16,0-1-4 0,-3 2 2 0,1 0 3 16,1-2-1-16,-3 2 3 0,5-1-5 0,-5 1 1 15,3-1-2-15,0 2-3 0,-1 0 6 0,-1-3-8 16,-2-1 9-16,2 4 0 0,1-1-1 0,-5-1 12 15,5 0-21-15,-8 0 8 0,4 1 8 0,-2-1-1 16,0 0-3-16,-4 1 8 0,1 0-9 16,-4 0-4-16,-1-1 5 0,-2 3-5 0,8-1 6 0,-6-1-4 15,-1-1-4-15,-3-1 0 0,4 5 13 0,-5-3-13 16,1 1-7-16,-1-2 9 0,-1 2-9 0,-3-1 1 16,2-1 12-16,3 2-3 0,-3-3-2 0,2 0 5 15,-2-2-1-15,3 1 3 0,2 0-6 0,-2-1 5 16,4 0-5-16,-4 1 3 0,-2-1-6 0,5-1 0 15,-3 2-1-15,-2-2 8 0,0 4-9 0,2-4 3 16,-1 2-3-16,2-1 7 0,0-1-4 0,3 2 0 0,4-1-2 16,3-2 2-16,-1 3 4 0,4-2 2 15,-1 1 2-15,4 0 5 0,-4-1-3 0,5-1-1 16,-1 3 3-16,3-3-6 0,1 2 1 0,-2-1-2 16,5 0 0-16,7 2 4 0,-13-1 3 0,6-1-6 0,7 2 1 15,0 0-4-15,-12-1 1 0,12 1-3 0,-9-1 3 16,9 1-2-16,0 0-1 0,-9 0 2 0,9 0-3 15,0 0-4-15,0 0 2 0,0 0-2 16,0 0-2-16,0 0 0 0,-8-3-1 0,8 3 3 16,0 0 1-16,0 0-7 0,0 0 6 0,0 0-1 0,0 0-10 15,0 0 6-15,0 0 5 0,0 0-4 16,0 0 3-16,0 0 2 0,0 0-1 0,0 0 3 16,0 0 0-16,0 0 6 0,0 0 1 0,0 0-2 0,0 0-1 15,0 0 2-15,0 0 1 0,0 0-2 0,0 0 2 16,0 0-2-16,-9-1 0 0,9 1-5 0,0 0 5 15,0 0-5-15,0 0 2 0,0 0 1 0,-7-4 5 16,7 4 0-16,0 0-8 0,0 0 5 0,-10-4-3 16,10 4 3-16,0 0-3 0,-4-5 2 0,4 5 0 15,0 0 3-15,-8-3 3 0,8 3 1 0,0 0 1 16,0 0-7-16,-5-4-1 0,5 4 3 0,0 0-4 16,0 0-3-16,0 0 4 0,0 0-1 0,0 0-3 15,0 0-1-15,0 0-1 0,0 0 3 0,0 0-5 16,0 0 3-16,0 0-2 0,0 0-1 0,0 0-2 15,0 0-1-15,-5-4 2 0,5 4-2 0,0 0 0 16,0 0 8-16,0 0-5 0,0 0 0 0,0 0 3 16,0 0-7-16,0 0 5 0,0 0-1 0,0 0-4 15,0 0-5-15,0 0 6 0,0 0 1 0,0 0 1 16,0 0-2-16,0 0 1 0,0 0 2 0,0 0-1 16,0 0-1-16,0 0-1 0,0 0-1 0,0 0 3 15,0 0-2-15,0 0 0 0,0 0 0 0,0 0 3 16,0 0-1-16,0 0-2 0,0 0-2 0,0 0 6 15,0 0-8-15,0 0-2 0,0 0-6 0,0 0-5 0,0 0-13 16,0 0-17-16,0 0-11 0,0 0-11 0,0 0-17 16,0 0-9-16,0 0-15 0,0 0-19 0,16 11-22 15,-16-11-83-15,6 7-252 0,0-5 112 0</inkml:trace>
  <inkml:trace contextRef="#ctx0" brushRef="#br0" timeOffset="58553.75">11776 7615 94 0,'0'0'93'0,"0"0"2"0,0-6-25 0,0 6 12 15,0 0-4-15,0 0-16 0,0 0-8 0,0 0-3 16,0 0-4-16,0 0 1 0,0 0-4 0,0 0-4 15,-19 5-9-15,14-1 9 0,-5 0 1 0,2 5-2 16,-1-4-7-16,-2 3-6 0,2 1-1 0,2-3 3 16,-5 3-2-16,3 1-1 0,-4 0-3 0,-1 2 1 15,2-1-4-15,-2 2-9 0,3-2 2 0,-2 0 2 16,-1 0-8-16,2 1 6 0,3-3 1 0,-2-1-1 0,3 1-3 16,-1-2-2-16,1 1 0 0,1 0-4 15,1-1 0-15,0 0-2 0,4 1 5 0,-1-2-3 16,0 2 6-16,1-2-9 0,2-6 3 0,-2 13-14 15,2-13 17-15,2 13-6 0,3-6 6 0,0 0 2 0,3 1-2 16,1 1-1-16,7-1-5 0,3 0-5 0,0 1-7 16,9-1 10-16,3 0-2 0,3 1-19 0,5-2 7 15,13 1-35-15,-2 2-22 0,-12-2-31 16,11 5-79-16,-12-4-197 0,1-6 87 0</inkml:trace>
  <inkml:trace contextRef="#ctx0" brushRef="#br0" timeOffset="58700.11">12556 8032 33 0,'0'0'11'16,"0"0"-19"-16,-14-7-7 0,14 7 3 0</inkml:trace>
  <inkml:trace contextRef="#ctx0" brushRef="#br0" timeOffset="61751.11">12517 6636 4 0,'0'0'15'0,"-13"1"-1"0,13-1 2 0,-10 1-2 0,10-1-4 15,-10 0 6-15,10 0-4 0,-9 1 5 16,9-1-3-16,-9 2 0 0,9-2-3 0,-11 0 5 16,11 0-4-16,-7 1 8 0,7-1-6 0,0 0 0 15,-9 1 4-15,9-1-13 0,0 0 8 0,0 0 0 16,-11 2-3-16,11-2 6 0,0 0-2 0,0 0 3 15,0 0 3-15,-10 0 0 0,10 0-3 0,0 0-2 16,0 0-3-16,0 0 4 0,0 0-1 0,0 0 1 16,0 0-3-16,0 0-5 0,0 0 2 0,-8 1 0 15,8-1-1-15,0 0-4 0,0 0-3 0,0 0 4 0,0 0 4 16,0 0-11-16,0 0 7 0,-9 1 3 16,9-1-7-16,-9 2-1 0,9-2 6 0,-7 3-7 15,7-3 5-15,0 0-1 0,-11 2-4 0,11-2 4 16,-6 0 1-16,6 0 1 0,0 0-4 0,-10 0 0 0,10 0-4 15,-8 2-6-15,8-2 18 0,0 0-9 16,-9 3-1-16,9-3 2 0,0 0 2 0,-10 1-2 0,10-1 2 16,0 0 1-16,0 0-2 0,0 0-1 0,-7 1 6 15,7-1-4-15,0 0 6 0,0 0-2 0,0 0 1 16,0 0-6-16,0 0 4 0,0 0 1 0,0 0-2 16,0 0-5-16,0 0 2 0,0 0-7 0,0 0 9 15,0 0-2-15,0 0 1 0,0 0 1 16,25 8-9-16,-14-8 16 0,3 1-5 0,-1-1-8 0,4 0 9 15,2 0-5-15,1-3 9 0,10 3-4 0,-1-2 1 16,-2 1 4-16,5 0 1 0,1-1 8 0,-1 1-10 16,1 0-3-16,-1-2 10 0,3 1-5 0,-1 2-3 15,0-2-1-15,0 0-2 0,0 1 0 0,-3 1 0 16,3-2 4-16,-3 1-10 0,1 2 10 0,-1-1-6 16,-2 0-6-16,1 0 5 0,-1 0 4 0,2-1-7 15,1 2-3-15,-1-2 1 0,5 0 3 0,-5 1 6 16,1-2-8-16,1 1 4 0,1 0-16 0,2-2 16 15,-1 1 1-15,2-2 8 0,-3 1-11 0,1 2 10 16,-1-2-4-16,0 1-7 0,2 1 6 0,-3-2 0 16,1 2-1-16,-3-3-3 0,1 3-1 0,4-1-3 15,-2 1 1-15,-1 0 1 0,3-2-5 0,-4 3 8 16,-1-1-5-16,1-1 8 0,-1 2-14 0,2-1 8 16,-1 1 3-16,-3-2-4 0,3 1-3 0,-1 1 3 15,1-2-1-15,-3 1 0 0,4 0 10 0,-1-2-12 16,-1 0 5-16,0 1 5 0,1 1-11 0,-2-2 9 15,0 1 3-15,0 0-4 0,1-1 5 0,-1 0-6 16,1 0-18-16,-1 0 20 0,-2 0-4 0,0 0 0 16,3 2 2-16,-10 0 5 0,0-1-13 0,0 0 7 15,-1 1-1-15,-2 0 0 0,1-1 2 0,-1 2 2 16,-1-3 3-16,1 2-15 0,-5 1 13 0,0-1 1 16,1 0-2-16,-4-1-4 0,3 2 4 0,-2-2-7 15,2 2 5-15,-1 0-7 0,-1-1-10 0,1-1 4 16,1 2 20-16,-2 0-5 0,3-2-6 0,-1 2 10 15,0 0-7-15,-1-1 0 0,0 1 3 0,1-1-10 0,-2-1 4 16,2 2 11-16,-3-1-22 0,0 1 24 16,2-2-2-16,-4 2-2 0,3-1-5 0,1 0-12 0,-3-1 16 15,5 2 1-15,-3-2-3 0,0 2-3 16,1-2-3-16,-2 2 8 0,-2 0 0 0,2 0 0 16,-10 0-6-16,16-2 8 0,-10 1-10 0,-6 1 8 0,17-1-3 15,-6 1 0-15,-2-2-9 0,4 2 2 0,-3-1 2 16,0 2 7-16,2-2 3 0,-2 0-9 15,0 2 0-15,2-2-1 0,-2 0-6 0,-2 1 12 16,3-1-9-16,-4-1 9 0,-7 2-2 0,12-1-2 0,-12 1-5 16,12 0 14-16,-12 0-11 0,6-2 6 0,-6 2-12 15,0 0 16-15,0 0-8 0,9-1 7 0,-9 1-3 16,0 0-5-16,0 0 2 0,0 0 3 0,0 0 2 16,0 0-8-16,0 0 7 0,0 0-5 0,0 0-11 15,0 0 3-15,0 0-13 0,0 0-7 0,0 0-6 16,0 0-14-16,0 0-8 0,0 0-7 0,0 0-23 15,0 0-13-15,0 0-58 0,0 0-167 0,0 0 74 16</inkml:trace>
  <inkml:trace contextRef="#ctx0" brushRef="#br0" timeOffset="62430.35">12900 6709 9 0,'0'0'20'0,"0"0"-6"16,0 0 4-16,-12 0 1 0,12 0-2 0,0 0 0 16,0 0-14-16,0 0 8 0,0 0-1 0,0 0-2 15,0 0-2-15,0 0-1 0,0 0-2 0,0 0-2 16,0 0 6-16,0 0-7 0,35-1 8 0,-20-1-3 16,5 0-4-16,0 0 4 0,9-1 2 0,2 3-8 15,-1-3 7-15,1-1-3 0,1 1 4 0,1-1-11 16,4-1 7-16,-1 2-2 0,2-2 3 0,14-2-5 15,-12 3 2-15,12-2 8 0,1 0-5 16,-1-1 3-16,-2 1-12 0,6 2 1 0,-18-1 2 0,16 2-7 16,-5 1-2-16,-9 0-1 0,-1 1-2 0,1-1 3 15,-2 0 3-15,0 0-2 0,-1-1 3 0,-1 3-17 16,-1-1-25-16,-1 0 11 0</inkml:trace>
  <inkml:trace contextRef="#ctx0" brushRef="#br0" timeOffset="66202.31">11502 8129 33 0,'0'0'68'0,"3"-7"-3"0,-3 7-8 0,0 0-13 0,0 0 1 15,0 0-5-15,0 0-4 0,0 0-2 0,0 0-5 16,0 0-2-16,0 0-3 0,0 0-3 0,0 0-7 16,0 0 7-16,0 0-2 0,0 0-13 0,0 0 1 15,0 0 5-15,0 0-3 0,0 0-2 0,0 0 4 16,0 0-7-16,0 0 4 0,0 0 2 0,0 0-7 16,0 0 4-16,0 0-4 0,0 0 7 0,0 0-9 15,0 0 8-15,0 0-4 0,0 0-4 0,0 0-1 16,0 0-6-16,0 0 9 0,0 0-1 0,0 0-2 15,0 0 3-15,0 0-1 0,0 0-4 0,0 0-2 16,0 0 6-16,0 0 2 0,0 0-3 0,0 0 3 16,0 0-8-16,0 0 1 0,0 0 5 0,0 0-4 15,0 0 6-15,0 0-3 0,0 0-1 0,0 0-4 16,0 0 1-16,0 0 3 0,0 0 1 0,0 0 0 0,0 0-4 16,0 0 6-16,0 0-3 0,0 0-8 15,0 0 7-15,0 0-4 0,0 0 8 0,0 0-2 16,0 0-1-16,0 0 3 0,0 0-8 0,0 0 6 15,0 0 3-15,0 0 0 0,0 0 3 0,0 0-3 0,0 0 4 16,0 0-4-16,0 0 0 0,0 0 0 16,0 0 5-16,0 0-4 0,0 0 2 0,0 0 2 15,0 0-2-15,0 0 6 0,0 0-5 0,0 0 1 16,0 0-3-16,0 0 1 0,0 0 0 0,0 0-3 0,0 0 3 16,0 0-5-16,0 0 3 0,0 0-3 0,0 0 1 15,0 0-1-15,0 0 2 0,0 0-1 0,0 0 1 16,0 0-5-16,0 0 6 0,0 0 0 0,0 0 0 15,0 0-7-15,0 0 8 0,0 0-3 0,0 0 0 16,0 0-6-16,0 0-4 0,9 11 8 0,-9-11-3 16,0 0-4-16,0 0 9 0,0 0-5 0,0 0 9 15,0 0-7-15,0 0 0 0,0 0-3 0,0 0-10 16,0 0 1-16,5 5-6 0,-5-5-15 0,6 4-14 16,-6-4-24-16,6 6-40 0,-6-6-119 0,8 4 54 15</inkml:trace>
  <inkml:trace contextRef="#ctx0" brushRef="#br0" timeOffset="66939.34">23707 4585 25 0,'0'0'23'0,"0"0"-16"0,0 0-17 0,0 0-9 16,0 0 4-16</inkml:trace>
  <inkml:trace contextRef="#ctx0" brushRef="#br0" timeOffset="68614.12">12133 8138 66 0,'0'0'60'0,"0"0"3"0,0 0 5 15,0 0-8-15,0 0-4 0,0 0 3 0,0 0-4 16,0 0-8-16,0 0-7 0,0 0 1 0,0 0-7 15,0 0-1-15,0 0-6 0,0 0 2 0,0 0-1 0,0 0 0 16,0 0-8-16,0 0-2 0,0 0 11 16,0 0-15-16,0 0 6 0,0 0-7 0,0 0 4 15,0 0-8-15,0 0 3 0,0 0-1 0,0 0-1 0,0 0-1 16,0 0-6-16,-1 8 12 0,1-8-4 0,0 0 3 16,0 0-9-16,0 0 0 0,0 0 7 0,0 0-9 15,0 0-10-15,0 0 3 0,0 0 11 16,0 0-1-16,0 0-1 0,0 0-3 0,0 0 0 0,0 0 1 15,0 0-6-15,0 0 6 0,0 0-7 0,0 0 11 16,0 0 2-16,0 0-5 0,0 0-7 0,6 3 11 16,-6-3-9-16,0 0 0 0,0 0-1 0,0 0-2 15,0 0 4-15,0 0 8 0,0 0-3 0,0 0-9 16,0 0 4-16,0 0 9 0,0 0-9 0,0 0 3 16,0 0 3-16,0 0-7 0,0 0 2 0,0 0 9 15,0 0-13-15,0 0-2 0,0 0 3 0,0 0 7 16,0 0-6-16,0 0 4 0,0 0-6 0,0 0 1 15,0 0-1-15,0 0 5 0,0 0-11 0,0 0 17 16,0 0-11-16,0 0-3 0,8 2 3 0,-8-2 1 16,0 0 5-16,0 0 1 0,0 0-5 0,0 0 3 15,0 0 1-15,0 0-3 0,0 0-3 0,0 0 3 16,0 0 2-16,0 0 3 0,0 0-9 0,0 0 0 16,0 0-1-16,0 0 11 0,0 0-13 0,0 0 13 15,0 0-10-15,0 0 5 0,0 0-3 0,0 0 4 16,0 0-1-16,0 0 3 0,0 0 3 0,0 0-7 15,0 0-5-15,0 0 13 0,0 0-7 0,0 0 6 16,0 0-6-16,0 0-2 0,0 0 7 0,0 0-6 16,0 0-3-16,0 0 3 0,0 0-2 0,0 0 2 15,0 0 3-15,0 0-3 0,0 0-3 0,0 0 11 16,0 0-4-16,0 0-8 0,0 0 4 0,0 0-3 0,0 0-5 16,0 0 14-16,0 0 5 0,0 0-8 15,0 0-3-15,0 0 5 0,0 0 3 0,0 0-5 16,0 0 3-16,0 0 2 0,0 0 4 0,0 0-12 0,0 0 6 15,0 0-9-15,0 0 10 0,0 0-1 0,0 0-1 16,0 0-1-16,0 0 3 0,0 0-3 16,0 0 3-16,0 0 4 0,0 0-1 0,0 0-3 0,0 0 0 15,0 0 5-15,0 0-6 0,0 0-1 0,0 0-8 16,0 0 6-16,0 0-4 0,0 0 1 0,0 0 0 16,0 0 1-16,0 0-6 0,0 0 0 0,0 0-14 15,0 0-2-15,0 0 2 0,0 0-16 0,0 0-11 16,0 0-12-16,8 1-16 0,-8-1-91 0,0 0-179 15,9 2 79-15</inkml:trace>
  <inkml:trace contextRef="#ctx0" brushRef="#br0" timeOffset="94103.52">14947 3660 28 0,'0'0'99'0,"0"0"-9"0,0 0 5 15,-8-4-8-15,8 4-11 0,0 0-11 0,0 0 2 16,0 0-3-16,0 0-9 0,0 0-4 0,0 0-1 16,0 0 1-16,0 0-3 0,0 0-6 0,-6-3 5 15,6 3-1-15,0 0-7 0,0 0-7 0,0 0-3 16,0 0 1-16,0 0-5 0,4-14 0 0,-4 14-10 15,7-12 1-15,-2 2-4 0,4 1-5 0,1-4-2 16,1-1-5-16,3-1 5 0,9-3-8 0,-1-1 1 16,7 0-5-16,2-3 0 0,16-10-6 0,1 6 4 15,5-1-1-15,2 2 3 0,2 0-6 0,24-7 9 16,-20 9-6-16,25-4 0 0,1-1-8 0,-1 2 1 16,1 1 4-16,-23 7 3 0,30-4-5 0,-7 2 5 15,5-1-1-15,-2 2 1 0,2 1 0 0,-2 0-4 16,4-2 9-16,5 1-4 0,0 2 2 15,5-1 17-15,5 2-10 0,1 3-3 0,1 3 10 0,-4-3-11 16,-1 2 3-16,-7 3 2 0,-4 1-7 16,-1 1 6-16,-5 3-6 0,-26 0 9 0,27-1-10 15,-28 3 4-15,0 1-2 0,0 1 4 0,-1 0 1 0,-3 5 1 16,-5-1 1-16,-3 2-6 0,-14 0 6 0,1 2-4 16,-3 1-1-16,1 2 1 0,-4-4 5 15,-1 6 11-15,-3-3-9 0,0 2-5 0,-8-6 2 16,0 3-2-16,-3-1-2 0,0-1 3 0,-4-3 1 15,1 2 4-15,-2-1-4 0,1-2-3 0,0-2 7 16,-3 4 1-16,-1-4-2 0,2 2-1 0,0-4 4 16,-2 2 0-16,0 0-1 0,-8-2-3 0,13 3 4 0,-13-3 0 15,6 2-3-15,-6-2-2 0,6 4 8 16,-6-4-11-16,0 0-4 0,9 1 7 0,-9-1-11 16,0 0-15-16,7 3-4 0,-7-3-3 0,0 0-10 15,0 0-1-15,6 4-7 0,-6-4-11 0,0 0-7 16,1 5-70-16,-1-5-145 0,0 0 65 0</inkml:trace>
  <inkml:trace contextRef="#ctx0" brushRef="#br0" timeOffset="94548.05">18845 2885 17 0,'0'0'51'0,"0"0"1"0,0 0-6 0,0 0 16 0,16 29-6 15,-9-18-5-15,-2 6-1 0,-1 0 1 16,2 8-3-16,-1 1-1 0,0 1-8 0,0-3 0 16,-2 0-6-16,1-5 12 0,-2 0-15 0,2-1-6 15,1-2 3-15,0-2-2 0,-2-2 1 0,1 0-6 16,-3-3 1-16,0 1 5 0,-1-10-11 0,7 11 7 16,-7-11 1-16,1 11 3 0,-1-11 12 0,3 7 11 15,-3-7 10-15,0 0 8 0,0 0-8 0,0 0-3 16,0 0-3-16,0 0-9 0,0 0-5 0,0 0-6 15,-36-13-3-15,20 7-3 0,-3-1-10 0,-9 0-7 16,-5 2-11-16,-3 2-1 0,-2 2-16 0,-11 2 0 16,10 3-29-16,-11 2-18 0,11 2-7 0,2 2-25 15,-14 5-19-15,0 4-71 0,4 0-201 0,9-7 89 16</inkml:trace>
  <inkml:trace contextRef="#ctx0" brushRef="#br0" timeOffset="95078.82">16114 3509 91 0,'0'0'77'0,"0"0"-3"0,0 0-8 16,0 0-1-16,11 20-8 0,-6-8-3 0,-1 2-3 15,2 4-9-15,0 7 2 0,0-2-13 16,0 2 4-16,-1-1 0 0,-1-6-3 0,-1 8-9 0,1-8 5 15,0-1-11-15,-2-4 6 0,-1 0-4 0,3-3-3 16,-4-2 3-16,1-3 10 0,-1-5 13 16,0 9-6-16,0-9 7 0,2 7 3 0,-2-7 5 0,0 0-2 15,0 0-14-15,0 0 4 0,0 0-2 16,0 0-9-16,0 0-2 0,0 0-4 0,-7-31-2 16,7 19-5-16,4-3-7 0,0-1 0 0,1-3-11 0,9-1 6 15,1-3-11-15,2 1 1 0,5 2-3 0,2 3 1 16,0 3-5-16,-2 0-3 0,-3 6 9 0,0 2-4 15,1 1 7-15,-1 3-2 0,-4 2-2 16,-1 3-1-16,3 2 9 0,-5 1-3 0,-1 2-2 16,-2 2 1-16,1 3 1 0,-1 0 2 0,0 3-3 15,-4 0 6-15,3 1 0 0,-5-1-1 0,0 1 2 0,1 0-9 16,-2 2-20-16,1 1-28 0,-2-3-12 0,1 0-16 16,0 0-21-16,-1-1-55 0,-1-1-171 0,-1-7 75 15</inkml:trace>
  <inkml:trace contextRef="#ctx0" brushRef="#br0" timeOffset="95346.08">16666 3759 61 0,'0'0'85'0,"0"0"-16"15,7-4-6-15,-7 4-10 0,0 0 8 0,0 0-16 16,29 8 2-16,-14-7-5 0,3 1-3 0,3-5 1 15,0 2 7-15,6-2-1 0,-9-3-2 0,2 2-1 16,-3-2 2-16,-1 1-5 0,-4-1-1 0,-2-1-8 16,-4 0 3-16,-1 3-2 0,-5 4 3 0,3-13-15 15,-3 13 5-15,-6-16 9 0,-2 8-20 0,-3 0-9 16,-4 0-1-16,-1 2-4 0,-3 1-5 0,-1 4 4 16,-1-1-6-16,0 5 10 0,0 0-37 0,-1 0-19 15,1 4-13-15,2 0-16 0,3 1-68 0,2 1-162 16,3-3 72-16</inkml:trace>
  <inkml:trace contextRef="#ctx0" brushRef="#br0" timeOffset="95558.18">16969 3410 73 0,'0'0'87'0,"0"0"-7"0,0 0-3 0,2 24-9 0,-1-7-8 16,-1 3-7-16,0 9 1 0,2 1-3 16,-7 4-7-16,2 0-8 0,2 0-10 0,-2 2-23 0,-2 0-14 15,0-2-14-15,4-4-15 0,3-3-8 0,1-2-8 16,-2-5-33-16,0-4-97 0,1 0 44 0</inkml:trace>
  <inkml:trace contextRef="#ctx0" brushRef="#br0" timeOffset="95978.26">17007 3881 4 0,'6'-10'15'0,"4"1"10"0,-1-6 7 15,2 2 10-15,0-2 18 0,2 2 9 16,-4-1-7-16,2 0 9 0,1 2-4 0,-2-2 4 16,-1 3-9-16,-1 2 0 0,0 0-9 0,2 1 6 0,-3-2-8 15,1 3-7-15,0-2-1 0,0 2-1 0,-1 0-14 16,2 0 4-16,-4 2-3 0,3-2 0 16,-3 1 0-16,0 2-7 0,-1-3-1 0,-4 7 6 15,8-9 0-15,-7 4 7 0,-1 5-13 0,2-10-1 16,-2 10-3-16,0-10 3 0,0 10-9 0,-3-10 2 15,3 10-3-15,0 0-3 0,-8-6-2 0,8 6-1 16,-13 2-2-16,3 3 1 0,1 2 0 0,-4 4-3 16,0 0 4-16,2 2-2 0,-2 0 6 0,5 1 0 15,2-4-5-15,2 2-2 0,3 0 1 0,-1-1 0 16,2-11-2-16,6 20 1 0,0-12 5 0,1 0-3 16,4-2-1-16,0-1-1 0,5-3-1 0,2-2-1 15,3 0 4-15,1-4-1 0,4-1 1 0,-6-2 4 0,0 1-6 16,6-7 8-16,-9 4-14 0,2-1 3 15,-5 1-1-15,0-5 5 0,-2 2-9 0,-1 1 9 16,-1-2-8-16,-5 1 8 0,2 2 1 0,-2 0-4 16,-2 1 3-16,-1 2-5 0,2 1 5 0,-2 1-6 15,-2 5-3-15,3-6 5 0,-3 6-15 0,0 0 15 16,0 0-5-16,0 0 2 0,2 20 3 0,-4-4-8 16,-2 1 19-16,-2 2-11 0,-1 10 1 0,0-1-23 15,3 1-11-15,0 3-26 0,-2-2-11 0,1 0-12 16,-1-1-96-16,1-1-194 0,1-8 87 0</inkml:trace>
  <inkml:trace contextRef="#ctx0" brushRef="#br0" timeOffset="98804.79">28330 7210 8 0,'0'0'27'0,"0"0"-6"0,0 0 1 0,0 0-7 0,0 0 1 16,0 0-1-16,0 0-2 0,0 0-3 0,0 0 0 16,0 0-3-16,0 0 3 0,0 0-2 0,0 0-4 15,0 0 1-15,10-1-3 0,-10 1 7 0,0 0-9 16,0 0 8-16,0 0-7 0,0 0 4 0,0 0-2 16,0 0 0-16,0 0-2 0,0 0 1 0,0 0 1 15,0 0-1-15,0 0-1 0,0 0 3 0,0 0-3 16,0 0 0-16,3 6 3 0,-3-6-6 0,0 0-1 15,0 0 6-15,0 0-4 0,0 0 6 0,0 0-4 16,0 0 5-16,0 0-1 0,0 0 2 0,0 0-1 16,0 0 2-16,0 0 0 0,0 0-1 0,0 0-4 15,0 0 5-15,0 0-1 0,0 0 4 0,0 0-6 16,0 0-3-16,0 0 6 0,0 0-3 0,0 0-1 16,0 0-5-16,0 0 3 0,0 0-1 0,0 0 2 0,0 0-1 15,2 7-7-15,-2-7 0 0,0 0 10 16,0 0-2-16,0 0-1 0,0 0 0 0,0 7-1 15,0-7-2-15,0 0 0 0,0 0 3 0,0 0-2 16,3 9-1-16,-3-9 4 0,0 0 0 0,0 0 4 0,0 0-6 16,0 8 0-16,0-8-1 0,0 0-2 15,0 0-2-15,0 0-11 0,0 0-7 0,0 0-33 16,5 5-58-16,-5-5 26 0</inkml:trace>
  <inkml:trace contextRef="#ctx0" brushRef="#br0" timeOffset="99624.24">28180 6715 6 0,'0'0'19'15,"0"0"-17"-15,0 0-7 0,0 0-5 0,0 0 3 16</inkml:trace>
  <inkml:trace contextRef="#ctx0" brushRef="#br0" timeOffset="100231.6">27591 6686 72 0,'11'-3'99'0,"1"2"-5"16,1-2-2-16,5 1-7 0,2-1 2 0,2 1-6 15,8 0-4-15,-1 1-6 0,5-3-3 0,-5 2-10 16,2 0-3-16,0 0 5 0,-3-1-10 0,1 2-10 16,-6 0 0-16,-2 1-15 0,-5 0 15 0,0-2-5 15,-2 2-17-15,-3 0 5 0,0 0 2 0,-4-2 1 16,-7 2-11-16,11 2 3 0,-11-2-4 0,9-2-13 16,-9 2 12-16,0 0-36 0,12 2-15 0,-12-2-13 15,0 0-4-15,0 0 0 0,0 0-11 0,0 0-6 16,0 0-99-16,-21 15-185 0,10-12 83 15</inkml:trace>
  <inkml:trace contextRef="#ctx0" brushRef="#br0" timeOffset="-63649.39">3147 7677 42 0,'-11'-2'86'0,"-2"0"2"0,1 1-2 0,0 2-15 16,-4 0 4-16,5 0-3 0,-3-1-3 0,1 0-2 16,-1-1-1-16,4 0-6 0,-1 2-1 0,1-1 3 15,10 0 0-15,-14 1-8 0,14-1-2 0,-10 0-13 16,10 0 3-16,-9 0-8 0,9 0-2 0,0 0-6 16,-8 2-4-16,8-2 2 0,0 0 0 0,0 0-6 0,0 0 2 15,0 0-5-15,0 0 1 0,0 0-5 0,0 0-1 16,0 0 2-16,0 0-6 0,0 0 0 15,0 0 2-15,0 0-3 0,23 7 4 0,-11-5-8 16,6 0 3-16,0 0 2 0,10 1 3 0,1 0 2 0,3-3-4 16,3 0-6-16,4 0 3 0,-2-1-7 0,3-1 16 15,12 4-11-15,-15-5 5 0,2 3-7 0,2-2 2 16,9 4 0-16,-11-2 1 0,11-2 1 16,-13 2-1-16,4 2-6 0,10-4 2 0,5 0 7 0,0 0 0 15,3-6-7-15,5 2-1 0,0 1 14 0,28-5-10 16,-31 7 2-16,31-7-2 0,-28 6-1 0,30-5 9 15,-28 0-9-15,25 0-3 0,-27 3 1 16,28 0 4-16,-1-2-1 0,-29 5 3 0,29-5-1 0,-2 4-1 16,-23-2 0-16,26-3-4 0,0 3 16 0,-29 2-16 15,30-2 0-15,-30 1 4 0,31-2 1 0,-27 3 4 16,24-5-2-16,-28 5 9 0,29-4-13 0,-27 2 7 16,26-2-2-16,-28 5-5 0,4-2 3 0,25-5 0 15,0 2 2-15,-32 5-3 0,1-3-1 0,3-1 5 16,0 2 5-16,0 0-10 0,1 0-4 0,2 1 5 15,-3-4-3-15,0 3 5 0,-2-2-2 0,-2 5-2 16,0-5 3-16,-3 1 3 0,0-1-1 0,-1 3 2 16,-1-2-8-16,-2 0 8 0,2 3 7 0,-16-1-8 15,15-3-6-15,-3 1 0 0,-13 1 7 0,13 3-3 16,-12-1-1-16,12-1 1 0,-14 0-4 0,0-2-2 16,0 4 2-16,0-2-2 0,1 2 7 0,-3-2-12 15,-2 1 5-15,0 0 3 0,-3-1-2 0,1 3 0 16,-3-1-4-16,5-2 2 0,-2 3-1 0,1-3 5 15,-2 4-2-15,1-3 1 0,0 2 0 0,0-1-2 16,0-4 1-16,-3 5-6 0,0-2 8 0,0 2 3 0,-10 0-6 16,3-1-2-16,-2 1 2 0,-1-1 3 15,-2 0-1-15,-3 2-1 0,0-3-4 0,-3 2 3 16,1-2 8-16,0 1-2 0,-1-3 0 0,-2 3 4 16,0 1 2-16,2-1 4 0,-10 2-12 0,13-3 10 0,-7 1 1 15,2-1-2-15,-8 3-5 0,12-4 4 0,-3 2-5 16,0-1 0-16,0 1-1 0,2-2 2 15,0 1-2-15,2 2-5 0,-3-2 3 0,4 2 2 16,-1 0 1-16,0-1-4 0,-1 0 4 0,1 0-7 0,1-1-2 16,3 1 5-16,1-1-5 0,0-1 4 0,0 2-3 15,3-1-1-15,0-1 1 0,6 1-3 0,2 2 0 16,-1-4-3-16,2 2 2 0,1 1 2 0,-1-1 3 16,1 1-5-16,-3-2 8 0,2 1-5 0,1-3-6 15,-3 5 7-15,1-2-1 0,1 2-1 16,-1 1 0-16,-1 0 2 0,0-3 5 0,-6 1-5 0,0 4-2 15,-2-2-2-15,0 0 5 0,-1 0-1 0,1 1-4 16,-3-2-4-16,1-1 11 0,-5 5 2 0,0-1-7 16,2-4 0-16,-3 4 1 0,0-2 1 0,-1 0-2 15,1 1 4-15,-2-1-1 0,-3 0 0 0,-7 0 4 16,11 1-3-16,-11-1-2 0,8 2-9 0,-8-2-10 16,0 0-21-16,6 4-16 0,-6-4-22 0,0 0-26 15,0 0-24-15,-29 11-121 0,7-8-272 0,-13 3 121 16</inkml:trace>
  <inkml:trace contextRef="#ctx0" brushRef="#br0" timeOffset="-62376.44">3010 7806 55 0,'0'0'138'0,"-2"-7"-1"0,2 7-6 16,0 0-3-16,-3-9-5 0,3 9-10 15,0 0-6-15,0 0-9 0,-3-7-13 0,3 7-5 16,0 0-10-16,0 0-11 0,0 0-12 0,0 0 0 16,0 0-9-16,0 0 0 0,0 0-9 0,0 0 5 0,-7 20-11 15,7-9 3-15,-2 6-3 0,-2-2 3 0,-1 12-5 16,1-1 0-16,-3 0-3 0,1 3 4 16,1 3-5-16,-1-4-2 0,0 4 3 0,1 1-6 15,0 1 1-15,0-2-3 0,0-1 1 0,2 3-2 16,0 2-2-16,-1 0 5 0,4-3-3 0,-4 2 0 0,4 11 0 15,0-13-1-15,0 3-2 0,1 0 1 0,-2 10-4 16,2-12 5-16,0-1-2 0,1 13 1 16,-2-11-2-16,0-1 1 0,0 1-2 0,0 0-1 15,-2 1 1-15,2 0-3 0,-1-1 2 0,1-2 1 16,0 1 0-16,1-1 5 0,2 3-10 0,-2-1 4 0,1 0-2 16,-1-1 1-16,-1 1 2 0,-1 1 2 0,1-2-6 15,0 12-1-15,-3-11 5 0,0-2-4 16,2 1 2-16,-3-2 0 0,3 0-4 0,0-2 2 15,-2 0 0-15,1-1-2 0,2 0 1 0,-2-1 3 16,1-2-1-16,1-1 2 0,-1 1-1 0,2 0 2 0,0-7-2 16,2 5 4-16,1 2-6 0,0-10 0 0,1 2 2 15,-1-1 4-15,-1 1-4 0,1-7-2 16,8 13 7-16,-7-8-7 0,3 1 0 0,-2 0-2 16,2 2 3-16,2-2 2 0,-3-1-1 0,3 0-3 15,0 0 2-15,-1 2-1 0,0-2-1 0,2 0 5 0,2 0 0 16,0-2-1-16,1 1-3 0,4 2-2 0,-3-3 4 15,4 2-2-15,3 1 0 0,0-1-2 0,2-1 6 16,4-1-2-16,1 2-1 0,2-3 2 16,0 2 3-16,0-1-3 0,3-1-3 0,4-2 6 15,11 2 1-15,2 1-1 0,1-1-3 0,1-2 8 0,-3-2-8 16,3 1-1-16,3-1 1 0,3 1 2 0,-1-4 1 16,4 2 1-16,1-3-4 0,1 4 5 0,2-4-6 15,26 4 2-15,-27-6 1 0,28 3 1 0,-31 0 0 16,30 2-1-16,-28-3-2 0,25 2 6 15,2-5-1-15,-24 0-1 0,32 1 2 0,0 0-1 0,-1 6 4 16,-5-9-1-16,2 2-1 0,1 0 0 0,-2-2-4 16,4-6 2-16,1 4 2 0,2-2 3 15,1 0 1-15,5 1 2 0,-1-3-4 0,1 2 1 0,4 0 0 16,-3-5-7-16,1-1 2 0,4 0 1 0,-2 1 2 16,5-4-3-16,-3 2 3 0,-3-1 3 0,1-2 3 15,-2 1 0-15,2-1 3 0,-5-5 2 0,4 5 5 16,0 6-4-16,-6-7 5 0,0 0-4 0,-1 2 2 15,-2 2 0-15,-1-1 0 0,-4-1-2 16,1 3 0-16,-6 1-6 0,-24 1-2 0,32-3-2 0,-11 0-5 16,-25 3-2-16,26 0 4 0,-26 2 3 0,28-5-10 15,-30 3-1-15,1 1 0 0,1 0-3 0,-2 2 4 16,-3-2-3-16,0 0-11 0,-1 3-2 0,-3-1-2 16,-15 0 7-16,1 0-17 0,10-2-2 0,-16 1-19 15,0 3-15-15,0-1-24 0,-6-2-5 0,5 4-17 16,-2-4-9-16,-5-3-23 0,-1 0-16 0,-3 3-13 15,5-1-130-15,-11 1-320 0,5 0 143 0</inkml:trace>
  <inkml:trace contextRef="#ctx0" brushRef="#br0" timeOffset="-60844.84">9416 7160 71 0,'0'0'76'0,"0"0"-15"15,0 0-6-15,-5-3-5 0,5 3-9 0,0 0 1 16,0 0-8-16,0 0-3 0,0 0 0 0,0 0 0 16,30 2 0-16,-12-2-4 0,10 0 5 0,3-3-1 15,0 1-3-15,5-1 3 0,2 2-5 0,1-3-1 16,14-2 2-16,-1 1-8 0,-13 1-6 0,1-2 1 16,13 0 6-16,-2 0 3 0,-14 2-16 0,0-2 3 15,-1 2-2-15,-3-2 12 0,-4 3-7 0,1 1-9 16,-9 0 10-16,-1 0-5 0,0 1-10 0,-2 0 17 15,0-2-9-15,-1 3-2 0,1 0-2 0,-7 0 5 16,-1 0 0-16,1 0 1 0,-4 0-3 0,1 3-7 16,-8-3 7-16,14 4-3 0,-9-4-4 0,-5 0 5 15,9 4-1-15,-9-4-3 0,6 2 9 0,-6-2-7 16,5 5 0-16,-5-5-9 0,0 0 10 0,4 8 9 16,-4-8-7-16,3 4-1 0,-3-4-1 0,0 0 6 15,1 10-9-15,0-4 3 0,-1-6 8 0,2 13 6 16,-2-4 4-16,0 0-5 0,1 2-6 0,-1 0 7 15,3 0 2-15,-2 2-9 0,0 2 10 0,3 2 2 16,0 0-10-16,0-1 4 0,-2 3-3 0,3-1-1 16,-1 1-5-16,0 7 8 0,1-4 1 0,-2 3-5 15,2 1 5-15,-3-2 0 0,1 2-2 0,-2 1 7 16,0 1 3-16,2-1 6 0,-3 4 2 0,0-1 1 16,0 1 0-16,0 1-2 0,-3-3-1 0,2 4 0 15,0-3-6-15,-2 0-1 0,2 2 5 0,0 0-2 0,1-1-3 16,-4 1 4-16,3-2-5 0,-1 2 4 15,1-3 0-15,-1-1-7 0,0 2-3 0,-2 0 8 0,3-1-3 16,0-1-2-16,-2 1-1 0,1-1-3 16,-1 3 2-16,3 0 4 0,-4-2-2 0,-1 2 2 15,3 0-1-15,0 0-6 0,1 0 4 0,-3 3-1 0,3-6-1 16,-2 6-1-16,1-1 1 0,-2-2-2 16,1 1 4-16,2 2-2 0,-1-2 2 0,-1 1-4 15,1-2 1-15,-1-2-2 0,2-1-1 0,-3 1-5 16,3 1 0-16,-1-3 3 0,1 1 1 0,-2 0-2 0,2-2 6 15,-1-1-5-15,2 4 7 0,-3-4 2 16,3 2-6-16,-4 0 3 0,3 3-2 0,0-6-3 16,-1 1 1-16,2-4-1 0,2 6 2 0,-6-4-7 15,3-2 4-15,1 3 0 0,0-3-1 0,0 3-6 0,0-5 3 16,3 2 2-16,-3-2-1 0,3 6 0 0,-2-6-1 16,-1 1-1-16,0-1 1 0,1 2-4 15,-1-2 4-15,3-1-2 0,-4 0 2 0,1 1-4 0,1 0 3 16,-2 1-3-16,1-2-1 0,1 0 1 0,-1-1 1 15,0 0-3-15,0 0 2 0,0-2-2 0,-1 2 3 16,1-2-2-16,1-1 4 0,-1 1-5 16,-1 1 2-16,-1-4-2 0,2 3 5 0,-1-3-2 0,0 0-4 15,-2 0 1-15,0 5 3 0,1-2-3 0,0-4-1 16,-1 1 2-16,1-1 2 0,0-1-3 0,0-4 0 16,1 3 1-16,-3 1 3 0,2-3-5 0,2-7 2 15,-2 12-4-15,-1-6 9 0,3-6-8 0,-2 8 1 16,2-8 1-16,-4 6 4 0,4-6-4 0,0 0-1 15,0 0 1-15,-1 9 3 0,1-9 1 0,0 0 2 16,0 0 1-16,0 0 1 0,0 0-2 0,-8 1 1 16,8-1-3-16,0 0 0 0,-15-1-2 0,15 1 0 15,-17-2-1-15,5 0 2 0,1 2-1 0,-2-4-4 16,-5 2 0-16,2 0-1 0,-3-1-1 0,-1 3-2 16,0-2 2-16,-8 4-2 0,-2-2 3 0,0 0 0 15,-1 3 0-15,-1-1-4 0,-1 0 1 0,1 3 1 16,-3 2-6-16,1-1-3 0,-2 1-9 0,2 0-7 15,-3 2-10-15,2-2-16 0,1-1-12 0,0 3-30 16,2-2-23-16,0-2-27 0,2 0-34 0,-4-3-132 16,6 1-339-16,2-6 150 0</inkml:trace>
  <inkml:trace contextRef="#ctx0" brushRef="#br0" timeOffset="-58931.86">4949 7522 26 0,'7'-4'60'0,"-7"4"-15"0,0 0-13 0,12 2-17 16,-12-2-22-16,13 4-22 0,-6-1-31 0,0-1 14 16</inkml:trace>
  <inkml:trace contextRef="#ctx0" brushRef="#br0" timeOffset="-58130.7">5334 7505 36 0,'0'0'131'16,"-3"-8"7"-16,3 8 7 0,-4-6-4 0,4 6-3 16,-2-6-13-16,2 6-8 0,0 0-13 0,-4-7-14 15,4 7-10-15,0 0-5 0,0 0-10 0,0 0-10 0,0 0 5 16,0 0-20-16,0 0-4 0,0 0 1 16,0 0-9-16,0 0-2 0,0 0 6 0,0 0-10 15,4 29-2-15,-3-18-2 0,2 6-2 0,-2-3-3 16,2 5 3-16,-3 6-4 0,2 0 1 0,0-1-4 15,1 3-5-15,-1 1 6 0,-2 0-2 0,2 0-2 16,-2 1 3-16,0 3-3 0,0-1 10 0,1-2 4 16,-1 2-1-16,-1 1-4 0,2-1-2 0,1 0-3 15,-2-1 5-15,2 2-3 0,-2-3-3 0,1 3 2 0,-1-2 0 16,-2 0 3-16,2 0-2 0,-4 2 2 0,0-2 2 16,3 3 2-16,-1 1 1 0,-1 0 4 0,0 0-4 15,2-2-3-15,-2 4 0 0,0 9-2 16,1-9 3-16,0 9-2 0,-1-9-2 0,1-2 1 15,-3 12 2-15,2-10-4 0,2-1 7 0,-2 14 6 0,1-2 3 16,-1-11-1-16,2 11-2 0,0-1-3 0,-2 0-2 16,0-10 3-16,2 13-2 0,-1-13 4 15,-2 9 0-15,1 2-2 0,-1-11-2 0,4 11 0 16,0-1 4-16,-2 1 2 0,2-1 1 0,0-10-1 16,1 10 3-16,-1-9-6 0,0 10 5 0,1-10-3 0,1 10-4 15,-4-10 1-15,4 11-4 0,0-2 6 0,-2 1-2 16,0-11-1-16,7 11-3 0,-2-3-2 0,-1-10-2 15,-2 3 1-15,3 9-3 0,0-11 1 16,2-3-3-16,-2 2 1 0,1 1-2 0,-1-4-3 0,-1 1 3 16,0 0-6-16,1-3 5 0,0 1-5 0,-2-1-1 15,-1-2 4-15,0-1-5 0,-4 1 1 0,2-3-1 16,0 0 0-16,-4 2 5 0,1-2-6 0,0-5-1 16,-4 0-10-16,3-1 0 0,-2-2-14 0,0-2-13 15,1-2-14-15,-1 0-16 0,1-2-16 0,-2-1-21 16,2-3-28-16,0 1-30 0,1-5-27 0,4-2-194 15,0 0-414-15,0 0 183 0</inkml:trace>
  <inkml:trace contextRef="#ctx0" brushRef="#br0" timeOffset="-57031.5">6261 7488 10 0,'0'0'121'0,"-3"-6"-2"16,3 6-13-16,-3-6-2 0,3 6-6 0,0 0-6 15,0 0-13-15,-4-6-5 0,4 6-19 0,0 0-2 16,0 0-10-16,0 0 5 0,0 0-6 16,0 0-12-16,0 0-1 0,0 0-3 0,0 0 5 0,0 0-5 15,2 31 3-15,0-18-17 0,0 2 8 0,2 4 0 16,1 5 1-16,1 1 0 0,-1 2 6 0,0 0-1 15,2 3-9-15,-4-4 13 0,1 4-6 0,3 0 3 16,-2 2-13-16,-3-4 9 0,2 2 1 0,3 3-2 16,-2-4-5-16,1 2 5 0,0-1-6 0,1-1 4 15,-2 1-3-15,-1-2-2 0,1 1 4 0,4 1 8 16,-4-1-8-16,1 1 3 0,-3-1-4 0,2 3-2 16,1-3 10-16,-3 2-5 0,-2 5 6 0,0 9-1 15,1-10 0-15,-2 0 3 0,0 1 2 0,-3 9-2 16,1-10 0-16,-5 11-3 0,5-11 2 0,-3 10-8 15,1-11-1-15,1-2 4 0,1 2 2 0,0-2 0 16,0 0 1-16,0-1-3 0,2 1-2 0,0 2 2 16,2-4-5-16,-4 2 0 0,4 0-3 0,-2 0 0 15,2-1 3-15,0 0-7 0,0 0 5 0,1 0 1 16,1 3 10-16,-3-1 1 0,-1 0-2 0,1-1-1 16,-1 3-1-16,0-2-4 0,1 0-1 0,1 1 0 15,0-1-1-15,1-1-1 0,1 1 3 0,-3-1-4 16,-1-3 3-16,2 3-6 0,1 0 0 0,0-3-1 15,-1 2 0-15,3-1-1 0,-3 2-1 0,1-3 1 16,0 3 3-16,1-1 3 0,1 1 2 0,-1-1-5 0,0-1 1 16,-1-1-4-16,0-3-1 0,0 4 2 15,0-3-4-15,0 0 1 0,2 2 2 0,-3-1 1 16,1 0-3-16,0-1 2 0,-1-2-1 0,-1 2-1 16,3-4 5-16,-1 2-5 0,0 0 6 0,-2 0 2 0,0-6-6 15,2 6 2-15,-1-5-2 0,-1-1 5 16,1 0-7-16,-1 7 3 0,0-7-2 0,-1 1-1 15,3 4 0-15,-2 0 2 0,0-5-4 0,1 1 3 16,-1-1-5-16,-1 0 1 0,1-1 3 0,-2-3-2 0,1 2-3 16,2 1 7-16,-3-3-6 0,2-4-1 15,1 0 0-15,-1 0 0 0,-1-3 6 0,1 0-4 16,1-1-4-16,-2-7-7 0,2 12-7 0,-1-8-15 16,-1-4-17-16,2 7-23 0,-2-7-44 0,0 0-60 15,0 0-51-15,0 0-204 0,0 0-461 0,-4-36 204 0</inkml:trace>
  <inkml:trace contextRef="#ctx0" brushRef="#br0" timeOffset="-56098.25">7251 7445 85 0,'0'0'137'0,"0"0"-6"0,-1-8-3 0,1 8-8 16,0 0-3-16,0 0-13 0,0 0-3 0,0-9-14 16,0 9-6-16,0 0-11 0,0 0-5 0,0 0-17 15,0 0-2-15,0 0 2 0,0 0-9 0,0 0-5 16,0 0-5-16,0 0-4 0,0 0 1 0,0 0-3 15,6 32 1-15,-4-22 12 0,2 8 0 0,0 1-1 16,1 9 0-16,1-4-3 0,0 4 5 0,-1 3-1 16,0 1 0-16,0 4-1 0,-4-4 2 0,3 3-4 15,-2 2 1-15,-2-3-5 0,3 13-1 0,-1-12-6 16,-2 13 2-16,1-12 0 0,0-2-4 0,-3 15-3 16,3-15-1-16,-1 2 1 0,0 11 0 0,0-13-1 15,0-2-4-15,1 15 1 0,2-12 3 0,-1 12-3 16,-2-11 6-16,0 12 1 0,2-13-2 0,-2 11 1 15,0-10-3-15,1 0 0 0,0 10-2 0,0-10 2 16,3-1-5-16,-1 10 1 0,-2-9 7 0,2-1 7 16,-1 11 0-16,1-10 2 0,1 12 1 0,-2-14-6 0,4 12-2 15,-2 1 5-15,-1 1-3 0,0-2-2 16,-2-10 0-16,0 9-4 0,0 3 0 0,1-2 4 16,-1-10-1-16,2 12-4 0,-2 0 4 0,0-3 3 15,2 1 1-15,-5-11 3 0,2 0-3 0,0 14 0 0,2-4 1 16,1-10-3-16,-1 1-2 0,0 13 1 0,-1 2 2 15,1-4 1-15,-1-2-4 0,2 1 2 0,0-10-4 16,-3 0-3-16,0-3-1 0,3 3 4 16,0 13-4-16,-3-15 2 0,0 0 0 0,0 0-2 0,0 0-4 15,1-2 0-15,2-2 0 0,-3-1-2 0,2 0 4 16,-1-3-4-16,1-1 1 0,0-8 0 0,-1 2-3 16,1 0-2-16,0 0 5 0,2-2-4 0,-3 2 5 15,1-2-5-15,-1 0 0 0,4-2-2 0,-4-1 0 16,1 0 8-16,-2-2-5 0,1-3-4 0,-1-1-10 15,1-1-17-15,-1-7-20 0,1 10-29 0,-1-10-31 16,2 7-35-16,-2-7-39 0,0 0-64 0,0 0-184 16,0 0-462-16,0 0 204 0</inkml:trace>
  <inkml:trace contextRef="#ctx0" brushRef="#br0" timeOffset="-54838.15">5771 7931 16 0,'0'0'93'0,"0"0"-4"0,0 0-12 0,0 0 9 15,0 0-16-15,0 0-1 0,0 0-1 0,0 0-10 16,-17 6 3-16,17-6 2 0,-6 2-3 0,6-2-6 16,0 0 8-16,-8 4 1 0,8-4-11 0,0 0-2 0,-5 4-4 15,5-4-3-15,0 0-1 0,0 0 8 16,0 0-12-16,0 0 1 0,0 0-3 0,0 0 2 16,0 0-4-16,-9 1-3 0,9-1 2 0,0 0-8 15,0 0 8-15,0 0 1 0,0 0 3 0,0 0-1 0,0 0-8 16,0 0 5-16,0 0-7 0,0 0 0 0,0 0 0 15,0 0-1-15,0 0 10 0,0 0 2 16,28-7-3-16,-16 4 0 0,2 2-5 0,-3-3 4 16,2 0-1-16,3 2 0 0,-5-1-3 0,3 0-1 0,-4 1-3 15,1 0-9-15,0-1 5 0,-3 3 1 0,-2-2-2 16,-6 2-1-16,13-3-5 0,-13 3 0 16,9-1-1-16,-9 1 1 0,8-2-2 0,-8 2 1 15,0 0-2-15,0 0-1 0,8-3-3 0,-8 3 2 0,0 0-5 16,0 0 0-16,0 0-4 0,0 0-10 0,0 0-12 15,0 0-14-15,0 0-11 0,0 0-10 0,0 0-1 16,0 0-18-16,0 0-13 0,0 11-18 0,0-11-11 16,0 0-22-16,-8 11-4 0,8-11-110 0,-6 6-273 15,6-6 122-15</inkml:trace>
  <inkml:trace contextRef="#ctx0" brushRef="#br0" timeOffset="-54343.78">5786 7744 64 0,'0'0'138'0,"0"0"-11"0,0 0-14 0,0 0-3 16,-19 10-3-16,10 0-6 0,-1 5-7 0,-4 1-17 16,-3 5 8-16,-1-1-9 0,3 4-6 0,2 0-7 15,0 0-7-15,3 0-3 0,3 1-3 0,1-2-3 16,3-3-9-16,1-1 1 0,1 1-12 0,2-2 8 16,-1-1-4-16,4 0-5 0,-1-1 1 0,3 0 0 15,3-1-5-15,1-1 0 0,3-3 0 0,1 2-1 16,2-6 1-16,1 0-5 0,1-1 2 0,3-1-1 15,-2-3-3-15,0-2 5 0,2 0 1 0,-2-3-1 16,0-1 6-16,9-2 4 0,-8-1 10 0,7-3-4 16,-7-2 1-16,4 2 9 0,-1-5-8 0,-4-1 1 15,3-1-5-15,-3-1-4 0,-9 0-1 0,0 3-3 0,0-2-2 16,-3-3-1-16,-2 4-5 0,-2-12 1 16,-3 4-4-16,-3-2 0 0,-3 2-5 0,-3 0 1 0,0 5-4 15,-5-2 5-15,3 4-1 0,-4 4-4 0,1 0 0 16,-6-2-3-16,0 7-4 0,1 1 0 15,-1 5-4-15,-2 0-13 0,-5 4-21 0,-1 4-16 16,-1 5-27-16,0 2-18 0,1 5-37 0,-1 1-15 16,1 6-35-16,-1-1-106 0,3-2-315 0,3 4 139 15</inkml:trace>
  <inkml:trace contextRef="#ctx0" brushRef="#br0" timeOffset="-53677.74">5735 8479 146 0,'0'0'135'0,"0"0"-4"0,0 0-6 16,-15 14-6-16,5 2-12 0,-1 1-4 0,-1 5-10 15,0 1-6-15,2 2-13 0,2 1-3 0,1 2-4 16,0-3-5-16,2 1-10 0,0-1-4 0,5-5-7 0,-1-2-2 16,3 8-7-16,1-7 10 0,-1 0-10 0,5-1-5 15,0-1-2-15,2-2 6 0,3-2 0 16,2 0-4-16,1-1 2 0,2-3-3 0,0-2-3 15,11 0 1-15,-2-2 4 0,1-3 4 0,1-1-4 0,0-1 6 16,2-5-1-16,-1 0 3 0,2-3-7 0,-7 1 2 16,6-6-4-16,-1 1 2 0,-2-2-2 0,1-2-1 15,-1-3 0-15,-2-1 0 0,-2-2 2 0,-1-2-7 16,-4 1 3-16,-4-1-7 0,-1-6 0 0,-6 3-4 16,-1-2 2-16,-5-5-4 0,0 2 0 0,-5-14-2 15,-3 18 0-15,-2-3-1 0,-4 2 0 0,-1-1-3 16,-4 3 2-16,0 4 1 0,-2 0 2 0,-3 4-2 15,1 3 8-15,5 5-6 0,-2 1-1 0,1 2 1 16,-2 3-3-16,-1 1-5 0,2 5 5 0,-9 3-6 16,-1 4 3-16,-1 1-6 0,3 3 1 0,2 3-13 15,-1 1-25-15,3 1-12 0,3 5-12 0,2 0-29 16,5 0-37-16,3 2-26 0,1-5-15 0,4 4-137 16,1-11-332-16,4 4 146 0</inkml:trace>
  <inkml:trace contextRef="#ctx0" brushRef="#br0" timeOffset="-53489.63">5876 8754 147 0,'0'0'226'16,"0"0"-7"-16,0 0-15 0,0 0-18 0,0 0-19 15,0 0-16-15,0 0-18 0,0 0-15 0,18-13-18 16,-11 10-20-16,1 0-32 0,4 0-33 0,1 0-36 15,-2 0-42-15,0 1-26 0,2 1-35 0,-3 3-126 16,-2-2-271-16,3 0 121 0</inkml:trace>
  <inkml:trace contextRef="#ctx0" brushRef="#br0" timeOffset="-52942.04">5733 9200 86 0,'0'0'151'15,"0"0"-15"-15,-13 6-3 0,8 1-1 0,-4 2-5 16,1 8-8-16,2 0-9 0,-2 2-12 0,0 6-6 16,2 1-12-16,5-1-2 0,2 0-10 0,-1 0-6 15,1 0-10-15,3-8 1 0,0 0-3 0,4 0-7 16,2-3-4-16,-1-1 3 0,5 0 1 0,1-3-3 15,3-1 4-15,1-4 6 0,3-2 1 0,6 0 2 16,-6-3 4-16,7-3-6 0,-1-2 0 0,-7-1-5 16,7-2-2-16,-3-2 0 0,-5 1 0 0,-2-1-3 15,-2-2-2-15,0-1-2 0,-3 0-4 0,0 0-1 16,-1-3 1-16,-2 1-9 0,-4-2-1 0,0 1-3 16,-5-10-1-16,-1 9-3 0,-1-4-3 0,-5-4 0 15,0 1-1-15,-3-2-2 0,-4 3 1 0,-1 3-7 16,-4-2 0-16,2 3 2 0,-3 0-3 0,3 8 1 15,2 2-1-15,-2 0-5 0,0 5 0 0,-2-2 1 16,2 5-4-16,-6 2-8 0,4 2-16 0,-4 4-11 16,2 1-25-16,2 0-14 0,-6 5-16 0,7 1-24 15,4 0-16-15,2 2-16 0,3-3-6 0,6 2-17 16,-2-4-110-16,3 0-308 0,1-11 137 0</inkml:trace>
  <inkml:trace contextRef="#ctx0" brushRef="#br0" timeOffset="-52780.77">5863 9355 79 0,'0'0'195'0,"-8"3"-1"15,8-3-18-15,0 0-17 0,0 0-16 0,0 0-19 16,0 0-9-16,0 0-21 0,0 0-29 16,0 0-19-16,31-3-43 0,-18 5-35 0,1-2-34 0,-1 0-36 15,1 2-98-15,-1-1-214 0,0 0 94 0</inkml:trace>
  <inkml:trace contextRef="#ctx0" brushRef="#br0" timeOffset="-52319.82">5696 9801 99 0,'-6'8'154'0,"1"2"-15"0,-2 4-1 16,-2 3-18-16,1 2 5 0,2 6-15 0,1-5-13 15,2 3-7-15,3-3-5 0,1-1-12 0,4-2-4 0,-1 0-6 16,5-3-7-16,0 1-2 0,6-4 4 16,2 0-9-16,0-4 0 0,2-1 2 0,8-3 6 15,2-3 5-15,1-4 1 0,0-1 3 0,-2-2 3 16,0-1 1-16,-2-3-7 0,-2-2-2 0,-2-2-9 0,-5 4 1 16,-2-1-2-16,-1-1-4 0,-4-3-5 0,-3 1 0 15,0 0-8-15,-3-1-3 0,-4-1-2 16,-4 0-3-16,-2 2-5 0,-2-2-3 0,-2 2-3 0,-4-1-1 15,-5-2 1-15,-6 2-3 0,1 2-2 0,7 4-4 16,-11 0-9-16,8 2 0 0,0 2-16 0,2 1-9 16,-3 4-25-16,4 1-25 0,4 2-36 0,-2 1-16 15,4 2-39-15,2-1-39 0,-1 0-110 16,1 2-343-16,3-1 152 0</inkml:trace>
  <inkml:trace contextRef="#ctx0" brushRef="#br0" timeOffset="-52125.7">5822 9957 80 0,'-8'4'170'0,"8"-4"-19"16,0 0-10-16,0 0-16 0,0 0-10 0,0 0-8 15,0 0-11-15,30-1-12 0,-12-1-4 0,1 2-7 16,3 0-37-16,-2-1-44 0,2-2-49 0,-1 2-59 15,-4-2-64-15,2-1-194 0,-1 0 85 0</inkml:trace>
  <inkml:trace contextRef="#ctx0" brushRef="#br0" timeOffset="-51531.65">6806 7684 38 0,'0'0'118'0,"0"0"1"16,0 0 2-16,0 0 6 0,0 0-3 0,18 6-1 16,-18-6-8-16,18-2-4 0,-5 1-12 0,1 0-12 15,-1 1-5-15,1-3-7 0,0 1-13 0,0-1-2 16,-1 3-7-16,-1-1-24 0,-1 1-15 0,-1-2-25 16,0 2-33-16,-1 0-34 0,-1-1-22 0,-8 1-29 15,12 1-71-15,-12-1-216 0,8 0 96 0</inkml:trace>
  <inkml:trace contextRef="#ctx0" brushRef="#br0" timeOffset="-51334.01">6926 7570 146 0,'0'0'168'16,"-4"-7"-11"-16,4 7-17 0,0 0-17 0,0 0-13 15,0 0-8-15,0 0-15 0,0 0 0 0,0 0 4 16,0 0-4-16,2 28-11 0,-2-12-4 0,0 1-3 15,-2 1-8-15,2 3-7 0,-1-2-1 0,0 0-8 16,-2 5-8-16,1-5-14 0,-2 0-26 0,3 0-23 16,-2-2-40-16,1 0-37 0,-2-1-38 0,-1-3-101 15,2-4-262-15,-1 0 116 0</inkml:trace>
  <inkml:trace contextRef="#ctx0" brushRef="#br0" timeOffset="-50944.86">6736 7510 22 0,'-13'3'163'0,"3"2"-11"0,-2 5-19 16,-4 1-7-16,-2 9-12 0,3 4-11 0,3 6-4 0,1 2-11 15,2 1-7-15,2 1-4 0,5-1-8 16,2 0-7-16,5-1-9 0,0-1-6 0,6-1 1 15,1-2-9-15,5-5-3 0,0 1 1 0,4-3 0 16,-1-6-2-16,6-1-3 0,-1-1-2 0,2 0-4 0,0-7 1 16,0-2 1-16,1-1 4 0,0-3-1 15,2-4 5-15,-1-3 3 0,-1-3-3 0,0-4 24 16,2-2-8-16,-5 0 0 0,1-3-6 0,-5-3 1 16,0 0-9-16,-5-3 0 0,-3-1-5 0,-2-4-5 15,-4 1 2-15,-2-5-5 0,-4 2-4 0,-1 0-1 0,-5-1 0 16,-2 0-2-16,-5-1-2 0,1 2-1 0,-5 5-4 15,-3-1-2-15,3 6-1 0,-3 2-5 16,3 7 0-16,-3 3 1 0,2 3-7 0,1 1-17 0,-6 5-6 16,-4 8-13-16,-3 4-22 0,-3 5-19 0,-7 14-37 15,-1 4-37-15,3 7-46 0,0 0-107 16,-3 2-330-16,4-1 146 0</inkml:trace>
  <inkml:trace contextRef="#ctx0" brushRef="#br0" timeOffset="-50634.27">6721 8381 108 0,'0'0'140'0,"5"-4"-11"0,-5 4-11 0,15-4-7 0,-3 0-11 16,4 0-12-16,3 3-5 0,4 1-10 0,5-3-7 15,-1 1-18-15,-5 1-11 0,-3 1-31 16,2-3-14-16,-5 3-38 0,-2 0-23 0,-2 0-95 15,-2 1-178-15,-2-1 78 0</inkml:trace>
  <inkml:trace contextRef="#ctx0" brushRef="#br0" timeOffset="-50424.02">6796 8286 194 0,'0'0'190'0,"0"0"-14"0,-6-5-16 0,6 5-13 15,0 0-14-15,0 0-20 0,0 0-21 0,0 0 3 16,0 0-11-16,0 0-11 0,0 0-7 0,8 25-10 16,-2-9 5-16,-4-3-12 0,3 7-4 0,-2 0 0 15,-1 0-11-15,2 3-14 0,0 2-26 0,-4 1-22 16,1-7-20-16,2 0-24 0,-4-1-31 0,2-1-41 16,-1-4-95-16,1-1-259 0,0-2 115 0</inkml:trace>
  <inkml:trace contextRef="#ctx0" brushRef="#br0" timeOffset="-50027.57">6785 8197 16 0,'-7'-4'157'0,"1"2"-10"0,6 2-23 16,-13-1-13-16,13 1-2 0,-18 7-16 0,5 3-3 15,2 5-7-15,-2-1-3 0,-4 13-8 0,3 0-5 16,-1 5-6-16,3-1-1 0,0 13-1 0,4-9-10 0,2-3-3 16,3-1-6-16,0-4 2 0,5 5-12 15,0-2-4-15,2-1 7 0,4-1-6 0,4-4-7 16,1-2 4-16,-1 0 4 0,4-7-3 0,0-1-4 16,2-3 7-16,6-1 5 0,-4-5 1 0,7-1-1 0,-4-4-1 15,7-3 1-15,2-4 5 0,0-4-3 16,0-3 0-16,0-5-3 0,-4-2-5 0,10-9 3 15,-11 4-1-15,-6-3-6 0,1 2 2 0,-5-4-8 16,2-16 3-16,-9 15 0 0,-2-1 3 0,-3 1-5 0,-5-3-7 16,-3 2 2-16,-4 1-7 0,-1-1 4 0,-6 4-4 15,-4 2-1-15,-2 1 14 0,-1 5-3 0,-3 3-8 16,-4 4-13-16,0 7-16 0,-2 1-15 16,-2 7-26-16,-1 6-11 0,0 3-23 0,-4 5-17 15,-10 8-26-15,0 6-29 0,3 2-113 0,7 1-305 0,10-6 134 16</inkml:trace>
  <inkml:trace contextRef="#ctx0" brushRef="#br0" timeOffset="-49638.3">6722 9071 36 0,'0'0'163'0,"0"0"-14"0,0 0-5 0,0 0-9 16,-9 0-15-16,9 0-9 0,0 0-4 16,0 0-14-16,0 0-8 0,0 0-1 0,0 0-13 15,0 0-4-15,0 0 0 0,0 0 0 0,0 0-10 0,0 0-3 16,19-14-7-16,-9 11-4 0,3 0-6 0,6-3-3 16,3 3-3-16,-4-1-10 0,5 1-16 0,-3 0-29 15,0-1-19-15,-1 2-34 0,0 0-18 16,-6 2-20-16,-2-1-22 0,0 1-87 0,-4-1-240 0,1 0 106 15</inkml:trace>
  <inkml:trace contextRef="#ctx0" brushRef="#br0" timeOffset="-49431.78">6879 8975 141 0,'-8'-7'178'15,"8"7"6"-15,-6-5-3 0,6 5-11 0,-5-2-10 16,5 2-19-16,0 0-16 0,0 0-16 0,-7-3-9 15,7 3-12-15,0 0-4 0,0 0-9 0,-2 19-9 16,2-10-10-16,2 6 0 0,-2 3-7 0,0 1-8 16,-2-2-1-16,2 2-4 0,2 0-29 0,-2 7-6 15,0-8-18-15,-2 1-42 0,4 0-28 0,-2-2-28 16,2 0-22-16,-4-1-28 0,0-2-87 0,1-6-272 16,1 3 121-16</inkml:trace>
  <inkml:trace contextRef="#ctx0" brushRef="#br0" timeOffset="-49056.48">6686 8900 45 0,'-14'1'153'0,"-3"4"-15"0,3 4-16 0,-2 3-6 16,-1 7-12-16,2 2-6 0,3 5-18 0,2 3-2 15,2 3-5-15,4 1-10 0,3 2-2 0,1-1-1 0,3 0-6 16,2-2-4-16,5 1-2 0,3-3 7 0,2-2-10 16,6-3 3-16,0-4-5 0,-1-2-3 15,3-2 2-15,3-3 6 0,3-9-2 0,-3 3 3 16,1-4-1-16,3-6-3 0,0-2 6 0,1-1-6 0,-2-7-6 16,1 0 6-16,-3-3-5 0,-2-4 2 0,1-2-8 15,-2-8 0-15,-4 2-2 0,-3-4 3 0,-3 2-4 16,-1-4-4-16,-7 1 0 0,-3-3-5 15,-4 1 2-15,-5-1-5 0,-3 0-2 0,-4 5-3 0,-4-1-5 16,-6 2 1-16,-3 4 1 0,-3 2-8 0,-2 3 3 16,-3 8-8-16,-3 2-3 0,-2 6-11 0,0 5-13 15,-10 9-8-15,1 2-23 0,1 7-44 16,2 8-4-16,13-6-36 0,-7 13-34 0,3 2-120 16,13-7-322-16,2 0 142 0</inkml:trace>
  <inkml:trace contextRef="#ctx0" brushRef="#br0" timeOffset="-48770.66">6851 9839 82 0,'-10'-4'196'0,"3"0"-6"0,-2-1-5 0,3 1-11 16,6 4-14-16,-8-4-14 0,8 4-17 0,-9-5-15 15,9 5-13-15,-4-5-10 0,4 5-12 0,0 0-4 16,0 0-10-16,0 0-1 0,27-5-9 0,-9 2-19 16,3-1-22-16,5 2-29 0,-4 2-20 0,5-2-22 15,-5 1-29-15,-1-3-16 0,-1 4-11 0,0 0-15 16,-7-1-109-16,-2 0-257 0,0 0 114 0</inkml:trace>
  <inkml:trace contextRef="#ctx0" brushRef="#br0" timeOffset="-48579.82">6916 9647 112 0,'0'0'210'0,"-9"-6"-9"0,9 6-16 15,-4-6-21-15,4 6-17 0,0 0-13 0,0 0-22 16,0 0-10-16,0 0-7 0,0 0-9 0,-4 17-10 15,6-5-5-15,-1 3-4 0,0 3-8 0,2 8-8 16,-3 0-1-16,2-2-16 0,-3 0-28 0,1-4-32 16,0 5-27-16,1 0-28 0,2 2-22 0,-3-10-22 15,1-2-138-15,2-1-284 0,-2-4 126 0</inkml:trace>
  <inkml:trace contextRef="#ctx0" brushRef="#br0" timeOffset="-48217.99">6811 9681 67 0,'-13'-3'156'0,"0"3"-8"16,-4 4-18-16,-1 2-13 0,1 1-12 0,-4 11-6 16,0 4 0-16,4 3-10 0,0 5-2 0,1 0-5 15,4 2-8-15,0 13-4 0,4-14-12 0,6 0 0 16,2 0-8-16,2 1-5 0,5-4 7 0,4-3-15 15,3 0 2-15,3-5-3 0,6-1 6 0,-4-9 0 16,8 0 8-16,4-5 0 0,3-1-2 0,2-7 3 16,1-3-5-16,13-8-1 0,-13 2-3 0,10-7 1 15,-14 4-3-15,12-13-2 0,-16 3 0 0,0-1 3 16,-6-1-4-16,-3-2-3 0,-3 0-4 0,-5-3-3 16,-4-2 3-16,-3 0-5 0,-2 0-2 0,-11-13-5 15,-2 13-1-15,-9-12-2 0,-8 1-2 0,-4 6-6 16,4 14 4-16,-12-5-5 0,4 10 0 0,-10 1-3 15,7 8-7-15,0 4-5 0,-1 6-16 0,-12 8-18 16,13 1-16-16,-14 11-16 0,6 5-34 0,2-1-25 0,16 0-40 16,0 3-157-16,2-1-358 0,9-2 158 15</inkml:trace>
  <inkml:trace contextRef="#ctx0" brushRef="#br0" timeOffset="-47370.09">8765 8267 2 0,'0'0'210'16,"0"0"-16"-16,-7-4-12 0,7 4-8 0,0 0-19 15,0 0-10-15,0 0-19 0,0 0-10 0,0 0-19 16,-3-7-9-16,3 7-9 0,0 0-11 0,0 0-3 16,0 0-8-16,10 19-3 0,-6-12-8 0,3 2-4 15,0 6 2-15,1 1-9 0,-1-3-3 0,0 2 0 16,-1-1-3-16,2 1-6 0,0 1 2 0,-5-7-6 16,3 3-3-16,-1-3-2 0,-1 2 1 0,-2-5-2 15,1 4-1-15,-2-7 0 0,-1-3-3 0,4 10 2 16,-4-10 6-16,2 6 7 0,-2-6 15 0,0 0 14 15,0 0 15-15,3 6 8 0,-3-6 4 0,0 0-4 16,0 0-5-16,0 0-12 0,0 0-5 0,0 0-7 16,-4-36-8-16,5 23 0 0,1-5-3 0,1 3-8 15,1 0-4-15,3-1 1 0,-3 3-5 0,1 4-3 16,0 2 0-16,0-3-2 0,-3 5-9 0,4 0 1 16,0 3-3-16,2-1-1 0,-8 3-1 0,19 5-4 15,-9 0 1-15,4 4-5 0,-1 4-10 0,-2 3-4 0,-3 4-14 16,2 5-33-16,-3 4-34 0,0-2-32 0,-4 1-42 15,-1 2-33-15,-3 3-196 0,-2-1-438 16,0-5 193-16</inkml:trace>
  <inkml:trace contextRef="#ctx0" brushRef="#br0" timeOffset="-46774.71">3882 8722 1603 0,'-1'-29'-42'0,"-3"3"55"0,1 5 10 16,1 2 28-16,0 6-3 0,0 2-2 0,1-1-6 15,-4 3-3-15,3 2-6 0,2 7-8 0,-2-8-6 16,2 8-5-16,0 0-3 0,0 0 4 15,0 0-3-15,0 0-2 0,-1 26 12 0,-2 1 15 16,2 4-3-16,-1 4 2 0,-1 14-4 0,-3-5 0 0,3-8-1 16,0 10-2-16,2-14-7 0,-3 1 1 15,4-1-3-15,0-2-1 0,0 1-2 0,0-4 0 0,1 3-3 16,-1-5 1-16,3 2-2 0,-1-1 2 0,-2-7-19 16,2 0-28-16,-1 0-36 0,-1-2-23 0,2-1-26 15,-2-4-36-15,2-1-24 0,-4 0-101 0,1-4-303 16,1-7 134-16</inkml:trace>
  <inkml:trace contextRef="#ctx0" brushRef="#br0" timeOffset="-46563.75">3876 8768 145 0,'6'-9'184'0,"1"0"-16"0,3 0-15 0,1 3 2 16,1 2-9-16,0-1-16 0,0 5-12 0,6 2-7 15,-3 5-11-15,-2-3-13 0,1 7-5 0,-2 0-7 16,2 4-10-16,-7 0-2 0,-2 3-7 0,-3 1-6 16,0 7-3-16,-6-1-6 0,-2-1-9 0,-3 0-27 15,0-6-33-15,-2 0-47 0,-1 4-40 16,-2-8-59-16,-7 2-97 0,6-5-292 0,2-6 129 0</inkml:trace>
  <inkml:trace contextRef="#ctx0" brushRef="#br0" timeOffset="-46425.44">3943 8817 55 0,'3'-7'226'0,"0"3"-35"15,-3 4-33-15,6-9-36 0,1 7-28 0,-7 2-36 16,11-2-35-16,-11 2-46 0,18 3-54 0,-15 2-62 16,6 0-148-16,-9-5 66 0</inkml:trace>
  <inkml:trace contextRef="#ctx0" brushRef="#br0" timeOffset="-41290.63">3013 11140 45 0,'0'0'64'0,"1"-8"-3"0,-1 8 4 0,3-6-3 0,-3 6 2 16,1-8-6-16,-1 8-1 0,0 0-1 0,0-8-9 16,0 8 4-16,0 0-3 0,0-11-14 0,0 11-3 15,0-8 7-15,0 8 5 0,1-9-1 0,-1 9 8 16,0 0-11-16,-1-10 11 0,1 10 1 0,0-10 12 15,0 10-8-15,-1-7-7 0,1 7-1 0,0-12-4 16,0 12 2-16,0-10 3 0,0 10 8 0,-1-8-6 16,1 8 1-16,0 0-2 0,0-10-5 0,0 10-4 15,0 0-2-15,0 0-2 0,-2-8-6 0,2 8-5 16,0 0-5-16,0 0-3 0,0 0 0 0,0 0-5 16,0 0-4-16,0 0-1 0,0 0 4 0,0 0-11 15,0 0 6-15,0 0-5 0,0 0-1 0,0 0 2 16,2 26 0-16,-2-15 6 0,2 1-6 0,-2 1 0 15,0-1 6-15,3 4-9 0,-2 1 3 0,0-2-2 16,-1 1-3-16,0-1 3 0,0 1 4 0,2 1-3 16,-1-2-5-16,-1-4 2 0,0 2 1 0,0 3 1 15,-1-2 0-15,1 3 1 0,0-2-2 0,-2 1 5 16,2 0-3-16,-1 1 0 0,1-4 1 0,-1 4 3 16,-1-2 1-16,1 2 0 0,0-1-2 0,0 2-2 15,1 0 7-15,0-2-12 0,-2 4 13 0,1-1-4 16,0 0 4-16,-1-1-2 0,1 0-3 0,1 0 0 15,-1 1-8-15,1 0 7 0,0-2 0 0,0 2-1 16,1 0 1-16,-2 0 3 0,2 6 7 0,0 0-11 16,-1-5 2-16,0-1 8 0,2 0-1 0,-1-1-2 0,0 2 1 15,1-3-5-15,-1 1 7 0,-1 0-12 16,2 0 10-16,-2 0 6 0,0 1-3 0,3 5 8 16,-4-5 0-16,1 1 0 0,-2-2-3 0,0 7 0 15,1-6 17-15,1 0-4 0,-2-1-4 0,1 8-4 16,1-2 1-16,-3-5-3 0,3 0-3 0,-2 1-4 15,2-1 0-15,-1 7-1 0,1-5 4 0,-2-3-3 16,1 9-2-16,-1-7 0 0,2 4 2 0,-3-5-7 16,3 0 4-16,-1 0-6 0,1-1 4 0,0 3-2 15,0-2 2-15,0 1-4 0,1 5 2 0,-1-7-2 16,-1-1 2-16,0 1-2 0,1 0 1 0,0-1-2 16,-2 2 0-16,4-2-3 0,-2 0-4 0,0 0 6 15,1 0 2-15,-2 1-5 0,1-3 8 0,1 1-6 16,-2-3-2-16,1 5 1 0,0-4-1 0,1 3 1 15,-2-2 0-15,1 2 0 0,0 1 1 0,0 1 0 16,0-3-2-16,-2 0 9 0,4 0-7 0,-2 3-2 16,1-8 2-16,0 8 1 0,0-7-1 0,1 6 0 15,1 0 4-15,0 0-8 0,-1-1 6 0,-2-1-1 16,2 1 0-16,-1-3 2 0,3 1-2 0,-3 2 4 16,0-1-3-16,1 0 1 0,0 1 3 0,0-2-1 15,0 1 0-15,-1-3-2 0,1 2 0 0,0 2 0 16,1-1 1-16,-3 1-6 0,2 0 5 0,1-1-5 15,-2 1 1-15,2-2 0 0,-1 1 1 0,0 0 0 16,-1-1 0-16,-1 1-3 0,1-3 0 0,2 2-1 16,-2 1 0-16,2-3 3 0,-2-1 3 0,0 4-3 15,0-1 2-15,1 1-3 0,-1 1 3 0,-1-5 0 16,2 0 1-16,0 0 8 0,-1 0-12 0,3 1 5 16,-3 0-4-16,2-3-1 0,-3 2 3 0,1-1 0 15,-1 0-3-15,2 1 1 0,0 0 6 0,-1-1-5 16,0 1 2-16,1 5-3 0,-1-5 4 0,0 1-2 15,1 0 1-15,-2-2 2 0,1 2-2 0,0-3-3 16,0 3 4-16,-1 0-6 0,0-4 3 0,0 2 1 16,2-1-2-16,0 0-1 0,-2 1 2 0,1-2-3 15,1 0 0-15,-1 0 2 0,-1 1 0 0,0 0-1 16,1-3 0-16,-1 2-1 0,1 1 1 0,-1-10-1 16,2 13 0-16,-2-4-2 0,1-3 3 0,0 1-3 15,-1-7 10-15,-1 13-12 0,1-13 5 0,0 13-4 16,0-8 4-16,0-5 0 0,0 18-2 0,0-7 1 15,0-3 0-15,0-1 0 0,1 1 0 0,1 1-2 16,-2 2 3-16,0-4 0 0,1 1-1 0,-1-8 1 16,-1 14 3-16,1-4-3 0,0-2-2 0,0 1 1 15,0 1 0-15,0-10 0 0,0 15 3 0,0-9-3 16,-2 4 9-16,2-10-8 0,-2 14 2 0,3-5-2 16,-1 1-2-16,0-3-2 0,0-7 5 0,-1 14 0 15,1-7 1-15,-2 3 0 0,2-1-2 0,0 1 4 16,0-10-4-16,-1 13 0 0,0-6 1 0,1-7 2 15,0 14-4-15,0-6 3 0,0 1-1 0,-1-2 0 16,2 3-1-16,-2-3 0 0,1 4 1 0,-2-3-2 16,2-8 0-16,0 15 6 0,0-8 5 0,0-7-5 15,2 16-6-15,-4-7-3 0,2-1 1 0,0-1 0 16,0 2 1-16,0-9 0 0,2 16-1 0,-2-7 2 16,0 0 1-16,1 1-2 0,-2 0 0 0,2 1-4 15,0-2 4-15,0 2 2 0,1-1-1 0,-1 1-2 16,-1 1 6-16,1-2-6 0,1 1 2 0,-2 0 3 15,0 0-2-15,-2 1 8 0,5-1-6 0,-3 0-5 16,0 0 2-16,0 0 0 0,0 1 1 0,0-2-2 16,0 2 1-16,1-1 0 0,-1-1-1 0,1 2 4 15,-1-1 0-15,2 0 4 0,-2 3-5 0,0-3-5 16,2 0 2-16,0 1 1 0,-2 0-1 16,2 2 34-16,-1-3 4 0,-1 1-2 0,2 1-3 0,-2-3-3 15,1 2-7-15,3-1 1 0,-4 0 9 0,0 1-2 16,-3-2-4-16,3 2-3 0,3-3 1 0,-1 0-3 15,1 2-2-15,-3-2 1 0,0 1-7 0,1 0 1 16,-1-4-2-16,1 4-3 0,1-4-2 0,-2 5 1 16,1-3 6-16,-1-8-4 0,1 13-2 0,1-7 2 15,0 3-3-15,-1-3-2 0,-1-6-2 0,2 11-11 16,-2-4 12-16,0-7 0 0,1 9-1 0,-1-9-3 16,3 9 6-16,-3-9-7 0,-2 6 2 15,2-6 3-15,4 6-15 0,-4-6 19 0,0 0-8 0,0 0 1 16,0 0-9-16,1 10 11 0,-1-10 0 0,0 0-3 15,0 0 2-15,0 8 1 0,0-8-2 16,0 0 0-16,0 0 3 0,0 0 1 0,0 0-1 0,0 0 0 16,-2 7 0-16,2-7-4 0,0 0 5 15,0 0-1-15,0 0-2 0,0 0-2 0,0 0 2 0,0 0-13 16,0 0-17-16,0 0-27 0,0 0-33 16,0 0-36-16,0 0-42 0,0 0-79 0,-9 7-247 0,9-7-531 15,0 0 236-15</inkml:trace>
  <inkml:trace contextRef="#ctx0" brushRef="#br0" timeOffset="-39493.59">3186 15163 5 0,'0'0'31'15,"0"0"-1"-15,0 0 1 0,0 0 0 16,0 0 2-16,0 0-5 0,0 0 3 0,0 0 4 16,0 0-6-16,0 0 3 0,0 0-2 0,0 0 1 15,0 0 3-15,0 0-1 0,0 0 0 0,0 0-1 16,0 0-5-16,0 0-3 0,0 0-6 0,0 0 5 15,0 0-2-15,0 0 10 0,0 0 13 0,0 0-10 0,0 0 2 16,0 0-4-16,0 0 8 0,0 0-6 16,0 0 5-16,-27-10 3 0,27 10-6 0,-7-3 7 15,7 3-9-15,0 0 4 0,-5-3-6 0,5 3-6 16,0 0 3-16,0 0 0 0,-6-6-4 0,6 6 4 16,0 0-1-16,0 0-2 0,-5-3 0 0,5 3-2 15,0 0-5-15,0 0 4 0,0 0 0 0,0 0-3 16,-7-4 5-16,7 4-2 0,0 0-1 0,0 0 3 15,-7-5 5-15,7 5 2 0,0 0 3 0,0 0 4 16,0 0-3-16,0 0-5 0,-7-4 0 0,7 4-4 16,0 0-3-16,0 0-3 0,0 0-1 0,0 0-5 15,0 0 1-15,0 0-4 0,0 0-5 0,0 0 2 16,0 0-8-16,0 0 5 0,0 0-1 0,0 0-2 16,0 0 3-16,0 0 0 0,0 0-4 0,0 0-2 15,0 0 3-15,0 0 3 0,0 0-2 0,0 0 0 16,27 5-1-16,-20-4 0 0,-7-1 3 0,19 0 0 15,-9 0-5-15,3 0 0 0,-1-1 3 0,-1-1-2 16,3 2 2-16,2-1-4 0,0 1 1 0,-1-2-1 16,4-1 3-16,0 0-2 0,-1 2 5 0,0-1-5 15,0-1 1-15,1 2-1 0,0-2 4 0,2 1 1 16,6-3 5-16,1 2-1 0,-7-1 3 0,10 0-2 16,-2 2 0-16,2-1-2 0,-1 1 0 0,-1-2 0 15,0 1-4-15,2-1 2 0,-4 1 2 0,0 2-6 16,2-2 3-16,2-1 2 0,-3 2 1 0,1 0-6 15,1-2 3-15,-7 1 2 0,6 0-7 0,2 2 5 16,-1-2-3-16,0 0 4 0,2-1 2 0,-2 2-3 16,2-1 1-16,-2 0 1 0,2-1-4 0,0 0 2 15,0 0-1-15,1 0 2 0,-2 4 0 0,2-1 4 16,0 0-5-16,2-2 5 0,-3 2-2 0,0-2-1 16,0 1 0-16,1 1 1 0,2-3-2 0,-1 2 3 15,-1 1-4-15,0-1 4 0,2-1 2 0,-1-2-4 16,2 4 0-16,-1-2 1 0,4 2 3 15,-2-5-1-15,1 5-2 0,1-5 2 0,0 1 3 16,11 2-3-16,-13-1 0 0,4 0 6 0,10-2-3 16,2 2-3-16,-15 1 3 0,13-2-2 0,-12 4 0 0,14-7-1 15,-13 5 2-15,11-2 4 0,-13 1-2 0,13-4-6 16,2 4-3-16,-18-1 3 0,19 0 0 16,-1-1 0-16,-2 2-3 0,-13 1 0 0,14-1-1 0,0-2 0 15,-12 4 2-15,13-5-2 0,-2 3 0 0,-13 2 1 16,17-4 0-16,-4 2-2 0,-13 3 8 15,0-3-9-15,13-1 3 0,0 0-6 0,-1 2 8 16,-14 0-5-16,17-1 2 0,-14 0 0 0,12 0-1 0,-13 1 1 16,13-1 1-16,-12 1-2 0,14-1-1 15,-3 2 2-15,-12 0 0 0,2-2 1 0,0 1 0 16,-1-1-2-16,1 2 0 0,15 0-1 0,-17-1 2 16,-1 3-1-16,3-3 0 0,12 0-1 0,-14 1 1 15,1 0 4-15,1-2-1 0,11 1 1 0,-14 0 2 16,0 1-3-16,3-1 4 0,12-1-4 0,0 1 5 0,-13 0-6 15,-1 3 2-15,2-2-3 0,-1-2-1 16,14 3 4-16,-16-2-2 0,1 2-1 0,0 0 0 0,15-4-4 16,-16 5 2-16,-1-2 2 0,2-1-1 15,0 0 1-15,1 3 1 0,12-1-1 0,-13-1-1 16,0 2-1-16,1 2 0 0,12-2-1 0,-13-2-2 16,2 2 2-16,11-1-1 0,-13 0 0 0,15-2 2 15,-16 1 0-15,2 0 0 0,1 2 0 0,0 0-3 16,13-2 3-16,-14 2 0 0,-1-2-2 0,3 1 5 15,-3-3-7-15,13 4 2 0,-1-1 1 0,-14 2 0 16,1-1 1-16,1 0-2 0,1 0 0 0,-1-4-2 16,14 4 3-16,-13-1 0 0,2 0-1 0,-2-1 2 15,12 1-3-15,1 0 5 0,-15 1-2 0,3 0 3 16,0-1 2-16,11 0 0 0,-12-1-2 0,-2-2 2 16,2 4-2-16,0-4 2 0,0 4-3 0,-2 0 1 15,14-1-2-15,-17-1-1 0,4 1 2 0,-2 2 0 16,2-2-2-16,-1-2 2 0,1 0 3 0,0 1-6 15,-3 1 2-15,4-1 3 0,-6 1-2 0,0 0-1 16,0 1 3-16,2-2-1 0,-3 2 0 0,0 0-1 16,-2-3-3-16,0 3-1 0,-1-2 4 0,4 2-2 15,-11-1 3-15,6 1-5 0,2-3 4 0,-3 2 0 16,-6-2-2-16,10 3 4 0,-3 0-6 0,-1-3 0 16,-5 3 1-16,-3 0 1 0,4 0 1 0,-3 0-2 15,1-1 0-15,-3-1 1 0,-6 1-3 0,1 1 3 16,0 0-5-16,-13 0 3 0,14 0 0 0,-14 0 2 15,11 0-1-15,-11 0 5 0,0 0 4 0,13 0 0 16,-13 0 0-16,0 0 13 0,0 0 0 16,0 0-1-16,0 0 3 0,0 0-4 0,0 0 0 15,0 0-1-15,18-2-6 0,-18 2 4 0,0 0-8 0,0 0 4 16,0 0-8-16,0 0 0 0,0 0-1 0,0 0 1 16,0 0 1-16,0 0-13 0,0 0 5 0,0 0-10 15,0 0-6-15,0 0-18 0,0 0-15 0,0 0-23 16,0 0-21-16,0 0-31 0,0 0-39 15,0 0-37-15,0 0-39 0,0 0-185 0,-42-7-457 16,42 7 203-16</inkml:trace>
  <inkml:trace contextRef="#ctx0" brushRef="#br0" timeOffset="-38986.25">10952 14447 161 0,'0'0'170'0,"0"0"-7"0,0 0-9 0,0 0-13 0,0 0-9 15,0 0-7-15,0 0-11 0,0 0-11 0,0 0-8 16,0 0-11-16,0 0-10 0,0 0-9 0,0 0-2 16,0 0-8-16,0 0-9 0,0 0 0 0,0 0-5 15,0 0-3-15,0 0 7 0,0 0-1 0,0 0 4 16,0 0 8-16,0 0-5 0,32 19-1 0,-15-14-2 15,-3-1-2-15,-3 0-4 0,8 3-2 16,-6-4-2-16,5 2-3 0,-7 0-3 0,5 4 7 0,-5-5-15 16,-2 2-1-16,3 0-3 0,-1 0 7 0,0 0-12 15,-1 1 2-15,-1 0-5 0,-2 0 0 0,-1 2 0 16,-3-3 0-16,4 1-4 0,-6-2 0 0,1 6 2 16,-2-2-3-16,-1 4 1 0,-4 4-3 0,-4-1 5 15,3 0-2-15,-3-1 2 0,-6 6-3 0,-1 2 2 16,-2-3-2-16,2 2 0 0,-1 1-6 0,3 1-28 15,-5-3-43-15,2 1-52 0,4-2-49 0,-1 1-59 16,0-4-128-16,4-1-386 0,2-2 171 0</inkml:trace>
  <inkml:trace contextRef="#ctx0" brushRef="#br0" timeOffset="-37674.66">3035 11010 28 0,'0'0'115'0,"-4"-6"-13"16,4 6-4-16,0 0-6 0,0 0-11 0,-8-5 2 15,8 5-13-15,-2-5-2 0,2 5-1 0,0 0 3 16,-4-7-4-16,4 7-6 0,0 0-3 0,-3-6-2 15,3 6 0-15,0 0 7 0,0 0-10 0,0 0-1 16,0 0-3-16,-4-6 2 0,4 6-8 0,0 0 4 16,0 0-10-16,0 0 3 0,0 0-7 0,0 0-4 15,0 0-3-15,0 0 0 0,0 0-5 0,0 0-9 16,0 0 5-16,0 0-2 0,0 0 10 0,0 0-2 16,-8 14 1-16,5-4 5 0,-2 0 2 0,0 3 2 15,-4 2 0-15,0-1 1 0,-1 3-3 0,-1-2-1 16,1 2-1-16,-1 0-20 0,0-4 6 0,0 0-2 15,3-3-4-15,-1 2 2 0,3-2-3 0,-3 0 1 16,3-1-5-16,-1 0 3 0,2-2-4 0,-1 2-1 16,-1-2 5-16,2-1 2 0,1-1-12 0,1 1-15 15,3-6-18-15,-4 6-18 0,4-6-22 16,-3 5-21-16,3-5-16 0,0 0-10 0,0 0-14 16,-4 8-4-16,4-8-85 0,0 0-246 0,0 0 110 0</inkml:trace>
  <inkml:trace contextRef="#ctx0" brushRef="#br0" timeOffset="-37312.47">2959 11042 22 0,'-2'-10'130'0,"2"10"-7"0,0 0-10 15,0 0 10-15,0 0 2 0,0 0-14 0,-1-9-7 16,1 9-7-16,0 0-11 0,0 0-10 0,0 0-11 16,0 0-7-16,0 0-5 0,0 0-3 0,0 0 20 15,0 0 11-15,0 0-14 0,21 12 0 0,-16-8-2 16,6 2-9-16,-2-1 1 0,1 3-4 0,-1-3-2 15,2 3-9-15,-1-4-2 0,1-1-10 0,1 4 3 16,-1 0-1-16,-1 0-7 0,0 1-3 0,0-1 3 16,-1 1-7-16,0-1 4 0,1 1-20 0,-2 1-11 15,0 2-38-15,-3-1-27 0,8 1-43 0,-8-1-45 16,-1-1-136-16,-3-1-323 0,-1-8 144 0</inkml:trace>
  <inkml:trace contextRef="#ctx0" brushRef="#br0" timeOffset="-34111.89">531 12533 3 0,'0'0'152'0,"0"0"2"15,0 0-1-15,0 0-3 0,0 0-13 0,0 0-8 16,26-71-15-16,-26 71 3 0,14-33-10 0,-14 33-3 16,14-35 0-16,-14 35-14 0,13-34-2 0,-6 10-6 15,-7 24-10-15,13-42-5 0,-4 19-5 0,3-4-7 16,-12 27-5-16,17-50-2 0,-9 24-6 0,-8 26-2 15,9-42-7-15,-1 16-1 0,-8 26-5 16,7-36-2-16,-7 36-7 0,2-37 2 0,-2 37-1 0,0-35-7 16,0 35 2-16,0 0 2 0,0 0-1 0,-3-41-1 15,3 41-2-15,0 0-7 0,0 0 0 0,0 0 1 16,0 0-4-16,0 0-2 0,-6-32-4 0,6 32 2 16,0 0-1-16,0 0-4 0,0 0 7 0,0 0-6 15,0 0 6-15,0 0-6 0,0 0 1 0,0 0 3 16,0 0-2-16,-17 98 3 0,17-98-3 0,0 51-2 15,-6-25 5-15,6-26 2 0,-4 54 2 16,0-29-3-16,4-25 3 0,2 46-2 0,-2-46 1 0,4 44-2 16,-4-44 0-16,2 36 3 0,-2-36-1 0,6 34 1 15,-6-34 0-15,10 29-2 0,-10-29-2 0,0 0 1 16,12 31 6-16,-12-31-2 0,0 0-1 16,18 20-2-16,-18-20 2 0,0 0-1 0,0 0-2 15,17 16-2-15,-17-16-3 0,0 0 7 0,0 0 0 16,0 0-1-16,0 0 3 0,0 0-7 0,0 0 1 15,0 0 0-15,0 0-6 0,0 0 3 0,0 0 1 16,48-36-1-16,-48 36 4 0,0 0-7 0,13-31 4 16,-13 31-1-16,0 0 3 0,8-32-1 0,-8 32 0 15,0 0 5-15,6-29-6 0,-6 29 6 0,0 0 0 16,0 0 2-16,0 0-2 0,0 0-4 0,0 0-1 16,0 0-4-16,0 0 0 0,0 0 4 0,0 0-2 15,0 0 1-15,0 0-1 0,0 0 5 0,0 0-3 16,0 0 3-16,0 0-5 0,13 38 5 0,-11-28 0 15,0 0-2-15,-2-10 7 0,8 13-6 0,-6-7 3 16,2-1-4-16,1 1 3 0,-5-6 1 0,11 7 1 16,-4-5-6-16,1 1 7 0,-1-1 1 0,-7-2-1 15,0 0 3-15,25-5-2 0,-25 5 1 16,11-4-1-16,-4 0 1 0,-7 4 1 0,9-7 0 0,-9 7-3 16,7-10 0-16,-3 3-4 0,-4 7 5 0,2-13-6 15,-2 3-4-15,0 10-3 0,-4-19-3 0,1 11-2 16,-3-1 2-16,2-1 7 0,-2 3-7 15,0-2 2-15,0 1-1 0,-1 1 5 0,2-1 4 16,5 8-6-16,-11-9 3 0,11 9 4 0,-7-6-8 0,7 6 6 16,-7-7-7-16,7 7 3 0,0 0-3 0,0 0-4 15,-6-8 0-15,6 8-1 0,0 0 1 0,0 0 0 16,0 0 5-16,22-2 0 0,-22 2 0 0,27 1 2 16,-8-3-3-16,-4 2 2 0,7-2-3 15,-3 1 2-15,0 0 0 0,0 1 8 0,-2-2-2 16,-3 0-8-16,-1-2 2 0,-3 4 3 0,1-2 2 15,-11 2-3-15,16-3 6 0,-16 3 0 0,13 0 0 16,-13 0-2-16,9-4 2 0,-9 4 6 0,0 0 5 16,0 0-5-16,0 0 2 0,0 0 0 0,0 0-1 15,0 0 6-15,0 0-4 0,0 0 5 0,0 0-8 0,0 0-1 16,0 0 0-16,0 0-2 0,0 0-3 16,-41 4 1-16,31 1 1 0,-2 1-7 0,7 0 5 15,-4 2 0-15,0-1 0 0,1 3-3 0,1-1 1 16,3 3-2-16,-3-3 4 0,5 2-4 0,2-3 4 15,0-8-3-15,0 15-1 0,0-15-2 0,2 16 0 16,2-11-2-16,-4-5-4 0,7 10-4 0,2-5-4 16,0-3 0-16,-9-2 3 0,17 2 2 0,-6-3 4 15,-11 1-6-15,23-3 8 0,-13 2 0 0,0-3 0 16,-1-1 2-16,-2 0-4 0,-7 5 5 0,12-8 7 16,-8 2-3-16,0-1-2 0,-1-2-2 0,-3 9 6 15,2-15 1-15,-2 15 0 0,4-17 6 0,-4 17-6 16,0-12 10-16,0 12 7 0,1-12 8 0,-1 12-1 15,0 0 1-15,-1-13-8 0,1 13-2 0,0 0-5 16,0 0-2-16,0 0-5 0,0 0 5 16,0 0-5-16,0 0-3 0,0 0 4 0,4 46 0 0,-2-20-2 15,-2 3 2-15,1 3 0 0,-1 4 2 0,3-2 4 16,-3 12 2-16,2-11 0 0,0 0 5 0,-2 1-8 16,1-1 1-16,-1 1 0 0,0-2-2 0,0-1-2 15,-1-3 1-15,1 0-1 0,-4-1-4 0,2-2 6 16,0-3-6-16,-2-4-1 0,2-2 1 0,-2-1 3 15,1-5 0-15,1-1 1 0,-4 0-1 0,2-3-3 16,0-2 3-16,-4 3-1 0,8-9 0 16,-11 9 2-16,5-6 1 0,6-3-2 0,-15 2 1 0,4-2-2 15,11 0 2-15,-27-12-1 0,9 2-9 0,1-9 3 16,3 4-7-16,-6-8 0 0,6-2 1 0,1-3-2 16,4-2 5-16,0-2-2 0,4-1-6 15,1-2 4-15,4 3 1 0,4-1-11 0,1 0-10 16,6 1-4-16,0 4-8 0,4 2-13 0,-1 2-13 15,5 3-16-15,-2 2-18 0,-2 6-22 0,0 0-30 16,3 3-121-16,-5 1-295 0,4 0 131 0</inkml:trace>
  <inkml:trace contextRef="#ctx0" brushRef="#br0" timeOffset="-33607.96">1339 12093 10 0,'-1'-10'215'16,"-1"2"-4"-16,1-2-6 0,1 10-12 0,0-13-14 0,0 13-13 15,-1-7-22-15,1 7-16 0,-1-9-11 0,1 9-16 16,0 0-10-16,0 0-10 0,0 0-10 16,0 0-9-16,0 0-6 0,0 0-2 0,2 37-2 15,-2-17-8-15,1 9-2 0,-1 2-1 0,0 2 2 16,2 2-9-16,-1-2-2 0,-1-4-1 0,-1 2-6 16,5-2 5-16,-2-1-8 0,-2-3-5 0,0 0 3 15,2 0-4-15,0-6-3 0,0 0 2 0,0-2-3 0,-1-1 0 16,3 0-14-16,-4-2-19 0,2-2-21 0,0 0-19 15,-1-2-28-15,0 3-32 0,0-7-39 16,1 2-22-16,-2-8-137 0,-2 10-343 0,2-10 152 16</inkml:trace>
  <inkml:trace contextRef="#ctx0" brushRef="#br0" timeOffset="-33157.83">1321 12283 135 0,'0'0'136'0,"0"0"-10"0,-4-10 4 0,4 10 1 15,0 0-4-15,0-12-1 0,0 12-12 0,0 0-13 16,4-15-7-16,-4 15-6 0,9-9-7 16,-3 2-12-16,2-1-3 0,1 1-10 0,1 0-3 15,4 2-6-15,-4 0 0 0,1 1-9 0,0 1-6 16,3 2 0-16,-3 1-1 0,-11 0-7 0,21 4 1 15,-7-2-6-15,-4 3 1 0,-1 1-6 0,0 2 6 16,-1 0-4-16,-3 2-1 0,0 2-4 0,-1-1 2 16,-2-1-7-16,-2 5 4 0,-2 2 0 0,-2-6 4 15,-5 4-7-15,-2 0 2 0,-1-2-7 0,1 0 0 16,-5-2-7-16,2-1-12 0,-1-1-15 0,4-3-10 16,-2 0-19-16,1-1-38 0,1-3-15 0,-3-2-39 15,5 3-110-15,9-3-284 0,-22-4 126 0</inkml:trace>
  <inkml:trace contextRef="#ctx0" brushRef="#br0" timeOffset="-31836.1">713 13086 117 0,'0'0'181'0,"0"0"-4"0,0 0-14 16,0 0-7-16,0 0-14 0,0 0-15 0,0 0-18 15,0 0-10-15,0 0-13 0,0 0-8 0,0 0-7 16,0 0 4-16,0 0-20 0,0 0-7 0,0 0-3 16,0 0-6-16,0 0-3 0,-55 59-4 0,55-59-2 15,-6 37-3-15,6-37-6 0,-5 40-2 0,5-40-1 16,-2 35 2-16,2-35-5 0,0 0-2 0,9 43 2 15,-9-43-2-15,10 23 0 0,-10-23-10 0,0 0 17 16,19 27-12-16,-19-27 0 0,0 0 2 0,21 13 1 16,-21-13-2-16,0 0 2 0,0 0 7 0,0 0 3 15,0 0 11-15,56-12 1 0,-49 5 1 0,1 2 0 16,-1-4-2-16,1 1 0 0,-2-2 1 0,-4-1 4 16,0 1-8-16,-2 10 2 0,0 0-3 0,0 0-5 15,0 0-3-15,-21-61-1 0,21 61-2 0,-19-26-3 16,19 26-1-16,-21-22-3 0,21 22 0 0,0 0 1 15,-26-21-6-15,26 21-3 0,0 0-19 0,0 0-20 16,-23-14-32-16,23 14-10 0,0 0-13 0,0 0-22 16,0 0-30-16,0 0-32 0,0 0-146 0,-27 53-348 15,27-53 153-15</inkml:trace>
  <inkml:trace contextRef="#ctx0" brushRef="#br0" timeOffset="-31408.37">922 13379 31 0,'0'0'212'0,"0"0"-4"0,8-10-9 15,-8 10-12-15,0 0-14 0,-2-11-18 0,2 3-14 0,0 8-2 16,-2-14-7-16,0 7 2 0,2-3-10 0,-1-2-10 16,-1 0-10-16,1 2-11 0,-2-4-4 15,3 2-13-15,-4-4-6 0,-1 1-7 0,4-2-7 16,-3 5-5-16,2 2-7 0,0 0-5 0,0 3 4 15,2 7-5-15,-4-14 0 0,1 10-6 0,3 4-4 16,-2-10-3-16,2 10 0 0,0 0-8 0,-2-8 1 16,2 8-5-16,0 0 1 0,-3-6-6 0,3 6 0 15,0 0-10-15,0 0 3 0,0 0-3 0,0 0-6 16,0 0-8-16,0 0 1 0,0 0-7 0,14-4 8 16,-14 4-1-16,11-1 2 0,-2 1 3 0,0-2-6 15,-9 2 8-15,19 0-2 0,-11-1 3 0,0 2 0 16,-1-1-5-16,-7 0 6 0,16 2-4 0,-11 0 2 15,2-1 1-15,0 1-5 0,-7-2 1 0,11 6 3 16,-7-3 2-16,3 2 0 0,-1-2 0 0,-1 3 1 16,0-2 1-16,-1 3 0 0,0 1 1 0,-1 3 0 15,1 0-1-15,0-4 1 0,1 3 1 0,-2 0 5 16,1 0-2-16,-2 8-4 0,0-5-20 0,1-2-42 16,-1 3-20-16,0 2-35 0,2 2-40 0,1-2-28 15,0 1-149-15,-1 0-363 0,0-2 161 0</inkml:trace>
  <inkml:trace contextRef="#ctx0" brushRef="#br0" timeOffset="-30881.61">425 13801 74 0,'0'0'165'16,"0"0"-13"-16,-6-43 5 0,6 43 2 0,0 0-9 15,0 0-5-15,0 0-12 0,-10-33-7 0,10 33-11 16,0 0-16-16,0 0-12 0,0 0-16 16,0 0 0-16,0 0-17 0,0 0-2 0,0 0-10 15,0 0-5-15,0 0 0 0,0 0-4 0,0 0 1 16,0 0-7-16,10 127-3 0,-8-102-2 0,-2-25 1 16,2 53-2-16,0-26-1 0,-2-27-3 0,0 48 1 15,0-48-4-15,3 51-17 0,-2-26-16 0,-1-25-38 16,3 36-24-16,-3-36-24 0,6 33-38 0,-6-33-153 15,0 0-320-15,5 36 142 0</inkml:trace>
  <inkml:trace contextRef="#ctx0" brushRef="#br0" timeOffset="-30090.2">654 13931 89 0,'0'0'170'0,"0"0"-27"0,0 0-8 0,0 0-9 16,0 0-10-16,0 0-13 0,0 0-12 16,0 0-6-16,0 0-6 0,0 0-10 0,0 0-10 15,-51 56-13-15,51-56 0 0,0 0 4 0,-5 30-12 0,5-30-1 16,0 0-5-16,0 0-3 0,0 0-13 0,0 0 2 16,0 0 5-16,5 39 0 0,-5-39-5 0,0 0 2 15,0 0-3-15,0 0-1 0,0 0-5 16,0 0 4-16,0 0-6 0,0 0 1 0,0 0-1 15,0 0-10-15,0 0-9 0,0 0-1 0,0 0 3 16,0 0-6-16,0 0-12 0,0 0 0 0,0 0 2 16,51-67-2-16,-51 67-2 0,0 0 13 0,0 0-7 15,0 0 13-15,-13-50-4 0,13 50 15 0,0 0 3 16,0 0-3-16,0 0 5 0,-18-30-2 0,18 30-2 16,0 0-5-16,0 0-1 0,0 0 2 0,0 0-6 15,0 0-5-15,0 0 7 0,0 0-2 0,0 0 1 16,0 0 3-16,0 0-1 0,33-28 2 0,-33 28-1 15,0 0-1-15,44-9 5 0,-44 9 4 0,28-6-8 16,-16 5 5-16,0-4-1 0,5 0 4 0,-6 3-7 16,2-1 4-16,-13 3-13 0,16-3 15 0,-16 3-3 15,12-3 6-15,-12 3-3 0,0 0 11 0,13-4 3 16,-13 4 13-16,0 0-5 0,0 0 5 16,0 0 2-16,0 0 3 0,0 0 1 0,0 0 0 0,0 0 2 15,0 0-7-15,0 0 1 0,0 0-5 16,0 0-6-16,0 0-2 0,0 0-7 0,0 0 1 15,0 0-2-15,0 0-3 0,0 0-2 0,0 0 3 0,-40 54-3 16,40-54-4-16,0 0 9 0,-10 32-9 0,10-32 3 16,0 0-11-16,0 0-9 0,3 41-4 15,-3-41 0-15,0 0-10 0,9 19-2 0,-5-15 5 0,-4-4 2 16,11 8-2-16,-11-8-4 0,14 0 5 16,-14 0 2-16,16 0 10 0,-16 0-8 0,0 0 1 15,18-7 4-15,-18 7 4 0,13-7 3 0,-13 7 8 16,9-7-6-16,-9 7 4 0,7-9 1 0,-7 9 1 15,0 0 0-15,4-11-1 0,-4 11 5 0,0 0-2 16,0 0 1-16,0 0-6 0,5-11 6 0,-5 11-2 16,0 0-5-16,0 0 0 0,0 0 6 0,0 0-5 15,10 23 2-15,-6-11-1 0,-2 5-10 0,-2 0 11 16,4 1-3-16,1 6 1 0,-1-4 1 0,0 5 1 16,-1 0 3-16,-2-5-2 0,0 5-1 0,-1-7 5 15,0 1 0-15,0 1 7 0,-5-1-7 0,5-1 14 16,-6 0 1-16,3 1-1 0,-3-1-6 0,-1 0 0 15,0-3 1-15,-6 0-7 0,9-5 8 0,-6 0-10 16,3-2-3-16,1 0-23 0,6-8-27 0,0 0-34 16,0 0-47-16,0 0-121 0,0 0-273 0,-46 17 121 15</inkml:trace>
  <inkml:trace contextRef="#ctx0" brushRef="#br0" timeOffset="-29710.17">1137 13922 119 0,'9'-4'129'0,"-9"4"-11"16,0 0-3-16,0 0 4 0,12 13-1 0,-12-13-13 16,8 12-7-16,-5-6-9 0,-3-6-3 0,4 13-6 15,1-8-9-15,-5-5-3 0,4 14-1 0,-2-9-1 16,-2-5-2-16,3 10-2 0,-3-10 2 0,0 0 1 15,4 9 17-15,-4-9 2 0,0 0 9 0,0 0 4 16,0 0-7-16,0 0-7 0,0 0-9 0,0 0-8 16,0 0-7-16,0 0 0 0,0 0-8 0,-2-33 0 15,4 23-11-15,1-5-6 0,-1-2 3 0,4 2-4 16,-2 5-2-16,-1-2-1 0,-1 0-7 0,7-3 0 16,-4 6-5-16,0-1-2 0,-5 10-1 0,10-16-10 15,-10 16-4-15,8-6 2 0,-8 6-1 16,0 0-5-16,15 0-2 0,-15 0 6 0,16 9-4 0,-16-9 2 15,16 18-2-15,-8-8 5 0,1 7-6 16,-4-1-17-16,3 2-17 0,-3 0-31 0,1 1-26 16,-3-2-34-16,2 1-35 0,0-2-53 0,-4 3-142 15,-1-6-390-15,2-3 173 0</inkml:trace>
  <inkml:trace contextRef="#ctx0" brushRef="#br0" timeOffset="-29039.88">1543 13780 59 0,'0'0'123'0,"23"11"-15"0,-16-3-12 15,3 2-7-15,1 3-4 0,-3 2-14 0,1-2-11 16,5 9 11-16,-6-8-21 0,-3 2-23 0,-1 0-8 0,0 2-27 16,-1-1-26-16,-1-1-22 0,-4 2-71 0,-1-1-137 15,-5-3 60-15</inkml:trace>
  <inkml:trace contextRef="#ctx0" brushRef="#br0" timeOffset="-28772.15">1168 13957 58 0,'-8'24'117'0,"-2"3"-13"0,3-1-10 16,3 1-13-16,2 1-2 0,2-1-19 0,6-2-17 15,2 0-40-15,1-9-30 0,1 0-23 0,2 0-44 16,2-4-101-16,3-4 44 0</inkml:trace>
  <inkml:trace contextRef="#ctx0" brushRef="#br0" timeOffset="-27672.61">1330 12062 26 0,'-8'21'103'0,"3"-10"0"0,-4 6-8 0,-2 9-8 0,-1 2-3 15,1 1 0-15,2-1-13 0,-2 3-9 0,3-3-6 16,4 2-7-16,0-4-3 0,2 1-1 0,2-1-5 16,4-1 0-16,4 1-6 0,1-2-4 0,-1-7-10 15,6 5 4-15,1-1-17 0,-2-7-15 0,6 4-11 16,3-2-9-16,-7-6-32 0,4 1-10 0,-2-2-17 16,-2 1-52-16,-3-5-152 0,5 1 68 0</inkml:trace>
  <inkml:trace contextRef="#ctx0" brushRef="#br0" timeOffset="-27406.16">1689 12135 58 0,'6'27'116'0,"2"2"-6"0,-4 2-8 0,1 4 1 16,-3 2-10-16,0 9-6 0,-4-10-12 0,-1 12-4 16,-5-1-11-16,0-1-5 0,-3 0-37 0,-3-1-38 0,1-12-55 15,-10 13-68-15,4-15-154 0,0-3 69 16</inkml:trace>
  <inkml:trace contextRef="#ctx0" brushRef="#br0" timeOffset="-21414.68">5292 15451 13 0,'-4'12'39'0,"1"-3"-4"0,3 2-2 0,0-1-5 15,0-1-1-15,0-9-4 0,3 11-1 0,-2-6 2 16,-1-5-1-16,4 8 19 0,-4-8 3 0,6 7 6 0,0-6 1 16,-6-1-4-16,12-1 3 0,-12 1 4 0,12-7 0 15,-6 2-7-15,3 0 7 0,-1-3 3 0,-2-1 4 16,1 1-6-16,-1 2 4 0,-1-7 0 16,1 5 4-16,-3-1-10 0,1-1-1 0,-2 0-4 15,2 0-1-15,-1 0 4 0,-1 2 4 0,0 0-2 16,-1 2-1-16,-1 6-2 0,1-10-2 0,-1 10-6 15,3-6 9-15,-3 6-18 0,2-7-8 0,-2 7-4 0,0 0-2 16,0 0-4-16,0 0-5 0,0 0 0 16,0 0 3-16,4 24-4 0,-1-14 1 0,-1 1 1 15,1 0-4-15,-1 2-3 0,2-1 5 0,0 0-3 16,2-2-5-16,-1 2-13 0,1-2-26 0,0 0-34 16,1-2-33-16,1-3-28 0,1 3-137 0,-2-4-289 15,3-3 129-15</inkml:trace>
  <inkml:trace contextRef="#ctx0" brushRef="#br0" timeOffset="-21195.85">5690 15141 89 0,'0'0'194'0,"0"-11"-19"15,0 11-20-15,0 0-21 0,-2-8-13 0,2 8-10 16,0 0 2-16,0 0-7 0,1 26-8 0,-1-8-6 15,0 6-13-15,-2 3-6 0,0-1-6 0,4 3-7 16,-4-3-1-16,0 2-13 0,3-1 4 0,-2-7-13 16,-3 6-15-16,3-5-23 0,1-4-32 0,2 0-44 15,1-1-35-15,-3-1-40 0,0-4-99 0,-3-2-273 16,3-9 121-16</inkml:trace>
  <inkml:trace contextRef="#ctx0" brushRef="#br0" timeOffset="-21029.39">5593 15316 39 0,'0'0'127'16,"0"0"-2"-16,0 0-27 0,0 0-4 0,0 0-12 16,21-1-20-16,-21 1-25 0,31 5-43 0,-10-3-47 0,10 0-49 15,3-5-109-15,0-2 50 0</inkml:trace>
  <inkml:trace contextRef="#ctx0" brushRef="#br0" timeOffset="-20236.22">6318 15466 84 0,'0'0'183'0,"-10"0"-4"0,10 0-9 16,-7-5-6-16,7 5-17 0,-5-8-10 0,5 8-21 15,5-13-7-15,0 1-9 0,6-1-17 0,3-1-4 16,2-6-7-16,3 1-7 0,3 0-8 0,1-2 2 15,-2 3-9-15,-3 0-6 0,-6 5-3 0,0-1-6 16,-1 2-3-16,-3-1-2 0,-3 1-2 0,0 3-2 16,-2 0-5-16,1 0 2 0,-3 2-3 0,-1 0-9 15,0 7 3-15,0-11-6 0,0 11 1 0,-6-7-4 16,6 7 2-16,-12-2-4 0,12 2 0 0,-19 6-5 16,6 0 3-16,-2 5 0 0,-6 4 2 0,1 1-3 15,-3 0-4-15,4 0 6 0,5-4-4 0,-1 10 4 0,5-5-4 16,3 0 1-16,2-3-2 0,1 2 3 0,4-5 4 15,2 0-7-15,3 3 1 0,2-3 2 16,3 2-1-16,3-3-3 0,1 0 6 0,5-2-14 16,7 2-3-16,0-8-4 0,2 0 2 0,4-1-3 15,-2-4-2-15,0-1 0 0,2-2 0 0,0-1 4 16,2-3 6-16,-4 1-6 0,2-5-2 0,-4 2 13 16,-2-1-3-16,-4-1-5 0,1-1 12 0,-7 4-5 15,-3-1 3-15,-1 1 1 0,-1-2-3 0,-5-2 3 16,0 5-6-16,-4-2 9 0,1 2 3 0,-3 0-1 15,0 6 0-15,0 4 6 0,-5-11 0 0,-1 6-5 16,-1 1 2-16,-2 3-2 0,-1 1 2 0,-3 1 4 16,3 4-1-16,-3-1 0 0,1 4 4 0,-2-1-1 15,3 6-1-15,-2-5-1 0,4 5 1 0,1-5 2 16,3 2-3-16,-1-1-1 0,1 0 1 0,5 0-6 16,0-9 5-16,-1 13-8 0,2-3 4 0,0-4 0 15,-1-6 1-15,9 8 0 0,-5-4-1 0,0 1 2 16,0-1-5-16,1 0 9 0,-5-4-9 0,12 3 3 15,-5 0 0-15,-7-3-3 0,11 4 0 0,-4-1-2 16,-1 3 0-16,2 0 5 0,-2 3-5 0,2 0 0 16,-3 2 1-16,0 2-2 0,0 3 8 0,-1 1-10 15,1 8 3-15,-4-5-3 0,2 5 4 0,-3 4-1 16,-1-10-4-16,1 6 4 0,-2-1 3 0,0 2 2 16,1-9-3-16,1 2-1 0,-2-3 0 0,1-1-2 15,1-4 0-15,0 1 1 0,-1-5-2 0,1 0-10 16,0-7-14-16,0 12-3 0,-2-7-6 0,2-5-14 15,0 0-22-15,0 0-20 0,0 0-29 0,0 0-15 16,0 0-109-16,0 0-265 0,17-13 119 0</inkml:trace>
  <inkml:trace contextRef="#ctx0" brushRef="#br0" timeOffset="-19717.3">7011 15347 149 0,'-7'-14'157'15,"6"8"-5"-15,1 6-5 0,0 0-24 0,-4-9-12 16,4 9-4-16,0 0-9 0,0 0-9 0,0 0 0 16,0 0-3-16,0 0-2 0,0 0-6 15,1 32-6-15,1-19-1 0,3 3-12 0,0-1-5 0,-1-2-5 16,0-2 3-16,1 0-7 0,2 4-5 0,1-6-4 16,0 1-3-16,-2-3-2 0,2 0-3 0,2-1-2 15,-2-1-1-15,3 0-1 0,-4-4 6 0,4 0-10 16,1-5 4-16,-1 1-6 0,2-2 5 0,-4-2-7 15,1 1 2-15,-1-2 2 0,0 0 10 16,-1-1-5-16,2-5 1 0,-1 1-5 0,-4 3-2 0,0-2-3 16,3-4 4-16,-5 6-9 0,1-3 4 0,0 1-5 15,0 2-3-15,-1 1 0 0,-2 1 2 0,-1 8-3 16,2-9-1-16,-2 9-4 0,3-4-5 0,-3 4 4 16,0 0 0-16,0 0-5 0,0 0 8 0,0 0-5 15,6 24 3-15,-3-16 5 0,-2 4-6 0,2-3 0 16,-1 3 2-16,1-3-2 0,1 2 2 0,2-3-3 15,0 1 3-15,2-3 1 0,-2-1 2 16,1-1-3-16,3-2 8 0,0 0-10 0,-2-3 9 0,-8 1-7 16,22-4 4-16,-12 1-1 0,3-3 1 0,-4 1-3 15,-2 0 0-15,2-3 3 0,-1 1-2 0,-3-1 0 16,-1-1 6-16,-4 9-3 0,4-17-5 16,-3 8-4-16,-1-1 6 0,0 10 4 0,1-16-4 0,-1 16-3 15,0-13 3-15,0 13-2 0,-1-7-1 0,1 7-8 16,0 0 4-16,-1-7-2 0,1 7 1 15,0 0 1-15,0 0 3 0,0 0-3 0,0 0-17 16,0 35-32-16,0-35-19 0,1 24-33 0,0-11-45 16,2-1-41-16,-1 2-146 0,0-4-364 0,-1-1 161 15</inkml:trace>
  <inkml:trace contextRef="#ctx0" brushRef="#br0" timeOffset="-19349.5">7542 15089 119 0,'0'0'139'0,"8"-5"0"0,-8 5-7 16,0 0-4-16,0 0-14 0,0 0-15 0,0 0-8 16,0 0-3-16,0 0 7 0,9 10 5 0,-9 0 1 15,1 5-5-15,2 3-6 0,-6 1-9 0,3 1-8 16,3-1-7-16,-8 8-5 0,6-2-1 0,-1 1-12 15,-3-6-10-15,5-4-26 0,-1 4-24 0,-1-2-30 16,5 0-34-16,-3-3-35 0,1 0-33 0,-3-2-121 16,1-3-285-16,-1-10 126 0</inkml:trace>
  <inkml:trace contextRef="#ctx0" brushRef="#br0" timeOffset="-19181.3">7719 15290 108 0,'0'0'143'0,"0"0"-14"0,0 0-11 0,0 0-9 16,0 0-15-16,0 0-7 0,0 0-4 0,-7 40-11 15,6-30-14-15,1-10-49 0,-2 18-38 0,0-6-46 16,1-2-76-16,-2-1-165 0,3-9 73 0</inkml:trace>
  <inkml:trace contextRef="#ctx0" brushRef="#br0" timeOffset="-18693.34">7809 15063 20 0,'0'0'118'16,"11"3"1"-16,-11-3-6 0,5 11-3 0,-1-2 5 16,-3 3-4-16,0 1-3 0,0 3 1 0,1 0-10 0,-1 2-3 15,0-4-12-15,-1 4-3 0,0 0-9 0,0 1-3 16,3-2-10-16,-2-2-5 0,0 0-2 15,1-5-9-15,-1 1-2 0,-1-2-1 0,1-1-5 16,-1-8-10-16,3 10 7 0,-3-10-4 0,1 6-2 16,-1-6-3-16,3 8 2 0,-3-8-2 0,0 0-9 15,0 0 4-15,0 0-7 0,0 0-2 0,0 0-2 16,0 0 2-16,21-15-8 0,-16 9-4 0,4 1-3 16,-2 1 1-16,5 0-4 0,-3 1 1 0,0-1-1 15,3 4 4-15,-2 0-4 0,-10 0 2 0,14 1-2 16,-8 4-1-16,1 0 11 0,-2 1 1 0,3 1 7 15,-3 1 8-15,0 1 6 0,-3 2-3 0,0 0 4 16,-4 1 2-16,0 1 3 0,-1-1-8 0,-3-1 3 16,0 4-5-16,-5 0 0 0,4-5-18 0,-3 3-19 15,1-5-36-15,-2 1-45 0,1-3-40 0,0-1-169 16,-7-1-332-16,6-2 147 0</inkml:trace>
  <inkml:trace contextRef="#ctx0" brushRef="#br0" timeOffset="-18348.16">8144 15225 139 0,'0'0'170'0,"13"8"-2"0,-8-4-8 16,2 4-6-16,-4 1-7 0,1 0-9 0,0 3-6 16,-2-3-7-16,1 2-7 0,0-1-6 0,-3 1-13 15,1-1-10-15,0 1-7 0,-1-1-14 0,0-10-1 16,-1 11-3-16,1-11-4 0,-1 9 7 0,1-9 10 15,1 5 7-15,-1-5 2 0,0 0-11 0,0 0 0 16,0 0-13-16,0 0-8 0,0 0-4 0,0 0-8 16,10-24 0-16,-5 13-7 0,3 1-4 0,1-1-7 15,0-3-6-15,1 1-2 0,0 0-7 0,2-1-4 16,-2 5-2-16,-2 0-3 0,2 2 3 16,-4 0-4-16,1 3 2 0,-7 4-4 0,12-4 1 0,-12 4-4 15,0 0 3-15,18 6 3 0,-13 0-3 0,1 4 0 16,-1 0 1-16,-3-1-1 0,1 7-1 0,-4 0-5 15,1-2-14-15,0 4-20 0,-4 0-18 0,-1-1-35 16,-3 0-31-16,2-5-43 0,-1 2-37 0,-4 1-158 16,2-6-394-16,0 1 175 0</inkml:trace>
  <inkml:trace contextRef="#ctx0" brushRef="#br0" timeOffset="-17910.11">8254 15225 6 0,'10'5'30'0,"2"0"10"16,-2 1 10-16,-10-6 15 0,17 6 6 0,-17-6 9 15,10 5 3-15,-10-5-2 0,0 0-7 0,9 6 7 16,-9-6-12-16,6 5-6 0,-6-5 6 0,8 6 1 16,-8-6 0-16,0 0 3 0,5 11-2 0,-5-11 6 15,5 10-7-15,-5-10-6 0,4 12 0 0,-3-5-4 0,-1-7-4 16,5 12-11-16,-1-7-1 0,-4-5-1 0,8 11-3 16,-2-5 2-16,-6-6 3 0,11 4-2 15,1-6 1-15,-12 2 1 0,16-2-5 0,-4-6-1 16,0 2 0-16,2-3 6 0,-1-2-8 0,-2 0 2 15,2-3-4-15,-1 1 2 0,0 0 2 0,2 2 1 0,-1-2 2 16,0 3-6-16,0-2-1 0,1 2-6 16,-5 2 2-16,-2 0-1 0,0 3-7 0,-2 0 4 15,0 2-11-15,-5 3-1 0,9-1-2 0,-9 1-1 16,9 9 2-16,-6-4-16 0,-1 4-30 0,-2-9-34 16,0 20-48-16,-1-8-52 0,0 2-12 0,-1-1-14 15,1-1-124-15,-4 5-341 0,5-9 151 0</inkml:trace>
  <inkml:trace contextRef="#ctx0" brushRef="#br0" timeOffset="-17543.85">8684 15348 56 0,'1'-11'143'0,"-1"11"0"0,1-13 3 0,0 5-9 16,-2-3-2-16,-1 2-3 0,3-3 6 0,1 0-14 16,0-1-3-16,3-3 1 0,0 1-3 0,1 0 8 15,-1 4 3-15,2-1-2 0,-1 3-4 0,-1 1-10 16,0 2-9-16,4 0-11 0,0 2-6 0,0 1-10 15,3 2 2-15,-1 4-7 0,2 0-5 0,-3 1-3 16,2 4-8-16,2 2-2 0,-3 0-4 0,2 3-4 16,-5-2-7-16,1 1-4 0,-3-2-4 0,-1 0-2 15,3 5-4-15,-6-4 2 0,0-1-3 0,0 0 2 16,-2-5-7-16,2 1-6 0,-2-6 5 0,0 11-6 16,0-11 3-16,0 0-3 0,0 9-10 0,0-9-6 15,0 0 0-15,0 0-6 0,0 0 2 0,0 0-9 16,0 0-3-16,5-24 3 0,0 14-3 15,2-1 1-15,2-5-2 0,2 3 5 0,0-3 3 0,1 3-2 16,-3 4 2-16,-2-1-3 0,2 2 2 0,-2 0 1 16,-2 4 2-16,0-1-3 0,2 4 4 0,-7 1 0 15,12 1 2-15,-6 3-1 0,-2 1-4 0,-1 2-24 16,1 3-19-16,-4-10-31 0,2 19-38 0,-2-8-55 16,0-3-38-16,0-8-176 0,-5 18-425 0,5-18 188 15</inkml:trace>
  <inkml:trace contextRef="#ctx0" brushRef="#br0" timeOffset="-15196.75">5283 10810 5 0,'0'0'9'0,"-5"12"3"15,5-12-1-15,0 8 1 0,0-8-2 0,-2 13 2 0,2-4-3 16,2 1 0-16,-1 2-2 0,-1 0-1 16,1 1 6-16,2 2-10 0,-1 2 2 0,1 1-9 0,-1 1 8 15,1 5-9-15,1-3 6 0,-2-2-1 16,2 7 0-16,-1-6-1 0,2 3 1 0,0 2 2 0,-3-5 0 16,4 5 2-16,-3-1 1 0,1-5-5 0,-1 6 1 15,0 1 2-15,-2-1-1 0,3 3-1 16,-4-2 4-16,2 3-3 0,-1-3-1 0,-1 5 0 15,0-2 4-15,0 2-4 0,-1-2 0 0,1 1-1 16,-4-1 3-16,3 2 0 0,0-1-3 0,0 2 2 0,1-3 1 16,0 3-3-16,0-2 2 0,0-3-3 15,1 3 4-15,0-1 1 0,-2-2-3 0,2 1 1 16,0-1-1-16,1 1-1 0,0 0 3 0,1-1-2 16,-3 1 3-16,1 0-7 0,0-1 5 0,2-1-3 15,-1 1 3-15,3 1 3 0,-2 0-9 0,0 2 11 0,2-4-8 16,-4 2 1-16,5-3 0 0,-3 2-2 0,-1-3 2 15,2 1 1-15,-2-1 0 0,1 2-1 16,-1-3 0-16,-1-4 4 0,2 6-1 0,-2-5-3 16,-1-1 1-16,1 6 0 0,-2-6-1 0,2 0 1 15,-2 5 1-15,0-7-1 0,1 2 0 0,-2 1 0 0,1-1 0 16,0 5 1-16,-1-5-5 0,1-1 0 0,1 3 5 16,0-3-3-16,3-1 0 0,-2 1 0 15,2 0 0-15,-2-1-2 0,-1-1-2 0,2 2 3 16,1 0 0-16,-3 1-3 0,1-2 8 0,2 3-4 0,-1-3 1 15,-1-2 6-15,-1 1-10 0,3 3 5 0,-3-4-4 16,0 3 0-16,1 0 1 0,-1-1 2 0,-1 1 5 16,0 0-2-16,1 0 2 0,-2-1-2 0,1 0-1 15,-1 1 1-15,2 0-1 0,-3-1 3 16,3 2-1-16,-1-2-1 0,2 0-1 0,-2 0 5 16,2 0 1-16,-1 0-6 0,0-1 8 0,3 1 5 0,-2 1 3 15,-1-7 0-15,0 6-4 0,1-1 2 0,-1-1 0 16,0-2 0-16,1 2-10 0,1 0 7 15,-2-3-2-15,0 0 4 0,-2 0-4 0,4 1-1 16,-2-2 10-16,0 4 1 0,0-4 11 0,1 6-9 16,0-2 4-16,1 2 5 0,-4 0 2 0,4 1 4 0,-1 1-6 15,0 1 3-15,-1-3-6 0,3 2-3 0,-2 1 2 16,0-2 0-16,2 2 2 0,0-1-9 0,-3 0-6 16,2 2 9-16,-1 3-6 0,1-5-1 0,-1 0 5 15,-1 0 5-15,5 0-17 0,-4 1 24 0,2-1-18 16,1 0 0-16,-3 0 6 0,0 0 3 0,2-2 0 15,-2 0-7-15,2 2-7 0,-2-4 0 16,2 2 3-16,-1-3 2 0,1-2-9 0,0 5 3 0,-1-5 2 16,-1 0-5-16,1 0 4 0,0 0-4 0,-1 1 2 15,0-2 1-15,1 6-5 0,-1-6 0 0,1 2 4 16,-2 5-3-16,2-1-2 0,-2-4 4 0,0 5-3 16,-3-4-2-16,3 0 2 0,-2 1-2 0,-1 2 3 15,0-2-5-15,1 2 2 0,-1 0 6 0,0-2-7 16,0 3 2-16,1-3-9 0,0-3 6 0,0 1 3 15,3 3-2-15,-1 0 2 0,0-2-3 16,0 2 5-16,1-3 0 0,1 0-4 0,0 3-6 0,-1 0 2 16,3-4-1-16,-3 1-1 0,1-2-12 0,0 0-21 15,1 0-13-15,-2-1-30 0,2 0-86 0,-5-2-180 16,2-1 80-16</inkml:trace>
  <inkml:trace contextRef="#ctx0" brushRef="#br0" timeOffset="-13577.08">6396 10836 20 0,'0'0'33'0,"1"-10"4"0,-1 10-8 15,0 0-1-15,0 0-3 0,0 0 0 0,0 0-3 16,0 0-4-16,0 0-2 0,0 0 1 0,0 0-5 16,0 0-1-16,0 0 0 0,0 0-4 0,0 0 0 15,0 0 9-15,0 0-7 0,0 0-1 0,0 0-2 16,0 0 4-16,3 28-3 0,-3-22 7 0,1 3-4 15,0 0 8-15,1 3-6 0,-2-1 1 0,1 3 2 16,-2 2-5-16,1 1 1 0,0-1-3 0,-2-1-4 16,4 3 7-16,-1-1-5 0,0 1 4 0,2 0-7 15,-2 0 1-15,2 1 8 0,-2 1-3 0,1 3-2 16,1-3 5-16,1-1-9 0,-3 6 4 0,3 0 1 16,-4-1-3-16,1-3 0 0,0 4-4 0,1 1 1 15,-2 1 0-15,1-8 5 0,-1 6 2 0,0 0-3 16,1 1-3-16,1 1-3 0,-1-2-1 0,-1 3 5 15,0-2-3-15,2 0 1 0,-2 3-2 0,3-1 1 16,-3-3 0-16,3 2-3 0,-2 0 3 0,1 0 2 16,0 0 1-16,-1-1 0 0,3 0 1 0,-4-1-3 15,3 1-3-15,-1-1 7 0,-2 2-9 0,0-2 8 16,2 0-8-16,-2 1-2 0,2-2-1 0,-1 1 8 16,-1 1-8-16,1-2 8 0,-2-3-3 0,-2 4-2 15,2-1 3-15,-2 1 6 0,3 0-6 0,-2 1-4 16,1-2 5-16,-3 2-4 0,4-8-2 0,0 2 6 15,0-2 3-15,0 3-3 0,-1 3 4 0,1-3-14 16,-2-2 9-16,5 5-3 0,-1-3-1 0,-2-2 8 16,3 0-1-16,-1-1 0 0,0 2-2 0,2-1-1 15,-1 6-2-15,-1-5 1 0,0-1 1 0,2 1 2 16,-1-2 1-16,-3 0-1 0,1-1-6 0,2-1 5 16,-1 4-3-16,-4-4 3 0,4 4-1 0,-1-3-1 15,-2 2 5-15,2 0-7 0,-1-2 2 0,2 2-1 16,-2-3 4-16,0 3-2 0,1-1 5 0,-1 0-3 15,2 8 4-15,0-7-6 0,-1 0-1 0,2-2 6 0,-1 2-4 16,1-1-3-16,-1 0-4 0,0 1 6 0,0 0-13 16,1-2 16-16,-2 0-3 0,4 1-6 15,-1 0 9-15,-2 0-3 0,0 0-1 0,-1 0 5 16,0 1-7-16,1-1 4 0,-2 1 2 0,2-1 2 0,-1 0-15 16,1 2 14-16,2-1-1 0,-2-1-8 15,2 1 10-15,0 0-6 0,-2-1-4 0,1 0-10 16,-1 0 23-16,3 0-4 0,-2 0-5 0,0 0 3 15,2 2-1-15,-3-4-3 0,2 4 0 0,-1-2 1 0,0 0 5 16,1 1-2-16,-1-1 4 0,-1-1-10 0,0 1 1 16,2 1 4-16,-1-1-4 0,0 0-4 15,3-1 14-15,-3 1 1 0,-1 0-4 0,1-1 0 16,0 0 2-16,-1 0-2 0,-1 1 0 0,5 0-6 16,-4-2 10-16,-1 2 1 0,1 2-7 0,-2-4-1 0,0 1 0 15,2-1-4-15,-2 3 10 0,0-2-10 0,-1 3-1 16,2-2-1-16,-1 1 4 0,-1 0 6 0,0 0-3 15,1 1-5-15,0-1 2 0,0-2 1 16,-2 2-1-16,5 1 0 0,-3-1 3 0,0-1-3 0,1 2-4 16,2-3 9-16,-1 2-5 0,-2-2 2 0,3 2 1 15,-2 0 3-15,0 0-5 0,1-1 9 0,0-2-4 16,0 2 0-16,-1-1 1 0,-1 4-2 16,1-5 4-16,-1 2-2 0,1 1-2 0,2 1 6 0,0-2 3 15,-3 1-3-15,0 0 6 0,3 0-3 0,-1-2-8 16,-1 1 0-16,3 1 3 0,-3-2-2 0,1-2-5 15,0 2 9-15,0-4-8 0,0-2 2 0,0 5 2 16,-1-5-4-16,2 1-10 0,-2-5-2 0,2 1-5 16,-2-1-13-16,2-1-5 0,-3-6-19 0,5 9-7 15,-5-9-46-15,2 7-114 0,-2-7 51 0</inkml:trace>
  <inkml:trace contextRef="#ctx0" brushRef="#br0" timeOffset="-11781.52">7352 10822 5 0,'0'0'53'0,"0"0"-7"16,0 0-4-16,0 0 5 0,0 0-20 0,0 0 4 15,0 0-5-15,0 0-1 0,0 0 1 0,0 0 10 16,0 21-13-16,1-13 4 0,-1-8-5 0,1 18-1 16,-1-8 2-16,0 7 0 0,-1-1-6 0,1 1 0 15,1 2 5-15,-2-2-7 0,1 4 8 0,0-2-5 16,0 6 0-16,0-5-7 0,-1 1 6 0,2 2-2 16,-2-3 1-16,2-1-7 0,-1 0 2 0,1 6 6 15,-1-1-3-15,0-6 0 0,2 0-8 0,-1 0 5 16,0-1-3-16,2 2 5 0,-2-2-6 0,2 1 4 15,-2-1-1-15,0 2-7 0,1 0-1 0,0-3 1 16,-1 13 7-16,2-12-16 0,-1 9 17 0,0-7-1 16,0 1-2-16,-1 5-3 0,1 1-10 0,-1-8 7 15,0 2 0-15,2 5 5 0,-1-5-4 0,0 5 5 16,-2-6-6-16,1 2-1 0,0-2-1 0,1 7 3 16,-1-7-10-16,-1 1 14 0,0 0-5 0,0-1-5 0,0 0 10 15,-1-1-6-15,2 1-7 0,0 0 7 16,1-1 6-16,-2 0 1 0,1 2-12 0,-1-1 2 15,0-2 8-15,0 2-8 0,0 0 5 0,0 0-5 16,0 5 4-16,0 2-1 0,1-7-3 0,0 6-1 16,1-6 2-16,-2 0 1 0,0 8 5 0,0 0-4 0,2-1-14 15,-2-6 16-15,0 5-5 0,0-4 2 16,0-3 3-16,1 7-2 0,-1-6 4 0,0 0-4 16,-3 1-4-16,3 6 6 0,-3-6-5 0,2 4 2 0,1 1 5 15,-1-4-5-15,-1 3 0 0,1-5 8 0,1 0-10 16,-1 1 1-16,1 1 0 0,-2-2 4 15,1 0-3-15,0 6-2 0,-1-6-1 0,1 0 8 16,2-1-7-16,-1 1 3 0,-1 0 5 0,1 0-3 0,1-1-4 16,-1 2 6-16,-1 1-4 0,2-3 1 0,-1 1-7 15,0 0 6-15,2 2 1 0,-2-2 0 0,1-1 0 16,-1 0-1-16,1 0 6 0,-1 0-5 16,2 0-8-16,-2-1 6 0,1 1 1 0,-1-1-2 0,1-2-1 15,1 2 4-15,-1 1-6 0,0-3-3 0,0-2 4 16,1 2 5-16,0 0-3 0,-1 2 0 0,-1-4 2 15,4 3-2-15,-1-1 1 0,1 2-6 0,-2-2 9 16,-1 2-2-16,2-2 1 0,0 0-2 0,0 2 1 16,0-2 0-16,1 1-3 0,-2-1 4 0,2 2-12 15,1-2 11-15,-3-3-2 0,1 5 0 0,1-3 6 16,0-2-7-16,0 0 6 0,0 2-2 0,-1-3-3 16,1 1 2-16,1 4 0 0,-1-2-3 0,0-2-1 15,1 3 14-15,2 0-2 0,-2-2 0 0,0-2-6 16,-3 1 11-16,5 5-9 0,-2-6 0 0,0 1 10 15,0 4 4-15,0-2-1 0,-1-2-9 0,1 2 10 16,-2-3-11-16,3 0 6 0,-1 2-5 0,-1-1-3 0,0 1 14 16,0-2-20-16,0-1 4 0,-2-1-6 15,2 4 13-15,-1-2-2 0,2 0 5 0,-3 1-11 16,3-1-8-16,-2-1 6 0,2 3 7 0,-2-2-7 16,-2-1 0-16,1 3 2 0,1-2 5 0,-2 1-6 0,4 2-4 15,-3-2 0-15,-1-2 1 0,0 3 1 16,-1-3 5-16,3 2 1 0,-1-2 1 0,1-1-2 15,-2 1 3-15,2 1-1 0,-1-1 6 0,0 0-10 16,0 2 11-16,-1-4-10 0,1 3 9 0,-1-1 0 16,3 0-2-16,-3 0 3 0,1-1-2 0,-2 2-1 15,3-2-1-15,-2-2 0 0,2 4-1 0,0-3 2 16,-2 0-3-16,1 1 2 0,0 0-3 0,-2 0-9 16,1-3 6-16,0 3 4 0,-1-1-1 0,3 0-1 15,-2-2-1-15,0 1 5 0,-1-7-1 0,2 17-1 0,-2-10 2 16,0 1-10-16,0-1 11 0,0-7-11 0,-2 17 9 15,2-10 2-15,-1 0 0 0,1-7 3 16,-1 17-10-16,0-9 4 0,-2 1 4 0,3 0-5 16,-1-2 5-16,-1 3-7 0,1-1 2 0,0 3 4 0,0-2 1 15,-2 1-8-15,3-1 2 0,-1 0-1 0,-1-1 4 16,2 1-6-16,-2-1 3 0,2 2-7 0,-2-1 9 16,1 1-7-16,0-4 5 0,-3-1 5 15,3 4 3-15,-2 0-4 0,2-1-1 0,-1 1-1 0,0 1 6 16,1-2-5-16,0 2 0 0,-1-1 2 0,1-2-4 15,-1 0 4-15,2 0 2 0,-2 1-8 0,2-9 0 16,-1 13 0-16,0-6 2 0,1-7-2 0,1 13 3 16,-2-4-1-16,1-9-2 0,-2 14-2 0,2-6 3 15,0-8-3-15,2 11 0 0,-2-11-2 0,1 11 3 16,0-4-8-16,-1-7-11 0,2 10-8 0,-2-10-22 16,2 7-18-16,-2-7-29 0,3 7-23 0,-3-7-26 15,0 0-79-15,0 0-239 0,0 0 106 0</inkml:trace>
  <inkml:trace contextRef="#ctx0" brushRef="#br0" timeOffset="-11108.55">7452 13387 11 0,'0'0'67'0,"-4"-8"1"0,2 2-10 16,2 6-2-16,-2-7-7 0,2 7-6 0,-3-8 3 16,3 8-8-16,0 0-1 0,-2-9 2 0,2 9-2 15,0 0-8-15,0 0-1 0,0 0-11 0,0 0 3 16,0 0-4-16,0 0 6 0,0 0 4 0,0 0-1 16,6 24 0-16,-2-12 0 0,-1 4 6 0,0 4-4 15,3 0-13-15,-3 5 10 0,4 3 7 16,-4 1-5-16,0 0-4 0,0 1 9 0,0 0-11 0,-3 2 2 15,6 3-9-15,-4 0 5 0,2 1 0 0,2 9 3 16,-1-10-7-16,-2 1-3 0,-2-2 0 0,6 12 2 16,-5-11-3-16,1-1-4 0,-2 13-2 0,3-11 7 15,0-1-2-15,1 11 2 0,-1-13-6 0,0-1 12 16,-2 0-18-16,1 0 9 0,-1-1-10 0,-2-1 6 16,0-2-2-16,3 1 3 0,-1-1-7 0,1-3 7 15,-3 3-2-15,5-4-9 0,-4 3-4 0,3-9-6 16,-1 1-5-16,-1 1-7 0,-2-1-4 0,3-1-3 15,-2-2-12-15,0 2-6 0,-1-2-3 0,0 0-23 16,-1-4-65-16,1 6-155 0,-2-7 68 16</inkml:trace>
  <inkml:trace contextRef="#ctx0" brushRef="#br0" timeOffset="-4854.18">3099 11778 45 0,'0'0'53'0,"0"0"-8"15,0 0-5-15,0 0-7 0,0 0 1 16,0 0-4-16,0 0-6 0,0 0-2 0,0 0-1 16,0 0-5-16,0 0-3 0,0 0 3 0,-12-13-3 0,12 13 0 15,0 0 3-15,0 0 1 0,0 0-8 0,0 0-2 16,0 0 0-16,0 0 0 0,-6-5 5 16,6 5-4-16,0 0-4 0,0 0 3 0,-5-3 3 15,5 3-6-15,0 0-4 0,0 0-3 0,0 0 15 0,-4-6-5 16,4 6 1-16,0 0 1 0,0 0 0 0,0 0 9 15,0 0 1-15,0 0 1 0,0 0 3 16,-5-5 5-16,5 5 0 0,0 0 7 0,0 0-1 0,0 0 1 16,0 0 1-16,-9-5 0 0,9 5-10 0,0 0 6 15,0 0-2-15,0 0-2 0,-7-2 3 16,7 2-3-16,0 0 2 0,0 0 1 0,0 0-7 0,0 0 0 16,0 0-10-16,0 0 2 0,0 0 0 0,0 0-10 15,0 0 4-15,0 0 5 0,0 0-5 0,0 0-2 16,0 0-6-16,0 0 7 0,-6-4-6 15,6 4-1-15,0 0 4 0,0 0 2 0,0 0-6 0,0 0 3 16,0 0 0-16,0 0 5 0,0 0-7 0,0 0 3 16,0 0 0-16,0 0-4 0,-13 1-1 0,13-1-1 15,0 0-3-15,0 0 6 0,0 0-11 0,0 0 5 16,0 0-1-16,0 0 5 0,0 0-4 16,0 0-2-16,0 0-5 0,0 0-8 0,0 0 0 0,30 9-2 15,-19-8 3-15,2 0-5 0,1-2-18 0,4 1 0 16,0-3 3-16,-2 3-5 0,5-3 1 15,8 0-1-15,-8 1-1 0,0 0-9 0,2-1 0 0,4-1-8 16,-5 1-3-16,-2-1-52 0,2-1-126 0,-2 2 56 16</inkml:trace>
  <inkml:trace contextRef="#ctx0" brushRef="#br0" timeOffset="-4370.47">3399 11714 2 0,'11'0'33'0,"1"0"-6"0,-2 2-9 0,4-2-11 15,0-2-7-15,0 2-15 0,-1 0-15 0,2 0 6 16</inkml:trace>
  <inkml:trace contextRef="#ctx0" brushRef="#br0" timeOffset="-3962.15">3754 11694 1 0,'0'0'41'0,"0"0"-8"0,12 0-4 0,-12 0-11 16,9 0 1-16,-9 0-4 0,0 0-5 0,11 0-1 0,-11 0-8 15,7-2-4-15,-7 2-10 0,9 2-2 0,-9-2-10 16,8 0 22-16,-8 0-8 0,0 0 6 0,9 1-13 16,-9-1 18-16,0 0-15 0,0 0 14 15,0 0-3-15,0 0 1 0,12 0 2 0,-12 0 5 16,0 0 3-16,0 0 1 0,0 0 1 0,0 0-1 0,0 0 9 16,0 0-1-16,10 0-2 0,-10 0 4 0,0 0 1 15,0 0-4-15,0 0 3 0,9-1-3 0,-9 1 0 16,0 0 4-16,9-2-4 0,-9 2 1 0,9 0-2 15,-9 0-2-15,9-1-1 0,-9 1-7 0,13-1 6 16,-13 1-10-16,11 0-8 0,-11 0-10 0,9-2-11 16,-9 2-19-16,0 0-52 0,9 0 23 0</inkml:trace>
  <inkml:trace contextRef="#ctx0" brushRef="#br0" timeOffset="-3637.77">3695 11707 1 0,'0'0'59'0,"0"0"-7"0,-7 4 0 0,7-4-14 15,0 0-1-15,0 0-5 0,0 0 4 0,-7 2-12 16,7-2-1-16,0 0-3 0,0 0-2 0,0 0-1 15,0 0-1-15,0 0-2 0,0 0 1 16,0 0-2-16,0 0 0 0,0 0-2 0,0 0-1 0,24 1-4 16,-24-1 1-16,11 0-6 0,-11 0 6 0,13-1-5 15,-13 1 3-15,10-2-3 0,-10 2 0 0,13 0-1 16,-13 0 2-16,10 0 0 0,-10 0 6 0,13-2-12 16,-13 2 0-16,14-2-4 0,-9 2-8 15,-5 0 3-15,14 0-8 0,-6 0 1 0,-1 0-8 0,5 0-5 16,-12 0 0-16,15-2-32 0,-5 2-68 0,2-2 30 15</inkml:trace>
  <inkml:trace contextRef="#ctx0" brushRef="#br0" timeOffset="-1036.36">3686 11704 3 0,'0'0'22'15,"0"0"2"-15,0 0-3 0,0 0-1 0,0 0-2 16,0 0-1-16,0 0-5 0,0 0-3 0,0 0-3 16,0 0 2-16,0 0-1 0,0 0 2 0,0 0-3 15,0 0 6-15,0 0 5 0,0 0 1 0,20 5-3 16,-20-5 1-16,18 0 1 0,-8-2 2 0,1 2-1 16,1 0-2-16,1-2-3 0,2 2 0 0,4-1-1 15,-2 0 2-15,1 1-2 0,0-2 5 0,2 1-8 16,0 0 1-16,0-1-4 0,1 2 1 0,0-3 4 15,6 1-3-15,-6 2-1 0,1-2-5 0,1 0 1 16,-5 0 1-16,1 1 1 0,-1-1-1 0,1 2-4 16,-1-1 8-16,-1 1-6 0,0-1-4 0,-4 2 9 15,3-1-8-15,0-1 5 0,-2 1-9 0,0-1-4 0,2 1-2 16,-1 1-2-16,0-2-7 0,3 1 2 16,0-2-4-16,0 2-2 0,3-2-9 0,-5 2-26 15,3-1-63-15,-1-2 28 0</inkml:trace>
  <inkml:trace contextRef="#ctx0" brushRef="#br0" timeOffset="-359.25">4323 11675 12 0,'13'-2'59'0,"0"1"-1"0,4-3-7 0,-2 3-1 16,2-2-9-16,0 1 4 0,2 1-4 0,-1-2-1 0,0 1-3 15,0 1-5-15,-3 0 0 0,4 0-3 16,-6-1-10-16,1 1 5 0,4 1 1 0,-3-1-4 15,-2 1 3-15,2 1 1 0,-3-1-6 0,3 1-5 16,-2 1 1-16,0-1 1 0,2 0-4 0,-3 0 0 16,2 1 5-16,-3-1-7 0,3 2-2 0,-1-1 4 0,-1 1-2 15,0-2 1-15,0 2-5 0,2-2 6 16,-4 0-8-16,3 1 8 0,1-2 3 0,-1 1 7 16,2-1-16-16,-1 2 2 0,1-2 2 0,-2 2-1 15,-1 0 3-15,3 1-2 0,-2-2-3 0,0 0 2 16,0 2 4-16,-1-1-8 0,0 0 0 0,-2 1 0 0,1-1 1 15,0-1 1-15,0 2-3 0,1-1 2 16,-1 0-7-16,-3 2 6 0,2-1-7 0,-2-3 8 16,1 2-10-16,2 1 10 0,-3-1-3 0,2 0 3 15,0 1 0-15,1-1-1 0,-4 0-6 0,2 0 9 0,1-1-7 16,-3 2 0-16,2 0 4 0,2 1-6 0,-4-2 6 16,-2 0-5-16,3 1-4 0,-3 0 10 0,2-1-9 15,0 1 6-15,-7-3-5 0,10 6-2 16,-4-5 6-16,1 3 3 0,-7-4-8 0,7 3-8 15,-3 1-10-15,-4-4-11 0,9 6-18 0,-5-2-19 0,1-1-78 16,-5-3-158-16,5 6 69 0</inkml:trace>
  <inkml:trace contextRef="#ctx0" brushRef="#br0" timeOffset="926.07">4641 11680 73 0,'0'0'62'0,"0"0"-12"16,0 0-1-16,0 0 1 0,0 0-13 15,0 0 8-15,0 0-2 0,0 0-7 0,0 0-4 16,0 0-3-16,0 0-3 0,0 0-1 0,31 3 6 0,-23-1-3 16,-8-2 1-16,19 0-3 0,-9 0 1 0,0-2 0 15,3 2-3-15,-2-1 4 0,1 1-2 0,2-1-5 16,-1-2 10-16,-1 3-11 0,7 0-7 0,-2-2 2 15,0 1-3-15,3 1 2 0,-1 0 1 0,0 0-2 16,1 0 2-16,2 0-2 0,-2 0 4 16,1 1-11-16,-1-1-2 0,-1 2 8 0,0-2 2 0,-1 2-9 15,4 0-2-15,-2 1-4 0,-2-2 6 0,3 0 3 16,-1 3 1-16,-1-1-7 0,2-3 4 0,-1 3 1 16,1-1-4-16,-2-1 4 0,0 2 4 0,-1-3-6 15,2 2 1-15,-7 0-4 0,5 0 3 0,-5 0 3 16,0 0-3-16,-1-1 0 0,-1 2-2 0,0-1-4 15,-1 0 7-15,-1-1-7 0,3 1 6 0,-3 1-3 16,1 0 5-16,0-1-6 0,-2-1 2 0,0 1-2 16,2 0 2-16,0 4-10 0,-4-6 8 0,2 3 2 15,1 1 4-15,-3-2-2 0,2 0-1 0,0 1-2 16,1-1 4-16,0 1-4 0,-3-1 0 0,2 2 0 16,2-3 1-16,-2 1 6 0,-1 0 2 0,5 1-5 15,-6 0 1-15,2 0 1 0,-2 1 2 0,1-2-4 16,0 0-4-16,0 1 5 0,2 0-2 0,2-2 4 15,-5 3-4-15,2-2 1 0,-1 0-1 0,3 1 3 16,-4 0-7-16,1-2 3 0,0 0 2 0,0 3 2 16,0-2-6-16,3 1-2 0,-3-1-2 0,-1 0 0 15,2 1 5-15,-2-2-2 0,1 2 3 0,-2 0 3 16,1 0-7-16,-6-3 14 0,13 4-10 0,-7-1-10 16,0-1 10-16,-6-2-1 0,10 3-1 0,-5 0-3 15,0 1 6-15,-5-4 4 0,10 2 2 0,-6 1-1 16,-4-3-1-16,13 4-2 0,-7-3 4 0,-6-1 0 15,10 5 2-15,-3-3-3 0,-7-2 4 0,9 3-9 16,-4 0 7-16,-5-3-6 0,8 1 4 0,-3 2-4 16,-5-3 3-16,8 5-3 0,-2-4 3 0,-6-1-3 15,7 3-5-15,-7-3 6 0,8 6 0 0,-2-5 2 16,-6-1-9-16,8 4 3 0,-4-1 10 0,-4-3-12 16,8 3 2-16,-8-3-6 0,5 4 5 0,-5-4-3 15,7 4 1-15,-7-4-1 0,8 3 6 0,-8-3-2 16,6 5 0-16,-2-2-4 0,-4-3 3 0,8 3-3 15,-8-3 2-15,7 6 5 0,-3-4-2 0,-4-2 0 16,7 5-2-16,-3-1 5 0,-4-4-6 0,7 5 2 0,-7-5 9 16,9 7 1-16,-5-4-1 0,-4-3-1 15,6 8-4-15,-6-8 0 0,6 5 1 0,-3 0-3 16,-3-5 6-16,8 8-5 0,-4-5-2 0,0 1 1 0,-4-4 0 16,5 7-1-16,-5-7 4 0,5 6-5 0,-5-6-1 15,5 6-1-15,-5-6 3 0,5 5 0 16,-5-5-4-16,5 6 2 0,-5-6 1 0,0 0 0 15,5 5 1-15,-5-5-5 0,6 2 3 0,-6-2 0 0,0 0-2 16,3 6 12-16,-3-6-11 0,0 0-11 0,0 0-13 16,4 5-21-16,-4-5-19 0,0 0-20 0,0 0-22 15,0 0-21-15,3 4-95 0,-3-4-237 0,0 0 106 16</inkml:trace>
  <inkml:trace contextRef="#ctx0" brushRef="#br0" timeOffset="3837.45">5770 11862 57 0,'0'0'56'16,"0"0"-4"-16,0 0 1 0,0 0 4 0,0 0 5 16,0 0-2-16,0 0 4 0,0 0-7 0,0 0-6 15,0 0 7-15,0 0-5 0,0 0 4 0,0 0-6 16,0 0 1-16,25 5 3 0,-25-5-11 0,8 2 3 15,-8-2-6-15,7 3-7 0,-7-3-1 0,7 3-2 16,-7-3-1-16,8 3 0 0,-8-3 12 0,7 3-13 16,-7-3 6-16,9 1 1 0,-9-1-7 0,9 4 3 15,-4-1 0-15,1-1-2 0,1 1-3 0,-2 0-4 16,3 0-6-16,-3-2 7 0,1 2 6 0,5 0-1 16,-4 1-5-16,0-1 6 0,2 1-10 0,-1 0 3 15,0 1-4-15,0-2-2 0,2 3-3 0,-1-3 1 16,-3 1-1-16,2 0 6 0,0 0-7 0,1 1 2 15,0-2-2-15,-2 3-1 0,3-2 0 0,-2 2 4 0,1-1 6 16,3 0-2-16,-5-2-4 0,1 3 3 16,1-1 2-16,0 0-1 0,-3-1-2 0,3 2-1 15,-1-1-1-15,1 2-4 0,-1-1 0 0,-1-1-1 16,0 1 2-16,1 1-4 0,0-2 2 0,1 0-3 0,0 1 1 16,0 0 1-16,-1 0-5 0,-1-1 3 0,1 0 3 15,0 1-2-15,-2-2-1 0,1 3 0 0,-1-4-2 16,1 2 1-16,0 0 0 0,-2-1 0 15,0 0 3-15,0 0 1 0,3 1-3 0,-3-1 2 0,0 0-1 16,0-1-3-16,0 0-1 0,-1 1 1 0,-4-4 0 16,9 6-1-16,-5-3 0 0,-4-3 2 0,6 6 2 15,0-2 2-15,-3-1 1 0,-3-3-2 16,9 9 0-16,-6-6-1 0,-3-3 2 0,8 7-3 16,-6-3 1-16,-2-4-5 0,7 5 0 0,-2-1 2 0,-5-4 1 15,7 7-3-15,-4-2 7 0,2-2-5 0,-1 2 5 16,-4-5-1-16,6 8 2 0,-2-6-6 0,-4-2-1 15,8 7 2-15,-6-4-2 0,-2-3 1 16,7 8 4-16,-4-5 1 0,-3-3-3 0,8 8-3 0,-4-3 3 16,3-1 1-16,-4-1-2 0,-3-3 1 0,8 9-2 15,-6-6 0-15,-2-3-1 0,8 8 0 0,-4-5-1 16,1 3-3-16,-1-2 2 0,-4-4 1 0,5 8-4 16,-1-3 3-16,-4-5-2 0,5 9 1 0,0-6-1 15,-2 2-2-15,-3-5 5 0,8 9-2 0,-5-5 0 16,1 1 3-16,-4-5-3 0,5 10 0 0,-1-7 2 15,0 3 3-15,-4-6-7 0,7 10 6 0,-3-7-3 16,-1 2-3-16,1 0 2 0,-4-5 8 0,5 10-7 16,-1-6-4-16,-1 2-1 0,-3-6 1 0,5 8 1 15,-1-4-1-15,0 2 3 0,-4-6 0 0,5 7-3 16,-1-4 4-16,-4-3-5 0,5 9 3 0,-2-5 0 16,-3-4-3-16,7 7 1 0,-4-3 2 0,-3-4 4 15,5 9-3-15,-2-4-2 0,-3-5 3 0,3 9-2 16,0-5 0-16,-3-4 1 0,5 8 1 0,-2-5 1 15,-3-3-1-15,5 9-4 0,-3-4 6 0,-2-5 0 16,5 7-5-16,-2-2 1 0,-3-5-1 0,5 7 2 16,-1-2-1-16,-4-5 4 0,6 7-2 0,-3-2 0 15,-3-5-1-15,6 8 4 0,-1-2 2 0,-2-2-2 16,-3-4 1-16,5 8-3 0,-1-4 1 0,0 0 2 16,-2 1-4-16,-2-5 2 0,9 9 1 0,-5-5-3 15,-1 0 3-15,0 2-1 0,-3-6-3 0,7 8 4 16,-2-4-4-16,-1 1-1 0,0 0 2 0,-4-5-1 15,6 7 1-15,-6-7 0 0,6 6 3 0,-2-2-4 16,-4-4-1-16,5 7 3 0,-5-7 3 0,7 7-2 16,-4-4-4-16,1 1 1 0,-4-4 1 0,7 7 3 15,-3-4 2-15,1 0-6 0,-5-3 2 0,9 8-1 16,-6-5-2-16,3 2 3 0,-6-5 1 0,7 6-1 16,-1-2 3-16,-6-4-4 0,10 7 0 0,-5-4 3 15,0-1 1-15,0 4 4 0,0-3 0 0,3 0-3 16,-3 1 1-16,1-1 2 0,1 2-1 0,-1-1-1 0,2-1-3 15,-1 3 5-15,-2-2 5 0,2 0-4 16,-1-1-3-16,2 1 2 0,1 1 0 0,-1 0-2 16,-2 0 0-16,2-1-1 0,-2-1 3 0,3 2-2 15,-1-1 0-15,0-1-6 0,-1 0 2 0,1 2 1 0,-2 0-1 16,4-1-5-16,-2 2 6 0,0-2-1 0,-2 0-2 16,3 0 3-16,-1 0 2 0,-1 1 4 0,2 2-4 15,-1-3 4-15,0 1-6 0,-2-2 1 16,3 1-3-16,1 1 1 0,-1-2 5 0,-1 1-6 15,1 2 1-15,-3-2 1 0,2 1-1 0,-1-2 3 0,1-1-4 16,1 5 1-16,0-3 3 0,-1 1 4 0,2 1 2 16,-1-2-3-16,-3 0-1 0,4 1-3 15,-2-2 2-15,-2 0-3 0,2 1 1 0,1 1-3 0,0-1 3 16,0 0-3-16,-1 0-1 0,-1 1 4 16,0-2-2-16,-1 1-2 0,2 1 4 0,2 0 5 0,-1 0-8 15,0 1 0-15,1 1-3 0,-2-5 6 0,1 4-5 16,0-2 2-16,2 2 0 0,-2-2-2 0,-1-1 3 15,3 2-2-15,-1 1 0 0,0-3 3 0,0 2-3 16,-4-2 2-16,4 2 2 0,-1 1-2 0,4-3 3 16,-4 2 1-16,4-1-2 0,-2 0 3 0,1 1-3 15,0-2 0-15,-1 1 1 0,-1 0-1 0,3 2 1 16,0-2-5-16,-1-2 2 0,0 3 2 0,-1-1 0 16,2 1-5-16,-3-2 1 0,-1 2 3 0,4-3-4 15,-3 4 4-15,4-3 2 0,-2-1-5 0,-1 3 2 16,3-2-1-16,-1 3 1 0,1-3-3 0,-1 1-1 15,-3-2 6-15,6 0-2 0,-5 2 0 0,2-1 4 16,0-1-2-16,1 1-3 0,-2 1 4 0,1 0-5 16,1-2 3-16,-2 2 4 0,0-2 2 0,1 1-9 15,0-1-1-15,-1-1 2 0,0 1 1 0,4 1-2 16,-6-1 0-16,4 1-1 0,-4-2 3 0,1 1 0 16,0-1-5-16,-1 1 4 0,1 1-2 0,0 0 2 15,2-2 0-15,-3 2 3 0,1-3-4 0,-2 2 1 16,-1 0 0-16,1-2-3 0,-3 2 2 0,1-1 2 15,-7-1-2-15,19 3-1 0,-11-2 2 0,-2 0-1 16,2 1 3-16,-1-1 1 0,-7-1-1 0,16 1-5 16,-9-1 3-16,1 1 3 0,2 1-2 0,-2-2 2 15,3 1-3-15,-3-1 0 0,-8 0 2 0,15 1 4 16,-3-1-7-16,-4 2 6 0,-1-2-9 0,-7 0 5 16,19 0 3-16,-10 2-4 0,2-2 2 0,-1 1-1 15,0-1-3-15,0 0 3 0,0 0-1 0,-1 2 2 16,2-1-2-16,0 0 6 0,-1-1-10 0,1 2 0 15,0-2 4-15,1 0-5 0,-1 1 4 0,1-1 1 16,0 0-1-16,1 1-4 0,1-2 4 0,0 0 1 16,0-1-6-16,0 2 2 0,0 0 8 0,-1 0-8 15,6-2 2-15,-6 3-2 0,5-1 3 0,-5 0-2 16,3-1-2-16,2-1 18 0,-6 2-15 0,1 0 5 16,1 0-4-16,2 0 0 0,-2 0-4 0,3-1 4 15,-2-1 0-15,1 2 2 0,-2 0-7 0,-1-2 3 16,2 2-1-16,2-1 2 0,-4 1-2 0,0-3 3 15,5 2 3-15,-4 1-6 0,-1-1 5 0,0 0-7 16,0-2 3-16,2 1-3 0,-2 0 2 0,2 2 1 16,-2-3-2-16,1 3 1 0,-1-4 2 0,2 2-3 15,2 1 3-15,-3 0-2 0,4-2 0 0,-1 0 3 16,-5 3-2-16,2-3 3 0,0 3-1 0,0-3 1 16,0 2-2-16,-1-1 1 0,1 0-3 0,3 1-1 15,3-2 4-15,-8 2 0 0,0 1-3 0,0-3-2 16,1 5 7-16,-2-4 3 0,-1 2-9 0,3-2 0 15,0 2 0-15,-4-1-2 0,5 1 5 0,-2-2 0 16,0 1-4-16,1 1 1 0,-3-3-2 0,3 2 7 16,-3 1 0-16,3-1-7 0,-3-2 4 0,3 2-2 15,0-1 0-15,-2 0 1 0,2 1 2 0,0 1-1 16,-2 0 3-16,2-3-4 0,-3 1 0 0,1 0 0 16,0 0 2-16,-3-1 3 0,2 3-3 0,0-1-2 15,0-1 5-15,-2 1-2 0,1-1 1 0,-9 2 1 16,14-1-2-16,-7-1 1 0,-7 2-3 0,13-2 1 0,-5 0-1 15,-1-1-1-15,-7 3 3 0,12-2 2 0,-12 2 0 16,12-1-4-16,-12 1 3 0,9-2-1 0,-9 2-4 16,10-3 2-16,-10 3 3 0,6-2 1 15,-6 2-4-15,0 0 1 0,12-2-4 0,-12 2 0 16,8 0 1-16,-8 0 0 0,0 0-1 0,0 0 2 0,11-1-2 16,-11 1 2-16,0 0 2 0,10-3-4 0,-10 3 9 15,9-1-6-15,-9 1 0 0,14 0-1 16,-14 0-2-16,9-3 0 0,-9 3 5 0,12-1-3 15,-12 1 1-15,7 0 0 0,-7 0 4 0,9-1-6 16,-9 1-2-16,11-3 0 0,-11 3 3 0,10-2 2 0,-10 2 0 16,10-2 0-16,-10 2-5 0,8 0 4 15,-8 0-5-15,0 0 5 0,10-3-2 0,-10 3 3 0,0 0-1 16,0 0 4-16,0 0-2 0,10 2 5 16,-10-2 3-16,0 0 3 0,0 0-5 0,0 0 0 0,0 0-2 15,0 0 11-15,0 0 6 0,0 0-1 0,0 0-11 16,8-2 2-16,-8 2 2 0,0 0-1 0,0 0 1 15,0 0-1-15,0 0 2 0,0 0 13 16,0 0-24-16,0 0 3 0,0 0 0 0,0 0-2 16,0 0 0-16,0 0 1 0,0 0-3 0,0 0 4 0,0 0-6 15,0 0-1-15,0 0-18 0,0 0-15 0,0 0-11 16,0 0-22-16,0 0-24 0,0 0-30 0,0 0-37 16,0 0-45-16,0 0-49 0,0 0-31 15,-33-2-248-15,24 0-571 0,0 2 252 0</inkml:trace>
  <inkml:trace contextRef="#ctx0" brushRef="#br0" timeOffset="6218.91">7602 11531 3 0,'0'0'24'15,"0"0"5"-15,0 0-4 0,0 0 1 0,0 0 9 16,0 0-4-16,0 0 4 0,0 0 2 0,0 0-7 16,0 0-3-16,0 0-1 0,0 0-4 0,-16-13-1 15,16 13-2-15,0 0-1 0,-5-5-1 0,5 5 8 16,0 0-16-16,0 0 3 0,-8-3-2 0,8 3-2 16,0 0 8-16,0 0-9 0,0 0 3 0,-13-2 3 15,13 2 5-15,0 0 1 0,0 0 3 0,-10 2 10 16,10-2 9-16,0 0-9 0,0 0 6 0,-8-3-1 15,8 3-11-15,0 0-1 0,0 0 8 0,-9-3-10 16,9 3-1-16,0 0 2 0,-10-1 1 0,10 1 3 16,0 0 2-16,0 0-4 0,-8-3-2 0,8 3-5 15,0 0 0-15,0 0-5 0,0 0-6 0,0 0 3 16,-6-5 3-16,6 5-2 0,0 0-6 0,0 0-1 16,0 0 7-16,0 0-6 0,24-4 6 0,-12 3-5 0,1 1 0 15,5-1-3-15,1 0-1 0,0 0 1 16,0 0 3-16,9-2-4 0,1 1 1 0,1-2-1 15,-1 2 4-15,3 0-3 0,0 1 4 0,1 0 0 0,-1-2-6 16,2 3-3-16,-1-1 2 0,0-2-8 0,0 3 14 16,-1-2-9-16,2-1-1 0,-4 1 2 0,3 2-3 15,-3-2-6-15,1 2 0 0,0 0-5 16,0-1-1-16,1-1-13 0,-2 2-9 0,-8-2-4 0,0-1-12 16,6 2-10-16,-6 2-2 0,0-1-8 0,-4-1 4 15,1 0-59-15,0-1-139 0,-2 2 61 0</inkml:trace>
  <inkml:trace contextRef="#ctx0" brushRef="#br0" timeOffset="6755.69">8327 11452 16 0,'27'1'73'15,"-16"-1"-2"-15,1 0-4 0,1 1-7 0,1-2-9 16,4 1-1-16,2 1-8 0,-1-2 5 0,0 1-14 15,3 0 3-15,-2-2-6 0,1 1 2 0,8 0-7 16,0-2 3-16,-1 2-8 0,1-1 5 0,-1 0-14 16,0 0 4-16,-6-1-3 0,-2 0-17 0,2 0 20 15,0 1-4-15,-2 0-2 0,2-1-3 0,0-1 1 16,6 2-15-16,4-1 14 0,-3-1 0 0,3 1-9 16,-1 3 7-16,-1-4-8 0,2 1 3 0,0 2-1 0,0-1 4 15,-4-1-4-15,0 3 0 0,2-4-4 0,-2 1-14 16,-1 1 7-16,1-1 4 0,2 3 3 15,-2-2-7-15,0-2 15 0,0 3 3 0,1-1-13 16,-2 0 10-16,1 0-8 0,-7 1 3 0,0 1 1 0,0-3 4 16,-1 3-10-16,2-2 9 0,0 1-3 15,-4 0 2-15,-1-1 3 0,1 4-7 0,-4-4 4 0,-1 2 4 16,1-1 2-16,-2 1-13 0,-1 0 4 16,-3 0-3-16,-8 0-5 0,13 0-2 0,-6-2-2 0,-7 2 2 15,11 0-6-15,-11 0 0 0,9-1-9 0,-9 1-4 16,6 3 2-16,-6-3 5 0,0 0-7 0,0 0 2 15,0 0-5-15,0 0 4 0,0 0-30 16,0 0-64-16,0 0 29 0</inkml:trace>
  <inkml:trace contextRef="#ctx0" brushRef="#br0" timeOffset="6958.13">9807 11358 41 0,'0'0'4'15,"0"0"3"-15,0 0 6 0,0 0-2 0,0 0 16 16,0 0 5-16,0 0 1 0,0 0 2 0,0 0-2 16,0 0 1-16,0 0-1 0,11-4-1 0,-11 4-1 15,12 0-1-15,-4-1-4 0,3-1 1 0,-1 0 2 16,3 0-1-16,1 1-5 0,4-1-9 0,-5 0 7 15,5-1-1-15,0 0 3 0,1 0-3 0,-1 0-2 16,1 1 4-16,0 1-8 0,0 0 1 0,-1-3 4 16,1 4-6-16,2-1 5 0,-2-1-8 0,0 0 2 15,0 2-6-15,4-3-2 0,-4 2-5 0,1 1-2 16,-1-2-7-16,-3 1-8 0,-2 1-7 0,-1 0-5 16,-3 0-10-16,2-1-16 0,-2 1-44 0,-10 0-107 15,13 1 48-15</inkml:trace>
  <inkml:trace contextRef="#ctx0" brushRef="#br0" timeOffset="10646.65">7651 11436 45 0,'0'0'59'0,"0"0"-4"16,0 0-2-16,0 0-6 0,0 0 2 0,-9-15 3 15,9 15-24-15,0 0 14 0,0 0-3 0,0 0-8 16,0 0 3-16,0 0-4 0,0 0-6 0,0 0 1 16,-9-2-1-16,9 2-1 0,0 0-2 0,0 0-4 15,0 0 5-15,-17 3-4 0,17-3 1 0,-11 1-13 16,11-1 8-16,-9 3-3 0,9-3-1 0,-11 4 4 0,11-4-11 16,-12 2 12-16,5 1-5 0,0-1 5 15,-3 1 2-15,1 0 2 0,-3 0-8 0,3 1 3 16,-1-2-2-16,1 4 0 0,-2-4-1 0,3 0 5 0,-1 4-1 15,-1-1-1-15,1-1-11 0,2 1 0 0,-3 0-5 16,1-1 19-16,2-1-11 0,0-1-3 16,-2 3 14-16,2-1-13 0,1 1-7 0,-1 0 12 0,2 1-9 15,-2-1 7-15,-2-2-8 0,3 1 14 0,1 2-6 16,-4 0-1-16,4-2-6 0,0 1 8 0,1-1-8 16,4-4 6-16,-12 9-5 0,6-5 0 15,1 0 9-15,-2 3-4 0,1-4 0 0,0 3 2 0,-3 0 2 16,2-2-3-16,1 2-5 0,1 0 3 0,-3-2 1 15,2 0 2-15,1 1-3 0,-2-1-3 0,1 2 7 16,-2 0 3-16,2-2-9 0,-1 1 2 0,-2 2 3 16,1-2-6-16,0 3 3 0,1-4 11 0,0 2-8 15,-2-2-2-15,3 2-1 0,-3 0 0 0,2-2-2 16,2 2 6-16,-4-2-6 0,4 1 5 0,-1 0 2 16,-1 0-8-16,2-1 2 0,-1 1-7 0,-1 0 11 15,2-2 0-15,-1 3 3 0,1-2-8 0,-3 0-6 16,3-1 12-16,0 2-3 0,0-1 3 0,-3 0-7 15,-1 2 4-15,4-2-1 0,0 0-3 0,5-4 4 16,-10 7 3-16,3-4-4 0,1 0 10 0,-1 2-5 16,1-2 2-16,0 1-4 0,-2-1 4 0,3 3-20 15,0-1 13-15,-2-1 3 0,7-4-5 0,-12 6 5 16,7-2 4-16,-2-1-7 0,2 0 1 0,0 1-7 16,0 0 2-16,-2 0 10 0,7-4-11 0,-9 7 2 15,6-3-2-15,-4 2 1 0,3-3 7 0,-3 1-11 0,3 0 6 16,4-4 0-16,-9 8 2 0,2-2-4 15,4-3 2-15,-4 2-3 0,2 0-3 0,5-5-14 16,-9 7 17-16,5-4 3 0,-2 2 0 0,0 0-2 16,1 1 3-16,-2-1 6 0,2-2-2 0,0 3-9 0,-1-2 9 15,1 0-6-15,-1 0 5 0,6-4-4 16,-9 10-3-16,4-7 5 0,-2 4 0 0,2-2-7 16,-2 0 1-16,2 0 5 0,0-1-7 0,-3 1 0 15,8-5 8-15,-9 8-1 0,5-3-2 0,-1 1-7 0,1-1 13 16,-1-1-5-16,-1 2-2 0,1 0 1 0,1-2-1 15,-1 1-2-15,-2-1 5 0,-1 2-5 0,0 1 3 16,3-3 8-16,-3 3-1 0,3-3-4 16,-3 1 1-16,3 0 4 0,-2 0-4 0,1 0-3 0,1 0 4 15,-2 1-4-15,2-3 7 0,-1 2 3 0,-1 1-9 16,2-1 1-16,-2-1 5 0,2 1-9 0,0-1 1 16,1 1 8-16,-1-1-5 0,5-4-5 0,-10 9 6 15,5-5-4-15,1 0 5 0,-1 1-5 0,5-5 1 16,-8 7-4-16,4-2 6 0,-2-1-9 0,6-4 9 15,-8 8-2-15,4-5-5 0,1 3 4 0,3-6 0 16,-8 8 8-16,4-5-8 0,-1 2-2 0,1-1 3 16,0 2-5-16,0-2 6 0,1 2-5 0,-1-2 5 15,-1 2 1-15,5-6 2 0,-8 9-4 0,4-5 2 16,4-4 0-16,-5 9 7 0,5-9-11 0,-6 9 5 16,3-6-6-16,-1 1 2 0,-2 3 6 0,6-7-2 15,-8 8-2-15,6-2 0 0,-2-2-2 0,0 0 1 16,4-4 1-16,-8 9 1 0,6-5 1 0,-3 0-4 15,5-4 0-15,-7 10 0 0,3-5 2 0,1-2-1 16,3-3-5-16,-7 7-2 0,5-2 3 0,2-5-4 16,-9 8 4-16,9-8 1 0,-4 6 2 0,1-1-2 15,3-5-3-15,-5 9 7 0,5-9-4 0,-6 8 2 16,3-3-1-16,3-5-1 0,-6 5-7 0,6-5 8 16,-4 7-5-16,2-2 7 0,2-5-10 0,-4 8 10 15,4-8-1-15,-5 8 1 0,2-4-2 0,3-4 0 16,-5 10-2-16,2-6 0 0,3-4-2 0,-6 10-1 0,3-7-2 15,3-3 4-15,-3 8 3 0,3-8 2 16,-4 8 16-16,4-8-10 0,-5 9-1 0,2-5 1 16,3-4-2-16,-5 9-1 0,2-4 9 0,3-5-7 0,-6 8-2 15,2-4 0-15,0 2-3 0,0-2 2 0,1 3-2 16,-3-3 3-16,1 1-5 0,0 0 6 16,0 2-4-16,1-3 2 0,1 0-5 0,-1 3 6 15,4-7-6-15,-8 9-1 0,4-5 3 0,4-4 0 16,-6 11-4-16,2-8 0 0,4-3 3 0,-6 9 0 0,3-5 1 15,3-4 1-15,-5 6-3 0,5-6 1 0,-8 7 0 16,8-7 7-16,-6 7 7 0,3-3 1 16,3-4-4-16,-7 8 1 0,4-4-2 0,3-4 1 15,-6 7 0-15,1-1-1 0,0-3-1 0,5-3 0 16,-8 9-1-16,4-4-4 0,0 0 3 0,0 1-1 0,-1-2 2 16,5-4-5-16,-6 8 2 0,1-4-4 0,2 0 2 15,-1 1-2-15,4-5 1 0,-6 9-3 16,2-6 1-16,4-3 2 0,-6 7-4 0,2-2 4 15,0 1-3-15,0-2 5 0,4-4 1 0,-8 9-2 0,5-3-4 16,-2-3 2-16,1 2 0 0,-1-2-2 16,5-3-1-16,-7 9 2 0,3-5-1 0,-1 2 1 15,5-6-2-15,-7 9 2 0,3-4-1 0,0 0 2 16,-1 1-4-16,1-2 7 0,0 3 6 0,-2 0 14 16,-3 1 2-16,2-1-2 0,-2 2 1 0,1-1 0 0,0 0-2 15,0-2-4-15,-1 2-1 0,0 0 1 0,3 0-2 16,-3 3 9-16,1-3-7 0,-3 2-1 0,2-1 1 15,1-2-5-15,-2 3 0 0,2-3-3 16,1 1 0-16,-2 1 0 0,1 0-1 0,0-2-1 16,-1 1 1-16,-2 5 0 0,3-4-4 0,1 0 3 0,0 1-2 15,-2-1 0-15,3 0 0 0,1-3 0 0,-2 3 2 16,0-2-4-16,-1 2 0 0,3-3-1 16,-1 1 1-16,2 0 1 0,-2-1-4 0,0 1 1 15,2-1 3-15,-2 1-3 0,1-1 2 0,-3 1-2 16,3 0 2-16,-1 1-1 0,2-4 2 0,-1 2-3 0,5-6 2 15,-8 10-1-15,3-7 3 0,1 2-3 0,-1 2 0 16,0-3 1-16,0 1 6 0,0 0-6 0,1 0-1 16,-1 0-2-16,0 0 2 0,0-1-2 0,-2 1 1 15,3 0 3-15,4-5-2 0,-9 8 0 16,2-3 1-16,2 0-2 0,-2-2 1 0,-1 3 0 0,2 2 3 16,0-4-1-16,-2 1-2 0,0 1 0 0,2-1 2 15,-3 0-3-15,4-3 4 0,0 3-5 0,0 2 3 16,-1-4-3-16,0 1 1 0,0 0-20 0,-1 1 2 15,0 1 3-15,-1-2 3 0,1 0 1 0,0 2-1 16,-1-1 0-16,2 1 0 0,-3-1-4 0,3-1 9 16,-3 1-1-16,1 0-2 0,0-1 9 0,1 1-6 15,-2-1-3-15,2 0 6 0,-2 0-6 0,3 0 6 16,-3 2-1-16,1-1 2 0,-2 0-4 0,1-1 3 16,3-1 0-16,-2-1 0 0,4 3 0 0,-2-3 2 15,0 3-1-15,6-5-3 0,-12 5 4 0,6-2-4 16,6-3 1-16,-11 6 2 0,6-4 0 0,5-2-2 15,-9 4 0-15,3-1 1 0,6-3 3 0,-12 5-3 16,7 0 0-16,0-2 4 0,5-3-4 0,-10 5 3 16,5-1-4-16,0-1 3 0,-2 0-3 15,7-3 5-15,-11 8-4 0,5-7 1 0,0 4 1 0,1-1 0 16,-4 1 0-16,2-1-2 0,-2-1 0 0,0-1 1 16,0 2 2-16,0 0-2 0,3 0-2 0,-4-1 4 15,-1 0-3-15,3 0 0 0,-2 1 2 0,0-1-1 16,4 0 1-16,-2-2 5 0,3 2-8 0,-3-1 10 15,8-2-7-15,-14 4 4 0,6-1-7 0,2 0-1 16,6-3 3-16,-13 3-3 0,7-3 1 0,-1 1 4 16,1 3-4-16,6-4 4 0,-10 4-3 0,5-2 0 15,-2 1 1-15,7-3-1 0,-10 4 1 0,4-1 5 16,-1 1-10-16,0-3 5 0,0 3 0 0,7-4-5 16,-14 3 4-16,8 0 1 0,6-3-3 0,-11 4 4 15,3-2 4-15,1 0-7 0,7-2-1 0,-13 5 11 16,8-3-13-16,5-2 5 0,-15 4-1 0,10-1 3 15,-4-2-6-15,0 2 1 0,1-1 0 0,1 2 3 16,-2-1-1-16,-4 1 0 0,3-3-1 0,-4 3 2 16,2-2-3-16,2 1 2 0,-3 0 0 0,0 0 2 15,1 0-3-15,0 0 2 0,-1 0-1 0,-1-2 0 16,-2 3 0-16,2 0-2 0,1 0 4 0,-5-3 1 16,5 1-6-16,-3 1 5 0,4 0-2 0,-1-2 1 15,2 2 0-15,-2-1 2 0,2 0-1 0,-1 1 0 16,-1-3-2-16,2 0 0 0,-1 2 0 0,1 2 0 15,0-2-3-15,1 0 4 0,-2-2 0 0,3 2 0 16,-3 0-2-16,2 0 3 0,0 0-1 0,2-1 2 16,-2 0-3-16,1 0 1 0,0-1-1 0,9 0 3 15,-17 1-1-15,8-2 0 0,-1 2-2 0,-1 1 4 16,2-1-5-16,-2 0 0 0,0-1 3 0,3 1-2 16,8-1 3-16,-19 2 5 0,9 1-5 0,2-3 1 15,-3-1-2-15,11 1 1 0,-18 0-3 0,10 0-1 16,8 0-3-16,-18 1 6 0,8 1-6 0,-2-2 6 15,3 1 2-15,9-1 2 0,-17 0-7 0,8 1 8 16,1-1-7-16,8 0 5 0,-17 0-7 0,11 0 4 16,6 0 0-16,-17-4-1 0,10 4-1 0,7 0-1 15,-16 0-1-15,9 0 4 0,7 0-3 0,-17 2 3 16,17-2-4-16,-14 0 2 0,5 0 0 0,9 0 2 16,-13-2-2-16,7 1 1 0,6 1-1 0,-15 3 2 15,8-3-2-15,7 0 0 0,-13 0-1 0,6 1 0 16,7-1 3-16,-12 0 4 0,12 0-5 0,-11 0 0 15,11 0 0-15,-10 0-2 0,10 0 2 0,0 0-1 16,-13 0-3-16,13 0 4 0,-13 0-2 0,13 0 3 16,-8 1-1-16,8-1-1 0,0 0-1 0,-14-1 2 15,14 1-3-15,-10 0 2 0,10 0-1 0,-8 1-2 16,8-1 0-16,0 0 5 0,-13 0-3 0,13 0-1 16,-10 0 0-16,10 0-1 0,-11 3 0 0,4 0 1 15,7-3 2-15,-11 2-1 0,6 1 3 0,5-3-1 16,-12 2-2-16,6-1 0 0,-2 2 7 0,-1-2 0 15,-1 1-7-15,-3-2 1 0,3 2-3 0,1 1 4 16,-4-6-3-16,3 5 0 0,-2-1-3 0,0 0 5 16,0 0 0-16,-2 1 7 0,1 1-8 0,2 0 1 15,-3-2-3-15,2 1 3 0,0-2 2 0,-2 0-3 16,2 0 0-16,-2 3 1 0,4-3 1 0,-2 2 0 16,3-2 2-16,0 0 3 0,9 0-2 0,-12 1 3 15,12-1-2-15,-12 0-1 0,12 0-3 0,-11 0 3 16,11 0 2-16,-8 1 0 0,8-1-4 0,0 0 3 15,0 0 0-15,-14 0-2 0,14 0 1 0,0 0-1 16,0 0-2-16,-8 0-2 0,8 0 3 0,0 0-1 16,0 0 1-16,0 0-2 0,0 0 2 0,0 0 1 15,0 0-1-15,0 0 1 0,0 0-3 0,-10-2 1 16,10 2 3-16,0 0-4 0,0 0 3 0,0 0-1 16,0 0 3-16,0 0-2 0,0 0 2 0,0 0 5 15,0 0-6-15,-9 2-1 0,9-2 0 0,0 0-3 16,0 0 3-16,0 0 1 0,0 0-4 0,-8-4 3 15,8 4-3-15,0 0 3 0,0 0 0 0,0 0 0 16,0 0 0-16,0 0-4 0,0 0 0 0,0 0 2 16,-14 3-1-16,14-3 3 0,0 0-2 0,0 0 3 15,0 0 0-15,-9-1 10 0,9 1-4 0,0 0 2 16,0 0-2-16,0 0-1 0,0 0-2 0,0 0-2 16,0 0 3-16,0 0 1 0,0 0-4 0,0 0 1 15,-10 0 0-15,10 0-1 0,0 0 1 0,0 0-4 16,0 0 2-16,0 0 2 0,0 0-1 0,0 0 5 15,0 0 0-15,0 0-1 0,0 0-4 0,0 0 2 16,0 0-3-16,0 0 2 0,0 0-4 0,0 0 4 16,0 0-3-16,0 0 2 0,0 0-5 0,0 0 5 15,0 0-1-15,0 0-4 0,0 0 0 0,0 0-1 16,0 0-1-16,0 0 4 0,0 0-1 0,0 0-1 16,0 0-3-16,0 0 2 0,0 0-3 0,0 0 0 15,0 0-3-15,0 0-2 0,0 0 3 0,0 0-12 16,0 0-5-16,0 0-7 0,0 0-16 0,0 0-15 15,0 0-24-15,0 0-24 0,0 0-27 0,0 0-34 16,0 0-26-16,0 0-32 0,0 0-133 0,22-15-389 16,-13 11 172-16</inkml:trace>
  <inkml:trace contextRef="#ctx0" brushRef="#br0" timeOffset="13584.51">3496 11233 47 0,'0'0'76'0,"0"0"2"0,0 0-15 0,0 0-4 16,0 0-5-16,0 0-5 0,0 0-3 0,0 0-6 16,0 0-4-16,0 0 0 0,0 0 2 0,0 0-12 0,0-7-1 15,0 7 3-15,0 0-11 0,0 0 3 0,0 0-2 16,0 0 0-16,0 0-7 0,0 0 5 16,0 0-6-16,0 0-4 0,0 0 0 0,0 0 6 15,0 0-5-15,0 0 1 0,0 0 2 0,0 0-4 16,0 0-1-16,0 0-1 0,0 0 5 0,0 0-4 0,-5-11 0 15,5 11 2-15,0 0-1 0,0 0 7 0,0 0 4 16,0-8 4-16,0 8-5 0,0 0 4 0,-2-9-4 16,2 9-3-16,0 0 1 0,-2-8 4 15,2 8 10-15,0 0-2 0,-2-8 0 0,2 8 2 0,0 0 4 16,0 0 6-16,0 0-5 0,0-10 0 0,0 10 2 16,0 0 3-16,0 0-1 0,0 0 1 0,0 0-4 15,0 0-3-15,-3-7-6 0,3 7-3 16,0 0-7-16,0 0 0 0,0 0-5 0,0 0-1 15,0 0-4-15,0 0 6 0,0 0-7 0,0 0 3 0,0 0-1 16,0 26-1-16,0-16 1 0,1-1 3 16,-1 1-9-16,0-1 8 0,-1 2-3 0,1-1-1 0,-1 2 0 15,1 1 7-15,0-2 1 0,-1 0 4 16,1 2-10-16,0-2-1 0,-3 0-1 0,3 0 5 16,-1 2 0-16,1-1-4 0,0-2 2 0,-2 0 12 0,1 1-13 15,1-1 1-15,-1 0-3 0,1 1-2 0,-2-6-2 16,2-5 8-16,0 15-7 0,0-8 4 0,0-7-2 15,0 8 2-15,0-8-4 0,-1 8 2 16,1-8 1-16,0 9-3 0,0-9 5 0,0 0-2 0,0 9 1 16,0-9 3-16,1 7-5 0,-1-7 2 0,0 0-4 15,0 0-4-15,-1 12-3 0,1-12-4 0,0 0-14 16,0 0-14-16,0 0-16 0,-1 7-13 0,1-7-12 16,0 0-12-16,0 0-19 0,0 0-122 0,0 0-249 15,0 0 111-15</inkml:trace>
  <inkml:trace contextRef="#ctx0" brushRef="#br0" timeOffset="14203.13">3451 11236 41 0,'0'0'83'16,"-3"-6"-6"-16,3 6-8 0,0 0-3 0,0 0 0 0,0 0-2 15,0 0-2-15,0 0-13 0,0 0-7 0,0 0-3 16,0 0 6-16,0 0-12 0,0 0-1 0,0 0-9 15,0 0 1-15,0 0-1 0,0 0 2 0,0 0-4 16,0 0 4-16,0 0-10 0,0 0 16 0,0 0-15 16,0 0 3-16,0 0-7 0,0 0 6 0,0 0-6 15,0 0 1-15,0 0-2 0,0 0-1 0,0 0-2 16,0 0-1-16,0 0-2 0,0 0 9 0,0 0-13 16,0 0 4-16,0 0 1 0,0 0 2 0,0 0-3 15,0 0 7-15,0 0-7 0,0 0-7 0,0 0 9 16,0 0-7-16,0 0-1 0,0 0 3 0,0 0 11 15,0 0-13-15,0 0 4 0,0 0 0 0,0 0-6 16,0 0 6-16,0 0-12 0,0 0 10 0,0 0-7 16,0 0 1-16,0 0-2 0,0 0 1 15,0 0-4-15,0 0-2 0,0 0-10 0,0 0-3 0,0 0-8 16,0 0-4-16,0 0-14 0,0 0-13 0,0 0-17 16,0 0-57-16,0 0-148 0,0 0 66 0</inkml:trace>
  <inkml:trace contextRef="#ctx0" brushRef="#br0" timeOffset="16289.64">3453 11169 92 0,'0'0'91'15,"0"0"1"-15,0 0-12 0,-2-9-3 0,2 9-5 16,0 0 4-16,0 0-6 0,0 0-5 0,0 0-4 15,-3-6 3-15,3 6-7 0,0 0 4 0,0 0 0 16,0 0 10-16,0 0-15 0,0 0 4 0,0 0-8 16,0 0 2-16,0 0-4 0,0 0-5 0,0 0 2 15,0 0-1-15,0 0-3 0,0 0-3 0,0 0-9 16,0 0 2-16,0 0-7 0,0 0 0 0,-3-7-4 16,3 7 0-16,0 0-4 0,0 0 1 0,0 0-3 15,0 0 2-15,0 0-8 0,0 0 0 0,0 0-6 16,0 0-2-16,0 0-5 0,0 0-9 0,0 0-3 15,0 0-5-15,0 0-12 0,0 0 2 0,0 0-18 16,0 0-8-16,0 0-1 0,0 0-14 0,0 0-4 16,0 0-12-16,12 17-7 0,-12-17-21 0,0 0-73 15,5 5-203-15,-5-5 90 0</inkml:trace>
  <inkml:trace contextRef="#ctx0" brushRef="#br0" timeOffset="16769.91">3462 10941 87 0,'0'0'105'0,"0"0"-5"0,1-9-1 15,-1 9-1-15,0 0 4 0,0 0-15 0,0 0 3 16,1-8-3-16,-1 8-10 0,0 0-4 0,0 0-9 16,0 0-7-16,0 0-6 0,0 0-7 0,0 0-2 15,0 0-7-15,0 0-2 0,0 0-2 0,0 0-1 16,0 0 0-16,5 22-5 0,-1-13 3 0,-1 1 0 16,-1 2 9-16,2 5-3 0,0-2-1 0,-3 2-7 15,1 1 0-15,0 1-2 0,-1 0 2 0,1 0 5 0,0-1-7 16,-2 2 4-16,0-1-4 0,0 0 2 15,-2 1 2-15,0-2 0 0,0-1-2 0,1 1-5 16,-1-1-1-16,0 0-4 0,-1 0 2 0,1-5 8 16,-1 1-4-16,0 0-1 0,1-5-5 0,0 3 0 15,1-1 0-15,0 0-4 0,0 0-1 0,-2-1-3 0,2-2 4 16,1-7-1-16,0 14-1 0,-1-8-5 16,1-6 2-16,-3 11 0 0,3-5 4 0,0-6-5 15,0 0-6-15,-1 12 4 0,1-12-3 0,1 9-9 16,-1-9-7-16,0 0-15 0,0 9-15 0,0-9-20 0,0 0-8 15,0 0-21-15,1 7-12 0,-1-7-15 16,0 0-10-16,0 0-16 0,0 0-84 0,0 0-251 16,0 0 111-16</inkml:trace>
  <inkml:trace contextRef="#ctx0" brushRef="#br0" timeOffset="17168.24">3462 11243 22 0,'-2'-8'144'16,"2"8"-2"-16,0 0-14 0,3-12-5 0,-3 12-15 15,4-8-10-15,1 3-9 0,0 0-2 0,4-2-8 16,1 2-4-16,0 1-2 0,1 0-9 0,0-2-10 16,-1 4-2-16,1 1-3 0,0 0-6 0,-3 1-4 15,-8 0-1-15,18 1-1 0,-8 2-10 0,-3 0-1 16,0 2-2-16,-2-2-1 0,1 3-3 0,-2 3-2 0,0-1 2 16,-3 1-3-16,-1 1 1 0,-1 1-1 15,-3-1-3-15,-1 1 0 0,-6 2-1 0,0 0 1 0,-1-2 1 16,0-1-4-16,-2 0-2 0,0-1-5 15,0 1 6-15,-1-1-2 0,4-3 0 0,1 0-4 16,-1-3-1-16,0 2-14 0,1-1-15 0,4-2-21 16,-1 1-19-16,7-3-27 0,-9 4-18 0,9-4-28 0,-6 1-93 15,6-1-250-15,0 0 110 0</inkml:trace>
  <inkml:trace contextRef="#ctx0" brushRef="#br0" timeOffset="17574">3761 11200 191 0,'0'0'215'0,"0"-9"-4"15,0 9-13-15,-2-8-20 0,2 8-16 16,0 0-20-16,0 0-12 0,0 0-19 0,0 0-12 0,0 0-11 16,0 0-9-16,0 0-10 0,0 0 0 15,0 0-8-15,0 0-6 0,7 27-5 0,-5-15-7 16,2 2-2-16,-1 3-3 0,-2-3-4 0,0 1-1 16,0 3-2-16,1-1-1 0,-2-1 3 0,1 1-9 0,0 0-1 15,1-6-5-15,-1 5 11 0,-1-3-13 0,1 3-3 16,-1 0 0-16,2-5-1 0,-1 1-1 0,-1-2 0 15,0 0-1-15,0 1-1 0,1-1 0 0,0-3-2 16,-1 1-1-16,2 0-1 0,-2-8 3 0,0 10-6 16,0-10-9-16,0 10-13 0,0-10-11 0,1 8-15 15,-1-8-13-15,0 0-12 0,0 8-17 0,0-8-11 16,0 0-21-16,0 0-29 0,0 0-24 0,0 0-120 16,0 0-316-16,0 0 140 0</inkml:trace>
  <inkml:trace contextRef="#ctx0" brushRef="#br0" timeOffset="17861.8">3789 11264 73 0,'8'-6'152'0,"2"2"3"16,-1 0-16-16,-2 2-2 0,2 0-19 0,3 2-3 15,-2 0-11-15,-1 0-4 0,0 0-10 0,0 3-8 16,-1-1-4-16,-2 1 3 0,1 1-15 0,-1 0-6 16,-1-1-3-16,0 3 3 0,-1-2-12 0,-4-4-4 15,4 9 1-15,-4-3 5 0,0-6-5 0,-4 14 4 16,-1-5-4-16,-3-2 0 0,-1 1-9 0,-2 1-2 16,2-2-3-16,-3 0-2 0,1 0-5 0,-1-3-12 15,-1 2-16-15,2-1-23 0,-1-2-35 0,1 1-46 16,1-2-44-16,0 2-157 0,-2-4-334 0,5 0 147 15</inkml:trace>
  <inkml:trace contextRef="#ctx0" brushRef="#br0" timeOffset="18015.7">3890 11353 114 0,'10'-2'238'0,"-10"2"-14"0,0 0-12 16,0 0-20-16,0 0-22 0,0 0-22 0,9-1-35 15,-9 1-45-15,0 0-49 0,0 0-58 0,0 0-46 16,0 0-144-16,0 0-249 0,0 0 110 0</inkml:trace>
  <inkml:trace contextRef="#ctx0" brushRef="#br0" timeOffset="23364.35">10976 11028 100 0,'0'0'176'0,"0"0"-12"0,0 0-11 0,2-7-19 16,-2 7-11-16,0 0-10 0,0 0-5 0,0 0 7 0,0 0-3 15,0 0-8-15,11 16 7 0,-8-8-8 0,0 3-7 16,1 1-6-16,0 0-7 0,1 5-6 0,-5-1 2 16,4 0 3-16,-4 0-6 0,1-4-9 0,1 0-5 15,-1 0-6-15,0 0-2 0,0 0-10 0,-1-3 1 16,2 3-6-16,-2-2-2 0,0-3-5 0,0-7 0 15,1 12-5-15,-1-12-1 0,1 9-5 0,-1-9 11 16,0 7-4-16,0-7 9 0,0 0 2 0,2 8 6 16,-2-8 7-16,0 0 2 0,0 0-4 0,0 0-3 15,0 0-7-15,0 0 0 0,0 0-10 0,0 0 1 16,-9-20-5-16,5 11 1 0,0 0-1 0,3-1-5 16,-2 1-6-16,3-3-4 0,-2-4 4 0,3 1-4 15,0-2-8-15,2 0-1 0,2 0-2 0,-1-1 0 16,-2 5-2-16,2 1 2 0,0-2 0 0,0 2-2 15,1 3-4-15,-1-2 3 0,4 4 0 0,0 0 7 16,0 3-11-16,-3 1 4 0,4 0-4 0,1 3 2 16,0 2-2-16,3 0 1 0,-1 2 2 0,-2 0-4 15,3 1 1-15,0 5 5 0,-3-1-3 0,2 3 3 16,-4 2-4-16,1-4 6 0,-1 4-3 0,-1-1-2 16,-1-1 4-16,-1-1-9 0,-3 2-12 0,2-3-16 0,-3 3-16 15,2-1-33-15,-4-1-32 0,1 1-31 0,-2-2-31 16,0-1-39-16,-2 3-189 0,1-5-443 15,2 0 196-15</inkml:trace>
  <inkml:trace contextRef="#ctx0" brushRef="#br0" timeOffset="24725.48">10584 10897 131 0,'0'0'156'0,"0"0"-7"0,0 0-8 0,1-7-13 0,-1 7-9 15,0 0-7-15,0 0-20 0,0 0-5 16,0 0-3-16,0 0-16 0,0 0-4 0,0 0-3 0,0 0 3 15,18 14-1-15,-10-5-1 0,-2 0-2 0,1 1-6 16,-2 3-5-16,1 1-3 0,0 2-13 0,-1-1 4 16,-1 2-3-16,1-3 1 0,-2-2-4 0,0 0-5 15,1 1-2-15,-2-2-2 0,1 1-1 0,0-2 1 16,0 0-2-16,-1-1-4 0,0-2-2 0,0 2-2 16,-2-9 1-16,2 11-3 0,-2-5 0 0,0-6 1 15,3 7-3-15,-3-7 3 0,0 0 1 0,2 8-3 16,-2-8 12-16,0 0 12 0,0 0 0 0,0 0 3 15,0 0-1-15,0 0-4 0,0 0-2 0,0 0-5 16,0 0 1-16,0 0-5 0,0 0-2 0,0 0-2 16,-13-19 1-16,13 19-3 0,-3-13-1 0,0 5-3 15,1-1 1-15,0-3 0 0,2 2-4 0,-1-2 3 16,1-1-5-16,0 1 2 0,3-3 0 0,-1-1-3 16,3 0-2-16,-3-1 3 0,6 2-2 0,0-1 1 15,2 0-3-15,-3 6 0 0,5-2-3 0,-3 3 1 16,0 2-1-16,0 0-1 0,-1 1 2 0,2 3 0 15,0-1 0-15,0 2 0 0,2 0-1 0,-2 2 3 16,0 1-6-16,3 0 5 0,-3 2-4 0,0 2-4 16,3 2 7-16,-5 0-1 0,0 4-2 0,-1-1 4 15,-1 1-2-15,-2 1-1 0,1 3 7 0,-3 0-1 16,-2 2-4-16,-3 1 6 0,2-1-3 0,-2 0-3 16,-1-2-22-16,-1 3-22 0,4-3-32 0,-3-3-32 15,2-2-40-15,2 2-27 0,0-2-30 0,0 1-105 0,1-1-334 16,4-3 147-16</inkml:trace>
  <inkml:trace contextRef="#ctx0" brushRef="#br0" timeOffset="38809.85">3325 14125 84 0,'0'0'107'0,"-9"-3"-8"15,9 3-1-15,0 0-6 0,-9-1-7 0,9 1 3 16,0 0-9-16,0 0-2 0,0 0-5 0,-6-4-2 15,6 4 0-15,0 0 4 0,0 0 3 0,0 0-8 16,-6-5-1-16,6 5-12 0,0 0-2 0,0 0-4 16,0 0 4-16,0 0-4 0,0 0-10 0,-5-5-1 15,5 5-6-15,0 0-1 0,0 0-10 0,0 0-3 16,0 0-9-16,0 0 4 0,0 0-1 0,0 0-4 16,0 0-4-16,0 0 2 0,16 19-1 0,-12-10-1 15,2 1-3-15,-1 0 0 0,0 1 2 0,-1-2-1 16,0 2-2-16,0-1 0 0,-2 1 3 0,3 1-1 15,-2 0-1-15,-1 1 0 0,0-3-2 0,-1 2 0 16,0-1 4-16,1-2 0 0,-1 1-2 0,0-3-4 16,0 1 6-16,-1-8-6 0,-2 10 1 0,2-10 5 15,2 10-2-15,-2-10 2 0,2 8-2 0,-2-8 6 16,0 0-3-16,0 0-2 0,0 0 0 0,-2 8 9 16,2-8-6-16,0 0-1 0,0 0-1 0,0 0 15 15,0 0 6-15,0 0-7 0,0 0-2 0,0 0-2 16,0 0 2-16,0 0-2 0,0 0-2 0,0 0 1 15,-5-27-6-15,5 18 1 0,2-1-2 0,-2 0 1 16,-2-1 0-16,4 1-4 0,-1 2 0 0,1-1-3 16,4 0 3-16,-3 0 1 0,0-1-6 0,2 2 5 15,-1-1 0-15,-2 3-3 0,2 2 1 0,0-1-1 16,1-2-3-16,-5 7 2 0,9-4-4 0,-3 1 2 16,-6 3-2-16,11 0 2 0,-11 0 0 0,0 0-1 15,16 4-2-15,-11-1 2 0,2 3 1 0,-2-3-4 16,1 6 5-16,1-5 2 0,-1 5-4 0,-1-2-2 15,-1-1 2-15,0 3 2 0,0-3 4 0,-2 2-2 16,3 0-6-16,-2 1 4 0,-2 0-11 0,2-2-14 16,-2 1-4-16,0 1-3 0,-1-3-19 0,0-6-22 15,3 14-13-15,-4-6-11 0,1 0-17 0,0-8-27 16,0 12-85-16,0-12-247 0,-3 11 109 0</inkml:trace>
  <inkml:trace contextRef="#ctx0" brushRef="#br0" timeOffset="39153.15">3583 14031 46 0,'0'-10'188'0,"0"10"-14"0,0 0-12 16,0-10-19-16,0 10-25 0,0 0-8 0,0 0-11 15,0 0-9-15,0 0-14 0,0 0-7 0,0 0-8 16,0 0-4-16,0 0-11 0,8 23-1 0,-5-9 1 16,-1 2-11-16,0 3-3 0,0 0 0 0,-4 7-4 15,5-2-3-15,-4-4-4 0,3 6 0 0,-2-1 3 16,1-1-1-16,-2 1-9 0,0-7 3 0,0 0-4 16,2 1 2-16,-2 1 0 0,2-4-5 0,-1 3 2 15,0-2-8-15,1 0 4 0,-2 1-1 0,1-2-2 16,1 3 2-16,0-2 3 0,-2-1-9 0,1-3-19 15,1-2-4-15,1 4-20 0,-4-4-7 0,2 0-20 16,0 1-18-16,-1-3-22 0,0 1-16 0,0-2-107 16,1-8-250-16,-3 16 110 0</inkml:trace>
  <inkml:trace contextRef="#ctx0" brushRef="#br0" timeOffset="39446.57">3560 14245 58 0,'2'-2'110'0,"-2"2"-14"16,11-8-7-16,-3 5-7 0,0 1 0 0,3 1-3 15,0-2-5-15,1 3-13 0,-1 1-1 0,-1 1-1 16,2 0-12-16,-3 2-1 0,-3 0-11 0,4 4 9 15,-5-4-20-15,-1 3 6 0,3 1-8 0,-5 1 1 16,0-4-1-16,-2 5-1 0,-2-1 6 0,-2 0-11 16,-1 1-1-16,-1-1-4 0,-3 1-4 0,0-2 8 15,0 1 2-15,-2-2-11 0,3 1-9 0,-1-4-19 0,0 0-12 16,0-1-17-16,1-1-36 0,2 0-94 16,-4 0-194-16,10-2 86 0</inkml:trace>
  <inkml:trace contextRef="#ctx0" brushRef="#br0" timeOffset="41934.53">9944 13453 2 0,'0'0'90'0,"0"0"-11"0,0 0-7 16,0 0-1-16,0 0-8 0,0 0-3 0,0 0 1 15,2 11-12-15,-2-11-5 0,0 0-2 0,0 0-8 16,0 0-2-16,0 0 1 0,0 0-2 0,0 0-2 16,0 0 2-16,-2 11-8 0,2-11 6 0,0 0-6 15,0 0 0-15,0 0 0 0,0 0-5 0,0 0 3 16,0 0 0-16,0 0-8 0,0 0 4 0,0 0 2 15,0 0-7-15,0 0 7 0,0 0 0 0,0 0 1 16,0 0-1-16,0 0 2 0,0 0-2 0,0 0 6 16,0 0-7-16,0 0 4 0,0 0-7 0,0 0 6 15,0 0-4-15,0 0 4 0,0 0-5 0,0 0-5 16,0 0 3-16,0 0-6 0,0 0 3 0,0 0-1 16,0 0-4-16,0 0 2 0,0 0 0 0,0 0-4 15,0 0 0-15,0 0-2 0,0 0-1 0,0 0 2 16,0 0-3-16,0 0 9 0,0 0-11 0,0 0 5 15,0 0-4-15,0 0 5 0,0 0-3 0,0 0-2 16,0 0 8-16,0 0-6 0,0 0-4 0,0 0 5 16,0 0-1-16,0 0 2 0,0 0 1 0,0 0 0 15,0 0-2-15,0 0-3 0,0 0 2 0,0 0 4 16,0 0-5-16,0 0-2 0,0 0 2 0,0 0 4 16,0 0-3-16,0 0-2 0,0 0 1 0,0 0-1 0,0 0 1 15,0 0-2-15,0 0-4 0,0 0 0 0,0 0-6 16,0 0 1-16,0 0 7 0,0 0-4 15,0 0-5-15,0 0 1 0,0 0-5 0,0 0 1 16,0 0-7-16,0 0-9 0,0 0-1 0,0 0-1 0,0 0-11 16,0 0 0-16,0 0-5 0,0 0 7 15,0 0-9-15,0 0-5 0,0 0-10 0,0 10-12 16,0-10-55-16,0 0-144 0,0 0 64 0</inkml:trace>
  <inkml:trace contextRef="#ctx0" brushRef="#br0" timeOffset="45491.58">9744 13437 111 0,'0'0'122'0,"0"-12"-9"0,0 12-4 0,0-14-2 16,0 7 6-16,0 7-2 0,0-10-2 0,0 10-3 15,0-10-7-15,0 10-3 0,-1-7-5 0,1 7-6 16,0 0-5-16,1-10-8 0,-1 10-9 0,0 0-7 16,0 0-8-16,0 0-8 0,0 0-6 0,0 0-5 15,0 0-5-15,0 0-1 0,0 0-3 0,0 0-3 16,0 0-1-16,-1 32 0 0,1-20 5 0,-2 4-13 15,2 1 4-15,0 0-4 0,0 1 2 0,0 0 0 16,-2-1 0-16,1-1-4 0,1 1 2 0,0-1-7 16,-1-3 4-16,2 2-1 0,-1 2 3 0,0-6-2 15,0 2 1-15,-1-1 1 0,1 1-3 0,1-2 12 16,-2 0-12-16,2 0-3 0,0 0 3 0,-1 2-3 16,0-4-6-16,-1 4-12 0,1-2-14 0,0-2-19 15,-1 1-19-15,2-3-21 0,-1 4-5 0,0-11-14 16,0 11 2-16,0-5-14 0,0-6-3 0,0 0-85 0,-5 12-225 15,5-12 99-15</inkml:trace>
  <inkml:trace contextRef="#ctx0" brushRef="#br0" timeOffset="45773.68">9709 13386 81 0,'10'-4'87'16,"0"1"-8"-16,2-1-6 0,-1 1 1 0,-1 2-5 15,2 1-9-15,-2 4-3 0,-1 0-7 0,0-1-10 0,0 1 6 16,-3 5-10-16,-1-1 3 0,0 2-11 16,-3-1 8-16,0 3-13 0,0 1 8 0,-6-2-5 15,1 2 0-15,-1 2-6 0,0-3 0 0,-1 1-5 16,-1-3 1-16,1 2-1 0,0-1-1 0,0-1-3 0,-3-1-3 15,3 0-11-15,-2 0-18 0,2-2-8 16,-1 0-10-16,1-1-21 0,-2 1-23 0,0-1-59 16,2-2-152-16,-2-1 68 0</inkml:trace>
  <inkml:trace contextRef="#ctx0" brushRef="#br0" timeOffset="46265.09">9922 13632 74 0,'0'0'168'0,"0"0"-17"16,0 0-22-16,0 0-10 0,0 0-14 15,0 0-12-15,0 0-9 0,0 0-8 0,0 0 3 16,9 11-12-16,-7-4-11 0,-2 3-4 0,0 1-3 0,2 0-4 15,-2 1-4-15,-2-2-6 0,4 4 4 16,-2-4-7-16,-2 3-7 0,2-1-2 0,0-4-3 0,0 3 4 16,0-4-8-16,0-7 3 0,0 11-10 15,0-11 2-15,-2 8 6 0,2-8 12 0,0 0 10 16,0 10 14-16,0-10 12 0,0 0 9 0,0 0 6 0,0 0-9 16,0 0-4-16,0 0-10 0,0 0-10 0,0 0-1 15,0 0-7-15,2-27 1 0,-2 18-7 16,3-1-4-16,-2 2-2 0,2-3-1 0,2-1-3 15,-1-1-4-15,0 2 0 0,-2-1-8 0,5-3 0 16,0 3-2-16,0 3 5 0,-1-1-10 0,2 2 3 0,2-2-3 16,-2 4 1-16,-1 0-4 0,5 2 1 15,-3 0-2-15,-2 2 0 0,2 1 1 0,-9 1-2 16,19 4-1-16,-8 1 2 0,-5-1-3 0,0 4 1 16,1 0-1-16,-2 1 2 0,-1 0 0 0,0 1 0 0,1 0-4 15,-3-1 4-15,-1 2-1 0,2-1 1 0,-3 0-2 16,1 0-7-16,-1-1-12 0,0 1-21 15,0 1-17-15,0-3-26 0,0-8-36 0,-1 14-35 16,2-7-29-16,-1 0-131 0,0-7-342 0,0 0 151 16</inkml:trace>
  <inkml:trace contextRef="#ctx0" brushRef="#br0" timeOffset="48759.85">3470 11230 7 0,'0'0'72'15,"-2"-8"-1"-15,2 8 1 0,0 0-1 0,0 0-8 16,0 0 5-16,0 0-5 0,-1-10 1 0,1 10 1 16,0 0-6-16,0 0 0 0,0 0 1 0,0 0-3 15,0 0-5-15,0 0-1 0,0 0-6 16,-3-7-3-16,3 7-5 0,0 0 10 0,0 0-4 0,0 0-7 16,0 0 0-16,0 0 5 0,0 0-3 0,0 0 0 15,0 0 0-15,0 0 3 0,0 0-5 16,0 0-4-16,0 0 2 0,0 0-6 0,0 0-4 0,0 0-6 15,0 0-1-15,0 0-7 0,0 0-1 16,0 0-1-16,0 0 0 0,0 0 4 0,0 0-3 0,0 0-4 16,4 25 4-16,-3-15 5 0,-1 1-3 0,0 5-3 15,0-1 2-15,0 4 3 0,1 1 1 0,-1-2-3 16,0-1-2-16,2 3 2 0,-4 4 3 0,2-3 2 16,0-3-4-16,-1 2 2 0,1 6-5 0,1-8 10 15,-1 0-6-15,0 1 5 0,2-3-10 0,-1 0-1 16,-1-4 1-16,1 4 1 0,-1-6-7 0,2 1 6 15,-2-2-7-15,1 0-1 0,-1 1 1 0,1-4-2 16,-1-6 6-16,2 13-2 0,-2-13 0 0,0 10 2 16,0-10-1-16,1 8 1 0,-1-8 0 0,1 8 2 15,-1-8-2-15,0 0 4 0,0 0-8 0,0 0 4 16,1 6-3-16,-1-6 4 0,0 0-4 0,0 0 2 16,0 0 0-16,0 0-2 0,0 0 0 0,0 0 3 15,0 0-5-15,0 9 0 0,0-9-15 0,0 0-15 16,0 0-12-16,0 0-15 0,0 0-15 0,0 0-10 15,0 0-18-15,0 0-20 0,0 0-10 0,0 0-102 16,-9 5-251-16,9-5 111 0</inkml:trace>
  <inkml:trace contextRef="#ctx0" brushRef="#br0" timeOffset="49385.43">3444 11253 82 0,'0'0'110'0,"0"0"-8"0,-3-7-2 0,3 7-13 0,0 0-7 15,0 0-3-15,0 0-4 0,0 0-1 0,0 0-3 16,-1-7 6-16,1 7-14 0,0 0-8 0,0 0 2 16,0 0-9-16,0 0-1 0,0 0-3 0,0 0 1 15,0 0-13-15,0 0 2 0,0 0-4 0,0 0 2 16,0 0-7-16,0 0-2 0,0 0-1 0,0 0-1 16,0 0-5-16,0 0 9 0,0 0-1 0,0 0 1 15,0 0 3-15,0 0-5 0,2-10 1 0,-2 10 2 16,0 0-4-16,0 0 0 0,0 0-5 0,0 0 0 15,0 0 4-15,0 0-4 0,0 0-2 0,0 0-1 16,0 0-4-16,2-7 1 0,-2 7-3 0,0 0 2 16,0 0-5-16,0 0 0 0,6-7 3 0,-6 7-3 15,7-3-1-15,-7 3-1 0,10-4 6 0,-5 1-1 16,-5 3-6-16,11-4 5 0,-5 0-4 0,-6 4 1 16,10-2-4-16,-10 2-1 0,10-4 1 0,-10 4 0 15,9 0 0-15,-3-1-4 0,-6 1 7 0,12 4-2 16,-6-3-5-16,-6-1 9 0,12 3-4 0,-5 2 2 15,1-1-7-15,-2 1 4 0,1 2-1 0,0 0 1 16,-3-2 2-16,1 3 0 0,-1-1 1 0,-1 1-1 16,1 0 0-16,-4-1 4 0,0 6 6 0,-2-4 6 15,0 1-4-15,0-1 7 0,-1 0-6 0,-3 0-4 16,-1 2 5-16,1-3-5 0,-2 1-1 0,-1 0 2 16,-1 1-3-16,-2 0 3 0,3-1-5 0,-4-3 1 15,4 4-2-15,-1-3 2 0,0-1-3 0,0-1-3 16,2 2-8-16,-1-2-18 0,9-5-22 0,-11 6-26 15,11-6-25-15,-9 4-21 0,5-2-29 0,4-2-94 16,0 0-264-16,0 0 117 0</inkml:trace>
  <inkml:trace contextRef="#ctx0" brushRef="#br0" timeOffset="49914.34">3500 11197 36 0,'0'0'111'0,"0"0"-3"15,0 0-20-15,0 0-12 0,0 0-7 0,0 0-5 16,0 0 3-16,0 0-9 0,0 0-3 0,0 0 18 16,0 0-6-16,4 32-2 0,-2-20-3 0,-2 3-5 15,2 4 4-15,-2 0 3 0,1 0-1 0,-2 0-4 16,2 5-6-16,-4-4 4 0,3-2-9 0,0-2-7 16,-1 1 0-16,1-1-3 0,0-2-3 0,-1 0-9 15,1-2 4-15,0-1-5 0,1 0 3 0,-1-4-9 16,-1 2-4-16,1-9 6 0,1 14-8 0,-1-8 2 15,0-6 1-15,-1 9-5 0,1-9-5 0,0 10-12 16,0-10-16-16,0 0-9 0,0 0-12 16,0 0-32-16,0 0-21 0,-3 7-28 0,3-7-117 0,0 0-261 15,0 0 116-15</inkml:trace>
  <inkml:trace contextRef="#ctx0" brushRef="#br0" timeOffset="50166.16">3568 11182 21 0,'7'-1'101'0,"0"-1"2"0,-7 2-20 0,15 2 0 16,-7-1-6-16,0 2-6 0,-1 0-7 0,-2 2-6 15,0 0 1-15,-1 1-7 0,-1 0-11 0,-1 3 3 16,0 1-4-16,-4 0 7 0,1 0-9 0,-3 1 4 15,-1 0 3-15,-1 0-9 0,-6 1-9 16,3 1 9-16,0-5-17 0,-5 4-1 0,3 0-14 0,-1-5-17 16,3 0-20-16,-1-1-30 0,0 0-16 0,-2-2-92 15,-1 0-184-15,2-2 82 0</inkml:trace>
  <inkml:trace contextRef="#ctx0" brushRef="#br0" timeOffset="50318.21">3527 11336 25 0,'5'1'36'16,"3"2"-41"-16,-1 0-5 0,5 0-10 0,-1-2 5 16</inkml:trace>
  <inkml:trace contextRef="#ctx0" brushRef="#br0" timeOffset="71508.06">12726 9717 36 0,'0'0'104'0,"0"0"-17"0,0 0 12 0,0 0-10 16,0 0-7-16,0 0-9 0,0 0-4 0,0 0-13 16,0 0-3-16,0 0-16 0,0 0 10 0,0 0-12 15,0 0-9-15,0 0-3 0,0 0-3 0,0 0-13 0,0 0 1 16,0 0-4-16,0 0 1 0,0 0-3 15,0 0 6-15,0 0-1 0,0 0-6 0,0 0-2 16,0 0-3-16,0 0 2 0,0 0 2 0,0 0-9 16,0 0 6-16,0 0-3 0,0 0 7 0,0 0 0 15,0 0-8-15,0 0 2 0,0 0 5 0,0 0 0 16,0 0 5-16,0 0 1 0,0 0-7 0,0 0 9 16,0 0-4-16,0 0 5 0,0 0-5 0,0 0-2 15,0 0 21-15,0 0-20 0,0 0 7 0,0 0-5 0,0 0-1 16,0 0-4-16,0 0 14 0,0 0-4 0,-4-8 2 15,4 8 8-15,0 0 2 0,0 0 1 0,-4-6 8 16,4 6 0-16,0 0 0 0,0 0 3 16,0 0-2-16,0 0 5 0,0 0-2 0,0 0-5 0,0 0-4 15,0 0-6-15,-4-8 7 0,4 8-16 0,0 0 1 16,0 0-4-16,0 0 4 0,0 0-10 0,0 0 10 16,0 0-2-16,0 0 5 0,6 31-9 0,-4-20 5 15,0 1 2-15,0 3 0 0,-1 2 3 0,1-2 0 16,0 3-5-16,0 0-1 0,-4 6 5 0,2-5-2 15,2 0-1-15,1 1 6 0,-3 5-1 0,4 0-1 16,-4-6-3-16,0 1 4 0,0-3-1 0,1 4-4 16,-2-4-2-16,2 0 1 0,-1 0-2 0,0-1 0 15,0-4 0-15,0-1-1 0,1 0-1 0,2-1-3 16,-3 1 2-16,0-1 0 0,0-3-5 0,0-7 6 16,0 14-3-16,0-9-4 0,0-5 1 0,0 10-1 15,0-10 4-15,0 7-4 0,0-7-8 0,0 0-4 16,2 7-11-16,-2-7-1 0,0 0-13 0,0 0-21 15,0 0-10-15,0 0-46 0,0 0-18 0,0 0-103 0,0 0-254 16,0 0 112-16</inkml:trace>
  <inkml:trace contextRef="#ctx0" brushRef="#br0" timeOffset="71873.82">12727 9662 29 0,'4'-5'136'0,"-2"-1"-17"16,3 1-9-16,-5 5-15 0,7-7-19 0,-3 4 4 0,-4 3 6 15,15-4 2-15,-5 4-6 0,1 1-14 0,1 1 10 16,-1 0-13-16,0 4-6 0,2 0 0 15,-2-2-9-15,0 3 1 0,1 1-14 0,-3 0 2 16,-1 2 4-16,0-1-13 0,-3 1-2 0,-1 0 0 0,0 3 0 16,0 2-7-16,-3-4-2 0,-1 0 0 0,0-1-2 15,-3 1-1-15,1 0-1 0,-2 0-4 0,-1 0 2 16,-2-2 5-16,-2 0-5 0,3-1-6 0,-3 1 1 16,-1-2 4-16,2 1-4 0,1 0 2 0,-2-3-9 15,-3 1-10-15,6-3-9 0,-1 0-11 0,3 0-19 16,4-3-16-16,-9 4-18 0,9-4-22 0,0 0-35 15,-5 3-75-15,5-3-230 0,0 0 102 0</inkml:trace>
  <inkml:trace contextRef="#ctx0" brushRef="#br0" timeOffset="72312.31">13063 10039 183 0,'0'-15'181'0,"0"8"6"16,0 7-1-16,-4-13 3 0,4 13-3 0,2-11-9 15,-2 11-15-15,-2-7-18 0,2 7-13 0,0 0-14 0,0 0-12 16,0-10-13-16,0 10-4 0,0 0-15 15,0 0-11-15,0 0-8 0,0 0-5 0,0 0 0 16,0 0-4-16,0 0-7 0,7 20 2 0,-5-9-2 16,-2 0-6-16,0 4-5 0,0-2-3 0,0 3-3 0,2-1 1 15,-2 2-4-15,0 0 0 0,2-1 0 0,-2 2-1 16,-2-2-3-16,0 0 0 0,2 1 2 16,0-2-4-16,0 2-6 0,0-2 3 0,0 1-1 15,0-2 2-15,-2-4-3 0,2 0-2 0,-1 0 1 0,1 2-2 16,1-2 0-16,-1-1 0 0,0-2-2 0,0 0-1 15,0-7-5-15,0 12-9 0,0-12-9 16,0 9-5-16,0-9-11 0,2 8-7 0,-2-8-12 16,0 0 0-16,0 0-12 0,-2 10-6 0,2-10-12 0,0 0-11 15,0 0-9-15,0 0-24 0,0 0-36 0,0 0-11 16,0 0-109-16,0 0-311 0,0 0 138 0</inkml:trace>
  <inkml:trace contextRef="#ctx0" brushRef="#br0" timeOffset="72806">13055 9961 73 0,'0'0'101'15,"0"0"-10"-15,-3-9 9 0,3 9-15 0,0 0 5 16,-2-7-4-16,2 7-8 0,0 0-6 0,0 0 3 16,-2-8-25-16,2 8 20 0,0 0-8 0,0 0 0 15,0 0-6-15,0 0 0 0,2-9-5 0,-2 9-4 16,0 0 4-16,0 0-10 0,0 0 3 0,2-9-7 16,-2 9 0-16,0 0-3 0,0 0-1 0,3-6-2 15,-3 6 7-15,4-6-12 0,-4 6 5 0,0 0-7 16,9-6 6-16,-9 6-5 0,9-7 6 0,-4 4-8 15,1-1 5-15,-1-1 0 0,1 1 0 0,2 1-5 16,-2-1-2-16,1 1 3 0,-1 0-1 0,-6 3-3 16,14-4-13-16,-5 1 6 0,2 3 2 0,1 0-6 15,-12 0-1-15,13 1-2 0,-7 1 3 0,4 4 5 16,-4 0-3-16,1 1-1 0,-3 0 0 0,1 3-3 16,0 2 6-16,-1 3-5 0,-4-2-1 0,-4 4 1 15,-1 0-2-15,0 2-1 0,-3-2 5 0,-1 0-7 16,1-2 3-16,-2 0-3 0,1-1-3 0,-5 1 8 15,7-6 0-15,-1 2-2 0,-1-3-3 0,-1 0 3 16,1-1-6-16,1 0 3 0,-2-1-11 0,2-3-16 16,3 0-14-16,-1-1-5 0,6-2-10 0,-12 3-21 15,12-3-34-15,0 0-26 0,-9-3-41 0,9 3-93 16,-4-8-288-16,4 8 128 0</inkml:trace>
  <inkml:trace contextRef="#ctx0" brushRef="#br0" timeOffset="73096.13">13618 9919 171 0,'0'0'186'15,"0"-6"-3"-15,0 6-2 0,0 0-12 0,0 0-9 16,0 0-14-16,0 0-13 0,0 0-10 16,0 0-15-16,0-10-9 0,0 10-12 0,0 0-6 15,0 0-11-15,0 0-4 0,0 0-7 0,0 0-6 0,9-3-8 16,-9 3-18-16,0 0-16 0,10 0-30 0,-10 0-23 16,10-1-26-16,-10 1-35 0,14 0-16 0,-14 0-5 15,11 0-24-15,-11 0-109 0,9 0-276 16,-9 0 123-16</inkml:trace>
  <inkml:trace contextRef="#ctx0" brushRef="#br0" timeOffset="73272.52">13578 10049 64 0,'-4'5'131'0,"4"-5"2"0,0 0 0 16,0 0-15-16,0 0-8 0,0 0-5 0,13 4-14 15,-5-4-14-15,4 0-23 0,-3 0-39 0,2-2-20 16,-1 0-25-16,-4 1-35 0,-6 1-91 0,15 0-168 16,-7 0 75-16</inkml:trace>
  <inkml:trace contextRef="#ctx0" brushRef="#br0" timeOffset="73823.39">13683 9926 23 0,'-9'0'137'0,"9"0"0"16,-10 0-7-16,10 0-1 0,0 0-13 0,-8-3-14 15,8 3-3-15,0 0-10 0,0 0-4 0,0 0-7 16,-9-2-4-16,9 2-5 0,0 0-6 0,0 0-5 16,0 0-8-16,0 0 3 0,0 0-8 0,0 0-6 15,23-7-22-15,-14 7-34 0,-1-3-9 0,2 2-21 16,-1 1-31-16,0 0-20 0,0-1-22 0,-9 1-82 16,11 2-217-16,-11-2 96 0</inkml:trace>
  <inkml:trace contextRef="#ctx0" brushRef="#br0" timeOffset="74007">13652 10083 101 0,'0'0'167'0,"0"0"-9"0,0 0-11 0,12 3-11 15,-12-3-12-15,17-2-14 0,-5 0-9 0,1-2-14 16,0 1-14-16,1 1-20 0,-1 1-44 0,1-3-40 15,-3 1-28-15,3 3-30 0,-6 0-93 0,1 0-196 16,0-1 87-16</inkml:trace>
  <inkml:trace contextRef="#ctx0" brushRef="#br0" timeOffset="75087.48">14755 9660 21 0,'0'0'146'0,"0"0"-10"0,0 0-18 15,0 0-16-15,0 0 1 0,0 0-16 16,0 0-8-16,0 0-11 0,0 0-8 0,0 0-3 0,0 0-2 16,0 0-12-16,0 0-3 0,0 0 2 15,0 0-3-15,0 0-9 0,0 0 5 0,0 0-4 0,0 0 0 16,0 0-7-16,0 0 5 0,0 0-2 0,0 0 2 16,0 0 6-16,0 0-5 0,0 0 3 0,0 0 11 15,0 0 4-15,0 0 1 0,0 0 3 0,0 0 4 16,0 0-1-16,0 0-5 0,0 0-5 0,0 0-10 15,0 0 4-15,0 0-7 0,0 0-1 0,0 0 3 16,-4-9-1-16,4 9-3 0,-2-9-2 0,2 9-5 16,-3-7 8-16,3 7 0 0,0 0 2 15,-2-7-8-15,2 7-3 0,0 0-5 0,0 0-3 0,0 0-1 16,0 0-4-16,0 0-3 0,0 0-1 0,0 0 4 16,0 0-3-16,0 0-2 0,2 30 0 0,1-17 2 15,-2 2 2-15,0 2-7 0,-2 0 4 0,2 0 1 16,0 1 2-16,1-1-7 0,-2 0 1 0,1-3 4 15,-1 1-3-15,2-1-1 0,0 1 1 0,-2 2 0 16,3-6 2-16,-2 1-2 0,0-2 0 0,3 0-2 16,-4 0 0-16,1-3 2 0,-1 2 0 0,0-2 1 15,2 3-2-15,-2-10-6 0,-2 12-16 0,2-3-16 16,0-9-25-16,-1 10-19 0,1-10-9 0,-3 9-3 16,3-9-33-16,-3 5-8 0,3-5-15 0,-7 4-141 15,7-4-314-15,0 0 139 0</inkml:trace>
  <inkml:trace contextRef="#ctx0" brushRef="#br0" timeOffset="75352.7">14665 9699 10 0,'0'0'126'0,"0"0"-3"0,0 0-8 16,22 11-5-16,-15-7-11 0,4-1 1 16,3 2-12-16,-1-1-6 0,6-1-4 0,-6 1-10 15,5 0-1-15,1 1-9 0,-4-1-5 0,3 1-7 16,-3 0-6-16,-3 0 0 0,5-1-11 0,-1 3-1 0,-4-2-14 16,-1 0-18-16,2-1-21 0,-4 2-19 0,5-2-19 15,-3 3-15-15,0-2-21 0,-2-2-79 0,0 3-191 16,-3-4 85-16</inkml:trace>
  <inkml:trace contextRef="#ctx0" brushRef="#br0" timeOffset="75594.31">15039 9695 98 0,'-4'-11'180'0,"4"11"-2"0,-4-7-2 16,4 7-4-16,0 0-14 0,0 0-17 0,-2-8-14 15,2 8-16-15,0 0-9 0,0 0-8 16,0 0-1-16,0 0-6 0,0 0-2 0,0 0-10 0,7 27-3 16,-7-16-6-16,3 1-11 0,-2 0-5 0,-1 3-6 15,2 3-1-15,1-1-4 0,-3-1-2 0,3 1-7 16,-2 2-4-16,-1-1-19 0,-1 0-21 0,1 1-25 16,1 0-30-16,0 0-22 0,0-2-34 0,-1-1-30 15,0-4-155-15,0 2-334 0,3-5 148 0</inkml:trace>
  <inkml:trace contextRef="#ctx0" brushRef="#br0" timeOffset="76083.37">15205 9981 134 0,'0'0'136'0,"0"0"6"0,0 0-3 16,0 0-5-16,0 0-9 0,0 0-2 0,0 0-6 15,1 22-10-15,-1-22-12 0,0 9-10 0,0-9-6 16,0 10-6-16,0-10-8 0,0 7-7 0,0-7-5 16,0 0-1-16,0 8-4 0,0-8 3 0,0 0 3 15,0 0 1-15,3 6 3 0,-3-6 6 0,0 0 3 16,0 0 3-16,0 0 9 0,0 0 0 0,0 0 0 16,0 0-10-16,0 0-4 0,0 0-7 0,0 0-10 15,0-25-5-15,1 16-1 0,0-3-4 0,1-4-7 16,0 0-2-16,3-2-4 0,-1 0-3 0,0 0-1 15,0 1 5-15,1 0-11 0,0-8-4 0,-1 8-4 16,1-1-1-16,-1 0 1 0,2 1-3 0,-2 0-1 16,4 1-1-16,-5 4 1 0,3 1-1 0,-1 3-2 0,0 0-2 15,-1 2 2-15,-1 1-5 0,3 1 3 16,0 2-3-16,-6 2 0 0,13 1 2 0,-13-1-1 16,13 9-5-16,-6-3 5 0,2 2 0 0,-3 1-1 15,1 1 2-15,-2 2-1 0,3 2 3 0,-1 1-2 0,0 0 0 16,-2 1 3-16,-1-2-1 0,0 3 3 0,-1-6-1 15,1 0 1-15,0-1-1 0,-1 1-1 16,2 1-3-16,-1-2 9 0,-2 0-4 0,-2-3 2 16,5 3-5-16,-2-4 5 0,-1 4-3 0,1-3-4 0,-3-1-17 15,4 2-17-15,-4-8-16 0,3 8-20 0,-1-3-19 16,-2-5-22-16,2 9-19 0,-2-9-14 0,2 5-11 16,-2-5-9-16,0 0-23 0,0 0-105 0,0 0-319 15,0 0 141-15</inkml:trace>
  <inkml:trace contextRef="#ctx0" brushRef="#br0" timeOffset="76253.27">15262 9921 34 0,'0'0'135'0,"0"0"-9"0,0 0-1 0,0 0-8 15,17-8-10-15,-4 6-16 0,5-2-4 0,0 0-14 16,0 1-19-16,1 0-16 0,2 0-23 0,-1 0-32 15,3-2-36-15,-3 2-103 0,-1 1-168 0,2-1 75 16</inkml:trace>
  <inkml:trace contextRef="#ctx0" brushRef="#br0" timeOffset="85961.99">13894 11297 22 0,'0'0'191'0,"0"0"-3"0,-2-11-11 0,2 11-10 16,0 0-18-16,0 0-17 0,7-1-13 0,-7 1-9 15,14-3-11-15,-6 2-14 0,1-1-7 0,1 0-21 16,1 2-16-16,-2 0-30 0,0-2-33 0,-9 2-36 16,17 0-22-16,-10 0-40 0,-7 0-105 0,12 3-243 15,-12-3 108-15</inkml:trace>
  <inkml:trace contextRef="#ctx0" brushRef="#br0" timeOffset="86129.56">13879 11418 159 0,'0'0'167'0,"0"0"-11"15,16 4-18-15,-16-4-13 0,18-1-12 0,-7-3-17 16,2 3-28-16,-1 1-40 0,1-2-23 0,-2 1-43 15,0 1-31-15,0 0-89 0,-3 1-172 0,3-2 77 16</inkml:trace>
  <inkml:trace contextRef="#ctx0" brushRef="#br0" timeOffset="89259.67">14935 11151 21 0,'-1'-11'145'0,"0"1"-7"0,-1 1 8 0,2 1-8 16,0-2-10-16,0 10-11 0,2-12 0 0,-2 12-14 16,0-9-9-16,0 9-6 0,0 0-14 0,2-7-12 15,-2 7-3-15,0 0-11 0,0 0-3 0,0 0-3 16,0 0-6-16,0 0-3 0,18 15-2 0,-13-8-5 16,0 3-6-16,0-1 0 0,1 1-3 0,-1 1 6 15,0 1-3-15,-1-2-7 0,1 0 12 0,0-1-15 16,-3 1-1-16,0-2 0 0,2 3 2 0,-1-6-1 0,0 2-5 15,1 0 6-15,-4-7-3 0,2 9-6 0,1-4 0 16,-3-5 3-16,2 6-2 0,-2-6-4 16,3 8 2-16,-3-8 5 0,0 0 2 0,0 0-4 15,0 8 4-15,0-8 2 0,0 0-1 0,0 0 11 0,0 0 8 16,0 0 8-16,0 0-4 0,0 0 1 0,0 0-5 16,0 0-4-16,0 0-3 0,0 0-1 15,-1-27-5-15,2 18 0 0,0-3-8 0,1 1 6 16,0-5-4-16,2 2 1 0,1 0-8 0,4-2 3 0,-2 2-3 15,1 1-1-15,4 0 2 0,-2-2-2 0,2 4-2 16,0-2 0-16,-3 5 4 0,-1 2-5 0,3 1-2 16,-3 2 3-16,2 0-1 0,-2 1 0 0,-8 2-6 15,19 2 3-15,-10 2-1 0,1 0-1 0,-3 3 3 16,0 0-5-16,0 1 4 0,-2 0 2 0,1 1-2 16,-2 0 4-16,3 1-2 0,-3-1 5 0,1 1-6 15,-2 1 1-15,2-1 3 0,-2-1 0 0,-3 2 0 16,2 0-6-16,1-1-25 0,0 0-27 0,-3 1-19 15,1-1-37-15,-1-1-27 0,1 1-22 0,-3 0-108 16,0 0-293-16,1-4 130 0</inkml:trace>
  <inkml:trace contextRef="#ctx0" brushRef="#br0" timeOffset="89659.19">15393 11275 2 0,'6'-4'182'0,"-6"4"-12"0,7-9-18 16,-5 5-15-16,3-1-7 0,0-2-17 0,0 2-1 16,2-1-11-16,1-3-6 0,-2 2-5 0,1 0-9 15,-1 2-3-15,0-4-7 0,-1 1-3 0,2 0-3 16,-1-1-6-16,-2 1 2 0,2-2-4 0,-1 4-3 15,-1-3 1-15,-1 2-5 0,-1 0-5 0,1 0-1 16,-3 7-9-16,1-12 0 0,0 5-5 0,-1 7-1 16,0-10-3-16,0 10 1 0,0 0-4 0,0-10-3 15,0 10-3-15,0 0-3 0,0 0-7 0,0 0-3 16,0 0 0-16,0 0 1 0,0 0 1 0,0 0 0 0,0 0-1 16,0 0-2-16,-10 27-1 0,8-18 2 0,0 1-2 15,1-1 0-15,0 1-1 0,1-1 7 16,0 1-5-16,1-1-3 0,0-1 4 0,2 1-1 15,-2-3 0-15,3 2-10 0,2-2-6 0,1 2-15 0,2-2-16 16,0-3-28-16,1 2-29 0,-4-2-21 0,6-2-31 16,-1 0-20-16,-3 2-109 0,-8-3-304 0,14-3 134 15</inkml:trace>
  <inkml:trace contextRef="#ctx0" brushRef="#br0" timeOffset="89842.95">15504 10869 10 0,'-5'-7'127'0,"5"7"-14"0,-5-5-15 0,5 5-19 16,0 0-17-16,0 0-28 0,0 0-22 0,0 0-33 15,0 0-65-15,0 0-93 0,0 0 41 16</inkml:trace>
  <inkml:trace contextRef="#ctx0" brushRef="#br0" timeOffset="90290.67">15877 10810 104 0,'0'-10'150'0,"0"10"-8"16,4-6-19-16,0 0-3 0,-4 6-7 0,11-5-8 16,-3 5-7-16,-8 0-17 0,19 2 8 0,-12-1-11 15,4 3-7-15,-1 2-9 0,-1 1-5 0,0 1-3 16,-1 2 0-16,-2-1-7 0,-1 2-1 0,1 1 1 15,-4 2-2-15,2 1-3 0,-4-2-1 0,-4 2 7 16,3-2-3-16,-3 1-1 0,-3 0-2 0,2-1-1 16,-2 0 2-16,0-3-4 0,2-1 1 0,-2-1-5 15,0 1-2-15,2-2 4 0,-1-1-1 0,2 0-5 16,-1-2-6-16,5-4-1 0,-5 7-1 0,5-7-5 16,-4 7-1-16,4-7 0 0,0 0 0 0,-4 5-3 15,4-5-8-15,0 0 5 0,0 0-2 0,0 0 0 16,0 0 2-16,0 0 2 0,13 7-2 0,-6-8 0 15,6-2 0-15,-1 3-5 0,2-3 0 0,0 2-6 16,4-3-19-16,-6 1-21 0,8 0-27 0,-9 1-30 16,2-1-29-16,1 1-24 0,-1-2-26 0,1 1-136 15,-4 1-337-15,0 0 150 0</inkml:trace>
  <inkml:trace contextRef="#ctx0" brushRef="#br0" timeOffset="90894.35">14930 11644 145 0,'-10'0'150'0,"0"0"-7"0,10 0-3 0,-14 0-10 16,14 0-8-16,-12-1-6 0,12 1-10 0,-10 0-11 0,10 0-11 16,0 0-9-16,0 0-12 0,-8 1-3 15,8-1-3-15,0 0-4 0,0 0-2 0,0 0 3 16,28 2-1-16,-8-2-5 0,12-3-6 0,-2 0 2 0,10 2-6 16,11-6 4-16,1 1-5 0,2 1-4 15,5 1 2-15,-4-4-2 0,4 0 1 0,1 1 0 0,1-1-3 16,0 3-1-16,-1-4-1 0,-2 2-2 0,-3 1-5 15,-2 1 2-15,-3-3-1 0,-15 7-7 0,-1-3 1 16,-2 3-2-16,-1-3 0 0,-3 3-2 16,-8-2-1-16,1 1-2 0,-4 1 0 0,-5-1 1 0,-1 1-2 15,-4 1-4-15,-7 0-2 0,15 0 5 0,-15 0 0 16,8 0 5-16,-8 0-1 0,8 0 1 0,-8 0 0 16,0 0 2-16,0 0-2 0,0 0 1 15,0 0-3-15,11 0 0 0,-11 0-2 0,0 0-3 0,0 0 0 16,0 0-2-16,0 0-8 0,0 0-21 0,0 0-23 15,0 0-27-15,0 0-30 0,0 0-26 0,0 0-27 16,-28 4-36-16,28-4-116 0,0 0-334 0,-19 5 148 16</inkml:trace>
  <inkml:trace contextRef="#ctx0" brushRef="#br0" timeOffset="92396.46">15265 11894 35 0,'0'0'133'0,"-2"-7"14"0,2 7-3 0,-2-6-4 16,2 6-3-16,0 0-12 0,-4-8-11 0,4 8-11 15,0 0-5-15,-1-8-10 0,1 8-9 0,0 0-3 16,0 0-6-16,0 0-9 0,-5-6-15 0,5 6 1 15,0 0-10-15,0 0 0 0,0 0-6 0,0 0-6 16,0 0-6-16,0 0 7 0,0 26-8 0,0-14-2 16,0 0-1-16,0 4 2 0,0-1-1 0,0 3-3 15,-3-1-1-15,3 0-3 0,-1 0 2 0,1 0-2 16,0 0 2-16,-1-1-3 0,2-2 6 0,-1 3-8 16,-1-4-3-16,0-2-1 0,2 1 5 0,-1-2 1 15,1 0-4-15,-1-1 0 0,0 1 4 0,0-10-10 16,-1 16-12-16,0-12-10 0,1-4-18 0,0 11-15 15,0-11-10-15,1 8-8 0,-1-8 2 0,0 0-6 16,0 7-21-16,0-7-28 0,0 0-100 0,0 0-247 16,0 0 109-16</inkml:trace>
  <inkml:trace contextRef="#ctx0" brushRef="#br0" timeOffset="92624.48">15251 11897 81 0,'0'0'94'0,"0"0"4"16,0 0-11-16,0 0-3 0,0 0 1 15,0 0 2-15,14 1-6 0,-14-1-2 0,19 6-11 0,-6-3 0 16,0 1-7-16,5 3-8 0,-2-4-7 0,1 4-6 16,-2 0-2-16,-1-3 0 0,2 1-12 0,4 1 2 15,-5 0-13-15,-1-1-7 0,-2-1-12 16,2 3-23-16,-1-4-23 0,-3 2-14 0,3-2-19 0,-3 2-19 15,-2-1-55-15,-1-2-168 0,-1 1 75 0</inkml:trace>
  <inkml:trace contextRef="#ctx0" brushRef="#br0" timeOffset="92850.59">15583 11860 132 0,'-2'-7'170'15,"2"7"-11"-15,0 0-10 0,-4-7-14 0,4 7-21 16,0 0-7-16,0 0-12 0,0 0-12 0,0 0-5 16,0 0-5-16,0 0-4 0,0 0-9 0,0 23-3 15,0-11-4-15,1-2-5 0,-1 2-6 0,0 0-2 16,0 5-6-16,1 0 5 0,-1-2-5 0,0 1-3 16,-1 1-14-16,1 0-15 0,0-1-34 0,-1-5-32 15,1 2-23-15,0-1-33 0,-2 5-133 0,1-6-275 16,2-1 122-16</inkml:trace>
  <inkml:trace contextRef="#ctx0" brushRef="#br0" timeOffset="93408.71">15737 12122 76 0,'0'0'147'0,"0"0"-4"0,0 0-21 0,0 0-7 16,0 0-7-16,0 0-13 0,0 0-9 0,0 0-4 16,0 0-6-16,0 0-7 0,0 0-6 0,0 0 7 15,0 0-13-15,0 0-1 0,0 0 0 0,0 0-2 16,0 0-3-16,3 9-5 0,-3-9 1 0,0 0-2 16,0 0-3-16,0 0 3 0,0 0 0 0,0 0 5 15,0 0 2-15,0 0 6 0,0 0-1 0,0 0 8 16,0 0 8-16,0 0-3 0,0 0-5 0,0 0-9 15,0 0-3-15,0 0-9 0,0 0-6 0,0 0 1 16,-10-21-4-16,8 15-8 0,-1-5 2 0,2 1-4 0,1 0-4 16,-3-1-4-16,6-5-1 0,-3 3 6 0,1-4-8 15,0 1-3-15,2 4 1 0,-2-3-4 0,3 0 1 16,0 3-4-16,0 1 4 0,0-2-2 16,-1 2 3-16,2 1-2 0,-2 3-2 0,-1 2 0 0,2 0-1 15,-4 5-5-15,7-7 1 0,-3 3-1 0,-4 4 2 16,9-2-2-16,-9 2 3 0,11 2-3 0,-11-2 2 15,12 5-7-15,-7-1 4 0,1 3 0 0,-1 0 0 16,2 0 1-16,-2 3 0 0,0-1-4 0,0 1 7 16,1-1-2-16,-1 1 1 0,-1 1-1 0,-1-1-1 15,1 0 0-15,0 0-2 0,-1-1 2 0,1-1 1 16,-1 1 0-16,-1 1-1 0,-1-1-3 0,1-1 7 16,-1 1-4-16,-2-1 2 0,2-1-2 0,-1-7 1 15,-1 13-1-15,1-13-4 0,1 12-12 0,-1-12 1 16,-1 10-14-16,1-10-11 0,-3 8-14 0,3-8-13 15,0 0-13-15,-1 7 1 0,1-7-6 0,0 0-6 16,0 0-23-16,0 0-11 0,0 0-10 0,0 0-20 16,0 0-4-16,0 0-105 0,0 0-284 0,0 0 127 15</inkml:trace>
  <inkml:trace contextRef="#ctx0" brushRef="#br0" timeOffset="100627.34">15823 12047 36 0,'0'0'62'16,"0"0"-4"-16,-3-7 1 0,3 7-4 0,0 0-10 15,0 0-11-15,-3-8-1 0,3 8 4 0,-1-8-4 16,1 8-4-16,0 0-9 0,0 0 11 0,-5-7 0 16,5 7 2-16,0 0-9 0,-3-6 0 0,3 6 2 15,0 0 6-15,0 0-13 0,-2-8 9 0,2 8-7 16,0 0 3-16,-3-6 9 0,3 6-10 0,0 0 11 16,0 0-3-16,0 0-11 0,-3-7-4 0,3 7 10 15,0 0-1-15,0 0-11 0,0 0 6 0,-1-9-2 16,1 9 9-16,0 0-2 0,0 0-11 0,0 0 11 15,0 0-6-15,-1-8 11 0,1 8-3 0,0 0-6 0,0 0 5 16,0 0 0-16,0 0-3 0,0 0-3 16,0 0 3-16,0 0-7 0,0 0-6 0,0 0 6 15,0 0-3-15,0 0-8 0,0 0 4 0,0 0 2 16,0 0-13-16,0 0 6 0,0 0 2 0,0 0 1 0,0 0-6 16,0 0 8-16,0 0-13 0,0 0 4 0,0 0-1 15,0 0 3-15,-7 21 0 0,6-14-2 0,0 1 4 16,-2 0 0-16,2 3-6 0,-3 0 1 15,3-1 7-15,-1 0-6 0,-1 2-1 0,2 0 1 0,-2-1 1 16,-1 0 5-16,2-2-1 0,-2 1-5 16,0-1 0-16,1 1 3 0,-2-2 4 0,3 0-6 15,1-2 1-15,-2 4-1 0,3-10-4 0,-3 12 6 16,2-5 1-16,1-7-2 0,0 11-7 0,0-11 10 16,-2 9-4-16,2-9-2 0,0 0 1 0,0 8 1 0,0-8 0 15,0 0 2-15,-2 8 2 0,2-8-4 0,0 0 8 16,0 0 8-16,0 0 0 0,0 0 12 0,0 0-5 15,0 0 1-15,0 0-2 0,0 0-1 0,0 0-3 16,0 0 0-16,0 0-10 0,0 0 5 0,0-32-4 16,2 25-2-16,-2-2-1 0,1 2 2 0,0-3-2 15,0 1-2-15,2-1-5 0,-3 0 10 0,3 0-6 16,-1-2 2-16,-1 2-1 0,2 0-4 0,-1 3 5 16,0-3-7-16,-1 1 3 0,1-1 1 0,1-1-7 15,-2 4 6-15,2-1-2 0,-2 0 3 0,1 1-2 16,-1 1 3-16,-1 6-21 0,4-13 16 0,-2 6 3 15,0 1-2-15,1-1 3 0,-3 7-3 0,5-9 2 16,-5 9-2-16,3-7-2 0,-3 7-1 0,1-7 0 16,-1 7 4-16,5-4-8 0,-5 4 11 0,7-4-2 15,-7 4 4-15,5-6-7 0,-5 6 2 0,5-2 4 16,-5 2-8-16,0 0 3 0,0 0-3 0,9-3-3 16,-9 3-3-16,0 0 7 0,0 0 5 0,10 7-5 15,-10-7-2-15,7 4-2 0,-5 3 2 0,-2-7 5 16,9 9 3-16,-7-1-6 0,2 1 12 0,-1-1-7 15,1 3 4-15,0 1 2 0,0-1-5 0,-1 0 5 16,1 2 2-16,2 1 5 0,-3-2-9 0,1 1 4 16,0 2-6-16,0-3 4 0,0 0-3 0,-1-1 2 15,4 0 0-15,-4-1-5 0,-1 2 0 0,3-1 0 16,-3 0 1-16,2-3 5 0,-1 1-5 0,1 1 4 0,-2-1-2 16,2-3-1-16,-1-1 1 0,-1 2-1 0,-2-7-3 15,3 9 1-15,-2-5-10 0,-1-4-13 0,3 6-19 16,-3-6-6-16,0 0-15 0,2 6-25 15,-2-6-11-15,0 0-21 0,0 0-134 0,0 0-273 0,0 0 121 16</inkml:trace>
  <inkml:trace contextRef="#ctx0" brushRef="#br0" timeOffset="100806.3">15800 12178 39 0,'0'0'104'0,"22"-10"-14"16,-12 7-17-16,1 1-6 0,1 1-7 0,1-5-29 15,1 3-31-15,4-2-33 0,-1 0-40 0,1-1-77 16,1-1 35-16</inkml:trace>
  <inkml:trace contextRef="#ctx0" brushRef="#br0" timeOffset="101660.08">16473 9729 1 0,'0'0'128'0,"-2"-12"-17"15,2 12-13-15,0-10-5 0,0 10-10 0,3-8-6 16,-3 8-9-16,5-4-7 0,-5 4-13 0,0 0-6 16,12 0-3-16,-12 0-5 0,12 9 5 0,-4-3 1 15,0 6-4-15,2 2 0 0,-2 3-1 0,2 5-7 16,0 4 8-16,-2 1-9 0,-1 3-1 0,0 2-5 15,0 2-1-15,-2 1 3 0,-1 11 8 0,1-12-16 16,-2 2-2-16,0 11-1 0,1-2 0 0,-3-9 3 16,1-2 2-16,1 14-1 0,-3-15-1 0,2 14 1 15,-3-15 1-15,1 3-15 0,-4 11 11 0,2-11-1 16,1 9 2-16,-3 2-3 0,2-12 5 0,-2 13 1 16,1-1-3-16,0-9-8 0,2 9 8 0,-1-12-9 15,0 15-1-15,3-2 13 0,-1 1-10 0,-1-2 2 16,2-10-1-16,0 10-17 0,1-10 19 0,2 9-3 15,-2-9-6-15,2-1 9 0,-1 1-6 0,2 13-3 16,2-1 4-16,-3-12-2 0,3 9 1 0,-4-9 2 16,3 8 4-16,-4-11-8 0,1-1 3 0,2 1-6 15,-3-2 7-15,0 3-4 0,-1-2 0 0,0-1-4 16,-2 1 6-16,1-4 0 0,-4-1-1 0,-1 0-3 16,2-2 9-16,0-5-9 0,-3 5-3 0,3-6 6 15,-4-2 4-15,1 0-8 0,-3 1 0 0,-1 0 6 16,-1-3-7-16,-1 1 1 0,0-1 5 0,-2-3 0 15,0-1 0-15,0 2-2 0,5-5 0 0,0 0 2 0,0-3-10 16,-1 1-4-16,5-4-13 0,-2 1-28 0,7-3-30 16,-11-1-35-16,11 1-122 0,-9-12-257 15,5 3 114-15</inkml:trace>
  <inkml:trace contextRef="#ctx0" brushRef="#br0" timeOffset="102023.3">16956 11056 108 0,'-3'-11'159'0,"3"11"-15"15,-1-6-8-15,1 6-13 0,0 0-16 0,-1-10-13 16,1 10-9-16,0 0-10 0,0 0-3 0,0 0-10 16,0 0 0-16,5 26-1 0,-4-10-10 0,2-1-8 15,-2 3 0-15,0 1 1 0,-1 1 3 0,4 6-4 16,-4-8-8-16,1-1 1 0,-1 1-6 0,0 1 1 16,2-2-5-16,-4 0-9 0,5 0 4 0,-3-1-2 15,-1-1-5-15,1-1 4 0,0-1-4 0,0 2 4 16,0-2-4-16,0-1-8 0,-2-2-6 0,2-1-4 15,0 0-26-15,2 1-15 0,-2 1-18 0,0-5-12 0,0-6-18 16,0 10-12-16,0-10-13 0,0 0-104 0,-3 7-239 16,3-7 107-16</inkml:trace>
  <inkml:trace contextRef="#ctx0" brushRef="#br0" timeOffset="102275.78">16998 10951 23 0,'5'-5'93'0,"2"2"-6"15,-1-1-10-15,0 1 0 0,-6 3-14 0,12 0 1 16,-12 0 3-16,10 5-19 0,-4 0 6 16,-1 4-6-16,-1 0-3 0,-1 2 4 0,-3 0-3 0,-3 2-5 15,1 2 3-15,-5 1-8 0,-2 1 4 0,2 1-4 16,-4-1-4-16,1 0-8 0,-1-2 1 0,0 1-7 15,0 0 1-15,2-2-1 0,-1-2-11 0,2-1-13 16,2-1-21-16,-1 0-31 0,1-3-24 0,2 2-86 16,0 1-182-16,-1-4 80 0</inkml:trace>
  <inkml:trace contextRef="#ctx0" brushRef="#br0" timeOffset="102800.55">17195 11445 24 0,'9'-12'131'0,"-9"12"-2"0,5-7-10 16,-3 2 11-16,2-2-17 0,-1-3-3 0,2 1-1 15,-2-1-1-15,3 0-12 0,-2-2-5 0,3-4-7 16,1 4 3-16,0-3-4 0,-1 0-13 0,0 1-1 15,-1 4-6-15,1-6-7 0,-1 0 0 0,1 2-8 16,0-2-6-16,-2 2-3 0,2 2 2 0,-4 0-3 0,5-2-10 16,-3-2 1-16,0 1-3 0,0-2-1 15,-2 5-2-15,-1 0-5 0,1 0-1 0,2 1 1 16,-2 1-3-16,-1-1 6 0,1 3 7 0,-3 2 5 16,0 6-4-16,0-9 0 0,0 9-5 0,0 0-1 0,0-9-6 15,0 9-1-15,0 0-4 0,0 0 0 16,0 0-4-16,0 0 1 0,0 0-4 0,0 0 1 15,0 0-3-15,-18 13 2 0,13-5 1 0,0 2-6 16,1-2 4-16,0 2-2 0,1 0-2 0,1 0 2 0,2-1-2 16,1 4 3-16,2-4-2 0,-1 0-3 0,3 0 0 15,2 0 1-15,0 0-5 0,5 1 8 0,1 1-4 16,1-1 0-16,-1 0 4 0,-1 1-6 16,1-5 4-16,-4 3-3 0,0-2 1 0,0 1 0 0,-3 1-2 15,1-2-2-15,-1 2 5 0,-2-4 1 0,2 0-2 16,-5 1-3-16,-1-6 5 0,4 12 0 0,-4-6-6 15,0-6-3-15,-2 12-7 0,-1-7-5 16,1 1-12-16,-5-2-8 0,7-4-5 0,-7 9-13 0,4-4-14 16,3-5-15-16,-8 6-7 0,8-6-21 0,-6 3-6 15,6-3-19-15,0 0-114 0,0 0-275 0,0 0 121 16</inkml:trace>
  <inkml:trace contextRef="#ctx0" brushRef="#br0" timeOffset="102990.33">17568 11117 77 0,'0'0'105'0,"5"-4"-7"0,-5 4-1 15,0 0-10-15,0 0 0 0,0 0-13 0,0 0-7 16,10 16 1-16,-7-6-1 0,-2 0-2 0,2 0-14 16,-2 2-4-16,0-2-8 0,1 2 3 0,0-1-10 15,-1 0-8-15,-1 1-16 0,2 0-17 0,-1-2-31 16,1 1-30-16,0-2-29 0,-1 0-55 0,0-2-165 15,-1-7 74-15</inkml:trace>
  <inkml:trace contextRef="#ctx0" brushRef="#br0" timeOffset="103820.06">18006 11083 137 0,'-7'-2'147'15,"7"2"-15"-15,-14-3-8 0,5 5-4 0,9-2-7 16,-18 3-10-16,7 1-10 0,0 1-5 0,1 2-4 0,2 1-10 16,-3-1 0-16,3 2-16 0,-1 1-7 0,0 0-5 15,1-1-5-15,3 1 2 0,1-1-5 16,2 1-3-16,1-3-8 0,1 2-1 0,0-9 0 15,2 13-3-15,1-5 2 0,-1-2-5 0,2-1 1 0,5 1-7 16,-4-1 5-16,3-2-5 0,-2 0 0 0,6-3-5 16,-3 0 3-16,1 0-2 0,0 0-1 15,-1-3 1-15,-1 0 4 0,-2-2-2 0,2 0-4 16,-1-2 2-16,0-2 0 0,-2 2 6 0,0-5-4 0,1-1-3 16,-1-1-1-16,1-4-3 0,-2 1 2 0,-3 0-1 15,1-2 0-15,0 0 3 0,-2-1-5 0,0-1 1 16,0 2 2-16,0-8-5 0,0 8-1 0,0 0 7 15,-2-1-3-15,2 4 6 0,0 0 12 0,-1 6 5 16,1 4 6-16,0 6-9 0,0-11-4 0,-1 4-3 16,1 7-7-16,0 0-3 0,0 0-1 0,0 0 4 15,0 0 0-15,0 0-4 0,0 0 0 0,6 23 2 16,-4-12-3-16,0 5 2 0,1 2-4 0,-1 0-3 16,1 1 2-16,0 0 1 0,-1 0 2 0,0 0-2 15,1-1-3-15,1 0-2 0,0 0 5 0,-2-1-4 16,3-1-1-16,4-2 4 0,-2-1 5 0,-1-2-9 15,-1 0 3-15,4-3 4 0,0 1-1 0,1-2-3 16,3 0 4-16,0 0-1 0,1-3-1 0,-1-3 1 16,6 1-2-16,-3 0 1 0,3-4 0 0,-6 2 1 15,6-3 1-15,-2 1-5 0,-3-3 1 0,-1 1 1 16,0-2 2-16,-4 1-1 0,1-3-4 0,-2 2 3 16,0-1 0-16,-2-3-2 0,-3 2 1 0,1-2 3 15,-2 0-6-15,-2 2 3 0,0 8-3 0,-3-15 1 16,2 9 5-16,1 6 0 0,-5-11 1 0,2 7 0 15,3 4-6-15,-9-5-1 0,9 5 1 0,0 0-1 0,-15 8 1 16,8-2 1-16,0 2 0 0,-1 0 2 16,2 3-3-16,2 0-1 0,3 1-10 0,-2 0-25 15,3-1-28-15,1 0-18 0,3 0-28 0,1-3-4 16,3 2-24-16,3-2-10 0,0-2-18 0,4 2-96 16,-5-2-282-16,3-2 125 0</inkml:trace>
  <inkml:trace contextRef="#ctx0" brushRef="#br0" timeOffset="103949.66">18521 11254 26 0,'9'-4'115'0,"-9"4"-3"15,0 0-11-15,0 0-10 0,0 0-9 0,0 0-27 16,0 0-32-16,0 0-30 0,-16-10-48 0,16 10-36 16,-8-7-98-16,4 4 43 0</inkml:trace>
  <inkml:trace contextRef="#ctx0" brushRef="#br0" timeOffset="118052.95">13038 11254 1640 0</inkml:trace>
  <inkml:trace contextRef="#ctx0" brushRef="#br0" timeOffset="120149.08">12513 11110 67 0,'0'0'113'0,"0"0"-12"0,0 0-6 15,0 0-12-15,0 0-5 0,0 0-7 0,0 0-14 0,0 0-2 16,0 0-11-16,0 0 4 0,0 0-13 0,0 0 7 15,0 0-16-15,0 0-2 0,0 0-11 16,0 0 9-16,0 0 0 0,-6 11-8 0,6-11-2 16,0 0 2-16,0 0 4 0,0 0 0 0,0 0-4 0,0 0-14 15,-5 5 16-15,5-5-5 0,0 0-2 0,0 0-1 16,0 0-3-16,0 0-3 0,0 0 7 0,0 0-5 16,0 0 0-16,0 0-1 0,-4 4-6 15,4-4 3-15,0 0 9 0,0 0-4 0,0 0-12 0,0 0 13 16,0 0-5-16,0 0 2 0,0 0-3 0,0 0 3 15,0 0-6-15,0 0 3 0,0 0 7 0,0 0-7 16,0 0 6-16,0 0-1 0,0 0-6 0,0 0 11 16,0 0-3-16,0 0 15 0,0 0-11 0,0 0 9 15,0 0 1-15,0 0-1 0,0 0-5 0,0 0 2 16,0 0 1-16,0 0-2 0,0 0-2 0,0 0-1 16,0 0-10-16,0 0 1 0,0 0 1 0,0 0 4 15,0 0-6-15,0 0 0 0,0 0 4 0,0 0-5 16,0 0-9-16,0 0 7 0,0 0-3 0,0 0 4 15,0 0-1-15,0 0 2 0,0 0-2 0,0 0 1 16,0 0-3-16,0 0 1 0,0 0 3 0,0 0-2 16,0 0 3-16,0 0-4 0,0 0 4 0,0 0-7 15,0 0-6-15,0 0 10 0,0 0 4 0,0 0 0 16,0 0-5-16,0 0 3 0,0 0-4 0,0 0 0 0,0 0 1 16,0 0 6-16,0 0-5 0,0 0 5 15,0 0-4-15,0 0 3 0,0 0-5 0,0 0-2 0,0 0 5 16,0 0 1-16,0 0-7 0,0 0 2 15,0 0 3-15,0 0-2 0,0 0 2 0,0 0-1 0,0 0-2 16,0 0 5-16,0 0-1 0,0 0-5 0,0 0-2 16,0 0 8-16,0 0-5 0,0 0 3 15,0 0-3-15,0 0 7 0,0 0-5 0,0 0 7 16,0 0 4-16,0 0 0 0,0 0-4 0,0 0 8 0,0 0-4 16,0 0 1-16,0 0-4 0,0 0 3 0,0 0-3 15,0 0-3-15,0 0 4 0,0 0 2 0,0 0-5 16,-9-14 2-16,9 14 0 0,0 0-1 0,0 0 7 15,-3-9 7-15,3 9-3 0,0 0 5 0,0 0 5 16,-3-7-6-16,3 7-7 0,0 0 2 0,0 0-7 16,0 0-1-16,0 0-4 0,0 0 2 0,0 0-3 15,0 0 3-15,0 0 1 0,0 0-9 0,10 22-6 16,-9-11 13-16,1-1-2 0,0 1 0 16,0 6 2-16,-2-6-5 0,2 5 6 0,2 0-3 0,-4 0-2 15,0 0 6-15,1 0-5 0,-1-1-5 0,2-3 4 16,0 0 1-16,-2 0-2 0,2 0 4 0,-2-1-3 15,2-1 2-15,-2 0-6 0,0-1 0 0,2-1 7 16,1-3-3-16,-3-5 0 0,0 13 3 0,0-13-2 16,0 6-4-16,0-6 4 0,0 8 11 0,0-8 12 15,0 0 5-15,0 0 3 0,0 0 1 0,-7 8-6 16,7-8-3-16,0 0-1 0,0 0-3 0,0 0-3 16,-9-19-2-16,9 19 1 0,0-13-3 0,0 4-3 15,0-4 4-15,0 3-5 0,2-2 2 0,-2-4-5 16,3 0-2-16,1 0-1 0,0 2-1 0,0-2 2 15,2 0-2-15,0 5-2 0,-1-3-2 0,1 3 2 16,2 0-3-16,-4 3 3 0,3 1-2 0,1 1 2 0,4 2-4 16,-5 1 0-16,2 2 0 0,2-1-4 15,-11 2 1-15,18 6 1 0,-8-4 2 0,1 4 0 0,-1 2 2 16,-1-1 1-16,0 2-5 0,0-2 3 16,0 2-3-16,-2 1 4 0,2 1-1 0,2 0-1 15,-6 3 3-15,4-4-1 0,-3-1 2 0,1 1-2 16,-2 0 3-16,-1 0-3 0,2-1-2 0,0 1-14 0,-4 1-12 15,2-1-18-15,0-1-19 0,-1 1-19 0,1-3-22 16,-2-1-18-16,0 0-27 0,-1 1-117 0,-1-7-291 16,7 10 129-16</inkml:trace>
  <inkml:trace contextRef="#ctx0" brushRef="#br0" timeOffset="120445.95">12944 11082 140 0,'0'0'160'0,"0"-7"-21"0,0 7 3 0,0 0-15 15,0-10-20-15,0 10-9 0,0 0-2 0,0 0-5 16,0 0-5-16,0 0 0 0,16 23-3 0,-11-11-3 16,-1 4-3-16,1 1-4 0,-1 3-5 0,-2 6-1 15,-2 0-4-15,5 0-4 0,-5 2-4 0,-2-3-5 16,-1-1-1-16,1 3-8 0,2-9-3 0,-2 7-1 15,2 0-7-15,0-6 1 0,-2 0-5 0,1-1-8 16,1 0 4-16,0 0-3 0,-2-3-2 0,2 2-2 16,0-4-2-16,0 2-7 0,0-5-2 0,0 0-15 15,0 2-19-15,0-2-17 0,0-3-32 0,2 0-15 16,-2-7-18-16,0 14-22 0,0-14-20 0,-2 8-122 16,2-8-298-16,0 0 132 0</inkml:trace>
  <inkml:trace contextRef="#ctx0" brushRef="#br0" timeOffset="120716.77">13003 11239 38 0,'8'-9'147'0,"0"1"-9"0,-1 0-5 15,1 2-9-15,2 2-3 0,-1 0-14 16,-1 0-6-16,1 3-8 0,3 2-6 0,-12-1-15 15,13 5-6-15,-5-1-4 0,-2 1-4 0,0 3-9 0,1 0 2 16,-5 1-7-16,0 2-15 0,-2-1 7 0,0 2-4 16,-4 2-2-16,-3-2-3 0,1 3-7 15,0-3 3-15,-2 2-5 0,-1 0-1 0,1 0 0 16,2-2-10-16,-3-5-8 0,3 5-17 0,-1-6-24 0,1 3-23 16,0-4-19-16,2 2-20 0,0-4-22 0,4-3-93 15,-5 9-235-15,5-9 104 0</inkml:trace>
  <inkml:trace contextRef="#ctx0" brushRef="#br0" timeOffset="121064.12">13250 11363 64 0,'0'0'142'0,"0"0"-10"0,0 0-14 0,0 0-14 16,0 0-11-16,0 0 2 0,0 0-9 0,0 0 8 15,2 15-3-15,-2-15-4 0,-2 12-12 0,0-5-11 16,1 1-5-16,1-8-6 0,1 16-7 0,-1-7-5 16,0 0 5-16,2 1-5 0,0-4-7 0,2 1 1 15,1-1-2-15,0-2 0 0,-1 1-1 0,1-1 2 16,3 0-2-16,-8-4 1 0,12 3 2 0,-5-2 4 16,3-1 3-16,2-1-4 0,-3-2 3 0,0 0-5 15,1-2 0-15,-2 1-6 0,-1-1 5 0,1-1-2 16,-3-1 0-16,0 1 1 0,-1-2-5 0,-4 0-1 15,0 1-5-15,0-3 1 0,0 1 2 0,-4-1-3 16,-3 1-3-16,0-1-4 0,-2 1-2 0,3 1 1 16,-2 1-4-16,0 0 0 0,-3 3-8 0,1 1-9 15,1 2-29-15,-2 1-30 0,0 1-26 0,2 2-33 16,0 1-40-16,3 3-168 0,-2-3-359 0,2-1 160 16</inkml:trace>
  <inkml:trace contextRef="#ctx0" brushRef="#br0" timeOffset="125996.03">13063 12626 90 0,'0'0'145'16,"0"0"-5"-16,0 0 0 0,-4-8-7 0,4 8-9 16,0 0-16-16,-2-5 1 0,2 5 5 0,0 0 2 15,-4-6-4-15,4 6-4 0,0 0-8 0,0 0-9 16,0 0-7-16,0 0-9 0,0 0-5 0,-1-9-9 15,1 9-9-15,0 0-4 0,0 0 6 0,0 0-9 16,0 0-5-16,0 0-7 0,0 0-3 0,0 0 0 16,0 0-7-16,0 0-1 0,7 20 0 15,-3-10-2-15,-1 1-4 0,1 5-1 0,1-5-2 0,-2 5 1 16,3 2-3-16,-2-3-4 0,1 0 2 0,-1 1-3 16,-2-3 2-16,2-3 0 0,2 3-1 0,-2-3 1 15,0 2-3-15,-3-1 1 0,3-1-3 0,-2-1 2 16,0 0-2-16,0-2 0 0,0-1-2 0,-2-6 3 15,0 10-1-15,1-4 2 0,-1-6-1 0,0 0 4 0,0 0-5 16,2 9 3-16,-2-9 2 0,0 0 1 0,0 0 1 16,3 6 5-16,-3-6 1 0,0 0-1 15,0 0-1-15,0 0-3 0,0 0-4 0,0 0 3 16,-12-26-4-16,10 16 5 0,-3 0-6 0,5-1-2 16,-2-1 0-16,4-5 0 0,-2 6-1 0,3-7-3 15,3-1-3-15,-2-2-1 0,4 3 0 0,-1 0 0 16,3 1 0-16,-1-2-1 0,-1 5 0 0,-2 4 0 15,3 0 1-15,0 2 0 0,0 1-1 0,0 1 1 16,-2 2-5-16,6 2 3 0,-4 3 0 0,0-1 0 0,3 4 2 16,-3 1 2-16,-1 2-4 0,4 7 4 0,-5-5 1 15,-1 1 0-15,1 3 1 0,-1 1-4 0,0-2 1 16,-2 0 4-16,2 1-2 0,-1-1 2 16,-1 0 0-16,-2 0-1 0,4 1 2 0,-4-3-5 0,0 2-10 15,0 0-14-15,0-1-12 0,0 0-31 0,1 1-41 16,-1-3-30-16,-2 1-24 0,2-1-26 0,-2 1-103 15,2-3-321-15,-2-7 142 0</inkml:trace>
  <inkml:trace contextRef="#ctx0" brushRef="#br0" timeOffset="126416.29">13528 12875 92 0,'4'6'122'0,"-4"-6"-13"0,4 8 0 0,-2-3-10 16,-2-5-7-16,6 10-6 0,-3-3-4 0,-1-2-9 15,0 0-4-15,-2-5-4 0,4 10-4 16,0-5-3-16,-4-5-6 0,1 10-2 0,-1-10 0 0,4 9 5 16,-4-4-9-16,0-5 0 0,0 0 2 0,5 6-6 15,-5-6 7-15,0 0 4 0,0 7 5 0,0-7 9 16,0 0 7-16,0 0 10 0,0 0 2 0,0 0-1 15,0 0-8-15,0 0-9 0,0 0-5 0,0 0-6 16,0 0-6-16,0 0 3 0,3-23-15 0,-3 23-4 16,0-19-2-16,0 9-2 0,2-2-5 0,2 0 0 15,-2 1-5-15,0 0 2 0,3-2-6 0,3 1-3 16,-2 2-2-16,-2 2-1 0,0 1-4 0,-1 0-2 16,3 3-3-16,0 1 0 0,2 0 4 0,-8 3-4 15,18-1-2-15,-12 1 2 0,4 4 0 0,1 0-2 16,-1 2-1-16,0 3 4 0,-3 0-3 0,1 1 5 15,-1-1-1-15,0 2-1 0,0 3 1 0,-5 1 0 16,5 1-15-16,-5 0-19 0,2-3-36 0,-2-3-29 16,2 3-41-16,0 2-37 0,0-3-45 0,-4 0-123 15,2-4-368-15,1 0 163 0</inkml:trace>
  <inkml:trace contextRef="#ctx0" brushRef="#br0" timeOffset="128033.7">14930 12731 15 0,'0'0'168'0,"0"0"-7"0,0 0-7 0,0 0-2 16,0 0-14-16,0 0-6 0,0 0-6 0,0 0-1 16,0 0-14-16,0 0-7 0,-13-8-5 0,13 8-14 15,0 0-5-15,0 0-10 0,0 0-3 0,0 0-7 0,0 0-10 16,0 0-3-16,0 0-4 0,0 0-2 0,0 0-4 15,18-2-8-15,-18 2 0 0,15 1-10 16,-4-2-16-16,-1-1-23 0,3 1-38 0,-2 0-32 16,0-1-35-16,-1 1-21 0,-1 1-139 0,-9 0-308 0,10 0 137 15</inkml:trace>
  <inkml:trace contextRef="#ctx0" brushRef="#br0" timeOffset="128219.82">14953 12879 88 0,'0'0'139'15,"0"0"-10"-15,0 0-18 0,0 0-3 16,13 3-13-16,-2-3-2 0,2-2-21 0,-3 1-28 0,2 0-34 16,2-2-32-16,1-3-41 0,4 3-71 0,-8-1-146 15,3 0 65-15</inkml:trace>
  <inkml:trace contextRef="#ctx0" brushRef="#br0" timeOffset="128668.65">15712 12683 104 0,'0'-7'200'0,"0"7"-15"0,0 0-18 0,0 0-23 16,2-8-18-16,-2 8-6 0,0 0-16 0,0 0-9 15,0 0-6-15,0 0-9 0,-2 26-3 16,2-15-5-16,0 1 2 0,0 3-4 0,-1 2-6 16,0-4-8-16,-1 0-2 0,4-2-6 0,-2 1-4 0,0 1-4 15,-2 1-3-15,2-2 3 0,-1 0-7 0,1-2-2 16,0 2-5-16,-2 0 1 0,2-1-8 15,-2-2-2-15,2 0 2 0,-1 1-3 0,1-10-2 0,0 15-3 16,0-7-17-16,0-1-14 0,0-7-19 0,-3 11-40 16,3-11-30-16,2 9-36 0,-2-9-24 0,0 7-121 15,0-7-313-15,0 0 138 0</inkml:trace>
  <inkml:trace contextRef="#ctx0" brushRef="#br0" timeOffset="128888.13">15689 12676 99 0,'0'0'141'0,"0"0"0"16,18 1-6-16,-8 1-12 0,3-2-12 0,6 2-14 15,-1 0-1-15,3 2-17 0,-3-3-2 0,1 2-10 16,-1 1-11-16,1 1-16 0,1-4-18 15,-4 3-33-15,12-1-19 0,-8 0-28 0,-1-1-25 0,-5 0-24 16,4 0-60-16,-4 0-178 0,-1-2 78 0</inkml:trace>
  <inkml:trace contextRef="#ctx0" brushRef="#br0" timeOffset="129114.61">16097 12575 134 0,'-3'-11'164'0,"3"11"11"0,-3-9-12 16,3 9-8-16,-3-6-17 0,3 6-16 0,0 0-9 16,0 0-2-16,0 0 11 0,0 0-6 0,0 0-12 15,0 0-8-15,-1 27-10 0,2-13-6 0,-1-3-8 16,0 7-7-16,3 0-6 0,-5 0-4 0,6-1-9 16,-3 1-3-16,-1 1-7 0,0 1-16 0,-1-3-16 15,4-1-27-15,-3 1-33 0,1-6-33 0,0 0-26 16,2 2-29-16,1-2-25 0,-2 0-112 0,-1-3-304 15,2-1 135-15</inkml:trace>
  <inkml:trace contextRef="#ctx0" brushRef="#br0" timeOffset="129356.84">16314 12730 105 0,'3'-8'205'0,"-3"8"7"0,1-8-6 16,-1 8-10-16,0 0-15 0,0 0-18 0,1-7-13 15,-1 7-17-15,0 0-12 0,0 0-6 0,0 0 2 0,0 0-15 16,0 0-6-16,2 24-8 0,-2-16-12 16,0 1-7-16,-2-1-6 0,0 3-5 0,2 1-7 15,1-4-3-15,-2 5-7 0,1-2-2 0,-2-1-3 16,4 1-5-16,-2 0-6 0,-2 0-11 0,2-2-16 16,0 0-15-16,-1 0-21 0,1 0-24 0,-1-2-28 15,1-7-23-15,0 14-23 0,0-14-19 0,0 10-20 16,0-10-151-16,-1 10-353 0,1-10 157 0</inkml:trace>
  <inkml:trace contextRef="#ctx0" brushRef="#br0" timeOffset="129604.56">16299 12654 43 0,'10'-4'162'0,"-1"3"-6"0,3 1-2 0,0 1-7 0,1-1-7 15,5 5-14-15,-4 2-4 0,4 0-14 16,-4 3-6-16,0 0-11 0,-1 1-9 0,0 1-10 16,-2 1-5-16,-1 1-6 0,-4-4-6 0,-1 1-3 15,0 6-8-15,-3-5-3 0,-2 3-6 0,-2 2 2 16,-5-1-7-16,0 0-3 0,-2-3 1 0,-5 2-12 16,-4 3-1-16,-4 1-23 0,5-7-15 0,-2-1-19 0,-4 2-28 15,5-5-26-15,-1-4-28 0,0 3-28 16,0-3-98-16,0-2-270 0,-2 0 119 0</inkml:trace>
  <inkml:trace contextRef="#ctx0" brushRef="#br0" timeOffset="132168.56">13344 13644 3 0,'0'0'63'16,"0"0"-8"-16,0 0-7 0,0 0 2 0,0 0-7 15,0 0 0-15,0 0-7 0,0 0-5 0,0 0 0 16,4 4-4-16,-4-4 2 0,0 0-6 0,0 0 7 16,0 0-10-16,0 0 2 0,0 0-4 0,0 0 4 15,0 0 0-15,0 0-8 0,0 0 3 0,0 0 1 16,0 0-9-16,0 0 4 0,0 0 1 0,0 0 4 16,0 0 2-16,0 0-4 0,-4 14 0 0,4-14 0 15,0 0-7-15,0 0 4 0,0 0-8 0,0 0-6 16,0 0 7-16,2 7 10 0,-2-7-10 0,0 0 0 15,0 0-1-15,0 0-12 0,0 0 17 0,0 0-7 16,0 0 0-16,2 7 0 0,-2-7 7 0,0 0-9 16,0 0-3-16,0 0 4 0,0 0-1 0,0 0 8 15,0 0-5-15,0 0-11 0,0 0 10 0,0 0 1 16,0 0 4-16,0 0 4 0,0 0 7 16,0 0-4-16,0 0-3 0,0 0 5 0,0 0-4 0,0 0 6 15,0 0-13-15,0 0 3 0,0 0-1 0,0 0 2 16,0 0-5-16,0 0 3 0,0 0-5 0,0 0 5 15,0 0-5-15,0 0 9 0,0 0 4 0,0 0-5 16,0 0 4-16,0 0-3 0,0 0 1 0,0 0 6 16,0 0 5-16,0 0-9 0,0 0 8 0,0 0-8 15,0 0 1-15,0 0-2 0,0 0 1 0,0 0 1 16,0 0 1-16,0 0-2 0,0 0-4 0,0 0 3 16,0 0-4-16,0 0-1 0,0 0 5 0,0 0 3 15,0 0 8-15,0 0 2 0,0 0-3 0,0 0 1 16,0 0 1-16,0 0-3 0,0 0-1 0,0 0-7 15,0 0 4-15,0 0 3 0,0 0 1 0,0 0-3 16,0 0-1-16,0 0-2 0,0 0 6 0,0 0-8 16,0 0-11-16,0 0 8 0,0 0 5 0,0 0 1 0,0 0-5 15,0 0 6-15,0 0 0 0,0 0 4 0,0 0-4 16,0 0 3-16,0 0 2 0,-13-17-1 16,13 17-3-16,0 0 3 0,0 0-5 0,0 0 0 15,0 0 3-15,0 0-1 0,0 0-5 0,0 0 4 16,0 0-4-16,0 0-5 0,0 0 2 0,0 0-3 15,0 0-1-15,0 0 2 0,0 0-3 0,0 0-1 0,0 0 1 16,0 0-4-16,0 0 4 0,0 0-5 16,0 0 0-16,0 0-6 0,0 0 4 0,0 0 0 0,0 0 2 15,0 0 2-15,0 0-7 0,0 0 5 0,0 0-1 16,0 0-3-16,0 0 4 0,0 0 1 0,0 0-11 16,0 0 10-16,0 0-2 0,0 0 2 15,0 0 4-15,0 0-2 0,0 0-1 0,0 0 1 0,-2-8 5 16,2 8-7-16,0 0 4 0,0 0-6 0,0 0 2 15,0 0 4-15,0 0-2 0,0 0 4 0,0 0-2 16,0 0-1-16,0 0-4 0,0 0 7 0,0 0 0 16,0 0-4-16,0 0-1 0,0 0-1 0,0 0 2 15,0 0-8-15,0 0 9 0,0 0-2 0,0 0 1 16,0 0-2-16,0 0 3 0,0 0-4 0,0 0 3 16,0 0-3-16,0 0 2 0,0 0 2 0,0 0-2 15,0 0-4-15,0 0 1 0,0 0 1 0,0 0 2 16,0 0-2-16,0 0-2 0,0 0 1 0,0 0-3 15,0 0 3-15,0 0 3 0,0 0-2 0,0 0-3 16,0 0 3-16,0 0 3 0,0 0-5 0,0 0-3 16,0 0 5-16,0 0-2 0,0 0 1 0,0 0 0 15,0 0-2-15,0 0 1 0,0 0 0 0,0 0 6 16,0 0-6-16,0 0-1 0,0 0-1 0,0 0 6 16,0 0 0-16,0 0-4 0,0 0-1 0,0 0 4 15,0 0-5-15,0 0 4 0,0 0-3 0,0 0 0 16,0 0 0-16,0 0 2 0,0 0 6 0,0 0-4 15,0 0-2-15,0 0 0 0,0 0-2 0,0 0 2 16,0 0 0-16,0 0 5 0,0 0-2 0,0 0-3 16,0 0-1-16,0 0 0 0,0 0 0 0,0 0 1 15,0 0 1-15,0 0 1 0,0 0 0 0,0 0-3 16,0 0 0-16,0 0 1 0,0 0-5 0,0 0 1 16,0 0-1-16,0 0 3 0,0 0 1 0,0 0 1 15,0 0-2-15,0 0 0 0,11 25 2 0,-7-16-2 16,0 1-1-16,-2 0 2 0,0 6 0 0,4 0 4 0,-3-3-2 15,-1 0 3-15,6 3-1 0,-6 0-3 16,1 2-5-16,2-1 7 0,-5 0-5 0,4 1 1 16,-3-2-1-16,1 1 6 0,-2-4 8 0,2-1 1 15,-2 4 1-15,0-5-4 0,0 1 1 0,2-3-4 0,-2 1 1 16,2 0-1-16,-2-3-1 0,2 0 3 0,-2-7-2 16,-2 13 2-16,2-13-5 0,0 8 4 15,0-8-2-15,2 7-3 0,-2-7 1 0,0 0 3 16,2 6-1-16,-2-6-2 0,0 0 6 0,0 0-4 0,0 0 1 15,0 0 0-15,0 8-3 0,0-8-7 16,0 0-19-16,0 0-10 0,0 0-16 0,0 0-26 16,0 0-24-16,0 0-24 0,-4-25-18 0,4 25-15 15,0-11-143-15,0 4-323 0,0 7 144 0</inkml:trace>
  <inkml:trace contextRef="#ctx0" brushRef="#br0" timeOffset="135435.31">13375 13687 63 0,'0'0'74'0,"0"0"-11"0,0 0-5 0,2-8 10 0,-2 8-10 16,0 0-6-16,0 0-1 0,0 0-1 0,0 0-7 16,0 0-3-16,0 0-2 0,0 0-1 0,0 0-3 15,0 0-4-15,0 0-2 0,0 0 6 0,0 0-14 16,0 0 11-16,0 0-6 0,0 0 5 0,0 0 1 15,0 0 1-15,0 0-4 0,0 0 1 0,0 0-1 16,0 0 6-16,0 0-9 0,0 0 9 0,0 0-9 16,0 0 3-16,0 0 4 0,0 0-2 0,0 0 1 15,0 0 2-15,0 0-1 0,0 0 2 0,-10-6-2 16,10 6-4-16,0 0 5 0,0 0 2 0,0 0-7 16,0 0-1-16,0 0-2 0,0 0-3 0,0 0-3 15,0 0 3-15,0 0-4 0,-2-5 1 0,2 5 2 16,0 0-6-16,0 0 3 0,-5-9-2 0,5 9-3 15,0 0-6-15,-2-8 3 0,2 8-1 16,0 0-5-16,0-10 3 0,0 10-1 0,0 0-1 0,0 0 0 16,0-10-4-16,0 10 6 0,0 0-3 0,0 0-2 15,0 0 0-15,0 0-1 0,4-7 5 0,-4 7 3 0,0 0-7 16,0 0-5-16,0 0 4 0,0 0 0 16,0 0-3-16,0 0 4 0,0 0 1 0,0 0-4 15,0 0-2-15,0 0-7 0,0 0 11 0,3-6-3 16,-3 6 1-16,0 0-1 0,0 0 3 0,0 0-3 0,0 0 4 15,0 0 0-15,0 0-2 0,0 0 2 16,0 0-1-16,0 0-6 0,0 0 8 0,0 0-4 16,0 0-1-16,0 0 1 0,0 0 2 0,0 0-1 15,0 0-1-15,0 0 1 0,0 0-2 0,0 0-6 0,0 0 10 16,0 0 3-16,0 0-3 0,0 0-1 0,0 0 2 16,0 0-4-16,0 0 1 0,0 0 1 15,0 0-5-15,0 0 6 0,0 0 1 0,0 0-5 16,0 0 3-16,0 0-4 0,0 0 3 0,0 0 0 0,0 0 0 15,0 0-4-15,0 0 5 0,0 0 2 16,0 0 0-16,0 0-6 0,0 0-3 0,0 0 5 16,0 0 5-16,6-6-3 0,-6 6-5 0,0 0 4 15,0 0 0-15,0 0 3 0,9-1-7 0,-9 1 5 16,9-2-7-16,-9 2 7 0,9-2 3 0,-9 2-2 0,9 0-2 16,-9 0-1-16,10-2 1 0,-10 2-2 15,10 0 2-15,-10 0 0 0,9-3-1 0,-9 3 0 16,0 0 5-16,10 0-7 0,-10 0-1 0,0 0 5 0,11 2-2 15,-11-2 9-15,11 1-5 0,-11-1-6 0,11 0-1 16,-11 0-1-16,9 2 7 0,-9-2-4 0,9 2-1 16,-3 1 1-16,0 0-5 0,0 1 6 15,-1 1-3-15,1-2 1 0,-2 2 0 0,2 0 10 0,-2 1-5 16,2 1-5-16,-3 2 4 0,-1-2-2 0,2 2 10 16,-4-2-9-16,0 2 2 0,0 1-2 0,-2 0 3 15,0 2-6-15,0-3 5 0,2 2 1 0,-7 0 0 16,3-1-3-16,-2-1 3 0,0 3-4 0,0-2 2 15,-3-1 3-15,1 1-2 0,-5 2-4 0,5-2 0 16,-2-1-3-16,1-2-4 0,0 0-10 0,-1 0-1 16,4-1-13-16,0-1-12 0,1 0-10 0,5-5-5 15,-6 6-19-15,6-6-3 0,-4 3-21 0,4-3-33 16,0 0-68-16,0 0-221 0,0 0 98 0</inkml:trace>
  <inkml:trace contextRef="#ctx0" brushRef="#br0" timeOffset="135844.41">13769 13787 129 0,'-2'-6'169'0,"2"6"-8"0,0 0-7 0,-1-8-7 16,1 8-9-16,0 0-22 0,0 0-11 16,0 0-12-16,-2-9-14 0,2 9-8 0,0 0-9 15,0 0-3-15,0 0-2 0,0 0-2 0,3 28 1 16,-3-18-6-16,0 6 0 0,2 0 6 0,-2 0 1 15,2 2-10-15,-2-1-5 0,0-2-1 0,0-1-5 16,0 2-7-16,0 0 1 0,2 0-5 0,-2-3-2 16,2-1-4-16,-2 0 2 0,0 0-5 0,0 1 1 15,0-1 8-15,2-1-25 0,-2 0 1 0,0-1 1 16,0-1-8-16,0-1-11 0,0 1-10 0,2-1-16 0,-2 1-14 16,0-9-36-16,-2 12 1 0,2-12-40 0,-2 11-35 15,0-6-101-15,2-5-289 0,-7 6 127 16</inkml:trace>
  <inkml:trace contextRef="#ctx0" brushRef="#br0" timeOffset="136134.15">13798 13821 15 0,'0'0'117'0,"9"0"-28"0,-9 0-9 0,11 4-2 0,-11-4-1 16,9 5-6-16,-5-2-10 0,-4-3 1 15,7 11-11-15,-5-5 5 0,3 2 2 0,-4 3-5 16,-1-3-1-16,0 1-5 0,-1 0 7 0,-4 1-14 16,5 0-1-16,-4 0-7 0,2-1 2 0,-5 1-7 15,5 0 2-15,-4 1 5 0,1-3-10 0,-2 1-9 16,2 3-1-16,-3-4-10 0,-1 1-19 0,3-2-19 15,-2-1-21-15,3-2-16 0,1 2-17 0,4-6-87 16,-9 5-191-16,2-3 85 0</inkml:trace>
  <inkml:trace contextRef="#ctx0" brushRef="#br0" timeOffset="136462.34">13959 13912 50 0,'0'0'95'0,"10"5"3"16,-8-1 0-16,-2-4-9 0,4 9-1 0,-1-5-4 16,-1 2-5-16,0 1-1 0,2-1-6 0,-2 0-10 15,1 0-7-15,-1 0 3 0,3 0-12 0,-1-1 6 16,-1 0 4-16,1 0-13 0,1 1 5 0,1-3-4 16,-6-3 6-16,10 4-4 0,-4-4 2 0,-6 0 3 15,15 0-4-15,-15 0 1 0,14-4-8 0,-5 1 2 16,-4-1 0-16,1-1 3 0,-2 1 0 0,0-2 0 15,0 0-2-15,-4 6-2 0,5-11-3 0,-4 1-5 16,-1 10-1-16,-2-15-4 0,-2 8-1 0,4 7-5 16,-8-15 3-16,2 9-13 0,-1-3-3 0,-3 3-10 15,0 0-4-15,1 4-12 0,-4 1-5 0,3-1-4 16,0 1-21-16,1 4-7 0,-1-3-24 0,2 1-24 16,1 3-14-16,1-1-17 0,1 2-20 0,0-1-81 15,5-4-253-15,-2 7 112 0</inkml:trace>
  <inkml:trace contextRef="#ctx0" brushRef="#br0" timeOffset="136601.87">14326 13877 62 0,'16'0'47'0,"-12"2"-35"0,-4-2-33 0,9 3-21 16,-9-3 9-16</inkml:trace>
  <inkml:trace contextRef="#ctx0" brushRef="#br0" timeOffset="136740.81">14382 13982 1 0,'0'0'95'0,"0"0"2"0,0 0-12 0,6 4-18 0,-6-4-18 16,13 1-30-16,-13-1-23 0,15-3-65 0,-4 0-73 15,3-2 32-15</inkml:trace>
  <inkml:trace contextRef="#ctx0" brushRef="#br0" timeOffset="137227.31">15478 13512 12 0,'0'-10'196'0,"0"10"-8"0,3-7-7 0,-3 7-12 16,0 0-19-16,1-8-13 0,-1 8-18 0,0 0-13 15,0 0-6-15,0 0 5 0,0 0-1 0,0 0-10 0,0 0-5 16,8 27-13-16,-7-18-6 0,3 2-5 15,-1 0-7-15,-2-1-6 0,1 3-2 0,1-2-4 16,1 0-4-16,-2-1-1 0,1-1-7 0,-2 3-4 16,3-3-3-16,-1 1-2 0,-2-2-3 0,-1 2 1 15,1-2-5-15,-1 2 2 0,0-4 0 0,3 4-9 16,-6-1 3-16,3 1-5 0,0-1-15 0,-2-2-25 16,-2 2-33-16,1-2-31 0,1 1-23 0,0-2-17 15,0 1-25-15,2-7-25 0,-5 9-101 0,5-9-308 16,-5 6 137-16</inkml:trace>
  <inkml:trace contextRef="#ctx0" brushRef="#br0" timeOffset="137659.51">15492 13614 128 0,'-9'-3'146'0,"9"3"-5"0,0 0-4 0,0 0-16 16,0 0-15-16,0 0-9 0,0 0-11 0,0 0-7 16,0 0-11-16,0 0-3 0,0 0-6 0,0 0-9 15,0 0-4-15,0 0 4 0,0 0-12 0,0 0-1 16,0 0-5-16,0 0 2 0,0 0 3 0,0 0 7 16,0 0 2-16,0 0 10 0,0 0 1 0,0 0 7 15,0 0 0-15,0 0 4 0,0 0-2 0,0 0-3 16,0 0-9-16,0 0-4 0,15-13-7 0,-12 9-4 15,4-1-1-15,-1 2-2 0,1-4-2 0,0 0-5 0,1 1-2 16,1 0-1-16,1-1-2 0,-1 1-3 16,2-2-3-16,0 2 0 0,5-1-2 0,-5 2-2 15,8-2-2-15,-8 2-2 0,1 1 1 0,2 0-2 0,-1 3-2 16,1 2 0-16,-3 0 2 0,2 2-3 0,0 3 0 16,0-1 2-16,-2 1-2 0,-2 3 1 0,0 1 0 15,1 4 3-15,-4-3 0 0,0 2-2 16,-1 2 7-16,1-2-7 0,-1 1 0 0,0-3 2 15,-3 1-4-15,0 1-10 0,1-2-20 0,-1 3-26 0,0-4-24 16,-1 2-35-16,0-1-32 0,2-3-21 0,-1 3-15 16,-2-4-19-16,3-1-107 0,-3-6-327 0,1 9 144 15</inkml:trace>
  <inkml:trace contextRef="#ctx0" brushRef="#br0" timeOffset="137903.47">16000 13582 13 0,'0'0'230'0,"1"-7"8"15,-1 7-13-15,0 0-13 0,0 0-18 0,-1-9-20 0,1 9-19 16,0 0-20-16,0 0-12 0,0 0-11 0,0 0-12 16,0 0-6-16,0 0-8 0,7 19-9 0,-4-11-4 15,-2 1-10-15,2 1-6 0,-2 1-4 16,0 0-5-16,-1-1-5 0,0 3-3 0,3-2-5 15,-2 0-8-15,1 1-14 0,-1 0-20 0,0-2-37 0,0 0-47 16,-1-10-34-16,-2 24-41 0,2-16-44 16,-3 3-120-16,3-11-357 0,-4 10 159 0</inkml:trace>
  <inkml:trace contextRef="#ctx0" brushRef="#br0" timeOffset="138094.69">15970 13439 1385 0,'-5'-24'54'0,"2"7"21"0,0 1-18 15,2 3-29-15,-2 3-12 0,3 1 3 0,-1 2-14 16,1 7 2-16,-1-12-15 0,1 12-16 0,-3-7-9 16,3 7-16-16,0 0-25 0,0 0-16 15,0 0-23-15,0 0-97 0,0 0-226 0,0 0 100 0</inkml:trace>
  <inkml:trace contextRef="#ctx0" brushRef="#br0" timeOffset="138398.31">16262 13290 42 0,'0'0'178'0,"10"-2"-7"0,-10 2 0 0,13-1-13 15,-13 1-8-15,10 3-10 0,-3 1-12 0,-1 2-7 16,-1 1-4-16,0 1-13 0,-1 2-10 16,-2-1-7-16,1 4-4 0,-3-2-1 0,-1 0-5 0,1 2-3 15,-3-3-7-15,2 1-5 0,-3-1 2 0,0-2-4 16,3-1-7-16,1-7-10 0,-1 12-2 16,1-12-1-16,-4 7-6 0,4-7-3 0,-4 8-6 15,4-8-2-15,0 0-1 0,0 8 0 0,0-8-1 0,0 0 1 16,11 5-3-16,-2-5-2 0,2 0-9 0,3-2-24 15,4-1-22-15,2-1-28 0,7-1-42 0,1-2-25 16,-1 3-34-16,-7-2-22 0,1 5-134 16,-1-3-349-16,-3 2 154 0</inkml:trace>
  <inkml:trace contextRef="#ctx0" brushRef="#br0" timeOffset="138864.06">15409 14208 103 0,'-25'8'134'0,"4"-2"-4"15,1-2-7-15,8 0-5 0,-3 0-18 0,7-2-8 16,1 1-13-16,3-1 1 0,4-2-11 0,-4 4 8 16,4-4-2-16,0 0 4 0,31 3 0 0,-2-4 0 15,8-5-5-15,22-1-3 0,4-6 5 0,30-4-6 16,-4-4 4-16,-3 2 1 0,-25 5-1 0,2-2-2 15,2 0-3-15,0 5-2 0,-5-3-7 16,-5 1-4-16,-1 5-5 0,-16 0-7 0,1 0 2 0,-5 0-5 16,-3 3-6-16,-1-1 1 0,-3 3-5 0,-7 0-3 15,-3 0-5-15,-5 1-3 0,1 1 4 0,-4 0-8 16,-2-1 2-16,-7 2-4 0,13 0-3 16,-13 0 1-16,8-2-6 0,-8 2-11 0,0 0-18 15,0 0-21-15,0 0-35 0,0 0-26 0,0 0-34 0,0 0-20 16,-35 8-25-16,16-3-146 0,-8-1-356 0,-1 0 159 15</inkml:trace>
  <inkml:trace contextRef="#ctx0" brushRef="#br0" timeOffset="139370.51">15675 14489 176 0,'-4'-7'175'0,"4"7"-11"15,-5-6-7-15,5 6-4 0,0 0-6 0,-5-4-4 16,5 4-7-16,0 0-13 0,0 0-10 0,0 0-10 16,-6-6-11-16,6 6-12 0,0 0-7 0,0 0-13 0,0 0-4 15,0 0-3-15,0 0-5 0,0 0-3 0,-3 18-3 16,3-18-4-16,2 14 0 0,-1-5-7 15,0 1 0-15,0 3 0 0,-1-4-5 0,2 2-2 0,0 0 0 16,-1 1-4-16,1 1-1 0,-1-3-2 16,0 2-3-16,-1-2 6 0,1 2-10 0,-1-3-1 0,2 2 3 15,-2-3-2-15,1 2-1 0,-1 1 1 0,0-3-20 16,0 0 2-16,0-8 2 0,0 10-3 16,0-10-2-16,0 9-5 0,0-9-18 0,1 8-8 15,-1-8-15-15,0 0-10 0,0 8-12 0,0-8-6 16,0 0-14-16,0 0-1 0,0 0-13 0,0 0-29 0,0 0-134 15,0 0-299-15,0 0 132 0</inkml:trace>
  <inkml:trace contextRef="#ctx0" brushRef="#br0" timeOffset="139562.26">15665 14494 36 0,'0'0'110'15,"11"-1"6"-15,-11 1-4 0,0 0-17 0,23 7-5 16,-12-5-8-16,3 0-14 0,0 1 0 0,2-1-6 16,-3 2 6-16,6-2-20 0,-1 4-25 15,0-4-17-15,-1 1-25 0,1 1-14 0,-5-2-24 0,0 2-22 16,-1-1-54-16,1-3-144 0,-3 1 64 0</inkml:trace>
  <inkml:trace contextRef="#ctx0" brushRef="#br0" timeOffset="139785.94">16010 14427 140 0,'-1'-6'162'0,"1"6"-11"0,0 0-13 16,0 0-11-16,-3-7-12 0,3 7-15 0,0 0-6 15,0 0-1-15,0 0-8 0,0 0-10 0,4 22-6 0,0-13-5 16,-3 0-8-16,2 3-8 0,-2-2 3 15,0 0-8-15,3 6 4 0,-1 3-12 0,-3-4-8 16,5 1-18-16,-5-5-24 0,1 6-36 0,2-2-16 16,-1-5-25-16,-2 3-23 0,3-4-117 0,-2 1-251 15,-1-10 111-15</inkml:trace>
  <inkml:trace contextRef="#ctx0" brushRef="#br0" timeOffset="140276.64">16308 14537 144 0,'0'0'170'0,"0"0"-9"15,0 0-9-15,-4-6-11 0,4 6-10 0,0 0-10 16,0 0-11-16,0 0-7 0,0 0-15 0,0 0-2 16,0 0-10-16,0 0-8 0,0 0-6 0,0 0 3 15,0 0-13-15,0 0-3 0,0 0-3 0,0 0-2 16,0 0 1-16,0 0 1 0,0 0-1 0,0 0 3 16,0 0 0-16,0-9 2 0,0 9 0 0,0 0 6 15,0 0 1-15,0 0-2 0,0 0 1 0,0 0 0 16,0 0-3-16,0 0-1 0,0 0 5 0,0 0-11 15,0 0 2-15,0 0-6 0,0 0-9 0,0 0-7 16,0 0-5-16,0 0-5 0,0 0-1 0,0 0-2 16,0 0 3-16,0 0 3 0,0 0-6 0,0 0-5 15,9 26-2-15,-8-20 7 0,2 5-9 0,-1 1 3 16,1-3-6-16,-1 1 4 0,1 1-5 0,-2-1 6 16,2-1-4-16,-2 1 10 0,0 1-15 0,-1-2 8 15,2 1-3-15,-2 0 2 0,1-4-3 0,-1 2 1 16,1 0-2-16,-1-8-2 0,-1 13-13 0,2-6-16 15,-1-7-28-15,-1 10-24 0,0-4-25 0,1-6-20 16,-4 11-28-16,4-11-22 0,-5 7-25 0,2-2-142 16,3-5-372-16,-9 1 166 0</inkml:trace>
  <inkml:trace contextRef="#ctx0" brushRef="#br0" timeOffset="140536.2">16282 14479 165 0,'12'-4'157'0,"2"-2"-2"0,4 4-11 15,0 2-11-15,0-1-9 0,2 2-10 0,-3 1-11 16,0 2-10-16,1 2-11 0,-2 0-4 0,0 0-7 16,-5 2-9-16,-1 0-3 0,0 0-7 0,-4 1-2 15,-1 1-9-15,-2 3-4 0,-2-1 0 0,-1 4-7 16,-5 0 1-16,-3 1-3 0,-2 0-5 0,-5 5 0 15,-4-2-4-15,1-4-5 0,-4 3-4 0,-2-3-10 16,0 0-10-16,1 0-15 0,-3-4-28 0,8-4-25 16,1 1-22-16,2-2-32 0,4-1-125 0,-3-5-277 15,6 0 123-15</inkml:trace>
  <inkml:trace contextRef="#ctx0" brushRef="#br0" timeOffset="141003.54">17064 13146 52 0,'-1'-10'105'0,"1"-1"-26"15,0-3-11-15,0 4 5 0,0 0-10 0,1 3-4 16,1-2-7-16,-2 9-17 0,1-12-19 0,-1 12-30 15,3-6-28-15,-3 6-49 0,0 0-100 0,0 0 45 16</inkml:trace>
  <inkml:trace contextRef="#ctx0" brushRef="#br0" timeOffset="141543.9">17164 12546 98 0,'14'1'100'0,"-2"2"-9"0,0 3 2 16,5 4-7-16,0 4-7 0,3 4-7 0,-2 3-4 16,-1 3-4-16,1 2 4 0,-3 0-4 0,-4 4-11 15,0 0-5-15,-4 2-2 0,0 1-3 16,-2-2-5-16,-4 5-1 0,2 8 2 0,-6-9-4 0,0 12 2 16,0-11-3-16,-5 10-1 0,2-14-7 0,-2 2-1 15,-1 0 3-15,-2 14 0 0,4-14 3 0,-3 10 2 16,1-11 1-16,3 2-4 0,0-1 0 0,1 0-6 15,1 0 0-15,3-1-5 0,2 1 3 0,3 1-5 16,3-1-4-16,-1 1 0 0,8 11 1 0,0-3-2 16,0-9-1-16,3 11-1 0,-3-12-1 0,0 0-1 15,5 10-2-15,-6-11 2 0,1 1-3 0,-3-1 2 16,1-2-1-16,-2 2-6 0,-1-4 8 0,-1-1-7 16,-3-1 1-16,0-7-2 0,0 0 5 0,-4 0-2 15,1-2 0-15,-2 0 2 0,-3-1-2 0,0 0-2 16,-2-3 2-16,-1-2-4 0,0 0 6 0,-3 2-1 15,1-2-3-15,-5 0 0 0,0-1 1 0,-3-1 1 16,0-1 3-16,1 0-7 0,2-3 2 0,1-1-13 16,-1-1-15-16,1 1-29 0,-2-4-29 0,4-1-58 15,-1-2-116-15,0-2-280 0,4-4 124 0</inkml:trace>
  <inkml:trace contextRef="#ctx0" brushRef="#br0" timeOffset="141952.17">17808 13528 93 0,'0'0'134'0,"14"2"-10"15,-9 1-6-15,0 0-9 0,-1 4-4 0,-1-3 3 16,-2 3-10-16,2 1-9 0,-2-2-5 0,3 3-5 0,-4-1-5 15,1 0-2-15,-2 1-2 0,1-9-8 16,0 10 9-16,0-10-1 0,-3 9 3 0,3-9 10 16,0 0 2-16,-1 6 5 0,1-6 0 0,0 0-1 15,0 0-9-15,0 0-6 0,0 0-9 0,0 0-6 0,0 0-5 16,0 0 1-16,0 0-14 0,-14-13-3 0,14 13-2 16,-3-16-6-16,3 7-3 0,0-4-4 0,2 1 14 15,0-3-5-15,2-4-4 0,3 1-4 0,0 3-4 16,-2-1-1-16,3-1-2 0,0 3-2 15,2 0-2-15,-1 4-2 0,0 2-5 0,3 1 3 0,-1 3-4 16,2 0-1-16,-2 2-2 0,2 2-2 0,-3 4 0 16,3 2 3-16,-3 1-2 0,4 3 4 15,-4 3-3-15,2 1 3 0,-1 0-10 0,-4 3-18 16,-1-2-26-16,1 2-39 0,-1 2-37 0,-1-2-46 0,-1 1-43 16,-3 1-159-16,-1-3-404 0,0 0 180 0</inkml:trace>
  <inkml:trace contextRef="#ctx0" brushRef="#br0" timeOffset="142326.04">18207 13704 16 0,'6'-10'181'0,"6"-5"-10"0,-3 2 1 16,0-2-1-16,2-2-12 0,-1 0-8 0,6-5-7 15,-2 0-10-15,-1-1-6 0,-1 0-7 16,1-2-8-16,0 0-7 0,-2 2-4 0,0-3-4 0,-4 2-6 15,0 1-7-15,-3 4-11 0,-1 0 0 0,-1 2 2 16,-1 2-6-16,-1 2-6 0,1 4-6 0,-3-1-3 16,0 4-7-16,2 6-8 0,-6-9-2 0,2 5-9 15,4 4-4-15,0 0-2 0,-11 0 0 0,11 0-5 16,-12 9 0-16,6-1-3 0,-1 3-3 0,1-1-1 16,1 5 1-16,1-3-7 0,4 2-2 0,-1-3-3 15,2 6-1-15,3-2 0 0,1 1-1 0,3-1 2 16,1-2-2-16,0 0-3 0,-2-2-2 15,9 2-2-15,-5-1 5 0,2-1-5 0,-3 1 0 0,0 1 5 16,-2-5-3-16,1 3 4 0,-3-4 1 0,0 3-2 16,0-2 4-16,-4 1-3 0,2 0-2 0,-4 1-1 15,1 1-18-15,-1-3-22 0,-2-1-22 0,-1 2-24 16,2-2-30-16,-3 2-19 0,2-2-21 0,-2-2-17 16,0-1-158-16,-1 1-364 0,5-5 162 0</inkml:trace>
  <inkml:trace contextRef="#ctx0" brushRef="#br0" timeOffset="142518.71">18589 13430 129 0,'4'-7'148'16,"-4"7"-21"-16,5-3-3 0,-5 3-2 0,0 0-11 15,0 0-13-15,13 12-6 0,-11-7-8 0,1 3-5 16,2 2-11-16,-4 1-9 0,0 0-4 0,2 2-13 15,-3-4-31-15,1 3-3 0,1-2-40 0,-2 0-32 16,0 0-35-16,0-1-95 0,-2-1-210 0,2-8 93 16</inkml:trace>
  <inkml:trace contextRef="#ctx0" brushRef="#br0" timeOffset="142684.21">18569 13201 63 0,'-2'-7'71'15,"2"7"-17"-15,0 0-26 0,0 0-20 0,0 0-46 16,0 0-40-16,0 0 18 0</inkml:trace>
  <inkml:trace contextRef="#ctx0" brushRef="#br0" timeOffset="143258.29">18861 13303 46 0,'7'2'146'0,"-7"-2"-3"0,0 0-8 0,5 3-4 15,-5-3-10-15,0 0-1 0,0 0-8 0,0 0-3 16,-7 16-3-16,1-9 2 0,1 3-9 0,-3 0-2 16,-1 4-11-16,0 0-10 0,-1-1-7 0,1 0-7 15,3-3-1-15,-1 0-10 0,2-1 2 0,0 1-9 16,3-3-3-16,0 0-5 0,2-7-4 0,-1 11-3 15,1-11-3-15,3 10 0 0,-1-6-1 0,-2-4-2 16,9 4-2-16,-1-4 0 0,2 0 1 0,0-2-6 16,2-3 0-16,-2 0-1 0,0-2-2 0,0 0 1 15,3-4-2-15,-5 1 0 0,2-4-4 0,-2-1 13 16,-1-1-12-16,-1 0-5 0,-4-1 3 0,1-1 2 16,-2 0-2-16,-1-1-1 0,-1-1-3 0,-1 1 1 15,-1 0 3-15,-1-6-4 0,-1 8 1 0,-1-10-2 16,1 8 1-16,-1 1-1 0,2 5 4 0,2-2 14 15,-1 4 8-15,2 5 1 0,-1 0-2 0,2 6-4 16,-2-10-9-16,2 10 0 0,0 0-4 0,0 0 0 16,0 0 0-16,0 0-2 0,8 27 1 0,-3-9-1 15,2 6-3-15,-3-3 0 0,0 4 1 0,1 0-1 16,3 0 1-16,-1-3-3 0,0-3 2 0,-1-2-2 16,3 1 2-16,1-4-2 0,1 0 0 0,-1-2 4 15,3 0-3-15,-2-5 2 0,1 0-1 0,0-4 1 16,3 0 1-16,-2-2 2 0,3-2-6 0,-2 0 0 15,5-6 1-15,-6 2 1 0,-3-1-2 0,3-5 3 16,-3 3-3-16,0-1 2 0,-1-6-2 0,0 1 0 16,-1 0 2-16,-4 2-3 0,-2-5 3 0,1 0-3 15,-1 3-1-15,-2 2 1 0,2 0 0 0,-4 2 0 16,0 2 2-16,-1 2-2 0,3 6-3 0,-6-8-4 16,6 8 2-16,-9-3 0 0,9 3 2 0,-13 6-4 15,8 2 5-15,-3 1-3 0,3 0-2 0,-1 1-2 16,3 2-17-16,2-2-33 0,1 3-28 0,3-4-36 0,4 2-32 15,0-1-29-15,-1-2-27 0,-1 3-122 0,-1-2-358 16,1-1 158-16</inkml:trace>
  <inkml:trace contextRef="#ctx0" brushRef="#br0" timeOffset="143591.51">18280 13514 56 0,'0'0'124'0,"0"0"-12"0,0 0-1 16,0 0-27-16,0 0-41 0,27-7-35 0,-16 4-40 0,-1-1-53 15,3-1-91-15,2-1 41 0</inkml:trace>
  <inkml:trace contextRef="#ctx0" brushRef="#br0" timeOffset="165471.81">16613 9729 35 0,'0'0'31'0,"0"0"-6"16,0 0-7-16,0 0-9 0,0 0-6 0,-5-5-6 15,5 5-6-15,0 0-10 0,0 0-19 0,0 0 9 16</inkml:trace>
  <inkml:trace contextRef="#ctx0" brushRef="#br0" timeOffset="196090.44">3111 15067 28 0,'0'-7'76'16,"0"7"-5"-16,0 0 0 0,0 0-5 16,0-9-7-16,0 9-2 0,0 0-8 0,0 0-6 0,2-8-9 15,-2 8 0-15,0 0 0 0,0 0 3 0,1-9 2 16,-1 9-10-16,0 0 1 0,0-11-4 0,0 11 3 16,0 0-6-16,0 0 7 0,-1-10-11 0,1 10 3 15,0 0 1-15,0 0 17 0,-3-10-20 0,3 10 7 16,0 0 1-16,0 0 2 0,0-8-8 0,0 8 5 15,0 0-2-15,0 0-4 0,0 0 1 0,0 0 11 16,-1-7-9-16,1 7 8 0,0 0 0 16,0 0-1-16,0 0-4 0,0 0 8 0,0 0-13 0,0 0 2 15,0 0-3-15,0 0-7 0,-3-8 3 0,3 8-8 16,0 0-1-16,0 0-2 0,0 0-1 0,0 0-2 16,0 0-4-16,0 0 4 0,0 0-5 15,0 0 6-15,0 0-2 0,0 0-5 0,0 0 2 16,0 0 5-16,3 25-4 0,-2-17 5 0,2 0-7 15,-2 3 2-15,2 0 2 0,-1 0 2 0,2-1-8 16,-3 1 6-16,4 0-1 0,-2 2 2 0,1-3 1 0,-3 7 2 16,3-2 1-16,1 2 6 0,-2-4-1 15,-1 4 7-15,1-2-8 0,-1-3 4 0,1 6 2 16,-1 1 6-16,2 5 0 0,-1-7 4 0,-2-2-7 16,3 3 1-16,-3-1-1 0,0 1-1 0,-1 0-4 15,2-2 1-15,-1 0-4 0,0-1 1 0,2 2-5 16,-2-1 4-16,0 1-4 0,1-2 1 0,-1 2 1 15,3-1-2-15,-2 0 9 0,1 2 0 0,-1-1 2 16,1-1-6-16,1 0-3 0,-2 2 1 0,0-2-2 16,-2 0 2-16,2 0 3 0,1 0-5 0,-2 1 1 15,4-1 4-15,-2-1-1 0,-2 4-4 0,1-8-1 16,0 2-4-16,2 1 3 0,-3-3 2 0,-1 1-5 16,1 0 0-16,2 0 4 0,-2 0-1 0,2 4 1 15,-3-6 2-15,0 1 2 0,0 1 10 0,2 4-7 16,-2-5 1-16,1 1-3 0,2 1 0 0,1 0 4 15,-3-1-9-15,0 1 1 0,0-1-1 0,-1 2-1 16,0-4 0-16,3 6 4 0,-3 2-2 0,0-3-3 16,-1 1-1-16,2-4-2 0,-1 4 2 0,0-3-2 15,0-2 1-15,0 5-1 0,-1-2-2 0,1-1 4 16,0-2-3-16,0 5 2 0,-2 0 0 0,2 0-1 16,-1-5-1-16,0 1-1 0,1 1-3 0,-4-3-22 15,8 2 6-15,-3-1-1 0,-2 1 4 0,2 0 1 16,0-1-4-16,3 3 9 0,-2-3-2 0,0 1 3 15,0 0-1-15,0 0 4 0,-1 0-1 0,1-1 15 16,-2 1 7-16,1 1-4 0,0 3 0 0,2-4-2 16,-2-1-2-16,-1 2 5 0,1-1-6 0,1-1 0 15,3 5 0-15,-7 0-2 0,2-4-1 0,-2 1 4 16,2-1-5-16,-1 5 8 0,2 0 0 0,-1 1 1 16,-1-1 4-16,-2 0 2 0,1 0-6 15,0 0 3-15,0-3-5 0,0 1 0 0,1 2-1 16,-3-1 2-16,2 1-4 0,0 1 6 0,1 0-7 0,0-1 5 15,-1 0-9-15,1-1 7 0,1-4-1 0,-1 3-2 16,-3-2 2-16,4 3 0 0,0-4-1 0,0 4-1 16,0-5 1-16,4 4 2 0,-3-3 13 15,0 3 31-15,2-3-2 0,-2-1-5 0,2 1-7 16,1-1-5-16,-2 1-5 0,0-1-2 0,0 0-2 16,1 4-1-16,-1-3-1 0,5 4-4 0,-6-4-2 15,1 0 0-15,1-1-5 0,0 2 1 0,0-2-4 16,-1 1 0-16,2 3 3 0,-2-3-9 0,2 0 4 0,4 3-1 15,-7-2 2-15,4 2 1 0,-2-2-4 16,2-2 2-16,-1 1-3 0,-1-1 0 0,5 6 2 16,-6-6-2-16,2 2-2 0,0-1-6 0,1-1 9 15,-1 5 3-15,1-6-4 0,0 0-2 0,2 4 4 16,-3 2 7-16,-2-3 1 0,2-1 1 0,0 3-3 16,-1 1 0-16,0-6-1 0,2 9-2 0,-2-7 0 15,1 6 3-15,-2-3-2 0,1-2 1 0</inkml:trace>
  <inkml:trace contextRef="#ctx0" brushRef="#br0">3487 17862 2480 0,'4'7'-94'0,"-3"-1"-41"0,3-2 379 0,-4 1-484 0,3 1 358 0,-1 1-222 0,1-2 58 0,-2 2 326 16,0 1-466-16,-1-8 277 0,3 12-80 0,-3-12-28 15,1 12 17-15,-1-12-45 0,-1 14 137 0,1-14-148 16,2 12 105-16,-2-12-83 0,2 12 40 0,-1-8-13 15,-1-4 12-15,-1 8-114 0,1-8 109 0,0 0-85 16,1 8 100-16,-1-8-36 0,0 0-46 0,1 8 67 16</inkml:trace>
  <inkml:trace contextRef="#ctx0" brushRef="#br0" timeOffset="197496.03">3179 16969 29 0,'0'0'72'0,"0"-15"7"0,0 15-3 0,-4-17-6 15,4 17 1-15,-3-15-10 0,3 15 1 0,-6-14-1 16,6 14-9-16,-5-14 21 0,5 14-16 0,-7-10 5 16,7 10-15-16,-4-14 2 0,4 14-4 0,-7-10-3 15,7 10 0-15,0 0-6 0,-6-13-2 16,6 13 0-16,0 0-10 0,-6-12 8 0,6 12-6 15,-3-6-3-15,3 6-1 0,0 0-3 0,-6-9 1 16,6 9-2-16,0 0-5 0,0 0 0 0,-3-9-8 16,3 9-2-16,0 0-9 0,0 0-1 0,0 0-14 15,0 0 6-15,0 0-5 0,0 0-7 0,0 0 6 16,0 0 5-16,9-13-4 0,-9 13 0 0,0 0 0 16,12-8 6-16,-12 8 16 0,10-11-14 0,-10 11-9 15,12-13 9-15,-6 5-1 0,0 1 7 0,1-3-8 16,1 2 5-16,-1-3-3 0,0 2 2 0,0-1 26 15,-1 1-17-15,-6 9 1 0,10-17 11 0,-6 9-11 16,-4 8 5-16,8-17 1 0,-4 9-1 0,-4 8 3 16,1-13-6-16,-1 13 11 0,4-11 9 0,-4 11-6 15,0 0-8-15,0 0 14 0,1-17-3 0,-1 17-6 16,0 0 6-16,0 0-4 0,0 0 5 0,0 0-14 16,0 0 9-16,3-14 0 0,-3 14-2 15,0 0-5-15,0 0-2 0,0 0-1 0,0 0 3 16,0 0-13-16,0 0 7 0,0 0 2 0,0 0-3 15,0 0-2-15,0 0 3 0,0 0-1 0,14 27 8 0,-14-27-10 16,8 18 5-16,0-4-4 0,-3-3 11 0,4 5 0 16,2 1 2-16,-2-1-6 0,0 2 6 0,1 7-6 15,1-3 7-15,0 1 7 0,-1 2-3 16,-1-1-7-16,-2 1 6 0,2-1-1 0,2 1-1 16,-4-7-4-16,0-1 5 0,0 0 0 0,2 9 2 15,0-2-4-15,-1-1 5 0,1 2-7 0,-4-6 17 16,1 0-17-16,2 7 3 0,-2-2-9 0,0-5 4 15,-1 8-2-15,-2-8 0 0,5 4 3 0,-3-4-4 16,2 5 6-16,-4-6 3 0,4-2-2 0,-2 1-4 16,-1 1 0-16,1-1 0 0,-3-2 4 0,1 2 1 15,0-3-7-15,-1-2-2 0,1 4 6 0,-1-4 2 16,3 3-4-16,-2 2-6 0,-1-6 3 0,4 6 0 16,-4-7-12-16,-1 2 10 0,3 0 1 0,-1 0 0 15,-1 1-4-15,1-4-1 0,1 2 4 0,-2-1-1 16,2 0-13-16,-1-1 12 0,0 1-2 0,0-1 4 15,0-1-34-15,-3-8 1 0,4 15 6 0,-1-8-1 16,-1 2 6-16,3-2 0 0,-3-3-2 0,1 2 10 16,-3-6-5-16,0 0 3 0,2 17 1 0,-2-17 2 15,3 11 3-15,-3-11-2 0,1 12 3 16,-1-12-2-16,1 13-6 0,-1-13 10 0,2 12-1 0,-2-12-2 16,1 12 7-16,-1-12-5 0,0 10-1 0,0-10-11 15,0 0-5-15,1 13 2 0,-1-13-19 0,0 0-8 16,-2 9-22-16,2-9-24 0,0 0-23 0,-13 3-101 15,13-3-232-15,-17-4 103 0</inkml:trace>
  <inkml:trace contextRef="#ctx0" brushRef="#br0" timeOffset="198216.64">3172 16370 39 0,'0'0'42'0,"0"0"-5"0,0 0-3 15,0 0-9-15,0 0-1 0,0 0 1 0,0 0 1 16,0 0-7-16,0 0 5 0,0 0-10 0,0 0 2 16,0 0-2-16,0 0 2 0,20 33-3 0,-20-33-4 15,5 16-1-15,-5-16 1 0,6 19-1 16,-2-10 3-16,-4-9 5 0,8 20 6 0,-2-10 2 15,-1 7 3-15,1-3 5 0,-1 2 2 0,0-1-1 16,-1 2 6-16,2 0-5 0,-2 0-1 0,1 2-8 16,3 5 5-16,-2 1-3 0,0 0 1 0,-1 0 4 15,3 7 3-15,-4-3-7 0,1 0 11 0,-1 3-12 16,4-1-2-16,-3 0 5 0,0 2-2 0,0-2-5 16,-1 0 3-16,1-1-4 0,2 0 0 0,-3 0 3 15,0 0-10-15,3 1 13 0,-1-1 0 0,0-1 3 16,-1 1 2-16,2-3-6 0,-1 0 0 0,1-2-10 15,2-1 3-15,-2 1 0 0,-3-4-1 0,3 1 1 16,-2 4-1-16,0-7-3 0,0 0-3 0,3 6-3 16,-5-6 0-16,5 5 3 0,-3-7-2 0,0 2 4 15,2 5-5-15,2 1-3 0,-7-6-2 0,1 0 4 16,-1 2 3-16,3-5-7 0,-1 2 2 0,-3 0 5 16,1-1 0-16,0 1-15 0,-2-2 16 0,2 0-5 15,-1 2 4-15,0-1 1 0,-1 0-6 16,1-1 2-16,-1 0-3 0,3 1-1 0,-3 1 10 15,0-2-11-15,3 0 0 0,-3 1 4 0,0-2-8 16,1-3 4-16,1-1 31 0,-2-11-2 0,0 0-2 16,0 0-8-16,0 0 3 0,8 53-7 0,-8-53-2 15,0 0-3-15,0 0 2 0,8 31-12 0,-8-31-9 16,0 0-1-16,0 0 0 0,0 0-22 0,7 28-15 16,-7-28-19-16,0 0-24 0,0 0-27 0,0 0-29 15,0 0-105-15,0 0-269 0,0 0 119 0</inkml:trace>
  <inkml:trace contextRef="#ctx0" brushRef="#br0" timeOffset="199292.34">3506 17821 3 0,'0'0'39'0,"0"0"-7"16,0 0-5-16,-17-4 5 0,17 4-2 0,0 0 6 16,-19-1 2-16,19 1-4 0,0 0-1 0,-16-3-2 15,16 3 2-15,-13-2-4 0,13 2 4 0,0 0 8 16,-16-2-15-16,16 2 2 0,0 0-7 0,-20 0-8 15,20 0 7-15,0 0-10 0,-21 2 12 0,21-2-16 16,-14 1 10-16,14-1 1 0,-18 3-2 16,18-3-2-16,-18 2 0 0,18-2 5 0,0 0 0 15,-27 0 1-15,27 0-4 0,-21 2 1 0,21-2 8 16,-19-2 5-16,19 2-2 0,-23-1-6 0,23 1 9 16,-16-1 7-16,16 1-11 0,0 0 4 0,-23-6 6 15,23 6-1-15,-13 0-1 0,13 0 0 0,0 0 2 16,0 0-7-16,-18-3-4 0,18 3 3 0,0 0-8 15,0 0-5-15,0 0-4 0,0 0 5 0,0 0 3 16,0 0-13-16,0 0-3 0,0 0-1 16,0 0 5-16,0 0 6 0,0 0-5 0,0 0 2 15,0 0-2-15,0 0 9 0,0 0-4 0,0 0-3 16,0 0-2-16,50-2 3 0,-50 2 5 0,30-1 2 16,-10-1 5-16,-1 2-9 0,9-2 11 0,0-3-5 15,3 1 2-15,2 1 0 0,0-5-7 0,3 4-11 16,2 0 16-16,15-2-8 0,-13-2 5 0,11 2-3 15,-14-2 3-15,12 0 0 0,-10 4-5 0,-2-3 2 16,1 3 3-16,0-3-4 0,14 0 0 0,-17 2 4 16,4 1-1-16,-5 1-5 0,2-1 4 0,1 1-1 15,0-1 2-15,1 1 1 0,1 0 0 0,12 0 1 16,-15 1-9-16,1-1-3 0,1-1 4 0,2-1 6 16,-5 3-5-16,1 2 1 0,4 0-1 0,-2-1-10 15,3-1 9-15,9 5 1 0,-10-3 1 0,-1 0 1 16,1-1-1-16,10-2 2 0,0 6-1 0,-12-3-3 15,2-3 3-15,11 3-1 0,-14-1-4 0,16 1-3 16,-1-1 2-16,1-2 6 0,0 1-7 0,-2-4 5 16,4 3-3-16,2 0 1 0,1-4 2 15,-2-2 2-15,4-2 6 0,-1 5 1 0,5 1-2 16,-1-5-3-16,3 3 2 0,30-4-1 0,-32 4-4 16,25-3-2-16,-28 3 0 0,6-1 1 0,24-3-2 15,-28 7 1-15,4-2-1 0,24-4-6 0,-27 3 9 16,29-2-3-16,-28 0-2 0,28 2 2 0,-29 1-1 15,27-4 2-15,-23 6-3 0,22 1-1 0,-23-1 5 16,26 1-1-16,-32-2-2 0,30-3 0 0,-28 4-6 16,30-4 5-16,-28 2 2 0,29 2-5 0,-29-2 1 15,24-1 5-15,-22 4 6 0,-2-2-2 0,30-3-2 16,-2 2 2-16,-27-1-4 0,30-2-2 0,-1-1 1 16,-5 1 2-16,1 0-8 0,-3-2 6 15,-21 8 1-15,30-5-10 0,-5-1 7 0,-27 3 0 16,33-4-2-16,-4-3 0 0,-2 5-4 0,-3 0 7 15,3-4-9-15,2 0 3 0,-4 3-4 0,0-3-1 16,2 1 1-16,6 2 3 0,-3 0 0 0,-2-5-5 0,4 2 1 16,2 2-1-16,-6-3-2 0,1 2-5 15,-7 3 12-15,8 3-4 0,-2-4 5 0,-3 1-1 0,7 5 1 16,-6-4-4-16,3 4-2 0,-28 3-1 16,26-3 2-16,-30 1-3 0,29 1 0 0,-30 1-2 15,0-2-11-15,1-2 0 0,-1 4 3 0,4-3-6 16,-2 1 2-16,-2 2-2 0,0-2-2 0,-3-2-11 15,-2 2-4-15,-1-2-7 0,-16 1-19 0,12-1 5 16,-14 1 3-16,2 1-15 0,-6-3-7 0,-1 1-22 16,1 1-14-16,-4 0-8 0,-1-3-32 0,-9 3-103 15,-5-2-279-15,-3 0 123 0</inkml:trace>
  <inkml:trace contextRef="#ctx0" brushRef="#br0" timeOffset="200646.53">5413 14612 5 0,'0'0'9'0,"0"0"1"0,0 0-2 16,0 0 3-16,0 0-4 0,0 0 1 0,0 0-2 16,0 0 1-16,0 0-3 0,0 0 2 0,0 0-1 15,0 0 3-15,0 0-1 0,0 0 10 0,0 0 3 0,9 24 8 16,-6-15-3-16,1 0 2 0,-2 4-5 15,1 0 2-15,0 5 1 0,1 2-8 0,-1-1 4 16,-1 6-5-16,2-1 7 0,-1 2-3 0,-1-2 1 16,2 3-5-16,-1-2 7 0,-1 2 1 0,0-4-5 15,1 2 1-15,0 0-3 0,-2 0 5 0,2-1 1 16,-2 1 15-16,2-1-11 0,-1 3-8 0,2-3-2 16,-1 2 4-16,-2 4-2 0,1-2-1 0,2-2-1 15,-1 0 0-15,2 0-2 0,-1 2 5 0,0-1-9 16,-2 2 0-16,3-3 4 0,-1 2-4 0,0 1 3 15,0-2-4-15,1-2 3 0,-3 4-5 0,1-3-14 16,2 2 12-16,-1 0 8 0,1-3-10 0,1 2 4 16,-2-2-5-16,1 0-2 0,-2 1 4 0,2-2 6 15,-2 3-16-15,-1-1 15 0,1 0 3 0,-3 0-8 16,0 0-1-16,-2 2 2 0,1 0-6 0,-1-1 5 16,-1 2-2-16,0-1 0 0,2-1-7 0,-1-1 11 15,-2 2 3-15,1-2-6 0,1 1 16 0,-3-2 2 16,3 2 0-16,0-1-6 0,-1 0 3 0,2 2-5 15,1-3-6-15,0 2 12 0,-1 0-12 0,1-2 6 16,-2 1-27-16,2 0 5 0,0 1-7 0,-1 2 7 16,0-3 0-16,-1 2 6 0,1-3-3 0,0 4-1 15,0-3 6-15,-1 2-5 0,0-3-3 0,0 1 8 16,1 2-6-16,-1-2 3 0,0 1-3 0,0 0-1 16,2-3 4-16,0-4 8 0,5 5-14 0,-1 0 15 15,-2-6-10-15,5 6 0 0,-1 1 12 0,1 0-8 16,4 0-3-16,-1 1-6 0,2 0 12 0,-2 1-3 15,-1-2-2-15,1 1 0 0,0 1-4 16,1-2 3-16,0 1 3 0,-1-1-4 0,1 0-4 0,-4 2 9 16,3-1-10-16,-3-1 6 0,-1 2 2 0,1-1-6 15,-2 4 4-15,-2-3-4 0,1 4 3 0,3-4 0 16,-3 2-4-16,-3-1 5 0,-2 1-8 0,2-2 12 16,4-1 28-16,-2 0-3 0,4-1-3 15,-3-2-6-15,2 0 5 0,-3-4-15 0,4-1 8 16,3 5-10-16,-3 0-1 0,-4-7-4 0,3 2 3 15,2-3-13-15,-8-16-37 0,14 36-13 0,-14-36-6 16,12 38 7-16,-12-38-23 0,13 32-51 0,-13-32-144 16,12 27 64-16</inkml:trace>
  <inkml:trace contextRef="#ctx0" brushRef="#br0" timeOffset="201248.66">6517 14607 2 0,'0'0'33'16,"0"0"-7"-16,0 0 8 0,0 0-9 0,0 0-2 16,-7 24-4-16,7-24-1 0,0 12-4 0,0-5 3 15,0-7-5-15,2 15 4 0,2-7-8 0,-1 4 4 16,-1-2 0-16,2 2-3 0,2 3-11 0,1 2-22 15,-2 1-19-15,5 4-46 0,-4-5 21 0</inkml:trace>
  <inkml:trace contextRef="#ctx0" brushRef="#br0" timeOffset="202169.17">6641 14527 14 0,'0'0'59'0,"-11"-4"-11"0,11 4-3 16,0 0 3-16,-12-2 2 0,12 2-10 0,0 0-1 15,0 0-8-15,-9-6 0 0,9 6-10 0,0 0 0 16,0 0-7-16,0 0 3 0,0 0-5 16,0 0-5-16,0 0 0 0,0 0 1 0,-16 7-3 15,16-7-8-15,0 0 9 0,-9 6 0 0,9-6 0 0,0 0-6 16,0 0 2-16,-8 3 2 0,8-3 1 0,0 0-7 16,0 0 4-16,0 0 7 0,0 0-7 0,0 0 4 15,0 0-1-15,0 0 5 0,-17-1 0 0,17 1-1 16,0 0-1-16,0 0 1 0,0 0-3 15,0 0-7-15,0 0 5 0,0 0 2 0,0 0 3 16,0 0-9-16,0 0-4 0,0 0 14 0,0 0-8 0,0 0-1 16,0 0-2-16,0 0 2 0,0 0 1 0,0 0-4 15,0 0 0-15,0 0-2 0,0 0 3 0,0 0-8 16,0 0 14-16,0 0-4 0,0 0-4 16,0 0 4-16,0 0 2 0,0 0-10 0,0 14 12 15,0-14-8-15,0 0 6 0,7 23 3 0,-3-13 5 16,0 2 0-16,2 1-9 0,-2 2 5 0,0-4-1 0,1 8-1 15,-1-3-1-15,-1 1 3 0,0 1 0 16,3 7-1-16,-3-5 0 0,-1 5-4 0,2-4-2 16,-1 4 1-16,-1 1 3 0,2 0-1 0,-1-1-1 15,-2 2-3-15,3 0 9 0,-3 0-7 0,-1 2 2 16,5-1 4-16,-4-1-7 0,2 2 5 0,1-1-8 16,-3 0 7-16,1 2-1 0,-2-1-1 0,1 5 3 0,-1-3-2 15,0 0-4-15,1 1 7 0,-3 5-10 16,2-4 1-16,1 0-6 0,0 2 9 0,0-2 2 15,-2 2-4-15,0 0 4 0,3-1 2 0,-2-1-6 16,2 3-3-16,-2-2 8 0,0-2-1 0,1 1 1 16,2 0 5-16,-1 1 2 0,-1-1-20 0,-2-1 8 15,1 3 5-15,-4 11-8 0,4 0 13 0,-1-10-3 16,0 9 6-16,1-12-8 0,-2 3-2 0,2 11-1 16,0-12-3-16,4 0 6 0,1-1-2 0,2 14 12 15,-2-15 0-15,-1 2 0 0,5-2-7 0,1 2 4 16,-3-2-1-16,4 0-1 0,-2-1-2 0,2 3-4 15,-2-2 10-15,1 1-7 0,3 11-2 0,-1 2 7 16,-1-2-8-16,-5-10 0 0,1 1-13 0,-2 14 3 16,1-1-4-16,-2 0 3 0,3 0 4 0,-7-2 0 15,5-12-3-15,1 1-4 0,2 9 9 0,-3-11 0 16,2 11 3-16,0-12-3 0,1 2-6 0,1-2 7 16,1 2-1-16,3 12 3 0,-1-3-2 0,-4-11 34 15,1 3-9-15,-1-1 7 0,6 9-6 0,-9-10-4 16,-1 2 7-16,1-1-39 0,-1 2 1 0,1-4 1 15,0 0-8-15,-1-2 5 0,1-1-3 0,-5-30 10 16,6 52-13-16,2-27-4 0,-8-25-2 0,10 37-12 16,-10-37 0-16,14 28-14 0,-14-28 5 15,15 22-61-15,-15-22-116 0,0 0 52 0</inkml:trace>
  <inkml:trace contextRef="#ctx0" brushRef="#br0" timeOffset="203301.01">7602 14462 19 0,'0'0'48'0,"0"0"-2"0,0 0-6 0,0 0-1 16,0 0-4-16,0 0-6 0,0 0-2 0,0 0-6 15,0 0 1-15,0 0-2 0,0 0-4 0,0 0 0 16,0 0 4-16,0 0-13 0,0 0 10 0,0 0-5 0,-7 22-3 16,3-13 13-16,1 3-11 0,1 5 4 15,-2 2-1-15,3 0-2 0,-2 6 2 0,3 2 6 16,-4-2-3-16,3 3-3 0,1-1-1 0,0 2 0 16,0-1 1-16,-1-1 0 0,2 2 0 0,2 2 0 15,-2-1-1-15,-2-2 10 0,2 3-3 0,1-2-9 16,2-1 8-16,-1 3-5 0,2-6 0 0,1 1 3 15,-1 1-6-15,0 3 3 0,-1-3 2 0,3 2 2 16,0-1 2-16,0 2-7 0,0 4 4 0,0-3 5 16,2 2 0-16,-2-3-8 0,1 3 1 0,-1-1-9 15,1 3 3-15,-1 0 2 0,-6 1-2 0,5 9-6 16,-3-11 1-16,0 4 4 0,-5-3 3 0,4 10-5 16,-1-10 2-16,-2-1-3 0,-1 0-1 0,4-2 4 15,-2-1 12-15,-2-1-11 0,2 2-5 0,2-1-3 16,-1 0 3-16,3-1-4 0,-3 2 2 0,0 0 3 15,4-2 5-15,-2 2-14 0,-1-1 10 0,2 0 19 16,-1-2 14-16,-1 1-23 0,2-1 12 0,1 2-14 16,-1-3 6-16,4 2-2 0,-3-2-5 0,3 4 2 15,-3-7-3-15,4 4-24 0,-2-5 7 0,1 3-1 16,1 0 9-16,1-2-3 0,-1-1-8 0,1 0 5 16,1 0 0-16,-5-7 0 0,2 9 2 0,-1-2-1 15,3 2-1-15,-2 1-5 0,0-1 17 0,-2 0-12 16,1 1 3-16,-2 0 0 0,0 0-4 0,-3-1 5 15,1 2-6-15,2-1-1 0,-4 0 6 0,2 0 0 16,-6-4-6-16,6 4 3 0,1-3 11 0,-7 1-13 16,7 0 9-16,-1-7-5 0,-2 9 4 0,-1-8 2 15,0 0-1-15,0 0-3 0,1-2-2 0,0 2 0 16,1-2-5-16,0 2 1 0,-2 1 1 0,3-2 4 16,-2 1-1-16,0-1 0 0,3 6 2 0,-1-5-10 15,-1 0 5-15,2 5 8 0,1 1-1 0,-2-7-8 16,-1 0 7-16,4 7 39 0,-3-6-10 0,0 0-5 15,0 0-6-15,0 5 5 0,2-5-6 0,-2-2-4 16,1 1 3-16,0-1-39 0,-2 0 0 0,2 2-8 16,-1-4-6-16,-1-2-12 0,1-2-15 0,-1 1-11 15,0 0-10-15,1-2-96 0,1 0-195 0,-4 0 87 16</inkml:trace>
  <inkml:trace contextRef="#ctx0" brushRef="#br0" timeOffset="207370.95">3996 15867 3 0,'0'0'51'0,"0"0"-4"0,0 0-18 15,0 0-6-15,0 0-14 0,0 0-11 16,0 0-10-16,0 0 1 0,0 0-2 0,0 0-8 15,0 0-23-15,0 0 10 0</inkml:trace>
  <inkml:trace contextRef="#ctx0" brushRef="#br0" timeOffset="208482.4">3407 16081 12 0,'0'0'29'0,"0"0"1"16,0 0-6-16,-9 2-3 0,9-2 6 0,0 0-7 15,0 0 11-15,0 0-3 0,0 0-3 0,0 0 3 16,0 0 1-16,0 0 2 0,0 0-8 0,0 0 10 16,0 0-6-16,0 0-2 0,0 0 5 0,0 0-10 15,0 0 10-15,0 0-12 0,0 0 12 0,0 0-7 16,0 0 3-16,0 0 1 0,0 0-1 15,0 0-5-15,0 0 0 0,0 0-3 0,-9-7 1 0,9 7-5 16,0 0-4-16,0 0 3 0,0 0-5 16,0 0-1-16,0 0-3 0,0 0 4 0,0 0-2 15,28-4 3-15,-23 3 0 0,4-1-2 0,4 0-1 0,-4 1-3 16,5-1 2-16,-1 1-1 0,-1-1-1 16,2-1 2-16,3 1-4 0,1-1 4 0,-5 2 2 0,6-3-9 15,-6 3 17-15,4-1-17 0,-4 1 6 0,6-2-3 16,-2 1 5-16,0 0-6 0,2-2 3 15,-2 0-7-15,2 2 9 0,-3-3-10 0,1 3 8 16,-3 0 1-16,3-1-5 0,0 3-5 0,-3-2 5 16,3-2 1-16,1 4-3 0,-2-3 2 0,1 2-2 15,1-1 7-15,0-1-6 0,1 1 9 0,0 1 2 16,-1-2-17-16,4 1 16 0,0 0-19 0,-2 1-10 16,2-2-7-16,-1 0 1 0,6 0-11 0,-5-1-2 15,0 1-1-15,-1 1-7 0,0 1-4 0,1-3-7 16,-3 1-33-16,-1-1-100 0,-3 3 44 0</inkml:trace>
  <inkml:trace contextRef="#ctx0" brushRef="#br0" timeOffset="208834.96">4213 15992 34 0,'21'-3'49'0,"7"-1"-4"0,1 0-1 0,1 0 1 16,-1-1-9-16,-1 3 5 0,3-2-14 0,-10 0 0 15,7 1-1-15,-10 2-1 0,3-3-3 0,-2 4-1 16,0-1-8-16,0 1 1 0,-7 0-16 0,2 0-13 16,-3 0-10-16,0 0-14 0,0 0-26 0,-5 1-71 15,-6-1 32-15</inkml:trace>
  <inkml:trace contextRef="#ctx0" brushRef="#br0" timeOffset="209286.62">4818 15948 9 0,'32'-8'66'0,"-2"3"-13"16,1 1 6-16,0-1-10 0,-2 0 2 0,-1 2-1 15,0 0-5-15,-6 1-4 0,-2-2-3 0,1 0-1 16,-1 4-9-16,-1-3-8 0,-6 0 5 0,1 3-2 15,-1-1-4-15,-1 1 2 0,-1-1 1 16,-2 1-12-16,0 0-5 0,-9 0-15 0,14-1-14 16,-14 1-14-16,10 1-11 0,-10-1-43 0,8 0-100 15,-8 0 45-15</inkml:trace>
  <inkml:trace contextRef="#ctx0" brushRef="#br0" timeOffset="209618.52">5113 15920 16 0,'9'-2'52'0,"3"-1"-2"0,0 3 0 0,3-3-5 0,2 0 2 15,1-1-6-15,-1 4 5 0,2-3-10 0,-1 0-7 16,1 1 0-16,1 0 3 0,-2 0-10 16,1 2-5-16,-1-2-3 0,-5 2-10 0,0 0-2 15,-1 0-8-15,-1 0-2 0,0 2-17 0,1-1 0 16,-2-1 7-16,-2 1-18 0,3-2-4 0,-11 1-23 15,14 1-68-15,-5 0 32 0</inkml:trace>
  <inkml:trace contextRef="#ctx0" brushRef="#br0" timeOffset="209867.7">5407 15900 34 0,'0'0'29'0,"16"0"-3"16,-5-1-11-16,-3 1-11 0,3 0-22 0,-1 0-20 15,1 0 9-15</inkml:trace>
  <inkml:trace contextRef="#ctx0" brushRef="#br0" timeOffset="210688.01">5491 15893 33 0,'0'0'58'0,"0"0"4"0,0 0-14 0,11-5-8 16,-11 5 6-16,11-4-15 0,-5 1 18 15,1 2-11-15,-7 1-9 0,14-4-6 0,-7 4 7 16,-7 0-3-16,16-3 0 0,-16 3 7 0,18-3 2 16,-7 2-7-16,-11 1 10 0,19-4-13 0,-7 1 8 0,-3 3-10 15,2-1-2-15,2 0 1 0,-2 0-3 16,1 0 1-16,2 1 8 0,-2-2-16 0,0 4 12 15,-12-2-13-15,23-2-11 0,-10 0 18 0,-1 2-10 0,0 0 5 16,1 0 0-16,-13 0-3 0,23 0 4 16,-14 2-4-16,3 0 2 0,-12-2 3 0,21 1 0 15,-12-1-3-15,-9 0 0 0,17 1 0 0,-17-1-7 16,15 1-1-16,-6 0 5 0,-9-1-7 0,18 0 10 16,-10 1 1-16,-1-1-3 0,1 2 1 0,0-1-3 0,3-1 1 15,-2 1 0-15,-1 1 5 0,1-1-5 16,1 0-20-16,-2-1 17 0,-1 1 2 0,-7-1 2 15,18 3-7-15,-7-3 1 0,-3 1 11 0,0 0-7 16,-2 1 0-16,2 0-5 0,1 0-4 0,-1-1 2 16,-1 1 1-16,-7-2 0 0,16 5 0 0,-10-3-5 15,1-1 6-15,0 1 1 0,3 2-4 0,-3-2-1 16,0 1 4-16,0 0 4 0,-1 1-3 0,2-1-9 16,2 0 7-16,-3 0 1 0,-1 0-2 0,4 2-1 15,-2 0 3-15,1-1-1 0,0 1-7 0,0 0 6 16,0 0-13-16,-2-1 17 0,5 1-7 0,-3 1-7 15,0-2 10-15,1 1 2 0,-1 2-2 0,0-2 0 16,1 1-4-16,-2-1 3 0,-1 3-1 0,1-3 1 16,2 2 1-16,-2-1 9 0,0-1-5 0,-1 3-6 15,1-4-3-15,1 3 5 0,-3 0-4 0,2 0-1 16,1-1 0-16,-1-1 6 0,1 3-4 0,1-3-1 16,0 0 2-16,-1 2 1 0,2 0 2 15,1 1 0-15,-2-5-1 0,3 3 0 0,-2 0 4 0,1-1-3 16,1 0-1-16,-2 2-7 0,1-1 8 0,-3 0-5 15,2 0 5-15,2-1-4 0,1 2 1 0,-4-1 3 16,2 1-12-16,-2 1 18 0,-2-1-10 16,2 0 2-16,-3-1-2 0,1-2-8 0,1 5-12 15,-3-2-16-15,0 0-16 0,0 1-23 0,-1-3-11 16,-1 1-8-16,1 0-72 0,-3 0-178 0,-2-6 78 16</inkml:trace>
  <inkml:trace contextRef="#ctx0" brushRef="#br0" timeOffset="212669.74">6470 16088 56 0,'0'0'76'0,"0"0"-4"15,0 0-2-15,0 0 2 0,0 0-19 0,-8-7-5 16,8 7-3-16,0 0 1 0,0 0-19 0,0 0 11 15,0 0-4-15,0 0 4 0,0 0 16 0,0 0-31 16,0 0 6-16,0 0-2 0,0 0 11 0,27 15-10 16,-27-15 0-16,13 9 1 0,-4-5 10 0,0 2-17 15,0 0-3-15,-1-2 0 0,2 2-10 0,-1 1 5 16,0-4 4-16,-3 1-3 0,5 3 6 0,-3-1 1 16,1-1 0-16,3-1-1 0,-2 2-2 0,1-2 3 15,2 0 6-15,-3 3-2 0,2-5-3 0,-1 4-4 16,0-1 4-16,0-1 3 0,1-1-8 0,-2 1 0 15,1 2 0-15,0-3 4 0,-2 1-17 0,-3 0 5 16,3-2 0-16,-3 1 4 0,3 0-8 0,-2 0 1 16,-1 1-7-16,0-1 6 0,1 1-6 0,-2-1 5 15,0 0-2-15,-5-3 1 0,13 5-1 0,-9-3 3 16,-4-2-4-16,7 6-4 0,-2-1 2 0,-5-5 2 16,9 6-1-16,-5-2 0 0,1-2 6 0,-5-2-3 15,8 5-4-15,-2-2 3 0,-1 0-6 16,-5-3 9-16,9 4-10 0,-5-1 5 0,-4-3-4 15,9 4 5-15,-5-1-4 0,2 1 5 0,-6-4-1 0,8 4-5 16,-8-4 5-16,10 3-3 0,-6 1 0 0,-4-4 4 16,10 4 4-16,-6-1-10 0,-4-3 3 15,8 5-3-15,-4-1 6 0,-4-4-5 0,9 4 1 16,-9-4 1-16,10 4-3 0,-5-2 3 0,-5-2-2 16,8 6 4-16,-3-4 2 0,1 1-6 0,-6-3-2 15,10 6 9-15,-5-5-6 0,1 1 5 0,0 1-4 16,-6-3-2-16,11 7 6 0,-4-6-3 0,-1 1 2 15,2 2 1-15,-1-1-4 0,1 1-1 0,-1-2 7 16,2 1-3-16,1 0 1 0,-1 3-2 0,0-2-1 0,1 0 1 16,0-2-1-16,2 2-3 0,-2 0 7 15,-1 1-8-15,1-3-3 0,3 2 4 0,-3-3 4 16,-1 2 8-16,2 1-10 0,-2-1 4 0,3 0 1 16,-1 0-1-16,0-2 4 0,-2 2-2 0,2-1 0 15,1 0 5-15,0 0 3 0,0 1-3 0,-1-1 4 16,2 0 0-16,-4 1-1 0,3-3 0 0,-1 2 1 15,-1-1-2-15,3 2 5 0,-3-2-3 0,2 1-3 16,0-2-6-16,1 2 1 0,-1-1-2 0,1 0 9 16,-3 0-5-16,1 2-3 0,2-3 0 0,-3 1 3 15,4 0-3-15,-3 0 0 0,0 0-2 0,1 2 5 16,-1-3-6-16,1 2-1 0,-2 0 0 0,0-2-1 16,0 0 6-16,1 2-6 0,-1-1 2 0,1 0 5 15,-3 1-8-15,-2 0 8 0,5-2-6 0,-11 0 2 16,19 2-6-16,-9-2 1 0,-1 0-1 0,1 1 2 15,-1 1 7-15,1-2-9 0,2 1 4 0,-2-1 1 16,1 1-1-16,-2 0 1 0,1-1 1 0,1 1 0 16,-1-1-2-16,0-1-2 0,2 1 3 0,-3 1-2 15,1-1 0-15,3 0-3 0,-4-1 7 0,-9 1-5 16,20 0 1-16,-10 0-1 0,1 0 5 0,0 0-2 16,-1-1 0-16,1 2 2 0,1-3 0 0,-1 2-4 15,-1-1-1-15,3 1 0 0,-3 0 3 0,3 0 0 16,-3 0-2-16,3 0 2 0,-2-2-4 15,-1 1 6-15,2 1-2 0,-2 0 0 0,0-2 2 16,-1 2-2-16,-9 0-3 0,19-1 1 0,-11 0 0 16,1 1 3-16,1 0-1 0,-1-3 5 0,3 4 1 0,-2-2-1 15,0 1 0-15,0-3-3 0,1 3 0 16,-1 0 1-16,-10 0-4 0,18 0 0 0,-8 0 6 16,-4 0-6-16,6 0-3 0,-2 0 1 0,-1 0 2 15,2-2 2-15,0 2 1 0,0 0-1 0,1-2 0 16,-2 0-4-16,0 1 0 0,-1 1 0 0,3-2 4 15,-3 0 4-15,2-1-14 0,-3 2 6 0,2 0-2 16,1 1 4-16,-2-3-6 0,-1 3 8 0,1-2-10 16,1-1 10-16,1 2-5 0,-1 0 5 0,0-1-2 15,0 2-2-15,0 0 3 0,2-1-6 0,-3-1 5 16,4 0-1-16,-3 1-2 0,3 0 7 0,1-2-6 16,-3 1 3-16,3 0 0 0,-1 2-12 0,1-1 12 15,-2 1 1-15,-1-2-5 0,3 1-2 0,-2 0 3 16,0-2 6-16,0 2-4 0,1-1-1 0,1-1-1 15,-1 1 0-15,1-2 1 0,-2 2 0 0,1 1-5 16,0-1 3-16,0-1 4 0,-1 2-2 0,0 0-2 16,-2-3-2-16,2 1 4 0,-2 1-2 0,0-1 2 15,3-1 1-15,-4 0-2 0,4 0 2 0,-3 0-5 16,-1 1 1-16,4 0 6 0,-3 1-5 0,-1-2 3 16,1 0-3-16,-1 1 0 0,0 0 3 0,-3 0-2 15,6 2 1-15,-5-3 2 0,3 0-3 0,0 0-3 16,-3 2 8-16,0 0-4 0,4-3 1 15,-2 1-2-15,1 0-1 0,-2 2 2 0,2-1-4 0,0-1 3 16,0 1 1-16,0 0-3 0,-3 1 0 0,2-2 2 16,-2 3 0-16,0-2 0 0,1 0-11 0,0 0 11 15,-1-1 4-15,1 1-2 0,-2 0 3 0,1 0-4 16,-1 1 0-16,2-1 0 0,-8 3 2 0,11-6-6 16,-6 3 3-16,2 1 0 0,-7 2 0 0,11-5 1 15,-6 3-3-15,-5 2 2 0,11-4-4 16,-5 0 6-16,2 2-3 0,-8 2 5 0,10-5-6 15,-10 5 5-15,8-5-1 0,-2 3 3 0,-6 2-5 0,11-4-2 16,-7 1 3-16,-4 3 3 0,9-5-2 0,-9 5 0 16,9-5-1-16,-2 4 1 0,-7 1 0 0,10-5-1 15,-5 2-2-15,-5 3 1 0,10-5 3 16,-3 1 1-16,-2 2 0 0,-5 2 2 0,11-6 2 16,-6 3-8-16,2 0 7 0,-1-1-5 0,-6 4-1 15,10-5 1-15,-6 3 1 0,-4 2-1 0,10-5-2 16,-3 3 0-16,-7 2 1 0,9-6 0 0,-9 6 0 15,5-2 3-15,-5 2-4 0,0 0 4 0,10-5-2 16,-10 5-1-16,0 0 2 0,0 0 0 0,8-2-6 16,-8 2 1-16,0 0 3 0,0 0 3 0,0 0-6 15,0 0 4-15,0 0-2 0,0 0 2 0,6-2 1 16,-6 2-3-16,0 0 0 0,0 0-1 0,0 0 3 16,0 0-5-16,0 0 0 0,0 0 3 0,0 0-6 15,0 0-7-15,0 0-5 0,0 0 4 0,0 0-1 16,0 0 4-16,0 0 3 0,0 0-11 0,0 0 3 15,0 0-9-15,0 0-2 0,0 0-1 0,0 0-6 16,0 0 0-16,0 0-5 0,0 0-6 0,0 0-3 16,0 0-6-16,0 0-26 0,0 0-20 0,0 0-21 15,0 0-118-15,0 0-256 0,0 0 113 0</inkml:trace>
  <inkml:trace contextRef="#ctx0" brushRef="#br0" timeOffset="213661.17">9100 16443 11 0,'0'0'18'0,"0"0"-1"0,0 0-3 16,0 0 3-16,0 0-7 0,0 0 2 15,0 0-3-15,0 0 2 0,0 0-6 0,0 0 3 16,0 0 1-16,0 0-4 0,0 0-2 0,0 0 6 15,0 0-1-15,0 0 5 0,0 0-9 0,8-18 1 16,-8 18-2-16,0 0 4 0,0 0-9 0,0 0-9 0,0 0 1 16,0 0-7-16,0 0-10 0,0 0-29 15,0 0 14-15</inkml:trace>
  <inkml:trace contextRef="#ctx0" brushRef="#br0" timeOffset="214079.63">9100 16419 73 0,'0'0'-4'0,"0"0"8"0,0 0 5 0,0 0-4 16,-5-7 16-16,5 7-12 0,0 0 7 0,0 0 6 15,0 0-5-15,0 0 5 0,0 0-15 0,0 0 8 16,0 0-3-16,0 0 3 0,0 0-2 0,0 0-2 15,0 0 3-15,0 0-4 0,0 0 3 0,0 0 5 16,0 0 6-16,8-14 1 0,-8 14 2 0,0 0-1 16,0 0-8-16,0 0 10 0,0 0-7 0,0 0-4 15,0 0 5-15,0 0-9 0,0 0 7 0,0 0-6 16,-4-14 16-16,4 14-17 0,0 0-2 0,0 0 4 16,0 0-3-16,0 0 8 0,0 0-9 0,0 0-2 15,0 0 2-15,0 0 0 0,4-11 1 0,-4 11 1 16,0 0 5-16,0 0-2 0,0 0-7 0,0 0 29 15,0 0-25-15,0 0 1 0,0 0-6 0,0 0-5 16,0 0 11-16,0 0-9 0,0 0-2 0,0 0 1 16,0 0 7-16,0 0 0 0,0 0-13 15,0 0 10-15,0 0 0 0,0 0-8 0,0 0-2 16,0 0 7-16,0 0-10 0,0 0 5 0,0 0 8 16,0 0-10-16,0 0 5 0,0 0-7 0,0 0 19 15,0 0-12-15,0 0-3 0,0 0-6 0,0 0 16 16,0 0-13-16,0 0 3 0,0 0-4 0,0 0 7 0,0 0-7 15,0 0 8-15,0 0-3 0,0 0 2 16,-5 32-6-16,5-32 6 0,0 0 10 0,0 0-14 16,0 0-2-16,0 0 3 0,0 0-3 0,0 0 0 15,0 0-17-15,0 0 2 0,0 0 17 0,0 0-29 16,0 0-14-16,0 0-1 0,0 0-5 0,0 0-7 16,0 0-5-16,0 0-43 0,0 14-113 0,0-14 50 15</inkml:trace>
  <inkml:trace contextRef="#ctx0" brushRef="#br0" timeOffset="-212374.54">9266 16329 19 0,'0'0'19'0,"0"0"-1"15,0 0 1-15,0 0-2 0,0 0 3 0,0 0-6 16,0 0 5-16,0 0-5 0,0 0-2 0,0 0-1 16,0 0-2-16,0 0 1 0,0 0 0 0,0 0 6 15,0 0-7-15,0 0-1 0,0 0 1 0,0 0-3 16,0 0-1-16,0 0 1 0,0 0-3 0,0 0 2 16,0 0-2-16,0 0 3 0,0 0-3 0,0 0 0 15,0 0 2-15,0 0-2 0,0 0-1 16,0 0 1-16,0 0-2 0,0 0 3 0,0 0-3 15,0 0 2-15,0 0 4 0,0 0-3 0,0 0 1 16,0 0 1-16,0 0 5 0,0 0-5 0,0 0 0 16,0 0-6-16,0 0 8 0,0 0 0 0,0 0-1 15,0 0 9-15,0 0-5 0,0 0 15 0,-14 24-20 16,14-24 5-16,0 0-4 0,-5 6 0 0,5-6 1 16,0 0 5-16,0 0-3 0,-10 5-8 0,10-5 8 15,0 0-2-15,0 0 0 0,0 0 0 0,-10 6 1 16,10-6-3-16,-10 3-1 0,10-3 4 0,-9 3-11 15,9-3 6-15,0 0-1 0,-10 4 8 0,10-4-2 16,0 0 5-16,0 0-3 0,-12 3-3 0,12-3 2 16,0 0 3-16,-9 3 0 0,9-3-3 0,0 0-5 15,0 0 2-15,0 0 1 0,-14 3-3 0,14-3 2 16,-9 4-3-16,9-4 0 0,0 0 1 0,-9 7-4 16,9-7 1-16,-10 5 3 0,10-5-4 15,-10 4 4-15,10-4-2 0,-12 6 0 0,12-6-1 16,-13 4 0-16,13-4-2 0,-11 5-1 0,11-5 0 0,-11 3-1 15,11-3 7-15,-12 7-2 0,12-7-4 0,-9 2 1 16,9-2 1-16,-11 4 7 0,11-4-5 0,-12 4 0 16,12-4 2-16,-12 4-4 0,12-4-2 0,-11 3-2 15,11-3 1-15,-12 2 3 0,12-2 13 0,-10 4-15 16,10-4 4-16,-13 3-4 0,13-3 2 16,-10 3 9-16,10-3-7 0,-13 6-2 0,13-6 1 15,-14 2 0-15,14-2-7 0,-14 2-2 0,6 1 10 16,-3-2 3-16,11-1-5 0,-14 3 0 0,5 0-7 15,9-3 5-15,-17 3 5 0,8 0-10 0,-2 1 9 16,2-2-5-16,-3 1 4 0,2 0-2 0,1-1 3 16,-1 0 7-16,-1 1 0 0,0 1 3 0,11-4-2 15,-23 6-1-15,12-4-4 0,-2 2 2 0,3-1 0 16,-2 1-3-16,1-1-2 0,1 1 12 0,-2-1-6 16,1 1-12-16,-1-1 8 0,1 0-8 0,0 0 6 15,-2-1-4-15,2 0 5 0,1 2-4 0,-2 0-2 16,1 0 3-16,-1-1 0 0,2-1 7 0,-3-1-11 15,0 2 1-15,1-2 5 0,-1 3-9 0,3-3 1 16,-2 1 7-16,1 0-2 0,11-2 10 0,-23 3-9 16,12-1 5-16,0-2-3 0,-1 3 3 0,12-3-7 15,-20 2 1-15,11 0 0 0,-1 0-2 16,10-2 1-16,-17 3 5 0,8-3-5 0,9 0 1 16,-19 3 3-16,13-1-1 0,6-2-7 0,-22 2 4 0,14 1-7 15,8-3 6-15,-16 3 10 0,7-2-12 0,9-1 11 16,-16 2-6-16,6-1 7 0,10-1-9 0,-15 0 3 15,15 0-5-15,-15 2-1 0,15-2-1 0,-14 2 4 16,14-2 4-16,-13 2 17 0,13-2-18 16,-13 1-6-16,13-1 4 0,0 0 9 0,-18 1-8 15,18-1-5-15,-13 2 4 0,13-2 0 0,-11 2 20 16,11-2-27-16,-12 2 4 0,12-2 3 0,-13 2 4 16,13-2 5-16,0 0-11 0,-14 1 2 0,14-1-2 15,-10 1 4-15,10-1 5 0,0 0 4 0,-10 3-12 16,10-3-2-16,0 0-1 0,0 0 9 0,0 0-7 0,-15 0 3 15,15 0 1-15,0 0 1 0,0 0 3 16,0 0-3-16,-9 1 0 0,9-1-4 0,0 0 4 16,0 0-3-16,0 0-8 0,0 0 23 0,-12 4-15 15,12-4-5-15,0 0-1 0,0 0 2 0,0 0 5 16,0 0-4-16,-12 3 1 0,12-3 6 0,0 0-3 16,0 0 2-16,-11 4-3 0,11-4-1 0,-9 2 13 15,9-2-10-15,0 0-4 0,-14 3 9 0,14-3-6 16,-9 3 5-16,9-3 0 0,-11 2-1 15,11-2 6-15,-10 4 3 0,10-4-3 0,-11 3-2 16,11-3 1-16,-10 0 4 0,10 0-7 0,-10 2 10 16,10-2-4-16,-8 0 2 0,8 0-1 0,0 0-5 0,-9 2 3 15,9-2 2-15,0 0 2 0,0 0-11 0,0 0-8 16,-11 0 18-16,11 0-11 0,0 0 14 0,0 0-12 16,0 0 2-16,-9 0 3 0,9 0-3 15,0 0-4-15,0 0-7 0,-8 2 17 0,8-2-10 16,0 0 6-16,0 0-15 0,0 0 4 0,0 0-1 15,-10 2 11-15,10-2-7 0,0 0 4 0,-10-1-2 16,10 1-12-16,0 0 6 0,-9 1 5 0,9-1-4 16,0 0 2-16,-14 0-1 0,14 0 3 0,-9 2-4 15,9-2-1-15,-9 0 2 0,9 0 3 0,-10 0-4 16,10 0 6-16,-9 1-4 0,9-1-1 0,-11 2-2 16,11-2 4-16,-9 0-1 0,9 0 2 0,0 0 2 15,-10 0-8-15,10 0 3 0,0 0 2 0,-7 0-2 16,7 0 0-16,0 0 3 0,0 0-5 0,0 0 17 15,-10 3-16-15,10-3 7 0,0 0-1 0,0 0 0 16,0 0-1-16,0 0 4 0,0 0-7 0,0 0 2 16,0 0-4-16,0 0 6 0,0 0-3 0,0 0 2 15,0 0-1-15,0 0-3 0,0 0 2 0,0 0 1 16,-8 1-3-16,8-1 1 0,0 0-1 0,0 0-1 16,-5 7 4-16,5-7-1 0,0 0-8 0,0 0 6 15,0 0-21-15,0 0-10 0,-9 5-14 0,9-5-3 16,0 0-17-16,-3 5-6 0,3-5-20 0,0 0-82 15,-3 6-185-15,3-6 83 0</inkml:trace>
  <inkml:trace contextRef="#ctx0" brushRef="#br0" timeOffset="-210553.55">8017 16711 16 0,'0'0'17'0,"0"0"3"0,0 0-8 15,0 0 2-15,0 0-1 0,0 0 10 0,0 0-10 16,0 0 2-16,0 0 2 0,0 0 0 0,0 0 12 16,0 0-4-16,0 0 5 0,0 0-4 0,0 0-1 15,0 0-6-15,0 0-1 0,0 0 1 0,0 0-6 16,-35 6 5-16,35-6-4 0,0 0-8 0,-12 2 1 16,12-2 0-16,0 0 1 0,-14 3-2 15,14-3 1-15,-9 0 2 0,9 0-3 0,0 0-1 0,-14 3 1 16,14-3-2-16,-12 2 1 0,12-2 4 0,-12 3-8 15,12-3 3-15,-14 4 2 0,14-4-2 16,-11 4-2-16,11-4-3 0,-16 2-1 0,9-1 7 16,-4 1-7-16,11-2 5 0,-23 2-1 0,13-2-2 15,10 0 6-15,-27 3 2 0,16 0 0 0,-3-1 6 16,14-2 0-16,-31 2-5 0,18 0 2 0,-1-1 1 16,-3-1 4-16,2 2-7 0,-2 1 2 0,-2 0-5 0,3 0 6 15,-1-1 2-15,-2-2 0 0,2 0-8 16,2 2 2-16,-2-1 5 0,17-1-6 0,-30 0 6 15,16 2-3-15,-3-2-3 0,2 1 3 0,15-1-9 16,-27 0 8-16,15 0-10 0,12 0 8 0,-25 0-5 16,12 2 1-16,13-2 2 0,-24 0 6 0,12 0-10 15,12 0 6-15,-23 1-3 0,12 0 1 0,11-1-3 16,-21 2 1-16,21-2 3 0,-21 0-5 0,21 0 2 16,-15 1 4-16,15-1-5 0,-15 2 6 0,15-2 5 15,0 0-16-15,-19 3 3 0,19-3 3 0,-13 2 2 16,13-2-6-16,0 0 7 0,-18 5-1 0,18-5-5 15,-11 3 3-15,11-3-8 0,0 0 5 16,-14 3 5-16,14-3-10 0,0 0 7 0,-17 5 4 16,17-5-7-16,-9 4 5 0,9-4 3 0,0 0-3 0,-16 4-5 15,16-4 1-15,-14 1 2 0,14-1 8 0,-17 2-7 16,17-2 6-16,-18 1 9 0,18-1-14 0,-18 5 2 16,18-5 7-16,-17 1-21 0,17-1 31 15,-19 1-23-15,19-1 4 0,-16 3 1 0,16-3 0 16,-22 1 2-16,11 0-3 0,11-1 1 0,-20 3 2 15,20-3-5-15,-16 3 1 0,16-3 0 0,-16 2 8 16,16-2-8-16,-20 2 5 0,20-2-7 0,-15 2 1 16,15-2-4-16,-16 1 8 0,16-1-4 0,-15 0 0 15,15 0 5-15,0 0-2 0,-19 3 1 0,19-3 9 16,0 0 0-16,-14 4 0 0,14-4-3 0,0 0 8 16,0 0-7-16,-16 0 0 0,16 0-10 0,0 0 7 15,0 0-4-15,-15 0 3 0,15 0-5 0,0 0-5 16,0 0 7-16,-15 1 2 0,15-1-9 0,0 0 9 15,-16 0-11-15,16 0 7 0,0 0-7 0,-19 0 7 16,19 0-6-16,0 0 12 0,0 0 2 0,-15-4-10 16,15 4 10-16,0 0 5 0,0 0-13 0,0 0 3 15,-19 0 2-15,19 0-4 0,0 0 1 0,0 0 0 16,0 0 3-16,-17-1 1 0,17 1-1 0,0 0-5 16,0 0 0-16,0 0 2 0,0 0-3 0,0 0 4 15,0 0-3-15,-11-6 1 0,11 6-3 0,0 0 4 16,0 0-3-16,0 0-3 0,0 0 4 0,0 0-4 15,0 0 0-15,0 0 7 0,0 0-5 0,0 0 1 16,0 0-7-16,0 0 5 0,0 0-2 0,0 0 16 16,0 0-23-16,0 0-7 0,0 0-17 15,0 0-4-15,0 0 2 0,0 0-7 0,0 0-20 0,0 0-17 16,0 0-14-16,0 0-77 0,-8 13-184 16,8-13 82-16</inkml:trace>
  <inkml:trace contextRef="#ctx0" brushRef="#br0" timeOffset="-210030.37">7071 16457 56 0,'0'0'64'0,"0"0"-10"0,0 0-3 0,0 0-6 15,0 0 0-15,0 0-9 0,0 0 3 0,0 0-11 16,0 0-7-16,0 0 1 0,0 0-6 0,0 0-1 15,0 0 2-15,0 0 3 0,0 0 0 0,0 0-9 16,0 0 1-16,0 0-6 0,0 0-6 0,0 0 3 16,0 0 5-16,0 0 6 0,0 0-18 15,0 0 4-15,0 0 0 0,0 0-3 0,-12 26-2 16,12-26-15-16,-4 11 6 0,4-11-6 0,-3 11 4 16,3-11-3-16,-6 10 1 0,6-10-16 0,-2 7-5 15,2-7-30-15,0 0-74 0,-4 12 32 0</inkml:trace>
  <inkml:trace contextRef="#ctx0" brushRef="#br0" timeOffset="-209626.69">7164 16484 82 0,'0'0'100'0,"0"-17"-15"0,0 17 4 15,0 0-8-15,0 0-9 0,0 0-8 0,0 0-9 16,0 0 4-16,0 0-6 0,0 0-8 0,0 0-8 16,0 0 7-16,0 0-21 0,0 0 5 0,0 0 1 15,0 0-15-15,0 0 4 0,0 0-6 0,-19 28 8 16,12-10-10-16,-4 4 10 0,-1 4-8 0,2 0-5 16,-5 2-1-16,3 1 0 0,-2 0 1 0,3 1 7 15,-1-2-18-15,1-1-9 0,-1 1-4 0,3-2-20 16,0-3-19-16,-1 3-8 0,4-7-13 0,-1-1-61 15,1-1-149-15,1-2 66 0</inkml:trace>
  <inkml:trace contextRef="#ctx0" brushRef="#br0" timeOffset="-209355.2">7296 16622 39 0,'0'0'93'0,"-2"21"-12"0,0-7-13 0,-3 4-11 15,0-1 4-15,-4 8-8 0,-2-2-10 0,0 0-1 16,2 3-2-16,-1-2 3 0,2-6-19 0,-5 5-23 15,3-6-9-15,2-1-6 0,-2 1-27 0,1-2-15 16,0-1-32-16,-1 0-95 0,2-5 42 0</inkml:trace>
  <inkml:trace contextRef="#ctx0" brushRef="#br0" timeOffset="-209116.85">7482 16616 16 0,'0'0'131'0,"0"0"-9"0,0 0-20 0,0 0-4 0,0 0-10 16,0 0-9-16,5 42-4 0,-9-24-12 0,2 1-8 15,-3 1-8-15,0-4-14 0,-2 2-2 16,2 2-25-16,-4 2-10 0,1-4-29 0,1 0-4 15,-1-1-16-15,1 1-27 0,-1-1-44 0,-1-4-133 16,1-2 59-16</inkml:trace>
  <inkml:trace contextRef="#ctx0" brushRef="#br0" timeOffset="-208903.14">7765 16619 20 0,'0'0'109'0,"0"0"-4"15,0 0-13-15,0 0-3 0,0 0-14 0,0 0-10 16,-4 44-1-16,1-27-10 0,-2-2-8 0,0 3-23 16,-3 0-16-16,1 2-18 0,0-6-24 0,-3 9-16 15,3-8-58-15,-3 1-118 0,1-3 53 16</inkml:trace>
  <inkml:trace contextRef="#ctx0" brushRef="#br0" timeOffset="-208692.43">7910 16577 100 0,'0'0'97'0,"0"0"-11"0,8 26-2 16,-8-26-7-16,-3 25-11 0,2-9-9 0,-1 2-1 16,-1-1-18-16,-1-1-11 0,0 1-28 0,-1-2-22 15,0 1-18-15,1-4-16 0,2 2-38 0,-3-3-102 16,1-1 45-16</inkml:trace>
  <inkml:trace contextRef="#ctx0" brushRef="#br0" timeOffset="-208525.41">8062 16688 12 0,'-6'11'27'0,"-2"2"-34"0,-1 4-7 0,-2-2 3 16</inkml:trace>
  <inkml:trace contextRef="#ctx0" brushRef="#br0" timeOffset="-201303.09">7904 15795 7 0,'0'0'57'0,"-10"-2"-12"0,10 2-2 15,-5-3 8-15,5 3-2 0,-7-4-5 0,7 4-6 16,-8-2-4-16,8 2 0 0,0 0-1 0,-11-4-1 16,11 4-11-16,-6-3 1 0,6 3 6 0,-9-2-9 15,9 2-4-15,0 0-2 0,-12-2 7 0,12 2-6 16,-7-1-6-16,7 1 2 0,0 0-2 0,-13 0 1 15,13 0 2-15,0 0 1 0,-12 1 0 0,12-1-10 16,-7 2 5-16,7-2 3 0,0 0-1 0,0 0 0 16,-12 1 1-16,12-1 9 0,0 0 0 0,-10 1-5 15,10-1 0-15,0 0-4 0,0 0 1 0,0 0 0 16,0 0-1-16,0 0 1 0,-9 0-1 0,9 0-2 16,0 0 4-16,0 0-7 0,0 0 32 15,0 0-34-15,0 0 3 0,0 0-3 0,0 0 4 16,0 0 3-16,0 0-3 0,-12-1-2 0,12 1 0 15,0 0-4-15,0 0 4 0,0 0-3 0,0 0 3 16,-10 0-4-16,10 0 3 0,0 0-2 0,0 0 1 0,0 0-3 16,0 0 1-16,0 0-1 0,-10 0-2 15,10 0 6-15,0 0-1 0,0 0 6 0,0 0-11 16,0 0 3-16,0 0 1 0,0 0 5 0,0 0-2 16,0 0-2-16,0 0 2 0,0 0 3 0,0 0-4 15,0 0-3-15,0 0 1 0,0 0 4 0,0 0-7 16,-9-3 9-16,9 3-9 0,0 0 3 0,0 0 2 15,0 0 2-15,0 0 0 0,0 0-5 0,0 0-1 0,-8-1 12 16,8 1-10-16,0 0 1 0,0 0-4 16,0 0-2-16,0 0 7 0,0 0-4 0,0 0-2 15,0 0-2-15,0 0 3 0,0 0-6 0,0 0 4 16,0 0-1-16,0 0 3 0,0 0 2 0,32-2-3 16,-19 1-3-16,7-2 1 0,-1 3 1 0,10-3 5 15,0 0 2-15,1 1-3 0,3-2 3 0,3 2-1 16,1 0-4-16,0-3 20 0,2 1-14 0,14-2-9 15,-3 1 4-15,-11 1-3 0,12-1 5 0,-11 1 1 16,10-2 1-16,2 0-3 0,1 0 14 0,-1-1-23 16,3 0-8-16,-4-1-7 0,-1 1-15 0,-12 1-6 15,-2 1 1-15,2 0 6 0,-4 0-9 0,-1 0 2 16,-2 0-5-16,-5 0-15 0,-7 3-54 0,-4 2-126 16,-4 0 56-16</inkml:trace>
  <inkml:trace contextRef="#ctx0" brushRef="#br0" timeOffset="-201007.16">8874 15613 25 0,'31'-4'62'16,"-1"0"-1"-16,2-2-5 0,0 5-7 0,0-4 4 15,1 2-5-15,3-2-13 0,-1 2 3 0,-1 0-4 0,-1-1-1 16,1 1-10-16,-5 0-1 0,0 0-3 16,-2 0-8-16,-6 3-6 0,-1-1-5 0,2-1-9 15,-4 1 5-15,1-1-11 0,0 2-3 0,-6 0-8 16,-2-2-7-16,2 2-7 0,-4 0-32 0,-9 0-77 15,13-1 34-15</inkml:trace>
  <inkml:trace contextRef="#ctx0" brushRef="#br0" timeOffset="-198368.16">7836 15750 11 0,'0'0'51'16,"0"0"5"-16,0 0-9 0,0 0-4 0,0 0-10 16,-7-3 6-16,7 3-10 0,0 0-6 0,0 0 13 0,-6-6-16 15,6 6 3-15,0 0-7 0,0 0 8 16,-7-4-2-16,7 4 4 0,0 0 2 0,0 0-6 15,-5-5 10-15,5 5-2 0,0 0-3 0,0 0-4 16,0 0 0-16,0 0-5 0,-8-4 2 0,8 4-2 16,0 0 3-16,0 0-10 0,0 0 0 0,0 0-3 15,0 0 0-15,0 0 4 0,-10 0-4 16,10 0-2-16,0 0 2 0,0 0 12 0,-13 2-13 0,13-2-3 16,0 0 4-16,-8 2 1 0,8-2-5 0,0 0-2 15,-9 3 6-15,9-3 0 0,0 0-1 0,-9 2 5 16,9-2-4-16,0 0 16 0,-11 0-21 0,11 0 5 15,-6 3-5-15,6-3 0 0,-9 4 2 0,9-4 3 16,-9 3 8-16,2-2-8 0,7-1 7 0,-11 4 0 16,6 0-5-16,-2-2 11 0,7-2-17 0,-14 8 2 15,8-7-1-15,-3 4-5 0,-1-1 2 0,1 1 5 16,0 0 0-16,0-1 2 0,-1 1-4 0,10-5 1 16,-15 8 3-16,5-3 2 0,4-1 12 0,6-4-19 15,-13 9 0-15,7-6-3 0,-3 3 1 16,2-2-7-16,7-4 10 0,-12 7 0 0,4-3 1 0,8-4-1 15,-12 8 2-15,7-5 1 0,5-3 1 0,-15 7 1 16,6-3-5-16,3 0 4 0,-3 1-8 0,-1-2 2 16,2 1 2-16,-1-1-5 0,-3 1 2 0,3 0 4 15,3-2 3-15,-5 1-6 0,3 1-1 0,-1-2-2 16,1 2 8-16,-1-2-10 0,3 0 1 0,6-2-3 16,-12 5 6-16,6-3-3 0,6-2 8 0,-10 5-11 15,3-3 6-15,7-2-2 0,-10 4-1 0,5-1 0 16,5-3 0-16,-10 4 4 0,5-2-3 15,5-2-1-15,-12 4-1 0,6-1 6 0,0-1-1 0,-1 0-7 16,2 1 11-16,5-3-5 0,-13 5-2 16,8-2 1-16,0 1 6 0,5-4-5 0,-13 4 1 0,7-2-5 15,-2 1 3-15,2-1-7 0,-1 2 8 0,7-4-3 16,-14 5 3-16,8-1-4 0,-1-2-1 0,7-2 28 16,-10 5-27-16,4-3-1 0,6-2 0 0,-12 6-1 15,7-2 9-15,5-4 0 0,-9 4-8 16,3-2 0-16,1 3-2 0,5-5 9 0,-9 6-7 15,5-3 4-15,4-3 4 0,-9 6-9 0,3-2 6 16,6-4-3-16,-8 5 0 0,4-2 3 0,4-3 2 16,-9 5-4-16,2 0 7 0,0-3-10 0,1 3 7 15,-1-2-5-15,-3 2 3 0,3 2-7 0,-1-3 11 16,-1-1-5-16,-1 4 3 0,1-2-1 0,0-1 1 16,0 1 0-16,-1 0-5 0,-1 0 3 0,1 0 1 15,0 2 15-15,-4 0-16 0,-1 0-4 0,3 0 5 16,1-2-3-16,-1 0 4 0,2 1-9 0,-2-1 5 0,2 0 1 15,2-1 1-15,1-1-1 0,-3 2 14 16,1-3-15-16,1 5-3 0,0-3 1 0,1 0 9 16,0 0-12-16,1-1 8 0,1 1-5 0,-2 1 1 15,1-2-1-15,1 2 3 0,-2-3-2 0,7-2 6 16,-7 7-4-16,0-4-2 0,7-3-2 0,-9 8 4 16,6-6-2-16,-3 1 6 0,1 1-5 0,5-4 2 15,-9 9 0-15,4-6 4 0,0 0-4 0,5-3 1 16,-9 6-5-16,3-1 3 0,2-2-1 0,4-3-5 15,-10 8 6-15,6-5 1 0,-1 2-4 0,5-5 4 16,-10 8 3-16,5-3-3 0,-3 1 0 0,-1 0 1 16,-1 0-1-16,2 0 1 0,-2 1 2 0,2-3 13 15,-1 2-7-15,1-1-8 0,3-1-1 0,0 1 1 16,-1-3-4-16,2 4 4 0,4-6-2 16,-6 7 0-16,1-4 3 0,5-3-9 0,-6 8 13 0,6-8-2 15,-5 5-2-15,5-5-2 0,-6 9-2 0,2-5 2 16,4-4-2-16,-6 9 2 0,2-4-3 0,4-5 2 15,-5 9-1-15,1-4 0 0,4-5-1 0,-6 9 2 16,3-6-2-16,3-3 2 0,-4 8 12 0,4-8-16 16,-5 8-4-16,2-3 6 0,3-5 1 15,-5 8-25-15,1-3 6 0,1 0 6 0,-5 0-9 0,2 3 17 16,-2-2-5-16,0 1 2 0,2-3 0 0,1 1 7 16,1 0 0-16,-1-1-6 0,0 1 9 0,1 0-21 15,-1 0 8-15,0-1 11 0,1 2-3 0,-3-1 2 16,4 0-6-16,3-5 2 0,-7 10 4 0,5-7-3 15,2-3 9-15,-8 8-6 0,6-4 1 16,2-4-1-16,-7 10-2 0,2-5 0 0,0 1 8 0,-4 0-8 16,1-1 8-16,1 3 1 0,-2-2-3 15,1-3 8-15,3 2-3 0,0-1-8 0,-2 2 2 16,1-3-4-16,0 1 5 0,1 0-2 0,-2 2 1 16,-1-1-2-16,3-1 3 0,-1 1 0 0,-3 1-1 0,0 0 11 15,0 0-14-15,-1 0 3 0,1-1-1 0,0 0 8 16,0-1-19-16,1 0 16 0,-1 1 0 0,0-2-1 15,1 3 3-15,-3-1-4 0,2-1 5 0,-2 0-3 16,1 1 0-16,-3 0-2 0,0 0 8 16,1-1-6-16,1 1-1 0,-2 2 3 0,3-3 3 15,-3 1 2-15,2 0-4 0,-2 0 0 0,0-1-3 16,-3 2 0-16,3-1 2 0,0 0-5 0,0 1 2 16,-5-1 10-16,2 0-12 0,0 1 4 0,-3 0-8 15,3 2 7-15,-1-3-7 0,0 2 11 0,-1 0-9 16,-1 0 7-16,3 0-9 0,-1 0 11 0,-2-3-10 15,2 3 10-15,-2-1-12 0,1 2 13 0,-1-2-8 16,0 0 8-16,1 3-8 0,-4-5 2 0,6 2-1 16,-2 0 7-16,-3 0-5 0,5 1 2 0,-2-3 1 15,1 1-3-15,-2 0-1 0,0 0 4 0,4-1-1 16,-5 1-3-16,4 1 6 0,-2-4-6 0,1 3 0 16,-1-3-2-16,5 2 5 0,-4 0 0 0,0 0-3 15,3-1-1-15,-4 0-2 0,4 0 4 0,-3 2-11 16,3-2 10-16,3 0-2 0,-3 0 4 0,1 2-8 15,-1-2 2-15,1 0 1 0,2 1 3 0,-7 0-3 16,6-1 1-16,-2 0-1 0,3-1 3 0,-1 0-2 16,2 1-2-16,0-2-3 0,-2 1 7 0,1-1-5 15,2 3 3-15,9-4-6 0,-21 2 6 0,11 0-6 16,10-2 6-16,-20 1 0 0,9 0-6 0,0-1 0 16,11 0 8-16,-18 1-3 0,8 0-2 0,10-1 5 15,-17 0-7-15,7 2-3 0,-1-2 9 0,3 1-3 16,8-1 2-16,-22 1-2 0,12-1 1 0,0 2 0 15,-2-2 20-15,2 0 12 0,0-2-3 0,-2 2 2 16,1-1-7-16,-1 1 0 0,2-1-5 16,-2 1-1-16,1-3 2 0,1 1-4 0,-1 1 1 0,0-2-6 15,0 2-2-15,2-2-6 0,-4 2 9 16,3-1-7-16,-1 2 6 0,0-5-5 0,-1 5-1 16,1-2 0-16,1 0 2 0,-1-3-8 0,0 1 3 0,1 3 3 15,-2-3-3-15,0 3 2 0,1-1-1 0,0 0-10 16,-2 0 12-16,0-1-4 0,0 2 5 0,2-2-7 15,1 2 1-15,-2-2-1 0,3 1 2 0,-1 1 2 16,1-1-9-16,1 0 6 0,8 2 1 16,-16-6 2-16,7 4-4 0,0-1 0 0,2 2 0 15,7 1 8-15,-12-4 2 0,12 4 1 0,-11-2-9 16,11 2 7-16,-10-3-4 0,10 3-1 0,0 0 0 16,-14-4 2-16,14 4-4 0,-10-1-1 0,10 1 1 15,-12-2 3-15,12 2-2 0,-12-3-3 0,12 3 2 16,-13 0-5-16,13 0 7 0,-19-1-4 0,8 1 2 15,11 0-1-15,-19-2 1 0,19 2-3 0,-20 0 0 16,8 0 1-16,-1 3 0 0,2 0 5 0,0-1-2 16,-2-1 6-16,-1-1 0 0,3 3 0 0,-1-2-10 15,-2 0 12-15,0 2-4 0,2 0 1 0,1-2-1 16,-3 3-3-16,1-3 1 0,1 1-4 0,-1 0 4 16,2-1-1-16,0 3 0 0,0-3 6 0,1 1-7 15,1-1 2-15,-1 0 1 0,2-1-5 0,8 0 3 16,-15 1 2-16,15-1 4 0,-13 0 0 0,13 0 0 15,-11 0-1-15,11 0-3 0,-11 1 4 0,11-1-4 16,0 0-1-16,0 0 0 0,-15 2-3 0,15-2 2 16,0 0-1-16,0 0 2 0,0 0-5 0,-11 1 4 15,11-1 0-15,0 0-5 0,0 0 2 0,0 0 4 16,0 0-2-16,0 0-6 0,0 0 5 0,0 0-1 16,0 0 2-16,0 0-6 0,0 0 5 0,0 0-3 15,0 0 2-15,0 0-5 0,0 0-12 16,0 0-19-16,0 0-28 0,0 0-33 0,0 0-40 15,0 0-28-15,0 0-21 0,0 0-138 0,0 0-347 0,0 0 154 16</inkml:trace>
  <inkml:trace contextRef="#ctx0" brushRef="#br0" timeOffset="-197682.64">4533 17167 3 0,'0'0'5'0,"7"-6"0"15,-7 6-8-15,0 0 4 0,0 0-4 0,0 0 7 16,0 0-6-16,0 0-3 0,13 0 2 0</inkml:trace>
  <inkml:trace contextRef="#ctx0" brushRef="#br0" timeOffset="-196961.61">4655 17152 27 0,'0'0'37'0,"0"0"-5"0,0 0-1 16,0 0-9-16,0 0 0 0,0 0 6 0,0 0-4 15,-5 6 1-15,5-6 10 0,0 0-10 16,0 0 11-16,0 0-10 0,8 18-1 0,-8-18 0 15,6 11-4-15,-2-6 5 0,-4-5-15 0,6 10 6 16,-6-10 0-16,8 7-3 0,-4-1 0 0,-4-6 3 16,10 8-3-16,-4-4-8 0,-6-4 2 0,11 7 8 15,-11-7-11-15,10 5 8 0,-10-5-2 0,13 6-5 16,-13-6 5-16,9 4 0 0,-9-4 5 0,9 3-11 16,-9-3 0-16,12 2 3 0,-12-2-6 0,11 0 2 15,-11 0-1-15,10 2 2 0,-10-2-5 0,0 0 6 16,0 0-1-16,24 0-8 0,-24 0 13 15,19-2-10-15,-19 2-1 0,17-3-2 0,-17 3 3 0,23-3 0 16,-13 2 2-16,-10 1 0 0,25-3 5 0,-12 0-9 16,-1 1 13-16,-12 2-12 0,24-2 5 0,-12 0-6 15,-12 2 9-15,24-2-9 0,-11-2 10 0,-13 4-15 16,26-1 8-16,-11-1 7 0,-4 1-10 0,5-1 6 16,0 0-4-16,2 2 2 0,-5-1 3 0,6 0 10 15,-2 1-6-15,4-2-10 0,-2 2 7 16,0-1-11-16,2 0 13 0,0 2-6 0,-1-1-5 15,2 0 13-15,-2 0-7 0,1 0 4 0,6 0-2 0,-6 0-6 16,1-1 6-16,0 1-3 0,-1 0-3 0,2 0 3 16,-2 0-5-16,1 1 6 0,6-4 3 15,-8 2-4-15,1-2-2 0,0 3 5 0,7 0 1 16,-7-3-7-16,-1 1 6 0,9 0-9 0,-9 1 4 16,8-1 0-16,-6 1 1 0,-2-2-5 0,8 1 7 15,0-1 0-15,-6 2-6 0,5-3 1 0,0 2-4 16,-7-1 4-16,11-1-2 0,-9 1-4 0,6 0-10 15,-8-1 4-15,7-1-7 0,-5 1 4 0,-1 1-2 16,0 0-10-16,1 0-8 0,-2-1 6 0,1 1-8 16,-3-1-14-16,-1 0-39 0,-3 3-99 0,-2 0 45 15</inkml:trace>
  <inkml:trace contextRef="#ctx0" brushRef="#br0" timeOffset="-196622.83">6239 17115 30 0,'12'-3'30'0,"3"0"-8"0,1 1 4 0,-4 0-8 15,3-1-5-15,-15 3 1 0,24-5 1 0,-13 3-5 16,1 0 0-16,-12 2-3 0,23-4-11 0,-10 2 1 15,-13 2-11-15,15-3-15 0,-15 3-32 0,16-1 14 16</inkml:trace>
  <inkml:trace contextRef="#ctx0" brushRef="#br0" timeOffset="-196360.49">6485 17084 45 0,'21'-5'59'0,"1"2"0"0,-2-1-5 16,1 2-4-16,1-2-2 0,-1 1-3 0,-2 0-10 15,2 1-5-15,0-1 8 0,-3 1-21 16,1 2-3-16,-2-1-9 0,-3-2-6 0,-14 3-10 15,23-4-5-15,-23 4-20 0,18 0-4 0,-18 0 7 16,16-1-28-16,-16 1-65 0,0 0 29 0</inkml:trace>
  <inkml:trace contextRef="#ctx0" brushRef="#br0" timeOffset="-196208.4">6830 17041 144 0,'0'0'-4'15,"0"0"3"-15,0 0 1 0,0 0 7 0,0 0 5 16,0 0 2-16,0 0-1 0,11-3 4 0,-11 3 2 16,0 0-3-16,0 0 10 0,0 0-1 0,12-8-3 15,-12 8-3-15,11-5-1 0,-11 5 2 0,13-4 1 16,-13 4-3-16,17-5-2 0,-5 1-3 0,2 1 2 15,-3 0-3-15,-11 3-4 0,25-6 4 0,-14 6-5 16,-11 0 4-16,23-2-7 0,-23 2 1 0,14-3-20 16,-14 3-12-16,17 0-9 0,-17 0-37 0,11-3-77 15,-11 3 35-15</inkml:trace>
  <inkml:trace contextRef="#ctx0" brushRef="#br0" timeOffset="-195640.28">5133 17073 3 0,'0'0'84'16,"0"0"3"-16,0 0-2 0,0 0-12 0,0 0 6 16,0 0-14-16,0 0 2 0,0 0-9 0,0 0 1 15,-32 23-4-15,14-4 0 0,-2 1 0 0,1 3-18 16,-4 2 11-16,1-2-6 0,-1-1 3 0,4-2-16 16,1 2-1-16,0-2-26 0,7-4-12 0,0-1-23 15,4-1-14-15,-1 0-28 0,2-2-74 0,2 1-161 16,-3-4 72-16</inkml:trace>
  <inkml:trace contextRef="#ctx0" brushRef="#br0" timeOffset="-195418.95">5368 17061 98 0,'0'0'135'0,"3"-10"-9"16,-3 10-22-16,0 0 1 0,0 0-17 0,0 0-4 16,0 0-8-16,0 0-11 0,-22 40-8 0,7-16-13 15,-3-2-15-15,1 3-10 0,1-2-19 0,-1 0-17 16,1-3-19-16,5-3-14 0,0-1-18 0,-1 0-14 16,2-1-48-16,0-4-141 0,2 2 64 0</inkml:trace>
  <inkml:trace contextRef="#ctx0" brushRef="#br0" timeOffset="-195206.3">5545 16967 40 0,'-21'36'81'0,"14"-17"-3"0,-2-2-6 0,0 7-11 16,-4 2-6-16,4-2-9 0,1 0-2 0,-2-1-20 16,5-4-24-16,0-3-16 0,0 1-16 0,1 0-44 15,-1-1-82-15,-1-2 36 0</inkml:trace>
  <inkml:trace contextRef="#ctx0" brushRef="#br0" timeOffset="-194996.27">5740 16904 11 0,'0'0'78'15,"0"0"14"-15,13 50-18 0,-17-33 0 0,-2 9-11 16,-3-4-20-16,3 3-21 0,-4 1-21 0,2-1-12 15,0-2-25-15,2-4-33 0,-1-2-74 0,-4 6 32 16</inkml:trace>
  <inkml:trace contextRef="#ctx0" brushRef="#br0" timeOffset="-194787.08">6029 16959 35 0,'-14'27'72'16,"3"-2"-14"-16,-1-1-13 0,-1 1-9 16,3-1-15-16,4-6-29 0,-3 0-36 0,5-1-47 15,-4 0 22-15</inkml:trace>
  <inkml:trace contextRef="#ctx0" brushRef="#br0" timeOffset="-194410.25">6433 16884 9 0,'-5'45'69'16,"-7"-22"-2"-16,3 1-16 0,-1 2-15 0,-3-1-20 16,3 1-10-16,0-2-30 0,-1 0-15 0,2-6-42 15,-1 0 20-15</inkml:trace>
  <inkml:trace contextRef="#ctx0" brushRef="#br0" timeOffset="-194006.68">6053 16860 73 0,'0'0'90'16,"-21"53"-9"-16,5-27-6 0,2 1-12 0,-4 1-8 15,3 3-8-15,0-3 1 0,-3-4-27 0,1 5-19 16,2-3-11-16,1-4-25 0,2 0-52 0,-3-5-92 15,6-2 41-15</inkml:trace>
  <inkml:trace contextRef="#ctx0" brushRef="#br0" timeOffset="-193628.19">6333 16865 11 0,'0'0'75'0,"-28"34"-8"0,18-15 1 15,-3 2-11-15,0-1-12 0,-1 4-6 0,7-7-22 16,0 2-19-16,1-4-9 0,2-2-50 15,2 1-67-15,-2-2 30 0</inkml:trace>
  <inkml:trace contextRef="#ctx0" brushRef="#br0" timeOffset="-193446.25">6379 16945 8 0,'-6'16'42'15,"-2"-2"-40"-15,1 3-11 0,-2-2-10 0,0 0 5 16</inkml:trace>
  <inkml:trace contextRef="#ctx0" brushRef="#br0" timeOffset="-191837.96">11646 15662 68 0,'0'0'120'0,"14"-8"-11"0,-1 7-21 0,-2 1-7 16,7 4-6-16,1 3-3 0,-2 4-10 16,-1 3-3-16,4 8-8 0,-8 2 6 0,3 2-9 15,-9 5-7-15,-3-1-4 0,-5 2 7 0,0 2-15 16,-1 2 2-16,-8 10-14 0,-3-3 7 0,-1-11-4 15,-4 16-4-15,7-15 6 0,-4 12-8 0,3-13 6 0,1-1-6 16,2-2-9-16,2-2-1 0,0-1 21 0,5-1-3 16,1 1-5-16,-3-5 8 0,4-4-11 15,1 2 3-15,6-2-14 0,-5 3 3 0,3-4-12 16,0-4-1-16,2 1 4 0,1 1-1 0,0-1 1 16,-2-3-3-16,2 2 7 0,-1-1-6 0,-2 0 7 15,0 1-7-15,4 2-1 0,-6-2 7 0,1-1-4 16,-3 5 1-16,-2 0 1 0,-3-3 3 0,0 0-5 15,0 1 2-15,0-3 3 0,-3-1 0 0,-3 1-4 16,3-1-16-16,0-2-16 0,-1 0-27 0,-2-2-9 16,2-1-38-16,2 1-63 0,-6-2-183 0,5-1 81 15</inkml:trace>
  <inkml:trace contextRef="#ctx0" brushRef="#br0" timeOffset="-191550.84">12336 15940 1 0,'0'-6'142'0,"0"6"-7"0,0 0-7 0,0 0-15 16,4-9-7-16,-4 9-12 0,0 0-8 0,0 0-11 15,3-5-9-15,-3 5-9 0,6-4-6 0,-6 4-2 16,9-4-4-16,3 1-6 0,-1-1-4 16,9-1-7-16,-2 0-5 0,2 0-4 0,-3 0-5 15,2 0-10-15,-1 1-18 0,0 1-13 0,-4 0-15 16,-4 0-17-16,-1 1-16 0,1 0-16 0,-3 1-76 16,-7 1-182-16,6-2 81 0</inkml:trace>
  <inkml:trace contextRef="#ctx0" brushRef="#br0" timeOffset="-191350.67">12360 15957 78 0,'0'18'148'16,"2"0"-11"-16,0 9 9 0,1-2-26 0,0 2 1 0,-5 1-12 15,-2 1-13-15,2-1-7 0,0-2-11 16,-2 2-7-16,-1-1-4 0,3-3-14 0,-2 1-9 15,0-7-12-15,-1 0-21 0,2-1-35 0,-2-3-18 16,3-1-34-16,-2-1-33 0,4-1-83 0,-4 1-207 16,0-6 91-16</inkml:trace>
  <inkml:trace contextRef="#ctx0" brushRef="#br0" timeOffset="-190979.5">12423 16241 80 0,'27'-6'77'16,"2"0"0"-16,-2 1-10 0,5-1-7 0,-3 0 6 15,1-1-12-15,-2 3-3 0,-1-1-1 0,-7-1-5 16,-1 4-14-16,-5 0 8 0,-1-1-11 0,-4 0-4 16,-9 3-2-16,13-1 12 0,-13 1 12 15,9-3-5-15,-9 3 4 0,0 0 0 0,0 0-1 16,0 0-11-16,0 0 5 0,0 0 8 0,0 0-9 15,-27 27-6-15,16-18 9 0,-1 3-9 0,-1-1-4 0,3-1-4 16,2-1 5-16,1 0-12 0,3 1 4 16,-3 0-1-16,5-1-5 0,2-2-3 0,0 0-9 15,0-7 15-15,2 12-9 0,5-8 1 0,-2-1-1 16,3-2 7-16,-8-1-5 0,21-4-2 0,-3 0 1 16,-1-5-1-16,2 1-4 0,0-3 5 0,0 1-8 15,-1-2 10-15,-1 0-6 0,-4 0 5 0,-3-1 6 16,-5 6-12-16,-1-5-2 0,-2 3-11 0,-2 9-11 15,-7-17-27-15,1 7-26 0,-2 3-18 0,-5 1-18 0,0 2-7 16,0 2-73-16,-3 0-204 0,-2 2 90 16</inkml:trace>
  <inkml:trace contextRef="#ctx0" brushRef="#br0" timeOffset="-190636.04">12985 16251 117 0,'5'-10'115'0,"-3"3"-13"15,-2 7-12-15,-2-18-10 0,-1 7-11 0,-4 3 1 16,1-3-10-16,-6 0-10 0,2-2 6 0,-2 5-1 16,-1-5-5-16,-1 3 2 0,3 1 1 0,4 2-8 15,-2-1 9-15,4 1-2 0,5 7-9 0,-8-8-3 16,8 8-4-16,0 0-8 0,0-11-4 0,0 11 0 15,15-9-6-15,-3 6-2 0,5 1 9 16,1-1-7-16,3 2-2 0,-1 1-5 0,2 0 2 16,-3 1 4-16,0 2-4 0,-3 1-4 0,0 4 5 15,-6-3-3-15,0 3 5 0,-3 0-4 0,1 0 1 0,-2 2 0 16,-2 2 8-16,0-3-8 0,-3 5 6 0,1-2-3 16,-2 0-5-16,0 1 2 0,-2-1-7 0,2 1-10 15,0-3-33-15,0 2-18 0,-1-2-36 16,2 0-35-16,-1 0-105 0,0-10-251 0,4 13 111 15</inkml:trace>
  <inkml:trace contextRef="#ctx0" brushRef="#br0" timeOffset="-190210.72">13380 16155 49 0,'0'0'122'0,"0"0"-9"0,0 0-15 15,0 0 1-15,0 0 5 0,0 0-14 0,0 0-2 16,5 22-6-16,-5-22-13 0,7 11-1 0,-5-5-6 16,-2-6-3-16,8 9-13 0,-5-3-4 0,3 0 0 15,-6-6-8-15,12 7 0 0,-5-4-3 0,-7-3 3 16,10 4-4-16,-10-4-7 0,12 2 2 0,-12-2-5 16,0 0-4-16,13-1 6 0,-13 1-4 15,0 0-7-15,0 0 6 0,10-9-2 0,-10 9-9 16,2-9 4-16,-2 9 2 0,5-7-4 0,-5 7-5 15,0 0 6-15,0 0-5 0,0 0-6 0,-3-17 3 16,3 17 2-16,0 0-7 0,0 0-3 0,0 0 1 0,0 0-3 16,0 0 10-16,0 0-6 0,0 0 0 15,0 0 1-15,0 0 3 0,0 0-3 0,16 21 0 16,-16-21-1-16,16 6 1 0,-5-6 0 0,3 0 5 16,1-3 0-16,1 3-3 0,1-4 11 0,0-1-3 15,-2-1-2-15,-4 2-3 0,-1 0 13 0,0-2 3 16,-3 0 7-16,-3 1-5 0,-4 5-6 0,6-11 2 15,-6 11 0-15,0 0-8 0,-3-17-11 0,3 17-20 16,-16-10-10-16,16 10-17 0,-20-9-20 0,9 9-15 16,2-1-10-16,9 1-21 0,-18-2-87 0,18 2-219 15,-15 8 98-15</inkml:trace>
  <inkml:trace contextRef="#ctx0" brushRef="#br0" timeOffset="-189685.82">13762 16105 140 0,'0'0'152'0,"0"0"-7"0,0 0-17 0,0 0-10 15,0 0-11-15,0 0-4 0,0 0-11 0,-20 21 0 16,11-9-11-16,-2 0-7 0,3 3-3 0,0-4-16 16,3 3 2-16,1-2-5 0,0-2-6 0,4 0-4 15,-2 2-1-15,4-1-11 0,2-2 0 0,1-1-4 16,-1-2-6-16,2-3 4 0,1 1-5 0,1 0-5 15,0-3-3-15,3-1-1 0,-1 0-2 16,0-3 0-16,-3-1-1 0,3 1-1 0,0-1-2 0,-3-1 1 16,0 0-1-16,0-3-2 0,0 1-1 0,-1 3 3 15,-1-4-1-15,1-1-5 0,0 4 5 0,-2-5-5 16,-4 10-9-16,4-15 8 0,-4 15-3 0,5-13 2 16,-5 13 1-16,1-8-5 0,-1 8 2 15,0 0-3-15,0 0 1 0,0 0 2 0,1-4-4 16,-1 4 5-16,0 0 2 0,0 0-1 0,0 0 5 15,6 25 1-15,-4-16-8 0,0-1 1 0,0 0-4 16,-1-2 11-16,4 2-7 0,-1 0 1 0,1-4-1 0,-1 3 2 16,1-4 5-16,-1 0-3 0,-4-3 5 15,12 4-1-15,-6-3-2 0,-6-1 2 0,9 0-5 16,-9 0 5-16,11-3-3 0,-11 3 2 0,10-8-10 16,-6 4 11-16,0 0 6 0,1-2-13 0,-1-2 4 15,3 1 1-15,-3 0-4 0,-1 3 4 0,-3 4-2 16,9-9-1-16,-5 7 0 0,-4 2 0 0,4-4-1 15,-4 4 3-15,0 0-3 0,7-5 1 0,-7 5-1 16,0 0 2-16,0 0 1 0,12 8 5 0,-8-5-8 16,2 3-12-16,0 4-23 0,-6-10-11 0,9 11-26 15,-5-5-11-15,0 0-10 0,5 1-3 0,1-1-10 16,-2-3-82-16,1 1-206 0,5-1 91 0</inkml:trace>
  <inkml:trace contextRef="#ctx0" brushRef="#br0" timeOffset="-189338.67">14193 16245 217 0,'13'-8'-5'0,"-10"3"6"0,-3 5 6 0,10-12 13 15,-7 7 9-15,-3 5-4 0,5-13 10 0,-5 13 2 16,2-12 7-16,-2 12 0 0,0-13-9 0,0 13 7 16,-4-12 6-16,4 12 12 0,0 0-10 15,-7-11 9-15,7 11-11 0,-9-4 4 0,9 4-5 0,0 0 1 16,-20 7 0-16,10-1-4 0,2 3-2 0,1-1-3 16,0 0-5-16,0 1-4 0,3 2-2 0,0-3-3 15,1 2 7-15,-1-2-12 0,4-8 0 0,0 13-9 16,4-7-7-16,-1 0 8 0,-3-6-5 0,6 8 3 15,-1-5-10-15,-5-3 8 0,0 0-3 16,15 0-4-16,-15 0 0 0,13-7-3 0,-13 7 6 16,15-12-9-16,-9 4 1 0,-1-3 5 0,-1 1 2 15,1-5-2-15,0 4 8 0,-3-6-5 0,0 1 9 0,0 1-2 16,0-2-3-16,0 1 3 0,-2-1-2 0,1 0 7 16,-1 0-3-16,0 5 1 0,-1 1 0 15,1 11 18-15,-2-19 14 0,2 10-1 0,0 9-4 16,-4-9-8-16,4 9-4 0,0 0-3 0,0 0-2 15,0 0 2-15,0 0-9 0,0 0 0 0,0 0-7 16,-11 24-7-16,8-12-29 0,0 7-23 0,2-1-35 16,2 0-45-16,0 2-129 0,1-4-279 0,3 0 124 15</inkml:trace>
  <inkml:trace contextRef="#ctx0" brushRef="#br0" timeOffset="-188948.31">14566 15971 67 0,'0'0'159'0,"0"0"-17"0,0-14-12 0,0 14-12 16,0 0-12-16,0 0 0 0,0 0-14 0,0 0-2 16,5 29-4-16,-3-16-7 0,0 3-4 0,-2 10-5 15,0-1-11-15,2-7-2 0,-4 1-7 0,4-3-5 16,-4-2 0-16,2-3-17 0,0 0 18 0,0-4-17 15,-3 1 4-15,3-8-3 0,0 9-3 0,0-9 7 16,-1 9 4-16,1-9-4 0,0 0-6 0,-3 7-6 16,3-7 6-16,0 0-10 0,0 0-1 15,0 0-4-15,0 0 2 0,0 0-4 0,0 0-8 16,0 0-6-16,9-20 1 0,-1 14-7 0,1-1 0 16,1 3 3-16,2-1-3 0,-3 3 0 0,1 1 1 15,3-1-5-15,-5 2 8 0,0 2 4 0,-1 0-5 0,-7-2-1 16,14 3 1-16,-10 1-2 0,1 0 7 0,-5 3 0 15,0-7 2-15,0 13 1 0,-2-2-4 0,-3-2 0 16,-1 3-5-16,-4-2-15 0,-2 2-16 16,-1-1-22-16,-2 0-23 0,2 0-16 0,-1-2-26 15,5-2-19-15,0 0-81 0,0-5-244 0,3 2 108 16</inkml:trace>
  <inkml:trace contextRef="#ctx0" brushRef="#br0" timeOffset="-188767.78">14775 16145 99 0,'7'-5'126'0,"-7"5"0"0,0 0-1 0,0 0-9 16,8 14-13-16,-7-8-12 0,0 3-2 0,0 1-16 16,1 1-5-16,-2 1-25 0,0 1-26 0,0 2-24 15,2-2-29-15,1-2-29 0,-1 2-97 0,0-3-175 16,-1 2 78-16</inkml:trace>
  <inkml:trace contextRef="#ctx0" brushRef="#br0" timeOffset="-188048.16">15029 16070 171 0,'0'0'162'0,"0"0"-14"0,0 0-13 0,0 0-10 15,0 0-17-15,0 0-4 0,0 0-7 0,-27 26-4 16,16-17-9-16,-3 1-5 0,1 0-6 0,-2 1-5 16,3 1-12-16,5-3-5 0,1 0-3 0,-2-2-6 15,3 1-6-15,2-1-2 0,3 0-7 0,0-7 3 16,2 12-11-16,-2-12-2 0,6 8 2 0,3-5-7 16,0-2-4-16,3-2-1 0,1-1 7 0,4-2-7 15,0 1 0-15,-1-1 1 0,-3-2-4 0,-1 2 3 16,-1-3-1-16,-2 2-1 0,1-3-8 15,-2 0 7-15,1 0 0 0,-4 2 0 0,-5 6 1 0,8-15 1 16,-2 7-2-16,-1 0 0 0,-5 8-3 16,3-17 1-16,-3 17 3 0,2-10-2 0,-2 10 2 15,2-9 0-15,-2 9 2 0,0 0-9 0,0 0-1 16,0 0-4-16,0 0 4 0,0 0 2 0,0 0 1 16,0 0 0-16,0 0-2 0,0 0 6 0,0 0 1 0,-4 40-4 15,4-28-1-15,2-5 1 0,1 3 2 0,1-3 5 16,0 3-3-16,1-5-5 0,-5-5 3 0,10 11-3 15,-4-9 5-15,-6-2-1 0,12 3 3 16,-12-3-5-16,19-4 0 0,-8-2 1 0,0 0 2 16,0 2 0-16,-2-2-4 0,0 1 0 0,1-2 2 15,-6 3 1-15,-4 4-1 0,10-12 1 0,-3 6-3 16,-5-2 5-16,3 0-3 0,-5 8 3 0,3-12-8 16,2 6 5-16,-5 6-1 0,0 0-5 0,1-13 6 15,-1 13-2-15,0 0-3 0,0 0 0 0,0 0-4 16,0 0 9-16,0 0-6 0,0 0 1 0,0 0-1 15,-17 26 0-15,12-16 2 0,2 1-2 0,0 1 2 16,-2 0-7-16,2-2 9 0,0 2-2 0,1-2 1 16,0 2-1-16,1 2 1 0,1-4-7 0,-4 2-6 15,1-1-7-15,1 4 0 0,-5-3-30 0,1 3-12 16,-4 0-3-16,-2 2-25 0,-6 2-26 0,-1 2-147 16,-6 1-284-16,-2-4 126 0</inkml:trace>
  <inkml:trace contextRef="#ctx0" brushRef="#br0" timeOffset="-185160.3">9232 15891 22 0,'0'0'83'0,"0"0"-5"15,0 0-10-15,0 0-1 0,0 0-8 0,0 0 6 16,0 0-3-16,0 0-9 0,0 0-5 16,0 0-4-16,0 0-4 0,0 0 0 0,0 0-4 15,0 0-5-15,0 0-16 0,0 0 2 0,0 0-12 16,0 0 9-16,0 0-29 0,0 0-13 0,0 0-14 16,0 0-8-16,0 0-16 0,0 0-42 0,0 0-117 15,0 0 52-15</inkml:trace>
  <inkml:trace contextRef="#ctx0" brushRef="#br0" timeOffset="-183704.47">9521 15912 9 0,'0'0'39'16,"0"0"0"-16,0 0-5 0,0 0-3 0,0 0 1 15,0 0-9-15,0 0 0 0,0 0 0 16,0 0-8-16,0 0-2 0,0 0-7 0,0 0-5 16,0 0-11-16,0 0-8 0,0 0-8 0,0 0-13 15,0 0-43-15,0 0 19 0</inkml:trace>
  <inkml:trace contextRef="#ctx0" brushRef="#br0" timeOffset="-183247.85">4341 16962 2 0,'0'0'74'0,"10"-3"-12"0,-10 3 2 16,0 0-15-16,0 0 4 0,0 0-5 0,0 0-5 15,0 0-2-15,0 0-14 0,8-2-9 0,-8 2-9 16,0 0-10-16,0 0-21 0,0 0-8 0,0 0-44 15,0 0-78-15,0 0 35 0</inkml:trace>
  <inkml:trace contextRef="#ctx0" brushRef="#br0" timeOffset="-182027.09">9145 16529 5 0,'0'0'76'0,"0"0"2"0,0 0-5 0,0 0-3 15,8-3-4-15,-8 3-10 0,0 0-2 0,0 0-1 16,0 0 0-16,0 0-6 0,0 0-26 0,0 0-22 16,0 0-10-16,0 0-7 0,0 0-15 0,11 3-10 15,-11-3-48-15,0 0-100 0,0 0 45 16</inkml:trace>
  <inkml:trace contextRef="#ctx0" brushRef="#br0" timeOffset="-180658.77">5420 17038 20 0,'1'-13'75'0,"-1"13"-2"0,0 0 8 0,0 0-1 16,2-8-15-16,-2 8-3 0,0 0 0 16,0 0 4-16,0 0-18 0,0 0 16 0,0 0-17 15,0 0-2-15,0 0-11 0,0 0-2 0,-33 17-5 16,20-6-2-16,-6 7-4 0,5-2 0 0,-5 4-17 16,-1 1-27-16,3 0-35 0,-1 0-27 0,4 0-46 15,-4 0-143-15,6-6 64 0</inkml:trace>
  <inkml:trace contextRef="#ctx0" brushRef="#br0" timeOffset="-180443.6">5455 17058 141 0,'3'16'138'0,"-3"-16"-24"0,-9 25-11 16,2-9-30-16,-4 1-24 0,-2 5-23 0,3-3-27 15,-3 2-24-15,-1 1-30 0,4-4-40 0,1-3-100 16,1-1 44-16</inkml:trace>
  <inkml:trace contextRef="#ctx0" brushRef="#br0" timeOffset="-180254.06">5661 17041 33 0,'-9'36'96'15,"0"-18"-15"-15,-2 5 2 0,-1 0-23 0,2 1-28 16,-2-2-25-16,2-6-32 0,1 8-37 0,2-7-66 15,1-5 30-15</inkml:trace>
  <inkml:trace contextRef="#ctx0" brushRef="#br0" timeOffset="-180066.98">5854 16973 14 0,'0'0'105'0,"0"0"-4"0,0 0-15 16,0 0-8-16,-13 52 14 0,3-36-36 15,-1 6-19-15,1-4-30 0,-3 4-41 0,2-5-57 16,0 0-98-16,-2-3 44 0</inkml:trace>
  <inkml:trace contextRef="#ctx0" brushRef="#br0" timeOffset="-179889.12">5945 16958 79 0,'0'0'105'0,"0"0"-21"0,-7 35-6 0,7-35-25 15,-12 26-9-15,4-12-18 0,0-2-40 0,1 5-28 16,-2 0-28-16,0-3-74 0,2-4 33 0</inkml:trace>
  <inkml:trace contextRef="#ctx0" brushRef="#br0" timeOffset="-179705.12">6097 16943 14 0,'0'0'120'0,"0"0"-12"0,0 0-3 16,-18 40-9-16,8-25-21 0,-1 0-24 16,-4 7-29-16,4-5-33 0,2-2-39 0,-3 2-39 15,3-3-95-15,-1 0 42 0</inkml:trace>
  <inkml:trace contextRef="#ctx0" brushRef="#br0" timeOffset="-179544.7">6163 17009 33 0,'-4'10'17'16,"-1"-2"-26"-16,-1 4-9 0,-2 0 4 0</inkml:trace>
  <inkml:trace contextRef="#ctx0" brushRef="#br0" timeOffset="-176182.04">5041 17235 19 0,'0'0'101'0,"0"0"-13"0,0 0-10 15,0 0 5-15,0 0-17 0,0 0 0 16,0 0-5-16,0 0-3 0,0 0-12 0,0 0 3 16,0 0-18-16,0 0 12 0,0 0-17 0,0 0 6 15,0 0-3-15,0 0-4 0,0 0-1 0,0 0-3 16,0 0-1-16,-32 10-1 0,32-10-17 16,-19 4 8-16,9-1 3 0,-3 1-1 0,0-3-9 0,1 0 12 15,-4 2-22-15,3-2 20 0,-6 1-6 0,-1 1-6 16,1 1 5-16,-3 0 6 0,-6-2-6 0,0 2 2 15,0-2-2-15,-3 3-11 0,0-4 2 0,-1 3 8 16,2 0-3-16,-5-2-6 0,2-1 4 16,-2 1 0-16,1-1-4 0,1 2-3 0,-2-2 1 15,-2 1-3-15,0-2 1 0,-1 0 4 0,2 2-1 0,-5-2 2 16,-14-2-5-16,4 1 1 0,12 1 0 0,-12 0 1 16,13 0 1-16,-14-2-6 0,-1 2 2 15,1-3-2-15,-2 3 2 0,1-1 4 0,-1-1-1 16,3-3 2-16,-3 2 2 0,3-1-8 0,0 2 8 15,1-3-6-15,10 0-9 0,-16-1 3 0,4 1 8 16,1-1-9-16,-2 1 7 0,1 0-8 0,2 1 9 16,-1-4-3-16,1 0-23 0,10 2 7 0,-13-2 12 15,2-1-5-15,-1 2 1 0,1-2 5 0,1 2-3 16,11 0 10-16,-12-2-9 0,14 3 8 0,-14-1-1 16,12 4 2-16,0-5-4 0,0 2 9 0,1 2-6 15,0 0 12-15,-1-3-4 0,4 1-4 0,0 1 15 16,2-1 6-16,1-1-1 0,1 0 16 0,10 4-9 15,1-4 8-15,2 3-14 0,2-2 5 16,-1 0-6-16,8 2 0 0,-2 0-2 0,3 0 5 16,8 4-10-16,-10-6-5 0,10 6-5 0,-7-8-5 15,7 8-9-15,0 0-7 0,-5-8-20 0,5 8-13 16,0 0-7-16,0 0-58 0,0 0-126 0,16-12 55 16</inkml:trace>
  <inkml:trace contextRef="#ctx0" brushRef="#br0" timeOffset="-175763.25">2204 16851 97 0,'0'0'86'15,"0"0"3"-15,0 0-9 0,0 0 0 0,0 0-16 16,0 0-6-16,0 0-12 0,0 0 7 0,0 0-11 16,0 0 0-16,-34 24-8 0,25-16-2 0,-2-1-8 15,-1 1 2-15,1-2-4 0,-3 3 1 0,-2 0-2 16,2 0-2-16,-2 1-4 0,5-3-5 0,-3 3-9 15,5-3 16-15,-4 3-5 0,3-2-11 0,1-4 10 16,1 3-9-16,3-2 2 0,5-5-4 16,-11 9 9-16,11-9-5 0,-4 11 2 0,1-5-9 15,3-6 3-15,-1 13 0 0,1-13 8 0,1 16-4 16,2-8 1-16,1 2-3 0,-1-2-5 0,6 3 1 16,-2-1 8-16,-1 0-3 0,6 0-6 0,3 2 9 15,-2-1-12-15,5 1-25 0,0-2-17 0,5 4-11 16,-5-4-93-16,1 1-164 0,-2-3 73 0</inkml:trace>
  <inkml:trace contextRef="#ctx0" brushRef="#br0" timeOffset="-174766.59">185 15935 128 0,'0'0'120'0,"0"0"-2"0,0 0-7 0,0 0-16 0,0 0-1 15,0 0-12-15,0 0-7 0,0 0-2 16,0 0-11-16,0 0-12 0,0 0 3 0,0 0 8 16,0 0-4-16,0 0 9 0,0 0-1 0,0 0 1 15,0 0-6-15,0 0-7 0,0 0 3 0,0 0-7 16,0 0-8-16,0 0-2 0,47-32-4 0,-47 32-3 15,0 0-2-15,27-14 1 0,-27 14-6 0,0 0-4 16,0 0-5-16,27-20 5 0,-27 20-6 0,0 0-3 16,18-16 2-16,-18 16 0 0,0 0 0 15,0 0-2-15,0 0 1 0,15-21 0 0,-15 21-3 0,0 0 0 16,0 0-5-16,0 0 0 0,0 0-1 16,0 0 0-16,0 0-1 0,0 0 4 0,0 0-4 15,0 0-1-15,0 0-4 0,0 0-2 0,-38-37-3 16,38 37 5-16,0 0 2 0,0 0-3 0,0 0 1 15,0 0-1-15,0 0-5 0,-78 37 1 0,78-37-3 16,-27 24 6-16,27-24-4 0,-23 29 5 0,23-29-1 16,-13 30-3-16,13-30 4 0,-7 28 2 0,7-28-2 15,0 0-7-15,2 44 10 0,-2-44-4 0,0 0-1 16,18 41 4-16,-18-41-14 0,21 29-6 0,-6-16-17 16,-15-13-23-16,29 18-17 0,-29-18-5 0,40 14-20 15,-40-14-16-15,39 9-6 0,-39-9 0 0,32 1-71 16,-32-1-213-16,0 0 94 0</inkml:trace>
  <inkml:trace contextRef="#ctx0" brushRef="#br0" timeOffset="-174568.81">400 15947 3 0,'0'0'93'0,"0"0"8"0,-16-41-2 0,16 41-9 15,0 0 2-15,0 0-16 0,0 0-8 0,0 0-12 16,0 0-8-16,0 0 3 0,0 0-6 0,0 0 1 15,0 0-4-15,0 0 0 0,0 0-8 0,0 0-4 16,0 0-2-16,0 0-3 0,77 59-4 0,-77-59-1 16,23 25-1-16,-23-25-19 0,17 25-25 0,-17-25-17 15,21 28-18-15,-21-28-21 0,15 20-73 16,-15-20-167-16,0 0 75 0</inkml:trace>
  <inkml:trace contextRef="#ctx0" brushRef="#br0" timeOffset="-174380.55">506 15916 30 0,'0'0'113'0,"0"0"-7"0,0 0-11 16,0 0-3-16,0 0-17 0,0 0-1 0,-34 67-1 15,34-67-14-15,-17 44-12 0,5-15-23 0,5-2-24 16,7-27-28-16,-11 38-26 0,11-38-64 0,-10 31-127 15,10-31 55-15</inkml:trace>
  <inkml:trace contextRef="#ctx0" brushRef="#br0" timeOffset="-173461.1">719 15804 40 0,'0'0'133'0,"0"0"-11"16,0 0-18-16,0 0-2 0,0 0-6 0,-53 59-15 15,53-59-9-15,-12 36-2 0,12-36-1 0,-4 35-16 16,4-35-1-16,0 0 1 0,4 47-8 0,-4-47-8 16,10 30-4-16,-10-30 0 0,0 0-4 15,21 27 1-15,-21-27-3 0,0 0-7 0,30 15 2 16,-30-15-4-16,24 1 1 0,-10-1-7 0,-1-2 0 15,-13 2 0-15,23-11-3 0,-12 8 7 0,-2-5 0 16,-1 2-8-16,2-3 5 0,1-2-4 0,-5 0 4 16,0 1-6-16,1-3 3 0,-5 2 5 0,0-1-3 15,2-4-2-15,-4 3 1 0,0 13 1 0,0-24-4 16,-2 11-2-16,2 13 0 0,-5-20 4 0,5 20 0 16,-6-14-1-16,6 14 10 0,-9-11-9 15,9 11-5-15,0 0 1 0,0 0 3 0,0 0-12 0,0 0 3 16,0 0 6-16,0 0-4 0,0 0-3 0,0 0-2 15,0 0-1-15,-51 47-2 0,51-47 7 0,-10 26-4 16,10-26-4-16,0 0 7 0,-2 34 3 16,2-34-5-16,0 0 5 0,12 29-6 0,-8-20 4 0,2-3 1 15,3-1-5-15,1 0 0 0,3-2-2 0,-13-3 4 16,33-1 1-16,-12-1 1 0,-3-3-8 0,2-2 9 16,5-6 2-16,-4 6-6 0,3-8 3 0,-2 2-3 15,-4 1 5-15,-5 3 1 0,-2-4 0 16,1 1 2-16,-3-2 0 0,-5 3 3 0,2-1-4 15,-2 1 1-15,-2-2 0 0,-2 13 6 0,0-25 7 16,0 15-8-16,0 10 2 0,-2-18 13 0,2 18 1 16,0 0-1-16,-4-16-7 0,4 16 5 0,0 0-7 15,-6-9-4-15,6 9-10 0,0 0 1 0,0 0-2 16,0 0 6-16,0 0 0 0,0 0-1 0,-4 47-4 16,4-31 2-16,2-4-7 0,0 4 9 0,1 0-6 15,0 0-4-15,1-7 7 0,1 2-2 0,-1-1-1 16,-4-10 0-16,9 19 6 0,-5-14-1 0,-4-5-1 15,10 11 1-15,-10-11-7 0,6 9 7 16,-6-9 0-16,11 4-1 0,-11-4 4 0,0 0-2 16,18 0-3-16,-18 0 11 0,16-9 1 0,-7 2 1 15,0-1 3-15,1-1-3 0,-5 0 0 0,6-3 0 16,-3-4-2-16,0 2 0 0,2-2-1 0,-2-3 0 16,1-4-4-16,-4 5-2 0,1 0 3 0,4-6-3 15,-4 5 4-15,0 4-1 0,-3 3-1 0,-1 1 0 16,-2 11 7-16,8-17 8 0,-8 17-9 0,2-9 3 15,-2 9-6-15,0 0-6 0,4-12-1 0,-4 12-3 16,0 0-3-16,0 0 8 0,0 0-9 0,0 0 0 16,0 0 0-16,0 0 2 0,0 0 1 15,0 0-1-15,-12 49-2 0,12-38 2 0,0-11-4 16,2 25 2-16,-2-13 1 0,-2 4-2 0,4-4 1 16,-2-12-2-16,1 23 1 0,3-11 0 0,-3-2 2 0,1 2-4 15,-2-12-1-15,7 21 8 0,-4-10-5 0,0-1-2 16,-3-10 4-16,5 17 0 0,-3-8 0 15,-2-9-5-15,3 22 2 0,-5-11-2 0,2-11-19 16,-6 22-15-16,2-12-7 0,4-10-32 0,-13 23-26 16,3-8-30-16,4-6-20 0,-6 3-138 0,-4-1-315 15,3-1 140-15</inkml:trace>
  <inkml:trace contextRef="#ctx0" brushRef="#br0" timeOffset="-173290.33">1451 15816 139 0,'0'0'117'0,"0"0"-28"0,0 0-34 0,0 0-57 16,9-5-29-16,-9 5-31 0,0 0-66 0,0 0 30 15</inkml:trace>
  <inkml:trace contextRef="#ctx0" brushRef="#br0" timeOffset="-170419.23">300 16379 146 0,'0'0'155'0,"0"0"-2"15,0 0-13-15,0 0-10 0,0 0-3 0,0 0-17 16,0 0-12-16,0 0-8 0,0 0-11 0,0 0-9 16,0 0-7-16,0 0-9 0,0 0-5 0,0 0-10 15,0 0 2-15,0 0-8 0,-55 42-1 0,55-42-4 16,-18 26-3-16,18-26-5 0,-9 24-1 0,9-24 0 15,-10 26 2-15,10-26-5 0,0 0-7 16,-3 32 6-16,3-32-3 0,0 0-5 0,0 0 0 16,0 0-9-16,0 0-11 0,7 41-6 0,-7-41-6 15,0 0-18-15,0 0-21 0,0 0-9 0,25 22-15 16,-25-22-11-16,0 0-5 0,35 2-7 0,-35-2 2 16,0 0-68-16,0 0-190 0,0 0 84 0</inkml:trace>
  <inkml:trace contextRef="#ctx0" brushRef="#br0" timeOffset="-169849.9">364 16556 387 0,'0'0'-24'0,"0"0"12"0,28-38 4 15,-28 38 11-15,0 0 4 0,8-32 15 0,-8 32 7 16,0 0 16-16,0 0-5 0,5-31 8 0,-5 31 7 16,0 0 3-16,0 0 0 0,0 0 3 15,0 0-12-15,0 0-14 0,0 0-2 0,0 0-13 0,0 0 2 16,0 0-2-16,0 0 2 0,0 0-5 16,0 0-5-16,0 0-3 0,0 0 0 0,0 0 4 15,0 0 1-15,0 0 0 0,0 0-11 0,0 0 14 16,10 88-5-16,-10-88-7 0,0 0 6 0,10 27-1 15,-10-27 3-15,0 0-6 0,0 0 3 0,20 25-8 16,-20-25 4-16,0 0 4 0,0 0-4 0,25 14-1 16,-25-14-1-16,0 0-4 0,0 0 3 0,0 0-2 15,0 0 5-15,0 0-10 0,0 0 7 0,0 0 11 16,0 0-17-16,0 0-14 0,0 0 4 0,0 0 6 16,48-38-8-16,-48 38 4 0,0 0-3 15,0 0 0-15,-5-39 9 0,5 39 0 0,0 0 2 16,0 0 0-16,0 0 2 0,-12-48-1 0,12 48 13 15,0 0-5-15,0 0 1 0,0 0-3 0,0 0-9 16,0 0 10-16,0 0-11 0,0-36 1 0,0 36-1 16,0 0 2-16,0 0 4 0,0 0 0 0,0 0-5 15,0 0 8-15,0 0 0 0,0 0-8 0,79 51 5 16,-79-51-3-16,15 16 6 0,-15-16-16 0,0 0 13 16,19 22 6-16,-19-22-8 0,0 0 4 0,0 0-1 15,0 0 3-15,22 20 3 0,-22-20-4 0,0 0 6 16,0 0-3-16,0 0 5 0,0 0-3 0,0 0-8 15,0 0 14-15,0 0-5 0,0 0 3 16,0 0 1-16,0 0 4 0,0 0 3 0,0 0-1 16,0 0-6-16,0 0 5 0,0 0 3 0,0 0-8 15,0 0-5-15,0 0-1 0,0 0 1 0,-1-78-5 16,1 78 2-16,0 0 1 0,0 0-7 0,15-20 10 16,-15 20-9-16,0 0-3 0,0 0-5 0,0 0 7 15,0 0-4-15,0 0 6 0,0 0-3 0,51 8-1 16,-51-8 8-16,0 0-8 0,0 0 1 0,30 31-2 15,-30-31-5-15,0 0-2 0,13 27-17 0,-13-27-28 16,0 0-26-16,12 24-27 0,-12-24-63 0,0 0-185 16,0 0 81-16</inkml:trace>
  <inkml:trace contextRef="#ctx0" brushRef="#br0" timeOffset="-169481.6">838 16415 93 0,'0'0'78'16,"0"0"11"-16,-19 48-21 0,19-48-2 0,0 0-10 16,-2 38-5-16,2-27-1 0,2-2-7 0,2 1 2 15,-4-10 4-15,13 14 3 0,-4-8 2 0,3-3-4 16,-12-3-5-16,22 2 5 0,-22-2-11 0,24 0 4 15,-6-3-6-15,-4-2-1 0,4-2-1 0,-3 0-2 16,-3 3-2-16,1-4 6 0,-3 1 7 16,0 1-7-16,-5-2 0 0,3-2 3 0,-3 2 5 15,-5 8-8-15,7-20-3 0,-5 11-7 0,-2 9 4 16,-3-19-1-16,3 19-3 0,-6-19 4 0,6 19 0 16,-8-13 1-16,8 13-10 0,-7-10 0 0,7 10-5 15,-7-7-4-15,7 7 1 0,0 0-6 0,0 0 2 16,0 0-2-16,-23 13 2 0,17-4-15 0,2 2-19 15,4-11-35-15,-8 28-26 0,6-17-32 0,2 1-24 16,2 1-94-16,-2-13-254 0,7 22 113 0</inkml:trace>
  <inkml:trace contextRef="#ctx0" brushRef="#br0" timeOffset="-169260.5">1119 16476 3 0,'4'-15'185'0,"2"7"-22"0,-6 8-8 16,8-13-14-16,-8 13-18 0,9-9-20 0,-9 9-5 15,14-2-14-15,-14 2-7 0,20 0-9 0,-20 0-5 16,20 6-1-16,-11-1-10 0,-1 2-6 0,0 1-1 16,0 2-4-16,-3-2-15 0,1 2-19 0,0-2-11 15,-6-8-37-15,7 20-34 0,-4-11-21 0,-3-9-34 16,3 15-70-16,-3-15-215 0,2 12 95 0</inkml:trace>
  <inkml:trace contextRef="#ctx0" brushRef="#br0" timeOffset="-169023.37">1308 16179 51 0,'0'0'190'0,"0"0"-18"0,-5-13-25 0,5 13-15 16,0 0-13-16,0 0-18 0,0 0-10 0,0 0-5 16,0 0-9-16,14 49-9 0,-9-24-6 15,-1 2-1-15,0-2-9 0,0 1-4 0,0-6-2 16,2 5-1-16,-2 1-8 0,-3-8-2 0,0 0-24 16,2 0-15-16,-3-2-16 0,0-16-39 0,4 24-32 15,-2-17-41-15,-2-7-90 0,3 17-239 0,-3-17 107 16</inkml:trace>
  <inkml:trace contextRef="#ctx0" brushRef="#br0" timeOffset="-168798.14">1286 16334 76 0,'0'0'94'15,"25"-13"-9"-15,-25 13-8 0,25-10-4 0,-11 7-5 16,2-1-15-16,2-1-6 0,-7 1 1 0,-11 4-16 16,28-5-2-16,-28 5-10 0,20-3-9 0,-20 3-8 15,0 0-12-15,19 0-6 0,-19 0-1 16,0 0-5-16,0 0-5 0,0 0-8 0,0 0-14 0,0 0-44 16,12 8-98-16,-12-8 43 0</inkml:trace>
  <inkml:trace contextRef="#ctx0" brushRef="#br0" timeOffset="-168194.23">1474 16295 63 0,'0'0'95'0,"0"0"3"0,0 0-5 0,0 0-2 16,4 17 0-16,5-8-8 0,3 1-12 0,-1 4 13 15,0-2-12-15,1 2-5 0,-6 1-10 0,1-1 2 16,-1-3-15-16,1 0-1 0,-7-11 0 0,5 19-4 15,-5-19-2-15,0 18-12 0,0-18-2 16,0 0 6-16,-5 18-3 0,5-18-8 0,0 0-7 0,0 0 9 16,-13 12 2-16,13-12-7 0,0 0-1 15,-17 0 2-15,17 0-1 0,0 0-15 0,0 0 3 16,0 0 5-16,0 0-2 0,-8-37-3 0,8 37-2 16,13-27-1-16,-5 11 1 0,-2 0-4 0,6 0 5 15,-2 1-12-15,0-3 5 0,6-3-4 0,-3 6 4 16,-1 0 2-16,1 1 6 0,0 1-17 0,0 0 11 15,-2 1 5-15,1 5-4 0,-3-2 8 0,-2-1-17 16,-7 10 1-16,14-10 7 0,-14 10 1 0,12-11 2 16,-12 11-3-16,0 0 7 0,9-8 3 0,-9 8 5 15,0 0 1-15,0 0-5 0,0 0 2 0,0 0-4 16,0 0-1-16,0 0 4 0,0 0-10 0,0 0 13 16,0 0-13-16,0 0 4 0,-26 32 1 15,26-32-5-15,-13 26 1 0,6-13-1 0,0 1 8 16,1 2-1-16,6-16-4 0,-6 22 1 0,2-10-4 15,4-12 2-15,-2 18 7 0,2-18-5 0,2 18 0 16,-2-18 3-16,0 0-6 0,5 16 4 0,-5-16-8 16,0 0 4-16,0 0-8 0,15 6-3 0,-15-6-4 15,0 0 13-15,0 0-5 0,0 0 5 0,0 0-5 16,29-17 0-16,-29 17 6 0,10-11 1 0,-10 11-6 16,8-16-2-16,-8 16 6 0,7-16 2 0,-7 16 2 15,5-20 3-15,-5 20-9 0,5-15 2 0,-5 15 12 16,4-13 13-16,-4 13-10 0,0 0 0 0,0 0 0 15,0 0-8-15,8-14-7 0,-8 14 11 16,0 0-4-16,0 0-3 0,0 0-2 0,0 0 0 16,0 0-1-16,21 26 1 0,-21-26-7 0,7 15-41 15,-7-15-22-15,6 13-38 0,2-5-114 0,-8-8-239 16,0 0 107-16</inkml:trace>
  <inkml:trace contextRef="#ctx0" brushRef="#br0" timeOffset="-167942.25">1943 15983 53 0,'0'0'204'0,"0"0"-22"0,-1-17-21 15,1 17-18-15,0 0-7 0,0 0-5 0,0 0 0 16,0 0-14-16,13 49-8 0,-7-23 0 0,-3-1-14 15,2 2-11-15,1-3-3 0,-4 2-7 0,-2 1-3 16,3-2-11-16,-1 1-7 0,-1-8-2 0,-1 7-10 16,0-5-19-16,1-2-19 0,-1-2-36 0,0-16-44 15,0 26-36-15,0-16-36 0,0-10-142 0,-2 19-313 16,2-19 139-16</inkml:trace>
  <inkml:trace contextRef="#ctx0" brushRef="#br0" timeOffset="-167683">1887 16186 119 0,'12'-6'129'0,"-12"6"-23"0,24-9-6 16,-10 5-7-16,3-2-4 0,-3 3-13 0,-14 3-9 15,32-6 2-15,-21 4-5 0,-11 2-7 0,26-5-3 16,-26 5-8-16,23 0-3 0,-23 0-1 0,21 3-8 15,-21-3-1-15,13 7 1 0,-13-7-7 0,13 10 0 16,-13-10-5-16,12 12-1 0,-12-12 3 0,8 20-6 16,-5-10-2-16,-3-10 7 0,2 23-2 0,-2-23-11 15,2 19-24-15,-2-19-17 0,0 18-30 0,0-18-42 16,0 0-107-16,1 18-226 0,-1-18 100 0</inkml:trace>
  <inkml:trace contextRef="#ctx0" brushRef="#br0" timeOffset="-167012.12">2196 16150 7 0,'0'0'151'0,"-3"15"-14"0,3-15-14 0,0 0-7 15,0 0-10-15,0 15-7 0,0-15-9 0,0 0-10 16,0 0-7-16,10 16-9 0,-10-16-4 0,0 0-1 16,11 9 0-16,-11-9-8 0,0 0-6 0,0 0-1 15,18 0-5-15,-18 0-2 0,0 0 2 0,0 0-4 16,0 0-5-16,22-15-4 0,-22 15-2 0,8-13-1 16,-8 13-3-16,10-15 3 0,-10 15-5 0,9-17-7 15,-9 17 1-15,5-20-3 0,-1 10-2 0,-4 10 3 16,10-17-3-16,-10 17 2 0,6-17-1 0,-6 17-5 15,8-9-5-15,-8 9-4 0,0 0 4 0,15-6 3 16,-15 6-6-16,0 0 4 0,0 0-1 0,0 0 2 16,32 20 0-16,-24-12-6 0,-2 0 10 0,-6-8-4 15,8 16-1-15,-8-16-5 0,6 16 8 16,-6-16 2-16,3 14-3 0,-3-14-1 0,0 0 2 16,0 0 12-16,0 0-1 0,0 0-3 0,0 0 2 15,0 0-10-15,0 0 11 0,0 0-8 0,0 0 2 16,0 0 0-16,0 0 3 0,0 0-4 0,0 0 7 15,0 0 8-15,-14-46-5 0,14 46 2 0,14-26-2 16,-6 12 1-16,1-1 6 0,2 3 2 0,-2 3 1 16,-9 9 4-16,14-17 4 0,-5 10-5 0,-9 7-1 15,11-12 2-15,-11 12-4 0,15-1-4 0,-15 1 1 16,0 0 2-16,0 0-3 0,28 9 1 0,-28-9-6 16,12 13 5-16,-5-4 4 0,-7-9-10 0,11 19-16 15,-7-7-32-15,1 0-40 0,-5-12-57 0,5 23-56 16,-3-11-143-16,-2-12-355 0,0 0 157 0</inkml:trace>
  <inkml:trace contextRef="#ctx0" brushRef="#br0" timeOffset="-166200.51">719 16835 23 0,'0'0'137'0,"0"0"-24"0,0 0-8 0,0 0-5 16,0 0-14-16,0 0-4 0,0 0-8 0,-29 59-10 16,29-59-6-16,0 0-7 0,0 0 0 15,7 46-12-15,-7-46-3 0,0 0-1 0,0 0 2 16,13 33-2-16,-13-33-7 0,0 0 4 0,19 17-1 16,-19-17 2-16,0 0-2 0,0 0-4 0,0 0 0 15,0 0-2-15,36 5-3 0,-36-5-3 0,0 0 1 16,14-11-4-16,-11 4-1 0,-3 7 0 0,0 0-20 15,0 0 7-15,0 0 0 0,0 0-4 0,0 0-4 16,0 0 1-16,0 0-3 0,-16-69 1 0,16 69-6 16,0 0 2-16,-20-19 11 0,20 19-1 0,0 0 8 15,0 0-5-15,-17-19 4 0,17 19 10 0,0 0-12 16,0 0-14-16,0 0 11 0,0 0 4 0,0 0-1 16,0 0-9-16,0 0 6 0,0 0 5 0,0 0-10 15,0 0 9-15,0 0 2 0,23-19-7 0,-9 13 6 16,-1 2 2-16,4-3-5 0,-2 0 7 15,3-1-3-15,-3 2-4 0,-2-1 9 0,-3 0-5 0,-1 2-2 16,-1-3 2-16,0 1-2 0,-3 2 8 0,-5 5-3 16,6-11 10-16,-6 11 5 0,4-9 4 15,0 4-2-15,-4 5 0 0,0-11-3 0,0 11-2 16,0 0 4-16,0 0-4 0,-3-8-4 0,3 8-5 16,0 0-7-16,0 0 2 0,0 0-2 0,0 0-6 15,0 0 8-15,3 50 4 0,-1-25-3 0,-2 5 5 16,0 3-4-16,0 1 2 0,-2-1 0 0,2 13-2 15,0-14-2-15,0 2 2 0,0-1-2 0,0-2 1 16,0-5-3-16,0 2 30 0,2-3-9 0,-2-9-4 16,0 3-26-16,0-4-33 0,0-4-41 0,0 0-66 15,-2-2-154-15,2-9-322 0,0 0 142 0</inkml:trace>
  <inkml:trace contextRef="#ctx0" brushRef="#br0" timeOffset="-166034.51">836 17006 23 0,'20'-4'140'0,"-9"-1"-41"16,6 1-32-16,0-1-64 0,-1 1-59 0,1-1-59 15,2-3 26-15</inkml:trace>
  <inkml:trace contextRef="#ctx0" brushRef="#br0" timeOffset="-165714.93">1202 17062 49 0,'0'0'226'0,"0"0"-19"0,0 0-15 0,20-4-13 15,-20 4-18-15,0 0-16 0,16-14-14 0,-11 6-10 16,2-1-17-16,0 1-12 0,-7 8-4 0,8-17-9 15,-4 8-6-15,-4 9-9 0,5-20-3 0,-5 20-12 16,0-22-4-16,0 22-3 0,0 0 1 0,-9-25-7 16,4 17-9-16,5 8-4 0,-12-10-7 15,12 10-3-15,-15-6 1 0,15 6 4 0,-20-3-8 16,20 3-2-16,-19 7-6 0,9 0 2 0,3 3 5 0,-1 1-9 16,-1 2 6-16,0 3-4 0,4 1 4 0,1 1-4 15,1-1-2-15,3-5 6 0,3 2-3 0,1 3-3 16,1-4 2-16,1-4-2 0,3 1 9 0,-2-2-4 15,9 3-2-15,-3-2 6 0,-2-3-6 0,7-3-16 16,-5 0-24-16,3-2-28 0,-16-1-41 16,37-5-40-16,-21 1-191 0,-3 1-365 0,5-4 162 15</inkml:trace>
  <inkml:trace contextRef="#ctx0" brushRef="#br0" timeOffset="-165408.19">1373 16783 22 0,'0'0'199'16,"-10"-10"-19"-16,10 10-10 0,0 0-11 0,0 0 0 16,0 0-4-16,0 0-11 0,36-12-11 0,-19 5-4 15,4 1-8-15,-2-1-9 0,2 1-6 0,-1-3-13 16,-2 4 1-16,0-3-6 0,-1 4-4 0,-5 0-6 15,-12 4-7-15,18-6-2 0,-18 6-8 16,0 0 0-16,20-4 3 0,-20 4 3 0,0 0 1 0,0 0-5 16,0 0 3-16,13-3-9 0,-13 3 3 0,0 0-7 15,0 0-7-15,0 0-5 0,0 0-2 0,0 0-16 16,0 0-20-16,0 0-24 0,0 0-35 0,0 0-46 16,0 0-61-16,0 0-85 0,0 0-177 15,0 0-461-15,0 0 205 0</inkml:trace>
  <inkml:trace contextRef="#ctx0" brushRef="#br0" timeOffset="-162963.51">672 17467 180 0,'0'0'174'0,"0"0"-12"16,0 0-16-16,0 0-9 0,0 0-10 16,0 0-12-16,0 0-10 0,-27-34-16 0,27 34-1 15,0 0-6-15,0 0-13 0,0 0-3 0,0 0-5 16,0 0-4-16,0 0-9 0,-31-9 2 0,31 9-7 15,0 0-9-15,0 0-4 0,0 0-2 0,0 0-2 16,0 0-7-16,0 0-8 0,-48 38 10 0,48-38 1 16,-13 19-7-16,13-19-2 0,-13 23-3 0,13-23 4 15,0 0-4-15,-9 30-6 0,9-30 1 0,0 0-2 16,0 0 7-16,0 0-4 0,2 37 1 0,-2-37-9 16,0 0 0-16,0 0 8 0,0 0-3 15,0 0-3-15,0 0 3 0,0 0-1 0,0 0 5 0,0 0-2 16,0 0-3-16,0 0-1 0,0 0 3 15,0 0 2-15,0 0 0 0,0 0 1 0,0 0-4 16,0 0 2-16,0 0 3 0,0 0-8 0,0 0 0 16,0 0 4-16,0 0 1 0,0 0-8 0,60-58 4 15,-60 58 2-15,0 0-4 0,0 0-1 0,0 0 5 16,0 0-9-16,0 0-3 0,0 0 8 0,0 0-6 16,0 0 0-16,0 0 4 0,0 0-2 0,0 0-4 15,0 0 3-15,0 0-3 0,0 0 4 0,0 0 3 16,0 0-1-16,30 38-1 0,-30-38-10 0,18 32-15 15,-18-32-20-15,17 22-13 0,-17-22-22 16,19 26-23-16,-19-26-25 0,20 18-15 0,-20-18-97 16,0 0-264-16,24 21 117 0</inkml:trace>
  <inkml:trace contextRef="#ctx0" brushRef="#br0" timeOffset="-162766.42">803 17465 135 0,'0'0'174'0,"0"0"-23"16,0 0-15-16,0 0-22 0,0 0-2 0,0 0-18 15,0 0-14-15,0 0-3 0,0 0-2 0,0 0-10 0,0 0-16 16,0 0 9-16,0 0-7 0,0 0-6 16,-9 83-3-16,9-83-9 0,0 0-19 0,6 54-16 15,-3-36-21-15,1 0-32 0,0-5-41 0,-2 2-126 16,-2-15-240-16,2 20 107 0</inkml:trace>
  <inkml:trace contextRef="#ctx0" brushRef="#br0" timeOffset="-162371.04">1202 17343 8 0,'0'0'189'0,"0"0"-20"0,0 0-23 16,-2-9-9-16,2 9-18 0,0 0-8 0,0 0-14 15,0 0-6-15,0 0-13 0,9 37-4 0,-7-20 2 16,2 1-7-16,1 8-5 0,-2 2-6 16,-1-1-2-16,2-2-10 0,-3 4-7 0,-1-3 0 0,0-6 2 15,1 9-2-15,-2-4-11 0,2 0-9 16,-2 0-23-16,2-7-23 0,-2-2-39 0,0 0-31 15,1-3-19-15,-4-1-132 0,4-12-268 0,-4 23 119 16</inkml:trace>
  <inkml:trace contextRef="#ctx0" brushRef="#br0" timeOffset="-162150.86">1243 17493 33 0,'0'0'100'16,"0"0"-5"-16,0 0-3 0,0 0-18 0,31 11-3 15,-31-11-5-15,10 16-17 0,-10-16 9 0,4 18-9 16,-4-18-7-16,-2 21-4 0,2-21-6 0,-7 28-5 16,0-13-23-16,0 0-18 0,-2 1-32 0,-1-4-83 15,-2 1-139-15,0 1 62 0</inkml:trace>
  <inkml:trace contextRef="#ctx0" brushRef="#br0" timeOffset="-161777.12">1387 17677 71 0,'6'-10'165'0,"6"-3"-8"0,-3 0-7 15,-1 0-9-15,-1-2-12 0,1-1-7 0,0 0-14 16,1 1-6-16,-1 0-10 0,2 1 0 16,-6-1-6-16,1-1-9 0,-1 4-8 0,-4 12 0 15,2-21-2-15,-2 21-6 0,1-17-11 0,-1 17 1 16,4-15-1-16,-4 15-3 0,0 0-10 0,0 0-6 16,-4-16 0-16,4 16-5 0,0 0-8 0,0 0-9 15,0 0-8-15,0 0-1 0,-33 23-4 0,27-14-10 16,6-9-8-16,-11 18-5 0,7-8 1 0,4-10-14 15,-3 23 0-15,3-23-8 0,6 18 6 0,-6-18-5 16,12 18 10-16,-5-10-5 0,5-1 13 16,-12-7-1-16,17 14 3 0,-3-4-6 0,-3-3 9 15,-1 0-4-15,-10-7 8 0,19 11-1 0,-12-3 4 16,-7-8 12-16,14 17-12 0,-10-11-2 0,-4-6-12 16,6 14-17-16,-6-14-30 0,3 13-24 0,-3-13-14 15,0 15-64-15,0-15-194 0,0 0 87 0</inkml:trace>
  <inkml:trace contextRef="#ctx0" brushRef="#br0" timeOffset="-161576.75">1606 17559 66 0,'0'0'184'0,"0"0"-4"0,0-20-16 15,0 20-18-15,0 0-12 0,0 0-20 16,0 0-12-16,0 0-10 0,0 0-13 0,0 0-3 0,0 0-8 15,0 0-4-15,0 0-7 0,0 0-7 16,16 51-3-16,-16-39-12 0,3 5-21 0,-3-17-28 16,4 28-26-16,-1-17-47 0,-1 5-26 0,-2-4-124 15,0-12-256-15,4 22 114 0</inkml:trace>
  <inkml:trace contextRef="#ctx0" brushRef="#br0" timeOffset="-160834.78">1767 17570 2 0,'20'-7'165'15,"-20"7"-12"-15,0 0-4 0,0 0-10 0,0 0-3 16,0 0-5-16,0 0-13 0,0 0-13 0,0 0-2 16,-28-23-12-16,28 23-5 0,0 0-17 0,0 0-9 15,0 0-6-15,0 0-5 0,0 0-9 0,0 0-4 16,-29 19-2-16,29-19-4 0,-6 18-1 15,6-18-6-15,-2 21 2 0,2-21-6 0,3 21 2 16,-3-21-3-16,3 17-9 0,1-9 3 0,-4-8-5 0,10 16-4 16,-10-16-8-16,10 9 3 0,-10-9 8 15,11 5-6-15,-11-5 0 0,0 0 1 0,0 0-3 16,28-5 2-16,-28 5 7 0,16-11-1 0,-16 11-1 16,13-19 9-16,-8 8 4 0,-3-1-3 0,2 1 2 15,3-4 0-15,-7 0 0 0,2-2-3 0,-4-1-2 16,5 0 4-16,-4 2-4 0,-3 0-1 0,4-4-1 15,-5 1-2-15,2 0-2 0,1 2 6 0,-2 1-9 16,1 4 2-16,3 12 5 0,-2-17-3 16,2 17-1-16,-3-12-6 0,3 12 0 0,0 0-3 0,0 0 2 15,0 0-6-15,0 0 6 0,0 0-5 16,0 0 6-16,12 38-5 0,-7-14 0 0,0-5-1 16,0 5 4-16,-1-3 4 0,1-2-2 0,-1-2 3 15,0 3-7-15,3-3 5 0,0-3-1 0,0 2-4 16,1-4-3-16,1-4 0 0,0 1-4 0,-9-9 1 15,14 12-1-15,-14-12-4 0,18 3-8 0,-18-3 8 16,22-2 0-16,-22 2-2 0,24-5-8 0,-7-3 4 0,-3-3 2 16,1 0 2-16,-2 1 3 0,1 1-7 15,-3-5 4-15,-2 0-1 0,3 0 12 0,-10 1 1 16,-2 13-3-16,8-23 2 0,-5 13 11 0,-3 10 9 16,2-17 16-16,-2 17 4 0,0 0-2 0,0 0-4 15,-5-16-8-15,5 16 2 0,0 0 2 0,0 0-5 16,0 0 0-16,-33 23-9 0,24-7 3 15,4-1-2-15,-4 2 1 0,7-1-3 0,-1 2-10 16,4-1-22-16,-1 0-18 0,4-2-24 0,1-3-32 16,-5-12-21-16,22 21-32 0,-6-14-121 0,1-1-293 15,10-2 130-15</inkml:trace>
  <inkml:trace contextRef="#ctx0" brushRef="#br0" timeOffset="-159142.25">8000 16690 67 0,'0'0'54'0,"0"0"-4"16,0 0-2-16,0 0-5 0,0 0 1 0,0 0-9 15,0 0 1-15,0 0-5 0,0 0-3 0,0 0 0 16,0 0-1-16,0 0-6 0,0 0-7 0,0 0 5 16,0 0-10-16,0 0 11 0,0 0 2 0,0 0-2 15,0 0-2-15,20 12 3 0,-12-8 2 0,-2 1 3 16,3-1-4-16,0 0 4 0,4 1-6 0,-1 0 2 16,0 1-1-16,5 0-6 0,-1 1 3 0,2 0-1 15,2-1-1-15,0 3-5 0,1-2 2 0,4 2-3 16,2-1-1-16,-7-3-1 0,8 2-2 0,3 0 6 15,-3-4 2-15,5 5 11 0,2-3-2 0,-2 0 4 16,0-1 1-16,1-2 5 0,0 3 0 0,-1-2-6 16,5 0 2-16,0 0 2 0,-1-1-2 0,1-2 2 15,2 2 2-15,-1 0-6 0,1-1 2 0,12 0-12 16,-12-2 6-16,14-4-5 0,-4 3-1 0,4-1 7 16,0-3-11-16,-17 5 3 0,16-5-1 0,-3 3 1 15,-10 0-5-15,18 2 2 0,-19 0-3 0,14-5-6 16,-1 2 1-16,-12 0 9 0,11 0-3 0,0-2-9 15,-13 2 10-15,0-4-12 0,-1 4 7 16,0-2 3-16,1 1 0 0,-3-2 2 0,0 0 1 0,-1 2 2 16,-1-2-5-16,-5 1 7 0,0 0 0 15,-6 3-1-15,4-1-2 0,-6 0 3 0,-8 1-4 16,1 0 2-16,1 1-9 0,-2-1 4 0,-12 3 6 16,18-4 11-16,-12 4-1 0,-6 0 6 0,9-4 0 15,-9 4-4-15,7-3 2 0,-7 3-4 0,0 0-3 16,0 0-3-16,6-5 1 0,-6 5 0 0,0 0-7 0,0 0 0 15,0 0-2-15,0 0-4 0,0 0 1 16,0 0 0-16,0 0-3 0,0 0 0 0,0 0 3 16,0 0-6-16,10-1 0 0,-10 1 0 0,0 0-2 15,0 0 2-15,0 0-4 0,0 0-1 0,0 0 1 16,0 0-3-16,0 0 2 0,0 0 2 0,0 0-3 16,0 0 2-16,0 0 2 0,0 0-3 0,0 0 2 15,0 0 1-15,0 0-5 0,0 0 1 0,0 0 0 16,0 0 0-16,0 0 1 0,0 0 3 0,0 0-2 15,0 0 1-15,0 0-2 0,0 0 0 0,0 0-3 16,-22 19 5-16,22-19 0 0,-7 5-1 0,7-5 2 16,-6 7 0-16,6-7 1 0,0 0 2 0,-8 8-5 15,8-8 4-15,-5 7-6 0,5-7 0 0,-4 7 3 16,4-7-3-16,0 0 3 0,-7 12-4 0,7-12 2 16,-5 10 0-16,5-10 2 0,-2 9-1 0,2-9 1 15,-5 8-5-15,5-8 8 0,-4 8-3 16,4-8 5-16,0 0-12 0,-4 9 12 0,4-9-5 15,0 0 0-15,-4 8-1 0,4-8-1 0,-4 8 5 16,4-8-3-16,-4 11 0 0,4-11 3 0,-2 10-4 0,2-10-4 16,-5 9 1-16,5-9-2 0,-8 9-10 0,8-9 2 15,0 0-6-15,-4 9 2 0,4-9-6 0,0 0 3 16,-5 6-5-16,5-6-10 0,0 0 4 16,0 0-12-16,0 0-2 0,0 0-12 0,0 0-26 15,0 0-5-15,0 0-15 0,-5 8-27 0,5-8-101 16,0 0-252-16,0 0 112 0</inkml:trace>
  <inkml:trace contextRef="#ctx0" brushRef="#br0" timeOffset="-158217.75">9712 16725 29 0,'-7'4'38'0,"7"-4"-4"16,0 0-1-16,0 0 4 0,0 0 3 0,0 0 8 15,0 0-1-15,0 0 12 0,0 0-3 16,0 0-1-16,0 0 9 0,19 20 1 0,-9-16-3 16,0 0 1-16,4 0 3 0,3 0-10 0,1 1 1 15,1-1-9-15,2-1 3 0,5 3-2 0,-4-1-8 16,-3 0 0-16,12 1 4 0,-4 2-3 0,1 0-7 15,0 2 4-15,-3-3-8 0,-4 1 10 0,7 0-2 16,-2 2 7-16,3-2-2 0,1-1 0 0,0 4-2 16,0-1 7-16,3 2-7 0,4-5 0 0,0 3-9 15,11 4 7-15,1-2-4 0,-2 4-5 0,4-2 1 16,-12-5-2-16,12 5 2 0,2-1-7 0,4 1-3 16,-4-2 4-16,2-1-2 0,4 2-4 0,-1-7 1 15,-2 7 1-15,4-6-12 0,2 4 7 0,-1-4-5 16,0 4 3-16,0-2-12 0,-1 0 6 0,-2-2-3 15,0 0 1-15,1-1-4 0,2 2 3 0,-4-3 2 16,2 5 0-16,1-4-5 0,0 1 4 0,0 1-2 16,1-1-3-16,-2-3 1 0,-3 4-3 0,-3-1 3 15,4-2-2-15,-3 2 1 0,2-2 0 0,-2 4 1 16,1-5 0-16,-3 2 0 0,3-1 0 0,-4 1 2 16,-10-5-9-16,14 4 5 0,-1-2 0 0,-2 2 2 15,-12-2-2-15,10 0 0 0,2-1-4 0,-14 0 4 16,-2-1 0-16,2 1 0 0,2-1 30 0,-3-1-3 15,-1 3-1-15,-1-3-5 0,1 0 0 0,-2-1 1 16,2 1-7-16,-3 3 2 0,0-3-2 0,0 1-5 16,-1 1 3-16,-5-1-6 0,1 0 1 0,-6-1-2 15,-3 2 2-15,-4-2-4 0,-3 1 4 0,-12-1-2 16,20 0-5-16,-13 0 3 0,-7 0 2 0,0 0-4 16,15 1 2-16,-15-1 0 0,0 0 1 15,0 0-5-15,11 0 7 0,-11 0-1 0,0 0-3 0,0 0 4 16,0 0-5-16,0 0-2 0,0 0 7 0,0 0-2 15,0 0-3-15,12 2-1 0,-12-2 3 16,0 0-1-16,0 0 4 0,0 0-8 0,0 0 5 16,0 0-3-16,0 0 2 0,0 0 4 0,0 0-2 15,0 0 3-15,0 0 5 0,0 0-7 0,0 0 3 16,0 0-2-16,0 0-4 0,0 0-1 0,0 0 0 16,0 0-12-16,0 0 11 0,-31 6-2 0,19-1 3 15,1-1-4-15,0 1 2 0,1 0-4 0,-9 3 6 0,7-2-3 16,-5-1 1-16,3 2-17 0,3 0-14 0,-6 0-21 15,2-1-20-15,-3 0-24 0,1 0-32 16,4-2-37-16,1-1-33 0,-1 0-133 0,-2 0-357 16,5-5 158-16</inkml:trace>
  <inkml:trace contextRef="#ctx0" brushRef="#br0" timeOffset="-158010.69">13337 17168 95 0,'-4'-11'221'0,"-2"1"-8"16,-2-2-12-16,-1 1-9 0,-2-2-18 0,0 0-8 15,0 2-9-15,0-2-7 0,1 5-7 0,-1 0-15 16,3 1-12-16,-1-1-15 0,1 4-6 0,0-1-24 16,8 5-19-16,-9-7-20 0,9 7-26 15,0 0-24-15,0 0-29 0,-12-10-38 0,12 10-46 0,0 0-30 16,0 0-152-16,0 0-337 0,0 0 150 15</inkml:trace>
  <inkml:trace contextRef="#ctx0" brushRef="#br0" timeOffset="-157201.18">8846 16587 17 0,'0'0'13'16,"0"0"2"-16,0 0-1 0,-16 0-9 0,16 0-6 15,0 0-10-15,-13 2-11 0,13-2 5 0</inkml:trace>
  <inkml:trace contextRef="#ctx0" brushRef="#br0" timeOffset="-155165.96">14114 17209 25 0,'0'0'138'0,"0"0"-16"15,30-19-6-15,-20 16-16 0,-2-5-3 0,1 0-8 16,1 2-2-16,0-3 0 0,1 2-10 0,-2-1-4 16,5-6-1-16,-7 5 0 0,-1 0 2 15,1-1-2-15,-2 1-8 0,-5 9-6 0,4-21-3 16,-2 10-1-16,-2 11-10 0,-2-20 0 0,2 20-9 16,-6-19-3-16,-2 11 4 0,8 8-3 0,-11-14 1 15,1 9-1-15,10 5 2 0,-19-5-9 0,8 6 4 16,11-1-10-16,-23 4 6 0,10 1-5 0,-1 1-6 15,4 7 3-15,-4 0 9 0,4 2 1 0,-2 8 0 16,2-4 4-16,3 4-2 0,1-5-4 0,4 3-3 16,2-2-1-16,4 1-3 0,0-1 3 0,3-2-9 15,5 5-3-15,5-3-13 0,-3-6-15 0,8 4-17 16,-2-8-27-16,8 1-31 0,-1-1-29 0,0-3-28 16,-5-3-5-16,0-1-121 0,-3-1-299 0,-2-2 132 15</inkml:trace>
  <inkml:trace contextRef="#ctx0" brushRef="#br0" timeOffset="-154968.45">14414 17262 5 0,'1'-13'60'16,"-1"1"6"-16,0-4 2 0,0 16-6 0,-1-31 0 16,0 16 15-16,-1 5 17 0,2-7 14 0,0 17 8 15,-2-17 7-15,2 8 6 0,0 9-14 16,0 0-9-16,0-14-8 0,0 14-11 0,0 0-11 16,0 0-5-16,0 0-4 0,0 0-2 0,0 0-3 15,0 0-4-15,0 0-1 0,25 26-3 0,-16-12-6 16,0-5-14-16,4 7 5 0,-4 0-14 0,2-2-19 15,1-1-14-15,-1 2-21 0,-2-6-6 0,5 3-25 0,-6-3-24 16,1-3-14-16,1 1-24 0,-6-1-21 0,4-3-101 16,-5 2-263-16,-3-5 117 0</inkml:trace>
  <inkml:trace contextRef="#ctx0" brushRef="#br0" timeOffset="-154802.31">14512 17099 32 0,'0'0'150'0,"-9"-10"-9"0,9 10-6 0,-10-5-13 16,10 5-5-16,-19 6-4 0,6 0-5 0,-1 5-13 16,-8 6-7-16,2 3-6 0,2 3-10 0,0-1-11 15,6 1-6-15,-1-1-28 0,6-2-35 16,2-3-42-16,-1 0-32 0,4 0-39 0,2 0-69 0,2-5-206 16,2-2 92-16</inkml:trace>
  <inkml:trace contextRef="#ctx0" brushRef="#br0" timeOffset="-153966.92">14791 17057 58 0,'-9'-9'203'0,"9"9"-17"15,-9-5-17-15,9 5-11 0,0 0-10 0,-22 15-9 16,14-1-4-16,-3 2-11 0,6-5-17 0,-1 6-6 15,0 0-2-15,5 1-16 0,-1 1-2 0,2-2-11 16,3 2-4-16,1-4-6 0,4-1-9 16,-1 0-3-16,5-1-6 0,1-2 0 0,3-3-3 15,-1-1-7-15,6-1-5 0,0-5-3 0,4 2 0 16,-4-4-4-16,0 1-1 0,6-5-6 0,-6 1 2 0,-2-1 0 16,-1-1-1-16,-5 0 1 0,-1-3-4 0,2-1 3 15,-1 0-6-15,-8-1 1 0,5-1 0 0,-3-5-1 16,-1 2-3-16,-3-2-2 0,-3 1-3 0,0 5 2 15,0-5 2-15,-1 5-4 0,-3 1 4 16,4 10-8-16,-8-17 3 0,7 11-1 0,1 6 3 16,-12-9-4-16,12 9 0 0,-16-1 4 0,16 1-4 15,-21 6 4-15,12 2 4 0,-5 1-1 0,4 4 0 16,1-3-2-16,0 4 0 0,3 2 1 0,2-2 4 16,2-1-2-16,2 0 2 0,2-1 0 0,1-1-3 15,1 0 4-15,2-4-5 0,1 3 5 0,4-2-1 0,0-2 0 16,6 1-1-16,-6-5-4 0,5 0 6 15,-4-1-5-15,-12-1-2 0,25-3 4 0,-11-1-2 16,-4 2 1-16,0-4 2 0,0-1-2 0,-2 0-4 16,0-1 1-16,-3-2 0 0,2 0 2 0,0 0-2 15,-2-4 1-15,1-1 1 0,-3-1-3 0,3 1 2 16,-1 3 1-16,-2 0-6 0,2 0 6 0,-4 3 0 16,1 1 2-16,-2 8 3 0,3-10-1 0,-3 10-4 15,4-9-1-15,-4 9-2 0,0 0 3 0,0 0-3 16,0 0 0-16,0 0 3 0,7 24 1 0,-6-8 6 15,-2-1-4-15,2 1 0 0,-1 0 3 16,4 0-7-16,-4 1 2 0,0-5 1 0,4-2 0 16,-2 2 0-16,1-2-1 0,1 0-2 0,-2 0 2 0,-2-10-1 15,7 12 4-15,-1-8 0 0,-6-4-3 0,18 7 3 16,-7-6-2-16,3-2 3 0,-1-2-6 0,4-1 2 16,-4 1 0-16,-1-4-2 0,0 1 2 15,3-3-6-15,-2-3 2 0,-4 4-3 0,4-6-2 16,-3-1 4-16,-2 1-5 0,2-2-3 0,-4 2 3 15,-1-3 1-15,-1 5-5 0,-4 0 3 0,4 1 3 16,-1 1-2-16,-2 0 3 0,-1 10 0 0,1-15 1 16,-1 15-8-16,3-10-2 0,-3 10 6 0,0 0-5 15,0 0 6-15,0 0-2 0,0 0 2 0,0 0 2 16,0 0-3-16,0 0 3 0,-7 43 0 0,2-31 1 16,5 5-1-16,-5-3-2 0,2 2 2 0,-3 0 0 15,5-3 2-15,-4 2-2 0,-2-1 2 0,2 2 4 16,-1-2-4-16,2-4 1 0,-6 1-1 0,5-1 2 15,-3 0 2-15,3 0-10 0,-5-1-17 0,2-3-18 16,2 3-32-16,0-4-27 0,6-5-49 0,-12 8-49 16,7-3-141-16,5-5-366 0,0 0 162 0</inkml:trace>
  <inkml:trace contextRef="#ctx0" brushRef="#br0" timeOffset="-153036.54">15918 17011 76 0,'0'0'173'0,"-8"-17"-6"16,8 17-9-16,0 0-14 0,-21-1-4 0,7 3-2 15,-1 6-5-15,-1 0-7 0,1 5-5 16,-1 1-11-16,2 0-7 0,0 7-13 0,3-3-8 15,0 6-8-15,4-1-3 0,-1-4-9 0,6 0-4 16,-1-2-8-16,6 2-1 0,0-2-6 0,4-1-5 16,-1 0-6-16,3-2-13 0,0-5-10 0,1 0-11 15,0-2-7-15,-2-1-1 0,6-4-6 0,-2 2-4 16,-3-4-3-16,-9 0 2 0,23-3-1 0,-14 0 2 16,1-1 3-16,0-1 1 0,-2-3 1 0,-1 2 7 15,0-4-10-15,-1 0 13 0,1-1-2 0,-2-1-6 16,2-2 7-16,0-3 3 0,-3 1-4 0,-1 4-8 15,0-3 13-15,-3 1 1 0,0 14 0 0,5-22 1 16,-4 12 7-16,-1 10 12 0,0-12-3 0,0 12-4 16,4-10-2-16,-4 10 0 0,0 0-3 0,0 0 2 15,0 0 1-15,0 0 0 0,0 0-2 0,0 0-2 16,5 28 6-16,-4-17-2 0,-1-11 2 0,2 23-5 16,2-13 2-16,-2 3-1 0,5-3-2 15,-3 1 3-15,3 0-10 0,1 0 11 0,-1-4-1 16,4 1 2-16,-2-4-4 0,1 3 4 0,-1-3-4 0,-2-2 2 15,2 2-1-15,-9-4-4 0,13 0 1 0,-13 0 0 16,0 0-9-16,14-8 3 0,-14 8-7 0,5-10-1 16,-5 10 4-16,3-15-4 0,-3 15 0 15,-4-20-2-15,1 10-3 0,1 0 7 0,-2-2-4 16,2 0-4-16,2 12 3 0,-5-22 3 0,2 9 1 16,3 13-1-16,-3-21-10 0,2 11 13 0,1 10 3 15,0 0-6-15,0 0-3 0,3-18 6 0,-3 18-2 16,7-2 5-16,-7 2-4 0,0 0 7 0,0 0 4 15,26 17-6-15,-17-7 6 0,-3-3-2 0,-1 1 6 16,2 1-6-16,-2-1 2 0,-1 2-2 0,2-2 2 16,-2 1 1-16,-2-3 5 0,-2-6-6 0,4 10 0 15,-4-10-6-15,3 9 7 0,-3-9 1 0,0 0 2 16,2 9-2-16,-2-9 4 0,0 0-5 0,0 0 3 16,0 0-3-16,0 0 4 0,0 0 5 0,0 0-6 15,0 0-2-15,0-29 5 0,0 29 2 0,6-16-8 16,-1 7 6-16,2 1-5 0,0 0 1 0,2 0-3 15,1 2 0-15,-3-3 0 0,0 5 0 0,2-1 0 16,-9 5 2-16,15-4-3 0,-15 4-3 16,12-4 5-16,-12 4-5 0,0 0 4 0,16 9 0 15,-11-2-4-15,2 1 3 0,-3 0 3 0,0 2-6 16,-3 2 2-16,0-1-17 0,-1 2-11 0,1-1-34 16,2-1-21-16,-3 0-39 0,2-3-48 0,-2-8-138 0,2 21-331 15,3-14 147-15</inkml:trace>
  <inkml:trace contextRef="#ctx0" brushRef="#br0" timeOffset="-152627.59">16603 17019 36 0,'-12'-8'176'0,"4"6"-3"0,8 2-24 0,-16 8 4 16,8 0-6-16,-5 6 2 0,1 2-7 0,-3 6-3 15,4 2-10-15,1-1-9 0,0 0-11 16,5 0-8-16,4-3-7 0,1-1-5 0,1 0-9 0,3 0-2 16,3-2-3-16,5-2-10 0,1-1-3 15,5-2-8-15,6 2-2 0,3-4-8 0,-8-5-1 0,13-1-3 16,-1-1-6-16,1-3-3 0,-3 0-2 16,0-3-4-16,-2-2-5 0,2-3-4 0,-3 0 0 0,-11 0-6 15,1-1-1-15,-2-1 2 0,-4-1-6 0,-1-4-1 16,-1-1-2-16,-1-1-2 0,0 1 0 0,-4 0 0 15,-1-3-1-15,0 2-1 0,-3 2 2 0,-2 2-3 16,1 3 4-16,-1 0-2 0,-4 2-3 16,-1 0 5-16,8 8-2 0,-15-9-1 0,6 8 7 15,9 1 2-15,-21 5-7 0,9 2 7 0,-4 4-3 16,4 1 0-16,0 3 2 0,2 0-3 0,0 2 4 16,3-1-2-16,6 1-13 0,-2-1-4 0,5-5-26 15,1 5-25-15,0-5-25 0,5 5-32 0,-2-6-37 16,2 0-23-16,1-2-23 0,-3 1-110 0,4-3-340 15,-1 1 151-15</inkml:trace>
  <inkml:trace contextRef="#ctx0" brushRef="#br0" timeOffset="-152412.72">16924 17334 33 0,'0'0'31'0,"13"-5"9"0,-7 0 13 0,-6 5 18 15,10-9 7-15,-2 0 21 0,-3 2-4 0,-1-4-9 16,1 3 9-16,-1-2 7 0,-3-1 5 0,2 0-1 16,2-3 1-16,-2-1-8 0,1 4-3 0,2-5 0 15,0 0-4-15,0 6 8 0,4-5-6 0,-1-1-1 16,3 2-2-16,2 1 1 0,-1 1-9 0,1 2 2 15,0 1-2-15,-1 4-10 0,-4 2-11 16,-2 0-3-16,-7 3-4 0,16 3-5 0,-16-3 3 16,15 8-4-16,-6 2-1 0,-3-1-8 0,-2 2-2 15,1 4-5-15,-3 2 0 0,-1-2-6 0,0 4-11 16,-1-3-30-16,0 1-18 0,0-1-40 0,0-5-36 16,0-2-45-16,0-9-57 0,0 20-166 0,0-20-407 15,1 11 180-15</inkml:trace>
  <inkml:trace contextRef="#ctx0" brushRef="#br0" timeOffset="-152176.55">17305 16844 25 0,'0'0'240'0,"0"-13"-22"0,0 13-25 16,0 0-22-16,0 0 3 0,0 0-16 0,0 0 6 15,0 0-13-15,4 58-7 0,-4-32-11 16,-2 4-16-16,1-2-16 0,-3 1-1 0,-1 2-9 0,-1-1-13 16,1 2-4-16,-1-5-7 0,0 3-7 15,1-5-27-15,0 1-31 0,1-8-23 0,3 1-34 0,-2-3-32 16,2-1-37-16,0-3-46 0,1-2-170 0,-3 0-368 16,3-10 163-16</inkml:trace>
  <inkml:trace contextRef="#ctx0" brushRef="#br0" timeOffset="-151600.43">17361 17049 32 0,'15'-1'194'16,"-15"1"-1"-16,15 5-8 0,-5 0-10 0,-3 3-13 15,3 2-2-15,-1-2-18 0,0 6-11 0,-1 0-12 16,2 1-16-16,-3 1-5 0,-4-5-12 0,0 2-5 15,-2-3-10-15,1 2-8 0,-1-2-5 0,-2 0-7 16,-1-2 1-16,2-8-11 0,-2 12 3 0,0-7-8 16,2-5-2-16,-3 7 1 0,3-7-9 0,-4 4 1 15,4-4-4-15,0 0-3 0,0 0-2 16,0 0-3-16,0 0 4 0,-9-17-11 0,9 17-6 0,0 0-2 16,7-26-3-16,-3 14-9 0,5-2 7 15,-1 0-4-15,5 0 0 0,-2-2-2 0,1 0 5 0,0 3-3 16,1-1-2-16,1 2 5 0,-2-2-2 0,1 4 4 15,-4 0-2-15,-4 3 4 0,0 2 9 0,-5 5 9 16,9-9-3-16,-9 9 6 0,5-7-10 16,-5 7-3-16,0 0 1 0,0 0 2 0,0 0 5 15,0 0-3-15,0 0 11 0,-13 26-3 0,7-14 2 16,-2 2-7-16,3-2 1 0,0 0 0 0,-2-1-6 16,5 5 5-16,-1-4-4 0,-1-1 1 0,4 0-1 15,2 0-2-15,-1-3 1 0,2 1 2 0,-3-9-3 16,14 13 1-16,-5-9-3 0,-3-2-3 0,-6-2 2 15,23-1-4-15,-11 0 2 0,-1-2 2 0,-1-1 2 16,-2-1-3-16,2-4-1 0,-1 3 1 0,-5-3-2 16,2 0 1-16,-1-2-1 0,3 2 3 0,-6-2-6 15,5-1 3-15,-2 1 1 0,-1 2-2 0,-4 9 3 16,1-12 2-16,-1 12-3 0,0-10 8 0,0 10-10 16,0 0 1-16,0 0-3 0,0 0 4 0,0 0 0 15,0 0 3-15,0 0-3 0,0 0 3 0,-14 32-9 16,10-19 6-16,-2 2 0 0,5 1-12 0,-2-1 1 15,3-2-23-15,4 3-22 0,0-1-24 0,5-2-26 16,2 0-40-16,3-2-49 0,0-2-177 0,4 0-399 16,0-4 176-16</inkml:trace>
  <inkml:trace contextRef="#ctx0" brushRef="#br0" timeOffset="-151366.93">17965 16856 15 0,'-6'-12'229'0,"6"12"-22"0,0 0-8 15,0 0 8-15,0 0-8 0,0 0-4 0,-1 32-4 0,1-14-27 16,0 8 9-16,1-1-29 0,0 3-3 16,-1-3-10-16,-1 1-16 0,2 2-10 0,1-3-11 0,-2 3-7 15,-2-4-11-15,1 1-12 0,0 0-28 16,-1-9-26-16,0 2-35 0,2-2-48 0,-1-1-37 15,-2-3-47-15,3-2-61 0,-4 0-149 0,2 0-397 16,2-10 176-16</inkml:trace>
  <inkml:trace contextRef="#ctx0" brushRef="#br0" timeOffset="-151078.56">17862 17057 160 0,'10'-3'184'16,"3"1"-18"-16,4 1-9 0,3-3-15 0,-1 1-12 16,-1 2-11-16,1-1-9 0,-2 2-11 0,2-2-5 15,-2 2 0-15,-2-1-15 0,0 1-8 0,-1 0-2 16,-2 0-11-16,0 0-4 0,-12 0 1 0,20 3 0 16,-11 0-5-16,-9-3 6 0,11 7-7 0,-3 0 11 15,-4-2-8-15,2 4 3 0,-1 0-8 16,-1 3 0-16,-1-2-4 0,-2 2-5 0,1 4-7 0,-2-4 1 15,2-1 1-15,-4 2-8 0,2 5 0 0,2-6-11 16,-5-1-16-16,4 0-28 0,-1-11-19 0,-1 21-28 16,1-21-40-16,1 14-35 0,-2-7-44 0,1-7-126 15,-5 10-348-15,5-10 153 0</inkml:trace>
  <inkml:trace contextRef="#ctx0" brushRef="#br0" timeOffset="-150913.76">18144 16826 120 0,'0'0'109'0,"0"0"-15"0,0 0-40 0,0 0-43 16,0 0-33-16,0 0-39 0,0 0-67 0,-2 44 30 15</inkml:trace>
  <inkml:trace contextRef="#ctx0" brushRef="#br0" timeOffset="-150361.04">18252 17063 66 0,'0'0'150'0,"0"11"-4"16,0-11-14-16,-3 17-13 0,2-7 1 16,-3 1-12-16,2 1-4 0,2-2-7 0,0-10-13 0,0 20-5 15,0-7-6-15,3-4-3 0,-3-9-8 0,9 17-8 16,-4-9-8-16,4-1 5 0,-1 0-12 0,3-1-1 15,-2-1-1-15,-9-5-7 0,18 3-3 16,-18-3 1-16,14 0-5 0,-14 0-4 0,16-3-1 16,-16 3 1-16,12-4-3 0,-6-2-3 0,-6 6-1 15,11-10 0-15,-7 3 0 0,0-2-4 0,-4 9 3 16,2-20-3-16,1 10-3 0,-3 1 0 0,0 9 0 16,-3-24 0-16,2 13 0 0,1-2 0 0,-3 3-1 15,3-9 1-15,0 5-2 0,0 5 2 0,3-3 7 0,-3 12 5 16,1-12 4-16,-1 12-5 0,3-10 1 15,-3 10-3-15,8-8 9 0,-8 8 1 0,19 0 10 16,-19 0-3-16,23 8 0 0,-8 0 4 0,-2 3 4 16,-3 2 0-16,3 1 0 0,-2 0-2 0,-3 4-1 15,1-4-4-15,-1 3 0 0,2-2 0 0,-4 0-1 16,-2-3-4-16,-1-1-3 0,-1-1-1 0,2-2-1 16,-4-8-3-16,5 11 4 0,-5-11-2 0,0 0 0 15,0 0-1-15,-7 11-4 0,7-11 2 0,0 0-4 16,0 0-1-16,0 0 0 0,0 0-4 0,-21-18 1 15,18 7-1-15,3 11-2 0,-2-17-1 0,6 6 0 16,-1 0 1-16,5-3-7 0,1-2 7 0,1 1-9 16,3-2 4-16,-1 2 2 0,7-4-1 0,-6 5-1 15,3 4 0-15,-2-2-1 0,-2 5 0 0,-1 1 2 16,1 2-3-16,-1 0 2 0,-2 1-4 0,-9 3 0 16,17 0 1-16,-17 0 1 0,17 7-1 15,-9-1 1-15,-1 2 0 0,-2 0 2 0,-4 2 4 16,2-1-14-16,-2 1 8 0,-1-10-25 0,-1 20-25 0,-1-10-28 15,2-10-35-15,-2 18-49 0,1-11-55 0,-2 4-162 16,3-11-410-16,0 0 181 0</inkml:trace>
  <inkml:trace contextRef="#ctx0" brushRef="#br0" timeOffset="-149750.32">19021 16994 61 0,'-10'8'219'0,"1"1"-13"16,0 1-14-16,1 0-20 0,2 0-12 0,-1 2-14 16,4-2-14-16,0 1-7 0,2 1-12 0,-1-2-9 15,4 2-5-15,0-2-10 0,1-2-8 0,2 0-9 16,0 1-3-16,0-4-9 0,2-1-7 0,-1-2-3 15,2 1-7-15,-8-3 2 0,12 3-13 16,-5-3 5-16,-7 0-4 0,0 0-3 0,17-11-2 16,-12 7-5-16,-5 4-3 0,8-14-1 0,-6 3-4 0,0 2-9 15,-2-4 1-15,-1-2-2 0,2-1-5 0,-5 0-2 16,2 0 0-16,-1 0-1 0,-2 3-2 0,0-4-2 16,3 5 5-16,-1 0 2 0,1 3 6 0,2 9 2 15,-6-16 1-15,5 10 2 0,1 6-4 0,-3-9 0 16,3 9-7-16,0 0 3 0,0 0-1 0,0 0-1 15,0 0 3-15,11-13 1 0,-11 13-2 16,23 0-1-16,-8-1-2 0,7 1 5 0,-3 0-5 16,0-2 5-16,0 1-3 0,-1-1 0 0,0-2 1 15,1 1 1-15,-7-1-3 0,-2 1 2 0,-10 3-1 16,19-8 5-16,-10 0-5 0,0 2 3 0,0-2 5 16,-1 0-5-16,-3-7-1 0,-3 5 1 0,-2 10 0 0,4-23 2 15,-1 11-11-15,-2-1 9 0,-1 13 1 16,-5-23-3-16,4 14 8 0,1 9 4 0,-3-14 4 15,3 14 3-15,0 0-10 0,-2-13-5 0,2 13 2 16,0 0 0-16,0 0 11 0,0 0 7 0,-11 36-2 16,6-17-3-16,1 6 0 0,-2 4 1 0,2-2 8 15,2 2 4-15,-1 2-12 0,1-5 13 0,2 0-4 16,-2 2-1-16,2-2-8 0,-1-1 3 0,2 2-4 16,1-2-1-16,-2-6 4 0,3 8-8 15,-3-4-2-15,6 1-15 0,-4-7-31 0,4 0-25 0,-3-1-46 16,1-4-34-16,-2-1-51 0,0 1-50 0,-2-3-182 15,0-9-453-15,-6 11 201 0</inkml:trace>
  <inkml:trace contextRef="#ctx0" brushRef="#br0" timeOffset="-149597.68">19169 17048 159 0,'0'0'168'15,"14"-12"-23"-15,-5 9-9 0,4-1-21 0,4 2-23 16,3-3-48-16,8 0-39 0,5 3-53 0,3-1-88 16,0-3-148-16,16 2 66 0</inkml:trace>
  <inkml:trace contextRef="#ctx0" brushRef="#br0" timeOffset="-149149.79">19674 16722 40 0,'0'0'214'0,"0"0"-22"0,0 0-16 16,0 0-16-16,0 0 1 0,0 0-1 0,0 0-11 15,0 0-6-15,4 44-6 0,-2-26-13 0,2 10-13 16,-1-1-5-16,-2 0-6 0,1 0-3 0,-1 0-11 15,0-2-6-15,-2-6-7 0,0 5-4 0,-1-6-11 16,1-2-11-16,0 1 1 0,-2-1 0 16,3-4-4-16,-3-2-8 0,3-10-3 0,4 17 0 15,-5-12-7-15,1-5 0 0,0 0 0 0,-3 16-1 16,3-16 0-16,2 4 2 0,-2-4-4 0,0 0-6 16,0 0-1-16,0 0-1 0,0 0-2 0,0 0-2 15,11-29 2-15,-3 18-8 0,2-2 2 0,3-1-6 16,7-4 2-16,-1 1-2 0,2 2-3 0,-4 2 6 0,-2 5-5 15,3 0 1-15,-5 2-3 0,2 0 6 0,-3 3-4 16,0 1-1-16,0 3 6 0,-12-1 3 0,21 6-1 16,-10 0 4-16,-2 1-2 0,-1 1 1 15,-1 2-4-15,-1 1 3 0,1 3 3 0,-3-2-4 16,1 4 1-16,-3-2-4 0,2-2-21 0,-3 2-27 16,2-4-31-16,-3 0-35 0,0-10-37 0,2 17-47 15,-2-17-41-15,-1 11-143 0,1-11-410 0,0 0 181 16</inkml:trace>
  <inkml:trace contextRef="#ctx0" brushRef="#br0" timeOffset="-148864.03">19996 16959 67 0,'0'0'163'0,"0"0"9"0,0 0-2 15,0 0-7-15,0 0 1 0,0 0-14 0,0 0-7 16,9 30-6-16,-5-21-11 0,0-2-12 15,3 1-8-15,0 0-10 0,3-2-6 0,-2 2-13 16,2-2-5-16,0-2-3 0,0 0-6 0,-1-2-1 16,-9-2-5-16,17 0-1 0,-17 0 3 0,17-4-6 0,-7-2 1 15,-4 1-3-15,1-4-7 0,-1 1 0 0,-1 1 6 16,1-3-8-16,-6 10 0 0,3-21-12 16,-2 10 4-16,-1 11-6 0,-4-23-2 0,1 11-3 0,-2 0-3 15,-2 4-8-15,-1-1-8 0,-3 4-14 16,-1-2-18-16,12 7-15 0,-25-8-24 0,13 9-26 15,12-1-44-15,-25 3-40 0,15-1-220 0,-4 1-429 16,14-3 190-16</inkml:trace>
  <inkml:trace contextRef="#ctx0" brushRef="#br0" timeOffset="-148626.03">20296 16729 26 0,'0'0'252'16,"6"-10"-14"-16,-6 10-22 0,0 0-21 0,4-13-18 16,-4 13 3-16,0 0-1 0,0 0-7 0,0 0 2 15,12 35-12-15,-9-16-16 0,1-2-5 0,-2 12-2 16,1-3-17-16,-1 0-9 0,1 2-14 0,1-2-8 16,-2-7-11-16,3 8-9 0,3-4-3 15,-5-5-29-15,0 2-17 0,0-4-27 0,-3-3-39 16,1-1-41-16,1 0-52 0,-2-1-42 0,1-1-44 15,-1-10-183-15,0 0-438 0,-7 18 194 0</inkml:trace>
  <inkml:trace contextRef="#ctx0" brushRef="#br0" timeOffset="-148086.04">20385 17072 62 0,'11'-11'182'0,"-3"8"0"0,-1-3-6 0,1-1-8 16,1 0-12-16,3 0-15 0,-3 0-9 0,2 0-11 15,0-1-7-15,0 1-12 0,-1-2 0 0,-2 0-17 16,1 1 3-16,-2-2-10 0,1 0-3 0,1-3-5 16,-3 0-10-16,-2 2 0 0,0 0-4 0,0-2-5 15,0 3 3-15,-4 10-2 0,5-18-3 0,-5 18-2 16,1-13 5-16,-1 13-7 0,-1-13-10 0,1 13-1 16,0 0-15-16,0 0 6 0,0 0-1 0,0 0-4 15,0 0 3-15,-27 27-4 0,17-11-2 0,5-1 1 16,-2-1-2-16,3 2 3 0,-1 0-5 0,4 2 3 15,1-1-2-15,1-5 1 0,0 1-2 0,5-1 3 16,0-3-8-16,3 1 5 0,1-2 0 16,2 0-2-16,3-2 0 0,2-1 1 0,4-2-8 15,1-2 7-15,-3-2-1 0,2 0 0 0,-3-3-1 0,1 1-2 16,-1-4 0-16,-2-3-3 0,1 2 3 0,-3-4-5 16,0-1 6-16,0-1-5 0,-2-3-2 0,0 2 0 15,0 0 3-15,2-7 3 0,-8 3-6 0,2 2 0 16,-2-2 0-16,2-6 2 0,-4 7 0 0,1 4-1 15,-2 2-1-15,0 1 0 0,-1 5-1 16,-2 6-2-16,1-11-3 0,-1 11 1 0,0 0-7 16,0 0 5-16,0 0 0 0,0 0 0 0,0 0 0 15,0 0 1-15,-6 42 3 0,3-23-1 0,-2 4 3 16,-4 1-5-16,3 1 6 0,0-5-5 0,-1 2 3 16,3-3 3-16,-4 0-3 0,3 0-2 0,0-2-1 15,1 0 3-15,-1 1-2 0,1-3 3 0,2 0-2 16,-1-4-1-16,-2-1-1 0,3-3 3 0,0 3-2 15,0-4-15-15,0 1-6 0,1 0-12 0,1-7-16 16,0 0-17-16,-4 12-37 0,4-12-29 0,-9 5-50 16,9-5-56-16,0 0-129 0,-15-2-400 0,15 2 177 15</inkml:trace>
  <inkml:trace contextRef="#ctx0" brushRef="#br0" timeOffset="-147142.16">21448 16866 123 0,'0'0'219'0,"0"0"-12"0,0 0-20 15,-12-6-17-15,12 6-9 0,0 0-12 0,-14 11-6 16,4 2-4-16,1 0-13 0,-1-1-8 0,1 5-3 16,1-2-14-16,1 2-6 0,3-2-9 0,-1 1-9 15,0 1-4-15,2-4-9 0,1 3-2 0,2-3-8 16,1-1-3-16,-1-1-9 0,2-1 4 0,5 2-9 16,-3-3 2-16,-1-4-8 0,4 3-1 0,-3-5-2 15,1 0-5-15,-5-3-1 0,0 0 1 0,19 3-1 16,-19-3-3-16,13-8-1 0,-6 4-4 0,1-1 2 15,-2-4-5-15,1 0 1 0,-3-1 2 0,1-6-5 16,-3 6-4-16,1-7 1 0,-4 0 0 0,1 3-1 16,0-4 0-16,-3 1 0 0,2 1-5 0,-2-3 2 15,2 3 3-15,0 0-5 0,1 0-5 0,-2 5 2 16,2 11-1-16,2-16-1 0,-2 7 0 0,0 9-1 16,5-12-1-16,-5 12-6 0,0 0 11 0,16-4-12 15,-16 4 9-15,0 0 4 0,35 17 4 16,-20-4 3-16,1-1 4 0,4 8 4 0,-3-2-2 15,-3-2 3-15,0 7 1 0,-2-7 1 0,-1 0 2 0,-3-2-3 16,2 1 2-16,-4-1-15 0,0 0 10 0,0-5-2 16,-4 1 4-16,1-3-9 0,-3-7 6 15,5 10 4-15,-5-10 1 0,0 0-5 0,0 0 3 16,-9 10 0-16,9-10-3 0,0 0-4 0,0 0 4 16,0 0-3-16,-19-16 1 0,19 16-3 0,-7-15 0 15,5 6 0-15,2 9 3 0,2-25-4 0,3 13-2 16,0-3 4-16,3-2-2 0,4 1-2 0,4-7 2 15,3 5-3-15,-6 6-2 0,4-1 0 0,-2 1-4 0,4 3 1 16,-5 2 1-16,-2 2 3 0,1 0-2 16,-2 2 2-16,-11 3 4 0,23 3-2 0,-23-3 1 15,19 8-4-15,-12-1 6 0,-1 2-2 0,1 1-14 16,-2 2 17-16,-2 2 0 0,-1-1-4 0,-2 3 3 16,0-3-25-16,0 2-29 0,-2-3-36 0,4 4-34 15,-2-16-52-15,1 22-65 0,-1-11-221 0,0-11-490 16,1 16 216-16</inkml:trace>
  <inkml:trace contextRef="#ctx0" brushRef="#br0" timeOffset="-146682.51">22040 16793 121 0,'12'1'179'0,"5"3"-12"0,-5 3-9 15,3 1-10-15,-4-1-20 0,2 7-6 0,-3-1-9 0,-2-2-7 16,-3 4-7-16,2-1-4 0,-5 1-3 16,2-4-9-16,-3 3-2 0,2-3-10 0,-6-2-4 15,6 1-5-15,-3-1-1 0,0-9-7 0,-4 13-6 16,5-8 8-16,-1-5-2 0,0 10 11 0,0-10 11 15,0 0 8-15,0 0 6 0,-1 9-8 0,1-9-9 16,0 0-2-16,0 0-9 0,0 0-3 0,0 0-9 16,-13-17-3-16,13 17-9 0,1-16-2 0,2 5-4 15,-3 11-3-15,5-24-2 0,0 12-3 0,5-3-6 16,3-9 3-16,4 1-3 0,0 2-4 0,2 0 3 16,1 0-6-16,1 3 5 0,-5 7-3 0,8-5-4 15,-6 7 4-15,1 1-3 0,-2 2 0 0,-3 5-1 16,-1-1-1-16,1 4 4 0,-4 2 0 0,1 1 6 15,-1 1-4-15,2 5-1 0,-2-1 0 16,-3 1 0-16,1 3-2 0,-3 2-2 0,-3 2 5 0,2-1-3 16,-2 3 5-16,-1 0-10 0,-2-2-19 0,1-1-35 15,-3 2-27-15,2-3-37 0,-2 0-50 0,4 0-60 16,1-2-61-16,-6-4-141 0,4 2-460 0,0-12 204 16</inkml:trace>
  <inkml:trace contextRef="#ctx0" brushRef="#br0" timeOffset="-146310.92">22694 16993 146 0,'10'-17'210'16,"7"-3"-5"-16,1-3-11 0,0-1-11 0,-4 2-12 16,4-3-12-16,-4 2-8 0,0 0-5 0,-4 1-16 15,0-2-3-15,-1-1-7 0,-3 7-5 0,1 0-16 16,2-1 0-16,-5 5-4 0,1 2-1 0,-3 2-7 15,-2 3-3-15,0 7-4 0,3-12-15 16,-3 12-7-16,0 0-7 0,4-8-5 0,-4 8-7 16,0 0-2-16,0 0-4 0,-30 13-4 0,16-4 0 15,3 3-9-15,-1 0 5 0,-1 1-7 0,5-5-5 16,1 3-1-16,1-1-6 0,2 0-5 0,1 1-5 16,2 2 1-16,0-1-2 0,6 3-2 0,-3-3-3 15,6 2 1-15,2-1 2 0,-1-4-3 0,4 4 6 16,1 1 0-16,-2-4-2 0,-3-1 4 0,1 1-4 15,-3 0 1-15,0-3 0 0,-2 4-1 0,0 0-7 16,-1-4 9-16,2 2 3 0,-6-9-5 0,0 19 4 16,-1-11-2-16,1-8-4 0,-11 17-19 0,2-10-30 15,0 1-33-15,-3-2-39 0,2-1-47 0,1-1-69 16,-9 3-142-16,18-7-420 0,-22 5 186 0</inkml:trace>
  <inkml:trace contextRef="#ctx0" brushRef="#br0" timeOffset="-146094.48">23072 16797 37 0,'0'0'229'0,"0"0"-20"0,8-4 0 16,-8 4-2-16,0 0-9 0,0 0-7 0,0 0-16 15,5 23-6-15,-4-8-16 0,-3 1-11 16,2-3-16-16,-4 3-10 0,2-2-9 0,0 2-12 15,-2-4-12-15,3 3-24 0,-2-3-28 0,2 0-31 0,1-3-47 16,0 5-34-16,3-5-54 0,1 1-52 0,0-2-161 16,-4-8-377-16,2 12 167 0</inkml:trace>
  <inkml:trace contextRef="#ctx0" brushRef="#br0" timeOffset="-145935.19">23059 16620 136 0,'0'0'151'15,"0"0"-11"-15,0 0-43 0,0 0-63 0,0 0-59 16,0 0-65-16,0 0-96 0,0 0 44 0</inkml:trace>
  <inkml:trace contextRef="#ctx0" brushRef="#br0" timeOffset="-145288.36">23384 16788 26 0,'22'1'224'0,"-16"0"-14"0,-6-1-3 15,13 0-11-15,-13 0-12 0,0 0-10 16,10 1-12-16,-10-1-13 0,0 0-17 0,0 0-8 16,0 0-14-16,0 0-5 0,0 0-5 0,-16 21-8 15,4-14-7-15,-2 3-7 0,0 0-9 0,1 2-8 16,2-5-7-16,1 2-5 0,0 4-3 0,2-3-7 0,1 3-1 15,3-3-5-15,2 3-5 0,-1-4-1 16,3 3-2-16,0-1-9 0,3-2 7 0,-1 1 2 16,4-1-8-16,0 0 3 0,4-2 0 0,0-2-1 15,3 1-1-15,0-3-3 0,0 0-3 0,5-3-2 16,-6-2 1-16,2-2-2 0,-2-1 2 0,1-1-3 16,-1-6-2-16,1-2 2 0,0-1-3 0,0-8 3 15,0-2 0-15,-2 1-2 0,-3-4-1 0,-4-1-1 0,2 0-1 16,-1-1 0-16,-1 1 1 0,0 0-2 15,-2-3 0-15,0 0-1 0,-1 1 3 0,0 0-6 16,-1-1 2-16,2 6 5 0,-4 2 7 0,5 7 6 16,-2 4 2-16,-1 3 3 0,1 1-4 0,-1 9-1 15,0-13-12-15,0 13 2 0,0 0 0 0,0 0-6 16,0 0 3-16,0 0 0 0,13 32 1 0,-10-12 2 16,-3 5-2-16,3 1-10 0,-1 2 10 0,2 0 4 15,-2 2 0-15,-1-2-1 0,-1 2 3 0,3 0-2 16,-2-3-2-16,3-2 0 0,0 3-2 0,-2-8 3 15,2-1-3-15,7 5 1 0,-9-9-3 0,2 2 0 16,1-2-2-16,-1-4 5 0,2-1-3 0,1-3-3 16,-1 0 3-16,4-2 4 0,-1 0-1 0,0-4-2 15,4 2 1-15,-13-3 0 0,27-5-2 0,-11 1 6 16,2-3-6-16,-1-3 3 0,5-5-7 0,-1-1 6 16,-5 2-1-16,4-3 0 0,-3-5-4 0,-2 2-2 15,-3-2 3-15,-2 4 0 0,-4 1-5 16,-2 1 2-16,-3 2-1 0,-2 4 5 0,-3-2-6 15,0 3-11-15,-5-1 11 0,2 6 2 0,-4 0 0 16,11 4 0-16,-30 4-4 0,8 2 3 0,3 4-1 16,-3 1 3-16,6 1 2 0,3 4-3 0,1 0 3 15,5 2 1-15,4 1-1 0,6 6 1 0,-1-6-19 16,11 6-28-16,0-3-28 0,7-2-40 0,3 0-38 16,5-4-50-16,1 0-60 0,-3 0-177 0,2-3-472 15,-9-6 209-15</inkml:trace>
  <inkml:trace contextRef="#ctx0" brushRef="#br0" timeOffset="-135097.59">5141 11596 64 0,'0'0'94'0,"0"0"-5"16,0 0-24-16,0 0-3 0,0 0 2 0,0 0-9 15,0 0-13-15,0 0-6 0,0 0 2 16,0 0 3-16,0 0-14 0,0 0-6 0,0 0-18 15,5-4-9-15,-5 4-8 0,0 0 5 0,0 0-8 0,0 0-11 16,0 0-7-16,0 0-13 0,0 0-43 0,-14 16-98 16,14-16 43-16</inkml:trace>
  <inkml:trace contextRef="#ctx0" brushRef="#br0" timeOffset="-134072.89">3082 11793 2 0,'0'0'14'16,"0"0"-3"-16,0 0-4 0,0 0-4 0,0 0 8 15,0 0 3-15,0 0 2 0,0 0 3 0,0 0-1 16,0 0 10-16,0 0-13 0,17 4-3 0,-17-4-2 16,10 3 1-16,-5-2-2 0,-5-1-5 0,14 2-6 15,-4 0-14-15,1 0-15 0,-5-2-35 0,5 0 16 16</inkml:trace>
  <inkml:trace contextRef="#ctx0" brushRef="#br0" timeOffset="-133257.18">5337 11645 30 0,'0'0'82'0,"0"0"-4"0,0 0-6 0,0 0 1 15,0 0 0-15,0 0-6 0,0 0 4 0,0 0-9 16,0 0-5-16,0 0-3 0,0 0-8 0,0 0-1 16,0 0 2-16,0 0-10 0,0 0-8 0,0 0 0 15,0 0-6-15,0 0 1 0,0 0-2 0,0 0 2 16,0 0-6-16,0 0-6 0,0 0 3 0,0 0-5 16,0 0-1-16,0 0 2 0,0 0-5 0,0 0 0 15,0 0 5-15,0 0-3 0,0 0 3 0,0 0-5 16,0 0-2-16,0 0 5 0,0 0 3 0,0 0 0 0,0 0 8 15,0 0-1-15,0 0-1 0,0 0-4 16,0 0 2-16,0 0-1 0,0 0-5 0,0 0-1 16,0 0 2-16,0 0-5 0,0 0-1 0,0 0 0 15,0 0 1-15,0 0-3 0,0 0 6 0,0 0-5 16,0 0 3-16,0 0-5 0,0 0 5 0,0 0-5 0,0 0 1 16,0 0 0-16,0 0 0 0,0 0-2 15,0 0 1-15,0 0 4 0,0 0 4 0,0 0 1 16,0 0 6-16,0 0-2 0,0 0 8 0,0 0 2 15,0 0 0-15,0 0 3 0,0 0 6 0,0 0 0 0,0 0 2 16,0 0 1-16,0 0 9 0,0 0-9 0,0 0 2 16,0 0-3-16,0 0-3 0,0 0-3 0,0 0-4 15,0 0-5-15,0 0 0 0,0 0 0 16,0 0-2-16,0 0-5 0,0 0 0 0,0 0-3 0,0 0 1 16,0 0-3-16,0 0-7 0,0 0-8 0,0 0-13 15,0 0-18-15,0 0-23 0,0 0-34 0,0 0-18 16,0 0-30-16,0 0-130 0,0 0-294 0,0 0 131 15</inkml:trace>
  <inkml:trace contextRef="#ctx0" brushRef="#br0" timeOffset="-131969.02">3377 13845 17 0,'-6'-5'107'16,"6"5"-16"-16,0 0-5 0,0 0-5 0,0 0-8 16,0 0-4-16,0 0-11 0,0 0-7 0,0 0 2 15,0 0-13-15,0 0 6 0,0 0-22 0,0 0-1 16,0 0 5-16,0 0-10 0,0 0-13 0,0 0-3 15,0 0-16-15,0 0 6 0,0 0-3 0,0 0-9 16,0 0-4-16,0 0-19 0,0 0-13 0,0 0-7 16,31 5-43-16,-23-3-115 0,3 1 52 0</inkml:trace>
  <inkml:trace contextRef="#ctx0" brushRef="#br0" timeOffset="-130726.71">5358 13692 5 0,'0'0'108'0,"0"0"-8"0,0 0-6 16,0 0-11-16,0 0-19 0,0 0 7 0,0 0-5 15,0 0 4-15,0 0-6 0,0 0-11 0,0 0-2 16,0 0 9-16,0 0-12 0,0 0-6 0,0 0-8 15,0 0 3-15,0 0-1 0,0 0-10 0,0 0 8 16,0 0-8-16,0 0 1 0,0 0-5 0,0 0-2 16,0 0 1-16,0 0-2 0,0 0-5 0,0 0-9 15,0 0 4-15,0 0-1 0,0 0-1 0,0 0 0 16,0 0-1-16,0 0 5 0,0 0-8 0,0 0 7 16,0 0-3-16,0 0 0 0,0 0-4 0,0 0 4 15,0 0-2-15,0 0 2 0,0 0-2 0,0 0 3 16,0 0 3-16,0 0-5 0,0 0 5 0,0 0 0 15,0 0-4-15,0 0-6 0,0 0 11 0,0 0-11 16,0 0 6-16,0 0-1 0,0 0 5 0,0 0-3 16,0 0 3-16,0 0 5 0,0 0-8 15,0 0-2-15,0 0 3 0,0 0-6 0,0 0 8 0,0 0-6 16,0 0 1-16,0 0 7 0,0 0-7 0,0 0 2 16,0 0-11-16,0 0 4 0,0 0 0 0,0 0 0 15,0 0-1-15,0 0 0 0,0 0-4 0,0 0 3 16,0 0 1-16,0 0-8 0,0 0 10 0,0 0 1 15,0 0-6-15,0 0 8 0,0 0-11 0,0 0 7 16,0 0-1-16,0 0 5 0,0 0-5 0,0 0 4 16,0 0-6-16,0 0-4 0,0 0 2 0,0 0 2 15,0 0 2-15,0 0 2 0,0 0 4 0,0 0-7 16,0 0 3-16,0 0-1 0,0 0-6 0,0 0 3 16,0 0 2-16,0 0-2 0,0 0-1 15,0 0 1-15,0 0 5 0,0 0-4 0,0 0 6 0,0 0-3 16,0 0 7-16,0 0-5 0,0 0-14 0,0 0 12 15,0 0-6-15,5 9 3 0,-5-9 1 0,0 0 0 16,0 0-1-16,0 0 0 0,0 0 3 0,0 0 7 16,0 0-10-16,0 0 1 0,0 0-4 15,0 0 3-15,0 0-1 0,0 0 1 0,3 8 5 0,-3-8 0 16,0 0-7-16,0 0-6 0,0 0 8 0,0 0 6 16,0 0-10-16,0 0 7 0,0 0-4 0,0 0 4 15,0 0-12-15,0 0 9 0,0 0 8 0,0 0-8 16,0 0 4-16,1 6-1 0,-1-6-4 0,0 0 2 15,0 0-2-15,0 0 3 0,0 0-2 0,0 0 3 16,0 0-5-16,0 0 5 0,0 0-1 0,0 0 3 16,0 0-6-16,0 0 0 0,0 0-4 0,0 0 8 15,0 0-3-15,0 0 2 0,0 0 0 0,0 0-2 16,0 0 1-16,0 0 3 0,0 0-5 0,0 0 2 16,0 0 1-16,0 0-1 0,0 0 4 0,1 7-4 15,-1-7-5-15,0 0 8 0,0 0-7 0,0 0 5 16,0 0-1-16,0 0 3 0,0 0-6 0,0 0 9 15,0 0 2-15,0 0-1 0,0 0 3 0,0 0 6 16,0 0 4-16,0 0 5 0,0 0-2 0,0 0 0 16,0 0-5-16,0 0 6 0,0 0-4 0,0 0-1 15,0 0-2-15,0 0 2 0,0 0-5 0,0 0-2 16,0 0 2-16,0 0-6 0,0 0 1 0,0 0 9 16,0 0-15-16,0 0 2 0,0 0-3 0,0 0 3 15,0 0 7-15,0 0-9 0,0 0 0 0,0 0 0 16,0 0-2-16,0 0-7 0,0 0-12 0,0 0-4 15,0 0-40-15,0 0-24 0,0 0-20 0,0 0-19 16,0 0-23-16,0 0-83 0,0 0-248 0,-20 3 110 16</inkml:trace>
  <inkml:trace contextRef="#ctx0" brushRef="#br0" timeOffset="-130028.4">4676 13822 75 0,'0'0'94'0,"6"3"5"0,-6-3-1 0,0 0-3 15,0 0 1-15,0 0 9 0,0 0-4 0,0 0 0 16,0 0 0-16,0 0 1 0,0 0-8 0,0 0-2 15,0 0 2-15,0 0-9 0,0 0 0 0,0 0 0 16,0 0-3-16,0 0-3 0,0 0-5 0,0 0-7 16,0 0-7-16,0 0-6 0,0 0-5 0,0 0-5 15,0 0-4-15,0 0-4 0,0 0-7 0,0 0-13 16,0 0-11-16,0 0-16 0,0 0-20 0,0 0-30 16,0 0-20-16,0 0-26 0,0 0-26 0,0 0-24 15,0 0-119-15,0 0-299 0,0 0 132 0</inkml:trace>
  <inkml:trace contextRef="#ctx0" brushRef="#br0" timeOffset="-128360.33">8592 11482 43 0,'0'0'75'0,"0"0"-10"0,0 0-5 0,0 0-5 0,0 0-14 15,0 0-1-15,2-7-4 0,-2 7-9 16,0 0-12-16,0 0-11 0,0 0-16 0,0 0 1 0,0 0-10 15,0 0-5-15,0 0-9 0,0 0-25 0,0 0-64 16,0 0 29-16</inkml:trace>
  <inkml:trace contextRef="#ctx0" brushRef="#br0" timeOffset="-126676.61">8506 11523 11 0,'0'0'53'16,"0"0"-8"-16,0 0 1 0,0 0-4 0,0 0-5 16,0 0-1-16,0 0-5 0,0 0-4 0,0 0-6 15,0 0 6-15,0 0-10 0,0 0-8 0,0 0-7 16,0 0-21-16,0 0-17 0,0 0-23 0,0 0-63 16,0 0 29-16</inkml:trace>
  <inkml:trace contextRef="#ctx0" brushRef="#br0" timeOffset="-125877.61">9417 11399 34 0,'0'0'64'0,"0"0"-11"0,0 0-7 0,0 0-16 16,0 0-18-16,0 0-11 0,19-4-18 0,-19 4-21 15,13 0-40-15,-3-1 18 0</inkml:trace>
  <inkml:trace contextRef="#ctx0" brushRef="#br0" timeOffset="-125056.57">10607 11319 59 0,'0'0'82'16,"0"0"-7"-16,0 0-2 0,0 0-5 0,0 0-6 0,0 0-4 15,0 0-2-15,0 0 1 0,0 0-5 0,0 0-2 16,0 0-13-16,0 0 2 0,0 0 1 16,0 0-1-16,0 0-1 0,0 0 2 0,0 0-3 0,0 0-1 15,0 0-3-15,0 0-5 0,0 0-1 0,0 0-10 16,0 0 8-16,0 0-4 0,0 0-6 0,0 0 3 16,0 0 3-16,0 0-5 0,0 0 5 15,0 0-3-15,0 0 0 0,0 0-4 0,0 0 5 0,0 0 7 16,0 0-4-16,0 0-1 0,0 0-2 0,0 0-2 15,0 0 7-15,0 0-4 0,0 0-4 0,0 0 6 16,0 0-5-16,0 0 1 0,0 0-8 0,0 0 6 16,0 0-4-16,0 0-3 0,0 0 3 0,0 0 2 15,0 0 1-15,0 0 1 0,0 0 3 0,0 0 2 16,0 0 3-16,0 0-7 0,0 0 1 0,0 0-4 16,0 0 3-16,0 0-2 0,0 0 1 0,0 0-8 15,0 0 9-15,0 0-8 0,0 0-1 0,0 0 2 16,0 0 6-16,0 0-2 0,0 0-10 0,0 0 4 15,0 0-5-15,0 0 4 0,0 0-2 0,0 0 0 16,0 0 0-16,0 0 2 0,0 0-8 0,0 0 2 16,0 0 2-16,0 0 0 0,0 0-6 0,0 0 7 15,0 0-1-15,0 0 1 0,0 0 0 0,0 0 1 0,0 0-3 16,0 0-1-16,0 0-1 0,0 0 1 16,0 0 1-16,0 0 1 0,0 0-6 0,0 0 4 15,0 0-2-15,0 0-2 0,0 0 3 0,0 0 3 16,0 0 0-16,0 0-6 0,0 0 3 0,0 0 0 15,0 0 1-15,0 0 3 0,0 0-6 0,0 0 2 16,0 0-1-16,0 0-1 0,0 0 5 0,0 0 2 0,0 0 4 16,0 0-1-16,0 0 3 0,0 0-2 0,0 0 3 15,0 0-6-15,0 0 1 0,0 0 4 0,0 0-3 16,0 0 3-16,0 0 4 0,0 0-5 0,0 0 0 16,0 0 2-16,0 0 0 0,0 0-1 0,0 0-1 15,0 0 0-15,0 0 2 0,0 0 0 0,0 0 0 16,0 0 1-16,0 0-7 0,0 0 4 0,0 0-2 15,0 0-7-15,0 0 10 0,0 0-6 0,0 0-2 16,0 0 1-16,0 0 0 0,0 0-2 0,0 0-2 16,0 0-6-16,0 0-11 0,0 0-11 0,0 0-19 15,0 0-16-15,0 0-18 0,0 0-13 0,0 0-32 16,0 0-27-16,-13 11-119 0,8-8-294 0,-1 1 130 16</inkml:trace>
  <inkml:trace contextRef="#ctx0" brushRef="#br0" timeOffset="-124414.91">8074 13198 15 0,'0'0'87'0,"13"2"-11"0,-13-2-10 16,9 4-21-16,-9-4-12 0,10 3-20 0,-4-2-13 16,3 2-26-16,3 0-26 0,-3-1-56 0,2 1 25 15</inkml:trace>
  <inkml:trace contextRef="#ctx0" brushRef="#br0" timeOffset="-123590.76">10002 13367 127 0,'0'0'128'0,"0"0"-3"16,0 0-9-16,0 0-2 0,0 0-6 0,0 0 1 0,0 0 0 15,0 0 1-15,0 0 2 0,0 0-6 0,0 0-5 16,0 0-2-16,0 0-4 0,0 0-4 0,0 0-6 15,0 0-9-15,0 0-3 0,0 0 0 0,0 0-6 16,0 0-9-16,0 0 0 0,0 0-5 0,0 0 0 16,0 0-8-16,0 0 0 0,0 0-4 0,0 0-1 15,0 0 0-15,0 0-3 0,0 0-5 0,0 0-2 16,0 0 0-16,0 0-3 0,0 0-2 0,0 0 0 16,0 0-2-16,0 0-7 0,0 0 2 0,0 0-1 15,0 0-4-15,0 0 2 0,0 0-2 0,0 0 1 16,0 0-5-16,0 0 0 0,0 0-2 0,0 0-1 15,0 0-7-15,0 0 6 0,0 0-20 0,0 0-22 16,0 0-30-16,0 0-42 0,0 0-51 0,0 0-62 16,0 0-148-16,0 0-401 0,0 0 179 0</inkml:trace>
  <inkml:trace contextRef="#ctx0" brushRef="#br0" timeOffset="-116596.77">4731 17091 8 0,'0'0'31'0,"0"0"-3"0,0 0-8 16,0 0 2-16,0 0-5 0,0 0 2 0,0 0-3 15,0 0 6-15,0 0-9 0,0 0-3 0,0 0 6 16,0 0-11-16,0 0 4 0,0 0-2 0,0 0 2 16,0 0-5-16,0 0-3 0,0 0 3 0,-10-3-4 15,10 3 7-15,0 0-3 0,0 0-3 16,0 0 2-16,0 0-4 0,0 0 1 0,0 0 3 15,0 0-6-15,0 0 6 0,0 0 0 0,0 0-5 16,0 0-4-16,0 0-7 0,0 0-3 0,0 0-25 0,0 0-45 16,0 0 21-16</inkml:trace>
  <inkml:trace contextRef="#ctx0" brushRef="#br0" timeOffset="-115086.98">1414 16964 45 0,'0'0'62'0,"0"0"-6"0,0 0-3 0,0 0-4 16,0 0-6-16,0 0-8 0,0 0-21 0,0 0-22 16,0 0-14-16,0 0-33 0,0 0-59 0,0 0 26 15</inkml:trace>
  <inkml:trace contextRef="#ctx0" brushRef="#br0" timeOffset="-114660.5">1225 15871 17 0,'0'0'24'0,"0"0"-7"0,0 0 0 16,0 0 4-16,0 0-8 0,0 0-1 0,0 0-7 16,0 0-7-16,0 0-19 0,0 0-23 15,0 0 10-15</inkml:trace>
  <inkml:trace contextRef="#ctx0" brushRef="#br0" timeOffset="-113885.55">5051 17179 25 0,'-7'8'37'0,"2"0"-29"16,-2 1-20-16,1 0-13 0,-3 1 6 0</inkml:trace>
  <inkml:trace contextRef="#ctx0" brushRef="#br0" timeOffset="-113684.89">5059 17234 34 0,'-10'14'40'0,"0"1"-33"16,-2 1-21-16,2-3-15 0,-3 0 7 0</inkml:trace>
  <inkml:trace contextRef="#ctx0" brushRef="#br0" timeOffset="-113483.55">5161 17220 1 0,'-6'8'86'0,"0"3"-15"15,0 1-35-15,0-1-22 0,2 1-24 0,-3-2-23 16,3 1-36-16,0-1 16 0</inkml:trace>
  <inkml:trace contextRef="#ctx0" brushRef="#br0" timeOffset="-113296.92">5294 17120 63 0,'-7'34'112'0,"3"-21"-17"16,-3-1-26-16,1 2-33 0,0 1-20 0,-1 0-33 16,2-1-46-16,-4 0-68 0,5-4 32 0</inkml:trace>
  <inkml:trace contextRef="#ctx0" brushRef="#br0" timeOffset="-113109.83">5448 17125 82 0,'-7'31'127'0,"0"-17"-17"0,-1 3-1 0,-1-2-40 15,0 0-31-15,1-3-41 0,2 3-46 0,-2-1-32 16,3-3-87-16,3-3 38 0</inkml:trace>
  <inkml:trace contextRef="#ctx0" brushRef="#br0" timeOffset="-112924">5638 17099 109 0,'0'0'158'16,"0"0"-9"-16,0 31-11 0,-4-16-17 0,-2 3-10 15,-2-1-7-15,1 6-15 0,0-5-27 0,1-2-28 16,-3 6-18-16,0-4-65 0,2-2-52 0,1-1-57 16,2-7-169-16,0 1 76 0</inkml:trace>
  <inkml:trace contextRef="#ctx0" brushRef="#br0" timeOffset="-112747.91">5803 17022 111 0,'0'0'159'0,"0"0"-16"0,0 0-12 15,0 0-14-15,0 0-7 0,7 30-10 0,-8-17-10 16,-5 3-31-16,-3 1-40 0,3 0-40 0,0 0-49 15,1-1-88-15,-3-1-172 0,4-5 77 0</inkml:trace>
  <inkml:trace contextRef="#ctx0" brushRef="#br0" timeOffset="-112587.01">5904 17043 53 0,'0'0'141'16,"-4"19"-12"-16,-1-4-22 0,-3 2-33 0,4-5-42 16,-2 3-69-16,-2 3-47 0,2-6-90 15,2-3 41-15</inkml:trace>
  <inkml:trace contextRef="#ctx0" brushRef="#br0" timeOffset="-112438.92">6103 17041 106 0,'0'0'161'0,"0"17"-20"15,0-17-19-15,-7 21-42 0,0-5-82 0,-2 0-100 16,-2-3-110-16,-3 2 49 0</inkml:trace>
  <inkml:trace contextRef="#ctx0" brushRef="#br0" timeOffset="-106458.81">7334 16516 5 0,'0'0'53'0,"0"0"-10"0,0 0-7 0,-4 24-19 16,0-13-5-16,0-2-26 0,-1 2-12 0,-2 4-27 15,-2-2 12-15</inkml:trace>
  <inkml:trace contextRef="#ctx0" brushRef="#br0" timeOffset="-105845.89">7814 16738 20 0,'-5'16'9'0,"-5"-1"-15"16,2-1-5-16,2-4 4 0</inkml:trace>
  <inkml:trace contextRef="#ctx0" brushRef="#br0" timeOffset="-57647.79">15582 7496 9 0,'-3'-6'18'15,"3"6"-20"-15,0 0-3 0,0 0-4 0,0 0 2 16</inkml:trace>
  <inkml:trace contextRef="#ctx0" brushRef="#br0" timeOffset="-55212.84">12464 6708 39 0,'0'0'45'0,"0"0"-12"0,0 0-1 0,0 0 1 15,0 0 1-15,0 0-5 0,0 0 8 0,0 0-8 16,0 0 0-16,0 0-9 0,0 0 8 0,0 0-5 16,0 0-3-16,0 0 10 0,0 0-2 0,0 0-5 0,0 0-7 15,0 0 3-15,0 0-1 0,-14-9-3 16,14 9-8-16,0 0 11 0,0 0-6 0,0 0-4 15,0 0-4-15,0 0 0 0,0 0 9 0,0 0-5 16,0 0 2-16,0 0-15 0,0 0 16 0,0 0-9 16,0-10 7-16,0 10 3 0,0 0-2 0,0 0-1 15,0 0 4-15,0 0-9 0,0 0 10 0,0 0-3 16,0 0 8-16,0 0-9 0,0 0 1 0,0 0-2 16,0 0 2-16,-4-6-9 0,4 6 7 0,0 0-6 15,0 0-6-15,0 0 12 0,0 0-7 0,0 0 0 0,0 0-4 16,0 0 2-16,0 0 5 0,0 0 4 0,0 0-9 15,-5-5-1-15,5 5-5 0,0 0-9 16,0 0-4-16,0 0-12 0,0 0-24 0,0 0 0 16,0 0-11-16,0 0-35 0,0 0-108 0,0 0 48 15</inkml:trace>
  <inkml:trace contextRef="#ctx0" brushRef="#br0" timeOffset="-42892.86">21755 6391 8 0,'0'0'14'16,"0"0"3"-16,0 0-6 0,0 0-1 0,0 0 3 15,0 0-2-15,0 0-11 0,0 0 1 0,-7 9-16 16,7-9-15-16,-1 6 8 0</inkml:trace>
  <inkml:trace contextRef="#ctx0" brushRef="#br0" timeOffset="-42316.69">14007 7455 1718 0,'0'0'4'0,"0"0"14"15,0 0-10-15,-12-20 10 0,8 12 3 0,4 8 4 16,-5-12-1-16,1 8 0 0,4 4-6 0,-4-7-3 16,4 7-10-16,-5-7-14 0,5 7-27 0,-7-4-32 15,7 4-34-15,-11 2-25 0,0 3-133 0,-7 2-280 16,-9 3 124-16</inkml:trace>
  <inkml:trace contextRef="#ctx0" brushRef="#br0" timeOffset="-38988.42">4972 17031 2 0,'-4'17'44'0,"2"-5"-10"0,-1 2-2 0,1 0 5 0,0 4-7 16,-3 0-2-16,3-1-10 0,-1 3 0 0,-1-1-9 15,3 7-16-15,-8-9-5 0,8 1-28 16,0 0-41-16,-2 0 19 0</inkml:trace>
  <inkml:trace contextRef="#ctx0" brushRef="#br0" timeOffset="-38782">5064 17133 19 0,'-6'18'33'0,"3"-2"-24"0,-3 1-12 0,2-2-7 15,-2 5-10-15,-1-2 4 0</inkml:trace>
  <inkml:trace contextRef="#ctx0" brushRef="#br0" timeOffset="-38411.76">5327 17266 8 0,'-1'20'-2'0,"0"-3"-1"15</inkml:trace>
  <inkml:trace contextRef="#ctx0" brushRef="#br0" timeOffset="-38227.32">5610 16980 7 0,'-6'44'89'0,"3"-32"-8"0,-2 4-10 15,1 1-15-15,-2 2-21 0,1-1-24 0,1-2-25 16,0 1-42-16,0-2-61 0,0-3 26 16</inkml:trace>
  <inkml:trace contextRef="#ctx0" brushRef="#br0" timeOffset="-38056.46">5759 16912 61 0,'-3'17'76'15,"-3"-1"-13"-15,3 2-19 0,-2 0-18 0,1-1-26 16,0-2-17-16,1 1-26 0,1-4-45 0,2-12 20 16</inkml:trace>
  <inkml:trace contextRef="#ctx0" brushRef="#br0" timeOffset="-37902.74">5872 16884 30 0,'0'0'73'0,"-13"53"-14"0,7-36-14 0,-1 2-19 15,2 0-34-15,-2-2-30 0,-2 0-41 0,1-2 19 16</inkml:trace>
  <inkml:trace contextRef="#ctx0" brushRef="#br0" timeOffset="-37745.21">5938 16987 13 0,'-5'18'50'15,"-5"-1"-38"-15,2 6-25 0,-1 3-14 0,-5-4 7 16</inkml:trace>
  <inkml:trace contextRef="#ctx0" brushRef="#br0" timeOffset="-37147.99">6250 17045 1309 0,'9'-7'33'0,"-9"7"15"16,10-8-11-16,-10 8-11 0,0 0-16 0,0 0-3 16,0 0-13-16,0 0-13 0,-5 31-30 0,-1-13-26 15,-3 5-28-15,-3 2-100 0,-7 0-221 16,-2-1 98-16</inkml:trace>
  <inkml:trace contextRef="#ctx0" brushRef="#br0" timeOffset="93611.04">4741 17156 8 0,'0'0'20'0,"0"0"-2"0,0 0-5 16,0 0 1-16,0 0 0 0,0 0 1 0,0 0-6 16,0 0 2-16,0 0 7 0,0 0-9 0,0 0 2 15,0 0-3-15,0 0-2 0,0 0 0 0,0 0 0 16,0 0-2-16,0 0 4 0,0 0-1 0,0 0 3 15,0 0 0-15,0 0 7 0,0 0-9 0,0 0 4 16,0 0 5-16,0 0 5 0,0 0-10 0,0 0-2 16,0 0 7-16,0 0 0 0,0 0-4 15,0 0 4-15,0 0-3 0,0 0 4 0,0 0-7 16,0 0 5-16,0 0-8 0,0 0 0 0,0 0 3 16,0 0-8-16,0 0 3 0,0 0-3 0,0 0 3 15,0 0-10-15,0 0 4 0,0 0 2 0,0 0 4 16,0 0-7-16,0 0-3 0,0 0 1 0,0 0 0 15,0 0 5-15,0 0-4 0,-1 41 2 0,1-30 3 16,-2 1-6-16,0-2 5 0,0 2-1 0,0 2-4 16,-1-3 4-16,0 1 3 0,0-3 0 0,3-9-7 15,-5 18 3-15,5-18 1 0,-1 13 3 0,1-13-2 16,-3 9-6-16,3-9 7 0,0 0-4 0,-4 10-1 16,4-10 7-16,0 0 0 0,0 0-2 0,-2 9-1 15,2-9-6-15,0 0-12 0,0 0-12 0,-4 7-12 16,4-7-30-16,0 0-77 0,-5 8 34 0</inkml:trace>
  <inkml:trace contextRef="#ctx0" brushRef="#br0" timeOffset="93900.24">4921 17072 9 0,'0'0'24'0,"-15"36"0"16,8-20-3-16,1-1 7 0,1 3-13 0,1 0 0 15,-2 0-3-15,-1 0 2 0,3 0-7 0,-1-2 2 16,0 2-2-16,1-2-15 0,1 0-22 0,0 0-32 16,3-5 15-16</inkml:trace>
  <inkml:trace contextRef="#ctx0" brushRef="#br0" timeOffset="94109.42">5085 17079 20 0,'-8'29'39'0,"-1"0"-17"0,0 1-17 16,0 1-20-16,1-1-16 0,-3 0 9 0</inkml:trace>
  <inkml:trace contextRef="#ctx0" brushRef="#br0" timeOffset="108100.64">22649 6824 22 0,'0'0'39'0,"0"0"-14"15,0 0-28-15,0 0-12 0,0 0-14 0,-7 4 6 16</inkml:trace>
  <inkml:trace contextRef="#ctx0" brushRef="#br0" timeOffset="108303.24">22787 6850 30 0,'0'0'81'0,"0"0"-8"0,0 0-17 16,0 0-11-16,0 0-13 0,0 0-19 0,-6 4-9 15,6-4-26-15,-4 7-30 0,4-7-57 0,-5 7 25 16</inkml:trace>
  <inkml:trace contextRef="#ctx0" brushRef="#br0" timeOffset="108633.23">23054 6791 39 0,'0'0'49'0,"0"0"-25"15,0 0-19-15,0 0-25 0,-6 8-21 0,6-8 10 16</inkml:trace>
  <inkml:trace contextRef="#ctx0" brushRef="#br0" timeOffset="109091.61">23218 6829 2 0,'0'0'105'16,"0"0"-6"-16,1 8-1 0,-1-8-22 0,0 0 0 15,0 0-26-15,0 0 7 0,0 0 0 0,0 0 0 16,0 0-14-16,0 0 3 0,0 0-6 0,0 0-2 16,0 0 1-16,0 0 7 0,0 0-2 0,0 0 3 15,0 0-12-15,0 0 6 0,0 0 4 0,0 0-6 16,0 0 2-16,0 0-5 0,0 0-3 0,0 0 0 15,0 0 0-15,0 0-1 0,0 0 1 0,0 0-4 16,0 0-2-16,0 0 2 0,0 0 2 0,0 0-5 0,0 0-2 16,0 0 1-16,0 0 0 0,0 0-3 15,0 0 2-15,0 0-5 0,0 0-5 0,0 0 1 16,0 0 5-16,0 0-7 0,0 0-6 0,0 0 6 16,0 0 2-16,0 0-9 0,0 0 1 0,0 0-3 0,0 0 3 15,0 0 1-15,0 0-4 0,0 0 0 0,0 0 7 16,0 0-8-16,0 0-1 0,0 0-1 15,0 0 2-15,0 0 1 0,0 0-2 0,0 0 3 16,0 0-3-16,0 0 0 0,0 0-3 0,0 0 8 0,0 0-8 16,0 0 5-16,0 0 0 0,0 0 1 0,0 0-9 15,0 0 2-15,0 0-11 0,0 0-5 0,0 0-14 16,0 0-8-16,0 0-13 0,0 0-20 0,0 0-7 16,0 0-20-16,16-12-12 0,-16 12-6 0,7-3-91 15,-7 3-224-15,7-7 100 0</inkml:trace>
  <inkml:trace contextRef="#ctx0" brushRef="#br0" timeOffset="109358.93">23065 6708 3 0,'0'0'7'16,"0"0"-9"-16,0 0-2 0,0 0 1 0</inkml:trace>
  <inkml:trace contextRef="#ctx0" brushRef="#br0" timeOffset="110314.77">12129 8690 47 0,'0'0'41'0,"0"0"-4"0,0 0-6 0,0 0-21 0,0 0-16 16,0 0-21-16,0 0-29 0,0 0 13 0</inkml:trace>
  <inkml:trace contextRef="#ctx0" brushRef="#br0" timeOffset="-1295">13003 10396 35 0,'0'0'38'0,"-9"-2"2"15,9 2-4-15,0 0-5 0,0 0 0 0,0 0 5 16,0 0-5-16,0 0 3 0,-9 0-9 0,9 0-2 16,0 0-3-16,0 0 2 0,0 0-5 0,0 0-3 15,0 0-1-15,0 0-1 0,0 0 0 0,0 0 1 16,0 0-6-16,0 0 1 0,0 0-7 0,0 0 2 15,0 0 4-15,0 0 4 0,0 0-2 0,0 0-9 16,0 0-4-16,0 0 5 0,0 0-4 0,0 0 3 16,0 0 6-16,0 0-7 0,0 0 5 0,0 0 1 15,0 0-5-15,0 0 2 0,0 0 2 0,0 0-1 16,0 0-3-16,0 0 2 0,0 0 3 0,0 0-3 16,0 0 6-16,0 0-8 0,0 0 0 0,-12 0 13 15,12 0-11-15,0 0 3 0,0 0 3 0,0 0-4 16,0 0 3-16,0 0-1 0,0 0-3 0,0 0-2 0,0 0 5 15,0 0-2-15,0 0 1 0,0 0-7 0,0 0 5 16,0 0 0-16,0 0-1 0,0 0 1 16,0 0-5-16,0 0-2 0,0 0-7 0,0 0 2 15,0 0 0-15,0 0-5 0,0 0-3 0,0 0-4 0,-2 9-8 16,2-9-10-16,0 0-3 0,0 0-32 16,0 0-79-16,5 12 36 0</inkml:trace>
  <inkml:trace contextRef="#ctx0" brushRef="#br0" timeOffset="-592.21">12596 10530 21 0,'0'0'63'0,"-6"-4"3"0,6 4-11 0,0 0-10 16,0 0 7-16,0 0-4 0,0 0 2 16,-10 0-10-16,10 0 3 0,0 0 3 0,0 0-4 0,0 0-2 15,0 0-4-15,0 0 1 0,0 0-7 0,0 0 10 16,0 0-9-16,0 0 3 0,0 0-3 0,0 0-3 15,0 0 2-15,0 0-2 0,0 0-10 0,0 0 1 16,0 0-5-16,0 0 4 0,0 0 4 0,0 0-13 16,0 0 4-16,0 0 2 0,0 0-7 0,0 0 2 15,0 0-7-15,0 0 12 0,0 0-9 0,0 0 0 16,0 0-6-16,0 0 3 0,0 0 0 0,0 0-1 16,0 0 7-16,0 0-3 0,0 0 5 0,0 0 5 15,29-2 10-15,-10 0 1 0,2-1 3 0,7-2 6 16,6 1-11-16,0-1 2 0,1-3-5 0,15-1 1 15,-1-1 4-15,3 1-2 0,-14 1 1 0,14-2 0 16,-14 4-5-16,2 0 4 0,-1-1 6 0,-1 0-10 16,-4 1 3-16,1 0-7 0,1 1 8 0,-2 0-6 15,-7 1-6-15,2-1 1 0,0 2-4 0,1 1 6 16,-10-1-5-16,-2 2 5 0,2 0-6 0,-9 1 6 16,3 0-9-16,-1 0 3 0,-3 1-2 0,-2-1 1 0,-1 0-3 15,-7 0 4-15,13 0-4 0,-13 0 6 16,10 0 1-16,-10 0 3 0,0 0 3 0,10-1 6 15,-10 1 3-15,0 0 5 0,0 0 5 0,0 0 0 16,0 0-4-16,7 2-2 0,-7-2-5 0,0 0-4 0,0 0 1 16,0 0-2-16,0 0-3 0,0 0-3 15,0 0 1-15,0 0 1 0,0 0-2 0,0 0-6 16,0 0 4-16,0 0-5 0,0 0 1 0,0 0 0 16,0 0-1-16,0 0 0 0,0 0-4 0,0 0 1 15,0 0 0-15,0 0 5 0,0 0-7 0,0 0-10 0,0 0-17 16,-29 0-13-16,29 0-22 0,0 0-13 15,0 0-19-15,0 0-10 0,0 0-5 0,0 0-8 0,0 0-9 16,2 14-6-16,-2-14-6 0,-4 8-102 0,3-3-256 16,1-5 114-16</inkml:trace>
  <inkml:trace contextRef="#ctx0" brushRef="#br0" timeOffset="1038.76">15889 10007 56 0,'0'0'72'0,"0"0"-5"16,0 0-1-16,0 0-4 0,0 0-10 0,0 0 3 0,0 0 1 15,0 0-8-15,0 0-1 0,0 0-4 0,0 0 0 16,0 0 0-16,0 0-2 0,0 0 6 0,0 0-3 16,0 0-2-16,0 0-2 0,0 0 15 0,0 0-10 15,0 0-6-15,0 0 12 0,0 0-5 0,0 0 1 16,0 0 1-16,0 0-8 0,0 0-8 0,0 0 7 15,0 0-5-15,0 0 1 0,0 0-7 0,0 0 3 16,0 0-4-16,0 0-5 0,0 0-3 16,0 0 2-16,0 0-6 0,0 0 5 0,0 0-7 0,0 0 1 15,0 0-1-15,0 0-2 0,0 0-3 0,0 0 0 16,0 0 1-16,0 0-3 0,0 0 0 0,0 0 0 16,0 0 1-16,0 0-2 0,0 0-1 0,0 0 2 15,0 0-1-15,0 0-4 0,0 0 4 0,0 0 0 16,0 0-2-16,0 0 3 0,0 0 4 0,0 0-4 15,0 0 4-15,0 0 1 0,0 0-3 0,0 0 8 16,0 0-3-16,0 0-1 0,0 0 0 0,0 0 4 16,0 0-1-16,0 0-3 0,0 0 2 0,0 0-5 15,0 0-1-15,0 0 1 0,0 0-3 0,0 0 7 16,0 0-7-16,0 0-3 0,0 0 1 0,0 0 0 16,0 0-2-16,0 0 2 0,0 0-3 0,0 0 2 15,0 0 7-15,0 0-10 0,0 0 4 0,0 0 6 0,0 0-2 16,0 0-2-16,0 0 1 0,0 0 3 15,0 0-2-15,0 0-2 0,0 0 0 0,0 0 1 16,0 0 3-16,0 0-6 0,0 0 1 0,0 0-6 16,0 0 6-16,0 0-1 0,0 0-2 0,0 0-1 0,0 0 6 15,0 0-2-15,0 0-4 0,0 0 2 16,0 0-4-16,0 0 0 0,0 0 3 0,0 0-1 16,0 0 1-16,0 0 0 0,0 0 2 0,0 0-5 15,0 0 4-15,0 0-5 0,0 0-2 0,0 0 5 0,0 0-3 16,0 0 5-16,0 0-2 0,0 0-5 15,0 0 4-15,0 0-1 0,0 0 1 0,0 0 1 16,0 0 1-16,0 0-2 0,0 0 0 0,0 0 8 16,0 0-7-16,0 0-2 0,0 0 2 0,0 0-5 0,0 0 4 15,0 0 0-15,0 0 0 0,0 0-2 0,0 0 4 16,0 0-4-16,0 0 2 0,0 0-2 16,0 0 1-16,0 0-1 0,0 0-1 0,0 0 5 15,0 0-4-15,0 0 4 0,0 0-1 0,0 0 1 0,0 0-5 16,0 0-10-16,0 0-2 0,0 0-11 0,0 0-13 15,0 0-6-15,0 0-6 0,0 0-13 0,-6 10-10 16,6-10-15-16,0 0-19 0,0 0-4 0,0 0-7 16,4 19-108-16,-9-13-247 0,0 1 110 0</inkml:trace>
  <inkml:trace contextRef="#ctx0" brushRef="#br0" timeOffset="3413.52">15278 11214 17 0,'0'0'23'0,"4"-4"-10"0,-4 4-9 0,0 0-14 16,0 0-11-16,0 0 6 0</inkml:trace>
  <inkml:trace contextRef="#ctx0" brushRef="#br0" timeOffset="3909.54">15875 10878 8 0,'-4'-7'94'0,"4"7"-8"0,-3-6 4 0,3 6-11 16,0 0-4-16,-6-3-6 0,6 3-6 0,0 0-4 15,0 0-15-15,-4-7-9 0,4 7-5 0,0 0-6 16,0 0-20-16,0 0-3 0,0 0-5 0,0 0-7 15,0 0-6-15,0 0-6 0,0 0-2 0,-5 19-12 16,5-19-2-16,0 12-9 0,0-12-46 0,0 13-100 16,-2-4 45-16</inkml:trace>
  <inkml:trace contextRef="#ctx0" brushRef="#br0" timeOffset="4198.46">15560 11787 37 0,'0'0'36'0,"0"0"-17"0,4 9-16 0,-4-9-11 16,1 7-7-16,-1-7-15 0,4 7 6 0</inkml:trace>
  <inkml:trace contextRef="#ctx0" brushRef="#br0" timeOffset="4800.89">16025 12194 17 0,'0'0'120'16,"0"0"-7"-16,0 0-2 0,0 0-14 0,0 0-3 15,0 0-5-15,0 0-9 0,0 0-2 0,0 0 4 16,0 0-8-16,-1 9 4 0,1-9 1 0,0 0-2 15,0 0-2-15,0 0-4 0,0 0-7 0,0 0-6 0,0 0 2 16,0 0-5-16,0 0-6 0,0 0 2 16,0 0-2-16,0 0-3 0,0 0-2 0,0 0-8 15,0 0 4-15,0 0-4 0,0 0-5 0,0 0-6 16,0 0 3-16,0 0-5 0,0 0-4 0,0 0 7 0,0 0-4 16,0 0-3-16,0 0-1 0,0 0 3 15,0 0-7-15,0 0-1 0,0 0-1 0,0 0-1 16,0 0 2-16,0 0-4 0,0 0 3 0,0 0-6 15,0 0 0-15,0 0-8 0,0 0-15 0,0 0-24 0,0 0-13 16,0 0-19-16,0 0-27 0,0 0-19 0,0 0-15 16,0 0-1-16,0 0-22 0,0 0-80 15,9-24-256-15,-3 20 113 0</inkml:trace>
  <inkml:trace contextRef="#ctx0" brushRef="#br0" timeOffset="6585.33">16943 11205 56 0,'3'10'59'0,"-2"2"-2"0,1 2-7 0,-2-2-7 16,3 4-4-16,1 1 0 0,-2-2-5 0,1 1 2 15,-2 0-10-15,0-4-2 0,1 1 5 0,-1-2-22 16,0-2 11-16,-2 3 2 0,2-3 0 0,-1-1-9 16,2 1-2-16,-2-9 10 0,0 12-10 0,1-7-1 15,-1-5-3-15,0 13-7 0,0-13-2 0,-1 11-1 16,1-11-9-16,0 12-6 0,-2-6-12 0,1 4-9 16,1-10-43-16,-1 12-90 0,1-5 40 0</inkml:trace>
  <inkml:trace contextRef="#ctx0" brushRef="#br0" timeOffset="7171.1">16988 11154 66 0,'0'0'69'16,"-2"-11"-6"-16,2 11 2 0,-2-10-1 0,2 10-12 16,2-9-12-16,-2 9 5 0,2-8-5 15,-2 8-4-15,0 0 0 0,1-9-11 0,-1 9 10 16,0 0-14-16,0 0 3 0,0-10-8 0,0 10-3 0,0 0-4 16,0 0 2-16,0 0-2 0,0 0 2 0,0 0-4 15,0 0-2-15,0 0-4 0,0 0 4 0,0 0 4 16,0 0-2-16,0 0-3 0,0 0 10 15,0 0 2-15,0 0-6 0,0 0 11 0,0 0 0 0,0 0 1 16,4-3-3-16,-4 3-11 0,0 0 7 0,0 0 4 16,-2-12-10-16,2 12-1 0,0-9 0 0,0 9 4 15,0-12-10-15,0 12 3 0,0-14 5 16,0 7 5-16,2-3-7 0,-2 1 28 0,2 1-26 0,1-4-3 16,-2 3 16-16,1-1-29 0,-1-1 19 0,1 2 9 15,1-2 3-15,-2 3-5 0,2-2-9 0,2 3 7 16,-3-1 2-16,1 2 1 0,-1-1-11 0,1 1-3 15,-3 6 1-15,5-11 3 0,-1 6-5 0,1 1 9 16,3 0-8-16,-1 0 2 0,4 1-9 0,1-1 6 16,1 2-4-16,0 4 1 0,1 1-1 0,3 2 2 15,-5 0-21-15,4 3 23 0,-1 1 0 0,-3 4 0 16,-5-3 1-16,3 4-1 0,-3 3 2 0,-2 0-6 16,-2 3-8-16,-5 0 16 0,-2 0-10 0,1 4 3 15,-5-6 2-15,-6 3-4 0,2-4 8 0,-4 2-4 16,-2 0 0-16,1-8-1 0,-4 6-5 0,-1-3 5 15,-4-2-1-15,7-2 10 0,-5 1-10 0,-2-2-2 16,6 0-8-16,-1-2-3 0,3-2-28 0,6-2-10 16,0 2-16-16,4-2-24 0,0 0-107 0,-1-3-211 15,9 0 93-15</inkml:trace>
  <inkml:trace contextRef="#ctx0" brushRef="#br0" timeOffset="7758.94">18990 11354 24 0,'9'-1'121'0,"-9"1"-28"0,0 0-13 0,0 0-27 16,11 1-18-16,-11-1-12 0,0 0-33 15,0 0-61-15,-15 15-74 0,5-9 32 0</inkml:trace>
  <inkml:trace contextRef="#ctx0" brushRef="#br0" timeOffset="9164.33">16741 13072 2 0,'0'0'105'0,"0"0"2"0,0 0-7 0,0 0-26 16,6-5-1-16,-6 5-13 0,0 0-2 15,0 0 1-15,0 0-5 0,0 0-3 0,0 0-5 16,0 0-2-16,0 0 3 0,0 0 0 0,0 0 5 0,0 0-4 15,0 0 0-15,0 0-10 0,0 0 13 16,0 0-13-16,0 0 1 0,0 0-3 0,0 0-7 16,0 0 0-16,0 0 4 0,0 0-8 0,0 0 2 15,0 0-5-15,0 0 0 0,0 0 6 0,0 0-8 16,0 0-2-16,0 0 4 0,0 0-6 0,0 0 7 0,0 0-4 16,0 0-3-16,0 0 9 0,0 0 2 0,0 0-11 15,0 0 7-15,0 0 5 0,0 0 1 16,0 0 8-16,0 0-1 0,0 0 3 0,0 0-5 0,0 0 6 15,0 0 1-15,0 0-4 0,0 0 5 0,8-2-2 16,-8 2-4-16,0 0 5 0,0 0-2 16,0 0-2-16,0 0-1 0,0 0 3 0,0 0-5 0,0 0 1 15,0 0-3-15,0 0 2 0,0 0-1 0,0 0-1 16,0 0-5-16,0 0-1 0,0 0-2 0,0 0-3 16,0 0-3-16,0 0 3 0,0 0-3 0,0 0 0 15,0 0-8-15,0 0-1 0,0 0 0 0,0 0 0 16,0 0-2-16,0 0-3 0,0 0-14 0,0 0-15 15,0 0-20-15,0 0-27 0,0 0-25 0,0 0-25 16,0 0-18-16,0 0-16 0,0 0-5 0,0 0-8 16,0 0-127-16,0 0-319 0,0 0 141 0</inkml:trace>
  <inkml:trace contextRef="#ctx0" brushRef="#br0" timeOffset="13826.21">12841 10446 19 0,'0'0'22'0,"0"0"-4"0,-4 6-10 0,4-6-6 16,-5 6-4-16,5-6-10 0,0 0-12 0,-1 9 6 16</inkml:trace>
  <inkml:trace contextRef="#ctx0" brushRef="#br0" timeOffset="14481.01">12709 10558 2 0,'0'0'66'16,"0"0"-3"-16,0 0 1 0,0 0-12 0,0 0 5 16,-14-4-3-16,14 4-1 0,0 0-6 0,0 0 1 15,0 0-3-15,0 0-11 0,0 0-9 0,-6-4-2 16,6 4-1-16,0 0 4 0,-7-3-11 0,7 3 4 16,0 0 3-16,-10-4-8 0,10 4-3 0,0 0-3 15,-9-1 1-15,9 1 3 0,0 0-1 0,-13-1 0 16,13 1-10-16,-11-1 7 0,4 1-3 0,7 0 1 15,-15 2-3-15,7-3 3 0,8 1-3 0,-13 0 1 0,13 0 6 16,-16 0-5-16,9 0 2 0,7 0-16 16,-15-1 6-16,9 1 2 0,6 0 10 0,-14 0-9 15,14 0 14-15,-13-1-7 0,13 1 6 0,-10-3 4 16,10 3-11-16,-9-3 9 0,9 3-7 0,-8 0-4 16,8 0 13-16,0 0-8 0,-12-1 9 0,12 1 3 0,0 0-2 15,-7-2-4-15,7 2 4 0,0 0-11 16,0 0 6-16,0 0-6 0,0 0-1 0,0 0-4 15,0 0 10-15,0 0-13 0,0 0 3 0,0 0 6 0,0 0-9 16,30 6 1-16,-16-5 12 0,5-1-12 0,10 2 8 16,5 0 1-16,2-3 4 0,0 2-4 15,3 0 0-15,13 0-2 0,-14 2 3 0,1-2-5 16,12 2 2-16,-1-3 1 0,-11 1 2 0,12 1-10 0,-12-1 3 16,-1-2 8-16,13 3-7 0,-10-2 11 0,-5 0-7 15,2 0 1-15,-2-1-1 0,1 0 0 0,0 1 2 16,-1-1 5-16,-2 1 1 0,-1-2 2 0,-3-1-4 15,-10 2 3-15,2 0-6 0,-2-2 5 0,-3 1-8 16,0-1 6-16,-5 2-2 0,-1 0 6 0,-5-1 6 16,1 2-8-16,-7 0 1 0,10 0-1 0,-10 0 0 15,0 0-1-15,10-3-4 0,-10 3-5 0,0 0 3 16,0 0-5-16,0 0-10 0,0 0-14 0,0 0-20 16,0 0-19-16,0 0-13 0,0 0-21 0,0 0-9 15,-13 20-20-15,8-16-71 0,3 2-207 0,-2-1 91 16</inkml:trace>
  <inkml:trace contextRef="#ctx0" brushRef="#br0" timeOffset="14614.89">13601 10576 3 0,'0'0'-1'0</inkml:trace>
  <inkml:trace contextRef="#ctx0" brushRef="#br0" timeOffset="76221.67">12272 9407 57 0,'0'0'60'0,"-2"-8"-3"0,2 8-3 15,0 0-11-15,0 0 4 0,0 0-7 0,0 0-4 16,0 0-10-16,0 0-18 0,0 0 18 0,0 0-10 0,0 0 0 15,0 0-1-15,0 0-1 0,0 0-8 16,0 0-9-16,-11 14 0 0,9-7 3 0,-2 1 2 16,-2-1-4-16,-2 3 7 0,1-2-2 0,-1 0-6 15,1 2 3-15,-3 0 0 0,2 0 0 0,3 0 0 16,-5 2 2-16,0 1 2 0,1 2-4 0,-2-2 1 16,1 1 7-16,4 1-2 0,-3 1-5 0,-4 1-3 15,4 0 2-15,-2 4 3 0,1-1-4 0,1 1 1 0,0-2 1 16,1 6 5-16,-2 1 2 0,0-1 1 0,1 0 1 15,1 0 3-15,-1 2-5 0,5 0-2 0,-1 1-2 16,1 2 2-16,0 0 0 0,4 0-1 0,-3 1-6 16,6 1 8-16,-3 0-3 0,0 1 3 0,3 2-4 15,1-3 3-15,0 2-3 0,0-1 3 0,1 0-1 16,1-1 0-16,0-2-2 0,2 2 7 0,1 0-3 16,-1-1 1-16,2 2-3 0,1 0 0 0,-2 1 11 15,7 12-6-15,-7-13 5 0,2 11 0 0,1 2 12 16,-4-11-9-16,4 11-18 0,-6-11 14 0,3 10-3 15,-5 2 2-15,1-2-1 0,-3-9 2 0,3 11 0 16,-5-2-8-16,0 1-2 0,-2 1 6 0,-1-3-2 16,-1-9-3-16,0 11 0 0,-1 3 11 0,-3 0-8 15,-3 4 1-15,3 0 6 0,-1-2-10 0,0 2 5 16,0-2-5-16,1 1 4 0,-1-2 1 0,4 0-6 16,-3-3 0-16,2-1-3 0,4-11 8 0,-3 13-9 15,3-2-2-15,0 0 11 0,0-1-11 0,2 3 10 16,0-12-1-16,0 9-6 0,-2 2-4 0,2-2 3 15,0 2 2-15,-4-12-1 0,3 10 2 0,0-9 2 16,-2 11 4-16,2-11-12 0,-3-2-7 0,0 0 6 16,2 1 5-16,0 1-6 0,1 0 7 0,1-4-3 15,-4 4 4-15,4-3-21 0,-2 3 20 0,0-2 3 16,4 0-4-16,-2 0 0 0,0 1-1 0,-2-2 10 16,1-1-11-16,2 2 4 0,3-2-3 0,-4 1 6 15,5 0-7-15,-1 3-6 0,0-1 9 0,0-3 0 16,1 0 0-16,2 1-1 0,-4 2-4 0,3 1 2 15,-2-3 3-15,3 12-1 0,0-9 0 0,2 8 1 16,-4-12 1-16,3 1-4 0,-3 0 0 0,4 2-4 16,-2-3 14-16,1 0-16 0,-2 3 14 0,0-2-7 15,0 2-2-15,1-2 0 0,-3 1 1 0,1-1 3 16,2 0 0-16,-4 1-3 0,3-3 4 0,2 0-8 16,1-2 8-16,-1 1-7 0,-2-2 8 0,3-1-3 15,0 0-2-15,-1-1 3 0,0 1-2 0,3-3 2 0,-1-2-5 16,-4-3 2-16,5-2 1 0,3 6-5 15,1-2 5-15,-6-5 0 0,5 1 2 0,1 2 1 16,2 1-6-16,-5-3 14 0,3 5-4 0,2-1-8 16,-1 0 5-16,-1 0-11 0,-1-5 6 0,4 2-2 0,0 4-3 15,0-3 9-15,-6-4-1 0,8 2-3 16,-9 1-4-16,11-1-2 0,0 1 14 0,-1-1-13 16,-3-7 3-16,4 3 3 0,-2-3-1 0,-1-2-1 15,0 1 5-15,9-3-4 0,-6-3 3 0,7 1-6 16,1-2 8-16,-1-1-6 0,0-3 7 0,3-2-9 0,-3 0 4 15,0 0 7-15,-1-2-8 0,-1-1 1 16,3 0-4-16,-3-2 8 0,2 0-3 0,-2-2-1 16,4 3-4-16,-8-3 4 0,4 4-6 0,2-3-2 15,-7-1 5-15,-3 3-8 0,8-1 6 0,-10 3-7 16,2-1 0-16,1 0-8 0,-3 1-16 0,0-1-1 16,0 3-18-16,1-1-10 0,-4 3-11 0,-1-1-43 15,-4-1-129-15,0 0 58 0</inkml:trace>
  <inkml:trace contextRef="#ctx0" brushRef="#br0" timeOffset="77941.03">12230 9764 1 0,'0'0'46'0,"2"-14"0"0,-4 5-9 0,2 9 4 16,0-15-4-16,4 7-3 0,-2-1-3 0,3 0-8 16,0-1 6-16,2 1-1 0,-3-1-2 0,7-4-6 15,1 0-9-15,3 0 10 0,4-4-4 0,6 1 5 16,-1-2-3-16,5 0 2 0,4 2-8 0,10-9 4 15,4 2-2-15,5 0 1 0,-2 2 4 0,5-1-3 16,0 6-3-16,5-7 1 0,1 3-4 0,1-1 2 16,22-7-1-16,-25 10 2 0,1 2-5 0,1 0 8 15,2-1-14-15,24-8 4 0,-26 10 3 0,2 3-6 16,25-4 2-16,-29 7-3 0,7-3 2 0,-3 0 1 0,27-2 7 16,-27 7-6-16,0-2-4 0,-2 1 5 15,3-1-4-15,-3 2 6 0,2-1-9 0,27 0 4 16,-29 1-4-16,-1 2 3 0,1-1-9 0,2 2 10 15,0-2-5-15,0 1 0 0,0 1 1 0,-3 0 1 0,1 1-4 16,-2 3 0-16,-4-3 6 0,3 2-1 16,-6 2-4-16,8-3 5 0,-5 3-3 0,-4 1-2 15,1 1 2-15,-12 0-1 0,10 3 2 0,-10-2-4 16,-2 1 3-16,16 2-3 0,-16-1 4 0,0 1 1 0,1-1 5 16,-1 1-10-16,-1 0 10 0,14-2-2 0,-15 1-8 15,1-1 4-15,0-1 6 0,-3 0-3 0,5 0-3 16,12 2 1-16,-17-1 10 0,2-1-2 15,0 2-13-15,0-4 3 0,0 3-4 0,-4 0 2 0,2 0 3 16,-3 1-9-16,-1-1 11 0,1 0 10 0,-4 3-17 16,2-2 1-16,-2 0 1 0,0 1 9 0,-7-1-9 15,1-3-1-15,1 4-4 0,-3 0 15 0,-1-2-7 16,2 1 0-16,-2 1-3 0,1-2-2 16,-2 1-2-16,-3 1 9 0,0 0 1 0,-3-1-2 0,1 2-6 15,1 1 3-15,-3-1-7 0,-1-2 22 0,0 4-18 16,-1-3 4-16,-2 3-5 0,0-4-6 0,2 4 13 15,-2 0 0-15,1-1-6 0,-2 1-1 0,0-1 2 16,0 1 8-16,0 1-3 0,-1 1 5 0,0 0-6 16,0-1-2-16,-2 3 1 0,1-2 3 0,1 0-5 15,1 5-3-15,-2-4 0 0,0 3 3 0,0 2 5 16,-1 0-5-16,2 0-2 0,-1 1 3 0,-2 2 8 16,-2-3-9-16,2 2 0 0,-2 0 6 0,1 1-3 15,-2-1 3-15,1 0-6 0,0 0-7 0,-2 1 7 16,1 4 2-16,2-6-3 0,0 2 0 0,-2 0 3 15,1-2 4-15,0 2-10 0,1-1-6 0,0 0 13 16,-3 0 2-16,2 7-3 0,1-6 1 0,-3-2 5 16,0 1-4-16,-1 6-3 0,1-7 1 0,1 6-1 15,-3 1-10-15,1-8 8 0,0 2 7 0,-1 5-5 16,0-5-4-16,0 5 6 0,1-3 2 0,1-2-5 16,-1 2 6-16,0 4 0 0,2-6-7 0,-2 5 8 15,3-4 2-15,-2-1-16 0,2 0 4 0,0 6 3 16,0-6 4-16,-1 0-10 0,0-1 6 0,0 0-1 15,0 0 5-15,1 1-2 0,-2-2-2 0,3 1 2 16,-3 0 1-16,1 0 0 0,-1-1-1 0,1-1 2 0,-2 2 5 16,1 1-13-16,2-2 1 0,-1 0 6 15,0 2-4-15,1 0 3 0,0 0 5 0,1-1-4 16,0 0-4-16,0-1 5 0,0 1-1 0,1-1-2 16,-1-1-3-16,3 1-2 0,-1 0 6 0,-1-1 1 0,2 1 0 15,1 0 1-15,-2-1-6 0,-1 0 17 0,1 0-8 16,-1 2-6-16,0-2-4 0,-1-3 11 0,2 3-6 15,-1 1-2-15,0-1 1 0,1 0-12 16,-1-1 18-16,1 4-6 0,0-5 2 0,2 0-2 0,-3-1 4 16,0 3-5-16,3-1 7 0,-2 2-10 0,0-3-6 15,1 1 13-15,-1 1-6 0,0-1 4 0,1 1-13 16,-2 1 8-16,3-5 4 0,-3 3-2 16,3 0-3-16,-1 0 0 0,-2-3-2 0,0 0-4 0,3 4 10 15,-1-3-6-15,-2 2 7 0,1-4-15 0,2 2 1 16,-1-3 6-16,1 2 0 0,-2-1-6 0,1 1 1 15,1 0 3-15,-1 0 2 0,1 0-6 0,-1-2 4 16,3 3 8-16,1 0-8 0,-2-1 3 0,1-1 3 16,-1 0-2-16,2 0 7 0,-1-2-12 0,1 2 9 15,0 0-5-15,-1-1 6 0,1-1 0 0,-1 2-1 16,1-2-2-16,-1 0 5 0,0 2-9 0,0-2 13 16,-3-1-8-16,4 0 1 0,-1 1-7 0,0-1 6 15,-2-2-2-15,3 2 7 0,-1 0-6 0,-1 1 5 16,3-1-8-16,-3 0-4 0,-1 0 9 0,1 0-5 15,-1-2 3-15,-2 2-4 0,6-2-5 0,-4 1-5 16,-2-1-7-16,-2-6-3 0,4 10 4 0,-1-5-8 16,-1 0 5-16,-2-5-1 0,2 8 1 0,-2-8-6 15,0 11 8-15,0-11-3 0,0 7-4 0,0-7-22 16,0 0-59-16,-5 10 26 0</inkml:trace>
  <inkml:trace contextRef="#ctx0" brushRef="#br0" timeOffset="78251.03">16930 11922 21 0,'5'5'30'0,"-5"-5"-9"0,5 5-2 0,-5-5 1 16,3 7 4-16,-3-7-10 0,4 6 6 0,-4-6-4 16,2 6-2-16,-2-6-5 0,3 7-4 0,-3-7-1 0,1 10-6 15,-1-10-1-15,0 7-2 0,0-7 0 0,-4 8-3 16,4-8 7-16,-5 12-1 0,1-6-2 16,-1 1 4-16,-1 1-4 0,2-2 1 0,-6 2-4 15,2-3 2-15,-1 3 7 0,-2 1 0 0,3-2-8 0,-1 0 5 16,-1-1-1-16,0 1-12 0,1 1-12 0,0 0-26 15,-1-2 12-15</inkml:trace>
  <inkml:trace contextRef="#ctx0" brushRef="#br0" timeOffset="79245.7">12540 12309 11 0,'-6'-5'42'16,"-1"-2"-8"-16,0 1-2 0,0-4-3 0,1 5 3 16,1 0 1-16,1-2-2 0,4 7 0 0,-7-9-5 0,2 4-2 15,5 5-6-15,-7-10 0 0,5 6 1 16,2 4 3-16,-4-6-3 0,4 6 4 0,0 0-8 16,-3-7-3-16,3 7-2 0,0 0-2 0,0 0-4 15,-2-6 1-15,2 6 6 0,0 0-3 0,13-6 0 0,-5 6 2 16,-8 0-5-16,20-3-1 0,0 2-3 0,0 1 6 15,2 0 1-15,8 0 2 0,1 1 2 0,0-1 13 16,5-1-15-16,5 2 9 0,10 2-8 16,1 0 3-16,1-2-5 0,-1 4 8 0,3 1-9 0,1-5-5 15,2 2 5-15,-1 0 6 0,3-1-8 0,-1-1 4 16,2-1-3-16,2 4 4 0,1-7-2 16,-1 1 5-16,0-1-1 0,0 3-4 0,2-2 6 0,-6-2 0 15,4 0-11-15,-1 2-3 0,-3-1 9 0,1 1-4 16,1 0 4-16,-2 0 9 0,2-2-2 0,1 2-7 15,-3 0 2-15,1 0-5 0,-2 5-3 0,3-3-5 16,-1-1 10-16,1 2 2 0,-1-1-11 0,-1 1 12 16,0-2 3-16,-3 2-7 0,0 1-6 15,-1-4 3-15,-2 5 10 0,1-4-8 0,0 1 6 0,0 0-5 16,2-2 0-16,-2 0 0 0,-1 0 1 0,2 1 5 16,-2-3-5-16,3 2 3 0,-1-3 0 0,-4 0-2 15,-1 2-10-15,0-3-5 0,-12 0 27 0,14 0-8 16,-13 2 0-16,1-1-4 0,9-3-3 0,-12 5-2 15,-1 1-3-15,2 0 1 0,-2-1 1 0,-1 2 1 16,-3-3-2-16,0 3 5 0,-3 0 1 0,-1-2-4 16,-5 0-6-16,-2 2 6 0,-2 0-4 15,0-1 0-15,-2 0 2 0,-5-1 5 0,2 2-6 0,-3 0-3 16,-5 1 4-16,3-1-2 0,-9 1-1 0,10 0 1 16,-10 0-5-16,8-1-7 0,-8 1-1 0,0 0-11 15,0 0-11-15,11 0-11 0,-11 0-15 0,0 0-13 16,0 0-25-16,0 0-50 0,0 0-159 0,0 0 70 15</inkml:trace>
  <inkml:trace contextRef="#ctx0" brushRef="#br0" timeOffset="79421.95">16433 12058 12 0,'0'0'54'0,"0"0"-14"16,0 0-17-16,8 10-26 0,-8-10-18 0,0 0-23 15,0 0 10-15</inkml:trace>
  <inkml:trace contextRef="#ctx0" brushRef="#br0" timeOffset="80780.5">12312 12853 11 0,'-17'25'38'0,"0"2"-8"16,2 4 0-16,2 1 5 0,2 0-10 0,2-2 6 16,-1 2-6-16,3 1 0 0,6-1-3 0,-4 3 4 15,5 0-2-15,0-1-4 0,1 14-4 0,4-14-1 16,1 0-5-16,-1 1 1 0,1-2-3 0,-2-1 2 16,3 0 0-16,0 0-3 0,2 0 3 0,0 1 2 15,-3-4 0-15,4 3 1 0,-1 0-2 0,-2 0 7 16,2 1-6-16,-3-1-2 0,1 2 0 0,0 0 2 15,-1 0-2-15,0-1 2 0,0 0-1 0,2-4 1 16,1 4 0-16,1-4 1 0,1-3 3 0,3 2-7 16,-1-2 8-16,5 2-5 0,-4-2 3 0,4-2-2 15,1 1 2-15,4-3-2 0,-4 1 1 0,6-1 3 16,2-3-8-16,1 0-1 0,1-2 3 0,4 0-6 16,13 5 4-16,-13-6-5 0,3-1 3 0,11 6-3 15,3-2 4-15,-3-2 3 0,-11-2-5 0,13-1 2 16,-1 7-5-16,-13-10 6 0,15 3-5 0,-14-3 0 15,16 3-3-15,-14-4 6 0,11 7 3 0,3-2-14 16,0-1 17-16,-3 0-5 0,5-2 5 0,-2 2-5 16,1-1 3-16,-1-2 6 0,4 1-9 0,0-1 7 15,1 1-15-15,-4-1 6 0,1-4-5 0,2 2 1 16,1-1 1-16,1-1 4 0,-4 5 5 0,4-6-3 16,-2 5 2-16,5-4-8 0,-3 1 7 0,-1 2 8 15,3 2-13-15,1-5 0 0,0 2 6 0,0-1-4 16,-1-3 1-16,1 1 7 0,3-2-1 0,-4 0-3 15,30 0 0-15,-35-1 2 0,5 0 12 0,-3-1-4 16,6-1-4-16,0-4 2 0,0 5 1 0,1-2 6 16,-1 1 3-16,-3-1-5 0,0 1 5 0,-1-1 0 15,1-2-4-15,3 3-7 0,-2-2 1 0,0 3-1 16,-1-3 4-16,4 0-2 0,-4-1-3 0,0-2 3 16,4 1-3-16,-1 1-4 0,2 0-2 0,-4-3 7 15,6-2 2-15,-5 0 2 0,2-3 1 0,-1-1 2 16,26-6 11-16,-31 7-7 0,3-2 10 0,4 1-4 0,-7-4-5 15,5 5-2-15,-3-3-1 0,-1 1-5 16,-2 2-1-16,-3 0-7 0,-3-2 0 0,-13 7 5 16,-1-3-6-16,3 0-2 0,-1 2 0 0,-2 1 3 15,2 0 1-15,-3-1-9 0,-4 3-2 0,0-4 1 16,0 4-5-16,-6-3-4 0,-4 4 1 0,0 0-11 16,-2 1-1-16,-1-4-7 0,-6 4 2 0,1-3-3 0,-1 2 4 15,1 0-6-15,-1-2 2 0,-4 3-8 0,2-1 2 16,-4-1-9-16,-1 0-3 0,-1 0-11 15,-5 3-17-15,8-8-7 0,-6 4-13 0,-2 4-19 0,0-12-16 16,0 12-89-16,-6-13-230 0,0 1 102 0</inkml:trace>
  <inkml:trace contextRef="#ctx0" brushRef="#br0" timeOffset="81636.42">16811 12001 42 0,'28'-1'67'0,"3"-1"-9"0,0 1 0 0,-1-1-5 16,1 1 4-16,1 2-9 0,1-1-4 0,-1 2 4 15,2 0-8-15,-3 2-6 0,7 0 5 0,-4 0-3 0,2-2-2 16,1 3-8-16,0 1-2 0,0 2-7 15,0-1 7-15,13 4-5 0,-16-3-1 0,2 2 6 16,0 0 2-16,2 2-4 0,-1 1-8 0,9 6 6 16,-12-5-1-16,13 6-4 0,-15 1 2 0,0-3-6 0,0 4 5 15,7 6-5-15,-10-2-3 0,0-3 1 16,5 11 14-16,-5-8-20 0,5 11 8 0,-2-2-5 16,-9-5 8-16,6 12 2 0,1-1-4 0,-5 2-5 15,0-2-2-15,-9-9 9 0,7 13-6 0,-2-1-2 0,-10-9-2 16,6 7-2-16,-3 3 8 0,-5 3-10 0,1-3 12 15,-4 4 1-15,-3 2-1 0,-2 1 5 0,-1-1 5 16,2 1-2-16,-6 3-3 0,-2 0 4 16,3-2 0-16,-5 0 2 0,3 0-4 0,-3-1-1 0,-1 1 2 15,-1-1-6-15,1-1 6 0,1 1-10 0,3-3-1 16,-3-1 0-16,-2 1 2 0,4-2 1 16,0-11 2-16,1 10-10 0,6-1 4 0,-2-9 3 15,2-4-4-15,3 4 9 0,-1-2 5 0,3 2-8 0,-4-4-1 16,2 1-2-16,0 1 3 0,-1-1-6 0,-2-3 1 15,0 3-4-15,-1 0 4 0,0-4 1 0,-2 3-3 16,-1-4-2-16,-2-1 2 0,0 0-1 0,-1-2 0 16,-2-2-4-16,0-6 0 0,0 1 2 0,-6 6 2 15,1-9 15-15,-2 5-12 0,-3 0 1 0,-1 1 0 16,0-1-1-16,-4-4 4 0,0 2-1 0,-3 1-1 16,2-4-3-16,-2 1-2 0,-3-3-3 0,1 1 5 15,-3-1-10-15,3-1-4 0,-1-1-12 0,-3-5-10 16,0 3-22-16,2-5-15 0,1 1-24 0,1-3-30 15,6-3-111-15,-10-2-249 0,7-4 110 0</inkml:trace>
  <inkml:trace contextRef="#ctx0" brushRef="#br0" timeOffset="81974.61">18980 11901 1481 0,'0'0'-85'0,"0"0"100"0,0 0 21 0,0 0 27 16,0 0-16-16,0 0-11 0,0 0-16 0,0 0-6 16,0 0-6-16,0-19 3 0,0 19 0 0,0 0-2 15,5-4-3-15,-5 4-3 0,12-6 15 0,-2 1-13 16,3 0 0-16,5-6-10 0,8-1-5 0,3-3-17 16,3 1-19-16,12-9-37 0,6 0-20 0,-3 0-31 0,2 1-83 15,5-5-233-15,1-1 104 0</inkml:trace>
  <inkml:trace contextRef="#ctx0" brushRef="#br0" timeOffset="82121.33">20217 11139 2 0,'7'-4'76'0,"-7"4"-25"0,0 0-29 0,0 0-20 16,0 0-28-16,0 0-28 0,0 0 13 0</inkml:trace>
  <inkml:trace contextRef="#ctx0" brushRef="#br0" timeOffset="82595">19643 10054 61 0,'0'0'105'0,"0"0"-8"0,9-3-23 0,-9 3 4 16,0 0-9-16,22 13-10 0,-13-4 0 0,5 5-10 16,4 8 1-16,2 1-8 0,-3 3-3 0,2 2-6 15,5 12-7-15,-4 5-3 0,-2 1 16 0,-3 1-20 16,-2 4 6-16,-6 6-4 0,0-1-10 0,-5 26 17 15,-3-1-5-15,0-21-7 0,-6 24 4 0,0 1-2 16,-4 0 10-16,0-2-6 0,-4 0-3 0,-5 1-8 16,0 0 9-16,1 7-1 0,-4-4-2 0,-1 4 1 15,-3-2-3-15,2 1 3 0,2-6 7 0,2-4-1 16,8-22-7-16,-6 26 8 0,7-2-3 0,8-24-1 16,1 1 1-16,1 25 1 0,1-25-2 0,0 24-7 0,-2-23 6 15,3-2-7-15,-1 25 4 0,0-27-6 16,-2-1-6-16,3 2 6 0,-1-1 6 0,1 1-10 15,1-4 2-15,2-1-2 0,-2-2 0 0,2-4-2 0,-1 0-1 16,-1-12-3-16,-1-1-6 0,-1 1 12 0,0-1-6 16,-2-3 4-16,-2-2-6 0,0 1 6 0,-3-4-5 15,-4-1 10-15,3-1-4 0,0-4-6 16,-3-3 5-16,-2 4-19 0,-5-2-6 0,5-7-31 0,0-1-21 16,0-1-14-16,1-8-21 0,0 2-110 0,2-6-236 15,-3-2 105-15</inkml:trace>
  <inkml:trace contextRef="#ctx0" brushRef="#br0" timeOffset="82945.19">20481 11539 93 0,'5'-9'185'0,"-3"2"-27"0,2 2-34 16,-1 0-12-16,-3 5-11 0,10-5-11 0,-10 5-7 15,9-1-3-15,-9 1-20 0,10 0-12 16,-10 0-7-16,14 0-15 0,-8 3-13 0,2-1-3 0,0-1-15 16,2 3 1-16,-4-3-8 0,2 2-3 15,-8-3 5-15,13 2-4 0,-8-1 4 0,-5-1 0 16,12 5-5-16,-5-2 16 0,-2 2 9 0,2 4 11 0,-1 3 6 15,0 5 7-15,2 0 0 0,0 8 8 0,-3 1-9 16,-3 2 4-16,2 1-9 0,-1 4-3 0,-1 2 0 16,0-2-2-16,-2 2-3 0,5-2-12 15,-3 3-19-15,2-2-14 0,2-1-31 0,0-1-20 0,-1-1-31 16,1 0-97-16,-3-11-221 0,2 4 98 0</inkml:trace>
  <inkml:trace contextRef="#ctx0" brushRef="#br0" timeOffset="83074.53">20786 12391 74 0,'0'0'120'0,"0"0"-22"15,4 9 4-15,-4-9-16 0,2 7-32 0,-2-7-29 16,3 8-45-16,-3 0-71 0,0-8-96 0,-5 10 43 16</inkml:trace>
  <inkml:trace contextRef="#ctx0" brushRef="#br0" timeOffset="83300.98">20377 12731 16 0,'0'0'49'16,"0"0"-3"-16,0 0-3 0,18-7-12 0,-9 7-5 0,1-1-3 15,0-1-1-15,4-1-3 0,-1 2-4 0,0-2 3 16,7 0-3-16,-1 0 0 0,-1 0-6 0,2-1-5 16,-1 1-2-16,-1-1-19 0,1 0-11 0,-1 0-24 15,1-1-55-15,0 0 24 0</inkml:trace>
  <inkml:trace contextRef="#ctx0" brushRef="#br0" timeOffset="83565.13">20627 12707 15 0,'0'0'58'0,"18"5"-8"0,-8-5-12 0,3-1 24 16,1-1-4-16,6 1 1 0,0 0-2 0,8-1 9 15,0-2-5-15,2 1 1 0,2-2 7 0,-1 0 0 16,1-2-4-16,2 1-9 0,-2 0-3 0,1-1-10 16,1 3-3-16,1 0-7 0,-3 0-26 0,1 1-25 15,-2 2-23-15,-3 0-48 0,-10 2-57 16,0-2-158-16,-6 1 70 0</inkml:trace>
  <inkml:trace contextRef="#ctx0" brushRef="#br0" timeOffset="92790.56">18140 10503 15 0,'-6'-6'89'0,"6"6"-9"0,-5-6-11 16,5 6-7-16,-4-5-1 0,4 5-15 0,0 0-4 15,0 0 3-15,0 0-8 0,0 0-3 0,12-13-16 0,1 9 9 16,13-3-24-16,8 0 17 0,15-8-9 15,9 2 6-15,3-5-5 0,31-5-3 0,4 1-7 16,-5 1-10-16,-1 1-3 0,-1 4-19 0,-29 4-9 16,1 3-15-16,0-1-40 0,-4 5-100 0,-6-5 45 15</inkml:trace>
  <inkml:trace contextRef="#ctx0" brushRef="#br0" timeOffset="93087.78">19692 10085 50 0,'4'-10'43'0,"-3"6"2"0,-1 4-3 15,4-9-1-15,-4 9-8 0,5-4-2 16,-5 4-7-16,5-5 3 0,-5 5-6 0,10-2-2 0,2 1-3 15,-2 1-1-15,0 3-3 0,2 0 1 0,-1 2 2 16,1-1-5-16,-2 4 6 0,0 2-2 0,2 1-9 16,-2 4 9-16,-1-1-11 0,-3 3 11 15,2 1 0-15,-3 1 3 0,-2 5-6 0,1 3 1 16,-4-2-12-16,1 3-11 0,-2 0-18 0,1 2-18 0,-3-4-35 16,2 1-88-16,-3 0 38 0</inkml:trace>
  <inkml:trace contextRef="#ctx0" brushRef="#br0" timeOffset="93225.42">20013 10948 61 0,'2'6'88'0,"2"0"-7"0,0-1-19 16,1-1-26-16,0 2-22 0,0 0-32 0,2 3-36 15,-3-3-59-15,1-1 26 0</inkml:trace>
  <inkml:trace contextRef="#ctx0" brushRef="#br0" timeOffset="93348.61">20111 11018 4 0,'0'0'91'0,"0"0"-29"16,0 0-28-16,4-5-34 0,-4 5-33 15,0 0-34-15,13 1 16 0</inkml:trace>
  <inkml:trace contextRef="#ctx0" brushRef="#br0" timeOffset="134930.04">3330 14634 3 0,'0'0'39'0,"0"0"-2"15,0 0-3-15,0 0-8 0,0 0-2 0,0 0 2 16,0 0-6-16,0 0 8 0,0 0-5 0,0 0-13 16,0 0 12-16,0 0-3 0,0 0-4 0,0 0 5 15,0 0-6-15,0 0 1 0,0 0 0 16,0 0-1-16,0 0-6 0,0 0 2 0,0 0 7 0,0 0-8 16,0 0-2-16,0 0 6 0,0 0-3 0,0 0-1 15,0 0-2-15,0 0 4 0,0 0-2 0,0 0-1 16,0 0-7-16,0 0 10 0,0 0-9 0,0 0-4 15,0 0 14-15,0 0-1 0,0 0-1 16,0 0-6-16,0 0 5 0,0 0-4 0,0 0-9 16,0 0 6-16,0 0-3 0,0 0 2 0,0 0-2 0,0 0 3 15,0 0-3-15,0 0-1 0,0 0 1 16,0 0 1-16,0 0-6 0,0 0 8 0,0 0-1 0,0 0 8 16,0 0 5-16,16 13-9 0,-16-13 5 0,11 5-5 15,-5-4 3-15,1 0-2 0,-7-1 8 0,17 2 2 16,-6 0 5-16,3-2-5 0,-3-1 1 15,6 1 7-15,1-1 5 0,0-1-8 0,-2 2-5 16,2-1 0-16,0-2-5 0,-3 0-2 0,4 1 2 16,0 0 3-16,-3-1 5 0,-3 3-11 0,2-3 5 0,-2 3-8 15,2-1 4-15,-2-1 0 0,-1 2 14 0,0-1-13 16,0 1 0-16,-1 0 6 0,0-2-1 16,-2 4-2-16,-2-2-5 0,-7 0-8 0,16 0 1 15,-11 1-1-15,-5-1 2 0,11 2 3 0,-11-2-10 16,10 1 8-16,-6 1-3 0,-4-2 7 0,7 2-8 15,-7-2 2-15,0 0 0 0,6 4 2 0,-6-4-8 16,8 5 5-16,-8-5 0 0,5 4-2 0,-5-4 8 16,5 3-2-16,-5-3 4 0,0 0-8 0,5 4 0 15,-5-4 3-15,4 4-6 0,-4-4 9 0,0 0-5 16,0 0-3-16,6 2 3 0,-6-2 2 0,0 0-6 16,7 5 4-16,-7-5 4 0,0 0-1 0,0 0-6 15,0 0 6-15,3 4 1 0,-3-4-9 0,0 0 8 16,0 0 12-16,0 0-9 0,0 0-10 0,3 6 8 15,-3-6-5-15,0 0-7 0,0 0 18 0,0 0-10 16,0 0 1-16,-14 9-3 0,14-9 1 0,-9 7 0 16,4-3 1-16,-2-1-3 0,1 0-4 0,-4 1-7 15,1 1 11-15,0-2-3 0,0 0 4 0,-1 1 5 16,0-1-28-16,-2 0 21 0,1-1-13 0,0 0 13 16,-1 1-9-16,0 0 4 0,-1-1 2 0,3 0 1 15,-2 0-7-15,1-2 8 0,1 1 3 0,0-1-2 0,-2 0 3 16,2 2-3-16,1-4 0 0,9 2 6 15,-15 2 1-15,7-4 0 0,8 2-4 0,-15 0 0 16,15 0 3-16,-12 0 5 0,12 0-4 0,-10 0-4 16,10 0 8-16,-13 0 0 0,13 0-8 0,-9-1 6 15,9 1-11-15,-10-1-1 0,10 1 7 16,-11-1 5-16,11 1-6 0,-11-2 4 0,11 2-3 0,-10-2-4 16,10 2 2-16,-10-2 4 0,10 2-2 0,-8-2-4 15,8 2 8-15,-8-2-7 0,8 2 5 0,0 0 3 16,0 0 1-16,-7-4-4 0,7 4 1 0,0 0-8 15,0 0 1-15,0 0 3 0,-8-3 0 0,8 3-4 16,0 0 4-16,0 0 2 0,0 0-3 0,-5-4 1 16,5 4 4-16,0 0-5 0,0 0 5 0,0 0-10 15,0 0 8-15,0 0 0 0,0 0 2 0,-3-8-15 16,3 8 3-16,0 0-11 0,0 0 3 0,0 0-9 16,0 0-3-16,0 0-6 0,0 0 5 0,0 0-5 15,0 0 6-15,0 0-5 0,0 0 2 0,0 0 3 16,0 0-1-16,0 0-9 0,0 0-2 0,0 0-11 15,0-9 17-15,0 9-16 0,0 0 5 16,0 0 5-16,0 0 2 0,0-10 9 0,0 10-28 16,0 0 51-16,0 0-40 0,-2-8 43 0,2 8-35 0,-4-5 36 15,4 5-29-15,0 0-33 0,-8-6 109 0,8 6-68 16,-6-3 24-16,6 3 2 0,0 0 1 16,-10-2-5-16,10 2 2 0,-9 0 0 0,9 0 0 0,-10-2 3 15,10 2 8-15,-12 2-3 0,12-2 2 16,-10 1 6-16,10-1-7 0,-14-1 15 0,14 1 0 0,-10 1 1 15,10-1 2-15,-11 0 1 0,11 0 5 16,-10 0 1-16,10 0-2 0,-10 0-4 0,10 0-1 0,0 0-9 16,-10 0 3-16,10 0 1 0,0 0-2 0,0 0 1 15,-10 0 1-15,10 0-1 0,0 0-6 0,0 0-4 16,-9 1-7-16,9-1 5 0,0 0-5 0,0 0 7 16,0 0-6-16,0 0 3 0,0 0-5 15,0 0-6-15,0 0 4 0,0 0 7 0,28-8 2 16,-15 6 15-16,0 0-13 0,4-4 1 0,4 3 1 15,0 0-2-15,7-5-1 0,-2 2-4 0,2 0 6 0,0-2 11 16,2 1-9-16,0 1-9 0,2-2 5 0,-2 6-1 16,0-4 0-16,1 1-11 0,-3-2 9 15,0 3-12-15,-6 0 11 0,-3 3 1 0,2-2 2 16,-1 0-4-16,-3 1-9 0,-3 1 10 0,-2-2 0 16,0 1-7-16,1 0 4 0,-3 0-1 0,-2 2-2 15,-8 0 4-15,14-3 0 0,-14 3 0 0,10-1-4 16,-10 1-4-16,0 0 5 0,13-1 2 0,-13 1-8 0,0 0 10 15,7 0 3-15,-7 0 3 0,0 0-6 16,0 0 1-16,0 0 8 0,0 0-2 0,0 0 4 16,0 0-5-16,0 0-3 0,0 0-2 0,0 0-1 15,0 0-1-15,0 0 3 0,0 0-11 0,0 0-2 16,-28-2 10-16,28 2-12 0,-13 0-4 0,5 2-1 16,0-1-5-16,8-1-3 0,-17 3-7 0,8-1 4 0,-1 0-13 15,1-1 4-15,-4 3-4 0,3-1 7 16,-3 2-3-16,1-2 1 0,0 2 3 0,-2-2-3 15,0 4 8-15,-3 1 2 0,2-3 1 0,0 3 1 16,3-2 8-16,-6 0-5 0,4 1 4 0,0-2 3 16,-1 2-4-16,-2 2 1 0,0-2 4 0,1 2 0 15,0 0 9-15,0-1-11 0,2-1 2 0,-3-1 4 16,8 0 8-16,-1 1-4 0,0-3 4 0,2-1 1 16,3 0-1-16,0-1 1 0,5-2-1 0,-9 5 3 15,9-5-7-15,0 0-1 0,-6 2-1 0,6-2 2 16,0 0-7-16,0 0 13 0,0 0-5 0,27-2 4 15,-8-3 5-15,0 0 6 0,9-2 6 0,4-2-5 16,1 1-3-16,0-3 1 0,1 4-7 0,1-4 8 16,-1 2-14-16,-1 0 7 0,0-2 5 0,-2 1-6 15,-2 2 11-15,-8 5-21 0,2 0 11 0,-4-2 13 16,-1 2-16-16,-2 1 0 0,-5-1 2 0,1 0 9 16,-12 3-14-16,14-2 5 0,-14 2-6 0,11-3 2 15,-11 3 0-15,10-1 0 0,-10 1 0 0,0 0 1 16,0 0 1-16,0 0 3 0,0 0-14 15,0 0 7-15,0 0-5 0,0 0-12 0,0 0 1 0,0 0 2 16,-28 5-4-16,15-1-5 0,-4 1 2 0,1 2 1 16,-2-3 3-16,1 2 2 0,-1-1-6 0,-1 0 9 15,0 1 0-15,1-2 1 0,0 5 0 0,3-5 5 16,1 0-4-16,2 0 5 0,1 1 1 0,1-3 5 16,2 1-3-16,1 0 7 0,7-3-3 0,-11 1 1 15,11-1-6-15,-6 1-4 0,6-1 3 0,0 0 2 16,0 0-4-16,0 0-2 0,0 0 5 15,0 0-1-15,0 0-3 0,0 0 2 0,28-9 2 0,-17 7-4 16,2-5 2-16,0 5-4 0,1-2-5 0,1-4-9 16,2 0-22-16,-6 5-7 0,2-1-9 0,0 0-43 15,-2 1-108-15,-1-2 48 0</inkml:trace>
  <inkml:trace contextRef="#ctx0" brushRef="#br0" timeOffset="158477.26">3270 11694 2 0,'0'0'78'0,"-10"0"-1"0,10 0-8 15,0 0-3-15,0 0-2 0,0 0 2 0,0 0-4 16,0 0-6-16,0 0-3 0,-9-3-6 0,9 3 2 16,0 0-7-16,0 0 3 0,0 0-4 0,-12-3-6 15,12 3 5-15,0 0 1 0,0 0 0 0,0 0-8 0,-7-1 1 16,7 1-3-16,0 0-2 0,0 0-3 0,0 0 7 15,0 0-7-15,0 0-2 0,0 0 2 16,0 0-7-16,0 0-2 0,0 0 8 0,0 0-13 16,0 0 0-16,0 0 1 0,0 0-4 0,0 0 0 0,0 0-3 15,0 0-2-15,0 0-1 0,0 0 2 0,0 0 1 16,29-6 1-16,-12 1 14 0,4 0-6 0,10-4 2 16,1 0-3-16,3-2 4 0,-1 1-3 15,4-1 6-15,-1 1-3 0,0-1-3 0,-1 2-6 16,0 0 9-16,-3-1-5 0,-2 3-1 0,0 0-2 0,-5 0 1 15,1 2 0-15,-8 2 1 0,-1-1-1 0,0 0-2 16,-5 1-2-16,1 1 5 0,-2 1 2 0,-2-1-2 16,-3 1-2-16,-7 1-1 0,11 0 0 15,-5-2-2-15,-6 2 4 0,9-1 3 0,-9 1 0 0,0 0 6 16,8-1 4-16,-8 1 0 0,0 0 9 0,0 0 4 16,6-3 1-16,-6 3 9 0,0 0-2 0,0 0 8 15,0 0-4-15,0 0 5 0,0 0 2 0,0 0-2 16,0 0-1-16,0 0-5 0,0 0 0 0,0 0-4 15,0 0-4-15,0 0-1 0,0 0-9 0,0 0 4 16,0 0-7-16,0 0-4 0,0 0-1 0,0 0-4 16,0 0-2-16,0 0-4 0,10 3-7 0,-10-3-8 15,0 0-9-15,0 0-11 0,0 0-21 0,0 0-17 16,0 0-20-16,0 0-20 0,0 0-21 16,0 0 0-16,0 0-8 0,7 9-16 0,-6-4-11 0,0 2-12 15,-1 3-97-15,0-1-288 0,-1 2 127 0</inkml:trace>
  <inkml:trace contextRef="#ctx0" brushRef="#br0" timeOffset="159954.37">3454 14972 42 0,'0'0'49'0,"0"0"-3"0,-9-3-2 0,9 3-3 0,-6-5-3 16,6 5 0-16,-9-4-7 0,9 4 0 16,-9-5-4-16,9 5-15 0,-7-5 21 0,3 0-15 15,4 5 5-15,-10-5-2 0,10 5-3 0,-6-5 0 16,1 2-6-16,5 3 1 0,-7-6-5 0,7 6-2 15,-7-6 5-15,7 6 0 0,-8-5-4 0,8 5 3 16,-8-6-2-16,6 2-2 0,2 4-1 0,-7-7-6 16,7 7 4-16,-7-7 1 0,2 4-4 0,5 3 8 15,-5-8-6-15,1 5 4 0,4 3-4 0,-5-5-3 16,5 5 2-16,-8-5-5 0,8 5 12 0,-4-4-13 16,4 4 5-16,-7-5 4 0,7 5 6 0,-6-4-7 15,6 4 8-15,0 0-3 0,0 0 4 0,-13-9-5 16,13 9 0-16,-5-4 0 0,5 4-4 0,0 0-2 15,0 0 1-15,-11-6 0 0,11 6 3 0,0 0-1 16,-9-5 0-16,9 5 7 0,0 0 4 0,0 0-2 16,-10-6 8-16,10 6-24 0,0 0 25 0,-12-6-5 15,12 6 17-15,0 0 0 0,0 0-1 0,-9-2-6 16,9 2-1-16,0 0-3 0,-4-2 3 0,4 2-10 16,0 0 6-16,0 0-7 0,0 0-1 0,0 0-4 15,0 0-3-15,0 0 1 0,0 0 1 16,0 0-1-16,0 0 2 0,0 0-8 0,0 0 9 0,27 2-1 15,-10-2 10-15,5 0 3 0,10-2-9 0,2-1 11 16,3-3 5-16,4 3 5 0,10-4-6 0,5-2-8 16,-3 2 10-16,-15 0-4 0,14-1-1 0,-2-1 0 15,-14 4-2-15,0-1-5 0,0 3 7 0,-3 1-9 16,0 0 5-16,-2 0 0 0,1 0-5 0,-4 0 4 16,-1 1 2-16,-4 4-6 0,-4-2 1 0,-1-2 2 15,0 2-6-15,-6 0-4 0,0-1 3 0,-4 0 3 16,1 2 4-16,-9-2 0 0,12-2 2 0,-12 2 5 15,9 0 0-15,-9 0 4 0,0 0 6 0,12 0 2 16,-12 0 6-16,0 0 2 0,0 0 3 0,6 2-4 16,-6-2-7-16,0 0-1 0,0 0-7 0,0 0-1 15,0 0-3-15,0 0-5 0,0 0-1 0,0 0-4 16,0 0 1-16,0 0-1 0,0 0-3 0,-27 3 0 16,27-3-4-16,0 0 5 0,-11 0-9 0,11 0 2 15,0 0-1-15,-9 1-5 0,9-1-8 0,0 0-5 16,0 0-13-16,0 0-6 0,0 0-10 15,0 0-7-15,0 0-2 0,0 0-9 0,0 0 1 0,0 0-1 16,0 0 3-16,0 0-1 0,-13 4 1 0,13-4 1 16,0 0-2-16,0 0 1 0,0 0-8 0,0 0-9 15,0 0-5-15,0 0-11 0,-6 5 1 0,6-5-8 16,0 0-4-16,-8 11-7 0,8-11-84 0,-9 6-205 16,9-6 91-16</inkml:trace>
  <inkml:trace contextRef="#ctx0" brushRef="#br0" timeOffset="160655.51">3132 15003 6 0,'0'0'79'16,"0"0"-7"-16,0 0 4 0,0 0-17 0,0 0-5 16,0 0-8-16,0 0 4 0,-10 1-17 0,10-1 8 15,0 0-4-15,0 0-3 0,0 0-8 0,-13-1 10 16,13 1 0-16,0 0-6 0,-9-2 1 0,9 2-2 16,0 0-5-16,-15-2 7 0,15 2 3 0,-8 0-9 15,8 0 8-15,0 0-4 0,-10 0 5 0,10 0 1 16,0 0-10-16,0 0 4 0,0 0-8 0,-12-1-7 15,12 1 5-15,0 0-1 0,0 0-8 0,0 0 5 16,0 0-10-16,0 0 4 0,0 0-6 0,0 0 8 16,0 0-1-16,0 0 6 0,41-5-5 0,-20 3 10 15,12-6-3-15,4 0 10 0,13-3-7 0,2-2 11 16,-1 0 0-16,3-3-6 0,1 3 4 0,1-2 0 16,0 1-2-16,-1 3-1 0,-2 1-2 0,-2 1-3 15,-15 4-5-15,-1 0 5 0,4-1-3 0,-7 1-3 16,-2 2 0-16,-1 1-9 0,-8 0 4 0,1 0 0 15,-4-1 1-15,-4 2-1 0,-3 1-1 0,2-1-8 16,-13 1 5-16,15-1 6 0,-15 1 4 0,12-2 8 16,-4 2 5-16,-8 0 16 0,0 0-4 0,10 0 4 15,-10 0-2-15,0 0-3 0,0 0-2 0,0 0-4 16,0 0-7-16,0 0-2 0,0 0-4 0,0 0-3 16,0 0-7-16,0 0-6 0,-30 5-7 15,30-5-8-15,-11 3-7 0,11-3-11 0,-10 3-3 16,2-1-7-16,2-1-16 0,6-1-7 0,0 0-10 15,-17 4-16-15,11-3-19 0,6-1-8 0,-12 3-5 0,6-2-11 16,6-1-6-16,-16 2-72 0,6 0-223 0,-1 0 98 16</inkml:trace>
  <inkml:trace contextRef="#ctx0" brushRef="#br0" timeOffset="160861.13">3390 14931 3 0,'29'-9'95'16,"6"-1"-13"-16,2-1 5 0,1 0-25 0,11-4-9 15,-1 3-14-15,-9 0-27 0,-3 6-18 0,1-3-66 16,0 3-77-16,-5-1 35 0</inkml:trace>
  <inkml:trace contextRef="#ctx0" brushRef="#br0" timeOffset="161016.76">4088 14762 64 0,'-4'-14'147'0,"4"14"-15"0,0 0-14 16,0 0-13-16,0 0-26 0,0 0-28 0,0 0-40 15,4-13-22-15,-4 13-32 0,0 0-67 0,8-7-117 16,-8 7 53-16</inkml:trace>
  <inkml:trace contextRef="#ctx0" brushRef="#br0" timeOffset="162029.99">3317 11687 39 0,'0'0'61'0,"-7"3"-8"0,7-3-6 0,0 0 5 0,-9 2-3 16,9-2-3-16,0 0-7 0,-9 2 0 0,9-2 6 15,0 0 1-15,-9 1-11 0,9-1 8 0,0 0 4 16,0 0-6-16,0 0 3 0,-10 2-7 0,10-2-6 16,0 0-2-16,0 0-11 0,0 0 8 0,0 0-4 15,0 0 6-15,0 0-11 0,0 0-5 16,0 0 0-16,0 0 3 0,0 0 2 0,33-5-2 0,-15 4-1 16,-2-2-3-16,7 1 14 0,5-3-6 0,3 0-4 15,0 1-4-15,2-3 2 0,0 0-7 0,0-1 1 16,1 0 1-16,-2 1 1 0,1-2 2 15,-3 0 6-15,-3 0-8 0,0 2 4 0,-5 0 1 0,-3 2 3 16,-1-2 3-16,0 0-3 0,-3 1 2 16,-1 2 7-16,-2 1-6 0,2 0-1 0,-5-2 7 0,-2 2-5 15,-1 1-2-15,-6 2 1 0,10-3 9 16,-10 3-3-16,6-1 2 0,-6 1-7 0,0 0 4 0,8-2 0 16,-8 2 2-16,0 0 3 0,0 0-1 0,0 0-7 15,0 0-1-15,0 0-1 0,0 0 5 0,0 0-10 16,0 0-8-16,0 0-12 0,0 0-23 0,0 0-25 15,0 0-29-15,0 0-17 0,8 5-2 16,-8-5-11-16,1 11-17 0,-1-5-67 0,0-6-211 0,-1 17 93 16</inkml:trace>
  <inkml:trace contextRef="#ctx0" brushRef="#br0" timeOffset="163091.11">3574 14791 47 0,'0'0'62'0,"-12"0"-1"15,12 0-7-15,-8 1-7 0,8-1-11 0,0 0 1 16,-8 2 0-16,8-2-9 0,0 0-1 0,-8 1 1 16,8-1-6-16,0 0-2 0,0 0-11 0,0 0 5 15,0 0 4-15,0 0 0 0,0 0-7 0,0 0 1 16,24 7 2-16,-7-8 11 0,2-1 1 15,-1-1 2-15,9-1-6 0,3-2 6 0,-1-1-9 0,2 1 5 16,1 0-2-16,-3-2 1 0,2 1 1 0,-2-1-17 16,-2 1 18-16,-7 4-10 0,0-3 1 0,0 1-11 15,-7 2 10-15,5 1 0 0,-8-1 2 0,-10 3 7 16,16-4 9-16,-9 2 1 0,-7 2 9 16,13-4 2-16,-13 4 9 0,8-3-4 0,-8 3 4 15,0 0 5-15,0 0-2 0,9-4 7 0,-9 4-5 16,0 0 4-16,0 0-2 0,0 0-2 0,0 0-9 0,0 0-7 15,0 0-4-15,0 0-2 0,0 0-8 0,0 0 0 16,0 0-4-16,0 0-5 0,0 0-5 0,0 0-7 16,0 0-6-16,0 0-11 0,0 0-14 15,0 0-15-15,0 0-11 0,0 0-5 0,0 0-12 16,0 0-12-16,0 0-5 0,0 0-5 0,0 0-9 16,0 0-9-16,0 0-17 0,0 0-77 0,0 0-217 0,0 0 95 15</inkml:trace>
  <inkml:trace contextRef="#ctx0" brushRef="#br0" timeOffset="-206407.32">10581 13800 55 0,'0'0'95'16,"0"0"-23"-16,0 0-25 0,7 9-20 0,-7-9-33 16,-8 14-43-16,1-7-52 0,-3-1 24 0</inkml:trace>
  <inkml:trace contextRef="#ctx0" brushRef="#br0" timeOffset="-203407.28">10342 11243 28 0,'0'0'34'0,"-23"7"-18"0,23-7-16 16,0 0-13-16,-6 12-15 0,6-12 7 0</inkml:trace>
  <inkml:trace contextRef="#ctx0" brushRef="#br0" timeOffset="-139045.99">3587 11460 36 0,'-4'-5'51'16,"4"5"-3"-16,0 0 0 0,0 0-3 0,-6-3-3 16,6 3-12-16,0 0-11 0,0 0-9 0,0 0-16 15,0 0-10-15,0 0-6 0,0 0 4 0,0 0-8 16,0 0-15-16,0 0-43 0,19-2 20 0</inkml:trace>
  <inkml:trace contextRef="#ctx0" brushRef="#br0" timeOffset="-123721.88">10465 13573 267 0,'0'0'48'0,"0"0"-28"16,-3-7 11-16,3 7-8 0,0 0 24 0,0 0 83 16,0 0 8-16,0 0-82 0,0 0-3 0,0 0-33 15,0 0 20-15,0 0-12 0,0 0-75 0,0 0 117 16,0 0-123-16,0 0 110 0,0 0-59 16,0 0-7-16,0 0-3 0,0 0-18 0,0 0 79 15,0 0-102-15,0 0 38 0,0 0 18 0,0 0 48 16,0 0-116-16,0 0 101 0,-7-3-63 0,7 3-31 15,0 0-41-15,0 0 29 0,0 0 16 0,0 0-76 16,-12 9 80-16,12-9-131 0,-7 7-13 0</inkml:trace>
  <inkml:trace contextRef="#ctx0" brushRef="#br0" timeOffset="-123649.23">10354 13641 1618 0</inkml:trace>
  <inkml:trace contextRef="#ctx0" brushRef="#br0" timeOffset="-74031.54">3804 14416 16 0,'0'0'19'0,"0"0"3"16,0 0 4-16,0 0 0 0,0 0 1 0,5-22-6 16,-5 22 2-16,0 0-4 0,0 0 13 0,0 0-4 15,0 0 6-15,0 0-2 0,-4-9-3 0,4 9-5 16,0 0-8-16,0 0 8 0,0 0-2 0,0 0 1 16,0 0 3-16,-3-9-6 0,3 9 8 0,0 0-3 15,0 0-4-15,0 0-2 0,0 0-4 0,0-7 3 16,0 7 5-16,0 0-5 0,0 0 4 0,0 0 6 15,0 0-7-15,0 0 0 0,2-9-1 0,-2 9-9 16,0 0 1-16,0 0-1 0,0 0-2 0,0 0-1 16,0 0 5-16,0 0-6 0,0 0 1 0,0 0-5 15,0 0 4-15,0 0 2 0,0 0-3 0,0-9 8 16,0 9-3-16,0 0 2 0,0 0-16 0,0 0 3 16,0 0 9-16,0 0-8 0,0 0 4 0,0 0-4 15,0 0 9-15,0 0-8 0,0 0-3 0,0 0 4 16,0 0-2-16,0 0-1 0,0 0 0 0,0 0-2 15,0 0 11-15,0 0-7 0,0 0-5 0,0 0 3 16,0 0 4-16,0 0 2 0,0 0 0 0,0 0 9 16,0 0-11-16,0 0 10 0,0 0-2 0,0 0 3 15,0 0-2-15,0 0-2 0,0 0-2 0,0 0 0 16,0 0-1-16,0 0 8 0,0 0-5 0,0 0-4 16,0 0-3-16,0 0-1 0,0 0 6 0,0 0-8 15,0 0 8-15,0 0-5 0,0 0 2 0,0 0-7 16,0 0 3-16,0 0 4 0,0 0-9 0,0 0-1 15,0 0 5-15,0 0-2 0,0 0 6 0,0 0-2 16,0 0-4-16,0 0 3 0,0 0-2 0,0 0-2 16,0 0-3-16,0 0 5 0,0 0 3 0,0 0-1 15,0 0-6-15,0 0 3 0,0 0-1 0,0 0-15 16,0 0 17-16,0 0-4 0,0 0 8 0,0 0-7 16,0 0-1-16,0 0 2 0,0 0-2 0,0 0 5 15,0 0 10-15,0 0-19 0,0 0 14 0,0 0-8 16,0 0 1-16,0 0 2 0,0 0-5 15,0 0 2-15,0 0 16 0,0 0-21 0,0 0-2 0,0 0 18 16,0 0-24-16,0 0 17 0,0 0 0 0,0 0-8 16,0 0 1-16,0 0 0 0,0 0 2 0,0 0-2 15,0 0 15-15,0 0-11 0,0 0 0 16,0 0-2-16,0 0 3 0,0 0 13 0,0 0-8 16,0 0-14-16,0 0 2 0,0 0 11 0,0 0 2 15,0 0-3-15,0 0-3 0,0 0-6 0,0 0 8 0,0 0 3 16,0 0-3-16,0 0 2 0,0 0-2 0,0 0-5 15,0 0 5-15,0 0-8 0,0 0 11 0,0 0-12 16,0 0 10-16,0 0-1 0,0 0 6 0,0 0-11 16,0 0 9-16,0 0-5 0,0 0 2 0,0 0-1 15,0 0-1-15,0 0 4 0,0 0 7 16,0 0-5-16,0 0-3 0,0 0 0 0,0 0 5 0,0 0 11 16,0 0-15-16,0 0-1 0,0 0-1 15,0 0 4-15,0 0-5 0,0 0 5 0,0 0-5 0,0 0 2 16,0 0 1-16,0 0-1 0,0 0 3 15,0 0 7-15,0 0 3 0,0 0-12 0,0 0-20 16,0 0 14-16,0 0 0 0,0 0 3 0,0 0 2 16,0 0-3-16,0 0-4 0,0 0 8 0,0 0-5 0,0 0-7 15,0 0 2-15,0 0 0 0,0 0 3 0,0 0-7 16,0 0 8-16,0 0 0 0,0 0-2 0,0 0 8 16,0 0-5-16,0 0-2 0,0 0 4 0,0 0-4 15,0 0 2-15,0 0 4 0,0 0-6 16,0 0-3-16,0 0 8 0,0 0-9 0,0 0 8 15,0 0-2-15,0 0-2 0,0 0 4 0,0 0 1 0,0 0-3 16,-10 21-6-16,10-21-3 0,0 0 5 0,0 0 13 16,0 0-11-16,1 10 5 0,-1-10-5 15,0 0-1-15,0 0 0 0,0 0 6 0,2 10-3 16,-2-10 0-16,0 0-2 0,0 0 5 0,2 6-7 16,-2-6 4-16,0 0-5 0,0 0 8 0,0 0-3 15,1 7 2-15,-1-7-4 0,0 0 2 0,0 0-6 16,0 0 4-16,4 7 3 0,-4-7-3 0,0 0 12 15,0 0-13-15,0 0 5 0,4 4-1 0,-4-4-2 16,0 0 0-16,0 0 1 0,4 5 4 0,-4-5-8 16,0 0 7-16,0 0-5 0,0 0-3 0,0 0 4 15,0 0 13-15,5 5-12 0,-5-5-9 0,0 0 7 16,0 0 3-16,0 0-5 0,0 0 4 0,0 0 3 16,0 0-4-16,0 0-5 0,8 0 3 0,-8 0 4 0,0 0-4 15,0 0 6-15,0 0-3 0,0 0 1 16,0 0-6-16,0 0 6 0,6 4-1 0,-6-4-11 15,0 0 10-15,0 0-2 0,0 0 1 0,0 0-1 16,0 0 1-16,0 0 4 0,9 2-16 0,-9-2 16 16,0 0 2-16,0 0-2 0,8 0-1 0,-8 0 6 15,0 0-7-15,0 0 2 0,0 0 0 0,0 0-5 16,0 0-4-16,0 0 5 0,11-2 8 0,-11 2-8 16,0 0 5-16,0 0 5 0,0 0-13 0,0 0 6 15,10 0 2-15,-10 0-9 0,0 0 4 0,0 0 3 16,0 0-8-16,9 0 16 0,-9 0-7 0,0 0-5 15,0 0 6-15,0 0-6 0,9 0 7 0,-9 0-7 16,0 0 17-16,0 0-18 0,8-2 1 0,-8 2-1 16,0 0 6-16,0 0-4 0,0 0 4 0,7-3-3 15,-7 3 0-15,0 0 3 0,6-6-5 0,-6 6 9 16,0 0-5-16,0 0 4 0,0 0-7 0,0 0 9 16,0 0 2-16,5-4 1 0,-5 4-11 0,0 0 5 15,0 0 2-15,1-7 1 0,-1 7 2 0,0 0-2 16,0 0-3-16,0-11 4 0,0 11-15 0,0 0 12 15,0-8 6-15,0 8 2 0,0 0-8 0,0 0 1 16,-3-12-3-16,3 12-1 0,0 0 5 0,-2-11-3 16,2 11 3-16,-3-6 12 0,3 6-4 0,0 0-1 15,-2-10-2-15,2 10-2 0,-3-6-1 0,3 6-1 16,-2-7 1-16,2 7-3 0,0 0 3 0,-7-9-5 16,7 9 0-16,-3-6 8 0,3 6-17 0,0 0 13 15,-7-5 1-15,7 5-3 0,0 0-1 0,-6-6 2 16,6 6-7-16,-8-2 5 0,8 2-5 0,-8-4 2 15,8 4-4-15,-7-3 3 0,7 3-1 0,0 0 0 16,-8-1-1-16,8 1 9 0,0 0-10 0,0 0 0 16,-13 1-2-16,13-1 4 0,0 0 2 0,-7 2 0 15,7-2-3-15,0 0 9 0,-8 4-12 0,8-4-1 16,0 0 8-16,-9 4-2 0,9-4 2 0,0 0-4 16,-8 3-4-16,8-3-1 0,0 0 5 0,-5 3 6 15,5-3-9-15,0 0 1 0,-5 7-9 0,5-7 0 16,-2 5 15-16,2-5-1 0,0 0-7 0,-2 7 4 15,2-7-5-15,0 0 8 0,0 10-1 0,0-10 4 16,0 0-6-16,0 12-6 0,0-12 1 0,-1 7-2 16,1-7 3-16,0 0 9 0,1 10-7 0,-1-10 0 15,0 0 2-15,0 8 1 0,0-8-3 0,0 0 0 16,3 8-5-16,-3-8 7 0,2 6-4 0,-2-6 3 16,0 0 1-16,4 10 13 0,-4-10-10 0,3 7 9 15,-3-7-8-15,4 4-5 0,-4-4-6 0,6 3 8 16,-6-3 1-16,6 5-5 0,-6-5 1 0,7 5 3 15,-7-5-3-15,6 3 1 0,-2 1-3 0,-4-4-5 16,10 4 14-16,-5-3-22 0,-5-1 12 0,9 1-6 16,-9-1-6-16,9 2 2 0,-9-2-3 0,0 0-2 15,0 0-6-15,18 1-8 0,-18-1-5 0,0 0-10 16,15-1 2-16,-15 1-12 0,7 0-6 0,-7 0-6 16,6-6-16-16,-6 6-50 0,0 0-149 0,0 0 66 15</inkml:trace>
  <inkml:trace contextRef="#ctx0" brushRef="#br0" timeOffset="-72649.43">10147 13721 30 0,'0'0'31'0,"0"0"-4"0,6-6-7 0,-6 6 3 15,0 0-3-15,0 0-3 0,0 0 3 0,7-4-10 16,-7 4-3-16,0 0 6 0,0 0-2 0,0 0-6 16,3-4 4-16,-3 4-3 0,0 0-5 15,0 0 7-15,0 0-1 0,0 0-3 0,0 0 0 16,0 0-2-16,0 0-4 0,0 0-4 0,0 0 0 0,0 0-5 16,0 0-2-16,0 0-9 0,15 6-15 0,-15-6-38 15,0 0 17-15</inkml:trace>
  <inkml:trace contextRef="#ctx0" brushRef="#br0" timeOffset="-72110.88">10227 13714 43 0,'0'0'74'0,"0"0"4"0,0 0-2 15,0 0-6-15,0 0 0 0,0 0-4 0,0 0-5 16,0 0-5-16,0 0 5 0,0 0-11 0,0 0-9 16,0 0 2-16,0 0-9 0,0 0-7 0,0 0 0 15,-6 12-6-15,6-12 10 0,0 0 0 0,0 0-7 16,-4 11 5-16,4-11-12 0,1 10 3 0,-1-10-2 15,2 9 6-15,-2-9-5 0,0 8-5 0,0-8 6 16,1 12-8-16,0-6 0 0,-1-6 3 0,3 12 3 16,-2-7 4-16,0 3-10 0,3-4 2 0,-1 1-14 15,-3-5 11-15,9 9-3 0,-6-4 0 0,-3-5-6 16,8 6 3-16,-4-5 3 0,-4-1-5 0,10 7 5 16,-3-4-5-16,-7-3 5 0,11 0 3 0,-11 0-4 15,14-6 5-15,-6 4-9 0,2-3 9 0,-1 1 0 16,1-1-1-16,-1-3 2 0,0 2 5 0,-2-4 6 15,1 2-3-15,-2 0-6 0,-1-2 2 0,1 1 7 16,-2 0 3-16,0 1-5 0,-3-2 2 0,0 2-6 16,-1-2-2-16,-2 0 5 0,-2 2-14 0,0 3 12 15,-1-4 4-15,-1 4-7 0,-1-2 2 0,-3 1-3 16,1 1-4-16,-1 2-2 0,-3 2 2 0,-2 1-5 16,-4 1 3-16,2 4-7 0,-1-1-1 0,3 1 2 15,-2 2 5-15,2 1-9 0,-1 1 0 0,4 1-15 16,0-1-21-16,4-2-20 0,2 3-23 0,1 0-22 15,2-4-24-15,0 5-104 0,1-4-250 0,2-7 111 16</inkml:trace>
  <inkml:trace contextRef="#ctx0" brushRef="#br0" timeOffset="33688.41">5205 17109 21 0,'0'0'24'0,"0"0"1"0,0 0 2 0,0 0-7 16,0 0-8-16,0 0 3 0,0 0 2 0,0 0-4 15,0 0 1-15,0 0-3 0,0 0 7 0,0 0-3 16,0 0-3-16,-7 22 3 0,7-22-7 0,0 10 3 16,0-10-2-16,0 11 5 0,0-11-3 0,2 11 0 15,-2-11 3-15,2 10-2 0,-2-4 2 0,0-6-10 16,2 11 34-16,-1-4-7 0,-1-7-3 0,0 9 0 16,0-9 6-16,0 10 2 0,0-10-4 0,0 11-3 15,0-11-5-15,0 10-3 0,0-10-1 0,0 0-3 16,-1 8 7-16,1-8-15 0,-2 7 7 0,2-7 5 15,0 0-7-15,0 0-4 0,0 0 2 0,-1 9-5 16,1-9 8-16,0 0-12 0,0 0 0 0,0 0-6 16,0 0-4-16,0 0-9 0,0 0-14 0,0 0-9 15,0 0-16-15,0 0-61 0,0 0-123 0,0 0 54 16</inkml:trace>
  <inkml:trace contextRef="#ctx0" brushRef="#br0" timeOffset="34077.04">5320 17041 20 0,'0'0'107'0,"0"0"-3"0,0 0-19 0,0 0 5 15,0 0-14-15,0 0-6 0,0 0-4 0,0 0-1 16,0 0-3-16,0 0 1 0,0 0 7 0,0 0 2 16,0 0-12-16,0 0-3 0,-8 29-6 0,8-29-2 15,0 14-11-15,0-14 7 0,3 18 1 0,-3-7-7 16,1 1 2-16,-2-2-9 0,1-10-3 0,1 21-2 16,-1-14-4-16,0 3-1 0,0-10-9 15,-4 21 8-15,7-12-4 0,-3-9 4 0,-3 14-6 16,3-14-9-16,-1 13 7 0,1-13 0 0,0 0-3 15,0 15 1-15,0-15 1 0,0 0 10 0,-1 9-16 0,1-9 0 16,0 0 2-16,0 0-3 0,0 0 2 16,0 0-11-16,0 0-9 0,1 10-6 0,-1-10-18 15,0 0-17-15,0 0-25 0,0 0-6 0,0 0-32 16,0 0-8-16,0 0-72 0,0 0-214 0,11-27 94 16</inkml:trace>
  <inkml:trace contextRef="#ctx0" brushRef="#br0" timeOffset="34438.99">5444 16973 39 0,'0'0'98'0,"0"0"1"15,0 0-10-15,0 0-11 0,0 0 11 0,0 0-8 16,0 0 2-16,0 33 0 0,0-23-8 0,0-10-1 0,0 19-11 16,0-13 5-16,1 5-5 0,-1-11-9 15,1 15-1-15,-1-15-1 0,2 16-2 0,-2-16-8 16,1 13-3-16,-1-13 2 0,1 16 1 0,-1-9 0 16,0-7-5-16,0 12-5 0,0-12-2 0,1 10-2 15,-1-10 0-15,2 10-7 0,-2-10-2 0,0 0-2 16,1 14 4-16,-1-14-6 0,0 0 0 0,1 11-1 15,-1-11-3-15,0 0-4 0,2 11-8 0,-2-11 0 16,0 0-9-16,4 10-10 0,-4-10-16 0,0 0-17 16,0 0-19-16,5 9-10 0,-5-9-8 0,0 0-14 15,0 0-6-15,10 2-93 0,-10-2-219 16,0 0 98-16</inkml:trace>
  <inkml:trace contextRef="#ctx0" brushRef="#br0" timeOffset="34758.39">5611 16969 44 0,'0'0'134'16,"0"0"-13"-16,0 0-9 0,0 0-13 0,0 0 4 15,0 0 2-15,0 0-7 0,0 0 0 0,0 0-6 16,-13 24-1-16,13-24-7 0,-2 13-10 0,1-2 1 15,-1-1-2-15,2-10-7 0,0 21-9 0,0-9-3 16,-1-2-4-16,1 1-8 0,0-11 1 0,-1 25-7 16,2-13-3-16,-1 0-6 0,1-1 1 0,-1-1-6 15,0-10 0-15,2 17-1 0,-1-9-5 0,-1-8 1 16,4 14-6-16,-4-14-11 0,1 11 9 0,-1-11 0 16,1 10-3-16,-1-10-16 0,4 10-10 0,-4-10-11 15,4 10-16-15,-4-10-20 0,3 8-11 0,-3-8-17 16,0 0-10-16,0 0-9 0,5 6-5 0,-5-6-96 15,0 0-232-15,0 0 103 0</inkml:trace>
  <inkml:trace contextRef="#ctx0" brushRef="#br0" timeOffset="35036.83">5737 16913 99 0,'0'0'120'0,"0"0"15"16,0 0-12-16,0 0-6 0,0 0-14 0,-2 45-3 15,2-45-13-15,-1 22 3 0,1-12-13 0,0-10 1 16,-1 21-8-16,1-21-8 0,0 19-6 16,-2-8-6-16,2-11-4 0,-1 17-4 0,1-17-8 0,-1 15 2 15,1-8-6-15,0-7-11 0,-3 17 8 16,3-17-6-16,-1 15-1 0,1-15-6 0,0 0-6 0,0 19-11 15,0-19-12-15,3 12-20 0,-3-12-14 0,-2 11-36 16,2-11-17-16,-1 12-15 0,1-12-93 0,0 0-227 16,1 10 100-16</inkml:trace>
  <inkml:trace contextRef="#ctx0" brushRef="#br0" timeOffset="35307.51">5846 16930 73 0,'0'0'153'0,"0"0"-15"0,0 0-13 0,0 0-5 0,3 41-5 16,-3-41-6-16,-1 23-18 0,-1-11-5 15,2-12-12-15,-1 27-2 0,0-13-13 0,1-3-2 16,0-11-6-16,0 23-16 0,-2-9 9 0,2-2-3 0,-2-1-4 15,2 1-4-15,-1-3-9 0,1-9-2 0,0 19-5 16,0-9-9-16,0-10-13 0,1 16-12 16,-1-16-37-16,-1 13-18 0,1-13-13 0,-2 11-21 15,2-11-102-15,3 9-225 0,-3-9 100 0</inkml:trace>
  <inkml:trace contextRef="#ctx0" brushRef="#br0" timeOffset="35573.14">5963 16964 110 0,'0'0'128'0,"0"0"-15"0,0 0-10 16,0 0-5-16,2 38-9 0,-2-38-12 0,-1 15-10 15,1-15-3-15,-1 21-5 0,1-21-4 0,-3 20-5 16,1-9-11-16,-1 0-2 0,2 2 2 0,1-1-11 0,0-12-13 16,-1 21-12-16,1-21-9 0,-2 19-15 15,2-10-25-15,-1 3-12 0,1-12-16 0,-1 18-20 16,1-18-53-16,-2 11-157 0,2-11 70 0</inkml:trace>
  <inkml:trace contextRef="#ctx0" brushRef="#br0" timeOffset="35802.87">6037 16923 28 0,'0'0'112'0,"-1"50"-13"0,1-50-12 15,0 21-7-15,0-9-5 0,0-12-11 0,0 21-3 16,0-10-14-16,0-11 4 0,0 20-19 0,0-11-17 16,0-9-21-16,0 14-24 0,0-14-18 0,0 14-64 15,0-14-120-15,-3 13 53 0</inkml:trace>
  <inkml:trace contextRef="#ctx0" brushRef="#br0" timeOffset="36254.51">6010 17106 33 0,'0'16'48'0,"-3"-4"-18"16,3 1-20-16,-1 0-18 0,0-2-12 0,-2 2-19 15,2-4 8-15</inkml:trace>
  <inkml:trace contextRef="#ctx0" brushRef="#br0" timeOffset="37772.87">5354 17157 53 0,'0'0'96'0,"-12"41"-33"15,9-31-25-15,3-10-25 0,-4 17-30 0,2-7-24 16,2-10-45-16,-6 17 19 0</inkml:trace>
  <inkml:trace contextRef="#ctx0" brushRef="#br0" timeOffset="-151636.46">9811 15599 4 0,'0'0'7'0,"0"0"-10"0,0 0 8 0,0 0-1 15,0 0-4-15,0 0-4 0,0 0-2 0,0 0 1 16</inkml:trace>
  <inkml:trace contextRef="#ctx0" brushRef="#br0" timeOffset="-151339.43">9811 15599 26 0,'9'-2'38'0,"-9"2"-10"16,6-3 3-16,-6 3 2 0,8-2 3 0,-8 2 3 16,0 0-2-16,7-3 6 0,-7 3-5 0,0 0 2 15,7-3-2-15,-7 3-1 0,0 0-1 0,0 0 1 16,0 0-7-16,0 0 1 0,0 0-10 0,5-4 10 15,-5 4 6-15,0 0-1 0,0 0-8 0,0 0-2 16,0 0 11-16,0 0 1 0,0 0-17 16,0 0 8-16,1-7 0 0,-1 7-5 0,0 0 0 15,0 0-4-15,0 0-3 0,0 0 3 0,0 0 3 16,0 0-8-16,0 0 1 0,0 0-2 0,0 0-3 16,0 0-10-16,0 0 6 0,0 0-3 0,0 0 8 0,0 0-11 15,0 0 4-15,0 0 13 0,0 0-22 16,0 0-4-16,0 0-6 0,0 0-6 0,0 0-30 15,0 0-5-15,0 0-5 0,0 0-4 0,0 0-2 16,0 0-2-16,0 0-6 0,0 0-40 0,-20 11-123 16,12-8 55-16</inkml:trace>
  <inkml:trace contextRef="#ctx0" brushRef="#br0" timeOffset="-148680.5">4689 17051 5 0,'-9'32'11'0,"7"-24"-2"15,-2 2 2-15,2 1 0 0,-3 1 0 0,-3 5 2 16,2-4-3-16,-1 4 0 0,1-1 0 0,-2-2-3 16,5-3 1-16,-3-1 13 0,2-1-13 0,1 0 1 15,-1 0-1-15,0 0 6 0,-1-3-2 0,1 1-3 16,2-2 5-16,2-5-1 0,-6 10-7 0,4-6 3 16,2-4 4-16,-5 9-3 0,5-9 1 0,0 0 0 15,-6 7 0-15,6-7-1 0,-3 3-3 0,3-3 6 16,0 0-5-16,0 0 5 0,0 0-2 0,0 0 4 15,0 0-6-15,0 0 6 0,0 0 7 0,-4 7-11 16,4-7 13-16,0 0-20 0,0 0 0 0,0 0 8 16,0 0-5-16,0 0-12 0,0 0-3 15,0 0-16-15,0 0-8 0,0 0-37 0,0 0-74 16,0 0 32-16</inkml:trace>
  <inkml:trace contextRef="#ctx0" brushRef="#br0" timeOffset="-148199.46">4764 17179 8 0,'-4'16'30'0,"3"-8"0"0,-3 1-7 15,1 1 1-15,0-2 1 0,0 2 1 0,-1-1-2 16,4-9-1-16,-5 18 2 0,2-11-2 16,3-7-3-16,-6 13-2 0,6-13-2 0,-4 11 6 0,4-11-8 15,-5 9 5-15,5-9-6 0,-2 9-2 0,2-9-3 16,0 0 9-16,0 0-9 0,0 0-3 0,-4 9 6 16,4-9-4-16,0 0-3 0,0 0 2 15,0 0-4-15,0 0 3 0,0 0 1 0,-2 11 1 16,2-11-7-16,0 0 1 0,0 0 2 0,0 0 0 15,0 0-5-15,0 0-1 0,0 0 9 0,0 0-5 16,0 0-6-16,0 0-9 0,0 0-13 0,4 11 2 16,-4-11 4-16,0 0-46 0,4 4-71 0,-4-4 32 15</inkml:trace>
  <inkml:trace contextRef="#ctx0" brushRef="#br0" timeOffset="-147751.8">4897 17177 14 0,'-3'12'31'0,"-1"-2"11"0,0 2-5 16,1 4-4-16,-2-4 1 0,1 0 2 0,-3 3-7 15,1 0-7-15,1-3 1 0,-1 0 0 0,1-1 0 16,1-2 0-16,0-1-11 0,0-2 9 0,4-6-12 15,-4 14 7-15,0-7 3 0,4-7-8 16,-6 11 4-16,6-11-3 0,-4 8 3 0,4-8-4 0,0 0 0 16,-5 10 2-16,5-10-5 0,0 0-1 0,0 0-3 15,-4 7 8-15,4-7 0 0,0 0-4 0,0 0 0 16,0 0-4-16,0 0 9 0,0 0-8 0,0 0 1 16,0 0 1-16,0 0-6 0,0 0 0 0,0 0-15 15,0 0-10-15,0 0-9 0,0 0-4 0,0 0-51 16,0 0-94-16,0 0 42 0</inkml:trace>
  <inkml:trace contextRef="#ctx0" brushRef="#br0" timeOffset="-147357.62">5018 17119 2 0,'0'15'44'16,"0"-4"0"-16,0-11-4 0,-4 21-7 0,2-8-3 15,-6 0 0-15,2 1 0 0,2-3-1 0,0 1 10 16,0-2-7-16,0-1-2 0,2 0 3 0,2-9-9 16,-8 14 10-16,8-14-13 0,-5 12 2 0,5-12-4 15,-5 9-5-15,5-9 5 0,-5 10-1 16,5-10-9-16,-4 6 12 0,4-6-14 0,0 0 7 0,-5 9 1 16,5-9-5-16,0 0 0 0,0 0-10 15,0 0 6-15,-4 8 1 0,4-8-3 0,0 0-2 16,0 0-6-16,0 0-10 0,0 0-17 0,0 0-1 15,0 0-11-15,0 0-53 0,0 0-102 0,0 0 46 16</inkml:trace>
  <inkml:trace contextRef="#ctx0" brushRef="#br0" timeOffset="-147018.91">5205 17106 16 0,'-5'12'48'0,"2"3"-6"0,-1 1-3 15,-1-4-4-15,1 2-6 0,-1 1 15 0,3-3-18 16,-2-2 4-16,1 1 3 0,2-1-9 0,-3 1-6 16,4-11 0-16,-2 15-4 0,0-8-1 0,2-7-6 15,-5 14 9-15,5-14-8 0,-2 13 3 0,1-6-2 16,1-7-2-16,-4 13 0 0,4-13 5 0,-4 12-13 16,0-4-9-16,4-8-15 0,-7 14 8 0,5-8-59 15,2-6-82-15,-8 10 36 0</inkml:trace>
  <inkml:trace contextRef="#ctx0" brushRef="#br0" timeOffset="-146685.25">5250 17206 42 0,'-4'15'43'0,"0"-5"-10"0,0 1-5 16,-1 1 0-16,2-3-3 0,-1 1 0 0,1 0-4 15,-1-3-3-15,0 2-6 0,4-9 8 0,-6 13-5 16,3-6-7-16,3-7 6 0,-4 10-9 0,4-10 5 16,-2 10-1-16,2-10-7 0,-4 9-9 0,4-9-12 15,0 0-2-15,-4 12-32 0,4-12-55 0,0 0 25 16</inkml:trace>
  <inkml:trace contextRef="#ctx0" brushRef="#br0" timeOffset="-146374.12">5362 17127 3 0,'-3'12'34'0,"0"3"-5"0,-3 1 4 0,1 1-10 16,0-6-2-16,0 3-2 0,0-3-3 0,1 1-5 16,-1-2 2-16,0 3 3 0,-1-2-6 15,1 0 1-15,-1-1-10 0,1 0-6 0,0-1-11 16,0 1-21-16,0-3-40 0,1 1 19 0</inkml:trace>
  <inkml:trace contextRef="#ctx0" brushRef="#br0" timeOffset="-146064.05">5473 17158 28 0,'-2'12'36'16,"0"-1"-10"-16,-3-2 2 0,3 2 7 0,-1-3-5 15,1 3-8-15,-1-3-2 0,3-8-4 0,-1 14-2 16,1-14 2-16,-3 14-1 0,3-14-10 0,0 10 7 16,0-10-12-16,-1 14-5 0,1-14-20 0,-4 14-21 15,4-14-50-15,-3 12 23 0</inkml:trace>
  <inkml:trace contextRef="#ctx0" brushRef="#br0" timeOffset="-143597.62">8109 16601 18 0,'-4'11'24'15,"1"-4"7"-15,3-7-9 0,-5 11-2 0,5-11 6 16,-5 13-1-16,2-8-3 0,3-5-2 0,-7 14 2 16,7-14-6-16,-5 9-2 0,5-9 0 0,-4 9 0 15,4-9 8-15,-3 8-13 0,3-8-1 0,0 0 5 16,-2 12-9-16,2-12 0 0,-4 8-1 15,4-8 6-15,-4 11-11 0,4-11-8 0,-5 10-15 0,0-4-30 16,5-6-57-16,-7 10 26 0</inkml:trace>
  <inkml:trace contextRef="#ctx0" brushRef="#br0" timeOffset="-143309.38">8268 16627 18 0,'0'0'41'0,"3"11"-7"0,-3-11 5 15,0 0-11-15,-3 18-2 0,3-18 0 0,-1 10-2 16,1-10 3-16,1 14-9 0,-1-14-1 0,-2 14-6 16,2-14 3-16,-2 13-5 0,2-13-14 0,0 15-2 15,2-6-17-15,-2-9-26 0,-3 16-53 0,1-6 23 16</inkml:trace>
  <inkml:trace contextRef="#ctx0" brushRef="#br0" timeOffset="-136440.86">4741 17307 15 0,'0'0'54'0,"0"0"-4"0,0 0-3 0,0 0-5 16,0 0 0-16,0 0-11 0,0 0 1 0,0 0-4 15,0 0 8-15,0 0-11 0,0 0 1 16,0 0 4-16,0 0 8 0,0 0-13 0,0 0 19 16,0 0-16-16,0 0-6 0,0 0 3 0,0 0-2 0,0 0 10 15,0 0-14-15,0 0 7 0,0 0-2 16,0 0-4-16,0 0 1 0,0 0-11 0,0 0 4 15,0 0-10-15,0 0 10 0,0 0-1 0,-7-5-4 16,7 5-7-16,0 0 1 0,0 0-8 0,0 0-15 16,0 0-21-16,0 0-6 0,0 0-26 0,0 0-43 15,0 0-123-15,0 0 54 0</inkml:trace>
  <inkml:trace contextRef="#ctx0" brushRef="#br0" timeOffset="-135157.25">4525 17630 8 0,'0'0'18'0,"0"0"-14"16,0 0-9-16,0 0-6 0,0 0 2 0</inkml:trace>
  <inkml:trace contextRef="#ctx0" brushRef="#br0" timeOffset="-131904.34">9278 15498 18 0,'0'0'13'0,"0"0"-14"16,0 0-4-16,0 0-6 0,0 0 2 0</inkml:trace>
  <inkml:trace contextRef="#ctx0" brushRef="#br0" timeOffset="-130452.29">4806 17271 7 0,'0'0'58'0,"0"0"-5"0,0 0-3 16,-25-1-7-16,25 1-4 0,0 0-3 0,0 0-6 15,0 0 0-15,0 0-9 0,0 0 6 0,0 0-9 16,0 0-1-16,0 0 0 0,0 0-2 0,0 0 1 16,0 0-4-16,0 0 0 0,0 0 23 0,0 0-28 15,0 0 1-15,0 0-5 0,0 0 3 0,0 0-3 16,0 0 0-16,0 0 3 0,0 0 1 0,0 0 2 16,0 0-9-16,0 0 11 0,0 0-1 0,0 0-3 15,0 0-1-15,0 0-1 0,0 0 6 0,0 0-3 16,0 0 3-16,0 0-5 0,0 0 6 0,0 0-1 15,0 0 1-15,0 0 7 0,0 0 0 0,0 0 7 16,0 0-1-16,0 0-5 0,0 0 2 0,0 0 2 16,0 0-2-16,0 0-7 0,0 0 3 15,0 0 5-15,0 0-13 0,0 0 9 0,0 0-3 16,0 0-1-16,0 0 4 0,0 0-13 0,0 0 8 16,0 0-2-16,0 0-2 0,0 0-4 0,0 0 4 15,0 0 3-15,0 0 5 0,0 0 3 0,0 0 0 16,0 0-2-16,0 0 6 0,0 0-5 0,0 0-1 15,0 0-3-15,0 0 5 0,0 0-7 0,0 0-2 16,0 0 1-16,0 0 4 0,0 0-8 0,0 0 2 16,0 0-8-16,0 0 19 0,0 0-10 0,0 0-6 15,0 0-2-15,0 0 5 0,0 0-10 0,0 0 8 16,0 0-8-16,0 0 8 0,0 0-2 0,0 0-4 16,0 0-2-16,0 0 8 0,0 0-8 0,0 0 0 15,0 0 5-15,0 0 0 0,0 0-5 0,0 0 4 16,0 0-2-16,0 0 0 0,0 0-11 0,0 0 11 15,0 0 0-15,0 0-1 0,0 0-7 0,0 0-9 16,0 0-18-16,0 0-19 0,0 0-22 16,16 14-19-16,-15-10-96 0,-1-4-207 0,0 0 92 15</inkml:trace>
  <inkml:trace contextRef="#ctx0" brushRef="#br0" timeOffset="-127549.04">4549 16053 14 0,'0'0'37'0,"0"0"-1"0,0 0 0 16,0 0-7-16,0 0 3 0,0 0-8 0,0 0-5 15,0 0-6-15,0 0-12 0,0 0-17 0,0 0-22 16,0 0-41-16,0 0 19 0</inkml:trace>
  <inkml:trace contextRef="#ctx0" brushRef="#br0" timeOffset="-125252.44">9046 16693 16 0,'0'0'9'0,"0"0"6"0,0 0-5 0,0 0 1 16,0 0-2-16,0 0 10 0,0 0 2 0,0 0 5 15,0 0 2-15,0 0 2 0,0 0 5 16,0 0 8-16,0 7-4 0,0-7-8 0,0 0-4 15,0 0 6-15,0 0-2 0,0 0-8 0,0 0 6 16,0 0-2-16,0 0-3 0,0 0-4 0,0 0-1 16,0 0 8-16,0 0-11 0,0 0 1 0,0 0 1 15,0 0-7-15,0 0 7 0,0 0-3 0,0 0-17 0,0 0 11 16,0 0-3-16,0 0 7 0,0 0-12 0,0 0-2 16,0 0-3-16,0 0-21 0,0 0-11 15,0 0-13-15,0 0-10 0,0 0-33 0,0 0-100 16,0 0 45-16</inkml:trace>
  <inkml:trace contextRef="#ctx0" brushRef="#br0" timeOffset="-124457.68">9103 15834 16 0,'0'0'17'0,"0"0"0"0,0 0 1 0,0 0-1 15,0 0-1-15,0 0-3 0,0 0-8 0,0 0 2 16,0 0 1-16,0 0-16 0,0 0-13 16,0 0-23-16,0 0 10 0</inkml:trace>
  <inkml:trace contextRef="#ctx0" brushRef="#br0" timeOffset="-114404.84">8385 16671 87 0,'0'0'79'0,"0"0"-9"0,0 0 0 0,0 0-5 15,0 0-6-15,0 0-2 0,0 0-7 0,0 0 10 16,0 0-20-16,0 0-2 0,0 0-1 0,0 0-3 16,0 0 1-16,0 0-5 0,0 0 3 0,0 0-5 15,0 0 0-15,0 0-1 0,0 0-2 0,0 0 1 16,0 0 0-16,0 0-5 0,0 0-2 0,0 0 0 15,0 0 9-15,0 0-18 0,0 0-4 0,0 0 4 16,0 0-2-16,0 0-3 0,0 0 5 0,0 0-3 16,0 0-3-16,0 0 4 0,0 0-3 0,0 0-1 15,0 0 2-15,0 0-1 0,0 0-7 0,0 0 4 16,0 0 1-16,0 0-1 0,0 0 2 0,0 0-2 16,0 0 1-16,0 0-1 0,0 0 5 0,0 0 1 15,0 0 3-15,0 0-10 0,0 0 1 0,0 0 0 16,0 0 9-16,0 0-7 0,0 0 10 0,0 0-14 15,0 0 2-15,0 0 2 0,0 0-2 0,0 0 2 16,0 0 1-16,0 0 5 0,0 0-10 0,5-4 1 16,-5 4-3-16,0 0-1 0,0 0 3 0,0 0 4 15,0 0-2-15,0 0 2 0,0 0-5 0,0 0 3 16,0 0-2-16,0 0 2 0,0 0-1 0,0 0 2 16,0 0-3-16,0 0 5 0,0 0-2 0,0 0 0 15,0 0-2-15,0 0 4 0,0 0-3 0,0 0 2 16,0 0-2-16,0 0 1 0,0 0-3 0,0 0 3 15,0 0-4-15,0 0 5 0,0 0-1 0,0 0-2 16,0 0 0-16,0 0 1 0,0 0 1 0,0 0-4 16,0 0 2-16,0 0 2 0,0 0 0 0,0 0 0 15,0 0-3-15,0 0 0 0,0 0-5 0,0 0 6 16,0 0 0-16,0 0 2 0,0 0-3 0,0 0-2 16,0 0 4-16,0 0 0 0,0 0 2 0,0 0-6 15,0 0-5-15,0 0 9 0,0 0-4 16,0 0 5-16,0 0-3 0,0 0 6 0,0 0-6 15,0 0 2-15,0 0 1 0,0 0-2 0,0 0 5 0,0 0-4 16,0 0-1-16,0 0-2 0,0 0-2 0,0 0 2 16,0 0-5-16,0 0 3 0,0 0 5 0,0 0 1 15,0 0-7-15,0 0 10 0,0 0-6 16,0 0 3-16,0 0-1 0,0 0-4 0,0 0 1 16,0 0 3-16,0 0-8 0,0 0 4 0,0 0 5 15,0 0-4-15,0 0 3 0,0 0 2 0,0 0 0 0,0 0 0 16,0 0-5-16,0 0-3 0,0 0 3 0,0 0 4 15,0 0 0-15,0 0-1 0,0 0-4 0,0 0 3 16,0 0 2-16,0 0 1 0,0 0-5 16,0 0-1-16,0 0-3 0,0 0-4 0,0 0-2 0,0 0 2 15,0 0-13-15,0 0-6 0,0 0-6 16,0 0-11-16,0 0-11 0,0 0-15 0,0 0-10 0,0 0-11 16,5-4-61-16,-5 4-166 0,0 0 74 0</inkml:trace>
  <inkml:trace contextRef="#ctx0" brushRef="#br0" timeOffset="-110534.01">5261 17081 52 0,'0'0'68'16,"0"0"-11"-16,0 0-6 0,0 0-11 15,0 0-2-15,0 0 2 0,0 0 1 0,0 0-6 16,0 0 2-16,0 0 3 0,0 0-17 0,0 0-2 16,0 0 13-16,0 0-12 0,0 0-2 0,0 0 0 15,0 0-1-15,0 0 1 0,0 0-1 0,0 0 7 16,0 0-1-16,0 0-2 0,0 0-9 0,0 0 2 0,0 0 8 16,0 0-13-16,0 0 7 0,0 0 3 15,0 0-10-15,0 0 1 0,0 0 2 0,0 0-3 16,0 0-5-16,0 0 2 0,0 0-5 0,0 0 5 15,0 0-6-15,0 0 19 0,0 0-21 0,0 0 8 16,0 0-11-16,0 0 7 0,0 0-3 0,0 0 9 16,0 0-9-16,0 0 0 0,0 0 5 0,0 0-3 15,0 0 6-15,0 0-6 0,0 0 5 0,0 0-10 16,0 0 2-16,0 0 4 0,0 0-1 0,0 0-1 16,0 0-4-16,0 0-6 0,0 0 13 0,0 0-5 15,0 0 0-15,0 0-5 0,0 0 6 0,0 0-5 16,0 0 9-16,0 0-3 0,0 0-10 0,0 0 18 15,0 0-7-15,0 0-8 0,8 7-2 0,-8-7 0 16,0 0-7-16,0 0 3 0,0 0-9 0,0 0 9 16,0 0-5-16,0 0 2 0,0 0 5 0,0 0 5 15,0 0-5-15,0 0-17 0,0 0-1 0,-4 11-16 16,4-11-5-16,0 0-13 0,-5 9-55 16,5-9-126-16,-4 10 55 0</inkml:trace>
  <inkml:trace contextRef="#ctx0" brushRef="#br0" timeOffset="-109860">5813 17086 21 0,'0'0'18'0,"0"0"-7"0,0 0-13 15,0 0-6-15,0 0-9 0,0 0 3 0</inkml:trace>
  <inkml:trace contextRef="#ctx0" brushRef="#br0" timeOffset="-109247.42">5553 17013 23 0,'0'0'70'16,"0"0"-5"-16,0 0-4 0,0 0-10 0,0 0-3 16,5-5-4-16,-5 5-10 0,0 0-4 0,0 0 5 15,0 0-12-15,0 0-1 0,0 0-5 16,0 0 2-16,0 0-4 0,0 0-2 0,0 0 4 16,0 0-4-16,0 0 0 0,0 0-2 0,0 0 2 15,0 0-4-15,0 0 7 0,0 0-1 0,0 0-5 0,0 0 6 16,0 0 2-16,0 0 0 0,0 0-6 0,0 0-4 15,0 0 8-15,0 0-23 0,0 0 19 0,0 0-9 16,0 0 0-16,0 0 2 0,0 0 7 16,0 0-9-16,0 0-3 0,0 0 5 0,0 0 5 15,0 0-12-15,0 0 9 0,0 0-4 0,0 0-1 16,0 0 6-16,0 0-3 0,0 0-3 0,0 0-4 16,0 0 6-16,0 0-2 0,0 0-5 0,0 0 5 15,0 0-4-15,0 0 8 0,0 0-7 0,0 0 2 0,0 0 4 16,0 0-9-16,0 0 5 0,0 0 4 15,0 0-1-15,0 0-7 0,0 0 4 0,0 0 3 16,0 0 0-16,0 0-1 0,0 0-4 0,0 0 2 16,0 0-10-16,0 0 9 0,0 0 3 0,0 0 0 15,0 0-6-15,0 0 0 0,0 0-5 0,0 0 2 16,0 0-3-16,0 0 1 0,0 0-2 0,0 0 2 16,0 0-5-16,0 0 2 0,0 0-6 0,0 0-6 15,0 0-7-15,0 0 0 0,0 0-8 0,0 0-5 16,0 0-10-16,0 0-41 0,0 0-100 0,-13 18 45 15</inkml:trace>
  <inkml:trace contextRef="#ctx0" brushRef="#br0" timeOffset="-105027.86">5095 10349 5 0,'0'0'54'16,"0"0"-4"-16,0 0-2 0,0 0-14 0,0 0-2 15,0 0 1-15,0 0-4 0,0 0 2 0,0 0-4 16,0 0-2-16,0 0-5 0,0 0 4 0,0 0 0 16,0 0 1-16,0 0-11 0,0 0 3 0,0 0 2 15,0 0-7-15,0 0 2 0,0 0-1 0,0 0-2 16,0 0 2-16,0 0-6 0,0 0 1 0,0 0-2 15,0 0-2-15,0 0 1 0,0 0 1 0,0 0 2 16,0 0-10-16,0 0 7 0,0 0 0 0,0 0 0 16,0 0-5-16,0 0 8 0,0 0 0 0,0 0 3 15,0 0 1-15,-6 5-2 0,6-5 9 16,-6 4-7-16,6-4 9 0,-7 6 6 0,7-6-9 0,-7 3-1 16,7-3 2-16,-10 4 8 0,5-2-3 0,5-2-7 15,-10 2 3-15,3 1-9 0,-1-2 4 0,8-1-2 16,-16 3 1-16,5-2 3 0,-1 0-3 0,1-1 4 15,-2 1-5-15,1-1-6 0,-2 1 5 0,1 0 5 16,2 1-14-16,-3-1 12 0,0-1-8 0,1 0 2 16,-1 1-6-16,0-1 7 0,1 3 1 0,0-3-11 15,-1 2 14-15,3-1 2 0,-2-1-10 0,2 0-1 16,-1 0-1-16,2 2 7 0,2-1-3 0,-2 0-1 16,0-1-3-16,-1 2 7 0,4-2-3 0,7 0 2 15,-18 0 6-15,8 1-11 0,2 0 10 0,8-1-1 16,-17 2-3-16,11-2 0 0,6 0-2 0,-14 0 6 15,14 0-7-15,-10 1 2 0,10-1-2 0,-12 0-1 16,12 0 2-16,-11 0 4 0,11 0-2 0,-10 0 6 16,10 0 4-16,0 0 1 0,-8 0-3 0,8 0 1 0,0 0 2 15,0 0-5-15,0 0-5 0,-10 0 2 0,10 0-1 16,0 0-1-16,0 0-3 0,0 0-1 16,0 0 3-16,0 0-3 0,0 0-2 0,0 0 3 15,0 0-9-15,0 0 5 0,0 0 0 0,0 0-4 0,0 0 1 16,0 0 5-16,0 0-4 0,0 0-3 0,0 0 1 15,0 0 0-15,0 0-3 0,0 0-8 16,0 0 14-16,0 0-2 0,0 0-10 0,0 0 4 16,0 0 2-16,0 0 2 0,0 0-2 0,0 0 3 0,0 0-5 15,0 0 4-15,0 0 1 0,0 0 3 0,0 0-2 16,0 0-1-16,0 0-2 0,0 0 2 0,0 0-4 16,0 0 7-16,0 0-7 0,0 0 7 15,0 0-1-15,0 0-6 0,0 0 1 0,0 0 2 16,0 0 0-16,0 0 4 0,0 0-3 0,0 0-1 0,0 0-2 15,0 0 2-15,0 0-6 0,0 0 6 0,0 0 6 16,0 0-4-16,0 0-4 0,0 0 5 0,0 0-6 16,0 0 3-16,0 0-6 0,0 0 6 0,0 0-14 15,0 0 2-15,0 0-7 0,0 0-4 0,0 0-16 16,0 0-16-16,0 0-14 0,0 0-15 0,0 0-9 16,0 0-22-16,0 0-68 0,0 0-199 0,0 0 88 15</inkml:trace>
  <inkml:trace contextRef="#ctx0" brushRef="#br0" timeOffset="-104165.36">5046 10312 24 0,'0'0'87'0,"-5"-5"-5"16,5 5 0-16,0 0-9 0,0 0-2 0,0 0-6 15,-5-6-12-15,5 6-8 0,0 0 2 0,0 0-12 16,0 0 2-16,-6-4-4 0,6 4-4 0,0 0 2 16,0 0-11-16,0 0-1 0,0 0 1 0,0 0-4 15,0 0-7-15,0 0 12 0,-12 2-11 0,12-2-3 16,0 0 2-16,-11 4 3 0,11-4-10 0,-9 4 4 16,9-4 3-16,-12 3-3 0,6 0-6 15,-2-1 12-15,-1 2-6 0,0 0-8 0,-1 0 4 0,-1 1-1 16,0-1-1-16,0 2-2 0,1-2 8 0,-1 1-2 15,0 0 0-15,-1 0-2 0,1-1 5 0,0 2-4 16,0-2-4-16,0-1-3 0,-1 1 6 0,3-2-2 16,0 1 3-16,0 0 0 0,2-2-4 0,-2 2-2 15,-3-1 6-15,3 1-9 0,2-1 8 0,-1 0 0 16,-1-1 0-16,1 0-2 0,8-1 4 0,-16 2 0 0,4 0 4 16,3-2-7-16,2 1 9 0,7-1-13 15,-20 1 4-15,13-1-3 0,-3 0 7 0,-2 2-3 16,2-2-2-16,-2 0-5 0,2 1 8 0,-2-1-5 15,1 0 6-15,1 1-2 0,-2 1-3 0,0-1 2 0,0-1 9 16,-2 0-7-16,4 0 5 0,-1 0 5 16,0-3 5-16,1 3 2 0,1-1 2 0,-3 0 0 15,3-1 1-15,-1 1 8 0,-1 1-2 0,-1-2-10 16,1 2 0-16,-3-1 2 0,5-2 2 0,-3 3 0 16,1-1-4-16,-2 1 3 0,0-2-3 0,2 1-2 15,-5-2-2-15,5 2 10 0,-1-1-5 0,-2 0-1 16,1 2 1-16,0-2-6 0,0 2 7 0,0-3 1 15,3 2 6-15,-1 0-10 0,0 0 1 0,3-1 6 16,1 1-6-16,7 1-3 0,-18-2 2 0,9 1-2 0,9 1 2 16,-13-1 3-16,5-1-1 0,8 2 0 15,-10-3-5-15,10 3 5 0,-9-5 2 0,9 5-8 16,-10-2 5-16,10 2 3 0,-6-1 3 0,6 1-2 0,-7-4-4 16,7 4 4-16,0 0 1 0,0 0-2 0,-6-4-3 15,6 4-2-15,0 0-5 0,0 0 0 0,0 0 3 16,-8-3-5-16,8 3 2 0,0 0-1 0,0 0-3 15,0 0 1-15,0 0-4 0,0 0 0 0,0 0-2 16,0 0-2-16,0 0-13 0,0 0-11 0,0 0-9 16,0 0-20-16,0 0-9 0,0 0-13 0,0 0-15 15,0 0-11-15,0 0-6 0,0 0-6 0,0 0-7 16,0 0-5-16,0 0-93 0,0 0-233 16,0 0 104-16</inkml:trace>
  <inkml:trace contextRef="#ctx0" brushRef="#br0" timeOffset="-96237.66">4639 10358 39 0,'0'0'38'0,"0"0"-17"0,-7-2-19 0,7 2-19 15,0 0-19-15,0 0 9 0</inkml:trace>
  <inkml:trace contextRef="#ctx0" brushRef="#br0" timeOffset="-95896.32">4194 10387 8 0,'-18'-3'20'0,"-2"-2"0"0,-1 1 2 16,4 0-1-16,0 0-4 0,1-1-1 0,2 3 0 15,1-2-4-15,1 1 3 0,0-1 0 0,2 1-4 16,-1 0-2-16,4 2-3 0,-1-2-2 16,8 3-4-16,-11-2-13 0,11 2-21 0,-9-1-35 15,9 1 16-15</inkml:trace>
  <inkml:trace contextRef="#ctx0" brushRef="#br0" timeOffset="-94697.4">4858 10375 27 0,'-12'0'40'0,"12"0"1"16,-12 2-6-16,6-1-9 0,6-1 1 0,-15 1-2 16,7 1-3-16,-3-2-4 0,1 1-4 0,-1 0 1 15,1 0-1-15,-3 0 0 0,1 0-7 0,0 2-1 16,-3-2-5-16,3 0-3 0,-6 2 2 0,0 2-2 16,1-3-1-16,0 0 0 0,-2 2-3 0,0-1-3 15,0-2-1-15,1 2 5 0,-2 1-3 0,2-1 3 16,0-1 0-16,-1 1 0 0,2-1 0 0,-1 2-3 15,6-3 2-15,-2 2 3 0,1-2-4 0,-1 1 3 16,1-2-2-16,3 3-1 0,-3-3 6 0,3 0-2 16,-2 3-2-16,1-3 0 0,0 0 1 0,4 1 1 15,7-1 0-15,-15 0-1 0,7-1 4 0,8 1-1 16,-13 0 2-16,13 0-3 0,-14-3 1 0,9 3 0 16,5 0 3-16,-13-2 2 0,13 2-4 0,-10-1 2 15,10 1-2-15,0 0 3 0,-10 0 0 0,10 0 1 16,0 0-1-16,-13-3-2 0,13 3 4 0,-8-1 1 15,8 1-3-15,0 0 1 0,-10-2 1 0,10 2-4 16,-9-3 2-16,9 3 1 0,-10-4-2 0,10 4 5 16,-10-1 0-16,10 1-1 0,-9-2 8 0,9 2-8 15,-11-2-1-15,11 2 5 0,-10-3-7 0,10 3 2 16,-11-3-2-16,4 2 1 0,7 1 3 0,-12-1-4 16,12 1 4-16,-12-2-2 0,4 1 1 0,8 1-1 15,-9-1-4-15,9 1 4 0,-10-1 0 0,10 1 6 16,-13-1-1-16,7-1 0 0,6 2 0 0,-12-2-6 15,12 2 3-15,-10-2 0 0,10 2 18 0,-9-2-11 16,9 2 2-16,-7-3 1 0,7 3-4 0,-9-2 1 16,9 2-3-16,-10-3-1 0,10 3 2 0,-8-4-1 15,8 4 1-15,-8-3 1 0,8 3 2 0,0 0 2 16,-11-2-6-16,11 2 2 0,-5-7-4 0,5 7 0 16,-6-3-4-16,6 3-1 0,-5-5-1 0,5 5 8 15,0 0-6-15,-6-3-2 0,6 3 2 0,0 0-1 16,0 0-2-16,-6-6-2 0,6 6 0 0,0 0 2 15,0 0-2-15,0 0-5 0,0 0-5 0,0 0-10 16,0 0-6-16,0 0 1 0,0 0-3 0,0 0-6 16,0 0-7-16,0 0-10 0,0 0-27 0,0 0-84 15,7 25 38-15</inkml:trace>
  <inkml:trace contextRef="#ctx0" brushRef="#br0" timeOffset="-94097.69">4797 10317 21 0,'-11'0'46'0,"-1"0"-4"15,1 0-5-15,-3 0-2 0,-3 0 0 0,3 1-8 16,-4-1-4-16,-1 2-3 0,-2 0 3 0,2-1-6 16,-1 2 0-16,-2-3-2 0,1 0-1 0,0 0-5 15,-1 0 3-15,0 3-4 0,1-3 4 16,0 0-10-16,-6 2 3 0,-1-1 2 0,8 0-4 0,-2 2 4 15,0-2 0-15,2 1-4 0,-2 0 2 0,1 0-1 16,0 0-2-16,1-2 1 0,-2 1-5 0,4-1 4 16,-2 0 1-16,7 0 1 0,-5 0 4 0,0-1-6 15,1 1-4-15,2-3 4 0,2 2 3 0,-2-1-7 16,2 0 10-16,3 1 4 0,-2-2-1 0,1 1-3 16,-1 0 1-16,0-1-1 0,1 1 1 0,0 0-4 15,2 0 1-15,-1 0-3 0,2 1 5 0,8 1-5 16,-13-4 2-16,13 4 2 0,-11-1-2 0,4-1-4 15,7 2 2-15,-11 0 1 0,11 0-6 0,-10-1 2 16,10 1 1-16,-11 1 1 0,11-1-1 0,-11-3 2 16,11 3 0-16,-9 0 5 0,9 0 4 0,-8-3 8 15,8 3-1-15,0 0 2 0,-10-3-1 0,10 3 6 16,0 0-13-16,0 0-2 0,-8-4 6 0,8 4-6 16,0 0-5-16,0 0 8 0,0 0-8 0,0 0 3 15,0 0-2-15,0 0-1 0,0 0-1 0,0 0-1 16,0 0-7-16,-7-2-5 0,7 2-18 0,0 0-16 15,0 0-7-15,0 0-5 0,0 0-2 0,0 0-45 16,0 0-108-16,0 0 48 0</inkml:trace>
  <inkml:trace contextRef="#ctx0" brushRef="#br0" timeOffset="-93611.95">4805 10335 33 0,'-12'1'48'0,"-6"0"-3"15,-2 1-3-15,1 0-3 0,-9 2-5 0,1-3 0 16,-1 1-1-16,-2 0-4 0,1 1-2 16,-2-1 6-16,-2 1-6 0,1-1-3 0,-1-1-2 15,-2 0-3-15,1-1-2 0,-2 3-3 0,0-3 2 0,1 0-1 16,-1 2 2-16,5-2 3 0,-3-2 0 0,3 2 2 16,0-1-7-16,2-2-4 0,7 2 0 0,2-1 6 15,-1 0 0-15,1-1-9 0,3 0 5 0,-1-1 6 16,3 1-4-16,1-1-6 0,1 1 6 0,2-1-3 15,-1 1-2-15,2-2 4 0,-2 1-8 0,6 2 12 16,-2-2-5-16,8 4 7 0,-10-5-8 0,4 3-2 16,6 2 1-16,-9-4 2 0,9 4-6 0,-7-4 0 15,7 4 2-15,0 0-5 0,-6-4 1 0,6 4-5 16,0 0 2-16,-5-4-7 0,5 4-3 0,0 0-2 16,0 0-3-16,0 0-3 0,0 0 0 15,0 0-5-15,0 0-4 0,0 0 4 0,0 0-14 0,0 0 1 16,-3 16-11-16,3-16-11 0,4 13-8 0,-3-4-34 15,1 1-105-15,-2 0 46 0</inkml:trace>
  <inkml:trace contextRef="#ctx0" brushRef="#br0" timeOffset="-93000.97">4270 10626 8 0,'-17'1'33'0,"0"1"-16"0,-2 0-15 16,5-1-12-16,-7 0-12 0,0 2 6 0</inkml:trace>
  <inkml:trace contextRef="#ctx0" brushRef="#br0" timeOffset="-91781.14">4165 10840 52 0,'-34'-43'49'16,"10"17"-13"-16,-8-9-5 0,10 9-22 0,-2 1-12 16,-2 4-26-16,1-1-32 0,-2 0 14 0</inkml:trace>
  <inkml:trace contextRef="#ctx0" brushRef="#br0" timeOffset="-91377.72">2805 10158 51 0,'1'-9'44'0,"0"2"-9"15,-1 7-14-15,4-9-18 0,-4 9-12 0,4-10-16 16,-4 10-25-16,4-8 11 0</inkml:trace>
  <inkml:trace contextRef="#ctx0" brushRef="#br0" timeOffset="-91165.4">2843 9867 72 0,'-1'-8'63'0,"1"8"-6"16,0 0-10-16,0 0-12 0,0 0-3 0,0 0-6 16,0 0 2-16,11 24-8 0,-6 6 6 0,1 16-8 15,-1 7 8-15,1 29-4 0,-3 11-4 0,2 6 7 16,-5 4-8-16,0 11-43 0,-8 12-59 16,-1 6-91-16,-9-3 41 0</inkml:trace>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52:54.203"/>
    </inkml:context>
    <inkml:brush xml:id="br0">
      <inkml:brushProperty name="width" value="0.05292" units="cm"/>
      <inkml:brushProperty name="height" value="0.05292" units="cm"/>
      <inkml:brushProperty name="color" value="#FF0000"/>
    </inkml:brush>
  </inkml:definitions>
  <inkml:trace contextRef="#ctx0" brushRef="#br0">15031 10278 21 0,'0'0'71'0,"-4"-4"-11"16,4 4-3-16,0 0-4 0,-6-3-7 0,6 3-2 16,0 0 0-16,0 0-7 0,-12-3 5 0,12 3-8 0,-7-3 3 15,7 3-3-15,-9-3-12 0,9 3 7 16,0 0-7-16,-9-1-2 0,9 1 4 0,-12-1-6 16,12 1 0-16,-10-1 0 0,10 1-1 0,-12-1 14 15,12 1-5-15,-11-1 2 0,11 1-3 0,-8 0-5 0,8 0 3 16,-12-3-2-16,12 3-17 0,-9-2 20 0,9 2-3 15,-9-2 7-15,9 2-10 0,0 0 1 0,-8-3 6 16,8 3-3-16,0 0 4 0,0 0-4 16,0 0-5-16,-9-2 13 0,9 2-13 0,0 0 11 0,0 0-2 15,0 0-3-15,0 0 8 0,0 0-23 0,0 0 4 16,0 0 0-16,0 0-3 0,0 0 6 16,0 0-7-16,0 0-1 0,0 0-4 0,19-10-3 15,-8 8 5-15,1 0-2 0,1-1-3 0,5-1 5 16,0 2 1-16,4-1-1 0,4-3 2 0,4 0-2 0,-2 0 0 15,6 2-1-15,1-1 0 0,1 0-1 0,1-1-3 16,3 0 4-16,-2 0-5 0,0 0 4 0,-2 1-2 16,-2 1 0-16,1-3-3 0,-1 4 4 15,-7-1-1-15,1 3-7 0,-7-2 13 0,-1 0-8 0,-3-1 4 16,-3 3-3-16,-3 0-3 0,-1 1 2 0,1-1 2 16,-3 1 2-16,-8 0-11 0,10-4 14 0,-10 4-4 15,9 0-2-15,-9 0 11 0,0 0 1 0,9 0 9 16,-9 0 5-16,0 0 11 0,0 0-6 0,7-3 0 15,-7 3 2-15,0 0-5 0,0 0 1 0,0 0-9 16,0 0 1-16,4-6 3 0,-4 6-8 0,0 0-3 16,0 0 2-16,0 0-6 0,0 0-10 0,0 0-18 15,4-5-19-15,-4 5-24 0,0 0-23 0,0 0-15 16,0 0-22-16,11-1-11 0,-11 1-80 0,0 0-231 16,0 0 102-16</inkml:trace>
  <inkml:trace contextRef="#ctx0" brushRef="#br0" timeOffset="4056.13">22888 8455 16 0,'-7'16'85'0,"3"1"-7"16,0-1-4-16,-1-1-7 0,-1 2 1 0,2-2-4 15,0-2-4-15,2-4-5 0,-1 2 1 0,0-3-9 16,0 0 3-16,2-2 0 0,1-6-3 0,-4 9 0 16,3-2 3-16,1-7 0 0,-4 6 5 0,4-6 6 15,0 0 16-15,0 0 0 0,0 0-2 0,0 0-13 16,0 0-3-16,0 0-8 0,0 0-4 0,0 0-8 15,0-31 0-15,2 16-3 0,0-2-3 0,2-2-9 16,1-1-1-16,1-5 2 0,2-1-2 0,2 2-8 16,-2-3 0-16,0 2-2 0,-1 0-2 0,2 1-3 15,-2-1-2-15,0 6 0 0,2-4-1 0,-2 5 1 16,-1 1-6-16,-1 0 1 0,-1 1 7 0,0 4 0 16,-1 0 6-16,0 3-3 0,2 0 3 0,-2-3-2 15,-1 8 1-15,4-5-4 0,-3 4 8 0,-3 5-3 16,6-8-7-16,-3 5 6 0,-3 3-4 0,8-4 0 0,-8 4 2 15,0 0-4-15,15 10 8 0,-8-3 1 16,0 3 3-16,1 5 8 0,0 3 9 0,0-1 1 16,2 7-6-16,-1 0 5 0,-4 1-3 0,3 0 3 15,-5 0-3-15,4-2 0 0,-1 3-6 0,-3-8-2 0,-1 6-7 16,2 2 5-16,0-8-5 0,1-3 3 0,0 3-7 16,-3-5 2-16,1-1-6 0,0 0 2 0,-2 0-1 15,2 1-3-15,-1-4-6 0,-1 1-16 0,1 0-21 16,-2-2-28-16,1 0-31 0,-1-8-36 0,-3 11-56 15,0-5-159-15,3-6-373 0,-11 5 165 0</inkml:trace>
  <inkml:trace contextRef="#ctx0" brushRef="#br0" timeOffset="4241.37">22785 8531 1610 0,'0'0'23'0,"-13"-9"16"15,13 9-16-15,-4-4-23 0,4 4 4 0,0 0-6 16,-1-8 5-16,1 8-4 0,0 0 8 0,13-13-10 16,-3 6 13-16,0 0-10 0,9-2-2 0,5-2-14 15,-4 3-24-15,0 2-38 0,8-3-21 0,-7 2-38 16,-1 2-87-16,1-4-242 0,7-1 107 0</inkml:trace>
  <inkml:trace contextRef="#ctx0" brushRef="#br0" timeOffset="4489.5">23322 8220 1 0,'0'0'188'0,"-9"-5"-1"0,9 5-6 0,-9-2-12 16,9 2-3-16,-13 5 3 0,6-1-11 0,0 5-7 15,-5 4-11-15,2 2-10 0,1 1-16 0,-2 9-7 0,3-8-12 16,3 1-10-16,-4 6-11 0,6-4-2 0,3 4-11 15,0-9-3-15,2 3-6 0,1 0-6 16,1-8-2-16,3 5-7 0,-2-4-14 0,4-2-12 16,-2 1-24-16,4-4-26 0,1 0-27 0,0-1-18 0,2-4-38 15,0 0-20-15,4-2-6 0,1-1-22 0,1 1-120 16,0-4-313-16,0-2 139 0</inkml:trace>
  <inkml:trace contextRef="#ctx0" brushRef="#br0" timeOffset="5121.7">23615 8213 149 0,'-2'-10'153'0,"-1"0"-5"0,-2 5 0 0,1-1-14 16,4 6 4-16,-9-8-10 0,4 5-8 0,5 3-3 15,-11 0-4-15,11 0-1 0,-16 10-4 0,7 1-1 16,-1 4-7-16,0 0-9 0,2 4-9 0,2-3-6 16,0 4-9-16,3-2-7 0,2-2-7 0,2 2-6 15,0 0-1-15,3 0-6 0,4-2-2 0,1 0-5 16,1-3-4-16,1 0-1 0,2-3-4 0,5 2-6 15,-2-6-5-15,1 2-11 0,4-4-6 0,1-3 0 16,-1-2-8-16,1-1-4 0,-1 0-13 0,-2-5-4 16,1 0-1-16,-3 0 1 0,2-2-1 0,-4-2 5 15,3-1 0-15,-4 2 7 0,-2-3-3 0,-2 1 9 16,-2-3-1-16,-2 1 2 0,-1 1 1 0,-2 1 0 16,-3-4 6-16,-2 2 14 0,-3 4-1 0,3-2 4 15,-2 2 7-15,-1 2 4 0,1-1 5 0,0 3 1 16,0-1 6-16,0 4-10 0,4 3 1 0,-12-5-4 15,7 3-2-15,5 2-1 0,0 0 1 0,-17 7-7 16,13 0 8-16,-1 2-4 0,1 1-3 0,2 0-2 16,-1 3 0-16,2-3-1 0,1 1-3 0,2 0 3 15,3-1 2-15,1-1-3 0,0 0 3 0,5 1-5 16,1-5-6-16,4 0-7 0,1 2-3 0,1-7-8 16,0 2-9-16,4-2 2 0,-1-2-6 0,1-1-3 15,-4-2-6-15,2-1-5 0,1-2 2 0,-3 1-7 0,-2-2-3 16,-2-4 11-16,2 3-2 0,-5-3 6 0,-2 0 3 15,-2-4 3-15,-1 1 9 0,-3-3 7 0,-1 1 5 16,-1-7 0-16,-1 0 7 0,-1-1 0 16,0 1 13-16,1-1 5 0,-1 2 3 0,1 3 15 0,-2 5-2 15,1-1 18-15,0 7 14 0,-2-2-1 16,2 3-1-16,0 1-6 0,1 8 1 0,-4-11-9 16,4 11-6-16,0 0-6 0,0 0 1 0,0 0 26 15,0 0 2-15,2 31-2 0,5-2 5 0,-5 7-2 0,1-4-3 16,-1 4-4-16,-2-1-4 0,3-2-6 0,1 13-6 15,0 0-4-15,-2-13 7 0,2-3-11 0,4 0-5 16,-4-1-5-16,2 0 1 0,-2 0-15 0,4-2-14 16,-2-1-10-16,-2-1-16 0,-2-5-22 0,1-3-24 15,-1 0-31-15,1 0-21 0,-2-5-33 0,0-3-25 16,1-2-21-16,-2-1-157 0,0-6-397 0,0 0 175 16</inkml:trace>
  <inkml:trace contextRef="#ctx0" brushRef="#br0" timeOffset="5343.73">24217 8178 23 0,'7'-4'127'16,"-1"1"-2"-16,1 0 0 0,0 2 4 0,5 1-6 16,-3 1-10-16,0 4-11 0,-2 0-7 0,1 4-10 15,-2-1-4-15,-1 2-13 0,1 2-1 0,-5 2-13 16,-1 2 5-16,-1-4-6 0,-5 6-10 15,1-2-1-15,0-5-10 0,-4 2-2 0,4-1-16 0,-4 1-19 16,4-2-12-16,1-3-34 0,0-1-11 0,4-7-19 16,-8 12-6-16,5-9-32 0,3-3-76 0,0 0-211 15,0 0 93-15</inkml:trace>
  <inkml:trace contextRef="#ctx0" brushRef="#br0" timeOffset="5563.56">24495 7937 72 0,'0'-12'229'0,"1"2"-12"0,0 0-7 0,2 4-17 16,-2 0-14-16,-1 6-18 0,4-7-23 0,-4 7 17 15,0 0-3-15,0 0-9 0,11 28-8 0,-5-10-4 16,-1 6-11-16,1 2-6 0,-1 0-9 0,2 1-14 16,-2-1-7-16,1 0-5 0,-3 0-11 0,-2-6-7 15,3-1-9-15,-2 2 0 0,2-4-24 0,-4 2-10 16,3-3-24-16,-3 1-32 0,1-5-22 0,0 1-49 15,-1-2-37-15,2-2-31 0,-2-9-44 0,-4 19-151 16,-2-11-403-16,6-8 178 0</inkml:trace>
  <inkml:trace contextRef="#ctx0" brushRef="#br0" timeOffset="6081.59">24507 8128 28 0,'3'-6'147'0,"3"-2"1"0,-2 1-16 0,0 3-2 16,0-3-18-16,5 1-14 0,-3 2-7 16,-2 0-6-16,3 1-7 0,-1-2-10 0,-6 5-2 0,11-4-16 15,-4 1 0-15,-7 3-7 0,11 0 0 0,-11 0 1 16,12-2-7-16,-12 2-8 0,11 2-4 16,-6 1-1-16,3 0 2 0,-8-3-6 0,12 4 1 0,-5-1-6 15,1-1 2-15,-2 1 0 0,5-2-3 0,-4 0-3 16,-7-1-1-16,15 2-1 0,-6-1 0 0,-3-1 0 15,-6 0 0-15,14 1-1 0,-14-1-3 0,10 2-3 16,-10-2 3-16,8-2 4 0,-8 2 1 0,0 0 9 16,12 0 12-16,-12 0 6 0,0 0 2 0,0 0 4 15,0 0 2-15,5-2 1 0,-5 2 2 0,0 0 2 16,0 0 1-16,0 0 1 0,0 0-7 0,0 0-8 16,0 0-4-16,0 0-4 0,0 0-1 0,-1 14 0 15,1-14 2-15,-4 16-9 0,2-3 7 0,2-3-1 16,-3 2-6-16,3-2 3 0,3 3-2 0,-6-2-6 15,6-2 1-15,-1 3-5 0,0-4 3 0,-1-1-3 16,1 0 0-16,2-2-3 0,2 1 3 0,0-2-2 16,2-1 1-16,-8-3-1 0,16 0-4 0,-7 0 3 15,2-3 0-15,0-4-2 0,-1 3 2 0,3-3-6 16,-3-2 2-16,1-1 0 0,-3-2-1 0,-1 2 0 16,-1-4 0-16,-2 2-1 0,-3 0 1 0,2 2 0 15,-6-1 0-15,-3-1-4 0,-2-1-3 0,-1 3-4 16,-1 0-3-16,-2 3-12 0,1 2-6 0,-3 1-15 15,-4 2-13-15,0 2-21 0,-1 2-9 0,3 2-22 16,0 2-36-16,4 0-13 0,1 1-9 0,-2 4-151 16,1 1-342-16,6-2 152 0</inkml:trace>
  <inkml:trace contextRef="#ctx0" brushRef="#br0" timeOffset="6433.28">24920 8236 151 0,'9'-5'190'0,"3"-4"-5"0,-3 1-10 16,1-1 2-16,0-1-14 0,-2-4-18 16,2 1-14-16,-1-1-11 0,-1-1-13 0,-1 0-9 15,-4 4-9-15,0-7-4 0,-3 5-12 0,1-2 4 16,-4-1-5-16,1 4-1 0,-2 1-9 0,-3 1-6 16,3-2-2-16,-2 5-5 0,-1-1-6 0,4 3-6 0,-3-1-1 15,6 6 0-15,-3-9-9 0,-1 6-5 16,4 3-5-16,0 0-4 0,-4-7-2 0,4 7 0 15,0 0 2-15,0 0-7 0,0 0 1 0,14-5 2 0,-3 6 1 16,3-2-3-16,2 1 1 0,2 2-4 0,1-2 3 16,-2 2 1-16,1 1-6 0,-7 1 3 0,1-1-5 15,-1 1 0-15,-3 3 4 0,1 1 9 16,1-1-2-16,-6 5-3 0,3-1 7 0,-4 1 1 0,0-1 0 16,-1 3-1-16,1-3 2 0,-3 2-5 0,0 0 3 15,5-2-3-15,-5 0-8 0,0-2-18 0,0 2-20 16,0-3-31-16,0 0-39 0,0-8-37 0,0 16-31 15,0-9-56-15,-5-2-118 0,5-5-373 0,-9 11 166 16</inkml:trace>
  <inkml:trace contextRef="#ctx0" brushRef="#br0" timeOffset="6907.33">21306 8652 73 0,'-4'-5'213'0,"2"0"-18"0,2 5-15 0,-7-5-24 16,7 5-16-16,-6-4-11 0,6 4-16 0,0 0-4 16,0 0-7-16,-6 18-7 0,4-2-7 0,0 2-6 15,2 8-8-15,-3 2-9 0,2-2-3 0,-1 2-5 0,1-1-5 16,0-8-8-16,5 9-3 0,-3-11-7 16,3 3-13-16,-1-2-25 0,-2 1-23 0,1-4-33 15,4 2-29-15,-3-5-35 0,1-1-51 0,-1-2-100 0,-1-1-297 16,1-3 131-16</inkml:trace>
  <inkml:trace contextRef="#ctx0" brushRef="#br0" timeOffset="7106.23">21230 8760 88 0,'0'0'161'0,"-3"-6"-15"0,3 6-10 0,0 0-2 0,5-13-9 16,3 8 0-16,-3 1-11 0,4-2-11 0,1 3-12 15,4-2-13-15,3 2-4 0,0 1-8 0,4-2-4 16,-3 4-10-16,4-2-22 0,-1 4-32 0,-3 0-11 16,1 0-28-16,2 1-21 0,-5 0-19 0,-4 2-18 15,2 0-9-15,-4 1-89 0,0-3-213 0,-5 0 95 16</inkml:trace>
  <inkml:trace contextRef="#ctx0" brushRef="#br0" timeOffset="7279.85">21571 8685 13 0,'-3'-12'124'0,"1"0"8"15,-4-4-11-15,4 4 12 0,-1-1 8 0,-1 1 1 16,2 1 3-16,-1 0-9 0,1 2 0 0,-2 2-1 16,3 1-12-16,1 6-17 0,-3-9-11 0,3 9-11 15,0 0-13-15,0 0-2 0,0 0-9 0,0 0-5 16,10 35-1-16,-6-7-10 0,-1 5-1 0,-2 2-5 16,0 14-29-16,-2-5-26 0,0-10-41 0,2 1-32 15,-1-4-29-15,1 0-30 0,2-2-147 0,1-4-321 16,-3-6 141-16</inkml:trace>
  <inkml:trace contextRef="#ctx0" brushRef="#br0" timeOffset="7641.74">21769 8941 151 0,'0'0'195'0,"0"0"-7"0,4 14-5 0,-4-14-8 16,-2 18-8-16,1-9-17 0,0 1-12 0,1-1-13 0,0-1-13 15,0-8-9-15,0 12-14 0,0-12-3 0,0 10-7 16,0-10-7-16,0 7-2 0,0-7-7 16,0 0-1-16,0 0 1 0,0 0 0 0,0 0-7 15,0 0-3-15,0 0-5 0,0 0-7 0,-4-31-8 0,4 18 5 16,-1-4-9-16,1-2-2 0,2-6-3 16,-1-2-4-16,3 0-2 0,0-3-5 0,1 0-1 15,0 2-5-15,5 5 5 0,0-3-4 0,-4 8-2 16,2 5-1-16,-1 2-1 0,1 3-1 0,-2 2 2 0,2 5-5 15,2 1-3-15,0 2 6 0,-1 6 1 0,1 1 0 16,3 6 4-16,1 7 1 0,3 4 0 0,-7-3 2 16,2 5-3-16,-2-1-2 0,0-5 1 0,2 3-2 15,-6-7 1-15,3 0 1 0,2 6-8 0,-4-8-16 16,-2-1-17-16,0-4-31 0,0-1-32 0,-1 0-27 16,-1-1-48-16,-3-9-49 0,-4 16-138 0,-5-9-388 15,0 1 172-15</inkml:trace>
  <inkml:trace contextRef="#ctx0" brushRef="#br0" timeOffset="7797.46">21733 8988 97 0,'4'-10'186'0,"2"6"-19"0,3-5-14 0,5-1-12 16,2-1-13-16,1 0-9 0,10-2-5 0,-4-1-18 15,5 1-16-15,-1 3-26 0,1-2-35 0,2-1-30 16,0 2-43-16,0 0-34 0,-2-1-113 0,0 1-216 15,0 1 95-15</inkml:trace>
  <inkml:trace contextRef="#ctx0" brushRef="#br0" timeOffset="7926.24">22258 8752 23 0,'0'0'213'16,"0"0"-8"-16,0 0-8 0,0 0-4 0,0 0-15 16,0 0-8-16,0 0-15 0,0 0-14 0,0 0-17 15,0 0-15-15,0 0-29 0,0 0-24 0,0 0-23 16,0 0-55-16,8-1-49 0,-8 1-58 0,13 3-148 15,-3-3-298-15,-10 0 132 0</inkml:trace>
  <inkml:trace contextRef="#ctx0" brushRef="#br0" timeOffset="9221.51">25847 7892 30 0,'-2'-5'166'16,"2"5"-9"-16,-10-7-17 0,3 6-6 0,-3 0-2 16,-2 3-13-16,0 1 3 0,0 4-5 0,-3-2-12 15,1 6 1-15,-1 2-7 0,3 5-3 0,1 3-3 16,-5 3-9-16,7 0-6 0,1 2-3 0,1-2-6 16,5-6-6-16,0 3-7 0,4-3-3 0,0 0-6 15,5-1-2-15,-1-2-9 0,3 1 5 0,0-2-11 16,5-1 2-16,0-2-7 0,3-4-9 0,-1-2-10 15,0 1-6-15,4-3-13 0,-3-3-16 0,4-2-15 16,0 1-10-16,-2-2-8 0,-1-3 0 0,3-1-18 16,-3-2 14-16,0-1 1 0,-3 0-3 0,-1-4 10 15,-3-1 7-15,0 1 1 0,-1-1 24 0,-4-1 2 16,-2-1 8-16,-3 5 19 0,3-4-1 0,-2 5 23 16,-4-2 0-16,2 4 8 0,0-1 14 0,-2 4-2 15,2 6-3-15,-3-12 0 0,3 12-2 0,-2-7-8 16,2 7-7-16,0 0-1 0,0 0 1 0,0 0 6 15,0 0 13-15,-6 21 1 0,1-4 2 0,5 0-7 16,-2-1-6-16,0 3 2 0,2 1-6 0,0-2-3 16,2-1-3-16,0-2 0 0,3 3-2 0,3-3-2 15,-1-4-2-15,1 0 1 0,0-3-3 0,-1 1-1 0,1 0-7 16,4-3 3-16,-3-1-2 0,0-2-4 16,1-2-1-16,0 1-6 0,-3-2-3 0,-7 0-9 15,16-6-10-15,-10 2 2 0,-1 0-5 0,1-5-6 0,-1 0 5 16,-5-1-4-16,5 0-5 0,-7-7-4 15,-1 2 11-15,0-2-1 0,1-1-2 0,-4 0 5 0,1 1 2 16,-1-1 5-16,0 2 1 0,0 0 3 16,4 4-1-16,-2 2 9 0,2-1-5 0,1 6 1 0,1 5-5 15,-2-9 2-15,2 9 3 0,0 0 2 0,11-2 7 16,-11 2 3-16,16 7 2 0,-7 2-6 16,5 2 12-16,-5 2-6 0,4 0 4 0,-3 0-4 15,0 3 4-15,3-1 1 0,1-2-9 0,-5 1 12 0,0-1 5 16,1-4-7-16,-2 0 6 0,-3 1-3 0,1-5-1 15,-4 0 0-15,3 2-1 0,-2-4 6 0,-3-3 18 16,6 7 9-16,-6-7-4 0,0 0 0 0,0 0-3 16,0 0-4-16,0 0-4 0,0 0-3 0,0 0 0 15,-6-27-7-15,6 14 3 0,0 1-1 0,2-5-7 16,2-1-2-16,1 0-1 0,1 0-2 0,1 1 2 16,0 1-2-16,2 1-4 0,-1 6 1 15,-1-1 0-15,1 3-1 0,0 4 0 0,1-2-1 0,1 2-1 16,0 4 0-16,-1 2 0 0,1 3 0 0,1 0 1 15,0 1-3-15,-2 2 0 0,2 5 5 0,-2 0 0 16,-2 1-1-16,4 0-10 0,-4-2-17 0,-1 3-29 16,-1-5-29-16,0 2-36 0,1-5-42 0,-3 8-176 15,-3-5-364-15,4-2 162 0</inkml:trace>
  <inkml:trace contextRef="#ctx0" brushRef="#br0" timeOffset="9595.44">26601 7932 15 0,'0'0'179'0,"-7"-5"-15"0,7 5-9 0,0 0 1 16,-16 11-3-16,9-1-5 0,1 5-13 0,0 1-6 16,2 4-14-16,0-1-5 0,0 5-12 0,4 1-10 15,2-7-11-15,2-3-3 0,0 1-10 0,4-1-4 16,-2-3-6-16,5 2-6 0,1-8-4 0,-1 2-2 15,4-3-8-15,3 2-1 0,1-5-1 0,0 0-6 16,2-2-2-16,0-4-4 0,5-2-3 0,1-3-3 16,-11 1-4-16,1-4-3 0,-1 0-7 0,-2 0 1 15,-2-3 0-15,-2-1-2 0,-3 0-11 0,-1 0 7 16,2-3-1-16,-6 0-4 0,0 2 1 0,-4-2 2 16,2 3 5-16,-2 5 7 0,-2 1 5 0,0 3 14 0,2 0-9 15,2 7 7-15,-8-9-10 0,3 6 3 16,5 3 0-16,0 0-7 0,-21 12 4 0,13-1 1 15,-3 3 0-15,1 3-2 0,0-2-2 0,3 3 1 0,5 0-8 16,-2 1-21-16,4-2-19 0,0 3-29 0,4-4-33 16,0-1-40-16,3 0-25 0,-3-4-159 15,2 1-351-15,2-5 155 0</inkml:trace>
  <inkml:trace contextRef="#ctx0" brushRef="#br0" timeOffset="9809.78">26988 8133 34 0,'0'-14'191'0,"1"0"-3"0,1-4-16 0,3-6-3 0,0 7-2 16,-1 0-10-16,4-2-11 0,-1 2-8 0,0 2-14 15,0 1-12-15,0 4-8 0,3 1-12 0,0 0-11 16,-1 2-15-16,1 5 1 0,-2 2-3 16,-1 0-11-16,-7 0-1 0,17 8-8 0,-7 0-4 0,-1 0-7 15,-1 4-7-15,-3-2-17 0,4 3-23 0,-7 4-26 16,3-1-16-16,-3-2-21 0,0-1-44 0,2-1-32 15,-4 3-159-15,1-3-337 0,1-2 149 0</inkml:trace>
  <inkml:trace contextRef="#ctx0" brushRef="#br0" timeOffset="10049.5">27269 7690 136 0,'-2'-9'244'0,"0"2"-25"0,2 7-21 0,-2-10-18 16,2 10-22-16,0 0-16 0,0 0-3 0,0 0 6 15,12 20-2-15,-8-1-13 0,5 6-16 0,-1 3-6 16,2 0-8-16,-2 4-11 0,1-1-9 0,-2 0-7 16,1-3-5-16,0 7-10 0,-1-8-4 0,1-2-10 15,0 2-15-15,1-2-30 0,-5-7-34 0,-2 1-36 16,3-2-41-16,-3-1-34 0,0-3-41 0,-4 2-164 15,1-4-378-15,-1-4 167 0</inkml:trace>
  <inkml:trace contextRef="#ctx0" brushRef="#br0" timeOffset="10615.05">27393 7915 75 0,'11'-3'174'0,"-2"-1"-15"15,2 2-6-15,1 2 1 0,-1 0-3 0,3 5-7 0,-3-3-12 16,0 0-15-16,3 2-11 0,-3 1-6 16,0 0-14-16,-4 3-7 0,2-3-8 0,0 0-5 15,-4 0-9-15,-1-1-6 0,1 0-3 0,-5-4-8 16,4 7-2-16,-4-7-5 0,0 7 2 0,0-7-10 0,0 0 4 16,2 7 0-16,-2-7-6 0,0 0-1 0,0 0-1 15,0 0-11-15,0 0-5 0,0 0-3 16,0 0-5-16,0 0-3 0,4-29-5 0,-1 20 0 15,3-2-3-15,3-3-2 0,1-1-5 0,7-8 2 0,-4 10 7 16,-1-4-6-16,6-1 6 0,-5 4 0 0,3-1-5 16,-1 2 3-16,-5 2 5 0,-1 1 8 0,-1 1 4 15,0 3 2-15,-4 3 3 0,0-2 5 16,-4 5-6-16,7-4-2 0,-7 4-4 0,0 0 10 16,0 0 3-16,0 0 14 0,5 16-6 0,-8-6 8 0,1 5 0 15,-2 1-7-15,4 1 1 0,-3-1-3 0,0-3 3 16,3 2-4-16,0-1-6 0,2-4 0 15,0 2 2-15,4-2-4 0,-3-1-3 0,0-3 2 0,2 2 0 16,1-1-2-16,-2-2 0 0,6-1 0 0,-3-3-2 16,7 0-5-16,-3-3-2 0,3-4-5 15,-1 2 0-15,1-4-2 0,0-1 4 0,-4 2 0 16,4-5-1-16,-5-3 1 0,1 2-4 0,-5 2 8 0,2 1 2 16,-4-3-6-16,1 0 0 0,-2 2 2 0,1 1 0 15,-3-1 6-15,1 0-2 0,-2 5 6 0,1 6 6 16,0-8-2-16,0 8-2 0,0 0-5 0,0 0 3 15,0 0-4-15,0 0 2 0,0 0-2 0,0 0 0 16,-9 23 0-16,8-11 1 0,1 2-1 0,1 2-16 16,-1-5-28-16,4 0-14 0,-4 2-24 0,6 0-21 15,-1-3-36-15,0 0-31 0,2 2-159 0,3-5-351 16,2-1 155-16</inkml:trace>
  <inkml:trace contextRef="#ctx0" brushRef="#br0" timeOffset="10853.51">28123 7551 31 0,'-2'-10'237'0,"-1"0"1"16,0 3-15-16,0 1-16 0,3 6-20 0,-2-12-21 16,2 12-19-16,0-6-16 0,0 6-12 0,0 0 7 15,0 0-1-15,8 38 1 0,-3-12-6 0,0 9-9 16,-1-3-12-16,3 2-6 0,-4 2-8 15,1-4 2-15,-2 3-19 0,0-4-4 0,-2 1-9 0,0 0-3 16,0-2-8-16,3-4-12 0,-3 0-21 0,2-1-22 16,-2-8-36-16,0 2-36 0,-2-3-35 0,1-3-56 15,-1-3-35-15,0-1-182 0,0 1-423 0,2-10 188 0</inkml:trace>
  <inkml:trace contextRef="#ctx0" brushRef="#br0" timeOffset="11142.13">28013 7754 126 0,'0'-9'176'15,"0"9"-17"-15,3-8-12 0,3 0-9 0,3 6-7 16,7-6-1-16,4 1-12 0,6 0-11 0,1-1-10 16,1 1-7-16,2 1-9 0,-1-3-5 0,2 3-10 0,-2 0-7 15,3-1-9-15,-9 5 0 0,3-5-3 16,-6 5-2-16,-2-3-8 0,-9 5-4 0,2 2-4 15,0-2-7-15,-11 0 3 0,12 0-1 0,-4 3-4 0,-2-1-6 16,1 2 9-16,-1 2 9 0,2 6 16 0,-3-3-5 16,3 6-3-16,-2 1-8 0,0 0 4 0,0-1-9 15,-3 1 2-15,1-5-1 0,1 5-3 16,-2 0-15-16,1-2-14 0,0 1-18 0,-3-3-33 0,1-1-27 16,2-2-45-16,-1 0-33 0,-1 1-177 0,-2-3-365 15,0-7 162-15</inkml:trace>
  <inkml:trace contextRef="#ctx0" brushRef="#br0" timeOffset="11304.15">28445 7470 37 0,'0'0'18'0,"0"0"-28"15,0 0-9-15,0 0 4 0</inkml:trace>
  <inkml:trace contextRef="#ctx0" brushRef="#br0" timeOffset="11813.41">28649 7622 41 0,'0'0'190'0,"0"0"-15"16,0 0-5-16,0 0-12 0,0 0-3 0,0 0 6 15,0 0-11-15,7 13-13 0,-7-8-9 0,2 2-14 16,1 3-10-16,0 0-10 0,0 1-7 0,1-2-10 16,0 1-5-16,1-1-6 0,0 0-6 0,1-2-6 15,-1-1-4-15,2 1-8 0,-2-4-6 0,0 3 0 16,3-3-6-16,-2 0-8 0,-6-3-5 0,12 1-7 16,-12-1-6-16,9-1-3 0,-9 1-3 0,8-5-2 15,-8 5 1-15,6-10-3 0,-4 4-5 0,1 1 1 16,2-7-2-16,-4 3 2 0,4-2-2 0,0 1-8 15,-2-3 13-15,1 1 0 0,0 2-2 0,1-1-3 16,-3 0 1-16,2 4 3 0,5 0 0 0,-5 1-1 16,2 2 1-16,1 2 10 0,-7 2 7 0,15-2-4 15,-6 5 10-15,1 0-1 0,2 3 4 0,-3-1 0 16,0 3 5-16,1 1 7 0,-3-4-4 0,1 4 2 16,0-1 7-16,-1-2-8 0,1 2-1 0,-4-3-4 15,0 0 1-15,1 0-3 0,-1-1-1 0,-4-4 1 16,6 4 9-16,-6-4 5 0,0 0 6 0,6 3 1 0,-6-3-9 15,0 0-5-15,0 0-2 0,10-12-2 0,-8 5-2 16,2-3-4-16,0 1-2 0,6-6-2 16,-2 3-2-16,1-3-1 0,2 3-3 0,1 1-3 15,-3 3-3-15,1-1 4 0,-3 1-3 0,2 3-5 0,0 2-1 16,1-1 2-16,-3 2 0 0,-7 2 2 16,18 4 0-16,-5 0 0 0,-4 0 5 0,-3 3-6 15,2 1 3-15,-1 2-1 0,0-1 1 0,-1 3-5 0,0-3-12 16,-3 4-21-16,1-2-23 0,-4 3-34 15,0-2-36-15,0 1-25 0,-4-2-41 0,1 3-193 0,-7 2-419 16,4-9 186-16</inkml:trace>
  <inkml:trace contextRef="#ctx0" brushRef="#br0" timeOffset="12604.43">24005 9717 76 0,'0'0'192'0,"0"0"-14"16,5 20-19-16,-1-11-5 0,1 3-15 0,0-2-15 0,2 5-12 16,-2-4 1-16,0-1-12 0,-1 0-10 0,1-2-7 15,-1 1-11-15,-2-3 1 0,2 1 0 0,-1-2 3 16,-3-5 8-16,1 6 15 0,-1-6 5 0,8 4-6 16,-8-4-9-16,0 0-6 0,0 0-8 0,0 0-8 15,5-14-10-15,1 2-3 0,1-3-7 0,3-3-6 16,1-8-4-16,2 1-3 0,4 0-8 0,-1-2-2 15,3 1-5-15,2 2-2 0,-2 0-4 0,3 2 1 16,-3 4-6-16,-5 4-1 0,1 3 0 0,-3 4-3 16,-1 1 0-16,1 5-4 0,-3 1 2 0,1 0-1 15,1 3-3-15,-3 4 5 0,1 0-4 0,0 3 2 16,2 2 4-16,-7-1 1 0,3 5-8 0,-2-5 1 16,3 4-2-16,-1 0 8 0,2-2-7 0,-2-3 1 15,2 0 0-15,0 0-2 0,-2-3 8 0,3 1-4 16,1-3-2-16,-1 0 3 0,1-1-1 0,1-3 1 15,6-1 4-15,0-4-4 0,-1-2-3 0,2-1 3 16,-3-5-2-16,8-2 2 0,-8 2 2 0,-2-2-4 0,-1 0 2 16,-2-1-1-16,-3 2 0 0,-1-3-1 15,0-1 0-15,-5 0 1 0,-2 0-3 0,2 0 5 16,-4 2-7-16,1 4 4 0,-2 0 1 0,1 2 11 16,2 1 1-16,-4-2 0 0,4 10-3 0,-1-7-4 0,1 7-6 15,0 0 2-15,0 0-2 0,0 0 0 16,0 0 2-16,0 0 1 0,0 39-3 0,2-19 8 15,1-1-8-15,-1 6 3 0,1-1-4 0,2-5 4 16,0-1 1-16,2-1-3 0,0-1-16 0,1 0-20 0,1-1-22 16,-1-4-30-16,1 2-43 0,0-4-46 15,0 0-58-15,-5-4-168 0,3-1-435 0,-7-4 192 0</inkml:trace>
  <inkml:trace contextRef="#ctx0" brushRef="#br0" timeOffset="12770.55">24629 9242 140 0,'-5'-3'174'0,"0"-1"-24"0,5 4-37 0,0 0-25 16,0 0-21-16,0 0-45 0,0 0-62 0,0 0-79 15,21 10-130-15,-12-4 58 0</inkml:trace>
  <inkml:trace contextRef="#ctx0" brushRef="#br0" timeOffset="13038.07">25198 9494 258 0,'0'0'261'15,"0"0"-4"-15,7-1-13 0,-7 1-23 0,0 0-13 16,14-6-21-16,-7 2-15 0,4-2-10 0,7-3-17 15,2-1-7-15,9-1-17 0,1-1-7 0,-4 0-12 16,1 1-7-16,-2 2-10 0,4-1-11 0,-10 4-4 16,0 0-5-16,-7 3-8 0,-1-1-10 0,0 1-1 15,-4 1-7-15,-2 1 0 0,-5 1 0 0,9-3-8 16,-9 3-3-16,6-2 0 0,-6 2-4 0,0 0 4 16,9-4-15-16,-9 4-15 0,0 0-19 0,0 0-32 15,0 0-41-15,0 0-44 0,0 0-51 0,0 0-33 16,0 0-225-16,0 0-483 0,0 0 213 0</inkml:trace>
  <inkml:trace contextRef="#ctx0" brushRef="#br0" timeOffset="14225.45">25858 9676 179 0,'0'0'192'0,"-1"-17"-14"0,6 7-15 0,4-6-5 16,3 0-12-16,7-8-16 0,-3 2-7 0,2-4-9 16,4 0-11-16,-7 1-9 0,4 0-8 0,-6 1-13 15,3-2-3-15,-9 8-6 0,1 0-4 0,-2-1-3 16,-4 1-6-16,0-2-7 0,-2 3-2 0,0 4-8 15,0 0 6-15,0 4 3 0,-2-1 2 0,-1 1-6 16,0 3-4-16,3 6-5 0,-6-8-4 0,6 8-2 16,-9-5-4-16,9 5-1 0,-8-1-7 0,8 1 2 15,-8 10-1-15,3 0 0 0,-1 0-4 0,0 8 0 0,1 0-1 16,1 2-2-16,-1 5 1 0,5-7 2 0,0 0-1 16,5 0-3-16,-3 0-1 0,2-1 1 15,3-2 4-15,4-1-4 0,1-3 1 0,-2-2 1 0,3-3 0 16,1 1-2-16,3-1 1 0,-2-5 0 0,1 2 0 15,6-4-2-15,-4-4-4 0,0 0-1 16,0-2 2-16,1-3-4 0,-4 0 2 0,1-3-4 16,-1 0-4-16,-1-2 3 0,-1-1-2 0,-4 0-1 0,-2-1 6 15,0 2-1-15,-1-3 1 0,-3 1-3 0,1 2 3 16,-2 4 2-16,0-2-2 0,-2 3 0 16,2 1-1-16,-2-1-2 0,0 10 0 0,1-6 0 15,-1 6-1-15,0 0 2 0,0 0-3 0,0 0 3 0,0 0 0 16,9 19 8-16,-7-7-2 0,0-1 4 0,-1 2-4 15,1-1-1-15,0 1 4 0,2-2-1 0,-4 0 1 16,4 0-3-16,-1-5 1 0,-1 1 1 0,3-2 0 16,-5-5 0-16,3 9 2 0,-1-5-2 0,-2-4 5 15,0 0-1-15,6 4 3 0,-6-4 0 0,0 0-4 16,11-13-3-16,-5 2 5 0,2 1-4 0,1-4 2 16,1 1-3-16,0-1-2 0,-1 4-2 0,-2 1 3 15,1-1-1-15,0 1-1 0,-4 2 0 0,5 1 0 16,-5 2-2-16,-4 4-1 0,10-5-1 0,-10 5 2 15,13 3 1-15,-13-3 2 0,11 7-4 0,-4 3 0 16,0-1-4-16,-1 0-17 0,-2 3-25 0,1-1-20 16,2 5-29-16,-6-1-24 0,3-3-23 0,-4 6-51 15,-2-5-126-15,0-1-348 0,1-1 155 0</inkml:trace>
  <inkml:trace contextRef="#ctx0" brushRef="#br0" timeOffset="14409.19">26160 9109 1838 0,'-9'-19'9'16,"0"6"3"-16,1 3-2 0,0 0-26 0,4 5-34 16,0-1-36-16,4 6 6 0,-1-7 5 0,1 7 10 15,0 0-4-15,0 0-22 0,19-1-20 0,-8 3-94 0,-1-2-221 16,11 1 98-16</inkml:trace>
  <inkml:trace contextRef="#ctx0" brushRef="#br0" timeOffset="14626.18">26544 8977 133 0,'0'0'220'0,"-6"-8"-4"0,6 8-14 0,-2-5-15 15,2 5-20-15,0 0-19 0,0 0-15 0,0 0-3 16,0 0 12-16,10 33-11 0,1-8-6 0,-3 8-14 15,1 2-5-15,1 11-9 0,2 0-11 0,-5-11-7 16,-3-1-6-16,3 0-7 0,-3-2-7 0,3-2-4 16,-2 0-7-16,3-2-8 0,-3-1-10 0,1-1-22 15,-1-7-26-15,-2-2-45 0,1 2-31 0,1-1-34 16,-1-4-47-16,-4-1-51 0,-2-4-122 0,2 1-377 16,0-10 166-16</inkml:trace>
  <inkml:trace contextRef="#ctx0" brushRef="#br0" timeOffset="15011.26">26641 9300 63 0,'11'-3'173'0,"0"3"-7"0,0 0-15 0,0-1-5 16,3 2-4-16,-1 5-8 0,-3 0-14 0,1 1-11 15,0 1-11-15,0 1-7 0,-4-2-10 0,2 2-5 16,1-1-9-16,-4-1-6 0,-2 0-5 0,1-4-5 15,-1 2-6-15,0-1-2 0,-4-4 4 0,3 5-5 16,-3-5-3-16,0 0-5 0,0 0-2 0,0 0-1 16,0 0-7-16,0 0 5 0,3-17-4 0,-3 17-4 15,-4-19-5-15,5 8 3 0,2-1-4 0,-1-3 0 16,0 2-3-16,4-2-2 0,1-3 0 0,-1 1 0 16,2 2-3-16,1-1 4 0,0 0 0 0,1 2-1 15,2-3 0-15,-1 2 2 0,3 2-5 0,-3-1 6 16,2 5-2-16,-5-1-3 0,0 4-5 0,-3 1 9 0,1 1-1 15,-6 4-3-15,12-2 2 0,-12 2 2 0,11 4 1 16,-11-4 3-16,9 8 2 0,0 0 5 16,-5 3-2-16,-1 2-2 0,1-2-8 0,-2 6 7 15,0 0-3-15,-4 0-12 0,2 0-27 0,2 1-32 0,-4-3-28 16,2 1-30-16,-4-1-41 0,4 0-54 0,-4-2-121 16,2-5-356-16,-1 2 157 0</inkml:trace>
  <inkml:trace contextRef="#ctx0" brushRef="#br0" timeOffset="15569.73">27180 9256 76 0,'7'-6'249'0,"-7"6"-16"0,0 0-16 0,-2-23-13 16,4 11-11-16,0-3-17 0,-2-4-13 0,4-1-14 0,0 1-18 15,3-6-13-15,1-1-11 0,3 3-9 0,1 0-10 16,-2 6-10-16,1 2-9 0,-2 1-6 0,0 5-3 15,3 4-10-15,-4 2-10 0,4 2-1 0,-3 5-4 16,0 1 1-16,4 2 2 0,-4 1-3 16,2 1 4-16,1 5-2 0,-1 0-5 0,0-1-3 0,1 0-4 15,-4-4-1-15,5 4 1 0,-3-4-6 0,0-3 1 16,0-1 0-16,3 0-5 0,3-1 4 0,0-3-4 16,1-2-1-16,-1-3-6 0,-3-1 0 0,2-2-6 15,0-3 2-15,-5 3-3 0,2-5-6 0,-5 1 1 16,-2 0 1-16,0 0-1 0,-1-1-6 0,-2-3-3 15,1-2-1-15,0 2 1 0,-6-2 0 0,2 3 3 16,-1 2 1-16,0 1 1 0,2 3 0 0,0 8 0 16,-4-14-3-16,4 9 2 0,0 5 0 0,0 0-3 15,0 0 2-15,0 0 5 0,0 0-2 0,0 0-4 16,-1 26 6-16,2-14-4 0,-1 5 6 0,4 1-2 16,-4 0-1-16,5 0 5 0,-1 0-6 0,-2-1 10 15,4 1-5-15,-4-5 1 0,1 1-1 0,2 3 3 16,-2-5-2-16,0 5-9 0,-2-5-23 0,-1 0-26 15,2-3-42-15,-2-9-27 0,0 18-35 0,0-11-51 16,-4 0-147-16,4-7-389 0,0 0 173 0</inkml:trace>
  <inkml:trace contextRef="#ctx0" brushRef="#br0" timeOffset="15767.14">27723 8908 178 0,'0'-5'239'0,"4"-2"-18"0,-4 7-18 0,2-9-20 16,-2 9-21-16,0 0-4 0,8-3-9 16,-8 3 1-16,0 0-18 0,11 10-7 0,-4 0-12 15,-3 1-12-15,6 3-7 0,-8 2-15 0,5-1-10 16,-4 2-24-16,0-1-33 0,1 1-38 0,-1-1-39 16,-2 1-40-16,0-1-36 0,0-1-57 0,-2-2-115 15,-1-3-340-15,2-10 151 0</inkml:trace>
  <inkml:trace contextRef="#ctx0" brushRef="#br0" timeOffset="15921.58">27698 8658 8 0,'0'0'17'0,"23"20"-22"0,-12-12-4 0,1 3 2 15</inkml:trace>
  <inkml:trace contextRef="#ctx0" brushRef="#br0" timeOffset="16132.53">28096 8787 28 0,'0'0'188'0,"0"0"-1"15,0 0 3-15,0 0-6 0,-31 8-10 0,24-3-4 16,1 2-5-16,-1 1-6 0,0 3-16 0,2 2-11 15,0 1-10-15,3 1-9 0,-1 1-7 0,0 0-11 16,5-1-10-16,-1-2-6 0,4 1-8 0,-2-1-9 16,3-1-6-16,2-1-12 0,1-2-16 0,1 0-18 15,3-2-26-15,-2 0-28 0,6-2-33 0,-1-1-31 16,3-2-32-16,2-1-14 0,10-5-23 0,1 0-136 16,2-9-339-16,0 2 151 0</inkml:trace>
  <inkml:trace contextRef="#ctx0" brushRef="#br0" timeOffset="16356.59">28613 8471 128 0,'-7'0'202'0,"-2"4"-2"0,-1 4-6 0,-2 5-1 16,-3 8-3-16,2 5-6 0,1 5-17 0,2 1-6 15,3 1-15-15,-1-1-14 0,5-2-12 0,3 2-13 16,3-7-11-16,7-1-6 0,-5-5-10 0,2-1-4 15,7-2-11-15,-1-1-5 0,0-2-19 0,0-2-24 16,4 0-29-16,0-4-29 0,0 0-16 0,0-3-27 16,2-4-31-16,1-2-17 0,-1-2-27 0,-2-3-15 15,0 0-3-15,7-5-106 0,-7 1-308 0,-2-2 137 16</inkml:trace>
  <inkml:trace contextRef="#ctx0" brushRef="#br0" timeOffset="16861.58">28858 8757 97 0,'6'-24'64'0,"-1"0"17"0,0 0-11 15,-5 4 15-15,0 2 5 0,-1 2 11 0,-2 4 5 16,2 1 16-16,0 2 12 0,1-1 6 0,0 10-8 15,-4-11-15-15,4 11-11 0,-2-7-14 0,2 7 3 16,0 0 12-16,0 0 0 0,-7 20-1 0,4-3 2 16,-3 2-12-16,1 8-9 0,-1-3-8 0,6 1-7 15,-3-7-6-15,2 0-4 0,1-2-5 0,2 3-6 16,3-3-7-16,-2-5 2 0,5 1-7 0,2 0 3 0,-4-2-9 16,6-3-4-16,-3-1-6 0,1-1-2 15,0-3-11-15,0-2-5 0,-2 0-6 0,-8 0-7 16,14-4-1-16,-5 0-11 0,-1-4-6 0,-3-2-3 15,1-2-5-15,0-4 5 0,0 1-3 0,-2-3-1 16,-2-3-4-16,2-4 5 0,-3 6-2 0,-1-6 2 0,3-2 1 16,-3 8 6-16,0 1 4 0,1-1-3 15,0 6 6-15,2-2 5 0,-3 3 3 0,1 6-1 16,-1-1-1-16,0 7 4 0,4-7 0 0,-4 7 2 16,0 0 17-16,17 8 6 0,-7 0 2 0,-3 4 3 0,2 0 8 15,0 4 1-15,1-1 8 0,-2 2 3 0,0 1-6 16,-2-1 7-16,2-1-2 0,-2 0 8 0,-1-5-8 15,1 1-4-15,-2-3-1 0,-1 1-1 0,0-4-3 16,2-2-3-16,-3 3-1 0,-2-7-2 0,6 5-1 16,-6-5 0-16,0 0 1 0,6 1-2 0,-6-1 0 15,0 0-1-15,8-16-7 0,-2 5 2 0,0-3-4 16,2-3-1-16,2 0-6 0,2 0-8 16,1-9 0-16,3 3-9 0,0-2-1 0,3 1-1 0,-4 5-1 15,4-1 4-15,-6 8 4 0,1 2-4 0,-2 3-1 16,0 3 1-16,-1-2 0 0,-1 3 3 0,1 3-3 15,-2 0 2-15,-1 4-2 0,2 1 7 0,-4-1-4 16,1 8 8-16,-2-4-4 0,0 2 2 0,-2 2-2 16,-1-1-24-16,2 2-22 0,-3-2-34 0,1 1-45 15,-2 1-54-15,-2-3-36 0,-4 3-187 0,1-4-435 16,-2-1 192-16</inkml:trace>
  <inkml:trace contextRef="#ctx0" brushRef="#br0" timeOffset="17239.82">29614 8353 33 0,'-4'-6'232'0,"4"6"-11"0,-2-9-26 16,2 9-18-16,0 0 0 0,0 0 4 0,0 0-2 16,-17 22-3-16,8-4-13 0,-1 0-10 0,0 5-19 15,1 3-15-15,4-7-3 0,1-2-9 16,1-1-13-16,3 1-6 0,0-4-10 0,3 3-5 0,2-4-7 15,1 3-7-15,3-6-8 0,-1-1-1 0,5-2-6 16,5 1 2-16,1-4-1 0,0 0-11 0,3-5-5 16,1-2-1-16,-2 1-3 0,-1-4-2 0,-1 0-1 15,-3-5 0-15,1 2-3 0,5-6-7 0,-8 0-2 16,4-3 5-16,-4-1-14 0,-7 3-3 0,4-10-4 16,-6 9 0-16,0-1-1 0,-5-8 3 0,0 9-1 15,-3 1 4-15,-1-1-5 0,-2 5-1 0,0 3 8 16,2 0-1-16,0 2-2 0,0 3-1 0,4 5-3 0,-5-5-4 15,5 5 9-15,-10 10-3 0,0 3-1 16,3 2 5-16,-3 10-1 0,1-2 3 0,4 3-2 16,2 1-12-16,3-3-22 0,2 4-22 0,4-4-29 15,0 1-35-15,2-1-30 0,-2-8-29 0,4 0-30 0,-2 1-188 16,3-2-430-16,-2-7 191 0</inkml:trace>
  <inkml:trace contextRef="#ctx0" brushRef="#br0" timeOffset="17439.37">30022 8529 5 0,'5'-17'166'0,"3"-7"-8"0,-1-1 5 0,2 7 0 16,-1-2 1-16,1 4-1 0,1 0 6 15,-1 3-6-15,-1 2-13 0,2 1-2 0,-1 2-15 16,-3 1-14-16,-1 1-12 0,3 4-11 0,1 1-5 0,1 1-5 16,-10 0-10-16,19 6-8 0,-11-2-6 0,1 2-5 15,-1 2-4-15,-1 2-7 0,0-2-23 0,-1 1-10 16,2 1-22-16,-2 0-14 0,0 1-37 15,0 0-38-15,0-1-46 0,-3-2-38 0,-1 3-173 0,-2-11-384 16,3 12 171-16</inkml:trace>
  <inkml:trace contextRef="#ctx0" brushRef="#br0" timeOffset="17695.74">30483 7981 106 0,'0'-7'263'0,"0"7"-21"16,0-9-26-16,0 9-21 0,-2-7-21 0,2 7 1 15,0 0 8-15,3 28-5 0,3-5-13 0,-1 3-13 16,-1 3-9-16,1 2-17 0,2-3-6 0,-2 3-12 16,1-2-10-16,-1 3-3 0,0-5-12 0,1 4-8 15,-3-4-5-15,2 2-10 0,0-2-7 0,0-1 3 16,0-9-25-16,-4 2-22 0,2-2-23 0,1-6-29 15,-3 2-44-15,0-1-37 0,1 0-41 0,-1-2-42 16,0 0-216-16,-1-3-458 0,0-7 203 0</inkml:trace>
  <inkml:trace contextRef="#ctx0" brushRef="#br0" timeOffset="18251.77">30579 8242 34 0,'13'-4'180'0,"5"-1"6"16,-3 3-6-16,3 3 0 0,0-1-9 0,-2 3-11 16,1 3-12-16,-4-3-13 0,3 4-14 0,0 0-8 15,-1 2-7-15,-2 1-13 0,-3-3-7 0,0 1-9 0,-2 1-8 16,-2-1-5-16,0-2-2 0,-1 1-9 16,-2-2-5-16,0-1-1 0,-3-4-11 0,0 11-1 15,0-11-5-15,-6 8 0 0,6-8-4 0,-9 6-2 16,9-6-1-16,-8-1-3 0,8 1 3 0,0 0-7 0,-10-9-3 15,5 5 5-15,5 4-4 0,-4-13-6 16,0 6 1-16,3-4-11 0,1 0-2 0,1-6 3 16,4 1 8-16,4 2 4 0,0-4-12 0,6-4-4 15,3 1 1-15,-6 6-3 0,6-5 4 0,-6 4-5 16,2 1 5-16,-1 3 0 0,0 1-4 0,-5 3 6 0,1 0 1 16,-4 3 2-16,0 0-1 0,-1 2 2 0,-4 3-5 15,0 0 2-15,0 0 5 0,0 0 14 16,0 0 6-16,3 15 5 0,-3-4 1 0,-3 2-2 15,0 3-3-15,-2 0 5 0,3-4-6 0,0-1 2 0,1 0-7 16,1 0 1-16,0-1 1 0,3-1 0 0,-1-3-4 16,2 1 0-16,1-1-3 0,0-3 0 15,1 1 0-15,4 0 0 0,-2-2-1 0,4-1-1 16,1-1-5-16,-1-3 0 0,5-3-6 0,0 2 5 16,-3-6-10-16,-2 4 2 0,-3-2-1 0,2-1 2 0,-1-2 0 15,-4 2-5-15,-1-3 6 0,-1 0-6 0,3 1 1 16,-1 1 0-16,-4-1 2 0,1 2 0 0,-3 3-1 15,0 6 3-15,1-10-5 0,-1 10 0 0,0 0-1 16,4-5 0-16,-4 5-2 0,0 0 6 16,0 0 0-16,0 24 1 0,-1-15-1 0,1 3 0 0,1-1 0 15,0 1-6-15,2 1-18 0,-2-1-27 0,2 0-43 16,2-1-52-16,1 1-42 0,1-4-227 16,-1 1-452-16,3-5 200 0</inkml:trace>
  <inkml:trace contextRef="#ctx0" brushRef="#br0" timeOffset="18509.66">31361 7800 205 0,'2'-8'288'0,"-1"0"-13"0,-1 2-21 0,0 6-26 15,0-10-29-15,0 10-16 0,0 0-3 0,0 0 9 0,15 22-11 16,-11 2-5-16,-2 4-14 0,5 3-15 0,-5-2-9 15,0 4-10-15,3 2-8 0,-4-5-10 0,4-2-5 16,-2 0-15-16,1-3-10 0,1 0-5 16,-3-6-6-16,1-1-3 0,1-1-3 0,2 0-32 0,-2-2-28 15,-2-1-23-15,1-5-33 0,-3-2-36 16,0-7-35-16,-1 13-29 0,1-13-28 0,2 11-28 16,-2-11-34-16,0 0-187 0,0 0-470 0,-13 4 208 0</inkml:trace>
  <inkml:trace contextRef="#ctx0" brushRef="#br0" timeOffset="18768.86">31307 8037 112 0,'-1'-5'223'0,"1"5"-16"0,-2-12-9 15,2 12-18-15,0-11-14 0,0 11-14 16,7-16-8-16,1 10-6 0,7-2-12 0,1-1-9 0,8-4-5 16,3 4-11-16,-2 0-12 0,4 2-6 0,-3-3-1 15,-5 5-10-15,8-1-9 0,-11 1-24 0,1-1-5 16,-6 5 3-16,2-1-12 0,-3 2 0 0,-1-2-5 15,1 2 0-15,-4-2-3 0,-8 2 2 0,15 3-6 16,-8 1 10-16,0 1 2 0,3 1 13 0,-2 1-9 16,-2 2 3-16,-1 1-1 0,2 4-4 0,-1 2-3 15,-1-2 0-15,-2-2 0 0,1 5-3 0,-2-3-2 16,-2 0-8-16,1-2-26 0,1-1-31 0,-2 2-31 16,0-2-51-16,2-1-51 0,-2 0-45 0,-2-1-156 15,0-3-409-15,2-6 181 0</inkml:trace>
  <inkml:trace contextRef="#ctx0" brushRef="#br0" timeOffset="18938.43">31678 7695 45 0,'0'0'119'0,"0"0"-20"0,0 0-33 15,9-5-35-15,-9 5-48 0,14 9-41 0,-6-3-61 16,3-1 27-16</inkml:trace>
  <inkml:trace contextRef="#ctx0" brushRef="#br0" timeOffset="19491.49">31868 7846 130 0,'-5'5'198'0,"5"-5"0"0,-5 6 1 0,5-6 2 15,-5 12-7-15,3-4 0 0,-1 1-16 0,2 2-9 16,0 0-13-16,-1 0-14 0,2 6-12 0,0-5-14 16,3 4-8-16,-1-6-11 0,1 5-10 0,2-4-9 15,3 0-4-15,-2 0-6 0,3-2-10 0,1-1-9 16,-1 1-1-16,1-1-6 0,-1-1-2 0,1-3-5 16,-3 0-6-16,-1-1-6 0,1-3 3 0,-7 0-7 15,12 0-5-15,-12 0-2 0,11-6-4 0,-6 2 0 16,-1-2-3-16,-2-2-5 0,2-1-2 0,-3-3 2 0,-1-2-4 15,-1-1-1-15,1-1 1 0,-1-1-6 0,1-1 1 16,-3-2-2-16,3 2 3 0,3-1 2 16,-6 1-2-16,7 1 0 0,-3 6 1 0,1 2-1 15,0-1 8-15,-1 5 0 0,2-3-1 0,0 2-3 0,-3 6-1 16,9-5 7-16,-9 5 7 0,15 3-5 16,-6 3 10-16,1 4 1 0,3 0 2 0,-2 4-4 0,1-2 10 15,-3 4-8-15,1 0 3 0,-2-3 14 16,3 2-3-16,-4-5 2 0,-2 1 0 0,0-1-6 15,1-1 0-15,-1 0-2 0,-2-3 2 0,-2-1-2 0,-1-5 4 16,4 6-1-16,-4-6 2 0,3 5 8 0,-3-5 0 16,0 0-9-16,0 0-2 0,0 0-2 15,0 0-6-15,0 0 1 0,-2-28-5 0,4 17 6 16,-1-2-12-16,3-3 2 0,1 0-5 0,2-3-16 0,1 2-1 16,1-7-5-16,-1 4-1 0,4 3 0 0,1 2 2 15,1 0-4-15,2 4 7 0,-4-2-4 0,-3 10 4 16,3-2-1-16,-1 1 3 0,0 4 0 0,-1 3 5 15,1 2-2-15,1 1 1 0,-2 6-1 0,-2-1 7 16,-1 5-5-16,-2-1 4 0,2 0-2 0,-2 5 3 16,-4-1-12-16,-1 0-16 0,0 0-27 0,-1 0-29 15,0 6-31-15,0-4-44 0,-5-4-55 0,-3 5-52 16,0-5-152-16,-3 1-454 0,-1-5 200 0</inkml:trace>
  <inkml:trace contextRef="#ctx0" brushRef="#br0" timeOffset="19710.18">31198 8589 110 0,'-9'4'288'15,"1"-1"-30"-15,3 1-23 0,5-4-21 0,0 0-11 16,0 0-19-16,0 0-18 0,31-8-14 0,4-2-17 15,16-7-23-15,9-1-21 0,35-11-32 0,0 3-40 16,-3-1-42-16,1 2-53 0,0-9-47 0,-3 5-64 16,-35 7-117-16,28-13-327 0,-27 11 145 0</inkml:trace>
  <inkml:trace contextRef="#ctx0" brushRef="#br0" timeOffset="19842.82">32538 8095 197 0,'1'-8'209'0,"-1"8"-21"0,0 0-11 15,0 0-7-15,0 0-8 0,0 0-15 0,-1-11-21 16,1 11-10-16,0 0-28 0,3-8-39 0,-3 8-48 16,0 0-49-16,5-5-48 0,-5 5-152 0,9-3-269 0,-3-1 120 15</inkml:trace>
  <inkml:trace contextRef="#ctx0" brushRef="#br0" timeOffset="43396.87">10806 11403 19 0,'0'0'58'0,"0"0"1"0,0 0-7 15,0 0-4-15,0 0 2 0,0 0-8 0,0 0-6 16,0 0-3-16,0 0-10 0,-6-6 4 0,6 6-7 15,0 0 3-15,0 0 0 0,0 0-5 0,0 0-9 16,0 0 1-16,0 0 1 0,0 0-2 0,-12 7-7 16,12-7 8-16,0 0-1 0,0 0-3 0,0 0-3 15,0 0-1-15,-5 5 2 0,5-5 3 0,0 0-2 16,0 0 1-16,0 0-2 0,0 0 1 0,0 0-5 16,0 0-11-16,-5 4 14 0,5-4-5 0,0 0 5 15,0 0-6-15,-4 5 2 0,4-5 9 0,0 0-12 16,0 0 9-16,0 0-2 0,0 0-4 0,0 0-1 15,0 0 2-15,-7 4 2 0,7-4-4 0,0 0 2 16,0 0 3-16,0 0-1 0,0 0-9 0,0 0 9 16,0 0-2-16,0 0 1 0,-8 2-5 0,8-2 6 15,0 0 3-15,0 0-3 0,0 0 2 0,0 0-1 16,0 0-5-16,0 0 7 0,0 0 0 0,0 0-5 16,0 0 1-16,0 0-2 0,0 0 4 0,0 0-1 15,0 0 3-15,0 0-3 0,0 0-3 0,0 0 4 16,0 0 3-16,0 0-17 0,0 0 11 0,-6 4 3 0,6-4 0 15,0 0 3-15,0 0 2 0,0 0-2 0,0 0-6 16,0 0 8-16,0 0-3 0,0 0 3 16,0 0-3-16,0 0 2 0,0 0 2 0,0 0-4 15,-7 4-2-15,7-4 3 0,0 0-6 0,0 0 12 16,0 0-8-16,-9 1-3 0,9-1 4 0,-7 3 4 16,7-3-3-16,0 0-10 0,-9 4 6 0,9-4 10 15,-7 3-2-15,7-3-2 0,0 0-1 0,-9 0 2 16,9 0 0-16,0 0 7 0,-10 0-11 0,10 0 18 15,0 0 0-15,0 0-3 0,-8 2 1 0,8-2 0 0,0 0-8 16,0 0 7-16,0 0-10 0,0 0 9 0,-7 1-4 16,7-1-3-16,0 0 1 0,0 0 3 0,0 0-9 15,0 0-8-15,0 0-1 0,0 0 1 16,0 0 9-16,0 0-5 0,0 0-2 0,0 0 0 0,0 0-4 16,28-6 7-16,-18 5 4 0,3-2-3 0,0 0-3 15,5 0-6-15,-3 1 9 0,3-2-1 0,1-1 2 16,1 3 5-16,1-1 1 0,8-2-7 0,1-3 4 15,1 1 2-15,-1-2 3 0,1 2-3 0,0 0 4 16,-2-2 0-16,-1 1-2 0,-1-1-6 0,-2 1 18 16,-4 3-13-16,-3-1 0 0,-1 3-9 15,-4 0 5-15,0 0-1 0,-1-1 4 0,-1 1-3 0,2 0 5 16,-4 0 0-16,0 0-7 0,1 2 8 0,-4-2-2 16,1 0 6-16,-7 3 0 0,14-3-3 0,-9 2 3 15,-5 1-3-15,8-4-6 0,-8 4 9 0,0 0 4 16,9-1 1-16,-9 1-1 0,0 0 6 0,0 0 2 15,6-3 7-15,-6 3 2 0,0 0-1 0,0 0 1 16,0 0 6-16,0 0-5 0,0 0 0 0,0 0-3 16,0 0-1-16,0 0-2 0,0 0-8 0,0 0-5 15,0 0 3-15,0 0-3 0,0 0-9 0,0 0-2 16,0 0-10-16,0 0-21 0,0 0-25 0,0 0-34 16,0 0-26-16,0 0-14 0,0 0-14 0,0 0-23 15,-9 19-87-15,3-12-264 0,-2 2 117 0</inkml:trace>
  <inkml:trace contextRef="#ctx0" brushRef="#br0" timeOffset="54886.45">16792 12916 112 0,'0'0'103'0,"0"0"-12"0,0 0-14 0,0 0-15 15,0 0 4-15,0 0 12 0,4-4-23 16,-4 4 2-16,0 0-18 0,0 0 3 0,0 0-9 16,0 0 5-16,0 0-13 0,0 0 3 0,0 0-3 15,0 0-5-15,0 0 3 0,0 0-4 0,0 0 1 0,0 0-14 16,0 0 10-16,0 0-10 0,0 0 0 0,0 0-3 15,0 0 8-15,0 0-8 0,0 0-1 0,0 0 4 16,0 0-5-16,0 0-13 0,0 0 18 16,0 0-3-16,0 0-1 0,0 0-9 0,0 0 13 0,0 0-7 15,0 0 1-15,0 0 8 0,0 0-8 16,0 0-6-16,0 0 6 0,0 0 2 0,0 0-1 0,0 0 1 16,0 0-7-16,0 0 8 0,0 0-2 15,0 0-1-15,0 0-3 0,0 0 5 0,11 10-6 0,-11-10-7 16,0 0 10-16,0 0-3 0,0 0 5 0,0 0 0 15,0 0-9-15,0 0 3 0,0 0 8 0,0 0-5 16,0 8 2-16,0-8 2 0,0 0-8 0,0 0 2 16,0 0 0-16,0 0-2 0,0 0-4 15,0 7 7-15,0-7-1 0,0 0 4 0,0 0 3 0,0 0-6 16,0 0 1-16,0 0 1 0,0 0 4 0,0 0-4 16,0 0 1-16,0 0 7 0,0 0-10 0,0 0 0 15,0 0-5-15,0 0 5 0,0 0 6 0,0 0-11 16,0 0 24-16,0 0-16 0,0 0-3 15,0 0-1-15,0 0 3 0,0 0 9 0,0 0-7 0,0 0 1 16,0 0-3-16,0 0 11 0,0 0-9 0,0 0 6 16,0 0-8-16,0 0 2 0,0 0-1 0,0 0 4 15,0 0-3-15,0 0-1 0,0 0-2 0,0 0 6 16,0 0-6-16,0 0 0 0,0 0 2 0,0 0-14 16,0 0 13-16,0 0 0 0,0 0-2 0,0 0 12 15,0 0-10-15,0 0-5 0,0 0 0 0,0 0-2 16,0 0 9-16,0 0 2 0,-1 10-4 15,1-10 3-15,0 0-12 0,0 0 6 0,0 0 5 0,0 0 2 16,0 8-9-16,0-8 2 0,0 0-1 0,0 0 4 16,0 0-3-16,-1 11-8 0,1-11-12 0,0 0 6 15,0 0-5-15,0 0-5 0,0 9-2 0,0-9-6 16,0 0-2-16,0 0-2 0,0 0-2 0,1 10-13 16,-1-10-3-16,0 0-38 0,1 5-103 0,-1-5 45 15</inkml:trace>
  <inkml:trace contextRef="#ctx0" brushRef="#br0" timeOffset="57774.3">16292 9728 42 0,'0'0'67'0,"0"0"-2"0,-5-6-7 16,5 6 5-16,0 0-17 0,0 0 10 0,0 0 5 16,0 0-21-16,0 0 14 0,-2-8-13 0,2 8-2 15,0 0-4-15,0 0 1 0,0 0-5 0,0 0 3 16,0 0-4-16,0 0 1 0,0 0 10 0,0 0-9 15,0 0-2-15,0 0 8 0,0 0 0 0,0 0 1 16,0 0 3-16,0 0 3 0,0 0 0 0,0 0 2 16,0 0-10-16,0 0 3 0,0 0-6 0,0 0-6 15,0 0-8-15,5-10 6 0,-5 10-1 0,9-7-5 16,1 4-6-16,0-4 2 0,11-2-11 0,7-4 7 16,8-3-18-16,17-7-19 0,32-11-36 0,3-4-30 15,6-1-129-15,6-8-239 0,6-6 106 0</inkml:trace>
  <inkml:trace contextRef="#ctx0" brushRef="#br0" timeOffset="65312.68">9499 13260 10 0,'0'0'20'0,"0"0"0"0,0 0-6 16,0 0 0-16,0 0 3 0,0 0-5 0,0 0-1 15,0 0-10-15,0 0-8 0,0 0-12 0,0 0-20 16,0 0 8-16</inkml:trace>
  <inkml:trace contextRef="#ctx0" brushRef="#br0" timeOffset="73555.28">4000 16854 2 0,'0'0'32'0,"0"0"-6"0,0 0-1 0,0 0 1 16,0 0-6-16,0 0-2 0,0 0-1 0,0 0-1 15,0 0 1-15,0 0-4 0,0 0-1 0,0 0-2 16,0 0 4-16,0 0-3 0,0 0 5 0,0 0-2 15,0 0 3-15,0 0-10 0,42-3 7 0,-28 0-1 16,-1 0 1-16,6-3-3 0,-2 2 1 0,-4 3 0 16,4-2-1-16,2-4 0 0,2 2-1 15,-5-1 1-15,3 2 4 0,-3-2-9 0,-2 2 0 16,0 1 4-16,0 1-6 0,-2-1 4 0,-1-2-9 16,0 3 11-16,0-2-1 0,-11 4-9 0,15-3 5 15,-15 3-5-15,10-3 3 0,-10 3 5 0,0 0 6 16,12-2 12-16,-12 2 14 0,0 0 16 0,0 0 2 15,0 0 5-15,0 0 6 0,11-1 0 0,-11 1-4 0,0 0 1 16,0 0-1-16,0 0-5 0,0 0-3 16,0 0-13-16,0 0 6 0,0 0-5 0,0 0-2 15,0 0-7-15,0 0 4 0,0 0-5 0,0 0-7 16,0 0-3-16,0 0 3 0,0 0-10 0,0 0 3 16,0 0-8-16,0 0 4 0,0 0-6 0,0 0-7 15,0 0-13-15,0 0-18 0,0 0-24 0,0 0-16 16,0 0-12-16,0 0-23 0,0 0-18 0,0 0-85 15,0 0-221-15,-12 35 98 0</inkml:trace>
  <inkml:trace contextRef="#ctx0" brushRef="#br0" timeOffset="86755.68">19986 17485 32 0,'2'-8'64'0,"-2"8"-15"0,0 0 5 16,0 0-7-16,0 0 5 0,0-10-5 0,0 10-7 15,0 0 1-15,0 0-17 0,-6-7 1 0,6 7-6 16,-5-4-9-16,5 4 1 0,-9-5 0 0,9 5-5 16,-8-4 4-16,2 1 4 0,6 3-4 15,-14-5-2-15,8 3 0 0,-1-1-2 0,-1 1-3 16,1 0 2-16,-5 1-2 0,3-2 5 0,-1 2 2 16,10 1 13-16,-15-3-5 0,4 3 2 0,11 0-11 0,-12-3 11 15,12 3-4-15,-12-2 4 0,12 2-7 0,-7-1 2 16,7 1-9-16,0 0 5 0,-9-1 0 15,9 1-4-15,0 0-3 0,0 0-3 0,0 0 2 16,0 0 5-16,0 0 0 0,0 0-4 0,0 0 1 16,0 0-7-16,0 0 3 0,0 0-1 0,0 0 2 15,0 0 6-15,29-2 5 0,-18 1-4 0,0 1 6 16,-11 0 4-16,21-4 1 0,-8 4 5 0,5 0-2 16,-1 0 4-16,2-2-9 0,-2 2-5 0,2-1 5 15,1 2 5-15,8-4 9 0,0 1-1 0,-1-2 6 16,4 2-6-16,1 2 7 0,2-4-11 0,1 2 1 15,1-3-6-15,1 2-3 0,-1-1 2 0,1 1-4 16,3 0 1-16,-1-3-5 0,13 3 10 0,-12-1-4 16,12-2 5-16,-2 1-5 0,-9 1 1 0,10 0 7 15,3-1-4-15,-15 1 4 0,13 0-2 0,0 3-4 16,-2-3 9-16,1 2 2 0,1-2-1 0,-1 1-4 16,-10 0-1-16,13 2 1 0,0-2-8 0,-1 4 0 15,2-5-3-15,-4 4 7 0,4 0 0 0,-1 0 2 16,-3 0-11-16,2 1 3 0,-2-1 3 0,0-3-8 15,-1 2 5-15,3-3-9 0,2 2 3 0,0-2-4 16,0-2 5-16,1 0 4 0,1-1-10 0,3 2 6 16,-3-6-3-16,3 1 2 0,2-3-5 0,-1 2-4 15,0-1 8-15,1 1-3 0,-2-2 2 0,-3-3-1 16,2 4 6-16,5 0-1 0,-4 0 0 16,0-1-3-16,0 6-1 0,-6-6-3 0,2 7 2 15,-2-4-1-15,-4 3-2 0,-10 3 3 0,10 1-4 0,-10 0 5 16,-1 2-4-16,13-3 1 0,-15 1-3 0,-2 3 3 15,1 0-4-15,-1 0 5 0,-1 0 0 0,-2 0-2 16,-1 2-1-16,-2-2 3 0,-1 0 4 0,-1 2-2 16,-6 1-1-16,1-2 2 0,-3 0-3 0,0 2-1 15,-6-2-1-15,4 0 4 0,-3 1-6 16,-3 1 4-16,0-3-1 0,1 3 0 0,-2-2 0 16,-1 2 5-16,-1-3-2 0,-1 2 4 0,-7-2-9 0,13 1 9 15,-8 1-5-15,-5-2 1 0,7 2-1 0,-7-2 6 16,7 3 1-16,-7-3-1 0,0 0 1 0,0 0 0 15,9 2 3-15,-9-2-4 0,0 0 1 0,0 0 4 16,0 0-8-16,0 0 3 0,0 0-5 16,0 0 4-16,0 0-9 0,0 0 0 0,0 0-11 15,0 0-36-15,0 0-17 0,0 0-19 0,0 0-38 16,-31 12-42-16,19-8-40 0,-9 4-135 0,2-2-362 16,-3-2 161-16</inkml:trace>
</inkml:ink>
</file>

<file path=ppt/ink/ink1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5:33.514"/>
    </inkml:context>
    <inkml:brush xml:id="br0">
      <inkml:brushProperty name="width" value="0.05292" units="cm"/>
      <inkml:brushProperty name="height" value="0.05292" units="cm"/>
      <inkml:brushProperty name="color" value="#FF0000"/>
    </inkml:brush>
  </inkml:definitions>
  <inkml:trace contextRef="#ctx0" brushRef="#br0">10023 11201 46 0,'0'0'35'0,"0"0"-10"0,0 0-14 15,0 0-21-15,0 0-9 0,0 0-18 0,0 0 8 16</inkml:trace>
  <inkml:trace contextRef="#ctx0" brushRef="#br0" timeOffset="12286.02">9668 13228 12 0,'0'0'15'0,"0"0"-6"16,0 0 0-16,0 0-1 0,0 0 1 0,0 0 0 16,0 0-2-16,0 0-1 0,0 0-1 0,0 0 1 15,0 0-1-15,0 0 3 0,0 0-1 0,0 0-3 16,0 0 0-16,0 0-1 0,0 0 2 0,0 0 3 16,0 0-7-16,0 0-1 0,0 0 5 0,0 0-3 15,0 0-1-15,0 0 4 0,0 0-1 0,0 0 0 16,0 0-2-16,0 0-5 0,0 0 5 0,0 0 3 15,0 0-9-15,0 0 4 0,0 0 1 0,0 0 0 16,0 0-3-16,0 0-1 0,0 0 0 0,0 0 2 16,0 0 2-16,0 0 2 0,0 0 0 0,0 0 0 15,0 0-3-15,0 0 0 0,0 0 3 0,0 0-1 16,0 0 5-16,0 0-5 0,0 0 3 0,0 0-7 16,0 0 2-16,0 0 1 0,0 0 0 0,0 0 2 15,0 0 0-15,0 0-6 0,0 0-4 0,0 0 7 16,0 0 2-16,0 0 0 0,0 0-4 0,0 0 5 15,0 0-4-15,0 0 1 0,0 0 2 0,0 0-5 16,0 0 2-16,0 0-5 0,0 0 4 0,0 0-2 16,0 0 3-16,0 0-3 0,0 0-1 0,0 0 2 15,0 0-2-15,0 0-5 0,0 0 5 0,0 0 1 16,0 0 2-16,0 0 0 0,0 0-1 0,0 0 1 16,0 0-1-16,0 0 1 0,0 0 3 0,0 0-4 15,0 0 0-15,0 0 0 0,0 0-5 0,0 0 5 16,0 0-4-16,0 0 5 0,0 0-6 0,0 0 5 15,0 0-1-15,0 0 3 0,0 0-4 0,0 0 3 16,0 0-3-16,0 0 1 0,0 0 0 0,0 0-1 16,0 0 4-16,0 0-3 0,0 0-4 0,0 0-9 15,0 0 5-15</inkml:trace>
</inkml:ink>
</file>

<file path=ppt/ink/ink1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21:00.293"/>
    </inkml:context>
    <inkml:brush xml:id="br0">
      <inkml:brushProperty name="width" value="0.05292" units="cm"/>
      <inkml:brushProperty name="height" value="0.05292" units="cm"/>
      <inkml:brushProperty name="color" value="#FF0000"/>
    </inkml:brush>
  </inkml:definitions>
  <inkml:trace contextRef="#ctx0" brushRef="#br0">6498 10369 5 0,'0'0'51'15,"0"0"-6"-15,0 0-1 0,0 0-4 0,0 0-6 16,0 0 0-16,3-5-6 0,-3 5-1 0,0 0 2 16,0 0-8-16,0 0 2 0,0 0 1 0,0 0-11 15,0 0-3-15,0 0 0 0,0 0 4 0,0 0-1 16,0 0-5-16,0 0-1 0,0 0 0 0,0 0 2 16,0 0-1-16,0 0-3 0,0 0 9 0,0 0-5 15,0 0 2-15,0 0-2 0,0 0 1 0,0 0-4 16,0 0 6-16,0 0-5 0,0 0 2 0,0 0-6 15,0 0 9-15,0 0-9 0,0 0-1 0,0 0-2 16,0 0 3-16,0 0-6 0,0 0 5 0,0 0 0 16,0 0 0-16,0 0 0 0,0 0 1 0,0 0-3 15,0 0 2-15,0 0-3 0,0 0-2 0,0 0 6 16,-3 25-4-16,3-25-3 0,0 12 3 0,0-5 6 16,0-7-5-16,0 12 0 0,0-5-1 0,0 1-3 15,-1 1-5-15,1-1-2 0,-1 2-4 0,1-10-2 16,0 13 3-16,0-6-2 0,1 2 6 0,-1-9-6 0,0 13-3 15,0-4-2-15,0-4 0 0,0-5-5 16,-1 15-4-16,-1-9 3 0,2-6-1 0,-2 13-4 16,0-5-20-16,0 0-56 0,2-8 25 0</inkml:trace>
  <inkml:trace contextRef="#ctx0" brushRef="#br0" timeOffset="552.6">6466 10617 2 0,'5'25'17'0,"1"1"-3"0,-1-2 0 16,0 2-1-16,-4-7 1 0,1 0-3 0,1 0-1 15,0-3 2-15,-2 0-7 0,0 3 1 0,0-4 3 16,2 2-3-16,-2-1 1 0,-1 0-2 0,2 1-2 16,-2-1 1-16,0 2-2 0,-2-1 1 0,2 2-4 15,0-2-6-15,0-4-2 0,0 2-15 0,0 2-25 16,-2-5 11-16</inkml:trace>
  <inkml:trace contextRef="#ctx0" brushRef="#br0" timeOffset="1397.66">5315 10394 11 0,'0'0'17'0,"0"0"7"15,0 0-6-15,0 0 7 0,0 0 3 0,0 0 1 16,0 0 2-16,0 0 1 0,0 0-3 0,0 0-2 15,-12-3-2-15,12 3-3 0,0 0-5 0,0 0 3 16,0 0-10-16,0 0 8 0,0 0-4 0,0 0-2 16,0 0-5-16,0 0-3 0,0 0-11 0,0 0-9 15,0 0-8-15,0 0-4 0,0 0-30 0,0 0-63 16,0 0 29-16</inkml:trace>
  <inkml:trace contextRef="#ctx0" brushRef="#br0" timeOffset="1975.37">7528 10299 112 0,'7'2'144'0,"-7"-2"-1"16,0 0-15-16,0 0-13 0,0 0-3 16,0 0-19-16,0 0-5 0,0 0-11 0,0 0-5 0,0 0-13 15,0 0-2-15,0 0-9 0,0 0-7 0,0 0-7 16,0 0-9-16,0 0-30 0,0 0-21 0,0 0-26 15,0 0-16-15,0 0-18 0,0 0-100 0,0 0-200 16,0 0 88-16</inkml:trace>
  <inkml:trace contextRef="#ctx0" brushRef="#br0" timeOffset="2693.46">5255 10459 90 0,'0'0'95'0,"0"0"-2"16,0 0-8-16,0 0-1 0,0 0-3 0,0 0-10 15,0 0-3-15,0 0-1 0,0 0-1 0,0 0-11 16,0 0-5-16,0 0-2 0,0 0 3 16,0 0-11-16,0 0 0 0,0 0-10 0,0 0 0 0,0 0 2 15,0 0-3-15,0 0-11 0,0 0 1 0,0 0-3 16,0 0 0-16,0 0-6 0,0 0-5 0,0 0-15 16,0 0-7-16,0 0-16 0,0 0-11 0,0 0-28 15,0 0-7-15,0 0-22 0,0 0-55 0,0 0-168 16,0 0 74-16</inkml:trace>
  <inkml:trace contextRef="#ctx0" brushRef="#br0" timeOffset="3350.58">7414 10348 71 0,'0'0'109'16,"0"0"-7"-16,0 0-10 0,0 0-5 0,0 0-16 15,-3 5 4-15,3-5-18 0,0 0 1 0,0 0-7 16,0 0-7-16,0 0-7 0,0 0-21 0,0 0-22 15,0 0-16-15,0 0-38 0,0 0-71 0,0 0-141 16,0 0 62-16</inkml:trace>
  <inkml:trace contextRef="#ctx0" brushRef="#br0" timeOffset="3890.8">5265 10572 67 0,'0'0'109'16,"0"0"-10"-16,0 0-17 0,0 0 5 0,0 0-14 15,0 0-3-15,0 0-13 0,0 0 6 0,0 0-22 16,0 0 1-16,-8 2-13 0,8-2-8 0,0 0-22 16,0 0-11-16,0 0-18 0,0 0-10 0,0 0-9 15,0 0-18-15,0 0-41 0,0 0-115 0,0 0 52 16</inkml:trace>
  <inkml:trace contextRef="#ctx0" brushRef="#br0" timeOffset="4365.64">7546 10355 73 0,'0'0'72'0,"0"0"6"0,0 0-14 15,0 0-9-15,0 0-15 0,0 0-11 16,0 0-14-16,0 0-22 0,0 0-22 0,0 0-36 16,-6 7-71-16,6-7 31 0</inkml:trace>
  <inkml:trace contextRef="#ctx0" brushRef="#br0" timeOffset="5767.15">6407 10637 22 0,'0'0'25'0,"-2"-8"2"0,2 8 1 16,0 0-2-16,0 0-4 0,0 0-4 0,0 0-3 15,-3-7-4-15,3 7 3 0,0 0-1 0,0 0-4 16,0 0 2-16,0 0-2 0,0 0-1 0,0 0 3 16,0 0 0-16,0 0 1 0,0 0 0 0,0 0-1 15,0 0-1-15,0 0 1 0,0 0-2 0,3 28-3 16,-3-18 9-16,1 1-8 0,0 0 5 0,1-1-3 16,-1 2-3-16,2 6-1 0,-1-1 0 0,2-2 4 15,0 2-1-15,-1-1-3 0,0 0-2 0,0-1 6 16,-1 0 1-16,1 2-8 0,-1 0 3 0,0-2-2 15,-1 2 0-15,0-2 7 0,1 2 0 0,0-2-9 16,-2 3 9-16,1 1 1 0,2-1 0 0,-1 1 0 16,0 0-5-16,-2 0 6 0,1-2-8 0,0 2 3 15,-1 6 1-15,3-5-2 0,-2-1-5 0,3 5 6 16,-2-6-2-16,1 1-1 0,1 7 3 0,1-3-3 16,-2-2 6-16,5 3-11 0,-2 2 13 0,1 0-10 15,-2 4 12-15,3-3-12 0,-2 2-1 0,0-2 0 16,0 2-1-16,-1-1-1 0,3-1 2 0,-6 2-1 15,-1 1 5-15,3 0-3 0,-2-1 1 0,-1-4-3 16,-1 0-3-16,0 0-8 0,-1-5-5 0,1-2-12 16,-3-1 0-16,-1-5-9 0,2-2-1 0,-2 1-4 15,1-6-33-15,2 1-82 0,-3-1 36 0</inkml:trace>
  <inkml:trace contextRef="#ctx0" brushRef="#br0" timeOffset="6134.16">6423 11662 36 0,'-3'35'34'0,"3"-2"-4"15,-1 2-2-15,2 0-1 0,3-2-5 0,-4 1 1 16,-1-1-3-16,2-3-5 0,-1-2-1 0,0-1-3 15,1 1-1-15,-1-2 0 0,1 0-3 0,-2-1-2 16,-1-5-5-16,3-1-5 0,-5 0-6 0,4 1-10 16,-1-3-22-16,0 1-46 0,-1-6 20 0</inkml:trace>
  <inkml:trace contextRef="#ctx0" brushRef="#br0" timeOffset="6616.42">6438 12247 2 0,'0'29'42'0,"1"0"1"16,-2 2-12-16,1-1 0 0,0 2-1 0,1-1-4 15,-1-1-9-15,2-2 3 0,-1 4-1 0,-1-1-5 16,3 0-2-16,-2-1-1 0,1-1 1 0,1 0-2 16,2 2-1-16,-1-2 2 0,0-2-2 0,-1 3-1 15,1-3 1-15,-1 1-5 0,2 0 2 0,3-3 0 16,-2 3-2-16,0-3-1 0,0-6 2 0,0 5 1 16,2-6-5-16,-3 0 3 0,0-1-1 0,1 3 5 15,1 3-5-15,-2-2-1 0,2 2 4 0,-2 1-5 16,-1 1-1-16,2-1 2 0,-1 0 1 0,1 2-5 15,-2-7 1-15,0 0-3 0,1 5 5 0,-1-5-3 16,-1 7-7-16,0-7 4 0,1 0-5 0,-2-3 2 16,1 2 0-16,1-1 0 0,-4 0 5 0,1-6-1 15,-1 6 1-15,0 0-1 0,1-6-2 0,1 2 5 16,-2 2-1-16,1-1 0 0,-1-2 1 0,-1 2-1 16,1 4 1-16,0-1-2 0,0 1 1 0,1-2 0 15,0 2 4-15,0-3 4 0,1 2 0 0,-2 0-7 16,2-2-1-16,0 2-2 0,0-2 5 0,-1-3-7 15,2 0 1-15,1-2-2 0,-2 2-8 0,1-3-5 16,-2-1-2-16,2-3-5 0,-3-5-15 0,2 12-44 16,1-6 19-16</inkml:trace>
  <inkml:trace contextRef="#ctx0" brushRef="#br0" timeOffset="6747.14">6683 14020 16 0,'0'6'9'15,"0"-6"1"-15,2 11-3 0,-1-4 4 0,-1-7-2 16,0 11-2-16,0-11 0 0,1 11-7 0,-1-11-6 16,2 10-6-16,-2-10-13 0,-3 6 6 0</inkml:trace>
  <inkml:trace contextRef="#ctx0" brushRef="#br0" timeOffset="7100.88">6682 14082 8 0,'0'12'34'16,"0"1"-7"-16,-1 5-1 0,0 0-3 0,2-2-1 15,-5 4-3-15,1-4-3 0,2 11-2 0,0-8-1 16,0 6-2-16,1-7-1 0,0 7 0 0,-4 0-1 16,4-8-1-16,-1 2 3 0,-1 1-4 0,1 1 0 15,1-5-2-15,-1 1 2 0,2-1-4 0,2 1-1 16,0 1 4-16,-3 0 0 0,2-1-4 0,1-2-2 16,-1 2 3-16,-2 0-3 0,0-1 2 0,1-4 1 15,2 5-1-15,-3-1 1 0,0-2 0 0,1-2-4 16,1-1-2-16,-2 2 1 0,2 2-2 0,-1-2-5 15,0-4-3-15,-1 1-1 0,3 0-10 0,-3-4-20 16,1 2-46-16,2-2 20 0</inkml:trace>
  <inkml:trace contextRef="#ctx0" brushRef="#br0" timeOffset="7319.23">6721 14811 19 0,'0'0'49'0,"0"0"-1"16,0 0-4-16,6 3 4 0,-6-3-7 0,0 0-3 15,0 8 0-15,0-8-11 0,4 5-2 0,-4-5 0 16,0 0-2-16,0 10-8 0,0-10 7 0,0 8-7 16,0-8-6-16,0 0-1 0,2 6-8 0,-2-6-7 15,0 0-12-15,0 0-16 0,0 0-38 0,0 0-77 16,0 0 34-16</inkml:trace>
  <inkml:trace contextRef="#ctx0" brushRef="#br0" timeOffset="7499.15">6689 14772 45 0,'0'0'55'0,"-2"7"-16"15,2-7-5-15,2 11 1 0,-2-11-4 0,0 6-9 16,0-6-2-16,1 8-9 0,-1-8-16 0,0 0-17 16,0 8-23-16,0-8-47 0,0 0 21 0</inkml:trace>
  <inkml:trace contextRef="#ctx0" brushRef="#br0" timeOffset="7803.49">6666 14731 7 0,'0'0'46'16,"0"0"-4"-16,0 0-6 0,0 0-9 0,5-9-11 16,-5 9-16-16,0 0-9 0,0 0-19 0,1-11-30 15,-1 11 13-15</inkml:trace>
  <inkml:trace contextRef="#ctx0" brushRef="#br0" timeOffset="18932.73">3059 11743 3 0,'0'0'24'0,"0"0"0"0,0 0-4 0,0 0-1 16,0 0 2-16,0 0-3 0,0 0-15 0,0 0 12 16,0 0-7-16,0 0 2 0,0 0-1 0,0 0 2 15,-4-4-5-15,4 4 2 0,0 0 3 0,0 0-11 16,0 0 6-16,0 0-4 0,0 0 1 0,0 0 2 15,0 0-5-15,0 0-1 0,0 0 1 0,0 0 4 16,0 0-2-16,0 0-3 0,0 0-2 0,0 0 4 16,0 0 1-16,0 0-4 0,0 0-1 0,0 0 0 15,0 0 9-15,0 0-9 0,0 0 6 0,0 0-5 16,0 0 3-16,0 0-1 0,0 0 1 0,0 0 0 16,0 0-1-16,0 0 3 0,0 0-6 0,0 0 6 15,-4 18-4-15,4-18 0 0,-5 2 1 0,5-2 2 16,0 0 2-16,-5 5-8 0,5-5 7 0,0 0-2 15,0 0-1-15,0 0 0 0,-10 3 0 0,10-3 3 16,0 0-3-16,-6 2-3 0,6-2-2 0,0 0 2 16,0 0 0-16,0 0 6 0,-8 2 2 0,8-2-3 15,0 0-1-15,0 0 6 0,0 0-8 0,0 0 5 16,-7 2 5-16,7-2-3 0,0 0-1 0,0 0 5 16,0 0-8-16,0 0 6 0,0 0-5 0,0 0 6 15,0 0-2-15,0 0-5 0,0 0-3 0,0 0-1 16,0 0 2-16,0 0 2 0,0 0 6 0,0 0-3 15,0 0 1-15,0 0-2 0,0 0 4 0,0 0-5 16,0 0-8-16,0 0 7 0,0 0-5 0,0 0 4 16,0 0-1-16,0 0-1 0,0 0 3 0,0 0-1 15,27-4 7-15,-27 4-8 0,13-1 3 0,-5 0 0 16,1-2-6-16,0 1 2 0,0-2 5 0,2 3 2 16,-2-2-6-16,1 2-2 0,2-1 1 0,-2 0-4 15,2-2 7-15,1 2 1 0,0-2 1 0,-2 2-8 16,1 0 4-16,1 0-5 0,0 1-1 0,0-1 3 15,-2 0 6-15,2 1-9 0,-3-2 0 0,2 2 0 16,-1 1 3-16,0 0-4 0,-3 0 2 0,1 1-3 16,-9-1 4-16,14 2-3 0,-5-1 5 0,-1 0-8 15,1 1 5-15,0 1-5 0,1-1 7 0,0 0-5 16,-1 2-6-16,1 0 5 0,-2-2-8 0,2 1 1 16,2-1 0-16,-2-1-15 0,2 0-32 0,0 2 14 15</inkml:trace>
  <inkml:trace contextRef="#ctx0" brushRef="#br0" timeOffset="19857.09">3725 11760 8 0,'0'0'53'0,"0"0"-5"0,0 0-5 15,0 0-6-15,0 0 0 0,0 0-13 0,19-8 2 16,-19 8-4-16,12-2 3 0,-6 1-1 0,2-1-4 16,-8 2-3-16,15-4-2 0,-5 4-4 0,-1 0 4 15,-1-2-5-15,-1 0 2 0,2 0-9 0,3 1 6 16,1 1-2-16,-3-1-3 0,3-1 1 0,-2 2 3 15,2-3 3-15,0 3-6 0,2-3 2 0,2 0-4 16,0 2 0-16,0-3 7 0,-3 2-12 0,-1-1 1 16,6 2 4-16,-6-1 1 0,6-2-1 0,-6 0-2 15,6-2-2-15,-7 3 6 0,5-1-6 0,0 1 7 16,-3 2-10-16,0-2 4 0,-1 1-1 16,0 1 0-16,0-3 0 0,-1 4 3 0,1 0-5 0,-1-1 4 15,0 1-3-15,0 0 5 0,1 0 3 0,0 0-8 16,-1 0 5-16,0 0-6 0,-1 0 0 0,3 0 8 15,-2 0-10-15,2 0 11 0,-3 0-9 0,1 0 8 16,1 0-4-16,0 0-2 0,-1 0-4 16,1 0 11-16,-3 0-9 0,4 0 1 0,-3-2 4 15,1 1-2-15,0 1 4 0,-1 0-11 0,-1 0 7 0,-1-1 4 16,-1-1 1-16,2 4-6 0,-10-2 1 0,14 0 1 16,-6 0-3-16,0 1-1 0,-8-1 2 0,10 3 1 15,-4-3 4-15,-6 0-5 0,9 3-3 0,-9-3 8 16,9 2-4-16,-9-2-5 0,7 1 9 0,-7-1-13 15,6 2-12-15,-6-2 0 0,0 0-12 0,5 4-3 16,-5-4-35-16,0 0-76 0,5 5 34 0</inkml:trace>
  <inkml:trace contextRef="#ctx0" brushRef="#br0" timeOffset="20267.39">4585 11733 15 0,'12'-1'18'16,"0"-1"2"-16,1-1 4 0,1 0-3 0,4-2 0 16,0 2 0-16,-5 0-9 0,1-1 2 0,-4 2 0 15,3 0-3-15,-2 0 5 0,-1-1-8 0,1 2 2 0,0-1-2 16,-11 2-2-16,16-3 0 0,-5 1 2 15,-11 2-7-15,15 0-1 0,-15 0 5 0,14 0 11 16,-14 0-10-16,12 0-6 0,-12 0 0 0,13 2 3 16,-13-2 0-16,12 3-9 0,-12-3-4 0,9 4-9 15,-9-4-6-15,9 4-14 0,-5 0-40 0,-4-4 18 16</inkml:trace>
  <inkml:trace contextRef="#ctx0" brushRef="#br0" timeOffset="21297.86">5008 11730 14 0,'0'0'29'0,"0"0"-4"0,0 0 2 0,0 0 0 15,0 0-7-15,0 0 1 0,0 0 2 0,0 0-1 16,0 0 0-16,0 0 1 0,0 0-3 0,0 0 1 16,0 0-4-16,0 0-3 0,0 0-1 0,0 0 3 15,0 0-4-15,0 0-4 0,0 0-1 16,0 0 0-16,0 0 1 0,0 0-3 0,0 0 1 0,0 0-4 16,0 0 3-16,0 0-3 0,0 0-2 0,0 0 3 15,0 0 4-15,0 0 1 0,0 0-11 0,0 0 8 16,0 0-5-16,0 0 3 0,0 0 0 0,0 0 0 15,0 0 8-15,0 0-9 0,0 0 10 0,0 0 0 16,0 0-5-16,0 0-1 0,0 0 5 16,0 0-3-16,0 0 0 0,0 0-1 0,0 0 7 15,0 0-3-15,0 0-3 0,0 0 1 0,0 0-9 0,0 0 6 16,0 0 2-16,0 0-1 0,0 0-1 0,0 0-1 16,0 0 7-16,0 0-12 0,0 0 2 0,0 0 0 15,0 0-3-15,0 0 8 0,0 0 0 16,0 0-3-16,0 0-6 0,0 0 2 0,0 0 13 15,0 0-8-15,0 0-4 0,0 0-4 0,0 0 5 16,0 0-3-16,0 0 0 0,0 0 1 0,0 0 0 0,0 0 4 16,0 0-8-16,0 0 4 0,0 0 11 0,0 0-5 15,0 0-11-15,0 0 4 0,0 0-1 16,0 0-3-16,0 0 1 0,0 0 6 0,0 0-5 16,0 0 4-16,0 0 1 0,0 0-4 0,0 0 2 15,0 0-3-15,0 0-3 0,0 0 8 0,0 0 4 16,0 0-9-16,0 0 1 0,0 0 5 0,0 0-9 0,0 0 9 15,0 0-3-15,0 0 4 0,0 0-4 0,0 0 9 16,0 0-9-16,-1-13-4 0,1 13 7 16,0 0-9-16,0 0 9 0,0 0-4 0,0 0-7 15,0 0 7-15,0 0-2 0,0 0 4 0,0 0 1 16,0 0 5-16,0 0-5 0,0 0-7 0,0 0 4 16,0 0-1-16,0 0 2 0,0 0 1 0,0 0-5 15,0 0 3-15,0 0 5 0,0 0-4 0,0 0 6 0,0 0-6 16,0 0-6-16,0 0 2 0,0 0 2 15,0 0 4-15,0 0 3 0,0 0 0 0,0 0-2 16,0 0 1-16,0 0-6 0,0 0 3 0,0 0 1 16,0 0 3-16,0 0-12 0,0 0 5 0,0 0 3 15,0 0-1-15,0 0-1 0,0 0-7 0,0 0 1 16,0 0-5-16,0 0-7 0,0 0-7 0,0 0-12 16,0 0-11-16,0 0-34 0,0 0-89 0,0 0 40 15</inkml:trace>
  <inkml:trace contextRef="#ctx0" brushRef="#br0" timeOffset="24416.48">5215 11681 16 0,'0'0'23'0,"0"0"-1"15,0 0-4-15,0 0-2 0,0 0 1 0,0 0-6 16,0 0 3-16,0 0-1 0,0 0 0 0,0 0-2 16,0 0-4-16,0 0 0 0,0 0-4 0,0 0 3 15,0 0-2-15,0 0-1 0,0 0 1 0,0 0 4 16,0 0-4-16,0 0 6 0,0 0-7 0,0 0 7 16,0 0 0-16,0 0 2 0,0 0-4 0,0 0 0 15,0 0-1-15,0 0 0 0,0 0-2 0,0 0 1 16,0 0-3-16,0 0-2 0,0 0 6 0,0 0-6 15,0 0-2-15,0 0 3 0,0 0 0 0,0 0 3 16,0 0-3-16,0 0 1 0,0 0-5 0,0 0 8 16,0 0-6-16,0 0-1 0,0 0 0 0,0 0-3 15,0 0-2-15,0 0 1 0,0 0-4 0,0 0-1 16,0 0-2-16,0 0-5 0,0 0-4 0,0 0-21 16,8 2-45-16,-8-2 21 0</inkml:trace>
  <inkml:trace contextRef="#ctx0" brushRef="#br0" timeOffset="29833.09">7386 13054 25 0,'0'0'50'0,"0"0"2"0,0 0-3 0,0 0-8 16,0 0 4-16,-2-8-14 0,2 8 5 0,0 0-7 16,0 0-3-16,0 0 0 0,0 0-5 0,0 0 0 0,0 0-4 15,0 0 1-15,0 0-6 0,0 0 4 0,0 0-9 16,0 0 3-16,0 0-2 0,0 0-2 0,0 0 3 15,0 0-5-15,0 0 6 0,0 0-5 16,0 0 0-16,0 0-1 0,0 0-2 0,0 0-2 0,0 0 0 16,0 0-1-16,0 0 5 0,0 0-1 0,0 0-6 15,0 0-8-15,0 0 14 0,0 0 1 0,0 0-6 16,0 0 2-16,0 0 1 0,0 0 2 0,0 0-2 16,11 16-6-16,-11-16 3 0,4 5 6 15,-4-5-4-15,0 0 0 0,5 8 0 0,-5-8 4 0,7 6-7 16,-7-6 1-16,5 5 0 0,-3 0 4 0,-2-5 0 15,8 7-4-15,-8-7 4 0,6 5 1 0,-2-3 0 16,-4-2-3-16,9 8-3 0,-5-6-2 0,-4-2-1 16,9 7 0-16,-5-3-2 0,1 0 4 0,1-2-3 15,-1 2-5-15,-5-4 1 0,15 7-2 0,-10-5 1 16,2 2-3-16,-2 0-5 0,0 0-3 0,1 0 3 16,1-1 2-16,1 1-2 0,-3 1 0 0,1-2-8 15,1 1 6-15,-2-1 1 0,1 0-3 0,-1 1 9 16,2 0 5-16,-2 1-10 0,1-1-18 0,2 0-42 15,-2 0 19-15</inkml:trace>
  <inkml:trace contextRef="#ctx0" brushRef="#br0" timeOffset="31289.18">9549 13175 12 0,'11'-3'19'0,"-11"3"-7"0,12 0 1 0,-12 0-1 16,10-3-4-16,-10 3 3 0,10-1 2 0,-10 1-3 15,10-2-8-15,-10 2 1 0,12-2 4 0,-7 1-1 16,-5 1 2-16,11-2-5 0,-11 2 1 16,8-2-2-16,-8 2-2 0,9-1 2 0,-9 1 2 0,0 0-3 15,13-1-2-15,-13 1 4 0,8-1 6 0,-8 1-4 16,0 0 4-16,11-1 1 0,-11 1 3 0,8-2-8 15,-8 2 7-15,7-3 1 0,-7 3-4 0,0 0-1 16,11-4 1-16,-11 4 1 0,5-1 0 16,-5 1-2-16,0 0-4 0,0 0 2 0,10-2 6 0,-10 2-4 15,0 0 2-15,8-3-3 0,-8 3 0 0,0 0-2 16,0 0-5-16,7-3 11 0,-7 3-9 0,0 0-1 16,8 0 1-16,-8 0 4 0,8-3 1 0,-8 3-2 15,0 0-7-15,11-1 6 0,-11 1-1 16,0 0 3-16,10-1-5 0,-10 1 1 0,9-2-1 15,-9 2-2-15,8-3-2 0,-8 3 0 0,8-1 0 16,-8 1 3-16,7-3 1 0,-7 3-2 0,9-1-10 0,-9 1 0 16,7-2-11-16,-7 2 7 0,0 0-7 15,10-2 3-15,-10 2 2 0,0 0-4 0,0 0 2 16,9-3 0-16,-9 3-1 0,0 0 2 0,0 0-10 16,0 0-31-16,10-1 14 0</inkml:trace>
  <inkml:trace contextRef="#ctx0" brushRef="#br0" timeOffset="31731.55">9898 13098 8 0,'0'0'31'0,"0"0"-1"0,0 0-2 16,0 0 3-16,0 0-5 0,0 0 0 0,0 0-9 16,0 0-1-16,0 0 1 0,0 0 3 0,0 0-6 15,0 0 1-15,0 0 3 0,0 0-1 0,0 0-5 16,0 0 1-16,0 0-1 0,0 0 3 0,0 0-11 15,0 0-8-15,0 0 14 0,0 0-1 0,0 0-6 16,0 0 6-16,0 0-5 0,0 0 4 0,0 0-5 16,0 0-1-16,0 0 0 0,0 0 3 0,0 0-7 15,0 0 1-15,0 0 4 0,0 0 0 0,0 0 1 16,0 0-1-16,0 0 1 0,0 0-2 0,0 0 3 16,0 0-11-16,0 0-1 0,0 0 3 0,0 0 0 15,0 0 3-15,0 0 0 0,0 0-2 0,0 0 2 16,0 0-6-16,-12-8-3 0,12 8-8 0,0 0 5 0,0 0-7 15,0 0 1-15,0 0-7 0,0 0-2 16,0 0-18-16,0 0-49 0,0 0 21 0</inkml:trace>
  <inkml:trace contextRef="#ctx0" brushRef="#br0" timeOffset="35300.92">9834 14028 28 0,'0'0'35'0,"0"0"3"0,0 0-4 16,-8-2-8-16,8 2 6 0,0 0-8 15,0 0 9-15,0 0-2 0,0 0-2 0,0 0 2 0,0 0 8 16,-8-4-2-16,8 4 10 0,0 0-3 0,0 0-10 15,0 0-4-15,0 0 3 0,0 0-2 16,0 0-2-16,0 0-7 0,0 0-4 0,0 0 6 16,-7-2 4-16,7 2-14 0,0 0 2 0,0 0-4 15,0 0 2-15,0 0 3 0,0 0 2 0,0 0-2 16,0 0-3-16,0 0-2 0,0 0-2 0,0 0 4 0,0 0-1 16,0 0 7-16,0 0-3 0,-14 4 2 15,14-4 1-15,0 0 0 0,0 0 10 0,0 0-4 16,-9 1-5-16,9-1 5 0,0 0 3 0,0 0-7 15,-12 0 6-15,12 0-5 0,0 0 0 0,-10 0-2 16,10 0-5-16,0 0 8 0,-12-1-2 0,12 1-6 0,0 0 1 16,-10 1-4-16,10-1-2 0,0 0 3 0,-10 0-2 15,10 0-4-15,0 0-2 0,-9 1 3 16,9-1-4-16,0 0-1 0,0 0 3 0,0 0 7 16,-11-1-11-16,11 1 3 0,0 0-3 0,0 0 1 15,0 0-3-15,0 0 2 0,0 0 2 0,0 0-5 0,0 0 4 16,0 0 0-16,0 0 0 0,0 0-4 0,0 0-4 15,0 0 10-15,0 0-3 0,0 0-5 16,0 0 6-16,0 0-6 0,0 0 4 0,0 0-1 16,0 0-13-16,0 0 14 0,0 0-3 0,0 0 23 15,23 6-10-15,-23-6 3 0,14 0 1 0,-9 2 0 0,-5-2 0 16,15 0 5-16,-7 0-4 0,-1 1-8 0,4-1-9 16,-2 0 4-16,1-1 1 0,0 1 0 15,0-2 4-15,3 1-3 0,-1 1 3 0,-1-3-8 16,1 3 8-16,-1-1-6 0,2-1-1 0,-2 2 6 15,1 0 1-15,-1-2-12 0,1 2 11 0,1-2 3 0,-3 2-3 16,0 0-1-16,3-2 1 0,-2 1 3 0,1-1-2 16,2-2-1-16,-2 4 0 0,3 0 1 0,-4-3-1 15,1 2-4-15,-1-2 1 0,1 3-2 16,0 0 4-16,-2-2-5 0,0 1 3 0,2 1-4 16,-1-3 2-16,0 4-1 0,1-2 3 0,-1 1-3 0,1 0 5 15,-2 0-1-15,0-2-6 0,2 2 2 0,-3 2 5 16,-2-2-2-16,-7 0 0 0,19 0-5 0,-12 0 1 15,1 0 1-15,-8 0-3 0,16 0 8 16,-9 0-7-16,-7 0 3 0,12 0 0 0,-12 0-1 0,12 0 0 16,-12 0 9-16,10-2 11 0,-10 2-2 0,9 2 0 15,-9-2 1-15,0 0-5 0,11-2 2 0,-11 2-3 16,0 0 0-16,0 0-1 0,9 0-1 0,-9 0 3 16,0 0 2-16,0 0 1 0,0 0-2 15,0 0-7-15,0 0 0 0,9 0 0 0,-9 0-1 16,0 0 0-16,0 0-3 0,0 0 0 0,0 0-3 15,0 0 3-15,0 0-3 0,0 0 2 0,0 0-5 0,0 0 4 16,0 0-1-16,0 0 0 0,0 0-2 0,0 0 2 16,0 0-8-16,0 0 6 0,0 0 0 15,0 0 3-15,0 0-7 0,0 0 0 0,0 0-3 16,0 0-12-16,0 0-21 0,0 0-37 0,0 0-45 16,0 0-53-16,0 0-128 0,-18 13-327 0,18-13 145 15</inkml:trace>
  <inkml:trace contextRef="#ctx0" brushRef="#br0" timeOffset="39508.08">9728 13773 25 0,'0'0'69'0,"0"0"-1"0,0 0-1 0,0 0-12 15,0 0 7-15,0 0-7 0,0 0 2 0,0 0-16 16,0 0 2-16,0 0-5 0,0 0-1 0,0 0-8 15,0 0-2-15,0 0 1 0,0 0-3 0,0 0-8 0,0 0-1 16,0 0 3-16,0 0 1 0,0 0-4 16,0 0-6-16,0 0 1 0,0 0-1 0,0 0-1 15,0 0-1-15,0 0-4 0,0 0-1 0,0 0 0 16,0 0-2-16,0 0-1 0,0 0 5 0,0 0-4 16,0 0 3-16,0 0-3 0,0 0 6 0,0 0-6 0,0 0-2 15,0 0 3-15,0 0 4 0,0 0-7 0,0 0 1 16,0 0 1-16,0 0 0 0,0 0 0 0,0 0 2 15,0 0-6-15,0 0 4 0,0 0-2 16,0 0-2-16,0 0-6 0,0 0-8 0,0 0-7 16,0 0 1-16,0 0-22 0,0 0-12 0,0 0-64 0,0 0-131 15,0 0 59-15</inkml:trace>
  <inkml:trace contextRef="#ctx0" brushRef="#br0" timeOffset="47565.9">10103 11443 8 0,'0'0'66'0,"0"0"-11"0,0 0-16 0,0 0-5 15,0 0-19-15,0 0-18 0,0 0-33 0,0 0-39 0,0 0 17 16</inkml:trace>
  <inkml:trace contextRef="#ctx0" brushRef="#br0" timeOffset="49799.89">10286 11452 19 0,'-2'-6'31'0,"-1"0"-14"16,-1-4-8-16,2 1-22 0,-3 2-14 0,0 0 7 15</inkml:trace>
  <inkml:trace contextRef="#ctx0" brushRef="#br0" timeOffset="51845.77">10646 11294 74 0,'0'0'72'0,"0"0"-5"0,0 0-6 16,0 0-6-16,0 0 0 0,0 0-6 0,0 0-7 16,0 0-9-16,0 0 7 0,0 0-11 0,0 0-7 15,0 0 4-15,0 0-13 0,0 0 5 0,0 0-6 16,0 0-10-16,0 0-9 0,0 0-10 0,0 0-15 15,0 0-5-15,0 0-60 0,0 0-103 0,0 0 46 16</inkml:trace>
  <inkml:trace contextRef="#ctx0" brushRef="#br0" timeOffset="58407.71">3506 13866 27 0,'0'0'26'0,"0"0"-3"0,0 0-4 15,0 0 1-15,0 0-1 0,0 0-7 0,0 0-4 16,0 0 1-16,0 0-1 0,0 0 1 0,0 0-2 16,0 0 4-16,0 0-1 0,0 0-7 0,0 0 0 15,0 0 1-15,0 0 2 0,0 0 0 0,0 0-6 16,0 0 6-16,0 0 0 0,0 0-4 0,0 0 1 0,0 0 6 16,0 0-3-16,0 0-4 0,0 0 3 15,0 0-4-15,0 0 1 0,0 0 2 0,0 0-4 16,0 0 3-16,0 0-1 0,0 0-2 0,0 0 2 15,0 0-3-15,0 0 0 0,0 0 4 0,0 0 1 16,0 0-2-16,0 0-6 0,0 0 5 0,0 0-2 16,0 0-5-16,0 0 2 0,0 0-4 0,0 0 3 15,0 0-3-15,0 0-7 0,0 0 3 0,0 0-1 16,0 0-6-16,0 0-14 0,0 0-36 0,0 0 16 16</inkml:trace>
  <inkml:trace contextRef="#ctx0" brushRef="#br0" timeOffset="59475.64">3603 14370 8 0,'0'0'26'0,"0"0"-15"0,0 0-19 0,0 0-8 16,0 0 4-16</inkml:trace>
  <inkml:trace contextRef="#ctx0" brushRef="#br0" timeOffset="62690.1">5394 13479 11 0,'0'0'19'15,"0"0"-14"-15,0 0-12 0,0 0-5 0,-12-2 3 16</inkml:trace>
  <inkml:trace contextRef="#ctx0" brushRef="#br0" timeOffset="63243.99">3846 13768 16 0,'0'0'19'0,"-5"5"-26"16,5-5-5-16,-5 6 3 0</inkml:trace>
  <inkml:trace contextRef="#ctx0" brushRef="#br0" timeOffset="67347.89">3837 14426 31 0,'0'0'37'0,"0"0"-23"15,0 0-18-15,0 0-9 0,0 0-15 16,0 0 7-16</inkml:trace>
  <inkml:trace contextRef="#ctx0" brushRef="#br0" timeOffset="131181.37">6680 16195 8 0,'0'0'37'0,"0"0"-4"0,0 0-7 16,-8-2-1-16,8 2-2 0,0 0 4 0,0 0-13 15,0 0-4-15,0 0 4 0,-13 0-6 0,13 0 7 16,0 0-7-16,-15 3 0 0,10-2-4 0,5-1 0 16,-12 8-11-16,7-2-5 0,-3-1-3 0,-2 3-24 15,3 0-42-15,-4 0 20 0</inkml:trace>
  <inkml:trace contextRef="#ctx0" brushRef="#br0" timeOffset="138119.18">9278 15566 52 0,'0'0'134'0,"0"0"-18"0,0 0-5 16,0 0-9-16,0 0-8 0,0 0-9 0,0 0-7 16,0 0-9-16,0 0-4 0,0 0-2 0,0 0-8 15,0 0-1-15,6-6-11 0,-6 6-1 0,0 0-7 16,0 0-3-16,0 0-1 0,0 0-5 0,0 0-2 15,0 0-4-15,0 0 3 0,0 0-9 0,0 0 6 16,0 0-2-16,0 0-4 0,0 0-4 0,0 0 7 16,0 0-3-16,0 0 3 0,0 0-3 0,0 0-2 15,0 0 1-15,0 0 0 0,0 0-6 0,0 0-9 16,0 0-8-16,0 0-3 0,0 0-10 0,0 0-19 16,0 0-1-16,0 0-9 0,0 0 8 0,0 0-3 15,0 0 16-15,0 0-11 0,0 0 5 0,0 0 3 16,-27 10-1-16,27-10 4 0,0 0 13 0,-12 3-7 15,12-3 5-15,0 0 7 0,-13 4-4 0,13-4 2 16,-12 2 1-16,12-2 1 0,-10 1 3 0,10-1-3 16,0 0 4-16,-18 2 0 0,18-2 3 0,-10 0 3 15,10 0-3-15,0 0-1 0,-15 1-5 0,15-1-2 16,0 0 7-16,-17 0 0 0,17 0 1 0,-12 2-2 16,12-2 4-16,-11 0-5 0,5 1 2 0,6-1-1 15,-12 4 5-15,3-4-2 0,3 2 5 0,6-2 0 16,-14 2 0-16,6 1-4 0,0-1-1 0,8-2 10 15,-14 4-8-15,8-2 0 0,6-2-4 0,-13 3 4 16,5 0 3-16,1-1 0 0,0 0 0 0,0 1-4 16,-2-3 2-16,-2 4 1 0,3-1-2 15,1-2-8-15,0 2-1 0,7-3 2 0,-17 5 4 0,9-4 4 16,-1 0-8-16,2 0 2 0,7-1 4 0,-16 2-1 16,9-2 4-16,7 0-3 0,-14 1 3 0,6 0-5 15,8-1 2-15,-14 0 1 0,5 0 1 0,9 0 2 16,-13 0 3-16,13 0 1 0,-13-2 1 0,5 2-5 15,8 0 6-15,-16 0 1 0,16 0-4 0,-15 1 1 16,7-2-5-16,8 1 27 0,-15 0 0 16,6 0-7-16,9 0-2 0,-14-2-3 0,6 2 2 15,8 0-8-15,-14-1 3 0,14 1 2 0,-13 0-4 0,13 0-7 16,-15 0 9-16,15 0-5 0,-12 0 0 16,6 1-1-16,6-1 1 0,-13 2-5 0,6-1 0 15,7-1 4-15,-14 3-4 0,7-2-1 0,7-1 0 16,-14 0 7-16,6 0-1 0,8 0-3 0,-15-1-1 15,9 2 0-15,6-1 6 0,-16-1-5 0,16 1-2 16,-14 0-8-16,7-2 5 0,7 2 0 0,-16-1 7 16,10 0-8-16,6 1 6 0,-13-2-1 0,4 1-6 15,9 1 15-15,-17-2-9 0,10 2-5 0,7 0 10 16,0 0-9-16,-21-3 4 0,11 2-3 0,10 1-4 16,-18 0-2-16,18 0 6 0,-16 0 5 0,16 0 10 15,-17 0-10-15,6 0 2 0,11 0-3 0,-18-1 5 16,18 1-4-16,-18 0 2 0,18 0-6 0,-17 0 0 15,7 1-3-15,10-1 3 0,-14 0 1 0,7 0 0 16,7 0 5-16,-15-1-5 0,15 1 1 0,-13 1 2 16,13-1-2-16,-10-3 2 0,10 3 3 0,-11 2-2 15,11-2-3-15,-9 0 1 0,9 0-7 0,-8 1 2 16,8-1 5-16,0 0-1 0,0 0-9 0,-15 0 8 16,15 0-1-16,0 0-2 0,-12-1 3 0,12 1-1 15,-9 1 1-15,9-1-2 0,0 0 2 0,-12 0 1 16,12 0-4-16,-10 1 3 0,10-1 0 0,-7 3 0 15,7-3-3-15,-8 2 1 0,8-2 6 0,-6 1-5 16,6-1 0-16,-9 3-7 0,9-3 4 0,-8 4 3 16,8-4-1-16,-7 1-4 0,7-1-6 0,-9 4 5 15,9-4-3-15,-7 4 1 0,7-4-12 0,-9 4 4 16,9-4-8-16,-9 4 0 0,4-2-2 0,5-2-7 16,-8 7-2-16,3-4 5 0,5-3-2 0,-8 6-9 15,4-4 7-15,4-2-3 0,-8 5 6 0,8-5 7 16,-7 3 0-16,7-3 7 0,-8 4-1 0,8-4 0 15,-5 4 4-15,5-4 3 0,0 0-4 0,-8 5-1 16,8-5-4-16,-7 2-3 0,7-2-8 0,0 0-24 16,-6 4-57-16,6-4 26 0</inkml:trace>
  <inkml:trace contextRef="#ctx0" brushRef="#br0" timeOffset="139767.07">9348 15577 15 0,'0'0'49'0,"-17"2"0"0,17-2-6 16,-11 0 1-16,11 0-11 0,-13 3 0 0,13-3-2 16,-11 0-6-16,11 0-2 0,-17 1-1 0,17-1 2 15,-11 0-6-15,11 0 4 0,-17 2 1 0,17-2-2 16,-15 0-6-16,15 0-1 0,-16 0 1 0,16 0-2 15,-15 0-7-15,15 0 5 0,-15-2 3 0,15 2-9 16,-16 0-1-16,16 0-1 0,-16-1-1 0,7-1 2 16,1 2-3-16,0-1 8 0,8 1-5 0,-19-4 5 15,10 2-4-15,0 1 2 0,0-1 10 0,2 2 3 16,-2-3-10-16,9 3 2 0,-17-3 6 0,7 1-13 16,-1 1 11-16,0 0 1 0,3 0 2 0,8 1 4 15,-19 0-6-15,12 0 1 0,7 0 13 0,-16-1-12 16,6 0-6-16,10 1-4 0,-16 0 8 0,8 1-12 15,0-1-4-15,8 0 8 0,-15 1-8 0,9 1 1 16,6-2-4-16,-13 1-1 0,6 0 2 0,7-1-4 16,-12 3 6-16,5-2-8 0,7-1 2 0,-10 0 7 15,10 0 2-15,-12 2-10 0,12-2-6 0,-11 1 3 16,4-1 2-16,7 0-6 0,-12 0 5 0,12 0 0 16,-13 2 5-16,5-1 3 0,8-1-6 15,-15 0 0-15,5 0 3 0,10 0-2 0,-18 2-2 16,10-2 3-16,0 1 3 0,8-1-12 0,-15 1-3 15,7-1-3-15,8 0 1 0,-12 0-1 0,3 2 1 0,9-2 1 16,-12 1-6-16,7 1 9 0,5-2-5 0,-11 1 5 16,11-1-3-16,-11 0 2 0,11 0-1 15,-9 2-4-15,9-2 0 0,-11 3 4 0,11-3 1 16,-10 1 0-16,10-1-9 0,-12 2 5 0,3-1-3 16,2 0 2-16,-1 0 2 0,8-1 4 0,-19 2 0 15,9-1-2-15,-1-1 4 0,1 2 2 0,0 0 10 16,0-1-5-16,1 2 0 0,0-1-3 0,-2 0 1 0,3 0 1 15,0 0-2-15,-2 0 4 0,1 1-2 16,1-1-3-16,-2 0-3 0,3 1 2 0,-1-2 2 16,8-1-2-16,-13 4 4 0,6-2 4 0,0 0-2 15,-1-1-1-15,8-1 1 0,-14 2-1 0,6-2 4 16,8 0-5-16,-18 0 6 0,11 3-2 0,0-2 1 16,7-1-2-16,-18 3-1 0,11-3 0 0,-3 3 10 15,-1-2-4-15,4-1-3 0,-5 3 2 0,5-3-3 16,-1 2 4-16,-2-1-2 0,1 1 3 0,0-2 0 0,9 0 2 15,-16 1 3-15,9-1-7 0,7 0-1 16,-12 0 3-16,12 0 2 0,-9 0 1 0,9 0-5 16,-10 1 6-16,10-1 2 0,0 0 2 0,-10 0-3 15,10 0 8-15,0 0-7 0,-9-2 5 0,9 2 1 16,0 0-5-16,0 0 0 0,-13-2-2 0,13 2 1 16,-9 0-5-16,9 0 6 0,0 0-1 0,-10 0-1 15,10 0 1-15,0 0-3 0,-13 0 9 0,13 0-9 16,-9 2-1-16,9-2-3 0,0 0 4 0,-11 0-3 15,11 0-1-15,-9 0 5 0,9 0-2 0,-9 0 0 16,9 0-3-16,-8 1 7 0,8-1-8 0,-11 1 3 16,11-1-1-16,-9 3 3 0,9-3-2 0,-7 1-7 15,7-1 6-15,-9 1-5 0,9-1 5 0,-8 3-4 16,8-3-2-16,-10 2-4 0,10-2-5 0,-7 4 6 16,7-4 1-16,-9 3-3 0,9-3-1 0,-8 4 7 15,8-4-1-15,-6 2 2 0,6-2-4 0,-8 4 2 16,8-4-1-16,-10 1-4 0,10-1 2 0,-9 5-2 15,9-5-3-15,-9 3-8 0,5 1-4 0,4-4-2 16,-11 5 3-16,6-3-1 0,5-2 1 0,-12 6 2 16,7-4-15-16,5-2 33 0,-13 7-27 0,7-5-31 15,-1 1 14-15</inkml:trace>
  <inkml:trace contextRef="#ctx0" brushRef="#br0" timeOffset="139800.16">7829 15743 22 0,'0'0'-4'0,"-8"2"-4"0,8-2 2 0</inkml:trace>
  <inkml:trace contextRef="#ctx0" brushRef="#br0" timeOffset="141749.5">6807 16194 5 0,'0'0'11'0,"-7"2"10"0,7-2-8 0,-10 5 1 16,10-5 3-16,-9 2 0 0,9-2-8 0,-8 4 7 16,4 0-4-16,4-4 1 0,-10 4-5 0,10-4-3 15,-6 4 1-15,6-4 0 0,-7 5-1 0,7-5-2 16,-4 5 2-16,4-5 0 0,0 0-5 0,-6 5 3 15,6-5-2-15,0 0 4 0,-9 3-2 0,9-3-1 16,0 0 0-16,-4 3 0 0,4-3 0 0,0 0-3 16,0 0 7-16,0 0-7 0,-2 7 1 0,2-7 3 15,0 0-1-15,0 0-6 0,-4 6 2 16,4-6-1-16,0 0-8 0,-5 4 4 0,5-4-2 16,0 0 0-16,0 0-2 0,-4 6 9 0,4-6-7 15,0 0 2-15,-4 5 3 0,4-5-3 0,0 0 7 16,-8 2-4-16,8-2 5 0,0 0-5 0,0 0 1 0,0 0 2 15,-2 6-4-15,2-6 2 0,0 0-1 0,0 0 4 16,-5 4-4-16,5-4 3 0,0 0 4 16,0 0-4-16,-7 4 2 0,7-4-2 0,0 0 4 15,0 0-1-15,-4 5 3 0,4-5-4 0,0 0 2 16,-6 3 2-16,6-3-2 0,0 0 3 0,-8 2-4 16,8-2 6-16,0 0-6 0,-9 1 2 0,9-1-3 15,0 0-1-15,-7 6 4 0,7-6-1 0,0 0 3 16,-7 4-2-16,7-4-1 0,0 0 3 0,-7 4-1 15,7-4 6-15,0 0-10 0,-5 4 4 0,5-4-2 16,0 0-1-16,-7 5 1 0,7-5 2 0,0 0-3 16,0 0 0-16,-6 3 1 0,6-3 0 0,0 0 0 15,-7 4 5-15,7-4 0 0,0 0 2 0,-10 2 3 16,10-2-5-16,0 0 4 0,-5 4 2 0,5-4-6 16,0 0 0-16,-6 6-5 0,6-6 6 0,0 0 2 15,-6 7-5-15,6-7-3 0,-5 3-3 0,5-3 8 16,-5 4-8-16,5-4 0 0,-5 6 2 0,5-6 5 15,0 0-7-15,-5 6 1 0,5-6 2 0,-4 6 4 16,4-6-4-16,0 0-5 0,-5 6 0 0,5-6 3 16,0 0 4-16,-5 8-5 0,5-8 1 0,-5 3-1 15,5-3 2-15,-4 7 1 0,4-7-6 0,-5 6 9 16,5-6-6-16,-4 6-4 0,4-6 5 0,-5 6-3 16,5-6-1-16,-5 8 4 0,5-8-1 0,-5 6 0 15,0-2 1-15,5-4-3 0,-7 7 0 0,7-7 2 16,-5 5 1-16,1-2-3 0,4-3 1 0,-7 8 1 15,2-5 4-15,5-3-2 0,-8 6 0 0,5-1-5 16,3-5 4-16,-7 8 1 0,3-5 0 0,4-3-1 16,-7 11 6-16,4-5-7 0,-1-1-3 0,0 1-10 15,4-6 7-15,-5 10-3 0,4-5 4 0,-3 0-6 16,4-5 8-16,-7 9-4 0,5-4 5 0,-2 1 1 16,4-6-6-16,-6 9 3 0,3-5 1 0,3-4-5 15,-5 8 7-15,2-4-2 0,3-4-2 0,-4 9 3 16,4-9 7-16,-3 8-5 0,3-8-3 0,-4 10-1 15,4-10 3-15,-5 9-5 0,2-6 7 16,3-3-3-16,-6 10 2 0,6-10-4 0,-4 8 10 16,1-4-4-16,3-4 4 0,-5 10-6 0,3-6-3 15,-3 2 0-15,5-6 4 0,-5 7-8 0,1-2 8 16,4-5 2-16,-7 10-2 0,5-6-6 0,-2 2 5 0,0-3-4 16,-2 4 6-16,2-2 0 0,0-1-3 0,4-4 2 15,-9 9 2-15,5-4 0 0,-1 1-11 0,0-2 7 16,0 3-2-16,-2-2-3 0,4-2 4 15,-3 3 0-15,6-6-2 0,-11 11-7 0,6-8 3 16,0 1-9-16,0 1 1 0,-2 1-5 0,0-2 5 16,0 2-15-16,1-1-33 0,-1 0 15 0</inkml:trace>
  <inkml:trace contextRef="#ctx0" brushRef="#br0" timeOffset="150159.34">5486 15937 36 0,'0'0'62'0,"0"0"-6"16,0 0-8-16,0 0-2 0,0 0 1 0,0 0-12 15,0 0-3-15,0 0-7 0,0 0-1 0,0 0-12 16,0 0 4-16,0 0-1 0,0 0-7 16,0 0 7-16,0 0-6 0,0 0-9 0,0 0-8 15,0 0 0-15,0 0-11 0,0 0 0 0,0 0-11 16,0 0-1-16,0 0-4 0,0 0-21 0,0 0-61 16,0 0 26-16</inkml:trace>
  <inkml:trace contextRef="#ctx0" brushRef="#br0" timeOffset="175133.2">24514 10549 106 0,'0'0'124'0,"0"0"-6"0,0 0-5 15,-5-8 1-15,5 8-9 0,0 0-14 0,-4-5-3 16,4 5-3-16,0 0-8 0,0 0 0 0,-5-6-9 15,5 6-5-15,0 0-7 0,0 0-13 0,-9-2 1 0,9 2-6 16,0 0-4-16,-7-4-9 0,7 4 11 16,0 0-4-16,0 0-2 0,-12 0-6 0,12 0 0 15,-12 0-8-15,12 0 3 0,-11 2 0 0,4-2-2 16,7 0-2-16,-14 4 8 0,7-2 5 0,7-2 7 0,-16 1 1 16,9-1 7-16,0 2-4 0,-1-1 0 0,8-1 0 15,-15 3-3-15,8-3 8 0,7 0 0 16,-15 0 2-16,8 1 0 0,7-1-2 0,-12 2 0 15,12-2 6-15,-10 0 4 0,10 0 6 0,-10 1-4 0,10-1-6 16,0 0-5-16,-9 2-4 0,9-2-2 0,0 0-6 16,0 0-5-16,-9-3-1 0,9 3-4 0,0 0 2 15,0 0-5-15,0 0-6 0,0 0-1 16,0 0-2-16,0 0-1 0,0 0-7 0,0 0-3 0,0 0-1 16,0 0-1-16,0 0 4 0,0 0 0 0,0 0 5 15,0 0-2-15,0 0 1 0,0 0-5 0,36-3 7 16,-23 1-7-16,0 0 2 0,7 0 1 15,0-1-2-15,7 1 5 0,-5 0-3 0,8-1 0 0,2-1 0 16,-2-1 2-16,3 4-3 0,3-2 2 0,0-2-1 16,-2 1-2-16,1 0 2 0,0 3-4 0,1-3 4 15,-1 2-3-15,-1-2 3 0,-2 3-4 0,-3-2 3 16,1 1-2-16,0 0 4 0,0-1-5 0,-9 3 4 16,7-3 1-16,1 0-2 0,0 2 7 0,-8 1-8 15,8-3 3-15,-11 3 0 0,4-1 1 0,5 1 4 16,-6-1-5-16,1-1 1 0,0 2 0 0,1-2-2 15,6 1 6-15,-3-3-5 0,1 4 3 0,3-2-2 16,-8 1 2-16,6-3-1 0,3 1-1 0,-4 1 4 16,-6 0-4-16,1 1 2 0,6 1-2 0,-7-2 0 15,0 1-3-15,1-2 1 0,0 5 0 0,-2-4 5 16,8-2-2-16,-7 3-1 0,9 0-2 0,-1-1 2 16,2 0-1-16,-1 1 0 0,-1-1 1 0,2-1 1 15,-2 0-3-15,3-1 1 0,-1 1-2 0,1-1 1 16,1-2-3-16,-1 3 0 0,-1-1 0 0,3 1 1 15,0 1-1-15,0-1 4 0,0-1-3 0,-3-1 0 0,1 1-2 16,1 0 6-16,-1 1-6 0,-1-1 5 16,0 1-5-16,1-1 4 0,1 2 8 0,-1-1-13 15,-1 2 2-15,1-3 1 0,-3 0-1 0,4-1 0 16,-3 4 0-16,1-3 4 0,1-1-5 0,-1 0 4 0,1 2-3 16,-3-1 4-16,2 1-2 0,-1-3 1 0,1 4 0 15,0-3-3-15,1 1 3 0,-5 1 0 0,4-3-2 16,-1 1 1-16,1 0 0 0,2 2-2 15,-1-3-1-15,-1 2 4 0,1 0-5 0,1 1 3 0,-1-1-2 16,-3 0-1-16,4 0-2 0,-1 2 4 0,0 0 3 16,1-2-3-16,2 2-4 0,-4-1 5 15,3 1-3-15,-3 0 2 0,1-1 1 0,-3 1 0 0,4-1-2 16,-3 0 0-16,3-1 3 0,-1 2-1 0,1-2-2 16,1 0-2-16,1 1 0 0,0 0 3 0,-2-1-5 15,5 0 3-15,-5 1 0 0,-1 1 1 0,4-1 0 16,-4 1 0-16,-3 0 2 0,0-1-5 0,1-2 5 15,-1 1-2-15,1 3 1 0,1-2 0 0,-2 0-2 16,4 0 1-16,-1 0 0 0,0-1-1 0,1 2 3 16,1 1-2-16,-1-1 1 0,-2-3-4 0,1 2 4 15,0 1 0-15,-2 1-2 0,1-3 3 0,-4 1 0 16,-1 1-3-16,-4-1-1 0,6 2 1 0,-7-2 2 16,0 1-1-16,-1 1 2 0,3 0 8 0,-3-2-8 15,1 3-1-15,0-2-1 0,0-2 2 0,-2 3-1 16,1 1 0-16,1-2 0 0,-3-1 5 0,1-1-3 15,-1 1-2-15,1 2-1 0,-5 1 3 0,3-1 2 16,-3-2-2-16,-3 3 2 0,1-1-1 0,-2 2 3 16,-1-1-7-16,-9 0 4 0,18-1 0 0,-11-2-1 15,1 3 0-15,-8 0 0 0,15-1 0 0,-8 1-3 16,-7 0 4-16,13 0-6 0,-6 0 5 0,-7 0-2 16,16-1 1-16,-11 0-1 0,-5 1 3 0,15 0-1 15,-15 0-2-15,12-1-4 0,-6-1 7 0,-6 2-5 16,11-1 3-16,-11 1-1 0,9 3-2 0,-9-3 1 15,0 0 0-15,9 1-2 0,-9-1-16 0,0 0-12 16,0 0-5-16,9 0-20 0,-9 0-6 0,0 0-24 16,0 0-31-16,0 0-42 0,0 0-56 0,0 0-228 15,-23 5-479-15,7-7 213 0</inkml:trace>
  <inkml:trace contextRef="#ctx0" brushRef="#br0" timeOffset="176032.89">24271 10588 14 0,'0'0'98'0,"0"0"-1"0,0 0-2 16,0 0 0-16,0 0-8 0,0 0-10 0,0 0 1 15,0 0-5-15,0 0-6 0,-6-11-7 0,6 11 5 16,0 0-9-16,0 0-5 0,0 0-3 0,0 0 3 16,0 0-9-16,0 0-11 0,0 0 3 0,0 0-5 15,0 0 1-15,-3-6-7 0,3 6-2 0,0 0 3 16,0 0-4-16,0 0 2 0,0 0-11 0,0 0 2 15,0 0-10-15,0 0 3 0,0 0-4 0,0 0 1 16,0 0-16-16,0 0-12 0,0 0-3 0,0 0 7 16,0 0-6-16,0 0 1 0,0 0 0 0,0 0-8 0,0 0-9 15,18-3 0-15,-18 3-8 0,10 0-10 0,-10 0-10 16,9 0-89-16,-9 0-173 0,9-1 77 16</inkml:trace>
  <inkml:trace contextRef="#ctx0" brushRef="#br0" timeOffset="178349.37">24368 10550 14 0,'0'0'92'0,"0"0"10"0,0 0-21 16,0 0 5-16,0 0-4 0,0 0 8 15,0 0-17-15,0 0-4 0,0 0-2 0,0 0-10 16,0 0 4-16,0 0-7 0,0 0 3 0,0 0 6 0,0 0 1 15,0 0-8-15,0 0-5 0,0 0-5 0,0 0-4 16,-29 4-6-16,29-4 1 0,-12 3-4 0,5-2-5 16,-2 0-2-16,1 0-2 0,-2 1 8 15,-2 0-2-15,2-1 2 0,-3 1-5 0,-1 0-1 0,3 0-1 16,-3-2-5-16,0 1 6 0,-4 1-4 0,4-2 6 16,-3 1 3-16,-1 0-5 0,-1 0-1 0,2 0-2 15,-2-2-1-15,-1 2 1 0,-7 3-3 0,8-1-3 16,-2-1-2-16,3 2 3 0,-3-1 2 0,0 0-5 15,1 1 3-15,-1 2-6 0,-6-3 6 0,-1 2-2 16,8-2-4-16,-1 1 1 0,-5 3-2 0,7-4 1 16,0 1 0-16,0-1 4 0,3 1-1 0,0-1 7 15,5-3 3-15,-2 5-3 0,2-2-4 0,-2-1 1 16,1 2-5-16,0-2-3 0,-1 1 5 0,1-1-4 16,2-1 3-16,1 2 7 0,0-3-2 0,0 1-1 15,0 0-1-15,9-1 1 0,-15 2-3 0,9 0-4 16,6-2-1-16,-14 1 0 0,7-1 2 0,7 0-2 15,-10 3-1-15,10-3-1 0,-10 3-5 0,10-3 4 16,0 0-1-16,-9-1 0 0,9 1-1 0,0 0-4 16,0 0 3-16,0 0-5 0,-11-1 1 0,11 1 4 15,0 0-5-15,0 0 3 0,0 0-3 0,0 0 0 0,-8 3 1 16,8-3 0-16,0 0-3 0,0 0 2 16,0 0 0-16,-4 5-5 0,4-5 0 0,0 0 2 15,0 0-2-15,0 0-1 0,0 0 3 0,-7 4-1 16,7-4-1-16,0 0 1 0,0 0 2 0,0 0 0 0,-3 9 0 15,3-9 2-15,0 0-3 0,-3 11 0 16,3-11-2-16,-3 9 5 0,2-3 0 0,1-6-4 16,-3 10 3-16,2-3-2 0,1-7 1 0,-4 13-1 15,1-7 1-15,3 2 3 0,-2 0-2 0,0 2 0 0,2 0-1 16,-1 0 3-16,1 2-3 0,0-2 1 16,0 7 0-16,0-5 0 0,0 4-2 0,-2 0 6 15,1-3-3-15,2 4-2 0,-1 2 0 0,0-2 1 16,0 1 2-16,-1 7-1 0,1-6 0 0,-1 2 0 0,1 4 4 15,2 1 1-15,-2-7-2 0,2 1 2 0,-2-1 5 16,-2 7 15-16,2-6-3 0,0 0 0 0,0 5-2 16,2-6-4-16,-2 1 1 0,0-1-4 15,0 0-2-15,-2 0 2 0,2 0-3 0,0-2 0 0,0 8 0 16,-1-7-3-16,2 3 0 0,-1-3 0 0,2 0 0 16,-1 2-2-16,0-1 0 0,-2 6 1 0,1-8 3 15,0 4 5-15,1-4 0 0,-1 4-1 0,0-1 1 16,0 0-1-16,0-2-3 0,1 0 0 0,1-2-1 15,-1 4-1-15,-2-4-1 0,1 1 16 0,3 0 4 16,-3 0-5-16,2 1 22 0,-1 0-1 0,-1-2-6 16,1 0-5-16,-1 0 1 0,0 0-7 0,3-3-2 15,-2-1-3-15,-1 2 3 0,0-1-8 0,0 2 1 16,0-3 2-16,1-2-5 0,-1 1 0 0,-1 2-1 16,2-4-1-16,-1 2 2 0,0-2-8 0,2 2 2 15,-2-1 2-15,1 1 3 0,-1-2-6 0,0 1 3 16,1-1-5-16,-1 0-4 0,2-2 5 0,-2-7-1 15,1 14-3-15,-1-9-1 0,0-5 8 0,2 13-9 16,0-3 0-16,-4-4 2 0,4 1 3 0,0 1-3 16,0-1 1-16,-1 2-1 0,0-2 1 0,2 3 1 15,-1 0 3-15,-1 0-3 0,2-1 3 0,-2 3 0 16,2-2 5-16,-2-3-3 0,2 2-1 0,-2-2 0 16,1 3 2-16,0-3 1 0,-1 1-1 0,2-2-1 15,-3-6-3-15,2 13 0 0,-2-9 7 0,0-4-6 16,3 10 6-16,-2-4-12 0,-1-6-1 0,1 9 1 15,2-4 2-15,-3-5-2 0,2 9 4 0,-2-9-3 16,3 10 2-16,-3-10-1 0,1 10 8 0,2-6-4 16,-3-4 9-16,1 8 1 0,-1-8 2 0,1 9-4 15,-1-9 2-15,0 8 7 0,0-8-1 0,2 8-6 16,-2-8 14-16,2 6-5 0,-2-6-10 0,0 0 1 16,0 11-10-16,0-11 3 0,1 5 1 0,-1-5-2 15,0 0 2-15,3 8-1 0,-3-8-6 0,0 0 5 0,0 9-4 16,0-9 1-16,0 0 0 0,1 8 1 15,-1-8-3-15,0 0-1 0,3 8 2 0,-3-8-1 16,0 0 12-16,0 0-14 0,2 5 0 0,-2-5-1 16,0 0-1-16,0 0 1 0,2 8 0 0,-2-8 1 15,0 0 2-15,0 0-1 0,2 6-5 0,-2-6 7 0,0 0-3 16,0 0 5-16,7 5 2 0,-7-5-10 16,0 0 1-16,5 6 1 0,-5-6 5 0,0 0 0 15,9 4-4-15,-9-4 0 0,7 5 7 0,-2-3 11 16,0 1-2-16,-5-3 3 0,12 2 6 0,-5-1-3 15,3 1-7-15,-3 0 1 0,2-1 0 0,4 1 1 16,0 0 1-16,5 0 1 0,-2-1-6 0,-3 0 3 16,4 1 8-16,1-2-7 0,-2 0 3 0,3 1-1 15,3-1-6-15,-3 1 2 0,4-1-4 0,-2-1-5 16,-1 0 1-16,10 3 7 0,-9-3-4 0,2-2 16 16,-2 2-23-16,10 0 4 0,-5-1-12 0,1 1 2 0,-5-2 15 15,0 2 4-15,5-3-1 0,-5 3 1 16,-1-3-2-16,7 1 1 0,0-2-2 0,-7 1-1 15,0 1-3-15,7-4 12 0,0 4-10 0,-8-1 0 16,8 0-2-16,-1-2 0 0,-5 4-1 0,5-3-3 0,-5 3-13 16,0-2 9-16,5 1 2 0,2 0 3 0,-1 0 2 15,2 0 9-15,-2 0-10 0,4 1 3 0,-3-1 0 16,0 1-4-16,2 1 2 0,0-1-14 16,-3 0 18-16,4 1 8 0,1-3-1 0,-2 1 3 0,1 0-2 15,0 0-6-15,1 0-1 0,-2 2 0 0,-1-3 2 16,0-1 2-16,2 0-6 0,-2 1 3 0,1 0 2 15,-2-4 0-15,-2 6-3 0,1-2 0 16,3 3 0-16,-5-3 2 0,1 1 3 0,-6-1-2 0,2 2-14 16,6-3 13-16,-2 2-5 0,-9 1 2 0,6 0-7 15,-3 0 6-15,-2-1-5 0,2 1 3 0,-1 0-4 16,2 1 3-16,-6-3-1 0,7 4-1 0,-6 0 1 16,2-1 1-16,-1-2-2 0,4 0 0 15,-4 3 0-15,2 0 5 0,-1-2-4 0,1 1 2 0,-1-2 0 16,0 1 5-16,1 0-1 0,2 1-6 0,5-1 1 15,-6-1 3-15,0 3 6 0,7-4-2 0,-6 3-6 16,-1 0-5-16,-1-1 8 0,4-1-1 0,-3 1-1 16,2 1-1-16,3-1-3 0,3 0 1 0,-8 1 2 15,1-3 4-15,-2 1-5 0,11 2-1 0,-4 0-1 16,5-3 0-16,-3 1-1 0,0-2-4 0,1 4 5 16,-1 0-2-16,-2-2 1 0,4-1-2 0,-6 4 0 15,4-3 0-15,-1 3 0 0,1-2-4 0,0-3 4 16,-1 5 1-16,0-3 0 0,1 3-4 0,-2-3 1 15,2-1 0-15,-2 1 6 0,2-1-6 0,-2 0 3 16,3 2 2-16,1 0-1 0,-4-2 2 0,5 2-9 16,-11 1 6-16,9-2 0 0,1 0 2 0,1 1 1 15,-5 1-3-15,6-1 2 0,-1-2-1 0,-1 2 3 16,4 0-3-16,0 0 0 0,-3 0-1 0,1 0-4 16,-1 2 1-16,4 2 1 0,-3-8 1 0,3 4 1 15,0 1-5-15,0 2 3 0,-4-5 2 0,3 1-2 16,-3 1-3-16,1 1 7 0,1 0-3 0,0-1-1 15,0 0 0-15,1 1-3 0,1-1 1 0,3-1 1 16,-6 1 1-16,3 2-1 0,-2-1 1 0,4-5 3 16,0 6 0-16,-1-2-7 0,0 1 4 0,2-2-1 15,12 1-3-15,-13-2 1 0,2 3 1 0,-1-2-2 16,13-3 2-16,-12 2 0 0,-1 1-1 0,-1 1 1 16,0 1-1-16,13-5-2 0,-13 6 5 0,-1-2-4 15,1-2 3-15,2 2 0 0,-2-1 1 0,3 0-2 16,-3-1 3-16,-2 2-10 0,4-1 5 0,-3 0 2 0,1 0-2 15,-1 0 3-15,0 2 0 0,-1-2-5 16,0 2 2-16,1-3-1 0,-3 2 5 0,2-3 0 16,-1 3-2-16,-2 0-8 0,-1-2 10 0,0 0-1 15,-2 3-3-15,-2-2-3 0,1 1 2 0,-1 0 4 16,-2-1 1-16,3 3-6 0,-1-2 1 0,-8 0 3 0,2 0-1 16,0 0-3-16,-2 1 0 0,2-2 5 15,-2 3-4-15,0-2 5 0,-1 0-6 0,-7 2 2 16,4 0 4-16,0-1-1 0,-4-1-1 0,-6 2-3 15,2-1 3-15,-8 1-2 0,13-1 0 0,-13 1 1 0,11-2 2 16,-11 2-3-16,7 0 1 0,-7 0-2 0,0 0 1 16,12 0 3-16,-12 0-1 0,0 0-2 15,0 0-2-15,9-2 2 0,-9 2 2 0,0 0-2 16,0 0-2-16,0 0 3 0,0 0-5 0,0 0-10 0,9 0-11 16,-9 0-12-16,0 0-29 0,0 0-23 0,0 0-23 15,5-4-35-15,-5 4-41 0,0 0-36 0,0 0-33 16,0 0-54-16,-19-5-55 0,6 3-331 0,-2-2-753 15,-4-1 334-15</inkml:trace>
  <inkml:trace contextRef="#ctx0" brushRef="#br0" timeOffset="180315.49">29151 10122 23 0,'0'0'52'0,"0"0"-4"0,0 0-15 0,-7-4 7 16,7 4 0-16,0 0-3 0,0 0 4 0,0 0 2 15,0 0-3-15,0 0 3 0,0 0-8 0,0 0 4 16,0 0 7-16,0 0 4 0,0 0-3 0,0 0 2 15,0 0-10-15,0 0 6 0,0 0 4 0,0 0-13 16,0 0 16-16,0 0 3 0,0 0-6 0,0 0-3 16,0 0 4-16,-7-4-4 0,7 4-7 0,0 0 3 15,0 0-2-15,0 0 4 0,0 0-6 0,0 0 5 16,0 0-6-16,0 0 6 0,0 0-2 0,0 0-1 0,-7-3-7 16,7 3-7-16,0 0-4 0,0 0 3 15,0 0 3-15,0 0-6 0,0 0 4 0,0 0 2 16,0 0-8-16,0 0 4 0,0 0-6 0,0 0 5 15,0 0-5-15,36 0-1 0,-19-1 2 0,0 0 3 0,5-1-10 16,-1-2 6-16,8-2-1 0,-1 0-6 16,1 0 3-16,2 3-2 0,0-4-3 0,2 4-1 15,-1-2 2-15,2-1-3 0,2 1-2 0,-3 0-1 16,2-1 7-16,-1 0-5 0,-2 4 1 0,-1-3-9 0,-1 2 3 16,0 3 1-16,1 0-2 0,-10-1-1 0,1-1 0 15,0 2 4-15,-2-3-1 0,8 2-2 16,-8-2 3-16,0 2-4 0,0 0 3 0,-2 1-1 15,-4-2-4-15,-2 1 6 0,3 1-2 0,-1 0 5 0,-2-1-2 16,2 2-1-16,-3 0 1 0,1-1-1 0,-3 0-1 16,-9 0-2-16,14-1-1 0,-5 1-3 0,-9 0 3 15,10-2-3-15,-10 2 2 0,9 1 4 0,-9-1-1 16,0 0-2-16,11 0 5 0,-11 0-4 0,0 0-2 16,9 0 4-16,-9 0-1 0,0 0-2 0,0 0-1 15,8 1 3-15,-8-1 6 0,0 0-9 0,0 0-3 16,0 0 4-16,8 1-3 0,-8-1 5 0,0 0-3 15,0 0 2-15,0 0-4 0,0 0-4 0,0 0 5 16,0 0 5-16,7 3-10 0,-7-3 4 0,0 0 1 16,3 8 2-16,-3-8 3 0,2 5 0 0,-2-5-2 15,3 11-1-15,-2-7 0 0,-1-4-1 0,4 12 3 16,-3-2 12-16,2 0 7 0,0 1-1 0,-2 0-1 16,1 2 16-16,0-1-9 0,1 0 0 0,0 3-3 15,-2 1-3-15,0 2-2 0,3 0-1 0,-1 1 0 16,0 0 2-16,-2 0 14 0,0 1 2 0,3 6 11 15,-4-4-6-15,0-2-1 0,1 0-6 0,-1 5-2 16,2-5-3-16,-1 1 1 0,0-2-5 0,4 8 22 16,-5 1-4-16,-1-2-2 0,1-1-2 0,0 0-8 15,0 0 0-15,-3-6-7 0,3 6 6 0,0-6-5 16,3 7-6-16,-6-8 1 0,3 7-3 0,-2-6-2 16,1-2 0-16,-2 9 0 0,2-1-3 0,1-5-2 15,0 0-3-15,-2-1 4 0,2 0-1 0,-2 0-2 16,2 0-1-16,0-2-1 0,-3 3 1 0,3-1 0 15,-1-2-2-15,1 1 3 0,0-1-1 0,0 2-1 16,0-1 2-16,-3-1-4 0,2-1 1 0,1 0 3 16,0-4-4-16,0 4 3 0,0 0-1 0,-1-1 3 15,1-3-1-15,1 1 3 0,-2-1 0 0,1-1-1 16,0 2 1-16,0-1-1 0,-2-1 0 0,1 1-2 16,1 1 1-16,0 0 2 0,0 2 0 0,1-4-1 15,-1 1-2-15,3-1 0 0,-3 0 3 0,-1 1-4 16,1-1-2-16,-2 0 0 0,2-1-1 0,0-1-1 0,0 4 3 15,-1-1 5-15,1-1-3 0,-2-2 3 16,0 2-4-16,1 0 7 0,-3-1-4 0,3 3 1 16,-3-1-2-16,2-1-3 0,-1 2 3 0,-1-4-3 15,-1 4-3-15,3-3 4 0,-2 0 0 0,0-2 2 0,1 2-3 16,1 1-3-16,-2-4 1 0,3 1 2 16,-2 1-2-16,1-2 1 0,-1 1 0 0,0-1-3 15,1-1 3-15,2-6 0 0,-8 15-4 0,6-8 8 16,1-2-5-16,1-5 4 0,-6 12-5 0,5-5 4 15,-2-2-6-15,1 3 1 0,2-8 2 0,-3 11-1 0,2-5-1 16,-2 0 0-16,3-6 4 0,-1 12-3 16,0-6 2-16,1-6-2 0,-1 9 3 0,1-9 3 15,-2 9-5-15,2-9 1 0,2 10-2 0,-2-10-1 16,0 8-1-16,0-8 3 0,1 11 12 0,-1-11 4 16,0 8-1-16,0-8-2 0,1 9-2 0,-1-9-3 15,1 8 1-15,-1-8-4 0,2 8 0 0,-2-8 3 16,1 9-4-16,-1-9-1 0,0 10 4 0,0-10-4 15,0 6-2-15,0-6 3 0,1 9-2 0,-1-9-4 16,0 8 2-16,0-8 0 0,0 0 1 0,-2 13 0 16,2-13-3-16,0 0 4 0,0 9-1 0,0-9-2 0,0 0 2 15,0 7 5-15,0-7-4 0,0 0-2 16,0 0 2-16,0 0 1 0,-3 8-2 0,3-8 2 16,0 0-4-16,0 0-1 0,0 0 3 0,0 0-2 15,-1 8 1-15,1-8 2 0,0 0-4 0,-5 4 3 16,5-4 0-16,0 0-3 0,0 0-2 0,0 0 5 0,-6 4 2 15,6-4-5-15,0 0 0 0,0 0 1 16,-7 4 2-16,7-4-2 0,0 0 4 0,-9 4-1 16,9-4-4-16,-9 3 3 0,9-3 2 0,-14 3-4 15,8-1 1-15,-2 0 1 0,-1-1 0 0,9-1 2 0,-18 2-9 16,6 1 11-16,1-1-7 0,0 0 6 0,-5-1-11 16,4 3 4-16,-2-3 1 0,2 0-4 15,-2-1 5-15,3 2 0 0,-2 1-2 0,0-2 1 0,-4 2 0 16,2 0 5-16,2 0-10 0,-3-1 8 15,3 0 0-15,0 1 4 0,0 0-6 0,2-2-3 0,-2 2-1 16,1-2 2-16,0 1 2 0,-1 1-4 0,3 0 0 16,-6-3 7-16,16 0-6 0,-21 3 2 15,10 0-3-15,1-2 1 0,-3 2-3 0,4-3-1 16,-1 3-8-16,-1-3-3 0,1 0-10 0,2 0-11 0,0 2-13 16,-2-1-20-16,10-1-23 0,-15 1-41 0,15-1-44 15,-17-1-59-15,9 1-243 0,8 0-522 0,-23-1 231 16</inkml:trace>
  <inkml:trace contextRef="#ctx0" brushRef="#br0" timeOffset="182799.7">25803 10373 67 0,'0'0'62'16,"0"0"4"-16,0 0-8 0,0 0-10 16,0 0-6-16,0 0-2 0,16 5 2 0,-16-5-19 15,0 0 10-15,0 0-5 0,11 4-3 0,-11-4-5 16,0 0-3-16,5 2-3 0,-5-2-4 0,0 0 5 0,0 0-5 15,0 0 2-15,8 3 1 0,-8-3 0 0,0 0-3 16,0 0-5-16,0 0 3 0,0 0 0 16,0 0-2-16,0 0 19 0,0 0 4 0,0 0 8 15,0 0 6-15,0 0 9 0,0 0 4 0,0 0-5 16,0 0 13-16,0 0 3 0,0 0 5 0,0 0-5 0,0 0 10 16,0 0-2-16,3-10-2 0,-3 10-2 0,0 0 6 15,0 0-5-15,0 0-4 0,0 0 0 16,0-12-1-16,0 12 4 0,0 0-6 0,0 0-1 15,0 0-10-15,0 0-3 0,0 0-8 0,0 0-1 0,0 0-10 16,0 0-4-16,0 0-8 0,0 0 3 0,0 0-6 16,0 0-4-16,0 0-4 0,0 0 1 0,0 0-2 15,0 0-4-15,0 0 3 0,0 0-2 0,-3 26-2 16,5-14 7-16,-1 0-6 0,-1 5 0 0,2 7 12 16,0-3 2-16,0 2-6 0,1 3 5 0,-1 1-5 15,-1-1 2-15,1 3-2 0,-1 2-3 0,2-2 3 16,-1 0 0-16,2 1 2 0,1-2-2 0,-3 2 13 15,0-2-1-15,2-4 0 0,4 4-2 0,-4-2-9 16,-2 0 13-16,3-2 14 0,-5-5-9 0,2 2-3 16,0-2-1-16,2 6 1 0,-1-7-1 0,2 6 7 15,-5-5-2-15,4-2 0 0,-3 2 8 0,3-1-3 16,-2 0-2-16,2 0-4 0,-2 2 3 16,-2-1-4-16,3 6 7 0,-1-5-7 0,0-1 0 0,0-2-3 15,0 2-1-15,1-1 3 0,-2 0-4 0,-2-1-5 16,2 2-1-16,1-1-2 0,-2 0-4 0,2 8 3 15,0-7 7-15,0 0-1 0,-2 1 0 0,0-1-4 16,4-2-2-16,-4-1-2 0,0 0-2 0,0 1 4 16,1-1-4-16,0-4 4 0,2 1-2 0,-3 1-9 15,0 0 7-15,0 3 5 0,2-1 8 0,0 1-1 16,-2-1 9-16,0-4 0 0,2 6-8 0,-4-2-6 16,4-1 5-16,-2 2-7 0,0 1 4 0,0-2 3 15,0 0-1-15,0 1 1 0,-2-3 2 0,4 4-1 16,-2-1 3-16,0-5-3 0,0 1-2 0,0 4 2 15,0-2-2-15,-2 1-2 0,2-5-5 0,0 5 1 16,0-4 3-16,0 4 9 0,-2-3 3 0,2-2 5 16,2 1-15-16,-2 3 7 0,0-3 9 0,0 0-2 15,0 0-6-15,2 0-2 0,-2-1-15 0,2 5 8 16,2-5 5-16,-4 4 0 0,2-2 1 0,-2-1-2 16,0-1-2-16,0 2 9 0,0-2-13 0,2 0 0 15,-2-2-5-15,0 2 0 0,0-2 0 0,2-1 1 16,0-1-1-16,-2-7 2 0,0 10-4 0,0-10-4 15,0 9 0-15,0-9 7 0,2 8-4 0,-2-8-2 16,0 0 1-16,5 6-2 0,-5-6 4 0,0 0 2 16,0 0-5-16,0 0-19 0,0 0-20 0,0 0-35 15,0 0-39-15,0 0-19 0,0 0-13 0,-13-27-26 16,7 19-28-16,4-5-36 0,-4 4-46 0,1-8-43 16,-3 3-253-16,-2-2-614 0,1 3 271 0</inkml:trace>
  <inkml:trace contextRef="#ctx0" brushRef="#br0" timeOffset="183717.12">24757 11067 60 0,'-4'-6'129'0,"4"6"4"0,-5-6 1 0,5 6-2 15,-4-8 1-15,4 8-10 0,0 0 1 0,-4-7 3 16,4 7-3-16,0 0 2 0,-4-5-3 0,4 5-6 16,0 0-2-16,0 0-7 0,0 0-7 0,-2-8-9 0,2 8-3 15,0 0-6-15,0 0-4 0,0 0-2 16,0 0-3-16,-3-7-2 0,3 7-5 0,0 0-3 15,0 0-7-15,0 0-4 0,0 0-7 0,0 0-5 16,0 0-6-16,0 0-6 0,0 0-5 0,0 0-5 0,0 0-1 16,0 0-3-16,0 0-5 0,0 0-2 0,0 0 0 15,3 26-1-15,-1-9 1 0,1 2-5 16,-2 6 1-16,2 1 2 0,-2 1 1 0,3 2-2 16,-2 1-1-16,1 0 1 0,-1 2 1 0,1-2 1 0,-2-1-3 15,1 0 5-15,0-3-1 0,1-5 0 0,-2 3-3 16,0-4 10-16,2-1-4 0,-1 7 9 0,-2-8-3 15,4-1 4-15,-4-4-5 0,0 2 0 0,0-1-3 16,3-4 0-16,-3-1 7 0,1 3-7 0,-1-5-5 16,2 3 0-16,-2-1-1 0,2-4 3 0,-2-5-4 15,1 9 0-15,-1-9 1 0,1 8-2 0,-1-8-2 16,0 0 8-16,0 10-6 0,0-10 11 0,0 0-10 16,5 5-8-16,-5-5-12 0,0 0-8 15,0 0-8-15,0 0-8 0,0 0-15 0,0 0-10 0,0 0-23 16,0 0-36-16,0 0-27 0,0 0-37 0,0 0-38 15,0 0-168-15,0 0-424 0,0 0 188 0</inkml:trace>
  <inkml:trace contextRef="#ctx0" brushRef="#br0" timeOffset="184082.37">24702 11319 40 0,'0'0'164'0,"-2"-11"-8"16,2 11-12-16,0 0-11 0,2-11-15 0,-2 11-13 15,9-8-11-15,-2 1 1 0,4 3 0 0,-1-2-7 16,6-1-13-16,0 1-2 0,-4 0-8 0,1 2-4 16,1 1-10-16,-3 0-2 0,0 1-8 0,-1 0-5 15,1 2-5-15,-4-2-3 0,-7 2 3 0,14 2-11 16,-6-1-1-16,-8-1 4 0,11 3-3 0,-5-1-3 15,0 1-4-15,-1-1-2 0,-1 3-2 0,2 0 6 16,-6-5 6-16,5 8 10 0,-5-1 0 0,2-1-2 16,-2-6 8-16,-3 13-2 0,1-4 8 0,-2 1-3 15,-3-2-3-15,1 1 0 0,-4 3-4 0,1-5-3 16,-4 6-3-16,0-3-4 0,3-2 0 0,-3-1-2 16,4 0-4-16,-1 0 0 0,1-1-3 0,1-2-21 15,-1 2-21-15,3-1-30 0,0-1-45 0,-1 0-44 16,7-4-45-16,-12 5-131 0,12-5-347 0,-9 4 153 15</inkml:trace>
  <inkml:trace contextRef="#ctx0" brushRef="#br0" timeOffset="184238.29">25065 11210 15 0,'5'-5'179'0,"-5"5"-17"15,5-2-21-15,-5 2-33 0,0 0-7 0,0 0-35 16,10-2-42-16,-10 2-55 0,0 0-97 0,6 9-138 0,-6-9 61 16</inkml:trace>
  <inkml:trace contextRef="#ctx0" brushRef="#br0" timeOffset="186532.71">27780 10207 76 0,'-1'-10'113'0,"1"10"-4"0,0 0-6 16,0 0-1-16,0 0-3 0,0 0 0 0,1-7-1 16,-1 7-9-16,0 0-4 0,0 0-10 15,0 0-1-15,0 0-4 0,0 0-8 0,0 0-7 0,0 0-4 16,0 0-3-16,0 0-7 0,0 0 0 16,0 0-3-16,0 0 0 0,0 0-13 0,0 0 5 15,0 0 1-15,0 0-5 0,0 0 3 0,0 0-1 0,0 0 6 16,0 0 3-16,0 0 1 0,0 0 2 0,0 0 4 15,-2-9 1-15,2 9 4 0,0 0-2 0,0 0 1 16,0 0-1-16,0 0-4 0,0 0-3 0,0 0-7 16,0 0-3-16,0 0-3 0,0 0-5 0,0 0-5 15,0 0-5-15,0 0 6 0,0 0-5 0,0 0-3 16,0 0 0-16,0 0-2 0,0 0 1 0,0 0-5 16,0 0 0-16,4 26 0 0,-4-26 0 0,0 12 1 15,2 1-2-15,-2-4 0 0,2 2 0 0,-2 1 0 16,2 0-2-16,-2 5 3 0,3 0 27 0,-1 0 5 15,-1 2-12-15,-1-1 0 0,4 0-5 0,-4 5 3 16,2-5 0-16,1 3 3 0,0-2 5 0,-1 0-3 16,-1-1-4-16,1-1 1 0,0 2-6 0,0-1 6 15,-1 0-8-15,2 1 1 0,-2-2-2 0,1 1 0 16,0-1-2-16,3 7 22 0,-5-6-3 0,2 0-3 16,1 0 1-16,-3 1-1 0,2-1 2 0,2-1-1 15,-4-1-8-15,3 0 4 0,-2 1-7 0,2 0 3 16,1 0-5-16,-4 0 2 0,2-1-1 0,2 0-3 15,-2 1-3-15,2 0 5 0,0 1-1 0,-3-2 10 16,2 3 21-16,-1-2-11 0,-1 0-9 0,1 0-2 16,-2 0 3-16,4-1-8 0,-3-3 0 0,1 3-1 15,0-1-4-15,-2-4 1 0,5 2 1 0,-5-1-3 0,4 5-7 16,-3-5 12-16,2 4-8 0,-2-5-4 16,-1 1 0-16,2-1 2 0,0 0-6 0,-2 1 11 15,4-1 1-15,-3 0-13 0,2 4 2 0,-3-3-1 16,1-1 5-16,1 1 9 0,-2 0-4 0,2 0 2 0,-2-1 3 15,0 0-4-15,0 1-1 0,3-2-2 0,-3 4 2 16,3 0-5-16,-3 1 0 0,1-1 8 16,1 1-3-16,-1 1 4 0,-1 1 6 0,2 0 3 15,0 0 0-15,-2-2 6 0,0 2-9 0,0-2-7 0,0 0 3 16,0-2-1-16,0 3-9 0,2 0 2 0,-2-4 0 16,2 2 0-16,-2 1-2 0,0-3-3 15,0 0 4-15,1-2-3 0,-2 2 3 0,2-2-4 16,0 0 8-16,-1 1-4 0,0 0 6 0,1-1 3 15,-1-1 0-15,2 1 1 0,-2-1-7 0,2 0 2 0,0 1 6 16,-2-1-2-16,0 0-4 0,2 1 0 0,-2-1 6 16,1 0-6-16,-1-1-2 0,-1 2 9 0,2-2-15 15,-1-1 17-15,0 3-4 0,0-1 3 16,2 2-4-16,0-1 10 0,-2 2 7 0,0 0-7 0,3-1-7 16,-3 1 1-16,0 1-1 0,2-1-7 0,-2-2 14 15,0 4-11-15,0 1-3 0,3-2 2 0,-2-1-7 16,0-1 5-16,1 3 3 0,-1-2-1 0,-1-1-4 15,0 0 11-15,1 1 8 0,-1-1-13 0,2 2 12 16,0 1-1-16,-2-1-4 0,0-2-6 0,3-1 1 16,-3-1-2-16,1-2 3 0,-1 1-5 0,0-8 4 15,1 11-10-15,1-5 1 0,-2-6 3 0,-2 9-1 16,2-9-2-16,2 7 1 0,-2-7-2 0,0 0 3 16,0 0-7-16,0 0 12 0,0 10-8 0,0-10 1 15,0 0-5-15,0 0 7 0,0 0-7 0,0 0-6 16,0 0 6-16,1 6-1 0,-1-6-2 0,0 0 1 15,0 0-5-15,0 0-9 0,0 0-6 0,0 0-18 16,0 0-20-16,0 0-28 0,0 0-21 0,0 0-27 16,0 0-22-16,0 0-30 0,0 0-17 0,0 0-39 15,0 0-46-15,-4-25-44 0,3 16-270 0,5-6-646 16,-2-9 285-16</inkml:trace>
  <inkml:trace contextRef="#ctx0" brushRef="#br0" timeOffset="187351.07">28556 11004 76 0,'0'0'201'16,"0"0"-7"-16,0-8-4 0,0 8-8 0,0 0 2 15,-1-10-8-15,1 10-3 0,0 0-6 0,2-7-8 16,-2 7-8-16,0 0-10 0,0 0-7 0,0-8-7 16,0 8-9-16,0 0-6 0,0 0-13 0,0 0-6 15,0 0-12-15,0 0-10 0,0 0-11 0,0 0 1 16,0 0-13-16,0 0-7 0,0 0-6 0,0 0-3 16,0 0-2-16,0 0-4 0,0 0-5 0,0 0-2 15,12 21-3-15,-11-13 22 0,1 0-2 0,1-1-6 16,-1 0 2-16,0-1-6 0,0 5-4 0,0-6-1 15,0 2-1-15,-2-7 2 0,3 12-6 0,1-3 2 16,-4-3-1-16,0-6 0 0,2 9-3 0,1-2-1 16,-3-7 0-16,0 9-2 0,0-9-2 0,1 8 4 0,-1-8-7 15,-1 8 3-15,1-8 4 0,1 9-4 0,-1-9 0 16,1 5-1-16,-1-5 3 0,0 0 3 16,0 0 4-16,0 0 9 0,2 10 0 0,-2-10 2 15,0 0 8-15,0 0 14 0,0 0 5 0,0 0 4 0,0 0 4 16,0 0 3-16,0 0 4 0,0 0-7 0,0 0-4 15,0 0 0-15,0 0-5 0,0 0-4 0,0 0-5 16,0 0-1-16,0 0-6 0,0 0-9 16,-3-30 3-16,3 30-3 0,0-16-7 0,1 7-4 15,1-1-2-15,-1 1 0 0,1-1 0 0,2 0-1 0,1 0-4 16,1-3-19-16,4-2 16 0,0 3-6 0,0-3 3 16,4 2-1-16,-2 0-2 0,2 1-3 15,-7 3 2-15,6-2-1 0,-3 3 10 0,1 2-9 16,-4 1 0-16,1-2-9 0,1 3 9 0,-4 2-6 0,4-1-12 15,-9 3 10-15,13-1 0 0,-13 1 0 0,13 1-2 16,-7 3 0-16,2 1 6 0,-2 0-2 0,-1 3-2 16,0 2-1-16,0 0 6 0,1 6 6 0,-1-5 1 15,0 1-2-15,-1 0 4 0,-2 0-3 0,-1 1-3 16,2-1 4-16,0 0-2 0,-1-2 1 0,-1 2 3 16,3-2-4-16,0 0-2 0,-4 0-2 0,5-1-20 15,-1-3-22-15,-2 1-56 0,2 0-27 0,-1 0-27 16,1 0-18-16,-2-2-35 0,2 3-52 0,-1-4-51 15,4 1-270-15,-7-5-626 0,7 7 277 0</inkml:trace>
  <inkml:trace contextRef="#ctx0" brushRef="#br0" timeOffset="190266.67">26781 10295 65 0,'0'0'121'0,"0"0"-17"16,0 0 0-16,0 0 6 0,-6-5-17 0,6 5 1 15,0 0-3-15,0 0 2 0,0 0-6 0,0 0 0 16,0 0-1-16,0 0-4 0,0 0-4 0,0 0-9 15,0 0 0-15,0 0-6 0,0 0-4 0,0 0-3 16,0 0-8-16,0 0-1 0,0 0-3 0,-4-5-9 16,4 5-2-16,0 0-6 0,0 0-5 0,0 0-3 15,0 0-2-15,0 0 3 0,0 0-8 0,0 0 0 16,0 0-3-16,0 0 0 0,0 0-6 0,2 25 1 16,-2-18 0-16,2 3 3 0,-2 2 0 0,0-2-4 15,2 3 8-15,-2 0-2 0,4 3-1 0,-4 0 3 16,4 2-6-16,-4-3 1 0,2 1 1 0,0 3-1 15,0-4-1-15,-2 2 0 0,3-1 4 0,-3 2-4 16,2-1 3-16,-2 0-3 0,0-1 5 0,4 1-3 16,-4-1 0-16,2 2 27 0,0-1 0 0,0 1-8 15,-1-1 4-15,2 3-11 0,-1-2-1 0,0 0 2 16,0 0-1-16,0 1-5 0,1 1-2 0,-1 5-1 16,0-7 3-16,0-1-3 0,2 2 1 0,-4 0-3 0,3-1 5 15,-1 2 17-15,0-1-3 0,1-2 0 16,-1 1-4-16,0 0-1 0,1 2-3 0,-3-4-3 15,2 0-1-15,0-1-2 0,0 2 3 0,-2 1 14 16,2-2 15-16,-2 0-3 0,3-1-6 0,-3 2 1 0,0-5-8 16,0 0-3-16,2 0 0 0,0 0-3 15,-2 0 0-15,2 0-4 0,0-3-3 0,-2 4-1 0,2-3 0 16,-2 2 0-16,4-1-3 0,-4 0 3 0,0-2-4 16,2 2-4-16,0-3 4 0,-2 3-3 15,0-1 0-15,2 0 1 0,-2 2 8 0,0-1 7 0,0 2-2 16,4-4-2-16,-4 3-1 0,3 5-4 0,-3-5-3 15,0 5 1-15,2-5 0 0,0 3 3 16,0-2-5-16,-2-1 2 0,4 1-1 0,-3-1-1 16,-1 3-4-16,0-3 3 0,2 4-3 0,1-3 3 0,1 1 2 15,-4-2-2-15,2 6 2 0,1-7 0 0,-1 2 0 16,0 2 1-16,2-3 2 0,-2-2 0 16,-2 3 8-16,3 2 6 0,-1-3 3 0,0 0-6 0,0 0 3 15,1 0-4-15,-3 0-3 0,2 4 6 16,0-6-4-16,-1 3-4 0,-1-3 1 0,2 2 5 0,0 1-5 15,-2-2 8-15,2 1 6 0,0 1-4 0,-2-3-3 16,0 2-1-16,2-2-4 0,-1 2 11 0,1-1-18 16,0-1 4-16,-2 2-2 0,-2-2-2 0,4 0 2 15,-2 0-6-15,0-1 0 0,2 1 9 0,-2 1 20 16,-2-1-7-16,4 1-12 0,-2 0 9 0,0-2-1 16,0 3-4-16,-2-2 4 0,0-1-4 0,2 2-7 15,0-2 10-15,0 1-10 0,-2-1 3 0,4 1-3 16,-2-1 0-16,0-9-7 0,0 12 8 0,-2-7-8 15,2-5 5-15,-1 13-11 0,1-6 16 0,0-7-14 16,1 12 2-16,-1-12-3 0,-3 12 6 0,3-2-5 16,0-10-4-16,0 9-2 0,0-9 13 0,0 11-4 15,0-11-5-15,0 7-1 0,0-7 5 0,0 0-4 16,-4 8-1-16,4-8-1 0,0 0-2 0,0 0 1 16,0 8 5-16,0-8-7 0,0 0 2 0,0 0 3 15,0 0 3-15,0 0-12 0,0 0 5 0,0 10 1 16,0-10 3-16,0 0-8 0,0 0-2 0,0 0-15 15,0 0-3-15,0 0-9 0,0 0-10 0,0 0-18 16,0 0-7-16,0 0-27 0,0 0-25 0,0 0-23 16,-9 3-23-16,9-3-34 0,-9 2-49 0,9-2-44 15,-9-2-274-15,9 2-610 0,-18-3 269 0</inkml:trace>
  <inkml:trace contextRef="#ctx0" brushRef="#br0" timeOffset="191132.81">26232 10664 76 0,'-11'1'163'0,"11"-1"-11"0,0 0-9 16,0 0-8-16,-11 0 4 0,11 0-7 0,0 0-9 0,-9 0 0 15,9 0-4-15,0 0 2 0,0 0-2 0,-12 0-6 16,12 0-6-16,0 0 1 0,0 0-10 0,0 0 2 16,0 0-7-16,0 0-7 0,0 0-7 0,0 0-1 15,0 0-11-15,0 0 7 0,0 0-13 0,0 0-12 16,-7 2-2-16,7-2-6 0,0 0-3 0,0 0-4 15,0 0 3-15,0 0-6 0,0 0-9 0,0 0 0 16,0 0-1-16,0 0-1 0,27-5 0 0,-20 5-4 16,-7 0 0-16,18 0-5 0,-11-2-2 0,4 1 2 15,-11 1-2-15,18 3 2 0,-9-5-5 0,1 2 3 16,-2 2-3-16,-8-2 7 0,15-2-10 0,-7 1 5 16,-8 1-1-16,11 0-1 0,-3-1-2 0,-8 1-1 15,10-3 2-15,-10 3 2 0,0 0-2 0,0 0 1 16,9 1-2-16,-9-1 6 0,0 0-9 0,0 0 1 15,6-2 6-15,-6 2-15 0,0 0-11 0,0 0-2 0,0 0-17 16,0 0-27-16,0 0-34 0,0 0-40 16,0 0-34-16,0 0-33 0,0 0-33 0,0 0-127 15,0 0-396-15,0 0 175 0</inkml:trace>
  <inkml:trace contextRef="#ctx0" brushRef="#br0" timeOffset="191634.34">26254 10445 25 0,'-17'4'156'0,"6"-1"-10"0,1 1-6 0,1 1-2 15,-1-1-11-15,0 3-15 0,1-1-1 0,0 1-11 16,0 2-5-16,0-2-7 0,0 6-6 0,0-4-6 15,0 1-5-15,2-1 3 0,-3 4-9 16,0 3-7-16,5-5-1 0,-1 3-6 0,4-2-2 0,-3 4-12 16,3 1 3-16,0-2-2 0,0 1-2 0,2-4-4 15,0 1-1-15,0-1-5 0,4 0-1 0,-2 0-1 16,1 0-2-16,3-1-3 0,-2 0-2 16,3-1 2-16,0-1-4 0,2-1-2 0,4-1 4 0,-3-1-6 15,7 1 2-15,-3-4 6 0,4-1-5 0,-2 0 0 16,2 0-2-16,2-3 1 0,-2-2-1 0,-2-2-4 15,4 4 3-15,-3-3-3 0,-2-2-1 0,2 0 1 16,1 1 3-16,-7-2 9 0,1 0 5 0,-1 0 0 16,-3-2 1-16,2 0-1 0,1-4 2 0,-4 2 1 15,2-3 0-15,-7 0 1 0,3 0-2 0,-3-2-4 16,0-2 5-16,0 0-2 0,-2 1 3 0,-2 2-6 16,0-1 2-16,-4 0-8 0,3-1 1 0,-2 5-1 15,-1 2-2-15,1-1-1 0,-3 1-4 0,1 0 0 16,-1 3-1-16,-3-1-4 0,1 2-1 0,-4 1-1 15,1-1-1-15,-2 5-1 0,-2 2-14 0,-3 1-9 16,1 2-18-16,2 1-19 0,-2 2-32 0,2 3-32 0,-1 0-43 16,0 0-37-16,-2 6-167 0,1-3-399 15,6-1 177-15</inkml:trace>
  <inkml:trace contextRef="#ctx0" brushRef="#br0" timeOffset="192199.91">26145 11204 9 0,'0'0'198'0,"0"0"-15"16,0 0-13-16,0 0-13 0,0 0-10 15,0 0-12-15,0 0-11 0,0 0-11 0,20-10-9 16,-11 9-13-16,-1-2-6 0,-1 1-4 0,1 1-5 15,-8 1 0-15,15-4-7 0,-7 3-6 0,-8 1-2 16,12-4-4-16,-5 3-9 0,-7 1-5 0,8-4 0 16,-8 4-7-16,5-1-1 0,-5 1-4 0,0 0-4 15,12-1-3-15,-12 1-5 0,0 0-2 0,0 0-5 16,0 0 4-16,10 0-1 0,-10 0-1 0,0 0-6 16,0 0 1-16,9 0-2 0,-9 0-11 0,0 0-32 15,8 1-33-15,-8-1-47 0,0 0-41 0,0 0-42 0,8 1-105 16,-8-1-329-16,0 0 146 0</inkml:trace>
  <inkml:trace contextRef="#ctx0" brushRef="#br0" timeOffset="192749.91">26216 10951 125 0,'0'0'152'0,"-13"0"-9"0,13 0-18 15,-9 3-17-15,2-1-2 0,-2 4-13 0,2 1-2 16,1 2 3-16,-4 0-7 0,2 5-6 0,-1 0-10 15,-3 1 1-15,4 1-11 0,1 3-2 0,-2-1 4 16,2 0-3-16,-2 7-10 0,2-1-1 0,1-6 2 16,1 1-4-16,2-1-6 0,1 0-4 0,2-1-6 15,-2-1-1-15,4-4 1 0,0 4-3 0,0-3-4 16,4-2-2-16,-2 0-5 0,1 0 3 0,1-2-4 16,3-2 1-16,0 0-2 0,3-2-1 0,2 1 11 15,-2-5 10-15,9 2-11 0,-6-3 6 0,8 0-5 16,4-4-1-16,-5 1-1 0,5-3 4 0,0-4 3 15,-7 4 1-15,6-6-5 0,-7 3-1 0,-3 0-1 16,2 0 7-16,0-2-1 0,-3 0-2 0,1-2 2 16,-5 1-9-16,5-2-2 0,-5-2 0 0,-1 0 2 15,-1-2-3-15,-3 0 0 0,-2-1 1 0,-1 0-4 16,-1-5 2-16,-4 5 0 0,-1 0 1 0,-3 1-4 16,-1 0-5-16,-2 1 1 0,-2 0 0 0,0 0-2 15,-1 2 1-15,1 5-3 0,-2-1-2 0,2 2-1 0,0 2-3 16,-4 2 0-16,2 2-6 0,-5 2-21 15,1 1-16-15,-2 4-29 0,0 4-33 0,0 2-42 16,1-1-27-16,-2 6-43 0,0 5-131 0,7-6-376 16,1 3 167-16</inkml:trace>
  <inkml:trace contextRef="#ctx0" brushRef="#br0" timeOffset="193100.12">26349 11794 174 0,'0'0'237'0,"0"0"-9"0,0 0-14 16,0 0-16-16,-18-15-18 0,18 15-19 0,0 0-13 15,0 0-17-15,0 0-15 0,0 0-10 0,0 0-10 16,0 0-12-16,0 0-6 0,0 0-12 0,0 0 0 16,0 0-10-16,23 2-5 0,-23-2-4 0,13 2-10 15,-7 0-11-15,-6-2-15 0,12 3-14 0,-6-2-22 16,-6-1-29-16,11 4-33 0,-6-3-46 0,-5-1-42 15,12 2-164-15,-12-2-368 0,6 2 163 0</inkml:trace>
  <inkml:trace contextRef="#ctx0" brushRef="#br0" timeOffset="193537.53">26367 11551 16 0,'-11'5'186'0,"-1"1"0"16,-3 4-6-16,-2 0-2 0,4 4-15 0,-7 4-11 15,2 0-9-15,2 4-6 0,-1 0-8 0,-2 1-11 16,4 4-11-16,1 0-16 0,5 1-4 0,1-2-6 16,0 2-8-16,2 0-3 0,1-1-11 0,1 0-5 15,2-3-3-15,2-4-6 0,0 5-3 0,2-7-6 16,0 1-2-16,7-2-3 0,-3-2 0 0,6 1-5 15,-3-1-4-15,0-7 3 0,9 2 4 0,-3-3 10 16,6-3 0-16,6-2-2 0,0-5-5 0,2 2 1 16,-1-5-7-16,5-3 5 0,-4-1-6 0,1 0 4 15,-1-3 2-15,-5-2-1 0,5 0-1 0,-4-1 0 16,-2 0 15-16,-3-6-3 0,-2 4 0 0,-4 2-6 16,1-5-7-16,-4-4 1 0,3-1-3 0,-10 1-4 15,2-1-3-15,-1-2 1 0,-5 1-2 0,-4 1-2 16,-1-3-2-16,-4 6-2 0,-4-1-6 0,-3 0 2 15,-6 3-3-15,-1 0 3 0,-1 2-2 0,-1 2-1 0,0 5 0 16,-2-1-3-16,2 4-1 0,5 4-2 0,0 0-3 16,-9 1-13-16,8 2-10 0,-1 5-18 0,0-3-25 15,1 6-25-15,6 0-56 0,3-3-53 16,1 3-51-16,-2 1-168 0,3-2-458 0,6-1 204 16</inkml:trace>
  <inkml:trace contextRef="#ctx0" brushRef="#br0" timeOffset="194039.42">27156 10494 2 0,'0'0'175'0,"0"0"-17"0,0 0-12 16,0 0-2-16,0 0-6 0,0 0 0 15,0 0-11-15,0 0-7 0,19 6-10 0,-9-6-3 16,1-1-8-16,-3-1-9 0,6 2-9 0,-1 0-10 16,-3-3-4-16,1 5-5 0,0-4-7 0,1 2-6 0,-4 0-21 15,1 0-26-15,-9 0-35 0,14 0-34 16,-14 0-31-16,11 0-34 0,-11 0-17 0,0 0-100 16,7-2-269-16,-7 2 119 0</inkml:trace>
  <inkml:trace contextRef="#ctx0" brushRef="#br0" timeOffset="194249.45">27269 10423 110 0,'-2'-6'208'0,"2"6"3"0,0 0-6 0,-4-7-7 15,4 7-11-15,0 0-14 0,0 0-23 0,0 0-14 0,-3-6-18 16,3 6-11-16,0 0-15 0,0 0-11 16,0 0-9-16,0 0-5 0,0 0-12 0,0 0-1 0,1 26-7 15,1-14-4-15,-2 0-1 0,0 3-2 0,2 2-7 16,0 0-1-16,-2-1-3 0,2 0-1 0,-2 1-3 15,0 0-11-15,0-1-15 0,0-1-36 0,-2-3-53 16,4-1-47-16,-2-1-57 0,0 0-156 0,0-10-379 16,0 12 167-16</inkml:trace>
  <inkml:trace contextRef="#ctx0" brushRef="#br0" timeOffset="194665.92">27287 10318 45 0,'-4'-6'194'16,"0"3"-8"-16,4 3-15 0,-12-6-11 0,12 6-17 15,-13 1-18-15,4 4-6 0,-7 3-9 0,1 4-5 16,1 5-10-16,-1 4-8 0,1 3-6 0,3-1-10 16,0 3 4-16,-1-1 5 0,3 0-10 0,3-1-3 15,2 2-8-15,0-7-5 0,4 0-14 0,2 2 4 16,0-3-4-16,2-4 0 0,0 1-7 0,5 1-4 15,-1-6 1-15,0 0-2 0,5 0-1 0,0-1-3 16,1-2-3-16,1-1 4 0,6-2-3 0,0-4-4 16,0-1 0-16,8-2-7 0,0-2 7 0,-3 0-4 15,1-2 1-15,-7-1-4 0,-2 0 2 0,8-5-4 16,-2-2-2-16,-7 3 5 0,-3-2-1 0,8-5-2 16,-6-1-7-16,-4 3 4 0,1-5 1 0,-7 3 0 15,1-4-2-15,-5 2 2 0,1-4-2 0,-3 0 2 16,-5-2 1-16,-2 3-4 0,-2 1 5 0,-1 6-3 15,-4 1 1-15,3 1-2 0,-5 2-3 0,3 2-4 16,-2 2 4-16,-2 3-7 0,-1 2 3 0,-3 4 0 16,-5 4 0-16,-1 4-6 0,-2 4-8 0,1 5-22 15,-3 0-32-15,2 5-37 0,0 0-29 0,4 2-58 16,-4 1-169-16,4-2-392 0,7-1 174 0</inkml:trace>
  <inkml:trace contextRef="#ctx0" brushRef="#br0" timeOffset="194961.6">27171 11071 115 0,'0'0'180'0,"0"0"-9"0,0 0-10 16,20-13-15-16,-11 9-10 0,3 0-13 0,-1 0-15 16,1 1-8-16,1-1-18 0,-1 2-4 0,2 0-6 0,-2 0-7 15,-2 1-17-15,4-1-7 0,-7 2-42 16,-7 0-29-16,15-2-42 0,-8 1-36 0,-7 1-129 0,9 1-255 15,-9-1 114-15</inkml:trace>
  <inkml:trace contextRef="#ctx0" brushRef="#br0" timeOffset="195182.78">27312 10914 181 0,'-4'-7'221'0,"4"7"-12"0,0 0-24 16,-2-7-16-16,2 7-22 0,0 0-15 0,0 0-11 15,0 0-16-15,0 0 4 0,-5 19 1 16,5-9-11-16,-1 4-4 0,1-3-11 0,0 6-7 16,-2-4-8-16,2 4-3 0,0 2-7 0,-2 0-6 0,4 0-2 15,-4-2-6-15,4-2-4 0,0 0-3 0,-1-3-14 16,-1 0-20-16,0-1-42 0,3 0-50 0,-3-4-58 16,2 0-52-16,-2-7-140 0,-5 12-365 15,5-12 161-15</inkml:trace>
  <inkml:trace contextRef="#ctx0" brushRef="#br0" timeOffset="195567.37">27214 10894 130 0,'-10'5'206'15,"-1"1"-5"-15,-5 4-4 0,1 1-12 0,-1 9-13 16,0-1-8-16,0 5-13 0,6-2-9 0,-1 3-10 15,-1 0-6-15,7-1-18 0,-1 0-10 0,2 0-8 16,1-5-7-16,3 0-9 0,3-2-8 0,1 2-4 16,2-2-7-16,1-1-6 0,5-1-2 0,-2-2-6 15,7 1 0-15,0-4-4 0,2-1-4 0,8-1 11 16,2-2 6-16,0-3-6 0,2-4-2 0,1-2-7 16,-1-2-1-16,-1-3-4 0,1 1-1 0,0-2-3 15,-3-1-3-15,-2-3-1 0,0-1 0 0,0-2-2 16,-10 3 3-16,4-5 0 0,-6 3-1 0,-3-2-4 15,2-6 3-15,-4-1-7 0,0-1 0 0,-3 3-3 16,-6 1 2-16,-2 2-3 0,-3-7-2 0,-3 2-1 16,-2 1 6-16,-3 0-2 0,-2 3 4 0,1 6 0 15,1-1-2-15,-3 2-2 0,1 4-3 0,-4 1 9 16,1 2-20-16,0 5-9 0,-2 2-10 0,-7 3-14 16,0 6-11-16,3 3-27 0,-5 5-47 0,3 1-57 15,0 2-65-15,-1 4-201 0,7 2-481 0,1 0 213 16</inkml:trace>
  <inkml:trace contextRef="#ctx0" brushRef="#br0" timeOffset="195876.58">27375 11668 227 0,'-16'-3'240'0,"16"3"-6"0,0 0-17 0,0 0-13 16,-6-2-16-16,6 2-13 0,0 0-22 0,0 0-5 15,0 0-25-15,0 0-12 0,0 0-11 0,0 0-7 16,0 0-11-16,0 0-5 0,0 0-11 0,33-4-6 15,-21 3-12-15,1-2-14 0,7-1-21 0,-4 2-22 0,0-2-33 16,0 2-38-16,-5 1-38 0,2-2-36 16,-4 0-35-16,1 2-145 0,-4-1-362 0,0-1 161 15</inkml:trace>
  <inkml:trace contextRef="#ctx0" brushRef="#br0" timeOffset="196082.43">27490 11546 49 0,'-5'-6'236'0,"5"6"-7"0,-4-5-12 0,4 5-15 16,0 0-18-16,-7-4-17 0,7 4-18 0,0 0-11 0,0 0-6 16,0 0 4-16,-6 14 8 0,6-14-10 0,-3 15-10 15,1-6-10-15,0 4-11 0,2-1-10 0,-2 5-9 16,-3-1-9-16,4 1-3 0,-1 0-3 0,-2-2-16 16,4 1-12-16,0-3-20 0,-2 1-35 0,1 0-35 15,1 2-55-15,0-7-66 0,-1 2-86 0,0-3-140 16,-1 0-428-16,2-8 189 0</inkml:trace>
  <inkml:trace contextRef="#ctx0" brushRef="#br0" timeOffset="196482.45">27422 11430 14 0,'-17'-3'243'0,"0"2"-5"0,0 2-7 0,-1 4-14 15,-3 2-12-15,4 3-10 0,-6 3-12 0,5 7-17 16,-2 3-12-16,2 2-13 0,0 1-13 0,8 3-8 16,-3 1-13-16,1 2-5 0,4 2-3 15,2-2-10-15,1 0-5 0,5-2-3 0,2-1-7 0,1-1-3 16,5-1-9-16,2-2 1 0,7-2-2 0,-3-3-2 16,6-1-5-16,-2-7-4 0,7-1-2 0,4-2-8 15,1-2-1-15,1-5-3 0,2-3-7 0,1-2-6 16,-2-2 3-16,3-5-5 0,-3 0-1 0,-1-3 7 15,-2-2-12-15,1 2-2 0,-1-3-1 0,-2-3-1 16,-2-1 0-16,-3-1 0 0,-1-2 0 0,-5 0-3 16,-3-1 1-16,-1 0-1 0,-6-1-4 0,-4 0 3 15,0-1-5-15,-6-1 6 0,0-2-2 0,-6-1 3 16,-5 4 4-16,-1-3-1 0,-7 2-1 0,-3-1 6 16,-3 5 3-16,-1 3-3 0,-4 2 2 0,-2 4-3 15,0 2-1-15,2 2-6 0,-1 7-8 0,-1 0-9 16,0 6-19-16,-1 0-26 0,6 6-30 0,1 3-31 15,3 3-37-15,-1 3-62 0,6 1-60 0,-3 5-223 16,2-2-537-16,4-2 238 0</inkml:trace>
  <inkml:trace contextRef="#ctx0" brushRef="#br0" timeOffset="200982.58">23651 12990 60 0,'0'0'74'15,"0"0"3"-15,-5-4 4 0,5 4-1 0,0 0 4 0,0 0-1 16,-5-5 9-16,5 5-14 0,0 0-2 0,0 0-4 15,0 0 7-15,-6-6-7 0,6 6 2 16,0 0 0-16,0 0 14 0,0 0-4 0,0 0-9 16,-4-7 3-16,4 7-8 0,0 0-6 0,0 0 2 0,-5-5-12 15,5 5 4-15,0 0 1 0,0 0 1 16,-3-8 0-16,3 8-5 0,-4-5-4 0,4 5-7 16,0 0-2-16,-4-7-7 0,4 7-2 0,0 0-4 15,0 0 0-15,-2-7-5 0,2 7-1 0,0 0 0 16,-1-8 6-16,1 8 1 0,0 0-1 0,0 0 6 0,0 0-1 15,0 0 0-15,0 0-2 0,0 0-2 16,0 0 0-16,-2-9-2 0,2 9 1 0,0 0-10 16,0 0 1-16,0 0-3 0,0 0-4 0,0 0-6 15,0 0 1-15,0 0-2 0,0 0-3 0,0 0 1 0,0 0-3 16,0 0 1-16,0 0-3 0,0 0 0 0,0 0 0 16,0 0-2-16,0 0 3 0,0 0-3 0,8 24 2 15,-7-17 1-15,1 2 0 0,0 1 0 0,-1 0 1 16,2 2-2-16,1 2-1 0,0 2-2 0,2-1 6 15,-4 0-3-15,1 1-2 0,0 1 2 0,-1-1 3 16,1 2-2-16,1-2 18 0,-2 1-4 0,0 0-2 16,-1 0 1-16,3 1-4 0,-1-2-1 15,0 1 2-15,-3 1-2 0,2 0-1 0,2 0-3 0,-2 0 2 16,3 0 0-16,-4 2-1 0,3-1 0 0,-2 0-2 16,2 6 3-16,-1-7-3 0,-1 2 1 0,1-1 0 15,1 6 0-15,-2-5 0 0,1-3 5 0,-1 2-4 16,2-2-2-16,-2 1-1 0,0-2 1 0,2-1-3 15,-2 1 1-15,1-1-1 0,-1-2 1 0,-2-2 0 16,3 1-1-16,-2 6 0 0,2-2 2 0,-2 0-1 16,2-1 0-16,1 1 4 0,-2-1-4 0,0-2 3 15,-1 3-3-15,1-5 2 0,2 1 2 0,-3 4-2 16,2-5 0-16,2 5 3 0,-2-4 0 16,-2 1 3-16,1 0 1 0,1 2 4 0,-3-5-2 0,4 4-1 15,-3-3 3-15,1 5-17 0,0-5 3 0,-1 1 4 16,2 1-3-16,-1-2 4 0,1 1-4 0,-2 4 1 15,2 0 0-15,-1-5 3 0,0 1 0 0,0 0-1 16,-1 1 0-16,3 3 3 0,-2-5 10 0,0 1 5 16,1 1-3-16,-2 0-2 0,3-2-2 0,-3 1 4 15,3 1-8-15,-2-2 5 0,0 0-4 0,-1 1 8 16,0-1 0-16,2-1 0 0,-1 2-1 0,1 0-2 16,0-2 2-16,-2 2-2 0,0-2 3 0,4 1 6 15,-4 1-1-15,2 1-4 0,-2-2 3 0,2 1 1 16,-2-2-8-16,2 0 4 0,-2 2-4 0,1 1 2 15,0-3-5-15,-1 0-4 0,2 2 2 0,-2-3-1 16,0 4 2-16,1-2-1 0,-1 1-1 0,0 3-1 16,0-5 11-16,2 2 3 0,-2 1-5 0,0-2 0 15,1 0-2-15,-2-1-3 0,1 1-2 0,0-2 4 16,-1 3-6-16,1-3 1 0,-2 0-2 0,2-1 2 16,1 2-8-16,-2 0 5 0,1 0 0 0,-1-1-1 15,3 0-5-15,-3-2 1 0,1 2 1 0,-1 1 0 16,0-3-1-16,0-7 2 0,1 17-2 0,-1-9 0 15,1 5 5-15,-1-6 4 0,0 3 5 0,2 0 2 16,-1-1-9-16,-1 0 0 0,0 1 3 0,1-1 1 16,-2 1-1-16,2 0 2 0,1 2 29 0,-1-2-11 15,-1 1-1-15,1 1-9 0,0 0 1 0,2-1 7 16,1 2 6-16,-2-1-3 0,0 0-1 0,-2-1-2 16,2 2-2-16,-1-1-7 0,1-1 4 0,0 0 10 15,0 5-19-15,0-5 3 0,2 2-3 0,-1-2 2 16,-1 2 0-16,2-2 2 0,0 2 2 0,-2-2 0 15,1 0-1-15,-1 0-3 0,0 2 6 0,-1-3-5 16,3 2 8-16,-2 3-16 0,0-2-4 0,2-2-7 16,-2 0 16-16,1 1-6 0,2 0 9 0,-4 1-2 15,3 4 3-15,-3-1 7 0,3 0-6 0,-2 0 0 16,2 0 1-16,-2-1-3 0,1 1 2 0,-1-5 1 16,0 1-6-16,2-1 8 0,-3 5 0 0,1-3-4 15,0-1-1-15,-1-2-1 0,1 1-1 0,-1 0 4 16,2 2-5-16,-1-2-4 0,1 2 0 0,-1-1-2 15,1 4 2-15,1-2 29 0,-3-1-3 0,4-1-4 16,-4-2-5-16,0 2-4 0,1-1 5 0,0 0-7 16,0 0 2-16,0 0-1 0,0 0-2 0,1-1-1 15,0 0-3-15,-2-1-1 0,2 0-1 0,-1 0-1 16,0-1-2-16,0 2-1 0,-1-1-3 0,2-1 2 16,-3 1 1-16,2 0-1 0,0-1-4 0,0 1 3 15,0-1-3-15,-1 3 5 0,0-1-5 0,0-1 1 16,1 1-2-16,-2-1 5 0,1-1-4 0,0-1 4 15,2 2-7-15,-2 2 1 0,-1-3 3 0,2 2-4 16,-1-3 1-16,0 0 5 0,0 1-3 0,2 2-3 16,-2-1-1-16,0-2 3 0,2 2-5 0,-2 1 4 15,2-1 4-15,-3 2 2 0,0-2-4 0,2 1 4 16,0 1 0-16,-1 0-1 0,1 0 0 0,0-2 1 16,0 1-8-16,0 2 5 0,-1 1 5 0,1 2 8 15,0-3-5-15,0-2-1 0,1 0-3 16,-2-1 0-16,0 4 1 0,3-1-3 0,-3-1-3 0,2 1 2 15,0-2 2-15,-1 0-1 0,-1 1 0 0,2 0-1 16,0-1-6-16,-1 2 0 0,-1-3 4 0,3 1 0 16,-3-1-1-16,1 0-1 0,0 3 0 15,0-3-2-15,-1 1 2 0,1-1-2 0,0-2-2 16,-1 0 4-16,0 2-1 0,2 1 1 0,-2-1 8 16,1 0 2-16,-1-4-9 0,-1 3-11 0,0-8 0 15,1 11 1-15,-1-11 1 0,0 12-2 0,1-7 1 0,-1-5 2 16,2 13-1-16,-1-7 8 0,-1-6-8 0,1 9 1 15,-1-9 0-15,0 10 1 0,0-10-2 16,4 10 3-16,-4-10-2 0,2 9 2 0,-2-9-2 16,2 7 1-16,-2-7-2 0,1 9 1 0,-1-9 1 15,2 10 0-15,0-6 0 0,-2-4 1 0,1 7-2 16,-1-7 2-16,3 6 1 0,-3-6 1 0,0 0-1 16,1 8-3-16,-1-8 2 0,0 0 0 0,0 0-19 15,0 0-9-15,0 0-21 0,0 0-40 0,0 0-47 16,0 0-64-16,0 0-68 0,0 0-46 0,0 0-50 15,-1-38-63-15,2 18-309 0,3-9-796 0,0-3 354 16</inkml:trace>
  <inkml:trace contextRef="#ctx0" brushRef="#br0" timeOffset="201902.92">24320 16577 17 0,'0'0'39'0,"0"0"6"0,0 0-3 16,0 0 3-16,0 0 0 0,0 0-1 0,0 0 8 15,0 0-5-15,-3-17-6 0,3 17 6 0,0 0 1 16,-4-7-11-16,4 7-3 0,0 0-7 0,0 0 6 16,-4-8-1-16,4 8-16 0,0 0 7 0,-7-4-3 15,7 4 3-15,0 0-3 0,-9-2-6 0,9 2 6 16,0 0-4-16,-8-2 4 0,8 2 4 0,0 0-1 16,0 0 3-16,-13-2 1 0,13 2-5 0,0 0 2 15,-9-1 5-15,9 1 4 0,0 0 8 0,-9-2-5 16,9 2 5-16,-7-3-2 0,7 3-1 0,-7-4-2 15,7 4-7-15,-7-4 1 0,7 4 17 0,-7-3 3 16,7 3-7-16,-11-3 2 0,11 3-2 0,-8-3 5 16,8 3-1-16,-8-3-1 0,8 3-7 0,-7-2 9 15,7 2-2-15,-8-2 1 0,8 2-2 0,0 0-5 16,-9-2-5-16,9 2-4 0,0 0-1 0,0 0-7 16,0 0 2-16,-9-2-3 0,9 2-6 0,0 0 1 15,0 0 1-15,0 0-9 0,0 0 3 0,0 0 0 16,0 0-3-16,-9-4-3 0,9 4 2 0,0 0-5 15,0 0 3-15,0 0-4 0,0 0-1 16,0 0 2-16,0 0 0 0,0 0-7 0,0 0 0 16,0 0-3-16,0 0-9 0,0 0-19 0,0 0-23 15,0 0-28-15,0 0-28 0,27 0-23 0,-27 0-22 16,0 0-116-16,0 0-299 0,0 0 133 0</inkml:trace>
  <inkml:trace contextRef="#ctx0" brushRef="#br0" timeOffset="206154.49">24252 16384 10 0,'0'0'33'0,"0"0"2"0,0 0 1 16,0 0-2-16,0 0 4 0,0 0-3 0,0 0-1 15,0 0 23-15,0 0-13 0,0 0 1 0,-8-8 2 16,8 8-8-16,0 0 7 0,0 0 9 0,0 0-2 16,0 0-4-16,0 0 2 0,0 0-2 0,0 0-2 15,0 0-5-15,-1-12 7 0,1 12-7 0,0 0 1 16,0 0 5-16,0 0-8 0,0 0-3 0,0 0 2 16,0 0-5-16,0 0-3 0,0 0 1 0,0 0-15 15,0 0 4-15,0 0-7 0,0 0 0 0,0 0 6 16,0 0-8-16,0 0-2 0,0 0 5 15,0 0-10-15,0 0 8 0,0 0-1 0,0 0-3 16,0 0-2-16,-3 22-2 0,3-22 4 0,0 0-2 16,0 0 0-16,0 0-1 0,0 0 5 0,0 0-6 15,-2 9-1-15,2-9-1 0,0 0 2 0,0 0-4 0,0 0 5 16,0 0 4-16,-8 2 0 0,8-2-4 16,0 0-3-16,0 0-4 0,0 0 8 0,-11-11-7 15,11 11 8-15,-5-6-6 0,5 6-1 0,-3-7 14 16,3 7 1-16,0 0 3 0,-4-7-5 0,4 7-1 15,-4-4-3-15,4 4-1 0,0 0 0 0,0 0 3 16,-2-8 3-16,2 8-3 0,0 0-2 0,0 0 6 16,0 0-5-16,0 0-4 0,-4-6-5 0,4 6 7 15,0 0-8-15,0 0 3 0,0 0-1 0,0 0-3 16,0 0 0-16,0 0 1 0,0 0-2 0,6 27 2 16,-4-16 0-16,1 1 0 0,0-1 4 0,0 5 0 15,-1 0-4-15,2 1 25 0,4-3-1 0,-5 3 0 16,4-1 8-16,-3 1-8 0,0-2 4 0,-2 2-3 15,4-1 4-15,-3-1 7 0,-2 1-3 0,2-4-1 16,-3 3-3-16,1-2-1 0,2 3 3 0,1 0 13 16,-2-1-6-16,-2-3-3 0,1 4 7 0,-1-1-6 15,0-5-9-15,0 3-4 0,-1-2 3 16,1 0 7-16,0 1-4 0,0-4-1 0,0 2-3 16,0-10 4-16,-2 15-8 0,2-5 0 0,0 0-4 15,0-2-2-15,0-8-2 0,2 9-4 0,-2-1 1 0,0-8-1 16,0 10-6-16,0-10 7 0,3 8 0 0,-3-8-1 15,0 8-4-15,0-8 8 0,1 9-7 16,-1-9 5-16,0 0 1 0,0 8-1 0,0-8 3 16,0 0-3-16,0 0 2 0,1 9-6 0,-1-9 4 15,0 0-2-15,0 0 3 0,0 0-11 0,0 0 7 16,3 7-3-16,-3-7 3 0,0 0-8 0,0 0 6 16,0 0-4-16,0 0 2 0,0 0-5 0,0 0 3 0,0 0-1 15,0 0 2-15,0 6-3 0,0-6 3 16,0 0-1-16,0 0 0 0,0 0 0 0,0 0-1 15,0 0 1-15,0 0 0 0,0 0 2 0,0 0 1 16,0 0 0-16,0 0 2 0,0 0 1 0,0 0 2 16,0 0 1-16,0 0-1 0,0 0 0 0,0 0-5 15,0 0-1-15,0 0 1 0,0 0-1 0,0 0-3 16,0 0-1-16,0 0 0 0,0 0 2 0,0 0-4 16,0 0 3-16,0 0 0 0,0 0-1 0,0 0 4 15,0 0-4-15,0 0 1 0,0 0 2 0,7 3 2 16,-7-3-5-16,0 0 6 0,0 0-5 0,0 0-1 15,8 4 2-15,-8-4-2 0,0 0-1 0,0 0 4 16,10-1-3-16,-10 1 0 0,0 0 2 0,7 1-4 16,-7-1 3-16,0 0-2 0,12-1 2 0,-12 1 1 15,0 0-3-15,0 0 4 0,0 0 5 0,0 0 0 16,0 0 3-16,16-4 0 0,-16 4 2 0,0 0-3 16,11-4 0-16,-11 4 0 0,0 0-4 0,13-3 3 15,-13 3-1-15,11-4 2 0,-11 4-5 0,14-4 1 16,-7 1-2-16,3 0 2 0,2-3-1 0,-1 3 2 15,-2 1-7-15,5-2 6 0,-2 1-3 0,2 1-1 16,-3-3 9-16,7 2-6 0,0-2 0 0,1-3-1 16,-3 0-1-16,0 3 2 0,2 1 1 0,-6 1-3 15,4-3-5-15,-2 2 3 0,2 0 0 0,-2 1 7 16,-1-1-9-16,2 1 4 0,-4 0-2 0,2-1 3 16,-1 3 1-16,0-3-5 0,1 2 3 0,-2-3 0 15,1 4-3-15,-12 1 0 0,21-2 0 0,-7 0 3 16,2 2 7-16,3-2-4 0,4-2 1 15,4 1 2-15,3 2 5 0,1-1-10 0,-1 1 0 16,3-1 1-16,-2 0 0 0,4-4-5 0,0 5 3 16,-1-1-3-16,0-1 2 0,2-1 3 0,2 0 0 15,2 0-3-15,11-1 2 0,-9 2-1 0,9-3-4 16,1-4 4-16,-2 6-2 0,0-4 9 0,-10 4 7 16,15-5-1-16,-3 1 1 0,2 1-2 0,2-2 1 15,-7 3 0-15,3-6-4 0,2 3-4 0,-16 3 2 16,17-5-2-16,0 3 0 0,1 0 2 0,0 0-2 0,-2 0-2 15,-3 1-1-15,4-4-2 0,-3 2 1 16,-2 3 2-16,0-3 0 0,2 3 0 0,-14 1-5 16,14-2-1-16,-3-2 3 0,-10 3-2 0,1 0 4 15,-2 1-2-15,12-3-4 0,-12 4 3 0,16-6 1 16,-5 6 0-16,-10-1 9 0,10 0-7 0,3 3 15 16,-15-1-18-16,13-4 7 0,-12 4-2 0,14-3 1 15,-14 1 0-15,3-2-1 0,8 2 4 0,-11-1-8 16,14-1-2-16,-16 5 10 0,2-6-7 0,2 4 2 15,-3 0-7-15,2 1 1 0,14-5 7 0,-15 4-4 16,2 0 3-16,-3 0 4 0,15-1-5 0,-16 1 9 16,5-2-3-16,-4 2 7 0,1-1 1 0,13-1-8 15,-15 3 1-15,2-1-3 0,0-1 10 0,1 1-3 16,-2-1-11-16,-2 0 4 0,0 1-7 16,1-1 6-16,0 0-10 0,1 3 4 0,-2-4 5 15,-1 1-3-15,2 1-5 0,15-3 9 0,-15 4-11 16,0-2 10-16,0-2-2 0,2 4-4 0,0-1 3 15,-1-2-2-15,-1 2 0 0,0 2 2 0,2-2-1 16,0 0-3-16,-1-2 1 0,0 2-2 0,1 2 3 16,-3 0-8-16,0-3 5 0,1 1 1 0,-2 1 0 0,1 1-3 15,-2-2 5-15,1 0-1 0,1 2 0 0,-2-1 2 16,4 0 4-16,-4-1-5 0,-1-2-2 0,3 4-2 16,-3 0 4-16,0-2-4 0,-2 2 0 15,0-1 6-15,-1 0-7 0,1 0 6 0,-1-1 1 16,3 1-2-16,-3 1-2 0,2 0 2 0,-2-1-6 15,1-1 6-15,-1 1-5 0,-3 0-2 0,2 0 4 16,0 1 3-16,-6 0-3 0,-1 1 3 0,0-3 2 16,1 3 0-16,-5 1-1 0,3-1 10 0,-1-1-8 15,-1-3-6-15,0 4-2 0,1 0 2 0,-4-3 1 16,3 3 2-16,0-1 0 0,2 1 3 0,-7-1-5 16,1 0 5-16,-14 2-3 0,26-1 6 0,-10 0-2 15,0-1 2-15,-16 2-11 0,22 0 12 0,-10-1-5 16,-12 1-1-16,0 0 1 0,19-1 3 0,-19 1-1 15,0 0 11-15,14-1-6 0,-14 1 7 0,0 0 1 16,0 0-2-16,16-2-1 0,-16 2 1 0,0 0 2 16,0 0-2-16,16 2 6 0,-16-2-14 0,0 0 11 15,0 0 6-15,16-3-7 0,-16 3-2 0,0 0-7 16,16-4 3-16,-16 4 3 0,0 0-11 16,16 0 3-16,-16 0-3 0,0 0 1 0,18-1-2 0,-18 1 3 15,11-3-3-15,-11 3 0 0,19-8 0 0,-10 5-5 16,3 0 4-16,-2-1-9 0,2 1-1 0,-2-1 4 15,-1 2 14-15,-9 2-8 0,19-3 3 16,-12 1-10-16,-7 2 4 0,22-4-4 0,-12 2 11 16,-2 0-16-16,-8 2 8 0,18-1 5 0,-18 1-1 15,13-3-2-15,-13 3-4 0,15-3 9 0,-15 3-6 16,13-3 7-16,-5 2-11 0,-8 1 6 0,16 0 0 16,-16 0 0-16,17-1 2 0,-17 1-11 0,14 1 10 15,-14-1 4-15,15-1 0 0,-3 1 4 0,-12 0 0 16,18-2-7-16,-18 2 3 0,19-1-7 0,-19 1 6 0,14-1-6 15,-14 1 10-15,15 0-6 0,-15 0 0 16,10 0-1-16,-10 0 3 0,0 0-2 0,17 0-4 16,-17 0 1-16,0 0 12 0,11-3-11 0,-11 3 0 15,0 0-7-15,14-2 4 0,-14 2-1 0,0 0 5 16,17 0-5-16,-17 0 9 0,12 0-7 0,-12 0 3 16,14 0-4-16,-14 0-2 0,11-1 5 0,-11 1 1 15,13-1-5-15,-13 1 1 0,0 0 0 0,14 1-2 16,-14-1 1-16,0 0 5 0,14-1-5 0,-14 1 4 15,0 0-3-15,0 0 3 0,0 0-5 0,0 0-7 16,0 0-5-16,12 0-9 0,-12 0-25 0,0 0-19 16,0 0-32-16,0 0-29 0,0 0-33 0,0 0-36 15,0 0-15-15,0 0-33 0,0 0-23 0,0 0-27 16,0 0-231-16,0 0-571 0,0 0 253 0</inkml:trace>
  <inkml:trace contextRef="#ctx0" brushRef="#br0" timeOffset="206716.68">31144 15822 28 0,'0'0'144'0,"-8"-5"-1"0,8 5 1 0,0 0-4 15,-13-2-4-15,13 2 1 0,0 0-14 0,-14-3 6 16,14 3-9-16,-10-3-3 0,10 3-9 0,-11-2-8 16,11 2-5-16,0 0-2 0,-12-3 1 0,12 3-6 15,0 0-5-15,-11-2-3 0,11 2-6 16,0 0-3-16,0 0-4 0,0 0-12 0,-14 0-6 0,14 0-7 15,0 0-1-15,0 0-8 0,0 0-2 0,0 0-3 16,0 0-3-16,0 0-1 0,0 0-3 0,0 0-2 16,0 0-4-16,-8 10 0 0,8-10 3 0,0 0 0 15,0 0-1-15,-1 10-1 0,1-10-1 16,0 0-1-16,0 0 14 0,0 0 0 0,6 19-1 16,-6-19-4-16,5 10-2 0,-1-7-2 0,-4-3 2 15,13 11 1-15,-6-6-2 0,2 1 4 0,2 1-5 16,-1-2 2-16,1 1-2 0,1-2 0 0,-2 1-3 15,3 0-1-15,-3 0-5 0,0 0 1 0,2 1 0 16,-3-3 5-16,2 2-8 0,-2 1-1 0,-1-1-2 16,0 0 0-16,-2 0 0 0,4-1 0 0,-6 2 0 15,-4-6 0-15,8 16-1 0,-7-5 5 0,-1-11-8 16,-1 25 3-16,-3-6 2 0,-3-2-1 0,-3 7 2 16,-1-1 1-16,-5 1-3 0,1-2 2 0,-2 4 2 15,2-3-16-15,-5 2-23 0,-1-5-34 0,1 4-35 16,-3-3-42-16,2 0-73 0,1-3-246 0,-3 0-497 15,6-5 220-15</inkml:trace>
  <inkml:trace contextRef="#ctx0" brushRef="#br0" timeOffset="210233.47">26019 12607 22 0,'-2'-7'68'0,"2"7"-5"15,0 0 9-15,-2-8-2 0,2 8-1 0,0 0-5 0,0 0 0 16,-3-9 2-16,3 9-10 0,0 0-6 15,-2-5-2-15,2 5 6 0,0 0-4 0,0 0-5 16,0 0-5-16,0 0 7 0,0 0-8 0,-5-7-5 16,5 7-3-16,0 0-9 0,0 0 1 0,0 0-3 15,0 0-6-15,0 0-8 0,0 0 5 0,0 0 0 16,0 0-3-16,0 0-4 0,0 0 4 0,0 23-4 16,0-23 7-16,2 17-11 0,-2-7 9 0,3 2 1 15,-3 1-9-15,2 3 3 0,-2-1 0 0,2 1-5 16,-2 0 0-16,1 2 3 0,3 1 0 0,-4-2 1 0,2 2 0 15,0-3-4-15,2 0 8 0,-3 2-7 0,3-1-1 16,0 0 1-16,0-1 1 0,0 3 0 16,0 1-3-16,0-2 5 0,-2 0 3 0,3 1-9 15,-1-1 5-15,-2-1-1 0,1 2 5 0,2-1-6 16,-3-1-3-16,2 0-2 0,-2-1 12 0,-1 1-2 0,3 0-9 16,-2 0-1-16,-2-2-3 0,4 2-2 15,1 0-10-15,0 1-4 0,-1-1 3 0,1 0 3 16,-1 1-11-16,3-1 2 0,-5 2 0 0,2-2-2 15,1 1 6-15,0 0-7 0,1 1 8 0,-1-1-3 16,-3 1 4-16,2 0-12 0,-4 0 3 0,2 1 0 0,1 0 10 16,0 0-7-16,-1-3 1 0,2 2 1 0,-3 0 7 15,0 1 0-15,-1-5 6 0,0 3-2 0,0 2 3 16,0-2-2-16,3-2 4 0,-1 0 2 16,-4-1 8-16,2-1-11 0,0 2 3 0,2 0-1 15,-2 0 1-15,0 2-1 0,2-3 6 0,-2 2 0 0,2-2 0 16,-2 1-2-16,2 0 3 0,-2-2-5 0,2 2 1 15,1 0-1-15,-1-1 2 0,0-3 6 16,1 5-5-16,0-2 1 0,-1 2 4 0,0-4-2 16,2 2 2-16,1-1-5 0,-1 2 4 0,-2 0-4 15,2 1 3-15,-1-2 0 0,0 2 1 0,1-2-2 0,0 1 0 16,-1 0-1-16,1 1-1 0,-2 0 2 16,2-1-1-16,-1 2 6 0,-1-2-5 0,3 2 3 0,-1-3-1 15,-3 3-2-15,3 0 5 0,0 0-10 0,-2-1 5 16,0 0-3-16,3 0 2 0,-3 0 6 15,3 0-1-15,-3-1-6 0,1 4 3 0,-1-1 3 0,2-1-5 16,-2-2-1-16,1 1 5 0,1 2-1 0,0-1-4 16,-2-1 3-16,-1-1-1 0,4 2 4 15,-5 1-3-15,4-2 0 0,0 1-5 0,-3 0 2 0,1 0 6 16,-2-2 0-16,0 3-9 0,2 0 6 16,-2-1 1-16,2 0-8 0,0 1 3 0,-2 0 3 0,2 1-2 15,0-2 9-15,1 6-10 0,1-1 1 0,1-5 4 16,-2 1-4-16,1 2 3 0,0-2 14 15,1-1-17-15,-1 1 1 0,0-1-1 0,2 6 0 16,0-5 6-16,-2 0-2 0,-1-2-3 0,3 1 3 16,-3-2-4-16,-1 1-3 0,3-2 8 0,-1 2-8 15,-1 2 3-15,-1-3 2 0,-2 3 4 0,0 0-4 0,2 0 7 16,0-1-3-16,-2-1-6 0,0 2 4 16,2 0 22-16,2 5 3 0,-1-6 3 0,-3 2 2 0,4 5-5 15,1-6-4-15,-5 2 2 0,3-2-8 16,-1 6 2-16,6 0-4 0,-6-5-2 0,1 4 5 15,1 0 9-15,-2-4-6 0,6 2-5 0,-4-1 8 16,0-2-7-16,3-1-2 0,-5 2 3 0,2-2 6 0,-1 1 5 16,2-3-7-16,-1 2 3 0,-2-2-8 15,-1 0 4-15,1 0-9 0,2 2 5 0,-4-7-8 16,4 3 4-16,-2-2-3 0,-1 1 7 0,1-1-13 16,2 0 14-16,1 3-14 0,-4 0 8 0,3-3-2 15,-4-1 13-15,4 2-17 0,-2 0 8 0,1 4-17 16,1-2 10-16,-2-2-6 0,2 3 5 0,-1-1 3 0,4 1-9 15,-5 1-9-15,3-4 15 0,-1 7-1 16,-4-2 22-16,2 0-1 0,2 1-3 0,-1 5-2 16,-1-5-1-16,0 6-6 0,3 3 5 0,-3-1 1 15,3-2-4-15,-1 2-1 0,-2-2 4 0,1 0-8 16,-3 1-2-16,4 0-1 0,0-2 2 0,2 0-5 16,-4-4 9-16,0 5-6 0,2 0-3 0,1-9 4 15,-1 2 0-15,0-2 1 0,-1 3-5 0,4-4-3 16,-3-3-1-16,-2 3-12 0,1-4-6 0,1-1-24 15,-2-4-26-15,0 0-28 0,3 1-115 0,-5-7-227 16,0 11 101-16</inkml:trace>
  <inkml:trace contextRef="#ctx0" brushRef="#br0" timeOffset="212403.14">26976 12462 16 0,'0'0'52'0,"0"0"-8"16,0 0 3-16,0 0-10 0,0 0-2 0,0 0-7 15,0 0 1-15,0 0-4 0,0 0-4 0,0 0-1 16,0 0-4-16,0 0-1 0,0 0-2 0,0 0 1 0,-1 20-2 16,1-20 14-16,0 10 3 0,0-10 0 15,0 13-8-15,0-7 1 0,1 2-2 0,-1 1-4 16,0 0-3-16,-1 0 0 0,2 1 4 0,1 0 0 15,-2 0 4-15,0 3 4 0,0-3 5 0,2 2-11 16,-2 0-2-16,0 1 15 0,4 1-7 0,-4 2 1 16,2-3 4-16,-2-1-11 0,3 5 2 0,-3-4-6 15,2-2 1-15,-2 1 0 0,2 2-4 0,-2-3-3 16,3 2 2-16,-1-1-3 0,1-1 9 0,-1 2-14 16,2-3 2-16,-2-1 4 0,0 4-3 0,3-2-2 15,-3-1 2-15,0-1 6 0,0 1-5 0,0-1-9 16,1 3 10-16,0-4-5 0,1 3-2 0,0-2 4 15,-2-1-8-15,1 2 7 0,1-3-7 0,0-2 5 16,-2 5 0-16,2 0-4 0,-2-1 2 0,2 2-2 16,-1-1 5-16,-1 1-1 0,0-1 2 0,0 0-5 0,2 2 6 15,-4-1-1-15,4-2-3 0,-1 3-2 0,-1-2 6 16,1 1-8-16,-1 0 9 0,1-1-8 16,-1 1-2-16,2 1 5 0,-4-2 3 0,2 3-5 15,1-1 5-15,-1 1-2 0,0-2 1 0,0 1-7 0,0 1 0 16,0-1 14-16,0 2-9 0,0 2-4 0,2-1 7 15,-2 0 1-15,0-1 2 0,0 1-7 0,3 3 8 16,-3-3-1-16,2-3 9 0,0 3-5 16,-3 1-2-16,4-4-2 0,-1 0 3 0,-1 3-5 15,-1 1 10-15,4 1-10 0,-1-1 2 0,1-1 2 0,-4 1 2 16,6 0-6-16,-4 1-5 0,3 0 2 0,-3-1 0 16,0 3 1-16,2 0-1 0,-2 0-8 15,2-1 7-15,1 6 1 0,2-1 2 0,-2 1-3 16,-2-4 0-16,3 2 3 0,-1 4-4 0,-3-6-3 15,2-1 6-15,-2 4 2 0,0-4-5 0,1 2 0 0,-3-3 1 16,2 2 0-16,0 0 1 0,0-3-5 0,0 2-2 16,0 5 7-16,-2-6 1 0,2 2-1 15,-3-2 3-15,3 1-6 0,1 0 10 0,-1 0-19 16,0-1-2-16,1-2 5 0,-2 2-5 0,-1-1-2 0,4 1 16 16,-2-2-4-16,1-1-5 0,-1 1-2 0,1 0 9 15,-2 0 9-15,3 0-5 0,-2 0 6 0,1-2-12 16,0 4-1-16,2-3 10 0,-1 1-19 15,-1-1 9-15,-1 1 3 0,1-1-9 0,-1 1 15 16,3-1-12-16,-3 2 4 0,1 0-4 0,-1-1 5 0,1 1 0 16,-1 1 1-16,1-2 5 0,-2 0-4 0,3 2-3 15,-4 0 11-15,3 0-13 0,-5 1-4 0,4-1 3 16,-2 2 1-16,3 3-4 0,-3-5 1 16,-2 2 2-16,2 3-4 0,1-2 3 0,-1-1 4 0,1-2-6 15,-2 0-4-15,1 1 0 0,1 0 3 16,-3 0-2-16,4-1-1 0,-4 0 6 0,2 1-5 0,0-1 6 15,0 2-8-15,-1-2 13 0,1-2-9 0,-2 3-2 16,2-2 0-16,0 1 8 0,1 2-6 0,-1-4-2 16,-2 2-2-16,1-1 4 0,1 0 3 0,0 3-2 15,0-2 3-15,0 0 4 0,-1 0 1 16,0 1-9-16,2-1 0 0,-3 1-1 0,2-1 4 16,-2 1 4-16,2-1-1 0,-4 1 2 0,4-3-1 0,-2 3 4 15,0-5-1-15,2 4-1 0,0-3-2 0,0 2 4 16,-1 0-8-16,6-1 0 0,-5 3 25 0,3 0-8 15,-3-2-13-15,0 0 3 0,2 4-4 0,0-2-1 16,-1 0 1-16,-1-2 10 0,3 9-10 16,-2-9 3-16,-1 1-6 0,0-1 5 0,2 2 11 15,0-3-3-15,-1 3-2 0,-1 0 14 0,0-3-18 0,0 3 8 16,1-4-8-16,2 0 3 0,-3 2 3 16,0 0 9-16,3 0-10 0,-1-2 0 0,-2 3-6 0,2-3 3 15,0-1 1-15,-1 2 2 0,2-6-10 16,-3 3 14-16,1 2-12 0,1-4 9 0,-2 1-3 15,0 0-2-15,3 3 5 0,-1-2 13 0,-2 0-19 16,3 2 0-16,-4-2-6 0,2-1 6 0,-2-1 1 16,-1 2-2-16,2-1 0 0,2-1 27 0,-1 1-3 15,-3-3-11-15,1 2 2 0,1-1-1 0,-1 2 2 16,-1-2-7-16,0 2-3 0,2-1 7 0,0 0-10 16,-2-1 9-16,0 0-7 0,2 1 1 0,-2-2 0 15,2 1-1-15,-2 0-2 0,1-1 1 0,-2 0 3 16,2 1-6-16,-2-2-2 0,1 1 5 0,1 0 1 15,-1-1-3-15,2-1 4 0,-2-7-9 0,-2 12 3 0,2-3 9 16,-1-1-1-16,1-8-11 0,-2 17-8 16,0-9-3-16,2 0-9 0,0-8-7 0,-2 11-16 15,0-5-18-15,2-6-1 0,0 12-15 0,0-12-7 16,-1 7-60-16,1-7-159 0,0 0 70 0</inkml:trace>
  <inkml:trace contextRef="#ctx0" brushRef="#br0" timeOffset="214176.58">28008 12530 22 0,'0'0'65'0,"0"0"1"0,-4-9-8 16,4 9-2-16,-4-6 6 0,4 6 0 0,0 0-7 0,-5-6-1 15,5 6-8-15,0 0-9 0,0 0 11 0,0 0-7 16,-4-6-7-16,4 6 5 0,0 0-8 0,0 0-15 15,0 0 6-15,0 0-4 0,0 0-4 16,0 0-2-16,0 0 1 0,0 0 0 0,0 0-3 0,0 0-7 16,0 0 1-16,0 0 4 0,0 0-3 0,0 0-5 15,2 27 3-15,0-16 9 0,-2 2-5 0,2-1-3 16,0 4-1-16,-1 0-5 0,-1 2 7 16,1-1-5-16,2 0 1 0,-1 2 1 0,0 1-2 15,1 0 1-15,0 4-2 0,1-4 0 0,-2-2 1 0,2 2 6 16,0 0-3-16,1-1 0 0,-1-2-1 0,1 2 1 15,0 2-2-15,2 3-1 0,-1 0-3 16,1 1 1-16,-3 2 3 0,2-3-7 0,-2-5 8 16,2 6-7-16,-1 2 3 0,-1-2 5 0,5-2-6 0,-6 3-6 15,3 0 19-15,-4 1-8 0,3-3-8 0,-1 5 4 16,1-1 5-16,2 3-1 0,-2-3-1 16,-1 0 1-16,0 0 4 0,2 1-7 0,-1-1 4 15,1-1 7-15,-1-2-10 0,2 2 4 0,-3-2-6 16,1-1 2-16,-2-5 3 0,3 6-4 0,-3-8-2 0,3 9 4 15,-4-2-4-15,1-5 9 0,1 0 2 0,2 6-14 16,-3-7 7-16,2 9-5 0,-3-2 4 0,3-1-2 16,-3-5 6-16,2 6 3 0,-2-1-10 15,-1 0 4-15,2 2 1 0,-3-7-5 0,3 6-11 0,-1 1 14 16,2-1 0-16,-2-2-3 0,0-2-5 0,2 1-3 16,-2-2 11-16,2-1-3 0,0 1 1 0,-3-1 0 15,3 1-1-15,0-1 4 0,-2 2 19 0,2-4-21 16,-4 2-3-16,4 0 3 0,0-2-4 0,-4 2 1 15,1 0 0-15,2-2-4 0,-2 0 7 16,1 1-2-16,0-1 6 0,-2 2-2 0,1-3 3 0,2 2-4 16,-1-2 5-16,1 1-5 0,-3 1-2 0,5-1 9 15,-4-2-5-15,3 0-7 0,-2 3 2 0,2-1-6 16,0-1 9-16,-1 1 0 0,1 1 2 0,-1-1 1 16,2 0-9-16,-1-1 18 0,0 2-17 15,0-1 2-15,0 0 3 0,-3 2-6 0,4-1-1 16,-1 1 11-16,-2-2-6 0,1 2 0 0,-3-2 8 0,4 1-8 15,-2 2 3-15,0-1 1 0,-1 1 0 0,1-2-1 16,0 2 12-16,0-2-24 0,0 1 12 0,0 2-5 16,1-2 4-16,-2 2-2 0,0-2 5 15,1 6-4-15,1-7-5 0,0 2 8 0,-2-2 0 16,-1 2-8-16,2 4 4 0,-2 3 4 0,1-8-4 16,-1 0-3-16,0 1 2 0,1-1 8 0,-2-1 0 15,2 2-8-15,-2-3 5 0,1 0 7 0,-1 0-8 0,-1-2-1 16,1 3 2-16,1-1-2 0,-1-3 2 0,2 1-9 15,-2-3 8-15,1 0-7 0,0 0 5 16,1 4-8-16,0 0 0 0,-1-3 3 0,0 0 8 16,0-2-4-16,2 7 7 0,0 0 1 0,-1-1-1 15,1 2-2-15,0-2 3 0,2 1 3 0,-1-1 5 16,-1 2-7-16,0-3-6 0,3 1-2 0,-2 0 5 16,-1-1-1-16,3 0-4 0,-3-4 3 0,4 4-1 0,-6 0 4 15,6 0 1-15,-3 0-8 0,-1 1-4 16,0-5 3-16,5 2 5 0,-5-2 4 0,1 0 1 15,1-1-7-15,-2 0 2 0,0 0 0 0,0-1-2 16,1 0-1-16,-1 0 5 0,0 2 9 0,-1-5-8 16,3 3-3-16,-3-1-2 0,-1-2-2 0,3 0 11 15,-2 0-8-15,-1 1 4 0,0-1-5 0,0 3 0 0,2-3 4 16,-2-7 6-16,0 13-6 0,0-5-1 16,0 2-3-16,2 0 7 0,-2 2-8 0,2-2 3 15,-2 0 2-15,2-1-1 0,0 2 2 0,-2-1 1 16,0-1-13-16,1 0 10 0,1 2 15 0,-2-2-17 15,2 1-6-15,-2 0 2 0,0 1 3 0,3 3 21 16,-2-4-12-16,2 2 5 0,0-1-9 0,-1 0-1 16,0 1-3-16,1-3 13 0,-1 1-15 0,-2-3 2 15,2 3 5-15,-2-10-5 0,1 11-16 0,2-5-5 16,-1-1-12-16,-2-5-12 0,4 8-16 0,-4-8-4 16,1 7-3-16,-1-7-9 0,4 4-52 0,-4-4-139 15,0 0 62-15</inkml:trace>
  <inkml:trace contextRef="#ctx0" brushRef="#br0" timeOffset="-209541.23">23837 13685 1 0,'0'0'53'0,"0"0"6"0,0 0-4 0,0 0-2 16,0 0 1-16,0 0-1 0,0 0-3 0,0 0-1 15,0 0-6-15,0 0 1 0,0 0-15 0,0 0 5 16,0 0-10-16,0 0-6 0,0 0 6 0,0 0-5 16,0 0-3-16,0 0-8 0,0 0 11 0,0 0-7 15,0 0 3-15,-16-10-5 0,16 10 1 0,0 0-1 16,0 0-1-16,0 0 2 0,-10-3-3 0,10 3-3 15,0 0 0-15,0 0 2 0,0 0-4 0,-10 1 5 16,10-1-5-16,0 0-7 0,0 0 3 0,0 0 4 16,-13 3-2-16,13-3 0 0,0 0-2 0,0 0 10 15,-6 3-9-15,6-3-3 0,0 0 3 0,0 0-1 0,0 0 0 16,0 0 6-16,-8 3-10 0,8-3 5 16,0 0 0-16,0 0-1 0,0 0-4 0,0 0 2 15,0 0 8-15,0 0-4 0,0 0 2 0,0 0-6 16,0 0 0-16,0 0 9 0,0 0-9 0,0 0-1 15,0 0 2-15,0 0 2 0,0 0 0 0,0 0 3 16,0 0 2-16,23 3-7 0,-23-3 3 0,8 0 0 16,-8 0-1-16,0 0-2 0,10 0 0 0,-10 0-7 15,9 2 0-15,-9-2 1 0,0 0 1 0,11-1 2 16,-11 1-8-16,0 0 0 0,9 1 9 0,-9-1-2 0,9 0-3 16,-9 0-9-16,0 0 2 0,10-2-14 15,-10 2 2-15,9 0-6 0,-9 0-6 0,13-1-10 16,-7-1-38-16,3 0-93 0,2 1 42 0</inkml:trace>
  <inkml:trace contextRef="#ctx0" brushRef="#br0" timeOffset="-208263.17">23847 13682 10 0,'0'0'15'0,"0"0"-1"0,0 0 0 16,0 0-1-16,0 0 8 0,0 0-2 0,0 0-3 0,0 0 9 15,0 0-9-15,0 0 4 0,0 0-8 0,0 0-1 16,0 0-6-16,0 0 3 0,0 0 1 0,0 0 0 16,0 0 0-16,0 0-7 0,0 0 4 0,0 0 0 15,0 0-3-15,0 0-2 0,0 0-1 16,-13 7 2-16,13-7 2 0,0 0-1 0,0 0 0 0,0 0-1 16,0 0-2-16,0 0 3 0,0 0-1 0,0 0-4 15,0 0 3-15,0 0 1 0,0 0-3 0,0 0 5 16,0 0-4-16,0 0 3 0,0 0 5 0,0 0-8 15,0 0-3-15,0 0 3 0,0 0 3 16,0 0-3-16,0 0 1 0,0 0 0 0,0 0-5 0,0 0 3 16,0 0 4-16,0 0-5 0,0 0-2 0,0 0 4 15,0 0-2-15,0 0 4 0,0 0-2 0,0 0 2 16,0 0 0-16,0 0-3 0,0 0 5 0,0 0-3 16,0 0 3-16,0 0-7 0,0 0 0 0,0 0-1 15,0 0-2-15,0 0 0 0,0 0 2 0,0 0-4 16,0 0 2-16,0 0 1 0,0 0-1 0,0 0-4 15,0 0 3-15,0 0-4 0,0 0-9 0,9 8-15 16,-9-8-37-16,0 0 17 0</inkml:trace>
  <inkml:trace contextRef="#ctx0" brushRef="#br0" timeOffset="-205948.02">29512 12844 9 0,'0'0'23'0,"-22"9"-3"15,22-9-5-15,0 0 2 0,-7 2-1 0,7-2 6 0,0 0-3 16,0 0 0-16,-7 2 6 0,7-2 5 0,0 0 3 16,0 0-5-16,0 0 2 0,0 0-1 0,-6 4 0 15,6-4-6-15,0 0-2 0,0 0 5 16,0 0 1-16,0 0-5 0,0 0-2 0,0 0 2 16,-9 0-4-16,9 0 3 0,0 0-4 0,0 0 1 0,0 0 4 15,0 0-4-15,-12 0 2 0,12 0 10 0,0 0-8 16,0 0 1-16,0 0 6 0,-10 0-2 0,10 0 8 15,0 0-7-15,0 0 9 0,-10 0-2 0,10 0 0 16,0 0 8-16,0 0-8 0,0 0-1 16,-10 0 1-16,10 0 7 0,0 0-7 0,0 0 0 0,0 0 1 15,0 0-6-15,0 0 2 0,0 0-7 0,-12-3 1 16,12 3-1-16,0 0-2 0,0 0-3 0,0 0-3 16,0 0 1-16,0 0 0 0,0 0-1 15,-8-1 3-15,8 1-3 0,0 0-1 0,0 0-4 0,0 0 3 16,0 0-5-16,0 0-6 0,0 0 1 0,0 0 3 15,0 0-1-15,0 0-1 0,0 0-2 0,0 0 2 16,0 0-5-16,0 0 7 0,0 0-6 0,0 0-1 16,0 0 1-16,0 0-2 0,0 0 1 15,0 0 3-15,0 0 10 0,0 0-15 0,0 0 2 0,0 0 8 16,0 0-7-16,0 0 0 0,0 0-7 0,0 0 6 16,30 5-4-16,-30-5 2 0,9-1 0 0,-9 1 5 15,11 0-1-15,-4 0 6 0,-7 0-6 0,15-2 2 16,-15 2-3-16,14-1-1 0,-5 0-3 0,-1 0 5 15,-8 1 0-15,15-1 0 0,-5 0 1 0,-1 0-4 16,-9 1 1-16,17-2 6 0,-11 1-7 0,2 0 1 16,-8 1-1-16,15-3 3 0,-9 3 1 0,-6 0-2 15,15-2-5-15,-8 1 7 0,2-1-2 0,-9 2-1 16,14-2-1-16,-6 0-2 0,2 2 5 0,0-1-2 16,1-1 15-16,-1 1-19 0,-4 0 1 0,-6 1 1 15,14-2-4-15,-5 2 6 0,-1 0-2 0,2-2 1 16,2 1-5-16,-3 0 16 0,0 0-7 0,2-1-6 15,-1 1 3-15,2 0-3 0,-2-2-2 0,0 0 6 16,-1 2-2-16,3-2-1 0,-2 3-1 0,0-3 7 16,3 0-15-16,-3 2 0 0,0-2-8 0,0 3-6 15,-2-3-6-15,-8 3-9 0,17 0-18 0,-7-3-16 16,-4 2-20-16,1-2-12 0,2 1-110 0,-9 2-233 16,11-5 104-16</inkml:trace>
  <inkml:trace contextRef="#ctx0" brushRef="#br0" timeOffset="-204181.27">29539 12859 17 0,'0'0'22'0,"-30"2"5"0,30-2-4 0,0 0-8 16,-7 2-4-16,7-2 2 0,0 0-1 0,0 0-1 16,0 0 1-16,0 0-7 0,-7 3 7 0,7-3-5 15,0 0 0-15,-6 5 1 0,6-5-5 0,0 0 2 16,0 0-2-16,-12 1 3 0,12-1 0 0,0 0-4 16,-9 3 1-16,9-3-1 0,0 0 3 0,-11 0 3 15,11 0 6-15,0 0-1 0,-9 1-1 0,9-1-4 16,-8 2 2-16,8-2-1 0,0 0 1 0,-11 2-6 15,11-2 8-15,-9 1-9 0,9-1 4 0,-8 1-3 16,8-1 4-16,0 0 6 0,-8 1 1 0,8-1 6 16,0 0-5-16,0 0 6 0,0 0-4 0,-10 0 0 15,10 0-6-15,0 0 5 0,0 0 0 0,0 0-9 16,0 0 1-16,0 0-3 0,0 0 4 0,0 0-7 16,0 0-3-16,0 0 6 0,0 0-4 0,0 0 0 15,0 0 5-15,27-8-4 0,-19 8 2 0,-8 0-1 16,14-2 0-16,-4 0 0 0,3-1-8 0,0 1 4 15,1 0 2-15,2 0-1 0,-2-1-2 0,0 1-5 16,0 0 3-16,3 0 0 0,2-1 0 0,-6 2 0 16,6-1 1-16,-2 1 10 0,-3 1-14 0,-1-2-7 15,4 1 13-15,-2-2-5 0,-3 2-2 0,1-1 4 16,0 1-1-16,2-2-3 0,-1 2-4 0,-1-1 1 16,1 2-3-16,4-3 2 0,-5-1 5 0,2 3-5 15,-2 1 0-15,2-2-1 0,2-1 2 0,-4 0 2 16,0 0-3-16,-2 3-2 0,2-2 3 0,-3 0 10 15,-1-1-6-15,2 3 7 0,-3-1-3 0,-8 1 3 16,15-3-6-16,-7 1 4 0,0 2-1 0,-8 0 0 16,14-2 6-16,-7 1-5 0,0 0-3 0,-1-2 3 15,-6 3-2-15,12-2 1 0,-12 2 1 0,9-4 2 16,-9 4 8-16,6-1-4 0,-6 1-1 0,0 0 4 16,9-2-7-16,-9 2 10 0,0 0-5 0,0 0-1 15,8-3 11-15,-8 3-14 0,0 0 5 0,0 0-3 16,0 0 2-16,0 0-4 0,7-2 2 0,-7 2 0 15,0 0-3-15,0 0 2 0,0 0-2 0,0 0 2 16,0 0 0-16,0 0 5 0,0 0-6 0,0 0 1 16,0 0-1-16,0 0-4 0,0 0 2 0,0 0 5 15,0 0 0-15,0 0 2 0,0 0-6 0,0 0 6 16,0 0-5-16,0 0-2 0,0 0 4 0,0 0 4 16,0 0 1-16,0 0-5 0,0 0 3 15,0 0 3-15,0 0 0 0,0 0-2 0,0 0-2 0,0 0 2 16,0 0-2-16,0 0-1 0,0 0 4 0,0 0-6 15,0 0 2-15,0 0-9 0,0 0 11 0,0 0 1 16,6-5 1-16,-6 5-2 0,0 0 8 0,10 0-3 16,-10 0 4-16,0 0 7 0,12 0-14 15,-12 0-8-15,12-1 9 0,-7-2 1 0,-5 3-6 16,13-1-2-16,-13 1-2 0,10-1-10 0,-10 1-6 0,10-1-1 16,-10 1-2-16,9-2-12 0,-9 2-17 0,0 0-3 15,9-3 1-15,-9 3-40 0,0 0-95 0,8-1 43 16</inkml:trace>
  <inkml:trace contextRef="#ctx0" brushRef="#br0" timeOffset="-204054.31">30198 12758 32 0,'0'0'11'0,"0"0"2"16,0 0 4-16,0 0 3 0,0 0 9 0,0 0 3 0,0 0-1 15,0 0 0-15,0 0-7 0,0 0 0 0,0 0 1 16,0 0-9-16,4-5-1 0,-4 5-2 0,0 0-2 16,0 0-3-16,0 0-6 0,0 0 0 0,0 0-11 15,0 0-11-15,0 0-35 0,0 0-59 16,0 0 26-16</inkml:trace>
  <inkml:trace contextRef="#ctx0" brushRef="#br0" timeOffset="-202529.9">30451 12586 152 0,'0'0'149'0,"0"0"-11"0,0 0-3 0,0 0-6 16,1-11-10-16,-1 11 2 0,0 0-22 0,0 0-7 15,0 0-16-15,0 0-6 0,0 0-7 0,0 0-10 16,0 0-6-16,0 0-3 0,0 0-3 0,0 0-4 15,0 0-6-15,13 19 0 0,-8-10 0 0,0 1-3 16,-1-1-3-16,-2 0 1 0,1 3-5 0,1-1 3 16,0 0-7-16,1 0 0 0,-1-1-3 0,2 0 1 15,-3 1 1-15,1-3 2 0,-2 3-5 0,0-4 0 16,-1 1-1-16,2-3-1 0,-3-5 10 0,1 12-2 0,1-8-2 16,-2-4-11-16,3 9 4 0,-3-9 8 15,0 0 18-15,3 5 4 0,-3-5 14 0,0 0 5 16,0 0 11-16,0 0 0 0,0 0 3 0,0 0 3 15,1 6 1-15,-1-6-4 0,0 0-2 0,0 0-7 16,0 0-6-16,0 0-6 0,0 0-6 0,0 0-8 0,0 0-2 16,0 0-1-16,0 0-9 0,-3-27-1 15,3 27-5-15,3-14-4 0,2 4 6 0,-5 1-13 0,4-4-3 16,-1 2-4-16,3-1 2 0,-1-1-2 16,1-1 0-16,6 0-3 0,-3-1-6 0,0 2 1 15,3 1-17-15,-1 4 5 0,1-3 0 0,-2 3 1 0,1 2 0 16,-1-1 2-16,1 3-4 0,0 0 3 0,-4 2 1 15,3-2 1-15,-10 4 1 0,13 2-2 16,-6 1 1-16,0 0 1 0,0 3 5 0,-1 4-2 16,-1-2 4-16,1 3-6 0,-3-1 5 0,2 2 0 15,-2 0 3-15,1-1-2 0,-2 2 3 0,2-3-1 0,-3 3 1 16,3-1 0-16,-2-1-1 0,0 0 4 0,1-1-3 16,0 1 3-16,0 0 3 0,-2-3-3 0,2 5-11 15,-1-6-14-15,0 1-15 0,0-1-33 0,0-1-34 16,-2-6-48-16,3 11-34 0,-1-4-33 15,-2-7-119-15,1 10-368 0,-1-10 163 0</inkml:trace>
  <inkml:trace contextRef="#ctx0" brushRef="#br0" timeOffset="-202147.81">30929 12753 118 0,'0'0'157'0,"0"0"-6"0,0 0-18 0,10 12-14 16,-8-8-15-16,-2-4 2 0,2 13-6 0,1-6-9 15,-1 2-2-15,0-3-21 0,-1 1 5 0,-1-7-8 16,1 11-6-16,-1-11 9 0,3 10-6 0,-2-5-1 0,-1-5-2 16,0 8 8-16,0-8 8 0,0 0 10 0,4 8 12 15,-4-8 12-15,0 0 8 0,0 0-5 16,0 0-5-16,0 0-9 0,0 0-10 0,0 0-9 15,0 0-4-15,0 0-10 0,0 0-3 0,4-21-5 16,-2 14-7-16,3-1-1 0,2-2-2 0,-3-2-19 16,3 1 3-16,2-2 0 0,0 0-11 0,-1 1-1 0,0 5-3 15,0-1 0-15,-1 1-9 0,-2 2 9 0,0 1-13 16,-5 4 0-16,8-3-1 0,-8 3 1 16,11 2-4-16,-11-2 0 0,8 9 0 0,-4-3 2 15,0 4-1-15,-1-1-20 0,0 5-25 0,-1-3-35 16,1 5-46-16,-2 2-75 0,1-7-66 0,-2 7-163 0,1-7-465 15,1 0 206-15</inkml:trace>
  <inkml:trace contextRef="#ctx0" brushRef="#br0" timeOffset="-199864.15">29470 12875 7 0,'0'0'40'0,"0"0"1"0,0 0 1 0,0 0-3 15,0 0-2-15,0 0-1 0,0 0-3 0,0 0-4 16,0 0 0-16,0 0-5 0,0 0-4 0,0 0 0 16,0 0-4-16,0 0 4 0,0 0-3 0,0 0 2 15,0 0-3-15,0 0-2 0,0 0 0 0,0 0 2 16,0 0 0-16,0 0 0 0,0 0 5 0,0 0-1 15,0 0 8-15,0 0-3 0,0 0 4 0,0 0-2 16,0 0-4-16,0 0 0 0,0 0-1 0,0 0 1 16,0 0-6-16,0 0-3 0,0 0 8 0,0 0-10 15,0 0-2-15,0 0-1 0,0 0 2 0,0 0 0 16,0 0 2-16,0 0 1 0,0 0-2 0,0 0-2 16,0 0 2-16,0 0-2 0,0 0 1 0,0 0-2 15,0 0 8-15,0 0 6 0,0 0-12 0,0 0 1 16,0 0-2-16,0 0 2 0,0 0-7 0,0 0 0 15,0 0 2-15,0 0-5 0,0 0 4 0,0 0 0 16,0 0 6-16,0 0-9 0,0 0 1 0,0 0 2 16,0 0-11-16,0 0 8 0,-17 12 2 0,17-12 9 15,0 0 3-15,0 0 2 0,0 0 2 0,0 0 3 16,-8 3-3-16,8-3 6 0,0 0-8 0,0 0 10 16,0 0-11-16,0 0 4 0,-9 2-7 0,9-2 5 15,0 0-3-15,0 0 6 0,0 0-11 0,0 0-3 16,0 0 0-16,0 0 1 0,0 0-8 0,-13-3 6 15,13 3-4-15,0 0 2 0,0 0 0 0,0 0 2 16,0 0-3-16,0 0-2 0,-11-2 0 0,11 2-3 16,0 0-1-16,0 0 2 0,0 0 10 0,0 0-2 15,-9-2-1-15,9 2 9 0,0 0-3 0,0 0 3 16,0 0-2-16,-6-3 7 0,6 3-13 0,0 0-3 16,0 0 4-16,0 0-2 0,-8-4 1 0,8 4-1 15,0 0 8-15,-7-3 1 0,7 3-16 0,0 0 3 16,0 0 2-16,-11 0-2 0,11 0 2 0,0 0 0 15,-9-4-2-15,9 4 5 0,-7-3-6 0,7 3 3 16,-8-2 2-16,8 2-3 0,-6-3 8 0,6 3-9 16,0 0 7-16,-11-4 6 0,11 4 1 0,-7-3-4 15,7 3 3-15,-8-2-4 0,8 2 0 0,-9-3-5 16,9 3 3-16,-9-2-5 0,9 2 3 0,-7-4-1 16,7 4-1-16,-7-5 3 0,7 5-2 0,-6-3-4 15,6 3-2-15,-9-5 5 0,9 5-3 0,-8-4 0 16,3 1 1-16,5 3 1 0,-6-5-1 0,6 5-2 15,-9-5 13-15,9 5 1 0,-5-4-3 0,5 4 0 16,-7-3 1-16,7 3-4 0,-9-5 0 0,9 5 0 16,-6-3-5-16,6 3 2 0,-10-6-1 0,10 6-6 15,-9-4 4-15,5 0 1 0,4 4 1 0,-9-2-4 16,9 2 0-16,-10-5 2 0,5 3-3 0,5 2 2 0,-12-5 0 16,6 2-2-16,6 3-3 0,-12-3 1 15,6 0-1-15,-1 2 0 0,7 1 3 0,-14-4 4 16,8 1-6-16,-1-1 3 0,7 4-3 0,-13-3 0 15,6-1 2-15,7 4-4 0,-12-3 2 0,7 1 0 16,5 2 0-16,-14-5 0 0,9 3-3 0,5 2 5 0,-10-5-4 16,10 5-1-16,-10-4 13 0,10 4-9 0,-10-4-2 15,10 4-1-15,-9-4 5 0,5 2-3 16,4 2-3-16,0 0 6 0,-10-5-3 0,10 5-3 16,-7-3 1-16,7 3 1 0,-8-4 1 0,8 4 3 15,-6-5-3-15,6 5 0 0,-9-5-1 0,9 5 3 0,-9-5-2 16,7 1 1-16,2 4-1 0,-8-3 0 0,8 3 1 15,-9-4 0-15,9 4-2 0,-6-3 3 0,6 3-2 16,-9-3-5-16,9 3 6 0,-7-4-4 16,7 4 2-16,-8-3-1 0,8 3 1 0,-10-3 0 15,10 3 4-15,-7-4-4 0,7 4 1 0,-8-2-1 0,8 2 2 16,-7-3 2-16,7 3-6 0,-8-3 3 0,8 3-2 16,-7-4 2-16,7 4 2 0,-7-2 0 15,7 2-1-15,0 0-4 0,-12-1 4 0,12 1 0 0,0 0-3 16,-9-3-3-16,9 3 7 0,0 0 1 15,-11-2-6-15,11 2 3 0,-6-4 0 0,6 4-1 0,0 0-1 16,-11-1 3-16,11 1-1 0,0 0-2 0,-8-2 3 16,8 2-1-16,0 0-1 0,-7-2 0 15,7 2-2-15,-9-4 3 0,9 4-3 0,0 0 8 16,0 0 2-16,0 0-7 0,-10-1 2 0,10 1-2 16,0 0-3-16,-9 0 3 0,9 0 0 0,0 0-3 0,-12-2 1 15,12 2 1-15,-9 2-2 0,9-2 1 0,-9 0 2 16,9 0 2-16,0 0-3 0,-12 1-1 0,12-1 0 15,0 0 2-15,-12-1-3 0,12 1 5 0,-8 1 0 16,8-1-4-16,-11 2 2 0,11-2-2 16,-8 2 3-16,8-2 0 0,0 0 0 0,-8 0-1 0,8 0 0 15,0 0 0-15,0 0-1 0,-11 1 0 0,11-1-2 16,-8 1 2-16,8-1 0 0,0 0 2 16,-10 2-1-16,10-2-3 0,-8 0 3 0,8 0 3 0,0 0-3 15,0 0-3-15,-12 1 1 0,12-1 2 16,-7 2 1-16,7-2 0 0,-9 3-1 0,9-3-1 0,-12 1 0 15,12-1 2-15,-12 2 3 0,12-2-1 0,-12 1-4 16,8 2 0-16,4-3 1 0,-12 2-3 0,12-2 2 16,-10 1 8-16,5 2-11 0,5-3 0 0,0 0 2 15,-13 1 3-15,13-1-3 0,-9 0 1 0,9 0-2 16,0 0 0-16,-13 0 3 0,13 0-1 0,-10 3-1 16,10-3 1-16,-7 1 0 0,7-1-2 0,-6 3 2 15,6-3-1-15,-9 2 0 0,9-2 5 0,-7 5-2 16,7-5-3-16,-8 5-1 0,8-5 1 0,-8 3 2 15,3 2 1-15,5-5-3 0,-8 9-2 0,3-6-27 16,0 3-24-16,0-1-41 0,-1 0-42 0,-1 2-40 16,-1 0-96-16,-1-1-296 0,0 0 132 0</inkml:trace>
  <inkml:trace contextRef="#ctx0" brushRef="#br0" timeOffset="-190762.89">28585 12659 37 0,'0'0'44'0,"0"0"0"16,-8 1-5-16,8-1 1 0,0 0-1 0,0 0-4 15,-8 2 0-15,8-2-3 0,0 0 6 0,-6 4-16 16,6-4-2-16,0 0 5 0,-7 3-10 15,7-3 8-15,0 0-6 0,-6 3 8 0,6-3-4 0,0 0-2 16,-8 4 4-16,8-4 0 0,0 0 2 0,-7 3 0 16,7-3 3-16,0 0 0 0,-7 3-5 0,7-3 3 15,0 0-3-15,0 0 1 0,-8 3-4 0,8-3 0 16,0 0-6-16,0 0 11 0,0 0-8 0,0 0 1 16,-8 2-7-16,8-2 6 0,0 0 2 0,0 0-5 15,-10 1 8-15,10-1-7 0,0 0 11 0,0 0-1 16,-10 1-6-16,10-1 6 0,0 0-3 0,-8 2-1 15,8-2 2-15,0 0 2 0,0 0-4 0,-10 2 3 16,10-2-6-16,-9 1 2 0,9-1 1 0,0 0-1 16,-9 1-5-16,9-1-1 0,0 0-1 0,-9 1 4 15,9-1-3-15,0 0 3 0,0 0 1 0,-7 2 0 16,7-2-3-16,0 0-5 0,-9 2 4 0,9-2 1 16,0 0 0-16,-11 0 5 0,11 0 0 0,0 0 0 15,0 0-5-15,0 0 2 0,-12 0-3 0,12 0 2 16,0 0-4-16,0 0-2 0,-5 3 2 0,5-3-1 15,0 0-4-15,0 0 2 0,0 0-6 0,0 0 2 16,-10 1 1-16,10-1-3 0,0 0 4 0,-6 3-4 16,6-3 1-16,0 0 1 0,0 0 1 0,-9 1 2 15,9-1 5-15,0 0 2 0,0 0-4 0,0 0 4 16,-10 1-1-16,10-1-1 0,0 0-1 0,-8 3-2 16,8-3-3-16,0 0 1 0,-6 2-3 0,6-2 2 15,0 0 0-15,0 0-1 0,-11 3-1 0,11-3-4 16,0 0 5-16,-6 4-5 0,6-4 4 0,0 0 0 15,0 0-4-15,-7 2 1 0,7-2-1 0,0 0 0 16,-4 3 0-16,4-3 1 0,0 0-2 0,0 0 0 16,-7 4 0-16,7-4-1 0,0 0-1 0,-7 3 1 15,7-3-1-15,0 0 3 0,0 0 3 0,-9 4-1 16,9-4-2-16,0 0 8 0,-5 4 2 0,5-4-3 16,0 0 1-16,0 0 2 0,-8 3-3 0,8-3 1 15,0 0 2-15,0 0-6 0,-5 4 4 0,5-4-2 16,0 0-4-16,0 0 3 0,-7 3-2 0,7-3 2 15,0 0-4-15,0 0 6 0,0 0-9 0,-6 4 2 16,6-4 1-16,0 0 3 0,0 0-4 0,0 0 5 16,0 0-5-16,-7 5 1 0,7-5 2 0,0 0 1 15,0 0-4-15,0 0 7 0,0 0-1 0,-6 2 5 16,6-2 2-16,0 0-3 0,0 0 0 0,-8 4-1 16,8-4-2-16,0 0 3 0,0 0-6 0,-6 3 4 15,6-3-5-15,0 0 4 0,0 0-3 0,-7 6-1 16,7-6 1-16,0 0 1 0,0 0-4 0,-5 4 0 15,5-4 5-15,0 0-5 0,0 0 4 0,-9 3-2 16,9-3-2-16,0 0 3 0,0 0-2 0,-4 3 7 16,4-3 0-16,0 0 0 0,0 0-6 0,0 0 4 15,-5 4 0-15,5-4-4 0,0 0 1 0,0 0 1 16,0 0-2-16,0 0 1 0,-7 2 1 0,7-2 2 0,0 0 3 16,0 0-9-16,0 0-2 0,-6 7 0 15,6-7 2-15,0 0-4 0,0 0 5 0,0 0-6 16,0 0 1-16,-4 3 2 0,4-3 0 0,0 0 0 15,-5 4-2-15,5-4 1 0,0 0 3 0,0 0-4 16,-5 6-1-16,5-6 3 0,0 0-2 0,0 0 1 16,0 0 0-16,-5 4 2 0,5-4-2 0,0 0-1 15,0 0 3-15,0 0 1 0,0 0-3 0,-4 6 5 16,4-6-6-16,0 0 3 0,0 0-1 0,-4 5 1 16,4-5 0-16,0 0 3 0,0 0-4 0,0 0 2 0,0 0 6 15,-6 4-1-15,6-4 2 0,0 0-1 16,0 0 2-16,0 0 0 0,0 0-2 0,0 0-1 0,0 0 1 15,0 0 0-15,-6 4-6 0,6-4 5 16,0 0-5-16,0 0-1 0,0 0 1 0,0 0 1 16,0 0 2-16,0 0-1 0,0 0 0 0,-4 9-1 0,4-9 1 15,0 0-2-15,-3 6 1 0,3-6 0 16,0 0 0-16,0 0-2 0,-4 6 0 0,4-6 3 16,0 0 1-16,0 0-5 0,0 0 3 0,-2 4-2 15,2-4 1-15,0 0 9 0,0 0 6 0,0 0-1 16,0 0-1-16,0 0 4 0,0 0-6 0,0 0 2 0,0 0-3 15,0 0 2-15,-7 4-5 0,7-4-2 16,0 0 2-16,0 0-3 0,0 0 2 0,0 0-2 0,0 0-1 16,-6 6 0-16,6-6-2 0,0 0 1 15,0 0-2-15,-5 6 2 0,5-6 0 0,0 0-1 16,0 0 1-16,0 0 0 0,-4 4 0 0,4-4-1 0,0 0 0 16,0 0 2-16,0 0-3 0,-5 4 2 0,5-4-1 15,0 0-4-15,0 0 2 0,0 0-1 0,0 0-2 16,-4 6 2-16,4-6 0 0,0 0 1 15,0 0 4-15,0 0-6 0,0 0-2 0,0 0 2 0,0 0-1 16,0 0 2-16,0 0 0 0,0 0 0 0,-4 5 3 16,4-5-3-16,0 0 1 0,0 0-2 15,0 0 2-15,0 0-2 0,0 0 2 0,0 0-2 0,0 0 1 16,0 0 0-16,0 0-3 0,-3 5 3 16,3-5-2-16,0 0 1 0,0 0 1 0,-5 5 1 0,5-5-2 15,0 0 2-15,0 0 4 0,0 0-2 0,0 0-5 16,0 0 1-16,-5 7 0 0,5-7 2 0,0 0-3 15,0 0 1-15,0 0 1 0,0 0 5 16,-1 6-7-16,1-6 4 0,0 0-2 0,0 0 0 16,0 0 1-16,0 0 1 0,0 0-1 0,-3 6 4 0,3-6 6 15,0 0-5-15,0 0 3 0,0 0-1 0,0 0 0 16,-2 7-2-16,2-7 5 0,0 0-5 0,0 0 3 16,0 0-3-16,-4 5-4 0,4-5 3 15,0 0 0-15,0 0-4 0,0 0 1 0,0 0 2 16,0 0-1-16,0 0 1 0,-1 8-3 0,1-8 2 0,0 0 3 15,0 0 0-15,0 0 4 0,0 0-4 0,-6 4 6 16,6-4-1-16,0 0-4 0,0 0 3 0,0 0-2 16,-4 8-2-16,4-8 2 0,0 0 0 0,-3 7-2 15,3-7 3-15,-4 4-4 0,4-4 1 16,0 0 1-16,-5 6-3 0,5-6 1 0,0 0-1 0,0 0 0 16,-4 7-3-16,4-7 3 0,0 0-2 0,0 0-1 15,-5 7 1-15,5-7 1 0,-2 4 1 0,2-4 0 16,0 0-4-16,0 0 2 0,-6 6-3 0,6-6 3 15,0 0-6-15,-5 7 5 0,5-7 2 16,0 0-3-16,0 0-1 0,0 0 2 0,-2 8-4 0,2-8 5 16,0 0-6-16,0 0 8 0,-2 8-5 0,2-8 2 15,0 0-1-15,0 0-1 0,-1 7 2 0,1-7-3 16,0 0 1-16,-4 6 3 0,4-6-3 0,0 0 3 16,0 0-1-16,0 0-1 0,0 0 2 0,-3 8-1 15,3-8-1-15,0 0 0 0,0 0-1 0,0 0 1 16,-2 8 0-16,2-8 1 0,0 0-2 0,-2 6 3 15,2-6-3-15,0 0 2 0,-4 8 0 0,4-8-4 16,0 0 2-16,-1 7 3 0,1-7-5 0,0 0 5 16,-3 10-2-16,3-10-1 0,-5 3 3 15,5-3-1-15,0 0-4 0,0 8 0 0,0-8 4 0,0 0-1 16,0 0-1-16,-4 8 1 0,4-8 1 0,-3 5 1 16,3-5-2-16,0 0-1 0,0 0 1 0,-3 8 3 15,3-8-3-15,0 0 6 0,0 0-7 0,-4 4 8 16,4-4-6-16,0 0-1 0,0 0 1 0,0 0-1 15,-3 7-2-15,3-7 2 0,0 0-1 0,0 0 3 16,0 0-1-16,0 0-1 0,0 0 0 0,0 0 0 16,0 8 4-16,0-8-1 0,0 0 0 0,0 0 1 15,-2 7-3-15,2-7 0 0,0 0 3 0,-4 6-2 16,4-6-2-16,0 0 2 0,-7 4 1 0,7-4-3 16,0 0-1-16,0 0 1 0,-2 7 3 0,2-7-2 15,0 0 0-15,0 0 2 0,0 0 2 0,-4 7-4 16,4-7 4-16,0 0-3 0,0 0 0 0,0 0 0 15,0 0-2-15,-5 7 0 0,5-7 2 0,0 0-1 16,-4 5 0-16,4-5 0 0,0 0 0 0,0 0 1 16,-2 6-2-16,2-6 0 0,0 0 0 0,-8 4 6 15,8-4-7-15,0 0 2 0,-3 8 3 0,3-8-4 16,-2 4 1-16,2-4-1 0,0 0 0 0,0 0 2 16,-5 8-1-16,5-8-1 0,0 0 0 0,0 0-1 15,-3 8 1-15,3-8 1 0,0 0-4 0,-5 3 4 16,5-3 1-16,0 0-5 0,0 0 5 0,0 0-4 15,0 0 1-15,-4 8 4 0,4-8-2 0,0 0 1 16,0 0-3-16,-4 5 0 0,4-5 0 0,0 0 2 16,0 0-1-16,0 0-1 0,0 0 3 0,-2 8-3 15,2-8-1-15,0 0 2 0,0 0-4 0,-5 8 1 16,5-8 11-16,0 0-10 0,-4 6 2 0,4-6-3 16,0 0 3-16,-3 8-2 0,3-8 2 0,0 0 0 15,-2 5 0-15,2-5 0 0,0 0-2 0,-5 7 0 16,5-7-1-16,-4 4 2 0,4-4 0 0,0 0 4 15,0 0-3-15,-1 12 1 0,1-12-2 0,-4 4-2 16,4-4 1-16,0 0 2 0,0 0-3 0,0 9 7 16,0-9-3-16,0 0-1 0,-4 7 0 0,4-7 2 15,0 0-3-15,-2 8 3 0,2-8-1 0,0 0-2 16,-2 8-1-16,2-8 3 0,0 0 0 0,-4 5-1 16,4-5 0-16,0 0-3 0,-5 7 1 0,5-7 2 15,0 0 2-15,0 0-2 0,0 11 0 0,0-11 1 16,0 0 0-16,0 9 3 0,0-9-5 0,0 0 1 15,-5 6-2-15,5-6 0 0,0 0 1 0,0 0-1 16,-1 7 3-16,1-7-1 0,0 0-2 0,-4 6 0 16,4-6 3-16,0 0 0 0,-4 7 0 0,4-7 1 15,0 0 0-15,0 0 0 0,0 7 0 0,0-7-5 16,0 0 3-16,-3 8 0 0,3-8 1 0,0 0 1 16,0 0-2-16,0 0 0 0,-1 7 3 0,1-7-3 15,0 0 0-15,-4 4 5 0,4-4-6 0,0 0 1 16,0 0-2-16,0 0 1 0,0 0-1 0,0 10 3 15,0-10-1-15,0 0-3 0,0 0 5 0,-3 7-1 16,3-7-4-16,0 0 4 0,0 0-2 0,0 0-1 16,0 0-1-16,0 0 3 0,0 0-1 0,0 0 0 15,-2 8 0-15,2-8 3 0,0 0-5 0,0 0 3 16,0 0 1-16,0 0-2 0,0 0 0 0,-2 7 7 16,2-7-3-16,0 0-2 0,0 0 0 0,-3 6 1 0,3-6-3 15,0 0 2-15,0 0 3 0,-4 6-4 16,4-6-2-16,0 0 4 0,0 0-2 0,-3 6 1 15,3-6-1-15,0 0 0 0,0 0-3 0,0 0 3 0,-4 6 0 16,4-6 1-16,0 0-3 0,0 0 3 16,0 0-18-16,0 0 3 0,-2 7-2 0,2-7 6 15,0 0-3-15,0 0 3 0,-2 7 1 0,2-7 0 16,0 0 1-16,0 0 1 0,0 0 0 0,0 0 4 16,-5 6-3-16,5-6 6 0,0 0 8 0,-2 8 2 0,2-8 0 15,0 0-1-15,0 0-4 0,-2 5 3 0,2-5-2 16,0 0 1-16,0 0-4 0,-5 6 2 15,5-6-3-15,0 0 2 0,-5 5-3 0,5-5 3 16,0 0-2-16,0 0 1 0,0 0-4 0,-4 7 5 16,4-7 0-16,0 0-2 0,-4 6-1 0,4-6 0 0,-5 5 1 15,5-5 2-15,0 0-4 0,-5 7 2 0,5-7-1 16,-4 4 2-16,4-4 0 0,-4 5-1 16,4-5 1-16,-5 6-3 0,5-6 8 0,-2 5-5 15,2-5 3-15,-7 5-5 0,7-5-3 0,-5 7 2 16,5-7 0-16,-4 6-1 0,4-6 2 0,-4 5-4 0,4-5 4 15,-4 6-3-15,4-6 1 0,-6 6 1 16,6-6 2-16,-2 5-2 0,2-5-2 0,-4 5 3 16,4-5 7-16,-4 6-11 0,4-6 3 0,-3 6-1 15,3-6 4-15,0 0-5 0,-5 7 6 0,5-7-5 16,-6 7 1-16,6-7 0 0,-5 4-2 0,5-4-1 16,-5 6 2-16,5-6 2 0,-4 8-2 0,4-8 1 15,-7 5-1-15,7-5 2 0,-6 7-3 0,2-4 1 16,4-3 1-16,-5 8 0 0,5-8 1 0,-5 7 1 15,1-3-2-15,4-4-1 0,-4 7 1 0,4-7-2 16,-5 7 1-16,5-7 1 0,-6 7 0 0,6-7 10 16,-8 5-10-16,6-1 3 0,2-4-3 0,-6 6 0 15,3-1 2-15,3-5-3 0,-4 6 0 0,4-6 4 0,-6 7-3 16,6-7-2-16,-3 5 4 0,3-5-2 16,-5 7-1-16,5-7-3 0,-5 6 0 0,5-6 4 15,-6 6-3-15,6-6 3 0,-3 7 5 0,3-7-4 16,-6 6-1-16,6-6 0 0,-6 8 0 0,6-8 0 15,-5 4-2-15,5-4 0 0,-5 9-3 0,5-9 8 16,-4 7-2-16,4-7 1 0,-4 7 0 0,-1-4-2 16,5-3 2-16,-4 9-3 0,4-9 1 0,-5 6 0 15,5-6 3-15,-5 6 0 0,5-6-1 0,-2 5 1 16,2-5 2-16,0 0 2 0,-9 8 0 0,9-8 1 16,-2 5-2-16,2-5 3 0,-5 8-3 0,5-8 2 15,-6 5-2-15,6-5 8 0,-4 6-9 0,1 0-1 16,3-6 0-16,-5 5-1 0,5-5 1 0,-4 8-1 15,4-8 0-15,-3 6-1 0,3-6-1 0,-6 6 1 16,6-6-2-16,-4 7 3 0,4-7-3 0,-3 6 1 16,3-6 1-16,-7 7-1 0,7-7-1 0,-5 6 2 15,5-6 0-15,-6 7 1 0,4-1-5 0,2-6 3 16,-6 6 0-16,6-6 0 0,-5 7 1 0,0-2-2 0,5-5 0 16,-4 9 1-16,-1-6 1 0,5-3-5 15,-6 8 3-15,6-8 0 0,-5 8 3 0,3-3-3 16,2-5 0-16,-6 8 0 0,6-8-1 0,-6 7 0 15,2-2 2-15,4-5 0 0,-5 8-3 0,5-8 2 0,-4 9-1 16,0-5 2-16,4-4-1 0,-4 9 0 0,1-4-1 16,3-5 1-16,-7 7 0 0,7-7 4 15,-3 7-3-15,3-7 0 0,-4 6 7 0,4-6-11 16,-4 7 2-16,4-7 1 0,-4 6-2 0,4-6 2 16,-3 8 3-16,3-8-3 0,-4 8-3 0,4-8 4 15,-5 7-2-15,5-7 3 0,-3 7-3 0,3-7 0 16,-6 9 3-16,6-9-4 0,-2 7 1 0,-1-4 5 15,3-3-4-15,-4 10 2 0,4-10 1 0,-6 8 1 16,6-3 0-16,0-5 1 0,-8 9 3 0,6-5 14 16,2-4-11-16,-4 9-2 0,4-9 2 0,-4 9-2 15,1-4 2-15,3-5-3 0,-6 9 1 0,4-5-1 16,2-4-5-16,-3 11 3 0,-2-7-1 0,1 0 4 16,4-4-4-16,-3 9 4 0,3-9-6 0,-4 7 2 15,4-7-2-15,-4 6 0 0,4-6 1 0,-5 9-2 16,3-5 0-16,2-4 0 0,-4 6 2 0,4-6 1 15,-6 7 3-15,6-7-4 0,-4 7 1 0,4-7-1 16,-4 6 1-16,0 0-1 0,4-6 0 0,-1 6 2 16,1-6-5-16,-4 8 3 0,4-8-2 0,-4 6 3 15,4-6-3-15,-4 7 1 0,4-7 0 0,-6 6-2 16,6-6-1-16,-4 8 1 0,-1-7 0 0,5-1 3 16,-6 9-5-16,6-9 4 0,-4 7 1 0,2-1-1 15,2-6-1-15,-5 5 2 0,5-5 0 0,-7 6 7 16,7-6-8-16,-3 8-1 0,3-8 0 0,-4 4 2 15,4-4-3-15,-6 6-2 0,6-6 3 0,0 0-4 16,-7 8 1-16,7-8 2 0,0 0-2 0,-6 9 4 16,6-9 2-16,-10 6-9 0,10-6 7 0,-4 6-1 15,4-6-1-15,-5 7 4 0,5-7-7 0,-8 7 6 16,8-7-4-16,-6 6 0 0,6-6 4 0,-8 7 7 16,8-7-9-16,-7 5-2 0,7-5 0 0,0 0-1 15,-11 7 2-15,11-7 0 0,-7 7 2 0,7-7 2 16,0 0-3-16,-9 6-6 0,9-6 7 0,-5 7-4 15,5-7 3-15,-8 6 5 0,8-6-5 0,-8 6-2 16,8-6 6-16,-8 7 7 0,8-7 3 0,-9 9-6 16,5-6 7-16,4-3-3 0,-12 6-2 0,12-6-1 15,-9 8 0-15,9-8 0 0,-9 7 1 0,9-7-1 16,-9 6-9-16,9-6 7 0,-11 7-1 0,6-3 0 16,5-4 1-16,-8 8 5 0,8-8-11 0,-10 7-3 15,6-3 5-15,4-4-7 0,-9 8-1 0,9-8 6 16,-9 7-3-16,9-7 3 0,-9 7-2 0,4-2 1 15,5-5 0-15,-11 9-3 0,11-9 5 0,-8 6-2 16,8-6-3-16,-8 9 2 0,2-6-3 0,6-3 3 16,-9 8-1-16,5-4-1 0,-1 0 0 0,-2-1 5 15,2 3-1-15,-1-3-3 0,2 1 6 0,-1-1-2 16,-2 0 2-16,7-3 0 0,-11 7-5 0,9-1 4 16,-5-4-4-16,7-2 4 0,-6 6-5 0,2-2 0 15,4-4 2-15,-6 6-2 0,2-2 5 0,4-4-4 16,-9 5 0-16,5-2-2 0,4-3 1 0,-8 5 3 15,8-5-1-15,-7 7-1 0,3-4-4 0,0 1 5 16,4-4 1-16,-9 6-2 0,2-2 1 0,4 1-3 16,3-5-4-16,-10 7 3 0,10-7 2 0,-9 6 0 15,5-3 0-15,4-3 0 0,-10 5 7 0,7-1-12 16,3-4 3-16,-6 8 2 0,6-8 0 16,-9 5 4-16,5-3 0 0,4-2-3 0,-8 7 1 15,8-7-1-15,-6 6-1 0,6-6 3 0,-7 3-3 0,7-3 4 16,-6 5 9-16,6-5-10 0,-7 4 1 0,7-4 3 15,-7 4-6-15,7-4 2 0,-5 3-6 0,5-3 3 16,-8 5 2-16,8-5 0 0,-5 3-4 0,5-3 4 16,-9 5-2-16,9-5 5 0,-9 5-4 0,5-4 3 15,4-1-2-15,-7 6-1 0,7-6 0 16,-9 4 16-16,9-4-18 0,-9 3-1 0,5 0 4 0,4-3 0 16,-7 4-1-16,1 0 3 0,6-4-5 0,-10 6 1 15,6-4 0-15,4-2-3 0,-9 6 5 0,4-4-1 16,5-2-4-16,-11 5 3 0,11-5 3 0,-7 5-3 15,7-5-1-15,-6 7 5 0,3-5-3 16,3-2-5-16,-9 2 5 0,9-2-2 0,-9 4 1 16,5 1-4-16,4-5 7 0,-9 4 9 0,5 0-14 0,4-4 1 15,-10 5-3-15,10-5 6 0,-9 5-1 0,5-3-5 16,4-2-1-16,-9 6 4 0,9-6 1 0,-10 4 2 16,4-1-2-16,6-3 0 0,-7 4 8 0,3 0-9 15,4-4 1-15,-12 4 2 0,12-4-3 16,-6 5 3-16,6-5-5 0,-7 4 0 0,7-4 14 15,-8 2-9-15,8-2-3 0,-6 4 1 0,6-4-1 0,-6 3 1 16,6-3-3-16,-9 2 6 0,9-2-5 0,-4 4-1 16,4-4 3-16,-9 4 2 0,9-4-1 0,-8 3-3 15,8-3-1-15,-11 4 2 0,11-4-2 16,-10 4 2-16,4-1 4 0,-2-1-6 0,1 3 1 16,1-2-3-16,-4 0 3 0,-1 1 4 0,4-1-4 15,1 0 2-15,-2 0-4 0,8-3 7 0,-8 4-2 0,1-2 3 16,7-2-7-16,-9 4 2 0,2-1 2 0,7-3-4 15,-9 3 6-15,3 0-5 0,1 1 1 16,5-4 13-16,-13 5-12 0,6-3-3 0,1 2 4 16,1-1 1-16,-2 1 3 0,7-4-8 0,-9 2 5 15,4 1-7-15,5-3 8 0,-8 3-6 0,8-3 1 16,-7 6 0-16,7-6-1 0,-10 4 4 0,10-4-1 16,-6 1 2-16,6-1 3 0,-7 5-4 0,7-5 1 0,0 0-3 15,-6 3-5-15,6-3 7 0,-10 2 2 0,10-2-3 16,0 0 2-16,-8 2-1 0,8-2 0 15,-5 3 3-15,5-3-1 0,-8 3-3 0,8-3 1 16,-8 4-3-16,8-4 0 0,-9 5 1 0,9-5-3 16,-10 5 4-16,5-3 3 0,-2 0-2 0,7-2-5 15,-9 2 3-15,9-2 2 0,-9 3 4 0,9-3-15 0,-9 4 9 16,9-4 10-16,-7 2-10 0,7-2 2 16,-7 3 2-16,7-3 8 0,0 0-9 0,-8 1-1 15,8-1-4-15,0 0 2 0,-14 3 2 0,14-3-4 16,0 0 2-16,-9 1 2 0,9-1-4 0,-9 1 2 15,9-1 2-15,-9 3-3 0,9-3 4 0,-9 1 7 16,9-1-15-16,-11 0 6 0,7 3 0 0,4-3 1 16,-14 2-8-16,14-2 2 0,-11 3 0 0,4-2 4 15,7-1-1-15,-14 4 4 0,6-2-2 0,8-2 1 16,-14 3-6-16,9-1 8 0,-1 0 0 0,-1 0-8 16,-2 0 7-16,2 1-7 0,-2 0 8 0,3-2-3 15,-1 3 0-15,-3-1 11 0,2-1-14 0,2 1 0 0,-1 0 5 16,-3-2 0-16,10-1-5 0,-13 4 2 15,6-2-4-15,-2 1 3 0,2 0 4 0,1-2 1 16,6-1 0-16,-18 3-1 0,13 0 0 0,-4-2 0 16,3 2 0-16,-3-1 4 0,0 0-6 0,2 0-1 15,0 1 3-15,7-3-3 0,-14 1-2 0,8 2 6 16,6-3 0-16,-13 2-1 0,5 1 4 0,8-3 2 16,-9 1-4-16,9-1 1 0,-8 3-5 0,8-3 6 15,-10 1-1-15,10-1 15 0,-10 2-16 0,10-2 5 16,-9 2-5-16,9-2 2 0,-7 2-4 0,7-2 1 15,-11 2 3-15,11-2-1 0,-10 1 1 0,10-1-4 16,-10 1 4-16,10-1-7 0,-12 2 0 0,12-2 4 16,-11 2 1-16,11-2-5 0,-12 2 5 0,8 0 3 15,4-2-4-15,-13 1-1 0,7 1-3 0,6-2 3 16,0 0-1-16,-19 2 2 0,19-2-6 0,-11 2 0 16,11-2 1-16,-11 3 2 0,11-3-1 0,0 0 14 15,-12 3-16-15,12-3 6 0,0 0-6 0,-16 0 5 16,16 0-4-16,0 0 12 0,-13 1 2 0,13-1 5 15,0 0-6-15,0 0 2 0,-11 2-3 0,11-2 4 16,0 0-3-16,0 0-5 0,-12 0 5 0,12 0-9 16,0 0 2-16,-11 4-1 0,11-4 2 0,0 0-5 15,-12 0 5-15,12 0-3 0,-10 2 3 0,10-2 2 16,0 0 5-16,-9 0-13 0,9 0-1 0,0 0 5 16,-10 1 0-16,10-1-4 0,-8 3 4 0,8-3-3 15,0 0 10-15,-9 0-9 0,9 0 0 0,0 0 0 16,-9 3 1-16,9-3-1 0,0 0-8 0,-11 0 3 15,11 0-1-15,0 0 4 0,-11 2 0 0,11-2 6 16,-9 0-4-16,9 0 2 0,0 0-4 0,-14 1 0 16,14-1 3-16,-7 0 3 0,7 0-8 0,0 0 2 15,-11 1 2-15,11-1-3 0,0 0 4 0,0 0-3 16,-11 0 0-16,11 0-3 0,0 0 5 0,0 0 1 16,-9 0-1-16,9 0-1 0,0 0-1 0,0 0-4 15,-9 0 3-15,9 0 0 0,0 0-5 0,0 0 3 16,-9 2 0-16,9-2-1 0,0 0 7 0,0 0-2 15,0 0-3-15,-7 3 6 0,7-3-9 0,0 0 10 16,-8 4-4-16,8-4-1 0,-7 2 5 0,7-2-5 16,0 0 3-16,-8 2-2 0,8-2 2 0,0 0-1 15,-11 5 1-15,7-2-11 0,4-3 7 0,-9 2 4 16,9-2-1-16,-10 4-3 0,10-4 4 0,-6 3-2 16,6-3-2-16,-6 2 7 0,6-2-4 0,-5 4-2 15,5-4 3-15,0 0 1 0,0 0-2 0,-11 4 0 16,11-4-2-16,-5 4-1 0,5-4 2 0,0 0 0 15,0 0 0-15,0 0-2 0,-9 1 6 0,9-1 2 16,0 0-6-16,0 0 0 0,-9 3 2 0,9-3 2 16,-9 2-9-16,9-2 3 0,-7 3 3 0,7-3-2 15,-9 2 1-15,9-2 1 0,0 0 4 0,-12 0-6 16,12 0 1-16,-10 4 4 0,10-4-4 0,-8 2 3 16,8-2-6-16,-9 1 10 0,9-1 0 0,-8 2 5 15,8-2-2-15,0 0-1 0,-11-2 0 0,11 2-1 16,-8 2-2-16,8-2 0 0,-5 3-10 0,5-3 15 15,0 0 3-15,0 0-13 0,0 0-1 0,-12 0 5 16,12 0-11-16,0 0 5 0,0 0 7 0,-9 3-4 16,9-3-3-16,0 0 8 0,-8 1-9 0,8-1-5 15,0 0 3-15,-8 2 3 0,8-2 0 0,0 0 1 16,-9 2 1-16,9-2-7 0,0 0 11 0,-6 4 1 16,6-4-1-16,-10 1-5 0,10-1-3 0,0 0 8 15,-12 1-4-15,12-1 5 0,-9 2-9 0,9-2 4 16,-7 0-2-16,7 0 4 0,0 0-1 0,-13 2 3 15,13-2 0-15,-8 4 0 0,8-4-9 16,-8 1 2-16,8-1 0 0,-10 3 0 0,10-3 3 16,-7 1 1-16,7-1-3 0,-8 1 5 0,8-1-4 0,0 0 0 15,-10 0 4-15,10 0-4 0,-10 1-9 0,10-1 15 16,0 0-3-16,-9 2-4 0,9-2 2 0,0 0-2 16,-9-2-4-16,9 2 8 0,0 0-1 0,0 0 4 15,0 0 1-15,-12 0-8 0,12 0-3 0,0 0 5 16,0 0-1-16,-9 2 5 0,9-2-4 15,0 0 1-15,-8 1-2 0,8-1 3 0,0 0-4 0,0 0 1 16,-12 1 10-16,12-1-9 0,0 0 0 0,-11-1-1 16,11 1-5-16,0 0 2 0,0 0 4 0,-9 3 1 15,9-3-4-15,0 0 1 0,-10 2-3 16,10-2 8-16,0 0 6 0,-6 1-12 0,6-1-1 16,0 0 9-16,0 0-15 0,-9 2 9 0,9-2 4 15,0 0-4-15,0 0-4 0,0 0 6 0,0 0-3 0,-8 0 3 16,8 0 1-16,0 0-6 0,0 0 2 0,0 0 2 15,0 0 0-15,-12 1-1 0,12-1-7 0,0 0 21 16,-9 4-20-16,9-4 8 0,-8 1-4 16,8-1 3-16,0 0-4 0,-10 1 1 0,10-1 0 15,-8 2 1-15,8-2-9 0,0 0 3 0,0 0 8 16,-12 0-2-16,12 0-2 0,0 0 4 0,-10 2 0 0,10-2 4 16,0 0-4-16,-10 0-1 0,10 0 1 0,0 0 12 15,0 0-18-15,0 0 3 0,-11 0 4 0,11 0 1 16,0 0-6-16,0 0 3 0,-12 3-4 15,12-3 5-15,0 0-2 0,0 0 3 0,0 0-5 16,0 0 3-16,-13 1-3 0,13-1 8 0,0 0-10 16,0 0 7-16,0 0 0 0,0 0-1 0,-14 1 0 15,14-1 0-15,0 0 0 0,0 0 2 0,-11 2-10 16,11-2 4-16,0 0 3 0,0 0 2 0,0 0-1 16,-11 2-2-16,11-2-2 0,0 0 3 0,0 0 5 15,0 0-9-15,0 0 14 0,0 0-9 0,0 0-2 16,0 0 4-16,-15-1-4 0,15 1 5 0,0 0-5 15,0 0 5-15,0 0-1 0,0 0 0 0,0 0-2 16,0 0-4-16,0 0 1 0,0 0 4 0,0 0-6 16,0 0 4-16,-11 1-4 0,11-1-3 0,0 0 8 15,0 0-1-15,0 0 3 0,0 0 1 0,0 0-3 16,0 0-6-16,0 0 4 0,0 0 1 0,0 0-3 16,0 0 2-16,-13 2 2 0,13-2 0 0,0 0 2 15,0 0 2-15,0 0-7 0,0 0 3 0,0 0-2 16,0 0 5-16,0 0 7 0,0 0-8 0,-10 2-5 0,10-2 0 15,0 0-1-15,0 0 5 0,0 0 4 16,0 0-7-16,0 0-1 0,0 0 10 0,0 0 4 16,0 0 3-16,0 0 2 0,0 0-5 0,0 0-14 15,-12 1 12-15,12-1-7 0,0 0 6 0,0 0-7 16,0 0 2-16,0 0-1 0,0 0 5 0,0 0-1 16,0 0-10-16,0 0 12 0,0 0-3 0,0 0 2 15,0 0-2-15,0 0-3 0,0 0 2 0,0 0-3 16,0 0 4-16,0 0-3 0,0 0 3 0,0 0-4 15,0 0 0-15,0 0-3 0,0 0 0 0,0 0 4 16,0 0-3-16,0 0 1 0,0 0 3 0,0 0-8 16,0 0 7-16,0 0-6 0,0 0 10 0,0 0-6 15,0 0 4-15,0 0-7 0,0 0 2 0,0 0-3 16,0 0 2-16,0 0-3 0,0 0 4 0,0 0-6 16,0 0 6-16,0 0-3 0,0 0 0 0,0 0 2 15,0 0-8-15,0 0 7 0,0 0 7 0,0 0-5 16,0 0-1-16,0 0 3 0,0 0-1 0,0 0 1 15,0 0 0-15,0 0 1 0,0 0-16 0,0 0 19 16,0 0-3-16,0 0 0 0,0 0-1 0,0 0-1 16,0 0 0-16,0 0-6 0,0 0 5 0,0 0-3 15,0 0 6-15,0 0-3 0,0 0 3 0,0 0-3 16,0 0-3-16,0 0 2 0,0 0 1 0,0 0-1 16,0 0 3-16,0 0-5 0,0 0 6 0,0 0-4 15,0 0 5-15,0 0 3 0,0 0 0 0,0 0 5 16,0 0-10-16,0 0 5 0,0 0 0 0,0 0 2 15,0 0-6-15,0 0 4 0,0 0 2 0,0 0 9 16,0 0-10-16,0 0 0 0,0 0 5 0,0 0 0 16,0 0-5-16,0 0 7 0,0 0-4 0,0 0-6 0,0 0 7 15,0 0-1-15,0 0 3 0,0 0-6 16,0 0 1-16,0 0 2 0,0 0-2 0,0 0 1 16,0 0 0-16,0 0 0 0,0 0 1 0,0 0-8 15,0 0 9-15,0 0-5 0,0 0-3 0,0 0-9 16,0 0 13-16,0 0-9 0,0 0 7 0,0 0-5 15,0 0 2-15,0 0 3 0,0 0-3 0,0 0-1 16,0 0 3-16,0 0 0 0,0 0 4 0,0 0 2 16,0 0-6-16,0 0-3 0,0 0 3 0,0 0-2 15,0 0 8-15,0 0-7 0,0 0 2 0,0 0 5 16,0 0-16-16,0 0-5 0,0 0 10 0,0 0 0 16,0 0 5-16,0 0-5 0,0 0-1 0,0 0-2 15,0 0 2-15,0 0 1 0,0 0 4 0,0 0 1 16,0 0-4-16,0 0-1 0,0 0-2 0,0 0 3 15,0 0-2-15,0 0-4 0,-4-7 5 0,4 7 3 16,0 0-3-16,0 0 3 0,0 0-1 0,0 0-4 16,0 0 4-16,0 0 3 0,0 0-2 0,0 0 2 15,0 0-9-15,0 0 9 0,0 0-1 16,0 0-5-16,0 0-8 0,0 0 4 0,0 0 2 0,0 0 1 16,0 0-4-16,0 0 9 0,0 0-5 0,0 0-5 15,0 0 8-15,0 0-6 0,0 0 9 0,0 0-6 16,0 0 9-16,0 0-5 0,0 0-6 0,0 0 2 15,0 0 11-15,0 0-10 0,0 0 4 0,0 0-9 16,0 0 4-16,0 0-2 0,0 0 1 0,0 0 2 16,0 0 5-16,0 0-6 0,0 0 4 0,0 0-6 15,0 0 4-15,0 0-2 0,0 0 1 0,0 0-1 16,0 0-3-16,0 0 3 0,0 0 1 0,0 0 0 16,0 0-2-16,0 0 7 0,0 0-4 0,0 0-3 15,0 0 3-15,0 0-3 0,0 0 1 0,0 0 7 16,0 0-1-16,0 0-3 0,0 0 0 0,0 0-4 15,0 0 1-15,0 0 2 0,0 0-5 0,0 0 9 16,0 0-1-16,0 0-11 0,0 0 13 0,0 0-8 16,0 0 3-16,0 0 1 0,0 0-2 0,0 0-3 15,0 0 5-15,0 0 0 0,0 0 1 0,0 0-3 16,0 0 4-16,0 0-3 0,0 0 2 0,0 0 3 16,0 0-5-16,0 0 2 0,0 0-5 0,0 0 7 15,0 0 1-15,0 0-8 0,0 0 3 0,0 0-1 16,0 0-2-16,0 0-1 0,0 0 7 0,0 0-3 15,0 0 2-15,0 0-2 0,0 0 2 0,0 0-4 16,0 0 5-16,0 0-6 0,0 0 7 0,0 0-16 16,0 0 14-16,0 0 3 0,0 0-3 0,0 0 0 15,0 0 3-15,0 0-4 0,0 0 4 0,0 0-5 16,0 0 3-16,0 0 3 0,0 0-8 0,0 0-2 16,0 0 2-16,0 0 3 0,0 0-4 0,0 0 1 15,0 0 3-15,0 0 1 0,0 0-4 16,0 0 0-16,0 0 4 0,0 0-2 0,0 0 0 0,0 0-6 15,0 0 8-15,0 0 1 0,0 0-2 0,0 0-2 16,0 0-1-16,0 0 1 0,0 0 2 0,0 0-1 16,0 0-1-16,0 0-6 0,0 0 6 0,0 0-1 15,0 0 4-15,0 0-4 0,0 0 4 0,0 0-3 16,0 0 1-16,0 0-12 0,0 0 0 0,0 0-7 16,0 0-9-16,0 0-3 0,0 0-4 0,0 0-10 15,0 0-10-15,0 0-15 0,0 0-20 0,0 0-16 16,0 0-17-16,0 0-18 0,0 0-20 0,0 0-19 15,0 0-35-15,0 0-53 0,0 0-48 0,0 0-204 16,-10 14-564-16,10-14 250 0</inkml:trace>
  <inkml:trace contextRef="#ctx0" brushRef="#br0" timeOffset="-186563.75">25098 15383 1 0,'0'0'26'0,"-5"6"-10"16,5-6 6-16,0 0-1 0,-4 4-3 16,4-4 8-16,0 0-6 0,0 0 8 0,-8 5-9 15,8-5 6-15,0 0-5 0,0 0-4 0,-3 6 0 16,3-6 3-16,0 0-10 0,0 0-1 0,-5 5 4 16,5-5-2-16,0 0 4 0,-6 3-6 0,6-3 1 0,0 0-2 15,0 0-3-15,-9 3-7 0,9-3 9 0,0 0 4 16,-6 5-11-16,6-5 3 0,0 0-2 0,0 0 3 15,-6 4 0-15,6-4-5 0,0 0 3 16,0 0 0-16,0 0 1 0,-6 4 7 0,6-4 2 16,0 0 4-16,0 0 1 0,0 0-7 0,0 0 5 15,0 0 3-15,0 0-6 0,0 0-5 0,-7 2 2 16,7-2 1-16,0 0 0 0,0 0 1 0,0 0-3 0,0 0-5 16,0 0 14-16,-9 0-16 0,9 0 6 15,0 0 0-15,0 0-3 0,0 0 2 0,0 0 9 16,-6 4 0-16,6-4 3 0,0 0-5 0,0 0 7 15,0 0-9-15,0 0 11 0,0 0-3 0,0 0 4 16,0 0 3-16,0 0-1 0,0 0 1 0,0 0 1 16,0 0-11-16,0 0 7 0,0 0-5 0,0 0-3 15,0 0-1-15,0 0 2 0,0 0-3 0,0 0 10 16,0 0-10-16,0 0 3 0,0 0 1 0,0 0 1 16,0 0-1-16,0 0 4 0,0 0-14 0,0 0 5 15,0 0-1-15,0 0 3 0,0 0 1 0,0 0 8 16,0 0-10-16,0 0-1 0,0 0-10 0,0 0-2 15,0 0 5-15,0 0 0 0,0 0 1 0,0 0-1 16,0 0-4-16,0 0 8 0,0 0-4 0,0 0 8 16,17 7-11-16,-17-7 2 0,0 0 5 0,7 2-3 15,-7-2 7-15,0 0-6 0,9 1 0 0,-9-1-1 16,0 0-6-16,11 0 5 0,-11 0-7 0,9 0 12 16,-9 0-4-16,9 0 0 0,-9 0-4 0,11-1-7 15,-11 1 3-15,11-2 6 0,-11 2 0 0,14-2 0 16,-8 2-6-16,-6 0 9 0,14-2-15 0,-6 0 6 15,2 1-7-15,-10 1-2 0,13-4 6 0,-7 2 1 0,2-2 0 16,-2 2 6-16,-6 2-12 0,16-2 9 16,-9 0-4-16,2-1-2 0,-1 1 2 0,1-2-4 15,2 3-4-15,-3-2 1 0,1 0-1 0,0 3 3 16,-3-3 5-16,-6 3-5 0,16-4 3 0,-10 3-1 16,-6 1-5-16,12-3 3 0,-5 2 5 0,0-2 1 15,2 1-14-15,-9 2 5 0,11 0 2 0,-4-2 0 16,-7 2 6-16,12-3-5 0,-12 3 13 0,10-3-8 15,-10 3-1-15,7-1-3 0,-7 1 6 0,0 0-1 16,11-1-2-16,-11 1 5 0,0 0-11 0,13 1 3 16,-13-1-11-16,8 1-8 0,-8-1 1 0,11 0-6 15,-11 0-3-15,8 2 1 0,-8-2-2 0,9 1 5 16,-9-1 6-16,0 0-4 0,13 0 9 0,-13 0-2 16,6 1 4-16,-6-1 4 0,0 0-2 0,10 0 3 15,-10 0 2-15,0 0 5 0,0 0 1 0,0 0-3 16,9-2 7-16,-9 2-2 0,0 0-3 0,8-4 7 15,-8 4-2-15,0 0 2 0,0 0-5 0,5-5 5 16,-5 5-1-16,0 0 2 0,8-2 0 0,-8 2-1 16,0 0-2-16,8-3 7 0,-8 3-5 0,0 0 7 15,10-3-6-15,-10 3 3 0,7-1 2 0,-7 1-2 16,0 0-2-16,8-4 4 0,-8 4-3 0,5-4-5 16,-5 4 7-16,8-3-6 0,-8 3 6 0,8 0-4 15,-8 0 1-15,7-3-8 0,-7 3-1 0,0 0 0 16,12-2-4-16,-12 2-2 0,8-1-8 0,-8 1-2 0,9-1 2 15,-9 1 1-15,0 0 4 0,0 0 1 16,11 1 0-16,-11-1 1 0,0 0 6 0,0 0 3 16,10 0-6-16,-10 0 5 0,0 0-3 0,0 0 7 15,10 0-5-15,-10 0 5 0,0 0-2 0,0 0 2 16,9 0 0-16,-9 0 1 0,0 0 8 0,8 1-2 16,-8-1-2-16,0 0-3 0,8 2 7 0,-8-2-5 15,6 2 0-15,-6-2 0 0,7 1 3 0,-7-1 0 16,0 0 0-16,12 2 3 0,-12-2-3 0,0 0 3 15,11 0 9-15,-11 0-4 0,0 0 8 0,11-2-1 16,-11 2 1-16,0 0 3 0,10 0-4 0,-10 0-2 16,8-3-3-16,-8 3 2 0,9-4 2 0,-9 4-4 15,12-3 1-15,-6 3-10 0,-6 0-9 0,11-3-4 16,-11 3-13-16,14-2 0 0,-9 1-4 0,-5 1-3 16,10-3 2-16,-10 3-3 0,14 2 3 0,-14-2-19 15,12-2-47-15,-6 4 21 0</inkml:trace>
  <inkml:trace contextRef="#ctx0" brushRef="#br0" timeOffset="-186417.36">25933 15331 8 0,'0'0'6'0,"7"2"2"0,-7-2-2 16,0 0-6-16,10-2 5 0,-10 2-4 0,8-2 1 15,-8 2 4-15,11-2-3 0,-11 2-5 0,12-2 2 16,-6 1-4-16,-6 1-3 0,9-6-7 0,-3 6 3 15</inkml:trace>
  <inkml:trace contextRef="#ctx0" brushRef="#br0" timeOffset="-186225.35">26115 15298 19 0,'7'-2'20'0,"-7"2"-2"0,0 0-5 15,0 0 1-15,10-1 0 0,-10 1-3 0,0 0 2 16,10 0-8-16,-10 0 5 0,0 0-3 0,13 0-7 16,-13 0 5-16,10-1-4 0,-10 1 1 0,11-1-2 15,-11 1-4-15,13-4-1 0,-5 2-20 0,-2 0-25 16,-6 2 12-16</inkml:trace>
  <inkml:trace contextRef="#ctx0" brushRef="#br0" timeOffset="-186080.92">26286 15270 11 0,'0'0'20'0,"7"-3"-4"0,-7 3 4 16,0 0-2-16,0 0-4 0,11-2-4 0,-11 2 1 16,6-2 0-16,-6 2-6 0,0 0 7 0,12 0-4 15,-12 0 1-15,7-1-3 0,-7 1 1 0,0 0 1 16,10 1-6-16,-10-1-5 0,0 0-9 0,10 0-18 16,-10 0-31-16,9-2 15 0</inkml:trace>
  <inkml:trace contextRef="#ctx0" brushRef="#br0" timeOffset="-184813.26">25510 15234 57 0,'0'0'85'0,"0"0"-9"15,0 0 4-15,0 0-11 0,0 0-1 0,0 0-12 16,0 0-2-16,0 0 0 0,0 0-2 0,0 0 3 15,0 0 4-15,-12 19-5 0,9-14-9 0,-1 7 8 16,-1-3-8-16,0 1 0 0,3-1-1 0,0 1-6 16,0-2-4-16,-4 4 0 0,3-3-11 0,1 1-1 15,0-1-2-15,-2 0 2 0,1-1-14 0,0-1-19 16,-1-1-28-16,4-6-29 0,0 10-19 0,0-10-88 16,0 9-189-16,0-9 84 0</inkml:trace>
  <inkml:trace contextRef="#ctx0" brushRef="#br0" timeOffset="-184618.47">25668 15225 28 0,'0'0'132'0,"0"0"-19"0,0 12-4 16,0-12-16-16,0 0-8 0,-6 16-11 0,3-11-4 15,-1 2-7-15,4-7-7 0,-5 11-10 0,3-4-1 16,0-1-16-16,0 1-29 0,2-7-23 0,-3 12-28 16,2-5-24-16,1-7-58 0,-4 9-143 0,4-9 64 15</inkml:trace>
  <inkml:trace contextRef="#ctx0" brushRef="#br0" timeOffset="-184413.89">25765 15202 146 0,'0'0'142'0,"0"0"-4"0,0 0-1 15,0 0-12-15,0 0-13 0,0 17-11 0,0-17-17 16,-8 12-2-16,6-6-8 0,-2 2-8 0,0 1-2 16,0 0-12-16,2 0 0 0,-3 2-8 0,3-3-8 15,-5 3-32-15,6-4-39 0,-1 2-15 0,-2 0-38 16,4-2-22-16,0-7-86 0,-4 11-213 15,4-11 94-15</inkml:trace>
  <inkml:trace contextRef="#ctx0" brushRef="#br0" timeOffset="-184214.29">25872 15202 135 0,'0'0'155'0,"0"0"-13"0,0 0-6 0,0 0-20 15,0 0-9-15,0 0-9 0,0 0-9 0,-8 31-14 0,5-27-2 16,-1 9-10-16,2-4-3 0,-3 3-9 0,1-2-1 16,1 0-12-16,1-1-40 0,0 0-39 15,0 0-29-15,0 1-28 0,1-3-99 0,-1 3-212 0,0-5 94 16</inkml:trace>
  <inkml:trace contextRef="#ctx0" brushRef="#br0" timeOffset="-184030.79">25992 15194 135 0,'0'0'127'16,"0"0"-9"-16,0 0-14 0,0 0-7 0,-5 21-9 0,1-12-7 16,4 1-7-16,-2-3-6 0,0 4-9 0,-1 0-2 15,0-1-7-15,1 1-2 0,2-1-49 16,0-2-28-16,-2 2-36 0,2-10-32 0,-2 13-56 15,2-7-165-15,0-6 73 0</inkml:trace>
  <inkml:trace contextRef="#ctx0" brushRef="#br0" timeOffset="-183847.08">26086 15163 124 0,'0'-4'171'0,"0"4"-21"0,0 0-17 0,0 0-12 15,0 0-15-15,0 0-8 0,0 0-12 0,-9 18-4 16,5-12-8-16,4-6-11 0,-5 16-1 0,2-7-6 16,3 2-25-16,-2 0-31 0,0-1-43 0,2-3-35 15,-2 0-40-15,-2 1-69 0,2-1-202 0,2-7 90 16</inkml:trace>
  <inkml:trace contextRef="#ctx0" brushRef="#br0" timeOffset="-183680.07">26165 15104 59 0,'0'0'114'0,"0"0"-15"16,-5 30-3-16,2-17-9 0,1-2-6 0,-2 6-7 16,0-2-17-16,2 3-19 0,-1-2-38 0,-3 3-41 0,0-1-70 15,0-2-120-15,-3 1 53 0</inkml:trace>
  <inkml:trace contextRef="#ctx0" brushRef="#br0" timeOffset="-183513.22">26261 15140 73 0,'0'0'162'0,"0"0"-6"16,0 0-20-16,0 0-19 0,-16 23-22 0,10-11-50 15,1 3-43-15,-3-1-56 0,0 3-68 0,0-3-133 16,-1 1 59-16</inkml:trace>
  <inkml:trace contextRef="#ctx0" brushRef="#br0" timeOffset="-177248.04">25699 15654 1 0,'0'0'82'15,"0"0"17"-15,-4 8 9 0,4-8-13 0,-4 14 0 16,4-4 1-16,-3 8-9 0,3 0 15 0,-2 11-1 16,0 0-13-16,0 7-5 0,2-1 4 0,-3 10-9 15,6 7-4-15,-3-1-9 0,4 2-6 0,-2 0-2 16,5 3-6-16,-7-2-6 0,9 1-30 16,-4 2-4-16,2-1 0 0,4-1-2 0,-2 0 1 15,-2-1 0-15,5 0-6 0,-2-1 2 0,-1 0 2 0,-1 0 1 16,1-4-5-16,3 2 4 0,-5-5-7 15,1 2 5-15,0-4-4 0,-4-11 29 0,-2 2 5 16,3-2-2-16,-1 3-6 0,-2-1 0 0,2-3-2 16,-1 3 0-16,-1-2 11 0,4 2 9 0,-3 1-2 15,-2-3-11-15,1 0 1 0,0-3-3 0,-2 3-4 16,2-2-2-16,-2-1 1 0,2-2-3 0,-2 2-2 16,0-11-6-16,0 8 2 0,0-8 2 0,0-2-7 15,-2 0 5-15,2-3-11 0,-2-3 7 0,2-4-4 16,0 0 4-16,0-7-35 0,0 10 3 0,0-10 5 15,2 8 4-15,-2-8-6 0,0 0-12 0,0 0-38 16,0 0-34-16,0 0-49 0,0 0-41 0,0 0-99 16,0 0-312-16,-18-39 139 0</inkml:trace>
  <inkml:trace contextRef="#ctx0" brushRef="#br0" timeOffset="-176762.28">25589 15822 2 0,'0'0'108'16,"0"-13"-17"-16,0 13-11 0,0 0-4 0,0 0-9 15,0 0-7-15,0 0-1 0,0 0-6 0,0 0-3 16,0 0-2-16,0 0 4 0,0 0 6 0,-8 52-10 16,0-36-5-16,2 2-3 0,-3 5-3 0,1-4-12 15,-2 3 2-15,3-2-1 0,-1 3 0 0,1-1-13 16,-3 2-2-16,4-6-18 0,2-1-32 0,0-2-28 15,1-5-98-15,-2 1-178 0,5-11 78 0</inkml:trace>
  <inkml:trace contextRef="#ctx0" brushRef="#br0" timeOffset="-176580.29">25715 15851 90 0,'0'0'84'0,"17"0"-9"16,-17 0-4-16,0 0-15 0,17 10 14 0,-17-10-14 16,16 11-8-16,-7-4-1 0,-1 3 0 0,1 1-13 15,3 2-14-15,-1-1-40 0,1 1-25 0,1-2-61 16,-2 2-115-16,-3-3 52 0</inkml:trace>
  <inkml:trace contextRef="#ctx0" brushRef="#br0" timeOffset="-166529.52">23831 13734 6 0,'0'0'35'0,"-6"2"1"0,6-2-2 15,0 0-3-15,0 0-2 0,0 0-2 16,0 0-4-16,0 0 5 0,0 0-4 0,0 0-2 16,-14-2 3-16,14 2-7 0,0 0 3 0,0 0 0 15,0 0-4-15,0 0-4 0,0 0-1 0,-8 2-3 0,8-2-1 16,0 0 2-16,0 0-3 0,0 0 4 0,0 0-8 16,0 0 2-16,0 0-3 0,0 0 10 0,0 0-14 15,0 0 4-15,0 0 3 0,0 0-3 16,0 0 3-16,0 0-2 0,0 0-3 0,0 0 0 15,0 0 0-15,0 0 1 0,0 0 1 0,0 0-3 0,0 0 1 16,0 0 3-16,0 0-3 0,0 0-2 0,0 0-2 16,0 0 10-16,0 0-6 0,0 0-1 0,0 0-1 15,0 0 5-15,0 0-2 0,0 0 7 16,0 0-5-16,0 0 3 0,0 0 1 0,0 0 0 16,0 0 1-16,0 0-3 0,0 0 2 0,0 0 8 0,0 0-4 15,0 0-3-15,0 0-1 0,0 0 1 0,0 0-5 16,0 0 1-16,0 0 0 0,0 0 2 0,0 0-3 15,0 0 4-15,0 0-5 0,0 0 3 0,0 0-4 16,0 0 6-16,0 0-1 0,0 0 0 16,0 0-3-16,0 0-2 0,0 0 3 0,0 0-1 0,0 0 3 15,0 0-5-15,0 0 5 0,0 0 1 0,0 0-5 16,0 0 2-16,0 0-4 0,0 0 11 0,0 0-3 16,0 0-1-16,0 0-11 0,0 0 12 0,0 0-5 15,0 0 0-15,0 0 0 0,0 0 6 16,0 0-6-16,0 0 8 0,0 0 0 0,0 0-2 0,0 0 5 15,0 0-3-15,0 0 4 0,28 0 1 0,-28 0-9 16,0 0 5-16,9 0-2 0,-9 0 1 0,0 0-4 16,9 1-2-16,-9-1-2 0,8 0 3 15,-8 0-3-15,0 0 2 0,11 2-2 0,-11-2 2 16,8 0 0-16,-8 0-3 0,0 0 0 0,15-2-2 0,-15 2 5 16,9 0-3-16,-9 0 4 0,11 0 7 0,-11 0-16 15,15 0 1-15,-9-1 1 0,2-1 4 0,-8 2-7 16,15 0 10-16,-4-3-8 0,0 2 3 0,-1-1 3 15,1 0 3-15,1 2 2 0,0-3-7 0,-2 3-7 16,3-2 7-16,-2-1-4 0,7 0 2 0,-5 1-1 16,1 0 0-16,3-1 9 0,1 2-10 0,-6 1-2 15,6-3 3-15,-5 0-2 0,6 1 2 0,-3 1 0 16,-2-2 3-16,0 2 2 0,3-2-6 0,-4 1 1 16,1-1 1-16,-1 2-9 0,1-2 1 15,3 3-15-15,-3-2 4 0,0 1-3 0,-2 1-9 0,3-2-1 16,-4 1-5-16,2 1-17 0,0-3-14 0,-3 3-42 15,3 0-120-15,-5 0 54 0</inkml:trace>
  <inkml:trace contextRef="#ctx0" brushRef="#br0" timeOffset="-165570.46">24401 13698 30 0,'0'0'30'0,"0"0"-9"0,0 0-2 0,0 0-3 15,0 0-2-15,0 0-7 0,0 0-4 0,0 0 2 16,0 0-7-16,0 0-5 0,0 0-3 0,0 0 2 16,0 0 3-16,0 0-4 0,0 0-9 0,0 0-19 0,0 0 9 15</inkml:trace>
  <inkml:trace contextRef="#ctx0" brushRef="#br0" timeOffset="-164837.28">24450 13665 7 0,'0'0'17'0,"0"0"-5"15,5-5-1-15,-5 5-2 0,0 0-3 0,0 0 1 16,0 0-2-16,0 0 1 0,0 0 1 0,0 0 0 16,0 0-2-16,0 0 0 0,0 0-3 0,0 0-4 15,0 0 5-15,0 0-4 0,0 0-2 0,0 0-1 16,0 0 0-16,0 0-2 0,0 0-10 0,0 0-15 16,0 0 7-16</inkml:trace>
  <inkml:trace contextRef="#ctx0" brushRef="#br0" timeOffset="-164363.25">24445 13665 33 0,'0'0'52'0,"0"0"0"0,0 0-10 16,0 0-2-16,0 0-3 0,0 0-7 0,0 0-5 15,0 0-1-15,0 0 0 0,0 0-6 0,0 0 2 16,0 0 0-16,0 0-3 0,0 0 2 0,0 0 1 16,0 0-4-16,0 0-1 0,0 0 7 0,25 1-1 0,-25-1 2 15,10 2-3-15,-10-2-2 0,11-2 0 16,-11 2 0-16,11-1-1 0,-11 1-2 0,12 0-2 16,-12 0-1-16,13-2-5 0,-4 2 3 0,0-1 1 15,2-1-2-15,-1 1-2 0,1-1-4 0,0-1 3 16,2 0-4-16,0 1 1 0,-1 0 2 0,0-1 2 15,-1 2-2-15,3-1-2 0,-1 1 3 0,1-3-3 16,-2 2-9-16,2 0-7 0,-1 0-13 0,1 1-6 16,4-3-6-16,-2 2-14 0,1 0-52 0,1-2-112 15,-7 1 50-15</inkml:trace>
  <inkml:trace contextRef="#ctx0" brushRef="#br0" timeOffset="-161264.39">24165 13722 24 0,'0'0'30'0,"0"0"11"16,0 0-6-16,0 0-5 0,0 0-2 0,0 0 0 0,0 0-3 16,0 0-2-16,0 0-2 0,0 0 4 0,0 0-6 15,19 9 9-15,-19-9 3 0,0 0 3 16,12 1-2-16,-12-1 3 0,6 2-4 0,-6-2-8 0,8 0 7 16,-8 0-5-16,0 0-1 0,9 0 1 15,-9 0 6-15,10 0-8 0,-10 0 6 0,0 0-5 0,13-2 1 16,-13 2-2-16,10-1-3 0,-10 1 9 15,13 0-10-15,-7-1-5 0,-6 1 5 0,14-3 5 16,-9 1-3-16,-5 2-3 0,13-4 5 0,-7 3-9 16,3-1 3-16,-1 2-4 0,0-1 1 0,-2-2-3 15,-6 3-4-15,15-3-2 0,-7 1 11 0,-1 1-12 16,1-2 12-16,0 2-9 0,1-2-1 0,-9 3 0 0,15 0 0 16,-7-3 4-16,-8 3-2 0,14 0-8 0,-6-1 7 15,-8 1-5-15,15-2 5 0,-7 1-4 16,-1-1-1-16,1 1-6 0,-8 1 9 0,13-2-10 15,-7 2 7-15,-6 0-3 0,14-3 2 0,-7 1-1 0,-7 2 6 16,14-2-3-16,-5-1 2 0,-2 3-2 0,1-3-2 16,2 0 5-16,1 1 0 0,-1-1-5 0,0 0 2 15,-2 0-3-15,1 0 7 0,-2 1-10 0,5-1 6 16,-3 0-2-16,1 1 3 0,-2-1-7 16,-1 0 2-16,4 0 3 0,0-1-4 0,-5 2 3 0,5-2 2 15,-1 1-6-15,-3 1 9 0,0 0-8 0,1 0 4 16,-1-4 3-16,2 4-6 0,-2 0 0 0,0 0-2 15,-7 2 7-15,15-4-4 0,-8 1 1 16,-1-1-1-16,2 2-5 0,0 0 13 0,-8 2-10 16,11-5 3-16,-4 2-3 0,-2 0 6 0,-5 3 3 0,11-6-8 15,-6 4 2-15,-5 2-1 0,9-6-5 0,-1 6 9 16,-8 0-5-16,9-6 20 0,-4 3-20 16,-5 3 3-16,9-5-2 0,-4 3 1 0,-5 2 0 0,8-4-4 15,-8 4-1-15,9-4 8 0,-6 2 0 16,-3 2-8-16,8-7 6 0,-3 5-1 0,-5 2 5 0,10-4-3 15,-6 0-7-15,-4 4 15 0,8-4-13 0,-8 4 16 16,7-4 3-16,-7 4 2 0,4-4 1 0,-4 4 5 16,5-3-7-16,-5 3-4 0,7-6 1 15,-7 6 0-15,3-6-3 0,-3 6-3 0,3-6 4 0,-3 6-4 16,6-7-1-16,-6 7 7 0,5-6-8 0,-5 6 4 16,6-7-10-16,-2 2 9 0,-4 5-10 0,5-7 8 15,-5 7-7-15,6-8 5 0,-4 2-8 0,2 2 6 16,-4 4-8-16,8-10 9 0,-5 5-5 0,1 0 1 15,-4 5 0-15,6-8-1 0,-3 4 0 0,-3 4-2 16,6-8 2-16,-4 3 4 0,-2 5 3 0,6-7-8 16,-6 7-3-16,6-6 11 0,-3 3-9 0,-3 3 8 15,4-6-1-15,-4 6-6 0,4-7-1 0,-4 7-1 16,4-6-2-16,-4 6 7 0,3-4 0 0,-3 4 1 16,5-6-5-16,-5 6 2 0,4-6-2 0,-4 6 0 15,5-4 1-15,-5 4 3 0,4-6 2 0,-4 6-7 16,6-6 2-16,-6 6 3 0,7-7 1 0,-5 4-4 15,5-3 1-15,-7 6 3 0,7-7-1 0,-4 4-2 16,-3 3-3-16,6-7 1 0,-2 4 2 0,-4 3-1 16,8-6 2-16,-8 6 4 0,6-4-2 0,-2 0 1 15,-4 4 1-15,7-5-5 0,-7 5 8 0,7-7-4 16,-3 4-8-16,-4 3 4 0,7-4-1 0,-7 4 5 16,7-5-6-16,-7 5 4 0,5-4 1 0,-5 4 0 15,8-4-6-15,-8 4 13 0,6-6 0 0,-6 6-5 16,5-7 1-16,-5 7-3 0,9-5 1 0,-4 2 5 15,-5 3-1-15,8-6 6 0,-2 2-7 0,-6 4 4 16,8-6-1-16,-5 3-4 0,-3 3 6 0,9-5-6 16,-9 5-6-16,6-5 4 0,0 3 0 0,-6 2-1 15,8-7 4-15,-3 4 5 0,-5 3-9 0,8-5 5 16,-8 5-5-16,7-6-3 0,-2 5 4 0,-5 1-1 16,8-4 3-16,-3 1 1 0,-5 3 4 0,8-5-5 15,-2 3-4-15,-6 2 10 0,8-4-3 0,-8 4-6 16,9-4 5-16,-9 4-2 0,9-4 0 0,-3 2 8 15,-6 2-3-15,8-4 3 0,-8 4-8 0,11-6 8 16,-7 3-5-16,1-1-1 0,-5 4 0 0,11-3 15 16,-4 1-18-16,-1-2 0 0,2 1-1 0,-4 0 1 15,-4 3-5-15,12-4 4 0,-6 1-2 0,-6 3 6 16,14-7-4-16,-7 6-2 0,-1-1 2 0,-6 2-2 16,14-6-1-16,-10 4 3 0,3-1 2 0,-1 1-2 15,-1-1-1-15,-5 3 1 0,11-5-1 0,-6 4 2 16,-5 1-2-16,11-4 2 0,-5 1 0 0,-6 3-3 15,8-3 3-15,-8 3 0 0,10-4-4 0,-10 4-1 16,9-2 0-16,-9 2 3 0,10-3-1 0,-6 0-1 16,-4 3 2-16,9-3-1 0,-9 3-2 0,11-1 6 15,-11 1-4-15,8-4-2 0,-8 4 7 0,10-2-8 16,-6 1 4-16,-4 1-5 0,9-3 4 0,-9 3-2 16,12-3-1-16,-6 0 4 0,1 2 0 0,-7 1 1 15,12-1-4-15,-12 1 5 0,13-1-4 0,-8 0 4 16,-5 1-2-16,15-4 5 0,-6 3-2 0,-4-1 2 15,2 0 3-15,-7 2 0 0,18-2-2 0,-12 1 0 16,3 0 1-16,-1-1 1 0,2 0 1 0,-10 2-2 16,13-2 1-16,-5 0-2 0,-8 2 1 0,13-2-2 15,-13 2-2-15,9-2-1 0,-9 2 3 0,12-1-4 16,-6 0-1-16,-6 1 2 0,13-3 0 0,-13 3-2 16,12 1-1-16,-12-1 2 0,11-1-1 0,-11 1 0 15,9-2 0-15,-9 2-3 0,11-2 2 0,-11 2-1 16,9 2 1-16,-9-2 1 0,9-2 0 0,-9 2 0 15,12-1-3-15,-12 1 2 0,0 0 0 0,11 0 2 16,-11 0-2-16,0 0-3 0,13 0 0 0,-13 0 8 16,9-1-3-16,-9 1 10 0,9 0-2 0,-9 0-3 15,6-1 4-15,-6 1-1 0,10-2-4 0,-10 2-2 16,0 0 4-16,13 0-3 0,-13 0 1 0,9 0-2 16,-9 0 0-16,14-1-1 0,-14 1-1 0,9 0 1 15,-9 0-2-15,12 1 0 0,-12-1-4 0,10 3-19 16,-10-3-24-16,9 1-25 0,-9-1-30 0,6 3-22 15,-6-3-21-15,12 5-20 0,-8-4-138 0,1 3-324 16,-5-4 144-16</inkml:trace>
  <inkml:trace contextRef="#ctx0" brushRef="#br0" timeOffset="-152562.85">25805 13017 43 0,'0'0'47'0,"0"0"-6"0,0 0 2 0,1-8-5 16,-1 8 1-16,0 0-1 0,0 0 8 0,0 0-10 15,0 0 4-15,0 0-12 0,0 0 2 0,0 0-2 16,0 0-1-16,3-6-2 0,-3 6-17 0,0 0 12 16,0 0 1-16,0 0 0 0,0 0-1 0,0 0 1 15,0 0 6-15,0 0-9 0,9-2-8 0,-9 2-2 0,0 0 17 16,8-3 2-16,-8 3-16 0,0 0 3 15,7-2-8-15,-7 2 6 0,0 0-16 0,0 0 17 16,0 0-4-16,0 0 3 0,10-1-7 0,-10 1 6 16,0 0-6-16,0 0-2 0,0 0-4 0,0 0 2 0,0 0 7 15,0 0-2-15,5-2-16 0,-5 2 10 16,0 0 4-16,0 0-3 0,0 0-1 0,0 0 0 16,0 0 5-16,13 2 1 0,-13-2 0 0,0 0-9 15,7 1 0-15,-7-1 5 0,0 0-2 0,7 2 1 0,-7-2-1 16,0 0 11-16,0 0-8 0,0 0 3 0,0 0 3 15,0 0 14-15,0 0 1 0,9 0-6 16,-9 0 10-16,0 0-8 0,0 0-11 0,0 0 12 16,9 2-4-16,-9-2-2 0,0 0 1 0,0 0-2 0,0 0 5 15,9 1-11-15,-9-1 1 0,0 0 2 0,0 0 0 16,8 0-1-16,-8 0-1 0,0 0 7 16,0 0-11-16,12 2-5 0,-12-2 8 0,9 2 1 0,-9-2-3 15,5 0-6-15,-5 0 5 0,8 3 9 0,-8-3-10 16,0 0-3-16,10 1 3 0,-10-1 3 0,8 3-3 15,-8-3-3-15,5 2 4 0,-5-2 3 0,6 3-3 16,-6-3-1-16,0 0 6 0,10 2 7 0,-10-2-6 16,0 0 6-16,9 4-5 0,-9-4 1 0,0 0-1 15,8-1-6-15,-8 1 0 0,0 0 2 0,0 0-2 16,10 0 6-16,-10 0-5 0,0 0-4 0,5 2 3 16,-5-2 3-16,0 0-4 0,0 0 3 0,8 1 5 15,-8-1-6-15,0 0-5 0,9 2 3 0,-9-2 0 16,8 3-5-16,-8-3 1 0,0 0 3 0,10 1-1 15,-10-1 8-15,5 3-2 0,-5-3-7 0,8 3-2 16,-8-3 5-16,0 0-1 0,10 3 2 0,-10-3-1 16,4 3 3-16,-4-3-1 0,0 0-2 0,5 3-2 15,-5-3 3-15,0 0-1 0,6 3 0 0,-6-3 4 16,7 4-6-16,-7-4-2 0,0 0 1 0,7 4 1 16,-7-4-4-16,5 3 10 0,-5-3-9 0,0 0 1 0,10 2 2 15,-10-2 2-15,5 3-8 0,-5-3 3 16,6 4 0-16,-6-4 7 0,6 6 3 0,-6-6 5 15,8 4 2-15,-8-4-4 0,3 3-4 0,-3-3-1 0,6 4 6 16,-1-1-9-16,-5-3 1 0,7 3-1 16,-7-3-5-16,6 6 6 0,-6-6-4 0,5 5 5 15,-5-5-2-15,6 6 0 0,-3-2-2 0,1 1-3 16,-4-5 4-16,7 5-1 0,-7-5 2 0,5 7-2 0,-1-3 4 16,-4-4-3-16,6 6-10 0,-3-2 10 0,-3-4 4 15,4 7-2-15,-4-7-3 0,7 7 19 0,-4-2 1 16,-3-5 2-16,8 8-5 0,-7-4 3 0,-1-4-5 15,6 5-1-15,-6-5 0 0,4 7-3 0,-4-7-3 16,3 7 1-16,-3-7 0 0,6 7-3 16,-3-3-5-16,-3-4 2 0,4 6 2 0,-4-6-3 0,7 7-1 15,-3-4 4-15,-4-3-1 0,7 6-3 0,-7-6 2 16,2 6 0-16,-2-6-4 0,5 6 1 0,-5-6-1 16,5 6 5-16,-5-6-4 0,6 5-1 0,-6-5 1 15,5 7-3-15,-5-7-4 0,4 5 13 0,-4-5-2 16,6 6 22-16,0-3 12 0,-6-3-5 0,2 6-2 15,-2-6 0-15,4 6-5 0,-4-6-2 0,5 6-4 16,-5-6-1-16,4 6-6 0,-4-6 2 0,6 6-4 16,-6-6 0-16,5 6-2 0,-5-6-1 0,5 7 3 15,-5-7-4-15,5 5-1 0,-5-5-1 0,4 6-2 16,-4-6-2-16,6 6 0 0,-6-6 0 0,3 8 4 16,-3-8-5-16,2 4 2 0,-2-4 0 0,6 6 2 15,-6-6-1-15,6 6 0 0,-6-6-2 0,2 5-1 16,-2-5 3-16,4 6-2 0,-4-6 4 0,4 7 15 15,-4-7 2-15,5 6-1 0,-1-3-3 0,-4-3-2 16,2 7 2-16,-2-7-8 0,3 6 7 0,-3-6-9 16,5 6-3-16,-5-6 2 0,4 7-1 0,1-2 4 15,-5-5-5-15,0 0 2 0,4 8-3 0,-4-8-4 16,4 5 5-16,-4-5-4 0,3 6 1 0,-3-6-2 16,0 0 1-16,6 7 3 0,-6-7-1 0,2 5-3 15,-2-5 2-15,0 0-1 0,5 5-2 0,-5-5 0 16,0 0-2-16,3 6 3 0,-3-6 8 0,0 0-8 15,6 7 8-15,-6-7 12 0,0 0 2 0,4 6-5 16,-4-6 1-16,3 5-3 0,-3-5 2 0,0 0-3 16,4 7-4-16,-4-7-1 0,0 0 2 0,4 5-5 15,-4-5-1-15,0 0 6 0,6 4-6 0,-6-4-3 0,0 0 4 16,0 0-4-16,0 0 2 0,4 4-6 16,-4-4 6-16,0 0-3 0,0 0-1 0,0 0-1 15,0 0-2-15,0 0 2 0,4 5-4 0,-4-5 5 16,0 0-3-16,0 0-1 0,0 0 2 0,0 0-2 15,0 0 1-15,0 0-1 0,3 7 2 0,-3-7 0 16,0 0 2-16,0 0-4 0,0 0 2 0,0 0-1 16,0 0 2-16,0 0-1 0,0 0 1 0,0 0-1 15,0 0-1-15,0 0-4 0,0 0-5 0,0 0-17 16,0 0-26-16,0 0-42 0,0 0-46 0,0 0-49 16,-25-3-44-16,16 2-178 0,-5-1-446 0,3-2 197 15</inkml:trace>
  <inkml:trace contextRef="#ctx0" brushRef="#br0" timeOffset="-148780.04">25858 13005 29 0,'0'0'102'0,"0"0"-11"0,0 0-2 0,-3-9 2 16,3 9-4-16,0 0 4 0,0 0-11 0,0 0-3 16,0 0-4-16,0 0-3 0,0 0-7 0,0 0 3 15,0 0-5-15,0 0 0 0,0 0-11 0,0 0 2 16,0 0-10-16,0 0-3 0,0 0-5 0,0 0-7 15,0 0 0-15,0 0-5 0,0 0-7 0,0 0 3 16,0 0-3-16,0 0 1 0,0 0-7 0,24 7 3 16,-24-7-1-16,0 0 1 0,16 6-5 0,-16-6 6 15,13 6-6-15,-3 0 4 0,-1-2-7 0,0 1 7 16,1-1-8-16,0 1 6 0,-2-1-3 0,1 1 1 16,1 2 4-16,1 0 6 0,0-2 0 0,-2 1 6 15,2 2-2-15,0-2 7 0,-1-2-7 0,-1 3 2 16,1-4 2-16,2 7-6 0,-3-4 1 0,2-2 0 15,-2 3-1-15,2 1 1 0,-2-1-4 0,1-1 2 16,-1 1-4-16,-1 0 1 0,-1-1-2 0,2 1 4 16,0-1-3-16,-3 2-3 0,4-1 0 0,-3 0-2 15,1 0 1-15,-5-4 3 0,5 5-2 0,-2 0 5 16,0-2 8-16,1 1 1 0,-3-1-6 0,0-2 2 16,6 3 1-16,-6-1-3 0,1-1-7 0,-1 0 2 15,1 1-2-15,1 1 0 0,-1-1-1 0,0 0-3 16,-1-2 2-16,0 2-1 0,-1-2-1 0,-1 2-2 15,2-1 2-15,1-1-3 0,0 0-1 0,-1 3 4 16,0-2-5-16,-1-1 3 0,-3-4-1 0,8 8 1 16,-5-3-3-16,1 0-2 0,-4-5 3 0,7 9-1 15,-4-5 3-15,-3-4 0 0,6 8-3 0,-4-5 2 16,-2-3 1-16,5 7-3 0,-1-3-1 0,-4-4 1 16,4 8 0-16,-4-8 3 0,6 7 4 0,-6-7 10 15,4 7 0-15,-4-7 0 0,4 5-3 0,-4-5 1 16,5 7-2-16,-3-4 3 0,-2-3-4 0,6 7-1 15,-6-7-2-15,3 6 1 0,-3-6-4 0,5 5 2 16,-5-5-4-16,6 6 0 0,-6-6 0 0,3 5 5 16,-3-5-6-16,4 6-2 0,-4-6 5 0,4 5-5 15,-4-5-2-15,5 5 7 0,-5-5-6 0,4 6 0 16,-4-6-2-16,5 6 1 0,-5-6 0 0,5 5-2 16,-5-5 0-16,6 9 2 0,-4-6 2 0,-2-3-4 0,5 4 2 15,-5-4-1-15,4 8-2 0,-4-8 5 0,4 5-4 16,0-1 1-16,-4-4 2 0,6 6 2 0,-6-6 22 15,4 6 3-15,1-3-5 0,-5-3 2 16,2 7-5-16,-2-7-4 0,4 7 1 0,-4-7-2 16,5 7-1-16,-5-7-2 0,5 8-1 0,-1-5-2 0,1 1-4 15,-5-4 2-15,4 7-3 0,0-2 3 16,-4-5-2-16,5 9-1 0,-1-5 1 0,1-1 1 16,0 2-1-16,-1 0-1 0,-4-5 1 0,7 10-1 15,-1-5 1-15,-2-1-3 0,2 2 1 0,-2-1 3 16,-2 0-1-16,5 1 5 0,-3 0 3 0,1-1 4 0,2-2 5 15,-2 3-6-15,1-2 3 0,0 1-1 16,-1-1-1-16,1-1-1 0,2 1-2 0,-4 0 3 16,1 0 0-16,-1 1 3 0,2-1-2 0,-1 0-7 15,2 0 4-15,-2 0-3 0,-5-4-1 0,6 3-2 16,-6-3 0-16,9 7-2 0,-5-4 1 0,-4-3 1 0,8 6-7 16,-4-4 4-16,-4-2-4 0,7 4-1 0,-3 0 3 15,-4-4-3-15,6 3-2 0,-2 2 0 16,-4-5 2-16,0 0-2 0,8 5-2 0,-5-1 2 15,-3-4 3-15,8 4 0 0,-4-1-4 0,-4-3 0 16,8 7 4-16,-8-7-4 0,6 5 1 0,-3-2-2 0,-3-3 0 16,6 7-1-16,-1-5 6 0,-1 3-4 0,-4-5 8 15,8 7-10-15,-4-3 3 0,-4-4-5 16,9 7 6-16,-5-4-2 0,0 1 5 0,1 0-3 16,-5-4 1-16,9 5-3 0,-4-1 5 0,-1 0-4 15,-4-4 6-15,9 7-1 0,-5-3 1 0,3-1 6 0,-2 2 2 16,-1-1-7-16,1 0 9 0,-5-4-9 0,8 5 0 15,-6-2 0-15,6 0-1 0,-8-3 6 16,6 8-8-16,-1-4-1 0,-1-1 2 0,-4-3-1 16,10 7-7-16,-6-4 5 0,-4-3 5 0,5 4-4 0,-5-4-3 15,6 6-1-15,-2-3 3 0,-4-3 2 0,7 7-2 16,-2-5 0-16,0 2-2 0,-5-4 0 0,4 6 3 16,-4-6-2-16,7 4 2 0,-7-4-1 15,6 5-1-15,-6-5-1 0,4 4-19 0,-4-4 1 16,0 0 0-16,6 5 1 0,-6-5 4 0,0 0-3 0,4 6 3 15,-4-6 5-15,6 5-4 0,-6-5 8 0,5 4-2 16,-5-4 2-16,6 5-1 0,-6-5 3 0,5 7 4 16,0-4 2-16,-5-3 6 0,7 4 0 0,-1 2 1 15,0-2-4-15,-3-1 1 0,1 1 1 16,2 0-1-16,-6-4 0 0,10 7-1 0,-7-4-1 16,3 1 0-16,-1-1-1 0,0 3 2 0,1-2 0 0,1 0 5 15,-3 0 0-15,2-1-2 0,-1-1-2 0,0 4 5 16,2-2-5-16,-3-1 1 0,-4-3-3 15,11 6 3-15,-7-4-1 0,-4-2-2 0,6 6-1 16,-2-4-3-16,-4-2 12 0,9 6-13 0,-5-2 3 16,-4-4-1-16,7 6 1 0,-7-6 1 0,9 4 0 0,-9-4-3 15,7 3 1-15,-5 0-1 0,-2-3-3 0,9 4 4 16,-9-4 1-16,7 5-1 0,-7-5-1 0,5 3 1 16,-5-3 0-16,0 0-4 0,6 3 3 0,-6-3-1 15,0 0-1-15,5 4 4 0,-5-4-2 0,0 0-1 16,0 0-1-16,0 0-4 0,4 5-1 0,-4-5 7 15,0 0-3-15,0 0 0 0,0 0 2 0,0 0-5 16,0 0 3-16,0 0-1 0,0 0 0 0,0 0 2 16,6 4 0-16,-6-4 4 0,0 0-6 15,0 0-5-15,0 0 5 0,6 4 3 0,-6-4-4 0,0 0 4 16,0 0 1-16,6 4 1 0,-6-4-2 0,5 3-2 16,-5-3 7-16,4 4 8 0,-4-4-4 0,8 6 0 15,-2-3-2-15,-2 1 2 0,1 0 5 0,-5-4-3 16,8 5-1-16,-1-2 4 0,1 1-2 0,-2 1 3 15,2-2 0-15,1 1 1 0,1 2 2 16,-1-1-8-16,-1-3 9 0,1 4-2 0,1-4 4 0,1 3 0 16,-3 0-2-16,2-1 5 0,-2 0-4 0,2-1-2 15,1 0-1-15,-2 1 4 0,0 1-4 0,3-2-3 16,0 1 3-16,-1-2-4 0,-1 2 5 0,-1 0-9 16,-2-1 0-16,-1-2 3 0,5 1 0 0,-4 2-3 15,2-1-2-15,0-1-7 0,-4 1 6 0,3-1-1 16,-3 0 7-16,2 1-18 0,0-1 27 0,-7-2-18 15,11 4 10-15,-7-2-11 0,3 1 2 0,0-2-1 16,-7-1 8-16,13 4-12 0,-8-3 0 0,1 2 0 16,1-1 6-16,-7-2-5 0,13 4 2 0,-8-1 7 15,-5-3-2-15,9 2-1 0,-4 0 2 0,-5-2 0 16,11 3 0-16,-4-1 2 0,-1-1 0 0,-6-1-1 16,10 5 0-16,-2-3 3 0,-8-2 2 0,11 4-4 15,-5-1-8-15,4-1-2 0,-5 2 2 0,1-2-6 16,1 0 2-16,0 3-1 0,0-4 0 15,-7-1 4-15,13 3-3 0,-5 1 8 0,0-1-8 0,-1-1 1 16,3 2 5-16,0 0-3 0,1 0 0 0,-2 0-1 16,1-2 3-16,0 2-2 0,-1 0 3 0,-2-1 2 15,0 0 8-15,2-1 0 0,2 3 6 0,-1-1-6 16,0-2-4-16,-3 1 2 0,6 1 3 16,-3-1-6-16,0 0 0 0,0 1 1 0,1-1-7 0,0 0 6 15,3 1 0-15,-4 0-6 0,2 0 2 0,-2-1-4 16,2-2 2-16,-2 2 0 0,-3 1 2 0,1-1 2 15,1 0 4-15,0 2-3 0,0-3-3 0,0 1 1 16,2-1 12-16,-3 1-9 0,0 0-4 0,1-1 7 16,1 1-4-16,-2 0-1 0,1-1 2 0,2 0-2 15,-3 1-2-15,0 0-4 0,3 1 6 0,-2-1 6 16,0-1-7-16,0 1 3 0,2 0-4 0,-1-1-3 16,3 0 3-16,-4 1-4 0,2 1 6 0,1-2 2 15,0 0 2-15,-3 1 2 0,2-1-2 0,-1 1-2 16,-1 0 1-16,3-1 6 0,-2 1-8 0,0-1-5 15,1 1 3-15,0-1 0 0,-2 1 1 0,2 1-4 16,0-2 7-16,-2 0 0 0,3 1-3 0,-4-1-6 16,2-1 1-16,-1 3 0 0,2-2-1 0,1 1 2 15,-2 2 2-15,1-2-3 0,-1-1-1 0,-1-1 3 16,0 2 2-16,1 1-5 0,0-1-3 0,-2-1 3 16,-2-1-1-16,2 2-2 0,2-2 6 0,-1 1-8 15,-1 0 6-15,1 0-4 0,0-2 1 0,-2 5-4 16,1-2-1-16,0-2 0 0,3-1 13 0,-2 4-4 15,1-1-1-15,0 0 1 0,-2 0 2 0,0-1 1 16,5 0 1-16,-6 1-4 0,2-2 2 0,0 3-1 16,-2-3 4-16,4 2-2 0,-3-1 0 0,3 0-2 15,-1 1-4-15,1 0 2 0,3-2 5 0,-3 1 0 16,2 1 4-16,-4-2-1 0,3 2 2 0,0 0 3 16,-2-1-6-16,1-1 0 0,3 2-4 0,-4 0 4 15,4-3-1-15,-2 2-1 0,-1 0-3 0,2 0-1 16,-2-1 1-16,1 1 2 0,-2-2-5 0,3 4-3 15,0-4 7-15,-1 3-2 0,1-2-7 0,0 2 10 16,-1-3-4-16,0 3 1 0,0-2-2 0,-2 0-2 16,1 1 4-16,1-1-2 0,-1 1-2 0,0 0-1 15,-2-4-4-15,2 4 9 0,-1-2-6 0,1 0 6 16,-5 0-2-16,-6 0 3 0,15 3-2 0,-8-2-4 16,-1 0 8-16,-6-1-5 0,13 2-2 0,-13-2 2 15,9-2 1-15,-9 2-2 0,0 0 1 0,11 0 2 16,-11 0-2-16,8 2-1 0,-8-2 1 0,0 0-1 15,9 0-2-15,-9 0 5 0,0 0-3 0,9 0 1 16,-9 0 3-16,0 0-1 0,11 0 2 0,-11 0-2 16,9 0 3-16,-9 0-1 0,9 0-3 0,-9 0 1 15,10-2 0-15,-10 2 2 0,9 0-2 0,-9 0 1 16,12-1-3-16,-12 1-1 0,13 0 3 0,-13 0 1 16,10-1-3-16,-2-1 1 0,-8 2-3 0,17-1 3 15,-9 1 2-15,4-2-5 0,-2 1 4 0,0 0-1 16,0 0-1-16,2-1-5 0,-12 2 2 0,15 0 3 15,-2-2-2-15,-2 2 1 0,0 0-2 0,1 0 3 16,-3 0-3-16,-9 0 0 0,20-1 2 0,-13 1 2 16,-7 0-2-16,11-2-1 0,-3 1 5 0,1 1-7 15,-1-2 1-15,-8 2-1 0,17-3 3 0,-11 3 0 16,-6 0-2-16,18-1 0 0,-10 1-1 0,-8 0 3 16,14-2-1-16,-3 1-2 0,-5 0 3 0,-6 1-1 15,15-3 1-15,-8 1-2 0,2 2 0 0,-9 0 2 16,14 0-6-16,-14 0 2 0,14-2 0 0,-3 0-1 15,-5 2 5-15,-6 0-1 0,15-2 1 0,-7 2-1 16,-8 0-1-16,14-1 3 0,-3 0-5 0,-3-1 6 16,3 1 0-16,-3 0-4 0,3 0-1 0,-4-1-1 15,-7 2 1-15,17-4 0 0,-9 4-2 0,-8 0 2 16,14-2 1-16,-2 2 0 0,-3-1 4 0,-1 0-7 16,-8 1 3-16,17-2 0 0,-10 2 0 0,5 0 2 15,-12 0 0-15,13-1-6 0,-6 1 4 0,2-3 0 16,-9 3-1-16,12-1 2 0,-2 1 2 0,-1-2-2 15,-9 2-3-15,16-3 6 0,-8 2-10 0,2 0 8 16,1-1-1-16,-2-2 0 0,2 3 2 0,-1 0-4 16,1-2 2-16,1 2-2 0,1 0 0 0,0-1 3 15,-2 2-4-15,1-3 1 0,-1 6 3 0,0-6-1 16,0 1-1-16,0 1 0 0,0-2 1 0,-1 2 1 16,0 0-2-16,-2-1 0 0,2 1 2 0,-1 1 2 15,-1-2-8-15,-8 2 5 0,14-3-1 0,-5 3 0 16,-2-1-3-16,-7 1 3 0,15-4 2 0,-7 2 0 15,-1 1 0-15,-7 1-1 0,14-5 0 0,-8 5 2 16,3-3-6-16,-1 3 2 0,-8 0 2 0,11-3-5 16,-2 0 4-16,-9 3-2 0,12-2 3 0,-3-1-1 15,-2 1 1-15,-2-1-5 0,-5 3 7 0,12-5-6 16,-5 4 2-16,-7 1 1 0,13-2 0 0,-6 1-2 16,-7 1 1-16,13-4 2 0,-6 3-3 0,-7 1 1 15,13-3 4-15,-4 2-4 0,2-1-1 0,-3 0 4 16,1 1-6-16,0 0 5 0,-9 1-1 0,13-3 0 15,-5 0 1-15,0 1-1 0,-8 2 0 0,13-2-2 16,-13 2 0-16,12-3 2 0,-6 2-1 0,-6 1 2 16,12-2 2-16,-12 2-4 0,11-1 1 0,-6 0 5 15,4 0-5-15,-9 1 0 0,13-4 3 0,-5 2-3 16,1 2 2-16,-9 0-4 0,16-5-1 0,-9 5 4 16,0-2-2-16,1 0-1 0,-2 1 1 0,-6 1 4 15,12-3-1-15,-6 0-1 0,-6 3-1 0,10-2-3 16,-10 2 3-16,11-1 0 0,-11 1 0 0,6-3 0 15,-6 3 1-15,8-2-2 0,-8 2 2 0,9-2 0 16,-9 2-1-16,0 0-2 0,10-2 0 0,-10 2-1 16,10-1 4-16,-10 1 0 0,8-4 4 0,-8 4-5 15,6-2 0-15,-6 2 0 0,10 0 1 0,-10 0-1 16,8-3 3-16,-8 3-3 0,8-1 0 0,-8 1 3 16,8-3-2-16,-8 3 0 0,0 0-1 0,10-3 0 15,-10 3 2-15,7-3-2 0,-7 3-2 0,7-2 2 16,-7 2 1-16,0 0 1 0,9-1-3 0,-9 1 2 15,0 0-1-15,0 0 2 0,7-2-2 0,-7 2 4 16,0 0-3-16,0 0-2 0,0 0-1 0,0 0 2 16,0 0-1-16,8-3-2 0,-8 3 3 0,0 0-1 15,0 0 2-15,0 0-4 0,0 0 2 0,0 0-2 16,0 0-5-16,0 0 0 0,0 0-8 0,0 0-7 16,0 0-13-16,0 0-26 0,0 0-37 0,0 0-46 15,-29-1-57-15,10 1-55 0,0-2-34 0,-2 1-51 16,-7-1-51-16,1 0-294 0,-1 2-743 0,2 0 328 15</inkml:trace>
  <inkml:trace contextRef="#ctx0" brushRef="#br0" timeOffset="-146866.79">31344 14402 11 0,'0'0'71'0,"0"0"-7"0,-6 11-8 15,6-11-6-15,0 0-8 0,0 0-2 0,0 0-3 16,0 0-1-16,0 0-4 0,-4 5-2 0,4-5-6 16,0 0 2-16,0 0-7 0,0 0-4 0,0 0-1 0,0 0 10 15,0 0 5-15,0 0 2 0,0 0-1 16,0 0-2-16,0 0 3 0,0 0 3 0,0 0-2 16,0 0-2-16,0 0-4 0,0 0-1 0,0 0 5 15,0 0-2-15,0 0-8 0,0 0 3 0,0 0-1 16,0 0-9-16,0 0-12 0,0 0 2 0,0 0-17 15,0 0 5-15,0 0-17 0,0 0-3 0,0 0-5 16,0 0 3-16,0 0-7 0,0 0-10 0,0 0-4 16,0 0-7-16,0 0-2 0,0 0-44 0,0 0-113 15,0 0 50-15</inkml:trace>
  <inkml:trace contextRef="#ctx0" brushRef="#br0" timeOffset="-144080.99">23967 13018 16 0,'0'-7'137'0,"0"7"-3"15,0 0-4-15,1-10-8 0,-1 10-4 16,0 0-2-16,2-7-8 0,-2 7 1 0,0 0-7 16,0 0-3-16,0 0-6 0,0 0-8 0,0-9-8 0,0 9-5 15,0 0-12-15,0 0-3 0,0 0-8 16,0 0-6-16,0 0-4 0,0 0-6 0,0 0-3 15,0 0-2-15,0 0-2 0,0 0-5 0,0 0-10 16,0 0 2-16,0 0 0 0,0 0-3 0,0 0 9 0,0 0-8 16,0 0-5-16,0 0 1 0,0 0-2 0,1 30 13 15,0-20 5-15,-1-2 3 0,0 2-5 0,1 0-5 16,-1 0 1-16,0 4-2 0,0-1 1 0,2-2 1 16,-2 6 13-16,2-5 2 0,-2 3-6 0,3 1 8 15,-3-2-4-15,0-4-1 0,1 0-4 0,1 2-3 16,-3-2-2-16,1-3-2 0,1 0-1 0,1 1-2 15,-2-8 0-15,0 13-1 0,0-13 0 0,1 11 5 16,-1-11-2-16,-1 8-4 0,1-8 1 0,1 8-2 16,-1-8 0-16,0 0 0 0,0 8 0 0,0-8-2 15,0 0 7-15,0 0 2 0,0 0 10 0,0 0 4 16,0 0 5-16,0 0 3 0,0 0 1 0,1 7 3 16,-1-7 0-16,0 0 5 0,0 0 2 0,0 0-7 15,0 0-3-15,0 0-8 0,0 0-1 0,0 0-8 16,0 0 1-16,0 0-6 0,0 0 2 0,0 0-6 15,0 0 5-15,0 0-7 0,0 0 1 0,0 0 0 16,-5-25-5-16,5 25 1 0,0 0 2 0,-1-10-5 16,1 10-1-16,-1-7-1 0,1 7 1 0,-3-7-3 15,3 7-1-15,0 0 2 0,-2-10-2 0,2 10 0 16,0 0-2-16,0 0 7 0,0-8-2 0,0 8-5 16,0 0 2-16,0 0 0 0,0 0-3 0,0 0 1 15,0 0 1-15,0 0-3 0,-2-9 0 0,2 9 6 16,0 0-9-16,0 0 5 0,0 0 0 0,0 0-6 15,0 0 4-15,0 0-2 0,0 0 3 0,0 0-6 16,0 0 3-16,0 0-3 0,0 0 4 0,0 0-4 16,0 0 1-16,0 0 4 0,0 0-5 0,0 0 2 15,0 0 3-15,0 0-2 0,0 0-2 0,0 0 1 16,0 0 0-16,0 0 0 0,0 0-4 0,0 0 0 16,0 0 2-16,0 0-3 0,0 0 2 0,0 0-4 15,0 0 3-15,0 0-2 0,0 0 0 0,0 0-1 16,0 0 1-16,0 0 1 0,0 0 1 0,0 0 2 15,0 0 1-15,0 0 1 0,0 0 0 0,0 0 0 16,0 0 1-16,0 0-2 0,0 0 0 0,0 0 2 16,0 0-1-16,0 0 0 0,0 0 0 0,0 0 0 15,0 0 1-15,0 0-1 0,0 0 0 0,0 0 0 16,0 0 1-16,0 0 4 0,0 0 0 0,0 0-3 16,0 0 2-16,0 0-2 0,0 0 3 0,0 0-5 15,0 0 6-15,0 0-5 0,13 19 2 0,-13-19 1 16,3 8 0-16,-2-3-2 0,-1-5-1 0,4 10 0 15,-3-4 1-15,-1-6 0 0,4 11-2 0,-4-6 3 16,0-5 2-16,2 9-2 0,1-2 3 0,-3-7-3 16,4 9 1-16,-4-9-1 0,4 7 6 0,-4-7-2 15,1 8-5-15,-1-8 1 0,0 0 0 0,1 8 1 16,-1-8 0-16,0 0-1 0,0 0 2 0,3 6-1 16,-3-6 0-16,0 0-1 0,0 0 5 0,0 0-5 15,0 0 3-15,0 8 3 0,0-8-3 0,0 0-3 16,0 0 2-16,0 0-1 0,0 0 0 0,4 6 1 15,-4-6-1-15,0 0 2 0,0 0-2 0,0 0 4 16,0 0-3-16,0 0 3 0,0 0 1 0,0 0-3 16,0 0-6-16,0 0-9 0,0 0-6 0,0 0-10 15,0 0-9-15,0 0-21 0,0 0-36 0,0 0-33 16,0 0-26-16,0 0-30 0,0 0-21 0,0 0-179 16,0 0-415-16,-16-16 184 0</inkml:trace>
  <inkml:trace contextRef="#ctx0" brushRef="#br0" timeOffset="-143362.12">24017 13162 49 0,'0'0'97'0,"0"0"-7"16,0 0-5-16,0 0-12 0,0 0-9 0,0 0 1 16,-5-8-4-16,5 8-11 0,0 0 4 0,0 0-7 15,0 0-3-15,0 0 0 0,0 0-4 0,0 0 1 16,0 0 0-16,0 0 3 0,0 0 0 0,0 0 4 15,0 0-3-15,0 0 6 0,0 0-1 0,0 0-2 16,0 0-4-16,0 0-2 0,0 0-5 0,0 0 6 16,0 0-6-16,0 0 2 0,0 0-6 0,0 0-5 15,0 0-3-15,0 0 0 0,0 0-1 0,0 0-3 16,0 0-2-16,0 0 3 0,0 0-3 0,0 0-2 16,0 0 7-16,-7-4 3 0,7 4 2 0,0 0-2 15,0 0-4-15,0 0 2 0,-6-5-6 0,6 5-3 16,0 0 0-16,-5-8 1 0,5 8-3 0,-3-4 4 15,3 4 3-15,0 0 5 0,-6-7-6 0,6 7 11 16,-4-8-6-16,4 8-1 0,-4-9-3 0,0 1-2 16,3 2-2-16,1 6 2 0,-4-16-3 0,2 8-5 15,-1-1 0-15,2-2 1 0,0 3-2 0,1 8 2 16,-2-17-5-16,2 8 0 0,2 3 1 0,-2 6-2 16,2-15-3-16,-1 7 3 0,2 1-1 0,0 1-2 0,-1 0 0 15,-2 6 0-15,8-10-2 0,-6 4 0 16,2 2-1-16,-4 4 1 0,8-9-2 0,-4 5 1 15,-4 4 0-15,7-6-2 0,0 4 3 0,-7 2-7 16,9-1 6-16,-9 1-4 0,10 1 1 0,-10-1 1 16,12 2-4-16,-12-2 5 0,11 3-1 0,-5 0 0 0,1 1-1 15,0-1 3-15,0 1 2 0,-1-1-4 0,-1 1 0 16,3 1-1-16,-3 0 2 0,0-1 1 16,1 0-4-16,-3 1 5 0,-3-5-2 0,4 10 4 15,-3-6-5-15,-1-4 2 0,-2 12 2 0,2-12-1 16,-3 11-1-16,0-6 1 0,-3 0 0 0,1 0-5 0,-3 3-5 15,1-2-12-15,-2 0-12 0,1 0-10 16,-1 1-21-16,1-2-11 0,1 3-15 0,7-8-9 0,-11 6-24 16,5-3-19-16,1 2-10 0,1-2-92 15,4-3-265-15,0 0 117 0</inkml:trace>
  <inkml:trace contextRef="#ctx0" brushRef="#br0" timeOffset="-142997.62">24210 13162 126 0,'0'0'210'16,"0"0"-20"-16,0 0-18 0,0 0-19 0,0 0-16 15,0 0-14-15,0 0-10 0,0 0-16 0,0 0-11 16,0 0-8-16,0 0-6 0,0 0-8 0,0 0 4 16,0 0 0-16,2 17-6 0,0-11-9 0,-2-6 0 15,-2 18-3-15,4-10-8 0,-2 2-3 0,0-1 11 16,0 0-6-16,0 1-2 0,0 0-5 0,0 0-2 16,0 0-3-16,0 0 1 0,1 1-3 0,-1 0-1 15,0-1-2-15,0-1-2 0,1 2-3 0,-1-4-3 0,0 0-1 16,0 3 1-16,0-3-6 0,0-7-10 15,-1 12-6-15,0-6-26 0,1-6-27 0,0 11-23 16,0-11-32-16,-3 8-24 0,3-8-33 0,-3 8-13 16,3-8-115-16,-5 4-319 0,5-4 141 0</inkml:trace>
  <inkml:trace contextRef="#ctx0" brushRef="#br0" timeOffset="-142764.25">24238 13071 105 0,'0'0'112'0,"9"-4"-9"0,-9 4-14 15,0 0-10-15,18 0 0 0,-18 0 5 0,9 5 3 16,-4-1-6-16,-5-4-7 0,7 6 1 0,-4-1-2 16,-1 2-8-16,-2-7-6 0,0 14-4 0,2-4-1 0,-4-2-5 15,1 2-7-15,-1-2-7 0,-1 2-1 16,3-1-7-16,-6 0-18 0,3-1-21 0,-1-1-21 15,3 0-24-15,1-7-20 0,-8 10-17 0,4-5-25 16,1 0-61-16,-4-1-195 0,7-4 86 0</inkml:trace>
  <inkml:trace contextRef="#ctx0" brushRef="#br0" timeOffset="-142280.52">23985 12844 99 0,'0'0'159'0,"-3"-5"-9"0,3 5-9 16,0 0-13-16,0 0-11 0,0 0-15 0,0 0-13 15,0 0-15-15,0 0-8 0,0 0-3 0,0 0-9 16,0 0-8-16,-7 25-3 0,5-13 0 0,-1 1-3 16,0 5-10-16,-1-1 1 0,2 8-7 0,-2-6 4 15,0 7-23-15,2-7-53 0,0 0-41 0,1 7-144 16,-3-5-252-16,3-2 112 0</inkml:trace>
  <inkml:trace contextRef="#ctx0" brushRef="#br0" timeOffset="-138876.09">28585 15040 14 0,'0'0'33'15,"0"0"-10"-15,-10 3-7 0,10-3-4 0,0 0-1 16,-8 0 1-16,8 0-3 0,0 0-3 0,-12-2 5 15,12 2-9-15,-11 2 5 0,11-2-3 0,-14-3 0 16,7 3-2-16,7 0-11 0,-21 0-3 0,10 0-13 16,-1 1-25-16,0 1 11 0</inkml:trace>
  <inkml:trace contextRef="#ctx0" brushRef="#br0" timeOffset="-138730.83">28316 15045 42 0,'0'0'36'0,"0"0"-2"0,0 0 0 0,0 0 1 0,19-11 0 15,-14 8-7-15,-5 3 0 0,13-2-3 0,-13 2-1 16,10-3-5-16,-5 2-6 0,-5 1 1 0,11 0 1 16,-11 0-16-16,9-2-7 0,-9 2-9 0,9 2-10 15,-9-2-29-15,0 0-58 0,11-2 25 16</inkml:trace>
  <inkml:trace contextRef="#ctx0" brushRef="#br0" timeOffset="-137981.65">28489 15008 34 0,'-9'0'95'16,"9"0"-1"-16,-10 0-13 0,10 0 0 0,-10 0-6 0,10 0 6 15,0 0 5-15,-10-1-5 0,10 1-11 16,0 0 2-16,0 0-14 0,-10-2 2 0,10 2-9 15,0 0-1-15,0 0-9 0,0 0-5 0,0 0-4 16,0 0-4-16,0 0-4 0,-9-1-2 0,9 1-7 16,0 0 4-16,0 0-3 0,0 0-4 0,0 0 4 15,0 0 7-15,0 0-8 0,0 0-3 0,27-1-2 16,-27 1 3-16,19-2-6 0,-9 2 10 0,3-3-8 16,1 2-10-16,2-1 13 0,4 0-5 0,0 2-6 15,-2-2 10-15,2 1-9 0,-1 0 1 0,2 0-2 16,1-1-2-16,4-1 7 0,-5 2-5 0,7-2 5 15,4 1-1-15,-1-2-10 0,1 1 3 0,1 2-7 16,-1-2-12-16,-4-1-1 0,1 2 11 0,2 0-6 16,-2 1-9-16,3-5-15 0,-3 4-5 0,-8 0-3 15,9-1 6-15,-10 2 7 0,9-2-7 0,-9 1 9 16,0 1 2-16,-2-1 3 0,0-1 1 0,1 1 1 16,0-2 2-16,2 0 12 0,-2 2-4 0,-3-1 1 15,2-1-1-15,2-1 8 0,-3 2-3 0,-2 0 2 16,2-1 1-16,0 0-1 0,1 0 2 0,0 2 0 15,-2 0-3-15,-2-2 8 0,4 1-3 0,-4 1 5 16,-1 1-3-16,1-2-4 0,0-1-2 0,-1 3 4 16,2 0 5-16,-3 0-3 0,-1 1 9 0,1 0-7 15,-1-2 3-15,3 0 2 0,-3 1 15 0,1-2-11 16,-1 2-5-16,3-1 4 0,-3 0 4 0,2 2-7 16,1-2-1-16,-2 0-1 0,3 2-1 0,1-1 7 15,0 0-3-15,-3-1 1 0,4 2-8 0,0-2 9 16,1 0-6-16,-5 1 15 0,1 0-17 0,-1 1 3 15,-1-3-4-15,1 2-3 0,1 0 12 0,-1-2-4 16,0 1-10-16,2-1 15 0,-2 1-10 0,6-1-5 16,-4-4-3-16,4 1 7 0,0 0 8 0,-3 2-16 15,1-2 1-15,1 0-4 0,-1-1 12 0,-2 5-14 16,1-3 15-16,0 0-3 0,-4 0 2 0,1 0-4 16,0 0 5-16,1 2-2 0,3-2-3 0,-5 2 13 15,0-1-9-15,-2 2 3 0,1 0-6 0,-2-1 0 16,1 1 2-16,-2 1 0 0,-8 1 7 0,14-2-5 15,-7-1 4-15,-7 3-12 0,16-2 3 0,-9 0-15 16,1 2 4-16,3-4-7 0,-2 2 0 0,3 1-13 16,1-1-8-16,2 0-43 0,1-3-97 0,0 1 44 15</inkml:trace>
  <inkml:trace contextRef="#ctx0" brushRef="#br0" timeOffset="-137844.1">30725 14622 4 0,'6'-4'59'0,"-6"4"-1"15,0 0-2-15,8-3 3 0,-8 3-7 0,0 0-5 16,0 0-7-16,0 0-10 0,8 0 7 16,-8 0-4-16,0 0-8 0,0 0 2 0,10 3-6 0,-10-3-11 15,0 0-16-15,3 5-33 0,-3-5-47 0,0 0-93 16,2 8 42-16</inkml:trace>
  <inkml:trace contextRef="#ctx0" brushRef="#br0" timeOffset="-137208.42">28778 14712 76 0,'0'0'139'0,"0"0"-11"0,0 0-20 0,0 0-11 16,0 0-1-16,-16 16-12 0,8-1-13 0,-3-4 0 15,0 4-9-15,2 1-2 0,-1 0-8 0,0 1-10 16,1 1 6-16,-1-3-11 0,1 2-1 0,1 0-12 16,2-3-22-16,-2-1-28 0,3-3-32 15,-1 3-22-15,4-3-99 0,-2 2-193 0,-1-3 86 16</inkml:trace>
  <inkml:trace contextRef="#ctx0" brushRef="#br0" timeOffset="-137030.75">28838 14767 12 0,'0'0'116'0,"0"0"-3"16,2 31-21-16,-7-18 0 0,-2-1-8 15,1 5-6-15,-2-2-11 0,2 2-12 0,-2 0-7 0,5-1-28 16,-2-3-29-16,1 0-22 0,2-3-34 15,-1 2-47-15,-3-4-122 0,2 0 54 0</inkml:trace>
  <inkml:trace contextRef="#ctx0" brushRef="#br0" timeOffset="-136842.22">28972 14775 24 0,'0'0'100'16,"0"0"-7"-16,0 0-12 0,-17 27-14 0,12-15 0 16,-2-2-5-16,2 2-10 0,-1-1-4 0,2 0-20 15,-1 0-16-15,0-1-31 0,1 1-36 0,0-2-39 16,-1 1-101-16,0-1 45 0</inkml:trace>
  <inkml:trace contextRef="#ctx0" brushRef="#br0" timeOffset="-136663.1">29093 14725 44 0,'0'0'110'0,"0"0"0"0,-14 22-25 16,9-15 3-16,-1 5-13 0,-1 1 1 0,-2 1-14 15,1 1-3-15,2 0-11 0,2-4-25 0,-1 0-25 16,0 1-33-16,2-3-36 0,-1 2-41 15,0 0-122-15,3-4 54 0</inkml:trace>
  <inkml:trace contextRef="#ctx0" brushRef="#br0" timeOffset="-136480.72">29210 14757 76 0,'0'0'102'0,"0"0"-10"0,-11 28-5 0,7-20-14 16,-1 3 22-16,-2-1-32 0,1-2-11 0,1 3-2 16,1-1-11-16,2 0-25 0,-1 0-32 0,0-1-35 15,1 1-59-15,-2-2-122 0,1 0 54 16</inkml:trace>
  <inkml:trace contextRef="#ctx0" brushRef="#br0" timeOffset="-136313.28">29348 14767 100 0,'0'0'92'0,"0"0"-4"0,0 0-7 0,-18 16-12 16,15-8-6-16,-4 2 0 0,2-3-9 0,0 5-19 16,0-3 6-16,0 2-18 0,0-1-29 0,0-1-28 0,1 0-78 15,0 2-121-15,-1-4 54 0</inkml:trace>
  <inkml:trace contextRef="#ctx0" brushRef="#br0" timeOffset="-136130.75">29461 14750 60 0,'0'0'114'0,"0"0"-25"16,-16 16-4-16,13-9-17 0,-4 3 0 0,3-1-8 15,-2 1-17-15,1 0-23 0,1 0-19 0,-1-1-27 16,2 1-71-16,-2-1-106 0,3-1 47 0</inkml:trace>
  <inkml:trace contextRef="#ctx0" brushRef="#br0" timeOffset="-135978.65">29588 14727 42 0,'0'0'79'0,"0"0"-12"0,-19 25-9 0,16-15-12 0,-1-2-26 15,0 3-22-15,-1 0-50 0,-3-1-56 0,2 0 25 16</inkml:trace>
  <inkml:trace contextRef="#ctx0" brushRef="#br0" timeOffset="-130730.09">30095 14913 128 0,'0'0'212'0,"-4"-8"-11"15,4 8-16-15,-5-6-11 0,5 6-10 0,-6-4-7 16,6 4-14-16,0 0-12 0,-3-6-16 0,3 6-14 16,0 0-16-16,0 0-9 0,0 0-8 0,0 0-7 15,0 0-4-15,-9 13-7 0,8-3-5 0,-1-1-4 16,2 2-5-16,0 5-3 0,-1-1-3 0,2 2-3 15,3 0-3-15,-3-1-3 0,4 2 5 0,-1-4-9 16,0 1-2-16,0-3-3 0,0 0 3 0,0-3-4 16,0 1 4-16,-1-2-5 0,2-2 1 0,-5-6-2 15,4 10-1-15,0-5 3 0,0 0 1 0,0-1 7 16,-4-4 1-16,10 6-3 0,-2-3 4 16,-2-3-3-16,-6 0 5 0,18 0-1 0,-4-3 3 15,-1-1-7-15,5 2-2 0,1-2-1 0,0-3-1 0,1 2-4 16,7-2 4-16,-7 1-4 0,1 2 3 0,1-2-6 15,-3-1 3-15,2 1-1 0,-1 2-1 16,-2-1-1-16,1-2-2 0,-4 3 0 0,-1 1 2 16,-3 0-1-16,-2-1 1 0,2 2 1 0,-4-1-4 15,-1 3 5-15,-6 0-5 0,10-1 2 0,-10 1-3 16,0 0 2-16,9-2-5 0,-9 2-1 0,0 0 0 16,0 0 1-16,0 0 3 0,0 0 6 0,0 0-5 15,-1 13 11-15,1-13-2 0,-12 16-1 0,6-6 5 16,-2-1-6-16,-2 4-1 0,0 1-3 0,3-3 4 15,0-1-2-15,-1-1-13 0,-2 6-5 0,3-5-13 16,-2 4-16-16,3-4-27 0,-1 0-40 0,0-3-38 16,1 2-42-16,3-3-36 0,-1 0-155 0,4-6-405 15,0 0 180-15</inkml:trace>
  <inkml:trace contextRef="#ctx0" brushRef="#br0" timeOffset="-130573.4">30546 15073 103 0,'1'-17'177'15,"-4"1"4"-15,1 1 1 0,-2-1-9 0,-1 5-8 16,-1 1-12-16,-1 1-4 0,1-1-11 0,-1 0-11 16,-1 0-11-16,-1 1-10 0,1 3-5 0,-1-1-16 15,4 2-9-15,1 1-6 0,4 4-10 0,-8-7-9 16,8 7-19-16,-6-6-38 0,6 6-54 0,-5-4-64 16,5 4-42-16,0 0-150 0,0 0-340 0,0 0 151 15</inkml:trace>
  <inkml:trace contextRef="#ctx0" brushRef="#br0" timeOffset="-128514.08">30896 15073 107 0,'0'0'132'15,"0"0"-14"-15,0 0 7 0,0 0-2 0,0 0-10 16,0 0-12-16,0 0 1 0,0 0-21 0,0 0 5 16,20-16-1-16,-11 12-10 0,-1-2-6 0,5-1-7 15,-3 1-8-15,7-3-2 0,-3 1-7 16,1 0 0-16,0-2 3 0,-1 1-5 0,-5 2 0 16,0-1-1-16,0 3 3 0,0-3 0 0,-4 1-3 15,2-1 0-15,-3 1-2 0,-2 1-9 0,1-1 8 0,-3 7 1 16,1-14 1-16,-1 14-6 0,0-8-5 15,0 8-2-15,-3-10-5 0,3 10 0 0,-5-5-5 16,5 5 3-16,-7-2-8 0,7 2 0 0,0 0-2 16,-22 7-5-16,13-1 12 0,-4 4-6 0,0 1 1 15,2 1-1-15,-1 1-2 0,1 0-2 0,1 0-2 16,1 2 1-16,1-1-2 0,2-3-1 0,2-1 5 16,-1 2-9-16,3 0 3 0,1-2 4 0,2-1-4 15,2 2 1-15,3-3-1 0,3 0 1 0,0 0-4 16,8-1-7-16,-1-2-16 0,1 0-31 0,1-1-35 15,-5-4-55-15,6 1-17 0,-5-2-30 0,0 0-109 16,-2-1-324-16,-12 2 144 0</inkml:trace>
  <inkml:trace contextRef="#ctx0" brushRef="#br0" timeOffset="-128313.55">31218 14912 190 0,'0'0'176'0,"4"-7"-16"0,-4 7-14 15,0 0-18-15,0 0-12 0,0 0 14 0,0 0-12 16,0 0-7-16,14 8-9 0,-11-1-12 0,3 2-4 16,-2-2-11-16,1 2-6 0,1 0-7 0,-1 0-7 15,1 1 0-15,1 1-5 0,-1-1-11 0,0 0-12 16,-1-1-25-16,0 1-42 0,1-1-41 0,-1-3-43 16,-1 1-20-16,1-2-123 0,-3 1-289 15,-2-6 129-15</inkml:trace>
  <inkml:trace contextRef="#ctx0" brushRef="#br0" timeOffset="-128147.88">31410 14937 101 0,'-4'-10'180'0,"-1"3"0"15,1 2-2-15,-1-1-15 0,1 2-12 16,4 4-23-16,-13-4-8 0,13 4 7 0,-19 7-9 16,10 1-13-16,-6 2-6 0,-3 8-15 0,-4 2-4 15,2 0-10-15,2-1-5 0,1 1-10 0,2 2-13 16,2-1-33-16,3-2-38 0,-2-3-53 0,3-1-57 15,2-1-163-15,0-3-325 0,3 6 145 0</inkml:trace>
  <inkml:trace contextRef="#ctx0" brushRef="#br0" timeOffset="-127896.81">31494 14672 228 0,'0'-10'234'0,"0"10"-21"0,-1-10-19 16,1 10-28-16,0 0-15 0,0 0-16 0,0 0-10 16,0 0-9-16,0 0 4 0,6 35-6 0,-5-11-8 15,2 2-10-15,-2 1-7 0,3 0-8 0,0 0-6 16,-3 0-11-16,1 4-1 0,0-6-9 0,-2 3-1 16,1-2-8-16,3-1 3 0,-1-1-13 0,-2-5-16 15,-4-1-25-15,2-1-27 0,-1-2-33 0,0-2-52 16,1-1-43-16,1-2-49 0,-4-2-129 0,0 1-367 15,4-9 164-15</inkml:trace>
  <inkml:trace contextRef="#ctx0" brushRef="#br0" timeOffset="-127327.54">31527 14825 59 0,'7'-1'169'0,"-7"1"-13"0,16-1-12 15,-3 3-6-15,-1 2-9 0,5 2-15 0,-4-2-11 16,5 2-8-16,-4 3-11 0,3 0-11 0,-4 1-5 16,1 2-7-16,-4-4-7 0,0 4-6 0,-1-4 0 15,-4 1-6-15,-1 3-4 0,-1-6-3 0,-3 4-3 16,-2-2-2-16,2-8 1 0,-6 12-5 0,2-5-4 16,-2-2 3-16,-1-1-6 0,7-4 4 0,-7 5-7 15,7-5 1-15,-9 2-5 0,9-2 5 0,0 0 0 16,0 0-7-16,-8-9 0 0,8 9-2 0,0 0 1 15,13-18-3-15,-6 10-2 0,2-2 5 0,4-2-6 16,3-1-2-16,-1 1 1 0,4-8 1 0,-1 8 2 16,-2 0-4-16,-1 2-3 0,-5 1 4 15,1 1 0-15,-3 2-2 0,0-3 3 0,-3 2 1 0,0 3 8 16,-1 1 13-16,-4 3-4 0,5-6 2 0,-5 6-6 16,0 0 5-16,0 0-2 0,0 0 7 15,0 0 5-15,0 0-1 0,-18 18-1 0,12-8-6 0,-4 2 4 16,4 1-3-16,-3-1 1 0,4 1-4 0,1-2 0 15,0 0-2-15,2 0-6 0,1-2 3 0,-1 1-4 16,2-2 0-16,2-1 0 0,-1 1-3 16,3-3 1-16,-4-5 0 0,7 10 1 0,0-6 1 0,2-2-5 15,-2-2-2-15,4 0 1 0,-11 0 2 16,21-6 0-16,-10 2 0 0,0-1-5 0,-2 1 2 16,0-1-1-16,-1-3 2 0,-1 1-2 0,0-3-1 15,-1 0-4-15,-1-1 2 0,0 4 1 0,0-1-1 0,0-1-2 16,-2 3 4-16,-2-1 0 0,-1 7 3 0,5-8-5 15,-5 8-4-15,3-5-1 0,-3 5 1 16,0 0-2-16,0 0 0 0,0 0 1 0,0 0 3 16,0 0-4-16,5 24 4 0,-5-17-3 0,0 4-7 15,2-1-10-15,-1 1-15 0,1 1-29 0,1-3-46 16,-1-1-33-16,2 1-55 0,1-3-149 0,-5-6-375 16,9 11 167-16</inkml:trace>
  <inkml:trace contextRef="#ctx0" brushRef="#br0" timeOffset="-126694.89">32304 14558 13 0,'0'0'201'16,"2"-15"-22"-16,-2 15-21 0,2-7-12 0,-2 7-23 15,0 0-6-15,0 0 2 0,0 0 1 0,8 26-6 16,-6-6-5-16,3 5-2 0,-1-1 1 15,-4 2-2-15,5 0-12 0,-2-1-9 0,-2-6-8 16,3 6-3-16,-1-5-4 0,-1-2-2 0,2-3-10 0,1 3-4 16,-4-6-5-16,1 0-2 0,-1-4-8 0,1 1-2 15,0-4 2-15,-2-5-5 0,2 10 6 0,-2-10 13 16,2 7 6-16,-2-7 6 0,0 0-3 0,0 0-3 16,0 0-8-16,0 0-6 0,0 0-6 15,15-19-4-15,-7 10-1 0,-2 0-10 0,4-3-13 16,3-2 0-16,-1 2-3 0,0-4-3 0,4 7-1 15,-3-1-1-15,-1 3-3 0,-4 1 2 0,-2 1-1 16,1 2-6-16,0 2 2 0,-7 1-1 0,12 3-2 16,-12-3 2-16,9 7 1 0,-5-2 0 0,2 3-1 0,-1 1 34 15,-1-3-5-15,1 3 1 0,-1-2-3 0,0 0-13 16,3 1 8-16,-3-2 2 0,-4-6-5 16,12 8 0-16,-6-4 1 0,-6-4-1 0,14 4-12 15,-14-4 14-15,18-1-4 0,-18 1-1 0,0 0-1 16,0 0-4-16,0 0 3 0,52-27-12 0,-52 27 10 15,0 0-1-15,23-22 1 0,-23 22-3 0,0 0 0 16,16-20-2-16,-16 20 2 0,0 0 0 0,0 0-5 16,0 0-2-16,0 0-3 0,0 0-1 0,14-22 0 15,-14 22 1-15,0 0 2 0,0 0 0 0,0 0 1 16,0 0-14-16,0 0 13 0,0 0 3 0,0 0-2 16,0 0-4-16,0 0 6 0,0 0 2 0,0 0-3 15,38 42 6-15,-38-42-1 0,0 0-5 0,0 0 2 16,45 0 3-16,-45 0 1 0,0 0-10 0,0 0 10 15,39-16 3-15,-39 16 2 0,0 0 2 0,17-17 2 16,-17 17-4-16,0 0 2 0,0 0-3 0,0 0-9 16,0 0-1-16,0 0-3 0,0 0-10 15,-11-47-16-15,11 47-14 0,0 0-17 0,0 0-12 16,0 0-19-16,-51-7-31 0,51 7-30 0,0 0-44 16,0 0-40-16,0 0-173 0,0 0-445 0,-53 9 197 15</inkml:trace>
  <inkml:trace contextRef="#ctx0" brushRef="#br0" timeOffset="-126464.14">33005 14486 208 0,'0'0'224'0,"0"0"0"0,0 0-13 0,0 0-16 16,0 0-21-16,6-39-21 0,-6 39-19 0,0 0-14 15,0 0-1-15,0 0 13 0,0 0-2 0,0 0-1 16,0 0-8-16,0 0-7 0,0 0-20 0,1 93 7 15,-1-93-14-15,-1 39-4 0,1-39-8 0,1 38-4 16,-1-38-11-16,-1 37-12 0,1-37-26 0,-1 36-27 16,1-36-25-16,0 0-21 0,1 38-50 0,-1-38-58 15,0 0-49-15,0 0-205 0,3 33-447 16,-3-33 198-16</inkml:trace>
  <inkml:trace contextRef="#ctx0" brushRef="#br0" timeOffset="-125994.06">33029 14773 114 0,'0'0'166'0,"0"0"2"0,0 0 3 0,0 0 3 15,0 0-9-15,0 0-7 0,60-30-7 0,-60 30-10 16,0 0-4-16,26-18-8 0,-26 18-4 16,0 0-9-16,29-14-13 0,-29 14 2 0,22-13-3 15,-22 13-5-15,24-17-4 0,-24 17 1 0,28-20-11 16,-28 20-11-16,22-21 0 0,-22 21-7 0,20-22-3 16,-20 22 0-16,0 0 2 0,19-29-2 0,-19 29-5 15,0 0-3-15,11-23-11 0,-11 23-2 0,0 0 1 16,0 0-17-16,0 0 7 0,0 0-3 0,0 0-4 15,0 0-4-15,0 0 5 0,0 0-3 0,0 0-4 16,0 0-2-16,0 0-4 0,0 0-6 0,0 0 1 16,-60 64 1-16,60-64 0 0,0 0 1 15,0 0-2-15,-6 33 4 0,6-33-8 0,0 0 7 0,0 0-2 16,0 0-2-16,39 26-1 0,-39-26 2 0,37 1-5 16,-37-1-6-16,0 0 9 0,60-7 2 15,-60 7-5-15,38-10 3 0,-38 10-9 0,31-14 7 16,-31 14 0-16,27-14 5 0,-27 14-4 0,19-18 1 15,-19 18-2-15,0 0-5 0,19-33 4 0,-19 33 0 16,6-28-4-16,-6 28 0 0,0 0-3 0,0 0 1 16,6-32-3-16,-6 32 6 0,0 0-5 0,0 0-3 15,0 0 0-15,0 0-3 0,0 0 4 0,0 0 0 16,0 0 2-16,0 0 0 0,0 0-3 0,0 0 10 16,0 0-7-16,0 0 5 0,0 0 3 0,0 0-15 15,-30 92 12-15,30-92 2 0,-4 33 1 0,4-33 0 16,0 0-2-16,-1 41-18 0,1-41-8 0,0 0-18 15,-3 41-20-15,3-41-7 0,-12 27-19 0,12-27-25 16,-21 31-51-16,5-16-35 0,-7 4-270 0,-7-1-508 16,1 0 225-16</inkml:trace>
  <inkml:trace contextRef="#ctx0" brushRef="#br0" timeOffset="-124230.75">25154 18197 28 0,'0'0'177'0,"0"0"-4"0,0 0-8 16,0 0-10-16,0 0-9 0,0 0-3 16,0 0-19-16,0 0-12 0,0 0-5 0,0 0-16 15,0 0-3-15,0 0-7 0,0 0-12 0,0 0-6 16,0 0-4-16,44-53-8 0,-44 53-5 0,0 0-4 16,14-24-3-16,-9 15-4 0,-3 1-3 0,-2 1-4 15,0 7 1-15,-2-11-6 0,2 11-6 0,-4-9 3 16,4 9-7-16,-10-3-6 0,10 3 1 0,0 0 7 15,0 0-6-15,0 0-5 0,0 0 4 0,0 0 3 16,-53 36 2-16,53-36 6 0,-15 29 2 0,15-29 3 16,-12 35 1-16,12-35-4 0,-6 36-5 15,6-36 3-15,1 32-5 0,-1-32 3 0,0 0-6 16,16 43 3-16,-16-43 0 0,23 21-13 0,-23-21-9 16,33 14-13-16,-33-14-27 0,38 10-22 0,-38-10-17 15,51 4-26-15,-51-4-8 0,57-4 1 0,-57 4-10 16,47-12-2-16,-20 2 7 0,-27 10 9 15,36-18 15-15,-36 18-1 0,33-23 20 0,-21 10 9 0,-12 13 21 16,20-31 12-16,-20 31 15 0,18-32 22 16,-18 32 13-16,7-34 15 0,-3 17 8 0,-6 1 17 0,2 5 18 15,0 11 19-15,0-19 8 0,-3 13 10 0,3 6 2 16,0-13-7-16,0 13-9 0,0 0-12 0,-4-9-9 16,4 9 1-16,0 0 10 0,0 0-7 0,0 0-7 15,0 0 5-15,0 0 0 0,0 0-9 0,0 0-3 16,0 0-3-16,36 66-3 0,-36-66-9 0,18 26-6 15,-18-26-14-15,20 28-13 0,-20-28-17 0,23 27-15 16,-23-27-25-16,22 22-31 0,-22-22-38 0,18 18-26 16,-18-18-37-16,0 0-15 0,29 18-112 15,-29-18-329-15,0 0 146 0</inkml:trace>
  <inkml:trace contextRef="#ctx0" brushRef="#br0" timeOffset="-124094.2">25743 18258 59 0,'0'0'38'0,"0"0"17"0,13-45 6 15,-13 45 24-15,0 0 2 0,0 0 34 0,0 0 8 16,-15-46-4-16,15 46-1 0,0 0-12 0,0 0-2 15,-39-8 3-15,39 8-4 0,0 0 6 0,0 0-9 16,-65 36-6-16,47-18-9 0,-7 0-13 0,6 3-9 16,0 3-5-16,-4-1-9 0,6 3-22 15,3-2-29-15,1-2-39 0,13-22-46 0,-19 32-52 16,19-32-166-16,-13 30-325 0,13-30 144 0</inkml:trace>
  <inkml:trace contextRef="#ctx0" brushRef="#br0" timeOffset="-123863.14">26017 17890 4 0,'4'-10'246'16,"-4"10"-22"-16,6-10-26 0,-6 10-6 0,5-4 6 16,-5 4 4-16,0 0-13 0,9 21-19 0,-4-6-11 15,-5 3-14-15,0 6-7 0,0-24-10 0,4 53-17 16,-4-53-8-16,2 51-7 0,0-26-12 0,-2-25-5 15,5 39-11-15,-5-39-11 0,6 39-16 16,-6-39-24-16,6 36-28 0,-6-36-29 0,8 33-31 16,-8-33-29-16,0 0-58 0,11 32-43 0,-11-32-177 15,0 0-410-15,9 22 181 0</inkml:trace>
  <inkml:trace contextRef="#ctx0" brushRef="#br0" timeOffset="-123342.8">26165 18085 20 0,'9'-18'163'16,"-5"12"-7"-16,-4 6 8 0,16-12-6 0,-9 8-10 16,-7 4-6-16,19-6 4 0,-5 6-11 15,-1 0-7-15,-1 3-7 0,1 0-14 0,-13-3-11 0,0 0-9 16,0 0-9-16,41 23-7 0,-41-23-8 0,18 19-5 16,-18-19-5-16,0 0-5 0,18 28-8 0,-18-28 1 15,0 0-8-15,5 32-3 0,-5-32-6 0,0 0 0 16,0 0-8-16,0 0-3 0,0 0 6 0,0 0-3 15,-15 45-1-15,15-45 0 0,0 0-7 16,0 0-3-16,0 0-6 0,0 0 2 0,0 0-3 16,0 0 4-16,0 0-5 0,0 0 3 0,50-53-2 15,-41 40 2-15,5-1-2 0,1-1 3 0,-6-1-5 16,5 3 5-16,-3-1 0 0,1 1 1 0,-4 4 0 16,-1 1 2-16,0 0 7 0,-3 5 0 0,-4 3-2 15,9-6-1-15,-9 6 5 0,0 0 19 0,0 0 4 16,0 0-5-16,0 0-2 0,0 0 6 15,0 0 14-15,0 0-7 0,-43 67-8 0,32-51-1 0,11-16-1 16,-13 31-3-16,13-31-7 0,-9 26 3 0,9-26 3 16,0 0-9-16,0 0-2 0,0 0-2 0,11 46-3 15,-11-46 6-15,0 0-8 0,0 0-2 16,38 8 0-16,-38-8-8 0,0 0 4 0,55-8 0 16,-55 8 19-16,35-13-3 0,-35 13 0 0,32-16-4 15,-32 16-4-15,23-19 2 0,-23 19-6 0,21-22-1 16,-16 14-2-16,4-1 5 0,-4 0-3 0,-3 4 1 15,-2 5-5-15,0 0-1 0,8-11-1 0,-8 11-4 16,0 0-1-16,0 0 5 0,0 0-1 0,0 0 0 16,0 0-28-16,0 0-17 0,0 0-6 0,0 0-36 15,0 0-37-15,0 0-48 0,0 0-56 0,-4 82-186 16,4-82-448-16,0 0 199 0</inkml:trace>
  <inkml:trace contextRef="#ctx0" brushRef="#br0" timeOffset="-119530.7">27095 18209 118 0,'0'0'172'0,"0"0"-7"0,0 0-3 15,0 0-12-15,0 0-12 0,0 0-5 0,0 0-11 16,0 0-9-16,0 0-19 0,0 0-5 0,0 0-7 16,0 0-8-16,0 0-12 0,0 0-5 0,0 0-4 15,44-52-2-15,-44 52-10 0,32-22-6 16,-14 10 0-16,-3-2-7 0,3 2 8 0,-4 0-4 0,8-5-2 15,-5 4 2-15,-4 0-8 0,-3 0 6 16,2-1 1-16,-3 4 0 0,-1-4-2 0,0 0 5 16,-4 3-10-16,-1 0-1 0,-3 0 6 0,2 1 0 15,-2 10-4-15,-2-19 0 0,0 7-4 0,2 12-5 16,-8-11-2-16,1 3-1 0,1 5-1 0,6 3-2 16,-19-5-7-16,19 5 4 0,-23 7-1 0,13-3-7 15,-3 3 4-15,0 2 1 0,-1 5-6 0,1 0 1 16,1 2 1-16,1 0-2 0,3 2-3 0,8-18 5 15,-23 41-2-15,23-41-1 0,-14 36 0 0,14-36 6 16,-7 36-7-16,7-36 2 0,2 32 1 0,-2-32 3 16,12 31-1-16,-12-31 3 0,0 0 6 0,20 30 1 15,-20-30 0-15,24 13 28 0,-24-13-3 16,34 9-3-16,-34-9-4 0,43 2-6 0,-43-2-7 0,38-2-8 16,-38 2-3-16,43-9-7 0,-43 9-17 15,38-10-18-15,-38 10-20 0,36-14-32 0,-36 14-24 0,32-17-30 16,-32 17-30-16,29-17-15 0,-29 17-135 15,17-17-347-15,-10 5 153 0</inkml:trace>
  <inkml:trace contextRef="#ctx0" brushRef="#br0" timeOffset="-119299.65">27379 17598 1916 0,'-20'-9'54'0,"13"7"28"0,7 2-62 0,-10-7 8 15,10 7-22-15,0 0 9 0,-12-9-9 0,12 9 1 16,0 0-4-16,0 0 0 0,0 0 7 0,0 0-5 16,25-14-8-16,-11 9-25 0,5-2-27 0,6-1-39 15,2-1-54-15,-2 1-157 0,-7-1-330 0,9 0 146 16</inkml:trace>
  <inkml:trace contextRef="#ctx0" brushRef="#br0" timeOffset="-118878.66">27752 18122 268 0,'0'0'299'0,"0"0"-20"0,0 0-33 0,0 0-15 16,0 0-13-16,0 0-25 0,-23-3-17 0,23 3-17 15,3-21-18-15,-3 21-12 0,10-31-10 0,-6 12-18 16,5-5-2-16,-3 5-10 0,2 3-10 0,-6-1-8 16,5 0-5-16,-5 5 3 0,2 2-1 15,-4 10-2-15,4-20-10 0,-4 20-2 0,0-11-8 16,0 11-7-16,0 0-3 0,0 0-10 0,0 0-3 15,0 0-1-15,0 0-2 0,0 0-4 0,0 0-7 16,-36 24-7-16,30-14 1 0,2 1-5 0,1 0-3 16,1 0-6-16,2-3-8 0,0-8 8 0,6 20-1 15,2-11-5-15,0-2-1 0,0 2 4 0,-8-9 3 16,0 0 2-16,0 0-4 0,42 32-1 0,-42-32 1 16,21 13 4-16,-21-13-7 0,0 0 15 0,21 17-3 15,-21-17-2-15,0 0 7 0,0 0 0 16,0 0-4-16,0 33-4 0,0-33-12 0,0 0-12 15,0 0-18-15,-29 38-11 0,29-38-22 0,-24 19-41 16,24-19-61-16,-25 16-91 0,25-16-139 0,-30 8-448 16,30-8 198-16</inkml:trace>
  <inkml:trace contextRef="#ctx0" brushRef="#br0" timeOffset="-118765.78">28003 17965 1996 0,'15'-10'51'0,"-5"2"-18"16,2 0-24-16,-7 5 4 0,-5 3-29 0,0 0 4 15,0 0-11-15,0 0-35 0,0 0-72 0,0 0-181 16,0 0-336-16,-54 3 149 0</inkml:trace>
  <inkml:trace contextRef="#ctx0" brushRef="#br0" timeOffset="-108164.23">15422 10024 2 0,'0'0'55'15,"0"0"-3"-15,0 0-11 0,0 0-8 0,0 0-16 16,0 0-16-16,0 0-20 0,0 0-12 0,0 0-33 0,0 0 15 15</inkml:trace>
  <inkml:trace contextRef="#ctx0" brushRef="#br0" timeOffset="-104746.78">24176 8350 71 0,'0'0'133'0,"0"0"-17"0,0 0-3 0,0 0-3 0,0 0-14 16,0 0-7-16,0 0-17 0,0 0 0 0,0 0-14 15,0 0-3-15,0 0-10 0,0 0-12 0,0 0-24 16,0 0-19-16,0 0-21 0,0 0-21 16,0 0-23-16,0 0-76 0,0 0-163 0,0 0 71 0</inkml:trace>
  <inkml:trace contextRef="#ctx0" brushRef="#br0" timeOffset="-103883.89">28253 8019 76 0,'0'0'97'0,"0"0"-18"0,0 0 9 0,0 0-12 0,0 0-9 16,0 0-2-16,0 0-8 0,0 0-3 15,0 0-15-15,0 0 13 0,0 0-16 0,0 0 0 16,0 0-8-16,0 0 3 0,0 0-1 0,0 0-7 16,0 0-6-16,0 0 6 0,0 0-6 0,0 0 10 0,0 0 1 15,0 0-2-15,0 0 0 0,0 0 4 16,0 0 2-16,0 0-2 0,0 0-1 0,0 0 5 16,0 0 0-16,0 0-3 0,0 0-4 0,0 0 2 15,0 0-4-15,0 0-3 0,0 0 0 0,0 0-3 16,0 0 0-16,0 0-1 0,0 0-3 0,0 0-2 15,0 0 3-15,0 0 0 0,0 0-7 0,0 0 2 16,0 0-3-16,0 0 4 0,0 0-5 0,0 0 0 16,0 0-4-16,0 0 2 0,-11-19-1 0,11 19-2 15,0 0-5-15,0 0 9 0,0 0-2 0,0 0-3 16,0 0-3-16,0 0 8 0,0 0 2 0,0 0-4 0,-4-7-3 16,4 7 1-16,0 0-1 0,0 0-4 15,0 0 6-15,0 0 2 0,0 0-2 0,0 0-14 16,0 0 13-16,0 0 3 0,0 0-5 0,0 0-3 0,0 0 0 15,-4-6 8-15,4 6-5 0,0 0-3 0,0 0 3 16,0 0 0-16,0 0 3 0,0 0-6 0,0 0 9 16,0 0-2-16,0 0-3 0,0 0-4 0,0 0 6 15,0 0 1-15,0 0-9 0,0 0-1 0,0 0 10 16,0 0-10-16,0 0-1 0,0 0-20 0,0 0 12 16,0 0-5-16,0 0-3 0,0 0 0 0,0 0-4 15,0 0-4-15,0 0-3 0,0 0 3 16,0 0-5-16,0 0-5 0,0 0-12 0,0 0 7 0,0 0-15 15,0 0-4-15,0 0-7 0,0 0-6 0,0 0-3 16,0 0-3-16,0 0-50 0,0 0-145 0,0 0 64 16</inkml:trace>
  <inkml:trace contextRef="#ctx0" brushRef="#br0" timeOffset="-102177.56">3756 11339 21 0,'0'0'52'0,"0"0"-15"0,0 0-20 15,0 0-15-15,-6-9-13 0,6 9-9 0,0 0-22 16,0 0 11-16</inkml:trace>
  <inkml:trace contextRef="#ctx0" brushRef="#br0" timeOffset="-101286.72">15153 10043 118 0,'0'0'118'16,"0"0"-7"-16,0 0-15 0,0 0-7 0,0 0-6 16,0 0-11-16,0 0-7 0,0 0-7 0,0 0-8 15,0 0-24-15,0 0-20 0,0 0-31 0,0 0-20 16,0 0-30-16,-23 10-50 0,23-10-135 0,-9 5 60 15</inkml:trace>
  <inkml:trace contextRef="#ctx0" brushRef="#br0" timeOffset="-100459.92">14920 10175 19 0,'0'0'76'0,"0"0"-2"15,0 0-13-15,0 0-17 0,0 0-12 0,0 0-16 16,0 0-32-16,0 0-35 0,-6 3-56 0,6-3 25 16</inkml:trace>
  <inkml:trace contextRef="#ctx0" brushRef="#br0" timeOffset="-90966.93">12772 11532 34 0,'0'0'63'0,"0"0"-7"0,0 0-4 0,0 0-10 16,0 0-6-16,0 0 7 0,0 0-9 0,0 0-9 16,0 0 0-16,0 0-10 0,0 0-1 0,0 0-18 15,0 0-4-15,0 0-10 0,0 0-10 0,0 0-36 16,0 0-69-16,0 0 31 0</inkml:trace>
  <inkml:trace contextRef="#ctx0" brushRef="#br0" timeOffset="-85999.29">15540 11391 6 0,'-10'-11'94'15,"10"11"-1"-15,0 0-21 0,0 0-2 0,0 0-4 16,0 0-18-16,0 0 7 0,0 0-8 0,0 0-9 0,0 0 0 15,0 0-3-15,0 0-6 0,0 0-9 16,-8-2-25-16,8 2-18 0,0 0-30 0,0 0-52 16,0 0-114-16,0 0 50 0</inkml:trace>
  <inkml:trace contextRef="#ctx0" brushRef="#br0" timeOffset="-84540.65">15751 12082 16 0,'0'0'69'0,"0"0"0"0,0 0-4 16,0 0-12-16,0 0 0 0,0 0-9 0,0 0-4 15,0 0 2-15,0 0-16 0,0 0 5 0,11-1-1 16,-11 1-17-16,0 0-4 0,0 0-5 0,0 0-12 16,0 0-2-16,0 0-2 0,9 1-3 0,-9-1-3 15,0 0 3-15,0 0 1 0,0 0-4 0,3 7 0 16,-3-7-5-16,0 0 3 0,0 0 1 0,-3 9-4 16,3-9-2-16,0 0-6 0,0 10 3 0,0-10-17 15,0 0-48-15,0 10 21 0</inkml:trace>
  <inkml:trace contextRef="#ctx0" brushRef="#br0" timeOffset="-84133.65">15774 12132 18 0,'0'0'45'0,"0"0"-3"15,0 0 5-15,0 0 6 0,0 0-8 16,0 0 1-16,0 0 2 0,0 0-3 0,0 0 2 16,0 0-2-16,0 0 0 0,0 0 1 0,0 0 4 15,0 0-6-15,0 0 6 0,0 0-1 0,0 0-7 16,0 0 8-16,0 0 0 0,0 0-2 0,0 0 3 15,0 0-5-15,0 0 6 0,0 0 1 0,0 0 6 16,0 0 5-16,0 0-2 0,0 0 0 0,0 0-2 16,0 0-2-16,-17-13 1 0,17 13 1 0,0 0-2 0,0 0-1 15,0 0-3-15,0 0-4 0,0 0-2 0,0 0-8 16,-3-7-1-16,3 7-3 0,0 0-1 16,0 0-5-16,0 0-4 0,0 0-2 0,0 0-7 15,15-7 7-15,-10 5-11 0,-5 2 6 0,15-5 0 0,-9 2-6 16,6 1 0-16,-2-1-3 0,2 0-1 0,-2-1-1 15,2 3-3-15,-1-3 2 0,-1 2-2 0,1-1 3 16,0-1-6-16,-5 4 2 0,6-4-1 0,-6 3 1 16,4-1-5-16,-3-1 3 0,2 2 0 0,-9 1 1 15,11-3-1-15,-11 3-2 0,8-2 2 0,-8 2 1 16,9-1 0-16,-9 1 1 0,0 0 0 0,7-2 4 16,-7 2 5-16,0 0 3 0,0 0 3 0,0 0-4 15,0 0 4-15,0 0-1 0,7-1 0 0,-7 1-3 16,0 0 4-16,0 0-8 0,0 0 0 0,0 0-4 15,0 0 1-15,0 0-14 0,0 0-17 0,0 0-32 16,0 0-55-16,0 0-59 0,0 0-195 0,0 0-393 16,0 0 174-16</inkml:trace>
  <inkml:trace contextRef="#ctx0" brushRef="#br0" timeOffset="-81883.05">15682 11258 54 0,'0'0'49'0,"12"-4"-17"0,-5 0-7 16,0 2-25-16,4 0-27 0,-1-1-29 16,-1-1 13-16</inkml:trace>
  <inkml:trace contextRef="#ctx0" brushRef="#br0" timeOffset="-78629.99">15547 11269 2 0,'0'0'26'0,"0"0"-10"0,0 0 4 0,0 0-4 0,0 0-1 15,0 0 0-15,4 6 1 0,-4-6-2 0,0 0-5 16,0 0-1-16,0 0 1 0,0 0 5 0,0 0-9 16,0 0 2-16,0 0 0 0,0 0-3 0,0 0 3 15,0 0-4-15,0 0 7 0,0 0-5 0,0 0 1 16,0 0-4-16,0 0-2 0,0 0 6 0,0 0-3 16,0 0 0-16,0 0-7 0,0 0 2 0,0 0 3 15,0 0 2-15,0 0 4 0,0 0-7 0,0 0 2 16,0 0-8-16,0 0 7 0,0 0-4 0,0 0 5 15,0 0-2-15,0 0 3 0,0 0 0 0,0 0-1 16,0 0 0-16,0 0 0 0,0 0-4 0,0 0 7 16,0 0-6-16,0 0 2 0,0 0 1 0,0 0 2 15,0 0-7-15,0 0 6 0,0 0-4 0,8 0 2 16,-8 0-3-16,0 0 1 0,0 0 3 0,0 0-1 0,0 0-1 16,0 0-2-16,0 0 2 0,0 0-1 15,0 0 0-15,0 0-1 0,0 0 5 0,0 0-2 16,0 0-2-16,0 0 4 0,0 0 2 0,0 0-4 15,0 0-2-15,0 0 2 0,0 0-4 0,0 0-3 16,0 0-2-16,0 0-3 0,0 0-8 0,5 4-20 16,-5-4-41-16,0 0 19 0</inkml:trace>
  <inkml:trace contextRef="#ctx0" brushRef="#br0" timeOffset="-76011.29">27332 9542 14 0,'-13'0'50'15,"0"3"1"-15,-1-2-9 0,1 0 3 0,1 1-2 16,5-1 2-16,1 1 2 0,-3 0-3 0,9-2-4 15,-12 2 3-15,12-2-14 0,-10 2 6 0,10-2-5 16,-5 0 8-16,5 0-12 0,0 0 4 0,0 0 9 16,0 0 5-16,0 0 3 0,0 0 1 0,0 0 0 15,0 0-3-15,27 6-3 0,-16-6 16 0,8-1 0 16,7-3-3-16,5 1-12 0,3-2 18 0,2-1-9 16,0 0 16-16,16-8-4 0,-14 8-15 0,16-6 3 15,0 1-1-15,-1 0 4 0,6-1 0 0,-3 0-11 16,1-2 0-16,4 0 0 0,-1-2-7 0,3 4-4 15,0-2-1-15,27-3 2 0,-29 3-5 0,2-1 3 16,23-4 1-16,-25 7-3 0,0 1-4 0,26-10 2 16,-28 10-2-16,5-2 0 0,27-6-5 0,-27 6-3 15,1 2-3-15,27-8 3 0,-31 7-2 0,4-1-5 16,25-4 4-16,-30 4-5 0,1-2-1 0,-1 7 0 16,2-1-4-16,0-1 6 0,-3 1-3 0,0-4 1 15,0 5-2-15,-5-3 0 0,5 0-2 0,-5 2 2 16,0 0 3-16,-2 2-1 0,0-1 0 0,-13 1-1 0,11 0-3 15,-11 0 0-15,0 0-1 0,-1-1 2 16,0 1-3-16,3 0 3 0,-6-3-4 0,0 2 1 16,1 1-1-16,0 0 1 0,-4 1 3 0,4-1-4 15,-4 1-1-15,-2-1 14 0,1 2 0 0,-3-2-2 16,-2 0-3-16,1 2-1 0,-4 1-2 0,-3-1 3 16,1 0-2-16,0 2 2 0,1-2-5 0,-3 0 2 15,3 1 0-15,-1 0 2 0,-1-1 3 0,0 2 0 16,1-1 2-16,-1-2-6 0,2 1 1 0,-4 0-1 15,1 0-3-15,-1 1 1 0,-2 1 0 0,4-1-2 0,-1 1-2 16,-3-2 4-16,2 3-4 0,-5-1 3 0,1-1-1 16,-1 0 2-16,-3 1-4 0,3 0-2 15,-3 1 4-15,0-1-2 0,0 0 1 0,1 0-3 16,-2 1 2-16,0-2-1 0,-3 2 0 0,-6 2 1 0,12-6 0 16,-1 4-2-16,-6 0 0 0,-5 2 3 0,9-4-2 15,-4 2 0-15,-5 2-1 0,8-2 3 0,-8 2-2 16,7-4 2-16,-7 4 2 0,6-3 5 0,-6 3 3 15,0 0-1-15,9-1 0 0,-9 1 3 16,6-5 3-16,-6 5-4 0,0 0-1 0,6-3-2 0,-6 3 11 16,0 0-4-16,0 0-1 0,0 0 3 0,0 0 1 15,7-4 0-15,-7 4 5 0,0 0 0 0,0 0-3 16,0 0 0-16,0 0 0 0,7-2 3 0,-7 2-4 16,0 0-2-16,0 0-1 0,0 0-2 0,0 0-3 15,0 0 3-15,0 0-5 0,0 0 0 0,0 0-2 16,0 0 0-16,0 0-2 0,0 0 2 0,0 0-6 15,0 0 4-15,0 0 1 0,0 0-2 0,0 0-1 16,0 0 1-16,0 0-2 0,0 0 0 0,0 0-2 16,0 0 2-16,0 0 0 0,0 0 3 0,0 0 2 15,0 0 3-15,0 0-3 0,0 0 2 0,0 0-5 16,0 0 4-16,0 0 0 0,0 0-1 0,0 0 3 16,0 0-7-16,0 0 2 0,0 0-5 0,0 0 3 15,0 0 0-15,0 0 1 0,0 0 2 0,0 0-6 16,0 0 1-16,0 0 3 0,0 0 0 0,0 0-3 15,0 0 1-15,0 0 2 0,0 0-1 0,0 0 3 16,0 0-5-16,0 0 2 0,0 0-3 0,0 0 1 16,0 0-2-16,0 0-1 0,0 0 2 0,0 0-1 15,0 0 0-15,0 0 1 0,0 0-2 0,0 0 4 16,0 0-3-16,0 0-1 0,0 0-2 0,0 0 1 16,0 0-3-16,7-3 3 0,-7 3 3 0,0 0-4 15,0 0 0-15,0 0 1 0,0 0-2 0,0 0 2 16,0 0 0-16,0 0 2 0,0 0 0 0,0 0-1 15,0 0 4-15,0 0-8 0,0 0 8 0,0 0-2 16,0 0-6-16,0 0 1 0,0 0 4 0,0 0-2 0,0 0-3 16,0 0 0-16,0 0 2 0,0 0 0 0,0 0-3 15,0 0 7-15,0 0-5 0,0 0 4 16,0 0-1-16,0 0-2 0,0 0-1 0,0 0 2 16,0 0-1-16,0 0 2 0,0 0-4 0,0 0 3 0,0 0 2 15,0 0 1-15,0 0-5 0,0 0-3 0,0 0 4 16,0 0 1-16,0 0-2 0,0 0 2 0,0 0-3 15,0 0 3-15,0 0 0 0,0 0-2 16,0 0 2-16,0 0 4 0,0 0-5 0,0 0-1 0,0 0 1 16,0 0 2-16,0 0-2 0,0 0 0 0,0 0 6 15,0 0-7-15,0 0 2 0,0 0 0 0,0 0-1 16,0 0 0-16,0 0-1 0,0 0 0 16,0 0 0-16,0 0 1 0,0 0-3 0,0 0-8 15,0 0-2-15,0 0-6 0,0 0-4 0,0 0-1 0,0 0-6 16,0 0-10-16,0 0-10 0,0 0-18 0,0 0-22 15,0 0-28-15,0 0-27 0,0 0-31 0,0 0-21 16,0 0-38-16,-28 5-151 0,16-2-418 0,-1-1 186 16</inkml:trace>
  <inkml:trace contextRef="#ctx0" brushRef="#br0" timeOffset="-74810.5">15895 12124 64 0,'0'0'74'0,"0"0"-5"0,0 0-9 0,0 0-5 0,0 0-3 16,0 0-4-16,0 0-7 0,0 0-9 0,0 0-1 15,0 0-2-15,0 0-2 0,0 0 0 0,0 0 2 16,0 0-15-16,0 0 1 0,0 0-1 0,0 0-10 16,0 0-9-16,0 0-19 0,0 0-13 0,0 0-20 15,0 0-37-15,0 0-101 0,0 0 44 0</inkml:trace>
  <inkml:trace contextRef="#ctx0" brushRef="#br0" timeOffset="-74271.33">26234 8306 8 0,'0'0'14'0,"0"0"-18"0,13 16-4 16,-1-15 2-16</inkml:trace>
  <inkml:trace contextRef="#ctx0" brushRef="#br0" timeOffset="-72949.73">28916 7759 7 0,'8'1'36'0,"-8"-1"5"0,0 0-7 15,0 0 2-15,0 0-6 0,0 0 1 0,0 0 0 16,0 0-1-16,13-1-1 0,-13 1-2 15,0 0 6-15,0 0-10 0,0 0-3 0,0 0 2 0,0 0 2 16,0 0-5-16,0 0-9 0,0 0 3 0,0 0 0 16,0 0 4-16,0 0-7 0,0 0-6 15,0 0 2-15,0 0-3 0,0 0 1 0,0 0 0 16,0 0-1-16,0 0 2 0,0 0 3 0,0 0-5 0,0 0-5 16,0 0 4-16,0 0 0 0,0 0 4 0,0 0-3 15,0 0 6-15,0 0-5 0,0 0-2 0,6-3 3 16,-6 3 1-16,0 0 3 0,0 0-6 15,0 0 2-15,0 0-3 0,0 0 3 0,0 0-6 0,0 0-1 16,0 0 4-16,4-5-9 0,-4 5 5 0,0 0-2 16,0 0 9-16,0 0-3 0,0 0 0 0,0 0-1 15,0 0 3-15,0 0-14 0,0 0 11 0,0 0-2 16,0 0-4-16,0 0 7 0,0 0-1 0,0 0 1 16,0 0-3-16,0 0 5 0,0 0-7 0,0 0 3 15,0 0-2-15,0 0-3 0,0 0-1 0,5-4 8 16,-5 4 6-16,0 0-13 0,0 0 5 0,0 0-6 15,0 0 6-15,0 0 2 0,0 0 3 0,0 0-5 16,0 0-5-16,0 0 6 0,0 0-1 0,0 0 0 16,0 0 0-16,0 0 3 0,0 0-1 0,0 0-1 15,0 0-1-15,0 0 2 0,0 0-2 0,0 0 3 16,0 0-5-16,0 0-1 0,0 0 3 0,0 0 3 16,0 0 2-16,0 0-1 0,0 0-10 0,0 0 7 15,0 0 2-15,0 0-5 0,0 0 2 0,0 0 0 16,0 0 0-16,0 0 0 0,0 0 2 0,0 0 8 15,0 0-1-15,0 0 4 0,0 0-4 0,0 0-3 0,0 0 6 16,0 0-5-16,0 0-5 0,0 0 1 16,0 0-5-16,0 0 6 0,0 0 4 0,0 0-6 15,0 0 0-15,0 0-7 0,5-6 14 0,-5 6-7 16,0 0 1-16,0 0-2 0,0 0-3 0,0 0 3 0,0 0 4 16,0 0-2-16,0 0 3 0,0 0-7 0,0 0 0 15,0 0 2-15,0 0-3 0,0 0 6 16,0 0 3-16,0 0-10 0,0 0 1 0,0 0 0 15,4-6 4-15,-4 6-9 0,0 0 4 0,0 0 5 0,0 0 0 16,0 0-1-16,0 0-2 0,0 0-5 0,0 0 8 16,0 0-3-16,0 0 1 0,0 0 1 15,0 0 7-15,0 0-6 0,0 0-4 0,0 0-2 16,0 0 4-16,0 0-4 0,0 0 6 0,0 0-1 0,0 0 6 16,0 0 1-16,0 0-6 0,0 0-7 0,0 0 11 15,0 0-9-15,0 0 0 0,0 0-1 16,0 0 1-16,0 0 2 0,0 0 4 0,0 0-6 15,0 0 3-15,3-6 3 0,-3 6-6 0,0 0 3 0,0 0 2 16,0 0-3-16,0 0 0 0,0 0 2 0,0 0 1 16,0 0-2-16,0 0 6 0,0 0-7 0,0 0 1 15,0 0 4-15,0 0-8 0,0 0 2 0,0 0 2 16,0 0 0-16,0 0-1 0,0 0 2 0,0 0-1 16,0 0 1-16,0 0-2 0,0 0-3 0,0 0 4 15,0 0-2-15,0 0 2 0,0 0 0 0,0 0-6 16,0 0 9-16,0 0 0 0,0 0-3 0,0 0 3 15,0 0-3-15,0 0 0 0,0 0 3 0,0 0-14 16,0 0 10-16,0 0-3 0,0 0 3 0,0 0 4 16,0 0-1-16,0 0-5 0,0 0-1 0,0 0 2 15,8-2-3-15,-8 2 0 0,0 0-7 0,0 0-2 16,0 0-3-16,0 0-9 0,0 0-4 0,0 0-12 16,0 0-10-16,7-3-35 0,-7 3-95 0,0 0 42 15</inkml:trace>
  <inkml:trace contextRef="#ctx0" brushRef="#br0" timeOffset="-71076.66">16643 9494 65 0,'-3'-5'85'0,"3"5"-4"0,0 0-16 16,0 0-3-16,0 0 0 0,0 0-9 0,0 0-4 16,0 0 0-16,0 0-9 0,0 0-1 0,0 0-8 15,0 0 0-15,0 0-11 0,0 0 7 0,10-7-7 16,-10 7-3-16,0 0 4 0,9-4-6 0,-9 4 0 16,0 0-7-16,9-3-3 0,-9 3-1 0,0 0 0 15,13 2 5-15,-13-2 1 0,9 4-7 0,-4-2 2 16,0 1 0-16,0 1-4 0,0 0 0 0,0 3 4 15,-1-1-3-15,0 2 1 0,0 2-7 0,0 2 6 16,0 3-6-16,-3 1 11 0,3 2-8 0,-3 1 4 16,-1 7-1-16,-1 0 2 0,-2 0-2 0,-2 3 1 15,0 0 5-15,-1 1-10 0,-1 2 7 0,-3-2 1 16,1 4-8-16,-1 0 3 0,0 0-7 0,1-1 7 16,-2 2 4-16,1-2-10 0,3-1 11 0,0 3-1 15,-1-2-6-15,2 2 0 0,-1-2-3 0,1 0 3 16,2 1 0-16,-1-1 3 0,1-2-1 0,1-1 2 15,0-1 2-15,1 2-6 0,-1-5-1 0,2 1 2 16,1-2-3-16,1 2 3 0,2-3 2 0,0 3 5 16,0-1-13-16,-1-1 10 0,2 2-5 0,-1-1 1 15,-2 0 2-15,2 2 1 0,-1-2-3 0,1 5 9 16,0-4-6-16,-3 1-3 0,1-1-4 0,0 2 8 16,-1-4 2-16,1 1 1 0,3-7-9 0,-1 5 11 15,0 2-5-15,0-6-3 0,1 5-3 0,0-6 4 16,0-1-1-16,1 1 4 0,1 0-8 0,0-1 6 15,0 2-3-15,-1-4 8 0,-1 3-10 0,1 0 9 16,0-3-9-16,-2 4 4 0,1-5-2 0,-2 2 0 0,0-1-2 16,0 1 0-16,-2-1 4 0,-2 1-1 15,1 0 10-15,-2 0-2 0,1 0 8 0,-2 2-4 16,-1-3-5-16,1 0-5 0,0-1 8 0,2-2-2 16,-2-3-6-16,1 1 0 0,1 0 8 0,-1 0-7 0,-1-2-8 15,2 1 14-15,-2 0-8 0,1 1 0 0,2-3 3 16,-1 2-1-16,0-3-1 0,1 1-1 0,-3 1 4 15,3 2-12-15,-2-3 11 0,2-1-1 16,-2 2-2-16,2 1 3 0,0-5 4 0,-3 5-5 0,0-4-2 16,1 0-8-16,-1 1 6 0,0 0 2 0,0 2 6 15,-1 0-9-15,0-1 2 0,-2-1-11 16,1 0-8-16,0-2-13 0,0 0-15 0,1 0-14 16,-2-1-25-16,2 0-69 0,-2 0-166 0,1-2 73 0</inkml:trace>
  <inkml:trace contextRef="#ctx0" brushRef="#br0" timeOffset="-69946.91">17924 12400 32 0,'4'-2'48'0,"-4"2"-5"0,8-7-7 0,-8 7-4 16,9-3 2-16,-9 3-3 0,5-3-2 0,-5 3-5 15,6-3-7-15,-6 3-2 0,9-1 0 0,-9 1-3 16,14 1 1-16,-6 0 2 0,1 2 2 0,4-1-20 15,-2 1 16-15,2 1-5 0,-3 2-6 0,1 0 5 16,1-1 1-16,0 2 0 0,-3 1-5 0,1 1-1 16,3 1 3-16,-5 2 4 0,2 1-2 0,-3 0 2 15,0 4-13-15,1 0 1 0,-2 0 3 0,0 2-2 16,-1 0-1-16,-1 0 2 0,0 0-1 0,0 0 5 16,1 6-1-16,-4-4 1 0,3-2-2 0,-4 1-2 15,1-1-3-15,-2 7 0 0,0-7-1 0,-3 0 3 16,1 1-1-16,2-1 1 0,-1 7-4 0,2-2 2 15,-3-6-11-15,3 1-2 0,-1 0-6 0,1 1 2 16,-2 0 3-16,4 1-5 0,-2-3 4 0,1 1 0 16,2-2 1-16,-1 0 4 0,1-2 3 0,-1 0-4 15,3 0 4-15,-3-2 1 0,3 3 1 0,0 1 0 16,-1-2 3-16,0 1-1 0,-1 1-6 16,0 2 5-16,2-2-20 0,-1-1-31 0,-3 3 14 0</inkml:trace>
  <inkml:trace contextRef="#ctx0" brushRef="#br0" timeOffset="-66544.63">16730 12585 104 0,'0'0'99'0,"-4"-10"-9"0,4 10-3 0,0 0 0 0,0 0-14 15,0 0-11-15,0 0-9 0,0 0-10 0,0 0 0 16,0 0-1-16,0 0-12 0,0 0 10 0,0 0-10 15,0 0-7-15,0 0 2 0,0 0-8 0,0 0 4 16,0 0-2-16,0 0-5 0,0 0-2 0,0 0 4 16,0 0-4-16,0 0 4 0,0 0-4 0,16 14-4 15,-16-14-3-15,0 0 10 0,0 0-21 0,0 0 16 16,0 0 6-16,0 0-9 0,0 0 8 0,13-4-3 16,-13 4 1-16,13-12-8 0,2 0-29 15,8-6-24-15,-1-5-34 0,2-2-88 0,2-2-183 0,11-9 81 16</inkml:trace>
  <inkml:trace contextRef="#ctx0" brushRef="#br0" timeOffset="-58939.65">10024 13627 42 0,'0'0'42'0,"0"0"-7"0,0 0-3 0,0 0-3 16,0 0-6-16,0 0 0 0,0 0-5 0,0 0 4 0,0 0-9 15,0 0 0-15,0 0 4 0,0 0-6 16,0 0 0-16,0 0-2 0,0 0-4 0,0 0 2 0,0 0-2 16,0 0 2-16,0 0 3 0,0 0-2 15,-9 19-2-15,9-19-4 0,0 0-1 0,0 0 2 16,0 0 3-16,0 0-1 0,0 0-4 0,0 0 4 15,0 0-4-15,0 0 2 0,0 0 0 0,-6 3 1 16,6-3-8-16,0 0 7 0,0 0-6 0,0 0 6 16,0 0 0-16,0 0-2 0,0 0-1 0,0 0 2 15,0 0 1-15,0 0 3 0,0 0-5 0,0 0-1 16,0 0 4-16,0 0-3 0,0 0 2 0,0 0-1 0,0 0-2 16,0 0 1-16,0 0 0 0,0 0-4 0,0 0 3 15,0 0 7-15,0 0-9 0,0 0 6 16,-7 4-5-16,7-4 0 0,0 0 6 0,0 0-3 15,0 0-5-15,0 0-4 0,-1 7 6 0,1-7-1 16,0 0 1-16,-4 6-1 0,4-6 1 0,0 0-3 0,0 0 5 16,-5 7-3-16,5-7 3 0,0 0-4 0,0 0 4 15,-4 6 7-15,4-6-7 0,0 0-1 0,0 0-2 16,0 0 3-16,0 0 1 0,0 0-1 16,0 0-3-16,0 0 6 0,0 0 3 0,0 0 3 15,0 0 4-15,0 0-4 0,0 0 0 0,0 0 3 0,0 0-4 16,0 0-3-16,0 0 7 0,0 0-9 15,0 0 4-15,0 0 3 0,0 0 5 0,0 0-7 16,0 0 6-16,0 0-1 0,0 0 0 0,0 0-7 16,0 0 4-16,0 0-2 0,0 0-1 0,0 0-3 15,0 0 3-15,0 0-7 0,0 0 4 0,0 0-3 0,0 0 1 16,0 0-2-16,0 0 1 0,0 0-2 0,0 0 4 16,0 0-2-16,0 0 0 0,0 0-2 15,0 0 3-15,0 0-2 0,0 0-2 0,0 0 6 16,0 0-3-16,0 0-2 0,0 0-1 0,0 0 1 15,0 0 3-15,0 0-1 0,0 0-3 0,0 0 0 0,0 0 0 16,0 0 2-16,0 0 1 0,0 0-10 16,0 0 6-16,0 0 2 0,0 0-1 0,0 0 3 15,0 0 2-15,0 0-7 0,0 0 1 0,0 0 4 16,0 0 4-16,0 0-8 0,0 0 1 0,0 0-4 16,0 0 8-16,0 0-1 0,0 0-2 0,0 0 6 0,0 0-10 15,0 0 8-15,0 0-2 0,0 0-4 0,0 0 1 16,0 0 2-16,0 0-1 0,0 0-1 0,0 0 2 15,0 0 1-15,0 0-4 0,0 0 3 0,0 0 0 16,0 0-3-16,0 0 4 0,0 0 1 16,0 0-3-16,11-19 3 0,-11 19 3 0,0 0-7 0,0 0 4 15,0 0-4-15,0 0 3 0,3-5-3 0,-3 5 0 16,0 0-2-16,0 0 5 0,0 0 0 16,0 0-4-16,0 0 3 0,0 0-2 0,0 0 3 15,0 0-3-15,0 0 1 0,3-7 3 0,-3 7-2 16,0 0 5-16,0 0-12 0,0 0 12 0,0 0-5 0,0 0-1 15,0 0 0-15,0 0-4 0,5-4 4 0,-5 4 0 16,0 0 8-16,0 0-4 0,0 0 2 0,0 0-3 16,5-3 4-16,-5 3-6 0,0 0 0 0,0 0-1 15,0 0 2-15,0 0 0 0,0 0-4 16,0 0 8-16,0 0-5 0,0 0 4 0,0 0-5 0,0 0-4 16,0 0 4-16,0 0 0 0,0 0-3 0,0 0 4 15,0 0-3-15,0 0 4 0,0 0-4 0,0 0 8 16,0 0-3-16,0 0-8 0,0 0 6 15,0 0-2-15,0 0-3 0,0 0 1 0,0 0 4 16,0 0-3-16,0 0 2 0,0 0-1 0,0 0 0 0,0 0 0 16,0 0 4-16,0 0-4 0,0 0-4 0,0 0 2 15,0 0 8-15,0 0-3 0,0 0-3 0,0 0-1 16,0 0-2-16,5-5 4 0,-5 5 2 0,0 0-4 16,0 0 2-16,0 0 2 0,0 0-3 15,0 0 0-15,0 0 2 0,0 0-2 0,0 0 0 0,0 0-1 16,0 0 3-16,0 0 1 0,0 0-4 0,0 0 8 15,0 0-8-15,0 0 5 0,0 0-4 0,0 0 5 16,0 0-5-16,0 0 2 0,0 0-2 0,0 0 3 16,0 0-6-16,0 0 4 0,0 0-4 0,0 0 4 15,0 0 2-15,0 0-3 0,0 0 4 0,0 0-4 16,0 0 6-16,0 0 2 0,0 0-9 0,0 0 2 16,0 0-2-16,0 0 6 0,0 0-8 0,0 0 8 15,0 0-5-15,0 0 0 0,0 0 1 0,0 0 5 16,0 0-2-16,0 0-1 0,0 0-4 15,0 0 5-15,0 0 2 0,0 0-5 0,0 0 0 0,0 0-1 16,0 0 8-16,0 0-5 0,0 0 2 0,0 0 11 16,0 0-11-16,0 0-2 0,0 0-3 0,0 0 6 15,0 0-2-15,0 0-1 0,0 0 2 0,0 0-6 16,0 0 2-16,0 0 0 0,0 0-1 0,0 0 0 16,0 0 5-16,0 0 5 0,0 0 3 0,0 0-6 15,0 0 1-15,0 0-2 0,0 0 3 0,0 0 0 16,0 0-7-16,0 0 6 0,0 0-5 0,0 0 3 15,0 0-2-15,0 0-9 0,7-5 16 0,-7 5-3 16,0 0-7-16,0 0 2 0,0 0-1 0,0 0-1 16,0 0 1-16,0 0 0 0,0 0 2 0,0 0 0 15,0 0 6-15,0 0-11 0,0 0 1 0,0 0-3 16,0 0-2-16,0 0 8 0,0 0-4 0,0 0-1 16,0 0 5-16,0 0 5 0,0 0-6 0,0 0-8 15,0 0 3-15,0 0 9 0,0 0-8 0,0 0 1 16,0 0-1-16,0 0 1 0,0 0-1 0,0 0 5 15,0 0 8-15,0 0-12 0,0 0 3 0,0 0-4 16,0 0 6-16,0 0-3 0,0 0-3 0,0 0-1 16,0 0 5-16,0 0-2 0,0 0 1 0,0 0-2 15,0 0-3-15,0 0 0 0,0 0-4 0,0 0 4 16,0 0-3-16,0 0 1 0,0 0 0 0,0 0-5 16,0 0 3-16,0 0 0 0,0 0-2 0,0 0 5 15,0 0 2-15,0 0 1 0,0 0-5 0,0 0 1 16,0 0 0-16,0 0 3 0,0 0 0 0,0 0-7 15,0 0-3-15,0 0 8 0,0 0 1 0,0 0-11 16,0 0 5-16,0 0 3 0,0 0 1 0,0 0 1 16,0 0-2-16,0 0-5 0,0 0-3 0,0 0 0 15,0 0 1-15,0 0 1 0,0 0 6 0,-9 20-3 16,9-20-1-16,0 0 1 0,0 0 0 0,0 0 2 16,-3 8 1-16,3-8 5 0,0 0-7 0,0 0 9 15,0 0-4-15,0 0-2 0,0 0 4 0,-6 3 1 16,6-3-1-16,0 0 6 0,0 0-6 0,0 0 4 15,0 0-2-15,0 0 1 0,0 0 11 0,0 0-9 16,0 0 4-16,0 0-5 0,0 0 2 0,0 0-2 16,-7 3-2-16,7-3 1 0,0 0 0 0,0 0 4 15,0 0 0-15,0 0-3 0,0 0 8 0,0 0-4 16,0 0 8-16,-6 3 2 0,6-3-5 0,0 0-3 16,0 0 5-16,0 0-4 0,0 0 1 0,0 0-2 15,0 0 9-15,0 0-5 0,-10 0-2 0,10 0 3 16,0 0-3-16,0 0 0 0,0 0 2 0,0 0 2 15,0 0-4-15,0 0-2 0,0 0 0 0,0 0 2 16,0 0-1-16,-12 0 0 0,12 0-10 0,0 0 9 16,0 0 0-16,0 0 4 0,0 0-7 0,-7 0 2 15,7 0 6-15,0 0-6 0,0 0 5 0,0 0 6 16,0 0-5-16,0 0 4 0,0 0-5 0,0 0 1 16,0 0-3-16,0 0 4 0,0 0-5 0,0 0 7 15,0 0-3-15,0 0-2 0,0 0-10 0,0 0 5 16,0 0-6-16,0 0 7 0,0 0-3 0,0 0 1 15,0 0 7-15,0 0-5 0,0 0-3 0,0 0-3 16,0 0 0-16,0 0 11 0,0 0-5 16,0 0 1-16,0 0-6 0,0 0 5 0,0 0-1 0,0 0-4 15,0 0 2-15,0 0-1 0,0 0 1 0,0 0 0 16,0 0-5-16,0 0 6 0,0 0-4 0,0 0 0 16,0 0 3-16,0 0-5 0,0 0-1 0,0 0 6 15,0 0-6-15,0 0 1 0,0 0 2 0,0 0-1 16,0 0-5-16,0 0 9 0,0 0-1 0,0 0-1 15,0 0 4-15,0 0-1 0,0 0-5 0,0 0 5 16,0 0 4-16,0 0-8 0,0 0 8 0,0 0-2 16,0 0-4-16,0 0-4 0,0 0 2 0,0 0 2 15,0 0-2-15,0 0 0 0,0 0 2 0,-7-6 5 16,7 6 1-16,0 0-7 0,0 0 0 0,0 0 2 16,0 0 1-16,0 0-1 0,0 0-8 0,0 0 5 15,0 0 3-15,0 0-3 0,0 0 4 0,0 0 4 16,-1-9-6-16,1 9 1 0,0 0-1 0,0 0 1 15,0 0-3-15,0 0 2 0,0 0 0 0,0 0 3 16,0 0-9-16,0 0 7 0,0 0-1 0,0 0 1 16,0 0 1-16,0 0 2 0,0 0-7 0,0 0 2 15,0 0 3-15,0 0 0 0,0 0-4 0,0 0 8 16,0 0-11-16,0 0 4 0,0 0 1 0,0 0-2 16,0 0 8-16,0 0-5 0,0 0-6 0,0 0 4 15,0 0 1-15,0 0-1 0,0 0-2 0,0 0 6 16,0 0-3-16,0 0-2 0,0 0 3 0,-1-9-2 15,1 9 1-15,0 0-5 0,0 0 1 0,0 0 5 16,0 0 2-16,0 0 0 0,0 0-3 0,0 0 1 0,0 0-8 16,0 0 2-16,0 0 0 0,0 0 2 0,0 0 1 15,0 0 6-15,0 0-6 0,0 0-3 16,0 0-12-16,0 0-10 0,0 0-16 0,0 0-5 16,0 0-13-16,0 0-9 0,0 0-8 0,0 0-11 15,0 0-47-15,0 0-144 0,0 0 64 0</inkml:trace>
  <inkml:trace contextRef="#ctx0" brushRef="#br0" timeOffset="-50929.69">13727 13900 59 0,'0'0'59'0,"-3"-7"-3"0,3 7 9 0,0 0-9 16,-7-7 5-16,7 7 5 0,0 0-7 0,-5-5 11 15,5 5-5-15,0 0-9 0,0 0 1 0,-6-6-1 0,6 6 2 16,0 0-7-16,-4-7-19 0,4 7 13 16,0 0 0-16,-3-6-3 0,3 6-8 0,0 0 11 15,0 0-11-15,-4-5 8 0,4 5-1 0,0 0 7 16,0 0 1-16,0 0 3 0,0 0 3 0,-5-5-7 16,5 5-4-16,0 0-5 0,0 0-1 0,0 0-2 0,0 0-6 15,0 0-2-15,0 0-4 0,0 0-7 16,0 0 0-16,0 0 8 0,0 0-17 0,0 0-8 15,0 0 4-15,0 0 1 0,0 0 3 0,0 0-4 16,0 0-2-16,0 0-2 0,0 0 6 0,12 25-5 16,-8-16 3-16,0 3-1 0,-2-1 0 0,1 1 9 15,1-1-3-15,3 4-2 0,-4-3-9 0,1-2 4 16,-2 3-4-16,3-3 2 0,-3 2 0 0,0-1-3 16,0-2 6-16,0 1-1 0,-2-1-2 0,5-2 3 15,-4 0-5-15,1-1 4 0,-2-6 5 0,0 10-3 16,0-10-2-16,2 8 0 0,-2-8 8 0,0 8 7 15,0-8 9-15,0 0 7 0,2 6 11 0,-2-6 6 16,0 0 3-16,0 0-2 0,0 0-6 0,0 0-4 16,0 0-6-16,0 0-2 0,0 0-4 0,0 0-1 15,-12-27-5-15,12 17-3 0,0-1-4 0,0-2 2 16,0-3-2-16,2 0-3 0,-2 5-4 0,3-5 0 16,-2 1-1-16,1 2 0 0,0 2-5 0,2-2 3 15,-2 2-2-15,1 1-3 0,1 3 3 0,0 1-4 0,0 2-4 16,-4 4 0-16,8-6 0 0,-8 6 1 15,9-2-2-15,-9 2 2 0,11 9-2 0,-4-2 1 16,-2 2 4-16,3 1-2 0,-1 4-1 0,-1 1-1 16,2 2 5-16,-2 0 2 0,-1 0-7 0,1 2 5 15,1 0 0-15,-2-1-3 0,1 0-1 0,-3 1 3 16,1-2 0-16,2 2-5 0,-3-4-20 0,-1 1-41 16,0-4-43-16,1 0-54 0,0-2-45 0,-3 2-115 15,0-5-347-15,0-7 153 0</inkml:trace>
  <inkml:trace contextRef="#ctx0" brushRef="#br0" timeOffset="-49284.3">17035 14827 22 0,'0'0'65'0,"0"0"-35"0,0 0-35 0,0 0-14 15,0 0-20-15,0 0 8 0</inkml:trace>
  <inkml:trace contextRef="#ctx0" brushRef="#br0" timeOffset="-26032.87">16905 11991 4 0,'0'0'13'0,"0"0"-5"0,0 0-4 15,0 0-10-15,0 0-5 0,0 0 4 0</inkml:trace>
  <inkml:trace contextRef="#ctx0" brushRef="#br0" timeOffset="-24771.71">16683 12107 24 0,'0'0'27'0,"0"0"-2"0,0 0 3 0,0 0-4 15,0 0-6-15,0 0 6 0,0 0-3 0,-10-9 1 16,10 9 3-16,0 0-4 0,0 0 7 0,-10-2-4 15,10 2-6-15,0 0-2 0,0 0 11 0,-10 2 1 16,10-2 8-16,0 0-14 0,0 0 9 0,0 0-5 16,-10 0 5-16,10 0-10 0,0 0-1 0,0 0-1 15,0 0 5-15,0 0-4 0,0 0 8 0,-7-4-3 16,7 4 1-16,0 0-6 0,0 0-1 0,0 0 0 16,0 0 1-16,-6-4-2 0,6 4-2 0,0 0 10 15,0 0-6-15,-4-5-3 0,4 5 8 0,0 0-13 16,-4-9 4-16,4 9 7 0,0 0-10 0,0 0-2 15,-2-8 1-15,2 8 8 0,0 0-4 0,-4-8-4 16,4 8 0-16,0 0 7 0,0 0-9 0,-5-6 5 16,5 6-9-16,0 0 5 0,0 0-2 0,0 0 0 15,0 0-1-15,-9-2-6 0,9 2 2 0,0 0 2 16,-11-2-1-16,11 2 3 0,0 0 0 0,-11 0-2 16,11 0-11-16,-8 4 6 0,8-4-9 0,0 0 7 15,-11 0-2-15,11 0 10 0,-9 4-5 0,9-4 4 16,-6 4-2-16,6-4-2 0,-7 2 7 0,7-2-8 15,0 0-5-15,-8 4 4 0,8-4 3 0,0 0-4 0,0 0 1 16,-6 1-5-16,6-1 12 0,0 0-11 16,0 0 2-16,0 0 4 0,0 0-2 0,0 0 5 15,0 0 1-15,-7 3-4 0,7-3-4 0,0 0 3 16,0 0-6-16,0 0 1 0,0 0 2 0,0 0 2 0,0 0-1 16,0 0-3-16,0 0 2 0,0 0-1 0,0 0 1 15,0 0-3-15,0 0 6 0,0 0 5 16,0 0-1-16,0 0-10 0,0 0 11 0,22 3-6 15,-14-3 14-15,-8 0 1 0,15-4-4 0,-4 4 0 0,0-2-1 16,1 1 2-16,-1-2-3 0,2 0 3 0,-2 3-4 16,2-3 0-16,1 1-3 0,-1-1 4 15,1-1 7-15,-1 4-8 0,0-3 3 0,3 1-2 16,-2 0 1-16,0 0 0 0,4 0 3 0,-1-1-1 0,2 0 3 16,-5 0-7-16,-1 1-2 0,1 0 5 0,-1-1-5 15,0 1 0-15,-2-1 4 0,2 2-8 0,-2-2 19 16,1 2 1-16,-3-1-1 0,0 2 4 0,0-3-11 15,0 0 6-15,-9 3-5 0,12-4 4 0,-6 3-2 16,-6 1 0-16,10-2 2 0,-10 2-2 0,7-1 3 16,-7 1-1-16,0 0 4 0,7-3 0 0,-7 3-1 15,0 0-5-15,0 0 5 0,0 0 1 0,0 0 0 16,0 0-5-16,0 0-5 0,8-2 5 0,-8 2-2 16,0 0 1-16,0 0 1 0,0 0 8 0,0 0-3 15,0 0 4-15,0 0 6 0,0 0-9 0,0 0-2 16,0 0-4-16,0 0-1 0,0 0 0 0,0 0 1 15,0 0-4-15,0 0-1 0,0 0-1 0,0 0-5 16,0 0 2-16,0 0 0 0,0 0 1 0,0 0-1 16,0 0 0-16,0 0-3 0,0 0-2 0,0 0 3 15,0 0 0-15,0 0-3 0,0 0 1 0,0 0 1 16,0 0 0-16,0 0 2 0,0 0 2 0,0 0 5 16,0 0 2-16,0 0-7 0,0 0 0 0,0 0 5 15,0 0-8-15,0 0 1 0,0 0 1 0,0 0 0 16,0 0-4-16,0 0 1 0,0 0-3 0,0 0 3 15,0 0 3-15,0 0-3 0,0 0-3 0,0 0 0 16,0 0-2-16,0 0 7 0,0 0-1 0,0 0 3 16,0 0 1-16,0 0-2 0,0 0 2 0,0 0 0 15,0 0-1-15,0 0-2 0,0 0 0 0,0 0 0 16,0 0 1-16,0 0 1 0,0 0-5 0,0 0 2 16,0 0-1-16,0 0 3 0,0 0-4 0,0 0-4 0,0 0 9 15,0 0-4-15,0 0-3 0,0 0-1 16,0 0-8-16,0 0-15 0,0 0-21 0,0 0-33 15,0 0-31-15,0 0-45 0,0 0-43 0,0 0-158 16,0 0-380-16,0 0 168 0</inkml:trace>
  <inkml:trace contextRef="#ctx0" brushRef="#br0" timeOffset="28386.48">3368 11765 4 0,'0'0'22'16,"0"0"1"-16,0 0-2 0,-3-6-8 0,3 6-1 15,0 0 2-15,0 0 3 0,0 0-9 0,0 0 3 16,0 0 1-16,0 0-9 0,0 0 3 0,0 0-1 16,0 0-4-16,0 0 2 0,0 0-7 0,0 0-1 15,0 0 2-15,0 0-6 0,0 0 0 0,0 0 0 16,0 0 3-16,-15 3-1 0,15-3 4 0,0 0-5 15,-10 3 1-15,10-3 22 0,0 0-20 0,-9 4-1 16,9-4-5-16,-7 3 5 0,7-3-10 0,-8 4 17 16,8-4-8-16,-10 2 1 0,10-2 3 0,-7 1 1 15,7-1-9-15,0 0 9 0,-11 2 1 0,11-2 0 16,0 0-1-16,-12 0 1 0,12 0 5 0,0 0-4 16,-9 0 8-16,9 0 3 0,0 0 0 0,0 0 0 15,0 0-7-15,-11-2 5 0,11 2 7 0,0 0 0 16,0 0 0-16,0 0-3 0,0 0 2 0,0 0-2 15,0 0-2-15,0 0-5 0,-10 0 5 0,10 0-1 16,0 0-5-16,0 0 4 0,0 0-2 0,0 0 4 16,0 0-5-16,0 0 8 0,0 0-7 0,0 0-3 15,0 0 0-15,0 0 5 0,0 0-5 0,0 0 0 16,0 0 4-16,0 0-6 0,0 0 4 0,0 0 0 16,0 0-7-16,0 0-5 0,0 0 10 0,0 0-3 15,0 0 6-15,0 0-3 0,0 0 1 0,0 0-6 16,0 0-2-16,0 0 0 0,0 0 3 15,0 0 1-15,0 0-3 0,0 0 1 0,0 0 4 0,0 0 0 16,0 0-3-16,0 0 8 0,0 0-8 0,0 0 4 16,0 0-2-16,0 0-5 0,-9 3 4 0,9-3-2 15,0 0 1-15,-8 1 3 0,8-1 2 0,0 0-1 16,-9 4-6-16,9-4 3 0,-9 2 9 0,9-2-2 16,0 0-3-16,-9 2-4 0,9-2-1 0,0 0 13 15,-9 3 1-15,9-3-3 0,0 0 1 0,-10 2 1 16,10-2-4-16,0 0-1 0,-8 2 8 0,8-2-8 15,0 0-3-15,0 0 0 0,-7 2 1 0,7-2 0 16,0 0 6-16,0 0 3 0,0 0-4 0,0 0 4 16,0 0-7-16,0 0 3 0,-8 1 2 0,8-1-4 15,0 0 4-15,0 0-10 0,0 0-4 16,0 0 9-16,0 0-1 0,0 0 2 0,0 0 0 16,0 0-3-16,0 0-3 0,0 0 1 0,0 0 2 0,0 0-5 15,0 0-6-15,0 0-3 0,0 0 4 0,0 0 14 16,0 0-15-16,0 0 8 0,0 0-4 0,0 0 3 15,0 0-4-15,0 0 7 0,0 0-5 16,0 0 6-16,0 0-6 0,0 0-3 0,22 6 2 16,-22-6-5-16,11 1 9 0,-4-1-5 0,-7 0 3 15,11 3 1-15,-2-3 1 0,-9 0-3 0,12 0 4 0,-5 1 1 16,-7-1 4-16,15-1-7 0,-7 1-5 0,-8 0 0 16,13 0 3-16,-5 1-5 0,-8-1 13 0,15 1-11 15,-7-1 0-15,1 0 9 0,-9 0-6 16,14-1 0-16,-4 1 0 0,-3-1 1 0,-7 1 0 15,13 0 0-15,-6-1 2 0,-7 1 3 0,18 1-4 16,-12-2 1-16,-6 1-4 0,14 0 5 0,-8-2-2 0,-6 2 2 16,13 2-4-16,-6-2 2 0,-7 0 4 0,11 1-6 15,-11-1 3-15,13 0-4 0,-7 1 5 16,-6-1-9-16,12 1 6 0,-12-1 2 0,11 0 0 16,-5 1-5-16,-6-1 7 0,13 1-5 0,-7 1-2 15,-6-2 8-15,12 1-1 0,-4 0-5 0,-8-1 1 16,13 2 3-16,-7-2-1 0,-6 0-5 0,13 1 4 0,-5-1-2 15,-8 0 1-15,10 1 1 0,-10-1 5 0,13 1-6 16,-13-1 9-16,11 0 9 0,-6 2 3 16,-5-2-9-16,11 0 7 0,-3 0-4 0,-8 0 9 15,11-2-12-15,-11 2-7 0,11-1 12 0,-3 0-16 16,-8 1 2-16,10-3 6 0,-10 3-5 0,13-2 4 16,-6 0-2-16,-7 2-2 0,15-2-2 0,-10 0 2 15,-5 2 0-15,14-4 1 0,-7 2-1 0,-1-2 4 16,0 1-8-16,2 1 6 0,-2 0-6 0,-6 2-1 15,13-4-3-15,-8 1 5 0,2 1 2 0,-7 2-5 16,10-6-1-16,-4 5 4 0,-6 1-5 0,10-3 7 16,-10 3 1-16,8-4 9 0,-8 4 2 0,6-3-2 15,-6 3-1-15,7-4 1 0,-7 4 0 0,0 0-3 0,0 0 2 16,6-2-12-16,-6 2 1 0,0 0-2 16,0 0 2-16,8-4 11 0,-8 4-8 0,0 0-1 15,0 0 14-15,0 0-15 0,0 0-3 0,0 0 0 16,0 0 5-16,7-1-5 0,-7 1 5 0,0 0-7 15,0 0 4-15,0 0-3 0,0 0-7 0,0 0 4 16,0 0-20-16,0 0-9 0,0 0-6 0,0 0-8 16,0 0-15-16,0 0-8 0,4 8-15 0,-4-8-51 15,0 0-147-15,-14 10 65 0</inkml:trace>
  <inkml:trace contextRef="#ctx0" brushRef="#br0" timeOffset="29420.35">3181 11859 45 0,'0'0'41'0,"0"0"-4"0,0 0-6 0,0 0 6 15,0 0-9-15,0 0 3 0,0 0-8 0,-7-4-1 16,7 4-8-16,0 0 11 0,0 0-10 0,0 0-1 16,0 0 0-16,0 0-10 0,0 0 10 0,0 0-4 15,0 0-4-15,0 0 2 0,0 0-8 0,0 0 14 16,22-6 3-16,-16 3-4 0,2 2-1 0,2-1 2 15,-1-2-3-15,3 0-2 0,1 0 2 0,3-1-2 16,-2 2-2-16,4-2 7 0,0-1 0 16,-2 1-3-16,5-1-5 0,0 1 4 0,0 2-1 15,6-4-4-15,-5 4-3 0,6-2 1 0,-8-1 0 16,2 3 3-16,5-2 5 0,-2-1-8 0,-3 2 3 0,-1 0-1 16,-2-1 0-16,2 0 4 0,-1 0-4 0,-1 2-4 15,-3-2 6-15,0 1 9 0,0 2-3 0,-2-2-8 16,-2 3 6-16,0-2-4 0,0 1-1 0,-2 0 3 15,2 0-8-15,-5-1 0 0,0 2 4 16,-7 1-3-16,14-3 5 0,-14 3-6 0,10 0 5 16,-10 0-9-16,9-3 8 0,-9 3-2 0,9 0-2 0,-9 0-2 15,0 0 6-15,9-2-7 0,-9 2-2 16,0 0 7-16,9 0-3 0,-9 0 0 0,0 0-2 0,0 0-1 16,11 0 3-16,-11 0 7 0,0 0-4 15,8 2-10-15,-8-2 10 0,0 0 2 0,0 0 13 16,8 0-8-16,-8 0-4 0,0 0 2 0,0 0 1 15,0 0-1-15,9 3 3 0,-9-3-8 0,0 0 0 0,0 0-2 16,9 0 12-16,-9 0-5 0,0 0-3 0,0 0 10 16,6 3-9-16,-6-3-6 0,0 0 8 15,0 0-11-15,0 0 1 0,10 0-1 0,-10 0 9 16,0 0 0-16,0 0-6 0,0 0 9 0,0 0 4 16,0 0 6-16,0 0-5 0,0 0 8 0,0 0-5 15,0 0 6-15,0 0 5 0,0 0-2 0,0 0 5 0,0 0 0 16,0 0-5-16,0 0-2 0,0 0-1 0,0 0 10 15,0 0 1-15,0 0 3 0,0 0-1 0,0 0-6 16,0 0-2-16,0 0 2 0,0 0-4 16,0 0 0-16,0 0-9 0,0 0 0 0,0 0 1 15,0 0-5-15,0 0 0 0,0 0-2 0,0 0 0 16,0 0 3-16,0 0-2 0,0 0 1 0,0 0 4 0,0 0 1 16,0 0-2-16,0 0 0 0,0 0 3 0,0 0-3 15,0 0 5-15,0 0 0 0,0 0 0 16,0 0-5-16,0 0 1 0,0 0 2 0,0 0-3 15,0 0 5-15,0 0 1 0,0 0 3 0,0 0-2 16,0 0-3-16,0 0 2 0,0 0-2 0,0 0 0 0,0 0-1 16,0 0 1-16,0 0-4 0,0 0 0 0,0 0 3 15,0 0-4-15,0 0-2 0,0 0 3 0,0 0 0 16,0 0 0-16,0 0-4 0,0 0-3 16,0 0-2-16,0 0-1 0,0 0 1 0,0 0 2 15,0 0-5-15,0 0 3 0,0 0-3 0,0 0 1 16,0 0 2-16,0 0-4 0,0 0 1 0,0 0-4 0,0 0 0 15,0 0 3-15,0 0-1 0,0 0-1 16,0 0 2-16,0 0-5 0,0 0 2 0,0 0-1 16,0 0-4-16,0 0 0 0,0 0-12 0,0 0-12 15,-28 0-22-15,28 0-16 0,0 0-30 0,0 0-18 16,0 0-20-16,-6 4-6 0,6-4-13 0,-5 7-94 0,-1-2-266 16,1 3 117-16</inkml:trace>
  <inkml:trace contextRef="#ctx0" brushRef="#br0" timeOffset="32714.82">10217 11535 50 0,'0'0'52'16,"0"0"-8"-16,0 0 1 0,0 0-11 0,0 0 1 15,0 0-1-15,0 0-9 0,0 0 0 0,0 0-1 16,0 0-1-16,0 0-1 0,0 0 0 0,0 0-9 0,-19-6 3 16,19 6-8-16,0 0 5 0,0 0 3 0,0 0-9 15,-8 2 0-15,8-2-10 0,0 0-12 16,0 0-7-16,-6 4-6 0,6-4-13 0,0 0-27 15,-8 6-74-15,5-2 34 0</inkml:trace>
  <inkml:trace contextRef="#ctx0" brushRef="#br0" timeOffset="35215.34">3476 11851 23 0,'0'0'22'0,"0"0"1"0,0 0-8 0,0-8 1 15,0 8-3-15,0 0-10 0,0 0 5 0,0 0-5 16,0 0-5-16,7-3-10 0,-7 3-7 15,0 0-20-15,7-3 8 0</inkml:trace>
  <inkml:trace contextRef="#ctx0" brushRef="#br0" timeOffset="39709.99">9898 13260 33 0,'0'0'44'16,"0"0"-4"-16,0 0-3 0,7-3-8 0,-7 3-10 15,0 0-8-15,0 0-2 0,0 0-11 0,0 0-2 16,0 0-8-16,4-5-22 0,-4 5-38 0,0 0 17 15</inkml:trace>
  <inkml:trace contextRef="#ctx0" brushRef="#br0" timeOffset="40797.21">10049 13107 20 0,'0'0'42'0,"0"0"-3"0,0 0-3 16,0 0-10-16,0 0 3 0,0 0-8 0,0 0 1 15,0 0-4-15,0 0-9 0,0 0 2 0,0 0-9 16,0 0-4-16,0 0-7 0,0 0-2 0,0 0-8 16,0 0-20-16,0 0-43 0,0 0 19 0</inkml:trace>
  <inkml:trace contextRef="#ctx0" brushRef="#br0" timeOffset="41002.86">10019 13101 14 0,'0'0'5'0,"0"0"-5"16,0 0-4-16,0 0-3 0,0 0 2 0</inkml:trace>
  <inkml:trace contextRef="#ctx0" brushRef="#br0" timeOffset="92728.61">9073 15572 82 0,'0'0'85'0,"0"0"-12"0,-10-15-6 16,10 15-8-16,-4-4-3 0,4 4-6 0,0 0-2 15,-7-6-11-15,7 6 5 0,-6-4-7 0,6 4-10 16,-6-5-12-16,6 5-10 0,-6-4-14 15,6 4-11-15,0 0-15 0,-8-5-18 0,8 5-37 0,-8-5-100 16,8 5 45-16</inkml:trace>
  <inkml:trace contextRef="#ctx0" brushRef="#br0" timeOffset="166968.66">25778 15315 12 0,'0'0'148'0,"0"0"-5"16,0 0-7-16,0 0-7 0,0 0-5 16,0 0-11-16,4-6-15 0,-4 6-6 0,0 0-16 15,0 0-3-15,0 0-10 0,0 0-9 0,0 0-5 16,0 0-4-16,0 0-11 0,0 0 1 0,0 0-19 0,0 0-9 16,0 0-23-16,0 0-13 0,0 0-22 0,0 0-12 15,0 0-22-15,0 0-23 0,9 15-75 0,-9-15-197 16,5 7 87-16</inkml:trace>
  <inkml:trace contextRef="#ctx0" brushRef="#br0" timeOffset="167720.37">29526 14843 11 0,'0'0'113'0,"0"0"-1"16,0 0-20-16,0 0-4 0,0 0-5 0,0 0 0 16,0 0-7-16,0 0-5 0,0 0-8 0,0 0 4 15,0 0-10-15,0 0-7 0,0 0 2 0,0 0-9 16,0 0-5-16,0 0 0 0,0 0-5 0,4 6-3 16,-4-6-11-16,0 0 0 0,0 0 2 0,0 0-6 15,0 0-4-15,0 0-9 0,0 0-14 0,0 0-22 16,0 0-20-16,0 0-9 0,5 4-22 0,-5-4-89 15,0 0-187-15,0 0 83 0</inkml:trace>
</inkml:ink>
</file>

<file path=ppt/ink/ink1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28:36.252"/>
    </inkml:context>
    <inkml:brush xml:id="br0">
      <inkml:brushProperty name="width" value="0.05292" units="cm"/>
      <inkml:brushProperty name="height" value="0.05292" units="cm"/>
      <inkml:brushProperty name="color" value="#FF0000"/>
    </inkml:brush>
  </inkml:definitions>
  <inkml:trace contextRef="#ctx0" brushRef="#br0">17004 9909 36 0,'0'0'42'16,"0"0"-5"-16,0 0 2 0,0 0-10 0,0 0 10 16,0 0-2-16,0 0 1 0,0 0 2 0,0 0-5 0,0 0 2 0,0 0 5 15,0 0-5-15,0 0 6 0,0 0-3 0,0 0 2 16,0 0 1-16,0 0 8 0,0 0 3 0,0 0-5 15,6-5-6-15,-6 5 2 0,0 0-6 0,3-7 1 16,-3 7-1-16,4-6 0 0,-4 6-2 0,4-8 9 16,-4 8 0-16,0 0 0 0,2-8-2 0,-2 8-4 15,0-10-18-15,0 10-4 16,0-10-4-16,0 10-6 0,-2-13-2 16,2 13 1-16,-3-9 0 0,3 9-2 0,-5-6 1 0,5 6-18 15,-5-4 14-15,5 4 1 0,0 0-2 0,-18 5 2 16,8 2 3-16,0-2-3 0,-2 2-6 0,-2 4 4 15,0-2-2-15,-2 2 5 0,5-4-8 16,1 2 6-16,0 1-3 0,4-3 0 0,-1 0-11 0,3-1 13 16,0 1-1-16,4-7 1 0,-3 6 0 0,3-6 1 0,0 9 2 0,0-9-1 15,0 0-7-15,12 4 5 0,-12-4 5 0,20-7 5 16,-8 3-6-16,5-3 6 0,1-3-8 0,-3 1 4 16,2 1-4-16,-7 0 16 0,-1 5-5 0,-3-4 6 15,1 2-4-15,-3 1 3 0,0-3-3 16,-1 3-8-16,1-2-2 0,-4 6 12 0,0-11-10 15,0 11-6-15,0 0 1 0,-4-11 5 16,4 11-8-16,-6-4 2 0,6 4-3 0,-12 0 3 16,12 0-5-16,-15 4 5 0,7-1 3 15,2 1-3-15,0 1-11 0,-2 0 9 0,8-5-3 0,-8 7 6 16,6-2-3-16,2-5 0 0,0 10 5 0,0-10 2 16,0 8-6-16,0-8 2 0,5 11 3 15,0-9-5-15,1 3 0 0,1-2 3 0,-1-1-7 16,2 0 11-16,3-2-7 0,0 0 5 0,0-1-1 0,2-2-4 0,0-1 4 0,4-3 1 15,-2 1-17-15,1-3 13 0,-3-1 8 0,1 0-6 16,-3-1-1-16,-1 3-10 0,-3-1 12 16,-2 1 1-16,-1-2-14 0,0 3 17 0,-3-2-4 15,2 2-1-15,-2 1 0 0,-1 6-2 0,1-11 9 16,-1 11-3-16,0-7-2 0,0 7-3 0,0 0-7 16,0 0 5-16,0 0-4 0,0 0 7 0,-24 9 1 0,15-1-2 0,0 1-1 15,0 0-1-15,0-2-1 0,3 1 2 0,1-1-6 0,1-1 8 16,1 3 3-16,3-9-1 0,-1 11-1 15,1-11 2-15,5 10 2 0,-1-7-4 0,2 0 2 16,2-1 0-16,2 0 5 0,3-4-7 0,0 0-2 16,3-4-1-16,-2 3-1 0,2-3 4 0,0-1-3 0,-5 1 5 15,-1-2-1 1,0 2-3-16,-2-2-3 0,-4-1 5 0,-2-2-5 16,-1 4 3-16,-1 0-3 0,-3-3-2 0,-1 1 2 15,-3-1-1-15,-4 2-5 0,1 1 3 0,-1 1-2 0,-1 2 1 16,-1 1-2-16,-2 3 6 0,-2 0-3 15,-1 2-1-15,0 2-4 0,-2 3 2 0,-1 3 4 16,-3 5 4-16,1-2 0 0,5 0 3 0,4 0-3 16,0 1 2-16,2 0 0 0,1-3-4 0,5 1 3 0,2-5 2 0,0 5-7 0,3-3 6 15,1-3 0-15,0-6 2 0,7 13 6 16,0-9-7-16,0 0 1 0,2-2-1 0,2 0 1 16,1-2-1-16,2-2 2 0,0-2-3 0,2-2 1 15,0-1-1-15,-4 1-9 0,-2-1 7 0,0 1 4 16,-2-1-2-16,-3-2 3 0,-2 2-1 0,-1 1-4 15,-2 6 1-15,-2-14-4 16,2 14 0-16,-8-12 0 0,0 6-2 0,-2 2 1 16,-1 2 1-16,-7 2-4 0,2 1 2 0,-3 3 0 15,0 1 2-15,-1 2 5 0,0 0-5 0,2 0-1 16,2-1 3-16,3 4 1 0,2-2 6 0,2 0-3 16,1-1 1-16,1 1-4 0,5 0 5 0,-3-2-3 15,5-6 1-15,-3 13-5 0,3-13 7 0,3 9-5 16,-3-9 6-16,6 9 3 0,-2-7-10 0,4-2 8 0,-8 0-4 0,18-1 2 15,-7-3-2-15,0-1-2 0,6-5 2 0,-5 4 4 16,-1-4-4-16,0 3 4 0,-4-2-5 0,0 1 2 16,0-4-3-16,-3 5 1 0,0-3 0 0,-4 1-1 0,0 1 2 15,0 8-2-15,-3-14 1 0,2 8 2 0,1 6-8 16,-8-13 0-16,3 9 3 0,-1 0-7 0,1 1 5 16,5 3-7-16,-12-4 2 0,12 4 6 0,-12 2-5 0,12-2 0 15,-13 8 9-15,6-1 2 0,1 1-6 0,1 2 3 16,1-1 1-16,1 1-2 0,2-1 4 0,2 1-3 15,3-1 3-15,2 1 1 0,2-3 1 0,0 0 1 16,4-1-1-16,2-3-1 0,5 0 0 0,1-1-3 16,2-4 4-16,7 2-2 0,-3-1 2 0,-4-3-3 15,3-5-2-15,-6 4 3 16,-1 1 2-16,-4-2-2 0,-2 2 0 0,-3-1 0 16,0 1-1-16,-4-2 0 0,-1 1 1 0,-2 0-2 15,-2 5-2-15,1-11-1 0,-1 11 3 0,-3-10 1 16,3 10-4-16,-8-9-4 0,4 7 1 0,4 2-4 15,-10-4 2-15,10 4 5 0,-14 3 1 0,1-1-4 16,3 4 5-16,0 0 0 0,-2 1-3 0,3 2-3 16,-4 0 4-16,5 0-1 0,2-2 1 0,4 0 2 0,-1 0 0 0,3-7-3 15,2 12 3-15,1-7 3 0,4-1-1 0,5-3 1 16,5 2 0-16,4-4 1 0,7-4-2 16,4-1-1-16,-2-1 2 0,2-1 0 0,-1-1 0 0,0-1-1 15,-5 1-2-15,-6 3 4 0,-1-4-3 0,-3 3-1 16,-4 2 3-16,-3-3-2 0,0 2-1 0,-4 2 4 15,-3-4-4 1,-2 8-1-16,2-10-2 0,-2 3 0 0,0 7-3 16,-8-7-4-16,8 7-1 0,-18-2 4 0,7 4-1 0,-3 2 1 15,-3 0-1-15,-2 4-2 0,1 0 2 16,1 2 5-16,2-3-2 0,5 0 0 0,1 0-4 0,0-2-1 16,3 0 5-16,3 2 1 0,0-4-3 15,3-3 1-15,0 10 7 0,0-10-5 0,9 9 7 0,1-5-4 16,2-1 5-16,7-2-3 0,0-2-2 0,4-2 1 0,8-3-3 15,-2 1 3-15,2-4-1 0,-4 1 1 0,-7 0-4 16,0 1 8-16,-5 2-3 0,0-3 1 0,-3 3 0 0,-5 0-8 16,1-2 9-16,-1 1 0 0,-4 1-3 0,-3 5-1 15,2-13-7-15,-2 13 5 0,-7-12-7 16,1 9 6-16,-1-1 1 0,-3 1-5 0,0 0-7 16,-3 3 8-16,1 2 2 15,-5 1 1-15,-1 2-1 0,4 0-1 0,-4 4 1 0,3 1 2 16,-1 0-6-16,5-3 3 0,3 2 1 15,-1-1-1-15,3 1 1 0,1-1 5 0,3 0-4 16,0 0-1-16,0 2 5 0,2-10 1 0,7 11 5 16,-2-3-6-16,4-3 6 0,2-1-1 0,5 0 0 0,4-3 0 15,1-1 1-15,6-4 1 0,1-1-1 0,0 0-1 16,-8 0-1-16,2 0-2 0,-1 0-1 0,-4-3 3 0,-4 2-2 16,-1 1-1-16,-2-1 2 0,-2 0 2 0,-2-1-1 15,-2-2-3-15,-3 2-2 0,0 2 2 0,-1 5-3 16,-4-14-2-16,-2 7 1 0,-2 1 0 0,-2 1 0 15,-3 2-4-15,1 0 4 0,-6 2-4 0,1 1 0 16,-1 2 1-16,0 1 2 0,2 3-1 0,-1 1 2 16,0-1 2-16,2 2 0 0,0 3-5 0,2 0 7 0,0-3-5 0,6-1 5 15,0 1-2-15,3-1 0 0,2 1 3 0,-1-2-3 16,2 1 0-16,1-7 3 0,1 12-2 0,4-8-5 16,-1 1 7-16,3-3 0 0,2 2 0 0,1-2-1 15,1-2 1-15,1 0 0 0,3-3 2 0,3-1-2 16,-1-1 3-16,-5 1 2 0,1 1-6 0,-1-1 2 15,-5-2 0-15,2 0 0 16,-4-2-1-16,-1 2 0 0,-1 0-4 16,-1-1 2-16,-2 7-2 0,-3-18-2 0,-3 10-5 15,-1-1-10-15,-3 2-1 0,-1 0 5 0,1 1-5 0,-3 2 5 16,0 2 1-16,-2-1-1 0,4 3 4 0,-3 1-6 16,0 3 0-16,1 2 5 0,-3 1 1 0,1 3 1 15,1 3 0-15,1-2-2 0,2 5 8 16,3-2-3-16,2-3 0 0,2 1-1 0,0-2 4 0,3 3-7 0,2-4 10 0,1 1-3 15,4-2 3-15,0 1 0 0,3-6 1 16,4 3 1-16,-2-4-2 0,8-3-1 0,1 1 3 16,-1-2-1-16,1-3 4 0,6-4-2 0,-2-1-3 15,-6 1 3-15,-4 1-2 0,-3 3 1 0,0-4 3 0,-5 1-2 16,-1-1 1-16,0-1-1 0,-1 1-2 0,-4-1-2 16,-2-2 2-1,-5 4-2-15,2-1 0 0,-4 2-1 0,-1 0 1 16,-4 3 0-16,1 2-2 0,-5 1-1 0,0 3-7 15,-1 1 5-15,-1 6-1 0,-5 1 4 0,1 3-1 16,6-2 1-16,-1 4 0 0,-3 4 5 0,8-5-3 16,2 0-2-16,1 2 2 0,1-3 5 0,2 0-5 15,5-2-1-15,1-1 5 0,2-1-3 0,2 1 1 16,0-4 0-16,3 2-3 0,2-2 2 0,3-2 1 0,-1 0 1 0,2-4 1 16,1-2 3-16,1 2-4 0,3-6-1 0,-3 2 0 15,0 0 1-15,-3-2 1 0,-2 0 3 0,-2-1-6 16,0-2 3-16,-2 1-6 0,-3 1 5 0,-2-2-4 15,-1-1 1-15,-5 0 0 0,0 2-6 0,-2-4 2 16,-4 3-2-16,-1-1 2 0,-4 2-3 0,0 3 2 16,-2 0-2-16,-7 5-1 0,5 1 3 0,-7 3 0 0,-1 2 0 0,2 2 4 15,1 6-2-15,-2-1-1 0,3 3 1 0,2-1 4 16,5 2-3-16,4-4 1 0,-1-2 2 0,4 1 1 16,5-3-1-16,-1-2-2 0,5 1 3 0,-1-2-1 15,0-2-6-15,4-4 3 0,-1 8 2 0,1-8 1 16,0 0-2-16,0 0 0 0,0 0 0 0,0 0 4 15,24-16-2-15,-18 9-3 16,2-2-2-16,-3-2 7 0,-2 1-2 0,-3 1-10 16,0-4 2-16,-4-2-5 0,-1 2 0 0,-3 4-5 15,2-1 6-15,-7-1-1 0,1 2 1 0,0 0 2 16,1 2 0-16,-3 2 0 0,3 1-1 0,-3 0-1 16,-3 3 2-16,-1 2 2 0,0 5-1 0,-1 1 2 15,1 2 2-15,-4 4-1 0,6 1 3 0,1-4 3 16,1 5 0-16,3-5-4 0,4-2-9 0,-1 0 11 0,4 1 3 0,-1-4-4 15,3 1 0-15,2-6 2 0,0 9 4 0,0-9-5 16,5 6 5-16,-5-6-3 0,11-1 0 0,-11 1 2 16,22-9-2-16,-7 1 2 0,1-2 1 0,-5 2-2 15,1-1 1-15,-3 1-2 0,-1-2-2 16,-1 2 8-16,-1 0-8 0,-2-2 0 0,1 0 4 0,-3 1-8 16,0 0 1-16,2 3 0 15,-4-2 1-15,0 8 1 0,0-11-4 16,0 11 8-16,-4-9-6 0,4 9 1 0,-2-7-1 15,2 7-1-15,0 0-2 0,0 0-1 0,-8-3 0 16,8 3 0-16,0 0 0 0,-12 11 2 0,10-3-1 0,0-3-1 16,2-5 9-16,-1 15-5 0,1-8-2 0,1 0 3 15,2-2 0-15,1 2 2 0,1-1 3 0,4 0 2 16,2-3-2-16,1 1 4 0,-1-4-5 0,7-1-2 0,3-2 1 16,-3-1 1-16,1-4 2 0,-1-2-2 0,1 1 1 0,-1 1 1 15,-5-1-3-15,-3 1 3 0,0 0-1 16,-4 0-1-16,1 0 6 0,-2 0-7 0,-2 0 4 15,-2 2-4-15,0-1 1 0,-1 7-2 0,-1-11 0 16,1 11 0-16,-3-9-1 0,3 9-2 0,0 0-3 0,-8-5 2 16,8 5 3-1,0 0-4-15,-20 9 2 0,11 0-2 0,1 1 4 16,1-1-1-16,-2 1 2 0,1 0-4 0,2 0 4 16,1 1-3-16,1-1 1 0,0 0 2 0,4 1 3 15,-1-5-2-15,3 1 4 0,2 0-4 0,0-2 6 0,4 2-5 16,-2-5 5-16,5 1-5 0,1-3 4 0,1 0-2 0,1-2 3 15,-1-1-3-15,-1 1 1 0,2-1-1 0,-3-1 1 16,0 1-2-16,-3-1 1 0,-2 1 1 0,-1-1-1 16,3-2-1-16,-4 0-3 0,1 1 4 0,-3-1 2 15,2 1-1-15,-4 5-6 0,4-10 3 0,-4 10-2 16,3-4-2-16,-3 4 0 0,0 0-1 0,0 0-3 16,2-6 2-16,-2 6 0 0,0 0 0 0,0 0-1 15,0 0 1-15,0 0-1 0,-2 27 0 0,3-21 2 16,3 3 3-16,-2 1-2 0,3-2 0 0,2-1 7 0,2 0-4 0,1-3 3 15,2 3-1-15,0-6 2 0,6-1-2 0,1 2-5 16,-1-2 7-16,3-4-2 0,-2 1 4 0,0 0-2 16,-1 1-2-16,-7-3 0 0,1 0 0 0,-1-1-1 15,0 1 3-15,-5 2 0 0,2 0-1 0,-3-1 1 16,-5 4 0-16,6-6-3 0,-3 0-1 0,-3 6 2 16,1-10-3-1,-1 10-3-15,-1-7-5 0,1 7 3 0,0 0-2 0,-7-10-7 16,7 10 6-16,-6-2 2 0,6 2 1 0,0 0-3 15,-18 9 2-15,12-3 0 0,-1 1 0 16,1-1 4-16,2 1-7 0,0 2 5 0,2 2 0 16,0-3 1-16,2 1 0 0,0 0 0 0,3-2 2 0,2 0 2 15,4 0 3-15,-3-4-3 0,5 1 0 0,3-3-1 16,-1-1 2-16,4-4-1 0,-4 3 4 0,5-3-4 0,-3-3 3 16,1 0 0-16,-3 2 1 0,-4 0-2 0,2 1 0 15,-6 0 3-15,3-2-1 0,-3 0 0 0,-2 1-1 0,-3 5-2 16,2-11 2-16,-2 11-3 0,-1-10 4 15,1 10-3-15,-8-12-5 0,3 5 3 0,-2 4-3 16,0-4-3-16,-2 4-2 0,3-3 0 0,-2 4 2 16,8 2 0-16,-17 0 1 15,8 2 3-15,0 1-1 0,-1 1-6 0,1 1 3 0,1 2 0 16,0 2 1-16,1-1 3 0,2 1 0 16,3 1-2-16,0 0 3 0,1 1 0 0,1-4-2 15,3 0 2-15,-1 0 0 0,3-3 4 0,2 1-2 16,-1-2 1-16,2-2-1 0,-8-1 5 0,16-2 1 15,-4-1-7-15,-3-2 6 0,-2 0 1 0,2-1-1 16,-4 1 7-16,1-3-1 0,-3 2 0 0,0-1-5 16,-3 7-2-16,1-14 1 0,-3 5 3 0,0 0-6 15,-3 4 0-15,0-2 4 0,0 1-5 0,-5 0-4 16,2 5-1-16,-2-2-2 0,-1 4-1 0,-2 1-10 16,-1 3-4-16,0 1-11 0,-4 2-15 0,2 3-14 15,5 0-29-15,-2 4-25 0,1-1-24 0,2 3-25 16,0-3-111-16,4 1-295 0,-1-3 131 0</inkml:trace>
  <inkml:trace contextRef="#ctx0" brushRef="#br0" timeOffset="2202.71">17981 9784 28 0,'0'0'67'0,"0"0"2"15,0 0-7-15,0 0-10 0,0 0-1 0,0 0 1 16,0 0-11-16,0 0-4 0,0 0-3 0,0 0-5 16,0 0 4-16,0 0-8 0,0 0 3 0,0 0-3 15,0 0 1-15,0 0-4 0,0 0-2 0,0 0 0 0,0 0-4 0,0 0-4 16,0 0 5-16,0 0-8 0,0 0 5 0,0 0 1 16,0 0 4-16,0 0-12 0,0 0 6 0,0 0-1 15,0 0-7-15,0 0 3 0,0 0-8 0,0 0 4 16,0 0 3-16,0 0-2 0,0 0 2 0,0 0 1 15,0 0-9-15,0 0 6 0,0 0 0 0,0 0-4 16,0 0 0-16,0 0 2 0,0 0 2 0,0 0-2 0,0 0-4 16,0 0 5-16,0 0-5 0,0 0 4 15,0 0-5-15,0 0 3 0,0 0-6 0,0 0 7 16,0 0-2-16,0 0 2 0,0 0 0 0,0 0-4 0,0 0 7 16,0 0-2-16,0 0-1 0,0 0-19 0,0 0 17 15,0 0 1-15,0 0-4 0,0 0 0 0,0 0 5 16,0 0-2-16,0 0 5 0,0 0-9 0,0 0 0 0,0 0 7 15,0 0 1-15,0 0-5 0,0 0 4 0,0 0 0 16,0 0 4-16,0 0-9 0,0 0 0 0,0 0-5 16,0 0 10-16,0 0-8 0,0 0 8 0,0 0 0 15,0 0-4-15,0 0 2 0,0 0 1 0,0 0 3 16,0 0-1-16,0 0-4 0,0 0 0 0,0 0 7 0,0 0-8 16,0 0 4-1,0 0-8-15,0 0 5 0,0 0-6 0,0 0-4 16,0 0 2-16,0 0 3 0,0 0-5 0,0 0 0 15,0 0 0-15,0 0-2 0,0 0 3 0,0 0-11 0,0 0 0 16,0 0-16-16,0 0 5 0,0 0-8 16,0 0 4-16,0 0 3 0,0 0-11 0,0 0-5 15,0 0-45-15,0 0-100 0,0 0 45 0</inkml:trace>
  <inkml:trace contextRef="#ctx0" brushRef="#br0" timeOffset="3920.78">18087 9660 3 0,'0'0'51'0,"0"0"-1"15,0 0-5-15,0 0-8 0,0 0-1 0,0 0 3 16,0 0-5-16,0 0 0 0,0 0 0 0,0 0-6 16,0 0-4-16,0 0 4 0,0 0-10 0,0 0 9 15,0 0-3-15,0 0-10 0,0 0 3 0,0 0 7 16,0 0-7-16,0 0 6 0,0 0-10 0,0 0 5 15,0 0-6-15,0 0-1 0,0 0 15 0,0 0-19 0,0 0 5 16,0 0 0-16,0 0 5 0,0 0-4 0,0 0-5 0,0 0 5 16,-8-8 0-16,8 8-7 0,0 0 5 0,0 0-4 15,0 0-1-15,0 0 6 0,0 0-1 16,0 0 4-16,0 0 7 0,0 0-8 0,-1-9 3 0,1 9 6 16,0 0-1-16,0 0-8 0,0 0-9 0,-3-7 14 15,3 7-1-15,0 0-8 0,0 0 1 0,0 0-11 16,-2-8 18-1,2 8-15-15,0 0 9 0,-3-7-3 0,3 7 2 0,0 0-3 16,-1-10 9-16,1 10-2 0,-3-7 10 0,3 7-6 16,0 0-8-16,-2-11 7 0,2 11-14 0,-3-7 5 15,3 7 9-15,0 0-7 0,-1-9-2 0,1 9-8 16,0 0 10-16,-1-8-1 0,1 8 8 0,0 0-6 16,0 0-4-16,-1-8-5 0,1 8 16 0,0 0-13 15,0 0 1-15,0 0-10 0,0 0 3 0,0 0 0 0,0 0 3 16,0 0 0-16,0 0-6 0,0 0 5 0,0 0-2 15,0 0 2-15,0 0 0 0,0 0-3 0,0 0 2 16,2 24-1-16,-1-17 1 0,3 2 1 0,-4 3-1 0,1-1 6 16,1 1 3-16,-2 1 2 0,0-3 0 15,0 2-5-15,0 4 3 0,0-4-6 0,0-1 3 16,-2 1 4-16,2-2-3 0,2 3-4 0,-4-4 6 0,2 2-8 0,0 3 11 16,-1-3-4-16,1 2 4 0,0-3 3 0,0-1-11 15,1 4 6-15,-1-6-2 0,0 3 1 0,0-1-2 16,2 1 0-16,-2-10-3 0,0 15 1 0,-2-9 1 0,2-6-2 15,2 11 0-15,-2-11 5 0,-2 10-7 32,2-10 0-32,2 9 0 0,-2-9-3 0,1 9 7 0,-1-9-7 0,0 6 0 15,0-6 3-15,0 0 3 0,1 8-3 0,-1-8 0 16,0 0-6-16,0 0 2 0,0 0-1 16,0 0 10-16,-1 9 4 0,1-9-15 15,0 0 5-15,0 0 1 0,0 0-3 0,1 8 0 0,-1-8 6 16,0 0-5-16,1 7-3 0,-1-7-5 0,0 0-13 15,0 0-4-15,0 0-9 0,0 0-9 0,0 0-6 16,0 0-9-16,0 0-10 0,0 0-6 0,0 0-12 16,0 0-10-16,0 0-6 0,0 0-65 0,0 0-178 15,0 0 79-15</inkml:trace>
  <inkml:trace contextRef="#ctx0" brushRef="#br0" timeOffset="4517.35">18054 9641 89 0,'0'0'85'0,"-4"-6"-11"16,4 6 8-16,0 0-4 0,-4-9-8 0,4 9-3 15,-1-9-10-15,1 9-12 0,-2-8 11 0,2 8-4 16,0 0 0-16,2-15-2 0,-1 9-6 0,-1 6-3 15,4-11-4-15,-2 5 4 0,1-1-5 0,1-1 3 16,1 2-7-16,1-2-10 0,1-1 5 0,0 2-12 16,0 0 1-16,3-1 4 0,-2 4 5 0,-1 0-8 15,3-2 1-15,-3 2-12 0,0 2 11 0,0 0-9 16,2 0 0-16,-9 2 1 0,14 0-1 0,-8 2 6 16,2-1-3-16,0 1-8 0,-2 3 0 0,2 1-1 15,-2-3 1-15,3 5-1 0,-3 0 10 0,-1 1-1 16,1 1 1-16,-4 0-7 0,1 0 4 0,-1 3 1 15,-2-1-7-15,3-1 10 0,-6 2-5 0,1-1-4 16,-1 1 3-16,-2-2 0 0,0 0-1 0,-4 3 3 16,-1-4 3-16,-3 0-4 0,-2 3 6 0,1-3-5 15,-4 0 1-15,1-3-3 0,-3 1-6 0,0-1 1 16,4-2 7-16,-2-1 1 0,1 1-6 0,2-3-9 16,4 1 7-16,0-3 6 0,2 0-10 0,9 0-14 15,-11-1 1-15,11 1-6 0,-10 0-13 0,10 0-16 16,-9-2-15-16,9 2-10 0,0 0-16 0,0 0-21 15,0 0-73-15,0 0-200 0,27-6 89 0</inkml:trace>
  <inkml:trace contextRef="#ctx0" brushRef="#br0" timeOffset="5340.85">18270 9814 64 0,'0'0'91'0,"0"0"3"0,-3-7-11 15,3 7-12-15,0 0-7 0,0 0-8 0,0 0-10 16,0 0-7-16,0 0 5 0,0 0-9 16,0 0-6-16,0 0 2 0,0 0-10 0,0 0 3 15,0 0 12-15,0 0-8 0,6 21 6 0,-4-14-1 16,-2-7-6-16,2 12-2 15,1-1 7-15,-1-4-4 0,0 1-1 0,-2-1-1 16,2 1-7-16,-2 0 4 0,0-8 0 0,3 11-2 16,-3-4-10-16,0-7 7 0,1 10 4 0,-1-10-17 15,0 9 13-15,0-9-1 0,1 6 4 0,-1-6 6 16,0 0 8-16,0 0 0 0,2 7 8 0,-2-7-2 16,0 0 4-16,0 0 0 0,0 0 2 0,0 0-9 15,0 0-6-15,0 0-1 0,0 0-1 0,0 0 0 0,0 0 2 0,0 0-1 16,0 0-6-16,-3-27-2 0,3 27-4 0,0-16 3 15,1 7-5-15,1 2-2 0,0 0-3 0,-1-2 1 16,3-1-2-16,0 1-2 0,2 2-2 0,1 1 1 16,-1-4 0-16,1 3-4 0,-1 0 0 0,-1 3-4 15,1 0 4-15,0 0-3 0,0 0-2 0,-6 4 4 16,13-5-3-16,-8 2 0 16,-5 3 2-16,11-2-3 0,-5 0-2 0,-6 2 3 15,12 3-4-15,-12-3 0 0,11 4 0 0,-8 1 7 16,4-1-8-16,-3 1 7 0,1 1-5 0,-3 2 3 15,1-2 1-15,-2 1-2 0,0 0 2 16,2 1-6-16,-2-2 2 0,2 1 3 0,-3-7-2 0,2 11 2 16,0-7-2-16,-2-4 2 0,0 12 5 0,2-8-1 15,-2-4-1-15,2 9-10 0,-2-9-9 0,2 10-9 0,-2-10-9 16,1 9-14-16,2-5-20 0,-3-4-20 0,1 14-6 0,0-8-16 16,1 0-12-16,-2-6-112 0,0 10-254 0,0-10 112 15</inkml:trace>
  <inkml:trace contextRef="#ctx0" brushRef="#br0" timeOffset="5726.11">18634 9817 87 0,'0'0'90'0,"0"0"-11"0,0 0-2 0,0 0-2 15,0 0 6-15,0 0 4 0,0 0-24 0,0 0 5 0,-11 22-6 16,9-17-1-16,2-5-2 0,-3 15-8 0,1-6-7 16,1-2 3-16,1-7-3 0,1 12-3 0,1-5-4 0,-2-7 1 15,3 11 5-15,-1-6-9 0,2 1 1 0,-1-1 1 16,3 0 1-16,-2-2 1 0,5 0 7 0,0 0-7 16,-3-2-6-16,2 2 11 0,4-3-10 0,-2 0 1 15,-1-3 0-15,1 0 1 0,0 2-9 0,-1-3 4 0,4-1 0 16,-5 0 0-16,-1-2-5 0,0 0 3 0,0-1-2 15,0-1 4-15,-3 0-3 0,-1 0 4 0,-1 1-5 16,-4-3 0-16,1 3-5 0,-3-2 0 0,0 0-5 16,-1 2 2-16,-2 0-3 0,-1 1-4 0,0-1 2 15,2 4-1-15,-7 3-3 0,0 1-5 0,1 0-3 16,0 4-10-16,-3 0-8 16,-2 5-14-16,1-1-16 0,2 3-28 0,2 3-15 15,-1-1-31-15,3 2-157 0,2-1-304 0,2-1 135 16</inkml:trace>
  <inkml:trace contextRef="#ctx0" brushRef="#br0" timeOffset="27010.6">14193 6983 8 0,'0'0'26'0,"0"0"-3"0,0 0 4 0,0 0-4 16,0 0-2-16,0 0-4 0,0 0 1 0,0 0-2 16,0-10-3-16,0 10 2 0,0 0 3 0,0 0-5 0,0 0-2 0,0 0 0 15,0 0-4-15,0 0 5 16,-4-8-1-16,4 8 0 0,0 0-4 0,0 0 8 16,0 0 1-16,0 0-2 0,-2-8 6 0,2 8-2 0,0 0-4 0,0 0-1 15,0 0-4-15,0 0-3 0,0-10 8 0,0 10-3 16,0 0 2-16,0 0-3 0,-2-8-4 0,2 8 4 15,0 0-9-15,0 0 4 16,0 0-2-16,-1-8-1 0,1 8 2 0,0 0-1 16,0 0 4-16,-4-7-6 0,4 7 4 0,0 0 0 15,0 0-6-15,0 0 0 0,0 0 6 0,0 0-4 16,0 0 5-16,0 0-15 0,-3-6 9 0,3 6-8 16,0 0 3-16,0 0 7 0,0 0-4 0,0 0-2 15,0 0-2-15,0 0-9 0,0 0-1 0,0 0-3 16,0 0 2-16,0 0 3 0,0 0-8 0,0 0 0 0,0 0-3 15,0 0-1-15,0 0 3 0,0 0-2 0,0 0-24 0,0 0-51 16,0 0 23-16</inkml:trace>
  <inkml:trace contextRef="#ctx0" brushRef="#br0" timeOffset="29615.2">13679 7112 51 0,'0'0'46'15,"0"0"2"-15,0 0-4 0,0 0 6 0,0 0 2 0,0 0 6 16,0 0 4-16,0 0 4 0,0 0-4 0,0 0-10 0,0 0 3 15,0 0-8-15,22-7 3 0,-17-1-5 0,1 0-8 16,1 2 2-16,0-2-2 0,-2 0-8 0,-1-2 2 16,1 0-4-16,-3 0-1 0,2 0-4 0,-4 1-3 0,2 1 1 15,-2-1-4-15,0 0 3 0,0 0-2 16,0 9-4-16,-2-16-3 0,0 10-6 0,0 1 15 16,2 5-12-16,-5-9 1 0,5 9-3 0,-4-5-2 0,4 5-9 0,0 0 8 15,0 0 4-15,-14 2-2 0,5 4-1 0,1 0-1 16,-1 2-7-16,1 1 18 0,0 1-4 0,-3 2 2 15,1-2-2-15,4-1-2 0,-1-1 6 0,1 1-18 16,1-2 10-16,5 0 2 0,-5-1 0 0,5-6 2 16,0 12-7-16,0-12 8 0,0 6-1 0,0-6-4 15,0 0 5-15,5 9-17 16,-5-9 11-16,0 0 8 0,5 4-4 0,-5-4 0 16,0 0-8-16,0 0 16 0,0 0 2 0,0 0-7 15,17-9 1-15,-17 9 0 0,4-9-7 16,-1 2 0-16,-3 7 1 0,3-11 0 0,-3 5 5 0,0 6-6 15,0-9-3-15,0 9 5 0,-3-12-2 0,3 12-5 16,-5-8 3-16,5 8 0 0,-6-6-3 0,6 6-1 16,-7-4 1-16,7 4-3 0,-6-4-1 0,6 4 0 0,0 0 3 15,-15 4-4-15,7 0 8 0,1 2-5 0,-2 1-4 0,0 0 7 32,2 2-4-32,-1-2 5 0,3-1-1 0,0 3 0 15,1-1 0-15,3-3 3 0,-3 1-5 0,4-6 3 16,0 9 4-16,0-9-3 0,0 9 4 0,0-9-4 15,5 6 3-15,-5-6 2 0,7 3-6 0,-7-3 9 0,13 0-8 16,-13 0 2-16,15-3-1 0,-7 0 3 16,1-1-6-16,-1-1 7 0,-1 0-7 0,0 0 9 0,-2-2-1 15,-1 0-4-15,0-1-2 0,1-2 4 16,-3 0-3-16,0 0-4 0,0 3 3 0,-2 7-4 16,-2-16 5-16,2 9-5 0,0 7 5 0,-4-13-4 15,2 8-13-15,2 5 12 0,-7-12-8 0,5 10 0 16,2 2 9-16,-7-4-15 0,7 4 9 0,0 0 3 15,0 0-3-15,-16 8 1 0,10-1-3 0,1 2 2 16,-1 1 4-16,0 3 3 0,-2-3-6 0,5 2 15 0,1-2-8 16,0 2-3-16,4-2 10 0,-2 1-7 0,2 1 6 15,3-2 2-15,-1-1-2 0,4-1-1 0,0 1 5 16,-3-1-4-16,5-3 5 0,0 1-8 0,1-3 4 16,2 1-7-16,1-2 6 0,1-2 1 0,2 2-4 15,-4-4 4-15,1 0-4 0,-3 0 8 0,1 0-9 16,-4 1 8-16,-3-1-8 0,1-2 4 0,0 1-6 15,-6 3 4-15,10-8 0 0,-8 3-4 16,-2 5-1-16,2-10 1 0,-1 4-3 0,-1 6-5 0,-1-12 14 16,1 12-10-16,0 0 3 0,0-11-3 0,0 11-4 15,0 0 7-15,0 0-8 0,-4-6 4 0,4 6-5 16,0 0 2-16,0 0-2 0,0 0 1 0,0 0 2 16,-12 23 6-16,10-16-1 0,-2 0-3 0,4-7 3 15,-4 13-2-15,4-7 0 0,0-6 5 0,4 12-6 16,-4-6 3-16,0-6 0 0,4 9 3 0,1-5 1 15,-5-4 1-15,11 4-5 0,-4-4 14 0,2-1-6 16,5-3-5-16,3-4-3 0,-1 3 0 0,-1-3 6 16,-1-1-1-16,-3 1 2 0,-2-2-3 0,-1 1-6 15,-2-1 2-15,3-3-5 0,-5 3 8 0,1-2-3 16,-2 1-2-16,-1 0-2 0,0 1 14 0,-2-1-6 16,-2 2-5-16,2-1-1 0,0 10 1 0,0-12-1 15,0 12-1-15,-2-9 3 0,2 9 1 0,0 0-11 16,-3-5 5-16,3 5-1 0,0 0 6 0,0 0-1 15,-13 12-6-15,13-12 7 0,-9 10-2 0,5-2 6 16,1-1-4-16,0-1 2 0,3-6-6 0,-4 10 6 16,4-10 4-16,0 10-1 0,0-10-2 0,2 9 0 15,-2-9 0-15,8 6-3 0,-4-3 6 0,4-2-1 16,-8-1 0-16,14 2 1 0,-3-4-3 0,0 1 0 16,1-2-1-16,-3 0 5 0,-1 1-4 0,-3-2-3 15,-5 4 16-15,14-3-5 0,-10-1-7 0,1-2 4 16,-1 2-9-16,-4 4 2 0,4-10-11 0,-4 5 17 15,0 5-10-15,2-11 6 0,-2 11-8 0,0 0 5 16,-2-10-2-16,2 10-1 0,-6-4-4 0,6 4 4 16,-7-3-2-16,7 3-6 0,0 0 7 0,-18 11-12 0,11-4 14 15,-1 2 4-15,1 0-6 0,-2 2 4 0,4-1-2 16,-1-1 3-16,3 0-5 0,-1-2 7 16,4 2 2-16,0-1 0 0,0-8-3 0,0 10-3 15,0-10 8-15,7 10 2 0,-5-7-2 0,6 0 6 0,-8-3 0 16,17 3-8-16,-5-6 4 0,1 0 0 0,4-1 2 15,-1-5-1-15,2 0 0 0,-2 1-6 0,-1 1 4 16,-5-2-3-16,0 0 1 0,-1 1-2 0,-2-2 3 16,0 1-2-16,-2 0-1 0,-3-3 4 0,0 4-5 15,0-3 4-15,0 2-10 0,-4-1 0 0,0 0-3 16,0 0 4-16,0 5-2 0,-3 0-4 0,5 5 2 16,-10-7 1-16,10 7 0 0,-13-2-1 15,3 4-5-15,0 1 6 0,1 6 5 0,-4 1 6 0,-1 2-2 16,1 1 0-16,3 1 4 0,0-1 6 0,3 0-7 15,1 2 0-15,0-4-2 0,4 1 7 0,2-2-1 16,0 3-3-16,2-4 6 0,1 0-5 0,1-4 4 16,1 2-1-16,2-1 2 0,1-2-5 0,4-4 1 15,6 0 2-15,2-4 2 0,-3 0-5 0,2-2 4 0,-3-2-3 0,2-1 1 0,-6 0-1 16,-4-1-1-16,5-1 3 0,-4 0-7 0,0-2 2 16,-4 2-3-16,-3 0 3 0,0-6-6 0,0 5 3 15,-2-1-4-15,-2-3-7 0,-2 6 2 0,2-3-3 16,0 1 2-16,-1 2 4 0,1 2 2 0,-2 3-2 15,4 5-2-15,-8-10-2 16,4 6 3-16,4 4 1 0,-11 1-1 0,11-1-5 16,-23 15 9-16,10-5-4 0,-1 3 9 0,1 2-8 15,-1 0 5-15,3 0-3 0,3 0 4 0,0-4-2 0,4 2-2 16,1-3 2-16,-1 2 1 0,4-3 0 16,0-1 5-16,0-8-7 0,0 12 6 0,4-6-7 15,-4-6 8-15,5 10-5 0,0-8 3 0,2 0 1 16,1-1 2-16,-8-1-3 0,19-4-1 0,-8 0-3 0,-1 0-3 0,3-1 5 15,-3-2 1-15,-1 0-1 0,1-2 0 0,-4 0-6 16,0 2-1-16,-1-2 3 0,-3-1-3 0,1 0-3 16,-3 1-2-16,0-1 0 0,0 10-6 0,-5-11 5 15,3 3 1-15,2 8 2 0,-2-7-4 0,2 7-2 16,-7-7-3-16,7 7 6 0,-10 1-1 0,10-1 1 16,-19 10 10-16,10-3-10 15,2 1 3-15,-2 2 4 0,2-2-3 0,-1 2 1 16,2 0-1-16,2-2-2 0,2 0 2 0,2-1 3 15,0-7 5-15,0 13-6 0,0-13-1 0,4 7 10 16,1-3 0-16,0-1-1 0,4-1-2 0,1-2 4 16,4 0-2-16,2 0-5 0,2-1 5 0,-3 0-5 15,-5-2 2-15,3 1 1 0,1 0 0 0,-7-1 2 16,-1 3-2-16,0-4 4 0,-1 1 0 0,-5 3-3 0,9-7 0 16,-8 4 1-16,-1 3-3 0,0 0-2 0,2-9 1 0,-2 9-6 15,0 0-2-15,-14-10 7 0,10 8-5 0,4 2-4 16,-15-2 2-16,7 2 2 0,8 0-4 15,-20 6 2-15,9-4-10 0,1 4 9 0,0-1 1 16,3 2 3-16,-3 0 2 0,2 2-6 0,2-1 5 0,-4 2 2 16,7-1-3-16,1-3 2 0,-2 1 0 0,4-7-2 0,2 10 5 15,-2-10-2-15,4 6-5 0,2-2 13 0,-6-4-8 16,13 2 5-16,-2-2-1 0,3 0 1 0,3-6-4 16,0 0-1-16,0-2 8 0,1 2-6 0,2-2 6 15,-6 0-7-15,0 1 5 0,-4-1 1 0,-3 1-5 16,2 0 3-16,-4-2 0 0,0 2-8 0,1-2 9 15,-4 2-6-15,-2-1 2 16,0 8-2-16,0-14-2 0,0 14-3 0,-6-11 3 16,2 7-2-16,1-1 1 0,3 5-3 0,-14 0 1 15,14 0 4-15,-17 6-4 0,7-1 5 0,-1 2-4 16,4 0-2-16,-2-3-1 0,5 3 7 0,0-1-8 16,1 0 5-16,3-6 2 0,-4 12 1 0,4-7 2 15,0-5-5-15,4 12 2 0,-1-8 1 0,-3-4-2 16,10 5 0-16,-2-4 1 0,-2 2 4 0,-6-3-2 0,16 0-2 0,-5-2-2 15,-11 2 9-15,13-4-3 0,-9 4 2 0,-4 0-3 16,10-4 0-16,-10 4 1 0,5-7 1 0,-5 7-2 16,0 0-6-16,-4-11 6 0,4 11 0 0,-8-5 0 15,8 5-9-15,-15-5-4 0,6 5-8 0,-3 0 1 0,1 4-11 16,1 0-13-16,-7 1-4 0,4 7-16 16,-3-5-24-1,1 6-15-15,1 0-22 0,0 1-101 0,-4-3-242 0,5 2 108 16</inkml:trace>
  <inkml:trace contextRef="#ctx0" brushRef="#br0" timeOffset="30953.09">13432 6656 13 0,'0'0'79'15,"-5"-6"5"-15,5 6-1 0,0 0 3 0,-2-7-15 16,2 7-3-16,0 0 2 0,0 0 1 0,0 0-4 0,0 0-10 16,-4-7 0-16,4 7-12 0,0 0-1 0,0 0 1 15,0 0-11-15,0 0-5 0,0 0-3 0,0 0-4 16,0 0-3-16,0 0-4 0,0 0 11 0,0 0-8 15,0 0-3-15,0 0-5 0,0 0 0 0,0 0-12 16,0 0 10-16,0 0 3 0,0 0-1 0,0 0-10 16,0 0 6-16,0 0-7 15,0 0 7-15,0 0 2 0,0 0-2 0,0 0 1 16,0 0-6-16,0 0-6 0,0 0 9 0,0 0 0 16,0 0-5-16,0 0 6 0,0 0 0 0,0 0-5 15,0 0 0-15,0 0 7 0,0 0-5 0,0 0-2 16,0 0 2-16,0 0 5 0,0 0-7 0,0 0 5 15,0 0-4-15,0 0 3 0,0 0-4 0,0 0 1 16,0 0 3-16,0 0 5 0,0 0 2 0,0 0 6 0,0 0-3 0,0 0 6 16,0 0-6-16,0 0 8 0,0 0 7 15,0 0-4-15,0 0-5 0,0 0 6 0,0 0-5 0,0 0-5 16,0 0 4-16,0 0-2 0,0 0-10 0,0 0 12 16,0 0-11-16,0 0 1 0,0 0 2 0,0 0 0 15,0 0-7-15,0 0 3 0,0 0-2 0,0 0-3 16,0 0-1-16,0 0 4 0,0 0 0 0,0 0-6 0,0 0 0 0,0 0 3 15,0 0-3-15,0 0-2 0,0 0 8 0,0 0-5 16,0 0-3-16,0 0-1 0,0 0 9 0,0 0-8 16,0 0-2-16,17 18 15 0,-17-15-11 0,0-3-1 15,6 10 2-15,-4-5-4 0,-2-5 3 0,2 9 1 16,0-3-4-16,-2-6 5 0,4 10-9 0,-4-5 11 16,0-5-3-1,3 11-2-15,-1-6 3 0,-2-5-4 0,0 10 2 16,0-10 0-16,4 10-2 0,-4-10 7 0,0 10-5 0,0-10 10 15,2 8-6-15,-2-8 2 0,3 7-6 0,-3-7 4 16,0 7-8-16,0-7 6 0,0 0-7 16,0 8 5-16,0-8-3 0,0 0 9 0,0 0 8 15,0 0 6-15,0 0 2 0,0 0 12 0,0 0 4 0,0 0-4 16,0 0 0-16,0 0 6 0,0 0 2 0,0 0 7 0,0 0-7 16,0 0-3-16,0 0-4 0,0 0-3 0,0 0-8 15,0 0-2-15,4-28-2 0,-4 20-1 0,5-1-2 16,-3-1-5-16,1 1 0 0,1-1 0 0,0-1-3 15,1-1-3-15,-1 1 2 0,5 1-1 0,-4-1-5 0,1 0 4 16,1 0-5-16,3 2 1 0,-4-1 12 16,3 1-4-16,0 1-1 15,0 0 2-15,0 4-2 0,-2-2-4 0,-1 0 3 16,1 3-2-16,0 0-4 0,-7 3 0 0,11-1-3 16,-11 1 1-16,14 4-2 0,-7-1-1 0,-1 3 6 15,3-2-4-15,-5 2 1 0,4 0 0 0,-4 1 1 16,3 2 1-16,-3-1-5 0,2 1 4 0,-1-2-2 15,-2 1 3-15,-1 0-1 0,2 1 1 0,-1-4-1 16,-3 1-4-16,4 3 6 0,-4-9-3 0,2 12 5 16,2-6-18-16,-2 1-18 0,-2-7-25 0,1 11-37 15,-1-11-3-15,4 12-14 0,-4-12-23 0,7 13-23 16,-6-7-14-16,1 0-92 0,-2-6-283 0,0 0 126 16</inkml:trace>
  <inkml:trace contextRef="#ctx0" brushRef="#br0" timeOffset="31380.45">13854 6608 135 0,'0'0'138'0,"0"0"-14"0,0 0-12 0,0 0-2 0,-4-9-8 16,4 9-4-16,0 0-9 0,0 0-6 0,0 0-10 16,0 0-5-16,0 0-6 0,-2-8-7 0,2 8-7 15,0 0-2-15,0 0-10 0,0 0-3 0,0 0-7 16,0 0 7-16,0 0-9 0,0 0-2 0,0 0-8 16,0 0 0-16,0 0-1 0,0 0 7 0,0 0-5 15,0 26 5-15,0-26-4 0,2 11-4 0,-2-5 7 16,0-6-7-16,2 13-4 0,-2-6 2 0,0 0-2 15,2 2 3-15,-2-1-1 0,0-8-1 0,0 17 3 16,0-8 1-16,0 1-2 0,3-1 5 0,-3 3-2 16,1-3 2-16,0 1-7 0,-1-1 2 0,0-2-2 15,0 1-1-15,0-8 2 0,2 13 0 0,-2-8-1 0,0-5 0 16,2 11 0-16,-2-4-3 0,0-7 3 16,0 0-8-16,0 17-17 0,0-17-16 0,0 11-19 15,0-11-8-15,0 0-10 0,0 15-15 0,0-15-11 16,-2 8-4-16,2-8-8 0,0 0-3 0,0 0-88 15,-3 9-215-15,3-9 95 0</inkml:trace>
  <inkml:trace contextRef="#ctx0" brushRef="#br0" timeOffset="32134.49">13834 6620 74 0,'0'0'78'0,"0"0"-1"0,0 0-8 16,0 0-4-16,0 0 2 0,-7-2 2 15,7 2-3-15,0 0-6 0,0 0 0 0,0 0 0 16,0 0 5-16,0 0-5 0,-6-4-7 0,6 4 3 0,0 0 2 16,0 0-1-16,0 0-5 0,0 0-5 15,0 0-2-15,0 0 3 0,0 0-10 0,0 0 2 16,0 0 1-16,0 0-2 0,0 0-4 0,0 0 3 0,-5-8-7 0,5 8 0 16,0 0-6-16,0 0 0 0,0 0-3 0,0 0 2 15,0 0-3-15,0 0-4 0,0 0 1 0,0 0-1 16,0 0-4-16,0 0-1 0,0 0-1 0,0 0 1 15,0 0-5-15,0 0 3 0,0 0-5 0,0 0 5 16,0 0 3-16,0 0-13 0,0 0 0 0,0 0 4 16,0 0-1-16,0 0 1 15,0 0-1-15,0 0-1 0,0 0-1 0,0 0-1 16,0 0 2-16,0 0 0 0,0 0 7 0,0 0-11 16,0 0 10-16,0 0-7 0,0 0-3 0,0 0 2 15,0 0-4-15,0 0 6 0,0 0-8 0,0 0 7 16,0 0-3-16,0 0 1 0,0 0 1 0,0 0 0 15,0 0-5-15,0 0 3 0,0 0 2 0,0 0 1 16,0 0-1-16,0 0 1 0,0 0-5 0,0 0 4 0,0 0-3 16,0 0 3-16,0 0-2 0,0 0 1 0,0 0-1 15,0 0-1-15,0 0-1 0,0 0 9 0,0 0-4 16,0 0 8-16,0 0-8 0,0 0 3 0,0 0-3 0,0 0 0 16,0 0-2-16,0 0 4 0,0 0-4 15,0 0 2-15,0 0-1 0,0 0 0 0,0 0 2 16,0 0-4-16,0 0 0 15,0 0-1-15,0 0 2 0,0 0-1 0,0 0 3 16,0 0-3-16,0 0-2 0,0 0 3 0,0 0-1 16,0 0-1-16,0 0 6 0,0 0-5 0,0 0 1 15,0 0 3-15,0 0-9 0,0 0-3 0,0 0-3 16,0 0-2-16,0 0-5 0,0 0-4 0,0 0-7 16,0 0 3-16,0 0-2 0,0 0-1 0,0 0-3 15,0 0 2-15,0 0-7 0,0 0-10 0,0 0-2 0,0 0-6 0,0 0-1 16,0 0-4-16,0 0-5 0,0 0-10 0,0 0-7 15,0 0-9-15,0 0-64 0,0 0-168 0,0 0 74 16</inkml:trace>
  <inkml:trace contextRef="#ctx0" brushRef="#br0" timeOffset="32889.71">13854 6625 1 0,'0'0'82'0,"0"0"-10"15,0 0 2-15,0 0-8 0,0 0 2 0,0 0-10 16,0 0-10-16,0 0 6 0,0 0-10 0,0 0-3 16,0 0-3-16,0 0-3 0,0 0-4 0,0 0 0 15,0 0 4-15,0 0 3 0,0 0 1 0,0 0-10 16,0 0-7-16,0 0 9 0,0 0-9 0,0 0 4 15,0 0 6-15,0 0-3 0,-8-19-9 0,8 19 3 16,0 0 4-16,0 0-3 0,0 0 3 0,-2-9-11 0,2 9 6 0,0 0 0 16,0 0-2-16,0 0-1 0,-4-10-4 15,4 10 10-15,0 0-8 0,0 0-2 0,0 0 2 16,0 0 3-16,0 0 1 0,0-10 1 0,0 10 2 16,0 0 3-16,0 0-2 0,0-7-4 0,0 7 3 0,0 0-6 15,0 0 5-15,0 0-9 0,0-10-2 0,0 10 3 16,0 0-4-1,0 0-4-15,4-8 1 0,-4 8 3 0,0 0-4 16,0 0 0-16,0 0-1 0,2-6-3 0,-2 6 1 16,0 0 1-16,0 0-5 0,0 0 2 0,4-4 0 15,-4 4 1-15,0 0-2 0,0 0-1 0,9-4-4 16,-9 4 2-16,12-3-1 0,-6 0 2 0,-6 3 4 16,9-1 0-16,-9 1-5 0,10-2 3 0,-10 2-3 15,10 0 3-15,-10 0-1 0,0 0 3 0,11 0-4 0,-11 0 2 0,0 0-4 16,9 3 3-16,-9-3 1 0,6 2-3 0,-6-2 0 15,8 2 0-15,-8-2-2 0,0 0 13 0,7 4-15 16,-7-4 9-16,0 0-4 0,0 0-3 0,4 3 4 16,-4-3-2-16,0 0-2 0,0 0 4 0,0 0-3 15,0 0 1-15,4 7 4 0,-4-7-4 0,0 0 1 16,0 0 2-16,-2 10-2 0,2-10 3 0,0 0-2 0,-2 10 0 0,2-10-1 16,0 9-2-16,0-9 2 0,0 0-1 0,-2 10 6 15,2-10-1-15,0 8-2 0,0-8-3 0,-2 8-1 16,2-8 4-16,0 0 0 0,-3 8 1 0,3-8-4 15,-2 10 12-15,2-10-12 0,-5 5 6 0,5-5 3 16,-7 8 3-16,7-8-11 0,-7 6-1 0,1-2 1 16,2-1-2-16,4-3-4 15,-7 7 7-15,2-3-1 0,5-4 4 0,-7 5-7 16,1 0 6-16,1-1-4 0,-1 0 3 0,1 0-1 16,-4-1-2-16,4 1-2 0,-3 0 2 0,3 0-3 15,-2-1 4-15,0-1-5 0,7-2 4 16,-10 4-11-16,10-4-10 0,-7 5-8 0,7-5-8 15,-7 3-13-15,7-3-13 0,0 0-16 0,0 0-12 16,-9 2-26-16,9-2-73 0,0 0-207 0,0 0 92 0</inkml:trace>
  <inkml:trace contextRef="#ctx0" brushRef="#br0" timeOffset="33391.21">14025 6722 11 0,'0'0'135'0,"0"0"-16"0,0 0-1 15,0 0-12-15,0 0-10 0,0 0-8 16,0 0-16-16,0 0-9 0,0 0-4 0,0 0-9 16,0 0 0-16,-20 13-12 0,17-9 1 0,-1 2-6 15,4-6 12-15,-7 12-6 0,3-6-4 0,1-1-4 16,3-5 0-16,-4 10-8 16,4-10-2-16,-2 13-1 0,2-13 0 0,-3 11 4 15,3-11 0-15,0 0-6 0,0 0-4 0,3 13 9 16,-3-13-2-16,0 0-1 0,8 8 5 0,-8-8-7 15,9 2 6-15,-3-2 2 0,-6 0 3 0,17-3 2 16,-8 0-4-16,2-1 14 0,-2 3-6 0,0-4-1 16,0 0-3-16,-2-3-4 0,0 3 0 0,-1-3 2 15,2-1-5-15,-6 5 0 0,2-3 1 0,-1 0-4 0,0 1 0 16,-2-2-1-16,-1-2 4 0,0 10-4 0,-1-12 0 16,-2 5-4-16,0 0-3 0,3 7-4 0,-6-10 0 0,0 5 0 15,6 5-6-15,-8-5-4 0,8 5-12 0,-11-1-7 16,11 1-18-16,-18 4-8 0,7 2-23 0,-3-1-24 15,2 5-26-15,1-1-19 0,-2-1-131 0,4-2-291 16,3 3 129-16</inkml:trace>
  <inkml:trace contextRef="#ctx0" brushRef="#br0" timeOffset="34073.48">13823 6479 38 0,'0'0'56'0,"0"0"-1"16,-5-6-4-16,5 6 0 0,0 0-2 0,0 0-7 15,-7-6-2-15,7 6 5 0,0 0 3 0,0 0-5 16,-4-7 1-16,4 7 8 0,0 0 1 0,0 0-4 15,0 0 3-15,0 0-4 0,0 0 3 0,0 0-8 16,0 0-1-16,-3-4-1 0,3 4-1 0,0 0-8 16,0 0-1-16,0 0-4 0,0 0 1 0,0 0-8 15,0 0-6-15,0 0-2 0,0 0 1 0,0 0-7 16,0 0 0-16,0 0-5 0,0 0 7 0,0 0-5 16,0 0 3-16,-2 18-2 0,2-11-2 0,0-7-1 15,0 12 3-15,0-3 1 0,0-9 0 0,2 15-8 16,-4-5 12-16,2 1-5 0,0-3 0 0,0 1-4 15,0 1 6-15,0-1-5 0,0 1 9 0,0-2-7 0,0 2 0 16,0-1 1-16,0 2 1 0,0-1 1 16,0-1-8-16,0 0-17 0,0 1-22 0,0 0-3 15,0-1-30-15,0 1-20 0,0 0-80 0,0-10-187 16,-4 16 83-16</inkml:trace>
  <inkml:trace contextRef="#ctx0" brushRef="#br0" timeOffset="183901.73">16787 10862 45 0,'0'0'76'16,"-2"-9"-6"-16,2 9 2 0,-3-6 0 0,3 6 2 15,0 0 1-15,-4-7-12 0,4 7 5 0,0 0-5 16,0 0-7-16,0 0-5 0,-5-5 1 0,5 5-6 16,0 0 2-16,0 0-13 0,0 0 1 0,0 0-12 15,0 0 1-15,-10-2 6 0,10 2-7 0,0 0-9 16,0 0 7-16,0 0-6 0,-9-3-1 0,9 3 1 0,0 0-6 0,0 0 10 15,-9 0-10-15,9 0 0 0,0 0-2 0,-9-4-3 16,9 4 0-16,-5-3 1 0,5 3-1 0,0 0 3 16,-7-5-4-16,7 5 10 0,-5-4-19 15,5 4 7-15,-5-4-4 0,5 4 11 0,-6-7-1 0,6 7-5 0,-8-7 0 0,4 3 2 16,4 4-6-16,-5-9 0 0,5 9 5 16,-6-5-1-16,6 5-5 0,-4-5-1 0,4 5 4 15,0 0-6-15,0 0 5 0,-9-5-2 0,9 5 5 0,0 0-7 16,0 0-1-16,0 0 2 0,-14 7 6 0,14-7-7 15,-6 6-6-15,6-6 5 0,-8 7 1 0,8-7 7 16,-4 8-3-16,4-8-5 16,-1 4-1-16,1-4 3 0,0 0 0 0,0 0-2 15,0 11 9-15,0-11-8 0,0 0 4 0,0 0-6 16,0 0 7-16,0 0 12 0,10 3-13 0,-10-3 4 16,0 0 12-16,0 0-5 0,12-10-2 0,-12 10 4 15,5-10-6-15,-3 4-13 0,1-4 11 0,-2 4 2 16,0-3-8-16,-1 9 8 0,0-17 6 0,-2 8-10 15,1 1-5-15,1 8 1 0,-3-9 7 0,0 3-1 0,3 6 1 16,-5-7 8-16,5 7-15 0,-7-6 4 0,7 6-10 16,-9-2 7-16,2 0 3 0,7 2 4 0,0 0-10 15,-16 4 3-15,9-1-6 0,2 1 11 0,0 1-6 0,1 0 4 16,4-5 3-16,-5 8-11 0,5-8-3 0,0 9 0 16,0-9 2-16,4 7 1 0,-4-7 0 0,8 5 3 15,-1-3 2-15,2-1 4 16,-1-1 1-16,3 1-12 0,2-3 5 0,-1-3-3 15,0 0 0-15,1 2-8 0,-2-4 6 16,-1 3-2-16,-1-2 4 0,0-2-4 0,-2 1 4 16,1-1 3-16,-3 1-6 0,0-1 10 0,-2 0-11 0,-1 2 18 15,-2 6-3-15,3-14-5 0,-4 7 0 0,1 7 8 16,0 0-9-16,-3-14-1 0,0 9-1 16,3 5 8-16,-5-7-4 0,5 7-4 0,-10-2-3 0,10 2 8 0,-14 6 4 15,6-1-5-15,-1 3-1 0,-2 1 5 0,2 4-7 16,-1 1 5-16,0 2-3 0,2-2-8 0,4-2 11 15,1 0 3-15,2 0-5 0,1-4 5 0,3 3 1 16,1-4-7-16,2 3 6 0,0-5-3 0,6-2-2 0,-2 1-2 16,4-3-2-16,-1-2 1 0,9-1-3 15,-4-3-4-15,2 0 13 0,7-7-5 0,-3 2-12 0,-2-4 13 0,-3 3-5 16,-5 2-15-16,1-2 21 0,-7 2-2 0,2-5 4 16,-3 4-9-16,-2 2 4 0,-1-1 17 0,-3-3-22 15,0 5 4-15,-1 7-18 0,-1-13 25 0,-3 7 1 16,-1 0-4-16,5 6 4 0,-13-4-1 0,3 4-4 15,-2 0 4-15,-5 7-1 0,0 2 8 0,0 0-5 0,1 2-4 16,0 1-3 0,1-2 6-16,1 1-5 0,2 2 2 0,4-4 5 15,2 1-3-15,1-2 1 0,1-1-5 0,3 3-17 16,1-1 19-16,0-9-3 0,1 11 7 0,3-5-3 0,-1 0 0 16,-3-6-5-16,10 5 11 0,-2-1-10 15,-1-4 7-15,4 0-14 0,1-2 14 0,-1-1-7 16,-2-1 6-16,3-2-9 0,0 0 4 0,-2 0 5 15,0 0-3-15,-2-1-12 0,-3 0 13 0,0 2-3 0,0-3-7 0,0-1 7 16,-3 0 0-16,-5-1-16 0,3 10 16 0,-5-14-6 16,3 4 1-16,-4 5 3 0,3 0 2 0,-3 0-4 15,6 5-3-15,-6-7 5 0,6 7 1 0,-9-4-1 16,9 4-3-16,0 0-1 0,-14 7 5 0,10-4-7 16,-1 2 0-16,0 1 6 0,3 2-2 0,-1-1-1 15,2 3 16-15,1-1-15 16,0 0-3-16,2-1 2 0,3-1 3 0,0-2 1 15,3 0 0-15,4 2-6 0,0-3 1 0,0-3-1 16,1 1 9-16,1-2 8 0,5-3-11 0,-8 3-2 16,2-4-9-16,2-1 14 0,-2 1-6 0,0-1 6 15,0 1-4-15,-3-3-3 0,1 2 0 0,-3 1 1 16,1-3-1-16,-4 2 11 0,2 1-1 0,-2 0-4 16,-5 4-1-16,4-10-5 0,-4 10 7 0,1-6-3 0,-1 6 0 0,0 0 0 15,0 0 0-15,-8-9-1 0,8 9 2 0,0 0 0 16,-19 11-7-16,11-3 8 0,-1 1-6 0,-1 1 1 15,0 1-1-15,2 1 2 0,1-4-4 0,2 2 2 16,-1-3 2-16,4 1 3 0,1 1-4 0,1-3 2 16,0-6 1-16,1 12-14 0,-1-12 21 0,8 9 0 15,-3-3-1-15,2-4-14 0,2 1 6 0,-1-1 6 0,3-1-4 0,0-1 0 16,-1 0-2-16,3-3 3 0,-4 3-1 0,1-3-9 16,-3 1 0-16,-7 2 9 0,12-5 2 0,-8 3-4 15,-4 2 5-15,6-7-8 0,-2 4 6 0,-4 3 9 16,3-12-17-16,-3 12 8 0,-3-9 4 0,3 9-11 15,-4-8-1-15,4 8 13 0,0 0-8 0,0 0 8 32,-7-4 3-32,7 4-6 0,0 0-15 0,-17 4 11 0,11 0 8 0,0 1-6 15,0 1 2-15,1-3-3 0,1 5-1 0,0-2 2 16,0 1-2-16,3 0 0 0,1-7 17 0,1 13-13 16,2-8-19-16,2 2 19 0,1-1 0 0,-2-3-9 15,3-1 7-15,-1 0-7 0,3 1 8 0,-1-1 0 16,-1-2-5-16,-7 0 16 0,17-2-11 0,-7-1-1 15,-2 2-3-15,-3-2 3 0,-5 3 3 0,13-5-6 0,-11 1 6 0,-2 4-7 16,7-8 5-16,-6 3-2 0,-1 5-3 0,0 0 1 16,-1-12 3-16,1 12-4 0,-5-7 1 0,5 7-1 15,-7-7-4-15,7 7-5 0,-11-3 7 0,4 3-13 16,7 0 16-16,-14 0-17 0,5 3 19 16,-1 1 4-16,0 2-4 0,0 0 2 0,-1 0 5 0,2 1-9 15,-1 0 7-15,4-3-3 16,-1 4 1-16,2-2-4 0,0-2 4 15,3 1 5-15,2-5-6 0,-3 6-5 0,3-6 5 16,0 0 1-16,0 0-1 0,0 0-2 0,0 0 4 0,0 0-6 16,10 6 5-16,-10-6-6 0,0 0 6 0,13-11-17 15,-9 5 17-15,-4 6-3 0,6-10 1 0,-3 3-2 16,-2 2 7-16,0-2 5 0,-1 7-14 16,-5-13 10-16,4 5-3 0,-5 0 6 0,1 5-7 15,-1-3-1-15,6 6 4 0,-11-7-13 0,3 4 10 16,-2 2-6-16,1 1-1 0,9 0 0 0,-18 5-7 15,11-4-13-15,-1 4-16 0,-2 1-17 0,3-1-17 16,1 2-18-16,1 0-76 0,1-1-182 0,-1 1 80 0</inkml:trace>
  <inkml:trace contextRef="#ctx0" brushRef="#br0" timeOffset="185642.36">16547 10473 43 0,'-9'2'46'16,"9"-2"-9"-16,0 0 0 0,-9 2-3 0,9-2-6 15,0 0-5-15,0 0-1 0,0 0-2 0,0 0-6 16,-9 0 2-16,9 0 2 0,0 0-7 0,0 0-3 16,0 0 4-16,0 0-2 0,0 0-1 0,0 0 2 15,0 0 0-15,0 0-1 0,-6 3 0 0,6-3 2 16,0 0-1-16,0 0-3 0,0 0 7 0,0 0-8 0,0 0-2 15,0 0-1-15,0 0 5 0,0 0 4 16,0 0-7-16,0 0-3 0,14 14 0 0,-9-12 8 16,0 1-4-16,4-1 4 0,2 2-10 0,1 0 0 15,1 1 5-15,-1-2-4 0,1 1 4 0,6-1 0 16,-1 2-2-16,1-1 3 0,2 2-1 0,-1-3 2 16,2 1-4-16,6 0-2 0,0 3 7 0,0-4 1 15,2 2-3-15,-1 1 4 0,2-2-1 0,-2 0-2 16,-1 2 0-16,0-1-2 0,-1 0 1 0,0 1 1 15,0-2 1-15,-7 1-7 0,3-3 4 0,-3 1 4 0,0 0-6 0,0 1 2 0,0 0-3 16,0-1-3-16,-3-1 4 0,1-1-1 0,-6 2 4 16,2-1-6-16,-2 0-2 0,1-2 3 0,-2 2-1 15,0 0-3 1,0 0 9-16,-5-1-6 0,2-1-1 0,-8 0 5 0,13 2-2 16,-8-1 4-16,-5-1-5 0,9 2-4 15,-9-2 3-15,8 3 5 0,-8-3-10 0,5 2 5 16,-5-2-1-16,0 0 0 0,0 0 5 0,8 3-3 15,-8-3-6-15,0 0-4 0,0 0 8 0,0 0 3 0,0 0-1 16,0 0 2-16,0 0 0 0,6 3-4 0,-6-3 1 16,0 0-6-16,0 0 8 0,0 0 0 0,0 0-8 0,0 0 15 15,0 0-11-15,0 0 3 0,0 0 0 0,0 0-6 16,0 0 6-16,0 0-4 0,0 0 5 0,-6 15 5 0,6-15-15 16,-5 5 9-16,5-5 4 0,-6 9 1 0,4-4-4 15,2-5 3-15,-6 8-8 0,4-3 3 0,2-5-8 16,-5 11-8-16,3-5-12 0,0-2-16 15,-1 5-13-15,-3-2-56 0,1 1-120 0,1-3 53 0</inkml:trace>
  <inkml:trace contextRef="#ctx0" brushRef="#br0" timeOffset="185853.11">17401 10612 76 0,'-7'-8'137'0,"-1"-1"-10"0,0 2-11 16,-3-2-9-16,2 2 1 0,-2-1-6 0,2 1-5 16,0 1-10-16,0 1-8 0,0 0-11 0,3 1-5 15,0 0-5-15,6 4-4 0,-10-5-9 0,10 5-12 16,-7-5-21-16,7 5-13 0,-5-2-13 16,5 2-8-16,0 0-21 0,0 0-15 0,0 0-23 15,0 0-16-15,0 0-79 0,0 0-190 0,0 0 84 16</inkml:trace>
  <inkml:trace contextRef="#ctx0" brushRef="#br0" timeOffset="186460.77">17587 10565 106 0,'0'0'130'0,"0"0"2"0,-4-10-16 0,4 10-5 16,0 0-3-16,-2-6-5 0,2 6-8 0,0 0-11 15,0 0-14-15,-3-7-5 0,3 7-6 0,0 0-7 16,0 0-3-16,0 0-9 0,0 0-2 0,0 0-7 16,0 0-3-16,0 0 5 0,0 0-8 0,0 0-7 15,5 27-2-15,-3-18 3 0,-1 3 1 0,0 5-3 16,0-1 0-16,2 0 0 0,-4-1-5 0,1 4 7 16,1 2-6-16,0-4-1 0,-1 1 1 0,2 0-3 15,-2 3 5-15,1-2 1 0,1-2-8 0,1 0-2 16,1-1 5-16,-3-2-4 0,0-3 0 0,0 1 0 15,1 0 0-15,0-4-3 0,0 3 0 0,0-3 2 16,0-1-3-16,-2-7 3 0,0 12-4 0,2-5 8 0,-2-7-6 16,0 10-2-16,0-10-5 0,1 7-4 0,-1-7-12 15,0 0-9-15,2 9-13 0,-2-9-16 16,2 6-3-16,-2-6-16 0,0 0-6 0,0 0-13 16,0 0-7-16,0 0-104 0,0 0-223 0,0 0 99 0</inkml:trace>
  <inkml:trace contextRef="#ctx0" brushRef="#br0" timeOffset="186806.94">17541 10542 81 0,'-4'-7'125'0,"1"1"-10"0,3 6-2 0,-3-12-1 16,2 5-19-16,1 7-26 0,4-13 11 0,-2 7-7 16,6-2-1-16,1 2-5 0,2 0-4 0,6-2 1 15,-1 0-8-15,5 3-16 0,-2 0 5 0,0 2 1 16,2 3-10-16,-2 0 8 0,-1 3-8 0,-4-1-8 16,-4 2-6-16,0 3 4 0,0-2-7 0,-6 1 0 15,1 3 0-15,-1-1-5 0,-3 3 8 0,-3-1 7 16,-3 1-13-16,-2 3-5 0,-5-3 7 0,0 3-13 15,-2-2 4-15,0 1 0 0,-1-1-1 0,-2-1 4 16,0-2-3-16,1 3-3 0,-1-3 3 0,2-1-5 16,0 2-7-16,2-7-9 0,4 3-11 0,-1-1-22 15,3-1-17-15,3-2-22 0,4-2-28 0,-7 8-11 16,4-4-74-16,3-4-217 0,0 0 96 0</inkml:trace>
  <inkml:trace contextRef="#ctx0" brushRef="#br0" timeOffset="189780.1">17675 10914 74 0,'0'0'77'0,"0"0"-8"0,2-7-2 0,-2 7 2 16,0 0-12-16,0 0-3 0,0 0-1 0,0 0 1 16,1-8-14-16,-1 8 6 0,0 0-8 0,0 0-7 15,0 0-11-15,0 0 2 0,0 0 1 0,0 0 0 16,1-8-4-16,-1 8-7 0,0 0-7 0,0 0-12 0,0 0-13 15,0 0-5-15,0 0-17 0,0 0 1 0,0 0-2 16,0 0-13-16,0 0-48 0,0 0-112 0,0 0 50 0</inkml:trace>
  <inkml:trace contextRef="#ctx0" brushRef="#br0" timeOffset="190289.06">17718 10868 25 0,'0'0'73'0,"0"0"-3"16,0 0-5-16,0 0-10 0,0 0-2 0,0 0-3 16,0 0-2-16,0 0-3 0,0 0 1 0,0 0-8 15,0 0 8-15,0 0-5 0,0 0-6 0,8 22-3 16,-8-15 8-16,0-7-11 0,2 13 2 0,-2-6 2 15,2 0-7-15,-1 0-6 0,1-1 0 0,0 2-1 16,-2-8-12-16,0 11 5 0,0-11 8 0,0 9-8 16,0-9-1-16,0 7 9 0,0-7-4 0,0 0 7 15,0 0 2-15,-1 11 10 0,1-11 11 0,0 0 3 16,0 0-1-16,0 0 8 0,0 0-2 0,0 0 0 16,0 0-6-16,0 0-5 0,0 0-2 0,0 0-9 15,0 0-3-15,0 0 7 0,0 0-8 0,-8-21-4 16,8 12 1-16,0 9-5 0,5-18-1 0,-2 7-6 15,0 0-7-15,0-1 4 0,4 1-12 0,-1-3 0 16,3-2-1-16,-1 2-5 0,0 1 2 0,-2 2-1 0,3 3 1 16,0-2 0-16,-4 3 0 0,1 0 1 15,-1 2-14-15,0 0 10 0,-1 0 1 0,1 2-2 16,-5 3 5-16,10-3 0 0,-10 3-4 0,0 0 4 16,12 6 2-16,-8-3 1 0,-1 4 4 0,0-1-2 0,0 3-6 15,0 2-2-15,-1 0 2 0,-2 2 0 0,3 1 6 16,-2-3-2-16,3 1 1 0,-3 1-3 15,-1-3 0-15,0 2-2 0,1-1-18 0,-1 0-23 16,2-3-12-16,-2 0-30 0,2-2-12 0,1 1-25 0,-3-7-73 16,2 9-214-16,-2-9 95 0</inkml:trace>
  <inkml:trace contextRef="#ctx0" brushRef="#br0" timeOffset="190573.21">17967 10632 70 0,'0'0'98'0,"0"0"-9"16,0 0-10-16,-12 17 10 0,10-10-7 0,-1 4-11 15,-1 4 2-15,2-3-2 0,0 3-14 0,0 2 11 16,-1-1-3-16,1 0-8 0,2-3-3 0,0-1-10 15,0 1-4-15,1-2-4 0,-1-1-8 0,1-1 6 16,2 2-5-16,-2-1 4 0,2-2-5 16,-1-1-6-16,1 0-5 0,1-2-22 0,1-1-18 0,-1 1-14 15,1-1-5-15,1-1-26 0,-1 1-15 0,-5-4-22 16,13 2-58-16,-8-1-174 0,-5-1 77 0</inkml:trace>
  <inkml:trace contextRef="#ctx0" brushRef="#br0" timeOffset="190871.5">18075 10765 1 0,'0'0'103'0,"0"0"1"0,0 0-13 0,2 31-6 0,-1-27-2 16,3 3-2-16,-2-1-5 0,3-3-13 0,3 2 4 15,-2-2-7-15,2-1 7 0,2 0-3 0,2-1-8 16,-2-2 6-16,3-3-4 0,-2 1-7 0,1-2 0 15,-1 0-8-15,1-2 3 0,-3-1-3 0,1-2 2 16,-4 1-3-16,-1-1 4 0,-1 1-6 0,-1 0 3 16,0-3-8-16,-5 1 0 0,1 2-1 0,-3 0-1 15,1 2-5-15,-4-2-3 0,0 1-2 0,-1-1-5 0,-1 3-4 16,0 2 0-16,-3 1-6 0,4 0 4 0,-2 3 3 16,-1 0 0-16,0 1-15 0,2 3-10 15,-2-1-8-15,2 5-7 0,0 0-28 0,1-1-26 16,0 3-19-16,2-2-29 0,1 2-118 0,-1 0-266 0,2-2 117 15</inkml:trace>
  <inkml:trace contextRef="#ctx0" brushRef="#br0" timeOffset="191121.3">18308 10537 63 0,'0'0'135'0,"15"2"-15"0,-6 0 6 0,1 4-2 0,1 1-12 16,2 4-13-16,-5 0-4 0,1 4-9 0,-1 4-7 15,1 6-6-15,-2 0-2 0,-3 0-5 0,-4 0-8 16,0 1-4-16,-2-1-11 0,-3-1 1 0,-2-5-9 16,-2 5-7-16,-1 0-30 0,-4 0-7 0,-1-3-44 15,-4 1-24-15,-3 2-18 0,0-2-118 0,-5 4-230 16,-1-7 101-16</inkml:trace>
  <inkml:trace contextRef="#ctx0" brushRef="#br0" timeOffset="196682.43">14324 8068 46 0,'0'0'67'0,"0"0"-6"0,0 0-6 15,0 0 6-15,0 0-16 0,-7-3 2 0,7 3-8 0,0 0 1 16,0 0-6-16,0 0-3 0,0 0-3 0,0 0-3 16,0 0-8-16,0 0 0 0,0 0 0 0,0 0 6 15,0 0-10-15,0 0-5 16,0 0 4-16,0 0 1 0,0 0-5 0,0 0 0 16,0 0 4-16,0 0 5 0,0 0-2 15,0 0 8-15,0 0 0 0,0 0 17 0,0 0-13 16,0 0 5-16,0 0-2 0,0 0-5 0,2-11-6 0,-2 11 7 15,0 0-2-15,4-12-7 0,-1 5-1 0,-3 7 2 16,2-10 4-16,-2 10 0 0,0-10-8 0,0 10 0 16,4-7 3-16,-4 7-9 0,0 0 2 0,0-9 7 15,0 9-4-15,0 0-4 0,-6-7-7 0,6 7 2 16,0 0 0-16,0 0-1 0,0 0-7 0,0 0 10 16,-11 22-4-16,7-14-14 0,1 2 7 0,1 0 10 15,-1 0 3-15,0-1-7 0,2 1-3 0,1 0 1 16,0-4 3-16,0-6 4 0,0 14-9 0,2-8 2 15,5 0 3-15,-2-2 3 0,4 1 3 0,-1-2 5 16,4 0-12-16,-1-2 5 0,2-1 0 0,-1-1 5 16,1-2 0-16,1 0-1 0,-4 1 7 0,-1-1-1 15,1 0 6-15,-1-1-3 0,-3-1-4 0,1 0 1 16,-2 0-6-16,0-1 3 0,-2 2-4 0,-2-2 9 16,-1 6-5-16,4-12 3 0,-4 6-1 0,0 6-1 15,-2-11 7-15,2 11-1 0,0 0-3 0,-2-12-5 16,2 12 0-16,0 0-1 0,-3-6-9 0,3 6 5 15,0 0 0-15,-6-4-7 0,6 4 9 0,0 0-8 16,0 0 0-16,0 0-1 0,-18 7 1 0,18-7-7 0,-2 7 9 16,2-7-5-16,-3 6 3 0,3-6 4 15,-2 8 1-15,2-8 1 0,0 0-7 0,0 0 0 16,5 9 11-16,-5-9-6 0,0 0-1 0,0 0 1 16,8 2 8-16,-8-2 0 0,0 0 0 0,0 0 1 0,0 0-3 15,14-11 7-15,-11 6-4 0,-2-2 6 16,2 0-3-16,-3-1 2 0,0 8-3 0,-1-18 2 15,1 7-4-15,-2 1 5 0,-2-1-9 0,-1 0-3 16,3-1 8-16,-3 3-5 0,1-1-3 0,-2 1-1 0,1 3 2 16,1 1-7-16,-3 0 1 0,7 5-5 0,-9-6 1 15,9 6 4-15,-9-3-8 0,9 3 7 0,-12 3-2 16,12-3 1-16,-9 7 3 0,1-1-5 16,-1 2 0-16,3-2-2 0,0 0 6 0,2 1-8 0,2-2 7 15,2-5-3-15,-5 12 1 0,3-8 2 0,2-4 2 16,-2 7-4-16,2-7 3 0,0 0-4 0,0 0 3 15,-2 7 3-15,2-7-4 0,0 0 9 16,0 0-1-16,0 0-2 0,0 0 3 0,0 0-4 0,0 0 1 0,0 0-2 0,0 0 8 16,0 0-3-16,0 0 3 0,0 0-1 0,0-23 2 15,0 23-7-15,-8-11 1 0,6 6-2 0,-2-1-3 16,1-1 2-16,-1 2 0 0,4 5 0 0,-6-9-2 16,6 9-2-16,-7-6 3 0,7 6-6 0,-5-3 0 15,5 3-2-15,0 0 3 0,0 0-3 0,-18 11 3 16,9-1-3-16,0 2 5 0,-2 1 1 0,2 3-4 15,-1-2 2-15,4 3-1 0,-1-6-2 0,3 1 6 16,2-2-1-16,-3 0-4 0,5 2 2 0,0-5-2 16,0 0 10-16,3-1-4 0,-1 1 0 0,-2-7-3 0,6 8 5 15,-3-4-1-15,-3-4 1 0,6 2 0 0,-6-2 1 0,9 0 0 16,-9 0 2-16,10-8 0 0,-4 4-4 0,-1-2-2 16,-1 0 3-16,2-1 0 0,-3-1-1 0,2-2-4 15,-3 1 3-15,-2-1-1 0,2 2 2 0,1-1-1 16,-3-1-6-16,-1 1 1 0,1 9-2 0,0-13 1 15,0 13-1-15,-2-10-1 0,2 10-4 0,-2-7-4 16,2 7 3-16,0 0 1 16,0 0 0-16,0 0 0 0,0 0-1 15,-2 26 5-15,0-13-2 0,2 2 5 0,0 2-1 16,0-5-3-16,2 1 5 0,2-2-4 0,0 2 5 16,-1-3-1-16,3 0 1 0,1-1 9 0,3-2-9 0,3 0 4 15,-1-2 1-15,-1-1 2 0,-3-1-3 0,6-1 4 16,-1-2-2-16,3 0 0 0,-3-3-3 0,-1-1 6 15,5-3 2-15,-5 2-5 0,0 0-2 0,-2-2 0 0,-3 0 1 16,2 0 1-16,-4 1-3 0,-1-1 2 0,0 0-2 16,-1-2 6-16,-1 3-8 0,-2-4 3 0,0 10-1 15,0-13-1-15,0 13-2 0,-2-10-2 0,2 10-4 16,0-7 6-16,0 7-2 0,0 0-4 0,0 0-1 16,-3-8 5-16,3 8-2 0,0 0-3 0,0 0 3 15,0 0 3-15,0 0-5 16,-8 22-1-16,8-22 3 0,-3 10-2 0,3-10 3 15,2 10 3-15,-2-10-2 0,5 9 4 0,-5-3 0 16,0-6 2-16,9 7-1 0,-5-4 2 0,-4-3 1 16,12 3-5-16,-3-3 3 0,2 0 2 0,0-3 0 15,0 0 0-15,-4-1-4 0,4-1 10 0,-2 1-10 16,-2-1 5-16,2-1-3 0,-4 0-3 0,-3 0 0 16,5-3-1-16,-5 2 0 0,-2 7 7 0,0-13-1 0,0 7-9 0,0 6 3 15,-2-12 0-15,2 12 2 0,-2-12 1 0,0 7-1 16,2 5-3-16,-5-7-2 0,5 7-3 0,-2-6 0 15,2 6-2-15,0 0-1 0,0 0 4 0,0 0-3 16,-16 12 3-16,11-3 1 0,-1 2 1 0,-2 2 3 16,4-1-2-16,-1-2-2 0,1 1 4 0,0 0 0 15,4 0-5-15,0-2-1 0,2-2 7 0,0-1-2 0,2 0-1 0,1 0 2 16,4-1 5-16,-4-2 1 0,8-1-2 0,-3 0-1 16,3-3 3-16,2 1-4 0,-1-1 3 0,-1-3-3 15,-1 0 1-15,-1 2 3 0,0-3 6 0,-4 1-10 16,2-2 4-16,-5 0 0 0,1 0-1 0,-1 1 3 15,-4 5-1-15,2-13 1 0,0 7-7 0,1-1 5 16,-3 7-4 0,-5-14-2-16,5 6 7 0,0 8-4 0,-4-11-3 0,2 7 0 15,2 4 2-15,-5-9-4 0,5 9-1 0,0 0-4 16,-4-5 1-16,4 5 1 0,0 0 2 0,0 0-1 16,-14 14 1-16,11-8 0 0,1 1 3 15,-2 0-2-15,2 0-4 0,2-7 5 0,-2 12 2 0,2-5-1 16,0-7 3-16,6 11-3 0,-3-7 1 0,-3-4 0 15,9 6-1-15,-3-3 3 0,-6-3 0 0,10 4 4 0,-4-4-4 16,-6 0-2-16,13 0 2 0,-13 0 2 0,12-1-1 16,-8-2-4-16,-4 3 2 0,12-3 1 0,-12 3 0 0,7-4 8 15,-7 4-7-15,3-6-1 0,-3 6-1 0,0 0 0 16,-2-11-4-16,2 11 5 0,0 0-1 0,-8-11-3 16,8 11 1-16,-7-4-4 0,7 4 5 0,-9-6-4 15,9 6 2-15,0 0-4 16,-9-1-6-16,9 1 10 0,0 0-7 15,-14 8 4-15,10-5-1 0,-1 3-6 0,-1-2 9 16,3 2 0-16,3-6-5 0,-4 10 4 0,2-4 0 16,2-6 0-16,2 10-2 0,-2-10 7 0,3 9 1 15,-3-9-2-15,6 9 0 0,-1-8-1 0,1 2-1 0,-6-3 3 16,12 1 0-16,-12-1-2 0,12-3 2 16,-12 3 3-16,10-1-6 0,-10 1 4 0,9-1-3 0,-9 1 2 0,5-8 2 15,-5 8-1-15,3-6-4 0,-3 6 2 0,0 0 1 0,0 0-1 16,-8-16-5-16,4 12 2 0,-2 0 5 15,6 4-7-15,-9-6 2 0,1 5-3 0,8 1 2 16,-14-3 1-16,8 2-2 0,6 1-1 0,-14 4-3 16,5-2 1-16,2 0 3 0,1 2-9 0,-3 1-7 15,4-1-5-15,-2 2-6 16,2-3-8-16,5-3-9 0,-5 9-9 0,2-7-9 16,3-2-9-16,-2 8 2 0,2-8-5 0,0 0 5 15,0 0 3-15,6 8 3 0,-6-8 10 0,0 0 9 16,0 0-1-16,0 0 5 0,0 0-8 0,0 0 8 15,0 0 4-15,0 0 2 0,0 0 4 0,0 0 8 16,0 0 7-16,-14-18-2 0,14 18-2 0,-8-4-2 16,8 4-8-16,-9-2-18 0,9 2-30 0,-13 1-41 0,13-1-133 0,-16 3 59 15</inkml:trace>
  <inkml:trace contextRef="#ctx0" brushRef="#br0" timeOffset="201205.81">13286 7945 8 0,'0'0'87'0,"0"0"0"15,0 0-8-15,0 0-10 0,0 0-10 0,0 0 6 16,0 0-10-16,0 0 7 0,-1-10-7 0,1 10-1 0,0 0 0 15,0 0-14-15,0 0-6 0,-6-8 3 0,6 8 4 0,0 0-1 16,0 0 1-16,-4-8 0 0,4 8 1 0,0 0-4 16,-2-10-2-16,2 10 5 0,0 0-8 0,-1-7-5 15,1 7-4-15,0 0 5 0,-6-9 2 0,6 9 3 16,0 0 1-16,-2-7-3 0,2 7-2 0,0 0-8 16,0 0 7-16,0 0-4 15,-2-7-5-15,2 7-8 0,0 0 3 0,0 0-9 16,0 0-2-16,0 0-5 0,0 0 6 0,0 0 0 15,0 0-2-15,0 0 4 0,0 0-5 16,0 0 4-16,0 0-6 0,-6 23 0 0,6-13 1 0,0-1 1 16,0 2-10-16,0 2 16 0,-2-3-2 0,0 2-6 15,2-1-3-15,-2 0 7 0,0-1-3 0,2-1 3 16,-1 1-1-16,-1-1-8 0,2 1 10 0,-2-2-9 0,2 1 3 0,0-9 1 16,-2 14 6-16,0-8-13 0,0 2 13 15,2-8-2-15,0 13-3 0,-3-7 2 0,3 3-4 16,0-9 5-16,0 9-6 0,0-9 4 0,-2 9-1 15,2-9 2-15,0 8-1 0,0-8-1 0,0 7-1 0,0-7 3 16,0 0 1-16,0 0 0 0,0 0-2 0,-4 9 5 16,4-9-5-16,0 0-3 0,0 0 1 0,0 0-8 0,0 0-14 15,0 0-27-15,0 0-18 0,0 0-24 0,0 0-35 16,0 0-91-16,0 0-233 0,-14-5 104 0</inkml:trace>
  <inkml:trace contextRef="#ctx0" brushRef="#br0" timeOffset="201525.63">13237 7932 3 0,'0'0'8'0,"0"0"-1"15,0 0 5-15,0 0-9 0,0 0 3 0,0 0 3 16,0 0-5-16,0 0-5 0,0 0 6 0,0 0-6 15,0 0 3-15,0 0-3 0,0 0 2 0,0 0-2 16,0 0-9-16,0 0-10 0,0 0 5 0</inkml:trace>
  <inkml:trace contextRef="#ctx0" brushRef="#br0" timeOffset="203134.59">13264 8020 3 0,'0'0'46'16,"-2"-9"-12"-16,2 9 1 0,0 0-2 0,0 0 1 15,0 0 6-15,0 0-9 0,0 0 3 0,2-11-6 16,-2 11 3-16,0 0-6 0,0 0-5 0,0 0 4 16,0 0-6-16,2-9-4 0,-2 9-3 0,0 0-2 15,0 0 2-15,0 0 1 0,0 0 2 0,0 0-3 0,0 0 5 16,0 0 0-16,2-7-2 0,-2 7 6 0,0 0-7 0,0 0 5 15,0 0-3-15,2-7 4 0,-2 7-4 0,0 0 7 16,0 0 1-16,0-9-3 0,0 9 0 0,0 0 6 16,0 0-2-16,0 0 4 0,0-8 0 0,0 8 3 15,0 0-6-15,0 0-10 0,0 0 0 0,2-11 12 16,-2 11-13-16,0 0 4 0,0 0 8 0,0-10-11 0,0 10 10 0,0 0-6 16,0 0 6-16,0 0-1 0,0 0-6 0,0 0 2 15,0 0-1-15,0 0-3 0,-2-10-7 16,2 10 4-16,0 0-9 0,0 0 0 0,0 0 2 15,0 0-2-15,0 0-1 0,0 0-3 0,0 0-1 0,0 0 7 16,0 0 1-16,5 29-1 0,-5-20-5 0,2 1 1 16,0 2 0-1,-2-1-1-15,2 0-9 0,0 0 15 0,-2 0 1 16,2 0 3-16,1-1-12 0,-3 1 2 0,3-2 5 16,-1 0-3-16,-2-2 5 0,2-1-2 0,-2-6-1 15,2 14-9-15,0-9 15 0,-2-5-7 0,0 10 2 16,0-10-3-16,0 10 13 0,0-10-16 0,1 8 10 15,-1-8-3-15,0 0 9 0,-3 9 5 16,3-9-4-16,0 0-3 0,0 0 9 0,0 7 3 0,0-7 4 16,0 0 1-16,0 0-6 0,0 0 15 0,0 0 0 15,0 0-10-15,0 0 7 0,0 0-11 0,0 0 1 16,0 0-4-16,0 0 1 0,0 0-4 0,0 0 2 16,0 0-6-16,0 0 0 0,-14-20-4 0,14 20-1 15,-2-6 4-15,2 6-2 0,-2-8-2 0,2 8-8 16,0-8 13-16,0 8-11 0,-4-8 5 0,4 8-6 15,0-13 0-15,4 7-4 0,-4 6 3 0,0-11 0 16,2 3 2-16,0-2 0 0,0 3-6 16,-1-2 5-16,4-1 0 0,-1 2-5 0,-2 1 0 0,3-2-3 15,-1 1 10-15,0 1-4 0,1 0-1 0,-1-2 1 16,4 0-2-16,-2 2 1 0,-2 0 1 16,1 1-7-16,1 1 3 0,0 0 4 0,-2-1-6 15,3 2 7-15,-5 0-7 0,-2 4 3 0,8-8-2 0,-3 7-1 16,-5 1-4-16,12-1 1 0,-12 1 3 0,10 2-1 15,-10-2-3-15,7 8-1 0,-2-3-1 0,-2 1 7 16,5 4-3-16,-6 2 8 0,3-2-4 0,-3 0 2 16,2 1 0-16,-2 1 2 0,-2 0-3 0,4 0 1 15,-2 0 1-15,0-1 0 0,-2 0 2 0,0-2-6 16,2-2 0-16,-2 3 1 0,0 0 3 0,2-1-9 16,0-1 8-16,-2-8 2 0,0 12 0 0,0-3 4 15,3-5-10-15,-1 4-19 0,-2-8-18 0,2 12-19 16,0-8-19-16,-2 3-16 0,0-7-19 0,5 9-19 15,-5-5-102-15,0-4-254 0,4 8 113 0</inkml:trace>
  <inkml:trace contextRef="#ctx0" brushRef="#br0" timeOffset="203695.58">13591 7986 15 0,'0'0'58'0,"0"0"-10"0,0 0 3 15,0 0 1-15,0 0-5 0,0 0-6 0,0 0-2 16,0 0 4-16,0 0-12 0,0 0-6 0,0 0-2 0,0 0 2 16,0 0-7-16,0 0-3 0,0 0 0 0,0 0 2 15,0 0-2-15,0 0-5 0,0 0-8 0,0 0 4 16,0 0 0-16,0 0-6 0,0 0-11 0,0 0-5 15,0 0-2-15,0 0-1 0,0 0 2 0,0 0-2 16,0 0-1-16,0 0-4 0,0 0 5 0,0 0-4 16,0 0-4-16,0 0 0 15,0 0 0-15,0 0-2 0,0 0 3 16,0 0-21-16,0 0-51 0,0 0 23 0</inkml:trace>
  <inkml:trace contextRef="#ctx0" brushRef="#br0" timeOffset="204891.96">13587 7980 8 0,'0'0'84'0,"0"0"9"0,0 0-19 0,-2-12 2 16,2 12-19-16,0 0-3 0,0 0-2 0,0-8 7 15,0 8-6-15,0 0 1 0,-1-10 0 0,1 10-8 16,0 0 3-16,-2-9 1 0,2 9-1 0,0 0-4 0,0-10 8 0,0 10 3 16,-6-6-5-16,6 6-8 0,-2-7 1 0,2 7 3 15,0 0-9-15,-2-12-11 0,2 12 5 0,-3-6 1 31,3 6 3-31,0 0 2 0,-2-7-2 0,2 7-1 0,0 0 1 16,0 0-7-16,0 0-3 0,0 0 0 0,0 0 1 16,0 0-14-16,-3-7 5 0,3 7-8 15,0 0-1-15,0 0-1 0,0 0-3 0,0 0 0 0,0 0 1 16,0 0-1-16,5 33 2 0,-5-16-11 0,3 1 10 0,-3 1-3 16,2 4-3-16,-2 3 5 0,2-1-2 15,0-1 4-15,-2 1-1 0,0-4 3 0,0-2-1 16,-2 0-8-16,2 0 3 0,2-2-5 0,-2 2 7 15,-2-4 5-15,2 2-7 0,2-5 3 0,-2 1-6 0,2-2 3 16,0 1 1-16,-2-2-5 0,2-1 1 0,-2 1 2 0,1-2 5 16,1-2-2-16,0-1 1 0,-2-5-2 0,0 11 0 15,0-11 0 1,0 0 3-16,2 10-4 0,-2-10 0 0,0 0 0 16,0 0-5-16,0 8-1 0,0-8-3 0,0 0-11 15,0 0-21-15,0 0-7 0,0 0-6 0,0 0-18 16,0 0-13-16,0 0-11 0,0 0-26 0,0 0 12 15,-9-21-12-15,9 21-70 0,-2-11-203 0,0 4 91 16</inkml:trace>
  <inkml:trace contextRef="#ctx0" brushRef="#br0" timeOffset="205482.37">13582 8105 2 0,'0'0'62'0,"-8"-5"0"0,8 5-8 0,0 0 0 16,0 0 1-16,0 0-16 0,0 0 10 0,-2-7-7 15,2 7 2-15,0 0-3 0,0 0 4 0,-5-6 0 0,5 6 4 16,0 0 6-16,0 0-20 0,0 0-1 16,0 0 6-16,-7-4-5 0,7 4-5 0,0 0-7 15,0 0-1-15,0 0 6 0,-5-4-7 0,5 4-3 16,0 0 1-16,0 0 0 0,0 0-2 0,0 0-1 0,0 0 2 16,0 0-4-16,0 0 2 0,-4-6 4 0,4 6 8 15,0 0-10-15,0 0 4 0,0 0-6 16,0 0 5-16,0-9 6 0,0 9-19 0,0 0 11 15,0 0-3-15,0 0-1 0,0-10 5 0,0 10-5 0,0 0 2 16,0 0-4-16,0-10-3 0,0 10 2 16,0 0-1-16,0 0 0 0,2-9-4 0,-2 9 2 15,0 0-3-15,2-7-2 0,-2 7 0 0,5-5 5 0,-5 5-9 16,4-4 6-16,-4 4-4 0,8-4 2 0,-8 4-2 16,6-2-3-16,-6 2-1 0,9-3-1 0,-9 3 5 15,8 0-4-15,-8 0 0 0,12 3 2 0,-12-3 1 16,11 2-6-16,-5 2 7 0,0-1 1 0,-2 0-2 15,3 1-2-15,-3 2 0 0,1 0 3 0,-1-2-2 16,-2 1 3-16,3 1-8 0,-5-6 6 0,3 9 1 16,-1-4-5-16,-2-5 5 0,-2 12 1 0,-1-7 2 15,-4 3 3-15,3-4-11 0,-5 2 6 0,2 2-10 16,-3-3 4-16,0 0 3 0,1 1-8 0,-3 0-12 16,3-3-2-16,-1 1-6 0,3 0-18 0,0-1-8 15,0 0-19-15,1-1-22 0,6-2-94 0,-11 7-203 0,5-7 90 0</inkml:trace>
  <inkml:trace contextRef="#ctx0" brushRef="#br0" timeOffset="208328.61">13919 7890 44 0,'0'0'87'0,"2"-8"-3"0,-2 8-4 0,0 0-12 0,0 0-4 16,0 0 4 0,0 0 1-16,0 0-23 0,0 0 6 0,0 0-4 15,2-8-1-15,-2 8-12 0,0 0 6 0,0 0-3 16,0 0-4-16,0 0-6 0,0 0 2 16,0 0-1-16,0 0-6 0,0 0-3 0,0 0 0 15,0 0-3-15,0 0 3 0,0 0-6 0,0 0-7 16,0 0 10-16,0 0-16 0,0 0 12 0,0 0-5 15,0 0-7-15,0 0 6 0,0 0 4 0,0 0 0 0,0 0-5 16,0 0 5-16,0 0 0 0,0 0-5 16,0 0 0-16,0 0-6 0,0 0-2 0,0 0 6 15,0 0-2-15,0 0 0 0,0 0 6 0,0 0 0 16,0 0-5-16,0 0 0 0,0 0-4 0,0 0 9 16,0 0-15-16,0 0 11 0,0 0 9 0,0 0-14 0,0 0 6 15,0 0-5-15,0 0 5 0,0 0-5 0,0 0 5 16,0 0 2-16,0 0-3 0,0 0 2 15,0 0 2-15,0 0 10 0,0 0-7 0,0 0 1 16,0 0-8-16,0 0 1 0,0 0-2 0,0 0 8 16,0 0 0-16,0 0-10 0,0 0 2 0,0 0 0 0,0 0 8 15,0 0-4-15,0 0-2 0,0 0-1 16,0 0 0-16,0 0-4 0,-14-1 2 0,14 1-2 16,0 0 5-16,0 0-8 0,0 0 2 0,0 0 2 0,0 0 4 15,0 0-1-15,0 0-4 0,0 0-2 0,-14 5-1 16,14-5 1-16,-7 6 4 0,3 0-5 0,1-1 5 15,-1 0-4-15,-2 3 2 0,-2 1 0 0,4 1 1 16,-3 0 6-16,3 4-3 0,-4-4-4 0,4 2-12 16,-1 2 14-16,-1 1 10 0,2-3-6 0,1 5 3 15,-1-6-3-15,-1 1-1 0,3 1-1 0,1 0 5 16,-3-2-5-16,4 2 5 0,-2-1-4 0,2-3-2 16,-2 1-2-16,4 0 7 0,0 0-4 15,-2-2 1-15,4 3 6 0,-3-4-4 0,6 0 4 0,-5-2-1 16,3 3 3-16,-3-2-2 0,2-1-7 0,1 1 3 15,-1-2 0-15,0 2 0 0,1-2 0 0,-5-4 4 16,9 7-19-16,-4-4 15 0,-1 1-1 0,0-1-4 16,-4-3-9-16,10 6-11 0,-10-6-15 0,4 4-18 15,-4-4-26-15,7 4 15 0,-7-4 5 0,6 2-23 16,-6-2-4-16,0 0-4 0,7 2-10 0,-7-2-65 16,0 0-176-16,0 0 79 0</inkml:trace>
  <inkml:trace contextRef="#ctx0" brushRef="#br0" timeOffset="208703.56">13986 8057 56 0,'0'0'80'0,"0"0"0"16,0 0 5-16,0 0 2 0,-13 11-12 0,13-11-5 15,-2 9-9-15,2-9-5 0,0 10 2 0,0-10-6 16,2 10-4-16,-2-10 19 0,3 12-27 0,-1-8-4 16,-2-4-2-16,4 7 2 0,0-3 10 0,-4-4-2 15,5 7-1-15,-5-7-1 0,9 4 3 0,-9-4 2 16,5 1 2-16,-5-1-5 0,0 0-3 0,13 0-1 16,-13 0 1-16,0 0 1 0,9-5-8 0,-4-1-1 15,-5 6-5-15,6-9 7 0,-5 4-7 0,-1 5 0 16,2-10-2-16,0 4-3 0,-2 6 0 0,0-12 0 15,0 12-8-15,-5-12 1 0,1 5-4 0,2 3 0 0,2 4 1 16,-10-12-4-16,8 6-6 0,-4 3-7 16,6 3 2-16,-9-7-10 0,5 6-8 0,4 1-16 15,-13 0-9-15,13 0-8 0,-13 4-16 0,7 0-16 16,-3 1-11-16,2 2-14 0,0-1-119 0,-1 0-249 16,2-2 110-16</inkml:trace>
  <inkml:trace contextRef="#ctx0" brushRef="#br0" timeOffset="208951.87">14083 7947 3 0,'0'0'146'0,"14"-4"-16"0,-8 4-1 0,-6 0-14 16,16 4 1-16,-5 1-7 0,-2 3-3 0,0 2-13 15,1-1-4-15,-1 4-8 0,-1 3-3 0,1-1-14 0,-4 3-3 0,-3-1-8 16,-2 1 3-16,-2 1-8 0,0 0-8 0,-8 3 0 16,3-3-7-16,-5 4-1 0,0 0-12 0,-4-2-24 15,0-2-27-15,-5-1-26 0,2 1-32 0,-1-1-40 16,-4 1-93-16,1-5-241 0,-4-1 106 0</inkml:trace>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54:36.403"/>
    </inkml:context>
    <inkml:brush xml:id="br0">
      <inkml:brushProperty name="width" value="0.05292" units="cm"/>
      <inkml:brushProperty name="height" value="0.05292" units="cm"/>
      <inkml:brushProperty name="color" value="#FF0000"/>
    </inkml:brush>
  </inkml:definitions>
  <inkml:trace contextRef="#ctx0" brushRef="#br0">13823 8241 8 0,'0'0'-2'0,"0"0"-1"16</inkml:trace>
  <inkml:trace contextRef="#ctx0" brushRef="#br0" timeOffset="205.14">14054 8248 19 0,'0'0'46'0,"0"0"-7"0,0 0-11 0,0 0-12 15,0 0-12-15,0 0-30 0,-27 3-27 0,27-3 12 16</inkml:trace>
  <inkml:trace contextRef="#ctx0" brushRef="#br0" timeOffset="4658.35">13919 8253 42 0,'0'0'62'0,"0"0"-3"0,0 0-6 0,0 0-2 15,0 0 1-15,0 0-8 0,0 0 0 0,0 0-15 16,0 0 7-16,0 0-2 0,0 0-6 0,0 0-5 15,0 0 2-15,0 0-5 0,0 0-11 0,0 0 5 16,0 0 4-16,0 0-8 0,0 0 3 0,0 0 2 16,0 0-1-16,0 0 2 0,0 0 0 0,0 0 0 15,0 0 2-15,0 0-7 0,0 0 11 0,0 0-12 16,0 0 8-16,0 0-1 0,0 0 2 0,0 0 8 16,0 0-9-16,0 0 1 0,0 0 2 0,0 0 4 15,0 0 0-15,0 0-1 0,0 0-17 0,0 0 21 16,0 0-11-16,0 0 7 0,0 0 5 0,0 0-8 15,0 0-4-15,0 0 0 0,0 0 8 0,0 0-7 16,0 0-11-16,0 0 8 0,0 0-6 0,0 0 2 16,0 0-3-16,0 0-3 0,0 0 10 0,0 0-3 0,0 0-5 15,0 0 5-15,0 0 5 0,0 0-1 16,0 0-13-16,0 0 3 0,0 0 9 0,0 0-11 16,0 0 4-16,0 0 4 0,0 0-1 0,0 0-5 15,0 0-1-15,0 0 2 0,0 0 1 0,0 0-9 0,0 0 2 16,0 0 1-16,0 0-3 0,0 0 2 0,0 0 8 15,0 0-7-15,0 0 1 0,0 0 3 16,0 0-6-16,0 0-1 0,0 0 3 0,0 0 1 16,0 0-4-16,0 0 6 0,0 0-2 0,0 0 0 0,0 0-8 15,0 0 4-15,0 0-3 0,0 0 10 0,0 0-8 16,0 0-1-16,0 0 7 0,0 0-10 16,0 0 11-16,0 0-8 0,0 0 5 0,0 0-1 15,0 0-3-15,0 0 4 0,0 0 0 0,0 0-6 0,0 0 5 16,0 0-1-16,0 0-4 0,0 0 4 0,0 0 3 15,0 0-7-15,0 0-7 0,0 0 0 0,0 0-5 16,0 0-2-16,0 0-1 0,0 0-8 0,0 0-11 16,0 0-4-16,0 0-9 0,0 0-8 0,0 0-26 15,0 0 1-15,0 0-83 0,0 0-182 0,0 0 81 16</inkml:trace>
  <inkml:trace contextRef="#ctx0" brushRef="#br0" timeOffset="7592.41">3041 10346 114 0,'-4'-9'116'0,"4"9"2"15,-2-8-6-15,2 8-3 0,0 0-3 0,-3-7-12 16,3 7-13-16,0 0-11 0,0 0-11 0,0 0-6 16,0 0-4-16,0 0-4 0,16 17-2 0,-10-8-2 15,7 8-2-15,-3-1-1 0,3 4-3 0,2 4 0 16,-2-2-7-16,3 3 4 0,-5-9-8 0,4 5 4 15,-6-4-2-15,0-3 3 0,-4-3 3 0,1-3-3 16,-2-2 0-16,0 0 18 0,-1-2 12 0,-3-4 17 16,2 8 16-16,-2-8-9 0,0 0-4 0,0 0-8 15,0 0-7-15,0 0-8 0,0 0-4 0,-16 0-4 16,16 0-5-16,-16-8-5 0,7 2-5 0,0-3-5 16,2 2 0-16,-1-3-5 0,2 0-1 0,-2 1-5 15,2-8-6-15,0 4-2 0,3-3-4 0,3 1-3 16,0 2 1-16,0-2 4 0,1 2-9 0,3-2-1 15,3-1-1-15,4 3-1 0,-1 0-3 0,-1 3 2 16,6 1-1-16,1 0 2 0,1 3-3 0,4 1 2 16,-5 1 1-16,3 2-4 0,0 2 5 0,1 3 0 15,0 3-1-15,-2 1 0 0,1 2 2 0,-2 0 2 16,2 2 0-16,-3 1 0 0,0 1-3 0,-2 1 3 16,0 2-1-16,2 3-13 0,0 3-17 0,-4-6-5 15,-1 1-37-15,-1-1-20 0,2 0-38 0,-3 1-34 16,-1-2-27-16,-2 1-102 0,0-3-319 0,-2-4 140 15</inkml:trace>
  <inkml:trace contextRef="#ctx0" brushRef="#br0" timeOffset="7886.79">3524 10010 127 0,'-1'-10'122'0,"1"10"-2"0,0 0-21 0,0 0-2 16,0 0 3-16,0 0-9 0,0 0 0 0,0 0-3 15,19 29-4-15,-9-5 5 0,2 0-6 0,-1 3-8 16,0 1-6-16,0 4 13 0,1-2-7 0,-1 2-2 16,1-3-11-16,-1 2-6 0,0-2-6 0,-1 1-6 15,0-4-3-15,2-1-3 0,-3-1 6 0,-1 0-13 16,2-6-3-16,-2 0-2 0,1-1-2 0,-3 0-3 15,3-1-5-15,-1-1-6 0,0-2-17 0,-1 3-21 16,2-2-24-16,-4 1-36 0,1 0-21 0,-3 0-30 16,1 1-134-16,-4-3-294 0,-1 0 130 0</inkml:trace>
  <inkml:trace contextRef="#ctx0" brushRef="#br0" timeOffset="8157.92">3683 10229 19 0,'5'-8'96'0,"0"1"-4"16,1 3-7-16,2-1 5 0,0 1-11 0,-2 3-4 16,2 0-8-16,-8 1 1 0,20 4-8 0,-12 0-6 15,1 0-1-15,1 2-2 0,-1 1-15 0,-3 1 6 16,1 1-10-16,0 0 4 0,-3 1-5 0,0 1-2 15,-3 1-4-15,-1 0-3 0,-2 3-3 0,-1 2-2 16,-2 1 4-16,-4-3-6 0,2 0-4 0,-1-1-9 16,-1-3-10-16,1-2-8 0,3 0-13 0,1-4-16 15,0 0-25-15,1-1-35 0,-4 0-54 0,7-4-173 0,-7 3 76 16</inkml:trace>
  <inkml:trace contextRef="#ctx0" brushRef="#br0" timeOffset="9672.17">3969 9968 19 0,'0'0'154'0,"-4"-13"-12"15,4 13-11-15,-3-8-4 0,3 8-9 0,-3-6-13 16,3 6-13-16,0 0-6 0,-4-8-13 0,4 8-5 16,0 0-13-16,0 0 2 0,0 0-6 0,0 0 3 15,1 28-1-15,3-10-5 0,-2 2 0 0,2 7-3 16,0-7-8-16,-1 3 5 0,2-5-5 0,0 2 1 15,1-2-4-15,-1-1-2 0,-1-5-3 0,3 3 2 16,1-1-11-16,-3-1-4 0,2 1 2 0,1-3 1 16,0-1-4-16,3 4-4 0,-3-5-21 0,-1-1-26 15,2 2-33-15,3-3-15 0,-4 0-25 0,1-2-7 16,-2 3-20-16,-1-4-89 0,-2-2-242 0,-4-2 107 16</inkml:trace>
  <inkml:trace contextRef="#ctx0" brushRef="#br0" timeOffset="9982.32">4172 10096 7 0,'0'0'133'0,"0"0"-17"0,0 0-8 16,0 0-16-16,6 30-2 0,-3-24-12 0,2 2-7 15,-1 1-9-15,1 0-1 0,0-4-6 0,3 3-2 16,0-4 2-16,1 2 9 0,-3-2-6 15,5-3 0-15,-3-1 1 0,2 0-1 0,0-3-7 0,1 0 2 16,-2-2-5-16,2-2 1 0,-3 0-3 0,1-2 0 16,-1 1-1-16,0-7 1 0,-2 6-6 0,-1-1-2 15,-1 0-2-15,-4-1-2 0,1 0-2 0,-2 0 2 16,-3-1-5-16,-1 0-9 0,-1 0 0 0,-2 3-1 16,0 1-6-16,-1 3 1 0,-3-1-2 0,2-1-1 15,1 2-4-15,-1 2-5 0,-1 1-12 0,0 2-11 16,11 0-17-16,-14 4-24 0,8-4-28 0,1 5-21 15,1 0-37-15,0 4-110 0,-2-3-278 0,2 5 123 16</inkml:trace>
  <inkml:trace contextRef="#ctx0" brushRef="#br0" timeOffset="10275.7">4277 9844 1792 0,'0'-9'-53'15,"-1"-1"50"-15,1 10 4 0,0-11-15 0,0 11 7 16,4-8 0-16,-4 8 9 0,7-7-7 0,-3 2 3 0,5 3 3 16,-9 2 4-16,17-1 0 0,-6 4 8 15,1-1-4-15,4 3 5 0,5 1-7 0,-2 4 3 16,5 0 6-16,-7 2 1 0,4 1 0 0,-1 4 0 16,-5-4 0-16,5 4-5 0,-4 3 7 0,-5-4 0 0,1 1 1 15,-3-1 1-15,-2 1-1 0,0 1 4 0,-2-1-3 16,-1 2-4-16,-3-3-4 0,0 1 4 0,-3 1-4 15,-1-1 16-15,0-1-6 0,0 1 0 16,-4-2-1-16,4-3-19 0,-3-1-20 0,1-2-29 16,1 1-27-16,3 0-32 0,-1-3-32 0,2-7-15 0,-2 8-121 15,2-8-296-15,0 0 131 0</inkml:trace>
  <inkml:trace contextRef="#ctx0" brushRef="#br0" timeOffset="10570.41">4852 9803 147 0,'0'0'136'16,"-2"-9"-10"-16,2 9 3 0,0 0-7 0,0 0-1 15,6-5 1-15,-6 5-3 0,5-4-4 0,1 1-6 16,1 0-6-16,-1-1 5 0,4-2-3 0,2 1-6 15,-1-3-3-15,3 0-7 0,-2 1-6 0,-1 1-10 16,-2-1 0-16,0 2-7 0,0-1-3 0,-1-1-4 16,-3 4-1-16,2 0-6 0,-7 3-4 0,6-7-6 15,-6 7 0-15,9-2-6 0,-9 2-4 0,5-2-15 16,-5 2-22-16,0 0-27 0,0 0-40 16,0 0-37-16,0 0-31 0,8-3-20 0,-8 3-31 0,0 0-123 15,0 0-340-15,0 0 151 0</inkml:trace>
  <inkml:trace contextRef="#ctx0" brushRef="#br0" timeOffset="11332.68">5170 9461 72 0,'0'0'108'0,"0"0"11"0,-2-6-14 0,2 6 5 16,0 0 1-16,0 0-9 0,0 0-2 0,0 0-7 15,-3-7 5-15,3 7-7 0,0 0-1 0,0 0-8 16,0 0-4-16,0 0-10 0,0 0-3 0,0 0 0 15,0 0-5-15,0 0-7 0,0 0 1 0,0 0 3 16,0 0-4-16,0 0-1 0,0 0-6 0,0 0 2 16,0 0-1-16,0 0-8 0,0 0-2 0,0 0-6 15,0 0-5-15,0 0 0 0,0 0 1 0,0 0-8 16,0 0 0-16,0 0-1 0,0 0 2 0,0 0-8 16,0 0 4-16,0 0-5 0,0 0 4 0,0 0-7 15,0 0 4-15,0 0-4 0,0 0 0 0,0 0 2 0,0 0 0 16,0 0-4-16,0 0 1 0,0 0 0 0,0 0 0 15,0 0 2-15,0 0-5 0,0 0-2 16,0 0-1-16,0 0 1 0,0 0-5 0,0 0 0 16,0 0 0-16,0 0-1 0,0 0 0 0,0 0 6 0,0 0-7 15,17 23 3-15,-8-13 24 0,1 2-10 16,-1 2-2-16,2 1 6 0,-2 0-7 0,0-1 2 16,4-1-5-16,-4 1 3 0,-3-4-1 0,3 5-2 15,-1-5 2-15,-2 1 1 0,0-2-3 0,0 0 1 16,-2 1-1-16,1-2 0 0,0-1-3 0,-3-2 3 0,2 0-1 15,-4-5 1-15,5 7 2 0,-5-7 9 0,3 6 11 16,-3-6 9-16,0 0 4 0,0 0-6 0,0 0-1 16,0 0-6-16,0 0-3 0,0 0-1 0,-20-14-2 15,13 6-2-15,0-2-2 0,-2-3-2 0,0 0-2 16,1-3-7-16,3-3-1 0,-2 3-6 0,2-4 2 16,-1-2-6-16,2 2 3 0,3 1-3 0,0 0-6 15,2-1 1-15,0 6 1 0,2 0 0 0,1 3-3 16,1-1 3-16,-2 5-1 0,3-3-4 15,-1 1 2-15,0 3-2 0,4 0 2 0,0 3-1 0,-2 1 0 16,1 0-1-16,3 2 4 0,0 4-1 0,-1-1 1 16,1 2 2-16,0 2-1 0,0-1 4 0,-1 1-2 15,2 6 0-15,1-3 1 0,-3 2 3 16,0 1 0-16,2-2-3 0,-6-2-6 0,2 1-15 16,0 5-12-16,0-2-14 0,0 2-22 0,-3-1-28 0,2 0-34 15,-2-2-24-15,0 1-24 0,-2-2-143 0,1-1-355 16,2-3 157-16</inkml:trace>
  <inkml:trace contextRef="#ctx0" brushRef="#br0" timeOffset="11676.39">5577 9167 1299 0,'-4'-19'-23'0,"0"0"92"16,-1 3-3-16,2 4-9 0,-2 2-5 0,3 2-10 15,-1 1-5-15,2 2 2 0,1 5 6 0,-4-11 6 16,3 5 4-16,1 6 1 0,-3-7-5 0,3 7-9 16,0 0-7-16,0 0 5 0,0 0-15 0,0 0-2 15,0 0 0-15,0 0 1 0,18 13 4 0,-9 1-2 16,1 2 4-16,4 4 5 0,-1 5 8 0,1 3-4 16,0-4 5-16,-1 6 7 0,1-2-4 0,-2-2 0 15,-2 0-3-15,3 1-3 0,-3 1-6 0,0-4-3 16,-2 0-2-16,2 0-1 0,-4-5-2 0,4-2-2 15,-2-2-6-15,0 0-3 0,-2-1 1 0,2 1-2 16,-3-3-2-16,-1-2-2 0,1 1-2 0,0-2-16 16,0 3-16-16,0-4-27 0,0 1-26 0,-1-2-20 15,-1 1-22-15,1-2-18 0,-2-1-15 0,-2-5-5 16,4 7 1-16,-4-7-10 0,4 3-123 0,-4-3-312 16,0 0 138-16</inkml:trace>
  <inkml:trace contextRef="#ctx0" brushRef="#br0" timeOffset="11941.08">5662 9223 146 0,'2'-10'141'0,"0"0"1"16,3 0-3-16,0 1-12 0,-1 0-7 0,3 1-14 15,-2 4-4-15,2-1-8 0,-7 5-13 0,17-5 0 16,-9 3-4-16,-8 2-2 0,21 5-6 0,-13 0-4 15,1 1-9-15,0 2-3 0,-3 2-1 0,-1-1-8 16,-2 8-4-16,-3 0 0 0,-3 1-5 0,0-1-4 16,-4 1 1-16,2-2-7 0,-1 1-4 0,-2-2 3 15,-2 1-9-15,4-7 0 0,-1 4-28 0,2-4-12 16,1-2-17-16,1 0-23 0,3-7-28 0,-3 6-17 16,3-6-27-16,-4 5-17 0,4-5-82 0,0 0-253 15,0 0 112-15</inkml:trace>
  <inkml:trace contextRef="#ctx0" brushRef="#br0" timeOffset="12296.39">5991 9204 28 0,'2'7'150'0,"0"1"9"0,-2-8-3 16,-3 14-7-16,2-3-5 0,-2 1-18 0,2-1-11 15,2 0-6-15,-2 1-1 0,2-2-5 0,2 1-6 16,-1 0-8-16,0-1-5 0,0-3-6 0,1-1-7 16,2 1-4-16,-1-1-7 0,1-1-5 0,0 0-4 15,-5-5-3-15,13 3-1 0,-6-3 0 0,1 1-5 16,-8-1 1-16,20-5-6 0,-8-1-5 0,-2-3-3 16,4 0 3-16,-5 1-6 0,0-4-1 0,-1 3 0 15,1-6-3-15,-4 4-6 0,-1-4 0 0,-2 2-1 16,-2-5 1-16,0 2-2 0,-2 0 0 0,-3 2 0 15,-2 0 3-15,1 3-4 0,-1 1-4 0,-3-1 2 0,1 4-3 16,0-1 0-16,0 2 2 0,-1 3-5 16,0 1-2-16,0 2-2 0,10 0-9 0,-22 5-8 15,12 2-16-15,-3 4-20 0,1 0-26 0,2 5-35 16,3 0-49-16,0 2-203 0,2-3-393 0,1 1 175 16</inkml:trace>
  <inkml:trace contextRef="#ctx0" brushRef="#br0" timeOffset="13576.51">3554 11208 98 0,'-8'2'86'0,"8"-2"-2"0,0 0-6 0,0 0-6 16,0 0-3-16,0 0 9 0,27-10-7 0,-3-3 0 15,4-3 5-15,5-4 4 0,14-10-1 0,4-5-5 16,18-18 2-16,5 4-6 0,-4-4-1 0,5 1-5 16,5-4-1-16,3 0-2 0,1-2-9 0,4 2-9 15,2-2 4-15,2-4-7 0,1 0-5 0,0-6-3 16,7-2 0-16,0 2 0 0,4-5-2 0,1 3 2 16,1 2-2-16,-2 0 13 0,-2 0 0 0,-5 4-6 15,8 1 1-15,-4-5 1 0,0 0-2 0,0 0-4 16,-4 3-1-16,-1 1 1 0,-8 5-8 0,-5 2 0 15,-5 8-5-15,-24 16 0 0,1-1 3 0,-10 5-3 16,2 5-3-16,-18 11-1 0,-5 0-3 0,-7 5 0 16,-4 2-2-16,-4 2 2 0,-2 1-3 0,0 0-1 15,-1-1-2-15,-6 4 2 0,8-4-2 0,-8 4 0 16,0 0 0-16,0 0-6 0,0 0-15 0,0 0-17 16,-19 26-20-16,5-12-31 0,-7 4-21 0,0 2-17 15,1 1-36-15,-4 0-157 0,0 0-339 0,-2-2 151 16</inkml:trace>
  <inkml:trace contextRef="#ctx0" brushRef="#br0" timeOffset="14099.45">2076 11884 76 0,'0'0'144'15,"0"0"-10"-15,0 0-8 0,0-9-7 0,0 9-9 16,10-16-3-16,-2 2-6 0,3-2-5 0,9-8-9 16,-4-2-3-16,8 0-12 0,2 0-5 0,-6-2-12 15,5 2-20-15,-1-2-26 0,1 3-11 0,0-1-27 16,-1 3-31-16,-1-2-11 0,-5 8-41 0,-2 3-80 15,-7 6-207-15,-3 1 92 0</inkml:trace>
  <inkml:trace contextRef="#ctx0" brushRef="#br0" timeOffset="14277.32">2078 12047 94 0,'0'8'136'15,"0"-8"8"-15,0 0-2 0,16-3-8 0,-3-3-16 16,5-5-8-16,9-8-16 0,1-2-11 0,1-2-38 16,8-10-33-16,-6 9-26 0,-3 3-28 0,1-2-43 15,-8 6-78-15,-5 3-174 0,-3 0 77 0</inkml:trace>
  <inkml:trace contextRef="#ctx0" brushRef="#br0" timeOffset="14832.33">415 13982 146 0,'0'0'164'16,"0"0"-18"-16,0 0-5 0,0 0-8 0,0 0-14 15,0 0-5-15,19-109-4 0,-5 66-5 0,-3 10-5 16,4-10-6-16,-1 7-14 0,-5 5-4 0,0 1-10 16,-2-2-2-16,2 5-5 0,-9 27-11 0,9-45 8 15,-9 45-13-15,2-34-4 0,-2 34-4 0,0 0-5 16,-3-42 0-16,3 42-4 0,0 0-6 0,0 0 5 16,-10-32-8-16,10 32-6 0,0 0-13 0,0 0 4 15,0 0-4-15,0 0-2 0,-32-6 4 0,32 6 1 16,0 0-3-16,0 0-2 0,-38 44-2 0,38-44 3 15,-21 41-2-15,11-15 0 0,2 3-3 0,2 1 4 16,6-30-1-16,-5 59 2 0,5-26 0 0,0-33 1 16,3 57-2-16,3-30 0 0,-6-27 0 0,16 41 1 15,-7-24 0-15,-9-17 2 0,27 26-1 16,-27-26 2-16,36 16 1 0,-13-11-5 0,-23-5-21 16,42 4-13-16,-42-4-28 0,61-6-19 0,-34-3-16 0,-27 9-17 15,54-21-10-15,-29 8-2 0,-3-2-92 16,0-1-239-16,-6 3 106 0</inkml:trace>
  <inkml:trace contextRef="#ctx0" brushRef="#br0" timeOffset="15034.29">706 13563 73 0,'-29'-23'145'0,"29"23"8"0,-17-19-7 0,17 19 1 16,0 0-8-16,-21-20-15 0,21 20-17 0,0 0-10 15,0 0-13-15,0 0-13 0,0 0-3 0,0 0 3 16,0 0-4-16,0 0-12 0,0 0 0 0,99 13 1 15,-71-1-10-15,2-1-1 0,1 4-4 0,-1 2-4 16,-1-4-4-16,-2 3-16 0,0-2-21 0,-1-2-14 16,-1-2-24-16,-6-3-17 0,-3 1-43 0,-1-2-5 15,-4 1-22-15,1-7-12 0,-4 4-72 0,-2-1-230 16,-6-3 101-16</inkml:trace>
  <inkml:trace contextRef="#ctx0" brushRef="#br0" timeOffset="15224.66">850 13485 106 0,'0'0'160'0,"0"0"-21"0,0 0-11 15,-19-10-11-15,19 10-13 0,0 0-5 0,0 0-12 16,7 39 8-16,-1-9-10 0,2 3-3 16,-2 2-9-16,1 13-8 0,2-13-2 0,1-2-6 0,-2 1-29 15,1-3-21-15,-2-5-16 0,0-8-25 0,2 0-26 16,0-4-18-16,-2 3-29 0,2-5-95 15,-5 1-217-15,2-9 96 0</inkml:trace>
  <inkml:trace contextRef="#ctx0" brushRef="#br0" timeOffset="16058.57">856 13250 115 0,'0'0'132'0,"0"0"7"0,-6 19-16 16,6-2-2-16,2 8-8 0,2 0 7 0,1 5-15 16,4-4-5-16,0 2-9 0,0-3-6 0,4-4-6 15,1 3-6-15,-3-10-11 0,0-1-6 0,3-2 2 16,-3-3-4-16,3 1-13 0,-1-5 8 0,1-3-6 16,1-1-5-16,5-3-5 0,-4-5-2 0,2-3 0 15,-3 0-2-15,0-5-10 0,-2 4 7 0,-1-5-7 16,-4 0 1-16,0-1-1 0,-5 1-2 0,1-2 3 15,-3 2-15-15,-4-1 12 0,-1 1 0 0,-1-1-7 16,-4 1-2-16,-2 1-2 0,0 1-2 16,-2 1-4-16,-1 0 3 0,1 4 0 0,3 1 0 0,1 1-3 15,1 3 2-15,-2 0-1 0,10 5 1 0,-11-4-3 16,11 4-1-16,0 0 2 0,0 0-5 0,-15 9 4 16,17 1-4-16,0 2 0 0,3 2 2 15,-1-1 2-15,4 3-2 0,2-1 2 0,-1-4-1 16,2 1 2-16,1 1 1 0,-2-5-4 0,-1-4 9 15,1 3-6-15,1-3 0 0,-2-4 1 0,-9 0 4 16,20-2-3-16,-11-3 2 0,3-2-4 0,-4 0 3 16,1-1-3-16,-2 0 3 0,2-3 1 0,-4 1-8 15,-1-3-10-15,-2-2-1 0,1-1 4 0,-3-1 0 16,-3 1 3-16,1 0-8 0,-4-4-8 0,-1 4 5 16,0-9-6-16,-2 7 9 0,0 1-11 0,-1 2 13 15,1 0 3-15,3 6 4 0,-1 0 6 0,4 2 2 16,3 7-2-16,-10-11-4 0,10 11-2 0,0 0 0 15,0 0 5-15,0 0 2 0,0 0 5 0,0 0 6 16,22 52 6-16,-11-25 5 0,3 3 0 0,-1-1-7 16,2 1 2-16,-2-4 0 0,-3-5-3 0,0-6 3 15,-1-1-6-15,1-2 4 0,-2-5-4 0,1 0 6 16,-5-2-3-16,3-2-1 0,-7-3 4 0,12 2 1 16,-12-2 1-16,11-12-1 0,-3-4 1 0,0-2-4 15,-2-8-2-15,2-5-2 0,-5 0-1 0,3-2 5 16,-5 1-7-16,-1 0 1 0,-5 0 0 0,1-2-1 15,2 5-1-15,-5-5-13 0,2 6 2 0,-6-1-3 16,2 0-5-16,-2 5 10 0,0 1-5 0,2 5 7 16,5 8 1-16,-5 0 5 0,5 4 0 0,4 6-3 15,-6-10-4-15,6 10-7 0,0 0 2 0,0 0 2 16,0 0 4-16,0 0 0 0,0 0-4 16,10 50 3-16,-1-25 0 0,-1 4-2 0,3 1 3 15,1-1 0-15,-1-3-1 0,3-3-4 0,-3-6 4 0,1-2 3 16,1 2-3-16,-3-3 3 0,2-2 0 0,3 1 1 15,-2-4-3-15,2 1 3 0,-1 0-2 16,-5-3-2-16,-1 1 1 0,0-1-2 0,-1-1 4 16,-7-6-1-16,12 11-1 0,-3-4 6 0,-9-7-3 15,9 11-6-15,-9-11-21 0,5 15-12 0,-5-4-24 16,0-11-21-16,0 18-21 0,0-18-21 0,-4 18-32 16,4-18-131-16,-4 17-308 0,4-17 137 0</inkml:trace>
  <inkml:trace contextRef="#ctx0" brushRef="#br0" timeOffset="16394.48">1556 13004 133 0,'1'-29'151'0,"-1"13"-2"0,0 4-9 15,0 12-15-15,-1-28-9 0,-1 18-10 0,-2-5-10 16,2 1-7-16,-1 2-6 0,-1 0-2 15,-3-3-2-15,2 6-3 0,-1-2-5 0,-2 3-2 0,1-4-7 16,0 5-7-16,-2-1-6 0,2 3-5 16,7 5-5-16,-11-8-2 0,11 8-4 0,-16-5-1 15,16 5-4-15,-13-1-6 0,13 1-2 0,-11 9-1 0,11-9-2 16,-9 14-2-16,2-4-4 0,6 1 3 0,-2 4 0 16,5 2 7-16,-2 1 1 0,1-4 4 0,0 3-4 15,4-1-1-15,0-6-3 0,3 3 1 16,-1-3-5-16,0-1 1 0,1-2 1 0,3 0-3 15,5 0 1-15,0-2 0 0,1 0-4 0,-3-4-2 16,4-2-29-16,3-1-31 0,-1-2-23 0,-1-2-50 16,0 1-19-16,-2-4-30 0,0 0-116 0,-5-2-314 15,-1 3 139-15</inkml:trace>
  <inkml:trace contextRef="#ctx0" brushRef="#br0" timeOffset="16566.32">1375 12530 39 0,'-9'-9'184'16,"5"2"-11"-16,-1 0-15 0,5 7-17 0,-5-15-16 15,5 5-13-15,0 10-9 0,5-20-9 0,1 12-14 16,3-2-32-16,-1 2-38 0,5 1-36 0,3-1-38 16,3 1-32-16,2 5-85 0,-3 0-194 15,0 0 86-15</inkml:trace>
  <inkml:trace contextRef="#ctx0" brushRef="#br0" timeOffset="16966.9">1753 12834 24 0,'0'0'225'0,"0"0"-1"0,0 0-6 0,0 0-24 15,0 0-12-15,0 0-16 0,0-36-14 0,-1 17-6 16,-2-7-9-16,4-1-16 0,-2-1-12 0,1-1-11 15,-1-3-6-15,-1 4-8 0,0 0-7 0,0-2-12 16,-4 2-3-16,2 3-11 0,2 6-2 0,-2-6-3 16,-1 12-3-16,1 3-7 0,4 10-5 0,-9-14-8 15,9 14-5-15,-7-6-6 0,7 6-4 0,0 0-1 16,0 0-6-16,-16 15 3 0,12-1-5 0,-2 4 0 16,2 6-3-16,3 5-6 0,2-3-7 0,2 0-3 15,2-2-6-15,-1-4-3 0,2-4 1 0,3-3-2 16,-2-2 5-16,5 1 1 0,-1-3 5 0,5-1 2 15,-3-1-2-15,6-2 3 0,-6-2 1 0,5 0 4 16,-3-2-3-16,4 0 5 0,-7 1-2 0,2 0 3 16,-3-2-1-16,1 3 4 0,0-1-3 15,-2 0 4-15,-10-2 3 0,14 6-2 0,-7-2-1 16,-7-4 4-16,10 6-3 0,-6-2 2 0,-4-4 5 16,7 13-3-16,-4-4 3 0,-1 2-6 0,-4 1-12 0,2-12-37 15,-3 23-13-15,-1-10-52 0,3 0-25 0,-3 2-46 16,-4-1-105-16,1 2-315 0,0-6 140 0</inkml:trace>
  <inkml:trace contextRef="#ctx0" brushRef="#br0" timeOffset="17109.34">1973 12883 39 0,'14'-14'98'0,"0"-1"-54"15,4-3-54-15,-8 0-19 0,5-4-31 0,-3 5 14 16</inkml:trace>
  <inkml:trace contextRef="#ctx0" brushRef="#br0" timeOffset="17255.77">2278 12430 59 0,'1'-9'205'0,"-1"9"-13"0,2-8-23 15,-2 8-29-15,0 0-27 0,0 0-43 0,0 0-50 16,0 0-50-16,4-12-41 0,-4 12-74 0,0 0-157 16,0 0 71-16</inkml:trace>
  <inkml:trace contextRef="#ctx0" brushRef="#br0" timeOffset="37200.8">14995 6697 39 0,'0'0'42'16,"0"0"-2"-16,0 0-1 0,-2-6-11 0,2 6 1 15,0 0 4-15,0 0-8 0,0 0-1 0,0 0-6 16,-3-8-1-16,3 8-5 0,0 0 7 0,0 0-8 16,0 0-2-16,0 0 0 0,0 0-1 0,9-5-1 15,-9 5 5-15,0 0-4 0,0 0-2 0,0 0 5 16,0 0-20-16,14 2 8 0,-14-2 4 0,0 0 2 16,9 5-3-16,-9-5 3 0,7 4-3 0,-7-4 4 15,6 6-1-15,-2-2-1 0,-4-4 1 0,6 6-3 16,-2-2 8-16,-4-4-4 0,5 9 1 0,-3-5-1 15,-2-4 0-15,6 11-3 0,-5-3 4 0,0-1 1 16,1 2-2-16,-1-1-1 0,-1 0 2 0,0 0-2 16,2 2 1-16,-4 1 3 0,2-3-6 0,0 4 4 15,-1-3-1-15,-1 3-3 0,1-2 1 0,0 2 9 16,-3-1-8-16,4 0 2 0,0-2 1 0,-2 2-1 16,2-2-3-16,0 0 0 0,0 0 3 0,0-9-4 15,2 15 3-15,-2-8 2 0,0 0-7 0,4 0 8 16,-2 1-8-16,1 0 3 0,1-1 5 0,1 1-4 15,-3 0-6-15,1-2 2 0,1 3 3 0,-2-2 3 16,2 0 2-16,1 0-5 0,-1 1 2 0,0-1-4 16,2 2-2-16,-3-1 4 0,-1 1 0 0,1-2-5 0,0 5 1 15,-1-6 3-15,-1 4-3 0,2 0 11 16,-3 1-8-16,1 0-3 0,-1 1 11 0,-1 2-5 16,0-4 4-16,-1 3-3 0,-1-2 4 0,3 0 0 15,-2 0-14-15,0 0 7 0,0-2 3 0,1 0-4 16,0 1 1-16,0-3 4 0,-3 3 1 0,4-2-2 0,-3-1-2 15,3 4 1-15,-1-3 0 0,0 2 0 16,1-10-5-16,1 16 1 0,-1-9 5 0,0 2 0 0,0-3 1 16,0 2 0-16,0-8-7 0,1 12-2 15,-1-5 0-15,0-7 7 0,3 13-4 0,-3-13 3 16,0 10-8-16,0-10 5 0,0 9 10 0,0-9-7 16,0 7-4-16,0-7 2 0,0 0 7 0,0 9-5 15,0-9 1-15,0 0 0 0,-7 9-2 0,7-9-2 16,-2 6 12-16,2-6-15 0,-5 5 1 0,5-5 2 15,-4 6 3-15,4-6 4 0,-4 7 1 0,-1-2-4 0,5-5-5 16,-9 9 2-16,4-5-4 0,1 2 0 0,-1-1 5 16,0 0-1-16,0-1-4 0,-2 1-4 15,1 2 3-15,0-2 4 0,3 0 0 0,-1-1-9 16,0 1 0-16,4-5-19 0,-5 9 5 0,1-7-6 0,4-2-8 16,-7 9 0-16,3-5-10 0,4-4-20 0,-8 8-6 15,4-5-42-15,4-3-121 0,-10 2 54 0</inkml:trace>
  <inkml:trace contextRef="#ctx0" brushRef="#br0" timeOffset="38015">14914 6815 11 0,'0'0'63'0,"0"0"-3"0,0 0-6 0,-4-5-6 16,4 5-3-16,0 0 3 0,0 0-14 0,0 0-3 15,0 0 0-15,0 0-4 0,0 0-2 0,16-9 0 16,-11 5-5-16,-5 4-1 0,10-5 0 0,-2 1-2 16,0 2-1-16,1-2-2 0,-1 1-4 0,-3 0 2 15,-5 3-3-15,11-3 0 0,-11 3-3 0,8-3-1 16,-8 3-2-16,6-3 3 0,-6 3-4 0,0 0 4 15,12 0-2-15,-12 0 0 0,0 0 0 0,7 3-5 16,-7-3 8-16,6 4-6 0,-6-4-5 0,7 8 7 16,-3-4-1-16,1 2-2 0,-1-1 3 0,0 2-2 15,-3 2 7-15,3-2-3 0,1 2-2 0,-1 2 4 16,-2-1-1-16,1 1 0 0,1 1 2 0,-3 0-7 16,0-1 6-16,1 2-4 0,-1-3 3 0,-1 2-5 15,0 0 5-15,2 1 1 0,0 1-1 0,-1-1-6 16,0-1 9-16,-1-1-7 0,0 2 9 0,2 0-5 15,-1-3-3-15,0 3-2 0,-2-3 2 0,1-1 4 16,1 3-3-16,-1-5-4 0,1 5 0 0,-1-4 4 16,0 2-1-16,0 1-3 0,2 0 1 0,-2 1 4 15,0 0 1-15,2 0-9 0,0 0 5 0,-1 0-4 16,1-2 11-16,0 2-12 0,0 0 4 0,5 1 3 16,-5 0 4-16,1-1-7 0,1 2 1 0,1-2-1 15,-1 0-14-15,-2 1 15 0,4-2-1 0,-2 1 9 16,0 0-12-16,-2-1 3 0,3 1 3 0,-2-2-3 15,0-1 1-15,1 1-5 0,-2-1 6 0,2 0-1 16,-3-1 2-16,1-2-3 0,-1 1-3 0,1 0 9 16,-2-7-8-16,0 12 1 0,0-6-4 0,0-6 2 15,-2 12 4-15,1-6 7 0,-2 1 8 0,3-7 2 16,-8 12 1-16,5-6-14 0,-4 3 0 0,-1-2 1 16,-1 0-2-16,1 1 7 0,-1 0-2 0,0-1 8 15,-3 1-12-15,2-1-2 0,-7 3 4 0,2-2-5 16,-1 2-1-16,1-3-2 0,1 0 10 0,4-1-13 0,-1-1 8 15,-1 1-2-15,2-3-3 0,5 1-19 16,-3-3-9-16,8-1-8 0,-10 5-18 0,10-5-7 16,-6 2-20-16,6-2-47 0,0 0-138 0,0 0 61 15</inkml:trace>
  <inkml:trace contextRef="#ctx0" brushRef="#br0" timeOffset="38593.93">15029 6799 8 0,'7'-8'53'0,"-7"8"-2"16,5-5-6-16,-5 5-3 0,8-4-8 0,-8 4 3 16,0 0-3-16,9 1-6 0,-9-1 0 0,6 6-3 15,-6-6 0-15,5 10-3 0,-3-2-6 16,-1 0 0-16,-1 6 4 0,0 2-10 0,-3 4 1 0,1 4 4 15,-3 2 4-15,1-2-8 0,-3 0 7 0,1 1-8 16,0-7 0-16,-2 1 3 0,4 1-9 0,-2-1-1 16,1-1 13-16,-2-1-11 0,0-1 5 15,3 1 1-15,-1 2-7 0,0-1-1 0,-2-1 1 16,5 0 10-16,-1-2-9 0,1 2 1 0,0-1-5 0,1-3 7 16,1-1-6-16,0-2-7 0,1 3 7 0,1-3-3 15,1 1 5-15,4 0 2 0,-1 1-1 0,4 2-1 16,1 0 4-16,3 1-9 0,0-1 11 15,1 1-7-15,2 5-3 0,-5-5 3 0,3 5 2 0,-1-3-4 16,-3-1 4-16,0-1 0 0,0 2-2 0,-2-5-2 16,-2 4-2-16,1-1 7 0,-4 0-2 0,-2 3-1 15,-4-4 7-15,1 3-7 0,-7-2 6 16,3 2-2-16,-4 1 3 0,-7 3 7 0,0 1-8 0,-4-1 2 16,-1 1 1-16,-3-1 0 0,-4-2 3 0,1-2-2 15,-3 3-3-15,1-2-2 0,-3-1-12 0,-1-1-18 16,1 2-24-16,-1-1-95 0,-14 3-151 0,13-10 67 15</inkml:trace>
  <inkml:trace contextRef="#ctx0" brushRef="#br0" timeOffset="42517.93">13767 8338 38 0,'0'0'79'15,"0"0"-2"-15,6-3-7 0,-6 3 3 0,0 0-3 16,0 0-11-16,0 0-3 0,0 0 4 0,0 0-3 0,6-6-7 15,-6 6 6-15,0 0-15 0,0 0-5 16,0 0 0-16,4-6-5 0,-4 6-5 0,6-3-1 16,-6 3 7-16,0 0-13 0,5-5-10 0,-5 5 13 0,0 0-2 15,0 0-1-15,6-4 3 0,-6 4-7 0,0 0-4 16,0 0 1-16,0 0-2 0,0 0 0 0,0 0-2 16,0 0-3-16,0 0 8 0,0 0-6 0,0 0-2 15,0 0-2-15,0 0 7 0,6-5-20 0,-6 5 22 16,0 0-11-16,0 0 5 0,0 0-5 0,0 0 1 15,0 0-3-15,0 0-9 0,0 0-11 0,0 0 3 16,0 0-8-16,0 0-16 0,0 0-6 0,0 0-18 16,0 0-2-16,0 0-9 0,0 0-62 0,0 17-148 15,0-17 66-15</inkml:trace>
  <inkml:trace contextRef="#ctx0" brushRef="#br0" timeOffset="43680.47">14065 8148 14 0,'0'0'55'0,"0"0"-6"0,0 0-4 15,0 0-12-15,0 0 0 0,0 0-1 0,0 0-3 16,0 0-6-16,0 0-3 0,0 0-2 0,0 0 2 16,0 0-4-16,0 0 3 0,0 0-3 0,0 0-4 15,0 0-2-15,0 0 2 0,0 0-7 0,0 0-3 16,0 0-1-16,0 0-6 0,0 0 10 0,0 0-5 16,0 0 3-16,0 0 3 0,0 0-5 0,0 0-4 15,0 0 1-15,0 0 8 0,0 0-7 0,0 0 0 16,0 0 0-16,0 0-2 0,0 0 0 0,0 0 0 0,0 0 2 15,0 0 3-15,0 0-5 0,0 0 0 16,0 0 3-16,0 0 0 0,0 0 1 0,0 0-7 16,5 4 12-16,-5-4-7 0,0 0 1 0,0 0-2 15,0 0-1-15,0 0 3 0,0 0 0 0,4 3-3 0,-4-3 0 16,0 0-2-16,0 0 5 0,0 0-5 16,0 0 2-16,0 0-1 0,5 6 7 0,-5-6-4 15,0 0-1-15,0 0-1 0,4 6 3 0,-4-6 0 16,0 0 3-16,0 0-5 0,0 0 4 0,0 0-2 0,0 0 0 15,2 6 3-15,-2-6-6 0,0 0 6 0,0 0-5 16,0 0 1-16,0 0-1 0,0 0 1 16,0 0 1-16,0 0 1 0,0 0-1 0,0 0-9 15,0 0 0-15,0 0 0 0,2 6 2 0,-2-6-2 0,0 0-3 16,0 0-1-16,0 0-10 0,0 0 0 0,0 0-30 16,-8 8-56-16,8-8 25 0</inkml:trace>
  <inkml:trace contextRef="#ctx0" brushRef="#br0" timeOffset="48176.27">13402 8410 28 0,'0'0'52'0,"0"0"-13"0,0 0 0 0,0 0 2 15,5-3-6-15,-5 3-2 0,0 0 3 0,0 0-2 16,0 0 1-16,0 0 0 0,0 0 0 0,0 0-9 15,0 0 13-15,0 0-12 0,4-7-1 0,-4 7-2 16,0 0-3-16,0 0-7 0,0 0 7 0,0 0 3 16,0 0-13-16,0 0 3 0,0 0-1 0,0 0-16 0,0-8-5 15,0 8-5-15,0 0-8 0,0 0-8 16,0 0-15-16,0 0-9 0,0 0-36 0,0 0-96 16,0 0 43-16</inkml:trace>
  <inkml:trace contextRef="#ctx0" brushRef="#br0" timeOffset="49026.94">14386 8397 34 0,'0'0'64'0,"5"-4"6"0,-5 4-8 0,0 0-5 0,0 0-6 15,0 0-3-15,0 0-7 0,0 0-7 16,0 0 0-16,0 0-4 0,0 0-1 0,0 0-6 16,0 0 1-16,0 0-3 0,0 0-3 0,0 0-3 15,0 0-2-15,0 0 0 0,0 0-19 0,0 0 23 16,0 0-6-16,0 0 1 0,0 0-11 0,0 0-8 15,0 0 1-15,2-7 1 0,-2 7-6 0,0 0-2 16,0 0-5-16,0 0-5 0,0 0-2 0,0 0-9 16,0 0-2-16,0 0-10 0,0 0-36 0,0 0-90 0,0 0 40 15</inkml:trace>
  <inkml:trace contextRef="#ctx0" brushRef="#br0" timeOffset="51975.89">6139 9417 55 0,'0'0'63'0,"0"0"0"16,0 0-10-16,0 0-6 0,0 0 1 16,0 0-10-16,0 0-3 0,0 0-8 0,0 0 0 0,0 0-3 15,0 0-5-15,0 0-17 0,0 0-16 0,0 0-10 16,0 0-6-16,0 0-4 0,0 0-33 0,0 0-72 15,0 0 32-15</inkml:trace>
  <inkml:trace contextRef="#ctx0" brushRef="#br0" timeOffset="53977.23">15031 6654 5 0,'0'0'7'0,"0"0"0"15,0 0 2-15,0 0-3 0,0 0 3 0,0 0-1 16,0 0-2-16,0 0 0 0,22 7-2 0,-22-7 4 0,5 6-7 16,-5-6 2-16,4 9 2 0,-3-5-2 15,-1-4-2-15,4 11 3 0,-2-5 0 0,0-1-2 16,-2-5-2-16,2 14 3 0,-2-5-1 0,0 1-2 16,-1-3-7-16,0 3 3 0,1-10 5 0,-2 13-3 0,0-8 5 15,2-5-8-15,-1 12 5 0,-1-7-5 0,2-5 2 16,0 0 0-16,0 8 3 0,0-8-1 0,0 0-3 15,0 0 3-15,0 10 5 0,0-10-2 16,0 0 2-16,0 0 1 0,0 0 1 0,0 0 4 16,0 0-1-16,0 0 11 0,0 0-10 0,0 0-2 0,0 0-1 15,0 0 2-15,0 0-1 0,0 0-5 16,2 8 3-16,-2-8-2 0,0 0-3 0,5 4 2 16,0 1-1-16,-5-5-1 0,5 9 5 0,-3-3 3 15,1 3-2-15,1-1-3 0,-2 3 0 0,2 0-2 0,-1 1 0 16,1-1 1-16,-3 0 2 0,0 1-2 0,2 3 2 15,-1-6-4-15,0 4 2 0,-1-2 1 0,0 0-4 16,0-2 1-16,2 0 0 0,-2 2 3 0,-1-3 1 16,2 1 0-16,-2-1-2 0,2-2 1 15,-4 4 3-15,2-10-3 0,0 14-1 0,0-4-2 0,-2-1 1 16,1 0 1-16,-2 3 2 0,2-5-6 0,-3 4 5 16,2 0-3-16,-2-2 1 0,0 2-2 0,2 2 5 15,-2-2-7-15,2 0 5 0,0 2-1 0,-2-2-1 16,3 1-4-16,-3-1 5 0,4 3-2 0,-1-4 1 15,-1 3 2-15,1-4 0 0,1 2-1 0,0-2 2 16,0 0-14-16,1 0 4 0,1-1 8 0,-1 1 1 16,1 0 2-16,1-3-4 0,-2 2 1 0,1-1-4 15,0 0 0-15,-1 0 6 0,1 1-5 16,0-1 1-16,0 3 3 0,0-3 0 0,-1 0-4 0,1 0 0 16,-1 1 2-16,-1-1-2 0,0 0-1 0,0 1 5 15,1 2 2-15,-1-1-6 0,0-9-1 0,-1 15 2 16,0-9 3-16,1-6 1 0,0 13-3 0,-2-5 0 15,2-8-3-15,-1 9 3 0,1-9 1 0,0 11 0 16,0-11-3-16,-1 7 1 0,1-7-3 0,0 9 4 16,0-9 0-16,-5 9 3 0,5-9-2 0,-3 7-2 15,3-7 0-15,-5 8 2 0,2-3-1 0,3-5 3 16,-10 7-3-16,4-2-4 0,2-1 3 0,4-4 3 16,-10 7 2-16,2-3-4 0,1-3-1 0,0 2 3 15,7-3 2-15,-10 4-4 0,5 0-5 0,5-4 9 16,-12 3-18-16,12-3-8 0,-7 4-13 0,7-4-17 15,-8 2-55-15,8-2 26 0</inkml:trace>
  <inkml:trace contextRef="#ctx0" brushRef="#br0" timeOffset="54654.35">15050 6809 14 0,'0'0'30'0,"16"1"-6"0,-9 0 0 0,0 2-4 0,-1-2-1 15,-1 4-2-15,2-2-2 0,-4 2-1 16,1 2-6-16,1 3 10 0,-3 1-9 0,0 0 7 15,-2 7 3-15,0-1-3 0,-2 1 2 0,-5 6-1 16,5 2-3-16,-3-3-3 0,1 2 3 0,0 1-5 16,0-6 4-16,-1-1-6 0,2 6 1 0,1-6 0 0,-3-1 1 15,1 0-12-15,4-1 9 0,-4-2 1 16,3 0 1-16,-3 0-4 0,2-1 2 0,0-1-3 16,1-1 0-16,-1 1 2 0,0-1-2 0,1 1 1 15,-2-2-3-15,0-1 3 0,1 3-2 0,1-1 0 0,0 0 3 16,-1-2-4-16,2 2 0 0,-1-1-1 0,0 0-1 15,1 0 5-15,-3-1-10 0,3 3 9 16,0-2-1-16,3 1-1 0,-1 0 2 0,2 4-1 16,1-4-3-16,-1 1-1 0,1 1 5 0,1-4 6 15,0 6-6-15,-1-5-5 0,1 5 8 0,-2-5-8 0,1 2 3 16,-2-3 4-16,-1 0-6 0,1 1-2 16,-1-1 6-16,0 1-1 0,-1-1 1 0,-1 0 4 15,1-1-8-15,0 0 4 0,-1-1 1 0,-2 0-1 16,1 0-7-16,-3 2 6 0,0-1-2 0,-1 0-4 0,-2-2 1 15,-2 3 8-15,3-3 0 0,-3 3-1 0,0-3-5 16,-2 2 4-16,2-3 1 0,-4 1-1 0,3 1-4 16,-2-2 0-16,1 2-12 0,-2-2-11 15,0 2-13-15,-1 2-37 0,1-2-79 0,3-1 36 16</inkml:trace>
  <inkml:trace contextRef="#ctx0" brushRef="#br0" timeOffset="74541.72">16429 10477 4 0,'0'0'-1'15,"0"0"-1"-15,0 0 5 0,22-5-1 0,-22 5-3 0,9-1 4 16,-9 1-5-16,14 0-1 0</inkml:trace>
  <inkml:trace contextRef="#ctx0" brushRef="#br0" timeOffset="76611.42">16365 9719 23 0,'0'0'61'0,"0"0"-7"16,0 0-4-16,-7-5-7 0,7 5 7 0,0 0-2 15,-4-4-3-15,4 4-2 0,0 0-7 0,0 0-3 16,0 0-5-16,-4-6 4 0,4 6-13 0,0 0-1 15,0 0-5-15,0 0 7 0,0 0-3 0,0 0-9 16,0 0 7-16,0 0-3 0,0 0-4 0,0 0-1 16,0 0 3-16,0 0-1 0,14-4-9 0,-14 4 7 15,0 0-3-15,0 0 3 0,0 0 9 0,15 5-12 16,-15-5-4-16,8 2 3 0,-8-2-3 0,10 3 1 16,-2-1-4-16,-2 0 2 0,2 1-6 15,0-2-3-15,-1 1 19 0,2 4 2 0,0-3 6 16,-2 1-9-16,0-1 7 0,0 2 1 0,-2 0-9 0,0-2 8 15,0 2-1-15,3 2 7 0,-5-1-11 0,4 2 8 16,-2 0-1-16,0 0-6 0,-1 0-4 0,1 2 8 16,-1 1 1-16,0-2-4 0,-2 2 7 0,1 5-7 15,-2-5 7-15,0 0-5 0,1 5 1 0,-2 0-5 16,0-3 2-16,2 1-11 0,-3-1 14 0,1-1-3 16,-1 0 4-16,2 0-14 0,-1-1 11 0,-1 1-4 15,1-1-6-15,0 0 0 0,0 1 5 0,0-2-10 16,0 1 7-16,0-1-6 0,1 0 9 0,-1-3-6 15,0 2 5-15,1-2 0 0,-1-7 4 0,0 13-2 16,0-6-3-16,2 1-3 0,-2-8-4 0,1 16 2 16,-1-9 3-16,1-1 2 0,0 1-2 0,-1-7-7 15,5 14 8-15,-2-8-7 0,-1 0 13 0,0 2-9 16,2 2 1-16,0-1 5 0,-2 0-4 0,1-1-2 16,1 2 0-16,-1 0 6 0,4 0-4 0,-4 0-7 15,1 0 5-15,0 2 1 0,0-2 1 0,-1 0-5 16,-1-1 2-16,0 0-4 0,0 0 8 0,-2 1-2 15,1-3 1-15,-1-7-4 0,0 14 3 0,0-14-1 0,0 9 2 16,0-9-5-16,0 11 4 0,0-11 2 16,0 8-5-16,0-8 5 0,0 0 4 0,-1 10-6 15,1-10 3-15,-4 7 6 0,4-7 4 0,-5 4 3 16,5-4-5-16,-6 5 1 0,6-5-3 0,-9 2 1 0,2 0 1 16,7-2-3-16,0 0 1 0,-12 1-6 15,12-1-3-15,-10-1-2 0,10 1-5 0,-11 1-5 16,11-1-19-16,0 0-18 0,-14-1-10 0,14 1 0 15,-6-2-16-15,6 2-10 0,0 0-103 0,-10-4-200 16,10 4 89-16</inkml:trace>
  <inkml:trace contextRef="#ctx0" brushRef="#br0" timeOffset="77268.35">16341 9794 67 0,'0'0'62'0,"5"-7"-3"16,-5 7-7-16,5-5-7 0,-5 5-4 0,5-4-4 15,-5 4 3-15,0 0-7 0,8-4-7 16,-8 4-5-16,0 0 0 0,13 0-1 0,-13 0 1 0,8 7-1 16,-3-4 3-16,-1 2-6 0,1 0 1 0,2 4-6 15,1-1 6-15,-3 0-2 0,0 0-2 0,0 1 1 16,3-3-1-16,-4 3-3 0,1 1 5 0,0 0-5 15,-1 0-3-15,-2 0 6 0,3 0 0 0,-2 2 9 16,-1-3-15-16,1 2 5 0,0-2-3 0,1 1 2 16,-2 2-8-16,-1-2 1 0,2-1 1 0,-2 1 7 15,3 0-4-15,-3-1 1 0,1-2-5 0,1 3-3 16,-1 0-2-16,-1-1 11 0,1 1-7 16,-2 1 17-16,2-1-21 0,-2-2 5 0,1 2 3 0,0 0-5 15,1 1-2-15,-1-2 2 0,0 3-3 0,0-4 6 16,1 3-6-16,-1-1 0 0,0 0 3 0,-1-1-5 15,2 0 4-15,-1-2 5 0,0 0-11 0,2 2 5 16,-2-2 0-16,0 3-1 0,3-1 3 0,-3-2-8 16,2 0 11-16,-1 3-1 0,0 0-5 0,-1-1-2 15,3 0 6-15,-3 1-1 0,2 0-8 0,-2-1 0 16,-1-2 1-16,0-7 2 0,1 13 5 0,1-8 2 16,-2-5-13-16,0 13 19 0,0-8-9 0,0-5 1 15,-2 13 6-15,2-6-7 0,-2 1-1 0,0-1-1 16,0-1 1-16,2-6 4 0,-7 15-1 0,4-8-5 15,-1 1-4-15,-2 1 1 0,0 0-5 0,2-4-8 16,-2 4-6-16,0-3-6 0,-2 4-21 0,2-2-1 16,-1-4-9-16,2 1-16 0,-3 1-39 0,1-3-124 15,0-3 55-15</inkml:trace>
  <inkml:trace contextRef="#ctx0" brushRef="#br0" timeOffset="77794.37">16374 9814 18 0,'0'0'36'0,"12"1"2"16,-12-1-1-16,9 5-1 0,-5-2 1 0,-4-3-7 0,10 9-1 16,-6-2 11-16,1 1-4 0,0 3-13 15,-3-1 11-15,2 0-9 0,0 4 4 0,-1 1-8 16,-1 4-3-16,-1-3 1 0,-1-4 1 0,2 2-2 15,0-1-5-15,-3-1 1 0,1 0-3 0,1 0 4 16,-1-1 0-16,2 0-4 0,-1-2 0 0,-1 1-1 0,0 3-4 16,0-3 2-16,1 0-1 0,0 2 3 0,-1-5-5 15,2 5 0-15,0-1-2 0,0 1 3 16,1-2-9-16,-1 0 11 0,1 3-9 0,0-3 4 16,1 2 8-16,1-1-15 0,1 4 4 0,-2-2 1 0,1-2-2 15,2 4 10-15,-2 1-9 0,0-1-3 0,1-1 4 16,0 2 4-16,0 0-2 0,-2-4 4 0,-2-1-6 15,-1 1 3-15,2-2-10 0,-2 2-9 0,-2-3 16 16,1 2 4-16,0-3-2 0,-3 2 4 0,1-2-4 16,-1 1-2-16,-3-1-2 0,1 1 2 0,-2-2-14 15,1 0 1-15,-2 0-15 0,-2 0-7 0,0 1-11 16,1-1-56-16,-5-2-109 0,2-1 49 16</inkml:trace>
  <inkml:trace contextRef="#ctx0" brushRef="#br0" timeOffset="80567.67">22092 7896 19 0,'0'0'180'0,"-8"3"-11"0,8-3-6 0,0 0-5 15,0 0-8-15,0 0-18 0,0 0 3 0,0 0-14 16,0 0-12-16,0 0-9 0,0 0-8 0,-3-12-10 15,3 12-8-15,0 0-7 0,10-20-5 0,-5 11-11 16,1 2-6-16,1-4 0 0,-1 2-4 0,1-3-6 16,0-1-1-16,-2 4-9 0,0-2 1 0,2 0-2 15,-1-1-4-15,-1 3-10 0,2-3-8 0,-4-5 4 16,1 10-6-16,-1-4 1 0,-1 1-3 0,0 0-1 16,-1 6 1-16,-1 4-4 0,0-13 0 0,0 13 1 15,0 0-3-15,-4-7-1 0,4 7 3 0,-8-3 2 16,8 3 0-16,0 0-5 0,-21 15 2 0,10-3-3 15,-2 4 7-15,-4 5-3 0,-1 2-2 0,4 5 6 16,-3 0-2-16,3 0 2 0,0-1-7 0,4 2 9 16,5-2-3-16,-2-2 1 0,7-6 2 0,-2 5 2 15,4-6-2-15,5 1-5 0,3-3 6 0,3 0-8 16,1-4-9-16,5-1-7 0,4 1-17 0,4-3-26 16,0-1-18-16,1-4-27 0,0-1-13 0,-1 0-141 15,-7-2-285-15,1-1 126 0</inkml:trace>
  <inkml:trace contextRef="#ctx0" brushRef="#br0" timeOffset="80777.5">22308 7781 6 0,'-2'-6'193'0,"-1"1"-17"0,3 5-24 0,-1-10-19 15,1 10-9-15,0 0-14 0,0 0-6 0,0 0-13 0,14-1-3 16,-14 1-10-16,18 9-2 0,-6-3-11 0,1 3-4 15,1 1-6-15,3 0-9 0,-3 1-5 0,4 0-16 16,-3 1-8-16,2-2-19 0,-3 0-18 0,-1 0-16 16,1-1-16-16,-4-3-11 0,1 2-27 0,-2-2-14 15,3 0-109-15,-6-2-230 0,1-2 102 16</inkml:trace>
  <inkml:trace contextRef="#ctx0" brushRef="#br0" timeOffset="80958.75">22498 7669 59 0,'-7'-2'174'0,"7"2"-22"0,-14 1-12 0,2 5-12 15,1 6-5-15,-1 2-18 0,0 2-4 0,-4 8-7 0,2 0-15 16,1 2-12-16,3 0 0 0,0-1-23 0,3 3-15 16,2-4-29-16,1 2-17 0,4-7-16 0,2-2-19 15,2-1-22-15,1-1-33 0,-1-2-74 0,2-4-194 16,4-2 86-16</inkml:trace>
  <inkml:trace contextRef="#ctx0" brushRef="#br0" timeOffset="81742.92">22648 7527 42 0,'-4'-7'162'0,"0"5"-21"0,4 2-6 16,-7-3-21-16,7 3-2 0,-14 12-6 0,7-3-3 15,-2 8-6-15,-2 9-3 0,-1 4-7 0,5-1-11 16,-1 0-5-16,4-3-4 0,0 3-9 0,7-4-9 16,-1-5-1-16,5-3-7 0,-1 2-2 0,2-3-4 15,3-3-8-15,2 1-2 0,4-5 0 0,-1 0-3 16,3-4 1-16,1-1-7 0,-1-3-6 0,9-2-3 16,-8-3-4-16,0 0-8 0,-1-4-6 0,7-4 10 15,-4-2-6-15,0-3-2 0,-8 2 3 0,0-6 2 16,-4 4-4-16,1-6 11 0,-5 3-8 0,-1 2 5 15,-2-1-3-15,-2-8-1 0,-2 8 7 0,-3 0 2 16,1 3 5-16,-1 6-7 0,-2-7 11 0,0 5-2 16,2 4 10-16,-1 0-2 0,0 1-2 0,-2 4-6 15,2-1-2-15,5 4 0 0,-13-2 1 0,13 2-5 16,-11 9 0-16,3 2 3 0,1 4 3 0,1 4-7 16,1 7 0-16,3-7 4 0,-1 6 1 0,3-6-7 15,1-1 0-15,2-1 3 0,2 0-6 0,2-3 4 16,0-2-3-16,1-3-1 0,1 0 3 0,0-2 1 15,3-2-2-15,0-3 3 0,2 0-5 0,3-2 3 16,-3-1-8-16,4-4 2 0,-2-2-4 0,0 0 4 0,0-4-7 16,-3-2 2-16,0 1-1 0,0-10-2 15,-6 6 13-15,2 1-5 0,-4-1-2 0,0-1 4 0,-2-1-2 16,1-1 0-16,-3-7-1 0,0 7-1 16,-1 0-1-16,0 0 9 0,2 3 8 0,-1 1 4 0,-1 5 1 15,-1 2-7-15,1 8-1 0,1-10-2 0,-1 10-3 16,0 0-1-16,0 0 1 0,0 0 6 15,0 0-2-15,0 0-1 0,0 27 1 0,1-8 3 16,-1-3-4-16,-1 1 0 0,2 2 2 0,1-1-2 0,-1-1 2 16,1-1-8-16,3-6 4 0,-1 0 0 0,0 2 2 15,0-3-6-15,1-5 5 0,1-1-1 0,2 2 4 16,0-3-5-16,2 0-4 0,3-2 3 0,-3-1-6 16,0-3 5-16,3-3-8 0,-3 1-8 15,0-1-1-15,4-4 2 0,-3 0 5 0,-4-4 1 0,3 0-12 16,-2 0 1-16,-1-2-2 0,-1-1 3 0,-1 4 3 15,-1-1 2-15,-2 1 4 0,0 3 0 0,-1-1-3 16,-1 3 10-16,1 3 5 0,1-1 0 0,-2 7-3 16,0 0 6-16,-2-13-6 0,2 13-2 0,0 0 1 15,0 0 4-15,0 0-7 0,0 0 1 0,0 0 0 16,-9 27 3-16,4-8 7 0,0-1-6 0,0 5 6 16,-1 3-3-16,0-2 1 0,1 1-4 0,0-8 3 15,2-1-4-15,1 4 2 0,0-3 2 0,0 0-3 16,1-1-6-16,0 0-14 0,1 0-19 0,1-4-17 15,0-2-20-15,2 1-27 0,0-1-23 0,-1-1-130 16,1-2-277-16,0-1 122 0</inkml:trace>
  <inkml:trace contextRef="#ctx0" brushRef="#br0" timeOffset="82336.09">23481 7186 22 0,'0'0'188'0,"-1"-8"-23"0,1 8-16 16,0 0-15-16,0 0-11 0,0 0-9 0,13 25 10 15,-9-9-13-15,-2 2-5 0,3 9-9 0,-2 0-8 16,-1 0-7-16,1-2-12 0,3 0-5 0,-3-4-7 16,1-4-2-16,0 0-6 0,-1-1-4 0,3-5-8 15,-4 2-2-15,2-3-4 0,0 0 1 0,-3-3-11 16,1-1 5-16,0 1-2 0,-2-7-4 0,2 7 0 0,-2-7 2 15,0 0 0-15,0 0 3 0,0 0-1 16,0 0-7-16,0 0-2 0,0 0 0 0,0 0-4 16,4-22-3-16,-1 11 0 0,-1 1-1 0,2 0 3 15,-1-1-8-15,2 3 0 0,-1-2-3 0,-2 4-10 16,2 1 10-16,-4 5 1 0,6-7-4 0,-6 7 3 16,7-3 5-16,-7 3-6 0,13 2 0 0,-13-2 4 15,9 5 0-15,-3 0 0 0,-1-2-3 0,4 3-12 16,-3 1 6-16,1-1-10 0,2-1-15 0,0 1 4 15,0-1-11-15,0-1-13 0,-2 2-10 0,3-3 4 0,-2-3 9 16,-1 2-6-16,-7-2 7 0,16 0-9 0,-16 0-1 16,13-4 21-16,-8 1 2 0,0-1-4 0,-1-2 3 15,0-1 3-15,-2-2 11 0,2 1-3 0,-1-1 5 16,1 2 13-16,-4 7 15 0,2-11 14 0,0 4 0 16,-2 7-4-16,3-6 0 0,-3 6 1 0,0 0-6 15,0 0-2-15,5-4-1 0,-5 4 3 0,0 0 11 16,0 0 5-16,0 0-2 0,16 10-3 0,-11-7 0 15,0 2-6-15,3-3 3 0,-8-2-2 0,10 7 3 16,-4-6 1-16,-6-1 7 0,14 0 1 0,-14 0-1 16,12-5-3-16,-8 1 0 0,-4 4-5 0,10-6 2 15,-6-1-1-15,-2 3 0 0,-2 4-9 16,0-13 1-16,0 13-24 0,-4-9-8 0,-2 3-10 0,1-1-15 16,-2 5-12-16,-2-1-23 0,3 0-11 0,-3 2-16 15,9 1-13-15,-11-3-4 0,11 3-14 0,-12 0-100 16,12 0-253-16,0 0 112 0</inkml:trace>
  <inkml:trace contextRef="#ctx0" brushRef="#br0" timeOffset="82888.36">23861 7151 95 0,'1'-11'138'0,"0"0"13"0,-1 1 4 0,-1 2-4 16,1 8-7-16,0-11-14 0,0 11-15 0,1-7-15 15,-1 7-9-15,0 0-11 0,0 0-4 0,0 0 7 16,0 0 5-16,16 19-2 0,-7-2-9 0,-2 1-6 15,2 6-9-15,0 0-6 0,0 2 1 0,-2-2-6 16,-2-1-8-16,1-4 1 0,-2-3-10 0,2 1-2 16,-2-1-6-16,0-4-1 0,1-2-1 0,0 2-6 15,-1-5-2-15,4 3-9 0,-5-5-5 0,1-1-3 16,3 2-5-16,-2-4 0 0,4 0-3 0,-2-1-8 16,-7-1 1-16,15-4-2 0,-5-2-5 0,-3 0-2 15,1-4-1-15,0-1-1 0,-1 1 0 0,1-5 0 16,-2-2 3-16,1 2 2 0,-3-1-10 0,2 0 17 15,-3 5-2-15,-1 1 4 0,-1 1 14 0,1 3 6 16,-2 6-4-16,1-11 2 0,-1 11 1 0,1-9 0 16,-1 9-7-16,0 0 4 0,0 0 3 0,0 0-1 0,-15 16 9 15,10-5-2-15,-2 1-1 0,4-2-1 16,-1 2-3-16,0 4 1 0,1-5-5 0,3-1 0 16,2 0-1-16,1 0 2 0,1-4 2 0,4-1-1 15,1-1 1-15,2-1 0 0,1-3-1 0,2-1-10 0,4-4 7 16,1 0-4-16,-1-2-7 0,1-1-1 0,-5-4-3 15,4 2 0-15,-3-1-3 0,-3-2-3 16,-2-2 14-16,-1 1-6 0,-1-3-1 0,-3 6-1 16,-1-6 0-16,-3 5 7 0,-1 1-2 0,0 0 0 0,0-1 12 15,-1 2-3-15,1 10 3 0,0-13 6 0,0 13-2 16,-2-10-6-16,2 10-4 0,0 0 3 0,0 0-1 16,0 0 7-16,0 0 4 0,0 0 6 15,0 0 5-15,-2 38-2 0,-1-19 2 0,1 0-1 0,-1 1-4 16,-1 4-4-16,3-6 1 0,1 1-2 0,-4 6 4 15,3-7-8-15,2-2-13 0,-1 0-13 0,4-6-18 16,-4 3-19-16,0-2-31 0,1-2-29 0,2-1-37 16,-3-2-135-16,2 1-311 0,-2-7 138 15</inkml:trace>
  <inkml:trace contextRef="#ctx0" brushRef="#br0" timeOffset="83051.34">24534 7138 48 0,'7'-7'155'16,"-7"7"-18"-16,5-6-17 0,-5 6-10 0,10-6 1 15,-4 4-34-15,2-1-28 0,5 0-36 0,-3 2-17 16,0 0-35-16,1 2-33 0,-1 1-46 0,-4 0-128 16,-1 1 58-16</inkml:trace>
  <inkml:trace contextRef="#ctx0" brushRef="#br0" timeOffset="83203.82">24567 7254 90 0,'-8'0'185'15,"8"0"1"-15,0 0-3 0,0 0-10 0,0 0-13 16,0 0-21-16,0 0-14 0,0 0-20 0,0 0-24 16,0 0-27-16,0 0-32 0,0 0-47 0,34-4-43 15,-25 1-59-15,-1 3-88 0,-8 0-230 0,19-5 101 16</inkml:trace>
  <inkml:trace contextRef="#ctx0" brushRef="#br0" timeOffset="83744.27">25311 6731 78 0,'-4'-9'190'0,"-2"1"-8"0,2 2-5 0,2 0-6 15,2 6-9-15,-7-10-19 0,7 10-18 0,-2-6-13 16,2 6-15-16,0 0-8 0,0 0-13 0,0 0-3 16,0 0-11-16,0 0-7 0,9 34-5 0,-7-15 0 15,8 6-4-15,-3 6-3 0,1-1-3 0,-3 2 0 16,6 0-1-16,-4-1-8 0,-3-1 0 0,3 1-6 16,1-2 2-16,-6-1-3 0,2-2-3 0,0-1 0 15,-2-4-1-15,4 7-2 0,-1-3-3 0,1-2 0 16,-5 3-6-16,-1-6-14 0,3-1-14 0,-3 1-34 15,2-2-21-15,-2 1-38 0,0 0-22 0,0-3-27 16,-2 1-140-16,-4-6-324 0,2-1 144 0</inkml:trace>
  <inkml:trace contextRef="#ctx0" brushRef="#br0" timeOffset="84010">25282 6763 100 0,'5'-9'133'0,"3"-1"-16"0,-1 1-15 0,0 2-11 15,-1 2-16-15,1 2-5 0,0 2-5 16,-7 1-12-16,16 0 2 0,-16 0-11 0,11 8-2 16,-2 0 2-16,-2 1-9 0,-3 6-1 0,0 2-2 15,-2 2-2-15,3 8-10 0,-7-6 5 0,2 3 2 0,-3 1-11 16,-2-3 8-16,2-5-1 0,-2 1-5 15,-1-2 2-15,-1 2-6 0,2-2-17 0,-3 0-11 16,7-4-14-16,-3-1-29 0,2 1-23 0,-2-2-20 16,-2 1-72-16,2-3-185 0,2-1 82 0</inkml:trace>
  <inkml:trace contextRef="#ctx0" brushRef="#br0" timeOffset="84382.26">25552 7065 22 0,'9'8'137'0,"-3"-3"-5"16,-2 1-15-16,0 2-1 0,2 0 4 0,-1 3-9 15,-2 0-2-15,2-1-13 0,-3 1-6 16,1 0-9-16,0 0-5 0,0 1 2 0,-3-3-7 0,2-3-7 16,1 4-1-16,-3-6-8 0,0-4 1 0,3 9 4 15,-3-9 7-15,2 8 16 0,-2-8 2 0,0 0-5 16,0 0-2-16,0 0-6 0,0 0-11 15,0 0-3-15,0 0-6 0,-10-24-5 0,8 11-8 0,2 1-5 16,2-8-3-16,3 2-3 0,-1-6-3 0,1-1-7 16,2 1 1-16,1-2-2 0,-2 7-4 0,2 3-7 15,1 0 1-15,2 0 2 0,-1 1 0 0,-2 4-5 16,1 5 0-16,0 2-4 0,0-1 1 0,-2 1-4 16,5 4 2-16,-2 0 5 0,-1 4-3 0,3-1 3 15,-3 4-3-15,-3 1-1 0,3 4 0 0,-2 2 0 16,2-1-1-16,-3 4-4 0,-1-1-13 0,-1 2-12 15,-1 1-18-15,2-1-20 0,-3 0-21 0,0 1-30 16,1-1-27-16,-1-2-7 0,2-1-26 0,-2-2-114 16,2-4-315-16,-1-1 140 0</inkml:trace>
  <inkml:trace contextRef="#ctx0" brushRef="#br0" timeOffset="84662.96">26036 6670 87 0,'0'0'163'16,"-2"-7"-16"-16,2 7-15 0,-6-4-17 0,6 4-7 16,0 0-10-16,0 0 0 0,0 0-3 0,-7 21 8 15,5-8-14-15,0 4-9 0,-1 8 2 0,3-1 2 16,0 3-11-16,0-2 0 0,0 2-6 0,0 0-8 15,3-3-5-15,-1 1-3 0,2-7-9 0,0-1 2 16,1-1-3-16,1 0-5 0,2-1-6 0,-1 0-8 16,1-5-15-16,-4 1-9 0,6-2-30 0,-3 3-31 0,3-6-29 15,0 3-34-15,-1-3-22 0,-2-1-122 16,-1 0-292-16,-2-2 130 0</inkml:trace>
  <inkml:trace contextRef="#ctx0" brushRef="#br0" timeOffset="84918.34">26239 6877 63 0,'0'0'145'0,"0"0"-15"0,0 0-12 0,4-7-7 16,-4 7-8-16,0 0-11 0,0 0 0 0,9 0 0 16,-9 0-4-16,14 0-8 0,-6 0-4 0,4-2 1 15,-1 1-13-15,0-2-5 0,-1-2 1 0,-2 3-1 16,1-4-4-16,-4 5-4 0,4-5 0 0,-4 0 3 0,1 3-1 15,-4-4-2-15,0 1-4 0,1-2-4 0,-3 8-2 16,2-13-6-16,-2 5-5 0,0 8-1 0,-5-10-1 16,5 10-19-16,-8-9-4 0,3 8-16 15,5 1-28-15,-16-2-26 0,7 4-27 0,1-1-28 16,-4 4-25-16,3 3-126 0,-2-4-291 0,-3 4 129 0</inkml:trace>
  <inkml:trace contextRef="#ctx0" brushRef="#br0" timeOffset="85176.35">26436 6567 49 0,'0'0'139'0,"7"-7"-15"0,-7 7 4 0,9-1 25 15,-9 1-16-15,16 5-6 0,-3 1-5 0,3 5-1 16,-2-1-4-16,-1 5-11 0,7 4-8 0,-7-3-11 15,-1 2-6-15,-3-1-9 0,-3-1-3 0,-3 2-11 16,-1 1-2-16,0 0-8 0,-6 0 0 0,-1 7-7 16,-1-8-6-16,-5 9 0 0,1-5-11 0,-3 0-16 15,-1 1-17-15,1-6-27 0,2-1-23 0,-1 0-31 16,1-3-26-16,1-1-35 0,-2 0-140 0,3-4-312 16,-3-1 139-16</inkml:trace>
  <inkml:trace contextRef="#ctx0" brushRef="#br0" timeOffset="85766.47">26980 6676 134 0,'0'0'145'0,"0"0"6"0,-11 0-14 16,11 0-10-16,0 0-5 0,0 0-14 0,0 0-10 16,0 0-8-16,0 0-11 0,0 0-9 0,0 0-4 15,0 0 2-15,27-16-8 0,-16 10-6 16,9-2 2-16,5-3-9 0,-1 1 2 0,-5 2-5 0,0 0-15 16,-2 2 4-16,-5 0-7 0,-2 2 1 0,-1 0 2 15,-2 1-6-15,-1 1-1 0,-6 2 5 0,12-3-1 16,-12 3-2-16,6-2-1 0,-6 2-3 0,0 0-3 15,0 0 2-15,0 0-3 0,0 0-7 0,0 0-14 16,0 0-22-16,0 0-23 0,0 0-22 0,-18 13-33 16,9-6-35-16,3 0-140 0,-3 0-302 0,-1 2 133 15</inkml:trace>
  <inkml:trace contextRef="#ctx0" brushRef="#br0" timeOffset="86058.48">27424 6234 42 0,'0'-9'232'0,"0"3"-10"16,0 6-14-16,0-13-11 0,0 13-12 0,0-10-16 16,0 10-18-16,0 0-18 0,0-7-12 0,0 7-14 15,0 0-12-15,0 0-12 0,0 0-2 0,8 32-5 16,-4-13 12-16,2 8-3 0,-3-1-6 0,-1 5-4 15,2 1-7-15,-1 1-4 0,0-4-7 0,1 3-6 16,-4-4-2-16,4-1-6 0,-2-7-6 0,1 0-3 16,-1 5-2-16,-2-8-2 0,4 2-4 0,-1-2-16 15,-1-2-23-15,0-3-24 0,5 3-10 0,-4-2-24 16,-1-4-33-16,-1 3-34 0,2-2-26 0,-3 0-28 16,4-4-169-16,-4-6-391 0,0 8 173 0</inkml:trace>
  <inkml:trace contextRef="#ctx0" brushRef="#br0" timeOffset="86322.47">27430 6259 53 0,'1'-12'144'0,"-1"12"-14"0,1-9-12 16,-1 9-8-16,6-4-7 0,-6 4-9 0,6-3-8 15,-6 3-10-15,9 0 9 0,-9 0-5 0,17 7-4 16,-11-3 4-16,3 4-5 0,1-1-6 0,-4 3-7 16,1 0-3-16,-3 2-5 0,0-1-3 0,2 4-3 15,-6-1-3-15,-1 2-4 0,-4 2-6 0,1-3 0 16,-3 2-7-16,-1-3-3 0,1 0-14 0,-3 1-21 16,-3-2-23-16,3 0-32 0,0 1-38 0,-1-2-34 15,-1 0-118-15,3-2-275 0,-2-1 123 0</inkml:trace>
  <inkml:trace contextRef="#ctx0" brushRef="#br0" timeOffset="86798.34">27587 6531 27 0,'4'-3'156'0,"-4"3"8"16,0 0-5-16,8-3-21 0,-8 3-8 0,0 0-16 15,0 0-9-15,0 0-18 0,0 0-3 0,0 0-10 16,0 0 0-16,12 6-1 0,-12-6-6 0,7 7-4 16,-5-2 4-16,2 2-2 0,-2-2-7 0,1 3-6 15,1-2-4-15,0 1-3 0,-1-2-3 0,-3-5-5 16,5 10-2-16,-5-10-7 0,2 8 4 0,-2-8 4 15,1 4 6-15,-1-4 7 0,0 0 7 0,3 6 5 16,-3-6-3-16,0 0-2 0,0 0-6 0,0 0-9 16,0 0-2-16,0 0-3 0,0 0-3 0,0 0-7 15,-3-28-5-15,3 17-3 0,2 1 0 0,0 0-1 16,2 0-5-16,1-6 0 0,1 2 1 0,4-3-5 16,-4 5 0-16,3-2-2 0,3 1 0 0,0 1-2 15,-3 5-3-15,1-3 0 0,-2 4 0 0,1 2-1 16,-2 1-2-16,3 1-1 0,1 1-3 0,-11 1 2 0,11 1 0 15,-11-1 1-15,11 8 0 0,-9-2 4 0,2 2-1 16,-1 1-2-16,-1 1 3 0,0 3-1 16,-2-2 0-16,1 1 1 0,-1-2-2 0,0 3-14 15,0-2-17-15,0 0-28 0,-1-1-18 0,1 1-36 16,1 0-34-16,-1-2-44 0,1 0-157 0,-1-2-376 16,0-7 166-16</inkml:trace>
  <inkml:trace contextRef="#ctx0" brushRef="#br0" timeOffset="87204.43">28045 6470 196 0,'0'0'206'15,"-2"-10"0"-15,2 10-10 0,0 0-17 0,0 0-13 0,0 0-13 16,0 0-15-16,0 0-19 0,0 0-12 0,0 0-13 15,0 0-7-15,0 0-13 0,0 0-7 16,0 0-8-16,0 0-4 0,0 0-3 0,0 0-6 16,0 0-7-16,0 0 2 0,0 0-7 0,0 0-6 0,0 0-5 15,0 0-1-15,7 19-2 0,-7-19-2 0,4 8-2 16,-4-8 0-16,4 5-2 0,-4-5-2 16,6 7-2-16,-3-4 0 0,-3-3-1 0,10 4 1 15,-10-4-2-15,10 3 4 0,-10-3-4 0,11-1 3 16,-1-1-2-16,1 0 0 0,-1-2-4 0,0-1 5 0,1-2-2 15,-2 1 2-15,-2-1-1 0,-1-1-2 0,0-2 4 16,-3 0-4-16,1 0-1 0,-1 0 1 0,0 1 17 16,-3-3-3-16,0 3-1 0,-3-1 0 15,0 1-2-15,-1-1-1 0,-2 5-3 0,2-2-5 0,-6 2 0 16,4 3-6-16,-5 0-10 0,11 2-7 0,-25 6-17 16,8-2-17-16,2 5-23 0,-3 3-34 0,7-1-40 15,0-1-41-15,2 6-183 0,2-6-398 0,0 0 177 16</inkml:trace>
  <inkml:trace contextRef="#ctx0" brushRef="#br0" timeOffset="87886.33">26174 7738 44 0,'-36'13'77'0,"-3"-1"-7"16,3 0-6-16,5-3-2 0,-1 3 2 0,5-3 12 15,8-4-6-15,-2 3-3 0,3-5 9 16,5 0-3-16,2 0 0 0,-1 1 0 0,4-3 5 0,3 2 1 16,-4-2-5-16,9-1 1 0,-10 1 2 0,10-1-15 15,-8 1-6-15,8-1 1 0,0 0-5 16,0 0 5-16,0 0-4 0,0 0 5 0,29-13 1 0,-2 0-1 15,9-2-4-15,16-7-2 0,38-15-8 0,0-8 9 16,15 3 1-16,12-2-3 0,9 0-1 0,13-9-5 16,5 4-3-16,4-6-8 0,5-2 7 0,2-1-7 15,0 2 0-15,-7 2-1 0,0 4 4 0,-2 1 4 16,-11 2 1-16,-7 2-6 0,-5 5-2 0,-10 4-7 16,-8 1 1-16,-12 7-6 0,-33 8 3 0,-3 0-6 15,-6 2-1-15,-12 7 2 0,-6-1-2 0,-9 3-3 16,-4 2 4-16,-3 1-4 0,-8 3 2 0,-2 0-3 15,0 2 2-15,-1-2-1 0,-6 3-10 0,5-5-27 16,-5 5-29-16,0 0-47 0,0 0-41 0,-28-2-38 16,-1 6-224-16,-3 3-433 0,-8-4 192 0</inkml:trace>
  <inkml:trace contextRef="#ctx0" brushRef="#br0" timeOffset="-81960.22">17636 10454 10 0,'0'0'18'0,"0"0"0"0,12-4-4 0,-12 4 1 0,0 0-5 16,0 0-1-16,12-1-1 0,-12 1-1 0,0 0 5 15,10 0-2-15,-10 0-4 0,0 0 6 0,12 0-7 16,-12 0-2-16,9-2 6 0,-9 2-6 0,11 0 8 15,-11 0-5-15,12 2 5 0,-6-2-3 0,-6 0 6 16,20-2 2-16,-7 2-3 0,1-1-4 0,-1 0 3 16,2 0-6-16,1-1 2 0,-2 2-1 0,-1 0-2 15,4-3 3-15,-2 3 3 0,1 0-3 0,-2 0-4 16,4 0 0-16,-2 0 3 0,1 0-1 0,0-3 0 16,2 3 0-16,-6 0-4 0,5 0 4 0,0 0-1 15,-4-1-7-15,4 1 2 0,-6-2 5 0,6 4-5 16,-4-4-1-16,0 2 3 0,-1 2-6 0,1-2 9 15,-1-2-5-15,0 2 6 0,1 0-3 0,-1 0-3 16,-1 0 3-16,-1-1-5 0,0 1-1 0,1 0-3 16,-5 1 0-16,1-1-4 0,-8 0 3 0,14 2-3 15,-14-2-5-15,12 1-5 0,-12-1-5 0,9 0-23 16,-9 0-50-16,6 1 23 0</inkml:trace>
  <inkml:trace contextRef="#ctx0" brushRef="#br0" timeOffset="-80776.08">18448 10503 18 0,'0'0'13'0,"0"0"1"0,-5-6 0 0,5 6 0 16,0 0-6-16,0 0 3 0,-6-3-2 0,6 3-1 0,0 0 0 15,0 0-2-15,0 0 0 0,-9-2-4 0,9 2 4 16,0 0 2-16,0 0-2 0,0 0-2 0,0 0-4 15,0 0 3-15,0 0-1 0,0 0 2 0,0 0 0 16,0 0-4-16,0 0-1 0,0 0 1 0,0 0 2 16,0 0-1-16,0 0 0 0,0 0-1 0,0 0 6 15,0 0-2-15,14-10 1 0,-14 10-2 0,0 0 6 16,6-4-5-16,-6 4-1 0,0 0-1 16,10-1 4-16,-10 1-5 0,8-2 1 0,-8 2 0 0,12-4 5 15,-4 2-1-15,3 0-1 0,-1-2-3 0,1 2 11 16,2-1-1-16,7-1 2 0,-1 0-1 0,1-1 3 15,1 0-2-15,8 2-4 0,-3-4-6 0,2 2 9 16,-1 0-3-16,-6 2-1 0,0 0 0 0,1 0 0 16,-2 1-5-16,2 0 1 0,-1-2 4 0,1 2-8 15,6-3 4-15,-7 3-3 0,7 0 1 0,-6 0 0 16,-1-1 1-16,0 2 2 0,8-1-8 0,-7 1 1 16,0-1 3-16,-1-1-3 0,0 0 4 0,-1 1 0 15,1 0 1-15,-1 0-5 0,-2 0 1 0,0 0 9 16,0 2-9-16,-1-3-1 0,-4 2 1 0,0 1 1 15,3-1 4-15,-4-1-7 0,2 2 5 0,-1 0-1 16,-1-2-2-16,0 1-3 0,1-1 0 0,-1 2 4 16,-1-3 0-16,1 2-3 0,-1 0 2 0,0-1 1 15,-4 2-4-15,2 0 6 0,0-3-3 0,1 2 2 16,2-2-7-16,-1 3 0 0,0-2 5 0,0-2-1 16,-2 3 3-16,1-2 4 0,0 0 0 0,1 3-5 15,-2-4 2-15,-3 2-4 0,3 1 1 0,-1-1 0 16,-8 2-1-16,12-3 1 0,-4 2-2 0,-8 1 3 15,12-3 0-15,-12 3-2 0,9 0-5 0,-9 0 6 16,10-1-1-16,-10 1 0 0,7-2 4 0,-7 2-1 16,8 0-3-16,-8 0 0 0,8-2 0 0,-8 2 0 15,0 0 4-15,11 0-6 0,-11 0 4 0,10-1-6 16,-10 1 9-16,10-1-3 0,-10 1-3 0,10-2 3 16,-10 2 2-16,0 0 0 0,11-1-3 0,-11 1 5 0,7-1-7 15,-7 1-4-15,0 0-11 0,0 0-5 0,0 0-8 16,10 2-3-16,-10-2-25 0,0 0-63 0,0 0 29 15</inkml:trace>
  <inkml:trace contextRef="#ctx0" brushRef="#br0" timeOffset="-80264.36">19269 10467 28 0,'20'-3'43'0,"10"0"-6"0,-8 0-4 16,0 0 0-16,5-1-2 0,-1 2-4 0,-4-1 0 16,-2 1 1-16,2 0-11 0,-4 2 2 0,1-2 4 15,-1 1-3-15,1-2-8 0,-2 2 0 0,0-2-1 16,-4 3-1-16,0-2 3 0,-1 2-9 0,-1-1 7 15,1 1 2-15,-3-1-4 0,3 0-7 0,-4 1 5 16,1 0-4-16,2-1 2 0,-11 1-5 0,13 0 6 16,-13 0-3-16,10-1-1 0,-10 1-3 0,12 0 5 15,-12 0 2-15,11-2-1 0,-11 2 1 0,8-1-6 16,-8 1 1-16,0 0 0 0,0 0 4 0,10 0-5 16,-10 0-1-16,0 0 1 0,0 0 4 0,0 0-8 15,8-1 1-15,-8 1-3 0,0 0 0 0,0 0 1 0,0 0-6 16,0 0-5-16,0 0-5 0,0 0-11 15,0 0-3-15,0 0-29 0,0 0-68 0,0 0 30 16</inkml:trace>
  <inkml:trace contextRef="#ctx0" brushRef="#br0" timeOffset="-80065.05">19806 10414 3 0,'7'-3'-1'0</inkml:trace>
  <inkml:trace contextRef="#ctx0" brushRef="#br0" timeOffset="-73328.28">28708 8492 74 0,'0'0'117'0,"0"0"2"16,-3-6-10-16,3 6-7 0,0 0-2 0,0 0-6 15,0 0-4-15,-2-9 3 0,2 9-14 0,0 0-2 16,0 0-2-16,0 0 6 0,0 0-18 0,0 0 2 16,-1-8-3-16,1 8-4 0,0 0-2 0,0 0-2 15,-3-8-1-15,3 8 3 0,0 0 1 16,0 0-1-16,-3-9 3 0,3 9-2 0,-4-6-1 0,4 6-4 16,0 0-3-16,-1-8-1 0,1 8-5 0,0 0-2 15,0 0-3-15,0 0 0 0,-2-6 4 0,2 6-4 16,0 0-4-16,0 0-5 0,0 0-2 0,0 0-5 15,0 0-3-15,0 0-3 0,0 0 0 0,0 0-4 16,0 0-2-16,0 0 0 0,0 0-3 0,0 0-1 16,0 0 0-16,0 0 0 0,0 0 1 0,0 27-3 15,-3-15 1-15,6-2 5 0,-6 2-6 0,6-2-2 16,-3 1-5-16,0 1 0 0,1 0 1 0,0 1-1 16,-1-1 1-16,1-4-1 0,1 5 0 0,0-2 1 15,1 0 3-15,0-2-1 0,-1 1-3 0,-1 2 1 16,1-4 6-16,0-1-7 0,-2 1 8 0,3-3-7 15,-3-5 4-15,4 10-6 0,-1-6 6 0,-3-4-2 16,0 0 2-16,0 8-4 0,0-8 5 0,0 0-3 16,0 0-1-16,3 6 1 0,-3-6 4 0,0 0-5 0,0 0 4 15,0 0 1-15,0 0-2 0,0 0-2 0,1 7 2 16,-1-7-3-16,0 0 0 0,0 0 0 16,0 0-1-16,0 0 2 0,0 0 0 0,3 6-3 15,-3-6 3-15,0 0-3 0,0 0 1 0,1 11-1 16,-1-11 4-16,1 8-2 0,-1-8-2 0,0 10 3 0,0-10 1 15,2 12-2-15,-2-5 1 0,0-7 0 0,2 13 4 16,0-7-1-16,-1-1-3 0,-1-5-10 0,0 12-6 16,-1-2-12-16,1-10-15 0,-3 13-22 0,2-6-29 15,-1-1-6-15,2-6-20 0,-2 10-17 0,2-10-41 16,-7 9-122-16,4-7-324 0,3-2 144 0</inkml:trace>
  <inkml:trace contextRef="#ctx0" brushRef="#br0" timeOffset="-73000.19">28567 8510 47 0,'7'-7'138'0,"3"0"1"16,0 3-1-16,8-1-8 0,1 0-4 0,8 4-10 15,1 2-7-15,-1 1-11 0,3 4-11 0,-1 0-8 16,0 4-2-16,-4 1-4 0,0-1-13 0,-3 8-2 16,-9-5-7-16,0 2-3 0,-2 1-5 0,-1 6-4 15,-5-4-3-15,-1 2-1 0,0 4-9 0,-4-5 6 16,-3 0-3-16,1 1-5 0,-3-1-1 0,-4-1-1 16,0 4 1-16,-9-2-1 0,0-1 1 0,-2-2-3 15,0 0 2-15,5-5-4 0,-3-1-5 0,0 0 0 0,3-4-1 16,-3 2 0-16,8-3-6 0,-2-3-15 0,0 0-28 15,1-2-12-15,3 0-23 0,8-1-39 16,-13-2-32-16,6-1-132 0,1-1-297 0,6 4 131 16</inkml:trace>
  <inkml:trace contextRef="#ctx0" brushRef="#br0" timeOffset="-72793.36">28951 8635 48 0,'4'-6'180'0,"2"-1"-7"0,-1 0-2 0,-2 3-10 0,-3 4-11 16,6-8-7-16,-6 8-15 0,4-6-13 16,-4 6-13-16,0 0-8 0,0 0-12 0,12 9 0 0,-6 0-11 15,-1 4 0-15,-1 2-5 0,-2 5-7 0,1 4-6 16,-1 3-4-16,0-2-6 0,0 0-15 0,0-5-16 16,-1-1-18-16,0 7-18 0,0-7-42 15,1-2-27-15,-2 0-40 0,0-5-161 0,0-2-317 0,0 1 140 16</inkml:trace>
  <inkml:trace contextRef="#ctx0" brushRef="#br0" timeOffset="-72386.41">29246 8355 45 0,'-5'-4'188'15,"5"4"-14"-15,-6-7-9 0,6 7-11 0,-4-6-19 16,4 6-15-16,0 0-6 0,0 0 8 0,-5 31 11 16,3-5-2-16,4 3-9 0,-2 18-8 0,0 0-7 0,0 2-8 15,0-2-6-15,1 2-13 0,-1-3-3 16,2 0-3-16,0-11-9 0,-1-1-2 0,2-3-9 16,0 4-5-16,-1-3-7 0,-1-2 0 0,1-1-6 15,0-1 0-15,0-2-3 0,-2 0-14 0,0-6-19 0,-1-4-18 16,-2 1-25-16,-2-2-29 0,4-5-30 0,-1-2-40 15,-1-2-37-15,-1-1-176 0,4-5-386 0,-14 0 171 16</inkml:trace>
  <inkml:trace contextRef="#ctx0" brushRef="#br0" timeOffset="-72037.69">29100 8850 59 0,'4'-3'141'0,"-4"3"-12"0,9-8-9 0,1 4-19 0,1-2-10 15,0-1-5-15,6 2-8 0,-4 0-8 0,4-1-10 16,1 0-15-16,1-1-3 0,2 2-17 0,-2-2-14 16,-1-1-11-16,-3 0-3 0,1 0 5 0,-4-3-6 15,-1 3 9-15,0-5-2 0,-3 3 0 0,1-6 8 16,-3 3 3-16,-1-2 3 0,-2-2-2 0,-2 2 14 16,-1-4 2-16,-4-1 4 0,2 2 12 0,-2 3-4 15,0-2 9-15,-4 2-2 0,5 2 12 0,-1 3 9 16,1 1 9-16,1 2-3 0,-1 3-9 0,3 4-8 15,-4-8-11-15,4 8-7 0,0 0 0 0,0 0 12 16,7 23 12-16,-4-4 5 0,3 8-6 0,-1 4 7 16,0 4-6-16,-3 0-5 0,-1-2-3 0,2-1-1 15,-2 3-4-15,-1-5-7 0,2 3-3 0,-1-3-4 16,0-3-4-16,-2-1-3 0,-2 0-8 0,2-6-23 16,1 1-22-16,-1-6-21 0,2 3-22 0,-2-4-30 15,1-4-40-15,-2-1-26 0,4-2-30 0,-2-7-160 0,-2 11-379 16,2-11 168-16</inkml:trace>
  <inkml:trace contextRef="#ctx0" brushRef="#br0" timeOffset="-71390.01">29378 8777 102 0,'1'-12'155'0,"-1"12"-15"0,4-11-14 15,2 4-5-15,3-1-9 0,-1 2-9 0,2-2-6 16,5-1-7-16,-1 0-2 0,2 2-12 0,-2-1 0 0,5-1-17 15,-4 1 1-15,1 0-7 0,-5 2-2 16,-1 0-4-16,2 1-4 0,-4-2 0 0,-2 3 1 0,-1 0 1 16,0-2-9-16,0 2-2 0,0 1-4 15,-5 3 3-15,6-8 2 0,-6 8-7 0,3-5 2 0,-3 5-3 16,0 0-6-16,0 0-4 0,0 0 1 0,0 0 3 16,6 16 5-16,-8-6 7 0,4 2 1 0,-2 2 3 15,2 4-1-15,-1-2-2 0,-2 3-2 16,6-2-3-16,-5-1-3 0,4-3-4 0,-2 0-4 0,2-2 4 15,1 1-4-15,2-3 0 0,2-1-3 0,0-2-1 16,1-3 3-16,1-1-4 0,1-2-2 0,6-5-2 16,-7 1 2-16,6-2-4 0,0-4-2 15,-6-2-2-15,2-1-1 0,0-1 1 0,-1 0 3 0,-5-3-6 16,-2 1 0-16,0-2 3 0,-4 1-6 0,-1-3-3 16,2 1-2-16,-4 0 0 0,1 2 6 0,1 4-3 15,-1 1 3-15,-2 2-3 0,2 2 1 0,0 1-3 16,1 7 0-16,0-10-4 0,0 10 4 0,0 0 0 15,0 0-2-15,0 0 8 0,0 0 0 0,5 32-1 16,-1-16 1-16,0 1 2 0,-2 0 1 0,3 0-5 16,-1-1 2-16,1 0 0 0,0-4 3 0,4 2-3 15,0-5 2-15,-1 1-1 0,2-3 4 0,1 2 0 16,0-3 0-16,2-4-4 0,0 0-3 0,-1-1-8 16,2-4-3-16,0 1 0 0,3-6 2 0,-4 3-5 15,2-4 6-15,-2-1 4 0,-3 2-1 0,1-3-3 0,-3 1 3 16,-3 1 4-16,-1-2-2 0,0-2 2 0,-2 1-3 15,0 2 4-15,-2-1 0 0,-2 1-1 16,2 10 9-16,0-12 4 0,0 12-1 0,0-9-3 16,0 9-4-16,0 0 0 0,0 0-5 0,0 0 4 15,0 0 2-15,0 0 1 0,0 0 5 0,-6 30-1 16,6-18 5-16,0 4-4 0,1-1 0 0,-1 0 1 16,0 1 2-16,2 1-7 0,-1-5 3 0,-2 5 1 15,1-4 1-15,1-1-11 0,-1 1-13 0,1-3-22 0,-1 0-21 16,3 0-20-16,-3-1-28 0,2-2-22 0,-2-7-24 15,3 12-162-15,-3-8-339 0,0-4 151 0</inkml:trace>
  <inkml:trace contextRef="#ctx0" brushRef="#br0" timeOffset="-71199.69">30198 8629 90 0,'0'0'201'0,"1"-9"-19"0,-1 9-18 16,0-7-16-16,0 7-18 0,0 0-14 0,0 0-6 15,0 0 2-15,0 0 3 0,9 18-13 0,-7-3-8 16,-1 3-9-16,0 0-8 0,-1 0-10 0,2 1 1 16,-2 7-15-16,0-8-18 0,-2 0-27 0,0 0-27 15,2 0-21-15,0-3-25 0,1-4-20 0,-1 0-31 16,1 0-24-16,-2-3-109 0,1 0-270 0,0-8 120 16</inkml:trace>
  <inkml:trace contextRef="#ctx0" brushRef="#br0" timeOffset="-71041.8">30156 8403 78 0,'-5'-11'162'0,"1"0"-19"16,0 5-14-16,2 2-11 0,2 4-33 0,-7-8-3 16,7 8-25-16,0 0-27 0,0 0-15 0,-6 15-35 15,7-5-34-15,1 5-84 0,0 3-149 0,3-1 67 16</inkml:trace>
  <inkml:trace contextRef="#ctx0" brushRef="#br0" timeOffset="-70560.43">30328 8550 122 0,'0'0'182'0,"0"0"-17"0,0 0-18 0,0 0-17 16,0 0-8-16,0 0-4 0,0 0 11 15,0 0 8-15,-2 17-9 0,3-7-12 0,0 3-6 16,3 3-10-16,-1 0-12 0,1 1-11 0,-3-4-6 15,3 3-8-15,0-1-2 0,3-1-11 0,0-4-1 0,-1 1-4 16,1-4-8-16,0 3-7 0,1-4-3 16,-3-2-6-16,1 1-2 0,0-4-5 0,1 2-1 15,-7-3-2-15,9 0-9 0,-9 0-7 0,9-8-6 16,-5 4 2-16,-4 4 2 0,6-11-4 0,1 2 1 0,-5 1-5 16,-1-3-1-16,3 0-1 0,-4 0-3 0,3-2 5 15,-1 3-3-15,0-2 4 0,0 1 2 0,1 4 1 16,-2 1-3-16,3-2 1 0,-4 8 2 0,4-8-5 15,-4 8 5-15,7 0 11 0,-7 0 0 0,13 5 8 16,-4-1 0-16,0 6-1 0,-1-3-3 0,0 3 5 16,0 0 4-16,-3-1-8 0,3 1 5 0,-1 0 0 15,-4-1 3-15,2-2-4 0,-2-1-7 16,-3-6 8-16,4 10 2 0,-2-7 4 0,-2-3 6 0,0 0 1 16,0 0 2-16,0 0-1 0,0 0-4 0,0 0-3 15,0 0 1-15,12-15-5 0,-12 6-2 0,4-2-2 16,0 1 5-16,7-3-7 0,-6 1 0 0,3 1-4 15,-2 1 0-15,3 0-1 0,-1 1-6 0,-2 3 5 16,2-1-8-16,0 4 7 0,1 0 2 0,-2 2-4 16,3 1 0-16,-1 5 1 0,-1 0-4 0,-1 2 1 15,0 0 6-15,-1 5-9 0,1 1-3 0,-3-1-16 16,1 2-14-16,-2 3-29 0,-2-2-43 0,0-2-32 16,-2-1-47-16,-4 1-120 0,1-3-336 0,-3 0 149 15</inkml:trace>
  <inkml:trace contextRef="#ctx0" brushRef="#br0" timeOffset="-70334.2">31016 8265 108 0,'0'-15'234'0,"-1"6"-7"15,1 3-18-15,0 6-27 0,1-11-22 0,-1 11-7 16,0 0 12-16,0 0-4 0,4 27-6 0,-3-7-11 15,2 10-14-15,-4 16-9 0,1 3-9 0,-2-14-11 16,4 1-12-16,-1 9-4 0,0-12-11 0,0-1-17 16,-1-1-24-16,3 0-30 0,-7-2-29 0,5-2-37 0,-1-1-44 15,0-8-41-15,3 0-38 0,-6-4-177 16,1-3-392-16,2-2 174 0</inkml:trace>
  <inkml:trace contextRef="#ctx0" brushRef="#br0" timeOffset="-69639.21">31085 8729 57 0,'6'-7'185'0,"2"-2"-14"0,0 0-10 16,1-2 2-16,3-1-1 0,0 2-6 0,1-1-14 15,-3-2-8-15,-2 3-7 0,7-2-11 0,-5-4-12 16,2 3-6-16,-1-4-10 0,-2 5-8 0,0-2-5 0,-1-2-2 16,-6 0-5-16,2 7 3 0,-1 0-3 15,-2-1-4-15,-1 1-9 0,0 9 6 0,-4-13-12 16,2 10-6-16,2 3-2 0,-9-3-7 0,9 3-5 0,0 0 1 15,-16 13-8-15,9-1-4 0,-3 1 2 0,1 2-2 16,2 2-10-16,1-2-20 0,2 2-19 16,1-1-17-16,3 0-17 0,5-1-19 0,1 3-18 15,-1-3-8-15,5-1-26 0,0-1-9 0,-1-4-4 16,1-2 10-16,4 3 2 0,0-1 17 0,-1-4 7 0,1-2 16 16,-1 1 11-16,-2-1 30 0,0-2 14 0,-6 0 21 15,-5-1 31-15,9 0 27 0,-9 0 14 16,7-4 9-16,-7 4 18 0,6-8 7 0,-3-1 1 15,1 1 6-15,2-2-1 0,-4-2 0 0,3 1 2 16,-1-4-7-16,1-1-3 0,3 2-4 0,-1-2-11 0,2-3-1 16,-2 3-4-16,0 2-1 0,0 6 0 0,0-2-7 15,0 2-4-15,-2 4-9 0,-1-1-4 16,-4 5-1-16,8-1-5 0,-8 1-6 0,0 0 2 16,16 9-6-16,-11 1-2 0,0 0 5 0,3 1-2 0,-2 1-7 15,-2 0-1-15,3-2 1 0,-2 2-4 0,0-2-1 16,2 1 0-16,0-1 0 0,-1-2-4 0,2-1 6 15,2-1-4-15,-1-2-2 0,0-3-2 0,1 1-3 16,3-4-6-16,1 1-2 0,-1-4-1 0,1-3 1 16,1 0 1-16,-2-2 1 0,1 1-1 0,-5-5 2 15,-1 7 0-15,-2-6 1 0,3-2-1 0,-4 5 0 16,-1-3 0-16,-1 2 0 0,-3-1 2 0,1 0 1 16,-1 2 4-16,0 0 5 0,0 10-1 0,-1-11 8 15,-3 4-8-15,4 7 1 0,0 0-7 0,-5-6 3 16,5 6 0-16,0 0-3 0,0 0 2 0,-20 17 1 15,15-10-2-15,0 3 0 0,0 1-3 0,0 0 2 16,1 1 0-16,2-2-1 0,0 1 0 0,2 1-1 16,2-1-1-16,-2 0 1 0,1 3-1 0,2-1-3 15,-1-1-1-15,-1-1 4 0,4 5-1 0,-3 1 2 16,-2 0-2-16,2 0 3 0,-1-1-4 0,-1 0-1 16,-1 1 5-16,-1-1 3 0,0-3-7 0,-3 3 5 15,2 0-10-15,-3 0-9 0,1-5-16 0,-4 1-15 16,5-1-20-16,-3-1-25 0,-2-2-36 0,2 1-38 15,2-2-40-15,-4-2-164 0,3 0-399 0,6-5 176 0</inkml:trace>
  <inkml:trace contextRef="#ctx0" brushRef="#br0" timeOffset="-69397.75">31881 8282 166 0,'-1'-8'239'0,"1"8"-28"0,1-10-22 0,-1 10-17 16,0 0-15-16,0 0 15 0,0 0-11 0,0 0-12 15,6 37 0-15,-6-9-17 0,1 3-2 16,-2 2-16-16,-1-2-9 0,0 0-9 0,2 0-6 16,1-2-14-16,-2-1 0 0,2 0-15 0,-2-2-39 0,1-8-17 15,-2 2-24-15,0-4-26 0,0 0-35 0,0 0-33 16,2-4-35-16,-1-3-32 0,1 0-169 0,-4-5-376 15,4-4 167-15</inkml:trace>
  <inkml:trace contextRef="#ctx0" brushRef="#br0" timeOffset="-69014.16">31941 8474 75 0,'8'-11'151'0,"-2"6"-5"0,3-3-4 0,2 0-6 0,-4 1 0 16,2-3 10-16,-1 2-5 0,1 1-1 0,2 0-9 15,-4 1-5-15,0-3 3 0,-1 2 1 0,-1 4-13 16,0-4 1-16,-2 1-19 0,1 0-5 16,-4 6-2-16,7-10-10 0,-5 5-7 0,-2 5-7 0,4-9-7 15,-4 9-6-15,3-6-7 0,-3 6-6 0,0 0-5 16,0 0-6-16,0 0 1 0,0 0-2 0,14 13-3 16,-9-4 4-16,-3 1-6 0,2 7 9 0,-2-2-9 15,1 2-1-15,0 2-3 0,-1-3 5 16,-2-2-11-16,3-2-2 0,-2 0-1 0,1 2 0 0,-2-1-1 15,1-4 0-15,1 0 1 0,0-2-7 0,-1-1 1 16,-1-6 1-16,1 7-1 0,-1-7 1 0,4 7-1 16,-4-7 2-16,8 0-4 0,-8 0 2 0,12-1-3 15,-4-3 6-15,-3 1-9 0,7-1 0 0,-2-1-2 16,0 2 0-16,-2 1-3 0,1 0 1 0,-3 0 1 16,-6 2 0-16,12-1-1 0,-12 1-1 0,11 5-1 15,-7-2-10-15,-4-3-14 0,7 9-21 0,-4-4-19 16,-1 3-26-16,-2-8-38 0,4 12-44 0,-2-5-28 0,3 0-21 15,-4-1-129-15,-1-6-386 0,5 10 172 16</inkml:trace>
  <inkml:trace contextRef="#ctx0" brushRef="#br0" timeOffset="-68906.09">32357 8622 14 0,'0'0'108'0,"0"0"-29"0,0 0-37 0,-2-16-43 16,2 16-40-16,0 0-43 0,0 0 19 0</inkml:trace>
  <inkml:trace contextRef="#ctx0" brushRef="#br0" timeOffset="-68208.44">28730 9331 74 0,'0'-8'154'0,"0"8"-8"0,0 0-10 16,0 0-3-16,11 31-3 0,-4-13-5 0,-1 11 1 0,-1 3-11 15,-1 14-11-15,-4-10-9 0,3 12-10 0,0 0-8 16,-3-14-8-16,-2-2-5 0,2 0-4 16,0-2-8-16,-1-1-9 0,1-10 2 0,0 7-2 0,0-11-2 15,1-1-4-15,-1-5 1 0,1 1-3 0,-1-3-3 16,0-7-4-16,-1 15 3 0,2-8 9 0,-1-7 5 16,1 6 3-16,-1-6 4 0,0 0-2 0,0 0-3 15,0 0-6-15,0 0-5 0,0 0-5 0,0 0-4 16,17-18 0-16,-12 14-2 0,3-2 6 0,0-1-10 15,-1 4 0-15,1-3-1 0,5 1-4 0,-1 0-1 16,5 3-2-16,1-1 1 0,0 2-3 16,5-3-11-16,5 1-18 0,0 2-22 0,-1 1-27 0,1 1-20 15,0-1-35-15,0-1-21 0,-1-1-37 0,-7 2-169 16,-8 0-378-16,7-3 168 0</inkml:trace>
  <inkml:trace contextRef="#ctx0" brushRef="#br0" timeOffset="-67848.03">29279 9647 93 0,'-2'-7'191'0,"0"0"4"0,2 7-4 15,-5-9-11-15,5 9-20 0,-3-6-16 0,3 6-17 16,0 0-6-16,0 0 10 0,0 0-4 0,5 29-11 16,0-12-6-16,-3 2-7 0,3-1-9 0,-2 3-9 15,0-2-2-15,3 5-8 0,-2-5-8 0,-2 0 1 0,6-3-6 16,-6 2-12-16,2-8 3 0,-1 1-9 0,1-1-1 15,-2 0-7-15,1-2-2 0,-2-2-3 16,0-1 0-16,-1-5-4 0,3 8 9 0,-3-8 2 16,0 0 6-16,4 6-5 0,-4-6-2 0,0 0-6 0,0 0-2 15,0 0-2-15,4-19-7 0,-2 10 0 16,3-1-3-16,2-5 1 0,0-3-6 0,3 3-3 16,2-1 0-16,-2 1-2 0,2 3-1 0,-3 3-3 15,2 1-4-15,-1 3 1 0,-1 1 0 0,2 3-2 0,-4 1 5 16,-7 0-1-16,16 7-2 0,-5-2 1 0,-3 3 0 15,-1 1 1-15,1 4 1 0,4-1-6 0,-7 1-7 16,0-3-18-16,-3 3-21 0,2 0-34 16,0-2-29-16,0 1-38 0,1 1-55 0,-1 2-45 0,0-5-150 15,0 0-431-15,-1-2 191 0</inkml:trace>
  <inkml:trace contextRef="#ctx0" brushRef="#br0" timeOffset="-67521.7">29990 9672 81 0,'-10'-8'225'15,"5"5"-14"-15,5 3-13 0,-12-2-10 0,12 2 1 16,-15 6-16-16,7 0-11 0,-6 6-7 0,3 1-7 16,-1 1-14-16,0 0-14 0,4 1-12 0,-3 2-8 15,7-6-14-15,1 5-5 0,1 0-11 0,4-4-5 16,1-1-11-16,0 0 0 0,3 0-6 0,3-4 1 15,3 0-8-15,1-2-2 0,4 0 0 0,1 0-9 16,2-5-2-16,-1-4-2 0,-1 2-4 0,-3-4 3 16,-4 1-1-16,1-2-1 0,-3-2 5 0,-1 0 6 15,-1-2-6-15,0-3-1 0,-1-2-1 0,-7 4-5 16,-1-5 2-16,-1 1-6 0,-2 0-1 0,-1-1-11 16,-1 1-1-16,0 6-16 0,-1-2-14 0,2 3-19 15,0 1-16-15,-1 3-22 0,2 2-20 0,-2 0-33 0,7 3-26 16,0 0-31-16,-14 3-25 0,14-3-147 15,-7 10-394-15,7-1 174 0</inkml:trace>
  <inkml:trace contextRef="#ctx0" brushRef="#br0" timeOffset="-67172.88">30215 9882 101 0,'0'0'193'15,"14"-5"10"-15,-9 1 6 0,1-2-13 0,-1-2-9 0,2 0-12 16,-3-1-15-16,2-1-16 0,-2 0-11 0,-2-2-10 15,4-1-13-15,-4-2-6 0,1-2-8 0,-1 0-6 16,0-2-6-16,-2 3-5 0,0-2-11 16,0-1-6-16,-2 4 2 0,0-3-4 0,0 10-6 0,1-4-4 15,-1 4-5-15,-1 0-5 0,3 8-4 0,-1-10-2 16,1 10-5-16,-2-7-8 0,2 7-3 0,0 0-2 16,0 0 0-16,6-8-8 0,-6 8 3 0,9 0-4 15,-9 0-2-15,21 3-3 0,0-2 0 0,-3-1-4 16,11 1 0-16,-9-1-3 0,-2 0 1 0,4 1 0 15,-2 1-1-15,-2-2 3 0,0 6-5 0,-6-3 4 16,-3 2-3-16,-2 1 3 0,2 1 5 0,-3-1 3 16,0 3 2-16,-1 1 1 0,-1 0 9 0,-3 0-4 15,0 0-5-15,1 4-3 0,-4-4 4 0,1 1 1 16,0 1-5-16,-3-3-22 0,1 2-26 0,1-1-28 16,-1 1-36-16,2-2-34 0,2-1-44 0,4-2-40 15,-5-6-157-15,8 7-415 0,2-5 184 0</inkml:trace>
  <inkml:trace contextRef="#ctx0" brushRef="#br0" timeOffset="-66877.92">30873 9390 84 0,'2'-13'228'0,"0"7"-21"0,-1 0-16 15,-1 6-13-15,4-5-3 0,-4 5 3 0,0 0 0 0,0 0 6 16,13 18-14-16,-9-3-3 0,3 2-9 0,-2 9-12 15,-1-2-16-15,-3 1-8 0,1 0-16 16,-1-4-8-16,0-3-7 0,2 0-10 0,-2 0-11 16,-1-2-2-16,3 0-12 0,-1-5-3 0,1 0-9 15,-2-1 0-15,3-2-2 0,0 0-9 0,-2 1 1 16,2-4-3-16,0 0-7 0,1 1-1 0,0-3-1 16,-5-3 1-16,13 4-4 0,-7-2 0 0,5-2 1 15,0-2 2-15,-2 0-13 0,1 0-7 0,2-1-25 16,-3-1-26-16,-3 0-23 0,3 0-34 0,0 0-37 0,0 1-24 15,0-1-38-15,2-2-12 0,0 4-21 0,-5 1-147 16,0-3-418-16,6 2 185 0</inkml:trace>
  <inkml:trace contextRef="#ctx0" brushRef="#br0" timeOffset="-66581.56">31236 9640 137 0,'10'-3'144'0,"-4"1"-1"0,-6 2 4 0,16-6 2 15,-7 3-1-15,0-2-5 0,1-1-3 16,1 1-5-16,1 0-4 0,-3-1-8 0,6-3-2 0,1 2-4 15,-5 1-6-15,3-6 0 0,-1 2-11 16,-2 0-1-16,-2 2-3 0,2-4 6 0,-4 2-5 0,-2 1-10 16,-1-3-5-16,0 3 2 0,-3-1-10 0,-2 0 4 15,-2 3-5-15,2-1-2 0,1 8-6 16,-8-9-5-16,3 3-5 0,5 6-3 0,-11-4-5 0,1 2-8 16,-1 6 10-16,-1 2-5 0,-4 5 2 0,0 3-4 15,2 0 7-15,-5 4-8 0,7-1 1 0,2-1 1 16,0 0-3-16,4 2-12 0,0-1-1 0,1-1 2 15,5-3-11-15,0-3 4 0,4 3 10 0,1-4-15 16,4 0 0-16,4 0-14 0,7-3-18 0,8 0-24 16,-1-3-22-16,0-3-31 0,-5 0-25 0,5 0-30 15,-6-2-48-15,2 1-57 0,-4-3-35 0,-5 1-171 16,-1-1-496-16,-1 2 220 0</inkml:trace>
  <inkml:trace contextRef="#ctx0" brushRef="#br0" timeOffset="-65775.51">28865 10532 111 0,'-5'-10'179'0,"5"10"-14"15,-2-8-19-15,2 8-15 0,0 0-7 0,0 0 10 16,0 0-12-16,0 0-2 0,-6 21-1 0,5-7-9 16,1 1-5-16,0 3-5 0,1 3-4 0,-1 2-11 15,-1 4-4-15,2-2-8 0,-1 1-8 0,3-1-7 16,-3-5-6-16,0-8-7 0,3 5-2 0,-1-1 0 16,-2 1-10-16,1-5-3 0,-1-2-16 0,0 2-22 15,-1-2-26-15,1 0-22 0,0-1-33 0,0-9-22 16,2 11-25-16,-2-11-20 0,-2 6-143 0,2-6-325 15,0 0 144-15</inkml:trace>
  <inkml:trace contextRef="#ctx0" brushRef="#br0" timeOffset="-65524.06">28786 10549 27 0,'5'-6'141'0,"4"0"6"0,9 2-1 0,2-1-11 16,10 0 10-16,2 4-5 0,5 2-5 0,0 5-7 0,-3 2-4 15,1 4-9-15,-4-1-9 0,-1 4-16 0,-6 1-6 16,-3 5-5-16,-1-1-10 0,-4 1-6 0,-9-3-2 16,2 5-6-16,-7-4-6 0,-2-2-4 0,-3 3-4 15,-1-2-2-15,-2 0-5 0,-6 0-2 0,1-1-2 16,-3-2-2-16,-2 0-2 0,-4 1-3 0,3-5-2 16,-7 4-6-16,6-8-6 0,0 1-11 0,-1-6-16 15,1 3-24-15,0 0-24 0,5-2-21 0,2-3-33 16,2-1-24-16,9 1-43 0,-9-4-99 0,9 4-311 15,-6-10 138-15</inkml:trace>
  <inkml:trace contextRef="#ctx0" brushRef="#br0" timeOffset="-65346.67">29305 10642 174 0,'5'-5'172'0,"-1"1"-3"15,0 0-6-15,-4 4-2 0,6-3-14 0,-6 3-12 16,0 0-12-16,0 0-9 0,0 0-7 0,0 0-3 15,11 16-10-15,-9-4-7 0,-2 2-8 0,1 3-6 16,-1 1-12-16,-1 1-11 0,1-1-26 0,0 1-34 16,1 0-30-16,-1 0-23 0,1-2-43 0,2-2-48 15,-4 2-124-15,2-6-300 0,-1-4 133 0</inkml:trace>
  <inkml:trace contextRef="#ctx0" brushRef="#br0" timeOffset="-64979.82">29566 10427 101 0,'0'0'158'15,"-8"0"8"-15,8 0-18 0,0 0-3 0,0 0-4 16,-13 13 16-16,11-3-5 0,-1 7-4 0,3 7-8 16,1 3-5-16,2 4-6 0,-1 1-10 0,3 0-6 0,1 4-11 15,-1-1-8-15,1-1-12 0,-2-1-6 16,0-1-6-16,2 1-5 0,-1-6-9 0,-1 1-5 0,3-2-3 15,-5-1-5-15,1-8-12 0,-1 2-21 16,-4-2-27-16,0 2-29 0,0-4-26 0,-2-4-40 0,1-3-46 16,-2 1-62-16,-4-2-123 0,0-2-371 0,0-4 164 15</inkml:trace>
  <inkml:trace contextRef="#ctx0" brushRef="#br0" timeOffset="-64648.1">29453 10811 102 0,'14'-10'138'0,"-2"5"-9"16,4-5-4-16,2-1-18 0,1 1-13 0,-2 1 1 15,7-3-20-15,-5 4-8 0,2 0-20 0,-5 1-6 16,4-1-17-16,-5-2-1 0,0 1-12 0,-6 0 6 16,3-1-6-16,-3 0 0 0,1-5 0 0,-2 2 3 15,-3-1 1-15,-3 3 14 0,1-5-5 0,-2 1 5 16,-2 5 4-16,-2-2 15 0,3 2 7 0,-1 2 6 15,-1 0 0-15,0-1 6 0,-2 2 8 0,4 7-1 16,-1-8 1-16,1 8-12 0,0 0-10 0,0 0-3 16,0 0 10-16,0 0 5 0,0 0 5 0,0 0-3 15,5 34-2-15,-2-15 7 0,2 7-2 0,-3 1-7 16,1 1-2-16,1 0-6 0,0-2-5 0,-4 2-7 16,-2 0-2-16,1-3-6 0,2 4-5 0,-1-4-16 15,2-6-20-15,-4 6-25 0,2-7-27 0,-2-2-41 16,2 1-33-16,1-5-47 0,-2-1-206 0,-1-1-418 15,1-5 185-15</inkml:trace>
  <inkml:trace contextRef="#ctx0" brushRef="#br0" timeOffset="-64029.55">29690 10764 79 0,'15'-8'146'0,"1"2"-8"15,4-2-6-15,8-1-11 0,-4 2-13 16,-2 0-9-16,-2 1-12 0,-1 2-14 0,3-2-7 16,-4-1-4-16,0 2 0 0,-2-1-9 0,-3 2-4 0,-1-2 5 15,-2 2 4-15,-2-2 10 0,-3 3-6 16,1 0-2-16,-6 3 7 0,6-4 2 0,-6 4-4 16,7-4-5-16,-7 4-1 0,0 0-11 0,0 0-3 15,0 0 0-15,0 0-2 0,0 0 6 0,5 14-8 0,-5-7 6 16,0-7-3-16,-1 15-6 0,2-3 0 0,-1-4 0 15,3 0-2-15,-2 0-3 0,2 1-1 16,0-2-6-16,4-2-1 0,-2 1 1 0,1-1-7 16,2 1 6-16,2-4-5 0,2-2-3 0,-2 1-3 0,2-3 2 15,1-1-5-15,-1-1-3 0,-1-4 2 0,2 0-7 16,-3-1-7-16,-2 2 5 0,-2 2-5 0,1-4-3 16,-2 0-4-16,1-1-3 0,-3-3 0 0,-3 1 0 15,1 0 0-15,-1-2 2 0,-2 4 1 0,0-2 1 16,1 2 3-16,1 10-1 0,-1-13-1 0,1 13-1 15,-2-9 1-15,2 9-2 0,0 0 2 0,0 0 0 16,0 0 8-16,0 0 10 0,0 0-2 0,0 0 1 16,4 32-4-16,-2-22 5 0,1 2-4 0,1-3 1 15,0 2-2-15,1-1 4 0,4-2-2 0,-1-1 1 16,0 0 0-16,2-1 2 0,2-3-4 0,-1-3 1 16,1 0-4-16,3-3 0 0,-4-2-7 0,2-1 3 15,-2 2 2-15,2-3-5 0,-4 0 2 0,-1-1 3 16,-2-1-3-16,2-1 3 0,-4 1-1 0,-3-1-3 15,0 0 1-15,-1 1 2 0,1 0 0 0,-1 9 2 16,0-15-4-16,0 15-2 0,-3-8 1 0,3 8 0 16,-2-7-1-16,2 7-1 0,0 0-1 0,0 0 3 15,0 0 3-15,0 0 4 0,0 0 2 0,-2 26-3 16,-1-17 1-16,2 4 2 0,1-1-2 0,0 0 2 16,0 5-2-16,1-5-1 0,3 0-9 0,-5 0-20 15,2 0-27-15,2 0-39 0,-2 0-17 0,0-2-43 0,0-3-29 16,1 0-143-16,-1 0-353 0,2-2 156 0</inkml:trace>
  <inkml:trace contextRef="#ctx0" brushRef="#br0" timeOffset="-63855.8">30442 10572 84 0,'3'-5'181'0,"-3"5"-3"0,2-10-19 0,-2 10-17 0,4-5-5 16,-4 5-5-16,0 0-8 0,0 0-11 0,5 22-5 15,-5-13-8-15,0 3-13 0,2 3-8 0,-1 1-7 16,-1 3-23-16,-1-2-32 0,-1 0-39 16,1 0-46-16,1 1-42 0,-1-6-151 0,-1 1-282 0,-1-3 125 15</inkml:trace>
  <inkml:trace contextRef="#ctx0" brushRef="#br0" timeOffset="-63686.79">30391 10409 37 0,'0'0'72'0,"0"0"-29"0,10 19-15 0,-3-8-37 16,3 2-20-16,0 0-31 0,7 0 14 0</inkml:trace>
  <inkml:trace contextRef="#ctx0" brushRef="#br0" timeOffset="-63217.56">30677 10594 73 0,'0'0'181'0,"0"0"-13"0,0 0-4 0,0 0-4 15,0 0 0-15,-15 16-10 0,10-13-9 0,-1 6-4 16,3-2-6-16,-1 1-9 0,0 1-14 0,0 0-3 16,3-2-11-16,-1 2-9 0,0-2-6 0,2 2-10 15,4-2-5-15,-3 0-7 0,2 0-2 0,-3-7-7 16,6 7-8-16,-3-3-2 0,-3-4 1 0,13 4-10 15,-7-4-4-15,2 0-2 0,-8 0-6 0,13-3 0 16,-5 0-11-16,-1-1-6 0,-1-4 2 0,1 2-10 16,0-3 0-16,-2 0 1 0,2 1 0 0,-2-3-6 15,-1 3 0-15,0-3 2 0,3 1-2 0,-2 0-1 0,2 1 5 16,-2 2-3-16,1 0 1 0,1 1-2 16,-1 2 6-16,-1 0-4 0,-5 4 0 0,9-4 3 15,-9 4 11-15,12 6 1 0,-9-1 6 0,3 3 2 16,-4 3 3-16,1-1-3 0,-1-1 3 0,0 5-3 0,2-4 0 15,-3 2 2-15,-1-1 0 0,1-4-1 0,-2 2-7 16,2-2 3-16,-1-7-1 0,0 10 1 16,0-10 3-16,4 9-2 0,-4-9 4 0,0 7-3 15,0-7 2-15,0 0-9 0,0 0 2 0,0 0 0 0,13-17-3 16,-8 10 1-16,1-2 4 0,2 2-4 0,-2-2-2 16,1 0 2-16,0 2 0 0,2-4-4 0,-1 5 1 15,0 0-1-15,-2-2-1 0,0 4-3 0,1 1 2 16,-7 3 0-16,9-2 0 0,-9 2 0 0,9 0 1 15,-9 0-3-15,10 7 4 0,-5-3-1 0,-3 2 4 16,-2-6-4-16,4 12-13 0,-1-3-25 0,-3-4-28 16,2 5-26-16,-2 0-37 0,3-1-22 0,2-2-23 15,0 0-158-15,3-1-361 0,2-5 159 0</inkml:trace>
  <inkml:trace contextRef="#ctx0" brushRef="#br0" timeOffset="-62981.62">31307 10408 25 0,'-7'-5'220'0,"7"5"-12"0,-10-2-7 0,10 2-2 16,-11 9 15-16,5 3-7 0,-6 5-9 0,5 0-12 16,-5 9-12-16,3 1-14 0,4-3-12 0,1 2-5 15,0-2-13-15,7 1-18 0,-2-7-11 0,2 1-7 16,1 0-13-16,0-4-2 0,2 0-8 0,3-1-25 15,-1-1-24-15,-1-4-37 0,2-2-41 0,3-2-35 16,-5-1-28-16,2-1-37 0,5-2-13 0,-2-2-17 16,1-3-28-16,-4 3-122 0,2-4-363 0,-2-4 160 15</inkml:trace>
  <inkml:trace contextRef="#ctx0" brushRef="#br0" timeOffset="-62729.97">31438 10599 150 0,'0'0'190'0,"0"0"-15"16,1-9 1-16,-1 9-14 0,0 0-1 0,0 0-4 15,0 0-8-15,0 0-9 0,0 0-14 0,0 0-9 16,0 0-7-16,0 0-3 0,13 14-10 0,-8-11-7 16,-5-3-10-16,13 6-4 0,-3-4-6 0,3-2-8 15,-3 2-7-15,2-4-1 0,-1 1-5 0,1-3-1 16,-2 1-1-16,1 0 2 0,-2-4 3 0,-1 1 3 16,-2 2 4-16,1-4-5 0,-5 0 1 0,-1 1-11 0,-1 0-3 15,0-3 0-15,-3 2-8 0,-4-2 0 0,1 2-5 16,1 1-4-16,0 0 0 0,-4 0-3 0,2 3-7 15,2 0-6-15,-1 0-10 0,6 4-16 16,-11-6-23-16,8 4-33 0,3 2-33 0,0 0-40 0,0 0-42 16,0 0-57-16,0 0-165 0,0 0-443 0,0 0 196 15</inkml:trace>
  <inkml:trace contextRef="#ctx0" brushRef="#br0" timeOffset="-62548.08">31687 10596 22 0,'0'0'221'0,"0"0"-9"0,0 0-9 0,10-1-11 0,-10 1-21 15,14-4-15-15,-3 1-16 0,-1 1-15 0,2-2-22 16,1 0-26-16,1 2-16 0,-1-2-25 0,-1 3-25 16,-2-2-27-16,1-3-37 0,0 3-39 0,0-1-39 15,-3 2-109-15,-3-2-260 0,1-2 115 0</inkml:trace>
  <inkml:trace contextRef="#ctx0" brushRef="#br0" timeOffset="-61896.67">31958 10458 139 0,'0'0'235'0,"0"0"-4"0,0 0-11 15,0 0-11-15,4-7-21 0,-4 7-17 0,0 0-15 16,1-9-16-16,-1 9-13 0,1-6-6 0,-1 6-6 15,3-10-21-15,-3 10-10 0,4-13-5 0,-2 3-10 16,0 1-1-16,2 0-7 0,-2 1-6 0,-1 0 5 16,-1 8 5-16,4-11-10 0,-4 3 5 0,0 8-13 15,0-11 0-15,0 11-3 0,-4-12-1 0,4 12-2 16,-2-9-5-16,2 9-1 0,-4-5-8 0,4 5-3 16,-7-4 0-16,7 4-4 0,0 0 0 0,-12 9-3 15,5-1 2-15,1 2-7 0,-2-1 5 0,2 1-7 16,1 0-1-16,-3 4 0 0,6-2 1 0,-1 0-5 0,3-2 2 15,0 2-9-15,1-1-13 0,3-2-5 16,2 1-13-16,2-2-28 0,0 1-14 0,0-3-12 16,3-1-28-16,2 0-19 0,-3 1-11 0,4-4-8 15,4-1-4-15,0-1-11 0,-5 0 13 0,1 0 0 16,-1-1 14-16,-1-1 5 0,-2-2 12 0,-1 1 20 16,0 1 23-16,0-3 19 0,-1 0 20 0,-4-2 11 15,2 2 17-15,-2-3 8 0,-2 2 26 0,0-1 3 16,-1-5 12-16,0 4 14 0,-1-1 25 0,2 1 7 0,-2 8 16 15,2-9 16-15,1 4-3 0,-3 5-8 0,0 0-9 16,1-8-14-16,-1 8-10 0,0 0-9 0,0 0 2 16,0 0-1-16,4 22 0 0,-4-9-4 15,1 4-5-15,-1 0-4 0,-1 3-3 0,1 0-6 16,0-2-4-16,-1 7-4 0,2-7 0 0,-2 0-7 0,1-1 2 16,0-8-7-16,4 1-1 0,-3-3 0 0,-1-1-1 15,0-6 1-15,0 0 2 0,0 0-5 0,0 0 3 16,0 0-4-16,0 0-3 0,0 0 1 0,0 0 6 15,2-30-2-15,-3 12 1 0,0 6-1 0,1-6 0 16,-4-1-4-16,1 0 1 0,1-7-3 0,-2-2 1 16,4 3-5-16,-4 0 3 0,3-4-5 0,2-3 3 15,0 3 0-15,5 1-4 0,-1 0-3 16,-3 3 2-16,3 1-3 0,3 6 4 0,-3 4-6 0,0 2-5 16,0 5-14-16,-3-1-13 0,3 2-9 0,1 5-4 15,-6 1-11-15,9 0-21 0,-9 0-14 0,12 10-25 16,-4-1-14-16,-1 1-42 0,-1 4-18 0,1 4-144 15,-5 0-366-15,1 0 162 0</inkml:trace>
  <inkml:trace contextRef="#ctx0" brushRef="#br0" timeOffset="-61496.37">32235 10426 16 0,'-4'6'180'0,"4"-6"2"0,-6 3 4 16,6-3 2-16,0 0-3 0,0 0-7 0,0 0-5 15,0 0-15-15,0 0-16 0,0 0-12 0,0 0-12 16,21-13-14-16,-14 8-11 0,3-2-9 0,-5 2-7 15,6 0-12-15,0-1-7 0,-1 2-4 0,1 0-6 16,-1 0-9-16,3 0-1 0,-3 1-7 0,1 3-4 16,0-3-4-16,-4 4-2 0,1 1-6 0,0 1 4 15,-2 1-2-15,-1 3-5 0,2 1 2 0,-1 3-4 16,-1-2 2-16,0 2-1 0,-1 1 2 0,0 0-3 16,-3-1 1-16,0 1 0 0,1 0-2 0,-1-2-4 15,0 0 1-15,1-1-1 0,0-3 1 0,-2-6 3 16,0 10-4-16,0-10 4 0,3 8-1 0,-3-8 2 15,0 0-5-15,0 0 4 0,0 0 5 0,0 0-10 16,0 0 0-16,0 0-1 0,-7-31-3 0,6 19 1 0,-2 1 4 16,2 0 0-16,0-8-4 0,0 2 3 15,-1-1-1-15,2 0 3 0,2-2-3 0,-2-5-1 16,1 0 1-16,-2-1-3 0,3 0 2 0,2 2-1 16,-1 4-3-16,0-6 1 0,1 9 0 0,0 0 1 0,-2 4-11 15,2 1-4-15,2 4-9 0,-4 1-12 16,1 1-13-16,2 2-5 0,-5 4-7 0,0 0-15 0,14 4-21 15,-14-4-17-15,9 8-21 0,-5 3-9 16,-1 0-19-16,-1 3-9 0,0 2-120 0,-3 2-314 16,0-1 139-16</inkml:trace>
  <inkml:trace contextRef="#ctx0" brushRef="#br0" timeOffset="-61262.05">32488 10371 63 0,'-2'7'133'16,"-1"-2"-8"-16,3-5 0 0,-2 9 6 0,-2-4 9 15,4-5 7-15,-3 7 5 0,3-7 6 0,0 0-11 0,0 0-10 16,0 0-13-16,0 0-11 0,9 5-15 0,-9-5-4 15,16-5-13-15,-6 1-10 0,0 0-4 0,3-1-8 16,1 3-10-16,3-4-5 0,0 4-2 16,-1-4-5-16,-4 4-9 0,-1-2 2 0,-1 3-7 0,-2-2-3 15,-8 3-3-15,14 0-6 0,-14 0 2 0,7 3 2 16,-7-3-1-16,8 9 0 0,-4-3 9 0,-2 0-12 16,1 2 6-16,-2 3 1 0,-1-4-2 0,1 3-3 15,-2 0 0-15,0-1-8 0,-2-1-9 16,2-1-32-16,-2 3-23 0,2-2-31 0,1-8-38 0,-1 10-25 15,1-10-45-15,-3 9-131 0,3-9-355 0,0 0 157 16</inkml:trace>
  <inkml:trace contextRef="#ctx0" brushRef="#br0" timeOffset="-60913.97">32689 10154 146 0,'0'0'166'0,"-1"-10"-17"0,1 10-11 16,0 0-18-16,0 0-20 0,0 0-10 0,0 0-12 16,0 0-17-16,0 0-9 0,0 0-19 0,0 0-16 15,0 0-9-15,48 38-9 0,-48-38-6 0,27 25-5 16,-27-25-4-16,28 19 0 0,-28-19 10 0,22 15 1 16,-22-15-9-16,20 13 8 0,-20-13 26 15,0 0 9-15,0 0 14 0,0 0 12 0,0 0 6 16,27 14 19-16,-27-14 11 0,0 0-1 0,0 0 4 0,0 0-6 15,0 0-3-15,0 0 3 0,0 0 1 0,0 0 0 16,0 0 4-16,0 0 2 0,0 0-7 0,-43 50-6 16,43-50-3-16,0 0-9 0,-16 30-3 0,16-30-4 15,0 0-8-15,-9 31-6 0,9-31-5 0,0 0-2 16,0 0-8-16,0 0-4 0,6 39-16 0,-6-39-21 16,0 0-32-16,0 0-25 0,30 15-42 0,-30-15-37 15,0 0-48-15,37 0-22 0,-37 0-158 0,0 0-399 16,0 0 176-16</inkml:trace>
  <inkml:trace contextRef="#ctx0" brushRef="#br0" timeOffset="-60735.51">33023 10282 115 0,'0'0'203'0,"0"0"-6"16,0 0 6-16,0 0 12 0,0 0-9 0,0 0-10 15,0 0-8-15,0 0-15 0,0 0-17 0,0 0-13 16,0 0-15-16,0 0-10 0,5 89-11 0,-5-89-14 15,0 0-23-15,-2 39-25 0,2-39-28 0,0 0-31 16,0 34-31-16,0-34-41 0,0 0-35 0,0 0-47 16,0 0-189-16,0 0-386 0,0 0 170 0</inkml:trace>
  <inkml:trace contextRef="#ctx0" brushRef="#br0" timeOffset="-60574.73">32888 10001 48 0,'0'0'115'0,"0"0"-13"0,0 0-24 0,0 0-27 16,0 0-45-16,0 0-73 0,0 0-72 0,0 0 31 16</inkml:trace>
  <inkml:trace contextRef="#ctx0" brushRef="#br0" timeOffset="-60432.83">33123 10379 201 0,'0'0'201'0,"0"0"-21"16,0 0-22-16,0 0-37 0,0 0-47 0,0 0-65 16,0 0-63-16,0 0-95 0,0 0-160 0,0 0 71 15</inkml:trace>
  <inkml:trace contextRef="#ctx0" brushRef="#br0" timeOffset="-59928.98">28837 11249 213 0,'-4'-6'226'0,"0"-1"-10"0,2 2-17 0,2 5-6 16,-3-11-18-16,3 11-18 0,-4-6-19 0,4 6-14 0,0 0-11 15,0 0-11-15,0 0-2 0,-6 18-7 16,5-5-8-16,-2 6-8 0,1 6-2 0,2 3-9 0,-3 0-7 16,3 2-2-16,0 0-6 0,-1-2-10 0,2-2-2 15,2 1-7-15,-3-8-23 0,0 2-16 16,2-4-22-16,-2 0-20 0,-2 1-28 0,2-4-25 16,0-3-30-16,2-3-29 0,-4 0-28 0,1-2-127 0,1-6-342 15,-4 5 152-15</inkml:trace>
  <inkml:trace contextRef="#ctx0" brushRef="#br0" timeOffset="-59673.82">28717 11248 119 0,'10'-5'155'0,"2"-1"-6"16,8 2 2-16,8 0-3 0,0 4-7 0,3 1-5 15,0 1-13-15,-2 3-9 0,3 3-8 0,-4 3-9 16,-1 2-9-16,-1 0-8 0,-3 5-7 0,-10-4-10 15,0 2-4-15,-2 0-9 0,-4 2 0 0,-2 0-7 16,-2 1-3-16,-6 8-2 0,-2-8-5 0,-1-1-1 16,-6 6-5-16,-2-3-2 0,3-5 1 0,-3-1 0 15,-3-1-5-15,-4 2-4 0,1-1 3 0,4-3-5 16,-2-2-5-16,0 2-6 0,1-5-17 0,2 2-26 16,5-3-29-16,-3-1-20 0,4 1-29 0,-1-3-33 15,0-1-151-15,6-1-326 0,4-1 145 0</inkml:trace>
  <inkml:trace contextRef="#ctx0" brushRef="#br0" timeOffset="-59328.06">29224 11422 124 0,'0'0'169'0,"0"0"-6"0,12 2 7 15,-12-2 6-15,5 9-3 0,-1 1-15 0,-3 0 0 16,0 5-2-16,-1 3-14 0,2 1-12 0,-2-1-7 15,1 0-12-15,-2 0-11 0,1 1-11 0,0-1-1 16,1-6-10-16,3 3-2 0,-2-2-10 0,-2-3 1 16,3 0-10-16,-1-2-5 0,0 0-6 0,0-4-5 0,-2-4 4 15,3 9 1-15,-3-9 2 0,0 0 0 0,4 3-6 16,-4-3-3-16,0 0-5 0,0 0-2 0,14-17-3 16,-9 5-2-16,-1 0-6 0,2 2 0 15,2-5-7-15,-1 0 5 0,1 2-4 0,0-2-10 0,2 3 6 16,0 3 1-16,-1 0-7 0,0 3 3 0,0-2-4 15,0 5 1-15,1 1-5 0,2 2 4 0,-5 3-3 16,1 0 3-16,0 4-3 0,-2 1 2 16,-1 3-2-16,0 0 0 0,-1 1-12 0,0 0-20 0,0 4-22 15,-3-1-30-15,3 0-32 0,-2-3-48 0,2-2-46 16,-1 3-224-16,-2-4-467 0,3-2 207 0</inkml:trace>
  <inkml:trace contextRef="#ctx0" brushRef="#br0" timeOffset="-58991.48">29865 11490 59 0,'0'0'221'0,"0"0"-6"15,-16 11-1-15,12-2-11 0,1-1-11 0,-3 1-10 16,1 1-15-16,0 2-16 0,3 1-11 0,-1 0-15 15,2-1-11-15,1 2-11 0,1-2-10 0,2-2-11 16,2 2-8-16,1-3 0 0,2-3-9 0,2 2-13 16,4-4 1-16,-1-3-8 0,5-1 0 0,0 0-6 15,1-4-4-15,-1 1-3 0,-3-2-3 0,2-4-3 16,-3 0 1-16,-4 1-4 0,-1-2 3 0,-3-1 2 16,-2 1-3-16,-1-6-4 0,-6 3 6 0,-1-1-5 0,-2 0-2 15,-3-1-3-15,-2 0-3 0,-2 4-8 16,-4 1-11-16,2 1-15 0,-3 1-17 0,6 3-14 0,-3 1-25 15,2 2-19-15,1 2-18 0,0 2-30 16,2 0-16-16,0 4-7 0,3-1-19 0,2 3-155 0,1 2-367 16,4 0 162-16</inkml:trace>
  <inkml:trace contextRef="#ctx0" brushRef="#br0" timeOffset="-58641.36">30099 11678 165 0,'6'-5'193'0,"1"-1"6"0,1-3-2 16,0-2-3-16,2-1-14 0,0-2-5 0,-3 1-10 16,-1-3-3-16,3 1-17 0,-3 0-15 0,-2-2-4 15,0-1-11-15,0 1-3 0,0-2-8 0,-5 4-6 16,2 3-7-16,-4 0-7 0,-1-1-10 0,2 4-2 16,-1-2-3-16,-2 3-8 0,1 2-8 0,4 6-2 15,-9-8-6-15,9 8-7 0,-7-3-4 0,7 3-4 16,0 0-3-16,-9 1-6 0,9-1-6 0,0 0 3 15,0 0-5-15,0 14-2 0,0-14-7 0,0 0 2 16,10 14-5-16,-4-10-1 0,7-3-4 0,-3 1-4 16,3 0 0-16,1-1 5 0,-1 3-6 0,1 0 7 15,-4 0-5-15,2-2 0 0,-3 3-3 0,0 0 5 16,0 0 2-16,-2 2 0 0,0 0-1 0,-3 3 3 16,1-1-2-16,-3 1 4 0,0 0-2 0,-1 4-1 15,1-2-5-15,1-2-11 0,-2 3-27 0,-1-2-29 16,1-1-31-16,-1 2-33 0,2-1-22 0,0-5-40 15,1 0-209-15,1-1-443 0,-1-2 196 0</inkml:trace>
  <inkml:trace contextRef="#ctx0" brushRef="#br0" timeOffset="-58406.37">30655 11297 50 0,'2'-12'235'0,"-1"2"-2"0,-1 3-7 15,0 7-13-15,3-12-18 0,-3 12-6 0,5-3 1 16,-5 3 7-16,0 0-11 0,0 0-14 0,13 18-6 16,-11-7-12-16,1 7-13 0,1 0-20 0,-1 1-8 0,1 6-7 15,-3-7-3-15,3 2-17 0,-1 6-12 16,-3-9-6-16,3 0-14 0,0-1-7 0,-1 1-18 16,-1-2-23-16,0-2-23 0,-1-2-28 0,2-4-29 15,-2 2-35-15,0-1-25 0,0 0-30 0,0-8-32 0,1 8-35 16,-1-8-167-16,-4 7-430 0,4-7 190 0</inkml:trace>
  <inkml:trace contextRef="#ctx0" brushRef="#br0" timeOffset="-58129.98">30657 11309 121 0,'13'-4'201'16,"5"3"4"-16,2 0-7 0,0 1-5 0,0 2-2 15,1 2-8-15,-1 1-12 0,0 2-14 0,-3 2-9 16,-1 0-12-16,-3 3 1 0,-1 0-13 0,-2 3-13 16,-3-6-11-16,1 5-4 0,-3 3-5 0,-1 0-9 15,-3-1-10-15,-3 0-8 0,-2-1-2 0,-2 1-7 16,-1-1-2-16,-1-4-3 0,-4 4-8 0,-2-1-4 16,1-2-4-16,-1-2-4 0,-3-1-2 0,2 1-1 15,3-3-1-15,1-1-6 0,-3 1-6 0,1-1-12 16,0-4-22-16,-1 1-18 0,1 0-38 0,3-1-27 15,-4 0-36-15,14-2-38 0,-18-2-30 0,12-1-210 16,-1 1-452-16,7 2 200 0</inkml:trace>
  <inkml:trace contextRef="#ctx0" brushRef="#br0" timeOffset="-57771.86">30929 11539 107 0,'0'0'206'16,"12"-7"1"-16,-5 5 0 0,1-1-2 0,2-1-10 16,2-1-9-16,-2-1-15 0,3-1-18 0,-2 0-10 15,7 3-8-15,-4-5-12 0,0-1-6 0,2 3-13 16,-1-3-4-16,-4 3-7 0,2-4-8 0,-3 3-7 16,-3-1-3-16,0 2-3 0,-1-2-11 0,-1 3-2 15,-3-1 0-15,2 0-10 0,-4 7 22 0,1-12-4 16,-1 12-2-16,-5-12-4 0,3 7-8 0,2 5-6 15,-9-5-4-15,2 3-5 0,7 2 0 0,-14 3 0 16,7 1-2-16,-2 0 3 0,-2 5-4 0,1-2 7 0,-3 3 0 16,2 6 6-16,-1-3-6 0,2 0-4 15,0 4-1-15,2-2 1 0,2-1-6 0,-1 1-5 16,4 1-1-16,1-2 1 0,1-4-1 0,4 0-7 16,-2-1-13-16,4-1-15 0,3-2-25 0,2-3-25 0,3 1-28 15,0-3-24-15,4-4-25 0,1 1-33 0,2 2-40 16,-3-5-32-16,0 1-46 0,-7 1-169 0,2 2-492 15,-12 1 219-15</inkml:trace>
  <inkml:trace contextRef="#ctx0" brushRef="#br0" timeOffset="-56571.07">28824 11959 56 0,'-11'-2'151'0,"3"1"-7"0,8 1-7 16,-9-3-4-16,9 3-8 0,-8-4-6 0,8 4-10 15,0 0-5-15,-10-2-6 0,10 2-11 0,0 0 1 0,0 0-7 16,-6-4-7-16,6 4-6 0,0 0-10 16,0 0-9-16,0 0-9 0,0 0-2 0,0 0-6 15,0 0 8-15,24-3 1 0,2-1 8 0,10 0-4 0,15-3-2 16,4-3-6-16,8-1 3 0,27-3-3 0,0-1-4 16,-29 2 0-16,33-4 0 0,0-1-4 0,-4 3-6 15,4 0 0-15,-1 3-3 0,-1-5-1 16,4 2-3-16,-3-2 1 0,3 7 0 0,-3 0-2 0,-1-1-5 15,-2 1 1-15,-24 3-1 0,24-3-1 0,-28-4-1 16,29 8-5-16,-31-1-5 0,3 0 7 0,1 0 2 16,-3-3-2-16,0 3 0 0,-2 2-2 15,-4 0 1-15,-15 2-1 0,-3-1 1 0,2 1-1 0,-1-3-1 16,0 4-1-16,-5 2 2 0,-2-2-1 0,-12 2-2 16,1 0-4-16,-2 1 7 0,-1-2 0 0,-6 1-5 15,2 1 1-15,-5-1 1 0,-2 1 1 0,-6-1-5 16,12 0 0-16,-12 0 6 0,9 0-4 0,-9 0 9 15,7 2-3-15,-7-2 7 0,0 0 6 0,0 0 5 16,0 0-6-16,0 0 2 0,0 0 2 0,0 0-5 16,0 0-1-16,0 0-1 0,0 0-5 0,0 0-8 15,0 0-14-15,0 0-19 0,0 0-38 0,0 0-33 16,0 0-47-16,-25-12-41 0,14 14-157 0,0-2-376 16,-2-2 166-16</inkml:trace>
  <inkml:trace contextRef="#ctx0" brushRef="#br0" timeOffset="-51691.63">29577 12335 2 0,'0'5'110'0,"0"-5"-2"0,-2 10-5 0,2-10-15 15,0 12-1-15,0-12-11 0,-2 9 0 0,2-9-3 16,-1 10 0-16,1-10-8 0,-1 6-9 0,1-6-4 15,0 0 6-15,0 0 2 0,0 0 1 0,0 9 3 16,0-9-1-16,0 0 8 0,0 0-3 0,0 0-4 16,0 0-10-16,0 0-4 0,0 0-2 0,0 0-9 15,0 0 4-15,0 0-7 0,0 0 1 0,0 0-5 16,-20-11 1-16,20 11 1 0,-5-8-9 0,3 0 0 16,2 8-5-16,-5-7-3 0,5 7 5 0,-7-10 0 15,5 4 1-15,-1-1 0 0,3 7-6 0,-4-13-3 16,3 4-3-16,0-1 0 0,1 10-4 0,0-13 5 15,1 6-5-15,0 0 0 0,2 0 6 0,-3 7-6 16,6-11-1-16,-2 4-3 0,1 2-2 0,2-1 7 16,0 1-7-16,1 3 4 0,1-3-6 0,2 1-1 15,-2 2 1-15,2-1 3 0,1 2-8 0,-1 2 5 16,-2 1 3-16,2 3 0 0,1-2 3 0,-2 1-3 16,1 4 1-16,-2 1 3 0,0-1-2 0,1 1 0 0,-1 3 1 15,-4-1 1-15,2-1 3 0,-1 2-2 16,-3-2 2-16,1-1-6 0,-2 1 2 0,-1-3-1 15,1 1 2-15,-2-2-1 0,0-6 2 0,-2 12 0 16,2-12-1-16,-2 9 10 0,2-9 4 0,-1 8 8 0,1-8 8 16,-7 3-6-16,7-3-3 0,0 0-2 15,0 0 1-15,-13-3 1 0,13 3-3 0,-6-7 8 16,6 7-6-16,-6-10-2 0,6 4-3 0,-3-4-2 16,3 1-2-16,0-1-6 0,3-1 1 0,-1-2 0 15,5-1 0-15,-4-2-4 0,5 5 1 0,0 2-3 16,-1 1 1-16,0 1-3 0,1-1-2 0,0 2 2 15,1 3-2-15,0-1 1 0,-2 4-5 0,-7 0 2 16,15 4-1-16,-7 2 3 0,-2 2-1 0,-1 2 4 0,2 1-2 16,-4 4-3-16,-1-3-1 0,0 0 2 0,-2 0-9 15,3 0-17-15,-3 0-15 0,0-1-22 16,-1 0-33-16,1-1-27 0,-2-2-38 0,2-8-28 16,-1 14-161-16,-2-8-376 0,3-6 167 0</inkml:trace>
  <inkml:trace contextRef="#ctx0" brushRef="#br0" timeOffset="-51415.74">29895 12346 8 0,'3'-5'180'15,"-3"5"-14"-15,0 0-2 0,0 0-2 0,0 0-10 16,0 0-1-16,9 0-5 0,-9 0-4 0,0 0-11 16,9 9-12-16,-4-5-11 0,1 0-9 0,-6-4-6 15,14 4-11-15,-2 0-4 0,-1-2-4 0,0-1-6 16,1-1-11-16,-1-1-5 0,0-1-3 0,-1 1-1 15,0 0-7-15,-10 1-3 0,13-5 0 0,-8 1-1 16,0 1 1-16,-5 3-5 0,2-9-3 0,-2 9-7 16,-3-11 4-16,3 11-3 0,-6-13 4 0,-2 8-9 15,0-2 1-15,-1 0-4 0,2 1 1 0,-3 2-7 16,-1-3-8-16,2 2-16 0,2 2-22 0,-1 1-19 16,2 0-26-16,-2-1-28 0,8 3-24 0,-11-4-12 15,11 4-22-15,-7-6-14 0,7 6-128 0,0 0-333 16,0 0 147-16</inkml:trace>
  <inkml:trace contextRef="#ctx0" brushRef="#br0" timeOffset="-51077.68">30069 12139 78 0,'6'-6'162'16,"-6"6"5"-16,0 0 3 0,0 0-10 0,0 0 7 15,15 10-4-15,-12-4-15 0,0 4-5 0,2 0-9 16,0 2-10-16,0-2-10 0,-2 6-3 0,1-4-10 15,-2 1-10-15,1-2-7 0,-2 0-10 0,2-1-7 16,-2 1-7-16,0-5-3 0,-1 3-11 0,2-4 0 16,-2-5-4-16,1 9-5 0,-1-9-1 0,2 7 0 15,-2-7-7-15,0 0-2 0,3 6-3 0,-3-6-3 16,0 0-1-16,0 0-10 0,0 0-8 0,0 0-9 16,0 0-3-16,0 0-12 0,16-6 7 0,-9 3-6 15,0 0 4-15,2-1-4 0,0 0 6 0,2 2-4 16,0 2 7-16,-3 0-1 0,2 0 1 0,-1 3-3 0,-4 0 5 15,1 3 4-15,0 0 1 0,-3 2-2 0,0-1 3 16,-3 2-5-16,2 1 9 0,-5-2-5 0,-2 2-3 16,-1 0-7-16,1-3-17 0,-2 1-23 15,-1 0-24-15,0 1-22 0,2-5-28 0,-1-1-22 0,-3 1-42 16,0-1-98-16,2-2-314 0,8-1 138 0</inkml:trace>
  <inkml:trace contextRef="#ctx0" brushRef="#br0" timeOffset="-50887.57">30290 12254 57 0,'0'0'187'0,"0"0"2"16,5 9-8-16,-5-9-7 0,4 12-11 0,0-9-19 16,-4 5-11-16,3-2-15 0,-2 3-12 0,0-1-10 0,-2 2-7 15,0 1-24-15,1-2-28 0,-2-2-37 16,2-7-27-16,-1 12-43 0,1-12-26 0,-1 8-31 15,1-8-110-15,0 0-256 0,0 0 113 0</inkml:trace>
  <inkml:trace contextRef="#ctx0" brushRef="#br0" timeOffset="-50576.1">30442 12094 137 0,'0'0'206'0,"8"6"-12"0,-8-6-2 16,2 11-7-16,0-5 3 0,-1 0-11 0,3 3-6 15,0 2-17-15,-3 0-7 0,3 0-12 0,0 1-11 16,1 5-14-16,-3-2-10 0,2-4-8 0,-1 5-9 16,-1 2-21-16,-2-6-22 0,0 0-29 0,-1 1-25 15,0-1-21-15,2-2-45 0,-4 0-22 0,2-3-44 16,1-7-34-16,-1 13-146 0,-3-6-352 0,4-7 156 16</inkml:trace>
  <inkml:trace contextRef="#ctx0" brushRef="#br0" timeOffset="-50404.04">30580 12167 93 0,'5'-5'173'15,"-5"5"13"-15,0 0 7 0,9 0-1 0,-9 0-19 16,0 0-11-16,9 13-14 0,-8-6-18 0,2 3-7 16,0-1-17-16,1 3-7 0,-2-3-16 0,-1-1-28 15,1 1-34-15,-1 2-35 0,-1-2-38 0,1-2-46 16,-1 2-51-16,-2-2-122 0,2-7-293 0,0 0 129 15</inkml:trace>
  <inkml:trace contextRef="#ctx0" brushRef="#br0" timeOffset="-50053.99">30783 11946 13 0,'0'0'161'0,"6"-2"7"0,-6 2 13 0,0 0 12 15,7 13 8-15,-3-5-15 0,-1 5-2 0,-1-1-13 16,2 5-8-16,-3-2-8 0,3 2-13 0,0 2-11 16,0 0-8-16,0-2-15 0,-3 1-12 15,0 0-8-15,1-2-8 0,-1 1-10 0,0-1-16 0,-1-4-28 16,0-2-27-16,0 2-32 0,-1-5-35 0,1-7-41 16,1 12-41-16,-1-12-31 0,-1 9-178 0,1-9-389 15,0 0 173-15</inkml:trace>
  <inkml:trace contextRef="#ctx0" brushRef="#br0" timeOffset="-49828.46">30795 12122 47 0,'4'-3'150'0,"2"1"-11"0,3 0 0 0,1-2-9 16,3 1-3-16,1 2-14 0,-1-2 4 0,7-1-9 0,0 2-11 15,0-2-3-15,2 3 0 0,-4 1-11 0,-2 0-1 16,2 3-7-16,-6-1-6 0,1 3 0 0,-2 0 3 15,-5 2 1-15,2 2-6 0,0-1-2 0,-2 3-2 16,-2 1-10-16,-2-2-5 0,1 2-1 0,-2 0-9 16,-1-1-15-16,2-2-24 0,-2 2-19 0,0-11-25 15,-3 12-23-15,2-7-34 0,1-5-30 16,0 10-28-16,0-10-133 0,-5 8-316 0,5-8 140 0</inkml:trace>
  <inkml:trace contextRef="#ctx0" brushRef="#br0" timeOffset="-49225.97">31164 12121 20 0,'8'0'176'0,"-8"0"-5"15,8-4-18-15,-8 4 1 0,10-6-11 0,-5 2 0 16,0 1-1-16,-1-3-10 0,0 1-12 0,2 0-7 16,-1-1-8-16,-1 1-10 0,-1-1 0 0,-3 6-9 15,5-12-3-15,-3 7-9 0,0-2-5 0,-2 7 0 16,1-8-4-16,-1 8 5 0,0-9-6 0,0 9-1 15,0 0-2-15,0 0-7 0,0 0-7 0,-5-8 2 16,5 8 1-16,0 0-4 0,-16 14-1 0,11-5-6 16,-1-1-3-16,-2 3-2 0,3 0-6 0,0 1-1 15,0 4-3-15,2-2 0 0,2-2-6 0,0 0 7 16,2-2-10-16,2 1-1 0,3-2 3 0,-1-1-3 16,2-1 0-16,2 2-3 0,1-1 0 0,3-4 2 15,4-2-1-15,-4-2-6 0,0-1-1 0,5 0 1 16,-3-2-3-16,2-1 0 0,-1-1 1 0,-4 1-2 15,6-5 2-15,-4 0 0 0,0 1-1 0,-4 1 0 16,-1-2 4-16,0 0-3 0,-1-1-2 0,-3 1-1 16,-1-2 0-16,2-1 1 0,-2 2 1 0,-3 0 0 15,2 3 4-15,-2 1 2 0,-1 6-1 0,4-11 0 16,-4 11 0-16,1-8-2 0,-1 8-1 0,0 0-3 16,0 0 1-16,0 0-2 0,0 0 4 0,0 0 0 15,0 0 4-15,0 0-2 0,3 26-1 0,-3-15 2 0,0 1-2 16,1-2 0-16,-1 0 2 0,0 1-3 0,1 0 1 15,-1 0 0-15,0 0-3 0,0-2 1 16,-1-2-20-16,0 4-11 0,-2 1-30 0,-1-6-35 16,1 1-49-16,-1 1-54 0,-2-1-61 0,6-7-170 0,-12 7-462 15,0-1 204-15</inkml:trace>
  <inkml:trace contextRef="#ctx0" brushRef="#br0" timeOffset="-47394.12">29457 4905 12 0,'0'0'142'0,"0"0"-14"0,-8-10-13 0,4 6 3 15,4 4-22-15,-12-6 9 0,2 8-12 0,10-2 4 0,-20 2-23 16,8 1 3-16,0 4-6 0,-1 0 3 0,-2 5-7 16,3 1-2-16,-3 1-8 0,2 2-4 0,3 1-5 15,-1 5-3-15,1-4-1 0,0 0 1 0,4 1-10 16,2-1 1-16,0-2 4 0,3 1-10 0,2 0 0 16,1-2-5-16,3-3 1 0,1 2-6 0,3-3-7 15,1 1 3-15,3 0-2 0,5-5-29 0,2 2-23 16,5-1-27-16,3-3-33 0,1-1-23 0,-7-3-142 15,-1 1-284-15,0 0 126 0</inkml:trace>
  <inkml:trace contextRef="#ctx0" brushRef="#br0" timeOffset="-46373.84">29690 5015 127 0,'-7'-1'131'0,"7"1"-8"0,-11-5 2 15,11 5-17-15,-16 3-4 0,11 2-12 16,-1-1 0-16,-3 6-6 0,2 0-6 0,0 0-7 0,3 4-7 16,-1 0-4-16,0 2-4 0,4-4-11 15,-3 2-3-15,4-3-1 0,0 0-7 0,2-1-6 16,1 0-3-16,-1-4-8 0,5 0-10 0,-4 1-2 16,4-4-6-16,-1 1-9 0,2-2-1 0,2-2 1 15,0 0-6-15,-2 0-5 0,3-4 8 0,-4 0-4 0,2-1-6 16,0-3 9-16,-3 1 3 0,2-1 4 0,-3-2-7 15,0 2 11-15,-1-2-5 0,2 0 10 0,-2-2-4 16,-1 0 11-16,-2 2-3 0,2-3 1 0,-1 4 19 16,-1 1-5-16,-1 1 8 0,0 7-4 0,3-12-2 15,-3 12-2-15,0 0-8 0,1-9-2 0,-1 9-6 16,0 0 3-16,0 0 6 0,0 0-3 0,0 0 8 16,4 25-3-16,-3-18-6 0,-1 3 5 15,2 1 0-15,1 0 4 0,0 1-1 0,1-2 2 16,1 2-3-16,-1-4-3 0,1 2 1 0,0-2 3 15,3-1-1-15,-3 0 1 0,2-2 0 0,3 1-4 0,0-2 2 16,-3-3-6-16,6 0 4 0,-1 1-3 0,-3-4-1 16,1-1-1-16,0 0-2 0,-1-1-4 0,-1 0-10 15,-1 1 2-15,1-5-5 0,-2 0-4 16,-3 2 4-16,-1-6-3 0,1 2-4 0,-2 0 3 16,-2-3-5-16,0 1 7 0,-3-3-4 0,-1-1 5 0,1 5 3 15,-1-3-1-15,-3 0-1 0,3 4 1 0,1-1-2 16,0 3 10-16,2-1 0 0,-2 2 4 0,1 1-8 15,3 6-2-15,-3-9-1 0,3 9 7 0,0 0-7 16,0 0 3-16,6-8-3 0,-6 8-1 16,14-1 2-16,-6 1 1 0,3 0 0 0,2 1-5 0,1 2 11 15,1 1-5-15,3 0-4 0,-1-1 7 0,-4 3-4 16,3 1 7-16,-3-3 1 0,0 4 1 0,-3 2-4 16,0-3 4-16,-2 2 5 0,1 1-2 0,-3 0 2 15,3 0-5-15,-5 0 4 0,1 2-2 0,2-3-2 16,-3 2-1-16,-1-2 5 0,2 0-5 0,0-1 0 15,-2 1 3-15,1-4-5 0,0 0 4 0,0-1-1 16,-1 1-3-16,-3-5 12 0,8 6-8 0,-3-3 1 16,-5-3-2-16,9 1-3 0,-9-1 5 0,0 0 1 15,17-5-3-15,-12 1-4 0,0-2 5 16,-1 1-4-16,1-1 1 0,0-2 2 0,-1-2-6 16,0 0 5-16,-2 0-1 0,1 0 3 0,-2 0-10 0,2-2 0 15,-1 1 0-15,-1-1 3 0,1 1-6 0,0 1 7 16,0-1-5-16,0 3 2 0,-1 1 0 0,2 1-3 15,-3 6-9-15,6-11 0 0,-3 6-1 0,-3 5 0 16,8-2 6-16,-8 2 4 0,0 0-6 0,14 6-1 16,-6-1 7-16,-2 0 1 0,0 3-1 0,-1 0 5 15,3 3 0-15,-3-2-1 0,0-1 0 0,0 2-1 16,0-1 10-16,-2 0-8 0,1-1 6 0,1 2 1 16,-3-4 1-16,1-1-4 0,1 0 8 0,-4-5-4 15,6 9 10-15,-1-6-1 0,0 1 4 0,-5-4 0 16,13 4 2-16,-8-4-7 0,-5 0-1 0,14-3 0 15,-4 0 2-15,-3-1-4 0,1 0-2 0,-1-2 2 16,1 1 3-16,-3 0-7 0,0 1 1 0,-1-2-4 16,1-3-8-16,-2 0 4 0,-2 1 0 0,1-2 2 15,1 1-4-15,-2 2 3 0,-1 7-5 0,0-12 5 16,0 12-3-16,2-10 0 0,-2 10 0 16,0 0-5-16,0-9-2 0,0 9 4 0,0 0-8 0,0 0 2 15,0 0 6-15,0 0 2 0,0 0-2 0,-6 34-3 16,6-25 4-16,0 5 1 0,0-4-23 0,0 7-13 15,0-7-30-15,0 4-31 0,2-2-36 0,0-1-36 16,-2-11-92-16,-1 20-284 0,2-13 126 0</inkml:trace>
  <inkml:trace contextRef="#ctx0" brushRef="#br0" timeOffset="-45780.26">30643 5084 40 0,'6'-3'165'0,"1"-5"-13"0,3 2-6 15,-4-1-3-15,1-2-7 0,-1 1-9 0,0-1-8 16,1 2-13-16,-3-2-8 0,1 0-8 0,-3-1-10 16,1 2-7-16,-3 0-9 0,1 1-5 0,1 0-3 15,-2 7-13-15,-3-12-3 0,3 12-3 0,-5-7-4 16,5 7-4-16,-7-5-5 0,7 5-8 0,-10 1 4 0,10-1-6 15,-14 10 2-15,8-3-3 0,-1 3-1 16,-1 0-4-16,0 3 4 0,3 3-4 0,1-4-2 16,1 0-3-16,2 2 2 0,1-4 1 0,1 2-4 15,0-2 1-15,3 0 3 0,0-1 1 0,1 0-5 0,1 0 9 16,0-4-5-16,1-1 1 0,2 0-4 16,-2 0-1-16,2-3 2 0,-2-1 0 0,5 0 3 15,-12 0-1-15,18-3 0 0,-9-3 1 0,0 3-3 16,0-3-1-16,-2-2 2 0,1 0-1 0,-3 0-2 15,3-2 4-15,-3-1-6 0,0 0 1 0,-1-1-2 16,1 2 3-16,0 0-4 0,0 0-1 0,-1 3 2 0,0 2-2 16,-2-2 1-16,-2 7-1 0,6-7-2 0,-6 7-9 15,5-4 8-15,-5 4 3 0,0 0 0 16,0 0-1-16,16 8 0 0,-12-3 4 0,2 2 2 16,-2-1-1-16,3 5 4 0,-1-3-5 0,-2 3-1 15,1-1-15-15,-1-1-17 0,1 2-23 0,0 0-37 0,1-1-48 16,-2 0-147-16,1-1-311 0,-2-5 139 0</inkml:trace>
  <inkml:trace contextRef="#ctx0" brushRef="#br0" timeOffset="-45532.18">31141 4683 81 0,'0'0'182'0,"0"0"-18"0,0 0-8 0,0 0 5 16,0 0 1-16,12 31-7 0,-7-8-6 0,4 6-5 0,-1 3-14 15,-2 0-13-15,3 1-11 0,-3-3-10 16,1 2-9-16,-1-3-10 0,0-1-5 0,-1-4-15 16,-1-5-16-16,-1-2-27 0,1 1-27 0,-3-6-27 15,2 4-48-15,-2-5-25 0,2-1-20 0,-2 0-24 16,1-2-112-16,1-1-289 0,-1-2 129 0</inkml:trace>
  <inkml:trace contextRef="#ctx0" brushRef="#br0" timeOffset="-45357.86">31401 4942 113 0,'2'-4'162'0,"-2"4"-18"0,5-6-13 0,-5 6-6 15,0 0 2-15,0 0-6 0,8 13-1 0,-5-4-6 16,2 3-2-16,-3-1-9 0,5 5-3 0,-5 0-18 15,2 0-3-15,1-1-10 0,-4 0-24 0,2 0-30 16,-3-3-43-16,3-1-35 0,-1 1-37 0,1-2-43 16,-4-1-95-16,1-9-259 0,-2 13 115 0</inkml:trace>
  <inkml:trace contextRef="#ctx0" brushRef="#br0" timeOffset="-45206.77">31337 4766 22 0,'11'-2'25'0,"-11"2"-34"16,0 0-8-16,22 10 5 0</inkml:trace>
  <inkml:trace contextRef="#ctx0" brushRef="#br0" timeOffset="-44961.91">31696 4687 78 0,'1'-6'195'0,"-1"6"-21"15,0 0-23-15,0 0-13 0,0 0-16 0,0 0-7 16,0 0 6-16,0 28 4 0,0-3 5 0,-1 5 25 16,-4 5-8-16,2 12-13 0,-2 0-10 0,-1-1-14 15,-2-11-4-15,3-2-7 0,1 0-7 16,0 0-10-16,3 0-7 0,-2-7-9 0,5 2-4 0,-2-2-10 15,-2-2 0-15,4-3-8 0,-4-2-4 0,2 0 0 16,0 0-8-16,2-1-6 0,-1-1-25 0,0-6-20 16,1 1-24-16,-1-3-30 0,-1-9-47 0,0 0-25 15,1 19-45-15,-1-19-21 0,0 12-138 16,0-12-376-16,0 0 167 0</inkml:trace>
  <inkml:trace contextRef="#ctx0" brushRef="#br0" timeOffset="-44660.21">31564 5238 1727 0,'2'-11'2'0,"-1"-2"40"0,-1 1-3 16,4 3-15-16,-2-2-11 0,2 1-6 16,4-1-4-16,-1 1 11 0,6-4 2 0,1 4 4 0,3-4 7 15,1 2-3-15,6-3 3 0,-2 1-3 0,3 2 0 16,2 2-5-16,0-3 0 0,-7 4 5 0,5-5-4 16,-5 6 2-16,-2-2-1 0,-4 3 0 0,-2-4-7 15,-1 3 1-15,-3-2 4 0,2-1 0 16,-2 0 4-16,-3-2 4 0,-1 2 3 0,-3 2 3 0,2 0 5 15,-5 0-1-15,2 9-2 0,-2-13-7 0,-1 7 3 16,0 1-6-16,3 5-2 0,-6-7-3 0,6 7-2 16,-9-1-3-16,9 1-3 0,-10 8-1 0,4 1-3 15,-2 2 1-15,0 5 1 0,2 0-4 16,2 2 0-16,0-1 0 0,3 2-2 0,0-3 0 0,2 3-3 16,1-2 0-16,2 0-14 0,1-2-38 0,5 1-41 15,0-3-38-15,4-3-39 0,2-1-49 0,-3-1-121 16,4 0-368-16,1-6 163 0</inkml:trace>
  <inkml:trace contextRef="#ctx0" brushRef="#br0" timeOffset="-44443.99">32215 4751 129 0,'-1'-9'231'0,"2"0"-12"0,-1 9-16 0,0-14-22 0,0 14-24 16,0 0-13-16,0 0-19 0,0 0 0 15,0 0 1-15,0 0-4 0,9 37-9 0,-8-10-12 16,2 0-6-16,2 2-12 0,-5 0-5 0,2-2-7 0,1-1-5 16,-2-2-8-16,-2 2-10 0,2-8-23 0,3 7-25 15,-4-8-23-15,1-1-32 0,-1-3-19 16,0-13-56-16,-1 22-29 0,0-11-28 0,-2-2-125 16,3-9-338-16,-13 12 149 0</inkml:trace>
  <inkml:trace contextRef="#ctx0" brushRef="#br0" timeOffset="-44213.36">32127 4961 143 0,'4'-4'161'0,"6"-3"-21"15,1-1-7-15,7-1-15 0,0 0 0 16,2 1-4-16,0 0-1 0,0 1-5 0,8-3-6 16,-7 4-11-16,7-2 1 0,-8 1-7 0,1 3-7 0,-5 1-8 15,-3-1-2-15,0 2-3 0,0 0-12 16,-4 2-27-16,-2 0-4 0,-7 0-8 0,18 4 5 15,-9 0 1-15,0 1 0 0,0 2 4 0,0 1-3 16,-4 2 4-16,3-1-5 0,-2 3-3 0,0-2 1 16,0 5-5-16,-4-3-19 0,1 0-38 0,-2 1-35 15,2-4-31-15,-2 1-49 0,0 2-127 0,-1-1-310 16,0-11 138-16</inkml:trace>
  <inkml:trace contextRef="#ctx0" brushRef="#br0" timeOffset="-44059.19">32427 4695 19 0,'0'-12'37'0,"0"12"-29"16,0 0-14-16,0 0-4 0,0 0-10 0,0 0 4 15</inkml:trace>
  <inkml:trace contextRef="#ctx0" brushRef="#br0" timeOffset="-43512.08">32642 4983 171 0,'0'0'191'16,"10"-8"-2"-16,-10 8-10 0,4-9-6 0,-2 3-12 16,3-2-1-16,-2 1-13 0,-1-1-7 0,0-4-18 15,-1 3-10-15,0-2-13 0,2-1-6 0,-1-1-16 16,1 1-5-16,-3 12-7 0,9-26-5 0,-9 26-10 15,0 0-8-15,0 0-3 0,0 0-11 0,15-34-1 16,-15 34-7-16,0 0 0 0,0 0-3 0,0 0-2 16,0 0-4-16,0 0 7 0,0 0-5 0,0 0 1 15,68 48-1-15,-68-48-5 0,15 21 2 0,-15-21-1 16,12 22-1-16,-12-22 1 0,0 0-7 0,13 22-4 16,-13-22-9-16,0 0 6 0,0 0 1 0,0 0-3 15,0 0 5-15,14 29 3 0,-14-29 7 0,0 0-19 16,0 0-2-16,0 0-8 0,0 0 4 0,0 0-4 15,0 0 2-15,0 0 3 0,0 0-7 0,0 0 1 16,0 0-2-16,36-63-6 0,-36 63 7 0,0 0 2 16,17-23-8-16,-17 23 4 0,0 0-1 0,0 0 12 15,22-11-9-15,-22 11 1 0,0 0 6 0,0 0-2 16,0 0 6-16,0 0-2 0,0 0 5 0,0 0-7 16,54 32 9-16,-54-32 1 0,0 0-3 0,21 21 7 15,-21-21 7-15,0 0 6 0,26 12-5 0,-26-12 4 16,0 0-3-16,0 0 6 0,47-4-9 0,-47 4 5 15,0 0-3-15,41-22 3 0,-41 22 0 0,22-14-5 16,-22 14 1-16,18-18 2 0,-18 18 0 16,0 0 0-16,19-33-4 0,-19 33 1 0,9-26-1 0,-9 26 3 15,0 0-1-15,0 0 6 0,2-32-6 0,-2 32-1 16,0 0-2-16,0 0 1 0,0 0-6 0,0 0 6 16,0 0 0-16,0 0 0 0,0 0-3 15,-73 55 3-15,60-33-6 0,13-22-4 0,-18 42-8 16,13-22-22-16,5-20-14 0,-7 38-28 0,7-38-21 0,0 35-31 15,0-35-29-15,0 0-114 0,7 48-298 0,-7-48 132 16</inkml:trace>
  <inkml:trace contextRef="#ctx0" brushRef="#br0" timeOffset="-43208.04">30963 5587 104 0,'0'0'202'0,"0"0"-3"0,0 0-3 16,48 0-6-16,11-10 0 0,39-8-19 0,11-1-13 15,17-3-10-15,14 3-14 0,8 0-16 0,3-1-16 0,-1-2-14 16,0-2-28-16,2 1-32 0,0 4-22 16,-11-2-28-16,-8 2-30 0,-7 5-28 0,-15 0-25 15,-17 5-16-15,-32 3-5 0,-3-2-32 0,-20 4-81 16,-5 4-258-16,0-2 114 0</inkml:trace>
  <inkml:trace contextRef="#ctx0" brushRef="#br0" timeOffset="-163630.72">12092 12446 22 0,'0'0'17'16,"0"0"0"-16,0 0-7 0,0 0-3 0,6-10-6 15,-6 10-8-15,7-4-5 0,-7 4-12 0,6-2 6 16</inkml:trace>
  <inkml:trace contextRef="#ctx0" brushRef="#br0" timeOffset="-158423.15">11747 12390 65 0,'0'0'72'0,"-11"-3"-12"0,5 1 4 0,6 2-8 16,-9-4-3-16,9 4-4 0,-10-3 4 0,10 3-7 0,0 0-3 15,-10-2-8-15,10 2-3 0,-5-3 1 16,5 3-10-16,0 0 11 0,0 0-12 0,0 0 2 16,0 0-9-16,0 0 1 0,0 0-1 0,0 0-6 15,0 0 1-15,0 0 5 0,0 0 2 0,0 0 1 0,0 0-2 16,0 0 3-16,0 0-1 0,0 0 4 16,0 0 1-16,29 10 6 0,-20-8 0 0,4 0 2 15,5-1-5-15,1 2 7 0,2 0-3 0,9-1-3 0,3 0-7 16,-1 1 5-16,5-3-8 0,15 0 9 0,-14 2-4 15,1-1-5-15,13-4 0 0,-13 3-6 0,-2 2 9 16,-1 0-7-16,-4-2-5 0,-3 2-3 0,2 1 0 16,-4-2-2-16,-6 0 2 0,-1-1 2 0,0 2 0 15,1-2-5-15,-4 0 0 0,1 0 0 0,-1 1-5 16,-4-2-19-16,0 2-24 0,-2-2-8 0,-2 2-15 16,-9-1-14-16,13 2-14 0,-9-1-77 0,-4-1-188 15,0 0 83-15</inkml:trace>
  <inkml:trace contextRef="#ctx0" brushRef="#br0" timeOffset="-158174.13">12948 12427 2 0,'10'-1'101'0,"1"-1"-2"0,0 1-4 0,3 0-22 16,-1-2 4-16,5 1-12 0,1-2-1 0,-2 3-9 15,-3-1 0-15,4 0-8 0,2-1 5 0,-3 1-21 16,0-1-14-16,0 1-13 0,1 0-23 0,-5 2-17 16,0-1-10-16,-1 1-18 0,2-1-48 0,-1 1-122 15,-1-3 54-15</inkml:trace>
  <inkml:trace contextRef="#ctx0" brushRef="#br0" timeOffset="-157968.82">13616 12390 42 0,'11'0'119'0,"3"1"-14"0,1-2-8 0,5 0 3 16,-3 2-6-16,4-3-11 0,-2 2-13 0,2 0-9 15,0-2 0-15,0 1-17 0,1-1 4 0,6 1-15 0,-9-2-16 16,0 3-9-16,0-1-22 0,0 0-8 16,-1 1-9-16,-7-1-23 0,2 1-19 0,1 1-59 15,-3-2-142-15,1 1 63 0</inkml:trace>
  <inkml:trace contextRef="#ctx0" brushRef="#br0" timeOffset="-157628.3">14594 12307 28 0,'-15'0'77'0,"15"0"-6"16,-13-2-8-16,13 2-8 0,-13 2-8 0,7-1-2 15,6-1-6-15,0 0-11 0,-12 1-6 0,12-1-3 16,0 0-2-16,0 0 3 0,-11 0-10 0,11 0 6 16,0 0-8-16,0 0-8 0,-7 2-1 0,7-2-12 15,0 0 8-15,-10 3-2 0,10-3-4 0,-10 2 3 16,10-2 9-16,-10 1-7 0,10-1 5 0,-9 1 1 16,3 2 11-16,6-3 1 0,-7 2 0 0,7-2 4 15,0 0 4-15,-11 4 9 0,11-4-2 0,0 0-1 16,0 0 1-16,0 0 0 0,0 0 4 0,0 0 8 15,0 0 8-15,0 0-10 0,0 0 7 0,22 3 6 16,-11 0 0-16</inkml:trace>
  <inkml:trace contextRef="#ctx0" brushRef="#br0" timeOffset="-157531.5">14847 12360 109 0</inkml:trace>
  <inkml:trace contextRef="#ctx0" brushRef="#br0" timeOffset="-157357.13">15328 12330 5 0,'9'2'202'0,"-9"-2"-105"0,0 0-149 0,0 0 46 15,0 0 99-15,0 0-116 0,9 0-23 0,-9 0 105 16,0 0-56-16,0 0 64 0,0 0 44 0,11-2-125 15,-11 2 50-15,9-2-69 0,-9 2 48 0,13 2-46 16,-3-2-14-16,-10 0-92 0,11 3 109 0,-5-3-104 16,-6 0 42-16</inkml:trace>
  <inkml:trace contextRef="#ctx0" brushRef="#br0" timeOffset="-157064.62">15159 12243 9 0,'0'0'128'0,"0"0"-14"0,0 0 0 16,0 0-21-16,0 0-14 0,0 0-5 0,0 0-7 16,0 0-5-16,0 0-11 0,0 0-15 0,0 0-20 15,0 0-24-15,0 0-9 0,0 0-16 0,0 0-26 16,0 0-62-16,0 0-132 0,0 0 59 0</inkml:trace>
  <inkml:trace contextRef="#ctx0" brushRef="#br0" timeOffset="-156676.92">14566 12345 72 0,'0'0'126'0,"0"0"-6"16,0 0-5-16,0 0-10 0,0 0-6 0,0 0-7 16,0 0-1-16,0 0-5 0,0 0-6 0,29 0-3 15,-12-2-3-15,2 0-2 0,4 0-5 0,6-1-3 16,0 0-4-16,1 0-9 0,1 1-1 0,2-2-3 15,-1-1-10-15,0 2-3 0,-1 1-3 0,1 1 2 16,-3-3-2-16,-1 3-5 0,-7-2-1 0,-1 1-7 16,0 2 1-16,-2 0-3 0,0-2 1 0,-5 2-3 15,1 2-1-15,-1-2-3 0,1 2-14 0,-4-2-7 16,3 3-15-16,-4 0-20 0,1 0-24 0,-2-1-16 16,1 0-17-16,0 2-30 0,-3-2-100 0,1 0-251 0,-7-2 112 15</inkml:trace>
  <inkml:trace contextRef="#ctx0" brushRef="#br0" timeOffset="-156274.1">15464 12276 3 0,'7'-3'137'0,"-7"3"3"0,0 0-6 16,14-2-9-16,-9 0-4 0,-5 2-18 0,19 2-3 15,-7-2-13-15,-1 1-2 0,2-1-14 0,1 1-16 16,0 1-18-16,-1-2-12 0,5 0-13 0,0 1-16 16,10-2 6-16,5 1-16 0,5-3-4 0,15 2-8 15,-14-1-3-15,16 1-7 0,3-2 1 0,-2 1-4 16,-5 1-6-16,-13 1-5 0,15 4-6 0,-16-5 4 16,0 0-2-16,1 0 7 0,-1 0 4 0,4 0 10 15,-4-2 7-15,2 4-1 0,-4-1 9 0,4 3 20 16,-6-4-2-16,-1-1 7 0,-2 2 10 0,0 4 9 15,-2-4-2-15,-7-1 10 0,-4 1 8 0,1 0 3 16,-4 0 7-16,-2 0-1 0,2 0 6 0,-5-1-3 16,1-1 1-16,-1 1 5 0,-9 1-4 0,13 1-1 15,-4-3-2-15,0 1-5 0,-9 1-7 0,18 0-3 16,-9-1-3-16,2 1 0 0,1 0-10 0,7-1 4 0,4-2-16 16,6-1-10-16,3 2-15 0,3-2-12 0,2 4-26 15,-2-1-12-15,5-2-25 0,11 2-3 16,-12-2-17-16,13-2-78 0,-14 4-201 0,2-3 88 0</inkml:trace>
  <inkml:trace contextRef="#ctx0" brushRef="#br0" timeOffset="-155821.38">17986 12217 95 0,'21'0'93'0,"-1"0"-2"16,-1 0 10-16,0-2-8 0,-1 1-4 0,1 1-15 15,-1-1 5-15,1-1-9 0,3 2-5 0,5-4 0 16,1 2-13-16,4 1 1 0,1 1-12 0,1-3-7 15,1 3 1-15,2 0-5 0,0-3-7 0,17 0-15 16,-14 3-6-16,11 0-2 0,-12-1 0 0,-2-1 1 16,4 1-7-16,9-1-7 0,-13 0 9 0,-1 1-1 15,0-3-5-15,-3 4 12 0,0-1-7 0,-1-2-2 16,-1 2 0-16,-2-1-1 0,1-1 0 0,-2 3 5 16,1 1 0-16,-10-3 1 0,4 2 2 0,5-2 0 15,0 1 3-15,-6 1-4 0,-1 0 10 0,0 0 5 16,1-1 1-16,5 1 3 0,-7-2 3 0,2 2-4 15,0-2-1-15,-2 2 4 0,1-1-5 0,0 1 9 16,-3-2-5-16,1 1-4 0,-6 0-5 0,3-1 6 16,-2 1-8-16,0-1 5 0,-3 0 5 0,-1 4-7 15,-1-5 2-15,0 2-6 0,0 0-2 0,1 1-1 16,1 0 3-16,-2-2-1 0,2 2 0 0,-11 0-6 16,17-2 3-16,-6 1-5 0,-3 1 4 0,2 0 1 0,2 0-4 15,-12 0-1-15,15-2 4 0,-2 2-3 0,-3 0-1 16,0-1-5-16,2 1 6 0,-2 0 4 0,2 0-3 15,-2-1-3-15,-10 1 0 0,15 0-4 16,-7 1 9-16,1-1-9 0,-9 0 7 0,15 0-4 0,-9 1-5 16,-6-1-11-16,14 2-24 0,-7-2 4 0,-7 0-17 15,9 3-2-15,-9-3-14 0,11 2-12 0,-6-1 1 16,-5-1-74-16,12 2-172 0,-12-2 77 0</inkml:trace>
  <inkml:trace contextRef="#ctx0" brushRef="#br0" timeOffset="-155673.56">20040 12168 77 0,'0'0'52'0,"11"0"-18"0,-4 0-23 0,-7 0-40 0,11-1-32 15,-11 1 14-15</inkml:trace>
  <inkml:trace contextRef="#ctx0" brushRef="#br0" timeOffset="-154861.25">20528 12021 81 0,'0'0'98'0,"0"0"-6"15,-12 2-18-15,12-2-6 0,0 0 2 0,-7 1-11 16,7-1 7-16,-9 3-18 0,9-3 1 0,-16 3-12 15,7 0 8-15,3-1-12 0,-5 0 5 0,2 1-9 16,-3 0 4-16,1 1-10 0,0-1-3 0,0-1-4 16,-1 1 5-16,2 0-3 0,-3 1-5 0,3-1 3 15,-1 1-5-15,-2-2-5 0,3 0-4 0,-1 1 11 16,1 0-2-16,4 0-11 0,-1-2 7 0,7-1 5 16,-9 4-4-16,3-2-7 0,6-2-2 0,-5 4 2 15,5-4 4-15,0 0 4 0,-6 5-2 0,6-5 5 16,0 0 7-16,0 0 5 0,14 9 4 0,-2-8 2 15,5 2-4-15,2-1 2 0,3-1-8 0,6 2 5 0,0-1 3 16,4 2-1-16,0-1-5 0,2-2 3 16,1 2 1-16,2-2-7 0,-2 1 1 0,0 0-1 15,2-1-2-15,-3 2-3 0,-1-2 9 0,-1 2-7 0,-3 0 5 16,-8-3-6-16,2 3 6 0,4-1-3 0,-7 0-1 16,-3-1-6-16,2-1 2 0,-8 1 1 15,3-1 0-15,-1-1-8 0,1 2 4 0,-2-1-4 16,-2 0-1-16,1 1-2 0,0-1 4 0,-1 0-2 0,-4 2-5 15,3-1 3-15,-9-1 3 0,12 1-6 0,-6 1 8 16,-6-2-5-16,13 0 1 0,-13 0-10 16,8 0 11-16,-8 0-6 0,7 1-2 0,-7-1 5 0,0 0-1 15,0 0 0-15,0 0-1 0,10-1 0 0,-10 1 3 16,0 0-5-16,0 0-1 0,0 0 1 0,0 0 3 16,0 0-4-16,0 0 10 0,0 0-7 0,0 0-2 15,0 0-3-15,0 0 5 0,0 0-3 0,4 5 6 16,-4-5 0-16,0 0-1 0,0 0-1 0,0 0 4 15,-11 11-5-15,11-11 6 0,-12 8 1 0,6-2 4 16,-6 2 1-16,2 0-2 0,-3 4 5 0,-2-2 2 16,-13 190-7-16</inkml:trace>
  <inkml:trace contextRef="#ctx0" brushRef="#br0" timeOffset="-152698.12">20446 12141 73 0,'-15'0'107'0,"3"0"-3"16,1 0 5-16,1 2 11 0,10-2-8 0,-13-2-9 16,6 1 5-16,7 1 3 0,0 0-7 0,-11-1-9 15,11 1-13-15,0 0-6 0,0 0-15 0,0 0-2 16,0 0-3-16,28-10-6 0,-9 7-10 0,3 3 5 15,8-2-4-15,2 0-6 0,4 1-2 0,-1-1-1 16,4 2 2-16,12 3-5 0,-12-3-5 0,12 2 5 0,-13 0-7 16,2-2 2-16,11 3 1 0,-15-2 3 15,0 0-6-15,-3 0-1 0,0 0-4 0,0-1 2 16,-2 0 1-16,-3 2-1 0,-9-2 0 0,0 0 1 16,-7 1-3-16,-2-1 0 0,-1 0-2 0,-3 0-4 0,-6 0 7 15,11 0 0-15,-11 0 1 0,7 1-4 0,-7-1 7 16,0 0-3-16,0 0 4 0,12-1 0 0,-12 1 0 15,0 0-1-15,0 0-2 0,0 0-4 0,0 0 0 16,0 0-2-16,0 0-1 0,0 0-7 0,0 0 1 16,0 0 0-16,2-6-4 0,-2 6-3 0,0 0-2 15,0 0 3-15,0 0-7 0,0 0 5 0,0 0-9 16,0 0-19-16,0 0-7 0,0 0-11 0,0 0-15 16,0 0-6-16,0 0 3 0,0 0-2 0,0 0-4 15,0 0 1-15,0 0-16 0,-25 6 12 0,20-2-2 16,-2-1 3-16,7-3 0 0,-10 3 3 0,5 0 10 15,5-3 2-15,-8 4 9 0,8-4 4 0,-10 3-6 16,10-3 6-16,-9 4 11 0,9-4 3 0,0 0 0 16,-9 2 9-16,9-2-5 0,-6 1 3 0,6-1 2 15,0 0-3-15,-12 2 10 0,12-2-2 0,0 0 0 16,0 0 10-16,-9 0-1 0,9 0 0 0,0 0 2 16,0 0 13-16,0 0-11 0,0 0 4 0,0 0-2 15,0 0-1-15,0 0-5 0,-7 2 12 0,7-2-11 16,0 0 7-16,0 0-3 0,0 0 8 0,0 0-7 0,0 0 12 15,0 0-11-15,0 0 10 0,0 0-11 16,0 0 26-16,0 0-3 0,0 0-3 0,0 0-5 16,11 12 13-16,-11-12-7 0,0 0 0 0,0 0 0 15,4 6 9-15,-4-6 10 0,0 0 3 0,1 7-8 0,-1-7 3 16,0 0 7-16,-2 13-5 0,2-13 1 0,-3 12-8 16,1-7-3-16,0 3 2 0,0-1-1 15,-1 0-1-15,-1-2-1 0,-1 3 2 0,1-2-2 0,-2 2-6 16,0-1-1-16,-1 1 0 0,0 0 5 0,-1-2-8 15,2 1-3-15,-1-1 3 0,-1-1-1 0,3 1-2 16,0 0-4-16,0-3 0 0,5-3-1 0,-10 8-9 16,5-3-10-16,0-1-18 0,-3 0-16 0,3 0-20 15,-1-2-24-15,-1 3-11 0,7-5-4 0,-11 6-123 16,6-2-243-16,5-4 108 0</inkml:trace>
  <inkml:trace contextRef="#ctx0" brushRef="#br0" timeOffset="-152487.02">21119 12088 62 0,'-6'-11'129'0,"-1"2"2"0,-1 0-3 0,0 0-21 15,-2 0-5-15,1 1 10 0,0 1-11 16,0 0-8-16,-1 2-14 0,2-2-6 0,2 4-15 15,1-1-20-15,5 4-21 0,-12-3-31 0,12 3-16 16,-8 0-27-16,8 0-28 0,0 0-89 0,0 0-189 0,-11 3 83 16</inkml:trace>
  <inkml:trace contextRef="#ctx0" brushRef="#br0" timeOffset="-152335.1">21210 11965 62 0,'0'0'96'0,"0"0"-23"16,0 0-23-16,0 0-22 0,-9 22-22 0,6-15-22 15,0-2-35-15,-2 1-53 0,1 0 24 0</inkml:trace>
  <inkml:trace contextRef="#ctx0" brushRef="#br0" timeOffset="-148960.82">21672 11869 28 0,'-8'-7'118'0,"8"7"2"0,-10-3-13 0,3 3 4 16,-3 0-10-16,-4 3-5 0,1 0-4 0,-5 4-5 16,0 2 6-16,-2 0-9 0,1 2-2 15,-3 3-12-15,6-2 4 0,-1 2-7 0,-1 6-4 16,4-5-1-16,2 0 0 0,2-1-10 0,1 0-5 0,3 2 0 16,2-4-5-16,4 3-4 0,-1-4-3 0,1 2-3 15,1-4-1-15,3 1-7 0,1 0 1 16,4 1-1-16,1-5 0 0,4 3-8 0,3-2-11 15,2-2-10-15,2-2-12 0,0 0-11 0,0-3-9 0,-1-3-29 16,1 1 5-16,-1-3-20 0,-1 0 13 16,-1 1 1-16,-3-5 9 0,1 1 4 0,-3-1-1 15,-2 0 6-15,-2-1 10 0,-1 0-6 0,-2-2 13 16,2 1 6-16,-5-1 6 0,1-2 9 0,-2 1 7 0,-2 1 2 16,0 1 5-16,-2 1 17 0,2-2-3 0,0 5 5 15,0 7 20-15,0-14-1 0,0 14 3 0,0-10-2 16,0 10-11-16,0 0-4 0,-1-8 5 0,1 8 16 15,0 0 6-15,0 0-6 0,0 0-1 0,-5 22 4 16,2-12 0-16,2 1-7 0,0 1-2 0,1-1-1 16,1 5-5-16,0-4 0 0,1 1-3 0,0-1-6 15,2-1 1-15,0-1-8 0,0 1 2 0,1 0-7 16,1-2-1-16,3-1-1 0,-1 0 2 0,0-2 2 16,3 1-2-16,-2-3 2 0,-3-1-5 0,5-3-5 15,-3 0-1-15,0 0-5 0,-8 0 2 0,19-3-3 16,-12-1-1-16,0-3-1 0,0 1 2 0,0-3-1 15,-2 0-6-15,-1-1 1 0,-2 0 6 0,-1-2 1 16,-1 1-2-16,0 0 1 0,-1-6-1 0,-1 6-3 16,1-4 7-16,-2 3-2 0,2 1 3 0,0 1-5 15,0 0-1-15,-3 1 5 0,3 3-8 0,1 6 3 16,3-10 1-16,-3 10-4 0,7-6-4 0,-7 6 8 16,11-1-5-16,-11 1 0 0,21 4 8 0,-4 2-3 15,0 3 3-15,1-1 1 0,-1 2-1 0,1 0 1 16,-5 1 0-16,-1 0-7 0,2 1 4 0,-2 1 2 15,-3-3-4-15,-2-1 6 0,0-3-3 0,-3 1 4 16,0 0 0-16,-1 0 0 0,2-1 6 0,-2-1 11 16,-3-5 7-16,1 7 6 0,-1-7 1 0,0 0-4 0,0 0-3 15,0 0-1-15,0 0-4 0,0 0 0 0,0 0-1 16,-19-12-1-16,14 7-5 0,1-1 0 16,2 0-2-16,2 6 1 0,-2-15-5 0,4 6 1 0,-1-2-1 15,1 2-8-15,2-1 0 0,1-2 0 0,3-1-3 16,0 3-2-16,-1-1-3 0,1 2-1 0,1 0-2 15,1 2-1-15,-2 2 1 0,-2 0 0 0,6 1 2 16,-2 3-3-16,0 1 0 0,0 2 5 16,1 3-5-16,-2 0 4 0,2 1 1 0,-5 2 1 0,3 0-1 15,-1 2 1-15,0 1 3 0,-3-1-6 0,0-2 3 16,0 2-2-16,0 0 0 0,0-1 1 0,2-1 6 16,-5-2-1-16,2-1-1 0,1-1 2 0,-1 1-1 15,0-1 0-15,-4-4 0 0,8 5 3 0,-8-5-2 16,12-2 1-16,-12 2 1 0,17-9 0 0,-8 5-6 15,1-4 7-15,-1-1-2 0,1-1 0 0,1-3 0 16,-2-2-1-16,-1-1 2 0,0 2-5 0,-1-1 4 16,-2-1-3-16,-3 4 0 0,1 0 6 0,-1-3-8 15,0 3 3-15,1 2-2 0,-1 1 3 0,0 1-1 16,-2 8 1-16,1-10-9 0,-1 10 1 0,2-6 2 16,-2 6-3-16,0 0 1 0,0 0 2 0,0 0 2 15,0 0 0-15,0 0 0 0,-3 33 2 0,2-23-3 0,0 2 3 16,-2 1 0-16,1 0-2 0,0 2 3 15,0 0-2-15,-1 1-4 0,2-4 8 0,-2 1-2 16,1 0-3-16,1-1-3 0,-2-1-10 0,2-1-16 0,-1 2-17 16,1-3-31-16,0-1-19 0,-1 1-39 15,1-3-25-15,1-6-160 0,-2 9-348 0,2-9 155 16</inkml:trace>
  <inkml:trace contextRef="#ctx0" brushRef="#br0" timeOffset="-148721.75">22684 11749 10 0,'2'-9'207'15,"1"-1"-2"-15,-3 3-13 0,0 7-15 0,1-9-19 16,-1 9-12-16,0 0-16 0,0 0 5 16,0 0-9-16,0 0-2 0,9 22 0 0,-8-5-11 0,1-1-11 15,-2 4-7-15,0 5-11 0,-2 1-9 0,2-7-6 16,0 1-5-16,-2-2-7 0,1 7-5 0,-1-6-9 15,0-1-2-15,-1 1-14 0,2 0-12 0,0-2-21 16,-2-1-29-16,-1-5-44 0,3 1-28 16,0-1-35-16,-1-2-26 0,-1 0-26 0,-4-4-113 0,3-1-332 15,-1 0 146-15</inkml:trace>
  <inkml:trace contextRef="#ctx0" brushRef="#br0" timeOffset="-148585.83">22555 11878 129 0,'0'0'115'0,"10"-5"-8"0,-2 4-12 0,2 0-5 16,4-1-14-16,4 1-44 0,1-2-18 0,0 3-36 15,2-2-84-15,-1 2-116 0,2 0 52 0</inkml:trace>
  <inkml:trace contextRef="#ctx0" brushRef="#br0" timeOffset="-148462.75">22920 11869 92 0,'0'0'138'0,"0"0"3"0,0 0-23 16,0 0-15-16,0 0-12 0,0 0-6 0,0 0-8 16,0 0-21-16,0 0-23 0,0 0-38 0,0 0-57 15,-25 8-83-15,20-6-157 0,5-2 71 0</inkml:trace>
  <inkml:trace contextRef="#ctx0" brushRef="#br0" timeOffset="-191623.69">13297 7799 2 0,'0'0'4'0,"0"0"-3"0,0 0 0 0,0 0-3 16,0 0-1-16</inkml:trace>
  <inkml:trace contextRef="#ctx0" brushRef="#br0" timeOffset="-188238.09">13949 8179 41 0,'0'0'51'0,"0"0"-17"0,0 0-17 16,6-3-17-16,-6 3-25 0,0 0-25 0,0 0 12 16</inkml:trace>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31:44.177"/>
    </inkml:context>
    <inkml:brush xml:id="br0">
      <inkml:brushProperty name="width" value="0.05292" units="cm"/>
      <inkml:brushProperty name="height" value="0.05292" units="cm"/>
      <inkml:brushProperty name="color" value="#FF0000"/>
    </inkml:brush>
  </inkml:definitions>
  <inkml:trace contextRef="#ctx0" brushRef="#br0">17963 10310 9 0,'0'0'36'0,"11"0"-3"0,-11 0-2 0,9 0-2 16,-9 0-4-16,9 0-3 0,-9 0 5 0,10 0-7 16,-10 0-1-16,9 0 1 0,-9 0-1 0,11 0-2 15,-11 0 8-15,11 2-5 0,-11-2-1 0,10 0-2 16,-10 0-2-16,12 1 1 0,-6-1-5 0,-6 0-7 15,13-1 0-15,-13 1-5 0,13 0-7 0,-13 0-4 16,11-2 2-16,-11 2-5 0,11 0-1 0,-11 0-7 16,10-3-1-16,-4 3-4 0,-6 0 0 0,9 0-18 15,-9 0-50-15,10-3 23 0</inkml:trace>
  <inkml:trace contextRef="#ctx0" brushRef="#br0" timeOffset="3015.62">18176 10096 39 0,'0'0'39'16,"0"0"-1"-16,0 0 0 0,0 0-5 0,-9 1-10 16,9-1-1-16,0 0 2 0,0 0-4 0,-10-1 10 15,10 1-13-15,0 0 2 0,0 0-2 0,-11-4-3 16,11 4 1-16,-8-1-2 0,8 1 5 0,0 0 2 0,-15-1 4 16,15 1 4-16,-9 1 3 0,9-1-4 15,-12 0-5-15,12 0 3 0,-14 0 2 0,14 0 0 0,-13 1 3 16,13-1-5-16,-10 2-6 0,10-2 4 0,-13 0 6 15,13 0-11-15,-10 2 7 0,10-2 0 0,-11 0 6 16,11 0 2-16,-9 0-7 0,9 0 9 0,0 0 9 16,-12 0-4-16,12 0-10 0,-6 1 13 0,6-1 5 15,0 0-12-15,0 0 11 0,-12-3 7 16,12 3-13-16,0 0-1 0,0 0-3 0,0 0-1 0,-7 3-8 16,7-3-3-16,0 0 0 0,0 0-2 0,0 0 2 15,0 0-4-15,0 0 2 0,0 0-3 16,0 0 8-16,0 0-2 0,0 0-2 0,0 0 1 0,0 0-1 15,0 0 4-15,0 0-3 0,0 0 3 0,0 0 1 16,0 0-3-16,0 0-2 0,29-3-4 0,-19 0 0 16,3-1-1-16,-2 3-2 0,7-1 4 0,0 0-6 15,3 1-6-15,-1-3 3 0,6 1-6 0,-3 1 7 16,4-3-1-16,1 0-6 0,-2 1 2 0,-5 0-3 16,2 1-2-16,0 1 3 0,-1-2-1 0,-3 0 3 15,3 4-4-15,-3-2-3 0,-1-1 2 0,1 0-2 16,-2 2 1-16,2 0 2 0,-5-1 2 0,0 2-8 15,-4 0 3-15,1 0 2 0,1 0 13 0,0 0 2 16,-4 0-5-16,1 0-2 0,-9 0 2 0,12 0 0 16,-12 0-1-16,10 0-5 0,-10 0 2 0,0 0-5 15,12 0 1-15,-12 0-1 0,5 2 9 0,-5-2-3 16,0 0 3-16,7 2-4 0,-7-2-3 0,0 0 1 16,0 0 1-16,0 0-1 0,0 0 1 0,0 0-4 15,0 0 3-15,0 0 1 0,10-4-4 0,-10 4 2 16,0 0 4-16,0 0-5 0,0 0-1 0,0 0 3 15,0 0-3-15,0 0 2 0,0 0-1 0,0 0 0 16,0 0 2-16,0 0-2 0,0 0 0 0,0 0-2 16,0 0-3-16,0 0-4 0,0 0-20 0,0 0-35 15,0 0-62-15,0 0-53 0,0 0-175 0,-33 10-376 16,19-10 166-16</inkml:trace>
  <inkml:trace contextRef="#ctx0" brushRef="#br0" timeOffset="3916.76">18843 9617 106 0,'0'0'150'0,"0"0"-6"0,0 0-12 15,3-6-12-15,-3 6-4 0,0 0-9 0,0 0-10 0,0 0-6 16,0 0-14-16,0 0-5 0,0 0-12 16,0 0-2-16,0 0-9 0,0 0-4 0,0 0 3 15,0 0-20-15,0 0 4 0,0 0-4 0,0 0 0 16,0 0-1-16,0 0-7 0,0 0 2 0,0 0-4 0,0 0 2 16,0 0 2-16,5 20 2 0,-5-20 5 15,3 6-8-15,-3-6 1 0,1 9-2 0,-1-9 2 0,4 9 6 16,-3-3-4-16,-1-6 3 0,4 10-3 15,-2-7-5-15,-2-3 5 0,2 13-7 0,-1-9 2 0,-1-4-1 16,2 12-4-16,-2-12 0 0,3 6-1 16,-3-6-1-16,0 0-4 0,3 8 4 0,-3-8-2 15,0 0 0-15,3 6 12 0,-3-6 6 0,0 0 4 16,0 0 1-16,0 0-2 0,2 6 7 0,-2-6 0 16,0 0 5-16,0 0 6 0,0 0 0 0,0 0 4 0,0 0-1 15,0 0-2-15,0 0-5 0,0 0-5 0,0 0-4 16,0 0-2-16,16-16-3 0,-12 10-5 15,4-2-4-15,1-1-4 0,5-4 1 0,0 1-3 16,1 1 1-16,1-3-1 0,5-2-7 0,-5 2 0 0,0 1-1 16,0-1 1-16,0 2-1 0,1 2-2 0,-2-1-2 15,-1 0 0-15,-2 3 2 0,2-1-3 0,0-2 2 16,-4 4-2-16,-2 0 2 0,2 1-3 16,-2 0 1-16,-1 0-1 0,-2 2 1 0,6 0 3 0,-8 0-6 15,3 0 0-15,-6 4-1 0,7-5 0 0,-7 5 3 16,0 0 1-16,5-5-1 0,-5 5 0 0,0 0 1 15,0 0 0-15,8-4-3 0,-8 4-3 0,0 0 5 16,0 0-3-16,0 0 0 0,0 0 1 0,0 0 0 16,5-3 6-16,-5 3-5 0,0 0-3 0,0 0 3 15,0 0-6-15,0 0-5 0,0 0-6 0,0 0-14 16,0 0-15-16,0 0-22 0,0 0-41 0,0 0-63 16,0 0-50-16,0 0-183 0,-18 12-438 0,18-12 193 15</inkml:trace>
  <inkml:trace contextRef="#ctx0" brushRef="#br0" timeOffset="5088.57">19277 9682 126 0,'-6'-5'179'0,"6"5"-3"0,0 0-9 0,-6-5-11 15,6 5-14-15,0 0-14 0,0 0-15 0,0 0-11 16,0 0-13-16,0 0-11 0,0 0-6 0,0 0-10 15,0 0-5-15,0 0-4 0,-5 21-9 0,8-13 5 16,0 3-8-16,-1 0 14 0,-2-2-7 0,1 2-4 16,0 0-4-16,0 0-7 0,1-2-1 0,-1 1 4 15,2-4 7-15,-3 1-1 0,0-7-5 0,2 10-5 16,-2-10 3-16,0 7 7 0,0-7-2 0,0 0 6 16,1 8 2-16,-1-8-1 0,0 0 2 0,0 0-3 15,0 0-1-15,0 9-5 0,0-9-1 0,0 0 2 16,0 0-7-16,0 0-5 0,0 0-3 0,0 0-1 15,4 5-2-15,-4-5-3 0,0 0 1 0,0 0-9 16,0 0 2-16,0 0-2 0,0 0-7 0,0 0 7 16,0 0-8-16,0 0 0 0,0 0-3 0,0 0-1 15,0 0 2-15,0 0-5 0,0 0 9 0,12-1-9 16,-12 1 3-16,0 0-2 0,0 0 3 0,0 0-3 16,0 0 3-16,0 0 0 0,0 0 1 0,0 0-7 15,0 0-3-15,0 0-11 0,0 0-12 0,0 0-25 16,0 0-37-16,0 0-27 0,0 0-31 0,0 0-23 15,0 0-18-15,0 0-25 0,0 0-113 0,-30-7-356 16,22 5 159-16</inkml:trace>
  <inkml:trace contextRef="#ctx0" brushRef="#br0" timeOffset="5366.69">19243 9593 17 0,'0'0'149'0,"0"0"-2"0,0 0-3 16,0 0-5-16,-7-3-6 0,7 3-4 0,0 0-2 16,-14 14-14-16,10-9-7 0,-1 4 1 0,-2 1-8 0,1 1-7 15,0 1-2-15,0 4 7 0,1-1-7 0,1 3-10 16,-1 0-7-16,3-3-3 0,-2 1-11 16,3 0 0-16,1 2-6 0,0-7-5 0,1 1-3 0,3 0-3 15,-2 1-8-15,1-2 0 0,-1 1-4 16,2-3-2-16,0 1-1 0,0-1-2 0,1 1-1 0,-1-5 0 15,4 3-5-15,-2 0-8 0,0-5-14 0,2 3-24 16,0-2-37-16,-8-4-40 0,15 5-32 0,-5-4-41 16,-1-1-166-16,0-3-370 0,-9 3 164 15</inkml:trace>
  <inkml:trace contextRef="#ctx0" brushRef="#br0" timeOffset="5782.83">19390 9777 146 0,'0'0'155'0,"0"0"0"0,-1-10-11 16,1 10-15-16,0 0-14 0,0 0-9 0,0 0-6 15,0 0 4-15,0 0-5 0,0 0-7 0,5 23-10 16,-5-23-6-16,1 13-3 0,2-3 0 0,-3-1 5 16,1-2 0-16,1 1-6 0,-2-8-8 0,2 10 0 15,-2-10 2-15,1 11 0 0,-1-6-2 0,0-5 0 16,2 8-1-16,-2-8 1 0,2 7 3 0,-2-7 7 15,0 0 0-15,0 0 5 0,2 5 1 0,-2-5-8 16,0 0-7-16,0 0-5 0,0 0-8 0,0 0-1 16,0 0 2-16,0 0-16 0,-2-25-5 0,4 17-1 15,0-3-4-15,2 0-3 0,2 0-11 0,-3-2 0 16,2 1-4-16,3-2 0 0,-3 3 3 0,-1 2-8 16,1 0 2-16,-3 3-2 0,2 0-6 0,0 1-1 15,-4 5 0-15,5-6 2 0,-5 6-2 0,8-3 1 16,-8 3-5-16,0 0 4 0,21 6-2 0,-14 0 1 15,-2-2 1-15,4 3 7 0,-3 2-9 0,1 0 2 16,-1-1 0-16,2 2 11 0,-2-1-11 0,-1 1 3 16,0 0-3-16,-2-1 4 0,-2 0-9 0,2 2-19 15,-3-2-23-15,1 0-24 0,-1 2-32 0,0-11-41 16,-4 17-27-16,6-11-36 0,-2-6-23 0,-2 12-146 0,2-12-410 16,0 0 181-16</inkml:trace>
  <inkml:trace contextRef="#ctx0" brushRef="#br0" timeOffset="6049.61">19611 9817 38 0,'0'0'137'0,"0"0"-1"0,0 0-10 0,0 0 2 15,0 0-13-15,0 0-13 0,0 0 5 16,11 11-4-16,-11-11-10 0,6 7-7 0,-6-7-7 16,8 4-2-16,-3-1 2 0,-5-3 5 0,10 4 2 0,-3-5 6 15,-7 1-5-15,16-3 0 0,-10 1 1 0,5 1-6 16,-1-3 0-16,-4 0-4 0,1 0 5 0,-2-1-4 15,0 1-7-15,3-4-5 0,-5 2-4 0,0-1-5 16,-2 0-5-16,1-2 1 0,-2 0-11 16,0-1-8-16,-2 1-6 0,2 9 0 0,-2-14-9 0,-1 6-6 15,1 3-9-15,-2-2-11 0,4 7-18 0,-9-7-24 16,9 7-30-16,-8-5-38 0,8 5-33 16,-10 0-29-16,10 0-33 0,0 0-134 0,-15 2-373 15,15-2 165-15</inkml:trace>
  <inkml:trace contextRef="#ctx0" brushRef="#br0" timeOffset="6399.02">19822 9567 111 0,'3'-6'159'0,"-3"6"-13"0,0 0-16 0,0 0-2 16,0 0 3-16,0 0 3 0,0 0-12 0,11 14-10 15,-7-8-16-15,-1 3 1 0,1 1-1 0,-1 0-4 16,1-1-11-16,1 1 1 0,-1 0-4 0,-1-3-7 15,-2 0-1-15,2 0-12 0,1-2-1 0,-2 1-5 16,1-1-3-16,-3-5 0 0,2 7 2 0,-2-7 1 16,3 7-1-16,-3-7-3 0,0 0-5 0,2 6-3 15,-2-6-4-15,0 0 1 0,0 0-6 0,0 0-3 16,7 4-3-16,-7-4 1 0,0 0-2 0,19-10-2 16,-9 6 0-16,0-3-3 0,5 4-2 0,-3-2-5 15,5-1 1-15,-6 3-4 0,0 1-1 0,0 1-2 16,-3 0-3-16,-1 1 0 0,-7 0-1 0,13 3 1 15,-9 1 6-15,0 2-3 0,-3 0 3 0,-1-6 1 16,1 14-1-16,-3-4 0 0,-1 1 8 0,-3 1-9 16,-6 0 1-16,3 1-6 0,2-2-11 0,-2 0-13 15,-2 1-29-15,2-4-39 0,1 1-53 0,3-5-48 0,-1 1-214 16,0-1-437-16,6-4 194 0</inkml:trace>
  <inkml:trace contextRef="#ctx0" brushRef="#br0" timeOffset="6583.51">20032 9626 5 0,'0'0'163'0,"1"-5"-11"15,-1 5-11-15,0 0-2 0,0 0 1 0,0 0 4 16,12 18-6-16,-10-11-16 0,1 2-14 0,-1 3-10 0,1-1-7 16,-2 1-12-16,2-2-4 0,-2 3-7 0,0 0-11 15,-1-3-33-15,0 0-42 0,0 2-34 16,0-5-46-16,0 0-48 0,0-7-93 0,-3 12-258 15,0-7 114-15</inkml:trace>
  <inkml:trace contextRef="#ctx0" brushRef="#br0" timeOffset="7266.77">20314 9593 154 0,'0'0'213'0,"0"0"-14"0,0 0-7 0,0 0-20 0,0 0-10 16,0 0-3-16,0 0-8 0,-27 7-13 0,21 0-7 15,-4 2-11-15,4-1-5 0,-4 5-9 0,3-4-10 16,1 0-1-16,3 1-14 0,-2-1-6 0,2 0-11 16,1-2-5-16,2-7-3 0,-3 13-6 15,3-6-4-15,0-7-7 0,1 10-4 0,2-4-1 0,-3-6-6 16,6 5 3-16,-6-5-1 0,7 4-4 0,-7-4 0 16,9 0-3-16,-9 0-4 0,14-6-2 0,-9 3 0 15,5-1-8-15,-5-3 2 0,2-1 2 16,-1 0-7-16,-1-1-2 0,3-2-2 0,-4 3-2 0,1-5-2 15,0 4 0-15,-3 0 2 0,4-2-2 0,-4 5-2 16,-1-1 0-16,3 2-1 0,-4 5-4 0,5-7 1 16,-5 7-4-16,0 0 3 0,0 0 4 0,0 0-5 15,0 0 3-15,12 10 1 0,-12-10-2 0,2 9 3 16,1-1 2-16,0-4-5 0,-1 2 4 0,4 0 4 16,-3-1-1-16,-3-5 1 0,6 8 1 0,-2-4 3 15,0 0 4-15,-4-4 13 0,9 3-2 0,-9-3 1 16,10-2 0-16,-10 2-4 0,12-5 0 0,-6 1-5 15,-1-1 0-15,2 1 3 0,-2-2 4 0,-1-2-5 16,-2 3-7-16,1-3 3 0,1 0-3 0,-3-1 2 16,-1-2-1-16,1 2-2 0,-1-1-2 0,1 4 1 15,-1 6 4-15,2-12-7 0,-2 12-4 0,1-7 0 16,-1 7-2-16,0 0 1 0,0 0-3 0,0 0-1 16,0 0 4-16,0 0 0 0,0 0-1 0,13 19 3 15,-11-12-1-15,1 3-2 0,-2-1 4 0,0 3-1 16,1-3 2-16,0 1 5 0,1-1-7 0,-2 1 8 15,4 0 2-15,-4-3 2 0,1 1-3 0,-1 1-3 0,0-4 2 16,2 2 1-16,-3-7-1 0,0 11-9 16,0-11-16-16,0 9-19 0,0-9-27 0,-2 10-36 15,2-10-50-15,-2 6-57 0,2-6-219 0,-6 4-460 16,6-4 204-16</inkml:trace>
  <inkml:trace contextRef="#ctx0" brushRef="#br0" timeOffset="7449.04">20703 9319 179 0,'6'-1'174'0,"3"1"-20"0,-9 0 21 15,16 8-16-15,-4-1 9 0,0 7-5 0,-2-6-12 16,1 8-19-16,4 4-7 0,-4-1-14 0,1 2-9 16,-2 3-10-16,-5 0-6 0,0 1-10 0,-2 0-23 0,-6 4-36 15,-5-6-60-15,-3 3-48 0,-1-2-59 0,-7 2-156 16,-2-2-331-16,-4-1 147 0</inkml:trace>
  <inkml:trace contextRef="#ctx0" brushRef="#br0" timeOffset="7993.96">18487 9933 2 0,'0'0'0'0,"0"0"-1"15</inkml:trace>
  <inkml:trace contextRef="#ctx0" brushRef="#br0" timeOffset="8446.62">19172 9883 86 0,'0'0'77'16,"0"0"-4"-16,0 0-11 0,0 0-11 0,0 0 6 15,0 0-9-15,0 0-20 0,0 0 8 0,0 0-1 16,0 0-7-16,0 0 3 0,0 0-12 0,0 0 1 15,0 0-1-15,0 0 6 0,0 0-6 0,0 0-14 16,0 0 16-16,0 0-1 0,0 0-2 0,0 0 1 16,0 0 4-16,0 0 0 0,0 0-10 0,0 0 5 15,0 0 2-15,4 5-3 0,-4-5 4 0,0 0-13 16,0 0-3-16,0 0 12 0,0 0-8 0,0 0-5 16,0 0-3-16,0 0 5 0,0 0 3 0,0 0-17 15,0 0-6-15,0 0-9 0,0 0-3 0,0 0-14 0,0 0-13 16,0 0-14-16,0 0-60 0,0 0-137 15,0 0 60-15</inkml:trace>
  <inkml:trace contextRef="#ctx0" brushRef="#br0" timeOffset="13736.6">16599 10458 11 0,'0'0'36'0,"0"0"-9"0,0 0 0 0,0 0-4 16,0 0-2-16,0 0-5 0,17-11 2 15,-17 11 0-15,0 0 0 0,0 0-5 0,0 0-2 0,7-3 3 16,-7 3-4-16,0 0 0 0,0 0-5 0,4-4 2 16,-4 4-2-16,0 0 0 0,0 0 6 0,0 0-8 15,5-4 0-15,-5 4 1 0,0 0-2 16,0 0 0-16,0 0 4 0,0 0-3 0,0 0-1 16,0 0 3-16,0 0-8 0,0 0 1 0,0 0-6 0,0 0-4 15,0 0-1-15,4-8 4 0,-4 8-3 0,0 0 2 16,0 0-2-16,0 0 7 0,0 0 2 15,0 0-2-15,0 0 7 0,0 0-2 0,0 0-1 16,0 0 3-16,0 0 2 0,0 0 3 0,0 0-1 0,0 0-2 16,0 0 0-16,0 0 1 0,0 0-2 0,-9-9 4 15,9 9-5-15,0 0 1 0,0 0-1 0,0 0 2 16,0 0-4-16,0 0 3 0,0 0 4 0,0 0-5 16,0 0-1-16,0 0 1 0,0 0 2 15,0 0-6-15,0 0 5 0,0 0-4 0,0 0 5 0,0 0-8 16,0 0 4-16,0 0 0 0,0 0 2 0,0 0 1 15,0 0 0-15,0 0-4 0,17 2-1 0,-17-2 2 16,0 0 1-16,14 1 0 0,-14-1 4 0,9 0-5 16,-9 0 2-16,13-1-1 0,-13 1 1 0,11-1-2 15,-4 0 0-15,-7 1 0 0,16-1 0 0,-8 0-1 16,-8 1-1-16,18-3 1 0,-8 0 0 16,2 2 2-16,-1 1-7 0,1-2 3 0,-3 2-4 0,3-1-7 15,0-1-2-15,-1 1-3 0,2 1-4 16,0-1 6-16,-1 1 2 0,-1 1-3 0,-1-2 2 0,1 1-13 15,0 0 24-15,-1 0-19 0,-1 0-25 0,-1-2 11 16,-8 2 92-16,19-1-69 0,-9 1-14 0,-1-1 6 16</inkml:trace>
  <inkml:trace contextRef="#ctx0" brushRef="#br0" timeOffset="14054.59">17321 10371 5 0,'0'0'9'0,"0"0"-3"0,0 0 6 0,13 2-9 15,-13-2 1-15,0 0-2 0,0 0-1 0,0 0 6 16,0 0-6-16,0 0 3 0,8 0-2 0,-8 0 0 16,0 0 1-16,0 0 0 0,0 0 0 0,0 0-4 15,0 0 7-15,0 0 6 0,0 0 7 0,0 0-3 16,0 0-1-16,0 0-3 0,0 0 0 0,0 0-5 16,0 0-1-16,0 0-4 0,0 0-1 0,0 0-6 0,0 0-10 15,0 0-11-15,0 0-28 0,0 0 12 0</inkml:trace>
  <inkml:trace contextRef="#ctx0" brushRef="#br0" timeOffset="16582.99">18551 10765 132 0,'0'0'164'0,"0"0"-2"16,0 0-7-16,0 0-8 0,7 10-14 0,-7-10 4 15,4 6-8-15,-4-6-6 0,5 4-12 0,-5-4-15 16,4 5-8-16,-4-5-7 0,0 0-8 0,4 7-2 16,-4-7 0-16,8 2-6 0,-8-2-2 0,6 2-6 15,-6-2-5-15,9 0-6 0,-9 0-3 0,15-4 0 16,-3 4-11-16,1-6-2 0,7-2-17 0,4-8-33 16,4-1-39-16,3-1-36 0,18-11-44 0,-3 1-50 15,-4 3-114-15,1-3-327 0,-1 1 144 0</inkml:trace>
  <inkml:trace contextRef="#ctx0" brushRef="#br0" timeOffset="27482.1">25479 7352 63 0,'0'0'85'0,"0"0"-14"0,0 0-1 15,0 0-11-15,0 0-8 0,0 0-20 0,0 0-17 16,0 0-28-16,0 0-8 0,0 0-46 16,0 0-74-16,0 0 32 0</inkml:trace>
  <inkml:trace contextRef="#ctx0" brushRef="#br0" timeOffset="28018.75">26346 7097 11 0,'0'0'50'15,"0"0"-3"-15,0 0-4 0,0 0-3 0,0 0-6 16,0 0-6-16,0 0-4 0,0 0 3 0,0 0-5 16,0 0-6-16,0 0 4 0,0 0 4 0,0 0-6 15,0 0 0-15,0 0-3 0,0 0-7 0,0 0 1 16,0 0 2-16,0 0 2 0,0 0-2 0,0 0 3 16,0 0-6-16,0 0 1 0,0 0 3 0,0 0-4 15,0 0 1-15,0 0-4 0,0 0 6 0,0 0 1 0,0 0-7 16,0 0 5-16,0 0 0 0,0 0-4 0,0 0-5 15,0 0 1-15,0 0 1 0,0 0 0 16,0 0-3-16,0 0 5 0,0 0-9 0,0 0 8 16,0 0-1-16,0 0-7 0,0 0 5 0,0 0-3 0,0 0-10 15,0 0-11-15,0 0-12 0,0 0-16 0,-4 13-33 16,4-13-90-16,0 0 41 0</inkml:trace>
  <inkml:trace contextRef="#ctx0" brushRef="#br0" timeOffset="30933.31">22475 8323 51 0,'-10'0'75'0,"10"0"-9"0,0 0-8 0,0 0 4 16,0 0-3-16,0 0 3 0,0 0 0 0,-10-1-11 15,10 1 1-15,0 0-1 0,0 0-7 0,0 0 0 16,-9 0 0-16,9 0-13 0,0 0 0 0,0 0-10 16,-13 0 18-16,13 0-12 0,-7 1-5 0,7-1 8 15,0 0 4-15,-11 0 1 0,11 0 2 0,-9 0-6 16,9 0 3-16,-10 2-2 0,5 1-7 0,5-3-2 15,-13 1-5-15,4 1-1 0,9-2-2 0,-12 4 14 16,4-3-11-16,0 1-2 0,8-2-2 0,-10 4 2 0,10-4 1 16,-10 2-8-16,10-2 5 0,-12 3 6 0,12-3 1 15,-5 2 0-15,5-2 13 0,0 0-5 16,0 0 4-16,-9 2-4 0,9-2 5 0,0 0 10 16,0 0-5-16,0 0-5 0,0 0 8 0,0 0 3 0,27-13-2 15,-8 4-3-15,16-4-5 0,12-3-2 0,5-6-4 16,5-1-3-16,33-10-2 0,-28 14-3 0,30-16 0 15,-3 5-2-15,3 1-6 0,-2-1 5 0,-2 1-2 16,1 1-4-16,-2 1-2 0,-25 10-3 0,23-9 1 16,-27 11 3-16,-2 0-3 0,3 1-1 0,-6-1 3 15,-3 2 1-15,-14 4-5 0,-1-2 1 0,-2 5 0 16,0-3 0-16,-6 0 3 0,-5 4 2 0,-3-1 1 16,0 0 9-16,-4 1 3 0,-2 2 4 15,-1-2 7-15,-1 4 4 0,-3-1 3 0,-2 1 7 0,1-2 1 16,-7 3 2-16,12-4 4 0,-12 4 14 0,8-5-6 15,-8 5 0-15,6-2-2 0,-6 2-1 0,0 0-1 16,8-2-8-16,-8 2-2 0,0 0-4 0,0 0-5 16,8-4-3-16,-8 4-4 0,0 0-5 0,0 0 1 15,0 0-7-15,0 0 6 0,0 0-21 0,0 0-10 16,0 0-22-16,6-2-16 0,-6 2-21 0,0 0-21 16,0 0-29-16,0 0-40 0,0 0-31 0,0 0-52 15,0 0-206-15,0 0-475 0,-28 10 210 0</inkml:trace>
  <inkml:trace contextRef="#ctx0" brushRef="#br0" timeOffset="31760.51">17760 10229 21 0,'0'0'7'0,"0"0"-12"0,0 0-6 0,0 0 4 16</inkml:trace>
  <inkml:trace contextRef="#ctx0" brushRef="#br0" timeOffset="56336.3">18417 5341 1 0,'0'0'56'0,"0"0"-1"0,0 0-10 0,0 0 4 15,0 0-11-15,0 0-1 0,0 0-10 0,0 0-1 16,0 0-4-16,0 0-1 0,0 0 1 0,0 0 1 16,0 0-9-16,0 0 0 0,0 0-3 0,0 0 1 15,0 0-1-15,0 0-3 0,0 0-5 0,0 0 8 16,0 0-4-16,0 0-20 0,0 0-9 0,0 0-6 15,0 0-8-15,0 0-33 0,0 0-75 0,0 0 33 16</inkml:trace>
  <inkml:trace contextRef="#ctx0" brushRef="#br0" timeOffset="63690.08">13560 6776 38 0,'0'0'31'0,"0"0"4"16,0 0 0-16,0 0-11 0,0 0-2 0,0 0-5 15,0 0 3-15,0 0-1 0,0 0-4 16,0 0-6-16,0 0 6 0,0 0-5 0,0 0-1 0,0 0-1 16,0 0-2-16,0 0 1 0,0 0-1 0,0 0-6 15,0 0 0-15,0 0-12 0,0 0-5 0,0 0-33 16,0 0-54-16,0 0 24 0</inkml:trace>
  <inkml:trace contextRef="#ctx0" brushRef="#br0" timeOffset="64146.2">13825 6771 33 0,'0'0'26'0,"0"0"-1"0,0 0-14 0,0 0-14 16,0 0-13-16,0 0-16 0,0 0 7 0</inkml:trace>
  <inkml:trace contextRef="#ctx0" brushRef="#br0" timeOffset="64625.71">14068 6819 12 0,'0'0'60'0,"0"0"0"16,0 0-7-16,0 0-5 0,0 0 0 0,0 0-2 15,0 0 4-15,0 0 0 0,0 0-2 0,0 0-3 16,0 0-3-16,0 0-4 0,0 0 0 0,0 0-6 15,0 0-7-15,0 0 11 0,0 0-13 16,0 0-5-16,0 0 1 0,0 0 0 0,0 0-4 0,0 0-7 16,0 0 3-16,0 0 2 0,0 0-10 0,0 0 7 15,0 0 1-15,0 0 2 0,0 0-7 0,0 0 2 16,0 0-4-16,0 0 1 0,0 0-5 16,0 0 5-16,0 0-4 0,0 0 5 0,0 0-4 15,0 0-2-15,0 0 3 0,0 0 0 0,0 0-2 0,0 0 4 16,0 0-4-16,0 0 3 0,0 0-9 0,0 0 5 15,0 0-2-15,0 0 0 0,0 0 2 0,0 0-5 16,0 0 2-16,0 0-1 0,0 0-14 0,0 0-9 16,0 0-20-16,0 0-9 0,0 0-14 0,0 0-49 15,0 0-128-15,0 0 57 0</inkml:trace>
  <inkml:trace contextRef="#ctx0" brushRef="#br0" timeOffset="68946.14">14025 6722 13 0,'0'0'43'0,"0"0"-23"16,0 0-24-16,0 0-8 0,0 0-13 0,0 0 5 15</inkml:trace>
  <inkml:trace contextRef="#ctx0" brushRef="#br0" timeOffset="71103.95">13883 6678 30 0,'0'0'74'16,"0"0"-6"-16,0 0-1 0,0 0-9 0,0 0-7 15,0 0-2-15,0 0-7 0,0 0-1 0,0 0-7 16,0 0 3-16,0 0-1 0,0 0-10 0,0 0 8 16,0 0-6-16,0 0-8 0,0 0 5 0,0 0 2 15,0 0-9-15,0 0-3 0,0 0 1 0,0 0 1 16,0 0 5-16,0 0-2 0,0 0-6 0,0 0-3 15,0 0 0-15,0 0 11 0,0 0-15 0,0 0 5 16,0 0-5-16,0 0 3 0,0 0 1 0,0 0-8 16,0 0 9-16,0 0-2 0,0 0-5 0,0 0 10 15,0 0-17-15,0 0 18 0,0 0 4 0,0 0-6 16,0 0-9-16,0 0 4 0,0 0 7 0,0 0-8 16,0 0-1-16,0 0-5 0,0 0 4 0,0 0 0 15,0 0-1-15,0 0 2 0,0 0-6 0,0 0-1 16,0 0-4-16,0 0 0 0,0 0 5 0,0 0 1 15,0 0-1-15,0 0-4 0,0 0 9 0,0 0-1 16,0 0 2-16,0 0-4 0,0 0 1 0,0 0-8 16,0 0-1-16,0 0 9 0,0 0 1 0,0 0-2 15,0 0-1-15,0 0 1 0,0 0-5 0,0 0-2 16,0 0 3-16,0 0 6 0,0 0-6 0,0 0-7 16,0 0 3-16,0 0 5 0,0 0 6 0,0 0-4 15,0 0-4-15,0 0 4 0,0 0 9 0,0 0-9 0,0 0-5 16,0 0-4-16,0 0 4 0,0 0-8 0,0 0-2 15,0 0-8-15,0 0-12 0,0 0-8 16,0 0-24-16,0 0-19 0,0 0-63 0,0 0-157 16,0 0 70-16</inkml:trace>
  <inkml:trace contextRef="#ctx0" brushRef="#br0" timeOffset="73615.67">14999 6628 4 0,'0'0'9'0,"7"4"-2"0,-7-4-2 16,0 0 2-16,7 4 0 0,-7-4-4 0,0 0-1 15,10 5-2-15,-10-5 1 0,6 5 0 0,-6-5-1 16,2 8 1-16,-2-8-3 0,4 7 2 0,-1-3 2 15,-3-4 1-15,2 13-3 0,-2-8 1 0,2 3 0 16,-2-8 3-16,3 13-4 0,-3-4 1 0,0-2 1 16,0-7-2-16,0 15 2 0,0-8 1 0,0 1-3 15,0-1 0-15,0-7 1 0,0 16-2 0,0-11 1 16,0-5-3-16,0 14 3 0,0-9 3 0,0-5-4 16,0 14 1-16,0-14 3 0,0 14 1 0,0-7 0 15,0 1-2-15,0-8-1 0,0 16 2 16,0-5 4-16,-3-1-2 0,3 1 0 0,0 6-4 0,-1-4 6 15,1 0-3-15,-1-1-3 0,0 4 1 0,0-2 1 16,1-1-3-16,-2 0 1 0,2-1 4 0,0 2-5 16,-1-2 5-16,1 0-1 0,0-2 2 0,0 2-4 15,1 0-1-15,1-2 4 0,-2 3-3 0,0-4-2 16,1 3 8-16,-2-1-6 0,2 1-6 0,-1-2 6 16,1 1-2-16,0 0 0 0,0 0 0 0,-1 1 2 15,0-2-1-15,0 2 0 0,3-1 3 0,-3 3-3 16,-3 1 2-16,2-2 2 0,1 0 0 0,-1 2-1 15,0-4 3-15,1 1-2 0,-1-1-3 0,1-1-2 16,-2 1 5-16,2-1-4 0,2 0 3 0,-2 0-3 16,1 0 2-16,1 0 0 0,-1-1-1 0,2-2-1 15,1 3-1-15,-3-4 3 0,0 1-1 0,2 1 1 16,-3-1 4-16,4 0 3 0,-2 1-6 0,0-1-1 16,-2 0 10-16,1 1-8 0,0-2 4 0,2 3-4 15,-3-3 4-15,2 2-1 0,1-2-3 0,-2 4 4 16,2 0-5-16,-3-1 8 0,1 4 3 0,-1-2-2 15,0 0 0-15,-1-1-3 0,-2 1 1 0,2 0-1 16,0-1-5-16,2 1 8 0,-2 0-8 0,2 0 8 16,-1-1-9-16,0 2 1 0,-1-2 3 0,1 2-5 15,0-5 4-15,-2 4-1 0,2 0-1 0,-2-3 6 16,2 2-3-16,-1 0 6 0,-1-1 0 0,1-1 5 16,0 1-1-16,1-9-2 0,-4 16 1 0,4-12-7 15,-2 4 0-15,2-8 3 0,-3 13-4 0,0-7 2 16,1-2 3-16,-1 3-5 0,3-7 0 0,-7 11 2 15,3-8-6-15,-3 2 1 0,2-1-6 0,-1 0-8 16,-2-2-10-16,8-2-25 0,-15 1-62 0,7-1-113 16,-2-3 50-16</inkml:trace>
  <inkml:trace contextRef="#ctx0" brushRef="#br0" timeOffset="74299.19">14961 6751 42 0,'0'0'87'16,"7"-7"-15"-16,-1 2-4 0,4 1-8 0,-1-2-6 16,0 2-4-16,2 0 0 0,-1 1-11 0,1 0-7 15,-3 2 2-15,1 1-9 0,-9 0-4 0,16 2-1 16,-10 1 4-16,1-1-11 0,-1 4 0 0,-2-1 3 15,0 5-4-15,1 0 2 0,-3 2 0 0,0 5 3 16,-2 4-1-16,-3 2 5 0,1 3-8 0,-5 0 3 16,2 0 0-16,0 0-1 0,-3-2 0 0,1-2-3 15,3-4-1-15,-2 0 9 0,3-4-8 0,-1-1-2 16,0-1 0-16,0 1 1 0,2-2-4 0,1 4 7 16,-1-2-11-16,0-3 3 0,-1 3-6 0,1 0 8 15,2-1-6-15,0-1 0 0,0 6 8 0,0-6-4 16,-2 3 1-16,2 0-2 0,0 3-6 0,0-5 7 15,2 3-3-15,0 2 2 0,-2 0-5 0,3-6 1 16,1 5-1-16,-2 0 4 0,3 0-2 0,0 1 5 16,-1-1-8-16,2 1 3 0,1-2-3 0,-1-1 2 15,2 0-5-15,-2 3 13 0,1-3-9 0,-1 1 2 16,-1-4-4-16,2 0 4 0,-4-1 1 0,1 0-2 16,0 0 1-16,1 0 4 0,-2-2-9 0,-2 2 9 15,1 0-3-15,2 0-3 0,-6 2 7 0,2-1-3 16,-2 2-2-16,-1-4 2 0,-1 3-7 0,1-2 8 15,0 0-1-15,-3 1 4 0,1-2 0 0,-1 2 6 16,1-2-3-16,-2-1 3 0,1-2-6 0,0 1 6 16,-3 0-1-16,1 1 6 0,-1-1-16 0,0 0 4 15,-1 1-1-15,1-2-1 0,-1-1 3 0,0-1-9 16,2 1-14-16,-1-3-30 0,-3 1-27 0,3 0-27 16,-1 0-73-16,-2-5-185 0,0 0 82 0</inkml:trace>
  <inkml:trace contextRef="#ctx0" brushRef="#br0" timeOffset="74965.25">14956 6692 36 0,'0'0'89'0,"-3"-5"-5"0,3 5-10 0,0 0-7 16,0 0-4-16,0 0-9 0,0 0-6 0,0 0-5 16,5-10-10-16,-5 10 0 0,0 0-2 0,13 2-4 15,-13-2-6-15,10 7 0 0,-3 0-5 0,-2-1 2 16,2 3-1-16,-1-1-6 0,1 4 1 0,0 1 3 16,-2 2-6-16,-1 0-1 0,1 2 2 0,-1 2-3 15,-3-1 4-15,0 3-1 0,-1-2-1 0,-1 5-7 16,0 3 8-16,-2-8 2 0,-1 1-7 0,0 4 6 15,0-4-11-15,-1 5 9 0,0-8 3 0,0 5 0 16,-1-3-9-16,2-1-1 0,-1 0-2 0,2 2 2 16,-1-4 3-16,-1 4 3 0,3-1-7 0,-1-2 2 15,1 1-3-15,2 1 3 0,-2-2-2 0,2 0-2 16,0-2 1-16,2 3 1 0,0-5 4 0,1 3-8 16,-1-5 1-16,3 2 4 0,-1-2 3 0,-1 2-3 15,3-4 1-15,-3 2 0 0,3-2 0 0,-1 0 5 16,3 0-1-16,-2 0 4 0,-2-1-10 0,4 0-2 15,-2-1 6-15,2 1 0 0,-3 0-7 0,3-1-1 16,-2 0 7-16,0 2-4 0,-3 0-2 0,3-5 2 16,-2 5 1-16,-1-1-4 0,1 1 0 0,-4 2 16 15,-2-2-8-15,0 2-8 0,2 0 0 0,0-1 0 16,-4 1 8-16,1-2-3 0,-3 0 4 0,1 0-1 16,-4 0 5-16,2 1-13 0,1 0 3 0,-3-3 8 15,0 2-5-15,2-5-5 0,-2 4 2 0,0-2-9 16,-2 0-16-16,4-1-28 0,-5 1-27 0,3-2-70 15,-1-1-163-15,-2-1 72 0</inkml:trace>
  <inkml:trace contextRef="#ctx0" brushRef="#br0" timeOffset="75582.72">14943 6737 28 0,'0'0'57'0,"10"-2"-2"0,-10 2-10 0,13 0 2 16,-5 0-6-16,-8 0-5 0,17 3-5 0,-8 0 5 15,0 0-4-15,2 3-7 0,-4-2-2 0,1 3-8 16,-1 2 2-16,4-1 2 0,-6 3-6 0,3 1 2 16,-2 2 3-16,2 2-6 0,-3-1 0 0,-1 4 4 15,-3-1 7-15,0 2-5 0,0 6 4 0,-3-1-3 16,-1-1 1-16,1-3 4 0,-2 4-2 0,0-7 0 15,-2 3-3-15,1-2-3 0,-3-1 4 0,4 1 2 16,0 0-4-16,-4 3-1 0,4-2 1 0,0-1-1 16,-1-3-5-16,1 1 0 0,0-2 3 0,-1 3-5 15,1-3-4-15,1 1 3 0,2 1-4 0,-1-3 7 16,2 0-12-16,0-1 5 0,0 0-1 0,0-2-1 16,0 2 0-16,2 0-1 0,1-2 5 0,-1 2-7 15,3 0 4-15,-1-2 6 0,3 0-12 0,0 3-1 16,2 0 3-16,-4-1 9 0,3 1-8 0,0-5 8 15,-2 0-9-15,3 0 4 0,-3 1-5 0,1 0 5 16,-3-1-3-16,-1 0 1 0,4 0-6 0,-5 0 10 16,-2-9-1-16,4 14-2 0,-3-4 5 0,-2-3-7 15,1-1-4-15,-2 5 2 0,-2-3 17 0,0 2-11 16,-1 0 5-16,-3-1-1 0,2 0 6 0,2-1-4 16,-5-2-2-16,4 3-4 0,-4-3 11 0,5-1-2 15,-2 3-10-15,-4-3 5 0,1 3-4 0,0-2-13 16,-2-1-22-16,2 1-31 0,-1 0-31 0,-1-1-76 15,-2-2-181-15,0 0 80 0</inkml:trace>
  <inkml:trace contextRef="#ctx0" brushRef="#br0" timeOffset="76132.42">14870 6815 11 0,'0'0'127'0,"0"0"-9"16,-1-8-10-16,1 8-10 0,0 0-14 0,0 0-8 15,0 0-3-15,3-10-13 0,-3 10-8 0,12-4-4 0,0 4-7 16,-7 0-2-16,6-1-9 0,-11 1 0 15,21 1-3-15,-11 2-6 0,0 2-1 0,-2-4-2 16,-1 4-1-16,-1 1 4 0,-1 0-6 0,4 0-1 16,-6 1-7-16,1 4 3 0,0-1-4 0,-1 5 4 0,-1-2 1 15,0 3 1-15,-2 1-3 0,0-2 8 16,-2 0-8-16,0 2 2 0,-1 0-11 0,1-2 11 16,-2-2-9-16,4 2-1 0,-4 2 2 0,1-1-1 15,-2-1 1-15,0 3-3 0,1 0 4 0,2-1 2 16,-4 3-6-16,3-2 7 0,-1 1-3 0,0-2 3 15,4 1-7-15,-3 0 1 0,2-3-4 0,-2-1 8 16,3 4-2-16,0-2 3 0,1-1-6 0,0 2 8 16,1-6-9-16,4 2 1 0,-3-3-1 0,0 2 5 15,1 0-1-15,1 3-4 0,-1-4-5 0,0 1 10 16,3 0 1-16,-3-2-5 0,1 0 4 0,0 2-3 16,1-3-3-16,-3 0 3 0,1 1-6 0,1-5 5 15,-2 1 0-15,-1 4 1 0,0-6 1 0,2 1 0 16,-4-5-7-16,2 10 5 0,-2-6-2 0,0-4 2 15,0 10-1-15,0-10 9 0,0 12-5 0,-2-6 0 0,-1 4-3 16,-1-2 5-16,-2 2-16 0,-4 4-19 0,3-5-27 16,-4 8-24-16,-2-3-114 0,-1 1-209 0,-6 3 93 15</inkml:trace>
  <inkml:trace contextRef="#ctx0" brushRef="#br0" timeOffset="78263.97">12554 8288 8 0,'0'0'37'0,"0"0"-25"0,0 0-22 0,0 0-11 16,9 15 6-16</inkml:trace>
  <inkml:trace contextRef="#ctx0" brushRef="#br0" timeOffset="97436.65">18396 5398 16 0,'0'0'16'0,"0"0"-1"0,0 0 3 16,0 0-9-16,0 0 5 0,0 0-3 0,0 0 2 15,0 0-4-15,0 0 2 0,0 0 4 0,0 0-3 16,0 0 6-16,0 0-3 0,0 0-7 0,0 0 3 16,0 0 3-16,0 0-4 0,0 0 0 0,0 0-2 15,0 0 2-15,0 0-5 0,0 0 10 0,0 0-11 16,0 0 1-16,0 0-5 0,0 0 2 0,0 0 0 16,0 0-2-16,0 0-1 0,0 0 0 0,0 0 0 15,0 0-8-15,0 0-14 0,0 0-21 0,0 0-47 16,0 0 21-16</inkml:trace>
  <inkml:trace contextRef="#ctx0" brushRef="#br0" timeOffset="102749.04">12994 8311 74 0,'7'2'61'16,"-7"-2"12"-16,0 0-10 0,0 0-10 0,0 0-6 16,0 0-4-16,0 0-4 0,0 0-7 0,0 0-2 15,0 0 5-15,0 0-9 0,0 0-17 0,0 0 8 16,0 0-1-16,0 0-5 0,0 0-1 0,0 0 5 15,0 0 0-15,0 0-9 0,0 0 3 0,0 0-10 0,0 0 10 16,0 0-7-16,0 0 7 0,0 0-8 16,0 0 3-16,0 0-1 0,0 0 4 0,0 0 3 15,2 6-6-15,-2-6-1 0,0 0-4 0,8 4 19 16,-2-2-2-16,-6-2-1 0,10 6 0 0,1-2 4 16,1-1 6-16,4 1-1 0,4-2 2 0,1 1 1 15,5-1 4-15,5 0-15 0,1 0 20 0,2-2-8 16,2 3-3-16,0-1 4 0,0-2-1 0,3 0-11 15,0 0 2-15,-3 1 2 0,-2-1-7 0,-1 0 2 16,-1 1 0-16,-5 2-4 0,-6-1 10 0,-2 0 8 16,0-1-11-16,-6-1 6 0,-2 3-4 0,-2-3-2 15,-2 0 1-15,-1 0 3 0,-6 0 13 0,12 2 8 16,-12-2 5-16,0 0 9 0,7 0 8 0,-7 0-9 16,0 0-2-16,0 0-1 0,0 0-4 0,0 0-2 0,0 0-2 15,0 0-8-15,0 0 3 0,0 0-6 0,0 0-4 16,0 0-4-16,0 0-1 0,0 0-3 0,0 0-5 15,0 0-4-15,0 0-3 0,0 0-12 0,0 0-31 16,0 0-41-16,0 0-33 0,0 0-20 0,0 0-16 16,0 0 0-16,0 0-127 0,-11 14-291 0,19-5 129 15</inkml:trace>
  <inkml:trace contextRef="#ctx0" brushRef="#br0" timeOffset="103851.19">17633 11187 31 0,'0'0'82'0,"0"0"1"0,0 0-14 0,0 0 0 0,0 0-6 15,-4-8-11-15,4 8-3 0,0 0 4 0,0 0-21 16,0 0 1-16,0 0 9 0,0 0 1 0,0 0 2 16,0 0-2-16,0 0-20 0,0 0 15 0,0 0 1 15,0 0-6-15,0 0 2 0,0 0 3 0,0 0-1 16,0 0-9-16,-9-2-4 0,9 2 12 0,0 0 0 15,0 0-4-15,0 0 2 0,-7-1-2 0,7 1-5 16,0 0 4-16,0 0-7 0,-9-1-1 0,9 1-4 16,0 0 0-16,0 0 0 0,0 0-1 0,0 0 0 15,0 0-1-15,0 0 2 0,0 0-6 0,0 0-1 16,0 0 3-16,0 0-2 0,0 0-1 0,0 0 9 16,-10 3 9-16,10-3 7 0,0 0 1 0,0 0 2 15,0 0-5-15,0 0 0 0,24 8 0 0,-15-8 0 16,5 1-1-16,0-2-7 0,5 0 1 0,8-2-5 15,0-1 3-15,1 2-5 0,0-2-1 0,0 3-3 16,-6-2-3-16,-2 0-3 0,8 0 3 0,-8 1-2 16,-3 1-3-16,0-1-2 0,-2 2 2 0,-2-3-2 15,1 4-7-15,-4-1 10 0,-1 0-7 0,0 0 0 16,-9 0 0-16,13 0 2 0,-13 0-4 0,10 0 9 16,-10 0 2-16,9 2-2 0,-9-2 5 0,0 0-2 15,8 0 2-15,-8 0-5 0,0 0-1 0,0 0 0 16,0 0 2-16,8 1-1 0,-8-1-6 0,0 0-9 15,0 0-16-15,0 0-18 0,0 0-35 0,0 0-37 16,0 0-34-16,0 0-171 0,0 0-343 0,0 0 152 16</inkml:trace>
  <inkml:trace contextRef="#ctx0" brushRef="#br0" timeOffset="105358.9">18781 10887 157 0,'-9'0'166'0,"-4"0"-42"0,3-1-35 0,10 1-37 0,-14 0-31 16,7 1-26-16,7-1-32 0,-10-1-58 0,10 1-102 16,-10 1 45-16</inkml:trace>
  <inkml:trace contextRef="#ctx0" brushRef="#br0" timeOffset="112340">15178 13537 25 0,'-37'-3'23'15,"-3"-3"-8"-15,3 4-5 0,2 0-12 0,-4-1-11 16,-1 0-12-16,1 1 6 0</inkml:trace>
  <inkml:trace contextRef="#ctx0" brushRef="#br0" timeOffset="126516.35">14782 12292 53 0,'13'-2'49'0,"1"-1"-8"16,4 2-1-16,0-2-3 0,-2 2-5 0,5-3-2 15,0 4-4-15,0 0-2 0,1-3-4 0,-2 0-3 16,11 2-1-16,-3-1 0 0,-8 2-1 0,8-1-4 16,2-1-2-16,-2 1 1 0,2 0 1 0,0-2 1 15,-1-1-4-15,-1 1 0 0,3 0 2 0,-2-4-6 16,2 3-1-16,0-1-1 0,-2-3 0 0,2 2 6 15,1 2-6-15,0 0-2 0,-3-1 1 0,1 2 2 0,-1-1 1 16,-1 1 4-16,-6 1-5 0,5-2 1 16,2 4 0-16,0-1 1 0,-7-1 5 0,6 2-8 15,2-2-1-15,-2 4 10 0,-2 0-8 0,3-1-3 16,-1 5 5-16,-9-6-4 0,9 3 0 0,1 3 2 16,1-2-4-16,-1-2 1 0,-1 0 4 0,2-2-3 15,-1 2 0-15,0-2 0 0,2-2 1 0,0 4-2 16,-2-6 0-16,1 0 7 0,-1 2-5 0,-1-2 1 15,0 1 1-15,1-1 0 0,-1-2-3 0,-7 2 1 16,7 0 1-16,0 3 0 0,-8-2-1 0,-1 0 1 0,1 0-4 16,-3 0 5-16,5 1 1 0,-2 0-4 15,-1 0 2-15,3 1-3 0,-4-1-1 0,1 1 1 16,0 1 3-16,0 0-1 0,2 1 2 0,-1-1-1 16,-2 0-1-16,1 0 2 0,2 0 0 0,-3 0-2 15,-1 2-3-15,3 1 7 0,-1-3 4 0,0 0-3 16,0 0-1-16,2 3 2 0,-3-3-3 0,2-1-2 15,-1 1-1-15,-1 0 5 0,3 1-1 0,-1-2-2 16,-1-1-3-16,2 2 4 0,0 0-4 0,0 0-6 16,1 0-7-16,-2 0-5 0,1 0-9 0,-1 0-5 15,0 2-4-15,2 0-12 0,-1-2-3 0,-1 2-36 16,-1-2-91-16,2 1 41 0</inkml:trace>
  <inkml:trace contextRef="#ctx0" brushRef="#br0" timeOffset="127880.9">18211 12144 34 0,'18'0'44'0,"-4"0"-6"0,4 0-2 16,1-1-3-16,-1 1-4 0,1 0-2 0,0-2-3 0,0 4-4 16,0-1-2-16,1-1 0 0,-3 0-1 0,1-1-4 15,1 2-1-15,2-1-1 0,-3 0 0 0,2 0 0 16,-1 2-4-16,1 0 2 0,1-2-3 16,1 0-2-16,-1 0-1 0,0 0-12 0,1-2-3 15,-1 2 0-15,-1 0-3 0,8 0 4 0,-8-2-2 0,7 1-3 16,-6-1-3-16,-1 2 2 0,-1 0 2 0,0 0 4 15,1-1-3-15,-2 1 4 0,2-1 8 0,0 1-5 16,0-2 1-16,0 1 0 0,-1 0 4 16,0-1-4-16,2 2 6 0,-3 0-1 0,2 0 1 15,-1 2 0-15,1-4-5 0,-3 1 0 0,0 2-7 0,2-2 1 16,-5 1 2-16,4 0 2 0,0-1 0 0,-1 1 8 16,2-2 0-16,-1 0-3 0,1 1 5 0,-6 1-2 15,6 0-2-15,-6 0 4 0,6 0 13 0,0-2 2 16,-2 2 2-16,0-2-2 0,-4 3 0 15,6-1-4-15,-3-1-2 0,2 2 0 0,-7-1 4 0,2-1 6 16,0 0-2-16,5-1-5 0,-6 2-2 0,4 2 4 16,-3-4 2-16,1 2-6 0,-2-1-5 0,2 1 5 15,3 0-5-15,-3-1 2 0,0 1 7 0,4-2-9 16,-4 5 0-16,3-4-4 0,-3-1 5 0,-1 2-5 16,1 0 2-16,-2 2 0 0,7-1-4 0,-3-2-1 15,2 2 1-15,-2 0-4 0,0-1 1 0,-5-1-1 16,7 1-4-16,-5-1 5 0,1 1-7 0,3 0 6 15,0 0 1-15,1 0-6 0,-4 0-5 0,1 0-5 16,0 0 4-16,0 0-2 0,0-2 2 0,3 2 6 16,0 0-5-16,-5 2-4 0,2-2 3 0,-3-2 1 15,7 2 0-15,-6 0 5 0,0-1 0 0,-1 2 4 16,10-3 1-16,-5 1-4 0,2 1-5 0,0-1 7 16,-1 1-4-16,0 0 0 0,-5 1 5 0,1-1-3 15,2-1 6-15,3 1-8 0,-2-1-5 0,-3-1-3 16,0 2-7-16,0 2 3 0,-1-2 2 0,2 1 21 15,2-1 1-15,2 0 0 0,-2 0-7 0,3-1 1 16,-1 2-1-16,-2-1 3 0,1 1 5 0,0-1 1 16,4 0-2-16,-3 0 3 0,-1 0-12 0,1 1 1 15,-1 0 1-15,1-2-2 0,1 0 4 0,-2 1-3 16,0 0-2-16,0 0-5 0,0 1 2 0,-5-1 1 16,1 0 0-16,4 0 7 0,1 0 9 0,-1 1-2 15,-2-2-3-15,-2 1-5 0,-1 0 2 0,1 0 8 16,-1 0-8-16,0-1 8 0,-1 1-1 0,0 0 1 15,2-1-4-15,-4 0 6 0,2-1 9 0,-12 2 4 16,25-1 12-16,-12 1 1 0,0 0 3 0,-2 0 2 16,-11 0-9-16,22-2-6 0,-12 2-3 0,-10 0-2 15,21 2-4-15,-11-2-4 0,5-2 4 0,-4 1-8 16,3 0-1-16,-3-1-3 0,2 2 0 0,-13 0-3 16,23-3 1-16,-10 3 0 0,-3 2-3 0,-10-2 5 15,20 0 1-15,-9-2-3 0,-11 2-2 0,21 0 12 16,-10 0-2-16,0 0 6 0,0 0-5 0,1 0-4 15,-2 0-2-15,-1 0-1 0,1 0 6 0,-2 0-4 16,2 0-3-16,1 2-4 0,-4-1 3 0,3-1 4 16,1 2-3-16,-1-1-5 0,1-1 9 0,0 1 10 15,-1-1-5-15,3 0 5 0,-3-1-5 0,3 1 3 16,-2 0-1-16,-2 0-11 0,1 0 1 0,0-1-3 16,-10 1 6-16,16-2-2 0,-6 2 1 0,-4 2-5 15,-6-2 5-15,15-2 11 0,-7 1-4 0,-1 4-6 16,2-6 1-16,-9 3-4 0,13-2 5 0,-5 0-6 15,-2 0 6-15,-6 2-5 0,13-3 7 0,-13 3 0 16,10-1 2-16,-5-1-4 0,-5 2 4 0,0 0-5 16,15-1-6-16,-15 1 10 0,10-1-10 0,-10 1-1 0,9-1 3 15,-9 1-1-15,9-2 1 0,-9 2-7 16,0 0 4-16,17-1-1 0,-11 0 4 0,-6 1-6 16,0 0 4-16,18-4-2 0,-14 4 7 0,-4 0-4 15,0 0-1-15,0 0-7 0,18-1-4 0,-18 1 5 0,9-3 0 16,-9 3-1-16,0 0 6 0,11-4-4 0,-11 4 3 15,0 0-4-15,12 0 4 0,-12 0-5 16,0 0 5-16,0 0-10 0,0 0 4 0,0 0 6 16,14 0-3-16,-14 0-6 0,0 0 5 0,0 0-5 15,10-3 8-15,-10 3-6 0,0 0 7 0,0 0-4 16,0 0 5-16,0 0-2 0,14-1 6 0,-14 1-12 0,0 0 9 16,0 0-10-16,0 0 3 0,0 0 9 15,0 0-3-15,0 0-4 0,0 0 11 0,0 0-1 16,12 4-8-16,-12-4 1 0,0 0 10 0,0 0-8 15,0 0-1-15,0 0-3 0,0 0 1 0,0 0-6 0,0 0 8 16,0 0-2-16,0 0 3 0,0 0-12 0,0 0 0 16,0 0-13-16,0 0-15 0,0 0-16 15,0 0-23-15,0 0-64 0,0 0-150 0,0 0 66 16</inkml:trace>
  <inkml:trace contextRef="#ctx0" brushRef="#br0" timeOffset="137283.47">14510 13461 1 0,'0'0'28'16,"0"0"-5"-16,0 0-3 0,0 0 1 0,0 0-3 0,0 0-3 15,0 0-1-15,0 0-3 0,0 0 1 16,0 0-1-16,0 0-2 0,0 0-2 0,0 0 10 16,0 0-8-16,0 0 0 0,0 0-6 0,0 0 2 15,0 0-4-15,0 0 7 0,0 0-4 0,0 0 3 16,0 0-6-16,0 0 2 0,0 0-5 0,0 0 3 15,0 0 6-15,0 0-5 0,2 5-3 0,-2-5 4 0,0 0-3 16,0 0-3-16,0 0 2 0,0 0-5 16,0 0 8-16,0 0-3 0,0 0-1 0,0 0 2 15,0 0 0-15,0 0 4 0,0 0-5 0,2 9-3 16,-2-9 2-16,0 0-4 0,0 0-2 0,0 7-4 16,0-7-27-16,0 0-40 0,0 10 18 0</inkml:trace>
  <inkml:trace contextRef="#ctx0" brushRef="#br0" timeOffset="139456.2">18958 13004 23 0,'0'0'69'0,"0"0"-8"16,0 0-3-16,0 0-5 0,0 0-3 0,0 0-3 0,0 0-6 15,0 0-11-15,0 0 0 0,0 0-6 0,0 0 2 16,0 0-26-16,0 0-11 0,0 0-23 0,0 0-45 15,0 0-83-15,0 0 37 0</inkml:trace>
  <inkml:trace contextRef="#ctx0" brushRef="#br0" timeOffset="203166.23">16340 10962 2 0,'0'0'38'0,"0"0"-4"16,0 0-4-16,0 0-9 0,0 0 3 0,0 0-4 15,24 5 0-15,-24-5-7 0,21 0-3 16,-9 0-6-16,5-2-1 0,3 1-7 0,1 1 0 16,2-2-13-16,6-1-16 0,2 0-35 0,0 0 16 0</inkml:trace>
  <inkml:trace contextRef="#ctx0" brushRef="#br0" timeOffset="204283.66">16785 11230 1 0,'0'0'23'0,"0"0"-5"0,0 0-2 0,0 0-6 16,0 0 6-16,-4-8 0 0,4 8-4 0,0 0-3 16,0 0-1-16,-3-8 0 0,3 8 0 0,0 0 1 15,0 0 3-15,-5-4 0 0,5 4 2 0,0 0-9 16,-5-5 9-16,5 5 4 0,0 0 1 0,0 0-5 16,-8-2 4-16,8 2-3 0,0 0 2 0,0 0-5 15,0 0 1-15,0 0-4 0,-6-5 6 0,6 5-10 16,0 0 0-16,0 0 1 0,0 0 2 0,0 0-2 15,0 0 1-15,0 0 0 0,0 0-2 0,0 0-1 16,0 0 1-16,0 0 4 0,0 0-7 0,23 0 1 16,-23 0 3-16,15 2 1 0,-3-1-6 0,-1-2 5 15,3 1 0-15,3 0-1 0,3-2 2 0,1 1-3 16,8 0 2-16,-1 0 0 0,0-1-3 0,1 0 0 16,0 0 0-16,-1 0-1 0,1 0 2 0,-1 0 2 15,2 1 2-15,0-2 0 0,-1 2-4 0,0 0-1 16,-1 2-5-16,3-2 6 0,-2 0-3 0,1-2 8 15,-1 2-9-15,-1 0 2 0,2 1-6 0,-4 1 6 16,-3-1-7-16,4-1 4 0,3 1-3 0,-11 0 5 16,9 0 1-16,-8-2-6 0,2 2 4 0,-1-2-2 15,5 0 5-15,3 1-7 0,-8-1 7 0,1 0-3 16,-2 2-3-16,2-2-2 0,6-1 7 0,-7 1-4 16,0 1 3-16,1-1-3 0,0-1 1 0,6 1-10 15,1 0 12-15,0-2-4 0,-1 0-2 0,0 1 1 16,0 1 2-16,0 0-5 0,0-2 7 0,3 2-5 15,-3-2 5-15,1 3-6 0,1 0-8 0,0-1 3 16,0-1 0-16,-1 1-2 0,-1 0 1 0,3-1 4 16,-2 0-3-16,1 1-2 0,-2 0-5 0,5-1 8 15,-2 1-6-15,-3 0 0 0,5 0-1 0,-1 0-1 16,0-1 2-16,-1 2-4 0,3-1-3 0,1 0-17 0,-2 2-41 16,0 0 19-16</inkml:trace>
  <inkml:trace contextRef="#ctx0" brushRef="#br0" timeOffset="204883.72">18901 11058 34 0,'22'9'59'0,"-10"-5"-7"16,6-3 0-16,3 0-10 0,6 1-3 0,5 0 2 15,-1-1-7-15,5 1-13 0,0-4 2 0,2 4-11 16,1-1-4-16,0-2-6 0,1-1-8 0,14 4 6 15,-15-2 0-15,14 0-9 0,-15 0-8 0,2-2-7 16,-2 2-11-16,2 0-20 0,-3 0-59 0,0-1 25 16</inkml:trace>
  <inkml:trace contextRef="#ctx0" brushRef="#br0" timeOffset="205300.27">19542 10805 33 0,'0'0'68'15,"17"12"3"-15,-5-10-6 0,2 1 1 0,5 1-17 16,0 0-3-16,3 1-9 0,4 2 2 0,-5-2-5 15,7 1-5-15,-1-2-5 0,-5 1 3 0,-2 1-6 16,1 0 1-16,-1-1 2 0,-2 3-8 0,-1 0-7 16,-3 4 1-16,0-1 6 0,-7 3-4 0,0 2-7 15,-5 1 4-15,-3 9-4 0,-5 4-2 0,-6 2 2 16,-11 12 4-16,-6 2-2 0,-6 0 1 0,-20 19-5 16,-3-2-4-16,0-2-41 0,-6 4-80 0,-4 4-132 15,-6-9 59-15</inkml:trace>
  <inkml:trace contextRef="#ctx0" brushRef="#br0" timeOffset="-191340.97">19890 10391 2 0,'-5'-7'-1'0</inkml:trace>
  <inkml:trace contextRef="#ctx0" brushRef="#br0" timeOffset="-45037.76">13444 8291 48 0,'0'0'56'0,"0"0"-6"0,0 0-5 0,-6-5-18 15,6 5 15-15,0 0-5 0,0 0-8 0,0 0 0 0,0 0-3 16,0 0 0-16,0 0-7 0,0 0 10 16,0 0-14-16,0 0-6 0,0 0 1 0,-6-4 4 15,6 4-4-15,0 0 1 0,0 0-7 0,0 0 5 16,0 0 2-16,0 0-5 0,0 0 3 0,0 0-2 0,0 0 0 15,0 0-11-15,0 0 8 0,0 0 2 0,0 0 1 16,0 0 2-16,0 0-5 0,0 0-2 16,0 0 4-16,0 0 1 0,0 0-8 0,0 0 2 15,0 0 3-15,0 0-1 0,0 0 3 0,0 0-3 0,0 0 3 16,0 0-6-16,0 0 0 0,0 0 3 0,0 0-4 16,0 0 2-16,0 0 1 0,0 0-2 0,0 0-1 15,0 0-4-15,6-12 6 0,-6 12-4 16,0 0-11-16,0 0-5 0,0 0-13 0,0 0-11 0,0 0-7 15,0 0-32-15,0 0-87 0,0 0 39 0</inkml:trace>
  <inkml:trace contextRef="#ctx0" brushRef="#br0" timeOffset="-43980.47">17827 11017 42 0,'0'0'104'0,"4"-7"-8"0,-4 7-2 16,0 0 0-16,0 0-5 0,0 0-6 0,0 0-13 0,0 0 0 16,3-6-12-16,-3 6-3 0,0 0-12 0,0 0 0 15,0 0-22-15,0 0 13 0,0 0-8 0,0 0 6 16,0 0-14-16,0 0-1 0,0 0-8 0,0 0-4 15,0 0 0-15,0 0-4 0,0 0-10 0,0 0-10 16,0 0-15-16,0 0-3 0,0 0-16 0,0 0-3 16,0 0-23-16,0 0-58 0,-2 23-149 15,2-23 65-15</inkml:trace>
  <inkml:trace contextRef="#ctx0" brushRef="#br0" timeOffset="-43750.82">18442 10955 2 0,'0'0'66'0,"0"0"-9"0,0 0 1 16,0 0-16-16,0 0-10 0,0 0-7 0,0 0-15 16,-4 10-12-16,4-10-20 0,0 0-23 0,-5 10-49 15,5-10 22-15</inkml:trace>
  <inkml:trace contextRef="#ctx0" brushRef="#br0" timeOffset="2024.29">18258 5493 14 0,'0'0'42'0,"0"0"0"15,0 0-7-15,0 0-5 0,0 0 3 0,0 0-4 16,0 0 2-16,0 0-4 0,0 0 5 0,35-2-11 16,-16 0 2-16,0 2-2 0,9-3 6 0,0 2 4 15,3-2-4-15,1 1 5 0,0 1-6 0,1 0-11 16,-1-2 9-16,2 2 13 0,-3 0-13 0,2-2-6 16,2 1 0-16,-3 0-4 0,-2-1 4 0,0 1 2 15,-2 0 1-15,-6 0-7 0,-1 1 5 0,2-2-10 16,-5 3 3-16,1-3-2 0,-6 0 8 0,2 3-6 15,-3-1 9-15,-2 0 5 0,-1 0 1 0,0 1 5 16,-9 0-2-16,12-1 4 0,-12 1-11 0,10 0-3 0,-10 0 8 16,6-2 3-16,-6 2-2 0,0 0-4 15,8-4-10-15,-8 4 3 0,0 0 14 0,0 0-8 16,0 0-7-16,9 1 7 0,-9-1-5 0,0 0-3 16,0 0 5-16,0 0-7 0,0 0-5 0,0 0 1 15,0 0 2-15,0 0 7 0,0 0-4 0,0 0-8 0,0 0 1 16,0 0-7-16,0 0 3 0,0 0-6 0,0 0 6 15,0 0-1-15,0 0 2 0,0 0-7 16,0 0 6-16,0 0-5 0,9 3 5 0,-9-3 0 16,0 0-8-16,0 0 8 0,0 0-13 0,0 0-14 15,0 0-16-15,0 0-22 0,0 0-13 0,0 0-14 0,0 0-16 16,0 0-73-16,0 0-191 0,0 0 85 16</inkml:trace>
  <inkml:trace contextRef="#ctx0" brushRef="#br0" timeOffset="4361.84">13484 8364 19 0,'0'0'54'0,"0"0"-5"16,0 0-4-16,0 0-5 0,0 0-3 0,0 0 3 16,-7 3-14-16,7-3 4 0,0 0-13 0,0 0 8 15,0 0-4-15,0 0 1 0,0 0-3 0,0 0 3 16,0 0-2-16,0 0 11 0,0 0-8 0,0 0-3 0,0 0 4 16,0 0-3-16,0 0-3 0,0 0 1 15,0 0-1-15,0 0 1 0,0 0-9 0,0 0 6 16,0 0-8-16,0 0 2 0,0 0-1 0,0 0-2 15,0 0-3-15,0 0 2 0,0 0 2 0,0 0-2 0,0 0-8 16,0 0-19-16,0 0-30 0,0 0-65 0,0 0-123 16,0 0 54-16</inkml:trace>
  <inkml:trace contextRef="#ctx0" brushRef="#br0" timeOffset="6824.52">13650 8379 11 0,'0'0'59'0,"0"0"0"0,0 0-5 15,0 0-6-15,0 0-8 0,0 0-19 0,0 0-14 16,0 0-27-16,0 0-27 0,0 0-50 0,0 0 22 15</inkml:trace>
  <inkml:trace contextRef="#ctx0" brushRef="#br0" timeOffset="213325.39">18036 10464 13 0,'0'0'15'16,"0"0"-11"-16,0 0-10 0,0 0-6 0,0 0 3 15</inkml:trace>
  <inkml:trace contextRef="#ctx0" brushRef="#br0" timeOffset="213836.33">18413 10403 34 0,'0'0'107'0,"0"0"-22"16,0 0-5-16,0 0-14 0,0 0-1 0,0 0-3 15,0 0-1-15,0 0-6 0,0 0 2 0,0 0 0 16,0 0-2-16,0 0-9 0,0 0 4 16,0 0-6-16,0 0-2 0,0 0-8 0,0 0-1 0,0 0-2 15,0 0 3-15,0 0-11 0,0 0 1 0,0 0 2 16,0 0-2-16,0 0 0 0,0 0 7 0,0 0-11 16,0 0 1-16,0 0-1 0,0 0 3 0,0 0-3 15,0 0-3-15,0 0-2 0,0 0 2 16,0 0 1-16,0 0 6 0,0 0-6 0,0 0-1 0,0 0-8 15,0 0 5-15,0 0-4 0,0 0 0 0,0 0-2 16,0 0 1-16,0 0 1 0,0 0-5 0,0 0-3 16,0 0 4-16,0 0 3 0,0 0-5 0,0 0-1 15,0 0 3-15,0 0-5 0,0 0 3 0,0 0 3 16,0 0-4-16,0 0-1 0,0 0 0 0,0 0-2 16,0 0-2-16,0 0 2 0,0 0-4 0,0 0 0 15,0 0 3-15,0 0-13 0,0 0-11 0,0 0-21 16,0 0-15-16,0 0-28 0,0 0-17 0,0 0-13 15,0 0-71-15,0 0-204 0,0 0 91 0</inkml:trace>
  <inkml:trace contextRef="#ctx0" brushRef="#br0" timeOffset="44569.12">16531 9900 14 0,'0'0'59'0,"0"0"-9"0,0 0-13 0,0 0 0 16,0 0-8-16,0 0-11 0,0 0 7 0,0 0-20 16,0 0 1-16,0 0 2 0,0 0-12 15,0 0 1-15,0 0-7 0,0 0-8 0,0 0-25 16,7 19-45-16,-6-14 20 0</inkml:trace>
  <inkml:trace contextRef="#ctx0" brushRef="#br0" timeOffset="52756.48">18502 10249 11 0,'0'0'51'0,"0"0"-14"0,0 0 3 0,0 0-9 16,0 0 1-16,0 0-4 0,0 0-2 0,0 0-14 16,0 0-8-16,0 0-6 0,0 0-18 0,0 0-22 15,0 0-45-15,0 0 20 0</inkml:trace>
  <inkml:trace contextRef="#ctx0" brushRef="#br0" timeOffset="58049.37">18381 10437 5 0,'0'0'55'15,"0"0"-14"-15,0 0-6 0,0 0 0 0,5-5-2 16,-5 5-9-16,0 0 1 0,0 0-3 0,0 0 8 16,0 0-6-16,0 0-1 0,0 0-12 0,0 0 5 15,0 0 1-15,0 0 0 0,0 0 0 0,0 0-5 16,0 0-1-16,0 0-1 0,0 0-3 0,0 0 7 15,0 0-6-15,0 0-3 0,0 0-4 0,0 0 11 16,0 0-8-16,0 0-1 0,0 0-8 0,0 0 9 16,0 0-14-16,0 0 16 0,0 0-12 0,0 0 6 15,0 0 1-15,0 0-7 0,0 0-5 0,0 0-2 16,0 0-1-16,0 0-4 0,0 0 6 0,0 0-9 16,0 0-1-16,0 0-8 0,0 0-30 0,0 0-65 15,0 0 28-15</inkml:trace>
  <inkml:trace contextRef="#ctx0" brushRef="#br0" timeOffset="64429.75">19003 10246 11 0,'0'0'45'0,"0"0"0"0,0 0-8 0,0 0-6 15,0 0-5-15,0 0 0 0,0 0 2 0,0 0-4 16,0 0-2-16,0 0-5 0,0 0-1 0,0 0-1 16,0 0-4-16,0 0-2 0,8-6 1 0,-8 6 3 15,0 0-5-15,0 0-3 0,0 0 3 0,0 0 0 16,0 0-3-16,0 0-7 0,0 0-5 0,0 0-7 16,0 0-4-16,0 0-7 0,0 0-8 0,0 0-21 15,0 0-58-15,0 0 26 0</inkml:trace>
  <inkml:trace contextRef="#ctx0" brushRef="#br0" timeOffset="-154971.38">16057 17095 2 0,'0'0'46'16,"0"0"-10"-16,0 0 7 0,0 0-7 0,0 0 4 15,0 0-10-15,0 0 4 0,0 0-3 0,0 0-5 16,0 0 10-16,0 0-8 0,0 0 10 0,0 0-12 16,0 0-5-16,0 0-2 0,0 0-2 0,0 0-1 15,0 0 0-15,0 0 0 0,0 0-10 0,0 0-1 16,0 0 11-16,0 0-9 0,0 0 2 16,0 0-1-16,0 0 0 0,0 0 0 0,0 0-8 15,0 0 5-15,0 0-3 0,0 0 17 0,0 0-16 0,0 0 3 16,0 0-1-16,0 0 1 0,0 0 2 0,0 0-8 15,0 0 7-15,0 0-9 0,0 0 5 0,0 0 0 16,0 0 5-16,0 0-3 0,0 0 10 16,0 0-10-16,0 0-9 0,0 0 11 0,0 0-8 15,0 0 3-15,0 0 7 0,0 0-10 0,0 0 4 16,0 0-9-16,0 0 11 0,0 0-5 0,30 10-1 16,-30-10 1-16,0 0 4 0,0 0-1 0,0 0 6 15,0 0-3-15,0 0-3 0,0 0 17 0,0 0-15 16,0 0-2-16,0 0 0 0,0 0 6 0,0 0-1 15,0 0 4-15,0 0-7 0,0 0 6 0,0 0 2 16,0 0-9-16,0 0 2 0,0 0-4 0,0 0 4 16,0 0-3-16,0 0-3 0,0 0 6 15,0 0-1-15,0 0 1 0,0 0-3 0,0 0 3 16,0 0-3-16,0 0 3 0,0 0-6 0,0 0 6 16,0 0 6-16,0 0-3 0,0 0-6 0,0 0 1 15,0 0-3-15,0 0 10 0,0 0-5 0,0 0-3 0,0 0 1 16,0 0 8-16,0 0 4 0,0 0 5 0,0 0-4 15,0 0-11-15,0 0 5 0,0 0 3 0,0 0-5 16,0 0 2-16,0 0 3 0,0 0-12 16,0 0 1-16,0 0 6 0,0 0-5 0,0 0-9 15,0 0 9-15,0 0-1 0,0 0 2 0,0 0-2 16,0 0 0-16,0 0-2 0,0 0 4 0,0 0-5 16,0 0 5-16,0 0 2 0,0 0-5 0,0 0 1 15,0 0-8-15,0 0 8 0,0 0 1 0,0 0-1 16,0 0-6-16,0 0 9 0,0 0-7 0,0 0 0 15,0 0 5-15,0 0-6 0,0 0-1 0,0 0-3 16,0 0 11-16,0 0-4 0,0 0 5 0,0 0-2 16,0 0-7-16,0 0 2 0,12-15 1 15,-12 15 2-15,0 0-1 0,15-3 1 0,-15 3 0 0,11-6-2 16,-11 6 1-16,14-4 4 0,-14 4-4 0,0 0 0 16,19-3 0-16,-11 1 5 0,-8 2-7 0,0 0-1 15,19-2-4-15,-19 2 6 0,13-1-3 0,-13 1 4 16,14-2-5-16,-14 2 8 0,11-1-5 0,-11 1 4 15,12-1-6-15,-12 1 0 0,0 0 4 0,0 0-4 16,19-2-2-16,-19 2 4 0,9 0 1 16,-9 0 1-16,0 0 1 0,14 0 4 0,-14 0-11 15,0 0 12-15,15-1-10 0,-15 1 7 0,0 0 2 16,16 0-4-16,-16 0-5 0,0 0-2 0,14 0 2 16,-14 0 9-16,11 0-6 0,-11 0 2 0,0 0-3 15,17 0 5-15,-17 0-7 0,10-1 9 0,-10 1-6 16,13 1-4-16,-13-1 2 0,0 0 5 0,15 0-3 15,-15 0 6-15,0 0-14 0,17-1 11 0,-17 1-1 16,10 0-3-16,-10 0 4 0,0 0 1 0,13 1-4 16,-13-1 4-16,0 0-4 0,13 3-5 0,-13-3-5 15,0 0 12-15,11 2-1 0,-11-2-4 0,0 0 9 16,0 0-4-16,13-1-5 0,-13 1 1 0,0 0 6 16,0 0-3-16,13 0-3 0,-13 0 4 0,0 0-5 15,0 0 6-15,13 0-14 0,-13 0 7 0,0 0 6 16,0 0 2-16,12 0-4 0,-12 0 0 15,0 0 0-15,0 0-4 0,0 0 6 0,0 0 2 16,16-3-6-16,-16 3 6 0,0 0 0 0,10-2 3 16,-10 2-5-16,0 0 1 0,9-4 5 0,-9 4-2 15,0 0 16-15,0 0-15 0,13-3-5 0,-13 3-1 16,0 0 10-16,0 0-11 0,11-3 5 0,-11 3-3 0,0 0-4 16,0 0 5-16,0 0 3 0,0 0-6 0,10-3 0 15,-10 3-7-15,0 0 5 0,0 0 2 16,0 0-3-16,0 0 2 0,0 0 1 0,0 0-4 15,0 0 6-15,0 0 6 0,16 4-7 0,-16-4 4 16,0 0-3-16,0 0-1 0,0 0-6 0,0 0 10 16,11 0-2-16,-11 0-6 0,0 0-1 0,11 1 5 15,-11-1-4-15,0 0 1 0,0 0 2 0,0 0 0 16,0 0 2-16,8 5 1 0,-8-5 0 0,0 0 0 16,0 0-5-16,0 0 6 0,0 0-7 0,8 3 8 15,-8-3-3-15,0 0-2 0,0 0-6 0,0 0 6 16,0 0 5-16,0 0-7 0,0 0-2 0,0 0 8 15,0 0-4-15,10 2 11 0,-10-2 9 0,0 0 0 16,0 0-3-16,0 0-1 0,0 0-5 0,0 0 7 16,0 0-9-16,0 0 5 0,0 0-3 0,9 3-3 15,-9-3-1-15,0 0 5 0,0 0-7 0,0 0 5 16,0 0-2-16,0 0-6 0,9 4 4 0,-9-4-5 16,0 0 4-16,0 0 0 0,0 0-4 0,0 0 5 15,0 0 1-15,0 0-3 0,0 0-1 0,0 0 2 16,0 0-8-16,0 0 5 0,0 0-1 15,0 0 2-15,0 0-5 0,0 0 8 0,0 0-9 16,0 0 5-16,0 0-9 0,0 0 3 0,7 6-19 16,-7-6-6-16,0 0-12 0,0 0-10 0,0 0-10 15,0 0-14-15,0 0-12 0,0 0-11 0,0 0 1 16,0 0-62-16,0 0-172 0,0 0 78 0</inkml:trace>
  <inkml:trace contextRef="#ctx0" brushRef="#br0" timeOffset="-152539.39">16206 17157 76 0,'-11'3'64'15,"11"-3"-2"-15,0 0-10 0,0 0 9 0,0 0-20 16,0 0 7-16,0 0 0 0,0 0-2 0,0 0-7 16,0 0-4-16,0 0 5 0,0 0-8 0,0 0 1 15,0 0-11-15,0 0-3 0,28 6 3 16,-28-6 1-16,0 0 4 0,17 0-4 0,-4-1 4 15,-2-2 15-15,2 2-18 0,-1 0 5 0,1-1-12 0,-1 1 6 16,1-2-8-16,0 3 10 0,0-3-4 0,-1 0-4 16,1 0 8-16,-1 1-6 0,2 0-4 0,-3-2 0 15,1 1-6-15,-1 1 0 0,1 1-1 0,0-1-3 16,-1-2 2-16,-1 3 2 0,3-3-5 0,-13 4 6 16,19-4-3-16,-10 3-6 0,-9 1 7 15,15-3 1-15,-15 3-13 0,13-4 8 0,-13 4-1 16,14 0-1-16,-14 0 0 0,10-2 9 0,-10 2-11 15,13-1 7-15,-13 1-9 0,0 0 0 0,15 0-1 16,-15 0 15-16,13-2-11 0,-13 2 0 0,0 0 1 16,14-1-5-16,-14 1 4 0,0 0 4 0,14 0-10 15,-14 0 6-15,0 0 0 0,16-1-5 0,-16 1 6 16,0 0 1-16,14-2-4 0,-14 2 1 0,0 0 0 16,14 0-1-16,-14 0 10 0,0 0-6 0,13 0-2 15,-13 0 1-15,0 0 2 0,12-1-3 0,-12 1 5 16,12 1-20-16,-12-1 21 0,10 2 11 0,-10-2-16 15,0 0-2-15,17-2 1 0,-17 2-1 0,11 0 0 16,-11 0-2-16,14 2 1 0,-14-2-7 0,13 0 12 16,-13 0-7-16,0 0-1 0,15 0 9 0,-15 0-11 15,12 0 12-15,-12 0-14 0,0 0 17 0,14-2 10 16,-14 2-11-16,0 0 7 0,0 0-1 0,14 0 0 16,-14 0 0-16,0 0-1 0,0 0-5 0,0 0-1 15,0 0 1-15,9-2-6 0,-9 2 4 16,0 0-10-16,0 0 8 0,0 0-21 0,0 0 25 15,0 0-4-15,0 0-5 0,0 0 8 0,0 0 2 16,0 0 1-16,0 0-5 0,0 0-6 0,0 0 7 0,0 0-1 16,15 1-4-16,-15-1 2 0,0 0 7 0,0 0-14 15,0 0 3-15,0 0 2 0,0 0 1 0,0 0 2 16,0 0-2-16,0 0-5 0,0 0 8 0,0 0-8 16,0 0 5-16,0 0 2 0,0 0-1 15,0 0-9-15,0 0 7 0,0 0 1 0,0 0-10 16,0 0 7-16,0 0 9 0,0 0-7 0,0 0 2 15,0 0-15-15,0 0 17 0,0 0-1 0,0 0-4 16,0 0 14-16,0 0-6 0,0 0-6 0,0 0 5 16,0 0-16-16,0 0-6 0,0 0 16 0,0 0 7 15,0 0-7-15,0 0 6 0,0 0-6 0,0 0 7 16,0 0-5-16,0 0 3 0,0 0 0 0,0 0 4 16,0 0-9-16,0 0-3 0,0 0 2 0,0 0-1 15,0 0 4-15,0 0 2 0,0 0-2 0,0 0 4 16,0 0-6-16,0 0-4 0,0 0 1 0,0 0 4 15,0 0-8-15,0 0 5 0,0 0 2 0,0 0 1 16,0 0-27-16,0 0 30 0,10-3-1 0,-10 3-6 16,0 0 4-16,0 0 1 0,0 0-1 0,17-1 3 15,-17 1-5-15,0 0-2 0,0 0 2 0,11 0 0 16,-11 0 3-16,0 0 2 0,13-3-9 16,-13 3 6-16,13 0 3 0,-13 0 0 0,12-2-2 15,-12 2-1-15,15-2 0 0,-15 2 3 0,11-4-9 16,-11 4 5-16,18-4-4 0,-7 2 5 0,-11 2-2 15,15-3 4-15,-15 3-3 0,14-2-3 0,-14 2 2 16,11-1 1-16,-11 1-2 0,13-2-1 0,-13 2 3 16,10-3-4-16,-10 3 5 0,0 0-3 0,16-4 3 15,-16 4 2-15,0 0-7 0,14-2 6 0,-14 2 11 16,9-2-23-16,-9 2 12 0,0 0-6 0,15-1 6 16,-15 1 5-16,0 0-7 0,12-3 3 0,-12 3 0 15,11-1 0-15,-11 1 2 0,0 0 10 0,13-1-7 16,-13 1 3-16,0 0 2 0,0 0-2 0,11 0-1 15,-11 0 5-15,0 0-4 0,0 0-6 0,0 0 14 16,0 0 5-16,0 0-8 0,0 0 4 0,0 0-3 16,0 0-3-16,0 0 2 0,0 0-4 0,0 0 4 15,0 0-8-15,0 0 0 0,0 0 2 0,0 0-4 16,0 0-1-16,0 0 1 0,0 0 0 0,0 0-1 16,0 0-3-16,0 0-1 0,0 0 9 15,0 0-9-15,0 0 12 0,0 0-9 0,0 0 8 0,0 0 0 16,0 0-1-16,0 0 4 0,0 0-4 0,0 0-5 15,0 0 2-15,0 0 2 0,0 0-1 0,10 1 1 16,-10-1-4-16,0 0 3 0,0 0-5 0,0 0 0 16,0 0-3-16,0 0 7 0,0 0 12 15,0 0 1-15,0 0-3 0,0 0-4 0,0 0 6 16,0 0-1-16,0 0 0 0,0 0 3 0,0 0 2 16,0 0-2-16,0 0 1 0,0 0 2 0,0 0-6 15,0 0 1-15,0 0 0 0,0 0-5 0,0 0 3 16,0 0-3-16,0 0-1 0,0 0-5 0,0 0 2 15,0 0-6-15,0 0 2 0,0 0-1 0,0 0 0 16,0 0-1-16,0 0 2 0,0 0-4 0,0 0-5 16,0 0 8-16,0 0-6 0,0 0 2 0,0 0 1 15,0 0 0-15,0 0-3 0,0 0 0 0,0 0 3 16,0 0-6-16,0 0 2 0,0 0 2 0,0 0 1 16,0 0-5-16,0 0 4 0,0 0-1 0,0 0 0 15,0 0 2-15,0 0-4 0,0 0 2 0,0 0 5 16,0 0-8-16,0 0 6 0,0 0 0 0,0 0-6 15,0 0 7-15,0 0-5 0,0 0 0 0,0 0 0 16,0 0 1-16,0 0 3 0,0 0-3 16,0 0 1-16,0 0-1 0,0 0 0 0,0 0 1 15,0 0-2-15,0 0 1 0,0 0-3 0,0 0 3 16,0 0-8-16,0 0 6 0,0 0 3 0,0 0 0 16,0 0-2-16,0 0 1 0,0 0-4 0,0 0 4 15,0 0 1-15,0 0-3 0,0 0 2 0,0 0-3 16,0 0 6-16,0 0-7 0,0 0 3 0,0 0 4 15,0 0-3-15,0 0 13 0,0 0 4 0,0 0-4 16,0 0 1-16,0 0 1 0,0 0-1 0,0 0 1 16,0 0-2-16,0 0-1 0,0 0 1 0,0 0-5 15,0 0 1-15,0 0 4 0,0 0-1 0,0 0 0 16,0 0-12-16,0 0 11 0,0 0-2 0,0 0 2 16,0 0-2-16,0 0-1 0,0 0 3 0,0 0-4 15,0 0-2-15,0 0 2 0,0 0-3 0,0 0 0 16,0 0 2-16,0 0-1 0,0 0 1 0,0 0-3 15,0 0-1-15,0 0 4 0,0 0-1 0,0 0 1 16,0 0 6-16,0 0 2 0,0 0 1 0,0 0-1 16,0 0-1-16,0 0-1 0,0 0-1 15,0 0 1-15,0 0-6 0,0 0 1 0,0 0 2 0,0 0-6 16,0 0 2-16,0 0 0 0,0 0-2 0,0 0 1 16,0 0 2-16,0 0-4 0,0 0 2 0,0 0-2 15,0 0 1-15,0 0-1 0,0 0 0 0,0 0-2 16,0 0 0-16,0 0 0 0,0 0-2 15,0 0-10-15,0 0 14 0,0 0-3 0,2 5 4 16,-2-5 0-16,0 0-7 0,0 0 5 0,0 0 0 16,0 0-2-16,0 0-1 0,0 0 3 0,0 0-2 15,0 0 1-15,0 0-4 0,0 0 3 0,0 0 0 16,0 0 0-16,0 0-1 0,0 0-2 0,0 0-1 16,0 0 1-16,0 0 5 0,0 0-6 0,0 0 2 15,0 0 2-15,0 0 2 0,0 0 1 0,0 0-4 16,0 0 4-16,0 0-3 0,0 0 0 0,0 0 2 15,0 0-2-15,0 0-1 0,0 0 1 0,0 0-4 16,0 0 4-16,0 0-2 0,0 0 2 0,0 0-2 16,0 0 4-16,0 0-1 0,0 0 0 0,0 0-3 15,0 0 2-15,0 0-1 0,0 0 1 0,0 0-1 16,0 0 2-16,0 0 0 0,0 0-2 0,0 0 0 16,0 0 4-16,0 0-5 0,0 0 4 0,0 0-4 15,0 0 2-15,0 0-1 0,0 0 4 16,0 0-5-16,0 0 1 0,0 0-1 0,0 0-1 15,0 0 3-15,0 0 1 0,0 0 0 0,0 0 1 16,0 0-6-16,0 0 4 0,0 0 3 0,0 0-3 16,0 0 3-16,0 0-4 0,0 0 4 0,0 0-3 15,0 0 1-15,0 0 2 0,0 0-3 0,0 0 3 0,0 0-2 16,0 0-2-16,0 0 3 0,0 0-1 16,0 0-3-16,0 0 3 0,0 0 0 0,0 0 1 15,0 0-1-15,0 0 0 0,0 0-3 0,0 0 3 16,0 0-4-16,0 0 5 0,0 0-1 0,0 0 1 15,0 0-1-15,0 0-3 0,0 0 1 0,0 0 3 16,0 0 1-16,0 0-6 0,0 0 6 0,0 0-4 16,0 0 1-16,0 0 1 0,0 0-1 0,0 0 0 15,0 0-2-15,0 0 3 0,0 0-12 0,0 0 14 16,0 0-4-16,0 0 1 0,0 0 0 0,0 0-2 16,0 0-14-16,0 0-10 0,0 0-15 0,0 0-30 15,0 0-17-15,0 0-37 0,0 0-11 16,0 0-51-16,0 0-37 0,0 0-151 0,-23-13-407 0,23 13 180 15</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44:21.186"/>
    </inkml:context>
    <inkml:brush xml:id="br0">
      <inkml:brushProperty name="width" value="0.05292" units="cm"/>
      <inkml:brushProperty name="height" value="0.05292" units="cm"/>
      <inkml:brushProperty name="color" value="#FF0000"/>
    </inkml:brush>
  </inkml:definitions>
  <inkml:trace contextRef="#ctx0" brushRef="#br0">18561 10060 14 0,'0'0'46'0,"0"0"-5"0,0 0-9 16,0 0-8-16,0 0 2 0,0 0-4 0,0 0-3 16,5-4-4-16,-5 4-7 0,0 0-5 0,0 0-13 15,0 0-2-15,0 0-26 0,0 0-42 0,0 0 19 16</inkml:trace>
  <inkml:trace contextRef="#ctx0" brushRef="#br0" timeOffset="5339.98">18937 10014 33 0,'0'0'33'16,"0"0"-3"-16,0 0 0 0,0 0-4 0,0 0 1 15,0 0-10-15,0 0 8 0,0 0-12 0,0 0 3 16,0 0 0-16,0 0-4 0,0 0 5 0,0 0-6 16,0 0 0-16,0 0-1 0,0 0-5 0,0 0 3 15,0 0 1-15,0 0-4 0,0 0 1 0,0 0 0 0,0 0 4 16,0 0-6-16,0 0 3 0,0 0-6 0,0 0 6 16,0 0-3-16,0 0-1 0,0 0-8 15,0 0 5-15,0 0-2 0,0 0-2 0,0 0 7 16,0 0-4-16,0 0 3 0,0 0 0 0,0 0 3 0,0 0-4 15,0 0 4-15,0 0-8 0,0 0 1 0,0 0 2 16,0 0 3-16,0 0-6 0,0 0 2 0,0 0 0 16,0 0-4-16,0 0 7 0,0 0-2 15,0 0 1-15,0 0-1 0,0 0-2 0,0 0 1 0,0 0-1 16,0 0 0-16,0 0 1 0,0 0 4 0,0 0-2 16,0 0 0-16,0 0 0 0,0 0-1 0,0 0-4 15,0 0-3-15,0 0-2 0,0 0 5 16,0 0-3-16,0 0 1 0,0 0-3 0,0 0 1 15,1 18 0-15,-1-18-6 0,0 0-5 0,0 0 1 0,0 0-5 16,0 0-21-16,0 0-47 0,0 0 21 0</inkml:trace>
  <inkml:trace contextRef="#ctx0" brushRef="#br0" timeOffset="13251.94">17848 10946 72 0,'0'0'79'16,"0"0"-7"-16,0 0-11 0,0 0-5 0,6-14-5 15,-6 14-2-15,0 0-8 0,0 0-3 0,0 0-13 16,0 0 11-16,0 0-3 0,0 0-5 0,0 0-8 15,0 0-6-15,0 0-2 0,0 0 4 0,0 0-1 16,0 0-4-16,0 0-6 0,0 0-9 0,0 0 0 16,0 0-6-16,0 0-13 0,0 0-15 0,0 0-12 15,0 0-52-15,0 0-109 0,0 0 50 0</inkml:trace>
  <inkml:trace contextRef="#ctx0" brushRef="#br0" timeOffset="14424.08">18322 10874 36 0,'0'0'61'0,"0"0"-6"0,0 0-8 0,0 0 5 15,0 0 8-15,0 0-10 0,0 0-3 0,0 0-4 16,0 0 4-16,0 0-2 0,0 0 0 0,0 0 7 0,0 0-12 16,0 0 5-16,0 0-10 0,0 0 8 15,0 0-10-15,0 0 1 0,0 0-6 0,0 0 2 16,0 0-5-16,0 0 0 0,0 0-5 0,0 0 4 16,0 0-10-16,0 0 4 0,0 0-2 0,0 0-4 15,0 0 3-15,0 0-2 0,0 0-3 0,0 0 4 0,0 0-3 16,0 0-1-16,0 0-7 0,0 0 6 15,0 0-6-15,0 0 0 0,0 0-1 0,0 0-1 16,0 0 5-16,0 0-3 0,0 0 0 0,0 0 0 16,0 0 0-16,0 0 2 0,0 0-1 0,0 0-2 15,0 0-3-15,0 0 4 0,0 0-3 0,0 0-3 0,0 0 2 16,0 0 9-16,0 0-6 0,0 0-12 16,0 0-11-16,0 0-3 0,0 0-25 0,0 0-11 15,0 0-15-15,0 0-18 0,0 0-55 0,0 0-158 16,0 0 70-16</inkml:trace>
  <inkml:trace contextRef="#ctx0" brushRef="#br0" timeOffset="17143.43">18561 10822 11 0,'0'0'62'0,"0"0"-4"0,0 0-4 0,0 0-2 15,0 0-4-15,0 0-2 0,0 0 0 0,0 0-5 16,0 0-1-16,0 0 0 0,0 0-3 0,0 0-9 0,0 0 1 16,0 0 0-16,0 0-9 0,0 0-4 0,0 0 3 15,0 0-3-15,0 0-1 0,0 0-2 0,0 0-2 16,0 0 4-16,0 0-6 0,0 0 2 16,0 0-3-16,0 0-2 0,0 0 2 0,0 0-2 15,0 0 1-15,0 0 2 0,0 0-6 0,0 0 4 0,0 0-6 16,0 0 2-16,0 0 0 0,0 0-4 0,0 0 0 15,0 0 4-15,0 0-2 0,0 0 0 0,0 0 1 16,0 0-2-16,0 0 4 0,0 0-8 0,0 0 6 16,0 0-2-16,0 0 0 0,0 0-4 0,0 0 8 15,0 0-2-15,0 0-5 0,0 0 3 0,0 0-3 16,0 0 7-16,0 0 0 0,0 0 4 0,0 0-15 16,0 0 9-16,0 0 1 0,0 0-5 0,0 0-4 15,0 0 7-15,0 0-2 0,0 0 4 0,0 0-1 16,0 0-1-16,0 0-3 0,0 0 7 15,0 0-9-15,0 0 3 0,0 0 2 0,0 0-3 0,0 0 4 16,0 0-2-16,0 0 3 0,0 0-3 0,0 0 0 16,0 0-5-16,0 0 2 0,0 0 0 0,0 0-3 15,0 0-2-15,0 0-7 0,0 0-9 0,0 0-13 16,0 0-12-16,0 0-15 0,2 11-41 0,-2-11-114 16,0 0 50-16</inkml:trace>
  <inkml:trace contextRef="#ctx0" brushRef="#br0" timeOffset="17913.06">23617 7873 70 0,'0'0'82'0,"0"0"-6"0,0 0-6 0,0 0-8 15,0 0-9-15,0 0-8 0,0 0 9 0,0 0-11 16,0 0-6-16,0 0-7 0,0 0-11 16,0 0-16-16,9 3-20 0,-9-3-22 0,5 7-59 15,-1-4-107-15,-4-3 48 0</inkml:trace>
  <inkml:trace contextRef="#ctx0" brushRef="#br0" timeOffset="18106">24097 7786 25 0,'0'0'42'0,"0"0"-22"0,0 0-19 16,0 0-16-16,0 0-16 0,0 0 7 0</inkml:trace>
  <inkml:trace contextRef="#ctx0" brushRef="#br0" timeOffset="19882.34">26456 7302 15 0,'0'0'69'0,"0"0"-7"0,0 0-8 16,0 0-5-16,0 0 0 0,0 0-8 0,0 0-4 15,0 0-11-15,0 7 0 0,0-7 4 0,0 0-2 16,0 0-10-16,0 0 3 0,0 0-6 0,0 0 2 16,0 0-8-16,0 0 3 0,0 0-15 0,0 0-13 15,0 0-5-15,0 0-8 0,0 0-19 0,0 0-30 16,0 0-83-16,-6 10 38 0</inkml:trace>
  <inkml:trace contextRef="#ctx0" brushRef="#br0" timeOffset="20277.73">27398 6903 2 0,'0'0'37'0,"0"0"-4"16,0 0-12-16,0 0-5 0,0 0-9 0,0 0-16 16,5 6-10-16,-5-6-18 0,0 0 8 0</inkml:trace>
  <inkml:trace contextRef="#ctx0" brushRef="#br0" timeOffset="20636.18">28011 6710 47 0,'0'0'46'0,"0"0"2"16,0 0-8-16,0 0-3 0,0 0-5 0,0 0-5 15,0 0-6-15,0 0-10 0,0 0-14 0,0 0-19 16,0 0-26-16,0 0-51 0,0 0 23 0</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4T10:23:52.357"/>
    </inkml:context>
    <inkml:brush xml:id="br0">
      <inkml:brushProperty name="width" value="0.05292" units="cm"/>
      <inkml:brushProperty name="height" value="0.05292" units="cm"/>
      <inkml:brushProperty name="color" value="#FF0000"/>
    </inkml:brush>
  </inkml:definitions>
  <inkml:trace contextRef="#ctx0" brushRef="#br0">8845 4623 38 0,'0'0'45'0,"-4"-5"-2"0,4 5 1 16,0 0 5-16,0 0-1 0,0 0-5 0,0 0 7 15,-7-4-4-15,7 4 7 0,0 0-2 0,-4-5-6 16,4 5-4-16,0 0 5 0,0 0 1 0,0 0-2 16,-11-3-2-16,11 3-4 0,0 0-5 0,0 0 0 15,-6-2-11-15,6 2 8 0,0 0-7 0,0 0-9 16,0 0 8-16,0 0-11 0,0 0 11 0,0 0 11 15,0 0-19-15,0 0-5 0,-8-2-1 0,8 2 3 16,0 0-7-16,0 0-2 0,0 0 8 0,0 0-5 16,0 0-2-16,22 7-6 0,-15-6 11 0,6 0 11 15,5 1-15-15,0 0 2 0,10 1 8 0,2-3-8 16,3 2 4-16,0-4 0 0,8 2 12 0,-3-3-4 16,17-1-1-16,-5 1-5 0,6-1 5 0,-1-2 0 15,5 1-3-15,3-3 1 0,3 3 6 0,30-3 1 16,-8-1-1-16,-25 3-6 0,3 0-1 0,25-1 1 15,-28 2-1-15,3 0-5 0,25-1-1 0,-26 5 4 16,0-3-12-16,2-1-1 0,23 2 2 0,-28 1 4 16,2-1-5-16,0 0 9 0,-1-3-4 0,0 10-9 15,28-8 7-15,-27-2 4 0,1 2-2 0,32 2 2 16,-5-3-3-16,-27 3 6 0,35 1-2 0,-6-7-3 16,-4 5 13-16,-25-3-10 0,38-2-5 0,-3 4 11 15,0 0-11-15,-3-1-2 0,5 0 5 0,-2 0-2 16,1-3 5-16,-2 1-9 0,-7 3 10 0,5-3-22 15,1 0 24-15,-1 3-13 0,1 1-5 0,-1 1 7 16,-5-2-5-16,-1 2 7 0,-27 2-2 0,31-6 2 16,-30 5-5-16,33-2 4 0,-3 4 10 0,-3-4 2 15,2-4-15-15,0 4-1 0,0-1-3 0,1 4 5 16,-5-4-2-16,0 5 7 0,-25-1-1 0,29-4 3 16,-2 2 2-16,-27-2-4 0,27-1 4 0,-26 5-7 15,21 1-9-15,-24-5 8 0,3 1-4 0,-1 1 2 16,0 1 1-16,27-3-2 0,-30 0-1 0,0 1 0 15,0 5 0-15,-3-7 2 0,-2 4-4 0,-3 1-1 16,-2-2-2-16,-15 1 4 0,16 0-6 0,-16 1-2 16,-3-3 2-16,3 2-1 0,-1-1 5 0,0 1-2 0,-2 0-5 15,-2-2 4-15,3 3-9 0,-5 0 9 16,-1-1-9-16,-8 2 0 0,-1-1-8 0,-1-1-10 16,-6 1-13-16,0 0-21 0,-1 0-7 0,-6-2-13 15,3 4-15-15,-9-2-91 0,8 1-210 0,-8-1 92 16</inkml:trace>
  <inkml:trace contextRef="#ctx0" brushRef="#br0" timeOffset="1888.14">9049 4643 2 0,'0'0'70'16,"0"0"1"-16,-6-4-9 0,6 4-2 0,0 0-9 0,-8-5 2 16,8 5 4-16,0 0 0 0,-5-4-8 0,5 4-8 15,-5-6-1-15,5 6-3 0,0 0-9 0,-8-4 3 16,8 4-8-16,-8-2-4 0,8 2-1 15,-11-2-4-15,5 0 5 0,6 2 2 0,-17-1-12 16,7-1 4-16,-2 1-5 0,0 0 3 0,-1 2 0 0,-1 0-5 16,1-1 3-16,0-1 0 0,-1 1 2 15,0 1-3-15,0-2-7 0,-3-1 3 0,-2 2 4 0,6 0 4 16,-5 1-9-16,-1-1 1 0,1 0-3 0,-1-1 10 16,2 1-1-16,2 0-1 0,-2 0-6 15,-2 0 8-15,2 0 2 0,-1 0-4 0,0 0 4 0,0 0-5 16,-1-2 4-16,2 2 1 0,-3 2-7 0,1 0 4 15,2-1-2-15,-1 2 3 0,5-1-3 0,-5 3 5 16,2-2-6-16,-2 3 1 0,5-4 0 0,-1 0-2 16,2-1-4-16,-2 3-1 0,3-1 9 15,-1 0-2-15,0 1-2 0,0-1 3 0,1-2 3 0,2 2-6 16,2-2 3-16,1 1 4 0,-3 0-1 0,9-2 3 16,-14 5-2-16,7-2 1 0,2-1-7 0,5-2-3 15,-11 5 4-15,6-4 0 0,5-1-4 0,-8 5-4 16,8-5 5-16,-6 5-1 0,6-5-7 0,-7 4 6 15,7-4-1-15,-5 4 9 0,5-4-9 0,-2 7 2 16,2-7-1-16,-4 9 2 0,1-5 3 0,3-4-1 16,-4 13-1-16,3-8 3 0,1-5-1 0,-4 13-4 15,4-8 3-15,0-5-6 0,-1 16 5 0,1-6 3 16,-4-1 0-16,3 3 1 0,2-3 4 0,-2 3-1 16,0 3 3-16,1-2 1 0,0 3-3 0,0 0 3 15,-2 0-3-15,2 0 3 0,0 3-4 0,-1-3-2 16,1 1 2-16,1 2 1 0,-2-1 10 0,-1 6 0 15,-1 2 1-15,2-7-2 0,-3 5 3 16,0 3 12-16,0-2-4 0,2 0 6 0,-2 4-10 0,-3-3 0 16,4 0-3-16,-1 0 1 0,0 2-3 0,0 1-3 15,-1-2-2-15,-1 1-3 0,-1 0 0 0,1 1-2 16,1 2-3-16,-1-2 3 0,-1 3 15 0,2-2-9 16,0 2 3-16,1 0-5 0,-3 0 6 15,3-1-2-15,1 1-4 0,-2 2 0 0,1-2-2 0,-1-2-2 16,0 1-1-16,1 3 0 0,0-3-4 0,1 0 0 15,-2-2 1-15,3 3-1 0,-1 0-2 0,1-1 2 16,2 1-2-16,-2 0 1 0,1 0 0 0,1 0 1 16,-1 0-1-16,-3 1 1 0,3 1-3 0,-3 0 0 15,0 1-1-15,-1 1 2 0,0-4-1 0,0 3 1 16,-2-4 3-16,1 0 0 0,-2 1-3 0,4-4 2 16,-2 1-2-16,0-3 1 0,0 1-3 0,3-4 1 15,0-2-3-15,-3 3-2 0,4-4 4 0,0 4-3 16,-1-6 2-16,2-1 1 0,0 2 1 0,1-3-1 15,0 1-2-15,0-2-2 0,0-3 5 0,1 3-5 16,0-6 3-16,1 2-2 0,-1 0 2 0,0-1-1 16,3-2 2-16,1 2-3 0,-2-4-1 0,-1 1 0 15,3-1 0-15,2 1 2 0,-2 0-3 0,0-4 0 16,4 3 4-16,0 0-3 0,2 1 0 0,3-2 1 16,2 2-1-16,4-1 8 0,-2 0-7 0,3-3-4 15,5 5 1-15,-5-4 0 0,9 2 2 0,1-4 1 16,2 5-4-16,3-4 12 0,3 1-9 0,1-4-3 15,14 6 8-15,1-3-5 0,-3-2-1 0,2-1 4 16,1 2-2-16,3-4-2 0,-1 5 5 0,3-3-6 16,1 0 2-16,1-1 0 0,2 2 3 0,1-1-3 15,1 0 2-15,2 0 0 0,24 3-1 0,-27-2 0 16,31-1-3-16,-31 1 8 0,26 0-5 0,-26-1-3 16,27 1-2-16,-29 1 0 0,31 1 6 0,-4 0-5 15,-25-2-1-15,31-4 6 0,-3 9 0 0,2-8-3 16,-3 2 2-16,-1 2-3 0,-2-2 8 0,3 2-6 15,4 0-2-15,0 0 3 0,0-2 6 0,6-2-6 16,3 2 0-16,-1 0 0 0,-1 0 2 0,-4 0-2 16,10-2-2-16,0 0 6 0,-1-2-4 0,1 0 2 15,3 6 1-15,4-2-4 0,-4 3-2 0,-1-2 1 0,3-1-1 16,-2-1 3-16,7 2 2 0,0-2-3 16,-6 0 2-16,1 1-3 0,-4 2 0 0,-2-3 0 15,6-2 5-15,-5 1-4 0,2 4-1 0,2-2 0 16,-1 3 0-16,-6 0 2 0,-3-5-3 0,1 6 2 15,-1-6 2-15,-2 2-4 0,-2-2 2 0,-3 1-5 0,-2 1 6 16,-2-1-3-16,-26-1 3 0,26-5-4 16,-27 6 1-16,27-2 0 0,-27 1 3 0,25-5 0 15,-29 4-8-15,3-1-5 0,27-2-2 0,-33 3-8 16,2-2-6-16,0-3-8 0,-3 2-13 0,4-3-11 0,-6 0-7 16,3 3-17-16,-4-3-9 0,4-1-13 0,-2 2-17 15,2-6-8-15,-3 0-22 0,1 2-8 16,-2-4-6-16,-3 3-102 0,-1-4-288 0,-1 0 128 15</inkml:trace>
  <inkml:trace contextRef="#ctx0" brushRef="#br0" timeOffset="2899.96">15807 4234 44 0,'-12'0'54'0,"12"0"-11"16,-10 0 1-16,10 0-5 0,-9 0 11 15,9 0-16-15,0 0-1 0,-9 0-1 0,9 0-8 16,0 0 6-16,0 0-7 0,0 0 0 0,0 0-4 0,0 0 4 16,0 0-10-16,0 0 5 0,0 0-6 0,0 0 7 15,33 12 3-15,-12-9 6 0,-2 1 1 0,13-2 2 16,1 0-4-16,6 0-1 0,11-2-2 15,2 0 1-15,0 1-9 0,-1-2 5 0,2-2 0 16,0 3-10-16,1 1 5 0,-4-1-6 0,1 0 6 16,-13 0-3-16,0 0 10 0,1 0-12 0,-3 0-9 0,0 0 5 15,-4 0 0-15,0 0 3 0,-3 0-9 0,-6 0 1 16,5 0-2-16,-10 0-1 0,2 0 5 16,0 2-4-16,-6-1 0 0,-1 0-3 0,0-1 8 15,-2 2 2-15,-2-2-8 0,-2 2-4 0,-7-2 8 16,14 3-7-16,-6-3 2 0,-2 3 1 0,-6-3 0 0,7 2 3 15,-7-2 1-15,7 4-1 0,-7-4-4 0,8 5-2 16,-5-2 3-16,-3-3 9 0,5 6-11 0,-5-6-2 16,5 8 5-16,-3-3-1 0,-2-5 7 0,4 13-7 15,-2-7 7-15,1 4 9 0,-3-1-8 16,2 2 0-16,-1 2 13 0,2 3-6 0,-3 0 9 0,1 4-1 16,0-2-6-16,3 9 13 0,-5-2-3 0,1 1 8 15,1 1 1-15,-1 1 0 0,0 0-7 0,-3 0-3 16,2 3 12-16,1 1-1 0,-1-1-1 0,0 1 6 15,-3 2-7-15,1 0-1 0,1 0 2 16,-1 0-5-16,-1 0 1 0,-1 2 4 0,-1 0-6 0,3 0 3 16,-3-1-1-16,-3 9 0 0,-1-11-2 0,3 1-2 15,-3 12 2-15,2-13-4 0,-1 1 6 0,2 10-7 16,0-9 0-16,2 0-4 0,-6 9 2 0,3-8-1 16,0 0 3-16,1 7-4 0,-2 5-2 0,-4-4 2 15,4-8-2-15,0-1-1 0,-2 11-2 0,3-12 4 16,-5 12-6-16,4-13-7 0,-2 12 8 0,2-13-2 15,2 1-1-15,-2 12 1 0,3-11-4 0</inkml:trace>
  <inkml:trace contextRef="#ctx0" brushRef="#br0">16638 6587 1830 0,'-4'8'41'0,"1"-1"-124"0,2 0 378 0,0 3-330 0,-1-2 70 15,1 2-95-15,-2-2 86 0,2-4-106 0,1-4 151 16,-2 12-60-16,2-12 3 0,-3 9-31 0,3-9 52 15,-4 8-29-15,4-8-35 0,-2 8 3 0,2-8 82 16,-5 7-65-16,5-7 56 0,-6 6-80 16,6-6 59-16,-6 3-44 0,6-3 11 0,-5 4 41 0,5-4-44 15,-8 5 17-15,8-5-39 0,-10 2 43 0,10-2 4 16,-10 2-19-16,10-2 17 0,-13 0-68 0,13 0 76 16,-10 1-85-16,10-1-3 0,-10 2 29 15,10-2 23-15,-10 1-78 0,10-1 58 0,-12 2-11 16,4-2 2-16,1 2 41 0,7-2-32 0,-12 5-15 15,4-4 43-15,2 1-15 0,6-2-64 0,-14 2 67 16,6 2-4-16,1-3 3 0,7-1 21 0,-16 4-19 16,10-4-34-16,6 0 58 0</inkml:trace>
  <inkml:trace contextRef="#ctx0" brushRef="#br0" timeOffset="4166.14">16760 5970 73 0,'-4'-6'84'0,"4"6"-8"15,-2-10-1-15,2 10-2 0,-5-7 7 0,5 7 3 16,-4-9-9-16,0 5-8 0,4 4 0 0,-4-7 0 15,4 7 0-15,0 0 0 0,-2-10-4 0,2 10-7 16,0 0 0-16,0 0-7 0,-2-7-17 0,2 7 6 16,0 0-6-16,0 0-1 0,0 0-6 0,0 0 2 15,0 0-5-15,0 0-1 0,0 0-18 0,0 0 6 16,0 0-3-16,0 0 11 0,0 0-8 0,0 0-7 16,0 0 10-16,0 0-4 0,0 0 5 0,11 19-1 15,-11-19-7-15,2 17 3 0,-3-8-6 0,2 3 4 16,-1 3-6-16,0 2 9 0,0 2 0 0,-1 0 5 15,0 7 1-15,1-2 1 0,-3 2 5 0,-2 1-7 0,1-1-3 16,0-1-1-16,0 2 9 0,2 1-10 16,-5-1 2-16,5 2 10 0,-2 0-14 0,-1-1-1 15,3 2-1-15,2-3 7 0,-3-1-4 0,0 1 4 16,2-3-6-16,0-4 5 0,0-2-6 0,1-1 4 16,0 0-3-16,1 1-1 0,-1-2-1 0,1-1 1 15,2 0 3-15,-1-2-1 0,-2-1-2 0,3-2 2 16,-2 2-2-16,3-1 2 0,-3 1 3 0,0-2-7 0,-1 0 1 15,0-1 0-15,-1 1 4 0,0-3 1 0,-2 0-4 16,3-7 3-16,-2 12 0 0,-1-6 5 0,-1-2 10 16,4-4-5-16,-5 9 0 0,1-5 4 15,4-4-1-15,-6 6 6 0,0-2 1 0,6-4 0 0,-9 5-5 16,4-2 1-16,-1 1-5 0,6-4 5 0,-11 2-8 16,5 0 0-16,6-2-2 0,-13 2-8 0,5 2 3 15,-3-3 0-15,0 1-1 0,-3 1 2 0,2 0-6 16,0 0-3-16,-1 1 3 0,2-1-2 0,-3 1-4 15,2-1 5-15,-1 2 1 0,-1-4-5 0,-1 4 4 16,-3 3-3-16,-1-2-4 0,4 1 1 0,-3-2 3 16,-2 0 1-16,1 0-1 0,0 0 1 15,1 3 0-15,-2-3 6 0,2-1-7 0,-4-3-1 0,1 2 4 16,-10-3-2-16,0 2-2 0,-1 0 2 0,-1 0 2 16,-1-1-1-16,-2-1 3 0,0 6-4 0,-2-6 0 15,-1 3-1-15,1-2-6 0,-1 2-3 0,0 2-2 16,-11-2-5-16,14 0-4 0,4 1-3 0,0 0-9 15,4 0-17-15,1 2-29 0,8-3-17 0,1 2-41 16,6 1-146-16,-4 1-306 0,5-3 135 0</inkml:trace>
  <inkml:trace contextRef="#ctx0" brushRef="#br0" timeOffset="5678.73">12389 4491 45 0,'0'0'73'0,"-2"-6"-3"15,2 6-1-15,0 0-9 0,-4-10 12 16,4 10-8-16,0 0-5 0,0 0-7 0,0-6-3 15,0 6-6-15,0 0-6 0,0 0 9 0,0 0-14 16,0 0-7-16,0 0-6 0,0 0 1 0,0 0-4 0,-3-9 0 16,3 9 0-16,0 0 9 0,0 0-10 0,0 0-4 15,0 0 0-15,0 0 1 0,0 0-1 16,0 0 0-16,0 0 3 0,0 0-14 0,0 0 8 0,0 0-7 16,0 0 6-16,0 0-1 0,0 0-2 15,0 0-1-15,0 0 2 0,0 0-3 0,-6-4 8 0,6 4-10 16,0 0 8-16,0 0-6 0,0 0 7 15,0 0-12-15,0 0 7 0,0 0-8 0,0 0 4 0,-6-4 0 16,6 4 0-16,0 0 0 0,0 0 0 16,-5-6 5-16,5 6-1 0,0 0-10 0,-5-5 7 15,5 5 1-15,0 0 6 0,0 0-8 0,0 0 1 0,0 0 2 16,0 0-4-16,0 0 4 0,-7-4-6 0,7 4-1 16,0 0 3-16,0 0-1 0,0 0 1 15,0 0-6-15,0 0 8 0,0 0-6 0,0 0 9 16,0 0-5-16,0 0 3 0,0 0-5 0,0 0-1 15,0 0 3-15,9 26 4 0,-9-17 2 0,-2 2 6 0,4 4 11 16,-2-3-8-16,0 5-6 0,2 2 7 0,-1-1-4 16,-1 3 7-16,1 3 1 0,2 1-2 15,-2 0 0-15,1 1 8 0,-2 0-7 0,2-3 6 0,0 3-6 16,1-1 5-16,-2 1-1 0,2 4-1 16,-1-5-3-16,2 2 4 0,-1 1-2 0,-2-2-3 0,5 2 0 15,-2-1 0-15,-3-1 1 0,1 1-3 16,0 0 1-16,-2 0-5 0,2 0-2 0,-2 0 3 15,2-1 6-15,-4 1-4 0,0 0 1 0,2 3 0 16,0-4-4-16,-1 3 4 0,-2-1 1 0,3 0-1 0,0-1 2 16,2 3-6-16,-1-3 1 0,0 2-1 0,-2-2-2 15,1 1 3-15,1 1-4 0,-1 0 2 0,0 1-2 16,2-3-2-16,-2 2-1 0,0 0 1 0,0-1 0 16,2-1 0-16,-2-1-2 0,0 1 6 15,0 0-4-15,-2 1-2 0,0-3 1 0,1 0-3 0,-2 4 2 16,2-4-1-16,1 3 1 0,-2-1 2 0,0 3-1 15,2-3 1-15,2 1-4 0,-2-3 3 0,0 4-1 16,2-2 1-16,1-2-3 0,-1 2 5 16,4-3-4-16,0 1 1 0,-1-1 1 0,1 1 0 15,-3-5-3-15,2 5 1 0,-1-6 4 0,1 1-3 0,1 3 3 16,2-5-5-16,-2 2-1 0,-2-3-1 0,1 8 2 16,-1-5 0-16,-1-3 0 0,-1 4 3 0,3 3-7 15,-5 3 7-15,0-3-10 0,0 1 7 0,0 2 0 16,-5 1 0-16,2-3-3 0,-1 2 1 0,0 2 1 15,0-3 1-15,1 3 1 0,3-3-3 0,-2-1 3 16,0-6-2-16,0 0 0 0,2-1-2 0,-4 1 4 16,4 1 1-16,4-1-3 0,-8 0 5 0,3 7-1 15,1-7-4-15,-1 4 1 0,1-3 4 0,0-1-3 16,-2-1-1-16,0 1 1 0,-2 0-1 0,0-4-2 16,3 3-3-16,-3-1 5 0,2-2 1 0,-1 2-2 15,-1-4 1-15,-1-2-2 0,3 5 0 0,-1-6-6 16,0 3 6-16,2-4-11 0,1 1 3 0,0-10-12 15,0 0-10-15,-2 22-14 0,2-22-10 0,-2 10-7 16,2-10-3-16,0 0-10 0,0 0-24 0,4 8-157 16,-4-8-274-16,0 0 121 0</inkml:trace>
  <inkml:trace contextRef="#ctx0" brushRef="#br0" timeOffset="6834.03">11850 4564 4 0,'0'0'60'0,"-1"-11"8"16,1 11-11-16,1-11 4 0,2 3-8 0,-3 8-4 15,0-11 1-15,0 11-13 0,-3-13 5 0,2 8 0 16,1 5-11-16,-3-12 3 0,1 7-1 0,2 5-8 16,-9-10 2-16,7 5-3 0,2 5 0 0,-7-9 0 15,2 4-2-15,5 5-5 0,-8-7-2 0,1 3-4 16,7 4-2-16,-11-5-1 0,6 3 4 15,5 2-2-15,-7-4-1 0,7 4-4 0,-9-3 3 0,9 3-4 16,-9-1-1-16,9 1 4 0,0 0-5 0,0 0-2 16,-9-2 0-16,9 2-2 0,0 0 2 0,0 0-2 15,0 0 8-15,0 0 1 0,-12 3-2 0,12-3-9 16,-3 4 5-16,3-4-3 0,-3 5 2 16,3-5-4-16,-4 7 1 0,4-7 3 0,-4 7-5 0,4-7 8 15,-4 9-3-15,4-9-2 0,3 16 1 0,-3-6 0 16,0 0 15-16,1 2-1 0,1 6 5 0,-1 1-1 15,2 0 11-15,0 7 2 0,0-2-5 0,-2 2 2 16,3 2 7-16,-4 0-7 0,5 1 4 0,-5 1 0 16,1 0-3-16,0 2 2 0,-1-2-3 0,0 2-2 15,0 1-4-15,2-2 3 0,-1 1 3 0,0 1-2 16,4-2-3-16,-1 1-2 0,-2 0 3 0,3 1-1 16,-1-1-5-16,-1 4-2 0,2-1 8 0,2 11-8 15,-1-1 0-15,1-11 2 0,0 1-2 0,1 10-3 16,-1-10 0-16,4 9 2 0,-2 1-6 0,-4-12-1 15,0 1 6-15,3-1-7 0,4 12 1 0,-6-11 2 16,-1-2 0-16,1 2 1 0,1 1-3 0,-1-1 0 16,0 2-2-16,0-3 2 0,-1-1 2 0,1 4 0 15,-1-5-5-15,0 0-2 0,1 0 8 0,-2 0-7 16,1-2 3-16,-1 2-6 0,-2-2 3 0,0 0-3 16,2 0 4-16,-2 0-2 0,-2-1-2 0,3 1-2 15,0-3 0-15,-1 1-2 0,1-2 3 0,-1 1 0 16,1-8-3-16,0 6 1 0,-2 1 8 0,0-5 6 15,2 4-12-15,-3 2-6 0,0-7 4 0,-2 2 0 16,1 2-2-16,-1 4 4 0,0-2 2 0,1-6 2 16,1 6-1-16,-3 3-2 0,1-3-1 0,2 1 2 15,-4 0 4-15,1-7-7 0,2 9 5 0,0-3 2 16,-1 1-4-16,0 0 2 0,-4-2 2 0,2 0-7 16,-1 3 6-16,1-8-1 0,2-2 0 0,-2 1-3 15,0-1 3-15,1 0-3 0,-2 2 4 0,1-2-5 16,3-2 2-16,-3 2 2 0,2-1-2 0,0 0 1 15,0-1 0-15,-1-4-2 0,2 2 2 0,-1-3-4 16,2 2-13-16,-1-1-15 0,1-11-4 0,0 19-3 16,1-10-14-16,-1-9-5 0,0 15-11 0,2-8-6 15,-2-7-12-15,2 14-23 0,2-9-16 0,-4 2-63 16,0-7-204-16,0 0 91 0</inkml:trace>
  <inkml:trace contextRef="#ctx0" brushRef="#br0" timeOffset="8043.53">13411 4282 11 0,'3'-13'70'0,"-1"7"6"0,-2 6 3 16,0 0-11-16,-5-10-4 0,5 10-2 0,0 0 0 15,3-9-20-15,-3 9 6 0,0 0-17 0,0 0-5 16,0 0 2-16,0 0-8 0,0 0-1 0,0 0-3 15,0 0-5-15,0 0 9 0,3 25-4 0,-1-12-8 16,0-2 10-16,-2 6-4 0,2 1-4 0,-4 7 10 16,2-4 1-16,0 3-9 0,-2 3 0 0,0 1 7 15,-1 3-2-15,-2 0-5 0,3 3-1 0,0-1 2 16,0 1 0-16,1-1 5 0,1 0 5 0,-4 0 0 16,0 13 1-16,4-11-4 0,0 0 9 0,0 0-9 15,0-2 5-15,-4 3-2 0,3-1 2 0,-3-1-5 16,2-1-1-16,-3 2-6 0,2-1 3 0,-1 1 2 15,0-2-2-15,-1 2 12 0,-1-3-7 0,2 3-3 16,4 0 2-16,-4-1-1 0,2 0-2 0,0-2 1 16,0 3 0-16,2-1 0 0,0-1 0 0,0-3 0 15,2 2-4-15,2-1 1 0,0 0-3 0,0-1 2 16,0 1-7-16,3-2 7 0,-3 0-7 0,0-2 0 16,1 0 0-16,2 0-2 0,-2-3 0 0,1 4 1 15,-2-3-3-15,-1-5 0 0,1 3 2 0,-4-2 1 16,-2 4 0-16,6 1 3 0,-6 0-7 0,0-1 3 15,0 0-2-15,0 3 0 0,1-2 4 0,-1 1 2 16,2-3-6-16,-2 4 1 0,0-3 1 0,0 0 0 16,-2 2 0-16,1 0-3 0,1 1 0 0,2 1 4 15,0-3-2-15,0 3 2 0,0-4-2 0,-2 4-4 16,4-5 4-16,-7-3 3 0,5 5-5 0,0-3 2 0,0-2-5 16,0-2 2-16,0 2 5 0,3 2-5 15,-3-4 1-15,2 7-8 0,-2-7 3 0,0 1-6 16,2-2 0-16,-2 8 3 0,2-8 1 0,-6 7-6 15,2-5 6-15,-1 5-3 0,3-7-4 0,0 1 8 16,-3 5-3-16,1-4 1 0,2 6 7 0,-4-3 0 0,2 2-10 16,0-4 4-16,2 6 0 0,2-3 6 15,-4 1 1-15,2 0-8 0,-2-5 1 0,2-5 5 16,2 6-1-16,-4-2 1 0,4 0 0 0,-2-3 1 16,2 1-1-16,0 2-1 0,0-1 0 0,0 0 1 0,-2-3 7 15,0-1 5-15,0 1-12 0,-2-3-9 0,0 0 13 16,2 1-16-16,-2-1-11 0,0-3-16 0,2-9-9 15,-2 15-38-15,-1-7-9 0,3-8-26 16,-4 10-85-16,4-10-222 0,0 0 98 0</inkml:trace>
  <inkml:trace contextRef="#ctx0" brushRef="#br0" timeOffset="8998.16">9841 5331 25 0,'0'-10'90'0,"2"0"-6"0,-1 1 9 0,-1-1 6 15,0 10 0-15,0-17-7 0,0 10 2 0,0 7 5 16,0-12-4-16,0 12 3 0,0-11-5 0,0 11-13 16,-1-7-5-16,1 7-12 0,0 0-13 0,0 0-3 15,0 0-7-15,0 0-5 0,0 0 3 0,0 0-6 16,0 0-6-16,11 25 0 0,-8-6-6 0,3 6 0 16,-3 4 5-16,1 2-9 0,-1 2 4 0,0 1-3 15,2 14 1-15,-4-3-1 0,2 3-2 0,-4-2-6 16,-1 0 5-16,2-10-2 0,-1 11 1 0,1-12-3 15,-1-1-1-15,-1 14 1 0,2-13-4 0,2-1 1 16,-6 2 1-16,4-2 2 0,-1 2-3 0,-2-3 2 16,-2 0 1-16,3-3-9 0,-1 2 1 0,-2-5-6 15,2 0-9-15,-2-3-7 0,1 1-9 0,-2-7-16 16,2-1-5-16,2-3-12 0,-1 0-6 0,0-4-13 16,1 0-8-16,-2-2 0 0,1-2-4 0,-1-1-11 15,4-5-3-15,-8 7-64 0,8-7-185 0,-12-3 82 16</inkml:trace>
  <inkml:trace contextRef="#ctx0" brushRef="#br0" timeOffset="9330.94">9822 5583 8 0,'3'-16'115'0,"1"3"4"0,1 2-12 16,0 2-13-16,2-1-10 0,1 2-3 0,3 1-8 16,2 0 0-16,-1 4-19 0,4-1 3 0,1 2-5 15,1 1-4-15,0 5-5 0,-4-1-6 0,1 0-1 0,3 5-2 16,-2 0-6-16,-1 2-2 0,-3 0 0 0,-1 4-4 16,-6-3-1-16,0 7 0 0,-1-3 1 15,-5 3 0-15,-4 0-4 0,-6 5 3 0,-1-1-6 16,-5 0 3-16,-2-4-3 0,-4 1 0 0,1-2-4 15,-1 0 1-15,-1-4 4 0,5-3-5 0,-6-1 1 16,5-1-2-16,0 0-4 0,1-3-4 0,0-3-5 16,3 4-10-16,3-4-6 0,3-1-21 0,2 0-18 15,1 1-25-15,7-2-29 0,-11 1-82 0,11-1-208 16,0 0 93-16</inkml:trace>
  <inkml:trace contextRef="#ctx0" brushRef="#br0" timeOffset="10278.4">14285 5400 33 0,'0'0'97'0,"2"8"-5"0,1 1 6 0,-1 1-4 16,2 1-13-16,-1 4 4 0,-1 0-12 0,0-1-12 16,1 1 2-16,1-1 3 0,-3 3-8 0,1-4-6 15,0 2 3-15,0-2-12 0,-2-1-13 16,2 0 8-16,-2 0-4 0,0-3 0 0,2 1 3 0,-2-2-8 15,1 0-6-15,-1-8-1 0,2 11-3 0,-2-6 6 16,0-5-2-16,0 0 8 0,-2 11 7 0,2-11 10 16,0 0 11-16,-1 6 10 0,1-6 2 15,0 0 6-15,0 0 3 0,0 0-5 0,0 0-10 0,0 0-5 16,0 0-7-16,0 0-5 0,0 0-3 0,-13-23-8 16,11 13-3-16,-1-2-5 0,1-1-4 0,2 2-2 15,2-8-4-15,3 1-2 0,4-7-6 0,0 2-4 16,5 0-6-16,-1-1 2 0,5-2-5 0,2 3-2 15,4-1-14-15,-1 1 2 0,2 2-6 0,-1 2 6 16,5 4-1-16,-3-1 13 0,-2 3 0 0,3 2-3 16,-8 3 1-16,0 3-1 0,0 1 3 0,-5 3-4 15,0 1-3-15,-2 3 4 0,1 0 0 0,1 3 2 16,1 5 2-16,-3 1-1 0,-1 2 3 0,-1 2-2 16,0 2 2-16,-1 5-1 0,-3-4 3 0,-4 6 2 15,1-6 3-15,-1 2-5 0,2 4 4 0,0-1-7 16,0 2-21-16,0-8-35 0,1 6-33 0,1-5-40 15,0-1-32-15,-2 2-131 0,3-4-317 0,-3-4 140 0</inkml:trace>
  <inkml:trace contextRef="#ctx0" brushRef="#br0" timeOffset="11984.31">11943 4710 40 0,'0'0'88'0,"2"-8"-17"16,-2 8 0-16,0 0-8 0,0 0-1 0,0 0-1 16,0 0-5-16,0 0 0 0,0 0-3 0,0 0-3 15,0 0-9-15,0 0-2 0,0 0-11 0,0 0 7 16,0 0-5-16,0 0-7 0,0 0 17 0,0 0-13 16,0 0-1-16,0 0 2 0,0 0-6 0,0 0 3 15,0 0 1-15,0 0-6 0,0 0 0 0,0 0 5 16,0 0 0-16,0 0-2 0,0 0-7 0,-8-7 3 15,8 7-5-15,0 0 1 0,0 0-11 0,-11-2 10 16,11 2-5-16,0 0 3 0,-8-1 0 0,8 1-9 16,0 0 4-16,-13 0 2 0,13 0-3 0,0 0 5 15,-10 0-4-15,10 0 4 0,0 0-1 0,0 0 3 16,-11 0-5-16,11 0 6 0,0 0-6 0,0 0 4 16,0 0-4-16,0 0 3 0,0 0-2 0,0 0-1 15,0 0-1-15,29-5 7 0,-17 3 0 0,8-2 4 16,-2 1-10-16,2-1 1 0,-1 1 3 0,2 0 4 15,-1-1-6-15,-1 1-3 0,0-1 4 0,-2 4-2 16,-4-1-3-16,-1 0 2 0,-2-1-6 0,-1 1 6 16,1 0-1-16,-5 0-6 0,-5 1 1 0,13 0-1 15,-13 0-5-15,11 1-14 0,-11-1-11 0,0 0-19 16,9-2-10-16,-9 2-11 0,0 0-9 0,5 3-11 16,-5-3-7-16,0 0-92 0,0 0-203 0,0 0 90 15</inkml:trace>
  <inkml:trace contextRef="#ctx0" brushRef="#br0" timeOffset="12482">12019 4418 73 0,'-11'3'81'0,"0"1"-3"16,-5 4-10-16,3-3-4 0,1 3 6 0,-3 1-8 15,1 3-7-15,1 2 5 0,1-2-10 0,1 4 4 16,0 0-7-16,2 1 0 0,0 0 0 0,3-1-3 16,-2 8 6-16,4-5-9 0,-1-2-5 0,0 0 7 15,2 1-6-15,2-1 2 0,1 0-8 0,0 0-2 16,0-1 6-16,0 0-4 0,5 1 7 0,1-1-13 15,-1-3-2-15,5 1 0 0,0-2-3 0,0-3 2 16,5 1 1-16,2-3-4 0,0 2-1 0,3-6 3 16,3 0-5-16,1 0 8 0,7-3-6 0,-4-3-9 15,-6 1 2-15,6-3 4 0,-7-1 9 0,2-1-10 16,3-3-5-16,-6 1-3 0,0 0 3 0,-2-1-1 16,2-2 1-16,-3 0-5 0,-3-2 2 0,3 1-2 15,-3-1 1-15,-1 0 1 0,-3-1-1 0,-3-1-2 16,-2-1 1-16,-1 0-3 0,-3-2-1 0,0-1 1 15,-4 3 1-15,-1-3-4 0,-3 2 0 0,-4 1-2 16,-4-4-1-16,2 7-4 0,-1 2-3 0,-3-1 7 16,-4-1-1-16,2 5-5 0,-1 0-5 0,1 3 1 15,0 3-15-15,-3 1-10 0,2 0-3 0,0 4-13 16,-8 3-3-16,1 4-13 0,3 2-20 0,-2 3 7 16,5-1-16-16,2 4-75 0,-1 3-189 0,4 1 83 15</inkml:trace>
  <inkml:trace contextRef="#ctx0" brushRef="#br0" timeOffset="12970.71">11866 5117 8 0,'0'-8'139'0,"0"8"-15"0,0 0-8 15,0 0-19-15,-4-7-13 0,4 7 7 0,0 0-23 16,0 0-11-16,0 0 0 0,0 0-9 0,0 0-2 16,-9 19-2-16,6-11-1 0,1 4-10 0,0 0 1 15,2-1-3-15,0 5-8 0,-1 0 3 0,2-3 1 16,1-2-7-16,0 4-1 0,4-4 1 0,-3 0-4 15,4 2 0-15,-2-4-2 0,6 4 5 0,-2-3 4 16,0-5-1-16,9 2-3 0,-5 0 5 0,5-1-2 16,1-4-2-16,-2-2 1 0,0 0 4 0,2-2 2 15,0-4-4-15,1 2-1 0,-5-1 8 0,3-1-6 16,0-1 1-16,-4-1-2 0,-1-5-1 0,1 1-4 16,-3-1 3-16,-4 2-1 0,1-3 1 0,-2-1-3 15,-2 3-9-15,-2-4 11 0,-2-1-1 0,0 0 2 16,-5 0-2-16,1 1-11 0,-3-2-3 0,0 0 4 15,-2 0-5-15,1 1 7 0,-2 3-6 0,-1-1-7 16,-2 2 7-16,3 4-10 0,0 2-13 0,-4 3 2 16,-2-3-7-16,2 6-14 0,-3 2-14 0,-3 2-11 15,2 1-6-15,2 4-7 0,-2-1-6 0,4 2-13 16,4-3-9-16,-2 3-12 0,6 1-82 0,-1-1-211 16,1-1 94-16</inkml:trace>
  <inkml:trace contextRef="#ctx0" brushRef="#br0" timeOffset="13174.01">11935 5180 115 0,'0'0'115'0,"0"0"1"0,10 2-12 16,-10-2-11-16,18-3 0 0,-4 3-12 0,3-1-11 15,1 0-10-15,1-2-10 0,0 3-26 0,2 0-21 16,-1 0-33-16,0 1-39 0,-2 1-69 0,-1 0-149 16,-2-1 67-16</inkml:trace>
  <inkml:trace contextRef="#ctx0" brushRef="#br0" timeOffset="13744.82">12055 5643 19 0,'0'0'113'0,"0"0"-2"0,0 0-8 0,-18 7-5 16,9-1 7-16,0 2-7 0,0 0-3 0,-1 6-7 15,0-5-6-15,3 2-9 0,0 0-3 0,1 0-11 16,0 0-6-16,2 0-1 0,4 2-8 0,-2-4-2 16,4 1-4-16,1 0-2 0,4 0-2 0,-1-2 0 15,1 0-6-15,2-2-6 0,5-1 12 0,3 0-3 16,0-1-1-16,3-2-1 0,-1-2 1 0,2-2 0 16,0-2 3-16,0 1-5 0,-3-4 1 0,-2 1 1 15,3-2-2-15,-4 0 10 0,-3 1-6 0,-1-2 3 16,0 1-1-16,-5-2-5 0,1-2-3 0,-1-3-1 15,-3 2-6-15,-1-2 0 0,-2-2-3 0,0 0 3 16,-6 3 1-16,1-1-13 0,-4-1 3 0,-3 3-9 16,2-1 3-16,-1 0 1 0,-1 3-3 0,3 3-2 15,-4 1-3-15,1 0-5 0,0 1-13 0,-1 4-19 16,3 0-9-16,-1 3-7 0,-1 1-18 0,1 4 4 16,0 1-23-16,1 1-22 0,2 0-13 0,-1 2-23 15,2 0-76-15,2-1-247 0,3 1 110 0</inkml:trace>
  <inkml:trace contextRef="#ctx0" brushRef="#br0" timeOffset="13934.11">12115 5793 91 0,'0'0'184'0,"0"0"-12"16,0 0-16-16,0 0-15 0,0 0-18 0,0 0-13 15,0 0-6-15,23-4-11 0,-14 2-22 0,5 0-23 16,-1 0-30-16,1 1-37 0,5 1-30 0,-2 0-38 16,-5 0-106-16,0 3-209 0,-1-2 93 0</inkml:trace>
  <inkml:trace contextRef="#ctx0" brushRef="#br0" timeOffset="14538.93">12134 6135 112 0,'4'-6'149'0,"-4"6"-10"15,0 0-12-15,0 0-12 0,0 0-10 16,0 0-18-16,0 0-9 0,0 0-16 0,0 0 4 16,0 0-9-16,0 0 0 0,0 0-13 0,0 0 1 15,-9 28-20-15,9-17 13 0,0 0-6 0,0 3-2 0,0 0 0 16,1 3-1-16,2-1-7 0,2-6 0 16,1 0-4-16,4 4 2 0,-1-4-3 0,-1-2-3 0,4 0 1 15,-1-2-2-15,2-1 3 0,0-1-1 16,0 1 4-16,1-4 0 0,-2 0 5 0,1-1 0 0,1-1 1 15,-1-2-5-15,1-2 1 0,-3 0-3 0,1-1 3 16,-3-3 0-16,-1 2-2 0,-1-2 8 0,1-3-10 16,-4 0 3-16,1-3 4 0,-1-1-6 15,-2-4-1-15,-4 3 1 0,1 0-2 0,-3 1-2 0,-2-1 1 16,-1 0-1-16,0 3-5 0,-2-1-1 0,-2 3 1 16,-1-2-3-16,0 2-1 0,2 4-1 0,-1 1-6 15,0 0-7-15,-3 3-2 0,3 4-17 0,-3-1-15 16,3 2-5-16,-7 3-10 0,5 3-12 0,-2 0-15 15,2 4-21-15,7-1-2 0,-5 4-26 0,3 0-95 16,2-2-246-16,6 0 109 0</inkml:trace>
  <inkml:trace contextRef="#ctx0" brushRef="#br0" timeOffset="14740.08">12277 6272 42 0,'0'0'175'0,"0"0"-9"16,-9 0-10-16,9 0-14 0,0 0-10 0,0 0-18 15,0 0-14-15,0 0-14 0,0 0-19 0,0 0-19 16,0 0 0-16,0 0-32 0,0 0-20 16,29 0-22-16,-15 0-29 0,2-2-32 0,4 2-100 0,-4 0-202 15,-1 0 89-15</inkml:trace>
  <inkml:trace contextRef="#ctx0" brushRef="#br0" timeOffset="15310.28">12156 6646 105 0,'0'0'144'0,"0"0"4"0,-4-11-20 16,4 11-14-16,0 0-12 0,0 0-11 0,0 0-7 16,0 0-7-16,0 0-9 0,0 0-6 0,-10 20-5 15,8-14-8-15,0 3-3 0,0 1-1 0,2-1-3 16,2 1 8-16,-2 0-12 0,4 1-8 0,0-2-3 15,2 1-3-15,0-1 4 0,3-3-5 0,-2 3-1 16,3-5 2-16,0 0-5 0,1-1-2 0,3-1 4 16,-1-2 0-16,1-2 0 0,-1 1 1 0,0-2-2 15,0 0 5-15,-1-1-6 0,0-2 1 0,-3-1 8 16,-1 1-1-16,2-3-4 0,-5 2 5 0,1-3-6 16,-4 1 0-16,-1-1-2 0,0 0-2 0,-2-1-5 15,-2 2-2-15,-4-1 0 0,0 0-3 0,-6-1-2 16,0 0-10-16,-1 2 2 0,-2 0 2 0,1 2-13 0,2 2-12 15,-2 1-2-15,3 2-13 0,-2 0-22 16,3 2-17-16,-1 2-5 0,1 2-4 0,2 0-24 16,0 2-16-16,0-2-107 0,2 2-254 0,3-1 113 15</inkml:trace>
  <inkml:trace contextRef="#ctx0" brushRef="#br0" timeOffset="15505">12158 6742 154 0,'0'0'152'0,"0"0"-14"0,0 0-12 16,0 0-9-16,0 0-6 0,0 0-15 0,0 0-20 16,36-7-7-16,-17 5-16 0,7 0-20 0,3-2-27 15,0-1-43-15,-6 3-32 0,-2 1-103 16,-2-4-184-16,-2 0 82 0</inkml:trace>
  <inkml:trace contextRef="#ctx0" brushRef="#br0" timeOffset="16098.31">12641 4700 14 0,'-3'-5'128'0,"3"5"-15"15,0 0-11-15,0 0 3 0,15-6-11 0,-7 5-3 16,3-4-4-16,8 0-7 0,1 1-7 0,7-1-4 16,-1-1-7-16,2 0-7 0,1 2-8 0,-7 1-4 15,5-1-10-15,-6 1-20 0,-1 1-24 16,2 1-34-16,-3 0-16 0,0 0-23 0,-2 0-84 16,-4 3-182-16,1-2 80 0</inkml:trace>
  <inkml:trace contextRef="#ctx0" brushRef="#br0" timeOffset="16332.76">12879 4532 159 0,'0'0'149'0,"0"0"-10"0,-4-5-22 0,4 5-13 15,0 0-13-15,0 0-6 0,0 0-9 0,0 0-8 16,0 0-3-16,0 0-8 0,2 24 2 0,0-14-6 15,-2 2-5-15,2 2-9 0,-2 3-3 16,0 0-3-16,-2 0-1 0,0 1-1 0,0 2-10 0,0-1-14 16,-3 0-14-16,3-2-16 0,-4 2-14 0,5 0-27 15,-6-3-17-15,5 2-25 0,-5-1-87 0,5 0-207 16,-4-7 92-16</inkml:trace>
  <inkml:trace contextRef="#ctx0" brushRef="#br0" timeOffset="16750.12">12736 4470 44 0,'-25'14'85'0,"0"5"-1"0,5 3-7 15,-2-5 0-15,2 7-7 0,3-2-5 16,4 5-10-16,3-3-2 0,0 3 1 0,3-1 9 16,7-1-17-16,0-1-9 0,4 1 6 0,1-6-10 15,2-1-1-15,8 4-6 0,4-1-5 0,0-4 6 16,7-3-8-16,0-2 13 0,4-2 2 0,1-4-5 16,3-2-6-16,-1-3 8 0,3-3-3 0,-4-1-4 15,4-3-9-15,-4-6 10 0,1 3-7 0,-7-3 10 16,1-1 1-16,-4-3-1 0,0 0-1 0,-2 1 1 15,-4-7-7-15,-3 7 6 0,-1-7 1 0,-4 6-2 16,-3-9-8-16,-1 7-2 0,-5-1 4 0,-5-5-4 0,-1 0 1 16,-7 1-12-16,-1-1 1 0,-2 3-3 0,-4-1-6 15,-3 5-2-15,1 1-2 0,-3 2-6 0,-2 3-8 16,-2 3 2-16,2 3-3 0,-2 1-23 16,-1 4-12-16,1 5-1 0,3 4-15 0,-1 2-10 15,-2 1 2-15,6 6-18 0,0 3-73 0,2 4-185 0,4 0 82 16</inkml:trace>
  <inkml:trace contextRef="#ctx0" brushRef="#br0" timeOffset="17027.64">12657 5283 134 0,'0'0'144'0,"0"0"3"0,-9-5-13 0,9 5-18 0,0 0-12 16,0 0-10-16,0 0-5 0,11-10-14 16,2 8-6-16,5-3 0 0,3 1-16 0,8-4 1 15,1 2-14-15,1 1-17 0,0 0-14 0,1-1-8 0,-3 2-19 16,1 1-18-16,-5 1-25 0,-6 2-19 0,1-3-13 15,-7 2-86-15,-2 0-191 0,-3-1 84 0</inkml:trace>
  <inkml:trace contextRef="#ctx0" brushRef="#br0" timeOffset="17239">12760 5160 14 0,'0'0'98'0,"0"0"18"16,0 0 2-16,-6 10-7 0,6-10-13 0,-3 12 2 0,5 1-7 16,-2 2-2-16,1 0-12 0,0 5-4 15,-1-1-13-15,-2 6 0 0,0-5-6 0,2 5-12 16,0-2-10-16,-2 2-22 0,2-6-23 0,-2-2-16 16,0-1-26-16,-1 0-22 0,1 0-22 0,0-5-70 0,-3-2-181 15,1 1 81-15</inkml:trace>
  <inkml:trace contextRef="#ctx0" brushRef="#br0" timeOffset="17631.91">12755 5189 35 0,'-10'-3'110'0,"10"3"-16"16,-12 5 4-16,3-1-15 0,1 2 3 15,1 3-1-15,-7 2-7 0,3 6-6 0,-1-2-5 0,3 9-5 16,3-6 0-16,-1 8-6 0,5-2 0 0,-2-6-11 16,4 1 0-16,4 5-8 0,0-6-3 0,1-1-1 15,4-1-1-15,1-3-8 0,3 2 3 0,1-4-2 16,5-2-3-16,8 0-2 0,0-4-3 0,2-3-1 16,3 0-5-16,-1-4-5 0,-1-4-2 0,1 0 1 15,0-4-1-15,-4-2 1 0,-3 0-2 0,3 0 1 16,-6-5-4-16,-2-2-2 0,-4 5 13 0,3-8-9 15,-7 5 0-15,-3-7-3 0,0-2 5 0,-4 1-5 16,-4 0-2-16,0-2 8 0,-6 1-4 0,-4 4-7 16,-3-3 1-16,-5 1 1 0,0 1 10 0,-7 1-9 15,-1 5-2-15,0 1 8 0,-5 4-1 0,0 2-8 16,1 3 5-16,-3 6-4 0,-1 5 0 0,3 3-1 16,-5 6-3-16,3 3-21 0,-9 10-9 0,2 3-6 15,11-6-11-15,-2 13-18 0,10-7-19 0,1 15-91 16,-3-1-198-16,17-9 87 0</inkml:trace>
  <inkml:trace contextRef="#ctx0" brushRef="#br0" timeOffset="17939.18">12675 6002 111 0,'0'0'123'16,"0"0"-14"-16,0 0-10 0,0 0-9 0,18-10-9 15,-6 7-7-15,5 0-9 0,6 0-3 0,2-2-4 16,4 1-15-16,0 0-7 0,-1 1-17 0,-1 3-35 16,1-4-17-16,-6 1-27 0,-3 2-84 0,-2 1-155 0,-3-2 68 15</inkml:trace>
  <inkml:trace contextRef="#ctx0" brushRef="#br0" timeOffset="18142.18">12859 5831 14 0,'-7'-4'160'16,"7"4"-10"-16,0 0-10 0,-9-4-14 0,9 4-21 15,0 0-9-15,0 0-6 0,0 0-8 0,0 0-1 16,-4 15-1-16,4-2-8 0,0 3-10 0,0 2-1 0,-2 1-9 16,2 8-1-16,0-4-6 0,0 2-10 0,0 2-11 15,0-4-28-15,2 3-22 0,-2-8-29 16,2 1-21-16,-4-2-20 0,4 2-116 0,-2-3-229 15,0-6 102-15</inkml:trace>
  <inkml:trace contextRef="#ctx0" brushRef="#br0" timeOffset="18527.95">12714 5860 73 0,'0'0'104'0,"-12"1"-6"16,3 4-1-16,-2 0-8 0,-3 6-10 16,3 2-3-16,-5 5-2 0,5 0-7 0,-2 5 1 15,1 1 1-15,5 4-4 0,3-3-7 0,0 1-1 0,2 0-8 16,4-7 1-16,2 7-4 0,7-2-7 16,-1-6 0-16,-1-1-11 0,5-2 2 0,0-2-6 15,6 3 1-15,-1-5-4 0,8-2 2 0,-5-1 1 16,5-6-4-16,3 1-6 0,1-6 0 0,0-1 0 15,-2-3 0-15,3-2 0 0,-4-4-5 0,2-2-2 0,-1-2 3 16,-6-4-5-16,2 0 6 0,-8-1-2 0,1-2 10 16,-3-2-4-16,-3 0 0 0,-3-2-2 0,-5-1 4 15,-3 0-6-15,-1-1-3 0,-3 0 3 0,-3 1 6 16,-5-1-12-16,-1 2 2 0,-5 2-1 0,0 2-1 16,0 2-2-16,-6 5-3 0,5 5-3 0,1 3 17 15,-4 4-21-15,0 4-13 0,-5 5-15 0,-3 5-4 16,0 7-22-16,2 1-28 0,0 7-25 0,0 0-26 15,-7 13-73-15,11-9-229 0,2 2 103 16</inkml:trace>
  <inkml:trace contextRef="#ctx0" brushRef="#br0" timeOffset="18798.06">12682 6606 35 0,'-6'-4'202'0,"2"-2"-12"0,4 6-11 0,-4-9-21 16,-1 5-16-16,5 4-16 0,0 0-8 0,5-14-18 15,3 8-9-15,4 0-5 0,5-1-15 0,4-2-13 16,4 0-26-16,4 2-20 0,-1 1-16 0,1 0-20 0,-2 2-15 15,-10 0-21-15,4 1-23 0,-3 3-5 0,-5-3-14 16,0 3-15-16,-1-2-64 0,-5 2-196 0,-7 0 88 16</inkml:trace>
  <inkml:trace contextRef="#ctx0" brushRef="#br0" timeOffset="18986.5">12893 6421 4 0,'-7'-6'137'0,"7"6"7"15,-7-6-2-15,7 6-8 0,-4-4-15 0,4 4-13 0,0 0-9 16,0 0-13-16,0 0-10 0,0 0 0 0,0 0-8 16,-2 22-6-16,-1-11-4 0,6 7-5 15,-3-3-8-15,0 3-4 0,2 2-2 0,-2-2-15 0,4 1-2 16,-4 0-43-16,2 0-11 0,0 0-19 0,-2-2-17 16,1-1-29-16,-1-3-106 0,0-3-223 0,2 1 99 15</inkml:trace>
  <inkml:trace contextRef="#ctx0" brushRef="#br0" timeOffset="19376.02">12729 6359 53 0,'0'0'112'0,"-13"9"-6"0,6 2 0 0,-7 5 4 15,-1 7-20-15,-3 1 0 0,5 4-3 0,3-1-19 16,1 0 10-16,0 0-10 0,5-1-3 0,2 0-3 16,2-1-4-16,2 1-1 0,-2-6-9 15,8 5-2-15,1-8-4 0,1 0-4 0,3-2-3 0,6 1 1 16,0-6-2-16,4 3-5 0,6-4 1 0,2-3-7 16,1-4 5-16,-1 0-4 0,7-3 0 0,-4-3-1 15,5-4 2-15,-6-2-7 0,1 0-2 0,-3-2 6 16,-3-4 1-16,3-1-2 0,-4-2-7 0,-5-1 5 15,-4-2-3-15,-1 0-6 0,-3-3 1 0,-5 0 2 16,-5-1-2-16,-1-3 0 0,-8 1-4 0,-1-2 6 16,-3 0-8-16,-5 1 2 0,-6 3-4 0,-4 1 0 15,-3 0 3-15,-3 5-7 0,-14-4 3 0,11 13-5 16,-2 1-2-16,-1 5 3 0,2 5 1 0,-2 2-14 16,3 5-17-16,-1 4-16 0,5 6-19 0,0 3-30 15,4 1-6-15,4 2-24 0,4-1-115 0,3-1-260 16,12-2 116-16</inkml:trace>
  <inkml:trace contextRef="#ctx0" brushRef="#br0" timeOffset="19522.08">13126 6559 1545 0,'5'-6'-24'0,"2"-4"29"0,-5 5 19 15,0-1-22-15,-2 6 18 0,7-8-33 0,-7 8-33 16,2-7-17-16,-2 7-22 0,4-4-23 0,-4 4-102 15,0 0-227-15,7-2 101 0</inkml:trace>
  <inkml:trace contextRef="#ctx0" brushRef="#br0" timeOffset="21496.29">14724 6905 109 0,'0'0'133'0,"-7"-6"3"16,7 6-8-16,0 0-7 0,0 0-2 0,-3-4-8 16,3 4-11-16,0 0-10 0,0 0-5 0,0 0-8 15,0 0-9-15,0 0-5 0,0 0-4 0,-2-9-7 16,2 9-3-16,0 0-6 0,0 0 0 0,12-8-9 15,-4 3-4-15,4-1 2 0,7-2-3 0,0-1-1 16,4-3-14-16,0-2 12 0,0 0 0 0,0-1-2 16,2-1-3-16,0 2 1 0,-10 3-10 0,9-4 8 15,-10 4-1-15,2 1 3 0,-1-2-4 0,0 1-1 16,-7 2-1-16,0 1-5 0,-5 0 2 0,4 2 2 0,-3 1-1 16,-3-2-11-16,-1 0-1 0,0 7-8 15,-3-13-2-15,0 6-5 0,3 7-1 0,-14-5-3 16,1 4 3-16,-6 2-1 0,1-1 0 0,-4 5 5 15,-5 5 0-15,0-2 0 0,-2 3-2 0,2 0-1 0,-1 3 8 16,5 0 0-16,-1 1-5 0,9-1 2 0,-1-1-3 16,7 3 9-16,-2 0-7 0,2-1 6 15,7 0 3-15,2-2-3 0,0 0-3 0,4-1 1 16,4 3 2-16,5-2-1 0,2-2-12 0,5-2-13 0,7-3-20 16,4-3-11-16,1 0-27 0,1-2-12 0,3-8-14 15,-2 5-116-15,-2-3-247 0,-1-4 110 0</inkml:trace>
  <inkml:trace contextRef="#ctx0" brushRef="#br0" timeOffset="21678.32">15412 6389 67 0,'0'0'178'0,"-1"-10"-14"16,1 10-22-16,0 0-13 0,1-9-14 0,-1 9-17 15,8-6-8-15,-8 6-5 0,18-5-16 0,1 0-23 16,7-2-32-16,6 1-36 0,4-1-47 0,-1-2-116 16,1-1-199-16,-1 0 88 0</inkml:trace>
  <inkml:trace contextRef="#ctx0" brushRef="#br0" timeOffset="22930.65">10161 6622 66 0,'-3'-8'150'16,"3"8"5"-16,-2-8-17 0,2 8-6 0,-4-4-2 15,4 4-6-15,0 0-11 0,-5-9-4 0,5 9-13 16,0 0-5-16,0 0-13 0,-6-4-6 0,6 4-9 16,0 0-5-16,0 0-6 0,-11-2-6 0,11 2-3 15,0 0-6-15,0 0-3 0,-16 4-7 0,16-4-4 16,-9 4 1-16,9-4-9 0,-5 2 3 0,5-2-1 16,-9 8 0-16,2-5-3 0,0 4 9 0,-1 1-5 15,1 1-3-15,-1-2-9 0,0 1 6 0,1 2-1 16,2-2 3-16,1 1-2 0,2-2-4 0,-2 1-2 15,3-2 3-15,-2 3 1 0,3-9-7 0,0 16 2 16,3-8 2-16,1 1 2 0,1 1-6 0,0-6 7 16,3 2-1-16,3 1 0 0,-1-1-7 0,2-2 7 15,7 0-4-15,-6-1 3 0,5-2-2 0,-2 0-2 16,2-3 3-16,0-1-3 0,-1-1 3 0,0 0 2 16,0-3-6-16,-2-2 6 0,0 0 1 0,-6 2 1 15,3-6-6-15,-1 1 3 0,-5-4-1 0,-1 5 2 16,-2-1-4-16,-3-1 3 0,-2 1 1 0,-3 0-6 15,0 0-4-15,-1 4-12 0,-7-4-16 0,-5 3-27 16,-4 4-15-16,-6 3-23 0,-5 5-24 0,-3 7-26 0,-12 6-151 16,-5 3-317-16,3 3 141 0</inkml:trace>
  <inkml:trace contextRef="#ctx0" brushRef="#br0" timeOffset="23534.62">9122 6563 87 0,'-7'-2'133'0,"7"2"-13"16,0 0-8-16,0 0-18 0,0 0-6 0,0 0 2 15,0 0-7-15,0 0-4 0,0 0-14 16,0 0 3-16,11 25-6 0,-4-22-4 0,2 3-6 0,2-1 4 15,0-2 3-15,1 0-2 0,0 0-3 0,6-2 1 16,-5-1-4-16,1-1 1 0,4-2-3 0,-4 0 16 16,-2 2-8-16,0-5 1 0,-1 1-1 15,-1 0 2-15,-1-1-1 0,-3-4-6 0,0 1-6 16,0 2-3-16,-2-2-2 0,-2-1-5 0,-1-1 0 0,-1 2-8 16,-1 0 1-16,-3-2-4 0,2 3-1 0,-2 0-6 15,-4 0-12-15,0 4-20 0,-2-2-19 0,-1 2-7 16,-2 4-28-16,0 0-15 0,-5 7-2 0,2 0-30 15,-3 4-19-15,3 0-32 0,-8 5-105 0,5 2-293 16,6-5 129-16</inkml:trace>
  <inkml:trace contextRef="#ctx0" brushRef="#br0" timeOffset="24157.81">11136 6402 142 0,'1'-5'155'0,"-1"5"-13"0,0 0-12 0,0 0-13 16,0 0-13-16,0 0-20 0,0 0-4 0,0 0-9 15,0 0-2-15,0 0-9 0,0 0-7 0,0 0-8 16,-12 19 1-16,12-19-5 0,2 13-4 0,1-4-6 15,-1 0-2-15,4 1-5 0,0-1 1 0,-1-5 1 16,0 5-3-16,3-2-7 0,2-5 5 0,-1 2 1 16,2-3-1-16,-1-1 0 0,1 0-1 0,0-4 4 15,3 1 9-15,-3-2 9 0,0-2-2 0,0 0 7 16,-4-3 1-16,-1 3-2 0,2-3-4 0,-4-1-6 16,-2 0-2-16,-2 1-3 0,0 1-2 0,-4-4-7 15,1 4-12-15,-6-1-13 0,-2-2-18 0,-2 2-14 16,-5 2-20-16,0 2-15 0,-2 0-5 0,1 5-27 15,-1 1-24-15,1 1-23 0,-2 2-102 0,-8 3-271 16,11-2 120-16</inkml:trace>
  <inkml:trace contextRef="#ctx0" brushRef="#br0" timeOffset="24500.06">10849 6080 163 0,'0'0'143'0,"-3"-8"-14"16,3 8-15-16,0 0-9 0,0 0-11 0,0 0-9 15,0 0-7-15,0 0-17 0,0 0 2 16,9-4-10-16,-9 4-5 0,0 0-3 0,13 0-2 15,-13 0 0-15,9 0 3 0,-2-2-3 0,5-3-3 0,-1 3 0 16,-4-3 9-16,4-2-9 0,-3 2-6 0,0-1 3 16,-2-2-1-16,-1 2-9 0,-3-3-2 0,1 2 4 15,-3-2-4-15,-1 0-5 0,-2-1-9 0,1 1-4 16,-7 0-8-16,2 0-5 0,-2 3-11 0,-2-2-17 16,-1 3-13-16,3 2-20 0,-3 1-22 0,-1 2-24 15,1 2-27-15,-3 1-71 0,1 2-228 0,-1 3 102 16</inkml:trace>
  <inkml:trace contextRef="#ctx0" brushRef="#br0" timeOffset="25090.51">8805 5721 27 0,'0'0'119'0,"0"0"-9"0,0 0-10 0,0 0 0 16,10 13 0-16,-7-8-9 0,1 0 3 0,4 1-7 15,0-1-1-15,0 1-6 0,1-4 4 0,0 2-1 0,0-3-2 16,1 1 0-16,1-5-2 0,0 0-5 16,1 0-1-16,-1-3-2 0,-1-2-1 0,0 3-6 15,0-3-2-15,-1-2 2 0,0 0 2 0,0-1 3 16,-2 1-7-16,-2 0-8 0,-3-1-4 0,0 0-7 15,-4 0-5-15,1-1-4 0,0 3-4 0,-6-1-5 16,1 2-3-16,-4 1-18 0,-3 2-10 0,-4 1-9 16,-1 0-13-16,-2 5-14 0,-3 2-14 0,-3 4-7 15,-1 3-19-15,2 2-28 0,2 5-20 0,1 1-18 16,3 0-16-16,-3 0-92 0,11-5-277 0,2-2 123 0</inkml:trace>
  <inkml:trace contextRef="#ctx0" brushRef="#br0" timeOffset="25494.27">9271 5366 36 0,'0'-10'172'0,"0"10"-13"0,0 0-14 0,0-8-17 16,0 8-11-16,0 0-16 0,0 0-13 0,0 0-7 15,3-6-6-15,-3 6-7 0,0 0-11 0,0 0-3 16,0 0-12-16,0 0 5 0,6 21-7 16,1-17-7-16,-4 1-5 0,1-1 1 0,2 1-3 0,-6-5-1 15,10 5-5-15,-5-2 11 0,-5-3 2 0,11 0 4 16,-11 0 0-16,9 0 3 0,-9 0 4 0,13-3-2 15,-13 3-6-15,9-8 1 0,-5 2-3 0,0-1 0 16,-2 2-6-16,1-2-6 0,-3-3 0 0,2 1-3 16,-2 0 0-16,-1-1-2 0,0 1-3 0,-3-1-4 15,-1 2-10-15,0-1-1 0,-3 3-14 0,-2-1-5 16,1 0-10-16,2 2-7 0,-3 3-34 0,-1 0-18 16,4 1-16-16,7 1-17 0,-21 4-6 0,12 0-5 15,-4 3-97-15,3 0-248 0,2-1 110 0</inkml:trace>
  <inkml:trace contextRef="#ctx0" brushRef="#br0" timeOffset="25880.29">9845 5124 141 0,'0'0'163'0,"0"0"-16"16,4-7-18-16,-4 7-10 0,0 0-18 0,0 0-8 15,0 0-12-15,0 0-4 0,5-4-13 0,-5 4-1 16,0 0-12-16,0 0-2 0,0 0-7 0,14 8-3 16,-14-8-8-16,10 3 2 0,-4-2-1 0,-6-1 2 15,11 3-6-15,-2-4-2 0,-9 1 0 0,14 0 4 16,-6-2-1-16,-1 0 1 0,1-1-3 0,-2 0 5 15,2-4-3-15,-1 3 4 0,-1-3-2 0,-1 0-7 16,0 0 3-16,-2-3 13 0,-1 4-4 0,0-4-5 16,-1 2-1-16,-1-1-4 0,-3 0-4 0,1 1-4 15,2 8-3-15,-7-18-2 0,5 13-6 0,-6-2-9 16,-2 0-3-16,2 2-8 0,-2 3-27 0,-3-1-4 16,2 6-19-16,-2-1-13 0,-4 4 2 0,5 1-15 15,1 2-8-15,1 0-16 0,2 1-17 0,-2 4-96 16,3 1-245-16,4-3 110 0</inkml:trace>
  <inkml:trace contextRef="#ctx0" brushRef="#br0" timeOffset="26480.08">10538 5334 49 0,'0'0'139'0,"8"-9"-2"0,-2 5-15 0,3-3-7 15,0-1-4-15,1 2-7 0,0-2-3 0,1 1-9 16,-1-3-1-16,-3 3-6 0,2-2-1 16,-1 1 0-16,1-1-5 0,-3 0-9 0,1 1-5 15,-3 1-6-15,0-3-8 0,-2 4 5 0,-1-4-2 0,1 4-3 16,-2-2-4-16,0 8-7 0,-2-12-2 0,0 6-6 16,2 6-3-16,-7-13-2 0,5 10-4 15,2 3-8-15,-9-6 3 0,4 2-5 0,5 4 1 16,-12-2-3-16,12 2 1 0,-13 0-8 0,13 0 6 15,-15 6-5-15,6-2-3 0,0 1 4 0,2 3-3 0,-2 0-2 16,2 1 1-16,1-1-2 0,2 3 2 0,-1-1-2 16,2-1-5-16,3 1 8 0,0 1-3 15,5-1 2-15,-1 0-10 0,1-2-5 0,4 1-11 16,-1-2-17-16,5-1-17 0,5 0-34 0,1-2-26 16,-1 0-23-16,1 0-136 0,-4-3-299 0,2-1 133 0</inkml:trace>
  <inkml:trace contextRef="#ctx0" brushRef="#br0" timeOffset="26677.85">10799 5021 129 0,'-3'-4'182'16,"3"4"-15"-16,0 0-18 0,0 0-19 0,0 0-19 15,0-10-9-15,0 10-21 0,0 0-21 0,13-3-26 0,1 1-39 16,5-1-45-16,1 2-28 0,9-2-91 0,-4-1-183 16,8 0 81-16</inkml:trace>
  <inkml:trace contextRef="#ctx0" brushRef="#br0" timeOffset="27952.43">15720 5614 64 0,'0'0'122'0,"0"0"-6"16,5-8-21-16,-5 8-11 0,0 0-9 0,0 0 2 15,0 0-9-15,0 0 0 0,0 0-13 0,0 0 9 16,-4 25-9-16,4-25-5 0,0 15-3 0,0-8-3 16,4-1-6-16,-1 2 0 0,-1-3-5 0,2 0 5 15,1 0-3-15,-1-1 5 0,-4-4 1 0,16 3 7 16,-5-3 1-16,-1-3 3 0,4 1-5 0,-2-1 0 16,0-4 1-16,0 2-3 0,-2-3-5 0,0 2 0 15,-3-2-4-15,-1-1 0 0,-1 0-10 0,0-1 4 16,-1 0-9-16,-1 0 4 0,-2-1-5 0,-1 1-3 15,-1 0-3-15,-4-1-4 0,0 1-4 0,-1 1-9 16,1 2-8-16,-3 0-17 0,3 2-19 0,-5 1-16 16,3 2-16-16,7 2-11 0,-22 1-17 0,10 3-15 15,0 2-17-15,-4 3-81 0,0-1-237 0,2 1 105 16</inkml:trace>
  <inkml:trace contextRef="#ctx0" brushRef="#br0" timeOffset="29049">15942 6344 11 0,'0'0'146'16,"0"0"-8"-16,0 0-13 0,0 0-7 0,0 0-10 15,0 0-8-15,0 0-13 0,-6-10-9 0,6 10-7 0,0 0-5 16,0 0-14-16,0 0-5 0,0 0-15 16,0 0-12-16,0 0-3 0,0 0-6 0,-3-9 0 15,3 9 7-15,0 0-11 0,0 0-4 0,0 0-2 16,0 0 4-16,0 0-17 0,0 0-2 0,0 0-11 15,0 0-12-15,0 0-17 0,0 0-22 0,0 0-16 0,0 0-69 16,0 0-173-16,0 0 76 0</inkml:trace>
  <inkml:trace contextRef="#ctx0" brushRef="#br0" timeOffset="29642.01">15902 6349 169 0,'0'0'170'0,"0"0"-12"0,0 0-8 0,0 0-15 0,0 0-11 15,0 0-12-15,0 0-1 0,20-22-10 0,-14 14-3 16,3 2-6-16,0-2-12 0,1-1-6 0,-1-1-2 16,1 1-10-16,2-1 0 0,-5 0-5 0,1-1-6 15,-1 1-5-15,-3 1-5 0,-1-1-2 0,0-1-2 16,-2 0-9-16,1 4 0 0,-1-4-4 0,-2 2-2 15,-3 0-3-15,1 4-5 0,3 5 2 0,-8-12-4 16,3 10-1-16,5 2-3 0,-16-6 2 0,8 7-3 16,8-1-3-16,-18 3 2 0,8 3-1 0,0 1-9 15,-4 5 4-15,3 0-1 0,-1 2 0 0,1 1 4 16,4 0-4-16,-1 0 0 0,2 1 3 0,5-1 1 16,1-3-6-16,1 0-6 0,1 1-4 0,7 0-10 15,1 0-11-15,6-3-10 0,0-1-25 0,6-3-25 16,9-3-28-16,2-2-27 0,-2-1-134 0,-2-3-306 15,2-2 135-15</inkml:trace>
  <inkml:trace contextRef="#ctx0" brushRef="#br0" timeOffset="29843.15">16220 5999 53 0,'-3'-10'180'0,"3"10"-17"0,-4-7-14 0,4 7-21 16,0 0-18-16,7-9-8 0,-2 6-29 0,4 0-23 15,2-3-16-15,6 2-36 0,1-2-39 0,0 1-38 16,-1 1-75-16,0 2-166 0,-4-4 74 0</inkml:trace>
  <inkml:trace contextRef="#ctx0" brushRef="#br0" timeOffset="30464.39">13677 6424 146 0,'0'0'150'0,"-7"-3"-17"16,7 3-10-16,0 0-14 0,0 0-8 0,0 0-7 15,0 0-8-15,0 0-8 0,0 0-6 0,0 0-8 16,0 0 2-16,27 10-3 0,-16-9-5 0,3-4-9 15,-1 2 0-15,6-3-6 0,-2 1 1 0,-1-3-1 16,-3 1-7-16,1 1-7 0,-3-2 2 0,0 1 5 16,-1-1 3-16,-2 0 4 0,1 0 5 0,-3-1-5 15,0-2-2-15,-2-1-6 0,-2 2-2 0,1 0 0 16,-3-3-2-16,0 11-4 0,-3-16 2 0,-1 8-5 16,-1 1-1-16,0 3-6 0,1-1 1 0,-1 0-3 15,-3 3-4-15,-2-1-2 0,-1 2-2 0,1 1 0 16,-3 4 0-16,1 1-4 0,-2 2 2 0,0 3-2 15,-2 2 2-15,1 2-1 0,4-1 2 0,2 0-4 16,0 2-2-16,5-3-7 0,3 3-3 0,1-3-6 16,1-1-6-16,7 0-18 0,6 0-18 0,1-3-19 15,13 0-19-15,3-3-26 0,5-5-17 0,-3 0-12 16,3-2-105-16,-1-1-277 0,0-2 123 0</inkml:trace>
  <inkml:trace contextRef="#ctx0" brushRef="#br0" timeOffset="30713.62">14326 6211 53 0,'0'-7'184'0,"0"7"0"0,0-11-7 0,0 11-8 15,4-10-10-15,-4 10-17 0,2-6-14 0,-2 6-12 16,0 0-13-16,3-8-6 0,-3 8-12 0,3-6-8 15,-3 6-4-15,6-6-10 0,-6 6-7 0,7-3-1 16,-3 0-11-16,-4 3-1 0,11-5-7 0,-4 4-3 16,-7 1-17-16,11-3-23 0,-4-1-26 0,-7 4-16 15,14-1-27-15,-8-2-22 0,1 2-22 0,0-1-21 16,2-1-121-16,-2-1-284 0,1-1 127 0</inkml:trace>
  <inkml:trace contextRef="#ctx0" brushRef="#br0" timeOffset="31152.69">14703 6118 66 0,'0'0'202'0,"12"-5"-11"0,-6 2-11 15,-1-2-17-15,-1 0-11 0,6 1-11 0,-1-3-12 0,-3 1-8 16,3 1-8-16,0-3-21 0,0 1-4 16,-1-1-11-16,-1-1-7 0,1 2-4 0,-2 0-5 15,-2 2-6-15,0-1-7 0,-1 0-6 0,-1 0-2 16,-2 6-3-16,4-12-5 0,-4 4-4 0,0 8-4 0,-4-11-6 15,2 5 1-15,2 6-4 0,-7-8-3 0,3 4 2 16,4 4-6-16,-10-6-2 0,10 6-3 16,-11-3 0-16,3 3-2 0,8 0 2 0,-18 6-5 15,11-2 2-15,1 4-2 0,-3 1-3 0,1-1 5 16,2 2-1-16,2 0 1 0,1 3-2 0,-1-4 2 0,6 4-1 16,-2 0 1-16,4-3 3 0,1 1 1 15,-1 1-4-15,7-3 4 0,1 0-5 0,6-1-12 16,1-3-19-16,8 1-30 0,-5-2-26 0,7-8-40 15,-1 3-40-15,-7 1-137 0,-5-5-329 0,2 2 145 16</inkml:trace>
  <inkml:trace contextRef="#ctx0" brushRef="#br0" timeOffset="31334.12">15023 5918 155 0,'0'0'143'0,"0"0"-11"0,8-6-14 0,0 3-12 16,2-2-11-16,-1 3-7 0,4-3-24 0,-3 1-27 15,3 0-38-15,7 1-40 0,-2-2-48 0,-2 1-46 0,1-2-145 16,0 1 64-16</inkml:trace>
  <inkml:trace contextRef="#ctx0" brushRef="#br0" timeOffset="32022.69">13915 4905 18 0,'0'0'94'0,"0"0"-5"0,0 0 8 0,13-1 4 15,-13 1-2-15,18-3-1 0,-7-2-9 0,6-4-9 16,0 1-1-16,1-2-7 0,-2-2-9 16,0 1 2-16,-1-1-6 0,1-2-2 0,-3 2-7 15,-1 0 1-15,-3 2-8 0,0 1 0 0,-5-1 0 16,3-1-9-16,-3 2 0 0,-4 2 0 0,0 7-3 0,0-13-3 15,0 5-10-15,0 8 6 0,-8-9-8 0,8 9-8 16,-12-4 6-16,1 3-5 0,-1 2 3 16,-1 3-9-16,-5 3-3 0,1 3 7 0,-2-1-4 15,2 3-6-15,1 1 3 0,2 1 7 0,0 0-10 16,4 0 11-16,1 1 2 0,6 1-8 0,-2-4 4 16,8-1-3-16,-3 2 0 0,5 2 2 0,2-4 2 0,5 1 3 15,3-2-8-15,4-3-18 0,10 0-18 16,3-5-29-16,7-2-35 0,-1-3-21 0,16-4-113 0,-20 1-252 15,18-4 112-15</inkml:trace>
  <inkml:trace contextRef="#ctx0" brushRef="#br0" timeOffset="32221.72">14542 4583 9 0,'-7'-4'181'16,"7"4"-15"-16,-4-5-15 0,4 5-12 0,0 0-21 16,0 0-12-16,6-11-10 0,1 8-8 0,6-4-20 0,5 4-20 15,9-6-27-15,2 0-29 0,4 1-22 16,1 1-41-16,-2 0-20 0,-3 4-75 0,-7 1-178 16,-2-1 79-16</inkml:trace>
  <inkml:trace contextRef="#ctx0" brushRef="#br0" timeOffset="32698.94">15192 4786 47 0,'0'0'144'0,"0"0"-9"16,0 0-5-16,0 0-12 0,0 0-11 0,0 0-13 15,0 0-11-15,0 0-3 0,0 0-14 0,26-14 4 16,-16 8-13-16,0-3 0 0,3 2 5 0,-2 2-9 15,1-6-2-15,-2 2-2 0,3-2-2 0,-5 1-3 16,-2 1-10-16,-1-3 0 0,3 3-6 16,-4-1 1-16,-1 3-1 0,-1 1 0 0,-1 0-6 0,-1 6-1 15,0-10-13-15,0 10 6 0,-6-10-3 0,6 10-7 16,-12-5 3-16,7 5 2 0,5 0-2 0,-23 5 0 16,11 1-2-16,-3 1-7 0,0 1 2 0,2 3 2 15,0 1-5-15,4 1 3 0,-2 1 0 0,6-3 6 16,2 1-7-16,1 0 7 0,2 2-4 0,2-3 2 15,3 3-3-15,5-3 4 0,2 1 1 0,4 0-9 16,10-2 0-16,1 0 0 0,4-4-20 0,7-5-23 16,0-1-27-16,2 0-20 0,0-1-12 0,-1-3-31 15,-2 1-87-15,-4-1-239 0,-4-3 106 0</inkml:trace>
  <inkml:trace contextRef="#ctx0" brushRef="#br0" timeOffset="32882.21">15729 4572 133 0,'0'0'172'15,"-4"-8"-11"-15,4 8-5 0,0 0-25 0,-5-5-16 16,5 5-9-16,0 0-14 0,10-9-8 0,-1 5-10 16,3 2-15-16,2-1-20 0,4-1-24 15,2-1-23-15,7 0-34 0,3 2-34 0,1-2-8 0,1 4-105 16,-4-4-203-16,3 1 91 0</inkml:trace>
  <inkml:trace contextRef="#ctx0" brushRef="#br0" timeOffset="33400.17">15908 5059 59 0,'0'0'188'0,"0"0"-13"0,-6-9-21 15,6 9-10-15,0 0-10 0,0 0-12 0,-12 0-12 16,12 0-5-16,-9 9-12 0,1-2 4 0,1 1-14 16,-1 3-7-16,0 4-6 0,1-4-5 0,2 1-7 15,1-1-7-15,1-1-8 0,4 1-1 0,-1 0-2 16,2 0-5-16,3-3-6 0,0 2 2 0,2-3 0 15,1-1-4-15,0-1-3 0,2 0-3 0,0-2-3 16,2-1-1-16,-1 0 2 0,2-3-1 0,-3 0-1 16,3-2 4-16,-4-2-6 0,0-1 2 0,1-1-2 15,-5-2-4-15,0-2 0 0,-1 3 0 0,-4-3-1 16,2 1-1-16,-4-2-1 0,0 0 2 0,-2 1-5 16,0-1-2-16,-4 1-3 0,0 1-13 0,-3 2-4 15,1 1-7-15,-4 4-16 0,1 2-11 0,-2 1-40 16,-1 3 6-16,-1 2-32 0,1 3-27 0,0 2-30 15,2 3-91-15,2-5-286 0,8 2 127 0</inkml:trace>
  <inkml:trace contextRef="#ctx0" brushRef="#br0" timeOffset="34855.56">16884 5643 64 0,'0'0'88'0,"0"0"-10"0,-2-7-10 15,2 7-6-15,0 0-1 0,-5-7 17 0,5 7-7 16,-4-5-4-16,4 5-5 0,-6-5-16 0,6 5 2 16,-10-5-5-16,5 3-3 0,5 2 1 0,-11-2-15 15,11 2 15-15,-9-3 5 0,9 3-9 0,-13-2 1 16,13 2-1-16,-9-1 6 0,9 1-9 0,0 0-2 16,-13-2 3-16,13 2-5 0,0 0-5 0,0 0 1 15,0 0-6-15,0 0-8 0,0 0 8 0,0 0-3 16,0 0 3-16,0 0 4 0,0 0 8 0,49-2-3 15,-17 0 8-15,5-1-5 0,15-1 0 0,1-2 1 16,5-3 15-16,-1 2 1 0,3-1-8 0,0 0-2 16,-1 1 3-16,2 1-2 0,-5-1-3 0,3-1-7 15,-2 2-3-15,-2 0-4 0,0-2 4 0,2 2-2 16,-1 2-6-16,0-2 1 0,-1 3 0 0,-4-5-3 0,2 3 1 16,-14 2-1-16,11-3-1 0,-10 3 2 15,-2-3-2-15,-1 1 3 0,-1-1 4 0,-4 1-5 16,-2 0 2-16,-3-1-2 0,0 2-1 0,-8 1-2 15,-5 1 0-15,-1-2 2 0,-1 2-1 0,0-1-5 16,-3 1 0-16,0 0 0 0,0-1 1 0,-9 3-3 16,9-2 1-16,-9 2-5 0,8-3-1 0,-8 3-9 15,6-2-19-15,-6 2-17 0,0 0-21 0,0 0-23 16,0 0-26-16,0 0-21 0,0 0-17 0,0 0-17 16,0 0-124-16,0 0-315 0,0 0 140 0</inkml:trace>
  <inkml:trace contextRef="#ctx0" brushRef="#br0" timeOffset="35238.6">18434 5347 30 0,'0'0'148'15,"-7"-4"0"-15,7 4-13 0,0 0-11 0,0 0-13 16,0 0-8-16,-8-2-13 0,8 2-3 0,0 0-10 15,-8 9 1-15,8-9-4 0,-6 11 2 0,0-2-9 0,3-1-4 16,1 0-5-16,-2-1-9 0,1 3-2 16,2-3-3-16,1-7-3 0,1 17-4 0,-1-7 5 15,1-3-3-15,3-1-5 0,-1 0-1 0,2 1 4 16,2-1 0-16,-3-1-1 0,7 0 1 0,-2-2-3 16,2 0 2-16,-1-1 2 0,4-2 0 0,3 0-3 0,2-2-2 15,-2-1-1-15,1-2 0 0,-5 0-1 16,-1-1-3-16,1 1 1 0,-3-3-1 0,0-1 1 15,1 1-5-15,-1-4 6 0,-3 1-1 0,-1 0-6 16,-2-5-1-16,-2 0 1 0,2 3-2 0,-4-2-2 16,-3 0-2-16,0 2-5 0,-4-2 0 0,2 3 3 15,-4 1-6-15,-2 1-4 0,-5 0-11 0,1 3-18 16,-4 0-20-16,-1 3-24 0,-1 4-24 0,-10-1-19 16,3 2-29-16,-1 6-36 0,-1 0-159 0,-2-2-362 15,4 4 161-15</inkml:trace>
  <inkml:trace contextRef="#ctx0" brushRef="#br0" timeOffset="36714.21">6359 5813 32 0,'-10'0'35'16,"-1"-2"-4"-16,0 1-5 0,1 0-2 0,-2 1-4 15,1-1 6-15,-1 1 1 0,2 0 4 0,-4-2-13 16,2 1 1-16,0 0 9 0,0-1 1 0,2 2 6 15,-3 0-4-15,2 0 6 0,0-1-5 0,1 2 3 16,1-1 6-16,9 0 10 0,-15-1-7 0,5 1-7 16,10 0-5-16,-15 0 11 0,15 0-4 0,-13 0-1 15,13 0 0-15,-8 1 0 0,8-1-5 0,0 0-6 16,0 0 1-16,-10-1-7 0,10 1 3 0,0 0-5 16,0 0-2-16,0 0-6 0,0 0 0 0,0 0-7 15,0 0 8-15,0 0 15 0,18 12 1 0,-11-11 2 16,6 3 2-16,0-4 2 0,5 1 5 0,0 1 7 15,3-2-7-15,9-2 6 0,-2 4-3 0,1-2 7 16,1-3-6-16,0 3 2 0,3-2-4 0,-1 0 1 16,2 1-10-16,0 1 2 0,-1-4-7 0,4 3-2 15,0-3-1-15,2 2 0 0,-1-1-5 0,3 0 2 16,10 0 2-16,-15 1-8 0,0 0 0 0,-1 2-2 16,1-2 1-16,0 1-3 0,-3 1 1 0,1 0 3 15,-2 0-6-15,0-1 7 0,-3 3-10 0,2 0 5 16,-3-2-8-16,0 3 3 0,-7 0 2 0,8-2-6 15,-9 0 4-15,2 1-1 0,6 1-1 0,-9-3 2 16,-1 2-4-16,1-1 2 0,-2 0-4 0,-3 2 3 16,3-2-1-16,-5 2 2 0,5-2-5 0,2 0 4 15,-7 0 0-15,1 1-1 0,4-1 1 0,-3 1-2 16,-1 0 1-16,1-1-3 0,0 0 2 0,-1 2 1 16,1-2 3-16,3 2-4 0,-2-2-1 0,-2-1 0 15,1 1 2-15,-3-1-2 0,3 0 6 0,-1 0 6 16,-3 0-9-16,3 0 4 0,-3 0-1 0,3 0 5 15,-3 0-3-15,1 0-2 0,-1 0-5 0,1-1 9 16,0 1-6-16,1 0 4 0,0-1 4 0,-2 1-1 16,3-3 2-16,0 2-4 0,-2 1 0 0,-2-3-1 15,-1 3 4-15,-8 0-10 0,14 0 5 0,-8 2-3 16,-6-2 5-16,0 0-2 0,12-3-5 0,-12 3 4 16,0 0-3-16,0 0 2 0,9 0-5 0,-9 0 4 15,0 0-8-15,0 0 8 0,10-1 0 0,-10 1 0 16,0 0-1-16,11-2-5 0,-11 2-1 0,9 0-4 15,-9 0 1-15,12 0-14 0,-6-3 4 0,-6 3-2 16,13 0-1-16,-6 0-2 0,-7 0 1 0,16 0-1 16,-8-2-13-16,-8 2-6 0,12 0-9 0,-12 0-17 15,8 2-17-15,-8-2-29 0,8 0-4 0,-8 0-23 16,0 0-124-16,0 0-284 0,0 0 126 0</inkml:trace>
  <inkml:trace contextRef="#ctx0" brushRef="#br0" timeOffset="38094.94">6074 5721 67 0,'0'0'90'0,"0"0"6"16,0 0-1-16,-7-3 1 0,7 3-4 0,0 0 0 15,0 0-7-15,0 0-8 0,0 0-6 0,0 0-13 0,0 0 0 16,-9-1-9-16,9 1-8 0,0 0-1 0,0 0-2 15,0 0-8-15,0 0-3 0,0 0-7 0,0 0 7 16,0 0-5-16,-10 5 0 0,10-5-3 16,-6 7 1-16,6-7-4 0,-4 9-3 0,2-5 2 15,-2 0 5-15,0 3-3 0,0-1 2 0,0-1-4 16,0 1 3-16,1 3 3 0,-3 1 12 0,1-2-4 16,1 0-2-16,2-3-3 0,-1 3 1 0,3-8 1 15,-2 15-6-15,-2-10 2 0,3 3-4 0,1-8 3 16,-2 13-8-16,2-5-3 0,0-8 1 0,0 11-4 0,0-11 6 15,4 11-2-15,-1-5 0 0,1-1-2 0,-1 0-2 16,1 0 0-16,0 0-2 0,-4-5 1 0,12 6 4 16,-4-6 5-16,0 3-3 0,0-2 2 15,3 1 3-15,0-2-3 0,0-2 8 0,2 2 6 16,-3-2 3-16,3-2-2 0,0 0 3 0,-2 0-3 16,1 0 5-16,-3-1-6 0,1-1 2 0,0-1-5 0,-2 0 6 15,-1-2 2-15,1 2-2 0,0-3-3 0,-6 0-5 16,2 1 0-16,-3-4-4 0,1 0 3 0,-4 1-2 15,0-5-5-15,-1 2 4 0,-4-1-5 16,-1 2 1-16,0 2-1 0,-1 4-3 0,-3-4-1 16,-3 3 0-16,2 1 0 0,1 3-9 0,-6 0-16 0,1 5-19 15,0 3-18-15,-1 2-27 0,-3 4-28 16,-3 5-38-16,0 2-53 0,-4 6-124 0,2 1-348 0,-5 0 153 16</inkml:trace>
  <inkml:trace contextRef="#ctx0" brushRef="#br0" timeOffset="77128.83">11289 5172 43 0,'0'0'64'0,"-3"-12"-8"0,3 12-8 0,0 0 7 15,0 0-12-15,0 0 4 0,0 0-6 0,0 0-8 16,0 0-5-16,-4-7 1 0,4 7 4 0,0 0-2 15,0 0-3-15,0 0-6 0,0 0 3 0,0 0-1 16,0 0-6-16,0 0-5 0,0 0 0 0,0 0 4 16,0 0-3-16,0 0-6 0,0 0 6 0,0 0-12 15,-8-6 9-15,8 6-4 0,0 0 4 0,0 0-8 16,0 0 4-16,0 0-5 0,0 0 0 0,0 0 0 16,0 0 0-16,0 0 1 0,0 0-3 0,0 0 0 15,0 0 4-15,0 0 3 0,0 0-11 0,0 0 3 16,0 0 3-16,0 0 10 0,0 0-1 0,0 0-11 15,0 0 6-15,0 0-4 0,0 0-1 0,0 0-5 16,0 0 5-16,0 0 5 0,0 0 1 16,0 0 4-16,0 0 1 0,0 0-8 0,0 0 4 0,0 0 0 15,0 0-1-15,0 0-3 0,0 0 2 0,4-11-4 16,-4 11-6-16,0 0 2 0,6-9-4 0,-2 6 1 16,1-1-7-16,4-3-1 0,1 0-12 0,6-1 3 15,0-2-5-15,7-4 4 0,3 1-1 0,2-1-4 16,-1 1-3-16,3-2 7 0,2 2-2 0,2-2-2 15,12-5 2-15,-12 6 3 0,15-4-5 0,1 0 9 16,1-1-1-16,1 2-2 0,-2 1-4 0,0 2-2 16,5 0 1-16,-3 0 4 0,-3 2 7 0,-11 3-5 15,0 2 1-15,1 0 5 0,-2 0-4 0,1 0 6 16,2 1 1-16,10-2 2 0,-11 3 3 16,-1-1-4-16,0 1 6 0,12 0 0 0,-12 2 4 0,0-3-12 15,-2 3-2-15,3-3-4 0,-4 2-10 0,-1-2-29 16,2 3 14-16</inkml:trace>
  <inkml:trace contextRef="#ctx0" brushRef="#br0" timeOffset="77638.83">12888 4660 36 0,'54'-5'48'0,"-2"1"-12"0,2 0-1 16,-3 2-7-16,-12 0 5 0,1 0-10 16,10-1-3-16,-12 4 3 0,0-3-2 0,0 3-4 15,0-1-2-15,3 1 2 0,-3-2-3 0,-2 2-3 16,2 0-5-16,1 1-1 0,-4-2 1 0,-1 3-4 16,-1-3 1-16,-1 2 0 0,-3 1-10 0,-2 0 5 0,-6 0-6 15,-2 0-6-15,-5-1-2 0,4 3-8 16,-6-3-6-16,0 1-21 0,-3 0-54 0,-1-1 25 15</inkml:trace>
  <inkml:trace contextRef="#ctx0" brushRef="#br0" timeOffset="78384.17">13335 4453 74 0,'-4'-3'94'0,"4"3"-6"16,0 0-14-16,0 0-8 0,0 0-3 0,0 0-16 15,0 0 2-15,0 0-17 0,0 0 11 0,0 0-13 16,0 0 2-16,0 0-4 0,0 0-3 0,0 0 0 15,0 0-3-15,0 0-4 0,0 0-3 0,0 0-5 16,0 0 5-16,0 0-9 0,0 0 13 0,0 0-11 16,0 0-2-16,0 0-3 0,0 0 5 0,0 0-3 15,0 0-3-15,0 0 3 0,0 0 1 16,0 0 1-16,0 0-4 0,0 0 3 0,0 0 7 0,0 0 2 16,0 0-8-16,0 0-3 0,0 0 7 0,0 0-9 15,0 0 7-15,0 0 0 0,0 0 14 0,0 0-23 16,0 0 6-16,0 0 7 0,0 0-9 0,0 0 4 15,0 0 1-15,0 0-2 0,0 0 19 0,0 0-8 16,0 0 4-16,0 0-4 0,0 0 0 0,0 0-3 16,0 0 0-16,0 0-4 0,0 0 5 0,0 0-11 15,0 0-3-15,0 0 2 0,0 0 1 0,0 0 3 16,0 0-4-16,0 0-4 0,0 0 0 0,0 0 6 16,0 0-6-16,0 0 2 0,0 0-3 0,0 0 3 15,0 0 4-15,25 2-6 0,-16 1-3 0,1-1-1 16,4 1 7-16,-1 0 3 0,6 1-11 0,0 1 9 15,0 0-6-15,3 1 2 0,-2-3-1 0,-1 2 2 16,1 2 0-16,0 0 4 0,0 1-14 0,1-2-2 16,-4 2 0-16,2 2 11 0,0-1-12 0,-3-2 7 15,-1 3 4-15,0 4-9 0,-5-2 0 0,2 1-6 16,-5-2 1-16,1 3-4 0,-5 1-2 0,-3 2 8 16,-3 1-14-16,-3 1-5 0,-5 6-4 0,-5 1-23 15,1-1-1-15,-6 3-13 0,-2-1-68 0,-8 10-151 16,-3-2 67-16</inkml:trace>
  <inkml:trace contextRef="#ctx0" brushRef="#br0" timeOffset="81046.1">13930 5783 2 0,'0'0'44'0,"-4"12"-6"15,1-3 1-15,-3 0-5 0,2-1-2 0,-3 2 1 16,0 1-4-16,-2 3-2 0,-2-2 0 0,-1 1-3 16,3-1-3-16,-3 0 5 0,0 1 0 0,-1 0 0 15,-1 1-4-15,0-2 0 0,-2 1 0 0,1 1-4 16,-5 3-3-16,0 0 4 0,-3-1 1 0,-1 3-9 15,-1-2 3-15,2-1 2 0,-3 2-3 0,-3-3 0 16,-1 0-5-16,1 1-3 0,-2 0-1 0,-1-3 7 16,3 1-3-16,-3 0 5 0,-3 2 1 0,0-1-9 15,-11 4 9-15,10-6-10 0,-14 3-3 0,14-5 1 16,-14 3 5-16,1 0-1 0,11-4 5 0,-11 1-3 16,11-1 2-16,-1-2 4 0,1 0-1 0,-11-1 4 15,10-2-15-15,1 0 7 0,0-1-6 0,0 0 3 16,0-2 2-16,1-1-7 0,2-1 3 0,-1-1-3 0,0 1 3 15,2-2-3-15,-1 1-9 0,-2-2 3 0,2 1 0 16,1-2 2-16,0 2-4 0,-4-3-7 16,2 2 3-16,-3-4 0 0,6 3 7 0,-3-2-1 15,2 0 1-15,3-1-3 0,-6 1-3 0,9-3 4 0,-5 2 5 16,1 0 8-16,2-1 0 0,1-1 0 0,0 0 1 16,2 1-5-16,6 2-1 0,-4-2 6 15,4 3-3-15,-2-1 7 0,6 1-10 0,-3-2 1 16,3 1-3-16,2-1 1 0,-1 1 7 0,5 1-5 15,2-3-1-15,-3 2-3 0,4-1 0 0,-1 2 4 0,3 1-9 16,-3-3 6-16,4 2 5 0,-2 0 4 16,2 1-7-16,1-2-5 0,-3 0 7 0,0 2-5 0,3-2-1 15,-1 1 0-15,5 5-2 0,-11-10-2 16,6 6 8-16,-2 1-2 0,1-4-2 0,2 4 8 16,4 3 0-16,-10-8 1 0,5 4-1 0,5 4 1 15,-8-7-6-15,4 5 1 0,4 2 0 0,-6-5-2 0,6 5-8 16,-5-5-7-16,5 5-9 0,0 0-7 15,-8-4-8-15,8 4-4 0,0 0-2 0,0 0 1 0,0 0-5 16,0 0 1-16,0 0-38 0,0 0-92 16,0 0 41-16</inkml:trace>
  <inkml:trace contextRef="#ctx0" brushRef="#br0" timeOffset="81674.8">11482 5978 19 0,'0'0'67'0,"0"0"-8"0,0 0-2 15,-4-6-3-15,4 6-6 0,0 0-9 0,0 0 4 16,0 0-7-16,0 0-4 0,0 0-1 0,0 0 0 0,-3-5-9 16,3 5 8-16,0 0-8 0,0 0 0 0,0 0-7 15,0 0-2-15,0 0-3 0,-11 0 4 16,11 0-4-16,0 0-3 0,0 0 3 0,0 0-2 16,-11 0 2-16,11 0-6 0,0 0 3 0,0 0 2 15,0 0-4-15,0 0-4 0,0 0 3 0,-10 0 0 0,10 0 2 16,0 0-8-16,0 0 5 0,0 0 1 0,0 0-4 15,0 0 8-15,0 0-3 0,0 0 7 0,0 0-11 16,0 0 4-16,0 0 4 0,0 0-3 0,-10-2 2 16,10 2 6-16,0 0-3 0,0 0-3 0,0 0 1 15,0 0 3-15,0 0-6 0,0 0-2 0,0 0 2 16,0 0 1-16,0 0-11 0,0 0 9 0,-7 5-5 16,7-5 4-16,-4 9-2 0,2-4-2 0,-2 3 5 15,1 0 4-15,-3 0-5 0,1 2 1 0,0-3-4 16,0 2-2-16,-1 0 4 0,1-2 2 0,-2 3 1 15,2-4 1-15,0 2 0 0,2-2-1 0,-2 0-2 16,1-1-3-16,-1 0-1 0,0-2 8 0,5-3-7 16,-6 7 6-16,6-7-3 0,-6 7 1 15,4-2-3-15,2-5 2 0,-4 3-4 0,4-3 0 0,0 0 3 16,0 0-7-16,-3 7 3 0,3-7 2 0,0 0-10 16,0 0-1-16,0 0 2 0,0 0-2 0,0 0-2 15,0 0 6-15,0 0-3 0,8 6 5 0,-8-6 2 16,8 7 4-16,-3-1-3 0,3 1-4 0,-2 2 4 15,0-2-13-15,2 2-5 0,3 5-6 0,-2-1-16 16,4 2-7-16,-1 0-17 0,-1 0-52 0,2 3-125 16,-1-4 55-16</inkml:trace>
  <inkml:trace contextRef="#ctx0" brushRef="#br0" timeOffset="93596.48">11721 8146 6 0,'-12'-3'84'0,"12"3"-11"0,-11-2-4 15,11 2-8-15,-11-3 0 0,11 3-10 0,-6-2-1 0,6 2-7 16,0 0-5-16,0 0-3 0,-7-4-3 0,7 4 1 16,0 0-15-16,0 0 9 0,0 0-2 0,0 0 3 15,0 0 3-15,28-7-5 0,-15 6 5 0,6-1-3 16,3 0 2-16,7-2-9 0,3 2 10 0,1-2-5 16,2-1-5-16,2 3 5 0,1-1-1 0,15-1-13 15,-15 3 5-15,16-5 3 0,-3 4-7 0,0 1-4 16,-11 1 19-16,-3-4-13 0,15 3-11 0,-14-1 7 15,16 0 6-15,-16 2 4 0,13 0-11 0,3-3 1 16,0 5 8-16,-2-5-12 0,-13 4-1 0,15-4 1 16,-5-1 1-16,5 4 0 0,-5 0 0 0,-11-4-5 15,0 2-1-15,-2 1 6 0,0-1-4 0,1 0-8 16,-4-2 15-16,1-1-7 0,-3 3 1 0,-2-1-7 16,1 0 0-16,-11 1 4 0,2 0 1 0,0 2-1 15,-4-2 1-15,3 1-4 0,-9 0 14 0,3 1-10 16,-3-2-1-16,-2 2 0 0,0 0-1 0,-9 0-4 15,9-1-3-15,-9 1 7 0,9 0 3 0,-9 0-2 16,0 0 2-16,10-1-3 0,-10 1 4 0,0 0-5 16,0 0 5-16,0 0-7 0,0 0-4 0,0 0-8 15,0 0-14-15,0 0-11 0,-25 10-8 0,17-6-15 0,-1-1-9 16,1 1-25-16,-1 2-69 0,-3-2-179 0,6-1 79 16</inkml:trace>
  <inkml:trace contextRef="#ctx0" brushRef="#br0" timeOffset="93948.9">13053 7856 84 0,'0'0'126'0,"-9"-2"-16"0,9 2-5 15,-10-2 4-15,10 2-21 0,-9-6-13 0,9 6-5 16,0 0-10-16,0 0-1 0,0 0-2 0,0 0-9 16,0 0-1-16,25 8-1 0,-9-5-2 0,4 1-10 15,-1-1 5-15,2 0-5 0,0 1-7 0,1-1 0 16,-2 2-2-16,1-2-3 0,-1 1-6 0,-2 2 0 16,0-2 6-16,1 3-10 0,-5-2-2 0,0 2 8 15,0 3-10-15,-4-3-2 0,5 4-2 0,-9-3 4 16,3 2-3-16,-3 0 3 0,-4 1-5 15,1 0 2-15,-1 6 4 0,-5 0-3 0,-3 1-5 0,-3 4 4 16,-5 4 0-16,-3-1 0 0,-2 3-7 0,-5 0-9 16,0-1-28-16,-8 8-18 0,-4 2-16 0,0-1-25 15,0 5-107-15,-2-1-222 0,4-6 99 0</inkml:trace>
  <inkml:trace contextRef="#ctx0" brushRef="#br0" timeOffset="95466.71">13800 7971 22 0,'0'0'76'0,"-2"-7"6"0,2 7-10 15,0 0 11-15,-2-9-3 0,2 9-13 16,0 0-7-16,0 0 6 0,0 0-18 0,0 0-3 16,-2-8-3-16,2 8 3 0,0 0-2 0,0 0-4 15,0 0 0-15,0 0-4 0,-5-6 5 0,5 6-11 0,0 0 0 16,0 0 1-16,0 0-2 0,0 0 3 16,0 0 2-16,0 0-4 0,0 0 3 0,0 0-4 15,0 0 0-15,0 0-9 0,0 0 2 0,0 0-2 16,0 0 3-16,0 0-3 0,0 0-3 0,0 0 6 0,0 0-11 15,0 0-5-15,0 0 2 0,13-9 2 16,-4 8-2-16,5-1-3 0,7 0 1 0,0-3 7 0,7 1-27 16,-1 0 2-16,0 1-13 0,-7 0-14 15,2 1-6-15,-2 2-20 0,-4 0-8 0,-2 0-10 0,-1 2-24 16,-2 1-64-16,-4-2-184 0,0 0 81 0</inkml:trace>
  <inkml:trace contextRef="#ctx0" brushRef="#br0" timeOffset="95938.37">13897 7955 12 0,'0'0'119'0,"0"0"-28"15,0 0-12-15,0 0-9 0,0 0-4 0,0 0 4 16,0 0 2-16,-1 16-10 0,1-7-3 0,1 2 7 15,-1 2-3-15,0 3-6 0,0 2 0 0,0 0-5 16,2 6-1-16,-2-7-6 0,0 1-7 0,0-2-4 16,0 1 2-16,0-1-16 0,2 1 16 0,0-6-12 15,1 0 3-15,0 3-3 0,-2-3-6 0,2 0 2 16,-1-2-3-16,0 1 3 0,0 0 0 0,0-4-5 16,0 4-5-16,-2-4 3 0,0-6-3 0,3 10-5 15,-3-10 3-15,0 9 6 0,0-9-2 0,0 6-1 16,0-6-5-16,0 0 5 0,-3 10-6 0,3-10 5 15,-6 3-5-15,6-3-2 0,-7 1-3 0,7-1 5 0,-13 2-1 16,13-2-9-16,-14-2 3 0,14 2-1 16,-16-2-9-16,7 0 6 0,1 0 2 0,-2 1 0 15,2-1-6-15,-3 1 12 0,11 1-4 0,-14-3-2 16,14 3-1-16,-13-1 5 0,8 0-3 0,5 1 6 0,0 0-8 16,-12-1 3-16,12 1-3 0,0 0 3 15,0 0 5-15,0 0-7 0,0 0 8 0,0 0-4 16,0 0-16-16,0 0 19 0,0 0-4 0,0 0 6 15,27 9-7-15,-13-9 4 0,-1 1-4 0,6 1-4 0,-2 0-11 16,6 0-10-16,-2-2-25 0,0 4-17 16,6-2-21-16,-6 1-20 0,1 1-78 0,-4-2-202 0,-2 1 89 15</inkml:trace>
  <inkml:trace contextRef="#ctx0" brushRef="#br0" timeOffset="100891.07">11976 7668 77 0,'0'0'76'0,"0"0"-7"0,-6-3-1 0,6 3-9 16,-10-1 2-16,10 1 1 0,-9-1-14 0,9 1-5 15,-6-6 1-15,6 6-1 0,-12-1-2 0,5 0-3 16,7 1-2-16,-10-1-4 0,10 1-2 16,-8-3 7-16,8 3 4 0,0 0-9 0,-11-1-1 0,11 1 1 15,0 0-9-15,0 0 1 0,-11 3-10 0,11-3 3 16,0 0-3-16,0 0 6 0,0 0-10 0,0 0 3 15,0 0-5-15,0 0 6 0,0 0 2 0,32 10-1 16,-11-9-1-16,8-1 0 0,0 3-1 0,5-1-14 16,3 1 19-16,1-2-7 0,2-1-5 0,12-1 14 15,-14-1-14-15,14 2-1 0,-14 0 11 0,16-1-11 16,-3-1-2-16,1-1 5 0,7 3 1 0,-3-4 1 16,-1 1-7-16,1 0 6 0,2-1 2 0,-2 0 1 15,-4 4-2-15,2 0 2 0,-16 3-8 0,2-5 1 16,-1 2-11-16,-1-1 17 0,0 2-6 0,-2 1 1 15,-1-2-6-15,0 1-1 0,-4-2 1 0,-2-1 3 16,2 2 1-16,-8 2 6 0,2-5-12 0,6 2 9 16,-10 0 2-16,-2-3 1 0,2 2-11 0,-3-1 18 15,0 0-13-15,-4 2 4 0,-1-5-4 0,-3 3 1 16,-2 1-4-16,-4 0 7 0,-4 2-3 0,9-3-1 16,-9 3-3-16,9-1 0 0,-9 1-11 0,0 0-7 15,0 0-16-15,0 0-12 0,0 0-16 0,-22 11-13 16,4-4-14-16,-9 1-13 0,-5 2-82 0,-4 3-197 15,1-6 87-15</inkml:trace>
  <inkml:trace contextRef="#ctx0" brushRef="#br0" timeOffset="101415.71">12023 7527 92 0,'-4'-5'113'0,"4"5"-9"16,0 0-9-16,0 0 2 0,-5-4-18 0,5 4-12 16,0 0-11-16,0 0 0 0,-14 1-10 0,4 2 13 15,1 3-15-15,-4 1 1 0,3-3-7 0,-1 4-6 16,0-2-2-16,-2 0-5 0,-2 2 2 0,2-1-7 16,0 1-9-16,-3 0 10 0,0-1 1 0,5-1-7 15,-2 1-7-15,4-3 11 0,-5 0-6 0,6 0-2 16,3-2 8-16,-7 2-11 0,5-1 6 0,1-3-8 15,6 0 4-15,-11 2 0 0,11-2-1 0,-10 2-1 0,10-2 6 16,-6 1 5-16,6-1-7 0,0 0-7 16,-8 2-2-16,8-2-4 0,0 0 6 0,0 0-10 15,0 0 7-15,0 0-2 0,-1 9 2 0,1-9 0 16,9 10-3-16,-3-3 3 0,4 2 0 0,5 0 9 16,-1 1 0-16,2 1-12 0,3-2 7 0,-1 1 1 15,8 1 5-15,3 0-4 0,-4-4-2 0,4 0-2 16,2-1 9-16,-1 3-8 0,1-3 1 0,-2-1-16 15,3 3-22-15,0-3-19 0,1 1-25 0,-2 1-29 0,-1 2-96 16,-1-3-218-16,0 1 97 0</inkml:trace>
  <inkml:trace contextRef="#ctx0" brushRef="#br0" timeOffset="102242.1">12596 7286 13 0,'0'0'133'0,"-6"-13"-13"16,6 13-1-16,-4-8-5 0,1 4-10 0,3 4-7 15,-14-3-18-15,8 2 3 0,6 1-21 0,-16 0-1 16,7 4 1-16,-2 2-9 0,-1-2-10 0,-1 2 0 16,4 0 1-16,-3 2-13 0,1 0-4 0,3-1-1 15,-2 2 1-15,4 1-7 0,1 0-2 0,1-2 3 16,2 0 0-16,0 1 3 0,2-1-10 0,0-8 0 16,4 15-9-16,1-7 8 0,3 1 1 0,-2-4-7 15,4 0 7-15,3-1-1 0,-1 1-1 0,1-2-4 16,0 0 0-16,-1 0 3 0,1-2-4 0,1 1 5 15,-3-2 0-15,0-2-6 0,1 1-2 0,-3 1 4 16,-1-1-1-16,-8 1 6 0,14-3-2 0,-14 3 0 16,9-1 1-16,-9 1 17 0,6-1-14 0,-6 1-3 15,0 0-4-15,3-7 0 0,-3 7 4 0,0 0-2 16,0 0-7-16,0 0 2 0,-9-11 4 0,9 11-2 16,-13-1 5-16,13 1-9 0,-18-1 5 0,7 2-1 15,-3 1-4-15,-2 0 1 0,-4 5 1 0,2-1-4 16,0-2-1-16,2 4 3 0,0-1 2 0,1 1 0 15,6-1-2-15,-2 0 8 0,1 0-10 0,0 2 10 16,3-1-1-16,1-2-6 0,1 3-2 0,0 1 5 0,4-2 10 16,1-2-15-16,0-6 5 0,6 14 1 15,-1-4-1-15,5-1 3 0,6-1 1 0,-1 0-4 16,15 2 3-16,-3-3-10 0,6-2-12 0,1 3-29 16,2-2-12-16,2-2-26 0,-2-1-13 0,3-1-26 0,-2 5-132 15,-5-1-271-15,1-4 121 0</inkml:trace>
  <inkml:trace contextRef="#ctx0" brushRef="#br0" timeOffset="102856.32">14901 7332 12 0,'0'0'162'0,"-7"-5"-4"0,7 5-14 0,-7-7-4 15,7 7-8-15,-7-6-8 0,7 6-13 0,-6-5 1 16,6 5-8-16,0 0-4 0,-7-3-1 0,7 3-9 16,0 0-1-16,-6-6-10 0,6 6-2 0,0 0-11 15,0 0-4-15,0 0-7 0,0 0-4 0,0 0-4 16,-6-4-7-16,6 4-2 0,0 0-3 0,0 0-2 16,0 0-3-16,0 0-2 0,0 0-2 0,0 0-6 15,0 0-7-15,0 0 2 0,19-3 1 0,-9 1-3 0,2 0-3 16,0 2 0-16,2-2 2 0,-1 1-3 0,0-2-3 15,5 3 3-15,2-2-1 0,-4 1 0 0,5-1-2 16,1 1-1-16,-1 0-1 0,7-1-8 16,1 1-7-16,1-1-10 0,-10 1-11 0,2 1-6 15,-1-2-10-15,-3 2-19 0,-1 0-12 0,-3 0-16 0,-3 0-19 16,0 2 0-16,-2-1-17 0,-4 1-13 16,-5-2-6-16,9 3-77 0,-9-3-246 0,0 0 110 15</inkml:trace>
  <inkml:trace contextRef="#ctx0" brushRef="#br0" timeOffset="103078.43">15099 7141 62 0,'0'0'193'0,"-5"-9"-1"0,5 9-10 15,-3-7-9-15,3 7-20 0,-2-7-21 0,2 7-12 16,0 0-14-16,0 0-6 0,0 0-14 0,0 0-5 15,-3 25-9-15,2-8-3 0,1 3-8 0,-4 6-8 16,4 3-3-16,0-3-3 0,0 6-2 0,-1 0-5 16,-6 0-38-16,1 2-28 0,-1-1-39 0,0 0-26 15,-7 13-47-15,0-1-146 0,-3-12-307 0,2 0 137 16</inkml:trace>
  <inkml:trace contextRef="#ctx0" brushRef="#br0" timeOffset="103873.04">9784 7690 91 0,'0'0'125'0,"-8"-2"-4"16,8 2-5-16,0 0 5 0,0 0-2 0,0 0-2 16,0 0-7-16,-10 2-3 0,10-2-12 0,0 0-8 15,0 0 0-15,0 0-7 0,0 0 13 0,0 0-13 16,0 0-4-16,40-2-5 0,-12 0-6 0,8 2-8 16,2-4-14-16,14 0-33 0,5-1-35 0,1 0-52 0,2 4-56 15,-3-2-140-15,3 3-296 0,-5-5 131 16</inkml:trace>
  <inkml:trace contextRef="#ctx0" brushRef="#br0" timeOffset="132926.2">12089 3963 39 0,'0'0'48'0,"0"0"0"0,0 0-14 0,0 0 4 16,0 0-6-16,0 0-4 0,0 0-6 0,0 0-2 16,0 0 1-16,0 0-3 0,0 0 0 0,0 0-6 15,0 0 1-15,0 0 0 0,36 3 2 16,-21-3-6-16,5-1 5 0,1 2-3 0,8-2 2 15,5 1-9-15,-2-2 1 0,4 0 9 0,1 2-16 16,1-1-12-16,3 1-3 0,-3-1-22 0,13-2-31 0,-10 2-76 16,-2-1 35-16</inkml:trace>
  <inkml:trace contextRef="#ctx0" brushRef="#br0" timeOffset="133538.51">12414 3942 11 0,'18'-1'33'0,"2"-1"1"0,1 1-8 0,8-1-1 15,2 0-3-15,-3 1 4 0,5 0-7 0,-2-1-1 16,3 2 1-16,0-2-9 0,-3 1-10 15,-1 1 2-15,-1-2-9 0,0 1-15 0,-8 1 2 0,-2 0-13 16,4 0-36-16,-3 1 16 0</inkml:trace>
  <inkml:trace contextRef="#ctx0" brushRef="#br0" timeOffset="133900.79">12856 3718 23 0,'14'3'41'0,"-3"0"-7"0,3 3 0 15,-3-2-12-15,3 2 5 0,-1 0 3 0,-2 0 0 16,3-2-7-16,-5 2-3 0,4 5-9 0,-3-5 3 16,-2 6-3-16,-3-5 6 0,3 4-7 0,-2 3 3 15,-4-3-4-15,0 5 2 0,-6 3-3 0,-6 3-3 16,-1 4 2-16,-5 0-2 0,-2 0-11 0,0 1-20 15,-3 1-37-15,-2 0-67 0,-2-2 31 0</inkml:trace>
  <inkml:trace contextRef="#ctx0" brushRef="#br0" timeOffset="135052.6">12266 3738 35 0,'-13'9'35'0,"-1"0"-5"0,-3 1 5 0,0-1-10 16,2 1-1-16,-1-2 0 0,2 1 6 0,0-2-9 15,4-2-7-15,-1 1-1 0,1-1 5 16,1 0-4-16,3-1-3 0,0 0 3 0,1-1-3 16,-2 1-2-16,7-4-6 0,-9 5 6 0,4-2 1 15,5-3-6-15,-6 6 4 0,6-6-5 0,-6 7 2 16,6-7-5-16,-1 9 3 0,1-9 5 0,7 14-7 15,-4-5-8-15,5 1-2 0,-2 1-4 0,7 2-6 16,1 1-4-16,7 5-3 0,-2-2-4 0,2 3-19 16,2-2-52-16,-6 1 24 0</inkml:trace>
  <inkml:trace contextRef="#ctx0" brushRef="#br0" timeOffset="135449.19">12873 3437 11 0,'20'-3'54'0,"-2"-1"-6"0,4 2-12 16,-3 1 0-16,0-1-19 0,0 2-10 0,-6-1-21 15,-2 1-19-15,-4 1-35 0,-7-1 15 0</inkml:trace>
  <inkml:trace contextRef="#ctx0" brushRef="#br0" timeOffset="135756.07">12958 3430 14 0,'-10'0'22'0,"10"0"-3"0,0 0-2 0,0 0 0 16,-6 5 1-16,6-5 6 0,0 0-6 0,0 14 1 15,0-7-1-15,0-7-2 0,2 17-5 0,-2-5 12 0,0-2 2 16,0 2-2-16,0 4 5 0,2-3-8 16,-4 0 4-16,2 0 0 0,0-2-5 0,0 3 4 15,-2-3-7-15,0 1-1 0,-3-1-2 0,3-2 0 16,-4 3 2-16,1-3-1 0,-2 1 1 0,0-3-6 15,1 2 4-15,-1-4 3 0,7-5-1 0,-14 9 9 16,8-5 2-16,6-4 8 0,-9 3-2 0,9-3 0 16,0 0-5-16,-12 1-4 0,12-1 10 0,0 0-5 15,0 0 1-15,0 0-14 0,0 0 10 0,0 0-6 0,0 0-3 16,0 0-11-16,0 0-10 0,0 0-4 16,0 0-11-16,0 0-13 0,0 0-4 0,0 0-14 15,0 0-8-15,0 0-3 0,37-11-4 0,-20 11-35 16,2-3-108-16,-2 3 48 0</inkml:trace>
  <inkml:trace contextRef="#ctx0" brushRef="#br0" timeOffset="136798.76">13196 3605 66 0,'0'0'94'0,"0"0"2"16,0 0-3-16,5-13-3 0,-5 13-3 0,0 0-5 15,0 0-12-15,0 0-14 0,0 0-2 0,0 0-6 16,0 0-6-16,0 0-13 0,0 0 6 0,0 0-6 15,0 0-2-15,-23 16-14 0,23-16 10 0,-9 12-9 16,9-12 2-16,-2 13-2 0,-1-4 2 0,3-9-4 16,-2 15-10-16,2-15 2 0,5 11-1 15,-5-11-3-15,5 11-9 0,-5-11 12 0,6 6 0 0,-6-6-2 16,9 4-2-16,-9-4-3 0,0 0 5 0,14 0-5 16,-14 0 8-16,0 0 0 0,13-7-5 0,-13 7 1 15,7-14-4-15,-3 5 3 0,1-3 11 0,-3 2-10 16,0-6-2-16,1 0-1 0,-1 0 0 0,0-1 0 15,-2 1 1-15,0 2-1 0,0-1-3 16,0-1-3-16,-4 0 5 0,4 6 1 0,0-2-3 16,-3 1 5-16,3 4-2 0,0 7 4 0,-2-14 0 0,2 8 0 15,0 6-1-15,-2-8-9 0,2 8 3 16,0 0-4-16,0 0 2 0,0 0 3 0,0 0-2 16,0 0-2-16,0 0 3 0,0 0-7 0,-5 29 9 15,5-17-6-15,-2 3 11 0,2 0-7 0,0-1 5 16,2-2 1-16,1 0-2 0,-1 0-4 0,-2 0 6 15,2-1 1-15,-2-1 0 0,0-10 14 0,5 19-4 16,-5-12-12-16,4 0-7 0,-4-7-13 0,4 11-2 16,-4-11 3-16,0 0 0 0,5 9 3 0,-5-9-2 0,0 0 2 15,6 5 4-15,-6-5 2 0,0 0 4 16,0 0-1-16,0 0-3 0,0 0-1 0,0 0 15 16,0 0-4-16,14-2-7 0,-14 2 5 0,0 0-4 15,0 0 2-15,11-12 3 0,-11 12-5 0,0 0 4 16,7-8-9-16,-7 8 3 0,0 0-2 0,9-3 5 15,-9 3-6-15,0 0 1 0,0 0 1 0,0 0 1 16,0 0 0-16,15 6-1 0,-15-6 3 0,7 5 4 16,-7-5-4-16,10 5 4 0,-10-5 5 0,9 4-6 15,-9-4 0-15,14 3 10 0,-14-3-6 0,10 2 5 16,-10-2 1-16,9 2 4 0,-9-2 13 0,0 0 10 16,0 0 1-16,14-5 12 0,-14 5-11 0,5-8 0 15,-5 8-15-15,6-11 9 0,-6 11 2 0,0-12-4 16,2 2-11-16,-2 10 2 0,-2-14-7 0,2 14 1 15,0-14-1-15,0 14 3 0,0-12-2 0,0 12-10 16,0 0 1-16,0-13 1 0,0 13-4 0,0 0 3 16,0 0 1-16,0 0-6 0,0 0-3 0,0 0-1 15,0 0 4-15,0 0-2 0,0 0 2 0,0 0-3 16,0 0 6-16,15 29-6 0,-9-19-2 0,-2-3-5 16,0 3-14-16,1-5 0 0,1 2-7 0,2-2-5 15,-8-5 0-15,10 6-2 0,-10-6 4 0,9 6 5 16,-9-6 6-16,9 0 2 0,-9 0 5 0,0 0-4 15,0 0 2-15,16-12 2 0,-10 6 2 0,-6 6 3 16,7-14-4-16,-5 4 12 0,4 2-1 0,-4 0 5 16,-2 8 0-16,4-16 4 0,-4 16 8 0,7-14-7 15,-7 14 1-15,2-10 0 0,-2 10-4 0,2-9 5 16,-2 9-8-16,0 0-1 0,0 0 1 16,0 0 5-16,0 0-2 0,0 0 1 0,0 0 3 15,0 0-2-15,10 33 7 0,-8-17 4 0,0 0 7 16,-2-3-3-16,2-1-10 0,0 1 7 0,1-2-4 15,-1 1 9-15,0-3-9 0,-2-9 1 0,2 11 4 0,-2-11 1 16,4 12 20-16,-4-12 21 0,0 7 20 0,0-7 8 16,0 0-9-16,0 0-5 0,0 0-10 0,0 0-5 15,0 0-3-15,3-29-7 0,-3 29-10 0,0-23 0 16,0 7-1-16,4 4-6 0,-4-5-9 16,5 0-2-16,-2-1-7 0,-1 2-10 0,0-1-3 15,0 1 1-15,2-1-12 0,-2 0-11 0,3 0 0 16,-1 5-2-16,1 1-2 0,-2 1 8 0,1 0-20 0,-2 3-13 15,2 1-21-15,-1 3-7 0,-3 3-12 16,9-6-2-16,-9 6-3 0,0 0-64 0,14 10-173 16,-10-2 77-16</inkml:trace>
  <inkml:trace contextRef="#ctx0" brushRef="#br0" timeOffset="136922.54">13668 3565 22 0,'8'-3'15'16,"-1"-2"-13"-16,1 3-9 0,0-3-7 0,-8 5 3 16</inkml:trace>
  <inkml:trace contextRef="#ctx0" brushRef="#br0" timeOffset="137089.99">13806 3481 73 0,'1'10'64'0,"-1"0"-4"0,0 3-3 0,2 0-7 15,0 2-3-15,-4 2-20 0,2-1-19 0,0 1-31 16,-2-1-38-16,-1 1-66 0,1-5 30 0</inkml:trace>
  <inkml:trace contextRef="#ctx0" brushRef="#br0" timeOffset="141736.67">18534 5983 73 0,'0'0'70'0,"0"0"-5"0,0 0-3 16,0 0 0-16,0 0-2 0,0 0 1 0,0 0-6 15,0 0-3-15,0 0 0 0,0 0-3 0,0 0 1 16,0 0-5-16,-6 5-5 0,6-5-3 0,0 0 0 16,0 0 7-16,0 0-10 0,0 0-2 0,0 0 4 15,0 0-2-15,0 0 2 0,0 0-5 0,0 0-6 16,0 0 7-16,0 0-15 0,0 0-3 0,0 0 8 15,0 0-7-15,0 0-1 0,0 0 0 0,0 0-6 16,0 0-3-16,0 0 5 0,18 0 1 0,-7-2 11 16,2 2-3-16,5-3 2 0,2 1-2 0,2 0 1 15,5-3-4-15,-4 3 4 0,4-1 7 0,-8-1-6 16,2 0 2-16,-1 2 2 0,0 0-4 0,-2-2 2 16,-1 1-2-16,-3 1 5 0,-3 0-6 0,1 1 0 15,-2-2 0-15,-2 2 7 0,-2 0 3 0,-6 1-4 16,10-3 7-16,-10 3 4 0,9-1 6 0,-9 1 18 15,0 0-2-15,9-2 4 0,-9 2 0 0,0 0-4 16,0 0 0-16,0 0 0 0,0 0-4 0,8-2-3 16,-8 2-7-16,0 0-2 0,0 0-5 0,0 0-3 15,0 0-8-15,0 0-8 0,0 0-19 0,0 0-17 16,0 0-20-16,0 0-29 0,0 0-29 0,0 0-26 16,0 0-36-16,0 0-37 0,0 0-129 0,0 0-349 15,0 0 154-15</inkml:trace>
  <inkml:trace contextRef="#ctx0" brushRef="#br0" timeOffset="142965.37">5720 6286 36 0,'0'0'57'0,"-15"7"-3"0,15-7-5 0,0 0-3 0,0 0-4 16,0 0 2-16,0 0 3 0,0 0-14 0,0 0 6 16,0 0 1-16,0 0 1 0,0 0 5 0,0 0-5 15,-15-4 7-15,15 4-5 0,0 0 6 0,0 0-5 16,0 0-8-16,0 0 7 0,-12-3-1 0,12 3 10 15,0 0 3-15,0 0 0 0,0 0-2 0,-8 2 1 16,8-2-4-16,0 0-3 0,0 0 5 0,0 0-5 16,0 0-6-16,0 0-5 0,0 0-3 0,0 0-3 15,0 0 2-15,0 0-4 0,0 0-6 0,0 0-5 16,0 0 6-16,0 0-6 0,0 0-3 0,27-10-3 16,-14 10 4-16,1-2-2 0,-1 0 2 0,0-2-5 15,2 4 4-15,2-3-14 0,-4 0 9 0,6 0-1 16,-2 1 4-16,-3 0-12 0,-1 2 8 0,1-3-2 15,0 0-11-15,0 2 13 0,-2-1-8 0,-2 1 7 16,1 0-3-16,-2 0 1 0,-1 1-9 0,-8 0-3 16,16-3-15-16,-9 2-11 0,-7 1-21 0,11 1-11 15,-3-2-16-15,-8 1-8 0,10 1-25 0,-10-1-13 16,9 1-77-16,-9-1-221 0,0 0 98 0</inkml:trace>
  <inkml:trace contextRef="#ctx0" brushRef="#br0" timeOffset="143469.57">5718 6106 25 0,'0'0'148'0,"-3"-4"0"0,3 4-10 16,0 0-7-16,0 0-13 0,0 0-2 0,-4-9-15 15,4 9-4-15,0 0-8 0,0 0-10 0,0 0-10 16,0 0-8-16,0 0-14 0,-5-4-1 0,5 4-7 15,0 0-7-15,0 0 1 0,0 0-4 0,0 0 0 16,0 0-8-16,12 26 7 0,-8-13-2 0,2-3 7 16,-1 4-8-16,-1-2-2 0,1 3-8 0,-2 2 7 15,2 0-6-15,-2 1 4 0,0 1 0 0,0-2-3 16,0 2 3-16,-2-4-3 0,3 2-2 0,-1-1 1 16,-1 0-2-16,2-3-3 0,-3-1 3 0,3 4-3 15,-3-5-2-15,-1 2 0 0,3-3 1 0,0 2-4 16,-1-3 4-16,-1 1-3 0,2 0 1 0,0-5-2 15,-1 3-3-15,-1-1 4 0,-1-7-2 0,2 7-2 16,-1 0 0-16,-1-7-1 0,1 9 3 0,-1-9 2 16,3 8-7-16,-3-8-11 0,3 6-20 0,-3-6-7 15,0 0-26-15,3 9-18 0,-3-9-20 0,0 0-19 16,0 8-17-16,0-8-108 0,0 0-266 0,0 0 118 16</inkml:trace>
  <inkml:trace contextRef="#ctx0" brushRef="#br0" timeOffset="144178.47">5545 6308 29 0,'0'0'92'0,"0"0"-13"0,0 0 0 0,-11-2-4 16,11 2 1-16,0 0-10 0,0 0-11 0,0 0-1 16,-10 0-4-16,10 0-8 0,0 0-2 0,0 0-5 15,0 0-2-15,0 0-4 0,-10 0 1 0,10 0-2 16,0 0-5-16,0 0 0 0,0 0-1 0,0 0-1 15,-10 0 4-15,10 0-5 0,0 0-3 0,0 0-6 16,0 0 4-16,0 0 1 0,-8 5-4 0,8-5-1 16,0 0-4-16,0 0-2 0,0 0 7 0,0 0-2 15,0 0 5-15,0 0-1 0,0 0 8 0,33-1-3 16,-20-1 7-16,6 0-5 0,1-1 6 0,6 0 1 16,-5-1 1-16,-1 0-4 0,8 0-5 0,-8 0 5 15,1 2-4-15,-1-2-1 0,0 2-1 0,0-2 1 16,-3 2 2-16,2 1 0 0,-6-1-6 0,1 2 1 15,-3-3-3-15,-1 2-3 0,0 1 6 0,-10 0-8 16,11-3 0-16,-6 2 2 0,-5 1-1 0,8-2 4 16,-8 2 2-16,0 0 4 0,10 0 12 0,-10 0 2 15,0 0 1-15,0 0 2 0,0 0 2 0,0 0-5 16,0 0 1-16,0 0-6 0,0 0 0 0,0 0 4 16,0 0-13-16,0 0-3 0,0 0 0 0,0 0-1 15,0 0-4-15,0 0-1 0,0 0-3 0,0 0-1 16,0 0-13-16,0 0-10 0,0 0-11 0,0 0-20 15,0 0-10-15,0 0-19 0,0 0-9 0,0 0-14 16,0 0-7-16,0 0-13 0,0 0-24 0,0 0-85 16,0 0-246-16,0 0 108 0</inkml:trace>
  <inkml:trace contextRef="#ctx0" brushRef="#br0" timeOffset="144531.34">5583 6303 56 0,'13'-1'49'0,"0"1"-26"15,1-2-16-15,-2 3-30 0,1-1-24 0,-3-1 11 16</inkml:trace>
  <inkml:trace contextRef="#ctx0" brushRef="#br0" timeOffset="146606.19">18503 6288 119 0,'-5'-6'132'0,"5"6"-4"16,0 0-4-16,0 0-4 0,0 0-1 0,0 0-7 16,0 0-6-16,0 0-5 0,0 0-11 0,0 0-4 15,0 0-13-15,0 0-4 0,0 0-7 0,0 0-3 16,0 0-17-16,0 0-2 0,0 0-3 0,0 0-6 15,0 0-1-15,0 0-9 0,0 0 4 0,0 0-7 16,0 0 0-16,0 0-3 0,0 0-10 0,20 14 8 16,-15-5 2-16,2-1-4 0,-2 1-4 0,0 3 5 15,3 0-5-15,1 3-1 0,-1-2-4 0,-1 4 7 16,4-6-1-16,-5 2-2 0,0 0-9 0,1-3 7 16,-2 3 0-16,1-3 0 0,1 2 1 0,-4-2 0 15,1 0 1-15,2 1-3 0,-3-2 4 0,3 2-3 16,-3-1 4-16,1-2-8 0,-1 0 2 0,-2-1-1 15,1 3-1-15,1-3-1 0,-2 0 5 0,2-2 1 16,-3-5-2-16,2 9-5 0,-2-9 5 0,2 8-1 16,-2-8 0-16,1 7 5 0,-1-7-3 0,3 5-1 15,-3-5 4-15,0 0-3 0,0 0 3 0,0 0-4 16,4 7 4-16,-4-7 12 0,0 0-3 0,0 0 12 16,0 0 3-16,0 0-3 0,0 0-4 0,0 0-2 0,0 0-2 15,0 0 2-15,0 0-2 0,0 0-5 0,6-17 0 16,-6 17-2-16,2-12 1 0,1 5-3 0,-3-2-1 15,1 1-1-15,2-4 2 0,-1 1-4 16,1-1-2-16,-1-1 0 0,2 2-1 0,-1-2-2 0,1 2-6 16,-1-1 4-16,0-2 6 0,1 4-5 0,-2-2 4 15,1 1-5-15,2-1 4 0,-1 2-4 0,0 0 4 16,0-1-6-16,2 1 3 0,-4 2-2 16,1-2 3-16,-2 1-5 0,2 0 0 0,-1 3 1 0,-2 6 2 15,4-14 0-15,-1 7-3 0,-3-1-5 0,0 8 4 16,3-14-4-16,-3 8-1 0,1-5 2 15,-1 11-3-15,1-13 1 0,-1 5 0 0,1 2 1 16,-1 6 1-16,-1-16-2 0,1 16 5 0,-1-14-5 0,1 14 3 16,-1-10 0-16,1 10-2 0,0-10 2 0,0 10 1 15,-4-6-4-15,4 6 2 0,0 0 1 0,-3-10 0 16,3 10 3-16,0 0-5 0,-6-3 0 0,6 3 4 16,0 0-4-16,0 0 0 0,-8-1 1 0,8 1-3 15,0 0 0-15,0 0 0 0,0 0 1 0,-11 7 4 16,11-7 2-16,-4 6-3 0,4-6-2 0,-3 7 11 15,3-7-6-15,-4 10 3 0,4-10 1 0,-1 8-12 16,1-8-4-16,0 0 3 0,5 12 1 0,-4-6 5 16,5-3-2-16,-1 3-4 0,2-3-1 0,2 1-10 15,2-1-2-15,1 0-15 0,5 1-1 0,2-1-29 16,-1-4-19-16,5 1-15 0,-3 0-14 0,2 0-15 16,-1-2 1-16,-2-1-71 0,-1-1-219 0,1-1 98 15</inkml:trace>
  <inkml:trace contextRef="#ctx0" brushRef="#br0" timeOffset="149592.97">18980 6654 18 0,'0'0'77'0,"0"0"-19"0,-4-7 1 15,4 7-9-15,0 0 1 0,0 0-10 0,0 0-3 16,0 0-4-16,-4-5-7 0,4 5-12 0,0 0-4 16,0 0-4-16,0 0-6 0,0 0-10 0,0 0-3 15,0 0-1-15,0 0-7 0,-14 5-8 0,14-5-11 16,-11 7 6-16,5-4-23 0,-4 3-60 0,0 0 27 16</inkml:trace>
  <inkml:trace contextRef="#ctx0" brushRef="#br0" timeOffset="149993.41">18859 6656 33 0,'0'0'76'0,"2"-7"-1"16,-2 7-6-16,5-7-3 0,-5 7-8 0,3-8 10 15,-3 8-2-15,2-9 11 0,-2 9-5 0,0 0-1 16,0-7-8-16,0 7-6 0,0 0-3 0,3-7 3 15,-3 7-5-15,0 0-2 0,0 0-5 0,0 0-5 16,0 0-7-16,1-9-1 0,-1 9 2 0,0 0-7 16,0 0-3-16,0 0-7 0,0 0-10 0,0 0 9 15,0 0-3-15,0 0-4 0,0 0 5 0,2 22-5 0,-1-14 3 16,-1 2-6-16,0 0 8 0,0 1-3 16,0 0-5-16,0 1 5 0,0-1 4 0,-1 2-17 15,1 4 20-15,-4-7-7 0,4 3-3 0,-2-2-2 16,1 1 6-16,1 0 1 0,0-2 3 0,-4 1-6 0,3 2 4 15,1-3-10-15,-1-1 0 0,-3 1 1 0,4-4 2 16,-1 4-4-16,1-10 8 0,0 13-8 16,-1-7 2-16,1-6-1 0,-2 9 4 0,2-9-3 15,0 0 1-15,-1 10 6 0,1-10-12 0,0 0-6 0,0 0-27 16,-1 8 3-16,1-8-14 0,0 0-7 16,0 0-16-16,0 0-15 0,-4 8-16 0,4-8-22 0,0 0-66 15,0 0-200-15,0 0 88 0</inkml:trace>
  <inkml:trace contextRef="#ctx0" brushRef="#br0" timeOffset="150354.31">18813 6618 45 0,'0'0'78'0,"0"0"1"0,0 0-7 0,0 0-10 16,5-8-7-16,-5 8-3 0,0 0 9 0,13 1-10 15,-13-1 0-15,14 2-10 0,-4-1 2 0,1 3-1 16,0 0 0-16,-1-1 0 0,1 4-8 0,0 0-5 16,-1 1 3-16,0-1 5 0,-1 2-4 0,3 2-8 15,-2 2 6-15,-1 0 0 0,-3-2-13 0,1-1 5 16,-1 2-5-16,-1-1 2 0,-1 1 4 0,-2-3-6 15,1 3 6-15,-2 2-6 0,-1-3 9 0,-1 1-8 16,1-2 2-16,-3 3-7 0,1-2 1 0,-5-2 1 16,0 6 2-16,-5-1-5 0,1 1 3 0,-6-1-4 15,-6 3-7-15,0 1-7 0,-3-3-18 0,2 2-21 16,-1-4-9-16,0 1-11 0,1-2-15 0,4-2-12 0,-1-1-91 16,2-2-193-16,0-1 86 0</inkml:trace>
  <inkml:trace contextRef="#ctx0" brushRef="#br0" timeOffset="160948">13027 9045 14 0,'0'0'142'0,"-2"-10"-14"0,-2 6-7 16,4 4-6-16,-6-8-8 0,0 4-11 0,0 1-11 16,-3 1 3-16,0 1-10 0,-5-3-6 0,1 2-18 15,-1 2 11-15,3 0-3 0,-2 0-8 0,-3 0-4 16,3 2 0-16,-1 2 2 0,-1 0-4 0,3 1-3 16,-1-1 0-16,1 2-9 0,1 0-8 0,2 1 4 15,1 2-7-15,-2-2 1 0,4 3-5 0,-1 0-4 16,0-1-2-16,2 2 1 0,3 1-7 0,0 1 3 15,2-2 1-15,-3 6 1 0,6-6 3 0,-1 1-5 16,2-2-11-16,4-1 6 0,0 1 3 0,1-1 1 0,5 2 1 16,-3-4-6-16,5 2 6 0,-3-5-7 0,-2 0 0 15,8 1 2-15,-8-2 1 0,3-3-2 16,1 2-4-16,-1-2 4 0,-3 0-3 0,3-2-4 16,-1 0 2-16,-2 1-1 0,0-2 6 0,-2 1-6 0,-2 1 5 15,-7 1-1-15,14-4 2 0,-10 3-1 16,-4 1-2-16,0 0 0 0,9-2-4 0,-9 2 6 15,0 0-3-15,0 0-6 0,0 0 9 0,0 0-7 16,0 0 3-16,0 0-4 0,-19-11-1 0,19 11 1 0,-19 4 2 16,7 0-2-16,1-1 1 0,-2 2-2 0,-3 6 0 15,1-5 7-15,-4 4 0 0,4 1 0 0,-1 1 5 16,1 0 5-16,1 1 3 0,0 0-3 0,0 3 4 16,2-3-3-16,0 1 1 0,3-1-7 0,2-1 3 15,1-1-3-15,-2 4-3 0,4-5 2 0,2 1 3 16,2 0 2-16,2 0-2 0,2 0 0 0,2-2-2 15,4 0-1-15,1-1 0 0,3 1-9 0,2-2-9 16,4 0-17-16,7-2-7 0,1 2-23 0,1-5-17 16,2-1-18-16,-2 2-24 0,3-3-18 0,-1 1-26 15,-2-1-85-15,1-2-266 0,1-1 118 0</inkml:trace>
  <inkml:trace contextRef="#ctx0" brushRef="#br0" timeOffset="161973.74">13717 9041 168 0,'-3'-12'158'0,"3"12"-9"16,-2-8-10-16,2 8-7 0,-2-6-13 0,2 6-22 16,0 0-11-16,0 0-5 0,0 0-9 0,0 0-11 15,0 0 5-15,0 0 0 0,0 26-1 0,0-9-9 16,0 3 0-16,4 11 1 0,-6-1-4 0,2 0-6 16,0 4-10-16,-2-1 1 0,2 2-6 0,0-3 1 15,-2 0-2-15,0 1-5 0,2-4 2 0,-2 3-8 16,4-3-3-16,-2 0 1 0,0-3 0 0,0 0-2 15,0-7-3-15,0 0-1 0,0-3-2 0,2 1 2 0,-2-5-1 16,2 1 0-16,0-2-4 0,0-3 1 16,-1-1-6-16,-1 0 9 0,0-7-2 0,0 10-1 15,0-10 0-15,2 8 2 0,-2-8 6 0,0 0-1 16,0 0 5-16,0 0 0 0,0 0-6 0,0 0 2 0,0 0-3 16,0 0-4-16,12-18 3 0,-8 7-4 15,2-1 3-15,-3 0-4 0,5-4 1 0,0 2-1 16,1-2-1-16,-1 0-6 0,2 0 8 0,-2 2-2 15,1-4 0-15,0 4 0 0,1-1-4 0,-2 2 1 0,1-3-1 16,3 5 0-16,-4 3-9 0,-1-2-3 0,0 3-10 16,0 0-15-16,-2 2-13 0,-1 1-17 15,-4 4-21-15,9-6-19 0,-7 2-17 0,-2 4-7 16,0 0-8-16,0 0-10 0,0 0-100 0,0 0-267 0,2 17 117 16</inkml:trace>
  <inkml:trace contextRef="#ctx0" brushRef="#br0" timeOffset="162212.43">13627 9611 73 0,'0'0'180'0,"-11"-8"-3"0,4 4-12 15,-1-1-4-15,0-1-9 0,-1 1-8 0,1 2-18 16,1-2-6-16,-3 1-16 0,2 0-6 0,1-2-13 15,-1 3-12-15,8 3-3 0,-12-3-8 0,12 3-3 16,-9-3-9-16,9 3-4 0,-9-2-20 0,9 2-13 16,0 0-22-16,-7-1-19 0,7 1-23 0,0 0-15 15,-13 5-19-15,13-5-18 0,-7 5-13 0,7-5-33 16,-7 8-81-16,7-4-249 0,0-4 111 0</inkml:trace>
  <inkml:trace contextRef="#ctx0" brushRef="#br0" timeOffset="162965.47">14171 9483 34 0,'6'-8'164'0,"-2"5"-7"0,-4 3-16 0,8-9-7 15,-4 2-12-15,1 0-13 0,3-1-4 0,-3 2 0 0,2-1-6 16,0-2-16-16,-1 2-8 0,1-2-7 0,1-1-4 16,0 0-7-16,-2 1-5 0,1-6-1 0,-1 5-6 15,0-1-2-15,-2-1-1 0,1-1-2 16,-3 0 1-16,0 3-6 0,0-2 2 0,-2 1-2 0,0 0-2 16,0 5 7-16,0 6 4 0,0-13-2 0,-2 7-4 15,-2 0-5-15,4 6-5 0,-9-8-3 0,4 4-2 16,5 4-4-16,-11 0-2 0,11 0-4 15,-13 2-5-15,5 1 6 0,0 2-3 0,1 3-4 0,-1 0 0 16,0 2 4-16,1 1-6 0,-1 2-2 0,1 1 3 16,-1-1-1-16,2 3-5 0,4-4 8 0,-3 2 0 15,4 3-4-15,-2-5-2 0,3 4 2 0,0-4-1 16,2 1 2-16,0-1 0 0,3 0 1 0,1-1 0 16,0 0-1-16,2-2-4 0,1 1 3 0,0-2-1 15,1-1 0-15,1 0 3 0,2-3-3 0,3 0 2 16,2-2-3-16,1-1 5 0,0-2-5 0,-4 0 2 15,5-1 0-15,1-3-2 0,-3 0 1 0,0-2-3 16,1 0-4-16,-4-2 9 0,3 1 0 0,-3-2-4 16,1 0 3-16,-1-2 0 0,-2 1-3 0,1-1 4 15,-5-2-4-15,1 0 3 0,-1 0-4 0,0-3 1 0,-3 2 0 16,2 0 0-16,-4-2-1 0,1-1 2 16,-1 3-4-16,0-1 4 0,1 0 1 0,-4 5-1 15,2 0-2-15,-2 0 0 0,-1 4 2 0,0 7 2 16,2-13-1-16,-2 8-4 0,0 5 4 0,2-10-8 0,-2 10 5 15,0 0 2-15,0 0-4 0,0 0-1 16,0 0-1-16,0 0 2 0,0 0-2 0,0 0 4 16,-14 19 1-16,11-9-1 0,-1-1 0 0,2 4 3 0,-2 4-3 15,2-6-1-15,2 6 1 0,0-6 3 0,0 4-3 16,2 2 4-16,0-3-7 0,2 2 3 16,-1-4-2-16,1 0 1 0,1 0-2 0,-1 0 4 0,1-1-6 15,-3 0 1-15,5-1 0 0,-3-1 0 0,2 3-2 16,-3-2-1-16,1 2-3 0,0-3 2 0,-1 2-7 15,-3-3-2-15,0 2 4 0,0-10 1 0,-7 17 2 16,5-8 0-16,-4 3-8 0,-3-5-8 0,0 2-8 16,-1-1-14-16,-1 0-12 0,1-1-8 0,-3 0-26 15,1-2-11-15,0 1-29 0,1-2-33 0,-2 1-105 16,1-3-294-16,1 1 131 0</inkml:trace>
  <inkml:trace contextRef="#ctx0" brushRef="#br0" timeOffset="168494.33">16097 9143 10 0,'0'0'26'0,"0"0"-1"0,0 0 1 16,0 0-3-16,0 0-1 0,0 0-1 0,0 0 3 15,0 0-3-15,0 0 3 0,0 0-2 0,0 0-5 0,0 0 3 16,0 0 0-16,0 0 0 0,0 0 9 16,0 0-5-16,0 0-3 0,0 0 3 0,0 0-4 15,0 0 2-15,0 0-2 0,0 0 1 0,0 0-4 0,0 0 4 16,0 0-2-16,0 0 2 0,0 0 0 0,0 0-3 15,0 0 4-15,0 0-2 0,0 0 3 0,0 0-4 16,0 0 3-16,0 0-1 0,0 0-4 0,0 0-5 16,0 0 2-16,0 0-2 0,0 0 3 0,0 0 1 15,0 0-6-15,0 0 3 0,0 0-1 0,0 0-4 16,0 0 1-16,0 0-1 0,0 0 5 0,0 0 4 16,0 0-8-16,0 0 3 0,0 0-5 0,0 0-6 15,0 0 9-15,0 0-2 0,0 0-8 0,0 0 9 16,0 0-3-16,0 0 3 0,0 0-3 0,0 0 5 15,0 0-3-15,0 0-4 0,0 0-3 0,0 0-1 16,0 0 5-16,0 0 0 0,0 0-2 0,-17-14 2 16,17 14-5-16,0 0-2 0,-5-5 2 0,5 5 4 15,0 0 3-15,0 0-7 0,-9-5 10 0,9 5-9 16,-7-2 2-16,7 2-3 0,-9-3 1 0,9 3 1 16,-9-2-4-16,9 2 6 0,-12-2-9 0,12 2 12 0,-7-1-9 15,7 1 8-15,-8-3-3 0,8 3-5 0,0 0 6 16,-10-1-6-16,10 1 3 0,0 0 4 15,0 0-1-15,0 0 3 0,-9-2-6 0,9 2-1 0,0 0-1 16,0 0 6-16,0 0-1 0,0 0-1 16,0 0-4-16,0 0 12 0,24-6 2 0,-4 4-11 15,0-3 4-15,1 1 1 0,0 0 0 0,7-4 3 0,0 3-6 16,0-3-2-16,-9 4-2 0,3-1 2 0,-3 0-21 16,2 0-13-16,-2 3-27 0,-2 0 1 0,-2 0-37 15,-4 1-57-15,1 1-164 0,-5-2 73 0</inkml:trace>
  <inkml:trace contextRef="#ctx0" brushRef="#br0" timeOffset="169026.42">16255 9054 8 0,'3'11'90'0,"-3"-11"10"0,3 14 6 16,-3-3-10-16,1-1-13 0,-1 2 2 0,1 5-7 15,2 0-7-15,-2 8-4 0,-2-6 0 0,2 1-2 16,-2 7-8-16,1-8 3 0,0 0-8 0,1 0-3 16,0 0-10-16,2-1 8 0,-2 1-5 0,0-1 2 15,1 0 3-15,1-1-15 0,0-2-4 0,-1 0 1 16,0-2-3-16,-1-3-3 0,2 2 2 0,-2-1-2 0,1 0-6 15,0-1-5-15,-1-3 6 0,-1-7 2 16,0 11-8-16,1-6-6 0,-1-5 7 0,2 9-3 16,-2-9 0-16,0 0 1 0,1 9-1 0,-1-9-2 15,0 0 3-15,0 0-2 0,0 0 1 0,-3 9-4 0,3-9-4 16,0 0 1-16,-7 1 3 0,7-1 1 0,-9 1-7 16,9-1 8-16,-13 0-6 0,13 0-7 15,-14-1 5-15,6 2 3 0,8-1-7 0,-18 2 3 0,11-1 6 16,-2 0-3-16,9-1-2 0,-16 0 0 0,11 2-1 15,5-2 0-15,-14-2 2 0,14 2-5 16,-11 2 7-16,11-2-8 0,0 0 7 0,-9 0-3 16,9 0 3-16,0 0-2 0,0 0-5 0,-9 0 6 0,9 0-3 15,0 0 3-15,0 0-2 0,0 0 3 0,0 0 1 16,0 0-3-16,0 0 7 0,25 3-2 0,-17-3-5 16,5 0 3-16,-2-2 2 0,3 1-4 0,-1 1 4 15,5-3 3-15,-1 2-3 0,2-1-10 0,-2 1-21 16,0 1-25-16,-4 0-25 0,2 0-25 0,-2 0-20 15,1 0-113-15,-2-1-254 0,-2 2 112 0</inkml:trace>
  <inkml:trace contextRef="#ctx0" brushRef="#br0" timeOffset="169973.37">16724 9456 85 0,'-7'-6'148'0,"-1"5"-5"0,8 1-10 0,-18-3-3 15,9 2-14-15,0 1-13 0,9 0-6 0,-21 2-8 16,9 0-7-16,1 0-12 0,0 3-5 0,0 2-2 16,1-1 2-16,-1 2-6 0,0 0-11 0,2 4 2 15,0-2-3-15,1 0-5 0,3-1-1 0,-1 2-10 16,3-2-6-16,-1 3 5 0,3-2-6 0,0 0 1 0,1-3-6 15,2 2 0-15,1-3-2 0,1 1-5 16,1 1 3-16,0-4-5 0,5 3 7 0,-2-4-4 0,1 1-3 16,2-2 1-16,0-2-2 0,0 0-1 15,1 0 2-15,-2-4-3 0,0 1-1 0,0-2 1 0,-1 0 1 16,0-3 3-16,-1-2-7 0,2-3 1 16,-2-1 3-16,-2-1-1 0,3-2-3 0,-5-2 0 15,0 1-6-15,0-1 7 0,-1-1-1 0,0 1-2 16,-2-8 2-16,1 1-3 0,-2 2 5 0,1 5-6 0,-1 0 5 15,0-1-5-15,0 1 3 0,1 2 2 0,-2 0 0 16,0 5 5-16,-1 1 1 0,1 1 1 0,1 10 5 16,0-14-6-16,0 9-3 0,0 5 0 15,0 0-5-15,0-12-3 0,0 12 0 0,0 0 3 0,0 0 3 16,0 0-6-16,1 28 2 0,-1-17 2 0,2 7 2 16,-1 0-2-16,0 6 8 0,2 1-2 0,-3-5 2 15,1 5-3-15,0-7 1 0,2 0-1 0,-2 0 3 16,-1 0-6-16,1-3 1 0,1 2-3 0,-1 0 1 15,1-1 4-15,0-3-3 0,0-4-3 0,1 2 3 16,-1-2-4-16,1 1 5 0,0-3-5 0,0-1 2 16,0 0 3-16,3 1-1 0,-2-3-2 0,0 0 1 15,-4-4 0-15,12 2 3 0,-5 0-2 0,-7-2-3 16,18-2 2-16,-11-1 1 0,3-2-2 0,0 0 3 16,-2 1-7-16,0-4 5 0,0 1-1 0,-1-3 1 15,-2 1-1-15,1-1-5 0,2 0 3 0,-3-4 1 16,0 3-5-16,-1 1 1 0,2 0-4 0,-3 1 2 15,3-1 2-15,-2 0-4 0,2 3-2 0,-3 0 0 16,2 2-2-16,-1 0 1 0,-4 5 0 0,11-6-3 16,-7 3-1-16,-4 3-1 0,0 0 1 0,13 3 4 15,-8 1-4-15,-1 2 3 0,2-1-1 0,-2 3 6 16,0 2 2-16,1-1 2 0,-1 1-6 0,0-1 1 16,-2 1 2-16,5-1-3 0,-2 1 3 0,0-3 0 15,0 2 3-15,1-2 0 0,-2-1 1 0,1-1-2 16,0 0-1-16,2-2-2 0,-1-1 8 0,4 2-5 15,-2-4 3-15,-8 0 5 0,17-1-5 0,-8-2-2 16,1 0-1-16,-1 0 7 0,0-3-3 0,-2-1-1 16,0-1 0-16,-1-2 1 0,-1 3 1 0,2-5-3 15,-4 2 3-15,1-3-3 0,0 3-2 0,-2-2 4 0,0-2 0 16,-2 2 1-16,0 2-3 0,0-3-1 16,0 3 2-16,-1 0 0 0,1 10-1 0,-1-12 3 15,1 12 3-15,-2-10-3 0,2 10-5 0,0 0 0 16,-2-5 0-16,2 5-1 0,0 0 1 0,0 0 1 0,0 0-1 15,-9 26 0-15,5-15 2 0,1-1-3 0,3 2 5 16,-1 1-4-16,2-2 1 0,-2 2-1 16,4-1 5-16,-2 1 0 0,3-2-1 0,-1-1-13 15,3 2-6-15,-4-1-20 0,3 0-24 0,-1-1-16 0,0-4-39 16,4 1-23-16,-3-1-23 0,0-2-123 0,0-2-305 16,2 1 135-16</inkml:trace>
  <inkml:trace contextRef="#ctx0" brushRef="#br0" timeOffset="170157.89">17128 9178 77 0,'0'0'117'0,"0"0"-26"15,0 0 11-15,0 0-20 0,0 0-27 0,21 5-19 16,-12 1-20-16,1 1-15 0,5 1-24 0,3 3-16 15,-3 0-48-15,1 2-92 0,0-5 41 0</inkml:trace>
  <inkml:trace contextRef="#ctx0" brushRef="#br0" timeOffset="170488.5">17356 9314 28 0,'0'0'129'0,"4"4"2"0,-4-4-14 0,0 0-6 16,0 0 2-16,3 8 10 0,-1-2-6 0,-1 1 13 15,-1-7-12-15,3 18-16 0,-3-7 5 0,1 4-9 16,0 2-8-16,0-2-5 0,2 1-4 0,0 2-2 15,-2-3-5-15,0 3-9 0,2-4-5 0,2 3-11 16,-4-4 0-16,1-2-1 0,2 1-7 0,-1-2-4 16,0 0-4-16,-2-1-5 0,1-1-3 0,1-2-1 15,-3-6-5-15,3 9 5 0,-1-5-3 0,-2-4-2 16,0 0 10-16,1 10 9 0,-1-10 3 0,0 0-7 16,0 0-3-16,0 0 0 0,0 0-2 0,0 0-3 15,-9-25-2-15,4 13-5 0,0 1 0 0,1-6-9 16,0 0 3-16,-1-2-4 0,4-1 2 0,1-5-5 15,-2 1 2-15,2-2-5 0,3 0 2 0,-1 9-4 0,3-4-4 16,-2 4 6-16,3 1-1 0,-1 4-3 0,0-1-1 16,0 3-2-16,3 1 0 0,-3 0-9 15,2 3-2-15,1-1-11 0,0 5-11 0,1 0-7 16,-3 1-21-16,-6 1-26 0,17 1-9 0,-8 5-17 0,-3 1-21 16,2 2-10-16,-2 2-22 0,-2 0-129 0,-3-1-323 15,2 2 144-15</inkml:trace>
  <inkml:trace contextRef="#ctx0" brushRef="#br0" timeOffset="170880.29">17427 9500 45 0,'-2'3'161'0,"2"-3"3"0,0 0-8 16,0 0 5-16,0 0-12 0,0 0-12 0,0 0-18 16,0 0-7-16,0 0-14 0,0 0-7 0,0 0-6 0,20-2-35 15,-10 0-15-15,2-1-27 0,-1 1-27 0,0 1-18 16,2-3-11-16,0 1-28 0,4-2-9 0,1-1-8 15,-1 0 0-15,-1 0-3 0,-2-3 3 0,0 1 6 16,-1-3 5-16,2 0 21 0,-3-1 24 0,1-3 11 16,-3 2 9-16,-2-2 15 0,-1-2 11 0,1 1 21 15,0 2 10-15,-2-2 12 0,-3 4 17 0,1 1 4 16,-1-1 9-16,1 1 7 0,-1 1 8 0,-3 1 3 16,1-1 4-16,0 4 5 0,2 0-6 0,-3 6-7 15,2-10-11-15,-2 10-9 0,0 0-8 0,0 0-2 16,0 0-1-16,0 0 2 0,11 14 8 0,-10-2-2 15,0 3 5-15,-1 2-4 0,-1 3-6 0,0 4 1 16,1 1-4-16,-4-1-6 0,2 2-1 0,2-7-9 16,0-1-4-16,0-2-3 0,3 1-6 0,0 0-2 15,1 0-2-15,-1-4-7 0,4-2 1 0,-2 1 0 16,1-1-9-16,-1-2-13 0,-1-3-16 0,4 1-15 16,-2 1-26-16,3 0-22 0,-4-5-26 0,2 1-27 0,0-1-27 15,-7-3-15-15,10 2-25 0,-3-2-162 16,-7 0-386-16,0 0 171 0</inkml:trace>
  <inkml:trace contextRef="#ctx0" brushRef="#br0" timeOffset="171039.34">17652 9377 154 0,'-6'-5'175'0,"6"5"-20"0,-8-4 2 0,4 0-17 0,4 4-9 15,0 0-12-15,0 0-10 0,0 0-9 0,0 0-10 16,18-10-9-16,-5 8-10 0,6-1-22 15,3 0-26-15,9-1-30 0,2 1-41 0,1-1-40 16,1 1-148-16,-1-1-255 0,3-1 114 0</inkml:trace>
  <inkml:trace contextRef="#ctx0" brushRef="#br0" timeOffset="171458.47">18672 8932 78 0,'-2'-12'204'16,"0"6"-6"-16,2 6-3 0,-2-11-2 0,2 11-12 15,-2-7-16-15,2 7-16 0,0 0-18 0,-3-7-14 16,3 7-11-16,0 0-12 0,0 0-6 0,0 0-1 16,0 0-6-16,2 33-3 0,-1-14-2 0,1-2-5 15,-1 8-6-15,-4 3-8 0,3-1-2 0,0 3-1 16,-2-3-5-16,2 2 2 0,-1 1-6 0,-1 0-5 16,1-3-1-16,-3 1 4 0,3-2-13 0,-3-1-3 15,0-5-4-15,3-1 1 0,1 1-1 0,-2-2 1 16,2-1-6-16,-2 2-4 0,4-4 9 0,-2-2-12 15,1-1 0-15,-1-1-3 0,1 0 3 0,0-2-2 16,-3 1-10-16,2-3-7 0,0-7-11 0,0 12-16 0,0-12-20 16,-1 12-24-16,1-12-17 0,1 8-24 15,-1-8-35-15,-3 6-13 0,3-6-42 0,-6 6-140 16,6-6-380-16,-13 0 169 0</inkml:trace>
  <inkml:trace contextRef="#ctx0" brushRef="#br0" timeOffset="171892.98">18351 9267 133 0,'0'0'185'16,"-4"-7"-11"-16,4 7-11 0,0 0-21 0,0 0-11 15,0 0-9-15,0 0-1 0,0 0 0 0,0 0-7 16,0 0 3-16,0 0-6 0,8 28-9 0,-4-19-7 15,1 4-3-15,0-1-8 0,2-1-2 0,-2 5-6 16,0-1-6-16,1 0-2 0,-1-3-8 0,4 4 4 16,-1-1-8-16,-2-1-1 0,-2-3-6 0,3 0-4 15,-1-1-6-15,-1-1-2 0,-1 0-3 16,1-1 0-16,0 1-7 0,0-1 2 0,2 1-9 0,-1-2-3 16,-2-1 8-16,-2 0-8 0,4-3 0 0,-6-3-3 15,5 9 0-15,-3-4 1 0,-2-5-1 0,10 3-2 16,-10-3 1-16,7 4-3 0,-7-4-2 0,9-2 3 15,-9 2-3-15,11-3 3 0,-6-1-4 0,6-4-1 16,0 1 0-16,-2-3-1 0,5 3 1 0,0-7-1 16,0 0 7-16,1 1-5 0,0-1-5 0,-1-2 1 15,2-4-4-15,-2 4 2 0,-1 2-7 0,-1 0 3 16,0-1-3-16,-1 1-2 0,0 1 0 0,-3 3-10 16,1-1-7-16,-4 1-7 0,4 1-12 0,-5 1-12 15,-1 3-23-15,1-2-21 0,-1 2-23 0,1 0-21 16,-4 5-28-16,5-6-37 0,-5 6-139 0,4-5-376 15,-4 5 167-15</inkml:trace>
  <inkml:trace contextRef="#ctx0" brushRef="#br0" timeOffset="173057.28">19022 9365 70 0,'5'-5'172'0,"1"0"-14"15,1 0-4-15,2-2-8 0,0 0-16 0,0 0-3 16,-1-1-5-16,3 0-13 0,-3-2-12 0,1 0-6 16,0-1 2-16,-2 3-7 0,1-1 0 0,0-1-4 15,-1-1-7-15,-3 2-3 0,1 1 6 0,-2-4-10 16,-1 3 1-16,0 0-9 0,0 1-4 0,-2 0-6 15,0 8-4-15,-1-13-4 0,1 13-5 16,-1-12-3-16,-2 7-8 0,3 5 2 0,-5-5-6 0,5 5 0 16,-8-7-6-16,8 7-2 0,-11-3-4 0,11 3 1 15,-12 3-1-15,12-3 0 0,-16 9-4 0,8-2 0 16,-1 2 0-16,0 0 1 0,-1 3-1 0,0 0 0 16,2 2-5-16,1-2 2 0,0 4-2 0,2-1 4 15,2-1-2-15,1-1 0 0,-1 0-1 0,3-1 2 16,3 0-4-16,-1 1 1 0,1-2 1 0,1 1 0 15,2-2-2-15,3-2 5 0,-1 2-3 0,-1-2 5 16,4-2-5-16,0 1 3 0,2-3 3 0,0-1 0 16,0-1-5-16,-1-1 3 0,4 0-5 0,-3-3 4 15,2 0 2-15,-2-1-1 0,1-1 0 0,2 1-3 16,-3-2-2-16,2-3 3 0,-4 2 1 0,5-4-3 16,-3-2-1-16,1 4 2 0,-2-4 1 0,-2 2 2 15,3-2-5-15,-3-2 1 0,1-1 0 0,1 1 1 0,-3-2-1 16,2 0 4-16,-2 0-7 0,-2 1 3 15,-2 4 3-15,5-4-1 0,-4 1-3 0,-1 3 6 16,-1 0 3-16,-1 1 1 0,1 2 1 0,-2 1 6 16,-2 7-5-16,4-11 3 0,-3 7-6 0,-1 4-1 0,1-9-2 15,-1 9 0-15,0 0 0 0,3-7-3 0,-3 7 0 16,0 0 2-16,0 0-5 0,0 0 1 0,0 0-1 16,0 0-1-16,0 0 1 0,-19 17 0 15,14-9 0-15,0 0 3 0,1-1-7 0,0 1 6 0,-1 1 0 16,1-1-4-16,3-1-1 0,-2 3 3 0,2-1-2 15,1 0 1-15,1 1 0 0,2-4 5 0,-1 3-8 16,1-2 5-16,-2 0 4 0,4 2-6 16,0-1 1-16,-2-2-4 0,2 2 4 0,-1 0 2 0,2-1-2 15,1 0-2-15,-2 1-1 0,-1-2 3 0,-1 0-2 16,1 3-2-16,0-4 2 0,-1 2-1 0,-1 0-1 16,2-2 3-16,-4-5-1 0,1 13 1 0,-1-13 0 15,-2 9-1-15,2-9 0 0,-4 12 1 0,2-6 2 16,-4-1 1-16,0 2-3 0,-3-1-5 0,-2 1-7 15,2-3-15-15,1 1-16 0,-1-2-8 0,-1 1-24 16,1 0-29-16,-3-1-32 0,3-1-33 0,2-1-48 16,-4-1-131-16,11 0-377 0,-15-1 167 0</inkml:trace>
  <inkml:trace contextRef="#ctx0" brushRef="#br0" timeOffset="176683.96">20907 8918 121 0,'-10'-3'126'16,"10"3"-11"-16,0 0 1 0,-10-1-18 0,10 1-4 15,0 0-11-15,-10 0 0 0,10 0-10 0,0 0 3 16,0 0-6-16,0 0-8 0,-8-3-11 0,8 3-4 16,0 0-4-16,0 0-6 0,0 0 8 0,0 0-6 15,0 0 0-15,0 0-12 0,0 0 0 0,28-2 3 16,-16 1-5-16,1-1-4 0,4-1 1 0,2 1-4 15,-1 0-4-15,1-1-23 0,2 1-2 0,-3-1-22 16,2 1-17-16,0-1-22 0,-1 1-10 0,-3 1-16 0,-2-1-22 16,-1 0-69-16,-3 1-203 0,1-2 91 0</inkml:trace>
  <inkml:trace contextRef="#ctx0" brushRef="#br0" timeOffset="177144.37">21097 8858 81 0,'0'0'121'16,"0"0"-3"-16,0 0-18 0,0 0-11 0,0 0-14 15,0 0-3-15,-11 7 2 0,11-7 8 0,-1 10 18 16,1-1 5-16,-3 3-13 0,0 3-8 0,1 2-10 16,1 0-6-16,-1 2-6 0,0 2-1 0,1-2-7 15,-2 5-1-15,2-3-8 0,2-3 0 0,-2 1-5 16,2 0-7-16,2-1 1 0,-3 0-7 0,3-1 1 15,-2-1-1-15,1 0-6 0,3 0 3 0,-2-4-7 16,-1-2-1-16,1 3 1 0,-2-3-2 0,2 2 1 16,-2-1-2-16,1 0-4 0,-1-2 0 0,-1 1-1 15,0-1 1-15,0-1-1 0,0-8-4 0,-3 14-7 16,2-9-2-16,-2 2-5 0,3-7-5 0,-6 10-4 16,1-6-3-16,-1 2 0 0,-1-2-2 0,1-3 1 15,6-1 2-15,-14 2 3 0,3-2-3 0,1 2 12 16,0-2 5-16,10 0-6 0,-14-2-7 0,5 2 2 15,9 0 2-15,-14 0 14 0,8-3-3 0,6 3 4 0,-11 0 0 16,11 0 5-16,-10-3-3 0,10 3 10 16,0 0-4-16,-8-1-6 0,8 1 3 0,0 0-8 15,0 0 3-15,0 0 0 0,0 0 2 0,0 0 3 16,0 0 2-16,0 0-2 0,0 0 1 0,43-2 6 0,-24 0-7 16,1-2 0-16,2 2-2 0,7-3 3 15,3 2-7-15,3 0-14 0,-3 0-23 0,1 0-24 16,0 2-18-16,-1-2-42 0,-3 2-11 0,0-1-122 15,-11 0-271-15,2 0 121 0</inkml:trace>
  <inkml:trace contextRef="#ctx0" brushRef="#br0" timeOffset="178466.4">21576 9225 45 0,'0'0'152'0,"-10"-6"-8"0,10 6-4 0,-13-2-5 0,4 0-8 16,-4 0-3-16,4 3-8 0,-2 2-7 0,-1-2-8 15,2 3-11-15,-4-3-4 0,4 5-5 0,-3 0-8 16,-3 1-6-16,6 1-5 0,0 0-1 0,0 1-3 16,-2 2-6-16,2 1-6 0,1-3-1 15,4 2-6-15,0 0 1 0,0 0-6 0,1-1-6 0,1 0-1 16,3-1-3-16,0 1 1 0,2-2-6 0,-1 0-1 15,4 0 1-15,-1 0-1 0,0-4-2 0,1 2-1 16,1-1 1-16,2 1-4 0,3-2 2 0,-2-1 0 16,-1-2-3-16,3-1-2 0,0 0 0 0,-1-1-2 15,0 1 1-15,-2-2-5 0,1-1 6 0,0 1-7 16,-2-2 4-16,2-2 1 0,-2-1-2 0,2 1 1 16,-4-4-1-16,1 3-4 0,-1 0 3 0,-2-2 0 15,1 0 1-15,-2 1-1 0,2-2 0 0,-3 2-5 16,1 1 2-16,0-2-1 0,-2 2 1 0,0 7 2 15,1-13-2-15,-1 13-3 0,2-11 5 0,-2 11-3 16,1-8 3-16,-1 8-6 0,1-7 3 0,-1 7 0 16,0 0 0-16,0 0 0 0,0 0 2 0,0 0-1 15,0-10-5-15,0 10 5 0,0 0-4 0,0 0 2 0,0 0 1 16,0 0-5-16,0 0 6 0,2-7-2 16,-2 7 4-16,0 0-7 0,0 0 3 0,0 0 4 0,0 0-3 15,0 0 2-15,0 0 7 0,0 0-1 16,0 0 2-16,0 0 8 0,0 0 2 0,0 0-1 0,0 0-3 15,0 0 0-15,0 0-2 0,1-9 0 0,-1 9 1 16,1-6-2-16,-1 6 0 0,1-10 5 16,-1 10-5-16,-1-10 1 0,1 10-2 0,3-11-2 0,-3 11 3 15,0-14-4-15,0 9 1 0,0 5-3 0,0-14 2 16,1 4-2-16,-2 3 0 0,1-3-3 0,-2 1 4 16,2-1-7-16,-1 0 5 0,0 1-4 0,0-1-3 15,-2 0 0-15,0 1 5 0,1 2 1 0,1 0-2 16,-2-2-1-16,3 9-2 0,-4-11 1 0,4 11 5 15,-2-12-6-15,1 6 1 0,1 6-1 0,-3-10 2 16,3 10-1-16,0 0-1 0,-3-9 1 0,3 9-3 16,0 0-1-16,-1-9 2 0,1 9 0 0,0 0 1 15,0 0 0-15,0 0-1 0,0 0-3 0,-1-7 2 16,1 7-3-16,0 0 0 0,0 0 0 0,0 0 1 16,0 0-3-16,8 20 4 0,-6-12 3 0,2 2 1 15,-3 0-2-15,2 2-1 0,-1-2 1 0,-1 7-4 16,2-1 4-16,-2 0 3 0,1 0-2 0,-1 2 1 15,0 0 2-15,0-1-1 0,2 0-1 0,-3-2 1 16,1 0-1-16,1 1 4 0,-1 0-5 0,0-4 1 16,0-2 0-16,-1 0-1 0,2 0 1 0,-2 0 0 15,1-2 2-15,-1 0-1 0,4-2-2 0,-3 1 2 0,-1-7-2 16,1 12 1-16,2-6-3 0,-3-6 2 16,4 11 0-16,-3-8 0 0,-1-3 2 0,4 10 0 15,-2-4-2-15,-2-6 2 0,6 7-1 0,-4-4 2 0,-2-3-1 16,9 7 2-16,-4-7 0 0,-5 0 0 0,10 3-6 15,-4-1 5-15,-6-2-2 0,12 1-3 16,-5-1 2-16,-7 0 3 0,10 0-1 0,-10 0 4 0,13-1-5 16,-13 1-3-16,10-2 6 0,-5-1-2 15,0-1 1-15,1 1 0 0,-6 3 1 0,11-9-1 16,-6 6-1-16,0-3-3 0,-1 0 2 0,2 1 4 16,-2-1-7-16,-2 0 0 0,2-2 1 0,-1 2 2 0,1 0-2 15,-2 0 1-15,1-1-1 0,-3 7 2 0,4-10-5 16,-3 4 2-16,3 0 0 0,-4 6 2 0,2-8-6 15,-2 8 6-15,3-8-2 0,-3 8 3 0,1-8-2 16,-1 8 1-16,0 0-2 0,1-7 2 0,-1 7-2 16,0 0 0-16,2-9-1 0,-2 9 3 0,0 0-1 15,0 0 1-15,0-8-2 0,0 8 3 0,0 0 1 16,0 0-6-16,0 0 5 0,0 0-1 0,0 0 3 16,0 0-4-16,0 0-2 0,0 0 4 0,0 0 2 15,1-10-7-15,-1 10 2 0,0 0 0 0,0 0 2 16,0 0 2-16,0 0-5 0,0 0 5 0,0 0-1 15,0 0-1-15,0 0-3 0,0 0 2 0,0 0 0 16,0 0-2-16,0 0 2 0,0 0 1 0,0 0 1 16,0 0 0-16,0 0-3 0,0 0 2 0,0 0 0 15,0 0-1-15,0 0-1 0,0 0 4 0,0 0-2 16,0 0-4-16,0 0 4 0,0 0-1 0,0 0-1 16,0 0 5-16,0 0 0 0,0 0-3 0,0 0-1 15,0 0 1-15,0 0-2 0,0 0 8 0,0 0-8 16,0 0 0-16,0 0 2 0,0 0 2 0,0 0-3 15,0 0 4-15,0 0-4 0,0 0 0 0,0 0-2 16,0 0 0-16,0 0 2 0,0 0-1 0,0 0-7 16,0 0-14-16,0 0-21 0,0 0-17 0,0 0-21 15,0 0-25-15,0 0-8 0,0 0-18 0,0 0-20 16,0 0-17-16,0 0-138 0,0 0-333 0,0 0 148 0</inkml:trace>
  <inkml:trace contextRef="#ctx0" brushRef="#br0" timeOffset="184412.97">14404 8356 135 0,'0'0'152'0,"0"0"-9"16,0 0 1-16,0 0-22 0,0 0 1 15,0 0 1-15,0 0-6 0,-7-11-10 0,7 11-4 0,0 0-7 16,-2-9-12-16,2 9-5 0,-4-8-8 0,4 8 1 16,-1-6 3-16,1 6-3 0,-4-8-8 0,4 8-8 15,-8-8-4-15,4 5-5 0,-1-3-6 0,-1 2-3 16,-2-1-7-16,2 3-5 0,-3-3 5 0,1 2-6 15,8 3-11-15,-15-4-4 0,6 4-1 16,9 0-2-16,-12 0-2 0,2 1-2 0,5 2 3 0,-3 1-1 16,-2 1-1-16,3 1 1 0,-1 4-6 15,0 0 3-15,0 0-5 0,3 0 1 0,1 2 3 0,2-1-4 16,-1 0 3-16,1-1-2 0,2 1 1 0,3 0 3 16,-1 0-2-16,0 2 1 0,0-4 0 0,4 1 2 15,-2-1-5-15,1-1 2 0,1-3 3 0,2 2-10 16,1-1 8-16,-5-4 4 0,3 2-10 0,5-3 10 15,-2-2-4-15,2 0 4 0,-1-2-1 0,0-2-4 16,1 2 2-16,-1-7 5 0,1 3-1 0,-3-1-3 16,-1-6 2-16,1 0-1 0,1-1-1 0,-6 2-4 0,0 1 3 15,2-7 0-15,-3 2 2 0,3 0-3 16,-3-2-3-16,0 1 8 0,-1 0-6 0,-2 1 1 16,0-1 3-16,0 3 4 0,0 0 0 0,0 1 0 15,0 2-2-15,-2 3 2 0,2 0 3 0,0 9-2 0,0-13-2 16,-2 7-7-16,2 6 1 0,0 0-1 0,0-10-4 15,0 10 6-15,0 0-6 0,0 0 2 16,0 0-2-16,0 0 3 0,-1 29-3 0,-1-16 1 16,-1 5 1-16,3 2 5 0,-2 3-7 0,0-2 4 0,2-2-5 15,-2 1 3-15,4-2 2 0,-2-2-2 0,4 4 1 16,-2-5-1-16,2 3 3 0,0-3-2 16,2-5 0-16,-1 1 2 0,3-1-3 0,-1 0 6 15,2-2-2-15,2 0 1 0,-2-3-2 0,1 1 1 0,1-4-1 16,0 0-2-16,0 0 0 0,-2-2 0 0,0-4 1 15,2 1 1-15,0-2-2 0,-2 0 3 0,1 1 0 16,-2-5-6-16,-3 1 3 0,1 0-4 16,0 1 7-16,1-4-5 0,-3 3 2 0,0-3 0 0,-2 2-3 15,-2-2 2-15,4 1-3 0,-3-2 2 0,1 7 3 16,-2 5-1-16,0-12-5 0,0 12 5 0,2-9 0 16,-2 9-9-16,0 0 1 0,0 0 3 0,0 0 0 15,0 0-2-15,0 0 2 0,0 0-1 0,0 0 6 16,0 0-7-16,-2 33 6 0,2-21 1 0,2-2-3 15,0 2 1-15,4-2 2 0,-3 3-7 0,4-5 7 16,-1-1 0-16,1 0-4 0,1-1 0 0,2 1 3 16,-1-2-6-16,1-3-2 0,1-2 6 0,0-1-6 15,1-4-2-15,0 4 4 0,-3-6-2 0,3 1 0 16,-1-1 3-16,-4-2 1 0,2 0-7 0,-2-1 7 16,-1 0 0-16,1-4 1 0,-2 1 2 0,-2 3-1 15,0-2-1-15,-2-1 0 0,1 3 3 0,-2-2 2 16,0 1-4-16,-2 1 0 0,2 0 6 0,0 10 2 15,-1-14 2-15,1 14-1 0,0-10-2 0,0 10-4 16,0-7-5-16,0 7 2 0,0 0-2 0,0 0 2 0,0 0 0 16,0 0-5-16,0 0 10 0,1 27-2 0,1-11-3 15,0 1 1-15,-2-1 3 0,0 3 0 16,0 1 2-16,3-2 0 0,-2 1-3 0,0 1 2 0,2-4 2 16,-2 1 1-16,-1-3 0 0,0-1-3 0,4-3-3 15,-3 0 1-15,1-6 3 0,-1 3-1 0,-1-7 4 16,1 10 0-16,-1-10 19 0,1 5 9 0,-1-5 6 15,0 0 1-15,0 0-7 0,0 0 0 0,0 0-6 16,0 0-5-16,0 0 3 0,-3-36-9 0,4 21 0 16,-4 2-1-16,5-2 1 0,-5-2-5 0,3-3-1 15,0 2-2-15,0-8 1 0,1 8-3 0,1-3-3 16,-2 2-4-16,2 1-6 0,3-1 1 16,0 3 1-16,-1 0-6 0,0 4-7 0,-2 2-17 0,2 3-13 15,1 0-12-15,-1 2-6 0,1 2-9 0,-5 3-13 16,9-1-9-16,-9 1-12 0,11 6-11 0,-5 1-13 15,0 0-16-15,-4 5-14 0,0-2-100 16,-4 3-285-16,2-1 126 0</inkml:trace>
  <inkml:trace contextRef="#ctx0" brushRef="#br0" timeOffset="184786.44">14876 8383 21 0,'0'0'100'15,"0"0"-5"-15,0 0 9 0,9 9-5 0,-9-9-11 16,16-5-1-16,-7 1-5 0,1 2-4 0,3-2-12 15,0 0 6-15,-2-2-3 0,0 0-6 0,0 3-2 16,1-4-8-16,-1 5-3 0,-2-2 0 0,1 1-6 16,-2-1-3-16,2 1 1 0,-4 1-2 0,-6 2 0 15,9-4-12-15,-9 4 5 0,8 0-3 0,-8 0-7 16,0 0 0-16,9 6-4 0,-4-3 4 0,-5-3-7 16,2 15-4-16,1-3 5 0,-3 1 4 0,0 2 2 15,2-5 0-15,0 9-2 0,-2-3-10 0,1 0 7 16,0-3-5-16,1-2 3 0,-1-1-6 0,-1-3 4 15,0 1-4-15,0-8 10 0,1 10 22 0,-1-10 13 16,0 0 0-16,0 0-2 0,0 0-2 0,0 0 0 16,0 0-5-16,3-25-2 0,-3 12-4 0,0-2-7 15,0-2-1-15,0-1-2 0,2 3-2 0,-4-3-1 16,4-1-5-16,0-5 1 0,-1 4-5 0,3-3-1 16,-2-2-5-16,5 7-1 0,-5-3-6 0,5-1-3 15,-1 5-12-15,-1 2-8 0,3 1-3 0,-2 1-7 16,-1 6-21-16,-1-1-24 0,0 1-31 0,1 4-8 15,3 0-12-15,-8 3-20 0,12 0-19 0,-4 2-124 16,-8-2-311-16,5 10 138 0</inkml:trace>
  <inkml:trace contextRef="#ctx0" brushRef="#br0" timeOffset="184936.84">15121 8363 22 0,'0'0'148'0,"0"0"-6"0,0 0-7 15,0 0-9-15,0 0-17 0,0 0-6 0,22 2-7 0,-22-2-21 16,22-2-32-16,-8-1-16 0,3 1-53 0,3-3-48 16,-2 3-81-16,-1-2-167 0,3 1 74 15</inkml:trace>
  <inkml:trace contextRef="#ctx0" brushRef="#br0" timeOffset="186068.41">21714 9381 31 0,'5'-7'123'0,"0"-2"-12"16,3 2-16-16,-5-1 1 0,3-1-9 0,-1 1-18 0,0-2-3 15,-1 1-5-15,2-1 2 0,-1 3-6 0,0-3 3 16,0 1-1-16,-2-1-5 0,1 0-6 0,0 2-8 15,-1-1 13-15,-1 0-14 0,-1 3 8 0,0-1-3 16,-1 7 4-16,0-11-6 0,0 11-5 0,1-11 7 16,-1 11-10-16,-1-8-3 0,1 8 4 0,0 0-9 15,0 0 0-15,0 0-3 0,0 0-9 0,0 0 1 16,0 0-3-16,0 0 4 0,0 0 0 0,0 0-2 16,0 0-5-16,0 0 0 0,-10 26 6 0,9-18 2 15,1 4-2-15,0-3 3 0,0 2-2 0,0-2 2 16,2 1-4-16,0-1-1 0,1 1 1 0,1-3-4 15,1 2 4-15,2-2-3 0,1 0-1 0,3-1-1 0,-2 0-12 16,1-2-21-16,4 0-24 0,-2-2-18 16,3 0-27-16,0 1-31 0,-1-4-16 0,-2-1-102 15,-2 0-262-15,2-2 116 0</inkml:trace>
  <inkml:trace contextRef="#ctx0" brushRef="#br0" timeOffset="186232.81">21859 9036 9 0,'0'0'78'0,"0"0"-17"0,0 0-24 0,0 0-20 0,0 0-28 16,26 13-22-16,-20-11-34 0,6-1 16 0</inkml:trace>
  <inkml:trace contextRef="#ctx0" brushRef="#br0" timeOffset="186509.73">22113 8982 70 0,'0'0'146'0,"1"-8"4"0,-1 8 2 16,0-10-7-16,0 10-6 0,0 0-12 16,0-9-7-16,0 9-15 0,0 0-12 0,0 0-9 0,0 0-5 15,0 0-11-15,0 0 2 0,0 0 5 0,-8 28 0 16,5-10-8-16,-5 9-1 0,1-1-4 0,0 6 1 15,0 1 5-15,1 2-6 0,-6 10-4 0,5-13-6 16,3 1-4-16,0 0-6 0,0-2-3 0,3 0-1 16,-2 0-5-16,1-2-5 0,2-1 3 0,-1-2-11 15,1 2 6-15,2-9-5 0,-1 0-1 0,4 0-1 16,-2-2-5-16,1-2-10 0,-2 2-21 0,1-6-15 16,1 0-23-16,0-1-27 0,-2-3-22 0,2-1-22 15,0-1-2-15,-4-5-4 0,2 5-15 0,-2-5-16 16,0 0-103-16,0 0-288 0,0 0 128 0</inkml:trace>
  <inkml:trace contextRef="#ctx0" brushRef="#br0" timeOffset="186878.26">21945 9357 66 0,'5'-5'99'0,"3"-2"-21"0,7-2-5 0,1 2-7 15,3 1 0-15,0-1-18 0,6-2-4 16,1-1-18-16,-6 3-12 0,1 0-8 0,6-2-8 15,-2-1-14-15,1 1-4 0,-2-4-5 0,-5 6 11 0,-1-5-6 16,-1 0 6-16,-2-2 4 0,1 1-5 0,-4-2 9 16,-3 2 4-16,0-1 12 0,-4 0 3 15,3-4 2-15,-6 3 6 0,0-2 13 0,-1 2 5 16,0 3 5-16,-2 1 7 0,0 3 13 0,-1-2 7 0,2 10-2 16,-2-13 6-16,1 8-11 0,1 5-3 0,0 0-1 15,-3-10-14-15,3 10 3 0,0 0-3 0,0 0 9 16,0 0-2-16,-9 25 3 0,7-5 2 15,-2-1 0-15,0 10-4 0,1 2 9 0,2 1-3 0,-3 2 8 16,2-1-3-16,-2-3-4 0,1 1-3 0,1-3-9 16,3 1-2-16,-1-3-3 0,0 0-6 0,0-6-2 15,1 4-4-15,-1-4-3 0,0 0-4 0,2-2 1 16,-1-1-4-16,1 0-1 0,-2-4-9 0,0-2-11 16,2 0-18-16,-2-1-34 0,1 0-20 0,-1-3-35 15,1-2-26-15,-1-5-21 0,0 0-154 0,0 0-330 16,0 0 146-16</inkml:trace>
  <inkml:trace contextRef="#ctx0" brushRef="#br0" timeOffset="187023.54">22253 9311 76 0,'0'0'130'0,"3"-8"-16"0,2 4-6 0,0-1-16 15,4 1-1-15,4-1-23 0,3-2-25 0,3 3-29 16,-2 1-27-16,5-3-32 0,-2 2-68 0,-2 1-123 15,10-3 54-15</inkml:trace>
  <inkml:trace contextRef="#ctx0" brushRef="#br0" timeOffset="187177.3">22670 9229 241 0,'0'0'243'0,"0"0"-7"0,0 0-3 15,0 0-13-15,0 0-14 0,0 0-21 16,0 0-18-16,0 0-15 0,0 0-20 0,0 0-12 15,0 0-21-15,0 0-34 0,0 0-28 0,0 0-37 0,0 0-43 16,0 0-51-16,0 0-46 0,0 0-204 16,0 0-372-16,0 0 165 0</inkml:trace>
  <inkml:trace contextRef="#ctx0" brushRef="#br0" timeOffset="187907.59">23388 8851 199 0,'0'0'206'0,"-2"-10"-11"0,2 10-21 15,-2-10-21-15,2 10-13 0,0 0-19 0,0 0-15 0,0 0 5 16,0 0 0-16,-1 30 2 0,1-10-14 0,0 9-2 15,0 0-5-15,0 3-4 0,0 1-4 16,0 2-11-16,0-2-3 0,-1 1-3 0,-1-1-7 16,1-5-6-16,1 5-3 0,1-6-4 0,2 1-7 0,-2-2 3 15,2-6-5-15,-1 0-6 0,2 6-4 16,-1-8-4-16,-1 0 1 0,1-4-3 0,1 3-5 0,-2 0 4 16,1-2-3-16,-2 2-2 0,0-7-3 0,1 2-8 15,-2 0-8-15,1-2-9 0,-1-2-19 0,0-8-17 16,-3 12-22-16,2-7-23 0,1-5-26 0,-4 7-27 15,4-7-40-15,0 0-172 0,0 0-388 0,-15-6 173 16</inkml:trace>
  <inkml:trace contextRef="#ctx0" brushRef="#br0" timeOffset="188126.05">23508 8865 16 0,'0'0'163'16,"3"-7"-11"-16,-3 7-5 0,0 0 5 0,0 0-9 16,0 0-6-16,-20 14-5 0,4-3-9 0,-1-1-13 15,-4 6-10-15,-4-2-10 0,1 2-7 0,9-4-9 16,-3-2-10-16,4 2-4 0,-3-3-7 0,7-1-19 16,1 1-23-16,-1-2-31 0,2 0-22 0,2-3-42 15,2 0-23-15,4-4-28 0,-9 2-108 0,9-2-263 16,0 0 116-16</inkml:trace>
  <inkml:trace contextRef="#ctx0" brushRef="#br0" timeOffset="188292.01">23506 8863 151 0,'7'0'161'0,"-7"0"-10"0,17 0-1 0,-6 0-15 15,1 4-8-15,-1-2-10 0,1 1-12 0,-1 2-11 0,0 1-10 16,0 1-7-16,-1 0-8 0,3 6-27 0,0-1-22 15,-3 2-28-15,4-3-30 0,1 3-31 16,1 0-34-16,-2-2-109 0,-3 1-227 0,1-4 100 0</inkml:trace>
  <inkml:trace contextRef="#ctx0" brushRef="#br0" timeOffset="188924.59">23943 9191 163 0,'10'-5'181'0,"-10"5"-2"0,13-4-12 0,-8 0-7 0,4-2-9 16,0 1-14-16,0 2-14 0,1-3 0 0,0 2-10 15,-1-3-11-15,-1 1-5 0,0 0-8 0,2-1-11 16,-4 1-4-16,0-2-7 0,1 3-5 0,-1-3-11 16,-2 0 0-16,-2 2-4 0,1-3-7 15,-2 3-5-15,-1 6-8 0,2-14 0 0,-2 14-1 0,-4-12-2 16,0 6-3-16,0 1-4 0,4 5-5 0,-13-6-1 15,4 3-3-15,2 3 4 0,7 0-5 0,-19 3 0 16,8 1-2-16,1 3 0 0,0-1-4 0,0 2 3 16,1-1 0-16,0 3 1 0,1 0-1 0,2 0 0 15,-1 6 1-15,3-4-2 0,1 1 6 0,3 0-2 16,1 2 4-16,1-6-2 0,1 4-1 0,3-3 7 16,1 1 2-16,3 3-4 0,3-4 3 0,-3-4 2 0,8 3-1 15,-1-1-2-15,2-3 6 0,1 0-7 16,-1-4 2-16,3 1 0 0,0-4-2 0,0 1-1 15,5-5-1-15,-9 1-2 0,0-2 7 0,0 1-7 16,-1-4-2-16,0 1 3 0,-1-4 0 0,-2 2-5 16,-1-1 2-16,0-2-3 0,-2-2 2 0,-1 1-4 15,-1-2 3-15,0 1-2 0,-2-1 2 0,-1 0-2 16,-1 0-2-16,-1 0 0 0,-1 1 0 0,-1 3 0 0,-1 4 0 16,2-2 0-16,-2 5 5 0,1-1-2 0,-2 7-3 15,3-12 2-15,-3 12-5 0,0 0-3 0,0 0 4 16,0 0-3-16,0 0 2 0,0 0 2 0,0 0-3 15,-30 20-2-15,22-11 7 0,-4 5-3 0,2 4-3 16,5-4 0-16,0-1 4 0,0 1-3 0,2 1 1 16,3-3 0-16,0 4 2 0,3-4-4 0,0 5 4 15,2-6-2-15,2 3-2 0,2 1 0 0,-2-4 6 16,3 3-2-16,-2-5 0 0,3 4-3 0,-3-4 2 16,0 1-3-16,-2 0-2 0,1-1-3 0,-4-1 6 15,0-1-5-15,-1 3-3 0,-1-1-6 0,-2 1-3 16,-3 0-7-16,0-1-8 0,-2 0-13 0,-7 1-15 15,2 2-15-15,-4-2-29 0,0-2-8 0,3-1-26 16,-5 0-29-16,4-3-28 0,-5 1-115 0,4-4-337 16,2 0 149-16</inkml:trace>
  <inkml:trace contextRef="#ctx0" brushRef="#br0" timeOffset="189087.94">24300 9299 1689 0,'6'-5'148'0,"0"1"-79"0,2 1-7 16,-5-1-18-16,-3 4-4 0,8-5-12 0,-8 5-4 16,7-4-5-16,-7 4-5 0,0 0-3 0,5-3-14 15,-5 3-17-15,0 0-35 0,0 0-42 0,0 0-45 16,0 0-164-16,-20 16-330 0,9-11 146 0</inkml:trace>
  <inkml:trace contextRef="#ctx0" brushRef="#br0" timeOffset="209497.63">11260 5159 14 0,'0'0'18'0,"0"0"-3"0,0 0 2 0,0 0-6 15,0 0 4-15,0 0 1 0,0 0 2 0,0 0-2 0,0 0-2 16,0 0-2-16,0 0 5 0,0 0-5 0,0 0 0 16,0 0 0-16,0 0 2 0,0 0 2 0,0 0-9 15,0 0 2-15,0 0-5 0,0 0 2 0,0 0-4 16,0 0 4-16,0 0 0 0,0 0-5 0,0 0 4 16,0 0-2-16,0 0 1 0,0 0-2 15,0 0 2-15,0 0-5 0,0 0 3 0,0 0 4 0,0 0-7 16,0 0 7-16,0 0-6 0,0 0 6 0,0 0 0 15,0 0-4-15,0 0-1 0,0 0 5 0,0 0-7 16,0 0 2-16,0 0 5 0,0 0-5 0,0 0 2 16,0 0-1-16,-8-4-4 0,8 4 4 0,0 0-1 15,0 0-1-15,0 0 6 0,0 0-12 16,0 0 11-16,0 0-1 0,0 0 1 0,0 0-10 16,0 0 8-16,0 0-4 0,0 0 3 0,0 0-1 0,0 0 2 15,0 0-1-15,0 0-3 0,0 0-3 0,0 0 4 16,0 0 3-16,0 0 3 0,0 0-5 0,0 0 1 15,0 0-3-15,0 0-3 0,0 0 3 16,0 0-1-16,0 0 2 0,0 0-1 0,0 0 2 16,0 0-2-16,0 0-2 0,0 0 5 0,0 0 0 15,0 0-1-15,0 0-1 0,0 0 4 0,0 0-3 0,0 0-1 16,0 0 4-16,0 0-4 0,0 0-4 0,0 0 0 16,0 0 10-16,0 0-7 0,0 0-1 15,0 0 2-15,0 0 3 0,0 0-4 0,0 0 2 16,0 0 9-16,0 0-12 0,0 0 5 0,0 0 0 15,0 0-2-15,0 0-3 0,0 0 3 0,0 0 1 16,0 0-3-16,0 0 5 0,0 0 0 0,0 0 1 0,0 0-5 16,0 0 3-16,0 0 4 0,0 0-14 15,0 0 7-15,0 0-5 0,0 0 9 0,0 0-3 16,0 0 1-16,0 0-2 0,0 0 3 0,0 0-8 16,0 0 1-16,0 0 0 0,0 0-10 0,0 0-1 15,0 0-14-15,0 0-29 0,0 0-63 0,0 0 29 16</inkml:trace>
  <inkml:trace contextRef="#ctx0" brushRef="#br0" timeOffset="213583.25">10976 5474 5 0,'0'0'62'0,"0"0"0"0,0 0-10 0,0 0 9 16,0 0-17-16,0 0-6 0,0 0-7 0,0 0-1 16,0 0-6-16,0 0 6 0,0 0-8 0,0 0-1 15,0 0-3-15,0 0 3 0,0 0-3 0,0 0-1 16,0 0-3-16,0 0-6 0,0 0-6 0,0 0 9 15,0 0-3-15,0 0 0 0,0 0-2 0,0 0-6 16,0 0 5-16,0 0-4 0,0 0 7 0,0 0-3 16,0 0 13-16,0 0-15 0,0 0-5 0,0 0-4 15,0 0-4-15,0 0 17 0,0 0-2 16,0 0-2-16,0 0-2 0,0 0 5 0,0 0-2 0,0 0-1 16,0 0 3-16,0 0 1 0,0 0-14 0,0 0 12 15,0 0 4-15,0 0 2 0,0 0 3 0,0 0 0 16,0 0-4-16,0 0 3 0,0 0 5 0,0 0-5 15,0 0 6-15,0 0-9 0,0 0 6 16,0 0-2-16,0 0-6 0,0 0 5 0,0 0-8 16,0 0 8-16,0 0-7 0,0 0-13 0,0 0 12 0,0 0 2 15,0 0-1-15,0 0-6 0,0 0 4 0,0 0-2 16,0 0 5-16,0 0-5 0,0 0 3 0,0 0-8 16,0 0 9-16,0 0-3 0,0 0 1 15,0 0-6-15,0 0 8 0,0 0 10 0,0 0-15 16,0 0-4-16,0 0 1 0,0 0 4 0,0 0-2 15,0 0 1-15,0 0-2 0,0 0-4 0,0 0 7 0,0 0-6 16,0 0 6-16,0 0 4 0,0 0-11 0,0 0 1 16,0 0 14-16,0 0-9 0,0 0-4 15,0 0 3-15,0 0 0 0,0 0-6 0,0 0 8 16,0 0-8-16,0 0 8 0,0 0 3 0,0 0-4 16,0 0 1-16,0 0-5 0,0 0 0 0,0 0 3 15,0 0 1-15,0 0-4 0,0 0 7 0,0 0-6 0,0 0 3 16,0 0-2-16,0 0-1 0,0 0 7 15,0 0-7-15,0 0-1 0,0 0 0 0,0 0 0 16,0 0 4-16,0 0 2 0,0 0-10 0,0 0-5 16,0 0-2-16,0 0-13 0,0 0-1 0,0 0-6 15,0 0-18-15,0 0-10 0,0 0-2 0,0 0-41 16,0 0-114-16,0 0 50 0</inkml:trace>
  <inkml:trace contextRef="#ctx0" brushRef="#br0" timeOffset="-214440.79">11266 5202 24 0,'0'0'21'0,"0"0"-4"16,0 0 7-16,0 0-7 0,0 0 1 0,0 0-2 15,0 0 4-15,0 0-5 0,0 0 2 0,0 0-5 16,0 0 2-16,0 0-5 0,0 0 2 0,0 0-2 16,0 0 2-16,0 0 1 0,0 0-3 0,0 0 0 15,0 0-3-15,0 0 2 0,0 0 2 0,0 0 1 16,0 0 0-16,0 0-6 0,0 0 8 0,0 0-4 16,0 0-7-16,0 0 8 0,0 0-4 0,0 0-1 15,0 0 2-15,0 0-1 0,0 0-3 0,0 0-1 16,0 0 0-16,0 0 4 0,0 0 2 0,0 0 0 15,0 0-1-15,0 0 5 0,0 0 1 0,0 0-1 16,0 0-2-16,0 0 2 0,0 0-9 0,-21-1 6 16,21 1 5-16,0 0-3 0,0 0-1 0,0 0 0 15,0 0 3-15,0 0-4 0,0 0 1 0,0 0 6 16,0 0-4-16,0 0-1 0,0 0-6 0,0 0 5 16,0 0 2-16,0 0-3 0,0 0-4 0,0 0 2 15,0 0 3-15,0 0-1 0,0 0 1 0,0 0-9 16,0 0 7-16,0 0-1 0,0 0-5 0,0 0 0 15,0 0-3-15,0 0 3 0,0 0 3 0,0 0-5 16,0 0-1-16,0 0 2 0,0 0 4 0,0 0-2 16,0 0-6-16,0 0 11 0,0 0-5 0,0 0-2 15,0 0-1-15,0 0 6 0,0 0-2 0,0 0-6 16,0 0 3-16,0 0 2 0,0 0 1 0,0 0-7 16,0 0 1-16,0 0 2 0,0 0-2 0,0 0 0 15,0 0 4-15,0 0 0 0,0 0-7 0,0 0 2 16,0 0-3-16,0 0-5 0,0 0-7 0,-4-10 8 15,4 10-17-15,0 0-7 0,0 0-5 0,0 0-3 16,5-16 5-16,-5 16-4 0,3-6 3 0,-3 6-36 16,3-8-78-16,-3 8 35 0</inkml:trace>
  <inkml:trace contextRef="#ctx0" brushRef="#br0" timeOffset="-212985.26">13923 4657 8 0,'0'0'20'0,"0"0"-1"16,0 0 4-16,0 0 0 0,0 0-1 0,0 0-2 16,0 0 3-16,0 0 1 0,0 0 2 0,0 0 2 15,0 0 0-15,0 0 6 0,0 0-11 0,0 0 4 16,0 0-9-16,0 0 3 0,0 0-2 0,0 0-3 15,0 0 1-15,0 0 0 0,0 0-4 0,0 0 10 16,0 0-7-16,0 0-3 0,0 0 7 0,0 0-1 16,0 0-3-16,0 0-1 0,0 0-2 0,0 0-4 15,0 0 3-15,0 0 2 0,0 0-2 0,0 0-2 16,0 0-7-16,0 0 0 0,0 0-5 0,0 0 6 16,0 0-8-16,0 0-4 0,0 0-22 0,0 0 2 15,0 0-5-15,0 0-6 0,0 0-50 16,0 0-94-16,-2 12 42 0</inkml:trace>
  <inkml:trace contextRef="#ctx0" brushRef="#br0" timeOffset="-210233.9">11224 5218 4 0,'0'0'47'0,"0"0"-2"16,0 0-9-16,0 0-2 0,0 0 2 0,0 0-9 15,0 0-1-15,0 0-6 0,0 0 11 0,0 0-11 16,0 0-2-16,0 0 0 0,0 0-1 0,0 0-10 15,0 0 11-15,0 0-17 0,0 0 5 0,0 0 2 16,0 0 1-16,0 0-5 0,0 0 0 0,0 0 1 16,0 0-5-16,0 0 3 0,0 0 3 0,0 0-2 15,0 0 2-15,0 0-4 0,0 0 0 0,0 0 2 16,0 0-1-16,0 0 2 0,0 0-1 0,0 0-5 16,0 0 2-16,0 0 4 0,0 0-1 0,0 0-11 15,0 0 10-15,0 0 0 0,0 0-2 0,0 0-3 16,0 0 1-16,0 0 7 0,0 0-17 0,0 0 13 15,0 0 1-15,0 0-5 0,0 0-1 0,0 0 3 16,0 0 0-16,0 0-3 0,0 0 5 0,0 0 1 16,0 0-9-16,0 0 2 0,0 0 1 0,0 0 0 15,0 0 3-15,0 0 7 0,0 0-1 0,0 0-10 16,0 0-4-16,0 0 1 0,0 0 2 0,0 0-4 16,0 0 5-16,0 0-12 0,0 0 2 0,0 0-3 15,0 0-4-15,0 0-4 0,0 0-2 0,0 0-28 16,0 0-57-16,0 0 26 0</inkml:trace>
  <inkml:trace contextRef="#ctx0" brushRef="#br0" timeOffset="-204328.01">16159 5451 28 0,'0'0'50'0,"0"0"-2"15,0 0-5-15,0 0-1 0,0 0 0 0,0 0-3 16,0 0-3-16,0 0 1 0,0 0-2 0,0 0-2 16,0 0 2-16,0 0-4 0,0 0 1 0,0 0-3 15,0 0-5-15,0 0-2 0,0 0-1 0,0 0-1 16,0 0-1-16,0 0-1 0,0 0 4 0,0 0-2 16,0 0-1-16,0 0-2 0,0 0 0 15,0 0-5-15,0 0-1 0,0 0 3 0,0 0-3 0,0 0-7 16,0 0 6-16,0 0-1 0,0 0-1 0,0 0-2 15,0 0-1-15,0 0-1 0,0 0-2 0,0 0 1 16,0 0 3-16,0 0-5 0,0 0 0 0,0 0 1 16,0 0 0-16,0 0 3 0,0 0 1 0,0 0-4 15,0 0 4-15,0 0 1 0,0 0 13 0,0 0-19 16,0 0 5-16,0 0-4 0,0 0-1 0,0 0 7 16,0 0-2-16,0 0 0 0,0 0-5 0,0 0 1 15,0 0 2-15,0 0-2 0,0 0-1 0,0 0 13 16,0 0-20-16,0 0-9 0,0 0-8 0,0 0-15 15,0 0-6-15,0 0-10 0,0 0-10 0,0 0-7 16,0 0-42-16,0 0-122 0,12 4 54 0</inkml:trace>
  <inkml:trace contextRef="#ctx0" brushRef="#br0" timeOffset="-203675.45">16295 5103 21 0,'0'0'85'0,"-6"-2"0"0,6 2-9 0,0 0 8 0,-11-2-30 15,11 2 1-15,-7-3-3 0,7 3 5 0,-8-3-9 16,8 3-14-16,0 0 7 0,-8-4-7 0,8 4 5 16,0 0 4-16,-6-1-15 0,6 1 9 0,0 0-7 15,0 0-4-15,0 0-7 0,0 0 6 0,0 0-7 16,0 0-2-16,9-14 5 0,3 9-7 0,7-4-1 16,7-1-4-16,6-2-1 0,4-1-1 0,14-3 1 15,-1 2-2-15,6-6-3 0,-4 1 3 0,-1 0 8 16,6 0-5-16,-1 0-8 0,5-3-11 0,-3 1 12 15,1 1-3-15,1 1 1 0,-1 2 1 0,3 0-4 16,-4-1 3-16,3 1 3 0,0 0-8 16,-4-3 2-16,-2 4-4 0,0 0 2 0,3 1-1 15,-8 0 6-15,-13 3-2 0,16-4 0 0,-18 9-5 0,1-3 10 16,-1 1-3-16,0-1-3 0,-5 3 2 0,0-2 3 16,-7 4-7-16,-1 2 3 0,-2-2 7 0,-6 2-3 15,-1-1 4-15,-4 2-4 0,2 1 6 0,-2 1-14 16,-8 0 5-16,10-5-1 0,-6 2 4 15,-4 3 0-15,8-2 0 0,-8 2-5 0,0 0 0 16,0 0 3-16,7-2 0 0,-7 2-3 0,0 0-8 0,0 0-15 16,0 0-15-16,0 0-16 0,0 0-17 0,-29 5-73 15,18-2-158-15,1-1 71 0</inkml:trace>
  <inkml:trace contextRef="#ctx0" brushRef="#br0" timeOffset="-202996.45">17921 4518 53 0,'0'0'82'0,"0"0"-15"0,0 0-1 15,0 0-4-15,0 0-12 0,0 0-8 0,0 0 1 16,2 13-10-16,-2-13 7 0,1 7-10 16,-1-7 1-16,2 8-3 0,-2-8-4 0,2 7 7 15,-2-7 0-15,2 10 3 0,-2-10-6 0,0 0 21 0,1 6-10 16,-1-6 8-16,0 0 5 0,0 0 0 0,0 0 11 16,0 8-6-16,0-8-4 0,0 0-7 15,0 0 1-15,0 0-2 0,0 0-10 0,0 0 7 16,-9-20-6-16,5 10-6 0,1 1-2 0,1-1-5 15,-1 0-5-15,1 0 4 0,1-2-2 0,1-1-6 0,3 0 1 16,-3-2-2-16,3 0-4 0,2-2-1 16,0 3 1-16,-1 1 4 0,4 0-12 0,2 0 2 0,-2 2-3 15,1 2 5-15,5-1-7 0,-2 1 4 16,5-1-4-16,-4 6 5 0,0 1-4 0,4-1 1 16,-4 3-4-16,1 1-6 0,-1 1 5 0,1 2 4 0,3 1-1 15,-3 0-4-15,-4-1 9 0,3 3-8 16,-2-2 0-16,0 2 13 0,0-1-9 0,-3 0 3 15,-2 0-6-15,-1-1 0 0,0 0 3 0,2 1-1 16,-7-5 0-16,6 5 2 0,-6-5 1 0,5 5-3 16,-5-5 0-16,4 4 10 0,-4-4-2 0,0 0 4 15,0 0-5-15,0 0 5 0,0 0-2 0,0 0 1 0,0 0 8 16,0 0-2-16,-25-9 0 0,21 5 0 16,4 4-5-16,-5-10-3 0,2 6 7 0,3 4-7 15,-3-14 0-15,2 8 1 0,1 6-2 0,4-15 0 16,0 5-1-16,1 2-3 0,0-2-4 0,4 1 1 15,-1 4 2-15,-2-2-6 0,3-1 2 0,2 2-1 16,0 2 2-16,-2-2 1 0,0 5-1 0,0-1 0 16,1 1-2-16,-1 1-1 0,-9 0-3 0,15 3 1 15,-6 0-1-15,2 1 1 0,-3 0 1 0,-3 2 7 16,2-3-2-16,0 5-4 0,0-2-1 0,-1 1-3 16,-1 2 4-16,0-1-23 0,0-2-20 0,-2 4-14 15,-1-3-30-15,0 1-19 0,-1 4-121 0,-2-2-249 16,-1-1 111-16</inkml:trace>
  <inkml:trace contextRef="#ctx0" brushRef="#br0" timeOffset="-202775.48">18458 4225 75 0,'0'0'137'0,"0"0"-22"0,0 0 1 15,1-8-13-15,-1 8-13 0,0 0-11 0,0 0 5 16,0 0-25-16,0 0 1 0,6 21-6 0,-6-21-5 16,4 15-11-16,0-5-6 0,-3 1 12 0,2 0-9 15,-1 1-19-15,2 4-13 0,-1-5-21 0,0 2-28 16,0-4-23-16,1 4-25 0,-2-3-67 0,-2-1-173 16,2 1 76-16</inkml:trace>
  <inkml:trace contextRef="#ctx0" brushRef="#br0" timeOffset="-202348.44">18607 4407 132 0,'0'0'130'16,"0"0"-11"-16,0 0-12 0,0-22 0 0,0 22-14 0,1-11-10 15,-1 5 1-15,2-3-17 0,0 1-2 0,1-1-10 16,4 1-3-16,-3 1-5 0,1-2-4 0,2 2-11 16,0 0 2-16,1 2-5 0,-2 1-5 0,-1 0-7 15,2 1 3-15,-7 3 0 0,14-3-7 16,-8 3-1-16,-6 0 0 0,12 4-2 0,-5-1 1 16,-2 0-3-16,2 0-2 0,-2 1 4 0,0 1-7 0,2 3 3 15,-4-2-14-15,0 3-9 0,-1-4-13 0,2 5-18 16,-1 0 3-16,-3 1-32 0,1-1-23 0,-2 2-88 15,0-2-204-15,1-10 91 0</inkml:trace>
  <inkml:trace contextRef="#ctx0" brushRef="#br0" timeOffset="-202031.85">18810 4310 2 0,'0'0'91'0,"0"0"-14"16,0 0-8-16,0 0-2 0,0 0 3 0,0 0-10 16,0 0 5-16,0 0-5 0,7 25-7 0,-5-18 0 0,3 0-2 15,-1-1-4-15,2-2-7 0,1 3 12 0,-1-2-8 16,1-1 3-16,-1-1 6 0,2 1-10 0,-2-3 2 16,0 1 2-16,-6-2-4 0,16 0 6 15,-9-3 3-15,1 0 1 0,-1 0 10 0,-1 0 7 16,3-4-4-16,-5 2-5 0,0-1-6 0,1-3-6 0,-4 1-1 15,0 1-8-15,1-3-1 0,-4 0-4 0,0 0-10 16,0 0 5-16,0 2-12 0,-2 3-1 0,0-1-26 16,0 0-9-16,4 6-21 0,-12-5-32 15,4 3-4-15,-2 2-26 0,-2 2-18 0,-1 3-19 16,2 2-93-16,-7 3-248 0,4 0 110 0</inkml:trace>
  <inkml:trace contextRef="#ctx0" brushRef="#br0" timeOffset="-201501.8">19018 4442 98 0,'11'-8'139'16,"0"2"-10"-16,-1-1-3 0,-1 0-2 0,0-3-11 0,-3 1-4 16,2-1-6-16,-3 1-15 0,-1-1-11 15,-1 0-3-15,-2 0-10 0,-1-1-5 0,1-1-5 16,-3 0-16-16,1 0 3 0,-3 1-1 0,1 1-5 15,-1-2-1-15,-2 2-4 0,4 0-5 0,-2 1-3 16,1-1 0-16,2 2-7 0,-2 2 3 0,3 6-6 16,0-12-2-16,0 12 0 0,7-9-6 0,-2 6 1 0,2-1 3 15,4 3-6-15,-2-1 5 0,2-1-6 16,2 3 2-16,-3 2-8 0,4 0 5 0,-4 2 0 16,2-2-3-16,-3 5 1 0,1 0 10 0,-2 1-10 15,1 0-1-15,-2 0 9 0,0 1-7 0,-1-1-3 0,0 1 8 16,-1-1-8-16,1 0 4 0,-2-2 2 15,-1 1-11-15,0-2 21 0,1 0-19 0,-4-5 8 16,7 10 2-16,-2-6-2 0,-1 1 0 0,0-1 3 16,1-1 8-16,-5-3 7 0,9 5-10 0,-1-4 1 15,-8-1 1-15,13 1 2 0,-13-1-3 0,10-4 3 16,-1 3 1-16,-3-3 0 0,1 1-5 0,-1-3 2 0,2 0 5 16,-3 0-7-16,0-4 6 0,0 3 2 0,-2 0 0 15,-1-3-2-15,2-1-1 0,0 2-5 16,-3-1 3-16,0 2 2 0,-1 8 0 0,4-13-5 15,-3 8-1-15,-1 5 3 0,3-9 0 0,-3 9-4 16,0 0-4-16,0 0-4 0,-1-11 1 0,1 11-1 16,0 0 2-16,0 0-5 0,0 0 1 0,0 0 2 0,0 0-2 15,0 0 4-15,1 26-3 0,0-18 5 0,2 0-2 16,-2 2-2-16,2-1-13 0,1 1-28 16,-2 0-30-16,2-1-39 0,2-1-16 0,1 1-25 15,-2-2-109-15,-3-1-281 0,5-1 126 0</inkml:trace>
  <inkml:trace contextRef="#ctx0" brushRef="#br0" timeOffset="-201110.14">19531 3980 105 0,'0'0'182'0,"0"0"-15"0,4-5-14 15,-4 5-19-15,0 0-14 0,0 0-7 0,0 0-11 16,5 13 15-16,-3-3-6 0,1 2-5 0,-2 6-11 16,3 1-5-16,-3 7-5 0,1-1-11 0,3 0-8 15,-4-5-6-15,0 6-7 0,1-6-9 0,2 4 8 16,-3 0-9-16,-1 0-3 0,0-6-4 0,0-1-2 16,1 0-9-16,-2-5-26 0,0 1-34 0,-1-1-20 15,0 1-23-15,0-2-35 0,0-2-17 0,-1 1-15 16,-1-2-130-16,-1 2-299 0,1-4 133 0</inkml:trace>
  <inkml:trace contextRef="#ctx0" brushRef="#br0" timeOffset="-200563.7">19493 4279 21 0,'0'0'102'0,"7"-8"14"0,-2 3-6 0,2 4-4 16,-7 1-7-16,7-5-17 0,-7 5 4 0,11-3-6 15,-11 3-13-15,12 0-1 0,-12 0 1 0,13 2-17 16,-13-2 7-16,14 2-11 0,-5 0 3 0,1 1 5 16,-1-3-9-16,3 2 0 0,-1-1-11 0,-3 1-1 15,2-1 0-15,-1-1-5 0,0 0-1 0,1 1 1 16,-1-1-8-16,-9 0 4 0,16-2-7 0,-7 0 0 16,-3-1 1-16,2 3-3 0,-3-3-3 0,0-1 12 15,-5 4 1-15,10-8-1 0,-6 4-6 0,0 0 4 16,-4 4-2-16,6-9 1 0,-4 3 1 0,-2 6 4 15,5-7 1-15,-5 7-1 0,5-6-2 0,-5 6-1 16,0 0 0-16,2-5-5 0,-2 5-8 0,0 0-4 16,0 0-6-16,0 0 5 0,0 0-2 0,0 0 4 15,5 24-1-15,-3-9 1 0,-1 2 1 0,-1 2 6 16,0 9 6-16,-1 1 4 0,-1-2 2 0,1 0-5 16,-2-2-3-16,3 4 4 0,-1-10-3 0,1 8-4 15,-1 0 6-15,2-9 1 0,-1 0-3 0,3 1-2 16,-3-1 0-16,0-1 1 0,0 0-1 0,0-2-6 15,0 0 1-15,0-2-1 0,0-3 0 0,0 2 0 16,-2-3 1-16,2 1-4 0,-1-3 6 0,1-7-5 16,-5 15 1-16,0-8 0 0,-1 0-2 0,-3-1 4 15,-3 1-2-15,-1-3 2 0,1-1-6 0,-2-3 2 16,1 2 3-16,-2-4-2 0,3-3-1 0,0-1 0 16,-3-3-2-16,2-3 2 0,2-1-5 0,2-1 3 15,0-2-3-15,5-5-3 0,-2-4-4 0,8-4-1 16,5 1-9-16,0-1-5 0,5-2-4 0,6 2-9 15,1 0-7-15,4 3 0 0,2 2-20 0,4 1-14 16,0 0-22-16,-1 4-24 0,3-2-36 0,-1 4-28 16,0 2-107-16,0-2-314 0,-1 1 139 0</inkml:trace>
  <inkml:trace contextRef="#ctx0" brushRef="#br0" timeOffset="-155343.9">17500 5970 30 0,'0'0'76'0,"-1"-9"-7"0,1 9-3 0,0 0-3 0,0 0-7 15,0 0 3-15,0 0 0 0,0 0-17 0,0 0 13 16,0 0-1-16,0 0-8 0,0 0-9 0,0 0 10 16,0 0-1-16,0 0-12 0,0 0 10 0,0 0-3 15,0 0-5-15,0 0-4 0,0 0 0 0,0 0-7 16,0 0-2-16,0 0 3 0,0 0-5 16,0 0 0-16,0 0-3 0,0 0-2 0,0 0-3 0,0 0 6 15,0 0-2-15,0 0-3 0,0 0 6 0,0 0-7 16,0 0 2-16,0 0-1 0,0 0-1 0,0 0 9 15,0 0-4-15,0 0-9 0,0 0 10 0,0 0-9 16,0 0 5-16,0 0 3 0,0 0-6 16,0 0 3-16,0 0-3 0,0 0-2 0,0 0-3 0,1-10 2 15,-1 10 3-15,0 0-3 0,5-5-7 16,-5 5 2-16,7-5 0 0,-7 5 11 0,6-4-12 0,-6 4 5 16,6-5-2-16,-6 5-5 0,6-4 1 0,-6 4-2 15,6-5 3-15,-6 5-1 0,6-5 8 0,-6 5 3 16,9-6-2-16,-5 3-7 0,-4 3 1 0,8-7 0 15,-3 2 2-15,-5 5-5 0,9-5-2 0,-5 1 6 16,-4 4-4-16,5-6 2 0,-5 6-1 0,5-5 3 16,-5 5-3-16,5-3 2 0,-5 3 0 0,0 0-1 15,6-6-1-15,-6 6 0 0,4-5-1 0,-4 5-6 16,4-6 4-16,-4 6 7 0,3-7-8 0,-3 7 2 16,0 0 0-16,1-10 5 0,-1 10-3 0,0 0 2 15,3-9-5-15,-3 9 0 0,0 0 3 0,1-7-1 16,-1 7 5-16,0 0-9 0,0 0 1 0,0 0-1 15,-7-9 1-15,7 9 4 0,0 0-5 0,0 0 7 16,-4-6-8-16,4 6 1 0,0 0 3 0,-7-4-3 16,7 4-1-16,0 0 3 0,-8-3-6 0,8 3 9 15,0 0-3-15,0 0-6 0,-11 0 0 0,11 0 0 16,0 0 7-16,-13 0-5 0,13 0 4 0,0 0-3 16,-12 3 4-16,12-3-1 0,-7 3-4 0,7-3 3 15,-8 1 0-15,8-1-2 0,-10 2 2 0,10-2-1 16,-9 3 8-16,9-3-6 0,-9 4 0 0,3-3-2 15,6-1-5-15,-8 4 3 0,8-4 1 0,-8 8-1 16,6-5 0-16,2-3 2 0,-6 4-2 0,6-4 2 16,-3 8-5-16,3-8 8 0,-7 7-4 0,5-3 0 15,2-4-5-15,-5 11 10 0,5-11-4 0,-3 8-7 16,3-8 7-16,-2 11 4 0,0-6-9 0,2-5 12 16,-2 10-5-16,2-10-1 0,-2 11 1 0,2-11 1 0,-1 11-4 15,1-11 0-15,1 10 0 0,-1-10 1 16,2 11 1-16,-2-6 7 0,0-5-6 0,1 13 11 15,0-9-17-15,-1-4 6 0,3 10 1 0,-2-5 2 16,-1-5-4-16,3 7 1 0,-1-1 1 0,-2-6 5 16,3 10-6-16,-3-10 3 0,5 5 4 0,-1 0-4 15,-4-5 6-15,5 6 2 0,-5-6-3 0,9 6 1 16,-9-6-1-16,5 4 4 0,-5-4 4 0,8 3 0 16,-8-3 16-16,12 0-15 0,-5 0 6 0,-7 0-3 15,15 0 1-15,-5-2-3 0,-1 1 2 0,3-2-4 0,-1 0 2 16,-2 2 1-16,3-2 9 0,-2 0-7 15,-4-1 0-15,7 1-4 0,-3 0 0 0,-2 0-2 16,-2 0-2-16,3 1-1 0,-9 2 2 0,11-5 0 16,-6 1 0-16,-5 4 4 0,7-3-1 0,-7 3-1 0,8-4 0 15,-8 4 2-15,0 0 4 0,0 0-3 0,6-2 3 16,-6 2-1-16,0 0-5 0,0 0-2 0,0 0-1 16,0 0 0-16,0 0-3 0,0 0 0 15,0 0-5-15,0 0-6 0,0 0-13 0,0 0-21 16,0 0-27-16,0 0-29 0,0 0-27 0,0 0-24 0,0 0-31 15,-15-12-112-15,15 12-307 0,-11-1 137 0</inkml:trace>
  <inkml:trace contextRef="#ctx0" brushRef="#br0" timeOffset="-154630.49">17778 5725 18 0,'0'0'103'0,"0"0"-11"0,0 0-13 0,0 0 6 0,0 0-20 16,0 0 4-16,0 0-7 0,0 0-5 15,0 0-6-15,0 0 8 0,-7-11-7 0,7 11 3 16,0 0-6-16,0 0-2 0,0 0 1 0,-4-6 5 16,4 6-3-16,0 0-5 0,0 0 0 0,0 0 0 0,0 0 0 15,0 0-1-15,0 0-4 0,0 0 0 0,-7-3 1 16,7 3 0-16,0 0-6 0,0 0 4 16,0 0-5-16,0 0-3 0,0 0-4 0,0 0 0 0,0 0-5 15,0 0 3-15,0 0-3 0,-8-3-4 16,8 3 3-16,0 0-6 0,0 0 2 0,0 0 0 0,0 0-5 15,0 0 0-15,0 0-1 0,0 0-1 0,0 0-4 16,0 0 2-16,0 0-4 0,15-6 4 0,-15 6 0 16,12-3-4-16,-1 1 0 0,-4 0 4 15,3-1-3-15,-4 1-2 0,4-1-2 0,-2 1 5 0,-1 0-4 16,-7 2 1-16,15-3 2 0,-9 2 2 0,-6 1 1 16,12-3-1-16,-12 3-3 0,10-1 5 0,-10 1-1 15,8-2 5-15,-8 2 3 0,0 0 2 0,6-2 0 16,-6 2 2-16,0 0-1 0,0 0 2 0,0 0-2 15,0 0 0-15,0 0 3 0,9-1 1 0,-9 1 0 16,0 0-2-16,0 0-2 0,0 0-3 0,0 0 0 16,0 0-1-16,0 0-4 0,0 0 1 0,0 0 1 15,0 0-4-15,0 0-3 0,0 0-9 0,0 0-11 16,0 0-18-16,0 0-22 0,0 0-25 0,0 0-7 16,0 0-9-16,0 0-27 0,0 0-35 0,1 13-130 15,-1-13-311-15,0 0 138 0</inkml:trace>
  <inkml:trace contextRef="#ctx0" brushRef="#br0" timeOffset="-154156.68">18649 6383 39 0,'0'0'129'0,"0"0"-12"16,0 0-11-16,-14-3-9 0,14 3-13 0,0 0 2 16,0 0-18-16,0 0-5 0,0 0-13 0,-10-3-17 15,10 3-29-15,0 0-25 0,-9-3-15 0,9 3-27 16,0 0-63-16,0 0-137 0,-12 3 60 0</inkml:trace>
  <inkml:trace contextRef="#ctx0" brushRef="#br0" timeOffset="-152796.12">17039 5996 85 0,'0'0'86'0,"0"0"-12"0,0 0-3 16,-5-4-2-16,5 4-11 0,0 0-6 0,0 0-4 15,-7-3 6-15,7 3-1 0,0 0 1 0,-9-1-15 16,9 1 5-16,0 0-14 0,0 0 0 0,0 0 8 16,0 0 0-16,0 0 0 0,-8-4-12 0,8 4 9 15,0 0-3-15,0 0 3 0,0 0-5 0,-9-1 2 16,9 1-6-16,0 0 3 0,0 0-1 0,0 0 6 15,0 0-7-15,0 0 3 0,0 0 1 0,0 0-6 16,0 0-5-16,0 0-2 0,0 0 6 0,0 0-1 16,0 0-1-16,0 0-1 0,0 0 4 0,20-9-10 15,-9 7 1-15,2-3 1 0,1 3-6 0,3-4 3 0,1 1 7 16,1 1 3-16,-1 0 2 0,0 1-7 0,-2 0 5 16,-2 0-7-16,-2 0 0 0,1 0-4 15,-4 1 1-15,1 0-3 0,-4-1 4 0,2 2-3 16,-8 1-2-16,13-2-5 0,-13 2 0 0,9-2 2 15,-9 2-5-15,7-2-2 0,-7 2-1 0,7-3-15 0,-7 3-3 16,0 0-9-16,0 0-13 0,0 0-3 0,0 0-10 16,9 4-16-16,-9-4-19 0,0 0-17 0,0 0-18 15,-2 10-86-15,2-10-227 0,-10 6 101 0</inkml:trace>
  <inkml:trace contextRef="#ctx0" brushRef="#br0" timeOffset="-152302.75">17095 5833 14 0,'0'0'102'0,"0"0"-2"0,0 0-12 0,0 0-9 15,0 0-8-15,-6-2-8 0,6 2-12 0,0 0-3 16,0 0-1-16,0 0-4 0,-9 7 1 0,9-7-3 16,-7 8-3-16,7-8-12 0,-6 10 2 15,2-6 2-15,-1 0-6 0,5-4 2 0,-9 14-1 16,3-9-5-16,-1 3 0 0,1-2 5 0,-1 2-9 0,0-1 6 16,-1-1 1-16,1 1 4 0,1-1-6 15,1-3-1-15,1 1 3 0,4-4-7 0,-8 9 5 0,4-5 1 16,4-4 1-16,-8 6-1 0,8-6-3 0,-5 6-4 15,5-6 2-15,-4 4 3 0,4-4-2 16,0 0 1-16,-9 3 0 0,9-3 2 0,0 0-3 0,0 0 2 16,-5 3-4-16,5-3-6 0,0 0-2 0,0 0 3 15,0 0 5-15,-5 5-7 0,5-5-2 0,0 0-4 16,0 0 0-16,0 0-2 0,0 0-1 16,0 0-1-16,0 0-1 0,0 0 7 0,0 0-2 0,0 0 2 15,4 11-4-15,-4-11 2 0,7 4 0 0,-7-4 3 16,9 6 3-16,-4-4 4 0,2 0-1 0,-1 1 6 15,2-1-3-15,2 1-3 0,-1 0 4 0,4 0-1 16,-2 0-1-16,1-2-11 0,2 3-18 16,-1-1-12-16,1 1-30 0,-1 0-28 0,3 1-36 0,-3 0-117 15,-4 2-257-15,0-4 114 0</inkml:trace>
  <inkml:trace contextRef="#ctx0" brushRef="#br0" timeOffset="-151931.46">17141 5951 39 0,'0'0'93'15,"0"0"-12"-15,0 0-4 0,0 0-4 0,0 0-9 16,0 0-1-16,18-8-19 0,-7 6-20 0,1-1-20 16,1 1-26-16,1 0-22 0,-1-1-39 0,1 1-90 15,-3 0 41-15</inkml:trace>
  <inkml:trace contextRef="#ctx0" brushRef="#br0" timeOffset="-103866.65">14061 5132 4 0,'0'0'22'16,"0"0"-2"-16,0 0 1 0,0 0-5 0,0 0-7 16,0 0 8-16,0 0-4 0,0 0 0 0,0 0-2 15,0 0 0-15,0 0-4 0,0 0 0 0,0 0 1 16,0 0-7-16,0 0 5 0,0 0-1 0,0 0-2 15,0 0 5-15,0 0 1 0,0 0 4 16,0 0-4-16,0 0 0 0,0 0 2 0,0 0-5 0,0 0 7 16,0 0-7-16,0 0 6 0,0 0-1 0,0 0-3 15,0 0-2-15,0 0 1 0,0 0-3 16,0 0 2-16,0 0-5 0,0 0 1 0,0 0 2 16,0 0 0-16,0 0-5 0,0 0-6 0,0 0-10 15,0 0-2-15,0 0-7 0,0 0 1 0,0 0-17 16,0 0-45-16,0 0 20 0</inkml:trace>
  <inkml:trace contextRef="#ctx0" brushRef="#br0" timeOffset="-94486">16713 6296 5 0,'0'0'45'16,"0"0"-1"-16,0 0-9 0,-1-13 1 0,1 13-6 0,0 0 2 16,0 0-11-16,0 0 1 0,0 0-5 0,0 0 3 15,0 0-9-15,0 0-2 0,0 0 2 0,0 0 2 16,0 0-6-16,0 0-2 0,0 0 4 15,7 27 1-15,-5-22-3 0,-1 2-2 0,1-1-2 16,0 2 5-16,2 2 0 0,-3 1 1 0,1 2 7 0,1 2-1 16,1-1-1-16,-4-3 0 0,2 4-3 0,-2 2 0 15,0 0 1-15,0 0 2 0,0 0 0 16,-1 0 3-16,1 0-9 0,-1-2 1 0,-2 2 7 0,3 1-1 16,-1 0 1-16,1 0 5 0,0-2-2 15,-1 2-4-15,-1 0-2 0,2 0-5 0,-1-1 0 16,1 1-2-16,0-1 5 0,-2-2 0 0,2-2 1 0,0-13-3 15,-2 23 1-15,2-12-8 0,0-11 6 16,3 18-3-16,-3-18 4 0,0 16-4 0,0-16 2 16,0 0 0-16,0 15-7 0,0-15-1 0,0 0 5 15,0 0 6-15,0 0 3 0,0 13 1 0,0-13 3 16,0 0 8-16,0 0 10 0,0 0-11 0,0 0-3 0,0 0 0 16,0 0-3-16,0 0-4 0,0 0 2 0,0 0-11 15,-5-44-1-15,2 25-2 0,3 0 4 0,-2-6 2 16,2 1-5-16,0-4-3 0,0 4-1 15,-2-2 0-15,1 1-5 0,1 6 11 0,0-6-13 16,-3-1 9-16,2 2 2 0,-1 4 4 0,0-5-9 16,0-2-4-16,-2 8 13 0,2-8-5 0,0 0-4 0,1 2 1 15,-2-2 6-15,3 1-8 0,-2-3-7 0,3 1 1 16,-2 1 1-16,0-2 20 0,3 3-15 16,-1-5-5-16,1 6 9 0,-2-2-4 0,2 1 13 15,1 0-16-15,-2 6 7 0,0-5-12 0,2 6 9 16,-1 3-1-16,0-2-7 0,-2 0 20 0,2 2-16 0,-1 0 9 15,1 0-10-15,-1 3 11 0,-1 2-4 0,0 0-5 16,-1 1 4-16,1 10-2 0,0-14-5 0,0 7 7 16,0 7-4-16,0-11 1 0,0 11 2 15,-2-11-2-15,2 11 1 0,2-8 3 0,-2 8 7 16,0 0-10-16,-2-10 3 0,2 10-6 0,0 0 3 16,0 0-5-16,-1-8 12 0,1 8-5 0,0 0-6 15,0 0 6-15,0 0-1 0,0 0-4 0,0 0 1 16,0 0 3-16,0 0 20 0,0 0-25 0,0 0 0 15,0 0 1-15,8 19-3 0,-8-9 2 0,1 1 5 16,2 4 0-16,-3 3 3 0,-2 2 2 0,0-1-5 16,1 8-1-16,-1-1-1 0,2 0 5 0,-1-1 2 0,0 3-4 15,1 1 5-15,0 2-4 0,0 0 8 16,-2-1-4-16,5 0-5 0,-4 0 3 0,-1-1-4 0,0 1 7 16,-1-5-8-16,2 2 1 0,-4 0 5 15,4-8-4-15,-3 6 10 0,3-6-6 0,2-2 5 16,-4 0-7-16,3-1 7 0,-1-3 6 0,1 2-7 15,0-2-3-15,1 0 1 0,-1-13 3 0,-2 16-6 0,2-16 3 16,-1 15-4-16,1-15-2 0,1 11-9 0,-1-11 5 16,1 8 8-16,-1-8-3 0,0 0 7 15,0 0-9-15,0 12 5 0,0-12 1 0,0 0 6 16,0 0-1-16,0 0-3 0,0 0 13 0,0 0-11 16,0 0 3-16,0 0-4 0,0 0 6 0,0 0-7 0,0 0 3 15,-2-34-2-15,2 17-4 0,-2-1-11 0,4-7 15 16,-2 0-4-16,0-2-8 0,1-1 1 0,-1-1 2 15,-1-1-2-15,1-2 13 0,1-3-9 16,-1 1 0-16,2-13-3 0,-3 12 3 0,4-12 0 16,-2 13-16-16,0 1 9 0,-1-2 9 0,3 2-8 15,-2-2 2-15,-1 6-3 0,1-3 3 0,2 5 2 0,-3 1 4 16,0 0-5-16,-3 7 6 0,6 2-1 16,-2 0-7-16,-2 1 2 0,1 3-1 0,1 2-2 15,0-1 5-15,1 1-2 0,-2 2 1 0,1-1 4 16,0 1-5-16,-1 9 1 0,0-12-2 0,3 7-2 15,-3 5 0-15,0 0 7 0,0-10-2 0,0 10 2 0,0 0 4 16,0 0-8-16,2-8-1 0,-2 8-7 16,0 0 12-16,0 0-6 0,0 0 1 0,0 0 0 15,0 0-4-15,2 27 1 0,-2-14 0 0,1-1 5 16,1 7-4-16,0 0 4 0,0 4 6 0,-2 4 10 16,2-2-17-16,-1 3 9 0,-2-1-3 0,1 2-8 15,1 0 4-15,-2 1-10 0,1 0 16 0,1 3-8 0,-1-4 7 16,-1 0-7-16,1 1 4 0,2 1 9 0,-1-1-1 15,1 0-6-15,-2-3 2 0,1 1-3 16,-2-2-2-16,1-2 3 0,0 2 1 0,-2-7 4 16,2-2-6-16,-1 7 10 0,0-6-10 0,2-3-12 15,-3 1 17-15,2-5-7 0,0 0 4 0,0-11 4 16,-2 15-9-16,2-4 12 0,0-11-10 0,0 0-1 16,-1 13 9-16,1-13-18 0,0 0 6 0,-1 10 14 15,1-10-8-15,0 0 3 0,0 0 5 0,-3 9-8 16,3-9 10-16,0 0-4 0,0 0 0 0,0 0-3 15,0 0 11-15,-18-19-16 0,15 10 5 0,-3-1-2 16,3 0 0-16,-3-6 2 0,2-1-5 0,1-1-1 16,-4 0 5-16,4-6-4 0,-1-2-10 0,1 0 14 15,1-1-6-15,-1 2-6 0,3-3-1 0,-1 3 0 16,-1-3-1-16,1 1 1 0,0 0 6 0,1 0-7 16,1 0-3-16,0 6 10 0,-2 2-6 0,0-1 2 15,1 2 5-15,0-2 10 0,0 4-17 0,-1 0 7 0,-1 5-5 16,2 1 1-16,-1 0 2 0,1 3-6 15,0 7 9-15,0-12-8 0,0 12-6 0,0-9 9 16,0 9-1-16,0 0 0 0,-1-9-5 0,1 9 4 16,0 0-8-16,0 0 6 0,0 0-2 0,0 0 8 15,0 0-2-15,0 0-7 0,0 0 3 0,0 0 0 16,6 30-1-16,-5-13 11 0,1 1-1 0,-1 6-6 16,0 1 3-16,-1 3-3 0,-1 4 3 0,1-1 3 15,-1 0-6-15,-1 1 2 0,1-1 2 0,-1-1 6 16,0 0 4-16,1 1-5 0,-3-2-1 0,2-3 4 15,2 0-15-15,-2-7 14 0,0-1 1 0,2 1-2 16,-1-1 2-16,-1 2-3 0,0-4 2 0,3 0-5 16,-1-3 6-16,0-1-6 0,0-1 8 0,0 1-9 0,-1-3 3 15,1-9 3-15,-2 18-2 0,2-12 2 16,0-6-9-16,0 0 5 0,0 16 5 0,0-16-4 16,-1 6 14-16,1-6-13 0,0 0 1 0,0 0 5 15,0 0-4-15,0 0-8 0,0 0 4 0,0 0-1 16,0 0 10-16,0 0-6 0,0 0-6 0,0 0 8 0,0 0-3 15,-5-45 1-15,4 26 5 0,1-7-11 16,0 0-4-16,0-3 7 0,1-3-7 0,-2 0 6 16,2-1 1-16,0-2-9 0,1 1 23 0,1-13-15 15,-3 15 1-15,3-2-2 0,-2 2-5 0,-1-2-5 16,3 1 8-16,-2 4-5 0,0 0 3 0,2 3 10 16,1 1-19-16,-2 6 10 0,-2 2-2 0,2 0 8 15,-2 6-10-15,0-2 6 0,2 6-2 0,-2-1 6 16,0 8-18-16,0-11 10 0,0 11 6 0,0-10-1 15,0 10-3-15,1-7-2 0,-1 7 10 0,0 0-13 16,0 0-5-16,0 0 6 0,0 0-7 0,0 0 6 16,0 0 0-16,0 0 0 0,6 28 0 0,-5-10 1 15,1 1 12-15,2 8-6 0,-4 1 1 0,2 2 4 16,-1 2-2-16,1 3-7 0,-2 0 1 0,0 11 0 16,2-11 4-16,-1 0 4 0,3 0-1 0,-3-1 1 15,0 1 3-15,-1-1-4 0,1 0 2 0,1 0 2 16,2-1 1-16,0-1-3 0,-2-2-1 0,1-2 0 15,1-1 5-15,-1-1 0 0,1 1-3 0,-3-9-1 16,2 1-1-16,-2-2 1 0,0-1-3 0,2 2 8 16,-3-6-9-16,1-1 2 0,1 0-7 0,-1-1 6 15,-1-10 4-15,2 17-2 0,0-10-4 0,-2-7 7 16,1 12-6-16,-1-12 0 0,0 0 3 0,0 0 13 16,1 11-3-16,-1-11 5 0,0 0-3 0,0 0-3 15,0 0 4-15,0 0-2 0,0 0-4 0,0 0 1 16,-28-29-6-16,19 16 1 0,3-5-11 0,-4-6 10 15,2-1-4-15,0-1 9 0,2-1-2 0,1-4-8 16,0-1 0-16,2 0 6 0,2-4-4 0,0 1-5 16,-2-11-2-16,2 11-1 0,2-1 3 0,0-11 16 15,2 14-16-15,-1-3-7 0,1 4 4 0,1-3 1 16,-2 4 1-16,1 1-1 0,1 5-3 0,-3 6 14 16,0 0-9-16,2 3-3 0,-1 3 3 0,-2 4-3 15,3 2 4-15,-2 0-4 0,-1 7-4 0,2-11-5 16,-2 11 3-16,2-8-4 0,-2 8-3 0,0 0 7 15,0 0-3-15,0 0-1 0,0 0 4 0,13 23 4 16,-11-7 0-16,1 3 2 0,-2 7 3 0,-1 4-5 16,2 4 11-16,0 12 4 0,-2-10-10 0,-1 10 10 15,1-10-14-15,-3 9 7 0,2-9-2 0,1-4 5 16,-1 1-7-16,-1 0 7 0,0-4-2 0,0 0 0 16,1 0 6-16,1-4-5 0,-1 2-8 0,0-8 9 15,-1 1-1-15,2-1 4 0,-2 0-1 0,1-2 0 16,-1 1-3-16,1-1 2 0,0-5-1 0,0-1 0 15,-1 0 6-15,2-11-10 0,-2 17 13 0,0-10 8 16,2-7-24-16,0 0 7 0,-1 16-3 0,1-16 14 16,0 0-2-16,-2 9 16 0,2-9-16 0,0 0 2 15,0 0-1-15,0 0 1 0,0 0 1 0,0 0-7 16,-22-26 6-16,18 14-8 0,-1-5 0 0,-3-2-1 16,2 0-6-16,-2-7-3 0,4-2 8 0,-1-1-8 15,0-2 3-15,2-1 14 0,2 0-23 0,1-3-5 16,0 2-5-16,1-3 5 0,2 0 4 0,0 1-2 15,-1 0 4-15,2 1-6 0,0 2 1 0,1 1 7 16,1 6-4-16,-3 5-2 0,1 2 1 0,-3 4 6 16,0 5 0-16,2-1-2 0,-3 10-4 0,1-13-6 15,-1 13-5-15,3-7-2 0,-3 7 22 0,0 0-19 16,0 0 7-16,0 0-5 0,0 0 6 0,0 0 3 16,14 36 1-16,-10-19-2 0,-1 8 2 0,1 6 4 15,-1 2 3-15,-2 2-7 0,0 9 10 0,-1-9-1 16,2-1 2-16,-1 2 8 0,0-2-14 0,-1-1 1 15,2-3 2-15,-2-3 3 0,2-2-4 0,-1-4 12 16,1-4-15-16,-2-1 10 0,0 0-10 0,0-4 4 16,1 0 7-16,1-2-2 0,-2-10-4 0,3 14 2 15,-3-14-4-15,0 14 6 0,0-14-3 0,1 8-1 16,-1-8 2-16,0 0 2 0,0 0-5 0,0 0-1 16,0 0-9-16,0 0-8 0,0 0 8 0,-14-19-15 15,10 5-3-15,-1-4 2 0,0-1-5 0,-1-7-13 16,-1-1-45-16,1-3-97 0,-2-2 43 0</inkml:trace>
  <inkml:trace contextRef="#ctx0" brushRef="#br0" timeOffset="-83554">11284 5159 8 0,'0'0'7'0,"0"0"-6"0,0 0 7 0,7-4-4 0,-7 4 4 15,0 0-2-15,5-5-1 0,-5 5 1 0,0 0 1 16,0 0 0-16,0 0 2 0,5-5-4 16,-5 5 3-16,0 0-7 0,0 0 2 0,9-3 4 15,-9 3 4-15,6-4-7 0,-6 4-10 0,5-4 12 16,-5 4-4-16,0 0 1 0,7-5-4 0,-7 5 4 15,6-4-2-15,-6 4 2 0,4-5 0 0,-4 5 8 0,9-5-16 16,-9 5 3-16,5-5 4 0,-5 5 0 16,0 0-4-16,6-4 7 0,-6 4-4 0,0 0-3 15,7-4 0-15,-7 4 2 0,0 0-1 0,7-4 2 16,-7 4-1-16,6-5 0 0,-6 5-2 0,6-4 3 16,-6 4 3-16,5-3-7 0,-5 3 3 0,6-2 2 0,-6 2-2 15,0 0 4-15,7-5 0 0,-7 5-2 0,0 0-3 16,6-4 0-16,-6 4 2 0,0 0-2 0,9-3 3 15,-9 3-2-15,7-5-3 0,-7 5 0 16,7-3 0-16,-7 3 3 0,8-4 1 0,-8 4-2 16,10-4 4-16,-10 4-5 0,7-3 4 0,-7 3-2 15,5-3 5-15,-5 3-1 0,7-2-4 0,-7 2 1 16,10-2 6-16,-10 2-8 0,6-4 3 0,-6 4 3 16,7-2-4-16,-7 2-1 0,9-4-1 0,-9 4-2 15,9-5 9-15,-5 3-2 0,-4 2 0 0,0 0 1 16,9-4 1-16,-9 4-3 0,0 0-1 0,9-2-4 15,-9 2 10-15,10-4 1 0,-10 4 5 0,10-5-6 0,-3 2-5 16,3-1 2-16,-2-1 1 0,1 1-3 16,-2 1 4-16,3-4-2 0,-1 4-4 0,-1-3-5 15,1 3 5-15,-2 0 5 0,0-1-2 0,0 1 0 16,4-3-2-16,0 0 0 0,-3 3 1 0,2-2-5 16,1 0 3-16,0 1 2 0,-2-1-7 0,1 0 7 15,1 1-2-15,0 1 4 0,-5 1 0 0,3-2-9 0,0 1 5 16,0 0-1-16,-2 0-1 0,4-1-2 15,-1 0 4-15,-3 2-2 0,1-1 0 0,-2-1 3 16,5-1 1-16,-1 2-4 0,-3 1 5 0,2-2-4 16,0 0 2-16,0 2-1 0,0-3 2 0,1 2-5 15,0-1 3-15,-5 1-1 0,3 0 0 0,2 0-1 16,0 0 2-16,1 0-1 0,-1-1 3 0,1 1-3 16,-2-1 1-16,4-1 1 0,-3 1-11 0,3 0 5 15,-1 0 6-15,-1 0 1 0,3 0 8 0,-2 1-10 16,0-1-3-16,1-1-2 0,-2 3 8 0,1-4-4 15,-1 3 3-15,-1-1-3 0,2 0 0 0,-1 0 0 16,1 3-7-16,-3-3 2 0,-1 0 1 0,1 0 6 0,1 3 2 16,-2-2-5-16,2 0 3 0,-1 3-4 0,-3-3 5 15,1 1-3-15,-7 2-3 0,15-5 4 16,-9 2-3-16,1 2 5 0,-1-2 1 0,-6 3-6 16,14-2 4-16,-8-1-3 0,-1 0 2 0,-5 3-4 15,12-1 6-15,-4 0-5 0,-8 1 1 0,13-2 3 16,-6 0-5-16,-7 2 4 0,12-4 0 0,-6 3 1 15,1-1-9-15,-7 2 8 0,13-3 0 0,-6 0 1 16,-7 3 1-16,13-1-3 0,-8-2 5 0,-5 3 0 16,13-2-2-16,-6 0-2 0,-7 2 0 0,11-2-3 15,-11 2 1-15,14-1 0 0,-9-2-1 0,-5 3 3 16,12-1-2-16,-4-1 1 0,-8 2 2 0,11-1-2 16,-5-2-8-16,-6 3 9 0,14 0 1 0,-7-2-3 15,0 1 4-15,1 0-6 0,2-2 12 0,-2 2-12 16,-1 0-1-16,2 0 3 0,-9 1 4 0,18-2 2 15,-7 0-5-15,-3 1-1 0,3 0 5 0,1 0-3 16,1-1-3-16,-1 2 0 0,-1 0 0 0,1-2 2 16,-3 1 2-16,1-1-4 0,1 2 1 0,-1-1 5 15,2 0-2-15,-1-1-1 0,2 0 3 0,-3 2-4 16,3 0 4-16,-2-2-2 0,1 1-5 0,0 0 3 16,-2 1 2-16,1-1-1 0,0 0-2 0,1 1 1 15,-1-2 0-15,0 2-1 0,2-1 2 0,0 1 3 16,-1 0-2-16,-1-1 4 0,0 1-3 0,1 0-8 15,-1-2-2-15,0 2 5 0,1-1 1 0,1 1 2 16,-2 0 1-16,0 0-1 0,2 0-2 0,-3 0 4 16,1 0 3-16,-2 1-11 0,3-2 4 0,-2 1 2 15,1-1-3-15,1 1 4 0,-3-1 0 0,2 1 1 16,-2-1-8-16,0 1 5 0,-9 0-2 0,18-1 3 16,-11 2-2-16,-7-1-1 0,15-1 0 0,-5 1-3 15,-3-1 6-15,-7 1 0 0,15 1 0 0,-6 0 3 16,-2 0 2-16,2-1 0 0,-1 1-4 0,-8-1-7 15,14 0 1-15,-3 0 8 0,1 1-8 0,-3 0-2 16,1 1 5-16,-3-1 6 0,5 0-7 0,-5 1 4 16,3-1 1-16,-10-1-5 0,19-1 6 0,-11 2-8 15,0-1 12-15,3 0-5 0,-3 1-5 0,-8-1 2 16,15 1-1-16,-7-2 4 0,-8 1 0 0,19 1-1 16,-11-1-1-16,-1 0-3 0,2 1 1 0,0 1 2 15,-9-2 2-15,17 0-2 0,-12 0-1 0,5 0 3 16,-10 0-4-16,11 0-4 0,-11 0 9 0,13 1-3 15,-6-1-5-15,-7 0 6 0,13 0-5 0,-6 1 2 16,-7-1 6-16,14 2-5 0,-6-2 1 0,-8 0 2 16,11 0-2-16,-3 0 0 0,-8 0-3 0,11 0 3 15,-5 1-1-15,-6-1 3 0,12 0-4 0,-12 0-1 16,9 1-2-16,-9-1 3 0,8 0 1 0,-8 0 2 16,0 0-2-16,14-1 6 0,-14 1 2 0,9-1-8 15,-9 1-2-15,13 0 1 0,-13 0 1 0,10 0 0 16,-10 0-2-16,9-2-1 0,-9 2 4 0,12 0 6 15,-12 0-10-15,10 0 2 0,-10 0 2 0,9 0-4 16,-9 0 0-16,7 0 7 0,-7 0-9 0,8 2 2 16,-8-2 2-16,8 2 4 0,-8-2 6 0,0 0-7 15,6 2-2-15,-6-2 0 0,0 0 1 0,9 1-5 16,-9-1 0-16,0 0-3 0,0 0 10 0,6 4-2 16,-6-4 0-16,0 0-3 0,0 0 3 0,0 0-5 15,6 2-6-15,-6-2 7 0,0 0 5 0,0 0-6 16,0 0 5-16,0 0-4 0,0 0 4 0,0 0-1 15,0 0-1-15,0 0 5 0,0 0-3 0,0 0-1 16,0 0-2-16,0 0 2 0,0 0 0 0,0 0 2 16,0 0-6-16,6 5 5 0,-6-5-2 0,0 0-1 15,0 0 5-15,0 0-8 0,0 0 8 0,0 0-4 16,0 0 2-16,0 0 3 0,0 0 2 0,0 0 4 16,0 0 1-16,0 0 2 0,0 0 2 0,0 0-6 15,0 0 1-15,0 0 2 0,0 0-5 0,0 0 5 16,0 0-1-16,0 0-5 0,0 0 3 0,0 0-7 15,0 0 7-15,0 0-2 0,0 0 4 0,0 0-9 16,0 0 2-16,0 0-10 0,0 0 10 0,0 0-25 16,0 0-10-16,0 0-8 0,0 0-31 0,0 0-76 15,0 0 35-15</inkml:trace>
  <inkml:trace contextRef="#ctx0" brushRef="#br0" timeOffset="-82241.3">13300 4481 3 0,'0'0'39'0,"0"0"1"15,0 0-6-15,0 0 2 0,0 0-12 0,0 0 8 16,0 0-5-16,0 0-2 0,0 0-4 0,0 0 5 15,0 0-1-15,0 0-2 0,0 0 10 0,0 0-5 16,0 0-3-16,0 0-3 0,0 0-6 0,0 0 19 16,0 0-17-16,0 0-1 0,0 0-3 0,0 0-4 15,0 0 2-15,0 0-1 0,0 0-6 0,0 0 2 16,0 0-2-16,0 0-4 0,0 0 0 16,0 0-2-16,0 0 5 0,0 0-4 0,0 0 5 0,0 0-4 15,0 0-6-15,0 0 5 0,0 0-3 0,0 0 3 16,0 0 0-16,0 0-3 0,24 8 3 0,-19-6 1 15,-5-2-2-15,6 4 12 0,-6-4-21 0,11 3-2 16,-5 0 13-16,-6-3 1 0,10 2-1 0,-5 1-6 16,-1-1 0-16,2 1 3 0,-6-3 0 0,13 3 4 15,-5-2 0-15,1 1-2 0,1 0 6 0,-2-2 1 16,-1 1-6-16,5 0-4 0,-4 1 1 0,3-1 2 16,-2 2 1-16,3-2 5 0,-4 1-4 0,1 0-1 15,-1 0-5-15,0-2 0 0,-1 2 4 0,-7-2 0 16,12 3 1-16,-6-1-7 0,-6-2 6 0,13 3-1 15,-8 0 0-15,-5-3 0 0,12 3 4 0,-6-3 0 16,-6 0 0-16,11 5-1 0,-5-1-5 0,2-2 1 16,-2 0 2-16,-6-2 3 0,9 6-4 0,-3-3 7 15,0 0-8-15,-6-3 4 0,11 4 0 0,-9-1-4 16,-2-3-1-16,9 3 3 0,-9-3-2 0,4 3 3 16,-4-3-4-16,8 3 0 0,-8-3 4 0,6 4 0 15,-6-4 5-15,9 3-7 0,-9-3-1 0,11 3 7 16,-6-2-2-16,1 3-3 0,-6-4 3 0,9 3 0 15,-4 1-2-15,-5-4-2 0,9 5 5 0,-4-3-5 16,-5-2 6-16,8 5-5 0,-3 0-2 0,-1-1 6 16,0 0 0-16,-4-4-7 0,10 5 5 0,-4-1 0 15,-1 1 3-15,1-2-1 0,0-1-1 0,0 2-6 16,-6-4 4-16,13 5 3 0,-6-2 1 0,-2-1-3 16,-5-2-4-16,11 5 2 0,-5-3-3 0,-6-2-6 15,7 5 8-15,-1-3 2 0,-6-2 2 0,4 6-1 16,-4-6-4-16,6 4 9 0,-6-4-6 0,0 0-1 15,4 3-2-15,-4-3 2 0,0 0 4 0,1 7-5 16,-1-7 7-16,0 0-1 0,0 0-3 0,0 0 4 16,0 0-1-16,0 0 5 0,2 7-6 0,-2-7-3 15,0 0-1-15,0 0 5 0,0 0-5 0,0 0-2 16,-7 9 12-16,7-9-10 0,-8 3-2 0,8-3 6 16,-8 5 4-16,4-3-6 0,-3 1 8 0,1 0-11 15,6-3-1-15,-12 6 4 0,5-3 0 0,-1-1-1 16,-1 1 3-16,1-1-1 0,-2 2 2 0,1 3-1 15,-3-1-5-15,1-2 6 0,-5 4-8 0,7-2 4 16,-4-1-6-16,-1 1 11 0,1 0-11 0,4-1 6 16,-2 2 10-16,-2-1-4 0,3-2-5 0,1 3 1 15,0-2-3-15,-1 2-6 0,2-2 7 0,1 1-3 16,-1 1-4-16,1 1 8 0,-2-3-4 0,0 1 9 16,5-1-3-16,-3-1-3 0,0 3-1 0,2-4 3 15,1 1 4-15,4-4-7 0,-9 8 4 0,5-6-5 16,-4 2 7-16,8-4 5 0,-6 4-8 0,6-4 0 15,0 0-4-15,-5 6 2 0,5-6 1 0,0 0 1 16,0 0-3-16,-4 4 6 0,4-4-2 16,0 0-2-16,0 0 1 0,0 0 2 0,0 0-7 0,0 0-1 15,0 0 6-15,0 0 0 0,0 0 1 0,0 0-8 16,0 0 1-16,0 0 2 0,0 0-1 0,0 0 2 16,-6 4-10-16,6-4-14 0,0 0-4 0,0 0-11 15,-5 5-7-15,5-5-7 0,-7 8-52 0,2-5-112 16,-1 4 49-16</inkml:trace>
  <inkml:trace contextRef="#ctx0" brushRef="#br0" timeOffset="-66032.21">15642 5818 23 0,'0'0'32'0,"0"0"-8"0,0 0 3 16,0 0 0-16,0 0 3 0,0 0-10 15,0 0 6-15,0 0-4 0,0 0-1 0,25-5 0 16,-16 2-4-16,3 1-3 0,1 0 5 0,-2 0-9 15,5 0 6-15,-4-1-6 0,2 0-2 0,3-1 1 0,-5 3 1 16,2-1 1-16,-3-2 0 0,2 2 1 0,-3 1-2 16,0-1-4-16,0 1 0 0,-2 0 4 0,-8 1 0 15,12-1-8-15,-12 1 5 0,11-3 0 16,-11 3-7-16,0 0 6 0,8-2 0 0,-8 2 1 16,0 0 0-16,0 0-4 0,0 0 10 0,0 0-4 15,0 0-6-15,0 0 14 0,0 0-12 0,0 0 1 16,0 0-2-16,0 0-1 0,0 0-2 0,0 0 1 0,-28 0-7 15,19 1 5-15,-3-1-2 0,3 1 3 16,-1 0-5-16,-1 1 8 0,2 0-3 0,-3-1 19 16,1 1-13-16,-1-1 2 0,1 2-3 0,-2 0-2 15,0-1-11-15,2-1-6 0,0 2 13 0,1 1-3 0,0-4 0 16,2 0 3-16,8 0 1 0,-14 2-4 16,14-2 7-16,-11 0-4 0,11 0 2 0,-8 1-2 15,8-1-4-15,0 0 5 0,-9 0 1 0,9 0 1 16,0 0 1-16,0 0-5 0,0 0 3 0,0 0-2 15,0 0 3-15,0 0-7 0,0 0 8 0,0 0 0 16,0 0-3-16,0 0 3 0,33-9 0 0,-22 5 5 0,3 0-15 16,-2 1 10-16,5-1 2 0,-4 0-5 0,3 0-6 15,-3 1 9-15,-1-1-1 0,2 0-6 16,-3 0 2-16,3 0 9 0,-3 0-4 0,-2 2-2 16,-1 1 4-16,0-1-2 0,-8 2-8 0,12-3 7 15,-6 1-3-15,-6 2-1 0,9-3 2 0,-9 3 3 16,0 0 2-16,9-2-8 0,-9 2 6 0,0 0-6 15,0 0 3-15,0 0 2 0,0 0 3 0,0 0-9 0,0 0 3 16,0 0-4-16,0 0 0 0,0 0 11 16,0 0-7-16,-26 6-1 0,16-2-1 0,-3-1 5 15,2 1-5-15,-6 0 5 0,2 0-5 0,-3 2 6 16,0-2-6-16,-1-1 2 0,5 1 0 0,0 0 1 16,1-3 2-16,-1 2-4 0,4 0 4 0,-1-1-3 15,1 0 5-15,3-2-2 0,7 0-6 0,-11 3-1 16,11-3 10-16,-10 3-7 0,10-3 3 0,0 0-4 15,-7 1 14-15,7-1-11 0,0 0 0 0,0 0-10 16,0 0 11-16,0 0-3 0,0 0 3 0,29-7-2 16,-11 7-1-16,0-6 4 0,1 2 0 0,0-1 2 15,-1 1-2-15,4 0-2 0,-1-1 16 0,0 1-12 16,-2-2-5-16,-1 2 2 0,-2 0-1 0,-3 0 5 16,1 1-2-16,-3 1-5 0,-1-3 14 0,-3 4-18 15,0-2-2-15,-7 3 8 0,11-3-1 0,-11 3 4 16,9-2 1-16,-9 2-6 0,0 0 3 0,7-2-5 15,-7 2 4-15,0 0-5 0,0 0 6 0,0 0 2 16,0 0 2-16,0 0-2 0,0 0-5 0,-28 6 2 16,19-5-1-16,-5 3 6 0,-1 3-5 0,-2-2-5 15,-3 0 2-15,-1 0 1 0,0 0 3 0,0 2 2 16,3-3-1-16,0-1-8 0,1 2-1 0,6-1 9 16,-1-1-7-16,2-2 5 0,2 1-7 0,1 0 6 15,7-2 9-15,-11 2-7 0,11-2-5 0,-6 0 2 16,6 0 2-16,0 0-12 0,0 0 16 0,0 0-4 15,0 0-4-15,0 0 4 0,0 0-1 0,29-4 0 16,-18 1 1-16,1 0 8 0,5-1-9 0,-4 1 5 16,2 1-1-16,2-4-1 0,-3 5-1 0,-1-3-4 15,2 1 9-15,-4 0-5 0,1 0-3 0,-1 0 1 16,-4 1 1-16,-1 1 3 0,-6 1-3 0,12-3 2 16,-12 3-3-16,7-3 1 0,-7 3 0 0,0 0-3 15,8 0-2-15,-8 0 4 0,0 0-1 0,0 0 2 16,0 0-3-16,0 0 5 0,0 0-5 0,0 0 5 15,-29 11 10-15,18-9-19 0,0 2 9 0,-2 0-1 16,0 0 4-16,-5 0 0 0,3 2-3 0,0-2-4 16,2-1-4-16,2-1 8 0,-1 1-1 0,6-1 4 15,-3 0-11-15,9-2 6 0,-11 3 2 0,6-2-6 16,5-1 4-16,0 0 8 0,0 0-5 0,0 0-10 16,0 0 5-16,0 0 7 0,0 0-6 0,0 0-2 15,26-6 7-15,-15 2-2 0,1 1 2 0,2 1-5 16,3-4 5-16,-1 1 0 0,1 1-2 0,-4-2 3 15,-2 4-12-15,-1-2 7 0,-1 0-1 0,-2 2 20 16,-7 2-15-16,11-2-5 0,-6 1-5 0,-5 1 2 16,8-3-1-16,-8 3-9 0,0 0 2 0,0 0-15 15,0 0-10-15,0 0-11 0,9 4-5 0,-9-4-8 16,0 0-43-16,0 0-113 0,-16 12 50 0</inkml:trace>
  <inkml:trace contextRef="#ctx0" brushRef="#br0" timeOffset="-52907.68">14815 5103 2 0,'7'2'3'0,"1"0"-2"0,3 0-1 0,-1 0-1 16,0 2 7-16,1 0-9 0,0 0 4 0,2 0 5 15,-1 3-4-15,5-2 0 0,-3 3-6 0,4 2 4 16,-4-1-3-16,1 0-2 0,-2 2 0 0</inkml:trace>
  <inkml:trace contextRef="#ctx0" brushRef="#br0" timeOffset="-51289.7">16838 6231 21 0,'18'0'47'0,"3"0"-6"0,0 0-6 0,7 0-2 0,2 0-11 16,-3 0-7-16,-6-2-4 0,1 2-8 15,0-2-4-15,0 0-15 0,-2 1-4 0,0-1-13 0,-3 1-34 16,1-2 16-16</inkml:trace>
  <inkml:trace contextRef="#ctx0" brushRef="#br0" timeOffset="86913.93">5699 10503 25 0,'-2'-15'158'0,"2"5"-17"16,-1 4-11-16,-2-2 7 0,2-1-21 0,-2 1-1 16,3 8-3-16,-4-14-5 0,3 8-8 0,1 6-17 15,-6-10-3-15,3 4-11 0,3 6-8 0,-5-8-3 16,5 8-10-16,-4-6-1 0,4 6-1 0,0 0-11 16,0 0-4-16,-6-3 2 0,6 3-11 0,0 0 0 15,-17 9-7-15,9-3 4 0,2 5-4 16,-7 1 0-16,2 5-7 0,-6 3-1 0,2 5 2 0,-2-2-5 15,2 3 9-15,0 3-8 0,-1 2 0 0,1 1-1 16,3 0 2-16,1 0 1 0,1-2-2 0,1 3 4 16,1-1-2-16,3-3-3 0,4 0 2 0,-3-2-12 15,4 1 10-15,2-2-2 0,5-1 9 0,-1-1-11 16,-1-5 1-16,3-2 0 0,1 0-4 0,1-3-2 16,2-2-3-16,2-1 1 0,0-3 6 0,1-1-7 15,2 0-5-15,1-4 9 0,-2 0-6 0,3-6 2 16,2 0-5-16,-3-4 4 0,6-5-5 0,2-2 11 15,0-3-6-15,-3 1 6 0,-2-3-2 0,-2-4 1 16,-2 1-5-16,-1-1 10 0,-4-4-2 0,-2 1-2 16,-5 0 1-16,-4-3-3 0,-3 3 1 0,-7 1 2 15,-3 1-4-15,-1-2 12 0,-3 3-11 0,-2-2 6 16,-2 3 5-16,-3 3 1 0,-3 0-4 0,3 5 2 16,-1-1 2-16,-1 1-4 0,6 7-4 0,0 1 4 15,-1 0 2-15,-1 4-6 0,3 1 2 0,3 1-2 16,2 1-15-16,-1 3-16 0,4 1-16 0,-4 4-15 0,4 1-24 15,2 3-19-15,2-1-20 0,2 4-84 0,0 1-230 16,5 2 102-16</inkml:trace>
  <inkml:trace contextRef="#ctx0" brushRef="#br0" timeOffset="87309.97">5988 10794 100 0,'7'3'109'0,"-1"5"-8"0,-1 1 4 0,0 1-7 0,0 1 0 15,2 5-2-15,-5 0-15 0,-1-1-5 16,2 2 0-16,-2-2-8 0,-1 2-6 0,0 0-6 0,0-3-3 16,-1-3-1-16,1 0-3 0,-1-1-5 0,-1 0-14 15,1-3 4-15,0 1-2 0,1-8-2 0,-1 9-1 16,1-9 14-16,-3 11 4 0,3-11 15 15,0 0-10-15,0 0-7 0,0 0-4 0,0 0-6 0,0 0-1 16,0 0-3-16,0 0-4 0,-10-28-2 0,10 18-4 16,0-6-4-16,3-1-2 0,-1 0-12 0,2-1-2 15,3 0 0-15,-1-1-7 0,1 1-6 0,2 0 13 16,3 3-7-16,-2-1-3 0,0 0 1 0,2 2 3 16,-1 2 1-16,-2 6-1 0,3 0-3 0,-3-2 3 15,1 4 2-15,1-1 0 0,0 5-3 0,0 1 1 16,-2 3 3-16,1 0-5 0,2 2 2 0,-2 2 2 15,2 5-5-15,-1-2-16 0,-2 2-13 0,0 2-8 16,-3 3-15-16,2-4-35 0,-2 4-24 0,-1-1-16 16,1 2-92-16,-3-1-243 0,4-1 107 0</inkml:trace>
  <inkml:trace contextRef="#ctx0" brushRef="#br0" timeOffset="88959.8">7163 10719 30 0,'0'0'85'16,"-13"-2"-10"-16,4 0-6 0,-1 4 1 0,-2-4-5 15,2 2-1-15,-3 3 4 0,2 1-9 0,0 1 4 16,-5 3-12-16,4-1-7 0,-2 2 1 0,2 4-2 0,-1 1 1 16,0 2 2-16,-2 4-3 0,3-1-8 15,1 2 0-15,2 3 5 0,0 1-12 0,4-1 1 16,2-5-6-16,2 0 1 0,2 1-6 0,-1-1-1 16,3-1-1-16,1-1 3 0,1-2-12 0,5-2 10 0,-1 1-1 15,-1-4-2-15,7-1-13 0,-5-2 10 0,0-3-8 16,3-1 3-16,0-1 1 0,-1-2 4 15,5-2-4-15,-3-1 7 0,3-4-2 0,-4 0-11 16,-1-3 6-16,1-2 1 0,-1-1-2 0,-1-3 8 0,1 2 3 16,-3-10-3-16,-3 6-5 0,2 1 19 0,-6 0-9 15,2 0-6-15,-3-2 3 0,1 2 2 16,-2-1 2-16,-2-3-2 0,2 6-10 0,-1-2 12 16,1 2 2-16,-2 3 4 0,2 3 2 0,-2 1 5 0,2 8-3 15,0-10-3-15,0 10-7 0,-1-7-3 0,1 7-2 16,0 0 1-16,0 0-5 0,0 0 0 0,8 26 0 15,-7-14-5-15,3 1 2 0,-2 6 0 0,3 5 0 16,1 1 0-16,-1-5 2 0,2 5-4 0,1-2-12 16,-2-6-22-16,5 7-17 0,-1-8-20 0,-1-1-22 15,2 0-16-15,1-2-24 0,2 1-118 0,-1-4-266 16,1 0 117-16</inkml:trace>
  <inkml:trace contextRef="#ctx0" brushRef="#br0" timeOffset="89192.71">7648 10755 146 0,'-7'-4'147'0,"-4"4"-10"0,0 3-4 0,-4 4-10 16,-3 3-6-16,1-3-5 0,-5 11-8 0,1 2-3 15,3 1-2-15,0 4-15 0,2 0-5 0,5-2-7 16,1 0-6-16,6-3-10 0,1-1-5 0,6-1 0 15,0-1-8-15,3-1-7 0,8 0-14 0,0-1-19 16,10 0-20-16,1-1-30 0,0-5-21 0,5-1-20 16,3-4-3-16,0-3-27 0,1-2-108 0,0 0-245 15,0-5 110-15</inkml:trace>
  <inkml:trace contextRef="#ctx0" brushRef="#br0" timeOffset="89405.54">8062 10783 47 0,'-2'-8'179'0,"-3"1"-12"16,0 3-2-16,0-1-21 0,5 5-13 0,-11-3-9 16,11 3-5-16,-16 9-7 0,7 1-8 0,-3 6-4 15,0 0-6-15,-3 7-18 0,3 2-4 0,3 1-7 16,2 0-4-16,3-1-4 0,3-1-7 0,2 1-1 16,2-6-14-16,3 0-17 0,2-2-18 0,3 1-15 15,1-4-25-15,3-1-10 0,1 0-9 0,3-4-9 16,-1-2-25-16,2-3-3 0,1-1-16 0,1-2 1 0,-1-3-14 15,2 0-65-15,-2-2-207 0,-1-2 92 16</inkml:trace>
  <inkml:trace contextRef="#ctx0" brushRef="#br0" timeOffset="89690.09">8274 11050 311 0,'11'-14'0'0,"-3"-2"4"0,0 0 18 15,-4-1-2-15,0 1 28 0,0 4 10 0,-3 1 14 0,0 0 12 16,-2 1 11-16,-1 1-20 0,2 9 18 0,-6-11 0 16,4 5 10-16,2 6-19 0,-9-5-8 0,9 5 1 15,-8 0-2-15,8 0-7 0,-10 11-4 0,6-4-1 16,-3 5-10-16,3-2-3 0,0 5-7 0,1-2 0 15,2 4-4-15,1-1-4 0,3-2-1 0,-1 2-3 16,5-1-4-16,0-4-1 0,1-1-7 0,5 2 0 16,-2-5 0-16,1-2 2 0,7-1-4 0,-1-1-2 15,1-3-4-15,1-2 3 0,-3-3-1 0,3 0-2 16,-3-2-3-16,2-4 1 0,-2 0 1 0,-3 0-4 16,-1-4 4-16,-2 2-2 0,-3-1-3 0,-3 3-1 15,-1-5 0-15,-4-1 3 0,-1 0-3 0,-6 1-3 16,-2 1-1-16,-1 0-2 0,-1-2-4 0,-1 6-5 15,-2 0-3-15,4 6-10 0,-4-2-14 0,2 2-22 16,-2 3-24-16,0 0-5 0,1 2-22 0,1 2-21 16,0 3-26-16,2 1-88 0,1 1-266 0,4-2 118 15</inkml:trace>
  <inkml:trace contextRef="#ctx0" brushRef="#br0" timeOffset="90021.86">8701 10830 41 0,'0'0'166'0,"0"0"-13"16,0 0-2-16,0 0-4 0,0 0-12 0,0 0-11 15,0 0-11-15,0 0-3 0,-15 21-5 0,15-12-12 16,0 2-7-16,1-3-10 0,2 4-6 0,0 0-10 16,0-2-1-16,4 0-6 0,0-1-2 0,1 2-7 15,2-5-1-15,2 1-2 0,-3-3-6 0,2 0-6 16,3-3-5-16,-1 2-6 0,0-4-3 0,-2-1 1 15,2-1-9-15,-1 1-6 0,-1-5 3 0,1 0-2 0,-3 0 1 16,0-3-3-16,-3 0 3 0,1-1-1 0,-1-1-4 16,-1-2 2-16,-1-1-1 0,0 5-1 15,-3-2 2-15,1 2 3 0,0 5 2 0,-2 5 0 16,0-11 1-16,0 11-7 0,0 0 0 0,0 0 1 0,0 0 0 16,0 0 1-16,0 0 1 0,0 0 4 15,-7 32-16-15,5-14-31 0,0 0-24 0,1 0-33 0,2 1-25 16,1 2-24-16,-1-4-123 0,2 4-292 15,0-4 130-15</inkml:trace>
  <inkml:trace contextRef="#ctx0" brushRef="#br0" timeOffset="90223.98">8994 10965 61 0,'3'-15'131'0,"-1"-3"-3"0,2 0-10 15,0 0-5-15,5 3 4 0,-4-2-5 0,5 2-1 16,-3 3-9-16,0 3-7 0,2 0-12 15,-1 4-5-15,2 0-8 0,2 1-6 0,-5 6-6 0,6-2-10 16,-4 4-3-16,1 4 3 0,0 1-3 0,-1 3-11 16,-4 0-5-16,3 4 2 0,-3 1-10 0,0-1-12 15,-2 2-25-15,-3 0-19 0,1-1-29 0,-2-2-23 16,1 1-29-16,1 0-124 0,-3-6-258 16,2 0 115-16</inkml:trace>
  <inkml:trace contextRef="#ctx0" brushRef="#br0" timeOffset="90442.89">9305 10562 39 0,'0'-5'200'0,"-2"-2"-20"16,2 7-19-16,0 0-19 0,0 0-6 0,0 0-7 15,0 0-4-15,8 24-11 0,-5-5 0 0,-2 12-11 16,1-1-6-16,1 3-9 0,-4 2-9 0,3-2-9 15,-2-1-3-15,0 4-9 0,0-4-1 0,1 1-15 16,-1-1-26-16,0-6-20 0,3 3-43 0,0-5-39 0,-3 0-25 16,1-5-45-16,-2-3-114 0,-1-3-291 15,1-3 130-15</inkml:trace>
  <inkml:trace contextRef="#ctx0" brushRef="#br0" timeOffset="90599.3">9229 10736 36 0,'5'-3'124'0,"-5"3"-11"0,20-5-23 0,-3 5-33 16,2-1-44-16,1 2-86 0,1 3-77 0,0 0 34 16</inkml:trace>
  <inkml:trace contextRef="#ctx0" brushRef="#br0" timeOffset="91287.77">9964 10755 101 0,'-17'6'176'0,"10"0"-23"0,-2 2-2 0,0 7-8 0,0 0-9 15,2 3-14-15,-3 6-13 0,7-3-13 0,0 4-4 16,3-1-5-16,0-6-12 0,6 6-5 0,1 0-9 15,3-7-11-15,0-3 7 0,5-1-6 0,0-3-3 16,2 0-7-16,1-3-5 0,4-3 4 0,0 0-5 16,5-7 0-16,-9 2-6 0,-2-2-1 0,1-2-2 15,-5 0-3-15,0-1-1 0,-2-3-7 16,-1 0-3-16,-4-2 6 0,-2-3-2 0,-3 1-6 0,-1-3-2 16,-6 0-1-16,-4-2-2 0,1 2 3 0,-11-8-2 15,-1 5-5-15,-3-2 4 0,2 1-5 0,-3 3 4 16,3 2 12-16,3 1-13 0,2 5 4 0,2 3 4 15,4 3-1-15,2-2 0 0,2 3-3 0,0-2-6 16,8 4 0-16,-10 0 1 0,10 0 0 0,0 0-2 16,-4 7 5-16,4-7-1 0,0 0 3 0,19 15-1 15,-3-8-2-15,3 0 2 0,9-2 1 0,6-7 0 16,-2 5-3-16,4-4 0 0,0-1-6 0,-3-1 0 16,3-4 2-16,-3-2-4 0,0 0 0 0,-6-1-1 15,-1-3 2-15,-3-1 3 0,-4 3-3 0,-5-1 5 16,0-3-5-16,-2 3 3 0,-5-5 4 0,0 3 5 15,-5-2 0-15,2 0 0 0,-1 1-1 0,-3 2 2 16,-2 3 12-16,1 0 11 0,0 3-1 0,1 7 3 0,-5-12-13 16,5 12-1-16,-3-9-2 0,3 9-3 15,0 0-3-15,0 0 1 0,-8 28-1 0,6-2 5 16,-2 8 2-16,0 12 3 0,-1 3 6 0,1 2 3 0,3-2-5 16,0 4 1-16,1 0-3 0,1-3-1 0,2-5-2 15,3 1-3-15,-1-12-1 0,-1 2 1 0,2-4-4 16,1 3-11-16,0-2-23 0,-2-4-28 0,1 0-36 15,-3 2-58-15,1-10-36 0,0-2-195 0,0 6-403 16,-4-8 179-16</inkml:trace>
  <inkml:trace contextRef="#ctx0" brushRef="#br0" timeOffset="91458.4">10338 10965 171 0,'6'-7'172'0,"1"0"-20"0,6 2-18 16,6-2-21-16,8 0-38 0,4 2-42 0,2 1-40 15,5 1-42-15,1 2-84 0,0 1-143 0,10-2 64 16</inkml:trace>
  <inkml:trace contextRef="#ctx0" brushRef="#br0" timeOffset="92269.87">11495 10803 153 0,'-6'-9'166'0,"-3"5"-2"0,-5 0-8 0,-4 0-6 15,-4 2-7-15,-9 2-10 0,2 0-5 0,0 5-13 16,1 1-11-16,1 2-10 0,0 3-9 0,4 2-4 15,0 3-8-15,6-3-8 0,4 0-7 0,1 0-4 16,0 3-4-16,5 0-5 0,3-4-5 0,2-1-3 16,4 1-3-16,0-1 0 0,6 1-6 0,-3-1-3 15,9 0 0-15,-4-2-4 0,8-3 3 0,0 0-4 0,4 0-3 16,1-4-3-16,5-6 2 0,1-1-4 16,0-1 3-16,-3-1-1 0,-1-3-4 0,-5 2-3 15,5-6 5-15,-10 3-1 0,-1-2-1 0,-3-2-5 16,0-1 2-16,-3 0-2 0,-1-2 2 0,-1-7-3 0,-3 0 1 15,-1-4 2-15,-2 3-5 0,-1-1 1 0,-2 0 1 16,2 0-1-16,-1 1 0 0,-2 1 2 0,0-1-2 16,-2 0-1-16,2 7 6 0,-1 0-7 15,-1 0 2-15,3 2 2 0,0 4 4 0,2 3 2 0,-3 0 0 16,3 3 0-16,1 7-4 0,-4-12-4 0,4 12 0 16,0 0-4-16,0 0 1 0,0 0-2 15,0 0 2-15,0 0-1 0,10 35-2 0,-5-12 3 16,0 3 3-16,1 4 2 0,-1 3-5 0,1 0 3 0,-1 1 0 15,1 1-1-15,0-1 0 0,-2-1-1 0,2-1 1 16,0-1 1-16,3 0-2 0,-1-7 4 0,2 0-1 16,-4-7-2-16,3 0-2 0,-2-3 4 0,4 1-2 15,-1-3 3-15,-2-3-2 0,4-2 1 0,-3 0 2 16,1-2-4-16,1-2 1 0,-1-2 1 0,0-1-1 16,2-3 1-16,-3 1 0 0,2-4 1 0,1-1-6 15,-4 0 3-15,6-5 1 0,-7 1-5 0,2-2 0 16,-3-3-4-16,1 0 1 0,-2 0-3 0,-2-1 1 15,-2-2-1-15,0 0 0 0,-1 0 2 0,-1 2 0 16,1 0 2-16,-1 5 1 0,1 1 2 0,-1 0 1 16,-1 4 1-16,2 7-5 0,-5-13-1 0,5 13 1 0,0 0-1 15,0 0 3-15,0 0-1 0,0 0 0 16,0 0 1-16,-2 30 2 0,-1-15 0 0,2 2 1 16,1-1-5-16,1 2 4 0,2 0-4 0,1-1-14 15,1-2-24-15,0 1-21 0,1-4-19 0,3 5-30 16,-2-8-36-16,1 1-45 0,2 0-125 0,-2-2-344 15,1-2 153-15</inkml:trace>
  <inkml:trace contextRef="#ctx0" brushRef="#br0" timeOffset="92454.21">11794 10565 1742 0,'-8'-16'25'0,"-2"-1"59"0,4 1-31 15,1 3-23-15,-3 4-13 0,3 0-6 0,0 2-6 16,1 2-6-16,4 5-18 0,-4-9-10 16,4 9-9-16,0 0-20 0,0 0-10 0,0 0-30 0,0 0-33 15,24 3-124-15,-16 1-275 0,6 0 123 0</inkml:trace>
  <inkml:trace contextRef="#ctx0" brushRef="#br0" timeOffset="93527.45">12052 10717 143 0,'0'0'132'0,"0"0"-22"0,0 0-4 16,0 0-13-16,0 0-2 0,0 0 4 0,0 38-2 0,0-20 4 16,-2 6-11-16,2 3-9 0,-2 1-4 0,0 1-10 15,-1 0-5-15,2-2-5 0,0 0-1 16,1-1-10-16,1-7 2 0,-1 1-7 0,0 5-8 0,4-6 3 16,-4-4-8-16,4-2 3 0,-3-1-5 0,0-3-5 15,1 1 4-15,0-3-7 0,2-1 0 0,-4 0 7 16,0-6 19-16,2 6 6 0,-2-6-1 0,0 0 4 15,0 0-10-15,0 0 0 0,0 0-5 0,2-25-3 16,-2 9-5-16,-2-3 0 0,2-6-2 0,-2-3-3 16,2 1-5-16,-4-5-2 0,8 1 2 0,-2-1-4 15,0 0-1-15,5-15 1 0,0 1-2 0,-1 12-3 16,8-12 1-16,-3 14-5 0,5 0-5 0,-3 2-1 16,3 1 4-16,-1 6-6 0,0-1-4 0,-4 10-8 15,-1 0-14-15,-2 8-35 0,0-3-27 0,-4 5-13 16,1 1-9-16,-5 3-16 0,0 0-2 0,14 13-14 15,-14-2-93-15,0 1-260 0,0 4 115 0</inkml:trace>
  <inkml:trace contextRef="#ctx0" brushRef="#br0" timeOffset="93909.63">12079 10890 53 0,'5'4'110'0,"3"-2"-15"16,2 1-10-16,3-2 7 0,5 0-8 0,5-2-1 15,-3 1 2-15,9-3-19 0,0 1 0 0,-6 0-6 0,-3 2-2 16,0 0-7-16,-1 0-29 0,-2-2 18 0,-1 4 5 16,-5 0-14-16,1-3 6 0,-1 4-4 15,-2 1-1-15,0-1-8 0,0 3 13 0,-2 1 2 16,1 2 7-16,-1-2-4 0,-2 6 9 0,-1-1-4 0,-3 2 1 16,3 3-8-16,-4 1 2 0,0-2-7 0,0 0-6 15,2 3-9-15,-2-4 5 0,2 0-2 0,-2-6 2 16,0 3-3-16,0-5 0 0,0-7-6 0,0 12-3 15,2-7 2-15,-2-5 1 0,0 8 8 0,0-8 9 16,0 0-1-16,0 0 3 0,0 0-6 0,0 0-1 16,0 0-6-16,0 0-5 0,3-38 5 15,-3 22-4-15,0-3-4 0,0-6-2 0,1 1-1 16,-2-3 4-16,0 2-5 0,-1-3-4 0,2-4-1 0,2 2-8 16,0-4-1-16,4 1 5 0,0 0-9 0,3 0-11 15,-4-1-3-15,6 6-10 0,-2 0-5 0,0 3-2 16,3 9-14-16,-4 2-23 0,-1 3-21 0,2 2-22 15,2 4-17-15,-4 3-130 0,-1 1-288 0,-6 1 127 16</inkml:trace>
  <inkml:trace contextRef="#ctx0" brushRef="#br0" timeOffset="94521.89">12774 11058 62 0,'7'-2'153'16,"-1"-3"-22"-16,1-2-7 0,2 0-6 0,-2-2-11 16,-1 1-4-16,6-7-11 0,-5 4-7 0,-3-4-7 15,2 0 0-15,-1-1-5 0,-1 1-5 0,-2-1 8 16,-2 4 0-16,0 1-3 0,-2 0 8 0,0-1-4 16,0 1-9-16,-5 3 0 0,1-1-10 0,0 6-10 15,0-1 3-15,-1 1-10 0,7 3-6 0,-13-3-2 16,2 5-7-16,0 2-1 0,2 2 1 0,-3 6-6 15,1 2-4-15,5 1 1 0,-3 2-2 0,4-2-1 16,0 5 2-16,5 4-4 0,3 1-1 0,-1-8-4 0,5 1 5 16,0-1-5-16,1 0 2 0,3-3-2 15,-3-4 2-15,7 1-4 0,-1-2 3 0,3 1-3 16,0-4-2-16,0-2 1 0,4 1-1 0,-6-3 0 16,5 0 2-16,-1-2-3 0,-2-3 5 0,-3-1-2 0,4-1 2 15,-2-2-7-15,-1-1 3 0,-1 1 2 0,-1-3-1 16,-3-1-3-16,3-2 4 0,-5 4-4 15,4-4-1-15,-5 3-1 0,-1-1-1 0,5-3 4 16,-5 5 1-16,0 1-3 0,1 1 0 0,-3 1-2 0,-2 0 0 16,-2 6 1-16,10-6-1 0,-4 5 1 0,-6 1-2 15,9 1 0-15,-9-1 3 0,18 3-3 16,-9 0 2-16,0 0 0 0,5 1-2 0,-3 1 2 16,0-1 2-16,0-1-2 0,3-1 2 0,4 2 1 0,-5-2-1 15,3 0 0-15,-1-2 2 0,-1 0-2 0,-3-2 0 16,2 0 1-16,-1-1-3 0,-1-1 3 0,-2-1 1 15,0-2-9-15,0 0 7 0,-2-2 2 0,-1 0-3 16,0 0 1-16,-4-1 1 0,0 1 2 0,-2-2-2 16,-2-1-5-16,0 2 7 0,-1-1-6 0,-2-1 2 15,1 3 0-15,-1 1-2 0,1 0 5 0,0 1-3 16,4 7 0-16,-5-8-5 0,5 8-1 0,-9-3-1 16,9 3 3-16,0 0-5 0,-16 17 3 0,12-6-21 15,-2 6-25-15,0 2-29 0,-2 5-28 0,7-5-18 16,-1 0-20-16,2 0-16 0,3 0-111 0,1-1-297 15,6-2 133-15</inkml:trace>
  <inkml:trace contextRef="#ctx0" brushRef="#br0" timeOffset="94732.46">13578 10994 73 0,'0'-11'126'0,"4"-1"5"15,-2-6 2-15,1 2-19 0,1 1 5 0,0 3 4 16,2-3-3-16,0 5-12 0,-1-3-2 0,1 3-9 15,1 2-7-15,2 3-6 0,0-2-11 0,2 5-6 16,-4 1-12-16,-7 1 3 0,18 2-9 0,-9 3-6 0,0 2 0 16,-2 2-2-16,3 0-1 0,-5-1-9 15,2 4-10-15,-2 1-24 0,1 1-14 0,-1 1-19 16,1 0-29-16,0-3-22 0,-2 0-31 0,0 2-32 16,0-1-96-16,1-3-265 0,-1 0 119 0</inkml:trace>
  <inkml:trace contextRef="#ctx0" brushRef="#br0" timeOffset="94971.67">13895 10624 108 0,'-1'-17'229'0,"-1"4"0"0,0 4-5 0,2-1-23 15,-2 3-27-15,2 7-19 0,0 0-14 0,0 0-9 0,0 0-4 16,0 0-2-16,9 23-6 0,-5-6-7 0,-2 11-10 15,1 1-3-15,-1 2-13 0,-4 0-5 16,-1 3-9-16,-1-1-7 0,2-1-6 0,-1 2-4 0,-3-3-6 16,2 0-21-16,3-4-23 0,-1 1-19 0,2-4-27 15,0-3-33-15,0-1-30 0,3-1-26 0,-1-2-32 16,0-4-21-16,2-1-167 0,-1-1-378 0,-1-4 168 16</inkml:trace>
  <inkml:trace contextRef="#ctx0" brushRef="#br0" timeOffset="95207.95">13816 10842 148 0,'0'-10'147'0,"0"4"-13"0,5-1-15 0,-1 2-9 16,3-2-7-16,5 0-4 0,3 1-11 0,7-1-12 16,-4 2-5-16,5 1-9 0,-3 3-4 0,9-1-5 15,-2 4-9-15,-7-4 2 0,0 4-10 0,-2-1 4 16,0 3-3-16,1 2 1 0,-7 0 1 0,-2 0-5 15,1 1-2-15,-2 2 0 0,-2 1-5 0,-1 0 3 16,0 5-1-16,-4-2-7 0,-1 1 2 0,-1 3-6 16,-3 0-21-16,2-2-19 0,-4 1-32 0,3 0-22 15,-1-2-34-15,-1-1-40 0,0-2-81 0,4 0-249 16,-2-1 111-16</inkml:trace>
  <inkml:trace contextRef="#ctx0" brushRef="#br0" timeOffset="95732.5">14501 10745 4 0,'-9'0'181'0,"-4"0"-2"0,3 2 2 0,-5 2 0 0,-1 0-5 15,-2 3-10-15,0 2-11 0,-6 3-8 16,8 1-11-16,0 0-14 0,2 1-10 0,4 0-11 15,1 2-8-15,-1 0-11 0,6 1-9 0,3-4-8 16,2 2-4-16,0-3-2 0,2 1-9 0,5-3-11 16,0 0-17-16,3-2-7 0,5 0-12 0,2-2-15 15,0-3 0-15,-5-2-10 0,1-1 1 0,2-3-1 0,-2-1 2 16,-2-1 4-16,3-3 1 0,-5 2-2 16,-3-3 3-16,4 2 4 0,-4-4 3 0,-2 2-1 0,-3-1-3 15,0-2 8-15,2-1 3 0,-4 3-3 0,0 1 11 16,0 9 9-16,-2-14 3 0,0 9 3 0,2 5 8 15,-3-10 0-15,3 10-7 0,-2-7-3 0,2 7-2 16,0 0 1-16,0 0-5 0,0 0 2 0,0 0 2 16,-6 24-1-16,6-13 0 0,0-1 0 0,2 6-2 15,0-5-15-15,3-1-19 0,1 2-17 16,2 2-24-16,4-1-32 0,1-3-33 0,2-3-32 0,4-1-30 16,0-2-124-16,2-4-336 0,0-3 150 0</inkml:trace>
  <inkml:trace contextRef="#ctx0" brushRef="#br0" timeOffset="95933.83">14846 10550 126 0,'-1'-13'228'0,"-1"2"7"0,2 2-3 0,-1 3-23 16,1 6-22-16,-1-8-20 0,1 8-17 0,0 0-9 15,0 0-7-15,0 0-1 0,-3 33-8 0,-1-7-7 16,4 2-13-16,0 1-12 0,-1 2-10 0,0 3-2 15,1 2-10-15,-2-3-9 0,4 0-14 0,-1 0-32 16,-1-1-40-16,-3 4-57 0,1-1-44 0,1-6-53 16,-2 5-212-16,3-6-422 0,-2 1 187 0</inkml:trace>
  <inkml:trace contextRef="#ctx0" brushRef="#br0" timeOffset="97206.84">15712 10805 87 0,'-6'-14'182'0,"-1"1"-9"16,0 7-10-16,-3-3-5 0,-3 2-9 0,0 2-6 15,-3 0-15-15,-2 4-7 0,1 1-18 0,-1 6-8 16,0 4-7-16,-4 4-9 0,1 3-8 0,3 1-4 15,-1 5-10-15,3-1-7 0,5 1-5 0,3-4-2 16,3 1-8-16,4-1-3 0,-3-1 0 0,10 0-5 16,1-1 0-16,2-2-2 0,3 1-3 0,2-3-2 15,6-3-3-15,-2 0-6 0,2-4 5 0,2-3-7 16,-2-2-3-16,1-1-2 0,6-5 3 0,-5 1-5 16,-2-4 1-16,3-5 0 0,-7 2 0 0,1-1-5 15,-4-4 2-15,2-5 1 0,-6 4 2 0,-4 0-2 16,3-10-1-16,-5 0 2 0,-1 0-4 0,-2-2 0 15,0-1 2-15,-3 3 0 0,2-3 3 0,-2 1-1 0,2 0 0 16,-4 0-2-16,3 3 0 0,-1-2 0 0,-1 3 3 16,3 6 3-16,0 1 6 0,-1 5 7 15,2 1 4-15,-1 3-3 0,1 9-5 0,-1-11-4 16,1 11 0-16,0 0-7 0,0 0 2 0,0 0-1 0,0 0 4 16,-2 39-4-16,0-10-1 0,-2 3 2 15,4 0 1-15,-3 15 0 0,3-13-3 0,-2 12 5 0,4-11-5 16,1-2 0-16,2-1 0 0,0 1-1 0,3-4 1 15,0-1 0-15,4-3-6 0,0-2 7 0,3-3 1 16,-3-4-1-16,2-1-2 0,-2-4-1 0,5-1 1 16,-3-2-1-16,3-4 2 0,-4-1-1 15,3 0-3-15,2-6-3 0,1 0 6 0,-2-4-7 16,-2-2-4-16,1-1-3 0,0-3 3 0,-4-2-3 0,-3-2-7 16,3-4-1-16,-5 3 0 0,-5-1-2 0,2-8 3 15,-2 1 3-15,-4 2 1 0,-2-2 3 0,3 9-2 16,-1 1 5-16,-5-2 5 0,2 8-2 0,-1 3 8 15,-2-3 0-15,0 7-4 0,2 2 3 0,6 1 2 16,-18 4 8-16,5 8 0 0,-1 1 1 0,4 2 2 16,-3 6-7-16,2 3 5 0,2 0-3 0,4-1 3 15,3 4-5-15,4-2-8 0,4 1-24 0,2-7-14 16,4 5-26-16,1-3-24 0,0-5-20 0,10 0-14 16,1-2-5-16,0 0-4 0,2-6-3 0,-5-1 5 15,0-3 7-15,1 1-4 0,-1-4 11 0,0 1 16 16,1-4 5-16,-4 1 13 0,1-3 21 0,-6 2 5 15,2-1 18-15,-3-4 8 0,-2 1 10 0,-3-1 17 16,0 0 12-16,-3-2 17 0,-2-1 10 0,0 1 4 16,-5 0 15-16,0-1 4 0,0 0 18 0,-3-1-2 15,4 1 3-15,-6 0 11 0,5-2 6 0,-1 2-3 16,1-5-9-16,0 3-3 0,1 1 3 0,2 1-7 0,0-2-6 16,1-1 6-16,2 0-12 0,2-2-5 15,1-2-3-15,4 5-9 0,-1-2-6 0,3 0-1 0,2 4-6 16,-4 2-7-16,2 1 0 0,-1 4-2 0,1 3-7 15,0 0-4-15,0 3-1 0,-2 0 6 0,2 5-4 16,-3 1 2-16,0 1 4 0,-1 3 3 16,0 3-3-16,-1-1 1 0,0 0-3 0,1 1-3 0,-3-1 0 15,0-3-1-15,2-2 1 0,-1 0-3 0,3 0 0 16,0-1-5-16,1-5 5 0,3 2-1 0,4-6-3 16,0 2-2-16,1-4-3 0,1-6-4 0,1-1-1 15,-2-1-3-15,6-5-3 0,-5-4 1 0,1 4-7 16,-7 2 8-16,0-1-2 0,-4-3 2 0,0 3-3 15,-1-1 4-15,-3-4-4 0,-4 0 5 0,2 2-2 16,-3 0 0-16,0-2-2 0,0 2 5 0,-4 4-1 16,2 2 2-16,1 1-2 0,0 3 5 0,1 7 0 15,-4-12-5-15,4 12-4 0,-5-3 3 0,5 3 1 16,0 0-1-16,-19 17-2 0,11-2 7 0,-1 2-1 16,-1 7-2-16,3-6 0 0,0 6 0 0,3-1-2 15,3-2 4-15,2-2-2 0,-1 6 1 0,4 0 3 16,-2-7-3-16,3 1 1 0,-1-1-1 0,1-1 5 15,2-1-5-15,-3-3 1 0,-1 1-2 0,3 2 3 16,-5-5 1-16,1-1-20 0,-2 1-11 0,-1-2-15 16,-1 2-22-16,-4-2-25 0,0 0-29 0,0-3-38 15,1 1-39-15,-2-2-117 0,1-1-339 0,6-4 151 16</inkml:trace>
  <inkml:trace contextRef="#ctx0" brushRef="#br0" timeOffset="97385.43">16925 10788 53 0,'0'0'160'0,"6"-3"-3"15,-6 3 6-15,0 0 7 0,13 11-2 16,-10-3-14-16,-1 5-19 0,2 3-10 0,-4 2-11 0,-1 2-15 16,1 3-6-16,-4 2-18 0,3-5-28 0,-2 5-23 15,1-5-44-15,0-3-50 0,1 0-44 0,-1 1-142 16,2-7-277-16,0 0 123 0</inkml:trace>
  <inkml:trace contextRef="#ctx0" brushRef="#br0" timeOffset="97564.46">17022 10503 16 0,'-1'-6'145'0,"1"6"-25"16,0 0-16-16,0 0-30 0,0 0-34 0,0 0-23 16,0 0-42-16,0 0-58 0,11 27-87 0,-5-18 38 15</inkml:trace>
  <inkml:trace contextRef="#ctx0" brushRef="#br0" timeOffset="97785.32">17195 10627 100 0,'0'-9'171'0,"0"9"-3"16,0 0-2-16,0-11-3 0,0 11-2 0,1-10-4 16,-1 10-19-16,0 0-8 0,0 0-15 0,0 0-13 15,0 0-1-15,0 0-1 0,0 0 6 0,10 34-8 16,-10-7-11-16,0-1-2 0,-1-1-9 0,-2 3-6 16,-3-2-11-16,1-1-3 0,1 3-7 0,-2-3-3 15,2 3-6-15,0-3-4 0,-2 0-9 0,3-5-11 0,-1-1-35 16,2-2-26-16,-1-1-34 0,-1-4-50 15,3-2-23-15,1 2-31 0,-1-2-153 0,-2-3-364 16,3-7 161-16</inkml:trace>
  <inkml:trace contextRef="#ctx0" brushRef="#br0" timeOffset="98404.2">17142 10811 4 0,'0'-11'177'16,"0"11"-17"-16,0-8-14 0,0 8-13 0,3-7-10 15,-3 7-7-15,10-3-6 0,-10 3-9 0,18-1-8 16,-5 0-10-16,-2-1-8 0,5 5-6 0,-3-3-7 16,4 2-8-16,-4 2-3 0,0 0-3 0,1-1-3 15,-1 2-7-15,-3 1 0 0,0-1 6 0,2-1-6 16,-3 3-5-16,0 0 0 0,-2 0-1 0,1 1 4 16,-3-1 7-16,0 0-12 0,2 0-3 0,-2 1-6 15,0-3 6-15,0 4-11 0,-1-4 8 0,1 3-10 16,0-3 7-16,0-2-3 0,1 2-8 0,-6-5 5 15,11 6-3-15,-6-6-1 0,-5 0 2 0,16-1 0 16,-5-1-3-16,-2-1 0 0,2-1 1 0,-2-3 3 16,0 1 5-16,-1-1 3 0,0 0-5 0,-2-3 3 15,1 1 7-15,-1 0 2 0,0-1 0 0,0 0 1 16,-1 3 7-16,-1-1 6 0,0 3-9 0,0-3-5 16,-2 3 6-16,1-4-8 0,-3 9-5 0,5-8-8 15,-5 8-3-15,0 0 5 0,0 0 0 0,0 0 1 16,0 0 5-16,12 22-3 0,-10-4 5 0,-1 6 2 15,-2 3-1-15,-1 2 0 0,0 3 2 0,-4 1 3 16,-2 14-1-16,2-12-6 0,-3 12 0 0,2-12-2 0,-3 11 0 16,1-11-5-16,-2 14 7 0,-2-2-13 15,4 0 2-15,-1 4 2 0,3-15-1 0,-1 10-2 16,2-11 1-16,0 10-4 0,2-11 0 0,-1 0-1 16,0-2 1-16,1 0 0 0,0-3-3 0,-1 1 1 0,-1-4-4 15,1-7-3-15,-4-2 0 0,4-3 3 0,0-4-2 16,-1 0-1-16,-1-3 1 0,-1-3-1 15,0-3-4-15,-2-2-8 0,-1-3 3 0,-3-4 0 0,-3-1-6 16,2-5 1-16,-3-8-2 0,-1-3-1 0,-2-2 1 16,-2-13 1-16,8 9-1 0,-6-16-3 0,7-3 3 15,5 3 3-15,4-1-4 0,4-2 0 16,4-1 5-16,5 0-4 0,7-1-1 0,5 1-3 0,8 0-2 16,9 3-6-16,19-15 0 0,-15 24-9 0,7 1-8 15,4 4-11-15,0-1-13 0,6 8-17 0,1 4-35 16,2 1-17-16,2 2-34 0,-1 3-30 0,-3 7-141 15,-4-4-370-15,-1 0 164 0</inkml:trace>
  <inkml:trace contextRef="#ctx0" brushRef="#br0" timeOffset="98536.77">18465 10824 158 0,'-9'2'175'0,"9"-2"-17"0,-8 3-13 16,8-3-22-16,-10 3-26 0,10-3-37 0,-11 3-33 15,11-3-49-15,-8 1-39 0,8-1-83 0,0 0-155 16,0 0 69-16</inkml:trace>
  <inkml:trace contextRef="#ctx0" brushRef="#br0" timeOffset="100419.86">18448 10816 182 0,'0'0'192'0,"-2"-9"-15"16,2 9-16-16,-3-8-14 0,3 8-18 0,0 0-7 16,0 0-17-16,0 0-12 0,0 0-10 0,0 0-5 15,0 0-13-15,-9 15-2 0,8-5-8 0,-3 1-2 16,6 3-4-16,-2-3-5 0,3 5-5 0,0 1-5 15,2-2 0-15,0-4-7 0,2-1-3 16,3 4-5-16,-3-6 2 0,9 3-4 0,-5-5 5 0,2 1-10 16,5-4 4-16,-1 0-4 0,2-3 2 0,-6-2-1 15,1-2 0-15,2 1-3 0,-4-2-5 0,-3 0-8 16,-3-3-1-16,-1 0-2 0,-2-2-5 0,-3 0-3 16,-3-1-8-16,-2 0-1 0,-5-5-2 0,-4 0 0 15,-3-4 1-15,-6 1 1 0,0 0 7 0,-1 2 2 16,9 3-1-16,-2 2 7 0,0-1-2 0,2 4 11 15,6 2 1-15,0 1 4 0,-2-1-7 0,6 4 2 0,-1-1-1 16,1 1-3-16,5 3 2 0,0 0-3 16,-4-6 3-16,4 6 0 0,0 0 0 0,23-3-1 15,-3 2 7-15,1-1-10 0,10-2 8 0,3 2-3 0,2-5-6 16,1 2 6-16,0-3 0 0,-2-1-1 0,-2-1-1 16,-5-1 0-16,0-1 1 0,-5 2-1 15,2-4-1-15,-9 6 0 0,-3-5 2 0,1 1-3 0,-6-2 6 16,-2-2-5-16,1 1 6 0,-5-1-2 0,-2-2 0 15,0 1 1-15,-2 0 10 0,-1 2 10 0,0 3 10 16,0 2 0-16,1-1 11 0,0 4-2 0,-1 1-8 16,3 6-7-16,-2-7-3 0,2 7-2 15,0 0 0-15,0 0-8 0,1 29 8 0,-2-1-3 0,1 5 3 16,-3 15 5-16,2 3-6 0,-2 2 2 0,2 3-2 16,1-4 0-16,0 2 2 0,1-1-2 0,3-1-3 15,-1 0 5-15,0-5-4 0,1-12-5 0,0 9-3 16,0-10 5-16,0 1-3 0,-4-2-5 0,1 1-24 15,2-2-34-15,-3-3-38 0,0 1-49 0,-2-3-54 16,-3-4-146-16,1-2-365 0,2-6 162 0</inkml:trace>
  <inkml:trace contextRef="#ctx0" brushRef="#br0" timeOffset="100598.25">18963 10904 49 0,'25'-17'153'0,"-1"1"-17"0,4 0-13 0,3 2-14 15,1 3-9-15,0-2-35 0,5 3-31 0,-3 0-35 16,2 3-21-16,1-2-33 0,-1 3-61 0,1-1-125 16,-4 2 56-16</inkml:trace>
  <inkml:trace contextRef="#ctx0" brushRef="#br0" timeOffset="101245.83">19714 10492 104 0,'-3'-17'124'0,"2"5"5"0,1 0 21 15,-1 3-9-15,-1 3 1 0,2 6-19 0,0-11-13 16,0 11-8-16,0 0 11 0,0 0-3 0,22 20 1 16,-16-2 0-16,5 7-9 0,-2 4-9 0,-1 3-2 15,-1-2-7-15,-2 5-10 0,0 0 5 0,-1 0-1 16,0-1-5-16,-2-3-4 0,1 1-10 0,-1-6-6 15,1 0-3-15,-3-8-7 0,0-1-3 0,1-2-4 16,-1-3-2-16,0-2-8 0,0-1 4 0,0-3-7 16,2 1 1-16,-2-7-3 0,0 10 0 15,0-10-1-15,0 0-1 0,0 8-3 0,0-8 1 0,0 0-3 16,0 0-2-16,0 0-3 0,0 0-7 0,9-30-2 16,-2 15 1-16,2-2-7 0,0-1-2 0,6-6 1 15,2 0-3-15,2-2-1 0,-1 4 2 0,3 0-2 16,-7 10 1-16,5-5-3 0,-4 6 5 0,-3 3-3 15,2-1 4-15,-4 4 0 0,0 1 1 0,-2 2-7 16,3 1 9-16,-2 1 0 0,2 1-3 0,-1 2 4 16,0-1-1-16,-1 1 0 0,1 4 4 0,-2-1-3 15,2-2 3-15,-1 2 0 0,1-1-2 0,-2 0-1 16,-2-3 5-16,4 3-1 0,-5-2 5 0,2 0-3 16,-7-3-2-16,10 4-4 0,-10-4 5 0,9 3 0 15,-9-3 0-15,9-1 0 0,-9 1-1 0,6-10 2 16,-4 4-1-16,-2 6-3 0,4-15 4 0,-3 4-2 15,0 0 0-15,-1 2-2 0,0 9 1 0,-1-12 0 16,1 12 0-16,-1-10-6 0,1 10-4 0,0 0 4 16,0 0 0-16,0 0 2 0,0 0 1 0,0 0-2 0,0 0 4 15,-4 27-5-15,5-15 4 0,0 1 1 16,3 3 0-16,1 1 1 0,3-2-1 0,0-1 1 16,-1-5 0-16,6 4 0 0,1-4 2 0,4-2 1 15,-1-4 2-15,2 1-3 0,0-4-1 0,1-3 2 16,-1-1-3-16,0-4-1 0,-2 1 4 0,-1-3-3 0,-1 1 3 15,-6-1-3-15,0-4 3 0,-2 0 0 0,-3 1-3 16,0-1-3-16,-2 2 6 0,-5-3-4 16,-1 2 0-16,-1-4 1 0,-5 2-1 0,2 1 0 0,-2 0-6 15,0 5-4-15,1 0-1 0,-3 4-12 16,1-1-11-16,-1 3-14 0,2 2-19 0,-4 0-15 16,2 2-19-16,0 1-18 0,0 2-18 0,3 1-31 0,0 0-147 15,3 0-341-15,6-5 150 0</inkml:trace>
  <inkml:trace contextRef="#ctx0" brushRef="#br0" timeOffset="101461.77">20616 10403 50 0,'1'-9'196'0,"2"1"-1"15,-1 3-23-15,-2 5-15 0,3-8-10 0,-3 8-9 16,0 0 2-16,0 0 0 0,8 28-8 0,-7-8-17 15,-2 13-3-15,-2 0-7 0,-2 13-12 0,0 0-7 16,-1-11-5-16,0 13-14 0,-1-2-17 0,1-12-30 16,3-3-15-16,1-1-19 0,-1 0-33 0,3-1-32 15,3-12-23-15,0 3-23 0,2-4-29 0,0 2-126 16,-1-5-304-16,0-3 135 0</inkml:trace>
  <inkml:trace contextRef="#ctx0" brushRef="#br0" timeOffset="101940.28">20700 10936 112 0,'3'-13'175'0,"-3"7"-11"0,3-1-3 16,4-3 1-16,-2 0-13 0,2 1-1 0,3-3-8 15,3-2-18-15,-1 2-7 0,0-1-12 0,3 1-4 16,-2-1-13-16,4-1-8 0,-3 1-11 0,5-4-1 16,-8 2-7-16,5 1-7 0,-3 0-7 0,-2-1 0 15,-1 1-8-15,2 0-2 0,-5-1-6 0,1 1 2 16,-4-1-5-16,-2 4-4 0,1-1-1 0,-2 1-2 15,1 4-5-15,-1 0 3 0,-1 7-6 0,0-11 2 0,0 11-6 16,0 0 1-16,-4-7-5 0,4 7 3 16,0 0-1-16,-15 14-2 0,3 0 3 0,4-3-1 15,-1 4-2-15,-1 2 0 0,5 1 0 0,3 0 2 16,0-3 0-16,5 2-4 0,2 0 5 0,4-2-4 0,2-2 0 16,1-1 2-16,3-2-7 0,2-3 0 0,2-4-11 15,0 1-6-15,3-4-5 0,-2-3 0 0,2-1-3 16,-1-1-1-16,-2-3-2 0,0 1-3 15,-1-4 8-15,-3 0 2 0,-3 0-1 0,-2-1 8 0,0 0 2 16,-3 0 0-16,-4 1 0 0,4-5 1 0,-3 0-1 16,-1-1 4-16,-1 2 4 0,-1 0-1 0,0 3 2 15,-3 0 1-15,2 1 1 0,0 11 3 0,0-12 7 16,0 12-4-16,0-10-4 0,0 10-1 0,0 0 9 16,0 0 2-16,0 0 3 0,0 0 6 0,-8 30 1 15,3-12-5-15,1 0-1 0,2 1 1 0,-4 9-1 16,2-2 1-16,3 0-5 0,-1-7 1 0,0 9-2 15,2-4 7-15,0-6-10 0,2 0-8 0,-1 1-11 16,-2 0-13-16,-1 0-32 0,-3-3-28 0,3 2-21 16,1-1-37-16,-3 0-154 0,-3-2-325 0,3-4 144 15</inkml:trace>
  <inkml:trace contextRef="#ctx0" brushRef="#br0" timeOffset="102680.33">22385 10572 12 0,'-8'-7'165'0,"-2"2"-8"0,3 0-1 16,1 3-4-16,-2 0-15 0,8 2-4 0,-18 2-14 16,8 3-10-16,-1 2-11 0,-2 3-9 0,3 5-8 15,-3 0-10-15,0 6-3 0,3-4-11 0,2 0 3 16,-1 7-10-16,5-7-2 0,2 8-9 0,2-9 2 16,2 3-7-16,2-5-1 0,1 2 0 0,2-2-7 15,4-1-3-15,0-5-1 0,-1 1-5 0,3-3-5 16,-1-2-7-16,2 0-4 0,-1-3 2 15,0 0-7-15,2-2 1 0,-3-2 0 0,1-1 3 0,-3-2 3 16,-1-1-3-16,1-1-2 0,-2-1-2 0,-1-1 2 16,-1-1 2-16,1-3 1 0,-3-2 1 0,0 0 0 15,-2 5-3-15,0-3 5 0,0-2 4 0,-1 7 7 0,1-1 6 16,-2 5 6-16,1-3 2 0,-1 8-5 16,0 0-5-16,3-9 0 0,-3 9-2 0,0 0-1 15,0 0 0-15,0 0 2 0,10 19 0 0,-8-11-3 16,2 4-4-16,0 5 5 0,1-1-8 0,-1-1 1 0,1 2-14 15,1 0-18-15,1-2-31 0,-2 1-29 0,3-2-27 16,-1-2-29-16,0-2-38 0,0 0-117 16,-2 0-317-16,3-3 140 0</inkml:trace>
  <inkml:trace contextRef="#ctx0" brushRef="#br0" timeOffset="103003.55">22735 10656 26 0,'0'0'161'16,"1"-10"-11"-16,-1 10-6 0,4-5 2 0,-4 5 2 16,0 0-11-16,0 0-3 0,0 0-1 0,8 17-12 15,-7-10-10-15,1 3-7 0,1 1-11 0,0 0-8 16,-2 0-5-16,0-1-11 0,-1-1-7 0,0-3-7 16,3 0-4-16,-3-6-3 0,1 11-7 0,0-6-2 15,-1-5-4-15,2 7-4 0,-2-7-2 0,0 0-1 16,5 5-6-16,-5-5 0 0,0 0-2 0,0 0-1 15,16-9-1-15,-7 2-4 0,1 1 1 0,-1 0-4 16,2-3 0-16,5 0 0 0,0 1-4 0,-1-1-2 16,-4 2 4-16,1 1-5 0,1 2-1 0,-3 2 0 15,4 0-3-15,-4 1 1 0,-2 1-2 0,1 2 4 16,0 3 0-16,0 2-1 0,-3 1-1 0,4 2-4 16,-2-2-12-16,-3 2-24 0,2 0-28 0,-1-1-41 0,3 1-32 15,-3 1-29-15,2-2-152 0,-2 0-347 16,4-3 153-16</inkml:trace>
  <inkml:trace contextRef="#ctx0" brushRef="#br0" timeOffset="103421.89">23354 10586 45 0,'-13'-10'185'0,"-3"2"-9"0,4 2-12 0,-1 2 0 16,-1 3-15-16,-4 2-17 0,-1 3-6 0,1 5-12 15,1-1-9-15,-1 3-7 0,3 3-9 0,-2 5-12 16,4 1-6-16,3-3-5 0,4-2-7 0,3 4-4 16,2-3-6-16,4 2 1 0,1-2-14 0,4-1-1 15,3 1-2-15,2-4-3 0,2-2-5 0,0 0-9 16,3-3-16-16,0-2-1 0,1 0-6 0,0-3-6 16,-2-4-8-16,-3-1 1 0,-1-2 0 0,-3-1 6 15,1-3-2-15,0-2 1 0,-4-2 5 0,1-6 5 16,-2 1-4-16,-1-5 1 0,-3 2-1 0,-1-7 5 15,-1 1 5-15,1-2 1 0,-1 0-1 0,-1-3 0 16,0 0 4-16,1-2-3 0,1-2-5 0,3-10 10 16,-1 11 18-16,0 4 9 0,2 1 6 0,-1 6 12 15,0 6 17-15,-3 5 13 0,2 2 2 0,-3 1-14 16,2 3-5-16,-2 7-14 0,2-6-5 0,-2 6-2 0,0 0 7 16,0 0 0-16,0 40 2 0,-4-11-3 15,0 2 0-15,-1 2-6 0,-4 2-5 0,3 11-5 16,0-13-3-16,3 2-1 0,0-2 2 0,3 13-16 15,-1-13-24-15,-1-3-38 0,2 3-41 0,3 0-65 0,2-2-55 16,-2-1-233-16,3-2-475 0,2-11 210 0</inkml:trace>
  <inkml:trace contextRef="#ctx0" brushRef="#br0" timeOffset="103939.93">24410 10764 16 0,'7'-5'151'0,"2"0"-9"16,1-4-3-16,4 0-9 0,2-4-7 0,4-3-7 15,-4 3 2-15,1 0-11 0,2-4-9 0,3-1-2 16,-8 5-13-16,0-1-3 0,0 2-8 0,-4-4-8 0,2 2-2 15,-5-1-4-15,-1 4-5 0,-3-1-7 16,0-4 1-16,-3 4 1 0,-3 0-8 0,0 0 5 16,-3 3 0-16,-4-1-3 0,1 1-1 0,-2 2 5 0,-6 1-3 15,0 2-2-15,-2 2 0 0,-1 6 6 16,1 1 0-16,-7 5 3 0,3 6-3 0,-2 1-4 16,2 2 1-16,3 2 1 0,3 1-7 0,3 3-2 15,-1-1-4-15,5-1-5 0,5-3 3 0,5 7-1 0,3-1-4 16,6 0-1-16,2-4-5 0,3-1 0 0,7-3-1 15,5 1-2-15,5-6-8 0,3 1-19 16,1-4-22-16,16 3-45 0,-14-6-44 0,-2 0-26 16,2-4-23-16,-1 0-56 0,-8-1-122 0,0-4-376 0,-5 1 167 15</inkml:trace>
  <inkml:trace contextRef="#ctx0" brushRef="#br0" timeOffset="104158.93">24828 10265 153 0,'-2'-6'214'0,"-2"1"-15"16,4 5-17-16,-3-8-15 0,3 8-19 0,-2-7-15 15,2 7-15-15,0 0-14 0,0 0-19 0,0 0-23 16,11-7-35-16,-4 7-37 0,8 0-44 0,3 0-47 15,1 1-138-15,1-1-256 0,1 0 113 0</inkml:trace>
  <inkml:trace contextRef="#ctx0" brushRef="#br0" timeOffset="104586.46">25070 10761 70 0,'0'0'182'0,"0"0"-9"0,-6-14-8 16,6 14-12-16,5-18-7 0,1 4-8 0,2-1-10 16,0-1-12-16,1 0-5 0,2-1-4 0,5-5-18 0,-5 0-7 15,3 1-6-15,-3-3-8 0,-2 8-6 0,0-2-5 16,0 3-4-16,-3-1-3 0,3 2 2 0,-4 4-2 15,-2 1 9-15,-1 3-4 0,0 0 1 16,-2 6-4-16,2-10-6 0,-2 10-5 0,0 0-6 0,0 0-3 16,0 0-1-16,-20 2-7 0,11 5-1 0,-2 0-2 15,-1 6 0-15,-1-2-10 0,1 1-2 0,2 3-5 16,5-5 0-16,-1 3 0 0,2 2-7 0,4 0-1 16,1 2-5-16,3-1 2 0,1-4 2 0,3 4-5 15,2-3 5-15,-1 1-1 0,2 0 1 0,0 0-1 16,-2-1 0-16,0-3-2 0,-4 2 5 0,3-3-3 15,-3 1-1-15,-3-3 2 0,1 1 1 0,-1 0-2 16,-2-1 2-16,0-7-4 0,-4 15 5 0,1-7-16 16,-6 1-11-16,1-3-17 0,-1 1-20 0,-1 0-27 15,-1-3-26-15,0 0-26 0,1 0-44 0,0 2-115 16,-1-5-328-16,5 2 146 0</inkml:trace>
  <inkml:trace contextRef="#ctx0" brushRef="#br0" timeOffset="106122.21">26145 10610 64 0,'0'0'196'16,"2"-11"-4"-16,2 6-8 0,-4 5-9 0,0-11-9 15,0 11-17-15,0 0-19 0,0 0-9 0,0-8-15 16,0 8-13-16,0 0-9 0,0 0-4 0,0 0 3 15,0 0-6-15,6 20-7 0,-3-11-2 0,-3 1 1 16,0 0-8-16,0 5-8 0,3-4-3 0,-1 1-7 16,-2 4-3-16,0 0-3 0,4 1-3 0,-4-3-4 15,0 3-2-15,0-1-3 0,0 1-2 0,1-4-2 16,-1 3-8-16,4-1-16 0,-4-2-20 0,0-2-28 16,0 3-27-16,0 0-35 0,0-4-20 0,-3 0-39 15,1 3-160-15,0-3-360 0,0 0 159 0</inkml:trace>
  <inkml:trace contextRef="#ctx0" brushRef="#br0" timeOffset="106551.82">26534 10791 199 0,'2'-11'209'0,"0"-2"-14"0,-2-5-5 0,4 1-12 16,-2 0-15-16,3-7-14 0,-1 5-7 0,2-5-10 16,0 5-23-16,0 3-10 0,5-1-11 0,-2 2-7 15,3-1-10-15,-1 4-9 0,5 1-4 0,-1 2-10 16,1 2-3-16,2 5-7 0,-2-1-6 0,1 4 0 16,-3 3-6-16,-1-1-2 0,4 7-2 0,-2 0-2 15,-1 0-1-15,-3 6-1 0,3-3-2 0,-4 4-2 16,-1-2-1-16,-2 4-8 0,3 0-14 0,-6-4-13 15,2 2-17-15,-3 1-15 0,1 0-25 0,-2 1-31 16,2-3-31-16,-4 1-29 0,4-1-143 0,-2-3-337 16,0-3 149-16</inkml:trace>
  <inkml:trace contextRef="#ctx0" brushRef="#br0" timeOffset="106963.99">27761 10354 10 0,'6'-8'212'0,"-2"-1"-1"0,0-1-4 16,-1 2-8-16,-1 1 1 0,-2 7-9 0,2-11-5 15,0 6-18-15,-2 5-17 0,4-6-16 0,-4 6-16 16,0 0-14-16,0 0-12 0,0 0-9 0,0 0 4 16,0 0 5-16,0 27 4 0,-4-9-3 0,4 7-6 15,-5 1-12-15,-1 5-4 0,2-3-6 0,-6 2-7 16,3 2-3-16,-1-2-6 0,-1 2-6 0,1-2-2 15,0 2-2-15,3-1-5 0,-3-1-6 0,2 0-2 16,0-1 2-16,1-2-6 0,1 0-18 0,-2-2-22 0,1-1-22 16,-2-4-23-16,3-3-41 0,-1 0-34 15,1 1-26-15,1-7-38 0,0 1-34 0,0-1-170 16,-2-2-438-16,3-3 193 0</inkml:trace>
  <inkml:trace contextRef="#ctx0" brushRef="#br0" timeOffset="107210.56">27908 10467 125 0,'15'0'148'0,"-2"1"-1"0,-3 2-5 0,2 1-2 15,-2 1-3-15,-1 2-18 0,-1 0-5 0,-2 3-4 16,-2 0-3-16,-4 0-3 0,0 2-5 0,-2-2-1 15,-3 2-8-15,-8 1-10 0,-2 2-2 0,-2-4-10 16,-10 5-7-16,1-3-4 0,-1-2-8 0,2 2-5 16,-2-3-21-16,9-2-26 0,0 1-31 0,-1-2-46 15,6-2-25-15,-1 0-46 0,-3 2-144 0,3-3-319 16,5 1 141-16</inkml:trace>
  <inkml:trace contextRef="#ctx0" brushRef="#br0" timeOffset="107357.48">28003 10632 106 0,'15'-5'138'0,"2"0"-12"16,-5 1-15-16,1 3-39 0,1-3-38 0,-1 1-43 16,-2 1-88-16,1-1-104 0,1 1 47 0</inkml:trace>
  <inkml:trace contextRef="#ctx0" brushRef="#br0" timeOffset="107723.92">28316 10494 45 0,'0'0'143'16,"0"0"-2"-16,0 0 19 0,0 0 1 0,14 10-6 16,-10-4-6-16,-2 1-5 0,-1 4-12 0,1 4-2 0,-2-3-13 15,1 4-9-15,-2-4-6 0,-2 4-10 16,2-1-7-16,1-3-1 0,-1 1-2 0,-1-2-14 15,0-3-5-15,2-2-3 0,0-6-4 0,-3 13 0 16,2-8 4-16,1-5 1 0,0 0 3 0,-3 8-4 0,3-8-7 16,0 0-7-16,0 0-3 0,0 0-3 0,0 0-4 15,-7-19-4-15,7 19-5 0,3-17-3 16,3 8-2-16,-1-7-5 0,2 2 2 0,4 0-5 16,5-6-1-16,2 1-2 0,0 0-2 0,4 4-3 0,-7 1 2 15,8-1-2-15,-5 3-3 0,-3 2 0 0,2 1-1 16,-2 2 1-16,-3 2-4 0,-1 1 1 0,-3 2 0 15,-1 2 1-15,-7 0 1 0,16 2-2 0,-11 2 1 16,-1-1-3-16,6 5 7 0,-6 0-1 0,1 2 1 16,-1-1-2-16,-3 1 4 0,0 2-4 0,1-2 6 15,-2 1-8-15,-3 2-12 0,1-1-28 0,-6 3-56 16,3-1-43-16,-2-1-54 0,-2 0-238 0,2-3-465 16,0 0 205-16</inkml:trace>
  <inkml:trace contextRef="#ctx0" brushRef="#br0" timeOffset="114537.71">29320 10558 59 0,'21'-18'146'0,"-2"0"-1"16,3 0-14-16,-2 0 10 0,-7 4-9 0,3-6-8 16,-4 5-10-16,-2-1-2 0,-1 0-8 0,-1 1-10 15,-1-2-10-15,-1 2-9 0,-5-2-5 0,-1-1-8 16,0-1-8-16,-1 2-1 0,-3-1-10 0,0 1 1 15,-1 1-6-15,-2-1-4 0,-3 5-4 0,4 1-3 16,-2 1 3-16,2 2-4 0,-3 1 1 0,-2 3-6 16,1 0-1-16,-1 2 2 0,-3 4-5 15,-2 0-11-15,1 4 11 0,-2 1-5 0,2 2 2 0,0 1-1 16,5-3-4-16,-1 3 2 0,2-1 0 0,6 1-4 16,-1 2 1-16,4 0 2 0,2-1-6 0,2 0 1 15,6 4 1-15,7 4 2 0,-1-6 0 0,10 0-1 16,2-3-3-16,-1 1 3 0,4-3-3 0,-3-1-1 15,3 0-1-15,-3-5-1 0,-7 3-1 0,1 0 1 16,-5-2-6-16,2 3 5 0,-8-4-4 0,2 3 2 0,-3-1 5 16,2 2-5-16,-3-1 2 0,-2 2-1 15,0 0 2-15,-2 3-1 0,-1-1-3 0,-2 2 3 16,2 1-1-16,-3 1 1 0,-1-3-3 0,-1 2 4 16,-3-2-4-16,3 1 6 0,0 2-4 0,1-3-1 0,0 1-1 15,1 0 6-15,0-2-1 0,7 0-1 0,0-1 2 16,1-1 2-16,2 0-2 0,-1-3-2 0,2 1 1 15,-1-3 1-15,3 0 0 0,5-4 0 0,-6 2 0 16,5-4 1-16,-1 1-3 0,-1-1 0 0,-3-3 2 16,3 0 2-16,-4-2-1 0,1-2-4 0,-1-1-1 15,-5 3-4-15,1-7 1 0,-2 1 6 16,-1-2-8-16,-1 2 6 0,-1-1-1 0,-2 0-3 0,-1-1 1 16,-1 1 2-16,0-1 4 0,-2 4-6 0,-1 1 1 15,0 1 0-15,-2 2 2 0,4 0-3 0,-2 3 1 16,-3-1-5-16,-1 1 3 0,2 3 3 0,6 3-6 0,-18 3 5 15,9 2 4-15,-1-1-1 0,2 5 4 16,-1 1-7-16,2 0 2 0,-2 6 0 0,4-2-3 16,1-1 6-16,3-1-3 0,2 4 1 0,3-1-2 15,4 0 4-15,3-2-3 0,0 2 2 0,9-5-1 16,5 3 1-16,-2-1-3 0,4-4-3 0,0-3-5 16,1 2-2-16,1-6 1 0,2 1-8 0,-2-2 8 15,1-3-1-15,-10 1 1 0,1-2-3 0,6-4 1 0,-8 2-4 16,5-5 7-16,-5 3 0 0,-1-2-2 15,-3-1 5-15,1-3-5 0,-3 2 5 0,-1-4-2 16,1 1 5-16,-1-2-3 0,-1 0 8 0,-2 0-4 16,-3 0-2-16,-2-1 1 0,0 3 10 0,-1 3 8 0,0 0 2 15,-3 1 2-15,0 3-4 0,-5-1-2 0,2 3 4 16,-1 1-3-16,4 5 0 0,-13-4-5 0,0 5-2 16,2 2-2-16,-5 3 5 0,1 3-5 0,-2 0 2 15,2 3 1-15,-2 1-2 0,6 1 4 0,1 0-6 16,-2 2-3-16,5-2 0 0,1 2 0 0,4-3 1 15,3 0 7-15,0-2-10 0,2 0 1 0,3 1-4 16,1-3 0-16,2-1-4 0,1-1 0 0,1 0-7 16,2-4-3-16,-1 1 6 0,0-1-3 0,-1-1-5 15,-1-2 10-15,-1 0 0 0,0-2 6 0,-3 1-3 16,-6 1-7-16,9-8 8 0,-6 3 2 0,3 1-1 16,-6 4 5-16,3-9 7 0,-3 9 2 0,5-9-1 15,-5 9-1-15,2-5 3 0,-2 5-7 0,3-8-2 16,-3 8 4-16,0 0-1 0,0 0-5 0,0 0 3 15,0 0 1-15,8 15-3 0,-7-4 3 0,0 1 4 16,2 2-1-16,0 4 0 0,1 1 0 0,-1 1-2 16,1 9 1-16,-3-9 3 0,3 8 2 0,-3 2-3 15,-1-2-2-15,0 0 4 0,-2-1-3 0,-2 1-1 16,0-2-2-16,-4-2 2 0,-2 1-5 0,1-2 3 0,-1 0 0 16,-2-7 0-16,1 1 2 0,-3-1-7 0,-3 3-1 15,2-6-4-15,-1 2-12 0,-1-2-8 0,2-3-22 16,-1-2-7-16,2 1-22 0,2-5-16 15,2-1-16-15,0-1-13 0,1-2-35 0,9 0-99 0,-13-7-277 16,8-1 123-16</inkml:trace>
  <inkml:trace contextRef="#ctx0" brushRef="#br0" timeOffset="114749.99">30674 10377 35 0,'3'-2'167'16,"-3"2"-7"-16,0 0-12 0,13 0 3 0,-13 0 1 16,8 10-13-16,-4-1-7 0,0 1-14 0,-2 3-12 15,-1 2-13-15,5 2-3 0,-5-1-15 0,0 0-4 16,-1 2-8-16,1-3-9 0,-2 3-24 0,0-5-28 16,1 2-31-16,0 2-32 0,1-3-37 0,-3 0-36 15,-1-5-110-15,0 1-265 0,3-10 117 0</inkml:trace>
  <inkml:trace contextRef="#ctx0" brushRef="#br0" timeOffset="114913.76">30652 10217 1410 0,'0'-30'-20'15,"0"1"40"-15,0 3-25 0,0 7 11 0,1 3 5 16,-2 5-9-16,-2 3-18 0,2 1-4 0,1 7-17 15,-5-9-20-15,5 9-18 0,-3-4-15 0,3 4-99 16,0 0-203-16,0 0 90 0</inkml:trace>
  <inkml:trace contextRef="#ctx0" brushRef="#br0" timeOffset="115476.78">30959 10362 68 0,'-7'5'160'0,"1"-1"2"16,-2 2-1-16,-1 1-6 0,0 0 1 0,1 2-13 0,2-2-14 16,-1 1-12-16,0 3-11 0,-1 0-7 0,5-2-7 15,-1 3-10-15,0-2-10 0,4 0-9 0,2 3 0 16,0-4-7-16,0 1-5 0,3-2-7 16,2 0-2-16,3-1-5 0,1-1-1 0,1 0-10 0,2-1 3 15,-2-2-7-15,1-2-1 0,0 0 2 0,-1-1-6 16,1-2 0-16,-4 0-1 0,0-3-2 15,-2-1-1-15,0-1-7 0,-5 0 2 0,1-2-6 0,-1-1 4 16,-2-1-2-16,0-2 1 0,-1 3 0 0,0-4-2 16,-1 2 1-16,2-5-3 0,0 2 0 0,2 0 1 15,0-1-3-15,0 5 0 0,1-1 2 0,1 1-3 16,2 3-6-16,0 3 6 0,3-1 0 0,0 4-5 16,1 0 8-16,3 2-5 0,-2 4 2 0,3 0-2 15,-2 2-1-15,-3 2 0 0,6 4 7 0,-3 2-1 16,-2-2 3-16,-3 4 1 0,1 0 7 0,0-2 0 15,1 0 5-15,-7-2 2 0,1 1 0 0,-1-3 1 16,0 2-4-16,-2-6 2 0,0 1 4 0,0-7 2 16,-4 11 3-16,0-7-2 0,-4 0 2 0,8-4-2 15,0 0-3-15,-12-2 1 0,12 2-2 0,-9-7-7 16,6 0 2-16,0-2-1 0,3 0 12 0,2-2 1 16,2-5-7-16,1 0-2 0,4-4-4 0,3-1 1 15,4-1-3-15,0 0-5 0,4 0 4 0,-1 3-4 16,-4 6-3-16,0 2 0 0,10-2 5 0,-7 5-8 15,-2 4 2-15,1 1-1 0,2 3 4 0,-5 1-1 16,-1 5-2-16,1 4 1 0,0 2 1 0,-4 1-2 0,-2 3 3 16,2 1-1-16,-2 6-2 0,-3 2 3 15,-3-4 1-15,2 4-11 0,-2-6-21 0,0 8-31 16,-3-3-47-16,1-6-49 0,2 1-38 0,-2-2-218 0,4 0-441 16,1-1 196-16</inkml:trace>
  <inkml:trace contextRef="#ctx0" brushRef="#br0" timeOffset="118333.78">31626 10497 25 0,'-14'3'112'0,"7"-2"-13"0,1 2-9 15,6-3-7-15,-8 3-14 0,8-3 8 0,-9 4-8 16,9-4 0-16,-5 3-4 0,5-3-4 0,0 0 3 16,0 0 0-16,0 0-4 0,0 0 2 0,0 0 5 15,0 0-2-15,0 0-1 0,0 0 2 0,0 0-4 0,0 0-3 16,26-10 5-16,-17 5-10 0,1-2-3 0,0 1 5 15,-2-2-13-15,2 1-1 0,-1-1 4 0,-1 0-10 16,2-2-7-16,-1 1 1 0,-3-1-3 16,1-1-3-16,3-4-6 0,-4 5 1 0,3-5-3 0,-1 1-2 15,-1 2 1-15,-2-5-1 0,3 4 1 16,-3 1-7-16,-1 1 1 0,0 1-2 0,1 0-3 16,-4 3 2-16,2 0 1 0,-2 2-2 0,-1 5 4 15,3-8-4-15,-3 8 0 0,0 0-6 0,1-8-2 16,-1 8 1-16,0 0 3 0,0 0-1 0,0 0-1 0,-15 14 2 15,8-5-1-15,1 2 4 0,-2-1-5 0,-1-1 1 16,0 6 0-16,2-1-1 0,-1-1 2 16,2-1 0-16,1-2 1 0,2 4 0 0,2-2-1 15,1 0-6-15,0 2-7 0,1 3 4 0,3-5-6 0,-2-1-3 16,6 0 3-16,0 0-1 0,-1 2-4 0,1-2 0 16,1-2 4-16,-1 0 7 0,-2 1-6 0,1-1-1 15,-1 1 3-15,-1-1 3 0,-3-2-3 0,0-2 2 16,-2-5 5-16,-3 12 2 0,-1-6-2 15,-1-1 3-15,-1-2 3 0,-3 2 1 0,-1 0 5 0,-2 0-3 16,1-2-1-16,-3-1 3 0,2 1-4 0,-1 1-3 16,1-1-5-16,0 0-14 0,2 0-32 0,-2 0-25 15,3-1-32-15,2 0-41 0,7-2-103 0,0 0-272 16,-16 6 121-16</inkml:trace>
  <inkml:trace contextRef="#ctx0" brushRef="#br0" timeOffset="118495.76">31989 10641 1855 0,'10'-5'36'0,"-4"4"-16"16,4-2 0-16,-10 3-10 0,9-1-9 0,-9 1 0 15,8-2 1-15,-8 2 3 0,0 0-2 0,0 0 3 16,9 3 5-16,-9-3-5 0,1 9 5 0,-1-9-5 16,-3 15-42-16,-1-6-52 0,-1 1-55 0,-3 5-145 15,-2-1-312-15,2 0 138 0</inkml:trace>
  <inkml:trace contextRef="#ctx0" brushRef="#br0" timeOffset="121331.8">6487 12021 99 0,'-7'-17'130'16,"4"3"-6"-16,0 2 1 0,2-2-10 0,-1 5 0 16,1 0 0-16,0 2-6 0,1 7-8 0,0-12-8 15,0 12-13-15,-2-7-8 0,2 7-10 0,0 0-14 16,0 0-6-16,0 0 2 0,0 0-7 0,0 0 0 16,11 19-2-16,-7-8-4 0,1 5-4 0,-3 3-2 15,2 7-2-15,-1-1 2 0,-1 4-8 0,-1-3 4 16,-1 4-3-16,-1-1-3 0,0 2 1 0,2-1-2 15,-1 0 1-15,-1 2-1 0,0-5 3 0,-1 1-7 16,2-2-2-16,-1 3-1 0,1-4-10 0,-3 0-11 16,5-5-15-16,-1-1-25 0,-1-1-14 0,1-3-18 15,1 1-22-15,-2-4-26 0,3 0-98 0,-3-2-251 16,2-3 111-16</inkml:trace>
  <inkml:trace contextRef="#ctx0" brushRef="#br0" timeOffset="121960.06">6639 12143 62 0,'16'-12'77'15,"1"0"-1"-15,-3 1-8 0,0-1-16 0,-5 3 3 16,0-1-4-16,0 2-3 0,0-1 6 15,-3 1-1-15,-2 1-4 0,0 1 1 0,-1-1 3 0,-3 7 1 16,1-13-6-16,-1 13-12 0,0-8 9 0,0 8-8 16,0 0 4-16,-1-13-17 0,1 13 0 0,0 0-11 15,0 0-2-15,0 0 21 0,0 0 3 0,1 30 14 16,-1-12-5-16,-1 7-6 0,-1 4-3 16,1 3 3-16,-2 1-2 0,2 3-6 0,-1-1 2 0,0-3-5 15,1 1-4-15,0-1-3 0,-2-1 5 0,2-2-2 16,1-3-6-16,0-2-3 0,0-5-2 0,0-2-2 15,0-7-1-15,0 1-6 0,1-2 7 0,-1-1-6 16,1-3 2-16,-1-5 4 0,2 10-3 0,0-5 1 16,-2-5 5-16,0 0-10 0,8 0-2 15,-8 0 4-15,0 0 1 0,13-12-9 0,-7 4 5 16,0-1-1-16,2-1-5 0,1-1 2 0,0 3 2 0,3-4-4 16,-2 3 3-16,1 0 4 0,3 3-2 0,-1 0-9 15,-3-1 7-15,3 4 4 0,0 2 1 0,0-2-5 16,5 3 8-16,-4 0 0 0,4 0 0 0,1 1 2 15,0-1-1-15,0 0-1 0,0 0-1 0,2 0 1 16,0-2 0-16,-3 1-1 0,1-3 0 0,1 0-4 16,-4 1 5-16,-3-2-7 0,0 1 6 0,2-6-1 15,-5 5-4-15,-2-3 3 0,-2 1 0 0,2 0-4 16,-3-4 2-16,0 1 2 0,-3-1-1 0,-1 0-2 16,-2-3 2-16,-2-2 1 0,-1 0 1 0,-1 0 1 15,-3 4 6-15,5 1 1 0,-4 1 5 0,2 4-2 16,-1-1 4-16,-3 1-3 0,2 2-1 0,0 2 1 15,7 2-4-15,-22 6 2 0,10 0 3 0,-3 7-2 0,-3 5-7 16,4-1 7-16,-1 5-11 0,2 2 4 0,5-1-23 16,5-3-31-16,3-1-30 0,5-1-24 15,2 0-30-15,7-2-40 0,2-2-87 0,8 1-275 16,7-3 122-16</inkml:trace>
  <inkml:trace contextRef="#ctx0" brushRef="#br0" timeOffset="122361.99">8061 12064 35 0,'0'0'171'0,"3"-10"-26"0,-3 10-15 0,0 0-3 16,0 0-6-16,0 0 8 0,0 0-5 0,0 0 8 15,2 35-14-15,1-10-12 0,-2 1-7 0,-2-1-10 16,1 4-5-16,0 0-13 0,0-1-2 0,0-1-8 16,-3 0-6-16,2-2-7 0,2-5-4 15,-1-1-1-15,0 1-9 0,2-2-8 0,-2-1-21 16,1 2-31-16,0-4-25 0,2-4-20 0,-2 1-26 0,3-1-18 16,-2-2-26-16,1 1-121 0,-1-1-282 0,0-3 125 15</inkml:trace>
  <inkml:trace contextRef="#ctx0" brushRef="#br0" timeOffset="122764.93">8098 12081 96 0,'9'-10'139'0,"5"-2"0"15,2 3-12-15,0 2-1 0,2 1-2 0,3 4-22 16,-2 0 1-16,-1 2-13 0,1 3-5 0,0 1-14 15,7 5-12-15,-10-3 6 0,-2 1-9 0,1 4-7 16,-4-1 1-16,-2 5-5 0,-2-5-7 0,-2 8-5 16,-3-1-3-16,-4 3-2 0,-2 6-1 0,-7-2-1 15,3-7-6-15,-1 0-3 0,-1 1-1 0,1-2-2 16,2-2-18-16,1-2-7 0,1-1-5 16,-1 1-11-16,2-5-1 0,0 2 0 0,3 0 1 0,1-2 3 15,0-7-6-15,3 11 2 0,-1-5-1 0,5 0 3 16,-1-2 10-16,3 1-5 0,4 1 8 0,-1 1-8 15,5-1 10-15,-2 2-3 0,-3-3 6 0,-1 1 5 16,1 2 8-16,-3-2-4 0,1 1 2 0,-2 0-2 16,-4 1 17-16,-1-1 5 0,0 4 11 0,-3-1 5 0,-3-1-8 15,0 1 4-15,-5 1 1 0,-5 0-5 16,-1 1 0-16,-1-2-5 0,-3 0-3 0,1-1 0 16,2-1-10-16,-3 0-12 0,1-2-14 0,1 1-32 15,4-3-21-15,1-1-20 0,1-1-24 0,-1 0-29 0,2-2-79 16,2 0-236-16,7 0 105 0</inkml:trace>
  <inkml:trace contextRef="#ctx0" brushRef="#br0" timeOffset="123042.33">8483 12446 61 0,'6'3'144'0,"-1"3"0"0,1 1-5 0,0 0-14 16,2 3-13-16,-1-3 7 0,2 1-13 0,1-1-9 15,2 0-7-15,-1-1-10 0,2-1-3 0,4-1-13 0,2-1-3 16,-2-2 1-16,2-5-9 0,-3 1 1 16,4 0-8-16,-1-3 0 0,-4-2-4 0,2-1-3 15,-3 0-7-15,0-1 5 0,-5 0-2 0,-3-1 0 16,-1 0-13-16,-2 0 4 0,-2 1 0 0,-2-2-5 0,-3 0-1 16,-2 2 3-16,0-1-3 0,-1 2-8 0,-7-2 1 15,-2 3-16-15,0-1-2 0,0 5-8 16,-1 1-19-16,-1 3-9 0,0 2-35 0,-3 0 7 15,6 4-33-15,-2 1-1 0,6-2-16 0,-2 2-135 0,5 2-274 16,-1-3 121-16</inkml:trace>
  <inkml:trace contextRef="#ctx0" brushRef="#br0" timeOffset="123277.43">8900 12155 68 0,'-2'-9'213'0,"2"0"-5"0,0 9-8 0,0-11-25 16,0 11-19-16,-1-8-18 0,1 8-15 0,0 0 7 15,0 0-5-15,10 22 0 0,-3-8-11 0,-1 5-7 16,2 9-7-16,2 1-9 0,-4-1-8 16,-1 1-11-16,0 2-8 0,2 1-2 0,-1-1-8 0,-2-1-6 15,0-4-20-15,0 2-35 0,-3 1-29 0,-2-3-40 16,1-2-43-16,1-5-30 0,-2 0-52 15,-3-2-115-15,1-3-343 0,2-4 152 0</inkml:trace>
  <inkml:trace contextRef="#ctx0" brushRef="#br0" timeOffset="123518.54">9093 12150 210 0,'0'0'209'0,"1"-7"-16"16,-1 7-11-16,0 0 12 0,0 0 0 0,16 11-16 16,-11 0-10-16,2 6-7 0,1 6-15 0,-1 2-10 15,0 2-9-15,-5 2-17 0,-2-1-8 0,1 1-8 16,-2 1-11-16,2-2-8 0,2 1-2 0,-7 0-13 16,-1-3-5-16,2 0-19 0,1-7-32 0,-2 1-26 15,-1-2-39-15,0 1-42 0,2-3-30 0,1-5-32 16,-1-1-29-16,-1-1-158 0,2-1-382 0,-1-3 169 15</inkml:trace>
  <inkml:trace contextRef="#ctx0" brushRef="#br0" timeOffset="123672.48">9058 12366 123 0,'0'0'152'16,"0"-12"-16"-16,0 12-17 0,0 0-12 0,8-4-5 15,-8 4-12-15,18 0-11 0,-7 0-50 0,11-1-24 16,-1-2-61-16,-1 2-92 0,10-1-160 0,0-1 71 0</inkml:trace>
  <inkml:trace contextRef="#ctx0" brushRef="#br0" timeOffset="124154.06">9476 12280 87 0,'0'0'127'0,"10"-4"-7"0,-3 3-7 0,-7 1-15 0,13 0-9 15,-13 0-3-15,12 0-8 0,-12 0-4 0,9 3 8 16,-1-3-12-16,-8 0 1 0,10 5-8 0,-5-1-3 16,-1 0 7-16,0 4-8 0,-3 2-6 15,-1 2 5-15,-1 3 4 0,-3 1-3 0,0 3-2 0,-2 0-6 16,-7 4-7-16,-1 1-2 0,-3 1-6 0,2-2 0 15,-4 1-5-15,1 0-3 0,0-3-6 0,1-2 3 16,2-5-5-16,-7 2 0 0,8-2-3 0,0-1 5 16,0-2-2-16,4-2 2 0,1-2 0 0,3-2 6 15,0-1-2-15,3-1-5 0,3-3-2 0,-7 6 2 16,7-6-6-16,0 0-4 0,0 0 3 0,0 0-3 16,24 1 3-16,-7-5-4 0,11-2 2 0,3 0-6 15,3 1-13-15,1 0-16 0,2-4-31 0,4 3-16 16,-4-3-23-16,14-3-18 0,-17 6-34 0,0-2-16 15,-2 3-112-15,-11 1-295 0,5-5 130 0</inkml:trace>
  <inkml:trace contextRef="#ctx0" brushRef="#br0" timeOffset="124715.01">9886 12424 59 0,'0'0'146'16,"-1"-6"-5"-16,1 6-14 0,0 0-6 0,0 0-17 0,0 0-8 15,0 0 19-15,0 0-7 0,0 0-7 16,0 0-9-16,6 30-11 0,-4-18-2 0,-4 1-11 16,1-1-3-16,1 4-6 0,0-6-4 15,-1 2-4-15,-2 0-5 0,3-6-7 0,0-6 1 0,-1 13-6 0,0-8 9 16,1-5 4-16,-4 7 0 0,4-7-8 0,0 0-1 16,-10 0-4-16,10 0-3 0,0 0 0 15,-13-11-4-15,10 3 1 0,1 0-5 0,-2-3-1 16,2 0-3-16,2-3-3 0,0-2-2 0,0 1-3 0,3-1 3 15,2-1-1-15,-1-3-3 0,3 2-1 0,1 3-1 16,0-2-3-16,1 0-1 0,1 4 3 16,3 1-7-16,-3 3 1 0,5 2 1 0,0-1-1 15,2 6 1-15,-2 2 1 0,1 6 0 0,1 0-1 16,-2 3-4-16,-1 1 2 0,0 1 2 0,2 1-1 0,-5 2 4 16,-2 0-2-16,1 1-1 0,-2-3 9 0,1 2 2 15,-1 1-5-15,-2-5 2 0,-1 1-3 16,1-2 1-16,-2 1 0 0,-3-5 3 0,-1 5-4 15,0-10 2-15,-2 9-1 0,2-9 0 0,-3 8 0 0,3-8 1 16,0 0 1-16,0 0-3 0,-10 0 0 0,10 0-1 16,0 0 0-16,-7-11-2 0,7 11-5 15,-4-11-2-15,1 4 1 0,3-3-4 0,0 10 3 16,3-22 2-16,-1 11-2 0,3-6-6 0,4 2 8 0,0-1-2 16,0 1-2-16,4 1 1 0,2-1 3 0,-1 1-7 15,3 5 4-15,-3-2 0 0,5 5 0 0,0 0 2 16,-1 4-2-16,-1 3-2 0,1 3 0 0,-2 3 4 15,-3-1-1-15,4 4-2 0,-3 2 7 0,-1 2-3 16,-4 1 2-16,-2 2-1 0,-2 1-3 0,-2 1-8 16,-2 2-19-16,-1-4-22 0,-2 2-32 0,2-2-40 15,-2-2-26-15,0 2-38 0,-1-5-117 0,2-1-330 16,1-4 146-16</inkml:trace>
  <inkml:trace contextRef="#ctx0" brushRef="#br0" timeOffset="125070.52">10573 12301 102 0,'-8'0'193'16,"8"0"-1"-16,-18 7-5 0,8-1-17 0,-2 4 5 16,1 5-15-16,2 0-17 0,-4 0-14 0,3 2-10 15,3 1-14-15,1 0-12 0,2 3-9 0,3-5-6 16,3 2-9-16,1-1-7 0,-1-6-10 0,4-1-15 15,0 1-13-15,2-2-8 0,2-3-10 0,-1-1-8 16,3-4-5-16,-2 2-5 0,0-6 2 0,1 1-3 16,-1-4 5-16,0-1 1 0,-3 0-1 0,-1-3 4 15,3 0-1-15,-3 0-1 0,-3-6 9 0,1 4 4 16,-1 1 4-16,-3-4-4 0,0 0-1 0,0 3 0 16,1 3 13-16,-1-2 6 0,0 2 13 0,0 9 2 15,-1-10-2-15,1 10-4 0,0-10-8 0,0 10-6 16,0 0 2-16,0 0-1 0,0 0-3 0,0 0 2 15,0 0 5-15,14 24-7 0,-9-15 1 0,0 4-3 16,3 2-6-16,-5-2-12 0,0 4-23 0,1-2-37 16,0 0-34-16,1 2-49 0,-1-1-33 0,-3 0-165 0,0-6-371 15,1 1 164-15</inkml:trace>
  <inkml:trace contextRef="#ctx0" brushRef="#br0" timeOffset="125420.88">10808 12426 96 0,'0'0'178'0,"1"-8"0"0,-1 8-19 0,0 0 4 15,0 0 14-15,0 0-9 0,0 0-18 16,9 14-14-16,-8-6-12 0,3-2-12 0,1 4-8 0,-1-1-10 16,-3 1-13-16,0-3-8 0,2-2-7 0,-3-5-4 15,3 11-6-15,-3-11-2 0,2 7-4 0,-2-7-6 16,0 0 10-16,0 0-9 0,0 0-3 15,0 0-8-15,0 0-1 0,0 0-6 0,0 0-2 0,0 0 1 16,0 0-7-16,0-33 0 0,0 23 1 16,4-3-4-16,-3-1-1 0,3-2-3 0,4 1-1 0,-1-1 0 15,0 1 2-15,2 2-1 0,3 0-2 16,-4 3-1-16,5 0 3 0,-3 2-4 0,-1 3 2 0,3 2 2 16,-1 3 2-16,-2 0-1 0,3 2 5 0,-5-1-4 15,3 6 7-15,-3-2-7 0,2 2 2 0,-4 3-6 16,1 1 3-16,-2 0-7 0,3 5-12 0,-5-4-33 15,-2 3-38-15,-1 3-43 0,0-7-49 0,-3 6-59 16,-3-2-159-16,3-2-419 0,-2 3 185 0</inkml:trace>
  <inkml:trace contextRef="#ctx0" brushRef="#br0" timeOffset="127371.43">11487 12607 118 0,'13'-22'152'0,"0"-1"2"15,-5 5-12-15,3-6-11 0,0 0-8 0,0-1-3 16,-3 0-15-16,-2 2-4 0,-4-4-5 0,2 0-7 16,-2 8-9-16,-2 1-5 0,0-3-2 0,-3-4-11 15,0 5-2-15,1 3-7 0,-8-2-3 0,1 4 4 16,1 0-9-16,-4 1 7 0,1 3-6 0,2 3-6 16,-1 1 0-16,2 1-4 0,-2 2 2 0,0 2-9 15,0 2 1-15,0 2-6 0,-2 3-3 0,0 2-4 16,3-1-2-16,-2 3-3 0,5 1 5 0,-1 1-5 15,3 4-3-15,2-3-4 0,3 3 3 0,3-2 3 16,4 2-4-16,4-2 3 0,2 0-3 0,4-3-1 16,8 3 2-16,1-2-1 0,1-3-3 0,2 1 1 15,-3-1-3-15,0-3-8 0,-6-1 2 0,-1 2-10 16,0-2-3-16,-2 1 3 0,-1 1 2 0,-2 1 4 16,-3 1 0-16,-2-2-2 0,0 2-1 0,0 1 2 15,-3 0 4-15,-1 1-3 0,1 0 0 0,0 5 5 16,-4-3-4-16,1-2 4 0,0 3-3 0,0-2 1 15,-1 0 3-15,2 2 0 0,0-4 1 0,3 1 1 0,0-3-1 16,2-2 2-16,-1 1-2 0,2-2 4 16,0-2-4-16,0-2 3 0,2-2-1 0,0-1-3 15,-2 1-1-15,2-4-2 0,1-3-5 0,0 0-1 16,-2 2 1-16,-3-1 4 0,0-3-1 0,-1-2-5 0,0-1 5 16,-4-1 0-16,-3-2-4 0,1 3 5 0,-4-2-9 15,-1-1 14-15,-3 0-3 0,0 4 4 16,-2-3-5-16,1 1 8 0,-2 2-1 0,1 2 4 15,-2 2 14-15,0 1-5 0,3 0 0 0,-1 2 0 0,1 4 1 16,2-3-7-16,5 5 4 0,0 0-2 0,-23 11 1 16,12 0 5-16,2 5 0 0,-1 1-2 0,3 1-5 15,2 2 5-15,4-1-2 0,2 0-4 0,0 1-4 16,8 2-22-16,-2-5-24 0,7 5-12 0,-1-6-29 16,9-1-25-16,3 0-22 0,0-4-30 0,2-1-136 15,-9-6-321-15,5-1 142 0</inkml:trace>
  <inkml:trace contextRef="#ctx0" brushRef="#br0" timeOffset="127579.83">12212 12159 63 0,'-4'-16'187'0,"3"5"7"0,-1 0 5 15,0 2-18-15,0 4-19 0,2 5-16 0,-2-9-16 16,2 9-7-16,0 0 1 0,0 0-4 0,11 29-7 15,-6-5-13-15,0 4-8 0,0 2-6 0,-2 5-9 16,-1-1-6-16,-2 2-13 0,2 0-24 0,0 9-27 16,-2-10-32-16,0-2-40 0,1 2-27 0,3-5-30 15,-2-1-43-15,4-4-135 0,-3-6-325 0,4-1 144 16</inkml:trace>
  <inkml:trace contextRef="#ctx0" brushRef="#br0" timeOffset="127950.43">12473 12345 45 0,'-7'-12'208'15,"-3"5"2"-15,4-1-15 0,-2 3-11 0,1 3-17 16,7 2-11-16,-17 3-7 0,9 4-15 0,-3 2-12 16,-1 6-12-16,1 2-12 0,2-1-9 0,-2 7-5 15,5-5-9-15,3 0-9 0,3-1-9 0,2 1-5 16,0-1-7-16,7-2-15 0,1 0-23 0,3-6-7 0,3 2-11 15,-1-1-15-15,0-4-8 0,2-2-9 16,-3-1-5-16,-1-2-4 0,-3-2 1 0,3-3 5 16,-2 1 7-16,2-3 1 0,-6 0 2 0,0-1 10 15,1-3 4-15,-4-1-2 0,-1 1 10 0,0 0 14 0,-3-3 3 16,0-2 0-16,0-1 10 0,0 1 8 16,0 3 11-16,-5 0 9 0,4 3 7 0,-1-3 3 15,2 6 5-15,0 6-5 0,-2-12-5 0,2 12-7 16,-2-4-5-16,2 4 1 0,0 0-6 0,0 0 1 15,0 0-6-15,0 0-1 0,6 31 1 0,-3-19-4 0,2 5-10 16,-1-2-22-16,1 1-21 0,-1-1-37 0,2 1-23 16,1 0-22-16,3-2-28 0,1 0-32 15,-5-5-120-15,4 0-318 0,-2-3 141 0</inkml:trace>
  <inkml:trace contextRef="#ctx0" brushRef="#br0" timeOffset="128194.63">12911 12122 143 0,'-3'-12'227'0,"1"2"2"0,0 4-21 16,0-1-22-16,2 7-21 0,0 0-14 16,0 0-2-16,0 0 6 0,0 0-13 0,13 20-3 0,-3-4-9 15,0 10-12-15,1-2-8 0,3 4-11 0,-7 4-9 16,0-1-11-16,2 2-6 0,-4 2-8 0,-3-3-9 15,0 0 1-15,0-1-27 0,-2 1-19 0,0-6-23 16,-2 3-28-16,2-3-40 0,-2-7-27 16,0 1-37-16,1-4-28 0,-1 0-38 0,-3 0-132 0,1-7-369 15,-1-2 163-15</inkml:trace>
  <inkml:trace contextRef="#ctx0" brushRef="#br0" timeOffset="128486.04">12713 12378 129 0,'9'-5'152'0,"9"0"-7"0,0-3-3 0,4 3-9 0,6 0-13 16,1 0-14-16,2-1-6 0,1 0-7 0,-3 3-11 16,2 3-5-16,-1-7-8 0,-3 6-7 0,-6 1-5 15,0-1-4-15,-2 1-7 0,-6 1-8 0,-1 1 6 16,2 1-9-16,-5-3 1 0,1 0 1 0,-4 3-5 15,3-1-2-15,-2 1 7 0,-1 1 4 0,2 3 4 16,-6-1 4-16,2 0-10 0,0 0 1 0,1 2-1 16,-1 2-2-16,-2-3-6 0,1 4-5 0,2-1 2 15,-3 1-6-15,-2-1 1 0,2 2-17 0,-2-1-18 16,0 0-13-16,2-1-37 0,-1 1-29 0,1-1-31 16,-2-2-37-16,0 3-143 0,0-11-327 0,0 13 144 15</inkml:trace>
  <inkml:trace contextRef="#ctx0" brushRef="#br0" timeOffset="128666.17">13195 12101 22 0,'0'0'109'0,"-2"-10"-24"0,2 10-8 0,0 0-25 15,0 0-20-15,0 0-21 0,0 0-25 0,0 0-49 16,19 26-68-16,-13-17 32 0</inkml:trace>
  <inkml:trace contextRef="#ctx0" brushRef="#br0" timeOffset="129208.5">13394 12343 9 0,'0'0'176'15,"-5"9"-1"-15,1-3-5 0,4-6-13 0,-5 11-5 16,0-4-1-16,5 3-10 0,0-3-16 0,0 3-12 16,-2-3-12-16,2 4-13 0,2-3-5 0,0-1-11 15,1 3-4-15,2-1-9 0,-1-2-4 0,3 2-7 0,0-3-6 16,-1-1-13-16,4-1-4 0,-4-1-14 16,-1-1-9-16,3-1-1 0,-8-1 1 0,14 0-13 15,-14 0-16-15,11-6 6 0,-6 2-1 0,-1-1-6 16,1 0 9-16,-1-5-7 0,-4 10 1 0,1-16 6 0,-1 7 0 15,0 9-2-15,0-22 1 0,-1 12 3 0,1 10 1 16,0-22 2-16,0 10 4 0,0 3 3 0,-2-3-3 16,2 12-2-16,3-17 8 0,1 12 3 15,-4 5-6-15,8-10 2 0,-8 10 2 0,14-4-3 0,-14 4 9 16,14 3 9-16,-4 4 10 0,0-1-2 0,-1 4-5 16,0 0 2-16,-2 0-2 0,0 1 6 0,4 3 4 15,-1-1 1-15,-2 2-1 0,-2-2-4 16,-4 0 0-16,1-2-4 0,-1 1 0 0,0-3 3 0,-2-1-6 15,0 0 0-15,0-8-1 0,-4 13 0 0,2-9 1 16,2-4 2-16,-3 5-3 0,3-5-6 0,0 0 1 16,0 0-3-16,0 0 6 0,0 0-4 0,-2-25-3 15,6 16 0-15,-1-4-1 0,3-1 1 16,1-2 0-16,3 2-1 0,0-3-2 0,-1 2 4 0,3-2 0 16,-1 1 4-16,0 0 3 0,1 5 3 0,1-1 9 15,1 2 1-15,-3 4 6 0,3-3 0 0,-2 5 0 16,-1 1-3-16,1 4 0 0,-1 1-5 0,0 2 5 15,-1 1 4-15,-4-1 3 0,5 3-8 0,-4 2-3 16,-2 1 1-16,-1-1-4 0,0 1-3 0,-3 1-6 16,1 1-20-16,-2 3-34 0,-2 0-51 0,2-1-33 15,0-3-41-15,-1 1-32 0,0 1-134 0,2-3-360 16,-1 1 160-16</inkml:trace>
  <inkml:trace contextRef="#ctx0" brushRef="#br0" timeOffset="130065.62">14547 12398 13 0,'0'0'157'0,"3"12"-8"0,0-3-3 16,-3 1 2-16,3 2-15 0,-3-2-9 0,1 2-12 15,-2 2-7-15,1-4-9 0,-3 3-7 0,3-2-8 16,0-2-5-16,-3 1-9 0,1-4-5 0,2-6-2 16,0 10 8-16,0-10 3 0,-4 8 6 0,4-8-7 15,0 0-6-15,0 0-6 0,0 0-4 0,0 0-6 16,-18-10-3-16,16 3-8 0,-6 0-2 0,6-4-5 16,-2 0 3-16,1 1-6 0,2-3 0 0,1 1-5 15,0-6 1-15,2-1-7 0,0 1 4 0,2-6-5 16,4-1-3-16,0 6-5 0,1-5 5 0,8 3-3 15,-3 7-2-15,5-6-2 0,1 4 2 0,-4 4-2 16,1 5-2-16,1 3 0 0,0 2 3 0,-6 0-6 16,6 6 0-16,-2 1 2 0,0 4 5 0,-2 1 1 15,1 2 0-15,-2 2 2 0,0-1 1 0,-1 3-1 16,-1-1 0-16,-5 0-4 0,4-2 4 0,-6 2 3 0,3 2 1 16,-6-3-4-16,0-1 3 0,-1-2-3 15,-1-2-2-15,-3 1-1 0,0-2 2 0,2-1-4 16,2-7 5-16,-3 7 0 0,3-7-1 0,-6 7-4 0,6-7 3 15,-5 3-2-15,5-3 0 0,0 0-2 0,0 0 0 16,-11-12-1-16,11 12 3 0,-2-12-3 0,2 5-1 16,0-4-4-16,2 1-1 0,2-1 0 15,0-6 1-15,4 3-3 0,-1-1 0 0,1-1-1 0,2 2-1 16,-1 2 4-16,1 2-2 0,-1 1-3 16,-2 2 4-16,5 1-1 0,-3 1 1 0,0 3-1 0,0 4 2 15,0 1-1-15,0 1 0 0,0 1 1 16,0 4 0-16,-1 0-1 0,1 4 5 0,0 3-4 0,-4 0 5 15,0 0-3-15,-1 2-2 0,0 0-17 0,-4-1-24 16,0 0-23-16,2 0-31 0,-2-1-34 0,3-5-26 16,-1 1-33-16,1 1-140 0,-1-4-356 0,1 2 158 15</inkml:trace>
  <inkml:trace contextRef="#ctx0" brushRef="#br0" timeOffset="130774.83">15233 12317 53 0,'-9'-9'191'0,"9"9"-8"0,-6-4-2 15,6 4-1-15,0 0 2 0,-13 10-5 0,5-2-14 16,2 0-10-16,1 5-16 0,-3-1-12 0,3 1-9 16,5-2-14-16,-3 6-10 0,3-5-11 0,-1 2-4 15,2-3-8-15,6 2-9 0,-2 0-3 0,-1-3-5 16,3-2-7-16,0 0-7 0,3-2-9 0,2-1-6 15,-1-1-10-15,-2-3-7 0,0-1-7 0,3 0-2 16,-1-1-5-16,1-3 1 0,-2-1 2 0,0-1 0 16,-2 2 2-16,3-2-2 0,-5-4-2 0,1 1 2 15,-4 1 3-15,3-8-1 0,-4 7 1 0,2-2 0 16,0 2 0-16,-3-4-1 0,-1 2 0 0,0-2 1 16,-1 1 2-16,2 3 3 0,-1-1-1 0,1 5 5 15,-1 5 3-15,2-14 0 0,-2 14-3 0,0-11 0 16,0 11-4-16,0 0 1 0,1-6 0 0,-1 6 12 15,0 0 6-15,0 0-2 0,0 0 0 0,17 18-3 16,-10-12-2-16,0 1 1 0,0-1-5 0,2 1 0 16,2-1 5-16,-2-2-6 0,1 2 1 0,0-3-4 15,-1 1 0-15,3-1 2 0,1 0-4 0,-2-3 2 16,0 0-5-16,3-1-2 0,-3-1-5 0,0-1 7 16,1 1-2-16,-4-3-3 0,1 0 1 0,0 1 4 0,-1-3-1 15,0-1-5-15,-3 3 4 0,1-6 1 0,-3 6-1 16,3-4 0-16,-3 3-1 0,-1 1 1 0,-2 5-1 15,4-7 2-15,-4 7 0 0,4-7-8 16,-4 7 5-16,0 0-1 0,8-4 2 0,-8 4-1 16,0 0 2-16,0 0 3 0,10 10-1 0,-10-10 1 15,8 9 0-15,-5-4 0 0,4 0-1 0,-4-1-1 16,3 1 4-16,-1-2-2 0,1 1 0 0,2-1 2 16,-1-1-1-16,1-2 2 0,-8 0-4 0,13-2 4 15,-13 2-6-15,13-3 9 0,-8 0-5 0,0-1-1 0,0 1 0 16,-5 3 0-16,9-8-2 0,-4 5 1 0,-5 3-2 15,7-6 3-15,-7 6-1 0,5-3-4 16,-5 3-1-16,0 0 5 0,6-4 4 0,-6 4 3 0,0 0 2 16,9 12 6-16,-5-2 11 0,-2 2-1 0,2 3-3 15,-3 3 4-15,1 1 0 0,-1 8 2 0,-1 0-4 16,0 4-1-16,0 1-3 0,-1-2 2 0,1 5-7 16,-3-1 0-16,2-2-5 0,-4 2-12 0,0-2-20 15,-3 2-31-15,0-4-21 0,-1 4-31 0,-3-1-42 16,0-2-36-16,-2-1-35 0,-3 2-187 0,1-3-436 15,0 0 194-15</inkml:trace>
  <inkml:trace contextRef="#ctx0" brushRef="#br0" timeOffset="131508.78">16414 12228 1672 0,'20'-47'-23'0,"-3"-1"24"15,-8 18 18-15,2 2 10 0,-4 10 5 0,-1 1 2 16,-1 3 3-16,0 2-2 0,-1 5 2 0,-3 0 1 16,1 1-4-16,-2 6-2 0,5-7-6 0,-5 7 1 0,0 0 20 15,0 0 11-15,4 22 7 0,-3-4 2 16,0 9-4-16,2 2-4 0,-2 5-2 0,1 0-3 15,-1 1-4-15,1-1-2 0,1 0-6 0,-2-1-4 16,2-2-9-16,-1-2 4 0,1 0-1 0,-1-4-7 0,-2 0-4 16,0-8-6-16,2-1 2 0,-1-4-1 15,-1-1-3-15,1-4 0 0,-1 2-5 0,0-9 5 16,-1 13-2-16,1-13-2 0,-1 7 2 0,1-7-1 16,0 0-11-16,-8 1-5 0,8-1-3 0,0 0-1 0,-11-14-5 15,8 9 4-15,0-5-4 0,3 1-3 0,0-5-5 16,3-2 2-16,2 0-5 0,0 0 2 0,3 0 2 15,2 1 3-15,3-2 0 0,-2 5 0 16,3 2 2-16,0 4 1 0,2 2 0 0,-1 1 1 0,-2 3 4 16,5 1-1-16,-8 3 0 0,1 1 3 0,0 2 0 15,-4 2 5-15,-3 2-5 0,-1 2-1 0,-2 2-6 16,-3 3-5-16,-2-1-12 0,-4-2-8 0,-1 2-8 16,-5 0-5-16,1-2 2 0,-1-1-4 0,0-1 0 15,0-3-6-15,1 0 16 0,3-3-1 0,1-3 5 16,0 1 1-16,0-2 5 0,4 0-7 0,5-3 15 15,-10 2 4-15,10-2 1 0,0 0 2 0,0 0 4 16,-9-6-2-16,9 6 3 0,0 0 4 0,0 0 9 16,10-15-7-16,-2 9 8 0,2-1-2 0,2 2 2 15,3-2 2-15,2 0-1 0,0 0 1 0,1-1 1 16,1 1 2-16,8-3 3 0,-8 3-7 0,6-7 3 16,-5 9-1-16,0-4 0 0,6 1 4 0,-8-3-4 15,6 0 0-15,-7 1-1 0,-2 0 2 0,-2-1-2 16,1-1 3-16,-5 3 2 0,-1-2 1 0,2-1 1 15,-6 1 1-15,-2-1 4 0,3-2-1 0,-2 2-6 0,0 1 10 16,-2 1 2-16,-2-1 2 0,1 11 0 16,-6-10 2-16,4 5 5 0,2 5 1 0,-10-3 5 15,10 3 8-15,-22 10 1 0,7 1 0 0,1 2-1 16,-4 0-4-16,0 4-5 0,4-1-2 0,6 0-3 0,2 0-3 16,4 0-21-16,4 0-27 0,3 3-27 0,4-5-35 15,3 1-49-15,5-3-53 0,0 2-153 0,7-2-368 16,-5-4 163-16</inkml:trace>
  <inkml:trace contextRef="#ctx0" brushRef="#br0" timeOffset="132149.71">17638 12472 100 0,'3'7'177'0,"-1"-1"-10"16,1 1-3-16,-1-1-8 0,1 1-10 0,-3-7-12 15,1 13-8-15,2-10-11 0,-3-3-2 0,1 9-2 16,-1-9 13-16,4 5 0 0,-4-5-4 0,0 0-7 15,0 0-14-15,0 0-2 0,0 0-8 0,0 0-9 16,-18-22-8-16,14 14-10 0,-1 1-6 0,1-6-1 16,2 1-11-16,2 1-3 0,-3-7-6 0,3 0-2 15,4 3-5-15,1-5 1 0,-1 2-5 16,1-1-4-16,4-3-2 0,4-1-1 0,-2 0-5 0,2 8-2 16,8-3-5-16,-4 5 0 0,-1 3 0 0,4 0-3 15,-3 4-2-15,3 3 0 0,-1 0 3 0,1 4-3 16,1 3 0-16,-3 2 1 0,1 5-1 0,-2 0 0 15,-2 3 1-15,-1 0 3 0,3 7-1 0,0 0 0 0,-6 1 4 16,-3-5 3-16,-1 2 0 0,0-2-1 16,-5 0-1-16,2-2 0 0,-4 0 1 0,0-2 0 0,-2-3-1 15,-2-1-2-15,0 1-1 0,-1-4 4 16,0-1-4-16,1 1 3 0,4-6-2 0,-9 6 1 0,9-6-1 16,-6 0-4-16,6 0-6 0,0 0 1 0,-11-12-2 15,10 5 1-15,0-1-6 0,1 8 0 0,2-20-1 16,1 10 1-16,5-5-1 0,-1-1-1 15,2-3-6-15,4-3 3 0,1 0-6 0,3 1 3 0,1 2-1 16,1-1 2-16,2 2 2 0,-4 6 0 0,1 1 4 16,-3 2 0-16,2 2 2 0,-4 2-2 0,-2 1 2 15,2 2-3-15,-1 4 8 0,-1 3 7 0,0 2-1 16,-1 1 10-16,0 2 5 0,-1 4-3 0,-2-1-3 16,-2 0 3-16,2 3-5 0,-3 0 0 0,-3-3-18 15,0 3-21-15,0 0-28 0,2-5-38 0,-2-1-31 16,1 1-24-16,-1-1-38 0,3-1-21 0,-3-2-126 15,4-3-363-15,1-1 162 0</inkml:trace>
  <inkml:trace contextRef="#ctx0" brushRef="#br0" timeOffset="132530.09">18477 12227 139 0,'0'0'179'16,"-9"-2"2"-16,9 2 0 0,-14 5 4 0,5 4-7 15,0-2-4-15,-4 6-20 0,1 4-3 0,3-1-10 16,-2 3-14-16,5-2-9 0,0 2-13 0,1-2-11 16,5-2-9-16,-1 1-8 0,1-3-9 0,3 1-6 15,0-4-7-15,0 1-5 0,2-1-8 0,0-4-12 16,3 0-6-16,2-3-9 0,0-2-12 0,-1-2-3 16,3-2-5-16,-2-2-1 0,0-1 1 0,3-2 1 15,-3 3 3-15,2-7-1 0,-3 2 2 0,-4-1 0 16,3-3 0-16,-5-3 0 0,0 0-1 0,-1 2-2 15,-2 2 4-15,0-5-2 0,-2 1 0 0,1 1 1 16,1 4 0-16,0 1 12 0,0 2 10 0,0 9 2 0,-3-12 6 16,3 12-8-16,0-10-5 0,0 10-2 0,0 0 1 15,0 0-7-15,0 0 2 0,0 0-1 16,0 0-1-16,8 27 1 0,-6-17 1 0,-1 2-4 16,3 1-4-16,0-1-23 0,4 3-23 0,-2 1-21 0,6-2-22 15,1 0-25-15,-1-2-26 0,2 1-12 16,3-4-21-16,1 0-16 0,1-1-123 0,-2-1-335 15,2-3 148-15</inkml:trace>
  <inkml:trace contextRef="#ctx0" brushRef="#br0" timeOffset="133125.69">18984 12289 45 0,'0'-13'148'0,"-4"-2"4"0,0 3-2 0,2 0 3 15,-1 0 0-15,-1 2 4 0,0 0-2 0,-1 3-3 0,0 0-7 16,3 2-15-16,2 5-9 0,-10-4-9 0,10 4-6 15,-15 7-2-15,4-1-4 0,-1 4-7 0,0 6-9 16,-5 4-3-16,1 1-7 0,3 0-9 0,4-4-6 16,-3 7-7-16,6-8-4 0,2 2-6 0,-1-1-5 15,5-2-4-15,0-1 4 0,2 1-8 0,1-4-6 16,1-1-11-16,2-1-7 0,2 0-10 0,3-5-4 16,0-1-10-16,1-1-3 0,0-4 1 0,1 2-2 15,-1-6-5-15,4-2-2 0,0 0 2 0,-5-5 1 16,1 1 3-16,-4-1 1 0,-2-5 5 0,0 0 0 15,-4 1 1-15,2-2 6 0,-4-5-2 0,-1-4 8 16,-2 1 3-16,-1 0-1 0,3 1 3 0,-2 0 9 16,0-3-4-16,-1-2 4 0,-1 4-4 0,-2-1 8 15,4 3 0-15,0 1 4 0,0 7 5 0,2 1 11 16,-1 3-3-16,2 4 4 0,-2 2-8 0,2 7-3 16,-1-12-3-16,1 12-1 0,0 0-4 0,0 0-3 15,0 0 0-15,0 0 1 0,1 38-3 0,-1-14 4 16,2 4 2-16,-1-1 1 0,-2 4 3 0,2-2-4 15,-1 3-2-15,2-5 2 0,2 1-9 0,3 1 7 16,-1-5-1-16,2 0-3 0,-2-5 0 0,2-2 1 16,3-1-2-16,-1 0 0 0,1-4 1 0,3-1-2 15,-1-2 1-15,-2-2-2 0,-1-3-3 0,3 1-1 16,1-4-7-16,-1 0-5 0,3-3-3 0,2-3-5 16,1-2 2-16,-1-2-4 0,0-2-7 0,-1-1 3 0,-2-1-4 15,-1-2 5-15,3-6-1 0,-2 0 2 0,-5-2 0 16,-1 5 10-16,0-6-5 0,-5 7 2 0,-1-2 2 15,-2 3 1-15,-1 6 6 0,0 0 1 16,-4-1 0-16,2 5 9 0,-5 1 5 0,0 2 2 0,-1 2 10 16,-4 5 0-16,0 2 4 0,-3 3-2 15,-1 3-3-15,6 2 1 0,1 1-5 0,1 3 0 16,6 1-1-16,2-1-5 0,3 1-13 0,8-2-20 16,4 2-27-16,5-1-37 0,8-4-52 0,6-1-39 0,0-4-44 15,-2-3-163-15,8 1-416 0,15 1 184 0</inkml:trace>
  <inkml:trace contextRef="#ctx0" brushRef="#br0" timeOffset="134819.81">21162 12117 115 0,'-30'0'175'0,"7"2"-7"0,-2 2-4 0,-3 2-6 16,1 1-4-16,0 1-15 0,8 1-13 0,1-2-9 15,-1 4-11-15,3 0-7 0,1-1-15 0,3 2-1 16,2 2-10-16,3-4-8 0,2-1-11 0,2 1-1 16,2 2-7-16,3-2-12 0,2 1 2 0,1-2 1 15,7 3-5-15,-1-5-2 0,2-2-5 16,6-4 0-16,-1 2-8 0,1-2 3 0,3 0-6 0,-2-3 3 15,-2-2-6-15,1-1-2 0,-3 2-2 0,-4-3 2 16,4-1-3-16,-5-2 3 0,0 1 2 0,-2-2-7 16,2-2 0-16,-6 2-1 0,-1-1-2 0,-1 0 0 15,2-6 4-15,-5 7-3 0,0-3 1 0,1 3-1 16,-2 1 6-16,1-2-3 0,-3 4-1 0,3 7 5 16,-2-12-3-16,2 12 2 0,-2-6-3 0,2 6-3 15,0 0-1-15,0 0 0 0,0 0 1 0,0 0 3 16,0 0 1-16,0 0-3 0,12 33 1 0,-8-23 3 15,4 5 2-15,0 2-6 0,3 1 0 0,1-1-5 16,1-2-8-16,4-2-21 0,3 3-26 0,4 1-12 16,-5-9-35-16,10-2-18 0,-1-1-35 0,-8-2-159 15,2-3-341-15,5-1 150 0</inkml:trace>
  <inkml:trace contextRef="#ctx0" brushRef="#br0" timeOffset="135061.81">21541 11794 133 0,'0'-12'204'0,"0"2"-13"15,-1 3-26-15,1 7-12 0,0 0-3 0,6-3 0 16,-6 3 1-16,9 15-7 0,-2 3-6 0,-1 8-6 0,-2 4-13 16,1 3-7-16,-4 3-10 0,0 0-9 0,2-1-9 15,1 14-9-15,-1 0-9 0,0-12-7 0,0-1-3 16,5 7-7-16,-1-9-2 0,1-1-6 15,-3 0-9-15,0-2-18 0,4-1-23 0,-1-2-18 0,-2-3-34 16,-1 0-28-16,0-6-23 0,-1-3-37 0,1-3-24 16,-2 3-167-16,-3-5-369 0,1-2 163 0</inkml:trace>
  <inkml:trace contextRef="#ctx0" brushRef="#br0" timeOffset="135310.41">21764 11922 29 0,'28'-9'168'0,"-1"3"7"0,1 3-16 0,-1 2 0 16,-6 5-8-16,-3 3-7 0,0 1-15 0,-1 3-11 16,-5 2-14-16,-3 3-9 0,0 2-6 0,-5 2-11 15,-4 4-5-15,-2 2-6 0,-5-1-8 0,-3-2-4 16,-3 3-3-16,-2-2-8 0,-1 0-13 0,-3-4-1 15,1 1-18-15,-1-1-29 0,-1-4-21 0,4-2-22 16,1-2-18-16,1-5-19 0,3 0-24 0,2-2-18 16,2-4-107-16,0 1-265 0,7-2 117 0</inkml:trace>
  <inkml:trace contextRef="#ctx0" brushRef="#br0" timeOffset="135542.44">22124 11794 79 0,'5'-11'236'0,"-1"0"-6"0,-2 3-14 0,1 2-17 0,0 1-14 16,-3 5-19-16,3-10-14 0,-3 10-11 15,0 0-4-15,0 0 1 0,6 21-4 0,-8-3-8 16,4 7-7-16,-5 3-15 0,0 2-10 0,0 5 1 16,-1-2-14-16,0 2-12 0,4-3-5 0,-3 3-9 0,0-1-1 15,1 14-9-15,2-16-2 0,-2 1-19 0,4-2-19 16,0-3-17-16,1 0-28 0,-1 0-22 15,0-2-28-15,1-8-38 0,-1-1-35 0,1-2-33 16,-2-2-188-16,2-3-415 0,-2 1 184 0</inkml:trace>
  <inkml:trace contextRef="#ctx0" brushRef="#br0" timeOffset="135783.93">22289 11930 163 0,'23'-10'179'0,"-5"5"-2"16,1 3-16-16,-2 2-14 0,-5 2-12 0,0 1-13 15,-2 2-7-15,1-1-14 0,-3 5-5 0,-3 1-8 16,-1 2-7-16,-4 2-14 0,-1 2-4 0,-4 3 1 16,-4-3-8-16,-5 6-5 0,-2-2-11 0,2-4-4 15,2 1-10-15,-4-3-13 0,3-2-20 0,-1 0-22 16,0 0-22-16,4-4-30 0,-1 1-21 15,2-5-16-15,2 2-32 0,-2-4-91 0,9-2-261 0,-11 0 117 16</inkml:trace>
  <inkml:trace contextRef="#ctx0" brushRef="#br0" timeOffset="136003.9">22593 11743 30 0,'4'-8'184'0,"0"3"-15"0,-4 5 11 0,9-2-17 16,-9 2 3-16,9 7 5 0,-2 1-12 0,-3 4 1 16,4 12-18-16,-3 4-11 0,-2 1-9 0,0 0-8 15,1 6-11-15,0-5-11 0,-3 2-10 0,-2 0-5 16,1 0-8-16,-1-4-7 0,-2 1-14 0,2-1-26 16,-3-3-30-16,3-6-28 0,-2 1-29 0,1-1-42 15,0-6-30-15,1-2-38 0,1 1-145 0,0-3-347 16,0-2 154-16</inkml:trace>
  <inkml:trace contextRef="#ctx0" brushRef="#br0" timeOffset="136187.94">22791 11997 18 0,'3'-9'225'0,"-2"2"-21"0,-1 7-15 0,3-9-20 15,-3 9-17-15,2-6-12 0,-2 6 1 16,0 0 9-16,0 0-14 0,10 17-12 0,-7-8-10 0,-2 3-14 15,2 3-10-15,-3-2-18 0,1 4-32 16,-1-2-32-16,0 2-32 0,-3 0-45 0,3-4-44 16,0 0-42-16,-2 3-131 0,0-6-308 0,1 2 136 15</inkml:trace>
  <inkml:trace contextRef="#ctx0" brushRef="#br0" timeOffset="136359.69">22811 11711 14 0,'-5'-7'127'0,"3"2"-25"16,2 5-24-16,0 0-29 0,0 0-25 0,0 0-28 16,0 0-61-16,-9 19-71 0,13-9 31 0</inkml:trace>
  <inkml:trace contextRef="#ctx0" brushRef="#br0" timeOffset="137284.12">23170 11885 99 0,'-12'-3'208'0,"5"0"0"0,7 3-10 0,0 0-11 15,-22 6-2-15,12 1-17 0,0 5-11 0,0 1-19 16,0 0-11-16,-1 1-15 0,0 1-10 0,2 2-13 15,2-1-4-15,2 3-9 0,2-4-7 0,4 2-6 16,3-1-10-16,2-2-17 0,-1-1-22 0,6-1-23 16,4 0-9-16,-2-1-26 0,5-2-14 0,1-2-24 15,1-1-10-15,2-1-17 0,4 0-14 0,-5-4-14 16,0 0 9-16,-1-1-5 0,1-2 6 0,-2-2 7 16,-1-1 18-16,-2 1 9 0,-3-1 23 0,2-4 9 15,-6-2 18-15,1 3 9 0,-3-4 17 0,-1 2 8 16,-2-6 12-16,0 0 3 0,-4 4 10 0,-2-5 7 15,-2 0 14-15,0 2 12 0,-1 3 10 0,-4-2 7 0,1 5 25 16,2 1-1-16,-2 2-2 0,1 2-6 16,-1 1 2-16,-1 2-5 0,-3 1 2 0,2 4 1 15,0 0-5-15,-2 4-9 0,3 2-8 0,0 0-7 0,-1 4-2 16,5-2-5-16,1-1-2 0,2-1-7 0,0 2-6 16,2-2-15-16,2 3-7 0,2-2-13 0,0-2-8 15,2 1-13-15,-1-2-10 0,3-3-5 0,1 2 1 16,-2-3-3-16,5-1 7 0,-5-2-3 0,4 0 4 15,-1-1 0-15,0-2 8 0,-3-1 4 0,0 1-2 16,-2-3 5-16,-5 5 3 0,8-10-1 0,-4 6 6 16,0-4 14-16,-3 1 3 0,-1 7 16 0,4-12-1 15,-2 7 0-15,-2 5 5 0,3-11 14 0,-3 11 3 16,1-6-5-16,-1 6-2 0,0 0-11 0,3-5 1 16,-3 5-5-16,0 0 12 0,0 0-9 0,0 0 4 15,0 0-1-15,0 0-5 0,14 15 3 0,-10-12-5 16,2 1-1-16,1 0 2 0,3 0-6 0,-3-4 0 15,6 3 1-15,-3-3-1 0,2 0-4 0,2-1 3 16,-3-1-3-16,1-1-2 0,1-2-3 0,1-3 3 16,0-1-4-16,0-1 1 0,0-1 1 0,-3-4-3 15,1 1 1-15,-5-4-1 0,1 3-2 0,-1-3 4 16,-1 0-4-16,1-8 4 0,0 1-1 0,-3 6-1 16,2-7-2-16,-1 1 2 0,0 0-4 0,-2 6 5 15,1-1 0-15,2 3 1 0,-1 0 13 0,-1 5 11 16,0 0-1-16,1 1 8 0,-1 3-5 0,-2 3-4 0,-2 5-9 15,4-6 3-15,-4 6 0 0,0 0-1 16,0 0-7-16,9 20 10 0,-9-9 0 0,2 7-2 16,-2 1 0-16,-3 0-4 0,4 4 1 0,-1-3 1 15,3-2-3-15,-1 1 2 0,6-2-4 0,-3 0-4 16,0-5 9-16,-3-1-5 0,3 1-2 0,-1-3-4 16,-3-3 1-16,3 1 0 0,-2-2-2 0,-2-5-3 15,6 9 2-15,-4-6 1 0,-2-3-7 0,6 2-7 16,-6-2-4-16,11-1-6 0,-11 1 3 0,16-6-8 0,-6 2 0 15,-1 1-6-15,1-2-4 0,1 0 2 0,0 1-6 16,1 1 4-16,1 1 3 0,-1-2-2 16,-2 3 1-16,2-1 4 0,-3 4 1 0,-9-2 6 15,14 1-1-15,-8 1 0 0,1 1 6 0,-4 1-1 0,-3-4 2 16,7 10 3-16,-7-5-2 0,0-5 6 0,-4 13 0 16,-1-5-2-16,-1 1 2 0,-1-2 2 15,1 2-1-15,-2-3-1 0,-1-1-9 0,0 2-21 16,2-2-23-16,-1-1-29 0,0 0-13 0,8-4-27 0,-10 1-26 15,10-1-36-15,-9 0-106 0,9 0-319 0,0 0 140 16</inkml:trace>
  <inkml:trace contextRef="#ctx0" brushRef="#br0" timeOffset="137672.44">24069 11611 109 0,'0'0'148'0,"0"0"2"0,0 0 8 0,0 0 9 16,9 21-10-16,-9-4-6 0,1 1-10 0,1 7 2 16,-1 0-11-16,-1 1-9 0,-1 0-5 0,-1 1-13 15,1-8-1-15,0 6-9 0,-1 0 1 0,2-6-13 16,0-2-9-16,3 0-8 0,0-2-3 0,2-4-2 16,1-1-7-16,3-1-7 0,0-1-2 0,3-1-6 15,2-3-2-15,-2 0-4 0,6-2-1 0,2-2-6 16,-1-2 1-16,2-1-6 0,-1-2 3 0,1 0-18 15,6-4-3-15,-9 1-13 0,-1-1 3 0,-2-3-7 16,-2 0 1-16,-2-3-11 0,-1-1-4 0,-2 1-1 16,-2-2-4-16,-2 0-1 0,-2-2 7 0,-4 2-2 15,1 0 2-15,-3 5 0 0,-1 1 7 0,-1 1 2 16,-3 3 3-16,2 2 4 0,-2 3 2 0,0 2 14 16,-3 2 7-16,1 5 2 0,-6 5 7 0,-4 5 3 15,2 2-1-15,4 2-1 0,4-5-3 0,1 2-1 16,5 2-1-16,-3-3 0 0,7 4-4 0,1-4-9 0,4 0-26 15,4-1-35-15,3-3-45 0,4-1-37 0,3-1-48 16,9 1-175-16,0-7-390 0,1-2 173 16</inkml:trace>
  <inkml:trace contextRef="#ctx0" brushRef="#br0" timeOffset="137816.99">24853 11839 169 0,'-3'-6'169'0,"3"6"-15"0,-5-7-14 16,5 7-21-16,-5-7-33 0,5 7-49 0,-5-5-38 16,5 5-42-16,-4-6-96 0,4 6-150 0,0 0 67 15</inkml:trace>
  <inkml:trace contextRef="#ctx0" brushRef="#br0" timeOffset="139889.94">24708 12040 109 0,'0'0'147'16,"0"0"-10"-16,0 0-10 0,0 0-17 0,13-5-11 16,-13 5-9-16,0 0-17 0,0 0-29 0,-10 15-26 15,10-15-26-15,-5 9-34 0,3-4-30 0,2-5-67 16,0 0-150-16,0 11 66 0</inkml:trace>
  <inkml:trace contextRef="#ctx0" brushRef="#br0" timeOffset="140316.24">25364 11849 93 0,'0'0'183'0,"0"0"-12"0,0 0-10 0,0 0-4 16,0 0-4-16,0 0-2 0,0 0-18 0,-38 2-7 15,25-3-15-15,-1 1-10 0,1-1-6 0,1-2-3 16,-2 2-11-16,3-1-3 0,-2-4-10 0,3 1-6 16,1 0-3-16,1 1-6 0,-1-2-4 0,3-1-3 15,2 2-5-15,-1 0-5 0,2-2-5 0,2-3-2 16,1 10 0-16,0-15-6 0,5 5-5 0,1 2 0 15,2-1-6-15,7 1 0 0,5-1-1 0,5 1-4 16,2 3 3-16,4 1-11 0,0 4 10 0,2 0-7 16,0 4 5-16,-2 2-3 0,0 3 3 0,-4 2-3 15,0 3 0-15,-6 0-4 0,-2 4 5 0,-7-3-4 16,4 8 3-16,-5-1-5 0,-4-3 4 0,-1 4-3 16,-6-4 0-16,-2 5 5 0,-5-5-7 0,-4 6 3 15,-3-2-1-15,-4-2 3 0,-1-1 1 0,-2-3-7 16,-6-1 5-16,2 1 2 0,-2-2-3 0,1-4-2 0,3 3 3 15,2-7-5-15,5 1-21 0,1-1-17 16,-2-1-26-16,5-1-19 0,1-2-31 0,7 0-14 16,-2-1-27-16,6-2-23 0,-8 2-112 0,8-2-318 15,0 0 142-15</inkml:trace>
  <inkml:trace contextRef="#ctx0" brushRef="#br0" timeOffset="140526.59">25958 11678 35 0,'4'-3'182'0,"1"-4"-14"0,-5 7-17 16,6-5-23-16,-6 5 16 0,0 0 11 15,8 12-5-15,-6 0-4 0,0 8 0 0,-2 5-6 0,2 2-16 16,-4 4-11-16,0 1-10 0,0 2-12 0,2-4-9 16,-2-1-7-16,2 3-10 0,-3-3-5 15,0-1-12-15,3-2-22 0,0 1-33 0,-2-7-22 16,0 4-49-16,0-7-34 0,2 2-37 0,-5-7-38 0,3 1-108 15,-2-2-321-15,2 0 142 0</inkml:trace>
  <inkml:trace contextRef="#ctx0" brushRef="#br0" timeOffset="140679.91">25987 11833 61 0,'16'3'41'0,"4"2"-37"0,-3 3-22 0,-3 2-19 16,3 2 8-16</inkml:trace>
  <inkml:trace contextRef="#ctx0" brushRef="#br0" timeOffset="141054.2">26396 12118 65 0,'14'-11'169'0,"-3"-3"-5"0,2-1-6 16,3-1-6-16,-1-3-8 0,4-5-10 16,-1 2-8-16,-1-2-12 0,2 0-9 0,2-3-3 15,-2 1-18-15,4-2 0 0,-4 1-5 0,0-1-8 16,-1 2-3-16,-5 3-2 0,-4 5-7 0,0 2 13 16,-4 4-2-16,-1 1 0 0,-2 1-5 0,-2 3-8 15,0 7-7-15,-4-12-7 0,0 9-7 0,4 3 1 16,-19 0-4-16,8 1-4 0,-7 3-7 0,1 3 4 0,-2 3-7 15,3 0-2-15,1-1-7 0,4 5-6 16,-1-1-4-16,5 2-2 0,3-4-4 0,2 6-8 16,4-5-6-16,2 0 3 0,3 4-4 0,5-1-8 15,1-1 4-15,0-1-1 0,3 1 3 0,2 0 1 0,2 3-7 16,-4-7 12-16,-5 2-1 0,-2-4 3 0,3 0-2 16,-6 0 0-16,-1 1 6 0,-1-2 5 0,0 0-6 15,-2-1 4-15,-1 0 0 0,-1-6 2 16,-3 13-2-16,3-13 5 0,-8 9-2 0,3-6 1 0,-1 1-18 15,-4 1-7-15,-1-1-14 0,5-1-24 0,1-1-27 16,5-2-23-16,-12 3-30 0,6 0-136 0,6-3-306 16,0 0 135-16</inkml:trace>
  <inkml:trace contextRef="#ctx0" brushRef="#br0" timeOffset="141297.87">26961 11647 169 0,'1'-5'199'0,"-1"5"-21"16,5-9-20-16,-5 9-19 0,4-3-3 0,-4 3 22 15,0 0-7-15,11 17-1 0,-7-5-3 0,1 5-9 16,2 2-7-16,-2 5-14 0,-1 2-10 0,0 1-10 16,-2-3-8-16,0 2-10 0,-1 0-6 0,-1-1-8 15,-1-7-4-15,-1 2-7 0,0-1 0 0,-2-2-16 16,0 0-16-16,2 0-23 0,-1-4-29 0,1-2-23 15,-1-2-33-15,1 1-30 0,0-1-39 0,2-2-14 16,0-7-20-16,-1 10-130 0,1-10-345 0,-4 4 153 16</inkml:trace>
  <inkml:trace contextRef="#ctx0" brushRef="#br0" timeOffset="141753.24">26913 11833 97 0,'20'-2'119'0,"12"2"-8"0,-1-2-3 0,3 0-15 16,6 1 0-16,-2-4-11 0,-2 2-3 15,5-2-16-15,-4 2-9 0,-5-2 1 0,0 1-1 0,-4-2-7 16,-7 1-7-16,-4 1-9 0,-3 1 12 0,-4-1 14 16,-2 2 15-16,-2 0 6 0,-6 2-13 0,6-6-3 15,-6 6 2-15,0 0 2 0,0 0 4 16,-21-2-2-16,21 2 1 0,-29 9-4 0,10-3 3 0,2 1-3 15,-7 5-5-15,7-3-2 0,0 3-7 0,1-2 0 16,3 4-7-16,2-2-4 0,1-3-7 0,4 2 2 16,1-2-4-16,1 1-2 0,2 0-2 0,4 0-4 15,2-1-5-15,1-2-1 0,3-1-2 0,2-1-1 16,1-2-12-16,2 3 1 0,3-6-6 0,-1 1-7 16,-1-2-2-16,4-2 4 0,-4-2 0 0,-1 1-1 15,-2-1-6-15,1-4 4 0,-4 1 3 0,-1 0-1 16,-2-3 0-16,3 0 1 0,-5 0-1 0,1-4 8 15,-2 3-8-15,-1 2 4 0,0-1 2 0,-1 4-1 16,0 7 2-16,1-12 4 0,-1 12-4 0,0-8 0 16,0 8-1-16,0 0 0 0,0 0 6 0,0 0 4 15,0 0 2-15,0 0-1 0,-2 27-4 0,2-14 1 16,-1-2 1-16,2 0 2 0,0 3-5 0,0 1 3 16,1 2-10-16,3-5-22 0,1 1-32 0,3 1-35 15,2-6-41-15,-1 2-52 0,0-3-147 0,5 0-361 0,-2-3 160 16</inkml:trace>
  <inkml:trace contextRef="#ctx0" brushRef="#br0" timeOffset="141997.5">27712 11527 98 0,'3'-4'187'0,"-3"4"-18"0,4-5 10 15,-4 5-7-15,0 0 12 0,2 23-8 0,0-6-18 16,0 7-5-16,0 5-12 0,-1-1-9 16,-2 1-8-16,-1 0-10 0,0 2-10 0,2-2-11 0,-4 1-10 15,2-3-8-15,0 2-7 0,-3-5-6 0,3 1-6 16,0-6-9-16,0 0-27 0,-1-2-31 0,-2 0-31 16,3-1-36-16,-1-2-39 0,1-4-46 0,1 0-32 15,-4-2-137-15,3-2-359 0,2-6 159 0</inkml:trace>
  <inkml:trace contextRef="#ctx0" brushRef="#br0" timeOffset="142169.31">27640 11678 96 0,'10'0'150'0,"1"0"-22"0,2 2-31 0,1 0-27 15,6 6-29-15,-1-1-25 0,-2 3-37 0,-2 4-31 16,-3 1-36-16,8 6-95 0,-9-5 42 0</inkml:trace>
  <inkml:trace contextRef="#ctx0" brushRef="#br0" timeOffset="142664.7">27815 12000 6 0,'0'0'188'0,"0"0"-2"0,0 0-6 0,0 0-11 0,0 0 2 16,0 0-10-16,0 0-5 0,19-15-17 0,-9 6-5 15,-1 1-12-15,9-3-11 0,-4-1-4 16,4 0-10-16,7-2-12 0,0-2-6 0,-5 0-9 16,0 1-4-16,2-2-8 0,-4-1-3 0,-4 4-10 0,3-9 0 15,-6 8-7-15,-1-1 0 0,-2 0-6 16,-1 0-3-16,0 2-4 0,-4 4-2 0,-3 0-2 16,0-1-3-16,0 4-5 0,0 7-3 0,-9-10-1 15,2 6 2-15,0 1-6 0,7 3 1 0,-22 7 0 0,8-1-3 16,-6 7 2-16,5-2-3 0,-6 7 2 0,6-4 0 15,-2 4-3-15,7-1 0 0,3-2 1 0,0 2 3 16,3-2-1-16,3 1-1 0,2-1-2 0,3-3 3 16,0 1-1-16,8-3-1 0,1 2-1 0,4-5 2 15,1 2-2-15,1-3-1 0,4-3-2 0,6 0 0 16,3-2-3-16,-1-6 4 0,2 3-8 0,-5-3 2 16,-2-1-2-16,-5 2 3 0,-3-3-2 0,0 0-3 15,-1-2-8-15,-3-1 4 0,0-1 1 0,-5 4 2 16,-1-7-1-16,0 2-4 0,0-2 1 0,-3 2 3 15,1-4-3-15,0 0 1 0,-3 5 3 0,0 0 2 16,-1 0 1-16,1 3-1 0,-2 1-2 0,1 0 8 16,-2 7-5-16,1-9-1 0,-1 9 6 0,0 0-2 15,0 0 13-15,0 0 12 0,0 0 1 0,-14 32 6 16,7-17-1-16,0 2-2 0,-1 1 9 0,-4 5 4 16,3-1-2-16,2-4-5 0,1-1 1 0,-3 1 1 15,0 0-3-15,1-1-3 0,2-1-2 0,0 1 2 16,-1-1-7-16,1 0 1 0,-2-2-21 0,-1 1-34 15,4-5-46-15,-1 1-62 0,-1-1-60 0,2-2-205 0,-3-1-441 16,5-2 195-16</inkml:trace>
  <inkml:trace contextRef="#ctx0" brushRef="#br0" timeOffset="142816.94">28588 11862 41 0,'6'-6'94'0,"-6"6"-37"16,5-3-50-16,-5 3-41 0,0 0-35 0,0 0 16 15</inkml:trace>
  <inkml:trace contextRef="#ctx0" brushRef="#br0" timeOffset="143876.57">12257 13508 13 0,'-2'-7'181'0,"0"-2"-10"0,-1 2 4 0,3 7-11 16,-2-17-1-16,0 11 0 0,2 6-5 0,-2-12-10 16,-3 7-13-16,5 5 0 0,0 0-13 0,0-8-14 15,0 8-9-15,0 0-11 0,0 0-5 0,0 0 1 16,7 22-4-16,-5-9-5 0,3 4-5 0,-1 2-9 15,-2 0-3-15,-2 1-7 0,2 5-1 0,-1-4-8 16,3 3-2-16,-4-5-5 0,2 7-2 0,0-9-3 16,-2 2-5-16,5 6-2 0,-4-7 2 0,1 0-4 15,0 0 0-15,-2 2-3 0,2-3-8 0,-2-1-2 16,2-3-15-16,0-1-17 0,0 1-29 0,-1 0-28 16,-1-3-37-16,0 0-34 0,2-2-27 0,-2-8-34 15,0 12-144-15,0-12-386 0,0 0 170 0</inkml:trace>
  <inkml:trace contextRef="#ctx0" brushRef="#br0" timeOffset="144095.94">12217 13522 44 0,'-2'-8'177'0,"2"8"-21"16,0 0-10-16,0 0-15 0,0 0 0 0,7-7-2 15,-7 7-16-15,19 2-6 0,-5 0-8 0,13 3-11 16,-4 0-10-16,3 0-7 0,6 0-4 0,-1 0-9 16,0 2-5-16,-2-1-10 0,1-2-16 0,-1 3-21 15,-8-1-27-15,10-3-27 0,-4 5-31 0,-7-2-25 16,-2-1-29-16,0-2-91 0,-5 2-242 0,-2-3 108 16</inkml:trace>
  <inkml:trace contextRef="#ctx0" brushRef="#br0" timeOffset="144318.37">12663 13395 110 0,'-2'-10'196'16,"0"0"13"-16,2 2-6 0,0 8-20 0,-4-9-20 16,4 9-14-16,0 0 7 0,0 0-8 0,0 0-9 15,0 0-6-15,17 29-4 0,-9-12-10 0,-2 7-14 16,-1 2-6-16,3 1-8 0,-4 0-12 0,2 1-7 15,-4 2-8-15,0-1-10 0,-2-1-9 0,0 2-25 16,0-1-34-16,-4 3-30 0,4-5-50 0,-4 0-41 16,4-2-43-16,-2-5-36 0,2 0-118 0,2-4-359 15,-2 0 160-15</inkml:trace>
  <inkml:trace contextRef="#ctx0" brushRef="#br0" timeOffset="144521.11">12971 13713 84 0,'0'0'219'0,"3"-8"-7"0,-3 8-7 0,0 0-9 0,6-2 0 15,-6 2 3-15,0 0-15 0,5 15-15 16,-7-2-17-16,-3 1-12 0,5 2-13 0,0 3-14 16,-4 0-9-16,1-1-12 0,3 1-21 0,-2-1-28 15,0 0-27-15,0-1-37 0,2 2-48 0,-3-2-52 16,6-1-39-16,-3-4-46 0,0-2-119 0,2 0-350 15,2-2 155-15</inkml:trace>
  <inkml:trace contextRef="#ctx0" brushRef="#br0" timeOffset="144697.97">13421 13698 52 0,'13'-6'167'0,"1"3"-12"0,1 0-16 16,4 1-21-16,-2-2-19 0,-3 4-28 0,-1 0-35 0,1 0-13 16,-3 0-51-16,-2 0-42 0,3 2-57 15,-6 1-139-15,-6-3 62 0</inkml:trace>
  <inkml:trace contextRef="#ctx0" brushRef="#br0" timeOffset="144859.93">13492 13813 18 0,'-6'4'170'0,"-1"0"3"0,0 1-5 16,2-1-9-16,5-4-10 0,-8 6-17 0,8-6-10 16,-5 3-14-16,5-3-8 0,0 0-9 0,0 0-12 15,0 0-17-15,21 8-31 0,-10-10-42 0,6-2-52 0,2 2-43 16,1 2-125-16,10-2-250 0,3-2 112 16</inkml:trace>
  <inkml:trace contextRef="#ctx0" brushRef="#br0" timeOffset="145226.34">15108 13568 56 0,'-4'-13'214'0,"3"2"-10"0,-1 1 3 16,2-1-6-16,-1 4-8 0,1 7-18 0,-1-12-15 15,1 12-15-15,-1-7-20 0,1 7-6 0,0 0-7 0,0 0 6 16,-6 21-8-16,5-5 3 0,-1 0-13 0,-2 9-8 15,0-2-10-15,0 3-6 0,-1 0-7 0,2 1-6 16,1-3-7-16,1 5-7 0,-1-3-1 16,1-2-5-16,0-5-6 0,2 5-2 0,-1-4-15 0,1-4-21 15,-2 1-19-15,1-2-31 0,-1 2-44 0,-1-7-49 16,4-1-42-16,-2 1-48 0,-2-3-149 0,2-7-412 16,-2 8 182-16</inkml:trace>
  <inkml:trace contextRef="#ctx0" brushRef="#br0" timeOffset="145440.27">15069 13602 41 0,'14'3'158'15,"-3"0"-13"-15,-1 0-17 0,9 0-7 0,-4 0-12 16,3 3-12-16,4-3-9 0,0 2-4 0,0 0-11 15,3 2-11-15,-5-3-22 0,0-1-16 0,0 1-25 16,-2 1-22-16,-5-2-21 0,0 0-20 16,-1 0-14-16,0 0-13 0,-3-1-55 0,-3 1-156 0,1-3 70 15</inkml:trace>
  <inkml:trace contextRef="#ctx0" brushRef="#br0" timeOffset="145631.69">15429 13658 194 0,'0'0'-3'16,"1"-12"4"-16,0 5 16 0,-1-3 12 0,-1 0 3 15,-2-1 13-15,2 1-5 0,-2-6 7 0,0 3 13 16,1-2 3-16,-3 0 6 0,4 3 18 0,-2 1 17 15,0 0 3-15,0 0 12 0,2 6 13 0,1 5-3 16,-3-12-5-16,3 12-17 0,0-6-11 0,0 6-12 16,0 0 8-16,0 0 12 0,0 0-5 0,0 0-1 15,10 34-4-15,-3-17-6 0,-3 8-14 0,1-1-3 16,-3 1-11-16,1 2-2 0,-2 0-9 0,3 0-6 16,-4-3-24-16,3 3-29 0,-2 0-31 0,-1-2-45 15,1-5-55-15,0 5-44 0,-2-6-177 0,0-3-392 16,1-4 174-16</inkml:trace>
  <inkml:trace contextRef="#ctx0" brushRef="#br0" timeOffset="145920.44">15669 13836 212 0,'6'4'218'0,"2"3"0"0,-2-2-18 0,2 5-11 15,-4 1-13-15,-3 2-13 0,2 3-13 0,-5 3-15 16,0-1-14-16,-5 6-11 0,-4-1-10 0,3-5-10 16,-5 5-10-16,-1-1-5 0,0-2-10 0,0-4 1 15,5-2-13-15,-1-2-4 0,3-2-5 0,1-1-8 16,1-2 1-16,0 3-3 0,2-7-6 0,1 4 0 16,2-7-4-16,-3 9 3 0,3-9-3 0,0 0 1 15,13 4-6-15,-1-5-2 0,6-2-1 0,2-1 3 16,6-4-8-16,2-1-17 0,0-1-19 0,0 2-29 15,3-3-35-15,-3 3-40 0,4-2-29 0,1 2-23 16,-4-2-189-16,5 1-401 0,1-1 179 0</inkml:trace>
  <inkml:trace contextRef="#ctx0" brushRef="#br0" timeOffset="148300.17">16567 13804 98 0,'13'-4'119'0,"-3"3"-14"16,0-1-14-16,1-1 2 0,1-1-11 0,1-1-14 0,0 0-4 16,2-2-2-16,-3 3-8 0,1-3-8 15,-2 2 0-15,2-1-6 0,-4 2 0 0,1-2-7 16,-1 1-5-16,-3 1 1 0,-2-2-4 15,0 1-6-15,-4 5-1 0,3-10 4 0,-3 10-3 0,-3-12-4 0,3 12 0 16,-9-8 3-16,3 4-9 0,-3 1 5 16,-3 1-4-16,1 2 12 0,-3 2-6 0,-5 1 0 15,1 2 8-15,-1 4 6 0,-3 3 13 0,-3 3 1 16,4 2 6-16,-2 4 7 0,5 3-3 0,0-1 3 0,3 0-1 16,1 1 8-16,3 1-6 0,6-6-4 0,1 0-4 15,2 1-3-15,7-3-5 0,0 0-5 0,4 1-3 16,6 4-6-16,-1-8 0 0,8 1-5 15,2-3-28-15,5 1-24 0,0-7-38 0,7-1-35 0,-1-2-46 16,4 1-34-16,-3-4-99 0,0-6-304 0,2 2 135 16</inkml:trace>
  <inkml:trace contextRef="#ctx0" brushRef="#br0" timeOffset="148954.65">17146 13036 92 0,'0'0'173'0,"-2"-9"-15"0,2 9-5 0,0 0-11 16,0 0-8-16,0 0-11 0,0 0-12 0,0 0-9 15,0 0-16-15,-3-9-1 0,3 9-9 0,0 0 3 16,0 0 2-16,0 0 1 0,-14 16-3 0,10-9-8 16,-1-2-6-16,0 6-2 0,-3-1-1 0,3 2 7 15,-2 3-5-15,-1 2-4 0,1-3 2 0,1 4-3 16,1 1-3-16,-1 5 2 0,0-7-2 0,1 8-4 16,3 1-1-16,-6-1-3 0,3 0-5 0,4-2-2 15,1-2-2-15,-2-2-7 0,5 0 0 0,0-1-2 16,-1 1-3-16,2-1-3 0,4-1 1 0,-1 0-2 15,1 0-4-15,5-1-2 0,0-2-3 0,1-1 3 16,2 1-5-16,1-1-7 0,5 1-17 0,-3-4-20 16,5 2-19-16,-6-1-30 0,0-1-45 0,1-2-37 15,0-1-37-15,1 0-199 0,-3-2-430 0,2-1 190 16</inkml:trace>
  <inkml:trace contextRef="#ctx0" brushRef="#br0" timeOffset="149438.91">17498 13086 191 0,'0'0'223'16,"-3"-7"-18"-16,3 7-16 0,-1-8-23 0,1 8-12 15,0 0-13-15,0 0-1 0,0 0 1 0,0 0-1 16,18 18-11-16,-11-4-6 0,4 1-10 0,0 3-9 0,-1-1-8 16,4 6-6-16,0 0-7 0,-3 0-2 15,3-2-8-15,-5-4-6 0,2 6-11 0,-1-5-1 16,-1 0-5-16,-1 0-2 0,1-1-9 0,1-2-1 16,-1 1-3-16,-1-3-5 0,2 0-1 0,-4-3-2 15,1 1-6-15,-2-2-3 0,3 0-2 0,-2-1 1 16,-4-3-5-16,2 0 1 0,-1 0 0 0,-3-5 2 0,6 7 2 15,-6-7-1-15,4 5-1 0,-4-5 0 16,0 0-2-16,0 0-2 0,10-10 2 0,-8 1-2 16,1-1-4-16,4-5-1 0,-2-1 0 0,1-4-1 0,3-6 4 15,0 1 0-15,-1-4-5 0,2 2 0 0,-1-2-3 16,-1 3 3-16,1-5 2 0,1 0-6 16,-1 0 4-16,-1-1 0 0,3 5-4 0,-2 3 1 15,-4 5 0-15,0 0 2 0,-1 3-2 0,0 4 1 0,0 4 0 16,-2-2-1-16,-1 6-8 0,-1 4-13 0,3-11-20 15,-3 11-18-15,0 0-9 0,1-6-15 0,-1 6-8 16,0 0-26-16,0 0-25 0,0 0-40 0,-5 26-25 16,3-14-188-16,-3 6-428 0,2-2 190 15</inkml:trace>
  <inkml:trace contextRef="#ctx0" brushRef="#br0" timeOffset="149842.37">17995 13382 32 0,'7'-7'189'0,"0"0"-5"0,2 1-15 0,-1 3-6 0,0-1-14 15,1 2-14-15,2 0-7 0,-1 5-7 0,-1 1-6 16,1 1-8-16,1 1-8 0,-3 4-8 15,1 1-7-15,-2 0-6 0,-4 5-9 0,2-1-3 0,-3 2-5 16,-5-2-10-16,-2 2-3 0,-3 0-3 16,-1-1-8-16,0 0-2 0,-3-2-5 0,-1 0-2 0,-1-3 0 15,1 1-5-15,2-5 0 0,0 0-2 0,-2-1-2 16,3-2-3-16,1 0 7 0,0 0 10 0,3 0 3 16,0-3-5-16,6-1 0 0,0 0 3 0,-12 0 6 15,12 0-4-15,0 0 2 0,0 0-4 0,-9-6-6 16,9 6-3-16,0 0-1 0,0 0-4 0,0 0 0 15,18-10-3-15,-8 6-3 0,2 0 2 0,-1 1-1 16,10 1-2-16,-1-1-2 0,0 2-2 0,1-2-3 16,-1 0-14-16,1 1-23 0,-1 1-25 0,1 1-33 15,-1-1-40-15,2 1-32 0,6-3-26 0,-7 0-27 16,-6 3-141-16,-1 0-382 0,-1-3 169 0</inkml:trace>
  <inkml:trace contextRef="#ctx0" brushRef="#br0" timeOffset="150087.78">18405 13355 181 0,'-3'-11'243'0,"3"11"-3"0,-2-5-15 0,2 5-17 16,0 0-20-16,-4-8-21 0,4 8-15 0,0 0-2 15,0 0-7-15,0 0-5 0,0 0-5 0,0 0-9 16,-1 28-14-16,1-18-9 0,0 2-8 0,0-2-9 15,0 2-6-15,0-1-10 0,1 5-5 0,-1-5-4 16,1 2-6-16,1-1-7 0,-1-1-6 0,3 2-20 16,-4-2-25-16,-2 0-35 0,2 5-23 0,-2-4-39 15,1 1-39-15,1-2-39 0,-2 0-51 0,0 0-161 16,-1-2-422-16,1 0 186 0</inkml:trace>
  <inkml:trace contextRef="#ctx0" brushRef="#br0" timeOffset="150401.5">18805 13091 158 0,'0'0'194'16,"1"-9"-19"-16,-1 9-2 0,0 0-3 0,0 0 2 15,0 0-4-15,0 0-4 0,3 23-3 0,-3-5-16 16,-3 10-12-16,-2-1-11 0,0 4-9 0,-1 3-13 16,-3-4-5-16,-3 5-11 0,1-2-6 0,0-1-8 15,-1 0-4-15,2 0-6 0,-2 0-10 0,2-2-4 16,1-2-4-16,0-1-4 0,-1 0-1 0,2-3-7 16,3-6-2-16,1 7-4 0,0-5-9 0,2-6-9 15,-3 5-12-15,0-2-15 0,2-1-20 0,-2 0-20 16,4-3-39-16,-1-3-29 0,0-1-20 0,0-1-37 0,1 0-185 15,-2-1-402-15,3-7 179 0</inkml:trace>
  <inkml:trace contextRef="#ctx0" brushRef="#br0" timeOffset="150814.04">18891 13479 119 0,'0'0'212'0,"5"-7"-15"0,-5 7-13 0,2-6-21 16,-2 6 3-16,0 0-2 0,0 0-9 15,0 0-10-15,20 11-12 0,-12-2-10 0,0 0-9 0,-1 3 8 16,0 2-12-16,3 1-10 0,-2-1-5 0,0 0-11 16,-2 1-7-16,4 0-9 0,-1-2-8 0,-1-3-5 15,1 3-7-15,0-3-3 0,0-1-3 0,-3 1-5 16,3-1-2-16,-3-1-2 0,0-4-3 0,-3 1-1 15,3 0-9-15,-2-1 1 0,-4-4-2 0,7 4 0 16,-7-4 5-16,8 3-3 0,-8-3 1 0,0 0-4 16,15-9-2-16,-6 3 0 0,-1-1-3 0,-1-4 1 15,4-3-6-15,-1-3 3 0,-1 2 0 0,1-9-2 16,3 3 0-16,-3-4-1 0,0 1-3 0,2-2 1 16,-3 3 0-16,-2-1 1 0,2-1-2 15,2 2-1-15,-6 5 2 0,0 0-1 0,-1 1-6 0,2 2 2 16,-4 3 4-16,1 2-4 0,0 2 2 0,-2 2-17 15,0-1-17-15,-1 7-19 0,1-9-25 0,-1 9-20 16,0 0-12-16,4-4-25 0,-4 4-14 0,0 0-33 16,0 0-26-16,12 17-170 0,-12-6-404 15,4-3 179-15</inkml:trace>
  <inkml:trace contextRef="#ctx0" brushRef="#br0" timeOffset="151052.62">19404 13507 115 0,'0'0'255'15,"-12"-5"-6"-15,12 5-14 0,0 0-22 0,0 0-19 16,0 0-19-16,0 0-18 0,0 0-10 0,29-4-12 16,-10 1-9-16,3 0-12 0,0 0-12 0,3 1-13 15,5-2-7-15,-2 1-7 0,0 0-13 0,-6 1-14 16,0-1-14-16,-2 0-26 0,-1 2-21 0,-5-1-24 15,0 2-22-15,-2 0-31 0,-5 0-25 16,2-2-24-16,-2 0-26 0,-7 2-28 0,10-1-108 0,-10 1-326 16,6-5 145-16</inkml:trace>
  <inkml:trace contextRef="#ctx0" brushRef="#br0" timeOffset="151276.29">19647 13439 185 0,'-5'8'226'0,"1"-2"-2"16,2 0-12-16,-6 4-1 0,2 1-5 0,-1 3-15 16,0 3-10-16,-1 2-12 0,2 0-14 0,-2-2-7 15,0 8-16-15,-1-2-9 0,2-3-12 0,2-1-14 16,1 0-7-16,-3 7-2 0,5-7-17 0,-2 1-8 16,1-1-5-16,3 0-4 0,-2-2-17 0,1-1-20 15,-2-1-28-15,2-2-29 0,-1-2-37 0,0 1-37 16,1 0-40-16,-1-4-41 0,0 2-45 0,-2-3-130 15,3-2-400-15,1-5 176 0</inkml:trace>
  <inkml:trace contextRef="#ctx0" brushRef="#br0" timeOffset="151599.84">20032 13169 1265 0,'5'-19'10'0,"-1"-1"90"0,-2 5-25 0,1 4 20 15,-2 1-16-15,1 0-9 0,-1 5-10 0,-1 5-10 16,4-11-14-16,0 8 19 0,-4 3 26 0,0 0 4 16,0 0 19-16,24 19 8 0,-10-3 0 0,2 7-1 15,5 4-1-15,-2 2-3 0,7 11-9 0,-7-9-2 0,4 10-3 16,-10-7 0-16,7 8-12 0,-8-10-6 15,-7 1-3-15,0-1-6 0,2 2 3 0,-2-2-10 16,-2 1 0-16,-2 0-8 0,-6 2-2 0,-4-1-5 16,-2-1-3-16,-11 10-15 0,-5-5-20 0,7-9-26 0,-10-6-30 15,-9 14-34-15,-3-5-33 0,-2 0-34 16,1-2-45-16,-1-7-56 0,-2 3-236 0,-1-3-528 16,-4-2 234-16</inkml:trace>
  <inkml:trace contextRef="#ctx0" brushRef="#br0" timeOffset="154343.34">8732 14766 26 0,'1'-14'175'0,"-1"14"0"0,2-9-12 16,-2 9-10-16,1-6-12 0,-1 6-18 15,0 0-16-15,0 0-15 0,0 0-3 0,0 0-1 0,0 0-4 16,0 0 0-16,9 21-4 0,-5-7 2 0,0 4-8 16,-1-3 0-16,0 5-14 0,1 0 5 0,0-1-9 15,-2 5-3-15,-2-4-2 0,5-2-7 0,-2 0-1 16,1-1-4-16,-2 1-2 0,3-3-6 15,-2 2 0-15,3-2-6 0,-3-4 2 0,-2 2-3 0,3-1-2 16,-1-1-8-16,-1 0 3 0,-1-2-8 0,1 0-14 16,-1-3-10-16,-1 3-14 0,0-9-24 0,-3 13-14 15,3-13-32-15,-3 10-19 0,-1-7-31 0,4-3-11 16,-8 4-135-16,8-4-317 0,-13 0 141 16</inkml:trace>
  <inkml:trace contextRef="#ctx0" brushRef="#br0" timeOffset="154560.23">8713 14811 32 0,'0'0'165'0,"0"0"0"16,12 0-4-16,-12 0-15 0,16 4-6 0,-4-2-5 0,5 4-16 15,1 0-14-15,8 2-6 0,1-1-9 16,-6-1-13-16,7 3-2 0,1 0-15 0,-10-2-10 15,3 0-36-15,-2 0-15 0,-2 2-32 0,1-2-26 16,-3 3-6-16,1-3-31 0,-1 1-12 0,-4-2-19 16,-1-1-64-16,-2 3-207 0,2-3 92 0</inkml:trace>
  <inkml:trace contextRef="#ctx0" brushRef="#br0" timeOffset="154801.27">9151 14735 196 0,'-2'-8'211'16,"-1"1"-6"-16,3 7-7 0,-2-11-16 0,0 6-21 15,2 5-16-15,0 0-16 0,0 0-14 0,0 0-1 16,0 0-2-16,0 0-6 0,7 30-8 0,-5-14-5 16,1 4-8-16,1 5-8 0,-2 2-6 0,3-1-7 15,-2-7-5-15,-1 8-5 0,2-1-6 0,-1-1-6 16,-2 0-6-16,-3 3 1 0,3-9-19 0,-4 8-22 15,5 1-27-15,-2-2-42 0,-3-7-34 0,2 1-52 16,-1-1-43-16,-3-2-145 0,-1 0-376 0,3-2 167 16</inkml:trace>
  <inkml:trace contextRef="#ctx0" brushRef="#br0" timeOffset="155026.44">9342 15073 51 0,'0'0'210'0,"0"0"10"0,0 0-7 0,0 0-9 15,0 0-8-15,14 11-15 0,-14-11-12 0,2 13-17 16,1-3-12-16,-2 1-14 0,0 1-14 0,2 5-11 16,-3-6-10-16,0 6-9 0,-1-1-13 15,-2 0-18-15,2 1-37 0,0 0-29 0,-2-2-38 0,2 1-36 16,-1-4-38-16,0-1-40 0,2 1-22 0,-1-1-102 15,1-11-315-15,1 12 141 0</inkml:trace>
  <inkml:trace contextRef="#ctx0" brushRef="#br0" timeOffset="155184.28">9738 15059 68 0,'0'0'138'0,"13"-5"-21"0,-7 4-12 16,-6 1-10-16,18-3-39 0,-7 3-43 0,0-2-30 0,-1 4-80 16,-3 1-103-16,-7-3 46 0</inkml:trace>
  <inkml:trace contextRef="#ctx0" brushRef="#br0" timeOffset="155357.93">9790 15191 61 0,'0'0'203'0,"0"0"-2"0,0 0-16 0,0 0-20 16,0 0-18-16,0 0-13 0,0 0-11 0,0 0-12 15,14 2-10-15,-14-2-26 0,16-2-27 0,-9 1-48 16,2-1-7-16,3 0-61 0,-2 0-49 16,2 1-110-16,-12 1-247 0,15-4 110 0</inkml:trace>
  <inkml:trace contextRef="#ctx0" brushRef="#br0" timeOffset="156330.04">11231 15047 119 0,'-7'-3'158'16,"-2"-3"-11"-16,0 4-6 0,-3 1-8 0,1 0-4 15,1 2-12-15,-4 1-8 0,-3 4-8 0,3-1-2 16,0 7 0-16,-2 1-7 0,2-2-10 0,-2 3-1 16,2 0-5-16,4 1-9 0,-1-1-7 0,4 5-1 15,1-2-11-15,1-3-2 0,3 4-2 0,5 0-6 16,-1-5-6-16,2 1 2 0,1 2-8 0,3-6 2 16,2 4-3-16,1-8-4 0,-1 2 1 0,2-1-3 15,3-4-5-15,2 0 3 0,0 0-5 0,-2-5 4 16,1-2-3-16,3 1-6 0,-2-5-2 0,-1 0 4 15,1 0-3-15,-3-3 0 0,-1 0-4 0,2-4 4 16,-2 2-4-16,-4-3 6 0,1-1-4 0,-1-2-4 16,-3-5 5-16,3-3-2 0,-4 1-3 0,3-1 0 15,-4 0-2-15,1-1 5 0,-2-3-4 0,-1 1 5 16,0-1-2-16,-2 1-2 0,0 1 4 0,-1-1 0 16,-1 3 0-16,-2-1 2 0,0 3 4 0,2 6 7 15,-2 8 8-15,1-5 6 0,3 5 0 0,-2 1 2 16,-1 3-3-16,0-1-3 0,3 8-7 0,-2-8-1 15,2 8-7-15,0 0 4 0,0 0-7 0,0 0 0 16,0 0 2-16,2 39 1 0,-2-20-1 0,3 10-5 16,-3 0 3-16,1 0-1 0,1 2 2 0,0 2 8 15,-2-3-7-15,3 0 3 0,-2-1-3 0,4-3-1 16,-1 1 1-16,3-3 0 0,0-5-2 0,-2-3-1 16,3 2 0-16,1-2 0 0,3 6 6 0,-1-8-6 15,1-1-3-15,0-1-2 0,-3-5-1 0,5 4 1 16,-6-5 2-16,1 1-1 0,5-4 0 0,-4-2-2 15,3-1 7-15,-2 0-6 0,2-1-2 0,-3-2 4 16,0 0-3-16,1-2-1 0,-1-2-1 0,1-2 1 16,0-1 0-16,-1-4-2 0,0 0-3 0,-5 2 3 15,3-3 0-15,-4 0-3 0,-2-2-4 0,0 2 2 16,-4-1 0-16,2 0 3 0,-2 5-2 0,-1 1 1 16,-2 0 2-16,1 2-2 0,-1 2-2 0,0 1 1 15,0 1-3-15,5 4 4 0,-12-1-3 0,12 1 5 16,-14 6-3-16,6 1 1 0,0 1 1 0,2 1-2 15,-2 1 2-15,4-1 1 0,1 4 3 0,-2 0-2 0,5 0 2 16,3 2-4-16,-1-2-16 0,3-2-16 16,5 2-26-16,2 2-38 0,-1-6-39 0,7 0-31 15,-5-2-41-15,5 1-145 0,-6-5-382 0,8-1 169 16</inkml:trace>
  <inkml:trace contextRef="#ctx0" brushRef="#br0" timeOffset="156968.13">11878 15059 8 0,'6'-3'180'15,"-6"3"4"-15,0 0 5 0,0 0-5 0,0 0-11 16,0 0-7-16,7 10-8 0,-7-10-1 0,4 7-10 16,-4-7-12-16,2 6-6 0,-2-6-10 0,2 6-7 15,-2-6-8-15,0 0-5 0,3 5-4 0,-3-5 3 16,0 0 1-16,0 0 6 0,0 0-6 0,0 0-1 15,0 0-13-15,0 0-4 0,0 0-11 0,0 0-2 16,0 0-13-16,0 0-1 0,0 0-3 0,0 0-10 16,0 0-2-16,-7-24-2 0,7 24-7 0,3-12-5 15,-1 2-3-15,3 0-6 0,2-1-7 0,-1 1-15 16,2-5 1-16,1 1-1 0,3 0-1 0,-1 2-1 16,-1 3 1-16,0-2 2 0,1 4 2 0,0 2 4 15,-1-1 0-15,-1 3 1 0,-3 2-12 0,4 1 5 16,-10 0 5-16,15 4-9 0,-9 3 4 0,3 2-1 15,-1 0-3-15,-3 4 1 0,6 1 4 0,-4 2 3 16,-1-5-7-16,-1 3 4 0,3 2-1 0,-3-7 2 16,2 3 1-16,-2-2 1 0,1-1-3 0,-1 1 7 15,6-3-3-15,-4-3 1 0,-1 1 0 0,3-2 1 16,0-2-1-16,4-1 1 0,-1-2-1 0,2-1 2 16,1-3-2-16,3 0 3 0,-7-3-2 0,1 3 1 15,1-4-1-15,-1 0 0 0,-3-1 1 0,1 2-2 16,-3-2 7-16,-2 0-8 0,2-4 0 0,-5 4 1 15,2-2 1-15,-3-4-4 0,-1 5 2 0,1-2 2 16,-2 4-3-16,1-1 3 0,-1 2-2 0,-1 2-1 16,2 7-2-16,-2-11 1 0,2 11-3 0,-4-8 0 15,4 8-2-15,0 0-3 0,0 0 4 0,0 0-1 16,-16 18 1-16,11-9-2 0,1 2-6 0,0 0 0 16,1 2-2-16,3-2 3 0,0 6 0 0,0-1 0 15,3 0 1-15,1-2-1 0,2 1 4 16,-1 1-1-16,1-5 0 0,2 2 2 0,0-2-1 0,-3 2 1 15,1-4 4-15,-2 3-1 0,2 0 4 0,0-1-6 16,-1-3 1-16,-1 5 6 0,-2-3-9 0,1-1-13 16,-3 1-13-16,1-1-21 0,-2 1-30 0,-2 0-30 15,-1 0-33-15,-2-1-26 0,3-3-32 0,-3 1-20 16,-2 0-126-16,8-7-380 0,-10 6 169 0</inkml:trace>
  <inkml:trace contextRef="#ctx0" brushRef="#br0" timeOffset="157177.34">12506 15001 8 0,'5'-7'208'0,"-3"3"-8"0,-2 4-10 16,7-8-20-16,-7 8-6 0,3-3 0 0,-3 3-1 16,0 0-9-16,10 9-4 0,-5-4-12 0,-3 4-10 0,0 1-9 15,0 1-6-15,0 4-12 0,-1 0-10 0,1-4-11 16,-4 5-6-16,1 1-13 0,-1-1-20 0,0 0-33 15,-2-4-33-15,0 0-31 0,2 0-33 16,-1-1-56-16,1 1-39 0,0-2-154 0,-3-3-366 16,5-7 162-16</inkml:trace>
  <inkml:trace contextRef="#ctx0" brushRef="#br0" timeOffset="157349.51">12391 14843 1434 0,'-4'-19'16'16,"2"7"28"-16,0 2-26 0,-1 3-18 0,3 7-17 0,-2-6-5 15,2 6-4-15,0 0-7 0,0 0-7 0,0 0-27 16,0 0-18-16,0 0-119 0,12 22-221 0,-11-16 98 16</inkml:trace>
  <inkml:trace contextRef="#ctx0" brushRef="#br0" timeOffset="157592">12652 14807 120 0,'5'-5'170'0,"-1"-2"15"0,1 3 0 16,-5 4-6-16,4-8-15 0,-4 8-18 0,6-4-6 16,-6 4 6-16,0 0 4 0,0 0-4 0,13 13-6 15,-9-3-7-15,4 6-7 0,-2 2-7 0,0 1-9 0,-1 6-11 16,1 0-8-16,-4-7-5 0,-1 7-10 15,-1-4-10-15,2 2-4 0,0-3-6 0,-2-2-4 16,5-1-9-16,-5 0-7 0,0-4-19 0,0 3-20 16,-3-4-23-16,1 1-22 0,2-1-29 0,-4-1-36 15,3-2-37-15,1-9-18 0,-4 15-18 0,0-9-11 16,2-2-150-16,2-4-373 0,0 0 165 0</inkml:trace>
  <inkml:trace contextRef="#ctx0" brushRef="#br0" timeOffset="158142.2">12711 14986 112 0,'0'0'137'0,"7"-7"-11"0,-5 1-5 0,-2 6 9 15,9-1 1-15,-9 1 1 0,12 1-4 0,-4 3-3 16,-2-1-3-16,1 1-5 0,3 2-11 0,-1-1-9 16,-1 3 1-16,2-2-4 0,1 1-11 0,-3-1-12 15,2 3 2-15,1-4-7 0,0 0-11 0,-1 1-1 16,3-2-8-16,-3-2-1 0,3-1-5 15,-1-1-2-15,2 0-7 0,-3 0-3 0,0-3 2 0,1 0 0 16,-1 0-2-16,0-2 0 0,-1 0 3 0,-2 1 9 16,-3-2-9-16,3 0 2 0,-2 2 8 0,0-4 2 15,-2 0-11-15,1 2 4 0,-5 6 5 0,6-8 4 16,-4 5 0-16,-2 3-4 0,6-9-10 0,-6 9-3 16,4-4-3-16,-4 4 1 0,0 0 16 0,9 11 1 15,-5 0 9-15,1 5 1 0,1 0-1 0,-1 8-4 16,-5 2 2-16,0 4 3 0,0-1-6 0,-2 2-5 15,-1 5 2-15,1-2-6 0,0-1-5 0,2-3-5 16,0 3 1-16,-2 0 0 0,2-4-6 0,-1 0-5 16,-3-1 2-16,0 0-3 0,-1-2-4 0,1-2 6 15,-3 1-7-15,0-6 3 0,3 0-5 0,-3-1-4 16,-2-2 1-16,-2 1-3 0,2 1 1 0,-5-3-9 16,1-2-8-16,0-1-13 0,-3-2-4 0,0-1-4 15,0-1 7-15,3-5-1 0,-1-1 1 0,1-2-3 16,3-1 7-16,0-1 10 0,-1-3-6 0,-1-2-3 15,1-4-1-15,0-2-4 0,1-3-1 16,2-2 13-16,3-2-9 0,-3-6 1 0,5-2-3 0,3-1 4 16,3-3 1-16,5-1-1 0,3-2 11 0,5-10 0 15,-3 12-5-15,10-10 2 0,-4 12 4 0,12-5 0 16,-9 7 1-16,3 7 4 0,2-2-2 0,0 4-2 16,-2 1 1-16,2 4 4 0,-3 1-5 0,3 2-32 15,-9 4-29-15,-3 3-36 0,-3 1-51 0,-1 1-44 16,2 3-43-16,-13 0-177 0,18 2-454 0,-18-2 202 15</inkml:trace>
  <inkml:trace contextRef="#ctx0" brushRef="#br0" timeOffset="158814.06">13919 14966 197 0,'0'0'206'0,"-6"-3"-11"16,6 3-8-16,0 0-4 0,-17 14-15 0,11-5-6 15,-3 2-18-15,0 4-15 0,4-4-12 0,1 6-8 16,0 0-14-16,3-1-11 0,2-1-3 0,-1-2-6 15,8 1-5-15,-3-3-6 0,2-3-5 0,4-1-9 16,-2 0-1-16,3-1 0 0,7 0-1 0,-7-4-4 16,1-1-5-16,5-1-6 0,-4-1 2 0,2-2-3 15,-1 0-5-15,-3-1 2 0,-3-3-3 0,2 0-7 16,-5-1 0-16,2 0-1 0,-4-1-2 0,2 0-3 16,-6-2-1-16,2 1-1 0,-4-7-3 0,-2 1-5 15,-5 0-2-15,2 0-2 0,-2-1-1 0,-2 0 0 16,-1-1-1-16,-1 5 2 0,-1-3-3 0,1 4 1 15,0 3 2-15,1 0 3 0,4 1-5 0,-1 4 3 16,1-1-4-16,2 3 0 0,6 2 3 0,-7-6-1 16,7 6-2-16,0 0-5 0,0 0 2 0,0 0 6 15,0 0 0-15,23-3 1 0,-10 1 0 0,8 0 2 16,3-1-2-16,3 0 0 0,0 0 0 0,2-2 3 16,2-1-4-16,-6 0 1 0,-2 2-2 0,-1-1 0 15,-4-4 2-15,-1 2 2 0,-5 1 1 0,-3-1-1 16,1 0-3-16,-1-2 6 0,-1 0-5 0,-4 2 2 15,-2-2 1-15,2-2 0 0,-4 2 0 0,0-1 2 16,0 0-2-16,0 3 6 0,-3-1 5 0,3 8 4 16,-1-10-4-16,1 10-2 0,-1-7-7 0,1 7 0 15,0 0-5-15,0 0 10 0,0 0 12 0,2 32-7 16,-2-7 4-16,-1 5 6 0,0 2-5 0,2 0 4 16,-1 2 0-16,1-1 5 0,2 0-3 0,-1 1 2 15,0-2-1-15,0 0-1 0,2 0-3 0,1-2 1 16,-1 1-4-16,3 0 1 0,-2 0 0 0,0-2-3 15,-1-2-14-15,1-1-17 0,-3 2-24 0,0-9-24 16,-2 0-34-16,0-3-35 0,-2 3-47 0,0-2-34 16,-1-6-36-16,-3 5-157 0,1-5-435 0,0-4 192 15</inkml:trace>
  <inkml:trace contextRef="#ctx0" brushRef="#br0" timeOffset="158968.01">14300 15111 81 0,'11'-6'154'0,"2"0"-18"0,5 0-9 15,-1-3-24-15,4 2-39 0,1 2-43 0,-2 0-59 16,1 1-70-16,-1-1-117 0,-1 1 51 0</inkml:trace>
  <inkml:trace contextRef="#ctx0" brushRef="#br0" timeOffset="159373.49">15127 14799 162 0,'3'-10'226'0,"-3"10"-12"15,-2-8-23-15,2 8-22 0,0 0-5 0,0 0 6 16,0 0-7-16,0 0-7 0,-1 40-10 0,1-16-7 15,-1 7-6-15,3 0-12 0,-2 2-8 0,-1 0-10 16,-2 3-10-16,0-2-5 0,3-2-10 0,0 2-8 16,0-3-8-16,0 0-3 0,2-2-7 0,-1 2-3 15,-1-3-3-15,3 0-6 0,0 0-4 16,-3-10-20-16,0 7-22 0,0-6-15 0,0 0-30 0,-3 0-35 16,-1-1-18-16,-2-2-46 0,2 1-33 0,-1-6-26 15,-7 1-167-15,7-3-405 0,-1-5 180 0</inkml:trace>
  <inkml:trace contextRef="#ctx0" brushRef="#br0" timeOffset="159608.97">15175 14995 109 0,'18'-9'178'0,"2"2"-7"0,1-2-4 16,-1 3-9-16,1 3-15 0,-2 2-8 0,-2 4-8 0,-3-2-17 15,-2 4-10-15,-2 1-11 0,1 2-5 0,-3-1-8 16,-2 1-2-16,-2 3-2 0,-4 1-8 0,-2 1-1 16,-2 1-7-16,-5 2-7 0,-1 2-5 15,-2-5-3-15,-7 7-5 0,5-6-8 0,0-2-26 16,1 3-27-16,-1-4-28 0,0 1-31 0,4-1-32 16,2-3-33-16,-1-1-143 0,0-1-316 0,3-2 140 0</inkml:trace>
  <inkml:trace contextRef="#ctx0" brushRef="#br0" timeOffset="160338.99">15680 14975 16 0,'0'0'192'0,"0"0"-11"0,-13-9-7 0,2 9-13 15,0 4-5-15,-2 1-4 0,-4 3-9 16,-2 3-15-16,-3 7-8 0,-1-3-9 0,5-2-14 15,4 1-5-15,0 1-8 0,3-1-11 0,-1 0-2 16,5 1-9-16,3-4-6 0,3 0-7 0,2-2-8 0,-1 1 1 16,2 0-5-16,3-3-2 0,2 2-9 15,0-4-4-15,1 0-12 0,4-3-6 0,-1 0-6 0,2-4-3 16,2 0 4-16,4-4-4 0,-2 0 5 16,0-1-4-16,-2-3 1 0,-1 0 5 0,-1-3-9 15,-3 1 8-15,0-4 2 0,-1 2 0 0,-1 1-3 0,-2-3 11 16,1 1-5-16,-4-1 2 0,-1 4 0 0,-2 0-5 15,0-1 3-15,-2 3 5 0,2 1 9 16,0 9 3-16,0-15-5 0,0 10 3 0,0 5-7 16,0 0-2-16,-2-9-6 0,2 9 7 0,0 0 4 15,0 0 0-15,-8 19 8 0,5-8-1 0,0 1 2 16,3 5 3-16,0 0-3 0,1-2-2 0,1 3 0 0,1-1 1 16,4-2-1-16,-2 2-2 0,1 1-1 0,4-4-2 15,2 0-1-15,-1-2-2 0,5 2 1 0,-2-4-5 16,5-1-1-16,-1-5 1 0,0 1-1 15,1-2 0-15,-5-1-2 0,3-2 2 0,0-1-3 16,-4-2 9-16,1-1-11 0,-3 1 2 0,3-2 0 0,-2-4-1 16,-3 1-5-16,0-1 9 0,-4-2-5 0,0 1-2 15,-1-3 0-15,-2 2-1 0,-1-7 0 16,-2 0 1-16,-2 1-5 0,-2-2 4 0,1 3 6 16,-1 1-7-16,-4 1-4 0,1-1 4 0,1 3 3 15,-1 2-5-15,-1 0 4 0,0 3 1 0,0-1 1 16,0 1-1-16,-1 2 2 0,4 2-4 0,0 0-3 0,6 3 3 15,-10-4-2-15,10 4-1 0,-7 0 0 0,7 0-4 16,0 0 2-16,0 0 3 0,0 0 0 0,0 0 2 16,0 0-2-16,19 16 1 0,-8-12 0 15,3 0 3-15,4-2-4 0,0 1 0 0,1-3-3 16,0 0 3-16,-1 3 0 0,-6-1 1 0,-1 0 5 0,1 0-9 16,-2-1 0-16,-3 4 0 0,3-2-1 15,-3 2 1-15,1 0 3 0,0 3 3 0,-4-1 8 16,2 1-10-16,-4 2 7 0,2 2 2 0,-1 1 0 15,-1 1-1-15,2 2-1 0,-1-2 0 0,-3 3-2 16,0-6 1-16,0 2-6 0,0 3-12 0,0 1-9 16,-1-2-20-16,1-3-27 0,-2-2-26 0,2-10-31 0,2 23-39 15,-1-14-19-15,0-2-34 0,-1 0-167 16,0-7-413-16,0 0 183 0</inkml:trace>
  <inkml:trace contextRef="#ctx0" brushRef="#br0" timeOffset="160617.94">16345 14827 8 0,'4'-13'231'16,"-2"1"8"-16,1 5-5 0,-1-2-12 0,0 6-20 16,-2 3-21-16,4-8-12 0,-4 8 18 0,0 0 1 15,15 14 6-15,-9-4-11 0,2 8-11 0,2 9-9 16,-2-2-10-16,1 4-2 0,-4-2-15 0,0 3-6 15,1-2-16-15,-3 0-1 0,1-2-20 0,-2 1 10 16,1-2-23-16,-2-1-10 0,2-5-2 0,-1 7-11 16,-3-8-7-16,1 0-20 0,-3 0-26 0,0-4-20 15,1 1-13-15,0-2-28 0,-2-1-22 0,-1-2-24 16,0 0-30-16,0-1-28 0,-1-4-24 0,6-5-26 16,-9 12-9-16,4-9-7 0,-2-2-16 0,0 1-135 15,7-2-408-15,0 0 182 0</inkml:trace>
  <inkml:trace contextRef="#ctx0" brushRef="#br0" timeOffset="160845.97">16281 15102 34 0,'4'-5'139'0,"5"-2"-5"16,1 2-11-16,3-1 1 0,3-3-8 0,4 2-1 16,0 1-5-16,-1 2 0 0,3-2-7 0,0 2-3 15,-2-2-9-15,-1 3 3 0,0 3 2 0,-2-3-10 16,-3 2-5-16,0 1-1 0,-4-1-9 0,4 3-2 15,-2-2-10-15,-1 3-3 0,1-1-2 0,-2 2-2 16,0 3-3-16,-1-4-5 0,-1 3-4 0,0 2-4 16,-2 1-5-16,-2 2 0 0,-3-1-5 0,3 3-8 15,-4-3-14-15,1 2-24 0,-2 0-38 0,0 1-40 16,-2-1-53-16,-1-1-191 0,-2 0-370 0,0-1 164 16</inkml:trace>
  <inkml:trace contextRef="#ctx0" brushRef="#br0" timeOffset="161028.01">16600 14841 1583 0,'3'-17'31'0,"-2"5"5"15,-1 2-21-15,2 3-46 0,-2 7-32 0,1-9-8 16,-1 9-19-16,0 0-11 0,0 0-28 0,0 0-68 15,0 0-214-15,0 0 96 0</inkml:trace>
  <inkml:trace contextRef="#ctx0" brushRef="#br0" timeOffset="161526.01">16934 14988 42 0,'-13'-5'184'0,"2"2"-2"0,-1 0-5 15,-3 3-5-15,-2 2-1 0,-1 2-4 0,-1 3-4 16,1 1-12-16,2 5 1 0,0-1-30 0,0 2-13 16,0 7-4-16,4-6-12 0,0 9-5 0,4-8-3 15,3 1-7-15,3 1-8 0,2-1-8 0,4 0-3 16,1 0-3-16,5-1-6 0,5-1-4 0,7 0-3 16,2-1-18-16,2-2-28 0,2-4-28 0,1-2-22 15,3-2-35-15,0-3-23 0,-1 0-25 0,0-2-10 16,-3-2-10-16,-5-1-10 0,-5-3 0 0,-1 1-100 15,-2-2-289-15,-1-1 128 0</inkml:trace>
  <inkml:trace contextRef="#ctx0" brushRef="#br0" timeOffset="161742.81">17158 14794 108 0,'-2'-11'204'16,"1"1"4"-16,1 10-11 0,0-11-25 0,0 11-17 15,1-7-6-15,-1 7 1 0,0 0 9 0,0 0-5 16,16 30-3-16,-10-11-7 0,-1 6-11 0,3 5-15 16,-3 0-10-16,0 2-8 0,-2 1-13 0,0 1-6 15,-3-7-10-15,0 5-17 0,0-2-23 0,2 0-29 16,-2-3-30-16,0 2-27 0,2-2-36 0,-3-2-37 16,1-6-45-16,-1-1-31 0,1 1-140 0,-4-4-370 15,1-3 163-15</inkml:trace>
  <inkml:trace contextRef="#ctx0" brushRef="#br0" timeOffset="162223.09">17325 15205 57 0,'10'-11'192'0,"-2"0"-15"0,5-1-4 16,-3 1-4-16,-1 1-8 0,-1 0-11 0,3-2-16 15,-3 1-12-15,0 1-11 0,-1-2-3 0,-2 2-11 16,0-2-9-16,0 2 5 0,-1 0-6 0,0 0-8 15,-1 1-1-15,-2-2 0 0,0 1 1 16,-1 4-6-16,0 6-6 0,-1-13-8 0,1 13-1 0,-4-6-10 16,4 6-6-16,-9-3-4 0,9 3-6 0,-13 7 1 15,3 2-5-15,4 1-2 0,-3 2-1 0,0 3-4 16,4 1-3-16,1-1-1 0,0 2 0 0,4 0-3 16,1-2 6-16,2-3-9 0,3 3 0 0,3-4 1 15,3 0 2-15,-2-2-6 0,7-3-2 16,-1 0 2-16,3-3-1 0,3 0 0 0,-1-4-7 15,8-3 5-15,-9-2-7 0,9-1-1 0,-4-2-2 0,-7 1-1 16,0-1 3-16,0-3 1 0,-3 2 3 0,0-3-2 16,-3 0 3-16,0-1-7 0,-2-1 7 0,-1 1-4 15,-2-1 1-15,0-2 1 0,0 1-2 0,-2-1 7 16,-1 2-8-16,-1 2 1 0,-2 4 1 0,-2-3-1 16,2 7 1-16,-1 5-2 0,-1-14 1 15,1 14-2-15,-1-8 2 0,1 8-3 0,0 0 11 0,0 0 2 16,0 0-2-16,-16 25 1 0,13-13 3 0,-3 3-4 15,2 3 0-15,1-2 1 0,0 2 1 0,3-2-5 16,-1 3 4-16,1-1-2 0,0 1 0 16,2-1-2-16,0 0 3 0,-1 0-14 0,0-1-14 15,2 0-20-15,-1 0-31 0,2-1-36 0,0 0-43 0,0 0-33 16,0-4-34-16,1-1-147 0,1-5-396 0,1 2 175 16</inkml:trace>
  <inkml:trace contextRef="#ctx0" brushRef="#br0" timeOffset="162474.5">18391 14863 98 0,'1'-6'261'0,"-1"6"-17"0,4-9-17 15,-4 9-27-15,4-5-17 0,-4 5-14 0,0 0 0 16,0 0-3-16,0 0-4 0,6 23-12 0,-8-7-14 15,0 0-12-15,-1 4-7 0,-1-2-15 0,1 1-12 0,1-1-10 16,0 2-3-16,1-1-8 0,0-2-9 16,1 1-20-16,0-2-15 0,0 1-24 0,-1 0-20 15,1-6-27-15,-2 2-30 0,4-2-28 0,-4 2-36 16,2-2-45-16,0-1-37 0,-2-1-138 0,2-9-390 16,-4 11 173-16</inkml:trace>
  <inkml:trace contextRef="#ctx0" brushRef="#br0" timeOffset="162943.73">18657 15045 89 0,'4'2'200'0,"-4"-2"-8"16,0 0-9-16,0 0-14 0,0 0-14 0,0 0-12 15,0 0-3-15,0 0 1 0,-12-24-6 0,7 17-4 16,1-4 2-16,2 0-12 0,-2-4-8 0,4-1-5 16,2 1-5-16,2-2-6 0,3 1-9 0,1-1-8 15,0-1-10-15,3 2-6 0,8-3-8 0,1-1 0 16,-3 10-13-16,7-3-3 0,-4 5 2 0,0 0-6 16,1 7-5-16,0 1 4 0,-1 1-5 0,1 3 4 15,-1 1-4-15,-3 4 1 0,-1 1 0 0,-2 1-3 16,-3 3-2-16,-1 0 0 0,-3 1-3 0,0 2-5 15,-3-1 0-15,-2 0-1 0,1-4-15 0,-2 0-18 16,0 1-25-16,-1-1-23 0,-1 1-23 0,-3-2-60 16,2 0-47-16,-2-1-50 0,-1-4-176 0,0 0-454 15,5-6 202-15</inkml:trace>
  <inkml:trace contextRef="#ctx0" brushRef="#br0" timeOffset="164637.81">19747 15202 30 0,'0'0'218'0,"-6"-5"-8"0,6 5-12 0,0 0-6 15,-3-8-16-15,3 8-9 0,0 0-16 0,0-14-11 16,0 14-12-16,4-18-4 0,1 6-3 0,0-1-12 16,0-2-9-16,1-1-6 0,1-1-6 0,-2-3-3 15,3-3-3-15,-2 5-17 0,-1-2-4 0,-1-4-4 16,-3-1-5-16,2 6-6 0,-2-5-2 0,-2 4-6 15,1 2-6-15,-3 0 1 0,1 2-5 0,-1 3 0 16,-2 2-6-16,1 1 6 0,-1 4-1 0,-1-1-6 16,-1 4-2-16,0-1 3 0,-3 4-3 0,10 0-6 15,-20 5 3-15,6 0 0 0,1 5-5 0,3-1 9 16,-1 1-11-16,0 3-1 0,5-2-1 0,0 0 1 16,5 0-1-16,1 2-1 0,2 2 2 0,6-5-2 15,2 2 1-15,3-1-3 0,5-2 2 0,8 0 0 16,2-3-5-16,1 0 2 0,0-5-1 0,3 0 3 15,-3-1-1-15,-2 0-2 0,-5 0-3 0,0-1 4 16,-4 0-3-16,-4 0 5 0,-1 0-6 0,-2-1 2 16,-5 0-2-16,-6 2 1 0,13 0 0 0,-13 0-4 15,10 0 0-15,-10 0 1 0,5 5 2 0,-5-5 2 16,4 9 0-16,-2-1 2 0,-4 1-1 0,2-1 3 16,-1 3-3-16,-2-1 0 0,3 0-2 0,0 0 3 15,0 0-3-15,2-2 1 0,0-1 2 0,2 0-2 16,0-1-2-16,1-2 3 0,3 2-1 0,-2-3 2 15,4 0 1-15,3-1 1 0,0-2-4 0,5 0 2 16,-2-2 8-16,3-1-7 0,-2-1-2 0,2-5-4 16,-3 2-2-16,-1-2 6 0,0-1-5 0,-1-1 4 15,-2 1-3-15,-2 1 1 0,-4-3-2 0,1 0-8 16,-2-2 0-16,0-3 0 0,-1 2-1 0,-3-2 4 16,-2 0-6-16,-1 2 3 0,-1-1 4 0,0 3-1 15,-1 3 1-15,-1-1-2 0,-2 3 3 0,2 3-2 16,-3-1-1-16,0 3 0 0,0 2 1 0,8 1 3 15,-20 4-1-15,9 1 3 0,-1 2-3 0,1 3 4 16,-1 3-3-16,5-4 3 0,1 4 5 0,3-3-9 16,1 2-4-16,4 0-9 0,-1 0-18 0,7 3-14 15,2-4-12-15,2 0-11 0,13 2-9 0,-6-6-18 16,10-1-8-16,3 1-15 0,3-4 1 0,-1-3 31 16,2 0-11-16,-4-2 15 0,1-2 2 0,-1-2 15 15,-1 2 5-15,1-3 16 0,-5-2 5 0,-6 2 4 16,-3 0 13-16,1-3 7 0,-3 1 18 0,-2-4 5 15,-4 2 4-15,-5 0 8 0,0-1 6 0,-1 1 5 0,-3-2 9 16,-2 3 22-16,-4-2 1 0,1 0 4 16,-2 1 7-16,-2 3 12 0,-6-3-5 0,4 7 5 15,-2-2-5-15,-2 3-3 0,-2 1-6 0,-2 3 0 16,4 2-10-16,-4 4-1 0,4-1-13 0,-3 4-2 16,4-1-3-16,3 1-3 0,2-1-4 0,1 7-4 15,0-7-3-15,4 6 1 0,1-5-5 0,2 0-2 16,2 1-12-16,3-4-3 0,-2 4-2 0,4-4-1 15,-1 0-10-15,3-1 0 0,3-1-1 0,-1-3-1 16,1 0-1-16,-2-1 3 0,0-1 1 0,2 0 3 16,-12 0 5-16,14-1-5 0,-8-2-1 0,3 0 4 15,-9 3-1-15,9-7-2 0,-4 4 3 16,-5 3-1-16,7-7 5 0,-7 7-4 0,6-3 2 0,-6 3 2 16,5-5-2-16,-5 5-1 0,0 0 6 0,0 0 2 15,12 9 3-15,-9-2 2 0,4 2 1 0,2 4 6 16,-3 3-1-16,-1 1 5 0,2 2-3 0,-1-1 3 15,0 2 2-15,-2 0 0 0,-1 7 2 0,-1-3 10 16,1 2-9-16,-4-2 8 0,-1-1-6 0,0 3-4 16,-5-2 4-16,1-7 2 0,-2 1-1 0,-3 5-7 15,-1-7 2-15,-3 6-2 0,-4 1-3 0,-3-2 7 16,0-2-12-16,-1-1-2 0,7-5-7 0,-6 5-10 16,7-10-11-16,4 1-20 0,0-2-22 0,0-3-14 15,3 2-28-15,3-4-49 0,-2-1-40 0,7-1-44 16,0 0-176-16,0 0-441 0,0 0 196 0</inkml:trace>
  <inkml:trace contextRef="#ctx0" brushRef="#br0" timeOffset="164848">20879 14870 39 0,'4'-7'217'0,"-1"-1"1"0,-1 2-8 16,-2 6-12-16,5-8-17 0,-5 8-15 0,4-5-16 15,-4 5-12-15,0 0 0 0,0 0-9 0,0 0-13 16,8 22-11-16,-7-12-8 0,0 2-7 0,-1 4-9 16,0 0-19-16,4-1-21 0,-5 1-27 0,0-4-34 15,-1-1-22-15,2 6-34 0,-1-6-35 0,1-1-43 16,0 2-18-16,-1 1-131 0,1-13-327 0,-4 18 144 16</inkml:trace>
  <inkml:trace contextRef="#ctx0" brushRef="#br0" timeOffset="165018.94">20847 14602 87 0,'0'0'133'0,"0"0"-21"0,0 0-36 16,0 0-37-16,0 0-44 0,-11 22-69 0,7-9-80 15,4-13 35-15</inkml:trace>
  <inkml:trace contextRef="#ctx0" brushRef="#br0" timeOffset="165606.29">21117 14815 61 0,'0'0'156'0,"2"5"-2"0,-2-5 1 16,0 0 0-16,-12 14 0 0,5-7-10 0,1 0-3 0,1 2-13 15,-2 0-13-15,1 1-5 0,0 0-11 0,2 0-2 16,0-1-19-16,0 2-7 0,3-5-7 0,0 3-2 16,3 0-6-16,1-1-9 0,-1-2-2 15,3 0-2-15,4 0-5 0,1-2 6 0,1-1-11 16,0 1 2-16,2-2-12 0,0-2 0 0,-2 0-4 0,0-2-1 16,-5 0 2-16,-6 2-7 0,15-6 4 0,-11 1-5 15,0 0-1-15,-1-3 1 0,-1-2-2 0,1 1-2 16,-1-3-2-16,-3 1 0 0,0 0-3 0,-1-1 3 15,0-1 0-15,1-2-3 0,-1 2 0 16,0-2 1-16,2-1 3 0,-2 4-6 0,2 2-1 0,-1 1 2 16,2 2-3-16,2 1-1 0,-3 6-4 0,5-8 5 15,0 5-1-15,-5 3 10 0,15 4 6 16,-4 1 7-16,-1 2-1 0,0 1 4 0,0 4 8 16,-1 1 7-16,0 4-1 0,-2 1 7 0,-2-4 6 15,-3 2-1-15,1-3-5 0,-2-1 2 0,1-1-9 16,-2 2-1-16,2-3-4 0,-2-1-4 0,-1-1 0 0,1-8-3 15,0 12 1-15,0-12 3 0,-1 5-2 0,1-5-4 16,0 0-4-16,0 0 4 0,0 0-7 0,0 0-3 16,0 0-2-16,-8-19 0 0,8 19-3 15,6-22 0-15,3 8-8 0,1-1 6 0,1-1-7 16,1 0 9-16,6-4-7 0,3 0 6 0,2 1-8 0,1 4-2 16,2 0 1-16,0 1 1 0,0 3-1 0,-1 2-1 15,-6 3 3-15,0 2-6 0,-7 3 1 0,4 2 1 16,-5 2 4-16,1 0 2 0,-3 3 11 0,-2-1 5 15,2 2 8-15,0 4 0 0,-2-2 0 16,-1 2 3-16,-2 2-5 0,0 3 4 0,-2 0-3 16,1-2 0-16,-2 3-4 0,-1-2-1 0,-1 2 3 0,-3-3-13 15,1-1-23-15,1 2-30 0,-3-4-34 16,2 0-40-16,-1-3-47 0,2 1-64 0,0-2-59 16,-1-1-199-16,3-6-522 0,0 0 231 0</inkml:trace>
  <inkml:trace contextRef="#ctx0" brushRef="#br0" timeOffset="166195.73">22037 14695 1779 0,'4'-18'65'0,"-2"3"31"16,0 5-43-16,-1-3-3 0,0 4-6 0,2-3-3 15,1 1 4-15,0 0 14 0,2 1-2 0,3 0 2 16,1-3-1-16,2 3 5 0,-2 1-7 0,1-3-2 15,0 4-6-15,-1-1 1 0,0 2-5 0,-2-2 1 0,1 3 5 16,-2-1 8-16,-3 2 4 0,3 1-1 16,-4 0-2-16,-3 4-3 0,8-4-3 0,-8 4-2 15,6-4-3-15,-6 4-7 0,0 0-4 0,6-6 4 16,-6 6-18-16,0 0 2 0,0 0-2 0,0 0-2 16,-2 20-1-16,2-10-1 0,-4 6-2 0,3-2 6 15,-2 4-6-15,0-1 6 0,-1 4-2 0,0-2 5 16,0 5-2-16,0-5 0 0,-1 7 1 0,3 1-1 15,-2-2 3-15,1-6-7 0,1 1 2 0,-2-1-5 0,4 2 6 16,0-1-10-16,-1-1 5 0,2-2 0 16,-1 1-2-16,4 0-7 0,-3-2 4 0,3 0-2 15,-3-3 1-15,0-1-1 0,2 0-3 0,0-1-3 16,-3 2 6-16,2-2-8 0,-2-3 1 0,0 2 4 16,1-2-7-16,1-2-1 0,-2-6-4 0,-2 12 11 0,2-12-9 15,-1 11-3-15,1-11-2 0,-4 9-2 16,0-6-3-16,-1 0-10 0,-2 0 5 0,7-3-1 15,-14 1-3-15,3-1 2 0,-3 0-2 0,1-1 2 16,0 0 3-16,0-1-5 0,-1 0-2 0,2 1 2 16,2-2 11-16,-5 2-6 0,3-2 1 0,1 0 0 0,0 1 4 15,4 1 3-15,7 1-3 0,-13-3 8 0,13 3-3 16,-8 0 0-16,8 0 2 0,0 0-2 16,0 0 7-16,-9-1 4 0,9 1 12 0,0 0 2 15,0 0 6-15,0 0 4 0,0 0-2 0,28 7 1 16,-16-7-4-16,6 0-2 0,0 0-5 0,3 0-2 0,8-3 5 15,-1 2-20-15,0-5-27 0,1 1-10 16,2 0-33-16,-2 0-38 0,1-4-38 0,-10 4-43 0,1 0-19 16,0 0-33-16,-3-2-10 0,0 1-186 15,-3 0-472-15,-2 0 209 0</inkml:trace>
  <inkml:trace contextRef="#ctx0" brushRef="#br0" timeOffset="166345.09">22599 14917 145 0,'0'0'239'15,"0"0"4"-15,0 0 2 0,6-5 8 0,-6 5-2 16,0 0-7-16,2-7-17 0,-2 7-17 0,0 0-19 16,0 0-21-16,4-6-20 0,-4 6-28 0,0 0-34 15,0 0-39-15,4-6-49 0,-4 6-62 0,0 0-57 16,4-7-72-16,-4 7-219 0,0 0-443 0,0 0 197 16</inkml:trace>
  <inkml:trace contextRef="#ctx0" brushRef="#br0" timeOffset="167551.34">8685 16026 25 0,'-3'-11'177'0,"3"11"4"0,-4-9-6 0,3 5-4 15,1 4-11-15,-3-10-7 0,3 10-14 0,-2-7-8 16,2 7-8-16,-4-9-6 0,4 9-6 0,0 0-8 15,-4-6-8-15,4 6-8 0,0 0-8 0,0 0-4 16,-3-8-12-16,3 8-1 0,0 0-9 0,0 0 1 16,0 0-12-16,0 0-2 0,-3-6 2 0,3 6-3 15,0 0-4-15,0 0 0 0,0 0-3 0,0 0 3 16,0 0-3-16,0 0 2 0,0 0 26 0,0 0-3 16,0 0-7-16,0 0-5 0,-6-6 5 0,6 6-5 15,0 0-1-15,0 0-2 0,0 0-2 0,0 0-3 16,0 0 4-16,0 0-3 0,0 0-4 0,0 0-6 15,0 0-6-15,0 0-2 0,0 0-5 0,0 0 2 16,0 0-9-16,-6 17 14 0,8-8-4 0,-2 2-2 16,1 6-8-16,2 1 12 0,-2 5 6 0,1 5 1 15,1-7-3-15,-2 6-5 0,3-3 0 0,-3 3-2 16,1-6 2-16,3 4-1 0,-3-5-4 0,1-1 1 16,-1-1-4-16,1 0-8 0,2-2 7 0,-1 3 3 15,-1-2-4-15,0 1-14 0,4-2 8 0,-4 0-9 16,0 0-14-16,0-5-24 0,-1 2-21 0,-2 0-27 15,0-3-31-15,0 1-31 0,0-11-23 0,-2 15-33 16,2-9-26-16,-3 0-196 0,3-6-468 0,-8 9 207 16</inkml:trace>
  <inkml:trace contextRef="#ctx0" brushRef="#br0" timeOffset="167755.94">8652 16070 35 0,'0'0'173'0,"0"0"-18"0,0 0-14 16,0 0 6-16,0 0 2 0,10-6-12 15,-10 6-11-15,23 6-10 0,-9 1-9 0,6 2-10 16,7-5-11-16,1 6-15 0,-1-3-7 0,1 3-22 16,0-1-26-16,-2-1-31 0,2 1-32 0,4-4-27 15,-5 1-18-15,-5 0-29 0,-2-1-99 0,-2 0-236 16,-2 1 105-16</inkml:trace>
  <inkml:trace contextRef="#ctx0" brushRef="#br0" timeOffset="167971.33">9147 16050 161 0,'-3'-9'193'0,"3"9"7"15,-3-13 5-15,3 13-3 0,-4-10-12 0,4 10-19 16,0 0-15-16,-7-7-21 0,7 7-6 0,0 0 0 15,0 0 0-15,0 0-8 0,6 39-7 16,-4-20-11-16,2 7-12 0,0 3-3 0,-1 1-14 16,-1-1 0-16,5-1-10 0,0 1-12 0,-5 1-19 0,3-3-27 15,-3-1-28-15,1 5-34 0,-2-5-49 0,-1 3-48 16,3-4-60-16,-6 0-166 0,-2-7-410 0,1 0 181 16</inkml:trace>
  <inkml:trace contextRef="#ctx0" brushRef="#br0" timeOffset="168300.21">9459 16341 113 0,'13'-1'222'0,"-3"1"-5"0,1 3-11 0,-5 1-14 15,1 3-11-15,-1 4-15 0,-1 0-14 0,-3 7-13 16,-2-1-13-16,-3 2-13 0,-3 6-11 0,-5-1-10 15,-2 0-11-15,0 0-11 0,-3 0-9 0,-3-4-7 16,-1 1-7-16,0-1-4 0,6-7-11 0,-1-1 0 16,-1-2-6-16,5-3 0 0,3 2 0 0,0-5-3 15,3 2-5-15,-1-3 1 0,6-3-1 0,-10 5-1 16,10-5-3-16,-7 2 4 0,7-2-9 0,0 0 5 16,0 0-5-16,0 0-1 0,0 0-1 0,0 0 3 15,26-10 4-15,-15 7-7 0,7 0 4 0,0 1-4 16,1 1 1-16,4-1-2 0,-2-1-19 0,7 0-17 15,1 3-22-15,-8-2-27 0,8 0-42 0,-1-2-46 16,0-1-35-16,-7 2-147 0,2 1-378 0,4-3 168 16</inkml:trace>
  <inkml:trace contextRef="#ctx0" brushRef="#br0" timeOffset="168492.07">10071 16339 191 0,'0'0'199'0,"17"-10"-19"15,-11 7-16-15,7-3-18 0,2-1-15 0,-2 3-33 16,-1 1-36-16,1 2-34 0,-3 0-40 0,-10 1-38 16,18 0-20-16,-18 0-19 0,0 0-74 0,7 7-178 15,-7-7 79-15</inkml:trace>
  <inkml:trace contextRef="#ctx0" brushRef="#br0" timeOffset="168633.57">10096 16460 39 0,'-5'13'143'0,"5"-13"-7"0,-2 11 9 15,2-11 3-15,-2 9 0 0,2-9-1 0,0 0-17 16,-3 12-2-16,3-12-13 0,0 0-11 0,0 0-6 16,12 10-18-16,-12-10-19 0,11 0-35 0,-11 0-41 15,18-3-47-15,-6 0-57 0,0 1-123 0,-3-3-263 16,3-1 117-16</inkml:trace>
  <inkml:trace contextRef="#ctx0" brushRef="#br0" timeOffset="170698.14">11720 16276 8 0,'0'0'86'0,"0"0"9"0,0 0 0 0,-1-9-2 0,1 9-5 16,0 0 7-16,0 0-7 0,0 0 3 0,-4-13-3 16,4 13 2-16,-4-5-4 0,4 5-4 0,-6-5-9 15,6 5 1-15,-7-7-2 0,3 4-3 0,4 3-1 16,-10-7-3-16,10 7-5 0,-13-3 1 0,6 3-1 16,-5-2-3-16,12 2-2 0,-19 3-5 0,5-1-2 15,3 1-2-15,0-1 1 0,-7 4-4 16,7 1 4-16,-3 2-3 0,1 4-2 0,1-3 1 0,1 3-6 15,0 1 2-15,-1 0-7 0,3 2 0 0,1 0 0 16,3-2-7-16,0-2-3 0,3 4 0 0,3-1-1 16,-2-3-1-16,2 0-3 0,2 1-3 15,0-3-2-15,2 2 0 0,1-1 1 0,1-2-3 0,0-1-3 16,3-1 3-16,3-3-3 0,-2 0-1 0,2-2 0 16,-1-1 1-16,3-2-2 0,-4-1-1 0,3 0 2 15,4-4-5-15,-5 1 1 0,-1-1-2 0,-2-1 2 16,2-2-2-16,0-4 2 0,0 0-1 0,-2-1-7 15,-1-3 9-15,-3-1-3 0,3-1 1 0,-4-7-1 16,-1 9 0-16,-1-11 6 0,-2 2-6 0,0 0 2 16,-2-2-4-16,0 0 1 0,-1-1 1 0,2-2 1 15,-2 5 1-15,-1-3-2 0,1 0 0 0,-5 0-2 16,4 3 1-16,-4 7 2 0,1-7-1 16,2 7 9-16,-3 2 3 0,2 1 8 0,0 6 8 0,1 0 6 15,4 10 1-15,-2-13-5 0,2 13-3 0,-5-9-5 16,5 9-4-16,0 0-4 0,0 0-1 0,0 0 1 15,0 0 0-15,0 0 2 0,0 40-1 16,1-11 0-16,1 0-3 0,-4 5 4 0,2 2-2 0,0 10-2 16,4-11 8-16,-4-2-4 0,1 1 1 0,3-2-2 15,2 1-1-15,3-2-1 0,-4-1-3 16,3-1 1-16,-1-4 0 0,5 2-3 0,-5-10 1 0,2 2-3 16,2-3-1-16,0-2 1 0,0-3-4 0,0 2 0 15,-1-5-2-15,1-2-6 0,3 0-2 16,-4-3 1-16,4 0-2 0,-3-3 0 0,0-1-2 15,-1-4 1-15,0-1-6 0,1-1 4 0,2-4 3 16,-5 2-2-16,1-6-2 0,3 1 2 0,-4-4-1 16,-1 1-1-16,1-7-1 0,-2 6-4 0,-4-1 3 15,0 0 1-15,-1-1 0 0,-2 2 3 0,-1 3 1 16,2 3 1-16,-2-1-1 0,-3 3 5 0,2 0 4 16,3 10-4-16,-10-10 3 0,7 4 0 0,3 6-1 15,0 0 7-15,-18 3 2 0,18-3 2 0,-20 21-1 16,9-9 2-16,4 1-2 0,0 3-2 0,3 1-2 15,0 1 7-15,4-1-6 0,2 0 1 0,4 0-6 16,1-2-17-16,7 0-21 0,-1-2-31 0,5-3-39 16,0 2-41-16,9-3-43 0,-7-1-32 0,7-2-137 15,-5-2-391-15,-3-3 174 0</inkml:trace>
  <inkml:trace contextRef="#ctx0" brushRef="#br0" timeOffset="171232.02">12356 16357 187 0,'0'0'191'0,"0"0"-2"0,0 0-4 16,2-4-5-16,-2 4-12 0,0 0-9 15,0 0-10-15,0 0-6 0,0 0-10 0,0 0 1 0,0 0-10 16,0 0-3-16,-17-3-12 0,17 3-5 16,-5-5-7-16,5 5-6 0,-10-6-4 0,10 6-6 0,-4-6-8 15,4 6-3-15,-4-10-13 0,4 10 0 0,2-14-12 16,-2 8-8-16,0 6-5 0,5-18-2 0,1 6 0 15,-1 3-11-15,-1-1-5 0,3 0 0 0,-3 0-7 16,5 3-2-16,-1 1-1 0,-2 0-3 0,0 0 3 16,1 0-4-16,-7 6-2 0,14-2 5 15,-14 2-6-15,14 2 4 0,-14-2-3 0,17 9 2 16,-12-3 1-16,4 2-1 0,-3 0-1 0,2-2 1 16,-2 3 0-16,1-2 0 0,1 0 2 0,0 0-1 0,1-4-1 15,0 4 0-15,4-3-3 0,0-2 3 16,6 1 4-16,-4-3-2 0,6-3-3 0,0-3 1 15,0 1 1-15,-2-3-4 0,0 0-4 0,6-3 2 16,-7-2 5-16,-2 2-2 0,2-1-2 0,-5-1 2 16,-3 4 2-16,5-1-1 0,-7-3-1 0,-2 3 4 15,2-6-6-15,1 6 6 0,-5 1-5 0,-4-2 6 16,3 0-4-16,-3 11-1 0,-2-17-1 0,2 17 2 16,-3-11 1-16,3 11-2 0,-6-8 0 0,6 8 0 15,0 0-3-15,-13-1 0 0,13 1 2 0,-10 13-1 16,4-5 2-16,-1 2-1 0,1 4 1 0,5-1 0 15,-2 4 2-15,1-1-3 0,2-1 0 0,2 2 0 16,4-1 0-16,0 1 4 0,1-1-2 0,-1 2-1 16,-1-1 2-16,2-1-3 0,0 1-6 0,-1-2-17 15,-2-4-8-15,3 0-4 0,-2 0-21 0,-2 1-26 16,1 4-31-16,-4-6-39 0,4 0-30 0,-4-1-46 16,0-9-122-16,0 18-381 0,0-18 168 0</inkml:trace>
  <inkml:trace contextRef="#ctx0" brushRef="#br0" timeOffset="171430.31">13000 16144 11 0,'3'-10'194'0,"-3"10"-12"0,8-3 10 15,-8 3-9-15,0 0-17 0,0 0-14 0,15 16-10 16,-7-5-10-16,-4 0-13 0,2 6-16 0,-4-1-7 15,0 2-14-15,-2 1-36 0,-2-1-30 0,0 1-30 0,-1-2-35 16,3-1-57-16,0 1-48 0,-5-3-96 0,1-3-269 16,2-1 120-16</inkml:trace>
  <inkml:trace contextRef="#ctx0" brushRef="#br0" timeOffset="171601.06">12962 15953 44 0,'0'0'6'0,"0"0"-15"0,0 0-9 16,0 0 4-16</inkml:trace>
  <inkml:trace contextRef="#ctx0" brushRef="#br0" timeOffset="171812.05">13201 15921 155 0,'0'0'170'16,"6"-3"-10"-16,-6 3-20 0,0 0 8 0,0 0 21 16,0 0 3-16,14 20-2 0,-10-4-4 0,1 0-12 0,-3 4-12 15,-2 5-13-15,0 4-14 0,-2-2-9 0,-3 4-9 16,3-4-9-16,0 1-11 0,2-2-17 0,-3-1-26 15,1-1-20-15,-4 0-30 0,6-4-17 16,-2-3-34-16,1-1-36 0,-1-3-41 0,2-1-29 16,-4 2-149-16,-1-3-348 0,0-4 153 0</inkml:trace>
  <inkml:trace contextRef="#ctx0" brushRef="#br0" timeOffset="172342.34">13262 16150 2 0,'8'-9'170'16,"-8"9"-11"-16,5-2-6 0,-5 2-1 0,0 0 4 15,0 0-5-15,22 8-13 0,-22-8-11 0,13 10-7 16,-6-5-13-16,1 3-7 0,0-2-12 0,-1-1-8 16,1 2-5-16,2-1-8 0,1-1-9 0,0-1-2 15,1-2-8-15,-2 1-6 0,-1-2-1 0,5-1-3 16,-14 0-8-16,19-4 4 0,-6 1-5 15,-13 3 10-15,15-4 4 0,-10 1 1 0,-5 3-6 0,17-9 3 16,-14 6 6-16,-3 3 8 0,11-8-5 0,-11 8-3 16,5-8-5-16,-5 8-5 0,4-6-2 0,-4 6-1 15,0 0-6-15,0 0-3 0,0 0-3 16,0 0 8-16,0 0-5 0,0 0 11 0,13 22 3 16,-11-7 9-16,-1 2 0 0,4 2-3 0,-7 8 6 15,6 4-3-15,-4-2-6 0,0 1-2 0,0 2-1 16,2 1-5-16,-2-2-4 0,0 2 2 0,0-4-7 0,2 1 1 15,-2-1 2-15,-2 0-7 0,2-3 0 0,-2 2-3 16,2-3-2-16,0 1 0 0,-2-7-2 16,0 0-4-16,-4 4 0 0,2-6-2 0,-5 6 10 15,1-8-12-15,-2 1 1 0,3-9-4 0,1 3 0 16,-5-4-9-16,1 0 0 0,2 1-4 0,1-6-1 16,7-1 2-16,-18 4 2 0,18-4 1 0,-15-2 5 15,15 2-8-15,-17-12-4 0,11 5 6 0,-3-3-4 16,4-2-2-16,0-5 1 0,1 0 0 0,2-2-1 15,4-6-11-15,-2 1-3 0,6-3-4 0,0 1-2 16,3 0-1-16,2 0-1 0,5 2-6 0,-1-2-9 16,5 2-11-16,-2-1-17 0,4 1-26 0,1 2-22 15,4 2-20-15,-2 0-33 0,1 2-26 0,-1 1-25 16,-2 6-127-16,4-3-385 0,-10 4 172 0</inkml:trace>
  <inkml:trace contextRef="#ctx0" brushRef="#br0" timeOffset="172948.14">13960 16167 189 0,'-5'-12'224'0,"5"12"-16"15,0 0-20-15,0 0-23 0,0 0-11 16,0 0-10-16,0 0-11 0,0 0-8 0,-6 25 0 15,4-12-10-15,2-1-13 0,-3-1-9 0,5 2-6 16,-2-1-14-16,3 5-2 0,1-2-6 0,0 1-7 0,-1-6-8 16,1 0 0-16,3 0-4 0,0-2-3 0,-3-2-5 15,5 0-6-15,0 0-2 0,-4-4-2 16,4 1-4-16,-1-3-1 0,-8 0-6 0,16-3-4 16,-7 1-6-16,0-3-6 0,-1 2 5 0,-8 3-8 15,10-15-6-15,-8 8-4 0,1-3 2 0,-1-1 4 16,0 0-11-16,-4-6-5 0,0 5-2 0,-3-5-3 15,-3 1 5-15,0-2 3 0,-3 1-1 0,2 3 1 16,-2 1 6-16,2 4 1 0,4-2 1 0,-3 2 8 0,-2 1 8 16,6 4 1-16,4 4 0 0,-5-10-1 15,5 10-7-15,-6-6 4 0,6 6-1 0,0 0 2 16,13-12 0-16,-1 10-1 0,5-3 5 0,0-1-6 16,10 1-3-16,0-1 1 0,9-3-2 0,-7-1 6 15,2 2-10-15,-2-2 12 0,-1 1-5 0,-3-2 2 16,-6 5 1-16,1 0 2 0,-4-2-1 0,-7 2 9 15,0-2-2-15,0 1 4 0,-3-2-1 0,-2 3 6 16,-1-3 2-16,2 0-2 0,-5 9 3 0,4-13-3 16,-4 13 6-16,2-9-3 0,-2 9 4 0,0 0-4 15,0 0-6-15,1-11-3 0,-1 11 4 0,0 0 2 16,0 0 12-16,-9 35 10 0,5-11-5 0,-2 8 4 16,2-1-2-16,0 16-3 0,3-1 5 0,-3-11 1 15,8 14-2-15,-3-15-4 0,-1 2 1 0,1-2-8 16,2 1 3-16,1 0-3 0,1-3-7 0,0-1 1 15,0-3-6-15,1 0 8 0,-4-3-22 16,4-6-17-16,-1-3-25 0,2 3-19 0,-2-2-31 0,-3-5-41 16,0-1-39-16,3 1-42 0,-3-2-39 0,-2-10-167 15,2 13-450-15,-2-13 199 0</inkml:trace>
  <inkml:trace contextRef="#ctx0" brushRef="#br0" timeOffset="173106.02">14395 16344 135 0,'10'-6'151'0,"3"1"-12"0,1-3-15 0,5 3-12 0,0-2-31 16,8 3-29-16,9-3-38 0,1-2-52 16,14 3-91-16,-1-2-139 0,0-1 62 0</inkml:trace>
  <inkml:trace contextRef="#ctx0" brushRef="#br0" timeOffset="173455.48">15325 15921 196 0,'-5'-5'189'0,"5"5"14"0,0 0-6 16,0 0 0-16,-8 24-8 0,8-3-6 0,-1 4-11 16,-3 7-9-16,3 3-15 0,-4 11-10 0,5 3-15 15,-5-2-13-15,1-1-7 0,-1-11-10 0,4 12-7 0,-3-12-9 16,2-1-9-16,2-1-7 0,-2 0-7 0,3-2-6 15,0-2-5-15,-1 0-12 0,-1-3-24 16,2 0-14-16,-2-6-19 0,1-1-24 0,-1 0-25 16,-2-3-33-16,1-1-42 0,-2 0-12 0,0-3-22 15,4-3-21-15,-4-2-114 0,4-7-345 0,-10 9 152 16</inkml:trace>
  <inkml:trace contextRef="#ctx0" brushRef="#br0" timeOffset="173683.08">15265 16183 95 0,'27'-7'185'16,"0"7"-2"-16,-6 1-11 0,2 1-11 0,-1 0-13 16,2 7-14-16,-4 2-10 0,-5 0-5 0,2 1-7 15,-5-1-11-15,0 5-8 0,-6-6-11 0,1 4-4 16,-5 1-11-16,-3 1-6 0,-2 1-8 0,-4 1-8 15,-4 0-13-15,-6 2-19 0,-1-1-19 0,4-4-30 16,-9 1-29-16,8-4-45 0,-1-2-31 0,0-1-143 16,0 0-306-16,6-6 135 0</inkml:trace>
  <inkml:trace contextRef="#ctx0" brushRef="#br0" timeOffset="174379.56">15730 16169 186 0,'0'0'185'0,"0"0"-5"0,0 0-8 15,-19 8-12-15,5 5-9 0,0-1-14 0,-4 5-9 16,-1 1-9-16,-1 1-11 0,9-4-13 16,0 1-1-16,1 1-9 0,3 0-10 0,2-3-9 15,0 2-8-15,1-4-10 0,3-2-7 0,-1 1-12 16,2-3 0-16,4 0-5 0,0-3-1 0,1-1-6 0,2-1-10 15,-1-2-4-15,4-1 0 0,0-1-3 0,2-4 7 16,-1 0-4-16,0-2-5 0,0 0 5 16,3-5-1-16,-1 0-1 0,0 1 10 0,-3-3-6 15,-2 0 5-15,3-2 2 0,-2 2-7 0,-1 4 9 16,-3-2-2-16,2 1 0 0,-1 2 12 0,-2-1 2 16,-1 1 6-16,-1 2-3 0,0 0 6 0,-2 7-2 15,2-9-1-15,-2 9-8 0,0 0 0 0,0-8-1 0,0 8-4 16,0 0-2-16,0 0 2 0,0 0 7 15,0 0 2-15,0 29-3 0,-2-18-3 0,0 4 0 16,2-3-1-16,1 2 1 0,-1-4 0 0,4 2-3 16,0 3 5-16,1-3-5 0,0-1 2 0,1-1-3 15,3-1-3-15,0-3-1 0,1 2 0 0,2-2 0 16,2-3-1-16,4 0-5 0,-4-2 5 0,-1-2-2 16,1 0-2-16,0-3-4 0,2-1 3 0,0-1-2 15,0-2 0-15,-2 0-3 0,-5 2 3 0,1-2-4 16,-1-1 2-16,-2-2 1 0,3-3 0 0,-5-1-2 15,2 1 1-15,-7-2-3 0,0 0 3 0,-2-1-1 16,-4 1-1-16,-4 2-2 0,1-1 3 0,2 4-5 16,0 1 1-16,-3 2 7 0,2-1-4 15,0 0-2-15,0 1 2 0,2 3 0 0,6 5 3 0,-8-8-1 16,8 8-4-16,-7-9 2 0,7 9-2 0,0 0 0 16,0 0-3-16,0 0 3 0,0 0 0 0,0 0-3 15,0 0 3-15,0 0 0 0,0 0-1 0,48 9 1 16,-26-8 1-16,-2-1-1 0,0 3 1 0,-1-3-2 15,1 2 3-15,-2 0-2 0,-3 1 5 0,1-1 1 16,-4 3 3-16,1 0 0 0,-2 4 11 0,1 1 2 16,0 2 1-16,-3-1 5 0,-4 0 2 0,1 4-1 15,-2 1 0-15,-1 2-5 0,-2-2 0 16,-2 2-2-16,1-2 1 0,-2 2-21 0,0-1-23 0,1 0-14 16,-1-3-30-16,1 0-34 0,-2-4-49 15,1 4-47-15,2-6-46 0,-1 3-200 0,1-11-477 0,0 0 211 16</inkml:trace>
  <inkml:trace contextRef="#ctx0" brushRef="#br0" timeOffset="174633.89">16474 16033 109 0,'1'-11'247'0,"-1"1"-1"16,2 4-6-16,-2 6-10 0,0-8-15 15,0 8-30-15,0 0-5 0,0 0 3 0,0 0-6 16,0 0-13-16,5 32-10 0,-5-12-11 0,0 5-10 16,1 2-8-16,-2-2-15 0,1 3-4 0,-2 0-14 15,1 1-9-15,-1-4-2 0,-2 1-11 0,1 0-7 16,0-2-3-16,1-3-20 0,-1-2-10 0,1 1-25 16,-1-3-26-16,1-2-31 0,-2 2-32 0,0-6-42 15,0 0-38-15,2-2-50 0,-2-1-37 0,-1 1-176 16,-2-3-462-16,5-3 204 0</inkml:trace>
  <inkml:trace contextRef="#ctx0" brushRef="#br0" timeOffset="174894.31">16387 16276 59 0,'8'-3'149'16,"1"1"-8"-16,0-1-7 0,1 1-9 0,3-1 4 15,-2 1-10-15,1 0-4 0,2-1-2 0,-3 1-7 16,3 2-7-16,-1-1 2 0,1 1 1 0,0 0-3 16,-2 1 1-16,0-2-6 0,0 2 1 15,1 1 5-15,-3 1 3 0,0 1-13 0,-1 3-8 16,3-2-6-16,-7 0-2 0,2 2-5 0,0 0-7 0,-2 3-3 16,0 1-4-16,-1 0-11 0,-2-2-10 0,0 3-22 15,-1-1-16-15,-1-2-29 0,-1 3-41 0,-3-1-52 16,3 1-59-16,-2-6-202 0,-1 3-419 0,0-4 187 15</inkml:trace>
  <inkml:trace contextRef="#ctx0" brushRef="#br0" timeOffset="175073.91">16531 16033 1660 0,'-7'-18'6'0,"-1"1"40"0,3 5-18 0,1 3-20 16,4 9-36-16,-6-10-15 0,6 10-13 0,0 0-6 16,0 0-9-16,0 0-30 0,0 0-26 0,0 0-83 15,0 0-228-15,0 0 101 0</inkml:trace>
  <inkml:trace contextRef="#ctx0" brushRef="#br0" timeOffset="175377.81">16944 16117 167 0,'0'0'213'0,"-6"-8"-9"0,6 8 0 16,-5-7-15-16,5 7-13 0,0 0-18 15,-9-6-8-15,9 6-12 0,0 0 0 0,-23 12-8 0,8-1-9 16,4 4-6-16,1 1-14 0,-1 1-3 0,2-1-7 16,2 0-9-16,3 4-9 0,-1-2-4 0,4-2-9 15,0-1-10-15,2 2 1 0,4-1-6 16,1-1-13-16,0-4-13 0,4 3-33 0,5-4-22 16,-1 2-33-16,0-6-39 0,3-2-50 0,1 0-39 15,0-1-27-15,0 0-121 0,-1-6-374 0,-4 0 166 16</inkml:trace>
  <inkml:trace contextRef="#ctx0" brushRef="#br0" timeOffset="175596.7">17186 15938 133 0,'0'-9'214'0,"0"2"2"15,0 7-7-15,-1-10-19 0,1 10-21 0,0 0-10 16,0 0 21-16,0 0 5 0,0 0 1 0,5 26-7 15,-4-1-15-15,3 2-14 0,-3 3-12 0,5 1-9 16,-3-2-13-16,2-1-13 0,-1 3-7 0,-2-1-19 16,2-3-15-16,0-1-16 0,-1 0-39 0,-3-1-35 15,0 0-31-15,1-7-43 0,-1 0-46 0,-1-5-40 16,1 2-31-16,-4 0-175 0,-1-4-428 0,2-2 190 16</inkml:trace>
  <inkml:trace contextRef="#ctx0" brushRef="#br0" timeOffset="176069.27">17318 16330 96 0,'11'-8'163'0,"2"-3"0"0,1 2 6 0,0-3-10 15,4-1 1-15,-4 2-9 0,4-1 1 0,-4 1-9 16,0-1-10-16,-3-1-13 0,0 0-1 16,-1 4-12-16,-4-1-4 0,-1 0-11 0,2-5-10 15,-3 5-2-15,-2-3-6 0,-2 2-3 0,0 0-5 0,-1-2-3 16,-2 4 3-16,1 1 6 0,-2-1-2 15,1 3-2-15,-2 1-9 0,5 5-2 0,-14 0-7 0,14 0-6 16,-17 7-6-16,6 1 4 0,2 0-6 0,1 6-3 16,1 0-6-16,0-2 1 0,2 2-2 0,4 2-6 15,1-4 3-15,3 3-3 0,0-4-2 16,5 0-1-16,0-1-2 0,1-1-3 0,2-1 3 0,1 0-4 16,5 0 1-16,-1-5-5 0,4-1 2 15,-2-2-6-15,1-2 3 0,2-1-4 0,-3-3-2 16,-1 0-2-16,2 1 3 0,-3-3-5 0,-2-2 4 0,-1 3-3 15,-2-4 0-15,5-1 1 0,-3 1 4 16,-4-3-7-16,-1 0 0 0,0 0-4 0,-2 3 0 0,0-6-1 16,-1 6 0-16,0 0-2 0,-3-1 3 15,2 4 1-15,-4 8 0 0,3-12 1 0,-3 12 0 16,1-8-1-16,-1 8-2 0,0 0 1 0,0 0 8 16,0 0 7-16,0 0 0 0,0 0 6 0,-20 32 1 15,14-17-1-15,-3 0 13 0,3 2-11 0,1 1-3 16,1 1 2-16,0-2-6 0,2 1 1 0,-2 0 1 15,0-1 12-15,3-2-16 0,-1 2-23 0,2-2-17 16,-1 2-25-16,0-5-28 0,2 2-41 0,-2-4-46 16,0 0-33-16,1-1-54 0,-4 2-142 0,4-11-437 15,-1 14 194-15</inkml:trace>
  <inkml:trace contextRef="#ctx0" brushRef="#br0" timeOffset="176328.37">18092 15943 77 0,'4'-6'260'0,"-4"6"-25"0,2-9-18 0,-2 9-2 16,0 0 11-16,0 0-15 0,0 0-9 0,12 17-1 15,-10-6-15-15,0 1-15 0,0 7-7 0,0 0-17 16,0 1-11-16,3-2-9 0,-5 9-16 0,1-8-10 15,2 2-10-15,-2-2-12 0,0 1-18 0,2-3-18 16,1-1-25-16,-3 0-31 0,0-3-36 0,-1-1-38 16,0-1-33-16,-1 1-41 0,-1-3-33 0,2-1-37 15,-4 1-173-15,4-9-438 0,-5 10 193 0</inkml:trace>
  <inkml:trace contextRef="#ctx0" brushRef="#br0" timeOffset="176492.05">18059 15754 42 0,'6'-10'131'0,"-6"10"-38"0,0 0-26 16,14 3-47-16,-9 6-36 0,2 1-41 0,1 5-60 15,-1 3 26-15</inkml:trace>
  <inkml:trace contextRef="#ctx0" brushRef="#br0" timeOffset="176733.12">18313 16226 154 0,'0'0'192'16,"0"0"-14"-16,8 0-12 0,-8 0-12 0,0 0-11 16,6-11-8-16,-3 4-6 0,-3-5-8 0,4 2 1 15,-2-1-4-15,1-2-5 0,4-6-3 0,-3 2-5 16,4-1-3-16,1 3 4 0,1 1-2 0,-2 2 8 15,2 4-6-15,1 0-6 0,0 2-9 0,-1 4 0 16,2 3-14-16,-12-1-4 0,22 8 1 0,-9-2-15 16,-1 6-4-16,-1 1-6 0,-1 3-1 0,-2 1-8 15,-3 1-18-15,1-2-24 0,-1 3-28 0,-1-2-33 16,-1 2-40-16,-3 0-37 0,0-3-49 0,-1 1-39 16,1-4-188-16,-3 2-451 0,4-5 200 15</inkml:trace>
  <inkml:trace contextRef="#ctx0" brushRef="#br0" timeOffset="177898.34">19335 16340 1786 0,'0'0'171'0,"0"0"-74"0,0 0-43 0,0 0 17 16,0 0-4-16,6-24-12 0,-1 16 1 15,1-1 10-15,2-5-4 0,-1 5 4 0,6-6 11 16,-4-1 6-16,1 1-6 0,2-3-1 0,-3 2 4 16,-3-1-9-16,-1 0-2 0,6-7-3 0,-6 8-24 15,0-1 0-15,-2-2 7 0,-1-5 0 0,0 6-8 0,-3 1-5 16,1-2 1-16,-1 1-8 0,-3 3 1 15,1 3 2-15,-5 2-5 0,0 0-2 0,-1 1-4 16,-3 2 1-16,2 2-4 0,-1 1 9 0,-1 1-15 16,-1 3-1-16,1 0-1 0,1 0 3 0,11 0-8 15,-15 1 1-15,9 1-3 0,-1 0 2 0,7-2-2 16,-5 6-2-16,5-6-3 0,0 0 2 0,5 14 1 16,2-10-2-16,4 1 2 0,2-1 3 0,7-1-3 15,3 0 1-15,-2 0-11 0,6 1 7 0,2-2 6 16,-1-2-3-16,-6 0-3 0,-2 0 3 0,3 2-2 15,-2-2 2-15,-8 0 6 0,1 1-5 0,-2 1-3 16,-1 2-5-16,0 0 4 0,-3 4 1 0,1-2-1 0,1 3-3 16,-2 5 3-16,-6-4 5 0,3 6-1 15,-3 3 3-15,-1-5-14 0,0-2 13 0,-1 6-3 16,0-6 1-16,2 4 2 0,-4-4 3 0,4-1-2 16,0 0 4-16,2-3-7 0,-3 1-2 0,3 0 6 15,0-2-4-15,0-2 0 0,5 0-3 0,-2-2 4 16,6-3-12-16,-1 1 21 0,1-1-10 0,4-1 2 15,-3 1-6-15,3-6-1 0,1 0 4 0,-7 2 7 16,6-5-7-16,-7 2 4 0,-1 0-7 0,2 0 1 16,-2-3-5-16,-2 1 8 0,-1-2-6 0,1 3 6 15,-4-4-13-15,0 0-1 0,-2 1 4 0,1-4-7 16,-2 0 1-16,0-1-2 0,-2 5 2 0,1 0 4 16,-3 1 0-16,2-2-1 0,-2 4-5 0,-1 0 10 15,2 2-2-15,3 6 0 0,-4-8 2 0,4 8-4 16,-6-4 5-16,6 4-2 0,0 0 2 0,-19 8-3 15,10-2 3-15,2 2 2 0,0 2 3 0,-2 4-3 16,4-3 3-16,2 0 0 0,-1 5 1 0,3-5-1 16,4 5 3-16,0-4-3 0,4 1 6 0,2-2-2 15,2 1-1-15,2-2 3 0,4 0-1 0,3-4 3 16,6-1-2-16,2-1-5 0,-1 0-9 0,3-4 15 16,-2-3 1-16,2-2-5 0,0 1 3 0,-1-2-3 15,-1-1-2-15,-8 1-4 0,7-3 8 0,-3-2-1 16,-5 4-7-16,-2-5 7 0,0 1-1 0,-4-3 1 15,0-2 1-15,0 1-10 0,0 0 15 0,-4-1-10 16,-3-2 4-16,0 2-5 0,-5-2 1 16,1 1-1-16,0 4 2 0,-4 0 0 0,0 1-1 0,-2 2 4 15,-1 0 2-15,0 1-4 0,-3 4-3 0,0 2 0 16,-2-1 1-16,1 4 0 0,-5 2 6 0,-1 4-6 16,0 1 1-16,-2 4 1 0,2 0-2 0,2 2-2 15,-3 1 6-15,6-2-2 0,2 1-3 0,2 0 3 16,1-3 4-16,3 0-11 0,0 1 5 0,2-1-4 15,3-3 6-15,1 4-3 0,3-3-2 0,0-1-5 16,2-3-7-16,3-1 7 0,-3 1 8 0,4-3-8 16,0 0 2-16,-2 1-11 0,2-2 12 0,0-3 2 15,-1 2-2-15,0-3 1 0,0 0 4 0,-2 0-5 16,3-2 5-16,-4 1-4 0,-5 3 2 0,3-1 2 16,-1 1 1-16,-6 2-5 0,8-4-2 15,-8 4-3-15,0 0 4 0,11 0 0 0,-11 0-1 0,3 6 1 16,2 4 4-16,-2-3 2 0,1 10 10 0,-4-2-7 15,1 4 6-15,-1 5 4 0,0-1-6 0,-1 4 4 16,-3-3 2-16,1 2 7 0,-2 1-2 0,3-8 1 16,-2 8-2-16,1-7 3 0,-1 2 1 0,2-3 4 15,-1 0 1-15,1-2-5 0,-2 2-4 16,-2-2 0-16,2-1 3 0,0-2-2 0,-4-1-2 16,4-2-2-16,-1-1-4 0,-2 1 2 0,0-3-32 0,0 0-11 15,0-1-30-15,1-2-27 0,0-3-26 0,-1 2-39 16,7-4-62-16,-13 0-58 0,13 0-231 0,-14-6-545 15,10 0 242-15</inkml:trace>
  <inkml:trace contextRef="#ctx0" brushRef="#br0" timeOffset="178100.41">20611 15970 208 0,'5'-3'214'0,"4"1"-1"15,-3-1-11-15,-6 3 2 0,11 4 5 0,-5 1-18 16,1 3-14-16,0 2-10 0,-2-1-21 0,-1 2-8 16,0 4-17-16,-3 2-9 0,0 0-14 0,-1-2-22 15,0 2-36-15,-2-2-28 0,-2 2-37 0,-2 1-49 0,2-5-57 16,-2-4-64-16,-1 2-156 0,-1-1-379 16,1-3 167-16</inkml:trace>
  <inkml:trace contextRef="#ctx0" brushRef="#br0" timeOffset="178820.09">20861 15918 30 0,'0'0'199'15,"3"8"-1"-15,-3-8-12 0,-3 14-2 0,0-3-12 16,-3 1-8-16,1 2-2 0,-5 2-5 0,-3 0-7 15,0 5-11-15,1-7-14 0,2 1-12 0,0 2-11 16,3-5-13-16,2-1-9 0,1-2-6 0,1 4-8 16,2-7-7-16,0 2-2 0,0-2-7 0,1-6-5 15,2 11-5-15,-2-11 0 0,7 2-5 0,-7-2-4 16,0 0 1-16,17-7-6 0,-9 0-4 0,1 2 0 16,1-1 1-16,-1-2-1 0,-2 0 1 0,-1-2-2 15,2 0-6-15,-2 0 4 0,3-4-4 16,-4 4-1-16,3-5-3 0,-5 4 3 0,3 0-3 0,0-2 0 15,-1 3-5-15,4-4 3 0,-3 2-3 0,0 2 2 16,0 1 4-16,-2 4 5 0,-1 0-6 0,0 0 0 16,-3 5 0-16,9-5 19 0,-9 5 2 0,13 3 8 15,-5 1 6-15,0 3 6 0,0-1-8 16,1 1-1-16,0 2 8 0,0 0-6 0,-1 1-4 16,-3 0 0-16,1 0 1 0,-1-1 3 0,-1 0-5 0,1-1-1 15,-2 0-2-15,-1-4 2 0,1 1-8 0,-3-5-3 16,4 7 0-16,-4-7 0 0,0 0-1 0,0 0-1 15,6 5 8-15,-6-5-1 0,0 0-9 0,0 0-1 16,0 0-7-16,9-14 1 0,-9 14-5 0,8-13 4 16,-4 6-7-16,3-1-1 0,3 1-2 15,-2-2 2-15,3 1-5 0,2-1 2 0,-1 1 0 16,-2 0 0-16,6 1 7 0,-1-2-10 0,-2 5-2 0,-2 0-1 16,1 2 3-16,-2-1-9 0,-1 2 12 0,2-1-8 15,-11 2 7-15,16 7 3 0,-7-2 18 16,-3-1-27-16,2 4 22 0,-2-2-3 0,-1 6-3 15,-2-3-4-15,-2-1 9 0,-1 4-10 0,-1-2-8 16,-4 2-10-16,1-2-38 0,-4 5-37 0,3-5-53 16,-3 1-59-16,1-2-70 0,2 0-48 0,-1 0-240 0,4-1-599 15,2-8 266-15</inkml:trace>
  <inkml:trace contextRef="#ctx0" brushRef="#br0" timeOffset="179314.31">21886 15741 103 0,'5'-11'249'0,"1"1"-10"0,-1 1-8 15,0 2-10-15,-3 1-13 0,2 1-10 0,0-2-20 16,-4 7-16-16,9-5-10 0,-4 3-1 0,3 0-6 16,3 1-7-16,-1 0-13 0,3 1-12 0,6 4-6 15,-5-2-6-15,4 5-6 0,-1-1 1 0,-2 6-9 16,-3 2 4-16,-3 0-15 0,1 2 3 0,-4 0-4 16,1 2-7-16,-5 1-1 0,-2 0 1 0,-4 6-5 15,-2-6-7-15,-4 4-1 0,-2 0-9 0,-3-1-2 16,-3-2-25-16,0-2 19 0,-2 0-3 0,6-4 0 15,-2 0-5-15,0-3-3 0,1-1-2 0,0 1-7 16,5-4 0-16,-1-1 5 0,2 0-12 0,0 0 3 16,1-1 4-16,3-2-7 0,-1 2 3 0,-1-1-5 0,2-1 2 15,5-3-3-15,-9 4 2 0,9-4 2 16,0 0-6-16,-8 3-6 0,8-3 10 0,0 0-11 16,0 0 7-16,0 0-1 0,0 0 12 0,23 0-22 15,-6-2 24-15,4 0-2 0,-1 0 0 0,2 0 0 16,6-3-9-16,1 2 2 0,-6 0 5 0,7 0-3 15,-1 0-21-15,-2 1-25 0,-5 0-23 0,-1 1-36 16,0 5-37-16,-8-4-40 0,-1 0-46 0,1-1-46 16,-13 1-51-16,20-2-211 0,-20 2-568 0,13-1 252 15</inkml:trace>
  <inkml:trace contextRef="#ctx0" brushRef="#br0" timeOffset="179539.83">22462 16122 183 0,'0'0'278'16,"0"0"10"-16,6 3-3 0,-6-3-2 0,0 0-10 15,0 0-10-15,0 0-5 0,0 0-16 0,0 0-7 16,7 1-14-16,-7-1-8 0,0 0-27 0,0 0-7 16,0 0-11-16,0 0-19 0,0 0-12 0,0 0-17 15,2 8-17-15,-2-8 0 0,0 0-36 0,0 0-38 16,0 0-33-16,0 0-41 0,0 0-56 0,0 0-59 15,0 0-64-15,0 0-114 0,0 0-228 0,-30 4-612 16,30-4 271-16</inkml:trace>
  <inkml:trace contextRef="#ctx0" brushRef="#br0" timeOffset="182847.81">8813 17287 40 0,'5'-3'131'0,"-5"3"-8"0,0 0-3 0,15-1-1 16,-15 1-5-16,0 0 1 0,18 6-9 0,-9 0-11 15,-1 4 0-15,-1-2 0 0,1 3-5 0,5 3 18 16,-4-1-7-16,0 1-7 0,3 2 2 16,-3 0-13-16,2 2-6 0,4 1-4 0,-5-4-6 15,1 3-1-15,1-1-5 0,0 5-3 0,-2-6-9 16,0-1-1-16,0 2-6 0,3 0-5 0,-4-1 2 15,-1-5-6-15,3 2-3 0,-4-5 0 0,-1 3-3 16,0-3-3-16,2-1-6 0,0 2 3 0,-5-5-2 16,-3-4-4-16,10 11 2 0,-10-11 5 0,7 5 8 15,-7-5 7-15,0 0 12 0,6 3 2 0,-6-3-7 16,0 0-3-16,0 0-5 0,4-22-3 0,-1 10 1 16,-2-5-1-16,2-1-5 0,4-9-1 0,-4 8 1 15,3-6-3-15,-2-3-8 0,4 2 7 0,-4-3-7 16,3 0-1-16,3 1-4 0,-2 0 0 0,0-3 0 15,0 2 1-15,-1 6-3 0,-3 3-5 0,-1 1 0 16,-1 3 2-16,1 5-3 0,-2 0 2 0,0 4-11 16,-1 7-18-16,4-12-15 0,-4 12-16 0,0 0-7 15,0 0-14-15,0 0-20 0,0 0-29 16,0 0-36-16,0 0-46 0,4 37-197 0,-10-19-435 16,0 7 193-16</inkml:trace>
  <inkml:trace contextRef="#ctx0" brushRef="#br0" timeOffset="183227.45">9429 17564 176 0,'0'0'203'0,"9"-6"-15"0,-9 6-11 16,10-4-9-16,-10 4-13 0,13 0-14 0,-13 0-1 15,15 4-15-15,-15-4-2 0,14 11-7 0,-9-4-7 16,0 3-6-16,1 2-3 0,-3-2-11 0,0 6-5 16,-3-2-12-16,-3 5-5 0,0-2-7 0,0-1-12 15,-5 1 3-15,3 0-7 0,-1-2-1 16,-3 2-5-16,-2-3-6 0,1 0 3 0,1-4-7 16,-1-1-5-16,2 0 1 0,2-5-4 0,6-4 5 15,-13 9 9-15,8-8 3 0,5-1 0 0,0 0-5 0,-10 4-4 16,10-4-9-16,0 0 5 0,0 0-4 0,0 0-1 15,0 0-2-15,0 0 1 0,0 0-3 0,0 0-2 16,15-27-2-16,-3 22 5 0,-2 1-7 0,4 2 0 16,-3 0 0-16,1-1-5 0,6 3-12 15,-4-2-23-15,4 2-32 0,-5 2-27 0,4 0-29 16,1-1-37-16,0 1-34 0,1 1-31 0,-1-1-163 16,0-1-415-16,0 0 184 0</inkml:trace>
  <inkml:trace contextRef="#ctx0" brushRef="#br0" timeOffset="183474.87">9855 17526 129 0,'0'0'207'0,"0"-11"-14"0,0 11-22 15,0 0-13-15,0 0-18 0,0 0-14 0,0 0-3 16,0 0 4-16,0 0-8 0,0 0-3 0,0 0-14 15,12 42-12-15,-9-29-2 0,2 0-10 0,-4-2-15 0,3 4 4 16,0 2-13-16,-1 0-6 0,0-2-1 0,-2-2-6 16,2-3-8-16,-1 3-8 0,1-2-19 15,1-1-17-15,-2 0-25 0,-2-10-36 0,3 18-40 16,-3-18-33-16,0 14-35 0,1-6-120 0,-1-8-324 16,0 0 144-16</inkml:trace>
  <inkml:trace contextRef="#ctx0" brushRef="#br0" timeOffset="183812.05">10408 17708 58 0,'0'0'203'0,"0"0"-15"0,0 0-8 0,0 0-21 0,0 0-13 15,0 0-13-15,0 0-14 0,0 0-13 16,28 3-41-16,-28-3-27 0,26-5-32 0,-5 1-45 16,7-2-55-16,3-1-118 0,-10 5-228 0,10-2 101 15</inkml:trace>
  <inkml:trace contextRef="#ctx0" brushRef="#br0" timeOffset="186276">10534 17374 139 0,'0'0'144'0,"0"0"2"0,-9 2 2 15,9-2-5-15,0 0-13 0,-9 1 4 0,9-1-8 16,0 0-12-16,0 0-6 0,0 0-12 0,-9 0-10 16,9 0-14-16,0 0-2 0,0 0-8 0,0 0-2 15,0 0-11-15,0 0-6 0,0 0-6 0,0 0 1 16,0 0-5-16,0 0 1 0,0 0-2 0,0 0-1 16,0 0-6-16,26 7-2 0,-15-5-7 0,3-2-7 15,4 0-5-15,4-2-33 0,5 1-17 0,1-1-27 16,0 1-34-16,-5 0-57 0,8 1-126 15,-11 0-312-15,8-3 139 0</inkml:trace>
  <inkml:trace contextRef="#ctx0" brushRef="#br0" timeOffset="186783.9">12320 17088 105 0,'-2'-11'187'0,"2"11"-14"0,0 0-11 0,0 0-14 16,-2-14-8-16,2 14-26 0,0 0-10 0,0 0-7 15,0 0-10-15,0 0-5 0,0 0 1 0,0 0-8 16,0 0-7-16,0 0 10 0,9 34 3 0,-6-16-9 15,0 5-2-15,2-3-9 0,-2 7-4 16,-3 0 0-16,2 0 0 0,2 1 4 0,-6 0-10 16,4 1 12-16,-6-2-10 0,4-1-2 0,0 3-7 15,0-10-6-15,-2 7-1 0,-1 0-8 0,3-9 3 0,0 8-3 16,0-6-3-16,0-3-7 0,-3 0 3 0,3 2-3 16,0-3-3-16,-2-1-5 0,4-3-13 0,-2-1-13 15,3 0-17-15,-3-10-15 0,0 15-11 0,0-4-13 16,0-11-25-16,-3 19-14 0,3-19-47 15,-2 12-22-15,2-12-153 0,-6 8-360 0,6-8 159 16</inkml:trace>
  <inkml:trace contextRef="#ctx0" brushRef="#br0" timeOffset="187649.39">12288 17344 38 0,'0'0'93'0,"0"0"12"0,0 0-5 0,0 0 5 16,-12-6-7-16,12 6-10 0,0 0-5 0,0 0 2 15,0 0 0-15,0 0-3 0,-8-4-3 0,8 4-3 16,0 0-11-16,0 0-2 0,-5-12 0 0,5 12-9 16,0 0 1-16,0 0-3 0,0 0-4 0,9-16-3 15,-9 16 1-15,12-8 0 0,-5 3-3 0,0-1-7 16,-7 6 5-16,22-7-8 0,-11 3 1 16,3 1 0-16,-14 3-8 0,22-6 12 0,-11 6-7 0,1 0-1 15,2 3-1-15,-14-3-3 0,21 6-1 16,-9-1 1-16,-3 0-1 0,-1-1 0 0,-8-4-6 0,16 13-3 15,-7-5 6-15,-9-8-11 0,12 13 6 0,-9-7-2 16,-3-6-3-16,6 15 4 0,-8-5-3 0,2-10-4 16,-5 19 1-16,-4-9-1 0,2 0 0 0,-2-3 1 15,-4 5 5-15,1-5-9 0,1-1-1 16,-4 3 2-16,-1-1-2 0,2 0-3 0,-3-2-2 16,5-2-2-16,1 1-5 0,0-1-6 0,-3 1-16 15,4-1-11-15,10-4-9 0,-21 8-23 0,21-8-11 16,-13 3-27-16,13-3-34 0,-10 3-33 0,10-3-100 15,0 0-299-15,0 0 133 0</inkml:trace>
  <inkml:trace contextRef="#ctx0" brushRef="#br0" timeOffset="188011.39">12646 17307 101 0,'0'0'174'0,"3"23"-3"16,-3-23-1-16,-5 19-16 0,5-19-9 0,-10 23-17 16,6-12-7-16,0 4-10 0,2-4-2 0,2-11-8 0,1 21-8 15,-1-21-13-15,5 19-4 0,-1-12 2 16,3 0-7-16,-7-7-1 0,18 13-7 0,-9-6-8 16,5-3-1-16,-1-1-5 0,5-3 0 0,-5 0-8 15,6-1 2-15,-6-1-8 0,5-4 7 0,-7 4-4 16,5-7 0-16,-5 4-1 0,-2-3-8 0,3 2 0 15,-4-4 0-15,-1 2-7 0,-1-6 3 0,0 2 0 16,-4 1-1-16,-2-1-5 0,-4 0-7 0,0 0 7 16,-6-3-4-16,1-1-4 0,-5 4 6 15,1 0-8-15,-3 1-1 0,0 1-5 0,-2 2-5 0,-1 1-5 16,2 2-9-16,-2 2-5 0,2 0-9 0,-1 1-13 16,18 2-19-16,-21 0-19 0,21 0-12 0,-15 2-21 15,15-2-6-15,-9 7-35 0,9-7-21 16,0 0-137-16,-1 15-337 0,1-15 149 0</inkml:trace>
  <inkml:trace contextRef="#ctx0" brushRef="#br0" timeOffset="188276.49">12954 17130 15 0,'0'0'187'0,"2"-19"-5"0,-2 19 5 0,0-16 0 16,0 16-5-16,0 0-7 0,0-18-16 0,0 18-14 15,0 0-22-15,0 0-7 0,0 0-12 0,0 0-5 16,2-4-4-16,-2 4 3 0,7 28-14 0,-5-10 6 16,2 7 0-16,-2 2-10 0,3 3-7 0,-3-3-19 15,3 2 8-15,-2 0-6 0,1-4-4 0,-2 2-3 16,2 0-18-16,-4-2 7 0,5 0 2 0,-5-6-10 16,0 1-1-16,2 0-8 0,0-1-15 0,-2 0-20 15,0-2-20-15,0 2-21 0,2-3-19 16,0 0-27-16,-4-1-20 0,4-3-49 0,-2-12-38 15,0 17-153-15,0-17-390 0,-6 17 173 0</inkml:trace>
  <inkml:trace contextRef="#ctx0" brushRef="#br0" timeOffset="188445.54">12988 17281 11 0,'19'-2'38'0,"-5"2"-39"0,-5 4-7 0,-9-4-9 15,18 11 3-15</inkml:trace>
  <inkml:trace contextRef="#ctx0" brushRef="#br0" timeOffset="188722.01">13133 17499 92 0,'0'0'173'0,"7"5"-3"16,-7-5-9-16,0 0-9 0,0 0-5 0,0 0-9 15,18-15-3-15,-7 7-8 0,-4 1-12 0,-1-2-11 16,3-2-2-16,-4 4-7 0,0-2-7 0,-1 0-9 16,1-1-9-16,-5-1-12 0,0 0-1 0,0 11-7 15,-2-23-1-15,-1 11-7 0,1 2-2 0,-2 2-4 16,-2-2 3-16,0 4-2 0,6 6-3 0,-13-9-1 15,8 5-2-15,5 4-3 0,-11-3-6 0,11 3 2 16,0 0-1-16,-18 9-6 0,11-1 0 0,4 1 0 16,-3 1-2-16,2 0-7 0,1 1-24 0,4 4-20 15,-1-15-31-15,4 24-23 0,4-10-45 0,0-4-39 16,-1 1-28-16,-1-2-116 0,1 2-344 0,2-4 153 16</inkml:trace>
  <inkml:trace contextRef="#ctx0" brushRef="#br0" timeOffset="188948.01">13337 17437 129 0,'5'-26'170'0,"-1"13"5"0,2-2-13 0,-2 3-5 16,2-5-15-16,1 2 4 0,-1 5-3 0,2 0-9 16,1-1-6-16,-1 3-15 0,1 3-9 0,-9 5-3 15,18-5-4-15,-18 5-9 0,0 0-5 0,23 7-5 16,-16 1-1-16,1 2-10 0,-1 0 1 0,0 6-9 15,-2 0-7-15,-3 1-2 0,0 3-15 0,-4 1-23 16,2 2-18-16,0-4-30 0,2-2-18 0,-4 2-30 16,6-3-30-16,-4-3-32 0,0-13-47 0,-4 26-131 15,4-12-349-15,0-14 156 0</inkml:trace>
  <inkml:trace contextRef="#ctx0" brushRef="#br0" timeOffset="189210.8">13661 17173 191 0,'-3'-12'250'0,"3"12"-7"0,-2-20-15 16,2 20-25-16,-2-11-20 0,2 11-16 0,0 0-5 16,0 0 7-16,0 0-9 0,0 0-12 0,12 35-8 15,-10-10-4-15,4 1-4 0,-5 2-17 0,-1-2-23 16,2 3 6-16,0-2-10 0,-4-1-3 0,4-1-10 15,-4 1-8-15,0 0-8 0,-1-7-4 0,-1 6-13 16,2-8-11-16,2-1-25 0,0-3-25 0,0-13-16 16,2 23-33-16,0-11-35 0,-2 0-24 0,0-12-42 15,4 17-39-15,-4-17-40 0,1 12-144 0,-1-12-423 16,0 0 187-16</inkml:trace>
  <inkml:trace contextRef="#ctx0" brushRef="#br0" timeOffset="189480.44">13614 17374 153 0,'0'0'152'0,"0"0"-4"16,25-7-13-16,-25 7-7 0,29-2-8 0,-10-1-15 16,0 3-6-16,-1 0-10 0,0-1-3 0,0 2 1 15,-1-1-8-15,2-1-1 0,1 1-7 0,-9 1-3 16,6 0-7-16,-7 2-3 0,1-2 2 0,1 3-5 15,-3-1-4-15,-9-3 2 0,15 7 5 0,-7 0-5 16,-4-4-4-16,-4-3 1 0,9 10-3 0,-5-2-5 16,-2-1-5-16,-2-7-3 0,4 13-3 0,-4-4-5 15,0-9-19-15,-2 16-15 0,2-16-24 0,2 14-25 16,-2-14-41-16,0 16-39 0,0-16-32 0,8 13-143 16,-8-13-337-16,0 11 149 0</inkml:trace>
  <inkml:trace contextRef="#ctx0" brushRef="#br0" timeOffset="189662.15">14081 17057 30 0,'0'0'57'0,"0"0"-35"0,0 0-41 0,0 0-19 16,0 0 9-16</inkml:trace>
  <inkml:trace contextRef="#ctx0" brushRef="#br0" timeOffset="190087.92">14386 17313 48 0,'0'0'180'0,"0"0"-10"0,0 0-5 16,-40 2-5-16,22 2-3 0,-7 8-9 0,-1 0-5 15,1 0-8-15,2 3-6 0,-2-1-12 0,8-2-14 16,1 0-7-16,5 0-9 0,1 0-7 0,4-3-11 16,1 2-5-16,5-1-4 0,0-10-13 0,4 21 1 15,1-11-7-15,5 0-4 0,-1-2-4 0,1-2 0 16,4-2-7-16,4 3-4 0,0-4-4 0,1-3-7 15,-2 0-3-15,3-1-4 0,-7-1 2 0,4-4 0 16,0 0-5-16,-5-1 2 0,-1 1 0 16,0-2 5-16,3-2-8 0,-8 1 3 0,1 0-3 15,-3-2 4-15,3 2 0 0,-7 9-2 0,3-25 3 0,-4 15-9 16,1 10 4-16,-2-23 4 0,0 11 4 0,2 12 11 16,-5-15 12-16,5 15 11 0,-5-13 0 0,5 13 3 15,0 0-10-15,-6-14 3 0,6 14-5 0,0 0-3 16,0 0-3-16,0 0 0 0,0 0 0 15,0 0-7-15,0 0 3 0,0 0 1 0,-6 46-8 16,10-33 6-16,0 2-5 0,0 1-17 0,1-4-20 16,2 2-19-16,0 3-29 0,0-4-21 0,2 1-23 15,0 0-30-15,-1-6-43 0,5 3-50 0,-3-2-119 16,-1-5-383-16,0 0 170 0</inkml:trace>
  <inkml:trace contextRef="#ctx0" brushRef="#br0" timeOffset="190333.99">14611 17138 158 0,'-3'-11'254'0,"3"11"-6"0,-4-19-16 16,4 19-26-16,-2-10-20 0,2 10-13 0,0 0 4 15,0 0-10-15,0 0-12 0,12 32-5 0,-10-14-11 16,4 9-9-16,-1 4-11 0,-5-3-10 15,4 1-11-15,-1 3-8 0,-2-2-7 0,0 0-7 16,-2 2-10-16,2-4-16 0,1 1-37 0,0-2-15 16,-2 0-37-16,0-3-32 0,0 3-35 0,5-2-32 15,-2-7-43-15,0-2-55 0,0 2-149 0,3-1-416 16,1-7 185-16</inkml:trace>
  <inkml:trace contextRef="#ctx0" brushRef="#br0" timeOffset="190788.71">14961 17584 72 0,'0'0'153'0,"0"0"-24"15,0 0-4-15,7-20 1 0,2 10-2 0,2 1 2 16,0-6-7-16,6 4 2 0,-4-5-9 0,7-4-6 16,-3 0-9-16,2 2-8 0,-6 4-12 0,-3-2-9 15,3 0-5-15,-4 0-4 0,1 2-7 0,-4-2-1 16,-1 1-11-16,-2 3 3 0,-1 1-10 0,0-5-4 15,-2 5 4-15,-3 2-8 0,-2-3 3 0,-2 6-5 16,0-1 2-16,-2 1 7 0,-1 3-9 0,-4 2 2 16,2 2-1-16,-6 1 6 0,3 5 0 0,-3 1 31 15,4 5 1-15,-1 1-3 0,3 3 1 0,-2 5-4 16,4 1-1-16,3 2-6 0,3-7-4 0,1 7-6 16,6-1-2-16,5 1-4 0,5-3-2 0,-5-4-9 15,11 3 1-15,3-1-5 0,2-3-18 0,3-2-34 16,2-4-23-16,2-1-37 0,3-5-28 0,0-1-47 15,1 1-35-15,-1-2-23 0,-2 0-116 0,-3-1-371 16,2-6 164-16</inkml:trace>
  <inkml:trace contextRef="#ctx0" brushRef="#br0" timeOffset="191743.37">15514 17377 160 0,'0'0'202'0,"-2"-12"-12"0,2 12-18 15,0 0-21-15,0 0-2 0,0 0 1 0,0 0-1 16,0 0-3-16,0 0-7 0,0 0-11 0,18 19-6 16,-12-6-13-16,1-4-6 0,1 5-8 0,-1-5-12 15,-2 0-5-15,-1 1-5 0,1-2-8 0,-3-1-2 16,-2-7-17-16,5 14 3 0,-5-14-2 0,2 10-8 16,-2-10 3-16,3 8-6 0,-3-8 2 0,0 0 0 15,0 0 3-15,2 11-3 0,-2-11-2 0,0 0-4 16,0 0-4-16,0 0 1 0,0 0-7 0,0 0-1 15,0 0-6-15,0 0 0 0,-8-35 2 0,9 25-6 16,1-2-10-16,1 1 12 0,1-5-6 0,3 1-5 16,0-3 2-16,2 1-8 0,2-6 1 0,0 8 1 15,1 0-1-15,-1 2 0 0,2 1 1 16,0 1 1-16,-6 4-2 0,3 0-7 0,-4 3 3 16,-6 4 4-16,15-1-1 0,-15 1-2 0,18 6 5 15,-9 3 4-15,1-2-10 0,0 5 9 0,-1 2-2 16,0 0 5-16,-1 1-2 0,-1 1-2 0,1-1 4 15,1 0-2-15,-4-5 3 0,2 2-1 0,-2-1-1 16,2-1 0-16,0 1-2 0,-1-1-8 0,2-3 10 16,-3-2-1-16,1 0 1 0,4 0-1 0,2-3-1 15,-12-2 2-15,18 0-1 0,-18 0-2 0,27-4 3 16,-18 3-2-16,0-6 3 0,2 2 0 0,-11 5-3 16,17-14 1-16,-13 8 1 0,2-3-7 0,0-3 3 15,-1 3 1-15,-2-3-3 0,-3 12-5 0,1-22-4 16,1 5-3-16,-2 1 2 0,-2 1-1 0,0-3 1 15,-2 7-1-15,-1-3 6 0,0 2-1 0,0 3 2 16,5 9 5-16,-9-15-1 0,9 15-4 0,-9-10-8 16,9 10 10-16,-9-8 0 0,9 8-2 0,-10 1 0 15,10-1 6-15,-12 9 1 0,4-1 4 16,2 6 7-16,2-4-1 0,-1 6-3 0,4 2-1 16,-1-2 0-16,2 2-10 0,3 0 15 0,3-3-4 15,1 2 6-15,-1-3-8 0,7 0 4 0,-3 1-3 16,4-2 2-16,2-1-1 0,-4-6-11 0,4 2 11 15,0 1-2-15,2-2 1 0,0-2 3 0,-1-3-8 0,3-2 4 16,-1-1 2-16,1 0-5 0,-3-4 1 16,0 2-3-16,-6-1 4 0,1 0-3 0,-2-2 1 15,2-2 2-15,-5 0-2 0,1-2-9 0,-3 0 7 16,3-4-1-16,-6 3 0 0,2-4-6 0,-4-2 0 16,-1 1-4-16,0-2-3 0,-3-6-3 0,-4 5 5 15,1 2-1-15,-2-2 1 0,0 3 0 0,0 1 3 16,-2 2 1-16,1-1 2 0,-2 3 1 0,1 5 3 15,2-2-3-15,-1 3 5 0,10 5 1 0,-17-6-2 16,17 6 0-16,-14-4-2 0,14 4-1 0,0 0-1 16,0 0-1-16,0 0 6 0,0 0-3 0,0 0-2 15,0 0 5-15,3 19-3 0,-3-19 2 16,22 10-2-16,-8-7 3 0,5 2 1 0,-1-2-3 16,1-1-10-16,1 1 12 0,-2-1 1 0,0 1-3 0,0 0-1 15,-5-1-1-15,0-1 0 0,-4 3 1 0,-9-4-1 16,12 4 8-16,-4 1 1 0,-3 0 6 0,0 3 4 15,0 1 4-15,-5-9 1 0,6 16-2 0,-5-6-2 16,-1 1 8-16,0 0 0 0,-4 1-2 16,3-1-2-16,1 0 1 0,-2 1-4 0,2-12-1 15,0 23 4-15,2-13-6 0,-2 1-22 0,2 0-16 16,-2-2-25-16,2 2-26 0,-2-11-29 0,6 18-37 16,1-11-31-16,0 2-28 0,-7-9-31 0,17 10-171 15,-6-6-433-15,1-2 191 0</inkml:trace>
  <inkml:trace contextRef="#ctx0" brushRef="#br0" timeOffset="192212.5">16718 17225 55 0,'0'0'209'0,"-14"-19"2"0,8 11 3 0,-1 0-10 0,7 8-14 15,-19-7-9-15,9 9-6 0,10-2-14 0,-26 5-13 16,12 4-12-16,3 1-9 0,-2 1-13 0,3 3-7 15,0-3-17-15,4-2-2 0,-1 7-9 0,3-3-13 16,2-3-7-16,4 2-4 0,-1-1-10 0,2-1 1 16,-1 2-6-16,2-5-15 0,3 1 4 15,1-1 2-15,-1-2-5 0,-7-5-3 0,14 6 1 16,-5-3-2-16,-9-3-6 0,15 2 6 0,-15-2-7 16,14-2 1-16,-14 2-1 0,14-5-2 0,-14 5-4 15,9-8-7-15,-4 2 10 0,2-2-3 0,-7 8 1 16,5-12-1-16,-1 2-4 0,-4 10 4 0,5-13-5 15,-3 6 4-15,-2 7 5 0,6-10 0 0,-6 10 0 16,3-7-2-16,-3 7 0 0,0 0 0 0,0 0-2 16,0 0 7-16,0 0 17 0,16 14 0 0,-13-1 3 15,3 2-5-15,-1 4 4 0,0 6-2 0,-1 2-1 16,1-1-2-16,-4 1 3 0,2 0-2 0,-3 1-9 16,0 2 9-16,-3-4 1 0,4 4-3 0,-1-3-11 15,0-2 6-15,2-1 1 0,-2-5 3 0,-2-3-8 16,4 0-3-16,-5 1 2 0,-1-2-5 15,-2-1-1-15,-2 2 3 0,0-2 0 0,-1-5-20 0,-1 1 20 16,0-2-7-16,-3-3-27 0,1 0 0 16,-1-1-16-16,-1-2-21 0,-4-1-29 0,5-1-33 15,1-3-64-15,12 3-44 0,-22-11-68 0,9 2-190 16,4-7-524-16,0 0 232 0</inkml:trace>
  <inkml:trace contextRef="#ctx0" brushRef="#br0" timeOffset="192634.7">16948 17166 137 0,'0'0'218'0,"0"0"-5"16,9-5-7-16,-9 5-7 0,0 0-12 0,0 0-9 15,0 0-10-15,12 28-17 0,-9-19-18 16,0 2-5-16,0-1-17 0,0-1-18 0,4 3 0 15,-4-3-9-15,3 1-11 0,-1-2-6 0,0 0-8 0,-1 0-5 16,3-3-5-16,-7-5-4 0,11 10-4 16,-5-6-3-16,-6-4-4 0,14 5-5 0,-14-5 0 15,12 1-4-15,-12-1-3 0,12 0 4 0,-12 0-6 16,13-3-2-16,-13 3-1 0,9-3-3 0,-9 3 1 16,10-7-6-16,-3 1 0 0,-7 6 3 0,6-9-6 15,-6 9 4-15,6-9-4 0,-6 9 0 0,0 0 7 16,6-9 0-16,-6 9-2 0,0 0 0 0,0 0-3 15,0 0 9-15,0 0 11 0,0 0 6 0,12 22 5 16,-10-7 5-16,1 2 0 0,-3 2-2 0,0 4-2 16,-3-4-4-16,1 7 1 0,0 0-14 0,-2 1 5 15,2 0 6-15,0-4-4 0,4 2-2 0,-5 0-6 16,2-6-3-16,1-1-16 0,1-2-24 0,-1 0-15 16,3-3-22-16,0-2-26 0,2 0-36 0,2-1-35 15,-1 0-42-15,3-1-54 0,4-2-202 16,2-1-490-16,2-1 217 0</inkml:trace>
  <inkml:trace contextRef="#ctx0" brushRef="#br0" timeOffset="192939.39">17737 17058 2135 0,'-2'-47'50'15,"2"13"-7"-15,2 2 29 0,0 5-9 0,-1 1 16 16,1 11-4-16,-2 3-14 0,1 1-14 0,-1 11-9 16,3-10-3-16,-3 10 17 0,0 0 13 0,0 0 6 15,24 31 9-15,-13-4 9 0,3 2-1 0,-2 16 2 16,1 4-7-16,-8 2-1 0,-1 0-7 0,-6-1-1 16,2 1-6-16,-4 0 2 0,-4-2-11 0,-3-1-6 15,0-2-3-15,4-11-6 0,1 14 4 0,-4-1-12 16,-3-3 5-16,4-11-13 0,1 0 2 0,3-3-16 15,-2 0-21-15,0-2-16 0,5-2-21 16,-1-3-29-16,5-3-26 0,5-3-32 0,-1-1-40 0,3-3-35 16,7-3-54-16,0-1-253 0,2-1-555 0,10-3 246 15</inkml:trace>
  <inkml:trace contextRef="#ctx0" brushRef="#br0" timeOffset="193570.83">18294 17184 1 0,'0'0'184'0,"-1"-14"-6"16,1 14 1-16,0 0-4 0,0 0-6 15,0 0-7-15,-6-10-8 0,6 10-19 0,0 0-4 16,0 0-14-16,0 0-13 0,0 0-3 0,0 0 3 0,0 0-2 16,0 0-3-16,0 0 0 0,17 21-4 0,-11-12-1 15,3 2-9-15,2 3-5 0,3 0 1 16,-5 2-7-16,2 2-4 0,1-2-2 0,-2-1-9 16,0-1 0-16,0 3-11 0,-1-1-1 0,-1-2-7 15,2 1-6-15,-4-5 0 0,1 4-1 0,-1-2-7 16,1-3 0-16,-1 0-2 0,-2 0-1 0,-2-3-3 15,-2-6-2-15,8 10-5 0,-8-10 8 0,4 5-6 16,-4-5 5-16,0 0 2 0,6 6-2 0,-6-6 3 16,0 0-3-16,0 0-2 0,0 0 0 0,4-25-1 15,-1 15-4-15,-3-2-1 0,1-5-1 0,2-2-3 16,0-4-8-16,0-2 9 0,2 5 1 0,0-6-5 16,0 6 0-16,4-6 1 0,-4-3 0 0,2 5-2 15,-5-2 0-15,0 9-13 0,3 0 18 0,1 0-9 16,-2 6 9-16,0 2-7 0,-4 9-24 0,5-13-18 15,-5 13-29-15,0 0-19 0,4-12-23 0,-4 12-15 16,0 0-29-16,0 0-26 0,0 0-46 0,0 0-26 16,0 0-143-16,0 0-428 0,7 35 190 15</inkml:trace>
  <inkml:trace contextRef="#ctx0" brushRef="#br0" timeOffset="193866.45">18694 17256 137 0,'2'9'187'0,"-2"-9"-9"0,3 12 0 0,-2-3-10 0,-1-9-3 16,-1 17-2-16,2-5-2 0,-1-3-21 15,0-9-6-15,0 17-12 0,0-6-14 0,2-2-1 16,1 0-8-16,2-2-15 0,0 2 5 0,3-2-6 16,1-2-10-16,1 0-2 0,3-2-10 0,0-1 1 15,1-2-8-15,0 1-3 0,0-3-4 0,-2 1-3 16,0-3-3-16,6-1 1 0,-9 3-5 0,1-3 8 15,-4 1-5-15,0-5-6 0,-2 4 1 0,-3-5-6 16,0 1-5-16,-2-1 2 0,-4-2-23 0,-1 3 10 16,-5-5-3-16,-5 3-5 0,2 1-3 0,-3 0-4 15,-1 4-7-15,0 1-15 0,-2 0-8 0,3 2-12 16,-3 3-30-16,1 0-10 0,6 3-28 0,-1-2-43 16,-3 1-37-16,6 0-212 0,11-2-438 0,-19 4 193 15</inkml:trace>
  <inkml:trace contextRef="#ctx0" brushRef="#br0" timeOffset="194110.02">19112 17058 90 0,'4'-6'259'0,"-4"6"-10"15,5-11-9-15,-5 11-9 0,2-6-22 16,-2 6-20-16,0 0-19 0,0 0-13 0,0 0 0 15,0 0-3-15,0 0-7 0,8 34-8 0,-9-16-12 16,-1 7-16-16,0 1-3 0,-1-1-12 0,1 1-2 16,0-6-17-16,4 6-4 0,-2-7-4 0,0 2-9 0,0-2-9 15,2-2-21-15,-2 2-19 0,0-2-36 16,2 1-33-16,-1-6-36 0,1 5-35 0,-2-6-44 0,-1-1-43 16,1-10-219-16,-1 19-469 0,1-19 208 15</inkml:trace>
  <inkml:trace contextRef="#ctx0" brushRef="#br0" timeOffset="194351.94">19292 17099 61 0,'0'0'235'0,"0"0"-25"0,5-11 10 15,-5 11-8-15,0 0-7 0,0 0-5 0,8 27-17 16,-7-11-9-16,0 2-7 0,2 9-5 0,-2-1-16 15,0 0-13-15,-1 0-12 0,-1-1-14 0,0-2-8 16,1-3-11-16,0-1-7 0,-1 0-3 0,-1-2-17 16,1 1-21-16,2-1-23 0,-2-2-22 0,2-4-27 15,-1 2-28-15,3-4-31 0,-3-9-30 16,2 19-22-16,-2-13-40 0,0-6-21 0,0 0-157 16,-2 12-389-16,2-12 172 0</inkml:trace>
  <inkml:trace contextRef="#ctx0" brushRef="#br0" timeOffset="195443.8">19191 17298 86 0,'0'0'166'16,"0"0"-17"-16,14-17-7 0,-4 12-7 0,3 0-11 16,6 1 0-16,0 0-11 0,-1-1-6 0,4 1-12 15,6 1 3-15,0-3-9 0,-8 3-3 0,1 0-7 16,1 1 0-16,-2-1-6 0,-1-1 0 0,1 1-11 15,-9 1-2-15,-1 3-9 0,-10-1-2 0,14-3 1 16,-14 3-3-16,12 0 1 0,-12 0-8 0,0 0 6 16,0 0 4-16,0 0 2 0,0 15 2 0,0-15 1 15,-13 16 2-15,0-5 0 0,1 3-6 0,0-1-11 16,-1 0 8-16,2-3-14 0,-2 4 9 0,5-2-7 16,3-1-4-16,-1 3 1 0,1-4-6 0,1 0-2 15,3-1-3-15,1-9-2 0,7 14-4 0,-2-8 4 16,3-1-7-16,1 0 5 0,2-4-7 15,0 2 0-15,0-2-3 0,3-1-2 0,4-1 2 0,-4-1-7 16,7-1 6-16,-7-4-5 0,-3 3 1 0,1-2-3 16,-2 1 2-16,-1-2 0 0,-1 2 1 0,-1-4-1 15,-3 0-2-15,0-2-5 0,1 2 6 0,-2-2-2 16,2 1 5-16,-4 0-4 0,-1 10-2 0,2-16 2 16,-2 9 0-16,0 7 5 0,0 0-4 0,2-14 0 15,-2 14-2-15,0-5 1 0,0 5-1 0,0 0 0 16,0 0 1-16,0 0-12 0,0 0 14 15,0 0-2-15,0 0 0 0,5 23 0 0,-2-17 2 16,0 1-2-16,3 0 3 0,4 1-3 0,-1-2 0 0,2-1 3 16,3-1-5-16,2 3 7 0,3-6-2 0,4-1 2 15,-3 0-1-15,1-2-2 0,0 0 1 0,-3-3 0 16,1 2 0-16,-2 0-5 0,-3-1 3 16,-2-1 3-16,0-2-4 0,-1 4 5 0,-2-3 0 15,-1-1-2-15,-3 3 0 0,1-1 2 0,-4-3-4 16,-2 2 4-16,2-4-7 0,-2 10 8 0,-3-17-5 15,0 8 0-15,-1 4-3 0,1 0 4 0,-6-1-13 16,2 4 14-16,-2-1-3 0,9 3 5 0,-19 0-3 0,13 2-1 16,-1 3-2-16,-1 0 2 0,0 1-4 15,0 2 6-15,2-3-4 0,1 4-1 0,3 1 4 16,-1 0-1-16,3-2 0 0,1 0-2 0,-1-8-8 16,4 14 8-16,-2-9-5 0,-1 2 2 0,2-2-1 15,-3-5-1-15,8 8 0 0,-6-6-4 0,4 2 8 16,-6-4-3-16,11 4 2 0,-6-3-2 0,-5-1 2 15,10 0 0-15,-10 0 3 0,0 0-9 0,7 1 10 16,-7-1-1-16,0 0-5 0,0 0 2 0,0 0-1 16,9 2-2-16,-9-2 0 0,3 7-3 0,-3-7 13 15,4 15-1-15,-1-4 20 0,1 7 3 0,-2-2 2 16,2 10 8-16,2 2 12 0,-1 2-11 0,1-1-1 16,-2 1 3-16,-1 0 1 0,4 3 2 0,0-1-8 15,2-3 1-15,-4 2-1 0,-1-3-7 0,-2 0-2 16,-1-1-1-16,2-8-3 0,-3 1-32 0,-2-3 0 15,0-1 1-15,-1-3 5 0,0-1-1 16,-4 1 1-16,-1-4-3 0,-1-1-9 0,0-4 0 0,-2 0-11 16,-2-1 5-16,-1-3-9 0,0 0 0 15,-2-3-1-15,3-2 4 0,1 0 2 0,2-1 2 0,-2-4 1 16,5-3-2-16,0-3 2 0,3 3-5 0,3-5 4 16,5 0-1-16,2-7-2 0,2 1 0 15,6 0-1-15,-2-3 4 0,7 1-4 0,-1-1 1 0,2 0-2 16,2 3 0-16,0 0 2 0,3-3-4 0,1 2-4 15,-2 0 1-15,1 2-5 0,1-2 7 16,-2 1 2-16,-2 0 1 0,0-1 6 0,-2 1 2 16,-6-2 0-16,2 4 7 0,-1-1 2 0,-5-1-2 15,-1-1 2-15,-1 6 7 0,-3 2 0 0,-3-2 6 16,0 4 10-16,-2 15 8 0,1-24 2 0,-1 24 0 16,-1-16 0-16,1 16 2 0,0 0-2 0,-14-11 6 15,14 11 1-15,-20 5 2 0,20-5 2 0,-25 18-4 16,10-5-3-16,3 1-1 0,2 2-7 0,1 2 4 15,1-1-7-15,6 2-3 0,0 1-28 0,5-4-19 16,1 1-27-16,3-2-33 0,9-1-26 0,5 1-18 16,9-1-33-16,4-4-26 0,3 0-147 0,-1-5-373 15,17 4 165-15</inkml:trace>
  <inkml:trace contextRef="#ctx0" brushRef="#br0" timeOffset="196116.36">20998 17286 112 0,'0'0'209'0,"-1"-11"-10"0,1 11-9 16,0 0-22-16,0 0-17 0,0 0-15 0,0 0-10 15,0 0 6-15,0 0-8 0,0 0 3 0,0 0-11 16,-12 36-3-16,9-25-16 0,0 2-6 0,0 3-7 16,0-1-13-16,3-4-1 0,0 6-9 0,1-5-6 15,0-3-4-15,2 2-6 0,-1-3-7 0,-2-8 0 16,7 15-4-16,-2-10-7 0,-2 2 2 0,-3-7-4 16,9 9-10-16,-9-9-1 0,11 1-4 0,-11-1-7 15,0 0-11-15,16-4-4 0,-16 4-4 0,5-9 2 16,-5 9 2-16,4-11-3 0,-4 11-1 15,0-17-6-15,0 6-4 0,0 11-5 0,-6-23 6 0,1 8-5 16,0 0 8-16,-4 0 0 0,4-1 1 0,-1 5 6 16,1 0 6-16,1 3 13 0,1-2-1 0,3 10 5 15,-7-9 0-15,7 9-5 0,-3-10 2 0,3 10-5 16,0 0 4-16,0 0-2 0,11-12-2 0,-2 9 1 16,3-1-2-16,5 1 2 0,10-4-1 15,2 1 0-15,-2 2 1 0,3-4 0 0,2 4 0 16,-5-2-3-16,0-2 6 0,-8 3-5 0,1 1 6 15,-5-3-5-15,-1 2 5 0,-2 0-5 0,-2 0 4 16,0-2 1-16,-2-1-1 0,1-1 4 0,0 0-5 0,-3 0 7 16,-2 1 1-16,-1-2 2 0,1 1 4 15,-3-1-5-15,-1 10 2 0,0-17 0 0,0 17 11 16,-1-12 5-16,1 12-1 0,0 0-1 0,0-11-7 16,0 11-6-16,0 0 2 0,0 0 2 0,0 0 7 15,0 0 5-15,0 0 0 0,-6 52 4 0,4-24-2 16,-2-2 2-16,0 4 4 0,0 1-2 0,3-1-2 15,0 0 0-15,1 1-1 0,-1-5-2 0,2 3-1 16,0-1-2-16,0-1-4 0,2-7-2 0,1 5-4 16,-3-7-1-16,4 6-1 0,-2-6-2 15,-2 0 0-15,2-1-11 0,-2 0-12 0,-1-1-20 0,-1 1-23 16,1-6-25-16,0-11-22 0,-2 19-32 0,2-19-36 16,-2 16-37-16,2-16-45 0,-5 12-151 0,5-12-430 15,-11 7 190-15</inkml:trace>
  <inkml:trace contextRef="#ctx0" brushRef="#br0" timeOffset="196295.56">21330 17352 10 0,'14'-8'147'16,"6"2"-22"-16,-2 2-8 0,1-2-11 0,1 0-17 15,-1 3-42-15,0-1-42 0,1-2-9 0,0 2-40 16,2 1-56-16,-5-1-108 0,3 0 48 0</inkml:trace>
  <inkml:trace contextRef="#ctx0" brushRef="#br0" timeOffset="198048.43">22139 17448 171 0,'0'0'214'0,"0"0"-20"0,0 0-8 0,0 0-8 16,0 0-12-16,0 0-6 0,11-31-13 0,-10 22-6 15,0 0-15-15,1-1-17 0,0 0-1 0,2-2-9 16,-3 0-5-16,2 0-11 0,-2-3-7 16,1-2-7-16,0 1-6 0,-1-2-9 0,0 0-3 0,-2 3-4 15,1-3-8-15,-3 0-4 0,1 5-2 16,1 3-2-16,-1 0-8 0,2 10 8 0,-5-18 1 16,3 12-2-16,2 6-8 0,-7-8 1 0,7 8-14 15,0 0 11-15,-14 1-1 0,14-1-7 0,-15 8 1 16,15-8 0-16,-8 11-4 0,4-3 3 0,2 0-4 15,2-8 1-15,-4 15-4 0,3-6-5 0,1-9 3 16,0 0-1-16,5 18-1 0,-1-13 6 0,-4-5-3 16,15 8-2-16,-2-5 2 0,-3-2-1 0,3-1 3 15,-13 0-4-15,24-4-5 0,-14 4 6 0,-10 0-3 16,18 0 3-16,-9-1 0 0,-9 1-3 0,12-2 1 16,-12 2-3-16,7-1 0 0,-7 1-4 0,8 4 5 15,-8-4-1-15,9 7 4 0,-3 0 3 0,-2 1-3 16,1 0 0-16,2 3 4 0,2-2-3 0,0 5 2 15,-3-5-1-15,3 3-3 0,1 2 5 0,0-6-5 16,6 3 3-16,-7-3-5 0,2-1 8 16,1 0-3-16,-1-4-2 0,1 3-1 0,2-3-6 15,0-2 4-15,4-4-2 0,-2 0-5 0,0-1 0 0,-1-1-1 16,2 0 1-16,-3-4-5 0,-2 0 3 0,3-1 1 16,-7 1-2-16,0 0-4 0,0-3 1 0,2-3-6 15,-1 1 5-15,-3-2-5 0,-1-1 7 0,-2-1-3 16,0-2 3-16,-2 3-5 0,-2 1 11 0,-2-2-3 15,-1 7 4-15,2-1 7 0,-4 2 1 16,1 1 0-16,-1 4-1 0,6 5 3 0,-12-8 0 16,12 8 6-16,-19 3 4 0,9 3-1 0,0 1 1 15,-3 5-1-15,3 2 0 0,-1 2-4 0,4 2 2 16,1-2-5-16,2 2 1 0,1 0-1 0,3-2 1 16,3 0-7-16,3 0 7 0,5-3 1 0,2-3-3 15,6 1 1-15,2-3-4 0,5-4 2 0,6 1 0 16,-3-4-3-16,2-3 2 0,-3-1 1 0,5-4-10 15,2 0 13-15,-2-2-6 0,-3 0 0 0,-4-2 6 16,-2-2-4-16,-6 4 2 0,-1-3-1 0,-3-2-3 16,0 0 3-16,-3-1-1 0,1-2-4 0,-5-2 7 15,0 3-3-15,-3-3-4 0,-2 2 1 0,-2 4 3 16,-4-4 4-16,2-1-3 0,-5 3 2 0,-2 5 5 16,2 3 6-16,-5-2 6 0,-3 2-1 15,2 4 9-15,-6 0-4 0,1 4 5 0,-2 4-2 16,2 0-7-16,0 4-2 0,2 2 2 0,1 3-3 15,2 1-2-15,0 0-5 0,6 2 1 0,-1-3-7 16,6 3 6-16,0 0-3 0,4-2-5 0,0-2-2 0,5 2-5 16,-1-5-8-16,3 1 0 0,0-3-7 15,6 2-3-15,2-3-3 0,2-3-4 0,-5 1 4 16,3-5 0-16,-3 0-2 0,-4 2 9 0,3-2-4 16,-13 0 3-16,18-2 5 0,-18 2-2 0,12-9 2 15,-5 8-4-15,-7 1 10 0,8-7 1 0,-8 7-1 16,7-6 4-16,-7 6-1 0,0 0 3 0,10-4-5 15,-10 4 2-15,0 0-2 0,0 0 4 0,0 0 5 16,12 10 1-16,-12-10 5 0,5 17-14 0,-2-6 11 16,-2 0 1-16,3 5 1 0,-7-3-1 0,7 4 4 15,-4 0 1-15,0 1 2 0,0-1 4 0,3 0 8 16,-2 1 2-16,1-1-8 0,-2 0 1 0,2-2-5 16,-1 3-2-16,-2-1 1 0,-1 1-1 0,-1-3-3 15,-1 4 1-15,-5-2-7 0,4 0-2 0,-2-1-20 16,2 0-12-16,-4-2-21 0,2-3-27 0,-1 2-19 15,0-4-37-15,2 0-29 0,0 0-38 0,6-9-47 16,-9 10-150-16,9-10-428 0,0 0 189 0</inkml:trace>
  <inkml:trace contextRef="#ctx0" brushRef="#br0" timeOffset="198260.21">23222 17147 202 0,'6'-9'228'0,"-2"4"-16"0,-4 5-12 0,9-6 2 16,-9 6-3-16,0 0-6 0,0 0-8 0,8 18-14 15,-10-6-15-15,2 4-17 0,-1 1-13 0,0-1-9 16,-2 4-14-16,-1-2-8 0,1-1-16 0,-1-1-25 16,1 1-26-16,1 1-23 0,0-6-38 0,0 2-25 15,2-3-49-15,0 0-41 0,0-11-63 0,-1 20-146 16,1-20-385-16,0 14 170 0</inkml:trace>
  <inkml:trace contextRef="#ctx0" brushRef="#br0" timeOffset="198946.16">23481 17209 61 0,'0'0'175'15,"0"0"7"-15,-3 16-2 0,3-16-10 0,-3 13-6 16,2-3-10-16,-5 0-18 0,3 1 2 0,-1 0-16 16,2-1-12-16,0 2-6 0,2-12-11 0,0 19-6 15,0-19-11-15,1 15-4 0,0-8-10 16,-1-7-2-16,6 11-6 0,-6-11 0 0,7 8-10 16,5-5-5-16,-12-3 4 0,11 1-9 0,-11-1 1 15,13-3-7-15,-13 3-2 0,14-6-1 0,-9 0 0 16,3-1-3-16,-2-1-7 0,1 2 2 0,-2-2-2 0,-1-2-3 15,1 0 0-15,-1-3-7 0,0 1 3 0,-1 1 1 16,2-4-3-16,-1 3 0 0,1-4-2 0,-1 5 0 16,-3 2 1-16,2 1-2 0,-3 8 3 15,4-10-5-15,-4 10-1 0,4-8 0 0,-4 8 4 16,0 0 3-16,0 0 7 0,14 0 0 0,-14 0 9 16,0 0 1-16,11 16-1 0,-11-16-3 0,7 13 5 15,-4-8-2-15,-3-5-2 0,8 11 3 0,-5-5-4 16,-3-6-3-16,0 0 7 0,6 11-9 0,-6-11 1 15,4 5 4-15,-4-5 3 0,0 0 7 0,8 4 5 16,-8-4-1-16,0 0-4 0,0 0-7 0,0 0 3 16,20-11-7-16,-14 5 3 0,5 2-2 0,-2-2-4 15,1-2-10-15,2 3 12 0,0-1-4 0,-2 1-3 16,0 0-2-16,-2 3-1 0,-8 2 1 0,13-3 0 16,-13 3 6-16,0 0 3 0,20 3 0 0,-13 1 0 15,-7-4-6-15,11 10 9 0,-4-2-6 0,-3 1-1 16,-2 0-4-16,1 2 4 0,-2-1-1 0,-1-10-6 15,1 20 1-15,-2-8-17 0,1-3-20 0,0-9-26 16,0 16-15-16,3-7-21 0,-3-9-26 0,1 13-31 16,-1-13-41-16,9 11-53 0,-6-7-197 15,-3-4-475-15,0 0 209 0</inkml:trace>
  <inkml:trace contextRef="#ctx0" brushRef="#br0" timeOffset="199265.98">24138 17065 16 0,'8'-7'237'0,"-3"1"-6"0,1 2 1 15,-6 4-10-15,16-4-12 0,-6 4 3 0,-10 0-2 16,18 7-24-16,-9-1-7 0,-3 3-19 0,4 2-9 16,-5 1-9-16,-2 0-25 0,-3 7 7 0,0-1-7 15,-4 0-14-15,-2-1-6 0,-4 7-12 0,-1-8-8 16,2 1-8-16,-3 0-5 0,-2-1-9 0,0 0-5 15,1-2-2-15,-3-4-10 0,9 2 0 0,-2-5-8 16,1 0 4-16,2 0-7 0,1-2-7 16,1 1-3-16,4-6 4 0,-8 7-8 0,8-7-6 15,0 0 9-15,0 0-4 0,0 12-3 0,0-12 1 16,0 0-5-16,19 4 4 0,-6-3-3 0,5-1 4 0,2-1-20 16,10 0 8-16,0-3-19 0,5-1-25 15,3 2-34-15,4 0-40 0,9-2-52 0,-10 0-55 0,13 0-67 16,-17 2-172-16,2-3-504 0,-4 2 223 0</inkml:trace>
  <inkml:trace contextRef="#ctx0" brushRef="#br0" timeOffset="200020.59">24964 16999 211 0,'0'0'197'0,"2"-6"-14"15,-2 6 0-15,0 0 3 0,0 0-9 0,0 0 0 16,-6 34-13-16,4-18-15 0,0 3-11 0,1-1-11 16,1-1-15-16,0 2-8 0,1 0-8 15,3-2-14-15,-2 1-4 0,3-3-8 0,2 1-8 16,-1-6-5-16,2 0-13 0,1-2 2 0,-3 1-2 16,5-2-4-16,-4-3-2 0,1 1-3 0,2-3-6 15,-3 0 1-15,-7-2-5 0,16-1-1 0,-16 1-4 16,15-6-3-16,-7 0-5 0,1 2 1 0,-3-3-2 15,1 1 3-15,-1-2-2 0,-6 8-1 0,7-14 2 16,-2 5-6-16,-3-1-6 0,1-1 6 0,-1 3-10 16,-2 8 8-16,8-11 1 0,-8 11-1 0,2-6-4 15,-2 6 1-15,0 0-5 0,6-8 1 0,-6 8 2 16,0 0 0-16,0 0 0 0,0 0 0 0,0 0 1 16,13 18 1-16,-7-11-2 0,-2 0-3 0,4 1 7 15,-1-1-4-15,1 0-4 0,1 0 6 0,2-2 0 16,-2-1-2-16,4 0 4 0,1-1-5 0,-1-2 6 15,6-2-7-15,-4-3 7 0,-1 1 0 16,-1-1-2-16,-1-1 1 0,-1-1 3 0,-2 0 4 0,1-1-2 16,1-2 2-16,-6 0-8 0,-5 9 8 0,5-20 4 15,-3 8-15-15,-2 12 10 0,-2-24 4 0,-3 8-5 16,1 4 1-16,-4-5-13 0,-2 4-6 0,1-2-9 16,-3 4-16-16,-1 0-13 0,2 2-14 0,1 4-19 15,10 5-13-15,-18-5-29 0,18 5-32 0,-13-2-33 16,13 2-26-16,0 0-150 0,-15 11-392 15,15-11 174-15</inkml:trace>
  <inkml:trace contextRef="#ctx0" brushRef="#br0" timeOffset="200191.58">25443 17226 84 0,'0'0'215'0,"9"-5"-8"16,-9 5-7-16,0 0-17 0,10-5-14 0,-10 5-16 15,0 0-16-15,4-8-19 0,-4 8-27 0,0 0-33 16,0 0-29-16,0 0-45 0,0 0-36 0,0 0-47 16,0 0-44-16,0 0-80 0,0 0-241 0,0 0 107 15</inkml:trace>
  <inkml:trace contextRef="#ctx0" brushRef="#br0" timeOffset="200633.68">25675 17355 33 0,'11'-8'222'16,"-6"0"-20"-16,1 2-11 0,1-2-7 0,0-2-11 16,0 0-4-16,1-5-1 0,2 0-12 0,-3 1 0 15,1-2-17-15,-2-1-3 0,2 1-4 0,-1-2-9 16,-1 3-10-16,-4-4-15 0,1 0-9 0,1 2-7 15,-2-1-10-15,-2-1-14 0,-2 1 7 0,4 0 1 16,-4 3-5-16,2 15-4 0,-4-24-18 0,1 14 11 16,3 10-5-16,-6-13-4 0,6 13-5 0,-5-10-7 15,5 10 0-15,0 0-5 0,-4-6-1 0,4 6 0 16,0 0-2-16,0 0-4 0,0 0-1 0,0 0-4 16,-11 26-5-16,11-26 2 0,9 14 3 0,-5-6-5 15,3-2-4-15,1 0 4 0,1-1-3 0,1-2 1 16,1 1-2-16,3-2 1 0,-3-1 0 15,0-1-2-15,2 3 0 0,-13-3 0 0,20 1 1 16,-12 0-2-16,-8-1 3 0,10 1-4 0,-10-1 0 16,13 3 3-16,-13-3-1 0,10 4-1 0,-10-4 4 0,9 10-1 15,-4-1-9-15,-1 2 12 0,0 1 0 16,-4 0-9-16,0 4 8 0,0-4-11 0,-2 5-14 16,0-1-22-16,0-2-29 0,0 0-13 0,1-1-39 15,2 0-32-15,-1-2-42 0,2 0-49 0,0 4-176 16,-2-5-455-16,0-10 202 0</inkml:trace>
  <inkml:trace contextRef="#ctx0" brushRef="#br0" timeOffset="200790.79">26138 17223 171 0,'0'0'206'0,"0"0"-20"0,0-10-11 16,0 10-21-16,0 0-24 0,0 0-33 0,0 0-45 15,0 0-48-15,0 0-48 0,4-7-58 0,-4 7-70 0,0 0-186 16,0 0 82-16</inkml:trace>
  <inkml:trace contextRef="#ctx0" brushRef="#br0" timeOffset="201074.46">26356 16847 292 0,'2'-18'280'0,"-2"18"-29"15,0 0-21-15,4-9 6 0,-4 9-8 0,0 0-8 16,0 0-9-16,15 42-19 0,-11-23-15 0,-8 6-11 16,8 0-17-16,-4 5-5 0,-4-5-15 0,8 1-16 15,-8 0-5-15,4 2-12 0,0-4-6 0,0 1-12 16,0-5-21-16,-2-1 7 0,4-3-18 0,-2 1-16 15,0-1-8-15,-2-3-25 0,2-2-24 0,-2 1-25 16,2-3-20-16,0-9-32 0,-2 17-27 0,2-17-34 16,-4 14-15-16,4-14-42 0,-5 8-27 15,-1-5-152-15,6-3-435 0,0 0 193 0</inkml:trace>
  <inkml:trace contextRef="#ctx0" brushRef="#br0" timeOffset="201376.04">26367 17105 112 0,'4'-3'183'0,"-4"3"-12"0,14-4 4 0,-14 4-6 16,11 1-11-16,-11-1 3 0,16 6-2 15,-16-6-1-15,15 10-10 0,-8-6-14 0,2 3-8 16,0-1-9-16,0 1-4 0,-2-1-11 0,2 0-8 16,2 0-10-16,-4-1-6 0,2 1-8 0,-9-6-4 15,11 5-6-15,-5-3-4 0,-6-2-2 0,12 2-1 16,-12-2 1-16,0 0-1 0,13-1-13 0,-13 1 0 15,9-8 3-15,-9 8-1 0,7-14-4 0,-4 9-17 16,-3 5 7-16,4-17 0 0,-4 10 1 16,0 7-3-16,0-20 2 0,0 9-8 0,0 0-3 0,0 11 0 15,-10-20-6-15,6 9 1 0,-5 0-4 0,3 4-3 16,-4-2-17-16,-1 3-15 0,11 6-25 0,-15-8-11 16,15 8-25-16,-18-4-40 0,18 4-35 0,-15 1-67 15,15-1-203-15,-17 5-470 0,17-5 208 16</inkml:trace>
  <inkml:trace contextRef="#ctx0" brushRef="#br0" timeOffset="201923.03">26823 16857 187 0,'0'0'257'0,"4"-22"-18"0,-2 11-15 0,-2 11-10 16,5-19-14-16,-1 8-18 0,3 0-14 0,-6 0-9 16,7-1-13-16,-3 3-10 0,-1-2-6 0,-4 11-4 15,14-19-1-15,-5 9-7 0,-3 1-5 0,1 2-4 16,-7 7-7-16,14-12-6 0,-10 5-6 0,-4 7-12 16,9-9-6-16,-9 9-14 0,0 0-2 0,12-4-5 15,-12 4-7-15,0 0-3 0,0 0 7 0,17 21-3 16,-13-8 1-16,-2 2-18 0,2 9 22 0,-2-5-10 15,0 10 2-15,-2 2 4 0,0-3-5 0,0 0-6 16,-7 2-4-16,4-4 0 0,-1 1-5 0,0 0 3 16,1-2-3-16,-1 0-19 0,0 1 14 0,2-6-4 15,-1-2-1-15,1-2-4 0,-3 0-3 0,5 1-6 16,2 0 6-16,-4-5-2 0,4-1-2 0,-4-1 4 16,2-10-1-16,0 19 1 0,0-19 3 0,0 14-12 15,0-14 5-15,-2 11-3 0,2-11-12 16,0 0 14-16,0 0-8 0,-2 11-19 0,2-11 4 15,0 0-4-15,0 0-4 0,0 0 6 0,0 0 3 16,0 0 0-16,0 0-2 0,-22-19-3 0,22 19 9 0,-5-9 0 16,5 9 3-16,-7-10-16 0,7 10 16 0,-7-8 3 15,7 8-2-15,-6-8-2 0,6 8 2 0,-4-6 6 16,4 6-2-16,0 0-1 0,0 0 4 16,-8-9-3-16,8 9-1 0,0 0 3 0,0 0 0 15,0 0-1-15,0 0 2 0,0 0 1 0,0 0-4 16,0 0-5-16,31-4-21 0,-17 1-19 0,4 1-22 15,0 1-31-15,3-1-36 0,-2 0-22 0,2-2-42 16,6-2-49-16,-8 1-219 0,-2 1-511 0,-2-2 226 16</inkml:trace>
  <inkml:trace contextRef="#ctx0" brushRef="#br0" timeOffset="202065.17">27235 17099 124 0,'0'0'213'0,"0"0"-5"0,10-2-3 15,-10 2-2-15,0 0-5 0,0 0-3 0,0 0-7 16,0 0-11-16,0 0-13 0,0 0-19 0,0 0-13 15,0 0-25-15,0 0-38 0,0 0-39 0,0 0-43 16,0 0-56-16,0 0-85 0,0 0-200 0,0 0-383 16,0 0 169-16</inkml:trace>
  <inkml:trace contextRef="#ctx0" brushRef="#br0" timeOffset="206331.25">24028 3691 26 0,'0'0'110'0,"4"-6"-7"0,-4 6-5 15,0 0-15-15,0 0-1 0,0 0-16 0,6-3-1 16,-6 3-14-16,0 0 1 0,0 0-10 0,0 0 4 15,0 0-2-15,0 0-6 0,8 10 0 0,-8-10-4 16,3 6 1-16,-3-6-2 0,4 7-4 0,-4-7 9 16,2 9 3-16,1-5-4 0,-1 5-6 0,3 1-1 15,0 2 1-15,3 2 6 0,-2 2 10 0,4 9 0 16,2 1 0-16,-2 0-3 0,2 1-3 0,2 1-3 16,-1-1-8-16,0 3 1 0,0-2-3 0,0-1-3 15,-1 1 0-15,-3-1-4 0,2-3 0 0,-4-5-3 16,2 0-2-16,-2-3 1 0,6 7-4 0,-4-9-1 15,-5-1-4-15,1-4 8 0,3 1-6 0,-3-1 5 16,1-1-2-16,-2-4-1 0,-1 0 7 0,-3-4 14 16,7 6 7-16,-7-6 4 0,8 0-4 0,-8 0-4 15,9-10 3-15,-3 0-4 0,1-6-2 0,1-2-3 16,0-7-1-16,3 0-5 0,-1-7-4 0,1 0-5 16,3-1 6-16,-2-1-7 0,7-12-4 0,-2-1 0 15,-6 14 1-15,8-9-3 0,-2-1 0 0,-7 11-3 16,-1 1 0-16,4 1-4 0,-2 4 5 0,-3-2-8 15,3 3-1-15,-3 6 0 0,-3 3-3 0,0 5-10 16,-2 2-16-16,0 1-25 0,-1 4-31 0,3 0-11 16,-5 4-9-16,0 0 2 0,0 0-12 0,13 17-22 15,-11-5-25-15,-2 7-87 0,0 9-272 0,-2 1 121 16</inkml:trace>
  <inkml:trace contextRef="#ctx0" brushRef="#br0" timeOffset="206543.13">24651 4145 91 0,'11'-3'178'0,"5"-3"-12"0,4 1-12 15,5-6-13-15,5 5-11 0,-1-3-16 0,2 2-10 16,1 1-9-16,1-1-16 0,-2 3-26 0,-2 1-38 15,-1 1-28-15,0 2-38 0,-10 0-49 0,0 2-93 16,-6-1-209-16,-2 3 93 0</inkml:trace>
  <inkml:trace contextRef="#ctx0" brushRef="#br0" timeOffset="206758.08">24885 4100 110 0,'0'0'137'0,"0"0"-13"0,0 0-13 0,0 0 3 16,0 0 9-16,-3 12-6 0,3-12 20 0,1 19 2 16,1-2-13-16,0 0-13 0,-2 3-3 15,-1 4-13-15,3 4-11 0,-3-2-11 0,1-7-1 0,0 5-3 16,-1 1-12-16,0 0-1 0,-1-6-8 0,1 6-3 16,-3-6-12-16,4-2-22 0,-1 2-38 0,-1-4-43 15,4 3-45-15,-2 0-33 0,-2-3-150 0,2 2-321 16,2-6 143-16</inkml:trace>
  <inkml:trace contextRef="#ctx0" brushRef="#br0" timeOffset="206935.16">25297 4328 91 0,'5'-4'172'0,"-5"4"-20"0,11-4-17 15,-6 0-24-15,-5 4-28 0,16-3-31 0,-16 3-30 16,17 0-30-16,-10 1-21 0,0 0-21 0,0 2-73 16,-1 0-131-16,-6-3 58 0</inkml:trace>
  <inkml:trace contextRef="#ctx0" brushRef="#br0" timeOffset="207065.3">25304 4448 70 0,'0'0'101'0,"0"0"14"0,0 0-16 0,0 0-9 16,0 0-7-16,0 0-10 0,34 0-17 0,-18-2-45 16,6-2-45-16,-1 0-77 0,8-3-120 0,1-1 53 15</inkml:trace>
  <inkml:trace contextRef="#ctx0" brushRef="#br0" timeOffset="207578.02">26257 3944 75 0,'-5'-5'176'0,"5"5"-19"0,-5-3-14 16,5 3-7-16,0 0-18 0,10-11-10 0,7 3-10 15,11-2-7-15,7 1-13 0,19-5-5 0,-2 2-11 16,4 2-7-16,4 1-6 0,-5 3-5 0,-3 1-21 16,-14 1-20-16,-5 2-37 0,-2 2-16 0,-3 0-32 15,-10 0-27-15,-3 1-94 0,-3 2-219 0,-1-3 97 0</inkml:trace>
  <inkml:trace contextRef="#ctx0" brushRef="#br0" timeOffset="207811.84">26634 3840 75 0,'0'0'105'0,"-12"3"-1"0,12-3 19 0,-4 10 7 0,2 3-9 16,0-1-2-16,-1 5 1 0,-1 8-1 0,0 2 3 15,0 1-8-15,1-1-11 0,1 3-7 0,-3-2-12 16,3 0-7-16,-1-1-3 0,3 4-9 0,-2-4-7 15,4 0-4-15,-2-3-17 0,-2-4-26 16,2 4-32-16,-2-7-31 0,2 3-32 0,-2-1-39 0,2-3-26 16,-4 1-98-16,4-1-269 0,-3-6 119 0</inkml:trace>
  <inkml:trace contextRef="#ctx0" brushRef="#br0" timeOffset="208555.84">26810 4013 140 0,'0'0'142'16,"0"0"6"-16,0 0-12 0,10 22 7 0,-10-5-5 16,1 9-11-16,-2 1-6 0,-5 1-9 0,6 1-10 15,-2-3-10-15,-3 1-8 0,5 0-7 0,-1-1-9 16,-1-7-7-16,4 0-1 0,-2-2-7 0,0 0-5 15,1-4-10-15,-1-2 1 0,0-1-9 0,3-1-12 16,-3 1-8-16,0-5-7 0,0-5-8 0,0 12-3 16,0-12-2-16,2 8 5 0,-2-8-3 0,4 3-6 15,-4-3-3-15,0 0-6 0,0 0-2 0,0 0-2 16,22-15 0-16,-12 9 4 0,1 1 12 0,-1-2-3 16,4 1-5-16,-1 3-1 0,-1 0-3 0,-1 0 13 15,3 1-2-15,-3 1 11 0,0 1 2 0,1 3 2 16,-1 0-3-16,2-1 2 0,-1 2 3 0,1-1-1 15,-2 3 4-15,2-2-2 0,0-1-2 0,4 0 2 16,1 0-5-16,-1-1 11 0,2-2-7 0,1 0 4 0,0-2-6 16,1-2 5-16,-4-1-3 0,1-1 1 15,-2-1-3-15,-2-1 3 0,-4 2 2 0,-1-2-3 16,-1 1 0-16,2-1 7 0,-5 2 0 0,-1-2 7 16,1 0-12-16,0-2-1 0,-3-1 3 0,0 0 1 0,2 2 10 15,-3-1-3-15,-1 1-3 0,0-1-1 16,0 0 2-16,0 1-1 0,0-1-5 0,0 10 6 15,-3-14-1-15,1 11-2 0,2 3-2 0,-4-9 3 16,4 9-8-16,0 0 2 0,-12 0-1 0,12 0 1 16,-17 9 2-16,7-2-5 0,-1 6 0 0,2-2 0 15,0 0-3-15,2 3 5 0,1-3-6 0,4-2 2 0,-3 3 4 16,5-1 0-16,2 0-3 0,-2 0 1 16,3 0 1-16,-1 0 0 0,4-2 3 0,1-2 1 15,2 1-3-15,0-3 5 0,2 1-3 0,-1-3-2 16,1 1 6-16,-1-1-3 0,2-3 1 0,-1 1-2 15,0-2-2-15,-1 1 2 0,3 0-4 0,-3-3 4 0,1-2-3 16,-3-3 1-16,1 2-2 0,3-3 1 0,-1 1 0 16,3-6-3-16,0 4-4 0,1-4 2 15,-2 0 0-15,3 1 0 0,-1-1 2 0,6-3-4 16,-6 3 5-16,-3 4 6 0,-1 2-1 0,-2 1 1 16,0 3 1-16,-2-2-6 0,1 3-2 0,-1 2 4 0,-7 1-3 15,12 3 6-15,-4 0 2 0,-3 1 1 16,3 2-5-16,-5 3 4 0,4 0-5 0,-2 1 2 15,-3 2-1-15,2 3-3 0,-4-2-28 0,4 1-23 16,-3-1-48-16,1 1-52 0,-2 0-42 0,-3-1-127 16,1-1-342-16,2-1 151 0</inkml:trace>
  <inkml:trace contextRef="#ctx0" brushRef="#br0" timeOffset="209117.42">27820 4280 92 0,'0'0'198'0,"0"0"-16"16,0 0-20-16,0 0-13 0,0 0-13 0,-7 21-9 16,7-21-14-16,-2 13-10 0,2-13-8 0,0 13-9 15,2-7-12-15,-2-6-2 0,0 12-9 0,0-12-8 16,0 8 2-16,0-8-2 0,0 0-9 0,0 0 2 15,2 7-6-15,-2-7-8 0,0 0 1 0,0 0 1 16,0 0-3-16,0 0-1 0,0 0-5 0,-2-30 8 16,2 20-1-16,6 0-2 0,-5-2-1 15,6 1 0-15,0-4-7 0,2-1 7 0,1 1-10 0,8-6-6 16,-4-1 1-16,2 3-3 0,4 2 1 0,-5 5-5 16,2 2-2-16,-2 1-5 0,4 3 3 0,-3 2 1 15,-3 3-6-15,0 1 4 0,3 3-4 0,-6 2 3 16,2 1-5-16,1 6 4 0,-4-3-3 0,-2 1 5 15,3 4 1-15,-2-4 2 0,-1 4 2 0,-3-2 2 16,-1 0-3-16,1-5-2 0,-4 5-2 0,3-5 4 16,-1 0-1-16,-2 2-1 0,0-3 2 0,0-6 4 15,0 10-4-15,0-10 6 0,0 8-1 0,0-8 0 16,0 0-4-16,-5 6 0 0,5-6 2 0,0 0-4 16,0 0 7-16,0 0-7 0,0 0 3 0,0 0-5 15,-5-19-5-15,5 19 1 0,1-14-1 0,1 4-4 16,3 0 2-16,2 1 1 0,-3 0-2 0,3-2-1 15,6-1-2-15,-4 3 1 0,4-3 0 0,1 5 5 16,-1-1-7-16,-1 3 5 0,-1 3-3 0,0-1 0 16,2 3 0-16,-2 4 0 0,0-2-2 0,0 3 2 15,-1 3 0-15,6 2 5 0,-9-2-2 0,1 3 9 16,-1 1-20-16,0-1-16 0,-3 1-41 0,2 3-26 16,-2 1-32-16,0-4-26 0,1 2-31 0,-2-3-141 15,-2-4-353-15,4 1 156 0</inkml:trace>
  <inkml:trace contextRef="#ctx0" brushRef="#br0" timeOffset="209464.01">28550 4175 184 0,'-3'-9'207'0,"0"3"-4"0,-2-2-17 16,-1 3-13-16,6 5-14 0,-10-5-20 0,10 5-10 15,-13 1-14-15,3 4-6 0,-1 2-10 0,1 2-8 16,-1 0-13-16,1 3-5 0,2-1-5 0,1 0-8 15,-1 3-6-15,5-1-3 0,0-4-7 0,3 1-2 16,-1 0-11-16,2-1-9 0,1-2-17 16,-2-7-7-16,4 12-5 0,3-7-3 0,-2-2-2 0,3 0 4 15,-3-1-3-15,-5-2 4 0,17 0 0 0,-9-3 1 16,-8 3-2-16,11-6 2 0,-5 2 7 0,1-5 6 16,-4 4-4-16,3-1-4 0,-3-2 8 0,1 1 1 15,-1 0 8-15,1 1 1 0,-4 6 1 0,5-9 1 16,-5 9-4-16,0-7-4 0,0 7-6 0,0 0-2 15,0 0-2-15,0 0 3 0,0 0-3 0,0 0 4 16,10 15 1-16,-7-8 1 0,-1 3-5 0,1-1 3 16,-1 1-13-16,2 0-12 0,1-1-32 0,-1 1-28 15,1 0-40-15,4 0-41 0,0-2-33 0,-1-1-101 16,2-2-317-16,0-1 141 0</inkml:trace>
  <inkml:trace contextRef="#ctx0" brushRef="#br0" timeOffset="209676.93">28795 4005 226 0,'1'-6'252'0,"2"2"-17"16,-3 4-21-16,2-10-23 0,-2 10-23 16,0 0-12-16,0 0-11 0,0 0 4 0,0 0-10 0,7 30-13 15,-5-13-11-15,1 7-10 0,-6 2-6 0,3 1-11 16,0 2-6-16,3-1-10 0,-1-1-7 0,-3 0-23 15,1 2-37-15,5-3-36 0,-5-5-56 0,-1 3-58 16,1-5-56-16,-3-1-168 0,3-6-399 0,-1 0 177 16</inkml:trace>
  <inkml:trace contextRef="#ctx0" brushRef="#br0" timeOffset="210019.81">29113 4074 261 0,'0'0'232'0,"3"-6"-23"0,-3 6-22 15,0 0-4-15,0 0-11 0,14 23-14 0,-8-9-4 16,1 2-5-16,3 8-11 0,-1 0-14 0,-4-5-8 16,5 4-15-16,1 2-6 0,-4-6-14 15,3 4-3-15,2 0-9 0,-3-8-5 0,0 0-4 16,-3-5-8-16,0 0-4 0,1-2-6 0,-2-1-4 15,1-2 1-15,-3-1 9 0,-1 0 4 0,-2-4 19 0,8 6 2 16,-8-6-9-16,0 0-6 0,12-10-8 16,-7 1-2-16,0-1-1 0,4-6-4 0,-4 0-6 15,0-1-8-15,3-8-3 0,0 2-3 0,0-5 0 16,0 0-3-16,-2 0-4 0,1 0-2 0,1 2-8 16,-1 3-6-16,-1 3-11 0,0 2-14 0,0 4-24 0,-4 3-29 15,2 3-29-15,-3 2-40 0,2-4-34 0,-2 5-43 16,-1 5-23-16,0 0-175 0,0 0-457 15,0 0 203-15</inkml:trace>
  <inkml:trace contextRef="#ctx0" brushRef="#br0" timeOffset="210286.64">29462 4260 92 0,'0'0'203'0,"1"6"-22"0,-1-6-2 16,0 0-6-16,1 8-5 0,-1-8-13 0,0 0 1 15,2 6-14-15,-2-6-9 0,5 5-6 0,-5-5-12 16,10 4-2-16,-2-2-15 0,-1-1-9 0,5 0-5 16,1 1-9-16,-2-2-10 0,1-2-4 0,-1 1-4 15,1 0-3-15,-1-2-9 0,-1-2 6 0,-3 2-15 16,-2-2 3-16,0-4-6 0,0 0 2 0,0 1-8 16,-5-2-5-16,-1 1-2 0,0-2-2 0,-2 3 5 15,0-1-10-15,-3 3-4 0,-1-1-10 0,-4 2-20 16,0 3-14-16,-1 1-20 0,-2 2-24 0,0 1-31 15,-2 3-43-15,0 4-54 0,0 0-165 0,2-1-403 16,5 0 178-16</inkml:trace>
  <inkml:trace contextRef="#ctx0" brushRef="#br0" timeOffset="210526.37">29785 4063 101 0,'3'-6'265'0,"1"2"-20"16,-4 4-23-16,6-6-28 0,-6 6-17 0,0 0-22 15,0 0-2-15,0 0-10 0,8 13-7 0,-7-2-15 16,2 6-11-16,-2 1-4 0,-1 3-13 0,4 4-8 16,-6-5-8-16,4 4-5 0,-1 3-4 0,-2-8-18 15,2 0-8-15,0 0-29 0,-2-1-36 0,1-1-46 16,-1 0-39-16,1-4-48 0,-2-2-58 0,0-1-129 15,2-10-373-15,4 11 165 0</inkml:trace>
  <inkml:trace contextRef="#ctx0" brushRef="#br0" timeOffset="210745.21">30005 4035 244 0,'2'-5'254'0,"-2"-4"-16"0,0 9-28 0,1-7-19 15,-1 7-18-15,0 0-5 0,0 0-2 0,0 0-7 16,0 0-6-16,6 33-12 0,-6-16-8 0,4 7-11 16,-3 2-14-16,0-2-6 0,2 1-15 0,0-6-3 15,-2 6-10-15,-1-5-8 0,5 3-12 0,-5-7-17 16,3 3-34-16,-2-6-36 0,2 3-32 0,-2-3-33 16,1-1-38-16,2-1-33 0,-1-2-28 0,-3 0-182 15,0-9-409-15,-4 13 181 0</inkml:trace>
  <inkml:trace contextRef="#ctx0" brushRef="#br0" timeOffset="211792.42">29912 4244 56 0,'9'-6'152'0,"2"-1"-17"0,6 0-15 16,2 0 3-16,9 0-22 0,0 0-13 0,3 0 5 15,1 2-15-15,1-1 2 0,0 2-17 0,-1 1 0 16,-1-2-13-16,-3 1 1 0,-6 1-8 0,-3 0-2 15,-2 2-7-15,-1-1 0 0,-6 1-9 16,-2 1-3-16,0 0 8 0,-8 0 0 0,10 1-2 0,-10-1 3 16,5 5 13-16,-5-5 16 0,-4 10-2 0,-2-1 2 15,0 2 4-15,-6 3 6 0,-1 1-1 0,2 0-4 16,-1 1-5-16,-2 0-6 0,3-2-1 0,0-1-6 16,4-2-2-16,3 0-7 0,-1 1 0 15,4-3-6-15,-2 1 1 0,2-1 0 0,1-9-8 0,5 13-1 16,3-8 3-16,2 0-6 0,0-1-7 0,3-3-7 15,2-1-4-15,2 0-5 0,-1-3 1 0,1-1 1 16,-4-1 1-16,0 2 2 0,0-6-2 0,-1 1-3 16,-3-1 1-16,1 1 1 0,-2-1 1 0,2-5-5 15,-2 3 4-15,-2-3-1 0,-3 2 3 16,1-4 1-16,-3 6 0 0,1-1 1 0,0 3 10 16,-1 1 3-16,0 0-1 0,-1 7-4 0,2-9-4 0,-2 9 0 15,0 0-5-15,0 0-3 0,0 0 5 0,0 0 0 16,0 0-1-16,0 0-1 0,0 0 2 15,0 0 2-15,-8 21 2 0,7-14 1 0,1-7 1 16,2 14 1-16,2-4 0 0,0-4-1 0,3 0 3 0,5 1-1 16,-4-4-1-16,9 3-1 0,2-5 0 15,1 2-3-15,2-2 0 0,-2-2-1 0,2-1 1 0,-1 0-1 16,-1-2-3-16,-1 0 4 0,-1-1 3 0,-3 0 23 16,-2 0 1-16,-3 0-7 0,0-1-3 0,-1 0 0 15,0-2 0-15,-1-1-4 0,-3 0 1 16,0 1 0-16,-2-1-2 0,0 2 6 0,-3 7 8 15,2-13-4-15,-2 7-3 0,0 6-6 0,-4-10-6 16,4 10-1-16,-6-6-4 0,6 6 0 0,-11-1-4 16,11 1-2-16,-14 2-2 0,5 3 6 0,0 0-8 0,-1 1 3 15,3-1-8-15,1-1 8 0,1 2-3 16,0-1-5-16,1 0 1 0,2 1-3 0,2-6-6 16,-3 10-3-16,3-10-3 0,0 8 3 0,0-8-1 15,0 0-1-15,4 10 4 0,-4-10-1 0,2 4 7 16,-2-4 0-16,0 0-1 0,10 1 1 0,-10-1 0 15,0 0 3-15,0 0-4 0,10 0 3 0,-10 0-1 0,0 0-3 16,0 0-1-16,7 2 0 0,-7-2 0 0,3 7-1 16,-3-7 5-16,4 16-1 0,-4-1 3 15,1 3 11-15,-1 8 5 0,-1 2-3 0,1 2 3 16,0 2-2-16,1 13 11 0,2 7 9 0,-1-4 9 16,3 0-6-16,1 4 7 0,4-4-6 0,-1-1 1 15,-2 1-6-15,5-2 3 0,-6-16-3 0,-1 5-13 16,2-9 8-16,-3 1 0 0,-2-8-3 0,-1-2 1 15,-3-5-3-15,1 0-2 0,-5-3-1 0,1-1 2 16,-1-2 8-16,-7-2-12 0,2-1 4 0,-6-5-3 16,-1-2-5-16,0-3 7 0,0-2-8 0,-5-7 4 15,4-2-2-15,2-4-2 0,4-6 0 0,1 1 2 16,5-6-9-16,4-1 4 0,5-2-2 0,7 1-11 16,10-9 10-16,5 3-1 0,6 4-1 0,1 1-3 15,10 0-13-15,1 1-4 0,4 6-8 0,-3 2-3 16,2-3 1-16,0 6 0 0,-16 5 5 0,3 2 2 15,-1-2 4-15,-2-1 0 0,0 1 1 0,0 0 1 16,-5 0 3-16,0 0 3 0,-3 0-5 0,-5-1 9 16,-3 6-3-16,-4-1 7 0,-1 1 1 0,-1 3 6 15,-4 0 7-15,-1 2 0 0,-2 2 2 0,-1-2-4 16,-1 1-3-16,-5 2-4 0,0 0-4 0,-2 3 1 16,-4 0 2-16,-2 4-2 0,2 1 0 0,-1 3-8 15,-2 3 6-15,5-1-4 0,1 0-9 0,3 4-14 16,2-1-19-16,4 1-22 0,2 1-22 0,3-1-34 15,5 3-40-15,5 0-43 0,10 0-45 0,-1 0-153 16,-4-6-442-16,7 1 196 0</inkml:trace>
  <inkml:trace contextRef="#ctx0" brushRef="#br0" timeOffset="211923.41">31518 4353 146 0,'0'0'273'0,"8"0"-23"0,-8 0-24 0,0 0-19 16,0 0-23-16,0 0-17 0,0 0-19 0,0 0-28 15,0 0-43-15,0 0-56 0,0 0-78 16,8 2-70-16,-8-2-146 0,0 0-295 0,0 0 130 0</inkml:trace>
  <inkml:trace contextRef="#ctx0" brushRef="#br0" timeOffset="-213935.79">31819 4268 78 0,'19'-3'79'0,"-6"1"-25"0,3-2-17 16,-3 2-19-16,-3 0-14 0,2 2-11 0,-3 0-12 16,-9 0-22-16,15 0-45 0,-11 2 21 0</inkml:trace>
  <inkml:trace contextRef="#ctx0" brushRef="#br0" timeOffset="-213760.75">31793 4385 11 0,'0'0'201'0,"0"0"-13"0,-6 2-8 16,6-2-14-16,0 0-14 0,0 0-20 0,0 0-14 15,0 0-19-15,0 0-18 0,0 0-16 0,14 6-41 16,-14-6-41-16,15 3-49 0,-5-1-31 0,2-2-13 16,-1 2-79-16,-11-2-203 0,21-2 91 0</inkml:trace>
  <inkml:trace contextRef="#ctx0" brushRef="#br0" timeOffset="-213288.09">33012 3999 218 0,'0'0'217'0,"0"0"-16"0,-9-50-9 15,9 50-4-15,0 0-7 0,0 0-11 16,-8-28-12-16,8 28-19 0,0 0-16 0,0 0-16 0,0 0-14 16,0 0-9-16,0 0-12 0,0 0-8 15,0 0-6-15,0 0-9 0,0 0 2 0,0 0-9 16,0 0-3-16,-11 103 0 0,9-71-4 0,2-32-7 15,-2 58 1-15,4-30-5 0,-2-28-1 0,0 54-2 16,1-29 0-16,-1-25-7 0,0 45-19 0,0-45-21 16,2 43-36-16,-2-43-37 0,6 33-52 0,-6-33-30 15,1 32-8-15,-1-32-2 0,0 0-105 0,0 0-321 16,-3 38 141-16</inkml:trace>
  <inkml:trace contextRef="#ctx0" brushRef="#br0" timeOffset="-212970.52">33272 4064 122 0,'0'0'186'0,"0"0"-19"0,0 0-16 0,0 0-23 16,0 0-8-16,0 0-17 0,0 0-4 0,0 0-10 0,0 0-6 15,0 0-7-15,0 0-12 0,0 0-6 0,0 0-2 16,0 0-4-16,-86 21-8 0,86-21-5 15,0 0 0-15,-34 13-12 0,34-13-13 0,0 0 3 0,-23 9-8 16,23-9-5-16,0 0-14 0,0 0 1 0,0 0 0 16,0 0-1-16,-27 13-8 0,27-13-1 15,0 0 0-15,0 0 1 0,0 0 4 0,0 0 3 16,0 0 3-16,0 0-3 0,5 42 5 0,-5-42-5 16,0 0 13-16,0 0-11 0,34 36 8 0,-34-36-17 15,34 23-12-15,-9-12-18 0,-25-11-23 0,45 17-23 16,-19-10-23-16,-26-7 2 0,43 7 11 0,-43-7-58 15,49 0-175-15,-49 0 78 0</inkml:trace>
  <inkml:trace contextRef="#ctx0" brushRef="#br0" timeOffset="-212612.45">33527 4004 54 0,'0'0'192'16,"0"0"-21"-16,0 0-15 0,0 0-12 0,0 0 3 15,0 0 8-15,0 0-17 0,0 0-15 0,0 0-12 16,0 0-12-16,0 0-10 0,0 0-15 0,35-38-15 16,-35 38-24-16,0 0-28 0,39-3-22 0,-39 3-31 15,0 0-13-15,35-2-19 0,-35 2-12 0,0 0 0 16,0 0 6-16,0 0 8 0,0 0 4 0,0 0 12 16,0 0 0-16,0 0 13 0,0 0 13 0,0 0 26 15,0 0 18-15,17-20 19 0,-17 20 13 0,0 0 11 16,0 0 12-16,0 0 5 0,0 0-3 15,0 0 1-15,0 0-5 0,0 0-10 0,0 0-13 16,0 0 4-16,0 0-26 0,0 0 24 0,0 0 8 16,0 0 2-16,0 0 6 0,0 0-4 0,0 0 0 15,0 0-6-15,-48 79 4 0,48-79-4 0,-5 51-10 16,3-24 3-16,2-27-6 0,-7 54-8 0,6-28-13 16,1-26-22-16,-5 50-32 0,5-50-39 0,-5 40-41 15,5-40-39-15,-4 36 2 0,4-36 4 0,-5 26-90 16,5-26-263-16,0 0 118 0</inkml:trace>
  <inkml:trace contextRef="#ctx0" brushRef="#br0" timeOffset="-212426.53">33598 3972 115 0,'0'0'157'0,"0"0"-18"16,49-16-17-16,-49 16-7 0,35-5-14 0,-35 5-27 16,36-2-21-16,-36 2-35 0,0 0-40 0,0 0-34 15,56 6-8-15,-56-6-7 0</inkml:trace>
  <inkml:trace contextRef="#ctx0" brushRef="#br0" timeOffset="-212053.94">32858 4806 96 0,'0'0'222'0,"0"0"-13"0,0 0-15 0,0 0-24 0,0 0-12 16,0 0-19-16,0 0-12 0,0 0-18 0,0 0-4 15,0 0-10-15,0 0-9 0,79-36-10 0,-45 30-10 16,2-1-5-16,3 3-15 0,0 1-18 15,12 3-20-15,-12-4-38 0,-2 3-29 0,2-4-22 0,-4 3-26 16,-35 2-19-16,61-2-7 0,-33 0 5 16,-28 2 17-16,40-1-4 0,-40 1-70 0,0 0-199 15,48 1 89-15</inkml:trace>
  <inkml:trace contextRef="#ctx0" brushRef="#br0" timeOffset="-211668.27">32992 5153 10 0,'0'0'193'0,"0"0"-2"0,0 0-7 0,0 0-6 15,0 0-6-15,0 0-14 0,0 0-4 0,0 0-13 16,0 0-8-16,101-15-9 0,-73 6-9 0,-28 9-9 15,55-14-11-15,-35 8-8 0,-20 6-10 0,34-13-8 16,-34 13-6-16,0 0-5 0,28-15-4 0,-28 15-5 16,0 0 3-16,0 0-4 0,0 0 0 0,20-20-3 15,-20 20-3-15,0 0-8 0,0 0-4 0,0 0-6 16,0 0-5-16,0 0-1 0,0 0-3 0,0 0 0 16,0 0 0-16,0 0 3 0,-103 31 0 15,78-15-2-15,2 3 1 0,3-2-1 0,0 2 5 0,5 3-8 16,15-22 3-16,-20 33-6 0,20-33 5 0,-10 32-5 15,10-32-1-15,2 33-6 0,-2-33-7 0,26 35-11 16,-26-35-17-16,45 25-23 0,-13-17-30 0,17 5-33 16,2-12-30-16,1 1-42 0,1 0-19 0,-13-4 4 15,-4 2-119-15,-36 0-349 0,61-8 156 16</inkml:trace>
  <inkml:trace contextRef="#ctx0" brushRef="#br0" timeOffset="-204682.75">22622 13454 66 0,'0'0'118'16,"0"0"0"-16,2-7-17 0,-2 7 2 0,0 0-3 15,0 0-5-15,0 0-18 0,0 0 9 0,-2-11 2 16,2 11-2-16,0 0-5 0,0 0-3 0,0 0-1 15,0 0-4-15,0 0-1 0,0 0-9 0,0 0-3 16,0-9-6-16,0 9-4 0,0 0-1 0,0 0-6 16,0 0-5-16,0 0-3 0,0 0-5 0,0 0-5 15,0 0-3-15,0 0-4 0,9-2 4 0,3 2-4 16,8-2-2-16,10 1-1 0,7 0 4 0,19-2-8 16,5-1-1-16,6-1 4 0,26-3-2 0,-26 5 0 15,26-3-2-15,-32 0-6 0,2 2-1 0,0-1 4 16,-2 0-5-16,-6 0-2 0,-3 1-1 0,-12 1-2 15,-2 1 0-15,0-2-5 0,-2 3-14 0,-4-1-14 16,-4 2-18-16,-1 0-15 0,-6-1-20 0,0 1-32 16,-3 0-28-16,1 1-106 0,-1-2-276 0,-5 1 124 15</inkml:trace>
  <inkml:trace contextRef="#ctx0" brushRef="#br0" timeOffset="-204400.61">24299 13111 46 0,'0'0'173'0,"0"0"-12"0,-1-10-18 0,1 10-13 16,0 0-15-16,0 0-12 0,1-9-14 0,-1 9-7 15,0 0 7-15,0 0-9 0,0 0 1 16,1 29-6-16,-2-13-4 0,0 3-3 0,-3 6-6 15,3 2-5-15,-6 0-7 0,2 1-4 0,2-1-4 0,-4 1-4 16,2-3-8-16,1 4 0 0,-1-3 2 0,0-2-6 16,1-5-4-16,2-1-2 0,0 0-6 15,2-2-21-15,-1 0-24 0,1-1-20 0,0-4-35 0,1 1-28 16,1-5-37-16,-2 5-106 0,1-5-276 0,-1-7 123 16</inkml:trace>
  <inkml:trace contextRef="#ctx0" brushRef="#br0" timeOffset="-203976.75">24053 12927 105 0,'-31'14'112'0,"1"7"7"0,-8 8 0 16,4 6-12-16,-1 2-5 0,3 3-1 0,4 2-8 16,2 5-4-16,1 0-3 0,2-1-12 0,7 0 1 15,0-2-10-15,10-11-3 0,0 13-5 0,6-14-2 16,3-1 1-16,6 2-4 0,2-4-5 0,5 0-7 16,5-1 2-16,6-2-3 0,4-4-2 0,12 7-4 15,-8-15-2-15,16 2-8 0,-2-5 1 0,2-6-2 16,0-2-7-16,-1-6 5 0,2-2-5 0,-1-5 1 15,-11 0-6-15,8-6 0 0,-2-5-2 0,-10 3 4 16,9-7 2-16,-5-4-2 0,-10 5-3 0,5-11 6 0,-5-4-3 16,-7-2 0-16,-6-2 0 0,-3-2-10 15,-2 0 4-15,-8-3-4 0,-3 1-1 0,-4 0 1 16,-7 0 1-16,-4 3-8 0,-8 3 8 0,-6 1 0 16,-9 8 1-16,4 12-8 0,-19-1 5 0,-5 7-13 0,-5 9-1 15,-34 4-17-15,1 7-14 0,0 13-25 16,2 4-48-16,2 6-45 0,3 5-110 0,-1 3-295 15,3-6 131-15</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10:27:11.293"/>
    </inkml:context>
    <inkml:brush xml:id="br0">
      <inkml:brushProperty name="width" value="0.05292" units="cm"/>
      <inkml:brushProperty name="height" value="0.05292" units="cm"/>
      <inkml:brushProperty name="color" value="#FF0000"/>
    </inkml:brush>
  </inkml:definitions>
  <inkml:trace contextRef="#ctx0" brushRef="#br0">12428 10039 44 0,'-10'-2'54'0,"10"2"-6"15,-8-2-4-15,8 2-1 0,-13-2-16 0,13 2 5 16,-14 0-4-16,7 2-2 0,7-2-4 0,-13 2-3 15,13-2 1-15,-9 0-9 0,9 0 4 0,-9 2 0 16,9-2-6-16,-9 0 7 0,9 0-6 0,-10 4 0 16,10-4 2-16,-6 3-2 0,6-3-5 0,-7 3 1 15,7-3 0-15,0 0 1 0,-6 4-3 0,6-4 2 16,0 0-4-16,-5 5 4 0,5-5-2 0,0 0 3 16,0 0-1-16,0 0 3 0,0 0 6 0,14 7 1 15,-6-3 3-15,4-2 4 0,1-1-4 0,8 0 1 16,6-2-9-16,1 1 3 0,3-1 3 0,6-2-2 15,14-3-2-15,-1 0 7 0,2 0-9 0,-3 1 1 16,5-4 2-16,2 1-1 0,3 2-4 0,-3-1 5 16,0 2-2-16,2-1 2 0,3 1-9 0,-5-3 7 15,3 3-11-15,-1-2 6 0,3 0-3 0,4 2 4 16,-2-4-2-16,2 5 1 0,0-1 2 0,2-2-7 16,21-2 1-16,-26 7 6 0,1-3 3 0,2 0-15 15,-2 1 4-15,0-3 4 0,3 4-3 0,26 1 6 16,-31-2 3-16,2 0 1 0,2 1-1 0,27 0-2 15,-29 2 2-15,2 1-6 0,27-3-4 0,-31 2 5 16,4 1-4-16,0-3 6 0,29 2-3 0,-33 1 5 16,30-5 1-16,-27 3 4 0,28-4-13 0,-3 1 3 15,-26 2 3-15,26 0 3 0,-25 3 1 0,28-8-5 0,-28 3 2 16,32-1-4-16,-1-1 3 0,-3 0 4 0,-4-1-7 16,2 0 8-16,-23 3-2 0,31-2 4 0,-7 0-5 15,-25 2 8-15,23-3-4 0,0 3 0 0,1-3-3 16,-26 5 5-16,26-4-4 0,-26 2 4 0,30-1-8 15,-4 2 7-15,-25 1-7 0,3 0 2 0,24 1-2 16,-4 0-3-16,-23 2-3 0,27-1 5 0,-28-1-3 16,30-2 9-16,-31 4-9 0,29-4 2 0,-1 4-1 15,-28 1-2-15,2-1-1 0,28-2 1 0,-29 0-1 16,31 2 2-16,-31-1-2 0,27 0 7 0,-26 1-7 16,24-1 0-16,-25 1 2 0,1 0-1 0,25-5-6 15,-25 5 5-15,-1 0 3 0,2-3-4 0,24-4 2 16,-28 5 1-16,2-2 1 0,4 1 2 0,-2-1-4 15,29 1 8-15,-32 0 1 0,3 1-3 0,-1-2 0 16,26-3 1-16,-31 4 4 0,3-1 4 0,3-1-4 16,25-2 0-16,-26 3 5 0,25 1-3 0,-27 0-1 15,5 2 3-15,24-1-3 0,-29-2 0 0,2 1-19 16,-1 1 17-16,1 1-5 0,-1 0 7 0,1-2-7 0,2 2 3 16,23-2 2-16,-31-1-6 0,4 0 7 0,-2 1 6 15,0-1-9-15,-1 1 3 0,1-2-7 0,1 3 0 16,-2-3 6-16,0 2-9 0,0 1 4 15,0-1 5-15,0-3-6 0,3 4 4 0,0 1 3 0,-1-4-1 16,2 0 0-16,0 1-4 0,3 1 1 0,-3 1-2 16,2-3 1-16,-1 0 5 0,-1 2-4 15,-1-2-3-15,0 1 2 0,1-1 8 0,-1 2-3 16,1-2 2-16,-3 0-2 0,3 2-3 0,-2 0-4 0,0 1 6 16,1 0 1-16,-3-1-6 0,-1 0 4 0,-2 2-6 15,-1-1 5-15,1-1-6 0,-5 1-1 0,0-2 4 16,3-2 1-16,-2 2-5 0,-2 1-1 0,0 0 3 15,-1-4-1-15,1 4-1 0,-11 1 0 0,13-5 5 16,-2 0-4-16,1 3 0 0,-12 0 3 0,10-1-7 16,-11 3-2-16,0-2 2 0,12-3 6 0,-12 4-2 15,-1-2-8-15,0 1 6 0,1 0-2 0,-1 2 5 16,2-2 0-16,-3 0 2 0,-1 0 0 0,-2 0-2 16,2-1 0-16,-6-2 5 0,-3 1 5 0,-5 4-2 15,-2 0-2-15,-2-1 5 0,-5 1-1 0,-2 1-10 16,-5 0 5-16,2 0-2 0,-8 1 0 0,11-2 0 15,-11 2 0-15,9-1-1 0,-9 1-8 0,0 0-18 16,9-1-30-16,-9 1-34 0,0 0-39 0,0 0-28 16,0 0-33-16,0 0-125 0,0 0-332 0,-45 7 147 15</inkml:trace>
  <inkml:trace contextRef="#ctx0" brushRef="#br0" timeOffset="5505.4">24233 9317 485 0,'0'0'61'0,"9"0"8"16,-9 0-11-16,0 0 44 0,9 0-79 0,-9 0 67 15,0 0-11-15,7 1-32 0,-7-1 17 0,0 0-68 16,0 0-37-16,0 0 68 0,0 0-1 0,0 0-51 16,0 0 51-16,0 0-41 0,0 0 31 0,0 0-40 15,11-2 22-15,-11 2 7 0,0 0 35 0,0 0-18 16,0 0-10-16,0 0-15 0,0 0 35 0,0 0-15 15,0 0-20-15,0 0 43 0,0 0-40 0,0 0-36 16,0 0 70-16,0 0-28 0,0 0-3 0,0 0-6 16,0 0 16-16,0 0-7 0,0 0 9 0,0 0 1 15,0 0-13-15,5-3 8 0,-5 3 51 16,0 0-60-16,0 0-27 0,0 0 12 0,0 0 57 16,0 0-36-16,0 0 20 0,0 0-66 0,0 0 73 0,0 0-74 15,0 0 56-15,0 0-12 0,0 0-27 0,0 0-8 16,0 0 44-16,0 0-45 0,0 0 91 0,0 0-77 15,0 0 12-15,0 0 1 0,0 0 36 16,0 0-38-16,-27-2 52 0,27 2-66 0,0 0 6 16,-12 2-8-16,12-2-14 0,0 0 52 0,-15 0 18 15,15 0-79-15,-10 0 67 0,10 0-54 0,-14-2 44 0,5 4 37 16,9-2-69-16,-18 0 42 0,10 0-65 16,-1 0 66-16,9 0-66 0,-18 1 52 0,6 0 2 0,1-1 14 15,0 0-55-15,-2 1 50 0,1-2-100 0,-1 1 63 16,1 0-6-16,-3 1-25 0,2-1-59 15,-5 1 105-15,1 0-58 0,-2 0-10 0,1-2 63 16,-1 2-69-16,-1-1-15 0,2 3 0 0,-1-3 46 0,-2 1-100 16,1-1 97-16,-2-1-56 0,3 1 46 0,-4-1-33 15,1 1-81-15</inkml:trace>
  <inkml:trace contextRef="#ctx0" brushRef="#br0" timeOffset="12942.1">24635 11353 13 0,'0'0'14'0,"0"0"-4"16,0 0 4-16,0 0-2 0,0 0-2 0,0 0 3 16,0 0-4-16,0 0 1 0,0 0 0 0,0 0-1 15,0 0-4-15,0 0-11 0,0 0-15 0,0 0-22 16,0 0 9-16</inkml:trace>
  <inkml:trace contextRef="#ctx0" brushRef="#br0" timeOffset="14297.25">32279 11342 22 0,'0'0'90'0,"0"0"-5"16,0 0-14-16,0 0-13 0,0 0-4 0,0 0 1 16,0 0-6-16,0 0-9 0,0 0 1 0,0 0-15 15,0 0 7-15,0 0-10 0,-5 3-20 16,5-3-19-16,0 0-6 0,0 0-10 0,-3 10-19 16,3-10-38-16,-3 7-95 0,3-7 43 0</inkml:trace>
  <inkml:trace contextRef="#ctx0" brushRef="#br0" timeOffset="17571.93">25228 12712 2 0,'0'0'83'0,"0"0"-11"0,0 0-3 0,0 0-8 16,0 0 2-16,0 0-10 0,0 0-6 0,0 0-2 15,0 0-6-15,0 0 4 0,0 0-11 0,0 0-1 0,0 0-1 16,0 0-2-16,-7-3-6 0,7 3 3 0,0 0-2 16,0 0-1-16,0 0-8 0,0 0 4 0,0 0-7 15,0 0 4-15,0 0-7 0,0 0 8 0,0 0-12 16,0 0 4-16,0 0-2 0,0 0-1 0,0 0 0 15,0 0-10-15,0 0 5 0,0 0 6 0,0 0-2 16,0 0 3-16,0 0-3 0,0 0 1 0,0 0-11 16,0 0 11-16,0 0 2 0,0 0-5 0,0 0 0 15,0 0-1-15,0 0 8 0,0 0-10 0,0 0 7 16,0 0-7-16,0 0 4 0,0 0 3 0,0 0-18 16,0 0 7-16,0 0-10 0,0 0-15 0,0 0-8 15,0 0-8-15,0 0-11 0,0 0-9 0,0 0-49 16,0 0-123-16,-9 8 55 0</inkml:trace>
  <inkml:trace contextRef="#ctx0" brushRef="#br0" timeOffset="19895.05">13120 14304 53 0,'0'0'55'0,"0"0"1"16,0 0-8-16,0 0-8 0,0 0-2 0,0 0-5 15,0 0-5-15,0 0-3 0,0 0 1 0,0 0 5 0,0 0-14 16,0 0 7-16,0 0-9 0,0 0-5 16,0 0-3-16,0 0 3 0,0 0-3 0,0 0-12 15,0 0-14-15,0 0-16 0,0 0-43 0,0 0-84 16,0 0 38-16</inkml:trace>
  <inkml:trace contextRef="#ctx0" brushRef="#br0" timeOffset="21034.75">15448 14214 13 0,'0'0'73'16,"0"0"-12"-16,0 0-8 0,0 0-6 0,0 0 0 15,0 0-1-15,0 0-4 0,0 0-5 0,0 0 0 16,0 0-6-16,0 0-3 0,0 0-1 0,0 0-4 16,0 0-2-16,0 0-2 0,0 0-3 0,0 0-1 15,0 0 3-15,0 0-8 0,0 0 2 0,0 0 0 0,0 0-3 16,0 0 0-16,0 0 3 0,0 0-2 15,0 0 4-15,0 0-5 0,0 0 4 0,0 0-12 16,0 0 2-16,0 0 3 0,0 0-4 0,0 0 1 16,0 0 3-16,0 0-7 0,0 0 3 0,0 0 0 0,0 0 1 15,0 0 0-15,0 0 2 0,0 0-5 0,0 0 7 16,0 0-11-16,0 0 10 0,0 0 1 0,0 0 1 16,0 0-6-16,0 0 6 0,0 0-5 15,0 0-3-15,0 0 8 0,0 0-2 0,0 0-2 16,0 0 3-16,0 0 1 0,0 0-2 0,0 0-6 15,0 0 2-15,0 0-1 0,0 0 7 0,0 0-8 0,0 0 7 16,-4 7-8-16,4-7 3 0,0 0-5 16,0 0 8-16,0 0-7 0,0 0 3 0,0 0 0 15,0 0 7-15,0 0 0 0,0 0-1 0,0 0 1 16,0 0-1-16,0 0 0 0,0 0 3 0,0 0 7 0,0 0-4 16,0 0 1-16,0 0-2 0,0 0 0 0,0 0 4 15,0 0-3-15,0 0 7 0,0 0-7 16,0 0 7-16,0 0 7 0,0 0-3 0,0 0-10 0,0 0 0 15,0 0-2-15,0 0 0 0,0 0 0 16,0 0-2-16,0 0 0 0,0 0 6 0,0 0-12 0,0 0 8 16,0 0-3-16,0 0-5 0,0 0-4 0,0 0-7 15,0 0-11-15,0 0-17 0,0 0-18 16,0 0-12-16,0 0-24 0,0 0-80 0,0 0-184 16,0 0 82-16</inkml:trace>
  <inkml:trace contextRef="#ctx0" brushRef="#br0" timeOffset="22567.29">16998 14083 3 0,'0'0'8'0,"0"0"3"0,0 0 0 0,0 0-2 15,0 0 5-15,0 0 3 0,0 0-3 0,0 0 4 16,0 0-1-16,0 0 0 0,0 0 4 0,0 0-4 16,0 0-1-16,0 0-1 0,0 0-3 0,0 0-2 15,0 0-3-15,0 0 0 0,0 0-1 0,0 0-1 16,0 0 1-16,0 0-3 0,0 0 1 0,0 0 3 15,0 0-3-15,0 0 1 0,0 0-2 0,0 0 3 16,0 0-4-16,0 0-2 0,0 0 0 0,0 0 0 16,0 0-1-16,0 0 1 0,0 0 3 0,0 0 1 15,0 0-6-15,0 0 9 0,0 0-9 0,0 0 2 16,0 0 0-16,0 0-2 0,0 0 2 0,0 0-1 16,0 0 6-16,0 0-5 0,0 0-7 0,0 0 9 15,0 0 1-15,0 0-6 0,0 0 3 0,0 0-3 16,0 0 3-16,0 0 0 0,0 0 0 0,0 0 1 15,0 0-7-15,0 0 6 0,0 0 4 0,0 0-5 16,0 0 3-16,0 0-6 0,0 0 6 0,0 0-4 16,0 0-1-16,0 0 1 0,0 0 3 0,0 0-1 15,0 0-1-15,0 0-4 0,-12 15 8 0,12-15-6 16,0 0 0-16,0 0 5 0,0 0-3 0,0 0 0 16,0 0-5-16,-3 6-1 0,3-6 4 0,0 0-9 15,0 0-2-15,0 0-9 0,0 0-13 0,0 0-39 16,0 10 17-16</inkml:trace>
  <inkml:trace contextRef="#ctx0" brushRef="#br0" timeOffset="24841.72">19282 13711 50 0,'0'0'55'0,"0"0"0"0,0 0-7 15,0 0 0-15,0 0-3 0,0 0-6 0,0 0-5 16,0 0 0-16,0 0-3 0,0 0-7 0,0 0-3 16,0 0 0-16,0 0-8 0,0 0 4 0,0 0-6 15,0 0 6-15,0 0-5 0,0 0-4 0,0 0 5 16,0 0-1-16,0 0-5 0,0 0 0 0,0 0-2 16,0 0-7-16,0 0 1 0,0 0-7 0,0 0-6 15,0 0-3-15,0 0-4 0,0 0-2 0,0 0 0 16,0 0 0-16,0 0 1 0,0 0-4 0,0 0-6 15,0 0-38-15,0 0-74 0,0 0 33 0</inkml:trace>
  <inkml:trace contextRef="#ctx0" brushRef="#br0" timeOffset="29159.89">16807 13888 34 0,'0'0'101'0,"0"0"-5"0,0 0-3 16,-1-9 2-16,1 9-9 0,0 0-3 0,0 0-7 15,0 0-3-15,-1-10-15 0,1 10-2 0,0 0-5 16,0 0-7-16,0 0-8 0,0 0-1 0,0 0-10 16,0 0 0-16,0 0 0 0,0 0-2 0,0 0 2 15,0 0-10-15,11 17 5 0,-11-17-6 0,7 9 2 16,-4-4 4-16,0 0 1 0,2 5 5 0,-1-1 2 16,0-1-2-16,1 3-7 0,2-2 2 0,-2-1 1 15,2-1-4-15,-2 2-1 0,2 0 2 0,-1 0-1 16,-1-2-3-16,2 0-4 0,-2 0 2 0,-1-4 7 15,1 4-6-15,-3-2-6 0,2 1-1 0,-4-6 2 16,5 7-1-16,-5-7-5 0,8 6 6 0,-7-2-13 16,-1-4-7-16,0 0-8 0,4 5-23 0,-4-5-2 15,0 0-6-15,0 0-8 0,4 6 0 0,-4-6-6 16,0 0-15-16,0 0-21 0,0 0-75 0,0 0-189 16,0 0 83-16</inkml:trace>
  <inkml:trace contextRef="#ctx0" brushRef="#br0" timeOffset="29393.71">16931 13850 27 0,'0'0'98'0,"0"0"-10"0,0 0-3 0,0-7-6 16,0 7-11-16,0 0-2 0,0 0-7 0,0 0-7 15,0 0 9-15,0 0-4 0,0 0 1 0,0 0-1 16,-19 16-1-16,10-3-5 0,-3 1-1 0,-1-2-10 15,0 4 0-15,-1 0-8 0,-4 1-4 0,5-2 10 16,2 0-12-16,-3-2-2 0,1 1-10 0,1 0-4 16,0 1-9-16,1-2-13 0,0 0-11 0,2 0-23 15,0 1-24-15,1-1-15 0,1-3-87 0,-1 1-186 16,2-4 82-16</inkml:trace>
  <inkml:trace contextRef="#ctx0" brushRef="#br0" timeOffset="29741.45">16958 13690 138 0,'5'-8'126'16,"-5"8"-16"-16,0 0-14 0,7-6-3 0,-7 6-16 15,0 0-5-15,0 0-3 0,0 0-1 0,0 0 0 16,16 21-2-16,-12-13-5 0,-1 9 1 0,1 0 3 16,-3 2-3-16,0 2-1 0,-1 4-6 0,-1-4-5 15,1 3 2-15,0-1-3 0,0 1-6 0,0 2 2 16,-1-7-10-16,-1-1 3 0,2 0-11 0,2-1 2 16,-2 0-6-16,0 0-5 0,-2-2-1 0,1-2-2 15,0 3-2-15,1-5 2 0,0 1-1 0,0 1-2 16,0-1-2-16,0-1 1 0,-2 1-1 0,2-5-7 15,0 2-22-15,2 1-17 0,-4 0-11 0,2-3-20 16,0-7-2-16,-1 15-32 0,-1-11-22 0,0 3-113 16,2-7-256-16,-8 9 113 0</inkml:trace>
  <inkml:trace contextRef="#ctx0" brushRef="#br0" timeOffset="30010.5">17001 13822 100 0,'7'-8'125'16,"-7"8"-15"-16,10-5-6 0,-10 5-4 0,12-7-10 16,-12 7-12-16,13 0-6 0,-13 0-2 0,15 3-11 15,-15-3-5-15,13 8-1 0,-8-3-5 0,-5-5-3 16,10 12-2-16,-7-6 0 0,-1 5 2 0,0 0-8 15,-4 0-1-15,0 1-8 0,-4 2 6 0,-1-1-6 16,-1 0-4-16,-2 0-5 0,0 1 2 0,-6 0-15 16,4-3-18-16,-4 0-26 0,2 1-22 0,-4-1-38 15,2-1-113-15,-10 3-228 0,8-6 100 0</inkml:trace>
  <inkml:trace contextRef="#ctx0" brushRef="#br0" timeOffset="30166.23">17135 13850 92 0,'0'0'120'0,"18"0"-23"16,-18 0-32-16,12 2-37 0,-4 1-37 0,-4 2-57 16,1 1-71-16,-5-6 32 0</inkml:trace>
  <inkml:trace contextRef="#ctx0" brushRef="#br0" timeOffset="36075.71">22437 15093 56 0,'0'0'54'0,"0"0"-8"0,0 0-1 0,0 0-7 0,0 0 1 15,0 0-2-15,0 0-10 0,0 0-2 0,0 0 1 16,0 0-8-16,0 0 1 0,0 0-1 0,0 0 4 16,0 0-10-16,0 0 7 0,0 0-5 15,0 0 3-15,0 0-8 0,0 0 5 0,0 0-6 0,0 0-2 16,0 0 2-16,0 0-2 0,0 0 1 0,0 0-3 15,0 0 7-15,0 0-3 0,0 0-2 0,0 0-9 16,0 0 6-16,0 0 0 0,0 0 6 0,0 0-4 16,0 0-8-16,0 0 9 0,0 0-1 15,0 0 1-15,0 0-3 0,0 0-3 0,0 0 4 16,0 0-3-16,0 0 7 0,0 0-8 0,0 0 4 0,0 0-10 16,0 0 12-16,0 0 8 0,0 0-6 0,0 0-7 15,0 0-2-15,0 0 4 0,0 0 0 0,0 0 0 16,0 0 3-16,0 0-5 0,0 0-5 0,0 0 1 15,0 0 10-15,0 0-6 0,0 0 4 16,0 0-2-16,0 0-9 0,0 0 11 0,0 0-2 0,0 0 0 16,0 0-2-16,0 0 5 0,0 0-21 0,0 0 7 15,0 0 11-15,0 0-7 0,0 0 2 0,0 0 4 16,0 0-3-16,0 0-4 0,0 0 7 0,0 0 3 16,0 0-7-16,0 0 4 0,0 0 1 0,0 0-3 15,0 0 2-15,0 0-5 0,0 0 1 16,0 0 2-16,0 0 1 0,0 0 2 0,0 0 6 0,0 0-8 15,0 0 3-15,0 0-5 0,0 0 3 0,0 0-7 16,0 0 6-16,0 0-3 0,0 0 4 0,0 0 0 16,0 0-5-16,0 0 3 0,0 0-2 0,0 0 3 15,0 0-2-15,0 0 5 0,0 0 4 0,0 0-6 16,0 0-4-16,0 0-2 0,0 0 7 16,0 0-3-16,0 0 4 0,0 0-5 0,0 0 1 0,0 0-2 15,0 0-2-15,0 0 9 0,0 0-3 0,0 0 4 16,0 0-5-16,0 0 3 0,0 0-4 15,0 0-1-15,0 0 0 0,0 0 3 0,0 0-11 0,0 0 7 16,0 0 4-16,10-17-1 0,-10 17 2 0,0 0 0 16,0 0-7-16,0 0 3 0,0 0-3 0,0 0 3 15,0 0 1-15,8-1-3 0,-8 1 6 0,0 0-5 16,0 0 5-16,0 0-7 0,0 0 5 16,0 0-6-16,0 0 2 0,0 0 5 0,0 0 0 0,0 0-2 15,0 0-3-15,0 0 6 0,0 0-2 16,0 0-3-16,0 0 4 0,0 0-2 0,0 0 0 0,0 0 3 15,0 0-7-15,0 0 10 0,0 0-9 0,0 0 8 16,0 0-1-16,0 0-7 0,0 0 3 16,0 0-1-16,0 0-2 0,0 0-3 0,0 0 4 0,0 0 0 15,0 0-3-15,0 0-4 0,0 0-3 16,0 0-1-16,0 0 3 0,0 0-5 0,0 0 2 0,0 0-2 16,0 0-1-16,0 0-2 0,0 0-3 0,0 0-16 15,0 0 7-15,0 0-5 0,0 0-5 0,0 0-3 16,0 0-23-16,0 0-70 0,0 0 32 15</inkml:trace>
  <inkml:trace contextRef="#ctx0" brushRef="#br0" timeOffset="37104.68">10134 17071 23 0,'0'0'33'0,"0"0"-4"0,0 0 2 0,0 0-10 15,0 0 2-15,0 0 0 0,0 0 8 16,0 0-9-16,0 0 0 0,0 0-4 0,0 0-2 16,0 0-2-16,0 0 2 0,0 0-5 0,0 0-1 15,0 0 1-15,0 0-2 0,0 0-2 0,0 0-2 16,0 0 1-16,0 0-5 0,0 0-5 0,0 0 3 15,0 0-8-15,0 0-2 0,0 0-11 0,0 0-5 16,0 0-25-16,0 0-55 0,0 0 24 0</inkml:trace>
  <inkml:trace contextRef="#ctx0" brushRef="#br0" timeOffset="39497.06">22438 16322 48 0,'0'0'57'0,"0"0"4"0,0 0-4 0,0 0-6 16,0 0 2-16,0 0 5 0,0 0-10 0,0 0-8 16,0 0 5-16,0 0-12 0,0 0 6 0,0 0 2 0,0 0-1 15,0 0-5-15,0 0 1 0,0 0 1 16,0 0-13-16,0 0 6 0,0 0 14 0,0 0-23 16,0 0 8-16,0 0-16 0,0 0 4 0,0 0 3 15,0 0-3-15,0 0 11 0,0 0-11 0,0 0 3 16,0 0-6-16,0 0 2 0,0 0 8 0,0 0 0 15,0 0-2-15,0 0 0 0,0 0 2 0,0 0-2 16,0 0 5-16,0 0-3 0,0 0 1 0,0 0 4 16,0 0-4-16,0 0 16 0,0 0-9 0,0 0 2 15,0 0-8-15,0 0 1 0,0 0 0 0,0 0 1 16,0 0-7-16,0 0-1 0,0 0 0 0,0 0 1 16,0 0 0-16,0 0-4 0,0 0-3 0,0 0-4 15,0 0 0-15,0 0 0 0,0 0-1 0,0 0-4 16,0 0 5-16,0 0-9 0,0 0 5 0,0 0-9 15,8-9-9-15,-8 9-15 0,0 0-9 0,0 0-29 16,0 0-8-16,0 0-20 0,0 0-13 0,0 0-16 16,0 0-83-16,0 0-223 0,0 0 99 0</inkml:trace>
  <inkml:trace contextRef="#ctx0" brushRef="#br0" timeOffset="40257.41">10943 17569 1 0,'0'0'9'0,"0"0"-3"0,0 0-3 0,0 0-7 0,13 0-3 15,-13 0 2-15</inkml:trace>
  <inkml:trace contextRef="#ctx0" brushRef="#br0" timeOffset="41233.83">13205 17852 44 0,'0'0'63'0,"0"0"-4"16,0 0 0-16,0 0-3 0,0 0-7 0,0 0-3 16,0 0 2-16,0 0-4 0,0 0-8 0,0 0 4 15,0 0-7-15,0 0-3 0,0 0 0 16,0 0-14-16,0 0 3 0,0 0 1 0,0 0-1 15,0 0-7-15,0 0 2 0,0 0 3 0,0 0-8 16,0 0 0-16,0 0-2 0,0 0 0 0,0 0-7 16,0 0 4-16,0 0-3 0,0 0 2 0,0 0 1 15,0 0-5-15,0 0 9 0,0 0-4 0,0 0 0 16,0 0-2-16,0 0 2 0,0 0 3 0,0 0-7 16,0 0 7-16,0 0 0 0,0 0-3 0,0 0-5 15,0 0 2-15,0 0-4 0,0 0 1 0,0 0-5 16,0 0-2-16,0 0-11 0,0 0 3 0,0 0-9 15,0 0-8-15,0 0-4 0,0 0-11 0,0 0-14 16,0 0-33-16,0 0-104 0,0 0 46 0</inkml:trace>
  <inkml:trace contextRef="#ctx0" brushRef="#br0" timeOffset="-41424.71">11651 7535 28 0,'0'0'31'0,"0"0"-8"0,11-4-15 0,-11 4-23 16,9 0-17-16,-9 0 7 0</inkml:trace>
  <inkml:trace contextRef="#ctx0" brushRef="#br0" timeOffset="-39538.6">11679 8358 46 0,'-1'-13'105'0,"1"13"12"0,-3-10-8 16,3 10 10-16,0-7 5 0,0 7-21 0,-2-6-9 15,2 6-9-15,0 0-16 0,-2-8-4 0,2 8-12 16,0 0-4-16,0 0-5 0,0 0-3 0,0 0-3 16,0 0-3-16,0 0-3 0,-5 21-7 0,4-10-3 15,0 1 0-15,-1-1 2 0,1 1-1 0,1 0-6 16,-1 4-3-16,1-6 5 0,0 2-5 0,0-2-8 15,1 0 4-15,-2-1-1 0,1 2-4 0,1-7-6 16,2 3 17-16,-3-7-11 0,4 11-1 0,-1-7 1 16,-3-4 2-16,6 6-5 0,-2-3-1 0,-4-3 7 15,11 1-3-15,-11-1 1 0,6 2 0 0,-6-2-4 16,13-6 6-16,-9 0-7 0,2 2-1 0,-2 1 9 16,0-4-8-16,0 2 3 0,1-2-1 0,-1-3 7 0,1 3-9 15,-2 2 1-15,1-4 1 0,-1 1-4 16,-3 8 10-16,4-10-8 0,-4 4-3 0,0 6 1 15,4-7 7-15,-4 7-10 0,0 0 0 0,1-6-5 16,-1 6 0-16,0 0 1 0,0 0 3 0,0 0 1 16,0 0-2-16,17 7 0 0,-12-2 4 0,-5-5-3 15,9 9 6-15,-3-5-10 0,1 1 3 0,1 0 6 16,0 0-2-16,0-2-2 0,2 2 4 0,1-2-1 16,-2 0 2-16,-2-3 0 0,4 0 0 0,0 0 0 0,-11 0 2 15,15-2-7-15,-7 1 5 0,1-4-6 0,1-1 13 16,-2 3 0-16,-2-5 2 0,1 0-5 15,-3 1 6-15,-2 0 0 0,4-3 9 0,-4 0-12 16,0 0-2-16,-1 1 6 0,0-3-2 0,-2 3 5 0,0-3-2 16,-1 2 4-16,0-2-6 0,-3 2-1 0,0 0-5 15,3 0 9-15,-1 5-2 0,-2-4-8 0,5 9-1 16,-3-9-20-16,3 9-19 0,-6-7-26 16,6 7-13-16,0 0 4 0,0 0-2 0,0 0 0 0,0 0-2 15,0 0-3-15,0 0-6 0,0 0 0 0,0 0 2 16,6 26 3-16,-1-20-3 0,3 2-54 0,-6-1-148 15,8-1 66-15</inkml:trace>
  <inkml:trace contextRef="#ctx0" brushRef="#br0" timeOffset="-39062.2">12019 8338 13 0,'0'0'37'0,"0"0"10"0,6 3 5 15,-6-3 4-15,0 0 0 0,6 1 7 0,-6-1 12 16,0 0-23-16,0 0-5 0,0 0-11 0,0 0 7 16,0 0-8-16,4 7-7 0,-4-7 14 0,2 6 3 15,-2-6-1-15,3 9 11 0,-2-2 0 0,1 3 0 16,1-1-6-16,-3 8 10 0,4-1-12 0,-4 1 1 15,1 0 3-15,0 0-6 0,2-1 3 0,-2-2-10 16,3 0-3-16,-2-4 6 0,1 1-17 0,-2 0 7 16,2 0-12-16,1-1 1 0,-2 2-2 0,-2-3-2 15,0-1 4-15,2-2-5 0,-1 2 2 0,2 0-3 16,-2-3-4-16,-1-5-7 0,2 12 7 0,3-6 2 16,-5-6-3-16,0 10-6 0,2-5 3 0,-2-5 0 15,0 0-1-15,2 9 0 0,-2-9 1 0,0 0 2 16,0 0-6-16,1 6 2 0,-1-6-12 0,0 0-2 15,0 0-2-15,0 0-2 0,0 0-11 0,-12-20 10 16,9 14 0-16,-1-4-4 0,2-1-1 0,-2-2 4 0,0-2 7 16,1-1-11-16,1-1-5 0,-2-1 5 0,2 1-3 15,0-6 4-15,2 4-2 0,0 0 9 16,0 2-7-16,2-1 11 0,0 1 7 0,2 1-5 16,-2 5-5-16,0 1 12 0,-1 1-5 0,2 3 6 0,-3 6-15 15,5-11 17-15,0 5-11 0,1 0 3 0,1 3-2 16,0-2 4-16,-2 4 2 0,-5 1 2 15,15-4 4-15,-8 4-7 0,-7 0 0 0,0 0 4 16,13 4-8-16,-9-3-1 0,-4-1 17 0,5 6-6 0,-5-6 0 16,0 9 0-16,0-9 0 0,-3 9 10 0,-1 0 4 15,-3-1-6-15,1-2 3 0,-5 4-9 0,6-3 4 16,-4 0 0-16,-1 2-5 0,-4 0-6 16,5-1-13-16,2-1-23 0,-1-1-24 0,4 2-20 0,-3-4-26 15,2 1-84-15,2 0-204 0,3-5 90 0</inkml:trace>
  <inkml:trace contextRef="#ctx0" brushRef="#br0" timeOffset="-38840.76">12203 8446 57 0,'0'0'123'15,"12"-6"-11"-15,-6 2-9 0,3 0-6 0,5-3-10 16,-3 4-9-16,0-2-15 0,3 2 8 0,-1-1-16 16,1-2-6-16,-1 5-11 0,0-2-16 0,1 0-15 15,-3 3-14-15,1-2-20 0,-1 0-5 0,-2 1-24 16,0 1-12-16,-9 0-61 0,15 0-140 0,-6 0 62 16</inkml:trace>
  <inkml:trace contextRef="#ctx0" brushRef="#br0" timeOffset="-38626.61">12412 8231 14 0,'0'0'132'0,"-4"-9"-8"0,4 9-13 16,-3-7-5-16,3 7-13 0,0 0-12 0,-4-5-8 16,4 5 0-16,0 0-5 0,0 0-7 0,0 0-6 15,0 0 0-15,9 32 0 0,-9-19-3 0,4 4-3 16,-3 1-13-16,1 7 6 0,0 1-8 0,0 0 3 0,-2-1-15 15,0 0-24-15,2-4-12 0,0-4-22 16,1 9-19-16,-3-8-16 0,0 1-12 0,1 0-12 16,-1-3-75-16,-1 1-184 0,1-4 82 0</inkml:trace>
  <inkml:trace contextRef="#ctx0" brushRef="#br0" timeOffset="-38222.67">11211 8668 78 0,'0'0'153'0,"-2"-5"-16"0,2 5-15 15,0 0-10-15,0 0-12 0,0 0-6 0,0 0-17 16,6-13-5-16,1 10-12 0,4-1-11 0,6 0-2 16,2-3-12-16,1 3-21 0,1-1-13 0,7 0-35 15,-1 1-13-15,1 0-14 0,1 0-12 0,-2 4-83 16,-5-2-169-16,-2-2 74 0</inkml:trace>
  <inkml:trace contextRef="#ctx0" brushRef="#br0" timeOffset="-37567.36">12625 8387 47 0,'0'0'57'0,"-8"-1"2"0,8 1-5 0,0 0 0 15,-12-3-9-15,12 3 0 0,0 0 4 0,-11-2-1 0,11 2 0 16,-8-1 4-16,8 1-4 0,0 0 17 15,-10 0-9-15,10 0-1 0,0 0 0 0,0 0 6 16,-11-1-3-16,11 1-4 0,0 0-1 0,0 0-8 16,0 0-2-16,0 0-12 0,-5-5 9 0,5 5-7 0,0 0-5 15,0 0-5-15,0 0-3 0,23-6-10 16,-12 2-5-16,2 1-12 0,-1 0-14 0,3 1-13 16,0-3-14-16,-3 4-20 0,2 0-9 0,-1-2-11 15,-2 2-79-15,-1 1-180 0,-10 0 80 0</inkml:trace>
  <inkml:trace contextRef="#ctx0" brushRef="#br0" timeOffset="-37120.62">12720 8311 84 0,'0'0'96'0,"0"0"-15"0,0 0-2 0,0 0-10 0,0 0-11 16,0 0 1-16,0 0-5 0,0 0 4 0,0 0-10 15,0 0-7-15,-2 18-14 0,2-18 12 0,4 13-4 16,-2-6 0-16,0 0-3 0,1-2-3 0,-1 3-5 16,3-3-2-16,-1 1 6 0,-2-1-10 0,-2-5-4 15,9 7 2-15,-6-3 2 0,1-1-8 0,-4-3-6 16,6 4 9-16,-6-4 4 0,6 7-11 0,-6-7 6 16,4 5 3-16,-4-5-11 0,0 0 11 0,0 0-6 15,0 0-2-15,0 0-6 0,0 0 4 0,0 0-6 16,13-9 4-16,-13 9-2 0,4-7 4 0,-4 7-2 15,3-9 6-15,-3 9-6 0,5-7-1 0,-5 7-2 16,2-4-7-16,-2 4 9 0,0 0-2 0,7-5-9 16,-7 5 7-16,6-5-1 0,-6 5-3 0,0 0 9 15,9-4-7-15,-9 4-3 0,9-1 7 0,-2 0 3 16,-7 1-2-16,7-3 3 0,-7 3-7 0,10-2-8 16,-10 2 23-16,10-5 3 0,-6 2-7 0,-4 3 13 0,9-8-7 15,-7 4 14-15,-2 4 2 0,5-7-5 0,-5 7 5 16,2-9-6-16,1 3-9 0,-3 6 3 0,0-10-1 15,0 10-4-15,0 0-10 0,-3-13-18 16,3 13-16-16,0 0-15 0,-2-7-21 0,2 7-29 0,0 0-7 16,0 0-1-16,0 0-60 0,0 0-177 0,0 0 79 15</inkml:trace>
  <inkml:trace contextRef="#ctx0" brushRef="#br0" timeOffset="-36884.86">12942 8409 41 0,'0'-10'132'0,"0"10"-3"0,-4-11-11 0,4 11-1 16,-3-11-6-16,3 5-12 0,0 6-10 0,3-15-4 15,-3 8-6-15,2-1-12 0,0-2-10 0,0 1 3 16,6 2-16-16,-4-2-3 0,1 6-3 0,-1-4-3 16,2 2-2-16,1 1-16 0,0 1 10 0,2 2-4 15,-9 1-3-15,13-2 1 0,-5 3-7 0,-8-1 2 16,12 4-1-16,-5 0-2 0,-2 1-14 0,2 1-7 15,-3 0-8-15,-1 4-28 0,-1 1-18 0,0 2-10 16,-2-1-19-16,-2 6-19 0,-1-7-80 0,3 3-206 16,-2-6 92-16</inkml:trace>
  <inkml:trace contextRef="#ctx0" brushRef="#br0" timeOffset="-36704.09">13086 8317 88 0,'7'-4'95'0,"3"0"-20"0,0-1 4 0,-1 2-5 15,0-1-28-15,2 3-17 0,0-2-6 0,-2 2-21 16,3 0-15-16,1 1-19 0,-1-1-46 0,-1-1-84 16,2 1 37-16</inkml:trace>
  <inkml:trace contextRef="#ctx0" brushRef="#br0" timeOffset="-36514.82">13342 8123 82 0,'0'0'113'0,"0"0"-13"0,-2-7-14 0,2 7-7 16,0 0-11-16,0 0 5 0,0 0 4 0,0 0-5 0,2 36-3 15,-2-20-10-15,-2 3 0 0,4 6-5 0,-2-1-10 16,-2 1-4-16,0-4-1 0,4 4-10 0,-2 3-18 15,0-12-31-15,2 4-10 0,-2-1-34 0,0 0-14 16,-2-3-83-16,-1 4-173 0,-1-2 76 0</inkml:trace>
  <inkml:trace contextRef="#ctx0" brushRef="#br0" timeOffset="-36276.86">12477 8521 9 0,'0'0'7'15,"19"0"-10"-15,-9-2-3 0,4 0 1 0</inkml:trace>
  <inkml:trace contextRef="#ctx0" brushRef="#br0" timeOffset="-34763.82">1529 8763 10 0,'-1'-12'49'0,"1"0"-6"16,0-2-1-16,0 3-2 0,0 0 2 0,0 1 12 0,-1-1-6 15,-3 2-2-15,4-1-6 0,-2 1-1 0,1 1 25 16,1 8-24-16,-3-14 2 0,1 7 0 0,2 7-8 16,-3-11 7-16,1 5 14 0,2 6-11 0,0-11-1 15,0 11 8-15,-2-11 8 0,2 11 2 16,-4-7 10-16,4 7-12 0,0 0 6 0,-5-6-20 16,5 6-9-16,0 0 9 0,0 0-18 0,0 0-8 15,0 0 6-15,0 0-2 0,0 0-4 0,-4 33 1 0,4-12-6 16,2 7 3-16,2 0-3 0,-1 5 2 15,-1 0-3-15,2 0-3 0,0 2-4 0,0 1 6 16,-1-3-3-16,-1-1-1 0,5 0 1 0,-3-4 1 16,-1 1-7-16,1-10 6 0,0-4-2 0,-1 1-3 0,1-5 3 15,3-3 0-15,-6 0-2 0,3-2-7 0,0-1 11 16,-4-5-7-16,9 6 5 0,-6-4 0 16,-3-2-3-16,9 2 1 0,-9-2-5 0,11-6 3 0,-6 2 5 15,1-4-2-15,3-3 1 0,0-2 2 16,0 0-4-16,0-2-3 0,1-2 9 0,-5 3-10 0,0 3-3 15,0-4 6-15,-1 0-3 0,-1 4 5 0,-3 0-4 16,4-1 3-16,-3 3 0 0,0 2 0 0,0 0-3 16,-1 7 2-16,0-10-11 0,0 10 3 15,2-9-7-15,-2 9-4 0,0 0 0 0,0 0-1 16,0 0 5-16,0 0-3 0,0 0 2 0,19 17 13 0,-12-7-8 16,1-1-7-16,0 5 4 0,0-1 5 0,3 2 0 15,-3-5-3-15,3 3 3 0,-1-4 2 0,3 1 3 16,-1-1-3-16,1 1-1 0,-2-4 12 15,0 0-11-15,1-4 3 0,-2 0 5 0,2 1-11 16,-1-3 7-16,-3 0 2 0,-8 0 1 0,15-2 5 0,-9-1 3 16,0-2 5-16,-1-4 6 0,0 1 7 0,1-3-2 15,-4-6-3-15,-1 1 2 0,-2-2-2 0,-1-1 7 16,-2 1-3-16,0-1 3 0,-3-9-13 0,0 5 9 16,-1-1-3-16,0 6-3 0,-3 1-1 0,3 1-7 15,0 1 0-15,-1-1-6 0,4 6-9 16,-1 0 1-16,3 5-18 0,3 5-49 0,-5-12-39 0,5 12-3 15,0 0-2-15,0 0-3 0,12-1-10 0,-12 1-112 16,15 12-255-16,-5-5 113 0</inkml:trace>
  <inkml:trace contextRef="#ctx0" brushRef="#br0" timeOffset="-34524.64">2129 8882 53 0,'0'0'141'16,"3"9"-23"-16,-3-9-13 0,2 12-7 0,0-5-4 16,0 5-2-16,3 2-11 0,-3 4 6 0,2-1-8 15,-1 2-10-15,-1 0 5 0,2 0-16 0,0 5-8 16,0 1 1-16,-2-6-6 0,0 0-8 0,5 5 5 16,-4-5-5-16,1 1-8 0,-1-1-5 0,1-1-5 0,0-1-13 15,0 0-10-15,1-1-14 0,-2-1-3 16,-1-2-27-16,2-2-7 0,-1-1-16 0,-1 0-15 15,1 1-9-15,-3-11-8 0,1 14-62 0,-1-14-179 16,-3 10 79-16</inkml:trace>
  <inkml:trace contextRef="#ctx0" brushRef="#br0" timeOffset="-34283.54">2119 8927 17 0,'0'-14'125'0,"0"14"-15"0,0-10-28 0,0 10-5 16,0 0-7-16,6-12-10 0,-6 12 18 0,0 0-10 16,10-4-6-16,-10 4 1 0,13 0-3 0,-13 0-10 15,0 0-7-15,15 6-3 0,-15-6-2 0,13 8-6 16,-8-3-8-16,-2 2 8 0,0 2-1 0,-1 5-8 16,-2-14 1-16,-8 28-3 0,-3-5 6 0,3-5-7 15,-8 6-3-15,0 1-11 0,1-1-22 0,-3 1-1 16,4-2-15-16,-3-1-33 0,5-5-1 0,0 0-16 15,3 0-89-15,-2-2-185 0,0-2 83 0</inkml:trace>
  <inkml:trace contextRef="#ctx0" brushRef="#br0" timeOffset="-34000.56">1883 9621 126 0,'-5'1'148'0,"5"-1"-16"16,0 0-9-16,-6 2-17 0,6-2-7 0,0 0-7 16,25-10-5-16,-5 3-12 0,13-6 2 0,14-6-13 15,3 2-3-15,1-6-3 0,4-1-8 16,-1 0-5-16,-6 4-3 0,-2 0-11 0,-11 4 0 0,2 3-14 15,-1 2-13-15,-3-3-11 0,-2 5-19 16,-3 4-21-16,-8 3-20 0,-1-1-21 0,2 3-23 16,-7 3-76-16,-2-1-204 0,-3 3 91 0</inkml:trace>
  <inkml:trace contextRef="#ctx0" brushRef="#br0" timeOffset="-33322.82">1960 10177 19 0,'-8'-6'135'0,"8"6"-8"0,-3-7-13 0,3 7-13 16,-6-3-11-16,6 3-12 0,0 0-8 0,0 0-6 15,0 0-16-15,0 0-2 0,-4 16 4 0,4-16-15 0,4 15 7 16,-1-6-8-16,0 3-6 0,-2-1 0 0,6 0 2 15,-3 0-4-15,1 0-3 0,-1-3-6 16,1 2 6-16,-3-4 4 0,5 1-11 0,-2-4-1 16,0 1-3-16,-5-4 0 0,8 8 2 0,-3-7 8 15,-5-1 5-15,7 3 5 0,-7-3 3 0,0 0-3 0,0 0-1 16,14-7-1-16,-14 7-7 0,5-9 0 16,-4 4 3-16,-1 5-7 0,4-14-4 0,-2 6 1 15,-2-1-7-15,2 0 2 0,0-2-1 0,0 2 0 16,-2-1-3-16,1 1 3 0,1-1-5 0,1 3-4 15,-2-1-9-15,-1 8-5 0,3-7-8 0,-3 7-3 16,5-10 1-16,-1 6 3 0,-4 4-3 0,10-3 8 0,-2 3-8 16,-8 0 4-16,14 0 2 0,-4 1 2 0,-2 1 1 15,1 0 6-15,1 2-6 0,1 0 3 16,-1 0-2-16,2-1 10 0,-4-1-2 0,-1 0 2 16,2-1-2-16,-3 1 0 0,-6-2 7 0,13 1 9 15,-13-1 12-15,9-3 10 0,-9 3-4 0,6-5 2 16,-6 5 0-16,3-11-3 0,-1 2 4 0,-4-2 4 15,4 1 1-15,-5-1-2 0,1-1 5 0,-2-3-9 16,0-1 3-16,1 0-5 0,-2 2-1 0,-1 0-3 16,-1 3 0-16,2-2-8 0,1 2-3 0,-2 1-3 15,2-1 1-15,-3 2-4 0,4 2-15 0,-1 1-25 16,4 6-40-16,-2-8-39 0,2 8-16 0,0 0 6 16,0 0-10-16,0 0-8 0,0 0-74 0,0 0-231 15,0 0 102-15</inkml:trace>
  <inkml:trace contextRef="#ctx0" brushRef="#br0" timeOffset="-33056.67">2375 10026 153 0,'-5'-8'145'0,"5"8"-16"0,0 0-17 16,0 0-12-16,0 0-5 0,0 0-13 0,0 0-12 15,0 0-2-15,0 0-6 0,0 0-6 0,0 0 5 16,16 35-6-16,-11-24-2 0,1 4-5 0,-1 0-3 16,2 2-8-16,-1-2 4 0,2 1-8 0,-5-4-6 15,1-2-1-15,0 1 2 0,0 0-3 0,1 0-5 16,1-1-2-16,-2 0-1 0,0-1-4 0,0 0-28 16,-3-2-25-16,2 1-23 0,-1-3-21 0,0 1-7 15,0 1-18-15,-2-7-12 0,0 9-62 0,0-9-198 0,0 0 88 16</inkml:trace>
  <inkml:trace contextRef="#ctx0" brushRef="#br0" timeOffset="-32883.32">2426 10109 34 0,'5'-3'100'0,"-5"3"-4"15,15-12-2-15,-3 7-16 0,-1-2-2 0,5 0-5 16,0 0-12-16,3 1-3 0,-1 0-14 0,1 1-11 15,0 0-9-15,-2 2-24 0,-3 1-19 0,-2 0-7 16,0-1-15-16,1 2-11 0,-3-1-49 16,-2 1-109-16,-8 1 49 0</inkml:trace>
  <inkml:trace contextRef="#ctx0" brushRef="#br0" timeOffset="-32674.52">2605 9904 54 0,'-9'-10'123'0,"8"8"1"0,1 2-14 0,0 0-6 16,-5-10-20-16,5 10-5 0,0 0-7 0,0 0-1 16,0 0-11-16,0 0 19 0,0 0 3 0,0 0-5 15,9 32-7-15,-1-17 7 0,-5 1-6 0,4 1-6 16,-1 2-8-16,2 4-1 0,2 2-4 0,-3-8-9 16,-2 2-3-16,4-2-11 0,-2 1-23 0,2-3-43 15,-1-1-35-15,2-1-20 0,-5 0-38 16,2-3-96-16,-4 0-244 0,1-7 107 0</inkml:trace>
  <inkml:trace contextRef="#ctx0" brushRef="#br0" timeOffset="-32491.41">2848 9531 39 0,'10'-8'65'0,"1"2"-27"0,-1-1-15 16,1 3-21-16,1 1-31 0,-2 0-29 15,-2 2 14-15</inkml:trace>
  <inkml:trace contextRef="#ctx0" brushRef="#br0" timeOffset="-32349.26">2944 9614 172 0,'-1'5'157'0,"1"-5"-10"0,0 0-15 0,0 0-14 16,0 0-8-16,-4 7-14 0,4-7-14 0,0 0-2 16,0 0-13-16,0 0-12 0,24-7-28 0,-10 3-39 15,2-4-39-15,9-3-47 0,-6 1-83 0,9-5-195 16,1-6 87-16</inkml:trace>
  <inkml:trace contextRef="#ctx0" brushRef="#br0" timeOffset="-31966.49">3470 8697 87 0,'0'0'191'16,"-8"-5"-18"-16,8 5-20 0,0 0-20 0,0 0-8 0,0 0-16 15,0 0-10-15,-8 9-6 0,8-9 6 16,1 16-4-16,1-5 3 0,-1 0-4 0,0 4-8 15,2 2-8-15,-1 0-8 0,2 1-7 0,-3-2 0 16,3 4-10-16,-3-4-6 0,2 1-1 0,0 0-8 0,-2-1-3 16,0-2-16-16,0-4-18 0,2 2-26 0,-2-1-37 15,2-1-31-15,1 2-22 0,2-4-22 16,-4 0-24-16,1 2-99 0,-2-6-281 0,-1-4 125 16</inkml:trace>
  <inkml:trace contextRef="#ctx0" brushRef="#br0" timeOffset="-31764.57">3376 8849 23 0,'0'0'182'16,"0"0"-23"-16,0 0-14 0,0-8-18 0,0 8 1 16,8-5-25-16,1 1-6 0,2 1-12 0,6-1-7 15,4-2-13-15,7 1-16 0,2-2-21 0,2 0-17 16,-2 0-13-16,1 5-29 0,1 1-17 0,-5-1-8 15,-5 2-13-15,-2 2-1 0,-1-2-8 0,-3 0-4 0,-2 1 3 16,-1 1-49-16,-4 0-138 0,-2-2 61 0</inkml:trace>
  <inkml:trace contextRef="#ctx0" brushRef="#br0" timeOffset="-31580.51">3800 8799 200 0,'0'0'-12'15,"0"0"7"-15,5-9 19 0,-5 9 1 16,0 0 8-16,-7-14 17 0,2 6-8 0,0-2 15 16,-2 1-3-16,-2-1 22 0,3-1 1 0,-4-2 2 0,-1-1-8 15,2 3-1-15,0-1 9 0,3 2 12 0,0 2 2 16,1 0 4-16,2 1-5 0,-1 3-3 15,4 4-11-15,-5-8-8 0,5 8-10 0,0 0-4 16,0 0-8-16,0 0-1 0,0 0-2 0,0 0-4 16,19 30-3-16,-9-8 3 0,1 2-6 0,0 5-4 0,-1 0-13 15,-1 1-18-15,3-1-20 0,-4 0-10 0,-1 0-31 16,2-3-11-16,-3 0-22 0,0-6-15 0,0 4-85 16,-3-8-221-16,-1-5 97 0</inkml:trace>
  <inkml:trace contextRef="#ctx0" brushRef="#br0" timeOffset="-31202.53">3887 8915 112 0,'0'0'130'0,"0"0"-12"0,0 0-11 16,0 0-9-16,0 0 4 0,0 0 1 0,7 22-12 15,-7-22-6-15,3 13-6 0,-1-5-3 0,-2-8-12 16,2 10 2-16,-1-4-5 0,-1-6 4 15,2 6 11-15,-2-6 14 0,4 5 8 0,-4-5 13 16,0 0-2-16,0 0-4 0,0 0-9 0,0 0-10 0,0 0-10 16,0 0-7-16,0-22-5 0,-2 13-8 0,1-4-2 15,0-3-5-15,1-3-6 0,1 0 2 0,-2 0-7 16,1-7-5-16,0 2-1 0,0-4-6 16,4 3-5-16,-1-1 1 0,3 0-5 0,0 0 0 15,3 4-3-15,-4 7-3 0,-1 4-1 0,1 1-3 0,-1 3-4 16,0-1 0-16,2 4 0 0,-2 0-3 0,2 1 0 15,-6 3-1-15,14 1 2 0,-1 3-3 0,-3 2-2 16,-1 3 6-16,7 3-3 0,-5 0-1 0,2 2 0 16,-2 3 1-16,1 2 5 0,2 5-7 0,-2-2-14 15,-4-4-11-15,3 3-17 0,-4-2-21 16,0-1-30-16,0-1-26 0,-2 2-21 0,-1-2-44 0,-1 1-9 16,-4 0-126-16,-2-3-350 0,0-2 155 0</inkml:trace>
  <inkml:trace contextRef="#ctx0" brushRef="#br0" timeOffset="-31046.36">3899 8993 117 0,'0'0'156'0,"9"-10"-15"0,-2 4-10 16,4-2-18-16,5 0-11 0,3-3-9 0,6 2-21 15,0-1-26-15,1 1-31 0,-6 2-40 0,9-2-36 16,-8 7-89-16,-2-1-163 0,0 1 72 0</inkml:trace>
  <inkml:trace contextRef="#ctx0" brushRef="#br0" timeOffset="-30803.34">3708 9458 85 0,'0'0'203'0,"-9"0"-26"0,9 0-15 15,0 0-21-15,0 0-14 0,22-15-12 0,-5 4-17 16,10-7-6-16,3 1-7 0,14-8-14 0,-1-1-9 16,4 1-16-16,1-2-12 0,-1 4-20 0,0 2-23 15,-1 2-27-15,-10 6-18 0,-4 1-48 0,-1 5-117 16,-11 2-236-16,-2 2 104 0</inkml:trace>
  <inkml:trace contextRef="#ctx0" brushRef="#br0" timeOffset="-30564.9">4033 9510 180 0,'-3'5'172'0,"3"-5"-15"0,-1 11-18 16,0-5-15-16,1-6-11 0,2 22-12 0,0-11-6 16,-1 5-13-16,0 0-6 0,2 1-7 0,-2-5-9 15,2 4-3-15,0 1-7 0,-1-2-3 0,4 2-2 16,-2-4-6-16,-2-2-9 0,1 2-14 0,0-2-26 16,-2-1-21-16,3-1-30 0,0 0-34 0,-2-1-42 0,-1-1-83 15,-1-7-238-15,0 9 106 0</inkml:trace>
  <inkml:trace contextRef="#ctx0" brushRef="#br0" timeOffset="-30364.99">4070 9605 174 0,'8'-2'184'0,"2"-5"-22"16,1 3-15-16,6-2-14 0,-6 2-10 0,9-3-19 15,-2 3-14-15,-1-3-24 0,0 4-19 0,1-2-22 16,-4 3-24-16,4-3-26 0,0 1-18 0,-5 1-15 16,-2 2-11-16,2-1-11 0,-3 0-8 0,-2 1-62 15,-1 0-161-15,-7 1 73 0</inkml:trace>
  <inkml:trace contextRef="#ctx0" brushRef="#br0" timeOffset="-30186.06">4324 9429 74 0,'-2'-9'151'0,"-1"3"-1"15,3 6 0-15,-2-11-4 0,-1 5 0 0,3 6-13 16,-1-7-8-16,1 7-12 0,0 0-18 0,-3-9-10 0,3 9-6 16,0 0-9-16,0 0-5 0,0 0-9 0,14 19-5 15,-7-5-2-15,-2 4-5 0,4 5-2 0,-3 3-5 16,2 0-23-16,-2 3-21 0,-2-1-31 16,1-2-40-16,-1-1-24 0,1 0-24 0,-4-7-128 0,1-2-276 15,0-4 123-15</inkml:trace>
  <inkml:trace contextRef="#ctx0" brushRef="#br0" timeOffset="-29968.92">4535 9474 129 0,'2'-6'241'0,"-2"6"-23"0,1-8-21 15,-1 8-21-15,0 0-22 0,0-9-11 0,0 9-19 0,0 0-11 16,0 0-14-16,0 0-9 0,0 0-4 0,12 26-9 15,-8-14-5-15,0 0-9 0,3 4-7 0,-1 0-3 16,1 1-6-16,-1 0-3 0,0-2-10 0,1 0-15 16,-2-3-26-16,1-2-17 0,-2 3-28 15,1-3-16-15,-1 0-32 0,1-1-18 0,-1 1-21 0,-2-5-10 16,0 0-114-16,-2-5-286 0,0 0 127 0</inkml:trace>
  <inkml:trace contextRef="#ctx0" brushRef="#br0" timeOffset="-29758.29">4597 9400 126 0,'11'-7'148'0,"-2"4"5"0,0 0-10 16,4 2-1-16,-3 1-12 0,0 0-12 16,0 4-3-16,1-1-6 0,-1 1-8 0,0 2-5 0,-1 1-1 15,-1 2-10-15,-1 1-1 0,2 6-6 0,-8 2-9 16,1 6-3-16,-2 3-7 0,-5 1-7 0,-4 1-27 15,-3 1-33-15,1 1-38 0,-3-4-43 0,-2 1-34 16,-2-2-43-16,-2-2-95 0,-1-3-282 0,5-10 125 16</inkml:trace>
  <inkml:trace contextRef="#ctx0" brushRef="#br0" timeOffset="-29604.95">4568 9704 36 0,'4'-4'220'0,"-4"4"-20"16,5-9-15-16,-5 9-24 0,5-4-19 0,-5 4-19 16,0 0-39-16,3-6-47 0,-3 6-51 0,0 0-43 15,0 0-43-15,0 0-70 0,0 0-184 0,-9 22 82 16</inkml:trace>
  <inkml:trace contextRef="#ctx0" brushRef="#br0" timeOffset="-29276.59">3119 10600 42 0,'0'0'153'0,"0"0"-20"0,37-9-5 0,-7 0-5 16,3-2-12-16,15-8-4 0,5-1-6 0,4-5-14 15,3 1 9-15,22-7-7 0,-20 8-9 0,27-10-10 0,-5 2-7 16,3-2-4-16,-28 10-4 0,33-9-4 16,-1-2-10-16,1 2-3 0,-4 3-9 0,0-1-9 15,0 1-16-15,-28 10-15 0,4 0-5 0,-4 1-1 16,2 0-9-16,-5 0-16 0,26-13-23 0,-30 16-25 0,-1-1-8 15,2-1-4-15,-19 5-101 0,-1 0-219 0,-2 1 98 16</inkml:trace>
  <inkml:trace contextRef="#ctx0" brushRef="#br0" timeOffset="-28173.54">3408 10672 90 0,'-54'35'115'0,"-27"11"-12"15,29-16-5-15,-3 1 1 0,3-2-4 0,-4 2 3 16,-3-5 3-16,0 0-6 0,-25 6-8 0,26-8-9 16,0-2 7-16,-3 0-10 0,1-4-9 0,3 0-6 15,-1 0 4-15,-3-3-5 0,2 0-5 0,4-6-18 16,3 2-4-16,-3-4-4 0,6-3 7 0,-2 0-10 15,0 1 4-15,1-3-4 0,-3-3-4 0,0 1-5 16,2 0-2-16,-4-1-4 0,3 1 1 0,0 0-10 16,3-3 10-16,8 2 3 0,-10-2-4 0,-3-3-6 15,2 1 1-15,14-3 0 0,-11-2-6 0,-2-3-5 16,0-5 3-16,2-2 3 0,0-4 3 0,-1-4-6 16,6 0 0-16,-4-7-2 0,3-3 4 0,3-3-1 15,1-2 2-15,3 3 2 0,0-2 1 0,2-2 1 16,3 3-1-16,2-3-1 0,1 1-2 0,3-1 2 15,4-2 1-15,0-3 25 0,6 0-2 0,1-3-4 16,7-2 0-16,0-3-5 0,0 1 1 0,5-3-4 16,-1 1-3-16,5 1-3 0,5 1 3 0,-1-1-6 15,2-2 2-15,2-2-4 0,3-21 2 0,-3 27-5 16,4-27-2-16,-3 27 2 0,0-1-3 16,5-26 0-16,-4 26-4 0,1 1 3 0,10 1 1 0,4-26 3 15,-6 28-2-15,0-5-1 0,16-17-1 0,-12 21-2 16,4-2 4-16,11-23-7 0,6 2 5 0,-10 26-6 15,16-19 4-15,2 3-4 0,-14 23 1 0,4 0 1 16,1 0 2-16,21-15-8 0,-22 21 1 0,4-1 4 16,7 0 0-16,21-10 3 0,-21 12 1 0,24-9 2 15,-22 13 0-15,24-11 1 0,-22 13-4 0,26-8 0 16,-25 13 6-16,27-11-6 0,-25 12 3 0,23-12 1 16,5 8 0-16,-1 0-1 0,1 3 12 0,-25 6-13 15,34-4 7-15,-5-1-9 0,1 6 4 0,-3-2-2 16,-2 6 2-16,-26 5-2 0,5 0 0 0,30-4 7 15,-4 3-1-15,-29 3-3 0,28 0-2 0,-28 3 1 16,31 0 5-16,-34 1 0 0,4 5-4 0,-1-1-4 16,1 3 5-16,1 3 1 0,28 1 2 0,-31-4-4 15,2 5 2-15,27 4 0 0,-29 2 0 0,2-3-3 16,23 12 1-16,-28-5 5 0,-1 1 1 0,24 13-6 16,-35-7 1-16,3 2 3 0,-3 7 3 0,-1-3-3 15,-1 3 0-15,1 1 3 0,-4 3-3 0,-1 3 7 16,-3 1-11-16,-3 4 5 0,-1-1-4 0,-3-3 0 15,-4 4-3-15,1 5 5 0,-5 3-1 0,7 22 4 16,-12-26-2-16,-1 5 0 0,-1-3-1 0,-2 4 1 16,5 23-3-16,-9-22 0 0,0-1-2 0,-1-1 2 15,1-2 6-15,5 25-5 0,-12-26 3 0,1 0-1 16,-1 2 1-16,-1 1-2 0,-3 0 6 0,-3 0-5 16,-3 1-17-16,-2-2 17 0,-6-1 5 0,1-4-5 15,-5-2 1-15,-1-4 1 0,-4 0-3 0,-1-3 1 16,3-11 1-16,-8 12-2 0,-3-3 2 0,-5-3-4 15,-4 1 0-15,0-1 3 0,-5 4 0 0,-2 0 2 16,-2-4 3-16,-1-2-7 0,-3-2 4 0,0 1-1 16,1 0-1-16,-22 10 0 0,24-15 4 0,-1 0-8 15,-3-2 3-15,1 0-2 0,2-2 3 0,3-3-4 16,1-2 0-16,-1-1 0 0,15-5-10 0,-3 0-14 16,2-3-10-16,3 2-23 0,2-5-1 0,0-2-37 15,11-1-24-15,-2-1-19 0,-7-2-104 0,-1-1-264 16,10-3 117-16</inkml:trace>
  <inkml:trace contextRef="#ctx0" brushRef="#br0" timeOffset="-27832.69">5422 8667 1809 0,'22'-28'3'0,"-5"-2"-6"0,-1 2 5 16,-4 2-8-16,-1 10 1 0,-3 1-6 0,1 5 5 16,0 5 1-16,2-1 0 0,-1 6 2 0,1-2-8 0,0 4 3 15,1-1 1-15,-1 4-7 0,-2-2 10 0,-1-1 1 16,1 2-4-16,-1 0-3 0,-2 0 1 15,-1-2 6-15,-5-2 4 0,9 7-5 0,-7-4-1 16,-2-3 14-16,0 0-1 0,9 4 4 0,-9-4 10 0,0 0 0 16,0 0 2-16,8 3-9 0,-8-3 7 0,0 0-7 15,6-9-23-15,-1 4-21 0,4-5-9 0,3-4-44 16,9-6-11-16,3-3-6 0,0 0-40 0,1 0-86 16,2-2-243-16,0 1 107 0</inkml:trace>
  <inkml:trace contextRef="#ctx0" brushRef="#br0" timeOffset="-27690.26">6157 8041 21 0,'1'-12'164'0,"-1"12"-10"0,0-7-21 16,0 7-9-16,0 0-28 0,1-9-29 0,-1 9-25 16,0 0-31-16,0 0-37 0,4-7-25 0,-4 7-72 15,0 0-132-15,0 0 58 0</inkml:trace>
</inkml:ink>
</file>

<file path=ppt/ink/ink1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58:29.326"/>
    </inkml:context>
    <inkml:brush xml:id="br0">
      <inkml:brushProperty name="width" value="0.05292" units="cm"/>
      <inkml:brushProperty name="height" value="0.05292" units="cm"/>
      <inkml:brushProperty name="color" value="#FF0000"/>
    </inkml:brush>
  </inkml:definitions>
  <inkml:trace contextRef="#ctx0" brushRef="#br0">19899 13963 59 0,'0'0'56'0,"0"0"-5"0,0 0-5 0,0 0-2 16,0 0 6-16,0 0-13 0,0 0-17 0,0 0 11 0,0 0-9 16,0 0 12-16,0 0-8 0,0 0 1 0,0 0-10 15,0 0 4-15,0 0-4 0,0 0-4 0,0 0 7 16,0 0-1-16,0 0 5 0,0 0-12 0,0 0 5 15,0 0-13-15,0 0 11 0,0 0-11 0,0 0 9 16,0 0-6-16,0 0 5 0,0 0-14 0,0 0 4 16,0 0-8-16,0 0 9 0,0 0 1 0,0 0-4 15,0 0-1-15,0 0-1 0,0 0 0 0,0 0-3 16,0 0 1-16,0 0 6 0,0 0-3 0,0 0-3 16,0 0 4-16,0 0-3 0,0 0 2 0,0 0-5 15,6 6 12-15,-6-6-6 0,0 0 3 0,0 0 3 16,0 0-4-16,0 0 8 0,0 0-11 0,0 0 1 15,0 0 0-15,0 0-3 0,0 0 0 0,0 0 0 16,0 0 4-16,0 0 5 0,0 0-2 0,0 0-3 16,0 0 3-16,0 0 3 0,0 0 2 0,0 0 3 15,0 0-4-15,0 0 2 0,0 0 1 0,0 0 3 16,0 0-5-16,0 0 3 0,0 0-6 0,0 0 10 16,0 0-15-16,0 0-2 0,0 0 8 0,0 0-9 15,0 0 4-15,0 0 5 0,0 0-2 0,0 0-4 16,0 0 2-16,0 0 1 0,0 0-6 0,0 0 5 15,0 0 1-15,0 0 0 0,0 0-4 0,0 0 0 16,0 0 4-16,9 3-5 0,-9-3 1 0,0 0-8 16,0 0 9-16,0 0-4 0,0 0-7 0,0 0-1 15,0 0-13-15,3 7-4 0,-3-7-4 0,0 0-13 16,2 10-21-16,-2-10-43 0,-2 9-118 0,2-9 53 16</inkml:trace>
  <inkml:trace contextRef="#ctx0" brushRef="#br0" timeOffset="3839.55">23189 15011 49 0,'0'0'60'0,"-7"2"-6"0,7-2-1 16,-10 4 1-16,10-4-4 0,-8 5-7 16,8-5 2-16,-10 4-14 0,6-1-5 0,4-3 6 15,-11 3-3-15,11-3 5 0,-7 2-3 0,7-2-1 0,0 0-2 16,-7 1-6-16,7-1-6 0,0 0 8 16,0 0-1-16,-7 3-3 0,7-3 4 0,0 0 0 15,0 0-13-15,0 0-2 0,0 0 4 0,0 0 5 0,0 0-12 16,0 0 3-16,0 0-5 0,0 0-3 0,0 0 8 15,0 0-5-15,0 0 1 0,0 0-4 16,0 0-9-16,0 0-8 0,0 0-16 0,0 0-8 0,9 15-17 16,-9-15-67-16,2 6-133 0,-2-6 59 0</inkml:trace>
  <inkml:trace contextRef="#ctx0" brushRef="#br0" timeOffset="7145.91">23431 15790 70 0,'0'0'85'0,"0"0"-18"0,0 0-1 0,0 0-11 15,6 4-5-15,-6-4-3 0,0 0-3 0,0 0-3 16,0 0-9-16,0 0 5 0,0 0-4 0,0 0-2 15,0 0 11-15,0 0 6 0,0 0-15 0,0 0 5 16,0 0-5-16,0 0 0 0,0 0-3 0,0 0-1 16,0 0-3-16,0 0-3 0,0 0-8 0,0 0 4 15,0 0-1-15,0 0-5 0,0 0 12 0,0 0-5 16,0 0 8-16,0 0 1 0,0 0-2 0,0 0 2 16,0 0-7-16,0 0 10 0,0 0-7 0,0 0 0 15,0 0-5-15,0 0 5 0,0 0-3 0,0 0-1 16,0 0-2-16,0 0 3 0,0 0-1 0,0 0-5 15,0 0-6-15,0 0 7 0,0 0-9 16,0 0 1-16,0 0-4 0,0 0 1 0,0 0 2 0,0 0-5 16,0 0 6-16,0 0-2 0,0 0-7 0,0 0 5 15,0 0-8-15,0 0-13 0,0 0-6 16,0 0-8-16,0 0-11 0,0 0-15 0,0 0-19 16,0 0-11-16,0 0-9 0,0 0-10 0,0 0-69 15,0 0-189-15,0 0 83 0</inkml:trace>
  <inkml:trace contextRef="#ctx0" brushRef="#br0" timeOffset="-24299.7">22906 15176 63 0,'3'-9'75'0,"-3"9"3"0,0 0-15 0,0 0-5 15,0 0-1-15,2-6 6 0,-2 6-5 0,0 0-10 16,0 0-10-16,0 0-3 0,0 0-3 0,0 0-4 15,0 0-4-15,0 0 5 0,5-3-2 0,-5 3 0 0,0 0-3 16,0 0 2-16,0 0-7 0,0 0 4 16,0 0 1-16,0 0 0 0,0 0 1 0,0 0 1 15,0 0 8-15,0 0 0 0,0 0 3 0,0 0 9 16,0 0 0-16,4-5-5 0,-4 5 2 0,0 0-6 16,8-6-3-16,-2 0-6 0,-1 3 3 0,2-1-6 0,2-3-5 15,3 1 5-15,3-4-4 0,9-3-4 16,1 0 2-16,9 0-8 0,1-3-13 0,20-6-23 15,5-1-33-15,30-15-27 0,-1 5-35 0,-2 1-90 16,8-7-226-16,-4-3 101 0</inkml:trace>
  <inkml:trace contextRef="#ctx0" brushRef="#br0" timeOffset="-22086.89">23123 16195 53 0,'0'0'84'0,"0"0"-3"0,0 0-4 0,0 0-3 16,0 0-3-16,9-2 2 0,-9 2-6 0,0 0 3 16,0 0-2-16,0 0 5 0,0 0-7 0,0 0 2 15,6-7 0-15,-6 7-3 0,12-9-1 0,-2 2-4 16,15-8-4-16,5-2-11 0,15-10-9 0,10-3-10 16,28-13-34-16,3 3-33 0,0 0-31 0,2 2-29 15,0-2-87-15,3 0-203 0,-1-1 91 16</inkml:trace>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36:17.246"/>
    </inkml:context>
    <inkml:brush xml:id="br0">
      <inkml:brushProperty name="width" value="0.05292" units="cm"/>
      <inkml:brushProperty name="height" value="0.05292" units="cm"/>
      <inkml:brushProperty name="color" value="#FF0000"/>
    </inkml:brush>
  </inkml:definitions>
  <inkml:trace contextRef="#ctx0" brushRef="#br0">2619 10475 29 0,'0'0'66'0,"0"0"-15"0,0 0 1 0,0 0-11 15,0 0-5-15,0 0 6 0,0 0-15 16,0 0-5-16,0 0 6 0,0 0-2 0,0 0-4 0,0 0-1 16,0 0-2-16,0 0-6 0,0 0 2 0,0 0-2 15,0 0-4-15,0 0 2 0,0 0-4 0,0 0-4 16,0 0 4-16,0 0-2 0,0 0 0 0,0 0 4 15,0 0-4-15,0 0-4 0,0 0 5 16,0 0-3-16,0 0 2 0,0 0-2 0,0 0 8 16,0 0-10-16,0 0 0 0,0 0 4 0,0 0-3 0,0 0 0 15,0 0-7-15,0 0 9 0,0 0-2 0,0 0-3 16,0 0 0-16,0 0-6 0,0 0 10 16,0 0-1-16,0 0-4 0,0 0 2 0,0 0-3 0,0 0 7 15,0 0-4-15,0 0-4 0,0 0 7 16,0 0-6-16,0 0 12 0,0 0-7 0,0 0-4 15,0 0 2-15,0 0 2 0,0 0-2 0,0 0 3 16,0 0-2-16,0 0-2 0,0 0 4 0,0 0 0 0,0 0-4 16,0 0 5-16,0 0 1 0,0 0-3 0,0 0 2 15,0 0-3-15,0 0-2 0,0 0 10 0,0 0-7 16,0 0 1-16,0 0-8 0,0 0 2 16,0 0 3-16,0 0 0 0,0 0 0 0,0 0-1 15,0 0 4-15,0 0-2 0,0 0-7 0,0 0 6 16,0 0-2-16,0 0 5 0,0 0 1 0,-3-21 5 0,3 21-9 15,0 0 8-15,0 0-2 0,0 0-3 16,0 0 11-16,0 0-22 0,0 0 2 0,0 0 2 16,0 0 5-16,0 0-2 0,0 0-3 0,0 0 2 15,0 0 3-15,0 0-2 0,-4-7-3 0,4 7 3 16,0 0 3-16,0 0-6 0,0 0 0 0,0 0 5 16,-3-7-1-16,3 7 2 0,0 0-1 0,0 0-4 0,0 0 9 15,0 0-10-15,-5-5-15 0,5 5-8 16,0 0-17-16,0 0-52 0,0 0-104 0,0 0 46 15</inkml:trace>
  <inkml:trace contextRef="#ctx0" brushRef="#br0" timeOffset="956.39">4334 9683 2 0,'0'0'59'0,"0"0"1"0,0 0-13 16,0 0-5-16,0 0 7 0,0 0-7 0,0 0-6 16,0 0-2-16,0 0 3 0,0 0-9 0,0 0-1 0,0 0-11 15,0 0 5-15,0 0-17 0,0 0-18 0,0 0-20 16,0 0-6-16,4 5-30 0,-4-5-75 16,2 7 34-16</inkml:trace>
  <inkml:trace contextRef="#ctx0" brushRef="#br0" timeOffset="1445.07">4581 10236 107 0,'0'0'100'0,"0"0"-3"0,0 0-10 15,1 6 5-15,-1-6-19 0,0 0-7 0,0 0-4 16,0 0-3-16,0 0-7 0,0 0-6 0,0 0-3 16,0 0 5-16,0 0-10 0,0 0 2 15,0 0-8-15,0 0 9 0,0 0-7 0,0 0 2 16,0 0-4-16,0 0-1 0,0 0-1 0,0 0 1 0,0 0-4 15,0 0 1-15,0 0-3 0,0 0-5 0,0 0 1 16,0 0 4-16,0 0-10 0,0 0 9 0,0 0-3 16,0 0-4-16,0 0-4 0,0 0 5 0,0 0-9 15,0 0 2-15,0 0 0 0,0 0-2 0,0 0-1 16,0 0 4-16,0 0-1 0,0 0-2 0,0 0-4 16,0 0 1-16,0 0-3 0,0 0-1 0,0 0 3 15,0 0-1-15,0 0-3 0,0 0 0 0,0 0 1 16,0 0-1-16,0 0 1 0,0 0 2 0,0 0-2 15,0 0-1-15,0 0-1 0,0 0 5 0,0 0-4 16,0 0 1-16,0 0-4 0,0 0 1 0,0 0-2 16,0 0-7-16,0 0-12 0,0 0-22 0,0 0-18 15,0 0-27-15,0 0-27 0,0 0-103 0,0 0-236 16,0 0 105-16</inkml:trace>
  <inkml:trace contextRef="#ctx0" brushRef="#br0" timeOffset="2330.07">5430 8532 25 0,'0'0'76'15,"0"0"-4"-15,0 0-1 0,0 0-3 0,0 0-3 16,0 0-7-16,0 0-1 0,0 0 3 0,0 0-7 0,0 0-7 16,0 0-1-16,0 0-5 0,0 0 1 0,0 0-11 15,0 0 3-15,0 0-1 0,0 0-9 0,0 0-1 16,0 0-3-16,0 0 2 0,0 0-4 0,0 0 1 15,1-7-3-15,-1 7 0 0,0 0-5 16,0 0-1-16,0 0-1 0,0 0 0 0,0 0 4 0,0 0-5 16,0 0-3-16,0 0 1 0,0 0 2 0,0 0 2 15,0 0-3-15,0 0-7 0,0 0 7 0,0 0-5 16,0 0-2-16,0 0 1 0,0 0 3 0,0 0-4 16,0 0-1-16,0 0 6 0,1 22-5 15,-1-22 1-15,2 11 8 0,-2-5 7 0,0-6-2 0,3 10 4 16,-1-5-1-16,-2-5-6 0,1 8 0 15,-1-8 3-15,1 6 17 0,-1-6 7 0,0 0 8 16,3 7 0-16,-3-7-1 0,0 0-8 0,0 0-1 16,20-22-4-16,-2-2-5 0,13-15-6 0,2-2-10 0,4-4-7 15,6-2-22-15,19-18-15 0,0 4-25 0,-17 18-37 16,21-16-30-16,-23 18-82 0,2-5-225 0,11-18 100 16</inkml:trace>
  <inkml:trace contextRef="#ctx0" brushRef="#br0" timeOffset="7413.49">5607 8510 8 0,'0'0'123'0,"0"0"-26"16,0 0-1-16,12-14-14 0,-2-3-33 0,3-4-22 15,5-4-27-15,6-5-32 0,13-9-43 0,3-6-82 16,25-19 36-16</inkml:trace>
  <inkml:trace contextRef="#ctx0" brushRef="#br0" timeOffset="20262.77">13052 14063 22 0,'0'0'79'0,"0"0"0"16,0 0-10-16,0 0-7 0,0 0-10 0,0 0-5 15,0 0 2-15,-6-15-15 0,6 15-5 16,0 0-19-16,0 0-12 0,0 0-21 0,0 0-24 15,0 0-30-15,13 15-84 0,-13-9 38 0</inkml:trace>
  <inkml:trace contextRef="#ctx0" brushRef="#br0" timeOffset="20863.23">14842 14295 61 0,'0'0'88'16,"0"0"-6"-16,0 0-7 0,5 3-3 0,-5-3-6 15,0 0-6-15,0 0 0 0,0 0-5 0,0 0-7 0,0 0 1 16,10 0 3-16,-10 0-4 0,0 0-3 0,6 3-1 16,-6-3-3-16,0 0 1 0,0 0-2 0,0 0-1 15,0 0 4-15,0 0 3 0,0 0-3 16,7 2-1-16,-7-2 0 0,0 0-2 0,0 0-2 15,0 0 1-15,0 0-1 0,0 0-3 0,0 0 4 0,0 0-8 16,0 0 5-16,0 0-6 0,0 0 2 0,0 0-8 16,0 0-1-16,0 0 0 0,0 0-8 0,0 0 1 15,0 0-6-15,0 0 3 0,0 0-6 0,0 0-3 16,0 0-8-16,0 0-9 0,0 0-23 16,0 0-10-16,0 0-10 0,0 0-10 0,0 0-22 0,6 5-14 15,-6-5-20-15,0 0-86 0,2 9-224 16,-2-9 99-16</inkml:trace>
  <inkml:trace contextRef="#ctx0" brushRef="#br0" timeOffset="21499.22">17043 14158 14 0,'0'0'88'15,"7"-3"-10"-15,-7 3-6 0,0 0 1 0,0 0-4 16,0 0-13-16,0 0 12 0,4-5-10 0,-4 5 2 16,0 0-3-16,0 0 6 0,0 0-13 0,0 0 1 0,0 0-5 15,0 0 2-15,0 0-7 0,0 0 0 0,0 0 1 16,0 0 4-16,0 0 1 0,0 0-6 16,0 0 0-16,0 0-1 0,0 0-6 0,0 0 5 15,0 0-9-15,0 0-6 0,0 0-1 0,0 0 2 0,0 0-3 16,0 0-5-16,0 0-5 0,0 0 6 15,0 0-5-15,0 0-1 0,0 0-2 0,0 0-1 16,0 0 0-16,0 0-3 0,0 0 4 0,0 0-3 16,0 0-1-16,0 0 5 0,0 0-8 0,0 0-1 0,0 0 4 15,0 0-2-15,0 0 0 0,0 0 0 0,4-3-3 16,-4 3-2-16,0 0 1 0,0 0 0 0,0 0-6 16,0 0-5-16,0 0-6 0,0 0-14 0,0 0-16 15,0 0-11-15,0 0-18 0,0 0-19 0,0 0-18 16,0 0-87-16,0 0-215 0,0 0 95 0</inkml:trace>
  <inkml:trace contextRef="#ctx0" brushRef="#br0" timeOffset="22070.84">18121 13308 9 0,'0'0'93'16,"0"0"-17"-16,0 0-8 0,0 0-15 0,0 0-12 15,0 0-10-15,0 0-20 0,0 0-19 0,0 0-55 16,0 0-68-16,17 14 32 0</inkml:trace>
  <inkml:trace contextRef="#ctx0" brushRef="#br0" timeOffset="22560.14">18846 13601 50 0,'-12'-1'112'0,"12"1"-7"0,0 0-21 16,0 0-8-16,0 0-13 0,0 0-13 0,0 0-10 16,0 0-18-16,0 0-16 0,0 0-20 0,0 0-28 15,0 11-50-15,0-11-100 0,-2 6 44 0</inkml:trace>
  <inkml:trace contextRef="#ctx0" brushRef="#br0" timeOffset="23053.34">19702 13882 76 0,'0'0'113'0,"0"0"-12"0,0 0-8 0,0 0-8 16,0 0-16-16,0 0 5 0,0 0-10 0,0 0-14 15,0 0-1-15,0 0-1 0,0 0-13 0,-12 8-1 16,12-8-8-16,0 0-6 0,0 0-23 0,0 0-16 16,0 0-18-16,0 0-30 0,0 0-69 0,0 0-146 15,0 0 65-15</inkml:trace>
  <inkml:trace contextRef="#ctx0" brushRef="#br0" timeOffset="23411.14">19917 13869 25 0,'-8'-4'45'0,"8"4"3"0,0 0-9 15,0 0-2-15,0 0-12 0,0 0-11 0,0 0-4 16,-6-5-12-16,6 5-17 0,0 0-18 0,0 0-41 16,0 0 18-16</inkml:trace>
  <inkml:trace contextRef="#ctx0" brushRef="#br0" timeOffset="28048.27">21369 15040 105 0,'7'-2'97'0,"-7"2"-11"0,0 0-6 15,0 0-14-15,0 0-15 0,0 0-7 0,0 0-8 16,0 0-24-16,6 7-21 0,-6-7-11 0,0 0-16 0,0 0-15 16,-6 12-27-16,6-12-83 0,0 0 38 15</inkml:trace>
  <inkml:trace contextRef="#ctx0" brushRef="#br0" timeOffset="28289.17">21925 15034 45 0,'0'0'76'0,"0"0"-17"0,0 0-17 0,0 0-17 16,0 0-19-16,0 0-23 0,0 0-23 0,0 0-42 16,0 0 18-16</inkml:trace>
  <inkml:trace contextRef="#ctx0" brushRef="#br0" timeOffset="35112.67">22303 16089 23 0,'0'0'13'0,"0"0"2"15,0 0 1-15,0 0-2 0,0 0-2 0,0 13 1 16,0-13-5-16,0 0 2 0,0 0-8 0,0 0 4 15,0 0-2-15,4 5 3 0,-4-5-4 0,0 0 1 16,0 0 2-16,0 0-2 0,0 0-2 16,0 0-2-16,0 0 7 0,0 0-5 0,0 0 4 0,0 0-4 15,0 0-2-15,0 0 5 0,0 0-6 0,0 0 4 16,0 0-5-16,0 0 0 0,0 0-3 0,-7 10-5 16,7-10-2-16,0 0-3 0,0 0-9 0,0 0-25 15,0 0 11-15</inkml:trace>
  <inkml:trace contextRef="#ctx0" brushRef="#br0" timeOffset="43604.78">23535 17698 39 0,'0'0'40'0,"0"0"4"0,0 0-4 0,0 0 2 0,0 0-5 16,0 0-1-16,0 0 5 0,0 0-10 16,0 0 0-16,0 0 4 0,0 0-4 0,0 0-1 0,0 0-5 15,0 0 0-15,0 0 1 0,0 0-8 0,0 0 2 16,0 0-12-16,0 0 17 0,0 0 0 15,0 0-16-15,0 0 5 0,0 0-14 0,0 0 6 0,0 0-1 16,0 0 1-16,0 0 0 0,0 0-2 16,0 0 1-16,0 0 2 0,0 0-3 0,-14-15 0 15,14 15-3-15,0 0 5 0,0 0-2 0,0 0 5 16,0 0 0-16,0 0 0 0,0 0-1 0,0 0-8 16,0 0 5-16,0 0-2 0,0 0 5 0,0 0-7 15,0 0 5-15,0 0-1 0,0 0-1 0,0 0-5 16,0 0 4-16,0 0-3 0,0 0 1 0,0 0-2 15,0 0 1-15,0 0 3 0,0 0 5 0,0 0-10 16,0 0 9-16,0 0-8 0,-5-7 0 0,5 7-1 16,0 0 1-16,0 0-4 0,0 0-9 0,0 0 17 15,0 0-24-15,0 0 9 0,0 0-17 0,0 0 14 16,0 0-13-16,0 0-2 0,0 0-4 0,0 0 2 16,0 0-15-16,0 0 0 0,0 0 3 0,0 0-33 15,0 0-81-15,0 0 37 0</inkml:trace>
  <inkml:trace contextRef="#ctx0" brushRef="#br0" timeOffset="49715.93">17514 13355 13 0,'5'3'98'0,"-5"-3"0"0,0 0-11 0,0 0-4 16,0 0-9-16,0 0-9 0,0 0-3 0,0 0-14 15,0 0-5-15,0 0-15 0,0 0-21 0,7 4-12 0,-7-4-9 16,2 10-12-16,0-3-11 0,-1-1-10 0,0 4-50 16,2 2-103-16,-1-1 46 0</inkml:trace>
  <inkml:trace contextRef="#ctx0" brushRef="#br0" timeOffset="50101.71">18291 13630 84 0,'0'0'113'0,"0"0"-1"0,0 0-4 16,0 0 3-16,0 0-10 0,0 0-5 0,0 0-5 15,0 0-9-15,0 0-9 0,0 0-11 0,0 0-5 0,0 0-12 16,0 0 2-16,0 0-6 0,0 0-4 16,0 0 1-16,0 0-5 0,0 0-7 0,0 0 0 15,0 0-9-15,0 0-1 0,0 0-8 0,0 0-5 16,-7 20-3-16,7-20-6 0,0 0 5 0,-4 7 0 0,4-7 6 15,0 0-5-15,0 0-6 0,-4 5 8 0,4-5-2 16,0 0-3-16,0 0 1 0,0 0-2 16,0 0 2-16,0 0 3 0,0 0-6 0,0 0 2 0,0 0-14 15,-5 6 4-15,5-6-6 0,0 0 0 0,0 0-3 16,0 0-5-16,0 0-10 0,0 0-6 0,0 0-10 16,0 0-18-16,0 0-17 0,0 0-78 0,0 0-180 15,0 0 81-15</inkml:trace>
  <inkml:trace contextRef="#ctx0" brushRef="#br0" timeOffset="51375.21">18404 13751 14 0,'0'0'63'16,"0"0"-8"-16,0 0-4 0,0 0-10 0,0 0-15 15,0 0-4-15,0 0-8 0,6-6-9 0,-6 6-9 16,0 0-7-16,0 0-35 0,0 0-51 0,0 0 23 15</inkml:trace>
  <inkml:trace contextRef="#ctx0" brushRef="#br0" timeOffset="54139.01">19643 13866 9 0,'0'0'-2'0,"0"0"-2"0</inkml:trace>
  <inkml:trace contextRef="#ctx0" brushRef="#br0" timeOffset="56690.68">32602 6289 35 0,'0'0'93'16,"0"0"-11"-16,0 0-2 0,0 0 1 0,0 0-14 15,0 0-11-15,0 0 1 0,0 0-12 0,0 0-2 16,0 0-10-16,0 0-2 0,0 0-14 0,0 0-5 16,0 0-10-16,0 0-17 0,0 0-16 0,0 0-14 15,0 0-16-15,0 0-36 0,0 0-106 0,0 0 47 16</inkml:trace>
</inkml:ink>
</file>

<file path=ppt/ink/ink1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10:32:10.681"/>
    </inkml:context>
    <inkml:brush xml:id="br0">
      <inkml:brushProperty name="width" value="0.05292" units="cm"/>
      <inkml:brushProperty name="height" value="0.05292" units="cm"/>
      <inkml:brushProperty name="color" value="#FF0000"/>
    </inkml:brush>
  </inkml:definitions>
  <inkml:trace contextRef="#ctx0" brushRef="#br0">19503 5924 1644 0</inkml:trace>
  <inkml:trace contextRef="#ctx0" brushRef="#br0" timeOffset="-165249.15">3842 3759 91 0,'0'0'108'0,"0"0"-3"15,0 0-7-15,0 0-9 0,0 0-15 0,0 0-9 16,0 0-7-16,0 0-6 0,0 0 7 0,0 0-7 16,0 0 3-16,0 0 1 0,2 26-2 0,-2-13 5 15,0 3-9-15,1 1 4 0,-2 0-14 0,1 2 4 16,0 5-12-16,0 2 21 0,-2 3 1 0,0 0-6 16,2 1-2-16,0-1 0 0,-1 3-9 0,-1-3 2 15,4 3 1-15,-5-6-8 0,2 4 0 0,-3-2 3 16,0-1-7-16,3-6-5 0,-2 3 0 0,1-3-5 15,0-2 1-15,2 0-1 0,-2-1-4 0,2 0-9 16,-3-1-7-16,1 0-7 0,0-5-15 0,1-2-23 16,-1 2-25-16,-1-3-9 0,3-9-44 15,-4 11-133-15,4-11-279 0,-6 9 124 0</inkml:trace>
  <inkml:trace contextRef="#ctx0" brushRef="#br0" timeOffset="-164623.18">3853 4082 81 0,'16'-7'108'16,"1"0"-16"-16,-2-2-2 0,5 2-17 0,-3-2-2 15,0 1-1-15,2-2-24 0,0 1 14 0,-2-2-11 16,1 1 7-16,-3-3-7 0,0 1 9 15,-2 1-20-15,-1-2 3 0,-5 3 7 0,2-3-3 16,-3 0-9-16,-4 4 3 0,1-4-2 0,-1 6 15 16,-1-4 4-16,-1 11-4 0,2-15-3 0,-2 15-2 0,-2-13-2 15,2 13-7-15,0 0-4 0,0 0-6 16,0 0-1-16,0 0-4 0,0 0 13 0,0 0-1 16,0 0 0-16,-5 39 0 0,4-13 7 0,-1 1 1 15,-5 5-5-15,6 1 2 0,-3 0-9 0,3-2 0 16,-2-1-1-16,0-3-6 0,1-1 4 0,3-7-7 0,-1-1-3 15,-1 1-5-15,6-4 7 0,-6 2-3 0,2-7-3 16,-1 1-3-16,0-3 0 0,1-2 1 0,-1-6 0 16,3 10 4-16,-3-10-7 0,3 6 3 15,-3-6-1-15,0 0 0 0,3 6 0 0,-3-6 4 16,0 0-10-16,0 0-2 0,0 0-9 0,17-11 3 16,-11 8 0-16,-1-3-3 0,3 1 4 0,2 2-3 15,-6-1 2-15,3 0 1 0,-7 4 1 0,11-2-1 16,-2 0-6-16,-9 2 5 0,17 0-4 0,-7 2-3 15,1-2 3-15,1 3-7 0,2 0 10 0,3-1-6 16,-2 0-2-16,-2 0-6 0,4-2 2 0,-2-2 0 16,4 0 0-16,-3 0-11 0,2-2 11 0,3 0-2 15,-6-1 0-15,2-4 9 0,-3 0-5 0,1 0 3 16,-5-4 4-16,-2 5 4 0,2-6 7 0,-2 4 3 0,-3-4 0 16,-2 4 6-16,-2-3 6 0,0 1 4 0,-2 1-5 15,-2 1 2-15,1 1 3 0,-1 3 8 16,-1-2 3-16,-1 3-7 0,5 5-3 0,-11-3-2 15,11 3-5-15,-16 5-1 0,2 4-1 0,-1 0 1 16,1 5-3-16,0 0-5 0,-3 7-12 0,6-4-14 16,2-4-45-16,0 5-44 0,6-2-33 0,1-5-40 15,3 3-133-15,3-4-339 0,6-1 150 0</inkml:trace>
  <inkml:trace contextRef="#ctx0" brushRef="#br0" timeOffset="-163716.54">5177 3985 118 0,'-5'-5'206'15,"-2"4"-12"-15,7 1-18 0,-16 0-8 0,5 4 2 16,-4 8-9-16,-4 6-6 0,-5 4-7 0,2 5-11 15,-2 2-16-15,-3 8-11 0,9-10-9 0,4 1-10 16,1-2-5-16,4 1-12 0,1-3-4 0,8-6-11 16,0-1-5-16,3-5-10 0,3 2-9 0,2-2-16 15,6-2-15-15,-4-2-13 0,7 0-11 0,-1-3-8 16,5-3-15-16,-4-2-19 0,3-2-4 0,2-3-10 16,3-2 7-16,0-3-1 0,-8 3 5 0,8-7 12 15,-9 4-12-15,1-3 8 0,-4-2 6 0,-2 0 2 16,1 0 7-16,-3-2 8 0,-2-2-3 15,0 2 5-15,-2-1 1 0,-1-7 21 0,-2 9 6 0,1 0 13 16,-3 5 19-16,1 1 9 0,-1 1-3 0,0 9 2 16,0-10-3-16,0 10-11 0,0 0 3 0,0 0 2 15,0 0 6-15,0 0 2 0,-8 21-3 16,7-10-2-16,-3 8 1 0,2-2-3 0,2 3-4 16,1-4 4-16,2 4-6 0,2-2 2 0,0-1-7 0,1-1 0 15,1-5-4-15,1 0 1 0,5 0 0 0,-4-2 1 16,3-2-5-16,-2 0 0 0,-1-2 3 0,4 2 0 15,-4-4-11-15,2-1 7 0,-2-1-4 0,-1-2-2 16,1-2-9-16,0 0 6 0,-4-1 0 0,0 1-2 16,-1-3-10-16,1-2 6 0,-2-1-6 15,-3-1 0-15,0 1 4 0,-2-1-7 0,2-2 2 0,-4 2 4 16,3-2 3-16,0 1 0 0,-2-1-3 0,1-1-4 16,2 2 5-16,0-1 2 0,2 4-9 0,-1-2-3 15,1 3 5-15,2 2-3 0,-4 5 2 0,9-5-2 16,2 5 6-16,1 3-1 0,-1 2 5 0,-1 2-3 15,1 0-1-15,1 4 0 0,1 3 7 0,1-3 4 16,-4 2-2-16,-2 3 3 0,1-2-1 0,1-2 0 16,-5 1 1-16,0-4 1 0,1 1 0 0,-1-2-2 15,0 0 1-15,-4-4 1 0,-1-4 4 0,2 9 19 16,-2-9 15-16,2 6 1 0,-2-6-6 0,0 0 0 16,0 0 1-16,0 0 0 0,0 0 3 0,0 0 3 15,-13-19-1-15,12 11 1 0,1-3-10 16,0 2-1-16,2-1 0 0,2-4-9 0,1 2-4 0,3-4-5 15,0 2 2-15,-1 0-1 0,1 4-1 16,5-4-3-16,1 0-5 0,0 4 2 0,-1-1-2 0,1 6 0 16,-3-1 0-16,3 3-4 0,-1 3 1 0,0 1 0 15,0 3-5-15,-2 2-12 0,3 4-6 16,0-1-17-16,-2 3-38 0,-2 0-22 0,2 2-35 16,-2 0-44-16,-3 1-170 0,-3-4-373 0,-1 2 165 0</inkml:trace>
  <inkml:trace contextRef="#ctx0" brushRef="#br0" timeOffset="-163320.91">5997 4066 171 0,'0'0'177'0,"0"0"-9"0,0 0-4 0,-19 16-19 0,11-3-11 15,-4 3-15-15,0 6-9 0,7-5-8 16,1 2-10-16,3 4-9 0,-1-5-17 0,4-1 7 16,0 0-13-16,3 0-5 0,1-3-3 0,3 0-7 0,-2-2-12 15,5-4 1-15,3 0-5 0,0-1-1 16,1 0-3-16,3-6-3 0,3 1-8 0,-1-5-1 16,-1-1 1-16,-1-2-4 0,0 1-3 0,0-2 8 15,-2-3 2-15,-3-2-1 0,1 0-2 0,-3 0-7 16,-3-5 2-16,1 3 1 0,-3-1 5 0,0-4 2 15,-6 3 0-15,2-2-1 0,-3 1-4 0,0-1 2 0,-3 1 11 16,0 6 8-16,2 2 4 0,-3 0 4 0,2 4 3 16,2 5-8-16,-5-9-3 0,5 9-8 15,-9 0 2-15,9 0-3 0,-16 13 3 0,5 0-7 16,2 3-1-16,1 0-2 0,1 2-3 0,0 0-17 16,5 0-26-16,-1 1-33 0,3-2-37 0,2 3-36 15,1-4-33-15,4-3-29 0,-1 3-129 0,-2-6-353 0,2 0 157 16</inkml:trace>
  <inkml:trace contextRef="#ctx0" brushRef="#br0" timeOffset="-163106.15">6350 4263 171 0,'3'-10'195'0,"-2"-1"4"0,0-1-15 16,2 1-5-16,2-5-11 0,-3 4-8 0,5 0-5 0,2-2-2 15,1 5-17-15,-3 0-6 0,5-1-9 16,1 4-9-16,0 0-10 0,-2 2-12 0,3 0-6 15,-4 6-10-15,4-1-1 0,-3 4-10 0,0 1-3 16,1 1-6-16,-1 5-6 0,-3-3-5 0,2 4-4 16,-5-1-2-16,-1 0-29 0,-2 0-22 0,2 4-37 15,-2-1-31-15,-2-3-47 0,1 0-50 0,-1 0-56 0,-4 0-123 16,4-12-389-16,-4 20 172 0</inkml:trace>
  <inkml:trace contextRef="#ctx0" brushRef="#br0" timeOffset="-162870.42">6627 3927 133 0,'-2'-13'271'0,"-1"2"-10"16,3 11-17-16,-2-14-26 0,2 14-22 0,-6-8-13 15,6 8-25-15,0 0-10 0,0 0-9 0,0 0-11 16,0 42-6-16,-1-16-12 0,0 4-8 0,2-2-12 15,0 4-9-15,2-2-11 0,-3 2-4 0,3 0-11 16,-2-1-20-16,-1-4-26 0,1 2-28 0,-2-2-33 16,1-8-46-16,2 7-30 0,0-9-53 0,-1 1-32 15,0-3-142-15,-1-2-384 0,0-13 169 0</inkml:trace>
  <inkml:trace contextRef="#ctx0" brushRef="#br0" timeOffset="-162304.33">6708 4081 17 0,'6'-3'200'0,"2"3"0"0,-8 0-21 16,15 4 8-16,-7 3-1 0,1 2-18 0,1 0-16 0,1 7-8 16,-3-3-12-16,2 3-11 0,-6-3-12 15,0 3-12-15,-1-5-9 0,-1 5-10 0,-1 0-2 16,-1-4-11-16,-1-2-3 0,-1 1-10 0,-2 0-4 0,0-4-4 15,-2 0-3-15,3-4-5 0,3-3-1 0,-5 7-1 16,5-7-5-16,-7 3-4 0,7-3-2 16,0 0-4-16,0 0 2 0,0 0-8 0,0 0 1 15,3-24-4-15,1 14-7 0,0 0-5 0,2 0-4 16,0-4 0-16,1-2-1 0,-1 3 3 0,6-2-2 0,-1-1-2 16,1 2 2-16,2 1-3 0,-1-2 3 0,1 2-4 15,-3 2 6-15,3 1-1 0,-4 1 3 0,-2 2-5 16,0 0 4-16,-3 2-4 0,0 2 4 0,-5 3-3 15,8-1 0-15,-8 1 1 0,0 0 11 16,0 0 7-16,0 12 2 0,-3-1 7 0,-1 5 6 16,-2 0-5-16,1 1 0 0,1 2 13 0,3-4 2 0,-3 1-13 15,4 1 4-15,-3-6-5 0,3 1-2 0,0-1-2 16,0 0-1-16,2-5-2 0,0 1-2 16,1-2 0-16,2-1 3 0,-5-4-1 0,12 4-7 15,-1-5-1-15,0-1 0 0,3-1-6 0,3-5-4 0,-4 2-3 16,3-4-2-16,2 2-5 0,-7 0 1 15,1-6 4-15,-2 3-9 0,-3 0 1 0,-1 1 2 0,2-2-2 16,-3 0 6-16,-1 1-1 0,-2 2 2 16,0 1-3-16,0 2 5 0,-2 6-5 0,2-9 2 15,-2 9 3-15,2-6-5 0,-2 6-2 0,0 0 1 16,0 0 5-16,0 0-1 0,3 24 3 0,-3-11 3 16,0 1 5-16,-2 2-1 0,2 0-5 0,0-1-6 15,0 2-15-15,2-2-26 0,0 1-27 0,2 0-40 0,0-5-40 16,0-3-44-16,1 4-170 0,-1-5-401 15,3-1 179-15</inkml:trace>
  <inkml:trace contextRef="#ctx0" brushRef="#br0" timeOffset="-162063.81">7393 3885 242 0,'-3'-10'259'0,"1"1"0"15,2 9-17-15,0 0-17 0,-2-16-24 0,2 16-20 16,0 0-10-16,0 0 1 0,0 0 1 0,0 0-14 16,-1 53-15-16,1-26-7 0,1 0-12 0,-2 1-16 15,4 2-8-15,-2-5-14 0,0 3-1 0,-1 0-15 0,0 0-7 16,3 0-12-16,-1-8-27 0,-3 4-26 16,2-3-30-16,-1-4-36 0,0 0-39 0,-2 0-43 15,0-5-31-15,1-1-40 0,-3 0-32 0,-1-3-129 16,5-8-411-16,0 0 183 0</inkml:trace>
  <inkml:trace contextRef="#ctx0" brushRef="#br0" timeOffset="-161813.46">7277 4121 19 0,'0'0'168'0,"2"-16"-7"0,2 11-16 0,5 0-2 15,1-1-6-15,3 2-12 0,3-3-7 0,5 4-6 16,-1-2-10-16,2 3 2 0,6-3-11 0,2 1 4 15,-2 2-5-15,-8 0-11 0,1 0-4 0,-2 2-9 16,-1 4-4-16,0-2 9 0,-6-1-5 0,2 5-5 16,-3-2 6-16,0 4-6 0,-3-1-5 0,-1 3 5 15,-1 0 3-15,-1 2-3 0,0 2-10 0,-4 3 1 16,1 0-7-16,-3-5-5 0,1 4-2 0,-5 1-6 16,4 0-7-16,-2-1-19 0,0-3-29 0,0 2-35 15,-3-4-43-15,4-1-46 0,2 0-56 16,-4-1-179-16,4-9-411 0,0 0 183 0</inkml:trace>
  <inkml:trace contextRef="#ctx0" brushRef="#br0" timeOffset="-161638.45">7556 3817 157 0,'-2'-3'176'15,"-1"-4"-29"-15,3 7-21 0,0 0-16 0,0 0-30 16,0 0-41-16,0 0-58 0,-1 21-34 0,5-9-75 16,1 0-138-16,4 2 62 0</inkml:trace>
  <inkml:trace contextRef="#ctx0" brushRef="#br0" timeOffset="-161116.72">7779 4070 36 0,'0'0'189'0,"0"0"11"0,-2 13 3 0,0-7-9 16,1 3-6-16,1 2-16 0,-2-1-10 0,2 2-18 15,2-2-9-15,-1 2-13 0,3 1-12 0,-2 3-8 0,1-6-10 16,1 3-9-16,-1-3-6 0,1 2-11 16,3-5-5-16,-1 2-3 0,-1-3-7 0,-2-2-7 15,2 0 0-15,0 2-5 0,-5-6-4 0,6 5-2 16,-6-5-2-16,9-2-6 0,-9 2-1 0,8-5-9 15,-3 0 3-15,-5 5-3 0,8-15-5 0,-4 6-5 0,1-3-1 16,-2 2 2-16,1-2 0 0,0 1 0 0,1-7-4 16,1 2 1-16,-1-1-1 0,-2 1 5 15,2 1 0-15,-2 5 8 0,0-2-7 0,-1 3-1 16,2 1-1-16,0 1-3 0,-2 3 0 0,-2 4 1 16,11-6 1-16,-11 6-3 0,12 4 5 0,-4 0-2 15,1 3 4-15,-1 3-2 0,-2-1 4 0,1 3-2 0,-1-2 2 16,1 4-1-16,-1-2 3 0,-3-2 10 15,-1 1-6-15,2-3 1 0,-3-1-1 0,0-1-1 16,2-1 0-16,-3-5 2 0,2 6 6 0,-2-6 13 16,0 0-11-16,0 0-2 0,0 0-1 0,0 0-5 15,0 0 2-15,0 0-1 0,0 0 2 0,0 0-3 16,0 0-2-16,4-27 4 0,-1 18-8 0,-2 1-9 16,1-1 4-16,2-5-3 0,1 4 2 0,2-4-3 15,2 3-3-15,-2 0-7 0,2 2 4 0,-2 2-1 16,-2 2-2-16,1 0-1 0,-6 5 3 0,10-4 0 15,-2 4 1-15,-8 0 2 0,17 6-1 0,-8 0 3 16,-5 3-2-16,2 0 2 0,2 2-6 0,-6 2-4 16,2 1-15-16,0 2-28 0,-2-3-26 0,1 6-30 15,-2-1-49-15,4-1-91 0,-6 1-197 0,2-1-481 16,1-6 213-16</inkml:trace>
  <inkml:trace contextRef="#ctx0" brushRef="#br0" timeOffset="-160410.52">8347 4057 57 0,'0'0'204'0,"0"0"-22"16,0 0-9-16,0 0-1 0,0 0 6 0,0 0-1 16,0 0-11-16,0 0-30 0,-7 26-6 0,5-16-8 15,2 2-8-15,0 0 4 0,3-1-11 0,2 1-6 16,-1-2-8-16,4-3-9 0,0 3-7 0,0-2-8 15,4-1-4-15,2-2-5 0,3-3-7 0,-1 2-2 16,2-4-9-16,0-1 0 0,1-2-8 0,-2-1-3 16,0-2-3-16,-2-1-9 0,0-3-15 0,-5 1-8 15,-1 2-9-15,0-5-3 0,-5 2-7 0,-3-2-6 16,-2 0-2-16,-1-3-8 0,-5 0-1 0,-1 0 9 16,-3-1 2-16,-3 2 0 0,3 2 4 0,-3 0 6 15,-1 0 2-15,2 2 5 0,2 4 1 0,1-1 1 16,2 2 2-16,0 1-1 0,8 4-1 0,-9-11 3 15,9 11-4-15,0 0 1 0,0 0 3 0,-4 0 2 16,4 0 0-16,0 0 3 0,0 0 1 0,30 11 3 16,-11-8-2-16,0-2 5 0,9-2-4 15,6 0 0-15,-1-1 5 0,1-2-2 0,1 0 1 0,-1-2-1 16,-1-3 0-16,-2-1 3 0,-5 0-2 0,-2-1 0 16,-9 1 4-16,-2 1 4 0,-3 0-1 0,1-2 4 15,-5 0 1-15,-1 3 1 0,-1-4 0 16,0 0-1-16,-2 1 7 0,-3-3 1 0,1 5-1 15,-1-2 6-15,-4 1-3 0,2 4 2 0,3 6-4 0,-4-7-1 16,4 7-3-16,-2-8-8 0,2 8 0 0,0 0-1 16,0 0-4-16,-9 26 10 0,2 1 4 0,1 6 1 15,-3 14 0-15,3 2 6 0,-5 2 1 0,6-1-2 16,-1 0-1-16,2-4 1 0,0-10-1 16,2 12 4-16,-1-12-6 0,2-1-1 0,-2-3-2 0,2-2 0 15,1 3-6-15,-1-3-1 0,1-3-18 0,0-2-10 16,-3 2-32-16,3-9-21 0,0 1-40 0,3-3-50 15,-3-6-45-15,1 3-47 0,-5-4-161 0,4-9-443 16,0 0 196-16</inkml:trace>
  <inkml:trace contextRef="#ctx0" brushRef="#br0" timeOffset="-160250.75">8727 4214 152 0,'13'-6'172'0,"-4"3"-10"16,1 0-21-16,8 1-20 0,0 2-24 16,2-2-46-16,12-4-49 0,0 2-50 0,1 0-94 15,-1-1-153-15,0-1 67 0</inkml:trace>
  <inkml:trace contextRef="#ctx0" brushRef="#br0" timeOffset="-159856.52">9585 4234 42 0,'19'-7'210'0,"-1"0"-4"0,7-4-3 0,-1 0-11 16,1 0-12-16,0-2-17 0,-7 3-8 0,0-1-9 15,0 1-9-15,1 0-10 0,5-4-8 0,-8 1-4 16,0 2-10-16,-3-1-6 0,-3 4-1 0,-3-1-8 16,-2 0 0-16,0-1-9 0,-2 1-10 0,-2 1 3 15,1 1-1-15,-3-2-3 0,1 9-6 0,-6-10-9 16,-1 7-10-16,-3 0-6 0,-4 2 0 0,-5 2-5 16,1 2 0-16,-2 3-3 0,0 3-6 0,-3 3 6 15,-1 5-6-15,5 1 0 0,2 2 4 0,1 2 3 16,5-6-4-16,4 3-1 0,2 0 3 0,2-1 1 15,-1 3-1-15,6-4-1 0,1 2-2 0,4-4-1 16,0 1 1-16,5-1-1 0,2 0-7 0,1-3 2 16,3-1-13-16,6 2-23 0,-3-6-19 0,5 2-22 15,2-3-41-15,-7-3-51 0,9-3-53 0,3-1-57 16,-6-2-221-16,1-3-520 0,-8 0 231 0</inkml:trace>
  <inkml:trace contextRef="#ctx0" brushRef="#br0" timeOffset="-159652.85">9950 3901 112 0,'0'0'251'0,"-6"-5"-15"0,6 5-23 15,0 0-19-15,0 0-23 0,0 0-14 0,0 0-14 16,0 0-14-16,0 0-15 0,26-9-29 0,-6 5-32 15,0 5-54-15,0-2-46 0,0-1-43 0,1-1-55 16,-1 3-118-16,-4 0-284 0,-2 0 126 0</inkml:trace>
  <inkml:trace contextRef="#ctx0" brushRef="#br0" timeOffset="-159245.87">10141 4343 123 0,'0'0'269'0,"16"-6"-5"0,-7 0-20 0,0-2-15 15,4-2-9-15,-2-2-15 0,3-1-16 0,-1-1-9 16,0-1-13-16,0 0-12 0,-2-2-4 16,3-5-23-16,-1 1-10 0,1-1-10 0,-2-2-10 0,-3 6-10 15,-1 2-6-15,0 0 2 0,-4 4-4 0,-2 0-3 16,1 1-7-16,0 3-1 0,-2 2-7 0,-1 6-10 15,1-11-6-15,-1 11-6 0,0 0-4 0,0 0-1 16,0 0-8-16,0 0-10 0,0 0-5 0,-25 19-6 16,17-7-7-16,-1 2-13 0,1-2-5 0,1 3-18 15,3-3-9-15,1 0-7 0,2 0 3 0,2 2 2 16,2-2 0-16,1 3 6 0,3-1 8 0,0 2 0 16,0-3 2-16,0-2 10 0,2-1-3 0,-2 0 0 15,1 0 6-15,-3-2-4 0,2 0 9 16,-2-3 0-16,-3 0 9 0,1 1 7 0,-3-6 1 0,2 11 5 15,-2-11 3-15,-2 10 0 0,2-10 1 0,-7 7-2 16,1-1-2-16,1-2-1 0,5-4 0 0,-16 3-24 16,8 1-18-16,1-2-42 0,0-1-59 0,7-1-84 15,-12 0-234-15,12 0-491 0,0 0 218 16</inkml:trace>
  <inkml:trace contextRef="#ctx0" brushRef="#br0" timeOffset="-159101.18">10491 4223 212 0,'3'-4'245'0,"-3"4"-12"0,0 0-22 0,4-5-21 15,-4 5-30-15,0 0-43 0,0 0-54 0,0 0-59 0,0 0-62 16,5-5-54-16,-5 5-100 0,0 0-227 0,0 0 100 16</inkml:trace>
  <inkml:trace contextRef="#ctx0" brushRef="#br0" timeOffset="-157422.91">11422 3966 44 0,'0'0'147'0,"-14"-10"-1"0,14 10-11 0,-11 0-4 16,11 0-2-16,-19 4 1 0,7 1-7 0,0-1-3 15,-4 4-13-15,2 0-3 0,-3 5-7 0,3-2-7 16,3 3-5-16,-2 1-9 0,2 0-1 0,-1 2-10 15,3 0-9-15,3-2-5 0,2 2-5 0,0-5 1 16,4 0-10-16,1 1-4 0,2 0-4 16,2-1 4-16,3-2-7 0,3 1-1 0,-1-3-4 0,2-1 3 15,-1-1-9-15,3-4 2 0,3 0-3 0,-3 1-2 16,4-3-2-16,-4-2-3 0,1 1 4 0,-2-3-1 16,0-2 1-16,-2-2-1 0,3-3-2 0,-4 4-2 15,2-5-1-15,-4 2 0 0,-1-4 6 16,-3 2-3-16,4-2 4 0,-2-1-3 0,-3 2 1 15,-1-3 5-15,2 5 2 0,-1-6 3 0,-2 5 2 16,1 1-2-16,-1 1 3 0,0 3-3 0,0 0 3 0,-1 7-3 16,2-12-5-16,-2 12-2 0,0-7-2 0,0 7 1 15,0 0-3-15,0 0-3 0,0 0-1 0,0 0 4 16,5 23-6-16,-4-13 12 0,0 1-11 16,3 5 2-16,1-1-1 0,-2 1-6 0,1 0-11 15,0-4-15-15,4 3-18 0,-4-4-38 0,3 0-7 16,-1 1-23-16,3-4-21 0,0 0-16 0,0 0-28 0,-1-2-137 15,0 0-339-15,-3-3 150 0</inkml:trace>
  <inkml:trace contextRef="#ctx0" brushRef="#br0" timeOffset="-157217.34">11758 3933 36 0,'3'-24'196'15,"-3"6"-4"-15,2 0 2 0,0 7 9 0,-2-1 1 0,0 12-7 16,0-14-19-16,0 14-15 0,0-11-20 0,0 11-16 15,0 0-16-15,0 0 6 0,0 0 4 16,0 0 9-16,6 40-20 0,-3-14-9 0,-3 2-5 16,2 2-10-16,-2 0-12 0,0 0-3 0,2 1-12 15,-4 2-6-15,2-2-32 0,-2-2-27 0,4 0-36 16,-7-2-39-16,5 1-50 0,0-3-49 0,0-7-39 16,-1-1-169-16,-2-7-419 0,1 2 185 0</inkml:trace>
  <inkml:trace contextRef="#ctx0" brushRef="#br0" timeOffset="-157052.46">11734 4032 17 0,'18'-4'148'15,"6"-3"-32"-15,7 3-20 0,6 2-41 0,-3-2-14 16,6 2-34-16,0-1-31 0,12-1-52 0,-14 3-83 15,-2-3 37-15</inkml:trace>
  <inkml:trace contextRef="#ctx0" brushRef="#br0" timeOffset="-156835.68">12768 3782 147 0,'-1'-14'255'0,"1"8"-7"0,0 6-20 16,0-9-20-16,0 9-27 0,0 0-17 0,0 0-10 15,0 0 20-15,0 0 13 0,0 0-8 0,1 58-10 16,-2-31-19-16,1 2-10 0,3 2-16 0,1-2-5 16,-2 1-15-16,2 0-11 0,-1-1-9 0,1-2-7 15,0 3-19-15,-4-5-20 0,6 0-22 0,-6-8-34 16,2 0-36-16,-4-1-43 0,4-4-44 0,0 1-49 16,-2-3-39-16,0-1-199 0,0-9-464 0,0 13 205 15</inkml:trace>
  <inkml:trace contextRef="#ctx0" brushRef="#br0" timeOffset="-156292.15">12780 3979 109 0,'5'-11'168'0,"4"2"-18"0,3-4 3 0,0 0 1 0,0 7-6 16,1-6-5-16,4 0 2 0,-2 1-13 0,3-2-7 15,-2 4-6-15,0-5-7 0,1 4-6 0,-1-2 0 16,-3 2-5-16,1-2-9 0,-5 5-1 0,0-2-5 15,-1 1-7-15,0-1-8 0,-2 1-6 0,-1-1-9 16,-1 3-4-16,-2 0-2 0,-2 6-5 16,3-9-5-16,-3 9-2 0,5-6-9 0,-5 6-10 0,0 0 4 15,0 0-4-15,0 0-3 0,0 0 3 16,0 0-1-16,-10 44 0 0,6-18-5 0,-1-2 3 0,1 3-6 16,-2 0 3-16,2-2 0 0,0 3 0 0,0-4-1 15,2-4-4-15,1-2 7 0,-3-1-12 0,2 2-5 16,0-2-7-16,4-5-6 0,-4 0-8 15,4 0-5-15,-2-4 3 0,0-2 0 0,0-6 5 16,4 11 1-16,-4-11 2 0,2 7 1 0,-2-7 3 16,7 2 2-16,-7-2 2 0,14 0 0 0,-5-1 0 0,-1-2 0 15,4 3 6-15,1-2 0 0,-1 1 5 0,4 1 4 16,-4-2 6-16,3 2-4 0,3 0 3 16,-5 2 0-16,10-1 3 0,-4 1 1 0,-2-2-4 15,3 3-6-15,-1-2 4 0,2 1-2 0,-3-5 0 16,2 2 1-16,1-1-2 0,-2-1 0 0,-7-1 5 15,5-2-6-15,-3 0 0 0,-3 1-1 0,0-1 5 0,-1-3-1 16,-6 1-2-16,3-2-1 0,-1 1 2 0,-6-2 11 16,2-1 1-16,-2 1-1 0,0-1 2 15,0 12-4-15,-2-22 4 0,-2 12 1 0,2 0 12 16,-3 2 4-16,-1-1-4 0,6 9-5 0,-10-9-2 16,10 9-5-16,-13-1-3 0,13 1 0 0,-21 8-2 15,9 1-5-15,-1 4-3 0,3 1-1 0,3 3-19 0,-1-1-27 16,3 1-43-16,-2 2-45 0,5-2-50 15,6 0-62-15,3 1-204 0,-4-5-481 0,5-2 213 16</inkml:trace>
  <inkml:trace contextRef="#ctx0" brushRef="#br0" timeOffset="-155881.85">14249 4242 2160 0,'3'-11'25'0,"4"-5"-6"0,-3 2-10 16,3-3 5-16,0 0-4 0,2 0 10 0,6-2 3 16,1-5 26-16,-1 2 6 0,4 0 6 0,-1-2 7 15,0 3 7-15,0-1 3 0,-5 8-3 0,3-7-4 16,-7 6 3-16,4 2 4 0,-2 1 7 0,-4 5-3 15,-2-4-1-15,-1 6-1 0,0-2-4 0,1 4-4 16,-5 3-14-16,5-9-2 0,-5 9-8 0,0 0-12 16,2-5-1-16,-2 5-9 0,0 0 0 0,0 0 3 15,-2 35-4-15,2-10 0 0,-1 4 4 0,-1 1-14 16,-3 4-2-16,1 2 17 0,-1-1-16 0,-1 12 0 16,4-14 0-16,0 0-2 0,-1 0-2 0,-1-4 2 15,-1 2 0-15,3-4 3 0,-2-2-14 0,3-2 6 16,-1-2-3-16,0-3 2 0,2 1-6 0,-4-3-3 15,4 1-9-15,-1-3 8 0,0-2-21 0,-1-1-17 16,1 1-26-16,-1 0-26 0,-2-4-33 0,-3 2-51 16,2-3-63-16,-4 0-52 0,-2-2-195 0,-2-1-528 15,13-4 234-15</inkml:trace>
  <inkml:trace contextRef="#ctx0" brushRef="#br0" timeOffset="-155695.42">13971 3955 2339 0,'2'-25'-11'0,"0"10"14"0,-1-2-3 0,1 8-3 15,0-2 0-15,4 3-1 0,-1 0 1 0,-1 2-1 16,10 0-8-16,-3 4-8 0,3-1-18 0,6 1-24 16,-2 5-42-16,3-1-2 0,8 2-36 0,-3 1-22 15,1 5-114-15,-7 0-301 0,10 0 133 16</inkml:trace>
  <inkml:trace contextRef="#ctx0" brushRef="#br0" timeOffset="-155249.54">14642 3950 29 0,'0'0'232'0,"4"-6"-18"0,-4 6-14 0,0 0-20 0,6-3-13 16,-6 3-10-16,0 0-1 0,0 0-1 0,6 18 5 15,-5-8-20-15,0 1-8 0,-1 5-14 0,2 2-10 16,-4-2-11-16,6-5-5 0,-1 5-2 0,1 0-6 16,1-4-3-16,-2-1-8 0,1 2-9 15,0-5-3-15,1 2-6 0,-1-4-5 0,-1-1-4 0,-1 0-3 16,-2-5-8-16,4 7 1 0,1-4-4 0,-5-3 0 16,7 3-3-16,-7-3-3 0,0 0-2 0,17-6-3 15,-8 2 0-15,0-1 5 0,-2-2-12 0,3 0 0 16,-2 0 3-16,-1 1-2 0,1-1-3 0,1 0 3 15,-6 2-7-15,2-5 5 0,-3 1-8 0,1 2 0 16,-2 0 0-16,2-2-1 0,-2-2 1 0,0 2 1 16,-1-3-3-16,-1-3-1 0,0 5-2 0,1-3 3 15,-2 3-2-15,2-7 1 0,-1 7 1 0,1 2 5 16,0 0 2-16,0 8 11 0,-1-13 1 0,1 13 3 16,0-10-4-16,0 10 7 0,0 0-14 0,0-11-4 15,0 11-4-15,0 0 3 0,0 0-1 0,0 0 3 16,0 0-4-16,5 27 5 0,-2-12 4 0,-1-3-8 15,-2 4 4-15,3 1-3 0,-2 1-10 0,3-1-13 16,-3 0-28-16,0 1-27 0,-1 0-46 0,4 0-43 16,-1 0-38-16,1-1-32 0,-2-3-39 0,-2 1-165 15,2-2-466-15,1-4 207 0</inkml:trace>
  <inkml:trace contextRef="#ctx0" brushRef="#br0" timeOffset="-154960.37">14986 4175 62 0,'0'0'242'0,"0"0"-3"0,3-6-5 0,-3 6-11 0,0 0-14 15,0 0-20-15,0 0-12 0,0 0-7 16,-5-13-4-16,5 13-4 0,-5-6-12 0,5 6-12 0,-2-9-12 16,2 9-12-16,-2-10-14 0,3 0-9 0,-1 10-11 15,5-16-11-15,0 6-6 0,0 0-5 0,2 0-8 16,3-5 0-16,2 2-8 0,-3 1-6 0,2 0-2 15,0 4-5-15,-2 0-1 0,2 2-12 16,-1-2 1-16,0 4 1 0,-3 0-2 0,-7 4-3 16,14 0-2-16,-14 0-1 0,11 6-2 0,-11-6 0 0,11 14-3 15,-5-3-4-15,-1 1-3 0,-4 2-27 16,4 3-18-16,-2-1-20 0,2 2-40 0,-6-1-46 0,2-2-45 16,-1 1-51-16,-3 0-185 0,3-2-470 15,0-14 208-15</inkml:trace>
  <inkml:trace contextRef="#ctx0" brushRef="#br0" timeOffset="-154716.22">15513 3865 254 0,'-9'-6'254'0,"3"2"-22"0,-2 2-19 0,8 2-1 15,-19 4-12-15,10 5-15 0,1 0-7 0,-2 7-17 16,1 0-11-16,1 1-16 0,3 1-15 0,1-1-10 16,3 2-11-16,2 5 2 0,1-6-17 0,1 1-16 15,4-1-21-15,1-1-22 0,3 0-33 0,1-3-34 16,-2-2-46-16,4-1-34 0,4-3-41 0,0-3-34 16,-3 1-168-16,-4-1-396 0,2-4 176 0</inkml:trace>
  <inkml:trace contextRef="#ctx0" brushRef="#br0" timeOffset="-154495.72">15730 3815 157 0,'4'-17'206'0,"2"1"10"0,-3 4 4 16,-3 2 8-16,3 1-10 0,-2 1-13 0,0 3-21 16,-1 5-20-16,0 0-14 0,0 0 8 0,0 0-5 15,0 0 10-15,-1 32 2 0,-6-7-14 0,4 1-9 16,-1 5-9-16,-1-1-11 0,1-1-3 0,-3 3-17 15,2 0-7-15,1-2-18 0,1-1-5 0,-1-1-15 16,2-2-22-16,1 0-25 0,0-7-38 0,1-2-43 16,0-1-38-16,0 0-62 0,1-7-53 15,-2 1-70-15,1-10-174 0,-5 13-506 0,5-13 223 0</inkml:trace>
  <inkml:trace contextRef="#ctx0" brushRef="#br0" timeOffset="-154229.98">15596 3979 18 0,'0'0'181'0,"10"-5"-10"15,-3 1-1-15,4 3-3 0,2-2-18 0,4 2-2 16,-1-1-11-16,3 0-7 0,3 1-9 0,0-2-2 16,-1 2-9-16,6 0-10 0,0-1-5 0,3 2-3 15,-11 2-10-15,-3 0-5 0,-2 0-7 16,-3 2 4-16,0-2-8 0,-11-2-7 0,13 4-3 15,-7 1-7-15,1 0 15 0,-2 1-8 0,-5-6-5 0,6 14-4 16,-3-3-3-16,-1 0 0 0,1 0-2 0,-2 0-1 16,0 5-11-16,-1-4-3 0,2 2-15 0,-1-1-32 15,-1 3-43-15,0-5-30 0,4 2-62 16,-3-3-38-16,0 1-197 0,-1-11-423 0,-1 18 188 16</inkml:trace>
  <inkml:trace contextRef="#ctx0" brushRef="#br0" timeOffset="-154052.75">15919 3778 92 0,'0'0'191'0,"-2"-10"-35"15,2 10-38-15,0 0-42 0,0 0-14 0,0 0-50 16,0 0-35-16,0 0-36 0,0 0-46 0,0 0-112 0,34 24 49 15</inkml:trace>
  <inkml:trace contextRef="#ctx0" brushRef="#br0" timeOffset="-153507.92">16216 3936 186 0,'-5'5'205'0,"1"0"2"16,-1 5 0-16,0 0-19 0,-1-1-13 0,3 1-6 15,-4 1-11-15,6-2-11 0,-1 3-15 0,0-1-8 16,1 1-14-16,2 1-1 0,1 0-16 0,0-3-10 16,4 2-8-16,-3-2-7 0,3 1-4 0,-1-3-8 15,5 0-3-15,0 0-6 0,-3-3-5 0,4 2-3 16,-5-5-6-16,3-1-2 0,-3 1-2 0,-6-2-4 16,13-2-8-16,-5-1 2 0,-3-1-2 0,0-3-5 15,3-2-1-15,-2 1-2 0,-1-3 0 0,-1 0-6 16,0-2-2-16,-2 1 2 0,2 1 0 0,0-7-2 15,1 2 6-15,0 1-9 0,0 0 1 0,-1 5-1 16,1-1-1-16,0 2 0 0,2 1-2 0,-3 2 4 16,1 2-1-16,-5 4-2 0,11-4 2 0,-11 4 6 15,14 3 4-15,-5 4 3 0,-1-1 3 0,-2 3 3 16,1 1 13-16,2 4 1 0,-4 0 9 0,-1-2-9 16,2 4 0-16,-3-5 3 0,-1 0-3 0,1-1-4 15,-2-1-3-15,1-3-2 0,0 1 3 0,-2-7-1 16,0 8-3-16,0-8 8 0,0 0-7 0,2 8 9 15,-2-8-3-15,0 0-3 0,0 0 11 0,0 0-17 16,0 0 3-16,0 0-9 0,0 0 5 0,0 0-2 16,7-22-10-16,-5 13 8 0,2-1-11 0,1-1 1 15,5-2-2-15,-1-2-5 0,2 1-1 0,1 1-4 16,1 1 0-16,2 0-4 0,-2 4 6 0,-2-1-7 16,0 3 2-16,-3 2 2 0,2 1 3 0,1 1-1 15,-11 2 3-15,14 2 3 0,-14-2 2 0,13 6-1 16,-4 0 3-16,-1 2 1 0,-4-1-1 0,0 2 2 15,-1 0 3-15,0 4-7 0,1-1 7 0,-2-2-14 16,-1 1-39-16,1 1-35 0,-1-1-55 0,-1-11-62 16,-3 21-48-16,2-11-237 0,1-10-521 0,-2 14 230 15</inkml:trace>
  <inkml:trace contextRef="#ctx0" brushRef="#br0" timeOffset="-151140.16">17371 3891 37 0,'0'0'111'0,"0"0"-4"16,0 0-8-16,0 0 11 0,0 0-8 16,0 0 0-16,0 0-7 0,0 0-8 0,10 15-12 15,-10-15 0-15,2 11-8 0,-1-3 0 0,1 1 4 0,1 0-3 16,-2 1-5-16,0 2 3 0,1-3 1 0,-1 2-2 15,0 1-11-15,1-2 0 0,0 1-5 0,0-4-4 16,0 2-2-16,-1 2-3 0,2-1 1 0,-3-3-2 16,1 1 7-16,2 0-6 0,-2-1 0 15,0-1-2-15,-1-6-2 0,2 10-6 0,-2-10-1 16,0 0-3-16,2 8 4 0,-2-8 1 0,0 0 4 0,0 0-2 16,0 8 6-16,0-8 7 0,0 0 3 0,0 0 8 15,0 0 3-15,0 0-6 0,0 0-1 0,0 0-7 16,0 0 0-16,0 0-7 0,0 0-4 15,-11-19-3-15,11 19 6 0,-4-15-6 0,3 5-5 16,1-3-3-16,0 2-1 0,1-6-4 0,0 1-1 16,2-3-5-16,2 1 0 0,-1 2-4 0,3-4-3 15,1 2-4-15,2 1 2 0,2 0-4 0,-1 3 0 16,4 0-3-16,-2 3 10 0,-2 4-11 0,0 0 4 16,-1 2-7-16,4 3 5 0,-1 2-1 0,-3 3-2 0,2 0-2 15,-2 6 3-15,-1 0-2 0,-1 1 6 16,2 7-7-16,-2 1 6 0,-5-1 0 0,3 2-1 15,-3 5-1-15,2-5-22 0,-3-1-15 0,0 0-26 0,-1 7-29 16,-1-6-55-16,3 0-40 0,0-2-55 16,-6 2-128-16,3-8-405 0,0 0 179 0</inkml:trace>
  <inkml:trace contextRef="#ctx0" brushRef="#br0" timeOffset="-150734.84">17748 4066 121 0,'0'0'181'0,"2"-13"-5"15,-2 13 5-15,3-11-12 0,-3 11-2 0,0 0-5 16,0-12-10-16,0 12-5 0,3-7-5 0,-3 7-12 16,1-6-5-16,-1 6-13 0,0 0-13 0,0 0-9 15,0 0-13-15,0 0-7 0,0 0-9 0,0 0-1 16,0 0 3-16,0 0-4 0,3 21 1 0,-3-10-3 16,0 4 4-16,0 2-4 0,-2 0-3 0,2 2 4 15,0 0 1-15,0 5-11 0,-1-6-4 0,0 2 1 16,-4-3-10-16,4 2 1 0,-2-2-2 0,2 0 0 15,1-2-9-15,-2-2 1 0,1 0-5 0,1-2-3 16,0 1-12-16,-1-3-17 0,1-9-20 0,-3 19-23 16,3-11-20-16,0-8-26 0,-1 13-32 0,1-13-23 15,0 0-20-15,-3 17-11 0,1-13-20 16,2-4-161-16,-7 7-397 0,7-7 176 0</inkml:trace>
  <inkml:trace contextRef="#ctx0" brushRef="#br0" timeOffset="-150242.02">17834 4002 89 0,'0'0'89'0,"0"0"-8"0,0 0 1 0,0 0-8 0,0 0-2 15,0 0 3-15,-14-5-4 0,14 5 5 0,0 0-6 16,0 0 8-16,-10-5-1 0,10 5 2 0,0 0-6 16,-9-4-8-16,9 4-1 0,0 0 12 15,-11-6-1-15,11 6-2 0,-9-3-3 0,9 3-5 16,0 0 5-16,-7-6-7 0,7 6 1 0,0 0-2 0,0 0-2 15,-8-7 1-15,8 7-4 0,0 0-1 16,0 0-6-16,-6-10 6 0,6 10-2 0,0 0 0 16,-3-10-7-16,3 10 0 0,0 0 2 0,-5-9-13 15,5 9-1-15,0 0-2 0,0 0-2 0,0 0-4 16,5-18 2-16,-5 18-4 0,6-6-7 0,-6 6-6 16,9-4 4-16,-9 4-7 0,12-6-1 0,-5 5-3 0,1 0-1 15,3 2 2-15,-1 3 0 0,0-1-5 0,-4 1 5 16,2 3-2-16,1 0 1 0,-4 2-3 15,0 1 1-15,0-1-9 0,-2 2-7 0,-2 1-1 16,-1-1-5-16,-2 5-11 0,-5-1-20 0,-2-1-25 16,-2 1-16-16,2-1-12 0,-5-1-10 0,1-2-23 0,0 0-22 15,-1-2-27-15,0 1-107 0,-4-6-317 16,9 2 140-16</inkml:trace>
  <inkml:trace contextRef="#ctx0" brushRef="#br0" timeOffset="-149902.56">18118 3878 53 0,'1'-5'206'16,"-1"5"2"-16,0 0-12 0,-1-9-15 0,1 9-16 16,0 0-16-16,0 0-15 0,0 0-10 0,0 0-9 15,0 0 3-15,-16 23 1 0,10-8 0 0,-6 10-10 16,2-3-2-16,1 3-10 0,0-2-9 0,4 1 0 16,-1 1-6-16,0-1-10 0,4-5-5 0,-1-1-6 15,0-1-6-15,3 0-5 0,3-1-6 0,-1-3-15 16,-1 0-17-16,3-3-29 0,-2 2-30 0,2-3-28 15,0 1-29-15,0-2-35 0,2-2-32 0,3 2-38 16,-5-4-139-16,-4-4-377 0,8 6 167 0</inkml:trace>
  <inkml:trace contextRef="#ctx0" brushRef="#br0" timeOffset="-149629.72">18204 4093 110 0,'0'0'156'0,"0"0"-13"15,0 0-7-15,0 0 3 0,0 0-13 0,0 0-2 16,0 0-3-16,0 0 0 0,19 8-13 0,-13-5-7 16,1-1-9-16,0 2-6 0,4-3-8 0,-2 2 2 15,1-3 1-15,4 0-7 0,-2-2-2 0,1 1-4 16,-2-1 1-16,0-1 2 0,-3 1 0 0,-1-1-6 16,-2 0-2-16,1-2-5 0,2 0 1 0,-3 0-1 15,-2 0-4-15,-2-3-4 0,-1 8-8 0,-3-13 2 16,-2 7-10-16,2-2-8 0,-1 4 3 0,-2-2-8 15,0 1-5-15,-2-2-16 0,2 4-11 0,6 3-10 16,-13-4-20-16,5 4-22 0,8 0-34 0,-20 2-37 16,20-2-24-16,-15 5-37 0,3 1-160 0,3 0-384 15,0-1 171-15</inkml:trace>
  <inkml:trace contextRef="#ctx0" brushRef="#br0" timeOffset="-149398.04">18531 3857 154 0,'15'0'228'0,"-15"0"1"0,17 10-15 0,-8 0-4 0,2 4 3 16,-2 4-11-16,-2 0-19 0,-2 1-12 0,-3 9-10 15,-1 0-13-15,2 0-11 0,-9 1-14 16,1-3-10-16,-1 3-6 0,-6-3-28 0,0 0-28 15,-6-3-26-15,0 3-37 0,-3-4-50 0,-2-2-56 0,2-3-43 16,-2 0-61-16,-5-3-141 0,2-2-392 0,7-5 174 16</inkml:trace>
  <inkml:trace contextRef="#ctx0" brushRef="#br0" timeOffset="-145374.15">19270 3975 109 0,'0'0'144'0,"0"0"-3"0,-11-3-9 0,11 3-6 15,0 0-10-15,0 0-3 0,0 0-10 0,0 0-13 16,0 0-3-16,0 0-1 0,0 0 0 0,0 0-5 0,37 0-4 16,-19 1-8-16,3-1-3 0,10-1-1 0,0 1-8 15,2-3-6-15,1 0-3 0,1 2-3 0,3-3-6 16,-1 2-3-16,-1-1-3 0,-3 0-6 0,-1 0 1 15,-2 3-7-15,-10-4 4 0,3 4-5 16,-4 0-3-16,-4 0-1 0,-2 0-5 0,-2 0 0 0,-1 0 3 16,-10 0-4-16,14 0 3 0,-8 0-5 0,-6 0 2 15,8 0-5-15,-8 0 3 0,0 0 0 0,0 0 3 16,8 3 1-16,-8-3 13 0,0 0-12 16,0 0 2-16,-14 14 1 0,9-11 8 0,-4 5-2 15,-2 0-2-15,2-1-3 0,-1 2 1 0,-4 3 0 0,0-1-1 16,1 1-9-16,1-2 7 0,0 3-4 0,4-3 2 15,-1-1-3-15,2-1 2 0,-1 2-5 0,1-2-14 16,0 2-11-16,2-2-24 0,0 2-28 16,0-3-26-16,5-7-39 0,-8 12-21 0,4-7-24 0,2 2-129 15,2-7-335-15,0 0 148 0</inkml:trace>
  <inkml:trace contextRef="#ctx0" brushRef="#br0" timeOffset="-145172.33">19746 3911 181 0,'-9'-13'175'0,"0"-2"-5"15,-5-1-7-15,2 2-4 0,0 2-8 0,-1 2 0 16,-1 0-13-16,0 1-10 0,6 3-12 0,-1 0-8 0,1 2-11 16,4 1-10-16,4 3-14 0,-9-6-4 15,9 6-28-15,0 0-27 0,-7-6-37 0,7 6-30 16,0 0-27-16,0 0-30 0,0 0-32 0,0 0-128 15,0 0-291-15,0 0 130 0</inkml:trace>
  <inkml:trace contextRef="#ctx0" brushRef="#br0" timeOffset="-144743.92">20392 3955 44 0,'0'0'220'0,"0"0"-10"0,0 0-12 16,0 0-22-16,0 0-16 0,0 0-13 15,0 0-3-15,18-18-5 0,-8 11-11 0,8 4-13 0,-2-5-9 16,0 2-15-16,0-2 1 0,-2 4-7 15,-4-4-5-15,5 0-8 0,-1 0 1 0,-6 2 1 16,1-1-1-16,-3-1-11 0,1-1 0 0,-3-1-7 16,-1 1 3-16,0-2 1 0,-3 0-6 0,0 1 2 0,-3 1-8 15,1 0 2-15,-2 1-9 0,-1 2-1 16,-2-1-2-16,0 2-5 0,0 3 1 0,7 2-10 16,-16-4 2-16,4 5-7 0,1 2 1 0,-2 3-6 15,-2 1 2-15,-2 5-4 0,2 8 6 0,-2 2-3 16,2-1 1-16,0 0-3 0,7-5 3 0,0 1-4 15,2-1 0-15,1 0-3 0,2 1-1 0,6-2-4 16,0 1-15-16,4-6-11 0,3 5-21 0,0-3-29 16,6-1-28-16,0-3-36 0,5-1-37 0,6-1-43 15,-1 2-33-15,-4-4-136 0,4-1-418 0,-3-2 185 16</inkml:trace>
  <inkml:trace contextRef="#ctx0" brushRef="#br0" timeOffset="-144540.31">20826 3853 47 0,'0'-8'236'0,"1"-3"-13"0,0 4-6 16,-1 7-14-16,0-10-16 0,0 10-19 0,0-8-18 15,0 8-17-15,0 0-3 0,0 0-4 0,0 0-6 16,15 15-4-16,-9-5-10 0,1 1-10 0,0 3-7 16,0-3-12-16,2 4-7 0,-2 0-11 0,4 0-16 15,-3 0-32-15,-1 1-28 0,1-2-26 0,0-5-39 16,-2 2-23-16,1-2-48 0,-1 1-23 0,-1-2-22 15,1 1-108-15,-2-2-331 0,0-3 147 0</inkml:trace>
  <inkml:trace contextRef="#ctx0" brushRef="#br0" timeOffset="-144361.6">21004 3901 11 0,'-3'-12'194'0,"1"2"0"15,-2 2 7-15,1 0-9 0,0 2-12 0,-3 2-18 16,6 4-16-16,-9-6-10 0,9 6-8 0,-18 8-7 15,5 2 1-15,-1 2-10 0,-6 4-10 0,-2 2-10 16,-1 3-9-16,5 0-13 0,-4 1-8 0,3 0-28 16,0-2-28-16,1 4-40 0,0-2-48 0,5-6-47 15,2 0-61-15,-1 0-130 0,6-4-344 0,1-1 152 16</inkml:trace>
  <inkml:trace contextRef="#ctx0" brushRef="#br0" timeOffset="-144096.72">21245 3619 99 0,'0'-10'300'0,"0"1"-28"0,0 2-28 0,0 7-27 0,1-8-20 15,-1 8-14-15,0 0-6 0,0 0 11 0,-1 32-7 16,1-7-11-16,0 3-11 0,-2 4-20 0,1 1-5 15,2 1-14-15,-2 11-14 0,2-11-11 0,-2 0-8 16,1-3-8-16,3-1-9 0,-2 0-9 0,0-1-12 16,1-1-20-16,-5-5-30 0,3-3-17 0,-1-1-31 15,1-2-32-15,0-2-34 0,-3-2-52 0,3-2-26 16,-1 0-25-16,1-1-31 0,-4-2-129 16,4-8-409-16,-7 11 182 0</inkml:trace>
  <inkml:trace contextRef="#ctx0" brushRef="#br0" timeOffset="-143536.65">21210 3882 45 0,'12'-5'183'0,"6"2"0"0,-6 3-1 0,2 0-9 16,4 5-2-16,-1-1-2 0,-2 2-15 0,3 0-7 0,-4 4-8 15,3-1-14-15,-4 1-11 0,1-1-10 0,-4 1-8 16,-2-3-9-16,-2 2-11 0,0 0-5 0,-3-3-7 15,-1 0-3-15,1-1-7 0,-3-5-3 0,-1 12-4 16,1-12-5-16,-4 7-1 0,4-7-5 16,-11 6 9-16,11-6-4 0,-12 1-4 0,12-1 3 15,-10-1-5-15,10 1-3 0,0 0 1 0,-10-6-7 0,10 6-7 16,-2-8-6-16,2 8-10 0,4-13-5 0,2 4-2 16,-1-2-4-16,3 1-8 0,5 0-5 0,0-1-5 15,1-2 2-15,1 3-1 0,1-1 7 16,0 2 1-16,0-1 4 0,-6 4 4 0,-1 0-4 15,0 2 5-15,-3-2-2 0,0 4 10 0,-1-3 6 0,-5 5 5 16,8-4 3-16,-8 4 9 0,4-4-6 0,-4 4-1 16,0 0-2-16,0 0-6 0,0 0 4 15,0 0 0-15,0 0 4 0,0 0-3 0,-14 29 3 16,9-19-2-16,-1 1 1 0,2 2-8 0,1-3 4 16,0 2-5-16,2-1 3 0,0 0 2 0,0-1-3 15,2-1-1-15,0 0 0 0,2-3 1 0,2 0-4 0,-1 0-4 16,5 0-3-16,-2-5-1 0,4 2 0 0,0-2 0 15,-1 0-1-15,2-6-2 0,0 4-2 0,-1-4 5 16,-1 0 3-16,1-3-5 0,0 2 5 16,-2-2-3-16,1 0 5 0,-5 0-1 0,3-3 6 15,-4 2 6-15,1 1 2 0,0 0-2 0,-3 2 6 16,-2 6 4-16,3-9 2 0,-3 9 6 0,4-7-15 0,-4 7-2 16,0 0-5-16,0 0 4 0,0 0-1 0,0 0-3 15,0 0 4-15,0 0-9 0,-2 22-9 16,2-12-19-16,-1-1-22 0,2 1-44 0,-1-10-45 15,3 20-66-15,1-9-54 0,-3-3-147 0,3 0-436 16,-4-8 192-16</inkml:trace>
  <inkml:trace contextRef="#ctx0" brushRef="#br0" timeOffset="-143175.78">22219 3968 3 0,'6'-9'267'15,"-2"3"-23"-15,2-1-14 0,1-2-17 0,3 0-11 16,-3 1-16-16,4-2-14 0,-2 2-17 0,3-5-13 16,1 2-16-16,0-2-8 0,-4 4-14 0,3-4-8 15,-4 3-7-15,3-3-8 0,-4 3-9 0,0 0-7 0,-1-1 0 16,-3 1-11-16,-1 1 1 0,-1 2-7 15,-1 7 0-15,-3-13-6 0,-1 8-2 0,4 5-3 16,-12-6-5-16,6 5-4 0,6 1 0 0,-19 5-2 16,6 2-3-16,-1 6 3 0,-1 2-5 0,-2 2-1 15,2 5 6-15,2 1-1 0,3-6-8 0,2 0 0 0,3 0 0 16,3 1 2-16,1 0-7 0,6-3 5 16,2 2-3-16,3-2-3 0,4-1-13 0,3-1-18 15,7-1-25-15,3-2-26 0,0-3-33 0,1 0-40 16,1-4-50-16,-8-1-44 0,0-1-182 0,-7 1-454 15,3-4 202-15</inkml:trace>
  <inkml:trace contextRef="#ctx0" brushRef="#br0" timeOffset="-142877.97">22555 3589 156 0,'0'0'246'16,"-8"-5"-8"-16,8 5-13 0,0 0-20 0,0 0-17 15,-5-6-25-15,5 6-12 0,0 0-18 0,0 0-11 16,0 0-12-16,23 1-10 0,-13 1-9 0,2-2-9 15,2 0-9-15,-1 3-6 0,6-3-10 0,-6 1-13 16,2-1-36-16,-4 3-21 0,1-3-39 0,-2 3-26 16,-10-3-52-16,22 0-40 0,-13 0-166 0,-9 0-364 15,10 0 161-15</inkml:trace>
  <inkml:trace contextRef="#ctx0" brushRef="#br0" timeOffset="-142483.83">22721 3973 8 0,'0'0'254'0,"1"5"2"15,-1-5-17-15,0 0-8 0,0 0-17 0,21-5-15 16,-21 5-20-16,20-10-18 0,-7 2-13 0,1-1-15 16,0-3-9-16,0 3-13 0,-1-2-14 0,1 2-9 15,-3-4-9-15,1-2-6 0,-2 2-7 0,0-1-4 16,-1 1-10-16,0 0-5 0,-2 1-5 0,-4 0-3 15,0 0-5-15,0 3 1 0,0 0-2 0,-3 9 1 16,0-11 2-16,0 11-9 0,0 0-6 16,-5-14-1-16,5 14-6 0,-9-3 2 0,9 3-4 15,0 0-2-15,-27 11-3 0,17-5 2 0,-2 4-5 16,0 3-4-16,4-3-7 0,1 4-4 0,2-3-6 0,2 5 2 16,3-3-1-16,0-2 3 0,4 5 0 15,3 0 7-15,-3-3 2 0,0-2-5 0,2 1 0 16,1 2 3-16,-3-3-2 0,3 4 4 0,0-5 0 15,-2 0 0-15,-3-2-2 0,1 0 4 0,-3-8-4 16,4 12 4-16,-4-12 2 0,0 12 1 0,0-12 0 16,-5 13 2-16,5-13-5 0,-12 11-13 0,1-7-21 15,0 2-25-15,0-2-33 0,-2 1-52 0,4-4-49 16,-1 3-223-16,10-4-454 0,0 0 201 0</inkml:trace>
  <inkml:trace contextRef="#ctx0" brushRef="#br0" timeOffset="-141679.39">23863 4064 157 0,'8'-14'216'16,"1"-3"-9"-16,4 2-8 0,2-5-14 0,3 0-17 15,0-2-14-15,2 4-6 0,-1 0-11 16,-1-1-5-16,-4 6-5 0,-2-2-15 0,-1-1-3 16,0 4-13-16,-1-4-8 0,0 1-4 0,-2 5 2 0,-3-1-9 15,0 0-4-15,-1 0-4 0,-1 6-8 0,-2-2-3 16,1-1-5-16,-2 8 3 0,0-11-5 0,0 11-14 16,0 0 1-16,0-8-10 0,0 8-1 15,0 0-3-15,0 0-3 0,0 0 2 0,-22 21-2 16,12-6-3-16,0 2 1 0,0-1-4 0,0 2-1 15,2-1-2-15,2 2 0 0,0 0 0 0,3-1 1 0,0-2-2 16,3 1 1-16,-1 0-4 0,3-4 0 0,2-2 0 16,3 1 3-16,3 1-4 0,0-6-1 0,5 1-3 15,-2-1-2-15,2-3-6 0,5-1-6 0,-1-2-2 16,0-1 3-16,0-1 1 0,-2-5-1 16,1-1 1-16,-7 2 2 0,6-5 2 0,-4 1-2 15,-1-1 1-15,1-3-2 0,-4-1 4 0,0-2 0 0,0 1 0 16,-3 0 2-16,-1-2-1 0,2 0 3 0,-3 1-1 15,-2 4 9-15,2 3-13 0,-1-3 2 0,-2 7 2 16,1-1-2-16,-2 6 1 0,3-10-6 16,-3 10-1-16,3-4 4 0,-3 4-2 0,0 0 4 15,0 0 1-15,0 0 11 0,1 20-9 0,-1-20 0 16,0 15-2-16,0-8 1 0,1 2 3 0,0 0-4 16,-1-2 3-16,0-7-3 0,4 10 3 0,-4-6 0 15,0-4 1-15,2 8-3 0,-2-8 4 0,0 0 2 16,6 3 0-16,-6-3 6 0,0 0-8 0,19-2-2 15,-19 2 2-15,20-10 0 0,-11 7 0 0,2-3 0 16,1-2-2-16,1 3 3 0,-6 1-4 0,3-2 3 16,-1 2-3-16,3 2 2 0,-12 2-6 0,14-4 2 0,-14 4-1 15,14-3 6-15,-14 3-5 0,13 6-1 16,-6-3 1-16,-7-3 3 0,8 10-4 0,-5-3 1 16,0 3 3-16,-3-10-7 0,-1 20-17 0,3-10-20 15,-4 3-24-15,0-4-20 0,-1 3-33 0,-1-1-39 0,-1-2-35 16,1-1-33-16,-5 2-152 0,3-5-410 15,-2 0 182-15</inkml:trace>
  <inkml:trace contextRef="#ctx0" brushRef="#br0" timeOffset="-141509.08">24262 3605 54 0,'-1'-7'130'0,"1"7"-13"0,-2-7-36 16,2 7-21-16,0 0-6 0,0 0-31 0,13-3-34 16,-13 3-33-16,16 13-34 0,-9-5-84 0,5 4 38 15</inkml:trace>
  <inkml:trace contextRef="#ctx0" brushRef="#br0" timeOffset="-141207.75">24660 3846 120 0,'9'-8'226'0,"1"1"-7"0,0-1-9 0,-1-1-1 16,4-1-14-16,3-2-4 0,-7 5-13 0,7-4-12 15,-5-1-11-15,-2 5-6 0,1-1-8 0,-2 3-9 16,0 0-12-16,-2-2-9 0,0 2-8 0,-1 3-10 16,1-1-7-16,-6 3-9 0,7-6-3 0,-7 6-17 15,0 0-3-15,7 0-5 0,-7 0-5 0,7 7-3 16,-7-7-3-16,3 22 8 0,-3-2-5 0,-3-1-4 15,3 9 4-15,-5-1-3 0,3 1-2 0,0-1-5 16,0 1-3-16,-1-1 1 0,3-1-3 0,-5 2-5 16,3-5-1-16,2-2 13 0,-2 3-9 0,1-5-9 15,0-2-4-15,-1 2-7 0,0-3-22 0,1 0-23 16,1-3-35-16,0-1-34 0,-2 0-33 0,1 0-49 16,1-12-46-16,-1 15-30 0,-4-8-172 0,5-7-474 15,-7 7 209-15</inkml:trace>
  <inkml:trace contextRef="#ctx0" brushRef="#br0" timeOffset="-141053.22">24603 3711 97 0,'0'0'118'0,"8"-10"-23"0,-8 10-24 0,15 1-31 16,-15-1-28-16,22 14-23 0,-8-3-60 0,-1 4-76 0,5 3 34 15</inkml:trace>
  <inkml:trace contextRef="#ctx0" brushRef="#br0" timeOffset="-140778.86">24993 3943 81 0,'10'-9'199'0,"1"2"1"15,1 0-8-15,-1-5-9 0,2 0-10 0,-1 0-3 16,1-1-23-16,-5-2-11 0,0 6-15 0,1-4-5 15,-2 2-6-15,3-5-1 0,-5 4-3 0,0 2-12 0,-2-2-11 16,1 1 0-16,-2 2 10 0,-2 1 2 0,2 1-4 16,-2 7 0-16,-3-11-14 0,3 11-6 15,-4-9-8-15,4 9-8 0,-9-2-6 0,9 2-5 16,-15 5 4-16,5 4-8 0,-4 1-2 0,2 2-5 16,-1 4-1-16,3-3-5 0,1 2 3 0,3 0-9 15,2 2-2-15,3-2 2 0,1 1-5 0,2-4-17 0,5 4-4 16,4-2-20-16,3-4-26 0,3-1-34 15,4-1-34-15,6 1-30 0,2-3-53 0,0-7-27 16,0 5-187-16,-8-4-450 0,7 0 200 0</inkml:trace>
  <inkml:trace contextRef="#ctx0" brushRef="#br0" timeOffset="-140572.83">25471 3674 41 0,'-2'-11'201'0,"1"3"-1"0,-1 2-10 15,2 6-14-15,-9-8-20 0,4 4-8 0,5 4-7 16,-18 5 2-16,10 0 4 0,-6 7 1 0,1-1-7 16,1 4-14-16,2 1-14 0,-1 0-8 0,3 2-12 15,2 0-5-15,5 2-8 0,1-1-8 0,0-1-7 16,1 0-16-16,7-1-19 0,4 0-21 0,-2-5-22 16,-1-2-27-16,7 1-33 0,3-1-43 0,3-6-39 15,-1 1-25-15,-1 0-168 0,-1-3-377 0,2 1 167 16</inkml:trace>
  <inkml:trace contextRef="#ctx0" brushRef="#br0" timeOffset="-140361.79">25713 3617 28 0,'0'-16'215'0,"0"4"12"16,0 6 2-16,0-2-5 0,0 8-10 0,0-10-22 15,0 10-20-15,0 0-21 0,0-8-10 0,0 8-16 16,0 0 9-16,0 0-1 0,-11 28-1 0,4-11-10 15,3 1 1-15,-1 1-24 0,1 1-9 0,-3 6-8 16,3 3-4-16,1-4-12 0,-1 2-10 0,2-2-15 16,-1-6-30-16,3 0-41 0,0 0-35 0,0 0-39 15,-2-1-52-15,4-2-54 0,-4 0-210 0,2-6-455 16,0 2 201-16</inkml:trace>
  <inkml:trace contextRef="#ctx0" brushRef="#br0" timeOffset="-140202.72">25542 3710 181 0,'3'-9'180'0,"2"4"-22"0,-5 5-31 0,11-5-32 0,-11 5-32 16,20 2-50-16,-11 3-33 0,4 1-34 0,1 4-71 15,-5-1-133-15,5 3 60 0</inkml:trace>
  <inkml:trace contextRef="#ctx0" brushRef="#br0" timeOffset="-139942.39">25755 3965 83 0,'10'-2'217'16,"1"-2"-11"-16,2-5-9 0,-1 3-7 0,-1-1-9 16,5-2-5-16,-1 1-22 0,-1-2-11 0,0 2-12 15,-1-5-14-15,1 2-12 0,-2-1-4 16,-4 2-5-16,1 0-7 0,-1-3-9 0,-3 4-6 15,-1-1-1-15,1 1-6 0,-4-1-4 0,1 4 11 16,-2 6 1-16,-3-13-5 0,3 6-8 0,0 7-6 16,-9-10-8-16,4 8-2 0,5 2-5 0,-13-1-7 0,13 1 0 15,-20 3-6-15,9 2 2 0,-3 4-6 16,5-1-5-16,-2 2-5 0,4 0-19 0,0 4-21 16,3-1-22-16,2 2-30 0,-1-2-27 0,8 4-42 15,-1-2-21-15,3-5-24 0,9 2-27 0,-3-2-150 0,3 0-399 16,4-3 177-16</inkml:trace>
  <inkml:trace contextRef="#ctx0" brushRef="#br0" timeOffset="-139533.43">26207 3841 183 0,'2'-10'204'0,"-2"-1"1"0,0 1-4 0,0 1-13 16,-2 0-1-16,-2 2 2 0,2 0-3 0,-3 3-19 15,-2-1-15-15,7 5-11 0,-15-3-13 0,6 3-15 16,-3 4-4-16,1 2-10 0,-5 3-9 15,1 1-11-15,6-1-3 0,-5 2-11 0,5 3-1 16,1 0-7-16,0 0-4 0,2-2-7 0,2-2-4 16,4 0-12-16,0 1-13 0,1-1-4 0,4 0-13 15,-1-3-18-15,6-1-19 0,-2-1-21 0,3-1-19 0,2-3-9 16,-1-1-12-16,1 0 4 0,1-1-2 16,-3-3 8-16,5-2 12 0,-5-1 6 0,-2-1 8 15,-1-1 17-15,-2-1-1 0,1-4 4 0,-3 0 14 16,-2-3 9-16,3-2-1 0,0 0 13 0,-3 2 8 0,2-8 2 15,-4 5 8-15,1-6 4 0,1 9 10 0,0 0 11 16,2-2 4-16,-4 8 9 0,0-2 21 16,0 2 13-16,4 0 2 0,-4 6 5 0,0 5-6 15,0-12-12-15,0 12-3 0,0-6-9 0,0 6-7 16,0 0 1-16,0 0 12 0,0 0 0 0,-8 23-4 0,3-12-7 16,1 5-2-16,0 3-6 0,-1-1-3 15,0 0-8-15,1 7 0 0,1-7-2 0,1 2-2 16,2-1-15-16,-2 4-21 0,4-4-38 0,0-1-49 15,-1 0-52-15,3-6-72 0,2 2-74 0,-3-2-159 16,2-5-483-16,-1 1 214 0</inkml:trace>
  <inkml:trace contextRef="#ctx0" brushRef="#br0" timeOffset="-139287.98">26726 3571 179 0,'5'-9'322'0,"-3"-1"27"16,0 3-23-16,0 1-24 0,-2 6-27 0,4-6-25 16,-4 6-34-16,0 0-11 0,0 0-9 15,0 0-8-15,8 22 8 0,-4-5-2 0,-4 2-21 16,5 5-14-16,-1 2-18 0,-4-1-14 0,2 1-15 16,-2-1-26-16,4 0 10 0,-3-1-8 0,1-5-14 15,-2 1-23-15,0 0-30 0,2-2-33 0,-2-1-33 0,2 1-47 16,-2-3-35-16,0 2-39 0,-2-3-55 15,2-5-61-15,-2 1-50 0,0 0-177 0,2-10-550 16,-5 13 244-16</inkml:trace>
  <inkml:trace contextRef="#ctx0" brushRef="#br0" timeOffset="-138951.86">26724 3745 211 0,'20'-7'216'0,"0"3"-10"0,1 0-4 0,-2 2-10 16,10-1-12-16,-8 5-12 0,-2-1-19 0,-9 3-5 16,4-2-5-16,-3 3-15 0,0 1-3 0,-2 0-11 15,-2 2-14-15,0 1 10 0,-1-3-11 0,1 2-6 16,-1 1-8-16,-2 1-5 0,0 0-5 0,3-1-2 16,-3-1-9-16,4 0-5 0,-3-1-2 0,5 0-6 15,-2-2 2-15,-3 0-8 0,-5-5 7 0,14 6-2 16,-6-5-1-16,-8-1-4 0,0 0-6 0,19-3 1 15,-8 2-2-15,-11 1-3 0,15-10 0 0,-8 7 14 16,0-5-9-16,0 2 1 0,-1-2-3 0,-2-3-2 16,1 4-5-16,-5 7-4 0,5-21-4 0,-5 10-5 15,0-1-3-15,0 12-20 0,-5-20-9 0,0 11-11 16,-1 0-14-16,-1 1-17 0,-4 2-25 0,-3 1-31 16,4 1-36-16,-5 1-50 0,2 3-50 0,-5 3-217 15,5-2-506-15,-1 0 224 0</inkml:trace>
  <inkml:trace contextRef="#ctx0" brushRef="#br0" timeOffset="-138684.16">27543 3656 97 0,'3'-5'304'0,"0"0"-13"16,-3 5-15-16,6-7-22 0,-6 7-17 0,4-3-24 15,-4 3-25-15,0 0-13 0,0 0 10 0,0 0-14 16,1 23 1-16,-2-7-3 0,-3 4-14 0,2 6-6 16,-5 2-18-16,4-1-7 0,-1 1 3 0,0-1-28 15,-1-1-7-15,1 1-11 0,0-2-5 16,-2 0-10-16,2-6-5 0,-1 7-10 0,1-10-15 0,0 0-26 16,2 1-30-16,-1-2-32 0,-1 2-21 0,2-2-42 15,-1-5-39-15,1 1-49 0,0-1-37 0,1-2-27 16,0 1-211-16,1-9-517 0,-5 10 228 0</inkml:trace>
  <inkml:trace contextRef="#ctx0" brushRef="#br0" timeOffset="-138445.79">27582 3641 1 0,'13'-11'189'0,"0"2"2"0,-3 2-12 0,-1 2-3 15,4 2-17-15,-3 2-4 0,-2 1-13 16,-8 0-14-16,17 6-7 0,-11 2-3 0,0 0-8 0,-2-1-1 16,-3 5-12-16,1-1-6 0,-4 0-8 0,2 0-6 15,-4 1-5-15,-1-1-5 0,-1 0-9 0,-4 4-2 16,1-6-9-16,-2 4-1 0,-5-3-21 16,7-1-20-16,-5 3-30 0,-1-2-38 0,4-3-40 15,0-1-37-15,2 2-54 0,-4-1-136 0,5-1-357 0,-1 0 159 16</inkml:trace>
  <inkml:trace contextRef="#ctx0" brushRef="#br0" timeOffset="-138044.28">27840 3915 179 0,'14'-10'260'0,"-1"-3"-16"0,0 2-17 0,3-3-3 16,-3 0-16-16,3 3-20 0,2-7-18 0,-2 4-13 15,2-4-18-15,-2 4-10 0,6-5-16 16,-2 2-9-16,1-2-16 0,0 1-2 0,-2 0-13 16,1-1-9-16,1 2-5 0,-6 4-6 0,3-8-5 15,-7 10 27-15,1-3-8 0,-3 5-1 0,-3 0-1 0,-1 5-4 16,-3-3 0-16,3 3-9 0,-5 4-10 16,4-7-2-16,-4 7-13 0,0 0-5 0,0 0-7 15,0 0 0-15,0 0 1 0,0 0-5 0,-22 15-3 16,13-7-1-16,2 2-16 0,1 1 4 0,1 0-3 15,-7 5-2-15,10-6 0 0,0 1 1 0,2 0-2 16,0 0 2-16,2 0-1 0,7-1 2 0,-1 5-2 0,-1-4 5 16,1-3-7-16,1 1 5 0,2 0-2 15,0 2 3-15,0-2 0 0,-2 1 3 0,-2-1-2 16,1-2 3-16,-2 3-1 0,-1-3 0 0,-3 1-1 16,2-1 0-16,-4 0-2 0,0-7 3 0,0 10-6 15,0-10-5-15,-1 9-7 0,-4-4-19 0,5-5-29 16,-9 7-38-16,9-7-44 0,-14 9-37 0,14-9-43 15,-13 3-179-15,13-3-443 0,-14 2 196 0</inkml:trace>
  <inkml:trace contextRef="#ctx0" brushRef="#br0" timeOffset="-137847.59">28428 3693 19 0,'5'-8'239'0,"-1"3"7"0,2-1 4 16,-4 0-1-16,-2 6-14 0,6-5-21 0,-6 5-24 15,0 0-19-15,0 0-16 0,0 0-9 0,14 7 10 16,-11 0-12-16,0 1-21 0,3 2-7 0,-4-3-4 16,1 5-16-16,-1-2-7 0,1 3-9 0,-1-1-8 15,1-1-39-15,-2 0-32 0,-1 1-43 0,2 5-53 16,-2-6-66-16,0-11-67 0,-2 18-207 0,1-11-472 16,1-7 209-16</inkml:trace>
  <inkml:trace contextRef="#ctx0" brushRef="#br0" timeOffset="-137681.56">28487 3495 50 0,'0'-6'205'0,"0"6"-31"0,-3-10-39 0,3 10-35 15,0 0-12-15,0 0-29 0,0 0-41 0,0 0-49 16,7 25-102-16,-5-14-145 0,3 5 64 0</inkml:trace>
  <inkml:trace contextRef="#ctx0" brushRef="#br0" timeOffset="-137088.96">28750 3689 19 0,'0'0'248'0,"0"0"-3"0,6-4-6 0,-6 4-7 15,0 0-5-15,3-6-7 0,-3 6-5 0,0 0-20 16,0 0-18-16,0 0-12 0,0 0-16 15,0 0-10-15,0 0-4 0,-28 10-5 0,13 2-9 0,1-2-7 16,-2 2-9-16,4 2-16 0,-1 0-9 0,0-2-3 16,4 3-16-16,1-1-1 0,2-5-3 15,3 4-9-15,0-4-6 0,-1 2-5 0,6-2-1 0,0 1-7 16,-1-1-6-16,3-1-1 0,1-4-8 16,2 1-8-16,5-1-6 0,-1-2-20 0,1 0-3 15,-12-2 4-15,31-5-6 0,-20 0 10 0,6-2-4 16,-8-1-6-16,3-4 16 0,-4-4-3 0,3-1 4 0,-3 1-2 15,-2-3 0-15,0-4 2 0,-4-4 1 0,3 1 4 16,-1 0 3-16,0 1 11 0,-1-3-3 16,-1-1 8-16,1 2-10 0,-2 2 2 0,2-4 9 0,-1 3-5 15,-1 1 10-15,1 6-2 0,-2 4 8 16,0 3 6-16,2 1 5 0,-2 0-2 0,2 5-7 16,-2 6-4-16,1-10-1 0,-1 10-5 0,0 0-3 0,0 0-1 15,0 0 7-15,-1 32-10 0,-3-13-3 0,2 1 7 16,1 8-4-16,0 2 5 0,-2-2-4 15,1 3 0-15,-1-3 3 0,1-2-1 0,7-1-1 16,1-2 1-16,-3-4 4 0,1 0 6 0,3-1-4 16,5 5-10-16,-2-8-2 0,3 0 1 0,2-3-1 15,2 0 1-15,1-3-3 0,-1 0-22 0,3-3 13 16,0-1 1-16,-1 1-15 0,2-8-1 0,-1 1 0 16,-1 0-7-16,1-4-4 0,-3-3-6 0,-1-1-4 15,-2-1 5-15,-3 1 2 0,0-5-1 0,-3 4 2 16,0-5 0-16,-3 0 5 0,-1-1 0 0,-1 7 0 15,-5-3-12-15,0 4 15 0,-1-3 7 0,-3 5 2 16,2 0 6-16,-6 1 2 0,2 3 4 0,-2 2-6 0,10 0 5 16,-22 8 0-16,12-3 2 0,-3 1-5 15,4 4 6-15,-1-3-2 0,1 7 3 0,5-3-20 16,3 1-28-16,0 4-36 0,3-5-46 0,7 4-48 16,0-5-70-16,3 1-265 0,2 1-552 0,-2-3 245 15</inkml:trace>
  <inkml:trace contextRef="#ctx0" brushRef="#br0" timeOffset="-133270.89">17478 4869 170 0,'0'0'198'0,"0"0"-25"0,0 0-16 0,0 0-16 16,0 0-13-16,0 0-2 0,0 0-3 0,0 0-2 16,-5 23-17-16,3-6-8 0,2 2-4 15,0 5-4-15,0 2 3 0,-1 0-9 0,1 1-4 16,1-2-3-16,-2 2-7 0,-1-1-6 0,2-6-1 16,-1 4-11-16,-2-3-2 0,3-2-4 0,0-1-6 15,0-1-3-15,-1 0-4 0,1-5-2 0,0 1-4 16,1 0-5-16,-1-1-11 0,2-1-21 0,-4-2-34 15,2 1-15-15,0-3-27 0,-1 1-5 0,1-8-36 16,1 10-11-16,-1-10-30 0,0 0-134 0,-3 6-330 16,3-6 146-16</inkml:trace>
  <inkml:trace contextRef="#ctx0" brushRef="#br0" timeOffset="-133000.25">17431 4811 154 0,'9'-8'149'0,"1"0"-2"0,4-1-8 0,3 2 5 15,2 1-5-15,2 3-12 0,-1 2-12 16,1 1-9-16,0 1-7 0,-2 3-11 0,-2 0-6 16,0 3-6-16,-2 3 1 0,-6-2-5 0,2 6-5 15,-5-4-4-15,0 5-5 0,-3 0-15 0,-3 2 5 0,-2-2-1 16,-3 2-5-16,-4-2-4 0,-1 3-6 15,-2-4 2-15,0 1-4 0,-5-2-3 0,4 1-7 16,-3-3-12-16,2-3-12 0,2-1-15 0,1-1-24 16,0 0-36-16,1-2-25 0,1 1-29 0,1-2-19 15,3-1-138-15,5-2-314 0,-8 3 139 0</inkml:trace>
  <inkml:trace contextRef="#ctx0" brushRef="#br0" timeOffset="-132509.96">17753 5138 144 0,'0'0'217'0,"5"-6"-15"0,-5 6-14 0,0 0-15 16,4-5-18-16,-4 5-16 0,0 0-8 0,0 0-2 16,0 0-12-16,0 0-6 0,9 15-7 0,-6-10-12 15,-1 3-12-15,1-2-2 0,-1 3-7 0,0-1-6 16,-1-1-8-16,3 0-2 0,-2 0-8 0,-1 2 2 16,-1-2-8-16,0-7-3 0,2 9 2 0,-2-9-6 15,0 10-1-15,0-10 0 0,0 0 7 0,-2 8 2 16,2-8-5-16,0 0 0 0,0 0-6 0,0 0 2 15,0 0-1-15,0 0 2 0,0 0-4 0,0 0 1 16,-15-15-6-16,15 15 0 0,-1-14-5 0,2 5-3 0,-1 9-3 16,4-17 0-16,0 7-1 0,2-3 3 15,1 2-7-15,-1 0-4 0,3-3-3 0,2 1 4 16,-3 5-4-16,1 0 5 0,3-2-6 0,-3 5 1 16,1-1-2-16,3 2 2 0,-4 2-2 0,0 2 0 15,2 1 0-15,-1 3 8 0,-3 0-9 0,0 4 2 16,0-1 7-16,-2 4-13 0,-1 1 6 0,-1 0-2 15,-1 0-12-15,-1 0-10 0,-1 5-13 0,-1-3-19 16,-2-1-29-16,-1 2-27 0,0-4-39 0,2 2-31 16,-1-4-31-16,1 1-171 0,2-10-415 0,-4 14 184 15</inkml:trace>
  <inkml:trace contextRef="#ctx0" brushRef="#br0" timeOffset="-132258.81">18212 4998 56 0,'-4'-5'215'15,"4"5"-8"-15,-9-8-7 0,9 8-9 0,-11 0-10 16,11 0-3-16,-17 10-8 0,8-3-10 0,3 3 2 16,-6 3-13-16,3 2-10 0,2 1-13 0,0 1-8 15,2-1-7-15,1 2-11 0,1-1-10 0,0 0-8 16,0 1-9-16,2-3-5 0,0 2-8 0,1-6-8 15,1 2-11-15,0-4-32 0,3 2-23 0,0-1-29 16,3-3-31-16,1 0-42 0,-1 2-33 0,2-6-37 16,-1 0-31-16,2 0-140 0,-4-2-386 0,4-2 170 15</inkml:trace>
  <inkml:trace contextRef="#ctx0" brushRef="#br0" timeOffset="-132000.58">18321 5138 8 0,'0'0'188'0,"0"0"-8"0,0 0-7 16,0 0-10-16,0 0-11 0,0 0-4 0,0 0-8 16,0 0-5-16,0 0-6 0,0 0-10 0,10 19-4 0,-5-16-4 15,4-2-7-15,-3 1-6 0,5-1-7 16,0 1-1-16,-2-4-3 0,3 1-10 0,-1-1-1 16,-1 0-4-16,-1-2 10 0,-2 0-7 0,0 0 9 15,-2 0-16-15,-5 4-2 0,5-11 3 0,-3 6-8 16,-2 5-5-16,-2-13-5 0,0 5-8 0,-1 1-4 15,-2-1-5-15,-2 1-2 0,3 2-12 0,-1-1-18 16,0 2-9-16,-3-1-39 0,1 1-33 0,7 4-26 16,-14-1-36-16,7 1-39 0,7 0-59 0,-17 2-169 15,11 1-440-15,-1-1 196 0</inkml:trace>
  <inkml:trace contextRef="#ctx0" brushRef="#br0" timeOffset="-131779.83">18642 4960 16 0,'5'-4'227'0,"2"1"-3"0,-2 1 9 0,-5 2-18 15,12-1-15-15,-12 1-11 0,15 3-1 0,-8 3-2 16,-1 3-11-16,0 1 2 0,1 5-10 0,-2 1-14 16,-4 0-15-16,-1 2-14 0,-3-2-11 0,1 2-9 15,-1 1-11-15,-4-1-5 0,-1 0-13 0,0 1-19 16,-4 5-17-16,-2-2-18 0,-5 2-31 0,-1-3-28 15,-1 0-27-15,0-3-44 0,6-4-59 0,1 0-46 16,0-2-220-16,3-6-468 0,1 1 208 0</inkml:trace>
  <inkml:trace contextRef="#ctx0" brushRef="#br0" timeOffset="-131568.52">19263 5038 73 0,'5'-4'251'0,"-5"4"-21"0,3-5-23 15,-3 5-22-15,0 0-19 0,7-4-15 0,-7 4-9 16,0 0-23-16,10-1-24 0,-10 1-27 0,14 3-38 16,-4-3-32-16,-2 1-38 0,3 0-38 0,0-1-30 15,-1 2-39-15,0-2-77 0,-2 2-243 0,-8-2 108 16</inkml:trace>
  <inkml:trace contextRef="#ctx0" brushRef="#br0" timeOffset="-131161.48">19201 5070 4 0,'0'0'222'0,"0"0"-2"0,0 0-9 0,27 0-4 16,-8 0-13-16,8-1-14 0,8-1-13 0,0-1-10 16,-1 0-7-16,1 1-13 0,5-4-9 0,-3 3-14 15,-2 0-13-15,-2-2-6 0,-4 3-12 0,-2-2-4 0,-5 2-26 16,-3-1-4-16,-1 1-5 0,-8 1-6 0,0 0-6 15,-2 1 0-15,-8 0-1 0,11-2 3 16,-11 2 3-16,9-1 2 0,-9 1 2 0,0 0 5 16,11 0 5-16,-11 0-2 0,0 0 0 0,0 0-4 15,0 0 0-15,0 0-4 0,0 0 2 0,0 0-10 0,5 5-3 16,-5-5-1-16,0 0 1 0,0 0 5 16,-14 19 4-16,6-12-12 0,0 2-7 0,-1 2 4 15,-5 0-6-15,4-1-6 0,-1 2-16 0,-3 1-15 16,-1 0-26-16,0-2-39 0,1 1-29 0,-1 0-46 15,2-1-42-15,3-2-38 0,2-2-209 0,0-1-483 16,3-2 214-16</inkml:trace>
  <inkml:trace contextRef="#ctx0" brushRef="#br0" timeOffset="-130967.99">19734 4992 95 0,'-5'-18'286'0,"-4"0"-28"0,0 1-16 15,0 1-2-15,-1 3-9 0,0 0-15 16,2 4-8-16,0 1-11 0,1 1-19 0,0 0-15 16,2 1-16-16,1 1-15 0,4 5-14 0,-7-8-17 15,7 8-17-15,-5-5-36 0,5 5-36 0,-3-6-31 16,3 6-39-16,0 0-36 0,0 0-43 0,0 0-51 0,0 0-222 16,0 0-445-16,0 0 197 0</inkml:trace>
  <inkml:trace contextRef="#ctx0" brushRef="#br0" timeOffset="-130461.98">20873 5085 193 0,'22'-11'207'0,"-3"6"-15"15,-1-3-8-15,1 2-8 0,9-4-8 0,-3 1-2 16,2 1-8-16,0-2-9 0,-1 2-2 0,-6 0-4 16,-2 1-10-16,-1-3-10 0,1 3-3 0,-3-1-11 15,-4 2-4-15,1-1-8 0,-2 0-4 0,-4-1-3 16,2 1-9-16,-4-1-2 0,-3-1-15 0,1-1-3 16,-2 3-5-16,0 7-4 0,-4-16-5 0,0 8-2 15,0 3-4-15,-5-3-7 0,-1 3-1 0,5 1-5 16,-3 2-1-16,-2-1-7 0,10 3-2 0,-17 3-2 15,6 4 3-15,1 2 1 0,-3 4-7 0,1 2 4 16,3 2-5-16,2 1 4 0,0 0-7 0,6 1 2 16,0-3 2-16,3 3 0 0,2-4-4 0,4 0-5 15,0 1-12-15,3-3-26 0,0-2-20 0,5 0-34 16,-1-1-33-16,3 1-35 0,-1-4-38 0,0-1-41 16,-1-1-33-16,-2-1-142 0,-3-3-442 0,3 1 196 15</inkml:trace>
  <inkml:trace contextRef="#ctx0" brushRef="#br0" timeOffset="-130272.61">21447 4969 77 0,'2'-8'233'0,"-2"8"-10"0,7-7-23 16,-5 4-34-16,-2 3-13 0,0 0-6 0,9-4-12 16,-9 4-4-16,0 0 0 0,13 14-7 0,-4-5-6 0,0-1-9 15,-1 2-10-15,3 2-11 0,-1 2-8 16,1-3-16-16,-3-2-21 0,3 4-24 0,-2-4-34 15,1 1-36-15,1 1-33 0,-2-4-43 0,3 0-22 16,-3 0-35-16,-2-2-105 0,-1 0-312 0,1-3 139 16</inkml:trace>
  <inkml:trace contextRef="#ctx0" brushRef="#br0" timeOffset="-130112.04">21686 4949 150 0,'-3'-8'201'0,"-1"2"-4"0,4 6-8 0,-7-8-20 15,-1 5-11-15,8 3-8 0,-18 8-10 0,4 1-4 0,-1 4-13 16,-6 4-13-16,1 5-6 0,-3-1-14 0,1 2-8 16,-1 4-20-16,5-5-29 0,-2 3-42 0,2-2-72 15,2-2-47-15,6-4-57 0,0 0-98 16,2-4-304-16,5-2 135 0</inkml:trace>
  <inkml:trace contextRef="#ctx0" brushRef="#br0" timeOffset="-129852.18">21972 4747 110 0,'0'0'284'0,"-1"-10"-25"15,1 10-24-15,0 0-5 0,0 0 4 0,0 0-1 16,6 33-14-16,-6-14-10 0,3 10-17 0,0-1-11 15,-3 3-9-15,3 0-22 0,-2-1-6 0,3-2-15 16,-3 2-17-16,3-2-9 0,0-2-8 0,-3-2-22 16,1-6-33-16,-1 3-24 0,-1-5-25 15,2 2-41-15,0-2-36 0,-2-4-44 0,-2 0-45 0,2 0-28 16,0-5-42-16,-2 5-176 0,2-12-455 0,-8 9 202 16</inkml:trace>
  <inkml:trace contextRef="#ctx0" brushRef="#br0" timeOffset="-129272.86">21973 4983 48 0,'17'-8'205'0,"-1"1"-7"0,2 2-4 16,0 1 0-16,1 2-7 0,-1 2-17 0,1 2 0 16,-2 3-6-16,1 0-10 0,-7 0-16 0,1 0-4 15,3 5-13-15,-6-1-8 0,1-1-11 0,-3 0-13 16,-2 1-8-16,0-1-5 0,-2-1-10 15,-1 1-1-15,0-3-9 0,-2-5-7 0,0 12-2 16,0-12-7-16,-3 10 2 0,0-5-3 0,3-5-11 0,-7 6 3 16,7-6 1-16,-6 5 4 0,6-5-4 0,-8 2-5 15,8-2 0-15,0 0-3 0,0 0-3 0,0 0 2 16,0 0-12-16,0 0-4 0,-7-12-11 16,7 12 0-16,12-12-11 0,-5 4 1 0,5-4-6 0,4 1 2 15,-1-1 3-15,1 0-17 0,0 2-1 0,0-1 5 16,-2 1 1-16,0-1 5 0,-6 2 1 0,0 2 3 15,-2 0-1-15,2 0 6 0,-5 2 3 0,0 1 2 16,1-2 5-16,-4 6 5 0,5-5-2 0,-5 5 5 16,0 0-7-16,0 0 2 0,0 0 3 0,0 0-4 15,0 0 2-15,-18 19 6 0,9-8 2 0,1 2 1 16,1 1-2-16,-3 2 1 0,3 0 0 0,2-4-2 16,0-2 4-16,2 2 1 0,2-2-5 0,1 2-1 15,1-4 9-15,2 0-3 0,0-3-8 0,0 1 2 16,4-2 0-16,4 0-1 0,-2-3-1 0,3-1-1 15,2-1 4-15,-1-3 5 0,-1 0-6 0,1 0-1 16,-1-2 1-16,-1-2 13 0,-2 1-8 0,1 0 1 16,-1-2 3-16,-1 0 9 0,-2 0-4 0,1 0 8 15,-1 0 7-15,-3 4 1 0,-1-1 9 0,-2 6-1 16,4-9-1-16,-4 9-1 0,5-6-8 0,-5 6-6 16,0 0-5-16,0 0-1 0,0 0 3 0,0 0 4 15,0 0-6-15,0 0-4 0,0 26 3 0,0-16-2 16,-2 1-3-16,0 1 0 0,2-3-4 0,0 3-24 15,3-3-25-15,1 1-31 0,1 0-46 0,0-1-54 16,5-1-76-16,-2-2-67 0,3-2-162 0,6 0-511 16,1-2 226-16</inkml:trace>
  <inkml:trace contextRef="#ctx0" brushRef="#br0" timeOffset="-128523.38">23112 4820 28 0,'0'-6'245'0,"0"6"-12"0,-4-8-12 0,4 8-17 15,-2-7-22-15,2 7-23 0,0 0-15 0,0 0-8 16,0 0 0-16,0 0-9 0,0 28-2 0,0-12-21 15,0 9 0-15,0 0-10 0,0 3-3 16,-2-2-6-16,1 1-9 0,1-1-12 0,-1-1-1 0,-1-5-5 16,2-2-9-16,-1 0-1 0,0 0-9 0,1-3-4 15,-1 0 0-15,-1-1-4 0,4-4-2 16,-4 0-6-16,2-3-1 0,0-7 0 0,0 12 1 0,0-12-1 16,2 9 7-16,-2-9 7 0,0 0 2 0,-2 8 2 15,2-8-1-15,0 0-1 0,0 0-3 0,0 0-8 16,0 0 11-16,0 0-10 0,0 0 0 0,0 0-7 15,0 0-5-15,7-31-1 0,-5 22 1 0,2-3-6 16,4 2 1-16,1-3-2 0,0-2 2 0,5 4-3 16,1-2-3-16,2 2-1 0,-2 2 1 0,0-1-2 15,1 2-2-15,-1 1 1 0,-4 3 1 0,2 2-2 16,0 1-2-16,-3 1-2 0,2 0 4 0,-3 3 1 16,-2-1-5-16,-1 3 3 0,-1 2-1 0,1-4 3 15,-4 5 0-15,5 0 0 0,-4-2 1 0,0 4 0 16,0-2-3-16,0 0-22 0,-1 1-17 0,-1-2-21 15,-2 3-27-15,1-10-41 0,-1 15-38 0,1-10-40 16,0-5-40-16,0 12-193 0,-3-8-473 0,3-4 210 16</inkml:trace>
  <inkml:trace contextRef="#ctx0" brushRef="#br0" timeOffset="-128125.49">23526 4814 179 0,'-4'-5'235'0,"4"5"-16"0,0 0-16 0,0 0-18 15,8-9-8-15,0 7-18 0,3-3-4 0,-1 1-17 16,8 1-9-16,-1 0-10 0,4-1-13 0,-1 4-11 15,3-2-9-15,-2 2-10 0,6-2-29 0,-9 2-33 16,4-1-34-16,-3 0-20 0,-1 1-45 0,0 0-28 16,-5 0-23-16,-1-3-13 0,-1 3-22 0,-5 0-97 15,-6 0-291-15,10-4 129 0</inkml:trace>
  <inkml:trace contextRef="#ctx0" brushRef="#br0" timeOffset="-127949.89">23792 4683 39 0,'0'0'174'0,"-5"-9"5"0,1 4 7 15,4 5 2-15,0 0 0 0,-5-10-11 0,5 10-19 16,-4-3-12-16,4 3-16 0,0 0-7 0,0 0 13 16,0 0-1-16,-5 19-5 0,5-7-9 0,-3 5-1 15,1 0-14-15,-1 2-11 0,1 5 1 0,-2 0-17 16,1-4-8-16,2-1-24 0,1 0-28 0,-1 1-36 16,1 5-32-16,2-7-49 0,-2 0-59 0,2-4-59 15,-2 2-169-15,1-4-416 0,0-2 185 0</inkml:trace>
  <inkml:trace contextRef="#ctx0" brushRef="#br0" timeOffset="-127013.06">24354 5143 157 0,'0'0'227'0,"1"-16"-25"0,5 8-11 16,1-1-13-16,0 0 4 0,1-1-12 0,4-3-13 15,2-1-11-15,-1 0-13 0,1 1-7 16,-1 0-10-16,2 1-7 0,-2-1-8 0,-3-1-4 0,3 3-5 16,-2-4-9-16,0 1-8 0,0 0-3 0,-6 3 0 15,0 1 7-15,0 1-4 0,1 0-2 0,-4 2-7 16,-1 2-5-16,-1 5-11 0,2-11-1 0,-2 11-4 15,0-6-4-15,0 6-9 0,0 0-1 0,0 0-6 16,0 0 1-16,0 0-5 0,-13 22 3 0,8-5-3 16,0-1 7-16,1 0-13 0,-3 0 3 0,2 2-2 15,4-3-1-15,0 2-4 0,2-2 3 0,0-1-4 16,2-3 1-16,-1-1 0 0,5 0 3 16,0 0-4-16,0-3-3 0,4 0 0 0,3-2 0 0,-2 1 0 15,2-3-1-15,-3-2 1 0,2-1 0 0,1-1-1 16,-1-4-2-16,1 3-2 0,-1-3 3 0,0 0-7 15,-3-3 3-15,3-1-1 0,3-2-2 0,-5-1-2 16,-5 2 1-16,5-6-4 0,-3 3-18 0,0-1 1 16,1 0-4-16,-2-1 4 0,-2 3 3 0,1 2 5 15,-1 3-1-15,-5-2 6 0,2 6-2 0,-2 3-7 16,5-9 2-16,-5 9 1 0,5-4-1 0,-5 4 0 16,0 0 5-16,0 0 0 0,0 0 5 0,0 25-3 15,0-16 2-15,0 1-1 0,0-2 3 0,0 3-2 16,3-4 2-16,-2-1 0 0,1 1 2 0,-2-7 3 15,2 10 2-15,-2-10 0 0,5 6 0 0,-5-6 0 16,0 6 7-16,0-6 5 0,0 0 2 0,0 0 3 16,4 4 0-16,-4-4 5 0,0 0-7 0,0 0 0 0,0 0-1 15,17-12-2-15,-11 6-1 0,2 1 0 16,2-1-6-16,-1-2 0 0,-1 4 9 0,1-1-11 16,2 0 2-16,-3 2-4 0,-3 0 0 0,4 3-1 15,-9 0 0-15,15 0-2 0,-10 0-2 0,1 4 3 16,-6-4 2-16,12 10-5 0,-7-2 1 0,0 0-8 15,-2 1-9-15,0 1-19 0,-3-1-26 0,1 1-22 16,-2 2-20-16,1-3-31 0,-3 1-45 0,0-2-33 16,1 0-214-16,-2-1-466 0,-3-1 207 0</inkml:trace>
  <inkml:trace contextRef="#ctx0" brushRef="#br0" timeOffset="-126855.81">24792 4807 13 0,'-2'-5'105'0,"2"5"-32"15,0 0-13-15,0 0-19 0,0 0-20 0,0 0-33 16,0 0-39-16,23 16-54 0,-13-3 25 0</inkml:trace>
  <inkml:trace contextRef="#ctx0" brushRef="#br0" timeOffset="-126566.6">25140 5000 142 0,'5'-7'240'16,"4"1"-11"-16,-1-3-4 0,0 1-6 0,-2-1-10 15,1 0-4-15,0 0-22 0,-1-1-16 0,1 1-13 16,-1 1-8-16,-1-2-15 0,0 3-11 0,0 0-11 16,-2 0-4-16,-3 7-8 0,6-7-6 0,-4 3-10 15,-2 4-13-15,7-6-11 0,-7 6-6 0,0 0-3 16,0 0-8-16,0 0-4 0,0 0 9 0,8 21-12 15,-7-5 3-15,1 3 2 0,-4 6-5 0,1 0-6 16,1 1-2-16,0 2-7 0,-1-3 5 0,-2 1-2 16,-1 0-2-16,2-3-3 0,2-4-4 0,-3 0 0 15,1 1 3-15,2-4 6 0,0 2-13 0,0-7-18 16,0 4-8-16,1-2-19 0,-1 1-25 0,0-2-34 16,1-1-27-16,-1-1-22 0,0-10-20 0,3 15-23 15,-3-9-19-15,0-6-20 0,2 7-153 0,-2-7-411 16,0 0 182-16</inkml:trace>
  <inkml:trace contextRef="#ctx0" brushRef="#br0" timeOffset="-126418.84">25102 4887 18 0,'-2'-8'182'0,"2"1"-19"0,0 7-27 15,-5-9-41-15,5 9-33 0,-1-7-16 0,1 7-8 16,0 0-19-16,0 0-33 0,19 14-26 0,-10-1-21 15,1 3-47-15,0-2-116 0,6 6 52 0</inkml:trace>
  <inkml:trace contextRef="#ctx0" brushRef="#br0" timeOffset="-126149">25354 5109 102 0,'0'0'206'16,"12"-1"-5"-16,-4-2 4 0,-3 0-4 0,5-3-7 15,2-1-10-15,-1 0-19 0,-3-2 0 0,3 1-18 16,-1-2-11-16,1-2-18 0,3 0-10 0,-5-2-11 15,-1 2-7-15,2-1-13 0,-1-1-5 0,-3 0-6 16,-1 2-7-16,-2 1-4 0,-1 2-7 0,-2-2-3 16,3 1-4-16,-3 3-6 0,0 7-4 0,-3-13 3 15,-2 7 2-15,5 6-6 0,-6-7-2 0,6 7-6 16,-10-1-1-16,10 1-2 0,-16 8 1 0,6 0-6 16,-1 3 2-16,-5 3-1 0,7 1-1 0,0 1-4 15,1-2 0-15,2-2 0 0,2 4-5 0,2-1-1 16,3-3-12-16,4 1-16 0,-1-2-29 0,8 0-19 15,-1 0-37-15,6-3-25 0,2 1-39 0,1-4-21 16,8-2-21-16,1-1-148 0,0-1-393 0,-8-2 175 16</inkml:trace>
  <inkml:trace contextRef="#ctx0" brushRef="#br0" timeOffset="-125952.02">25852 4878 37 0,'-2'-12'197'0,"-1"5"2"0,1-1 4 0,2 8-10 15,-2-10-14-15,2 10-21 0,-4-5-11 0,4 5-15 16,0 0-1-16,0 0-10 0,-23 15-6 0,16-6-5 16,-1 5-6-16,1-3-11 0,2 5 0 0,3-1-11 15,0-3-6-15,0 5-8 0,4-3-8 0,2 2-4 16,-1-6-23-16,4 5-30 0,3-1-28 0,1-1-29 16,4-3-48-16,2-2-39 0,2-2-39 15,1 0-168-15,-3 0-377 0,6-5 166 0</inkml:trace>
  <inkml:trace contextRef="#ctx0" brushRef="#br0" timeOffset="-125726.98">26104 4710 154 0,'1'-10'254'0,"0"5"-21"0,-1 5-25 15,3-10-14-15,-3 10-8 0,0 0-6 0,0 0 5 16,0 0 3-16,8 24-9 0,-7-9-7 0,0 6-15 15,-1 3-8-15,3 0-14 0,-3 3-12 0,2 0-10 16,-2-1-13-16,4 0-11 0,-2-1-13 0,-2-7-13 16,0 6-29-16,0-5-31 0,0 0-32 15,-2-2-46-15,0-1-45 0,0 0-42 0,2-4-46 16,0 0-48-16,-4-4-132 0,4-8-420 0,-3 16 186 16</inkml:trace>
  <inkml:trace contextRef="#ctx0" brushRef="#br0" timeOffset="-125581.18">26042 4843 19 0,'6'-4'166'0,"3"-1"-13"0,1 2-23 0,2-1-44 0,1 2-41 16,0 2-31-16,0 2-32 0,1-1-82 0,-2 5-107 15,-1 3 48-15</inkml:trace>
  <inkml:trace contextRef="#ctx0" brushRef="#br0" timeOffset="-125308.33">26272 5072 94 0,'11'-2'200'0,"1"-1"-12"16,1 0-5-16,1-1-10 0,1-5-9 0,0 4-16 16,0-4-2-16,3 1-9 0,-1-3-9 15,0 0-11-15,0 2-8 0,-3-4-8 0,1-1-8 16,-3 0-3-16,-3-2-10 0,0 0-9 0,-2 0-2 15,0 0-4-15,-5 3 2 0,0-3-4 0,-4 7-1 0,0-2 1 16,-1 1 8-16,-6 1-2 0,2 2-5 0,1 2 0 16,-3 1-7-16,-3 3 2 0,3 2-12 15,-2 1-6-15,-2 5-2 0,2 0-5 0,-3 6-3 16,5-1 1-16,0 4-8 0,3 0 3 0,-4-1-6 16,6 1-13-16,4-1-15 0,2 0-23 0,2-2-31 0,0-1-26 15,8 1-31-15,-1 1-37 0,5-5-34 16,0 1-48-16,4-3-166 0,-1 0-436 0,0-1 193 0</inkml:trace>
  <inkml:trace contextRef="#ctx0" brushRef="#br0" timeOffset="-124890.18">26796 4891 149 0,'-2'-9'235'0,"-5"0"-10"0,3 2 5 15,-6 0-13-15,1 1-15 0,1 2-9 0,-4 1-14 16,1 3-12-16,0 1-16 0,-3 2-13 0,-1 3-6 15,-1 4-13-15,2-1-4 0,0 1-19 0,1 4-6 16,2 0-11-16,2-4-7 0,4 0-5 0,1 0-6 0,0 3-5 16,2-3-7-16,2 2-1 0,2 1-15 15,2-4-13-15,0 1-3 0,1-3-7 0,4 0-14 16,0-2-7-16,0-1-9 0,0-3-3 0,5 1-4 16,-3-1-5-16,2-4 5 0,-4 2 1 0,4-5 5 15,-3 0 1-15,-1-1 6 0,-1-2 5 0,2-5 1 16,-3 0-3-16,-1-2 2 0,1 1-2 0,-3-1 5 15,0-4-2-15,4-5 3 0,-6-1-1 0,5 1 3 16,-1-1 0-16,-2 1 11 0,2-2-5 0,0 2 15 16,-2 1-10-16,-1 8 18 0,1-1 4 0,-2 4 1 15,0 2 1-15,1 0 4 0,-1 2 6 0,-2 2-7 16,0 7-2-16,2-8-3 0,-2 8-4 0,0 0-2 16,0 0 7-16,0 0 4 0,3 26-2 0,-6-10 1 15,-1 2-1-15,1 7-4 0,-3 0-2 0,1 0 0 16,3-1-2-16,-2-5-2 0,0 2-1 0,1 4-2 15,2-5-9-15,1-2-29 0,1 0-31 0,-1-2-42 16,3 0-45-16,-1-2-51 0,0-3-43 0,0 0-55 16,0-3-146-16,-2-8-466 0,5 10 206 0</inkml:trace>
  <inkml:trace contextRef="#ctx0" brushRef="#br0" timeOffset="-124642.2">27319 4663 40 0,'4'-12'297'0,"-2"3"-4"16,0 2-9-16,-2 0-15 0,0 7-19 0,1-10-29 15,-1 10-21-15,4-4-21 0,-4 4-16 0,0 0 11 16,0 0-11-16,5 25 7 0,-5-7-10 0,1 1-8 16,0 1-20-16,-2 5-12 0,1 2-8 0,1-2-8 15,-3 0-14-15,2-5-8 0,0-1-5 0,0 1-13 16,0 0-9-16,0-2-36 0,0-2-25 0,0 1-29 15,1 0-29-15,0-2-30 0,-1-4-40 0,0 0-32 16,1 2-42-16,-1-4-41 0,-1-2-30 0,0 0-161 16,1-7-476-16,0 0 211 0</inkml:trace>
  <inkml:trace contextRef="#ctx0" brushRef="#br0" timeOffset="-124279.74">27254 4846 154 0,'7'-4'187'16,"1"-1"-6"-16,6 0-11 0,7 1 4 0,-4 1-11 16,4-2-16-16,-2 4-4 0,0 0-12 0,1 2-14 15,-2 0-11-15,2 2-6 0,-4 2-2 0,-2 1-10 16,-2-1-7-16,1 2 3 0,-5 0-10 0,1 1 0 16,-3 0-12-16,4 0-1 0,-5 0-7 0,-1-1-6 15,0 0-7-15,1 0 1 0,0 0-7 0,-1 1 0 16,1-2-3-16,-1 0 1 0,-2-1 3 0,2-1 0 15,1 0 4-15,-5-4-11 0,7 6 1 0,-2-4 1 16,-5-2-1-16,0 0 4 0,10-1-8 0,-10 1 9 16,9-6 1-16,-4 1 0 0,0 1 0 0,-1-2 7 15,2-2-8-15,-1 0 0 0,-1-2-7 0,0 0 6 16,-1 1-5-16,2-3 7 0,-5 1-4 0,0 0-1 16,0 1-7-16,-2 1-2 0,-1-2-5 0,1 1 2 15,-1 2-7-15,-3-1-5 0,-1 2-13 0,-1 3-9 16,-4 1-20-16,1 2-19 0,-5 1-26 0,1 2-35 15,-4 1-34-15,0 2-63 0,-2 2-52 0,1-2-174 16,2 2-474-16,6 0 210 0</inkml:trace>
  <inkml:trace contextRef="#ctx0" brushRef="#br0" timeOffset="-123853.96">27939 4753 253 0,'4'-6'296'0,"-4"6"-23"0,3-5-21 0,-3 5-24 15,7-4-27-15,-7 4-20 0,0 0-7 0,6 12 15 16,-5-2-5-16,1 0-14 0,0 6-15 0,2 1-16 16,0 1-13-16,1-1-7 0,0 0-14 0,-5-2-11 15,3 0-7-15,-1-1-13 0,-1-2-4 0,-1 0-3 16,3-2-12-16,-3-3-1 0,0 0-6 0,0-7 1 15,2 10 9-15,-2-10-1 0,2 9 8 0,-2-9 10 16,0 0 0-16,0 0-11 0,0 0-21 0,0 0 11 16,0 0 2-16,0 0-5 0,0 0 1 0,-9-27-9 15,9 16-1-15,0 1-9 0,2-2 3 0,0-3-7 16,-1-3-2-16,8 0 5 0,-3 0-16 0,3-6-1 16,2 0-5-16,3 4 0 0,2-1 2 0,-3 6-11 15,1 0 15-15,-1 2-14 0,-2 4 2 0,0 4-5 16,-1-3-3-16,-1 4-2 0,0 2 3 0,-3 2-6 15,-6 0 1-15,18 2 2 0,-10 6 0 0,-3 0 7 16,0 1-1-16,1 1-8 0,-2 3 14 0,4 0 4 16,-4 3-11-16,-1 0 0 0,-1 1-27 0,2 0-35 0,-2 0-45 15,1 1-40-15,-3-2-47 0,3-1-56 16,0-2-65-16,-2 1-264 0,1-5-627 0,1 1 277 16</inkml:trace>
  <inkml:trace contextRef="#ctx0" brushRef="#br0" timeOffset="-123452.81">28413 4985 2558 0,'9'-7'55'16,"1"-1"-30"-16,-2-2-8 0,2 1-14 0,-2 0 31 15,4-2 24-15,1-2 11 0,-4-1-8 0,4 1 9 16,-2-1 12-16,2 1-15 0,0-1-2 0,0 1 0 16,1 0-2-16,-3-2-8 0,1-2-4 0,7-1-1 15,-8 3-10-15,9-4-3 0,-3-2-4 0,-5 6 1 16,1-7-3-16,-3 6 0 0,0-3-9 0,-2 3 1 15,2-1-2-15,-7 2 3 0,0 4-6 0,1 1 0 16,-1-2 1-16,-2 7 5 0,0-5 0 0,-1 10-5 0,2-9-1 16,-2 9-8-16,0 0 4 0,-5-8-3 15,5 8-12-15,-12 2 8 0,2 4-2 0,0-2 0 16,0 3 2-16,-3 3-7 0,1-3-10 0,6 5-3 16,-3-2-5-16,4 0-4 0,0 3-16 0,3-1 4 15,2 0-3-15,2 2 1 0,3-1 4 0,4 0 4 16,1 3 2-16,1-4 4 0,2 2 1 0,-1-2 0 0,0 1 2 15,2-2 0-15,-6-1 14 0,1 0-8 16,1-2 1-16,-2 0-1 0,-2 2 4 0,-2-4 3 16,0 3 8-16,0-2-3 0,-1-1 0 0,-3-6 3 15,3 10 4-15,0-5 0 0,-3-5-3 0,-3 9 8 0,3-9-13 16,-6 8-13-16,0-5-23 0,-1-1-22 16,1 2-46-16,-2-2-44 0,8-2-51 0,-14 4-63 15,6-4-183-15,8 0-484 0,0 0 214 0</inkml:trace>
  <inkml:trace contextRef="#ctx0" brushRef="#br0" timeOffset="-123255.77">28907 4678 40 0,'4'-9'258'0,"-1"6"-19"0,-3 3-19 0,5-9-22 16,-5 9-18-16,4-6-12 0,-4 6-1 0,0 0 4 15,0 0 7-15,10 15-13 0,-4-6-11 0,1 5-8 0,-3 2-9 16,2-2-13-16,-2 1-10 0,0 1-14 15,2-1-11-15,-4 1-6 0,4-1-13 0,-1-1-28 0,-1-1-25 16,-2-2-46-16,1 1-35 0,2-2-50 16,-4 0-55-16,3-2-44 0,-3-2-200 0,0-1-445 15,-1-5 198-15</inkml:trace>
  <inkml:trace contextRef="#ctx0" brushRef="#br0" timeOffset="-123097.68">28921 4556 81 0,'-1'-12'185'16,"-1"4"-15"-16,2 0-20 0,-4 1-23 0,4 7-42 15,0-8-36-15,0 8-18 0,0 0-16 0,0 0-26 16,0 0-27-16,0 0-29 0,13 24-63 0,-8-14-141 16,1 2 64-16</inkml:trace>
  <inkml:trace contextRef="#ctx0" brushRef="#br0" timeOffset="-122496.34">29229 4682 32 0,'8'-1'179'16,"0"-1"7"-16,-8 2 4 0,13-4-9 0,-8-1-1 16,0 1-8-16,-1-1 6 0,-4 5-1 0,6-5-5 15,-6 5-19-15,0 0-13 0,0 0-5 0,0 0-13 0,0 0-2 16,-17-9-1-16,17 9 2 0,-23 9-1 16,9-2-13-16,-2 3 1 0,-2-1-7 0,0 4 3 15,4-2-6-15,-1 1-10 0,2 1-7 0,0 2-10 16,5-5-13-16,2 4-3 0,-2-1 3 0,4-1-10 15,2-1-8-15,-1 0-3 0,6 0-1 0,2-1-2 0,1-1-5 16,3 0 1-16,3-2-13 0,4-2-10 0,2-1-9 16,2-2-2-16,1-1-6 0,0-1-1 15,-5-2-3-15,2-3 5 0,-5 0-1 0,-2-2-2 16,-2-3-2-16,4-2 0 0,-3-1 0 0,-2-1 5 16,-2-4-1-16,-2-1 5 0,0-1-3 0,0-5-3 0,1-2 3 15,-2 3-1-15,0-4 1 0,-3 0 3 0,3-1 2 16,-2 4 0-16,-1-1-4 0,2 1 8 0,-2-2-5 15,1 10 0-15,0-2 0 0,0 6 2 0,-1 1 9 16,2 1 6-16,-2 4-1 0,0 0 1 16,0 7-6-16,1-9-2 0,-1 9-1 0,0 0 11 15,0 0 3-15,0 0-3 0,0 0 6 0,-3 40 3 16,0-14 6-16,3 0-5 0,0 0 2 0,1 3-3 16,0-1 6-16,2-1 1 0,-2 0-8 0,3-2 8 15,-2 1 3-15,3-5-5 0,3 1-5 0,1 1 0 16,0-5-6-16,1-3 3 0,2-1-8 0,-2 0 14 15,4-2-18-15,0-3-3 0,1 0-1 0,2-1-16 0,-4-5-4 16,4 1-6-16,-5-3-9 0,7 1 1 0,-5-5-5 16,-1 2 9-16,2-3-15 0,-4-2-2 15,-1-1 7-15,1 0-3 0,-2-2 5 0,0-1 2 16,0 0 2-16,-2-2 2 0,0-4 6 0,-4 1-4 16,-2 2 8-16,2 3 6 0,-3-1 2 0,0 1 8 15,0 3 11-15,0 7-2 0,-3-12-1 0,3 12 3 0,-7-6-3 16,7 6 11-16,-18 2 10 0,7 2-4 15,1 2 6-15,-2 0-6 0,0 3-8 0,3-2 9 16,-2 6-8-16,4-1 2 0,2-2-10 0,0 1-29 16,4 1-21-16,1 0-39 0,3-2-61 0,6 1-72 0,4-2-61 15,0 3-263-15,6-4-580 0,7 0 258 0</inkml:trace>
  <inkml:trace contextRef="#ctx0" brushRef="#br0" timeOffset="-122353.1">29946 4864 2755 0,'0'0'282'15,"8"-5"-132"-15,-8 5-79 0,3-10-13 0,-3 10-4 0,0-6 31 16,0 6 13-16,0 0 6 0,0 0-7 0,-8-12-11 16,8 12-10-16,0 0-12 0,-3-6-29 0,3 6-35 15,0 0-48-15,0 0-53 0,0 0-74 16,0 0-87-16,0 0-310 0,0 0-619 0,0 0 274 16</inkml:trace>
  <inkml:trace contextRef="#ctx0" brushRef="#br0" timeOffset="-118690.88">5820 7005 4 0,'1'-12'193'0,"-1"12"-10"0,1-7-11 0,-1 7-11 16,0 0-16-16,0 0-18 0,-1-12-12 0,1 12-13 15,0 0-9-15,0 0 6 0,0 0-5 0,0 0-3 16,10 22-9-16,-7-9-3 0,0-3-7 0,-3 8-6 16,2 0-7-16,0-3-6 0,1 4 5 0,-1 6-3 15,0-4-7-15,0-2-4 0,1 1-3 16,-2-2-3-16,2 2-2 0,-2-5-5 0,-1 3 1 0,3-3-7 15,-2-2-3-15,0-4-2 0,-1 2 3 0,3-2-6 16,-3-3 3-16,0-6 2 0,0 10-1 0,0-10 3 16,0 9 8-16,0-9 15 0,2 5 4 0,-2-5 9 15,0 0-2-15,0 0-7 0,0 0-4 0,0 0-3 16,0 0-3-16,-14-19-3 0,13 9-2 0,-2-2-3 16,1 0-2-16,0-6-2 0,1 3-4 0,0-4-5 15,2 0-1-15,3-6-2 0,1-1 0 0,4 0 6 16,1 3-11-16,2 1-3 0,3 0-1 0,-3 5-4 15,0 2 2-15,4 1-6 0,-2 5-2 0,1-1 0 16,-1 1-1-16,-1 4 1 0,0 3 1 0,-2 2-4 16,3 2 0-16,3 2 9 0,1 6-7 0,-4 2-1 15,0 2 4-15,4 6-2 0,-3 3 22 0,-2 1-3 16,0 2 0-16,-6 1-2 0,-1-1-3 0,-1 3-3 16,-3-4-17-16,2 4-15 0,-2-4-26 0,-3 0-40 15,0-1-49-15,0-3-43 0,-2-5-53 0,-2 1-211 16,0 1-482-16,2-3 214 0</inkml:trace>
  <inkml:trace contextRef="#ctx0" brushRef="#br0" timeOffset="-118272.99">6349 7215 168 0,'0'-10'229'0,"0"-2"-9"16,0 3-7-16,0 2-9 0,0 7-8 0,0-13-5 15,0 13-10-15,-2-10-14 0,2 10-22 0,2-7-16 16,-2 7-14-16,0 0-14 0,0 0-7 0,0 0 2 16,0 0-4-16,4 37-2 0,-4-16-6 0,2 3-3 15,-1 2-7-15,-1 1-5 0,2 1-7 0,-4-2 0 16,2-1-3-16,0-4-13 0,-1 4-5 16,1-5 1-16,1-3-5 0,1 0-5 0,-1 0-2 0,-1 0-4 15,0-3-1-15,4-1-3 0,-3 0-5 0,0-3-11 16,0-1-14-16,2 0-16 0,-2 1-19 0,2-2-26 15,-3-2-32-15,1 0-30 0,0 2-38 0,-1-8-37 16,3 10-24-16,-3-10-182 0,0 7-444 0,0-7 197 16</inkml:trace>
  <inkml:trace contextRef="#ctx0" brushRef="#br0" timeOffset="-117926">6355 7306 133 0,'1'-9'176'0,"-1"9"-15"0,5-4-9 16,-5 4-8-16,9-7-5 0,0 0 0 0,3 2-3 15,-1-1-5-15,5-1-10 0,2 2-2 0,-3 0-11 16,-1 4-4-16,-2-2-13 0,0 1-9 0,0 3-2 16,-1 0-9-16,2 3-7 0,-4-1-4 0,0 1-2 15,1 2-7-15,-5-2-1 0,3 5-2 0,-3-3-6 16,-4 2-7-16,3 0-1 0,-4 1-7 0,-4 2 3 16,1-1-4-16,-3 2-9 0,-4 1-17 0,-3 0-21 15,2-3-25-15,-2 2-37 0,-1-1-26 0,4-5-23 16,-3 2-48-16,-1 0-163 0,-4-5-373 0,7 1 165 15</inkml:trace>
  <inkml:trace contextRef="#ctx0" brushRef="#br0" timeOffset="-117560.33">6833 6982 136 0,'-4'-8'233'16,"4"8"-13"-16,-2-5-19 0,2 5-18 0,0 0-20 15,0 0-4-15,0 0 3 0,-16 20 5 0,7-3-6 0,-3 5-9 16,1 4 3-16,0-1-15 0,2 4-13 0,0-1-6 16,3-4-13-16,0 0-11 0,4-3-6 15,-1-3-10-15,2 0-5 0,1-1-8 0,1-1-3 16,0-3-11-16,3-1-5 0,-2 0-6 0,4 4-3 16,-1-5-20-16,2-2-35 0,-1-2-16 0,3 2-40 15,-1-2-43-15,1-1-46 0,1-1-37 0,0-3-41 0,-2 2-170 16,1-5-442-16,-2 2 196 0</inkml:trace>
  <inkml:trace contextRef="#ctx0" brushRef="#br0" timeOffset="-117269.98">6961 7214 160 0,'0'0'182'0,"0"0"-4"15,0 0 3-15,0 0-1 0,0 0-11 0,0 0-14 16,0 0-5-16,4 22-10 0,-4-22-8 0,5 10-11 15,-1-5-5-15,1-1-13 0,0-2-6 0,1 1-9 16,3 4-9-16,-1-6-5 0,2 1-6 0,0-1-10 16,2-1-5-16,-1 0 5 0,0-1-12 0,-1-2-2 15,-3 1-2-15,0-2-2 0,-1 0 8 0,-1 1 1 16,0-4-5-16,0-3 1 0,-3 0-3 0,0 1 4 16,-3-1 6-16,0 1-2 0,-1-4-3 0,0 1-3 15,-1 3-6-15,-3-2-8 0,2 0 0 0,-1 0-4 16,1 4-2-16,0 1-6 0,2 1-7 0,-3 0-19 15,5 5-20-15,-10-6-28 0,10 6-25 0,-15 3-44 16,8 2-41-16,-3-1-49 0,-1 4-232 16,0 0-483-16,-1-1 213 0</inkml:trace>
  <inkml:trace contextRef="#ctx0" brushRef="#br0" timeOffset="-116997.7">7248 6991 140 0,'8'-5'206'15,"-8"5"13"-15,10 2 1 0,-10-2-9 0,13 11-5 16,-3-4-3-16,0 8-17 0,1 1-4 0,3 4-8 16,-5 5-8-16,0-1-13 0,-3 2-12 0,-2 1-6 15,-2-2-6-15,-2 1-10 0,0 1-10 0,-1-3-1 16,-3 2-11-16,-3-7-11 0,-1 6-2 0,0-6-6 15,1-1-4-15,-4-1-3 0,1 0-12 0,0 0-2 16,-7 3-21-16,6-7-28 0,-3-1-23 0,0 0-35 16,-2-1-45-16,4-1-49 0,1-2-70 0,1-3-62 15,0 1-202-15,3-4-516 0,7-2 228 0</inkml:trace>
  <inkml:trace contextRef="#ctx0" brushRef="#br0" timeOffset="-116764.48">7790 7099 1 0,'0'0'283'0,"0"0"-16"16,0 0-8-16,0 0-9 0,8-9-13 0,-8 9-13 15,0 0-19-15,0 0-19 0,0 0-22 16,8-4-14-16,-1 4-18 0,1-2-11 0,5 0-12 15,1-1-15-15,0 1-27 0,5 0-31 0,-2 0-39 0,-3 0-52 16,0 1-48-16,4 0-53 0,-6 0-36 0,1 1-188 16,-3-1-410-16,-4-1 181 0</inkml:trace>
  <inkml:trace contextRef="#ctx0" brushRef="#br0" timeOffset="-116592.2">7822 7178 191 0,'0'0'233'15,"-5"3"-16"-15,5-3-3 0,0 0-9 0,0 0-1 16,-5 3-10-16,5-3-16 0,0 0-18 0,0 0-19 16,0 0-3-16,0 0-21 0,20 3-7 0,-7-3-21 15,1 0-27-15,5 0-40 0,3-1-43 0,-3 1-63 16,9-3-51-16,-1 0-73 0,-8 0-131 0,1 0-365 16,-3-2 162-16</inkml:trace>
  <inkml:trace contextRef="#ctx0" brushRef="#br0" timeOffset="-112495.83">8699 6863 25 0,'0'0'148'0,"-1"-9"-7"15,1 9-9-15,0 0-5 0,0 0-4 0,0 0-6 16,0-9-10-16,0 9-8 0,0 0-13 0,0 0-6 16,0 0-8-16,0 0-14 0,0 0-2 0,0 0-2 15,0 0-4-15,0 0 6 0,21 15-11 0,-14-5 12 16,4 5-7-16,-2-3 8 0,0 3-6 0,3 0-6 15,-3 2 1-15,0 0-2 0,1 0-3 0,-3-3-5 16,-3-1-3-16,4 0-2 0,-3 0-11 0,0-2 9 16,-1 2 0-16,0-1 4 0,0-1-1 0,-1 1-3 15,-1-2-1-15,-1 0-7 0,-1-2 2 0,3-1-3 16,-3-1-2-16,0-6-3 0,1 12 3 0,-1-12-5 16,0 8 0-16,0-8 0 0,1 6 3 0,-1-6 17 15,0 0-1-15,0 0 13 0,0 0 7 0,0 8 6 16,0-8-8-16,0 0 7 0,0 0-14 0,0 0-4 15,0 0-4-15,0 0-4 0,-10-24-2 0,7 14 0 16,1 1-8-16,0-4 2 0,1-3-5 0,2 0-2 16,2-4-8-16,3-2-2 0,0 3-1 0,1-5 0 15,5-1-3-15,-3 2 0 0,6 1-3 0,-1 0-3 0,4 3-4 16,0-1 7-16,2 4-7 0,-3 3-1 16,1 5-1-16,-2-1 4 0,-3 5-1 0,0 2-5 0,0 0 3 15,0 5 2-15,-1 1-3 0,0 1 7 0,-2 1-5 16,3 6 2-16,-2 1 2 0,0 4-2 0,-1 2-1 15,-1 5 6-15,-2 1 0 0,0-6 2 0,-2 6-7 16,-4 1-6-16,0-3-23 0,-1 3-29 0,-1-2-26 16,0 3-35-16,-2-10-49 0,1 2-43 0,-5-1-169 15,2 0-415-15,4-5 184 0</inkml:trace>
  <inkml:trace contextRef="#ctx0" brushRef="#br0" timeOffset="-112003.71">9238 7143 112 0,'0'0'223'0,"0"0"-30"0,1-7-16 15,-1 7-21-15,0 0-14 0,0 0-9 0,0 0-12 16,0 0-7-16,0 0-6 0,0 0-13 0,11 15-3 16,-9-5 13-16,2-1-8 0,-3 0-10 0,2-1-6 15,-1 4-6-15,0-5-10 0,-1-1-5 0,2 0-7 0,-2 3-2 16,0-2-1-16,-1-7-2 0,3 12-6 16,-2-7 4-16,-1-5-7 0,1 9-3 0,-1-9-5 15,0 0 3-15,2 8 3 0,-2-8 6 0,0 0 5 0,1 6 3 16,-1-6 1-16,0 0 1 0,0 0-8 0,0 0-2 15,0 0 0-15,0 0 6 0,0 0-12 0,0 0 0 16,0-23-7-16,0 23 7 0,1-19-12 16,2 9-5-16,-1-6 0 0,6 0 0 0,-3 0-8 15,4-7 2-15,0 4-6 0,1 1-3 0,3-4-2 0,-3 5 0 16,2 1 3-16,-3 3-10 0,2 2 2 0,-3 1 0 16,-1 1-5-16,1 4 5 0,0 0-4 0,-2 5-5 15,2-4 2-15,-8 4 4 0,13 1-6 0,-6 2 7 16,1 3-4-16,0 0 5 0,-2 4-5 0,2 0 3 15,-2 1 2-15,0 4-20 0,0-2-8 0,-3 2-5 16,1-1-19-16,1 2-20 0,-5 0-32 0,1 2-37 16,-1-4-33-16,2-1-42 0,-4-1-190 15,2-1-442-15,0 1 196 0</inkml:trace>
  <inkml:trace contextRef="#ctx0" brushRef="#br0" timeOffset="-111593.31">9763 7013 206 0,'0'0'213'0,"0"0"-25"0,0 0-16 16,0 0-13-16,0 0-1 0,0 0-6 0,0 0-6 15,0 0 1-15,-6 25-17 0,5-13-8 0,-1 1-6 16,1-3-9-16,-1 1-10 0,2 1-10 0,-2-2-5 16,4 1-8-16,-1-1 1 0,0-1-7 0,3 2-2 15,-1-5-9-15,-1 0 2 0,3-1-9 0,-1 1 0 16,4-3-7-16,-1 1 0 0,0-2-2 0,3-1-2 16,1-2-5-16,0 0 1 0,-1-3 6 0,3-1-2 15,-2-1-7-15,0-3 0 0,0 1 5 0,2-3-5 16,-2-3 1-16,-2 1-1 0,0-2 5 0,-4 5-9 15,2-5-1-15,-4-2 3 0,-1 1-10 0,-4-1 2 0,1-2-6 16,-1 3-2-16,-3 0-2 0,0 4-4 16,-2 1-1-16,1 2-1 0,-2-1-8 0,-2 4-16 15,3 3-8-15,-3 2-25 0,-4 2-28 0,1 1-24 16,-4 5-30-16,0 5-37 0,0-2-42 0,4 4-43 0,-6 4-157 16,10-4-447-16,4-2 198 0</inkml:trace>
  <inkml:trace contextRef="#ctx0" brushRef="#br0" timeOffset="-109508.08">10406 7074 39 0,'0'0'172'0,"-7"3"-12"16,7-3-8-16,0 0-7 0,0 0-9 0,0 0-9 15,0 0-10-15,0 0-5 0,0 0-6 0,0 0 6 16,24-12-1-16,-11 7-2 0,2-2-6 0,2-2-2 16,-2 0-1-16,3-2-9 0,-4 2-6 0,-3 3-3 15,1-1-4-15,-3-2-11 0,4 2 1 0,-6 0-11 16,0 0-1-16,2-2-8 0,-4 1-3 0,0 2-6 15,0-4-5-15,-2 2 4 0,-1-1-3 0,1-1-5 16,-3 1-6-16,0 2 1 0,0 7-2 0,-2-11-4 0,2 11-6 16,-3-12 0-16,0 7-2 0,3 5-3 15,-9-8 1-15,5 5-1 0,4 3-2 0,-11-4-2 16,11 4-3-16,-12 3 2 0,12-3 0 0,-16 4 0 16,7 4-2-16,-3 5 0 0,-1-2 1 0,4 6 0 15,0-4 0-15,2 6-3 0,-1-5 3 0,4 3 5 16,-2 2-1-16,5-1-8 0,1-3 2 0,1 1 0 15,4 0 0-15,0-4-16 0,3-1-6 0,2 2-14 16,-1-3-23-16,6 1-28 0,-2-1-31 0,4-2-25 16,-1-3-18-16,1 0-22 0,-4-1-172 0,-2-4-382 0,3 1 169 15</inkml:trace>
  <inkml:trace contextRef="#ctx0" brushRef="#br0" timeOffset="-109282.04">10791 6885 153 0,'1'-8'211'0,"-1"8"-5"16,5-9-8-16,-5 9-14 0,2-9-14 0,-2 9-18 15,5-3-16-15,-5 3-11 0,0 0 5 0,0 0 7 16,15 11-15-16,-6-1-9 0,0 0-4 0,1 3-6 16,3 2-13-16,-2 1-4 0,2-2-12 0,-1 1-8 15,-1 0-7-15,1 1-6 0,-3-1-14 16,-2-3-20-16,1 1-25 0,2-6-38 0,-3 5-36 0,-1-3-34 15,2 1-19-15,1-2-27 0,-4-3-27 0,0 0-149 16,-1 0-363-16,-4-5 162 0</inkml:trace>
  <inkml:trace contextRef="#ctx0" brushRef="#br0" timeOffset="-109085.54">11039 6863 98 0,'-2'-13'192'16,"-1"1"-2"-16,-2 5-9 0,2 0-5 0,-1 3-11 15,4 4-15-15,-5-6-14 0,5 6-13 0,0 0-4 16,0 0 10-16,-24 23-12 0,6-3-5 0,0 6-1 16,-1 1-10-16,4 2-10 0,-6 2-7 0,7 0-9 15,-3-4-8-15,5 2-9 0,-2 0-22 0,1-3-24 16,1 0-33-16,0 0-35 0,1-1-30 0,5-8-42 16,0 1-47-16,-1-1-169 0,2-4-370 0,4-6 163 15</inkml:trace>
  <inkml:trace contextRef="#ctx0" brushRef="#br0" timeOffset="-108805.83">11163 6759 273 0,'0'-5'264'0,"3"-1"-16"0,-3 6-21 0,1-9-25 16,-1 9-23-16,2-6-12 0,-2 6-3 0,0 0 9 15,0 0-3-15,10 21 1 0,-7-5-8 0,2 3-8 16,0 9-16-16,0 1-8 0,-1-1-12 0,1 3-8 0,-1-2-8 16,0 1-13-16,-1-1 3 0,-1 0-8 15,1 2-22-15,2-2-6 0,-1-2 9 0,-2 0-17 16,-1-2-7-16,1 0 1 0,-1-6-15 0,0-2-23 16,-2 0-13-16,2-1-25 0,-3-3-35 0,0 2-31 15,0-3-35-15,-1-1-24 0,-2 2-26 0,4-4-29 0,-2 0-37 16,-2 1-190-16,0-5-474 0,-1-2 209 15</inkml:trace>
  <inkml:trace contextRef="#ctx0" brushRef="#br0" timeOffset="-108551.24">11182 6925 64 0,'4'-9'203'0,"2"0"-14"0,2-1-4 15,3 2 6-15,6 0-4 0,-1 1-4 0,-2 3-9 16,2 2-18-16,3 1-11 0,-1 1-11 16,0 3-16-16,-5 0-7 0,6 3-9 0,-8 0-7 15,1-2-12-15,-3 6-7 0,1-2-7 0,0 1-4 0,-6-1-5 16,0 0-4-16,-1 1-4 0,-3 0-8 0,-3 0-3 16,-1-1-4-16,0 0-12 0,-5 2-11 15,2-3-24-15,-2 0-18 0,-1 0-28 0,-1-1-37 16,2 0-40-16,3-2-53 0,-4 1-48 0,0-1-120 0,-1-1-382 15,11-3 169-15</inkml:trace>
  <inkml:trace contextRef="#ctx0" brushRef="#br0" timeOffset="-107659.77">12098 6444 17 0,'0'0'176'0,"0"-16"-1"0,0 9 0 16,0 7 0-16,0-11-9 0,0 11-4 0,0-11-13 15,0 11-3-15,-2-12-10 0,2 12-8 0,0-5-7 16,0 5-8-16,0 0-7 0,-3-8-7 0,3 8-9 15,0 0-11-15,0 0-7 0,-2-7 11 0,2 7-8 16,0 0-11-16,0 0-11 0,0 0-4 0,0 0-7 16,0 0-4-16,0 0-2 0,0 0-2 0,-12 15-2 15,10-5 0-15,-2 3-5 0,0 1 0 0,-3 4 2 16,1-3-5-16,1 2-1 0,0 1 4 0,0 0-3 0,1 0 1 16,0 2 6-16,0 4-8 0,-2 1 3 15,6 1 1-15,0 1 7 0,0-2-1 0,2 5 2 16,0-1 1-16,-1 3-5 0,2 0 4 0,1 3-1 15,1 1 1-15,-2 10-2 0,0-12-4 0,1 0-2 0,0 2-1 16,2 10 2-16,-6-10-3 0,2-1 4 16,-2 1 0-16,0-3-5 0,0-1-3 0,3 1 2 15,0-1-4-15,2-1 0 0,-5 1-1 0,0-5-2 16,4 5 6-16,-3-3-11 0,2 4 1 0,-2-4-1 16,-1 2 2-16,0 0 0 0,0 0-1 0,-1-2-3 0,-2 2 1 15,0-4 4-15,1 2-10 0,-5-1 4 0,3 0-2 16,-4-3 1-16,2 0 0 0,-2 2 0 15,-1-3-1-15,-1-7 0 0,3 2 0 0,-3 4 1 16,3-8-3-16,-1 2 2 0,2-6 2 0,1 0-9 0,1-1 0 16,3-3 2-16,-2 1 0 0,3-2 2 0,0-6 7 15,0 11-6-15,6-7-6 0,-6-4 4 0,15 6 1 16,-2-5 0-16,0-1-1 0,7 0-2 16,-1-3 0-16,9 1-2 0,3-3-2 0,0 1-7 15,-1-2-8-15,1-1-17 0,-3 1-10 0,3-3-14 0,-4 1-24 16,0 0-22-16,-7 3-36 0,0-1-29 15,0 0-37-15,-3-3-30 0,0 2-37 0,-8 1-160 0,5-6-470 16,-1 1 207-16</inkml:trace>
  <inkml:trace contextRef="#ctx0" brushRef="#br0" timeOffset="-107204.73">12702 6957 22 0,'0'0'183'0,"-7"-2"2"0,7 2-11 16,0 0-4-16,0 0-8 0,0 0-6 0,0 0-6 15,0 0-15-15,0 0-8 0,0 0-8 0,0 0-6 16,0 0 2-16,0 0-1 0,23 0-4 0,-10 0-3 16,7 1-6-16,-1-1-10 0,0 0 1 0,2-1-7 15,0-1-4-15,-2 0-5 0,-1 1-6 0,0-2-4 16,-2 3-9-16,-3 0-3 0,1-1-7 0,-1 1-1 15,-3 0-3-15,-2-1-6 0,-1 0-3 0,-7 1 2 16,13 0 1-16,-13 0-5 0,0 0 1 0,10-1 2 16,-10 1 9-16,0 0-13 0,0 0-5 0,0 0 0 15,10 1 7-15,-10-1-14 0,0 0-2 0,0 0-6 16,0 0-15-16,0 0-26 0,0 0-31 0,0 0-46 16,0 0-56-16,0 0-49 0,7 0-36 15,-7 0-199-15,0 0-483 0,0 0 215 0</inkml:trace>
  <inkml:trace contextRef="#ctx0" brushRef="#br0" timeOffset="-97702.39">13286 7078 133 0,'-3'-7'162'0,"3"7"-7"16,0 0-11-16,0-8-13 0,0 8-11 0,0 0 3 15,0-10-3-15,0 10-3 0,-2-9-11 0,2 9-7 16,0 0-9-16,2-10-15 0,-2 10-6 0,3-9-3 16,-3 9-5-16,7-6-8 0,-7 6-1 0,4-7-5 15,1 1-10-15,-1 3-1 0,3-1-8 0,2-3 1 16,0 3 0-16,-2-3-7 0,1 0-4 0,2 2 0 15,-1-3 3-15,1 3-6 0,2-2 2 0,-3 0-3 16,0 2-5-16,2-3 1 0,-2-1 2 0,4 3 2 16,-3-2-4-16,-1-1 1 0,-3 1 0 0,1 2 1 15,0 0 3-15,-3 1-4 0,-1 0 2 0,1 1 0 16,-4 4-2-16,4-13-1 0,-4 13 4 0,-2-6 0 16,2 6 2-16,2-7-2 0,-2 7-3 0,0 0 0 15,0 0-6-15,-2-13-2 0,2 13 5 0,0 0 0 16,-8-2-4-16,8 2-1 0,0 0-4 0,0 0 2 15,0 0-1-15,-19 10-3 0,13-2 1 0,-1-1-2 16,-3 3 4-16,4 1-1 0,-1 0-3 0,-1 5 3 16,0-2 3-16,0 2-1 0,5-2-3 0,-1 3-2 15,0-4-2-15,2 3-7 0,1-2-5 0,4-2-9 16,3 2-10-16,3 2-12 0,1-3-16 0,3 1-12 16,11 0-16-16,1-4-22 0,2-3-20 0,3 0-20 15,-2-2-124-15,1-2-302 0,5-3 134 0</inkml:trace>
  <inkml:trace contextRef="#ctx0" brushRef="#br0" timeOffset="-97356.28">14016 6649 49 0,'0'0'123'0,"-7"-6"-4"0,7 6-26 0,0 0-6 16,-9 0-1-16,9 0-9 0,-18 9 4 16,7 2-9-16,-3 2 1 0,-3 6 1 0,1 4 0 15,0 4 2-15,-2-2-10 0,0 1-4 0,5 6-5 16,2-1-3-16,-1 2-9 0,5-3 0 0,3 1-7 0,0-2 3 15,1 0-9-15,3-5 3 0,1 1-10 0,1-3 4 16,4-4-3-16,3 5-1 0,1-5-6 16,3 4-5-16,0-6-8 0,1-2-15 0,3-1-20 15,-1-1-9-15,3-3-23 0,5 2-18 0,-6-4-23 0,4-1-15 16,-2-3-95-16,-1-2-228 0,-2 0 101 0</inkml:trace>
  <inkml:trace contextRef="#ctx0" brushRef="#br0" timeOffset="-96947.33">14222 6851 156 0,'0'0'164'0,"-1"-6"-15"0,1 6-22 16,0 0-10-16,-3-7-16 0,3 7-4 0,0 0-22 15,0 0 6-15,0 0-2 0,0 0 12 0,7 22-10 16,-3-12-4-16,-1 8-12 0,3 1 2 0,-2-1-9 15,4 6-2-15,0-4 0 0,-3-1-11 0,5 4 0 16,-2-7-5-16,-2-1-4 0,1 0-9 0,-2 1 3 16,2-1-6-16,-5-4 4 0,5 0-4 0,-3-3-4 15,3 3-2-15,-3-2-3 0,1 0 0 0,0-5 4 16,-3 2-5-16,2-2 5 0,-4-4-1 0,5 8 13 16,-5-8 13-16,4 2 11 0,-4-2-2 0,0 0-6 15,0 0-6-15,9-10-2 0,-7 5-3 0,1-6 0 16,2 0-7-16,-1-6-1 0,0-1-2 0,1 1-3 15,-1-2-2-15,0-2-1 0,2-3-5 0,-5 1-1 16,2 5-1-16,-1-9 0 0,0 11-3 0,0-2-3 16,0-2 0-16,0 5 1 0,-1 2-5 0,-1 2 3 15,2-1-9-15,-2 2-8 0,0 3-17 0,0 7-22 16,2-13-27-16,-2 13-43 0,0-6 1 0,0 6 0 16,5-4-7-16,-5 4-22 0,0 0 10 0,18 6-18 15,-10-2-8-15,-1 3-86 0,0-2-272 0,0 0 121 16</inkml:trace>
  <inkml:trace contextRef="#ctx0" brushRef="#br0" timeOffset="-96637.24">14564 7035 45 0,'-2'10'132'0,"2"1"3"16,-2 0-8-16,1 0-8 0,0 0-7 0,-1-1 2 15,-1 1-15-15,0 0 0 0,1-1-5 0,2 0-9 16,0 0-8-16,0-2-8 0,5 0-5 15,-5-1-2-15,4 0-7 0,1-2-1 0,-1 1-4 0,2-2-3 16,3 0-3-16,3 1-7 0,-3-4-1 0,3 1-2 16,-1-1 0-16,0-1-4 0,1-1-2 15,-2-1-3-15,-1-2-1 0,2-3-2 0,0-1 11 0,-6 1-11 16,2-2 5-16,0-1 1 0,-3 0 0 0,-1-3-2 16,-1 0-1-16,-2 1-4 0,-2-2-2 0,-3-3 0 15,-2 0-6-15,2 1 1 0,-3 2-3 0,-1 0 3 16,1 5-5-16,-1-1-2 0,1 1 4 0,0 4-11 15,-2-1-12-15,1 2-14 0,1 0-17 0,-1 4-14 16,9 0-22-16,-14 3-26 0,7-1-18 0,7-2-26 16,-7 9-132-16,2-4-305 0,5-5 134 0</inkml:trace>
  <inkml:trace contextRef="#ctx0" brushRef="#br0" timeOffset="-96451.52">14885 7006 169 0,'0'0'161'0,"11"0"-10"0,-11 0-11 0,7-3-14 15,-7 3-11-15,13 0-14 0,-3 0-12 0,-1 0-10 16,3-1-5-16,2 2-18 0,-1-1-28 0,4 0-23 16,0 2-27-16,4-4-31 0,-9 1-18 0,0 0-22 15,-2 1-84-15,-4-2-190 0,-6 2 85 0</inkml:trace>
  <inkml:trace contextRef="#ctx0" brushRef="#br0" timeOffset="-96081.68">15101 6822 78 0,'2'-8'141'0,"-2"-2"-9"16,0 2 6-16,0 8-8 0,2-10 7 0,1 5-5 16,-3 5-12-16,0-7-14 0,0 7-22 0,0 0-1 15,0 0 0-15,0 0 9 0,0 0 1 0,19 12-4 16,-14-2-2-16,6 5-5 0,-4 1-9 0,-1 0-3 15,3 8-7-15,1-9-7 0,-3 2-7 0,2-1-4 16,0 1 2-16,-2 0-5 0,-1 1-8 0,-1-2 5 16,1 0-7-16,2 0-5 0,-2-4 0 0,-2-1-4 15,0 1-1-15,-1-2-3 0,2-1-2 0,-3 0-2 0,1-1-1 16,0-4-1-16,-3-4-2 0,3 9 3 16,-3-9-1-16,4 7 6 0,-4-7 8 0,0 0 2 0,4 3 2 15,-4-3-1-15,0 0-4 0,13-16-3 16,-6 5 0-16,1-6-7 0,2 2 4 0,-1-8 0 0,2-1-3 15,-2 2-3-15,2-4 1 0,-1 3-2 0,-1-2-1 16,-3 1-1-16,2 6 0 0,-3-2-3 0,-1 2-1 16,1 1-2-16,-1 4 2 0,-2-2-2 15,0 4-4-15,0 1-17 0,-1 1-14 0,1 5-22 16,-2 4-31-16,1-10-29 0,-1 10-16 0,0 0-14 0,6-3-14 16,-6 3-19-16,0 0-15 0,11 10-123 0,-7-5-340 15,-1 2 151-15</inkml:trace>
  <inkml:trace contextRef="#ctx0" brushRef="#br0" timeOffset="-95707.9">15636 6938 58 0,'0'0'179'0,"-10"-18"-3"16,9 14-5-16,1 4-6 0,-3-9 6 0,3 9-5 15,-4-10-14-15,4 10-8 0,-3-8-12 0,3 8-6 16,0 0-12-16,0 0-9 0,-2-7-14 0,2 7-6 16,0 0-12-16,0 0-10 0,0 0-9 0,0 0-3 15,0 0-5-15,0 0-5 0,0 0-6 0,0 0-1 16,0 0-6-16,0 0-5 0,0 0 0 0,0 0-4 16,0 0-2-16,0 0 0 0,10 19-3 0,-10-19-2 15,3 17 2-15,-1-6-3 0,-1 4 0 0,2-2 1 16,-2 3-1-16,-1-1 0 0,0-4 0 0,0 4-3 15,0-4 1-15,1 5-1 0,-1-3 0 0,2-3 1 16,-2 3-1-16,1-3-4 0,0 2 3 0,-2-3 1 16,1-2-2-16,1 5 1 0,-1-5-8 0,1 1-4 15,-1 0-16-15,0-8-22 0,1 13-22 0,-1-6-32 16,0-7-18-16,-1 12-10 0,1-12-17 0,1 8-13 16,-1-8-9-16,0 0 3 0,0 0-115 0,-2 9-299 15,2-9 132-15</inkml:trace>
  <inkml:trace contextRef="#ctx0" brushRef="#br0" timeOffset="-95436.43">15591 6874 66 0,'4'-6'125'15,"-4"6"-4"-15,14-1-25 0,-4 1 13 0,3 1 1 16,3 4-5-16,2 0-5 0,-1 3-12 0,2 2-7 15,-2-1-5-15,2 2-15 0,-1 0 1 0,-3 0-5 16,0 2-7-16,-3-1-4 0,-3 2-10 0,1 0 8 16,-4 1-3-16,-2-3-10 0,-1 1 6 0,-2 3-3 15,0-4-6-15,-4 3-5 0,-1-2 2 0,-3-3-3 16,-3 1-3-16,4-1 1 0,-6 1-5 0,-3-2-4 16,3-2 4-16,1 1-1 0,-2 0-14 0,0-2-18 15,1 0-21-15,1-2-25 0,0-1-20 0,1-1-41 16,-1 2-115-16,1-4-260 0,1 0 115 0</inkml:trace>
  <inkml:trace contextRef="#ctx0" brushRef="#br0" timeOffset="-95123.05">16163 6678 188 0,'0'0'179'0,"15"9"-13"0,-4-1-19 16,-1 2-13-16,2 4-2 0,0 0-11 0,1 9-7 16,-5-6-6-16,6 6-4 0,-5 4-10 0,2-2-10 15,-2 0-3-15,-4-1-10 0,-1 1-7 0,-1 0-2 16,-3 1-5-16,-3 0-8 0,-1-3-2 0,-3 1-4 15,-1-5-5-15,-6 4-4 0,0-1-4 0,-4-1-5 16,0-1-9-16,-4 2-20 0,2-2-28 0,-3-4-17 16,3 3-22-16,-3-2-30 0,-2-5-38 0,9 1-22 15,-11 0-112-15,0-1-294 0,8-4 131 0</inkml:trace>
  <inkml:trace contextRef="#ctx0" brushRef="#br0" timeOffset="-94395.96">13620 7616 87 0,'-11'-2'130'16,"3"1"-5"-16,-2-1-3 0,3 0 0 0,7 2-2 15,-10-3-9-15,10 3-8 0,-10-1-6 0,10 1-9 0,-7-4-8 16,7 4-7-16,0 0-11 0,-6-4-8 16,6 4-5-16,0 0-1 0,0 0-2 0,0 0-1 15,0 0-3-15,29 9 2 0,-18-9 1 0,12 3 1 16,4-2-1-16,6 1-6 0,5 0 9 0,19-2 1 0,6-1 4 16,31 2 4-16,4-3-1 0,2 0-3 0,8 1-5 15,4-7-3-15,9 2-5 0,1 3-12 16,-1 2-5-16,-5 0 2 0,1 1-5 0,-2 0 4 0,-6 0-5 15,2 2-1-15,-3-3-2 0,-9-2-3 0,1 2-1 16,-5 1-4-16,-30 0 11 0,31 1-3 0,-33 1-1 16,0-5 2-16,4 6 0 0,-10-3-2 0,0 0 2 15,-17 2-5-15,-1 1 0 0,-5-2-1 0,-3-1 1 16,-8 1-4-16,-4-3 4 0,-1-1 2 0,-8 3 11 16,2 0 6-16,-2 0 3 0,-4-1 5 0,-6 1 0 15,13 0-5-15,-13 0 4 0,6-3-11 0,-6 3 0 16,0 0-10-16,8-5-10 0,-8 5-16 0,0 0-21 15,0-6-31-15,0 6-25 0,0 0-24 0,0 0-39 16,-9-10-27-16,9 10-26 0,-12-4-160 0,4 1-392 16,-3 2 173-16</inkml:trace>
  <inkml:trace contextRef="#ctx0" brushRef="#br0" timeOffset="-93923.01">14689 7936 129 0,'-3'-12'239'0,"3"12"-13"15,-3-10-17-15,3 10-13 0,-2-6-20 0,2 6-20 16,0 0-18-16,0 0-15 0,0 0-15 0,0 0-11 15,0 0-11-15,0 0-3 0</inkml:trace>
  <inkml:trace contextRef="#ctx0" brushRef="#br0">14773 8251 2122 0,'2'5'43'0,"0"2"-244"0,-1-3 41 0,-1 2-22 0,0-1-129 0,0 3 28 15,-1-2-65-15,-1 1-4 0,4-2 92 0</inkml:trace>
  <inkml:trace contextRef="#ctx0" brushRef="#br0" timeOffset="-93258.1">14786 7919 42 0,'0'0'102'15,"0"0"-10"-15,0 0-5 0,0 0 0 0,0 0-10 0,-5-4-11 16,5 4-3-16,0 0-4 0,0 0 5 0,0 0-7 16,0 0-3-16,0 0 1 0,0 0-11 0,0 0 1 15,0 0-8-15,0 0-1 0,0 0-3 16,0 0-3-16,0 0-6 0,0 0-2 0,0 0-5 0,0 0 8 16,0 0-11-16,0 0 2 0,0 0-9 0,0 0-5 15,0 0 0-15,0 0-19 0,0 0 7 0,0 0-6 16,0 0-18-16,0 0 24 0,0 0-5 15,0 0-8-15,0 0-6 0,-17 6 10 0,17-6 1 0,0 0-11 16,-7 4-17-16,7-4 4 0,0 0-2 0,-5 3-11 16,5-3-17-16,0 0-58 0,-3 8-142 0,3-8 63 15</inkml:trace>
  <inkml:trace contextRef="#ctx0" brushRef="#br0" timeOffset="-93074.35">14732 7978 22 0,'0'0'19'0,"0"0"-7"0,0 0-15 15,0 0-6-15,0 0-9 0,0 0 4 0</inkml:trace>
  <inkml:trace contextRef="#ctx0" brushRef="#br0" timeOffset="-92551.63">14694 7927 39 0,'0'0'113'16,"0"0"-5"-16,-4-8-10 0,4 8-5 0,0 0 4 15,0 0-13-15,0 0 1 0,0 0-3 0,0 0-5 0,0-8 9 16,0 8 2-16,0 0 3 0,0 0-2 0,-1-9-3 15,1 9-8-15,0 0-1 0,-2-9-8 16,2 9-1-16,-2-7 3 0,2 7-5 0,0 0 1 0,-2-10-5 16,2 10 1-16,0 0-5 0,0 0-6 0,2-11 1 15,-2 11-6-15,0 0-9 0,0 0-3 16,0 0-5-16,-4-7-3 0,4 7-5 0,0 0-4 16,0 0-4-16,0 0 1 0,0 0-2 0,0 0-1 0,0 0-1 15,11 18-1-15,-9-10-3 0,3 3-1 0,-1 0 5 16,1 2-7-16,-3-3 1 0,3 7 2 0,-1 0-1 15,-2-1 1-15,-2 0-3 0,2 2-2 0,1-2 1 16,-2 0 0-16,0 0 0 0,-1 0 1 0,0-4 1 16,0 2-1-16,2-1-4 0,-2-1 4 0,0 1-2 15,0-3-3-15,0 0-4 0,0 0-8 0,0 1 2 16,0-2-10-16,0 1-4 0,0-4-10 0,0-6 7 16,0 13-20-16,0-7-9 0,0-6-3 0,2 12-23 15,-2-8-4-15,0-4-16 0,0 0-3 0,2 11-13 16,-2-11-10-16,0 6-10 0,0-6-97 0,0 0-253 15,0 0 112-15</inkml:trace>
  <inkml:trace contextRef="#ctx0" brushRef="#br0" timeOffset="-92170.13">14889 7906 61 0,'0'0'144'0,"0"0"-27"0,0 0 1 16,0 0-7-16,0 0-11 0,0 0-3 0,0 0 6 15,0 0-9-15,0 0-7 0,-13 25-7 16,7-15-13-16,-3-1 0 0,2 2-8 0,-2 2-2 0,0-3-9 16,-3 1-3-16,4 0-1 0,-1-2-12 0,-1-1 3 15,1 0-9-15,2-2 1 0,-1 1 0 16,-1-3-4-16,2 2-5 0,2-3 1 0,-1 1-2 15,6-4-1-15,-9 3 0 0,9-3 0 0,-7 3 2 0,7-3-3 16,0 0 0-16,-7 4 2 0,7-4-6 0,0 0 8 16,0 0-7-16,-6 3-3 0,6-3-12 0,0 0 4 15,0 0 4-15,0 0-2 0,0 0-1 0,0 0 0 16,15 12-2-16,-6-9 4 0,1 1-2 0,2 0 1 16,3 4 2-16,-2-3 1 0,3 1-4 0,1 1 2 15,4-1-3-15,-3 0-10 0,2 0-14 0,-2 0-19 16,3-1-23-16,-2 0-18 0,3-1-20 0,-1-1-31 15,-3 1-111-15,0-1-264 0,-4-3 117 0</inkml:trace>
  <inkml:trace contextRef="#ctx0" brushRef="#br0" timeOffset="-91909.82">15108 7918 85 0,'-4'-6'171'16,"4"6"-14"-16,0 0-10 0,-4-6-18 0,4 6-12 15,0 0-4-15,0 0 4 0,0 0-2 0,21-4-8 0,-10 2-3 16,8 1-15-16,3-2-2 0,5 0-9 0,5 3-8 16,-5-3-9-16,3-1-7 0,-3 2-8 15,1 1-15-15,-6 0-15 0,1 1-11 0,-6 0-20 16,3-3-22-16,-7 2-17 0,1 0-16 0,-1 0-20 0,-1-1-16 15,-1 2-21-15,-5 0-12 0,-6 0-72 0,13-1-227 16,-13 1 101-16</inkml:trace>
  <inkml:trace contextRef="#ctx0" brushRef="#br0" timeOffset="-91693.76">15397 7858 73 0,'-4'13'134'0,"2"-7"6"0,0 3-6 0,-1 0 1 0,2 2 3 16,-3 0-3-16,2 4-6 0,-2 2-16 0,1 1-7 16,2-3-6-16,-2 3-6 0,1-5-8 0,1 3-8 15,-2-3-10-15,2 2-10 0,-3 1 0 0,1-3-8 16,2 0-4-16,1-2-8 0,-2 1-20 0,2-1-12 16,0-1-21-16,2-1-21 0,-1 0-29 0,0-2-14 15,-1-7-19-15,4 13-27 0,-1-9-129 0,-3-4-274 16,4 7 122-16</inkml:trace>
  <inkml:trace contextRef="#ctx0" brushRef="#br0" timeOffset="-91496.35">15393 7869 101 0,'13'-2'130'0,"-1"-1"-18"0,9-1-14 16,-2 0-20-16,8 2-44 0,2-2-26 0,-1 0-29 15,0 1-69-15,-8 2-98 0,8-4 43 0</inkml:trace>
  <inkml:trace contextRef="#ctx0" brushRef="#br0" timeOffset="-89241.58">16783 6674 39 0,'0'0'64'0,"0"0"-7"15,0 0-1-15,0 0 1 0,0 0-15 0,0 0 9 16,0 0-1-16,0 0-10 0,0 0 0 0,0 0-2 16,0-10-1-16,0 10 0 0,0 0-7 0,0 0-3 15,0 0-8-15,0 0 6 0,0 0-3 0,0 0-2 16,0 0-14-16,0 0 4 0,0 0-3 0,0 0-2 15,0 0-4-15,0 0 1 0,0 0 3 0,0 0-4 16,0 0-7-16,0 0-2 0,0 0 5 0,0 0 0 16,0 0-1-16,0 0-5 0,0 0 5 0,0 0-12 15,0 0 10-15,0 0 2 0,0 0-3 0,0 0 5 16,0 0 0-16,0 0 3 0,0 0 2 0,0 0 1 16,0 0 5-16,0 0 0 0,0 0-1 0,0 0-3 0,0 0-3 15,0 0 15-15,0 0-5 0,0 0-6 16,0 0-1-16,0 0 5 0,0 0 1 0,0 0-2 15,0 0 0-15,0 0 0 0,0 0-9 0,0 0 7 16,0 0-1-16,0 0 0 0,0 0-1 0,0 0 6 0,0 0-2 16,0 0-4-16,4-8-2 0,-4 8 0 15,0 0 0-15,0 0 10 0,0 0-3 0,0 0-2 16,0 0 3-16,0 0 7 0,0 0 1 0,0 0-6 0,0 0 5 16,0 0 4-16,0 0-11 0,0 0 2 0,0 0-6 15,0 0 2-15,0 0-4 0,0 0 9 0,0 0-6 16,0 0 2-16,0 0 9 0,0 0-6 15,0 0-4-15,0 0 4 0,0 0-1 0,0 0 3 0,0 0-8 16,0 0 5-16,0 0 8 0,0 0-6 0,0 0-3 16,0 0 1-16,0 0 4 0,0 0-1 15,0 0 0-15,0 0-8 0,0 0 2 0,0 0-2 0,0 0 2 16,0 0 7-16,0 0-4 0,0 0-5 0,0 0-2 16,0 0 2-16,0 0 3 0,0 0 13 0,0 0-18 15,0 0-2-15,0 0 0 0,0 0-12 0,0 0 11 16,0 0-1-16,0 0 5 0,0 0 2 0,0 0-16 15,0 0 13-15,0 0 5 0,0 0-7 0,0 0-2 16,0 0-2-16,0 0 6 0,0 0 0 0,0 0-1 16,0 0 5-16,0 0-12 0,0 0-12 0,0 0 18 15,0 0 2-15,0 0-6 0,0 0 1 0,0 0-5 16,0 0 0-16,0 0 11 0,0 0 1 0,0 0-4 16,0 0 0-16,0 0 2 0,0 0-1 0,0 0-5 15,0 0 3-15,0 0-4 0,0 0 1 0,0 0-3 16,0 0 2-16,0 0-1 0,0 0 4 0,0 0-1 0,0 0-2 15,0 0 3-15,0 0-2 0,0 0-6 16,0 0 17-16,0 0-18 0,0 0 7 0,0 0-7 0,0 0 8 16,0 0 0-16,0 0 2 0,0 0-1 0,0 0 4 15,0 0-7-15,0 0-4 0,0 0 6 0,0 0 0 16,0 0-2-16,0 0-7 0,0 0 11 16,0 0 0-16,0 0-5 0,0 0 5 0,0 0 0 0,0 0-2 15,0 0 6-15,0 0-8 0,0 0-2 0,0 0 2 16,0 0 2-16,0 0 0 0,0 0 0 0,0 0-12 15,0 0 12-15,0 0 1 0,0 0-6 0,0 0 10 16,0 0-3-16,0 0-3 0,0 0 7 0,0 0-8 16,0 0 0-16,0 0-1 0,0 0 3 0,0 0-6 15,0 0 9-15,0 0 2 0,0 0-2 0,0 0-2 16,0 0-1-16,0 0 0 0,0 0 5 0,0 0-10 16,0 0 6-16,0 0 0 0,0 0-3 0,0 0 6 15,0 0-3-15,0 0 1 0,0 0-4 0,0 0 2 16,0 0-1-16,0 0-1 0,0 0 0 0,0 0 1 15,0 0 2-15,0 0-2 0,0 0 8 0,0 0-5 16,0 0-1-16,0 0 2 0,0 0 2 0,0 0-3 16,0 0-6-16,0 0-6 0,0 0 8 0,0 0 0 15,0 0 2-15,0 0 6 0,0 0-3 0,0 0-4 0,0 0 7 16,0 0-5-16,0 0 1 0,0 0 1 16,0 0-2-16,0 0 9 0,0 0-11 0,0 0 5 15,0 0-5-15,0 0-2 0,0 0 3 0,0 0 2 0,0 0-5 16,0 0 1-16,0 0 3 0,0 0-2 0,0 0 1 15,0 0-2-15,0 0 0 0,0 0 0 0,0 0 5 16,0 0-6-16,0 0 4 0,0 0-4 0,0 0 2 16,0 0-2-16,0 0 4 0,0 0-10 0,0 0 6 15,0 0-1-15,0 0-1 0,0 0 2 0,0 0 2 16,0 0 5-16,0 0-1 0,0 0-7 0,0 0 0 16,0 0-2-16,0 0 0 0,0 0-5 0,0 0-5 15,0 0-3-15,0 0 1 0,0 0 1 0,0 0-13 16,0 0 34-16,0 0-22 0,0 0-9 0,0 0 12 15,0 0-18-15,0 0 14 0,0 0 0 0,0 0-15 16,0 0 13-16,10 16-1 0,-10-16 6 0,0 0-9 16,5 4 0-16,-5-4-20 0,0 0-9 0,0 0-1 15,4 6-12-15,-4-6-70 0,0 0-149 0,0 7 65 16</inkml:trace>
  <inkml:trace contextRef="#ctx0" brushRef="#br0" timeOffset="-88017.09">16813 6661 53 0,'0'0'101'0,"0"0"-5"16,0 0-11-16,0 0 7 0,-6-5-7 0,6 5-3 15,0 0-7-15,0 0-10 0,0 0 3 0,0 0-3 16,0 0 0-16,0 0 0 0,0 0-2 0,-5-6-2 15,5 6-13-15,0 0 2 0,0 0-7 0,0 0-3 16,0 0-13-16,0 0 9 0,0 0-5 0,0 0-4 16,24-3 10-16,-14 3-22 0,6-2 6 0,5 2-7 15,2-3 0-15,2 0 4 0,6 1-7 0,0 1 4 16,-1-1-6-16,1 0 0 0,0-1 0 0,-1 1-1 16,2-1 0-16,-2 1 5 0,-2-1-8 0,-7 1 5 15,2 0-1-15,-2 1-1 0,-1-2 0 0,1 2-4 16,-4 1 3-16,0-1-2 0,-6 1 1 0,0 0 0 15,-3 0 8-15,-8 0-11 0,13-1 7 0,-13 1 2 0,11 0 0 16,-11 0 8-16,8-2-1 0,-8 2 0 0,0 0 0 16,0 0-2-16,7 2 0 0,-7-2-2 15,0 0-2-15,0 0-7 0,0 0 4 0,0 0-4 0,0 0-3 16,6 3 2-16,-6-3-1 0,0 0 1 0,-2 11 2 16,2-11-1-16,-4 12-4 0,2-3 4 15,-1 0-2-15,-1 2 4 0,2 0 3 0,0 0-1 0,-1 4-6 16,-1 3 8-16,1 1-2 0,0-2-4 15,-3 2 3-15,4 0-1 0,-1 8 1 0,-1-1-1 0,2-1 1 16,-1-6 3-16,1 8-4 0,-2-1 5 0,3 1-3 16,1-1 1-16,-3 0-4 0,-1-1-1 0,3 3 5 15,-2-2-2-15,2 1-4 0,-1-1-1 16,0-1 3-16,2 0-2 0,0-3 3 0,0 4 5 0,0-7-8 16,-1 4-1-16,1 3 2 0,-1-8-1 0,2 0-2 15,-1 8-1-15,0-7 4 0,0 1-6 0,1 1 7 16,-1 3-3-16,3-4-5 0,-4-1 8 0,2 6-4 15,-1-6-5-15,1 1 6 0,-2 4 0 0,2-4-2 16,-2-1-3-16,2-3 4 0,-1 2 1 0,-2 1-4 16,2 0 0-16,0-4-6 0,0 2 1 0,-2 1-2 15,2-1 1-15,-1 1-4 0,1 0-4 0,3-1 0 16,-3-2-3-16,1 1 6 0,1 1 1 0,1-4-1 16,-2 2-1-16,1-3-3 0,0-1 6 0,1 0-5 15,-2 3 9-15,0-4-4 0,2 3-4 0,-2-4 2 16,0 1 1-16,1 0 1 0,-1 0 2 0,0-4-5 15,0 3-1-15,1-1-1 0,-2-8-7 0,0 13 10 16,0-13 4-16,-2 11-3 0,1-6 3 0,1-5 3 16,-4 13 0-16,-1-7-7 0,1 0 3 0,2-1 4 15,-2 0-6-15,-1 2 2 0,0-1 2 0,1-1 0 16,-1 0-2-16,-1 1 8 0,-1 1-3 0,2-1-1 16,0-2-6-16,0 1 10 0,1 0 2 0,-1 1-5 15,1-3 4-15,4-3-3 0,-8 10 3 0,6-5-1 16,2-5 1-16,-7 6-3 0,2-3 4 0,5-3-2 0,-9 5 3 15,4-3-3-15,5-2-1 0,-11 7-1 0,2-5 2 16,0 2 2-16,0-2 2 0,1 0-7 16,-3-1 1-16,0 1 4 0,2-1 3 0,-3 0-4 15,0 2-2-15,-3-2-2 0,3 1 4 0,0 0-1 0,-5-2 3 16,-1 0 0-16,1 2-5 0,-3-1 1 0,2-1-2 16,-1 1 3-16,-1-1 0 0,-2 2 3 0,-5-1-1 15,5-2-1-15,-7 2 1 0,1 1-3 0,6-2 3 16,3 0-1-16,-9 0 1 0,7 0-1 0,2 0-9 15,0 0-8-15,5 1-20 0,-3-1-21 0,6 0-21 16,-1-1-25-16,2-1-25 0,2 2-111 16,8 0-258-16,-12-7 114 0</inkml:trace>
  <inkml:trace contextRef="#ctx0" brushRef="#br0" timeOffset="-81890.94">6842 7705 4 0,'0'0'16'0,"0"0"-13"0,0 0-1 0,0 0-7 16,0 0-4-16,0 0 2 0</inkml:trace>
  <inkml:trace contextRef="#ctx0" brushRef="#br0" timeOffset="-81499.96">6839 7729 7 0,'0'0'20'0,"0"0"-2"16,0 0 1-16,0 0 5 0,0 0-4 0,0 0 1 15,0 0-1-15,0 0 2 0,0 0 4 0,0 0-3 16,0 0 1-16,0 0 2 0,0 0-6 0,0 0 3 15,0 0 2-15,0 0 0 0,0 0-3 0,0 0 0 16,0 0-4-16,0 0-1 0,0 0-6 0,0 0 8 0,0 0-2 16,0 0-1-16,0 0-9 0,0 0 2 15,0 0-4-15,0 0 3 0,0 0 5 0,0 0-4 16,0 0-3-16,0 0-3 0,0 0 9 0,0 0 1 16,0 0-9-16,0 0 2 0,0 0-2 0,0 0-7 0,0 0 7 15,0 0-5-15,0 0 1 0,0 0 1 16,0 0-3-16,0 0 4 0,0 0-5 0,0 0-3 15,0 0-10-15,0 0 6 0,0 0-2 0,0 0 0 16,0 0-2-16,0 0 0 0,0 0-3 0,0 0-2 0,0 0-7 16,0 0 2-16,0 0-10 0,7 2-4 0,-7-2-22 15,0 0-65-15,0 0 28 0</inkml:trace>
  <inkml:trace contextRef="#ctx0" brushRef="#br0" timeOffset="-59660.82">9243 7131 33 0,'0'0'29'0,"0"0"-5"15,0 0-20-15,0 0-11 0,0 0-8 0,0 0-14 16,0 0 6-16</inkml:trace>
  <inkml:trace contextRef="#ctx0" brushRef="#br0" timeOffset="-59364.47">9899 7243 32 0,'0'0'31'16,"0"0"-5"-16,0 0-7 0,0 0-4 0,4 8-9 15,-4-8-6-15,0 0-8 0,0 0-13 0,1 5-21 16,-1-5 9-16</inkml:trace>
  <inkml:trace contextRef="#ctx0" brushRef="#br0" timeOffset="-58944.48">11532 7351 13 0,'0'0'23'15,"0"0"-23"-15,0 0-6 0,0 0-7 0,0 0 3 16</inkml:trace>
  <inkml:trace contextRef="#ctx0" brushRef="#br0" timeOffset="-56970.44">15163 7177 21 0,'0'0'61'0,"0"0"-17"0,0 0-10 0,0 0-23 16,0 0-11-16,0 0-8 0,0 0-9 0,0 0-8 16,0 0-26-16,0 0 12 0</inkml:trace>
  <inkml:trace contextRef="#ctx0" brushRef="#br0" timeOffset="-55813.8">15241 8024 11 0,'0'0'28'0,"0"0"-1"15,0 0-11-15,0 0-20 0,0 0-9 16,-3 8-15-16,3-8 7 0</inkml:trace>
  <inkml:trace contextRef="#ctx0" brushRef="#br0" timeOffset="-5594.06">6508 6689 4 0,'0'0'-1'0,"0"0"-1"0</inkml:trace>
  <inkml:trace contextRef="#ctx0" brushRef="#br0" timeOffset="-1820.39">20321 7199 121 0,'0'0'149'0,"-14"-3"-13"0,14 3-22 0,0 0-7 16,-4-3 0-16,4 3-7 0,0 0-4 0,0 0 4 15,16-9-11-15,-5 5-4 0,5-3-6 0,2-2-5 16,1 1 2-16,8-6-7 0,3 3 0 0,-2-2-7 16,-1 0-6-16,1-3-5 0,-1 2-4 15,-3 2-6-15,0-4-3 0,-7 6-2 0,-1-2-5 0,-3 1-2 0,0-1-4 16,-4 3-1-16,-1 1 1 0,-3-2-3 0,-2 5-11 16,-1-5 6-16,-2 10-5 0,0-13-1 15,0 13-7-15,-9-9 8 0,5 3-3 0,-2-1-4 0,-6 7 4 16,1 0-2-16,-2 0-3 0,-4 6 2 0,0 1-2 15,-2 4 6-15,3 0-4 0,-10 8 10 0,2 1 1 16,0 2 6-16,2 1 2 0,3 1-5 16,0-2 1-16,2 2-5 0,2 0 4 0,6 2-4 15,1-8 1-15,2 0-4 0,4 3 0 0,6-5-1 0,1 2 1 16,5-3-3-16,7 4-6 0,2-2-21 0,4-2-24 16,1 0-23-16,5-5-25 0,3-2-22 0,1-1-29 15,1-1-19-15,1-3-145 0,-3-3-328 16,0 0 145-16</inkml:trace>
  <inkml:trace contextRef="#ctx0" brushRef="#br0" timeOffset="-1620.22">20963 7078 107 0,'0'-5'197'0,"0"5"-27"0,0-9-15 0,0 9-16 0,0 0-14 15,4-7 5-15,-4 7-5 0,0 0 3 0,13 11-5 16,-9-5-12-16,5 4-13 0,-1 5-7 0,1-3-8 15,2 2-7-15,-1 2-9 0,2 0-20 0,-1-2-19 16,2 2-21-16,2 0-20 0,-2-2-10 0,1-2-25 16,2 2-20-16,-2-3-21 0,0-1-23 0,0 0-8 15,-2-4-21-15,-4 0-92 0,0-3-251 0,2-1 112 16</inkml:trace>
  <inkml:trace contextRef="#ctx0" brushRef="#br0" timeOffset="-1451.68">21303 7057 178 0,'-3'-8'165'0,"-2"0"1"16,1 4-14-16,4 4-17 0,-13-3 3 0,13 3 1 16,-24 13-4-16,6 5-7 0,-3 5-12 0,-4 3-9 15,-7 14-12-15,1 2-3 0,1-4-8 0,1-1-12 16,8-8-9-16,3 2-18 0,0-1-29 0,5-1-30 16,4-4-34-16,3-3-44 0,1 2-29 0,2-6-42 15,-1-1-102-15,4 0-287 0,2-10 127 0</inkml:trace>
  <inkml:trace contextRef="#ctx0" brushRef="#br0" timeOffset="-1290.52">21522 6922 22 0,'-5'-2'119'0,"-5"-2"-30"16,10 4-34-16,-20 4-31 0,5 5-24 0,1 1-20 15,-6 10-29-15,3 0-51 0,-1-2 23 16</inkml:trace>
  <inkml:trace contextRef="#ctx0" brushRef="#br0" timeOffset="-398.07">21516 7238 155 0,'6'-16'163'0,"-1"0"-13"0,3 0-13 0,-3 0 0 0,3 1-4 15,-3-1-6-15,-3 5-1 0,1 1 1 0,-1 0-7 16,0 3 2-16,-1 1-12 0,-1 6-3 0,1-12-12 16,-1 12-4-16,0 0-10 0,-1-9-10 0,1 9-9 15,0 0-2-15,0 0-7 0,0 0 3 0,0 0 4 16,-22 28-4-16,13-13-4 0,-2 2-2 0,-2 6-5 15,0 2-2-15,2-1-8 0,-1-2 1 0,5 2-6 16,1-6-3-16,3-1-5 0,0 0 4 0,4-2-4 16,-1 3-3-16,2-5-1 0,1 0-2 0,3-6 0 15,0 4-15-15,0-4-6 0,6-2-6 0,-2 1-10 16,4-3-14-16,3 0-4 0,3-3-7 0,-1-4 4 16,2 2-5-16,-1-6-2 0,6-2-4 0,-8 1-1 15,6-2 7-15,-7-2-2 0,3-4 10 0,0-1 9 16,-8 1-5-16,1 0 5 0,-4 1 5 0,-2-4 1 15,-1 1 4-15,-4 1 9 0,1 1 3 0,-3 5 13 16,1 1 3-16,-1 0 1 0,-1-1 9 0,-3 3-9 16,0 5 7-16,4 4-5 0,-6-9 1 0,6 9-2 15,-7-3 2-15,7 3 4 0,-13 7 2 0,6 2 6 16,-2 4-2-16,0 3-4 0,1 0-1 0,2 1 2 16,2 0-3-16,1 1-3 0,3-2 4 0,0-6-6 15,3 5 0-15,2-5 1 0,0 3-1 0,5-4-3 0,-2 0 3 16,5 1-6-16,0-5-4 0,3 0-1 15,2-3-3-15,3 0-6 0,-2-5-3 0,2 1-1 16,7-6-5-16,-7 0-2 0,5-2-1 0,-9 0 2 16,-1 1 4-16,-1-1 0 0,-2-4 5 0,-2 1-4 15,-2-5-1-15,-1 3 5 0,-1-3-4 0,-1-1 1 16,-2 4 3-16,-4-3 0 0,1 5 3 0,1 2-2 16,1-1 4-16,-2 5 5 0,-1 1 1 0,0 6-2 0,3-12 2 15,-3 12-4-15,0 0 6 0,0 0 10 0,0 0-1 16,1 25 3-16,-3-6 3 0,-4 7-3 0,4 0 1 15,-2 0-3-15,-1-1 4 0,4-1-3 0,-3-5-3 16,1 0-1-16,3-1-1 0,0-6 1 0,0 2-3 16,2-3 1-16,0 0 0 0,2-2-2 0,0-2 0 15,-2 1 2-15,3-5 0 0,1 0 1 0,-6-3-3 16,12 1-2-16,0-4 1 0,-2 0 0 0,0-6-1 16,0 1 0-16,2-4 2 0,-2 1-1 0,3-4-3 15,-1-1 2-15,0-1-1 0,0-6 0 0,-1-1 0 16,-2 6-2-16,-2 0-1 0,2-6-4 0,-4 0 6 15,1 7 1-15,-3 1 1 0,0 6-2 0,0-1 6 16,-2 4 10-16,1 2 1 0,-1-3-5 0,-1 8-1 16,0 0-3-16,0 0-2 0,0 0 3 0,0 0 3 15,0 0 7-15,-1 24 8 0,-2-7-1 0,-1 8-2 16,2-1 1-16,-5 3 0 0,4-3-7 0,-1-1 2 16,-1-2-2-16,-2-3 3 0,4 3-8 0,1-1 0 15,-1-4-1-15,-2 1-2 0,4-4 5 0,-3 2-6 16,3 0-3-16,-2-3 1 0,2-2-6 0,-3 0-18 15,2 2-27-15,0-3-20 0,1 0-29 0,-3 1-40 16,2-4-47-16,2-6-47 0,-3 11-151 0,3-11-405 0,0 0 180 16</inkml:trace>
  <inkml:trace contextRef="#ctx0" brushRef="#br0" timeOffset="-76.45">22566 7300 155 0,'14'-9'182'16,"2"-1"-4"-16,0 2-6 0,1-4-2 0,-2 1-10 16,2-1-7-16,-2-1-14 0,2 3-13 0,-1 0-10 0,1-2-3 15,-5 2-8-15,1-2-8 0,-5 5-6 16,0-1-5-16,1-1-1 0,-3 0-4 0,-2 3-7 16,0-3-3-16,-2 3-4 0,1-1 0 0,-3 7-4 15,-3-11-8-15,3 11-3 0,-6-12-6 0,1 11-4 16,0-3-4-16,-7 4-1 0,2 0-6 0,-3 4 3 15,-2 3-7-15,0 5 5 0,-1 0-4 0,-4 5 1 0,2 2-4 16,-3-1 2-16,5 4-4 0,4-6 5 0,2 2-5 16,1 0 2-16,2 1-7 0,3-3 1 0,0 0-7 15,4-2 2-15,2 3-4 0,1-7 10 0,2 2-17 16,4-3-9-16,-1 1-13 0,7-2-13 0,2-1-29 16,2-1-32-16,0-3-39 0,3-2-38 0,8 1-41 15,-2-2-211-15,1-2-455 0,0-1 202 0</inkml:trace>
  <inkml:trace contextRef="#ctx0" brushRef="#br0" timeOffset="191.5">22996 6870 177 0,'-4'-3'217'0,"4"3"-3"0,-7-10-12 0,6 6-12 15,1 4-20-15,0 0-10 0,8-9-9 0,2 3-11 16,2 3-7-16,7-3-5 0,-1 1-5 0,2 3-6 16,2-1-3-16,-1-1-16 0,0 2-10 0,-2-2-9 15,-2 1-4-15,1 2-12 0,-7-2-1 0,-2 3-10 16,-1-1-2-16,-3-3-8 0,-5 4 1 0,0 0-14 16,13 0-11-16,-13 0-13 0,8-1-20 0,-8 1-22 15,0 0-19-15,0 0-21 0,0 0-26 0,0 0-35 0,0 11-60 16,0-11-188-16,0 0-419 0,-7 16 186 15</inkml:trace>
  <inkml:trace contextRef="#ctx0" brushRef="#br0" timeOffset="638.16">23164 7411 129 0,'-2'-8'261'0,"0"-3"-22"0,5-1-20 0,2-5-16 0,5 2-19 15,1-2-19-15,1-5-8 0,5 2-14 16,1-2-8-16,2 0-15 0,2 0-10 0,2-2-15 0,-1-1-5 16,3 1-9-16,-1-1-1 0,0 3-8 0,-6 5 0 15,-5 2-10-15,-2 4 2 0,-2 5 1 0,-3-2 1 16,-3 2-4-16,0 3-4 0,0 0-6 0,-4 3-1 15,4-7-9-15,-4 7-4 0,0 0-7 0,0 0-2 16,0 0 0-16,0 0-6 0,-35 11-3 16,25-4 7-16,-4 4-10 0,2 1-3 0,5-2-3 0,-1-1-1 15,2 3-4-15,1-1 1 0,2 1 5 0,3 1-7 16,1-1-8-16,5 4 6 0,2-1-4 0,0-3 2 16,2 4-2-16,4-3-2 0,-3 2 1 0,0-4 4 15,-1-2-3-15,-2 2 4 0,0-2-2 0,-2 0-1 16,-1-1 3-16,0 1-4 0,-4-3 2 0,1 1 2 15,-2-7 0-15,-7 15 1 0,-1-6-2 0,-4 0 3 16,-3 0-12-16,-3-1-1 0,-8 3-7 0,-2-2-8 16,3 1-21-16,5-3-17 0,-1 0-24 0,0 0-28 15,4-2-39-15,2-2-52 0,4-2-60 0,-2 0-137 16,7-2-432-16,6 1 192 0</inkml:trace>
  <inkml:trace contextRef="#ctx0" brushRef="#br0" timeOffset="801.74">23742 7276 3115 0,'25'-15'125'0,"-3"1"-12"0,-5 5-31 0,-6 3-14 16,-2-1-15-16,-2 4-15 0,-3 0 8 0,-1-1 11 0,-3 4-7 15,7-7 10-15,-7 7-20 0,4-6-9 0,-4 6-1 16,0 0-13-16,5-6-18 0,-5 6-28 16,0 0-35-16,0 0-47 0,0 0-46 0,0 0-64 15,0 0-53-15,-19 10-238 0,12-6-553 0,7-4 244 0</inkml:trace>
  <inkml:trace contextRef="#ctx0" brushRef="#br0" timeOffset="7136.78">5996 9124 48 0,'5'-7'140'0,"1"0"-6"0,2 0-10 0,1 0-10 15,0 2-15-15,1 2-6 0,0-2-1 0,2 1-9 16,-1 3-9-16,2 0-12 0,-1 0-2 0,2 3-3 0,-3-2 1 16,1 4-10-16,0 1-1 0,-3-1-13 0,-1 5 4 15,-1-2-7-15,-1 1 2 0,-2 3-7 16,0 5-2-16,-4-2 4 0,-4 3-7 0,-1-1 5 15,-5 1-4-15,-2-4-9 0,0 3 4 0,0-2-2 0,-3 0-1 16,0-3-2-16,1 1-1 0,-2-1-2 0,4-3-13 16,-3 1-30-16,3-2-9 0,3-2-12 15,-1-2-21-15,4 1-20 0,-1-1-21 0,2 1-97 16,5-4-231-16,-10 2 101 0</inkml:trace>
  <inkml:trace contextRef="#ctx0" brushRef="#br0" timeOffset="7629.81">6177 9467 96 0,'0'0'148'0,"0"0"-15"15,0 0-14-15,0 0-13 0,0 0-4 0,0 0-6 16,0 0 5-16,0 0-8 0,14 10 6 0,-11-5-4 15,-3-5-7-15,6 10-4 0,-3-1-6 0,2 0 1 16,-2 1 0-16,-1-2-5 0,1 3-7 0,-2-3-5 16,0 3-8-16,1-2-4 0,-1 1-5 0,-1-1 2 15,0 1-3-15,0-10-5 0,0 15-7 0,0-9 0 16,0-6 5-16,-1 11-3 0,1-11-5 0,-2 9 1 16,2-9 3-16,-1 6-2 0,1-6 1 0,0 0 3 15,0 0 3-15,0 0-2 0,0 0 1 0,-3 8-9 16,3-8-2-16,0 0 0 0,0 0-1 0,0 0-3 15,0 0-5-15,0 0 0 0,-10-19 0 0,10 19-4 16,-2-10-6-16,2 10-16 0,-2-12-14 0,1 7-10 16,1 5-25-16,-1-8-25 0,1 8-36 0,0-10-37 15,0 10-26-15,0-9-160 0,0 9-370 0,-1-9 164 16</inkml:trace>
  <inkml:trace contextRef="#ctx0" brushRef="#br0" timeOffset="8020.81">6010 9155 110 0,'-1'-8'154'0,"1"8"-11"0,-2-8-4 0,2 8-3 0,0 0-14 16,0 0-14-16,0 0-21 0,0-10 3 15,0 10-11-15,0 0-3 0,0 0-2 0,0 0 3 16,11 22 0-16,-9-9-4 0,3 4 0 0,-2 2 0 16,-2 6-5-16,2 2-6 0,-2-1 0 0,0 1-6 15,1 0-7-15,-5-1-7 0,2-7-3 0,2 7-2 16,-1 0-3-16,-1-6 1 0,1-1-10 0,0-2-1 15,1-1 1-15,0 0-7 0,1-4 2 0,-1 1-3 16,-1 0 1-16,0-1-6 0,0-1-1 0,1 1 0 0,-1-2 1 16,0 0-17-16,-1-3-16 0,1-7-13 0,0 15-11 15,1-8-26-15,-1-7-34 0,-1 14-20 16,1-14-28-16,1 11-149 0,-1-11-327 0,-1 8 145 0</inkml:trace>
  <inkml:trace contextRef="#ctx0" brushRef="#br0" timeOffset="8552.15">6257 9585 66 0,'2'9'114'0,"-2"-9"1"0,3 11-6 15,-2-5-4-15,-1-6-18 0,3 11 0 0,-3-5-10 16,0-6-8-16,2 9-3 0,-2-9-6 0,1 12 4 15,1-8-7-15,-2-4 6 0,0 0 0 0,-2 11 4 16,2-11-4-16,0 0 7 0,-1 8 3 0,1-8 6 16,0 0-15-16,-5 6 3 0,5-6-1 0,0 0-4 15,0 0-2-15,0 0-2 0,0 0-6 0,0 0 4 16,-15-11-4-16,15 11-2 0,-6-12-4 0,4 7-6 16,2 5-4-16,-1-18-6 0,2 7-1 0,0-3-6 15,2-1 3-15,1 0-4 0,1-1-4 0,0 1-1 16,0 4-1-16,3-1 0 0,-1-2-6 0,1 1 3 15,1 4-5-15,1 1 0 0,-2 0-5 0,0 2-1 16,2 4 5-16,-4-1-5 0,4 1-1 0,-1 2 1 16,3 5-2-16,-3-1 4 0,0 3-2 0,1 2-1 15,-2-2 4-15,-1 6 0 0,1 2-4 0,-3-4 2 16,0 4-2-16,0 2-2 0,-2-1-6 0,-2-6-17 16,0 7-10-16,1-5-32 0,-2 4-31 0,1-6-37 15,0 2-48-15,-2-2-151 0,0 0-359 0,1-3 159 16</inkml:trace>
  <inkml:trace contextRef="#ctx0" brushRef="#br0" timeOffset="8812.33">6604 9318 157 0,'0'0'168'0,"-4"-5"-12"0,4 5-9 0,0 0 9 16,0 0 2-16,-7 20 0 0,3-4-6 0,-1 3-8 16,0 6-12-16,5 1-9 0,-3 2-13 0,1-1-11 0,2 0-10 15,2-3-7-15,1 1-5 0,-3-6-8 16,3 0-10-16,3 0-3 0,0-3-10 0,-1 0-21 16,0-2-24-16,2-3-27 0,-2 1-21 0,2-2-31 15,0-2-25-15,3-2-16 0,-1 1-23 0,0-4-18 0,2 0-122 16,-3-3-305-16,-8 0 136 0</inkml:trace>
  <inkml:trace contextRef="#ctx0" brushRef="#br0" timeOffset="9079.53">6777 9519 17 0,'0'0'162'0,"0"0"-12"16,0 0-13-16,0 0 5 0,0 0 6 0,0 0-6 15,0 0-9-15,0 0-4 0,0 0-8 16,-3 30-12-16,3-30-8 0,5 15-6 0,-1-6-4 0,1-2-6 15,3 1-9-15,-3-3-5 0,1-1 0 0,2-1-7 16,2-2 0-16,2 2-2 0,-2-3-10 0,3-3-4 16,-2-1-2-16,2 1 2 0,-3-1-5 15,1-5-3-15,-1 6 3 0,-4-4 3 0,1-1-2 0,-2 0-3 16,-3 2-2-16,1-4-2 0,-2 2-3 0,-1 8-8 16,-1-14 7-16,-2 5-13 0,-2 1-20 0,1-1-11 15,-1 1-12-15,0 0-20 0,-5 2-17 0,6 2-14 16,4 4-31-16,-9-7-47 0,4 5-8 0,5 2-29 15,-11-1-144-15,11 1-359 0,0 0 159 0</inkml:trace>
  <inkml:trace contextRef="#ctx0" brushRef="#br0" timeOffset="9318.07">7085 9304 5 0,'0'0'180'0,"0"0"6"0,13 2-5 16,-6 5-1-16,1-1-9 0,0 6-10 0,-1 2-9 16,3 1-10-16,-2 2-12 0,-1 2-7 0,1 5-8 15,-3-3-11-15,2 3-9 0,-3 3-8 0,-2-8-11 16,-2 7-2-16,-2-2-7 0,-2 2-8 0,-3-2-8 16,2-4-7-16,-5 2-16 0,0 2-12 0,1-8-19 15,-2 1-22-15,0-1-29 0,-1-3-48 0,3-3-21 16,0-1-35-16,0-2-169 0,-3-1-355 0,3-3 157 15</inkml:trace>
  <inkml:trace contextRef="#ctx0" brushRef="#br0" timeOffset="9505.98">7489 9493 37 0,'0'0'163'0,"12"-2"-14"16,-4 0-11-16,0 0-16 0,-2 0-15 0,6 2-23 16,-12 0-34-16,16 0-26 0,-4 0-25 0,-12 0-28 0,16 1-30 15,-10 0-73-15,-6-1-141 0,12 3 64 16</inkml:trace>
  <inkml:trace contextRef="#ctx0" brushRef="#br0" timeOffset="9653.73">7541 9583 87 0,'0'0'169'15,"-6"7"-12"-15,6-7-1 0,-4 4-6 0,4-4-5 16,-5 3-10-16,5-3-4 0,0 0-16 16,0 0-3-16,0 0-8 0,0 0-7 0,0 0-6 0,10 10-8 15,-2-8-11-15,2-2-21 0,4 0-37 0,4 0-40 16,1-2-43-16,3-1-42 0,-3-1-167 16,3 0-300-16,-1-2 133 0</inkml:trace>
  <inkml:trace contextRef="#ctx0" brushRef="#br0" timeOffset="11361.17">8785 9245 38 0,'-2'-10'141'16,"2"10"5"-16,-1-10-1 0,1 10-2 0,-1-7-5 15,1 7-8-15,0 0-4 0,0 0-9 0,1-12-10 16,-1 12-7-16,0 0-12 0,0 0-6 0,0 0-11 0,0 0-10 15,0 0-5-15,0 0-3 0,0 0-2 16,0 0-1-16,0 0 7 0,0 0-1 0,4 31-6 16,-3-16-5-16,2 1 2 0,-2 3-2 0,-1 0 1 15,0 1-5-15,0 4-1 0,-1-3-7 0,1 1 0 16,-2 4-3-16,1-8 3 0,0 3-7 0,1-2 2 16,-1-2-6-16,-1 0-3 0,2-1 2 0,2-4-5 15,-2 1-1-15,1-1-1 0,-1 1-3 0,1-3 4 16,-1 0-5-16,3 0-1 0,-2 0-5 0,3-1-15 0,-3 0-25 15,-1-2-20-15,1 1-21 0,-1-8-18 16,-1 10-18-16,1-10-11 0,-1 9-22 0,1-9-18 16,-5 7-135-16,5-7-321 0,-9 2 142 0</inkml:trace>
  <inkml:trace contextRef="#ctx0" brushRef="#br0" timeOffset="11636.13">8723 9106 97 0,'7'-16'131'0,"0"0"-13"0,0 5-5 0,-1 2-3 15,0 1-9-15,5 0 1 0,-4 2-5 0,2 3-9 16,4 0-6-16,-3 5 8 0,-1 1-12 0,3 1 1 16,-2 3-1-16,0 2 3 0,0 0-6 0,-1 5-10 15,-1 3-5-15,-2 2-3 0,-2 6-7 0,-1 0 0 16,-6-6-8-16,-1 6 1 0,-3 0-7 0,0-7-5 15,-2 2-2-15,-2-4-6 0,1 0-3 0,-2-2 0 16,-1-1-5-16,2-1-8 0,-2-1-20 0,3-5-23 16,0-1-13-16,-3 2-28 0,3-3-17 0,1-1-13 15,0-1-42-15,0 0-109 0,9-2-278 16,-9-1 123-16</inkml:trace>
  <inkml:trace contextRef="#ctx0" brushRef="#br0" timeOffset="11929.71">9021 9475 109 0,'0'0'206'0,"0"0"-2"0,6-3-1 15,-6 3-4-15,0 0-15 0,0 0-11 0,0 0-21 16,0 0-12-16,0 0-15 0,0 0-9 0,7 5-7 15,-6 2 1-15,2 2-3 0,-1 5-9 0,1 1-11 0,-5 5-5 16,2 5-7-16,0-6-3 0,2 2-11 16,-5 4-3-16,1-6-5 0,2 1-6 0,-2-1-2 15,1 4-3-15,0-5-10 0,-2-3 1 0,2 4-10 16,1-3-4-16,-1-5-20 0,-1 1-20 0,1 4-30 0,1-4-28 16,-1-2-21-16,-1 0-19 0,1-4-32 0,1-6-25 15,-1 10-18-15,1-10-152 0,-4 7-374 16,4-7 166-16</inkml:trace>
  <inkml:trace contextRef="#ctx0" brushRef="#br0" timeOffset="12165.31">9003 9449 33 0,'13'-13'149'0,"-3"5"-7"0,5-2 1 0,-3 4-2 16,-3 1-22-16,4 5-5 0,-2 0 2 0,-2 2-7 15,0 1-2-15,-1 2-10 0,-1 4-2 0,0-2-10 16,-3 5-6-16,-1-2-8 0,-3 2-2 0,-1 2-7 16,-3-1-3-16,-1 3-14 0,0 0 6 0,-3-1-11 15,1-1-4-15,-2-4-6 0,1 0-10 0,0-2-17 16,2 2-16-16,-2-3-28 0,2 0-23 0,1-1-15 16,0-2-29-16,1 0-20 0,4-4-136 0,-11 5-286 15,11-5 127-15</inkml:trace>
  <inkml:trace contextRef="#ctx0" brushRef="#br0" timeOffset="12430.38">9170 9639 46 0,'6'4'154'0,"-1"2"-3"0,1-3-7 0,-1 2-4 16,4 0 0-16,-2 0-3 0,-1-1-11 0,-1-1-7 15,4 0-9-15,0-1 1 0,3 0-10 0,0-4 2 16,0 0-3-16,2-1-6 0,-3-2-6 0,1-2-5 15,-1 0-6-15,2-3-4 0,-3 2 1 0,-1 0 4 16,-1 0-6-16,-3 0-3 0,-2-2-9 0,-1-1-5 16,-1 1-7-16,-1-1-1 0,-1 1-5 0,0 0-1 15,-3 1-13-15,-1 2 2 0,-2-3-7 0,1 3-8 16,-4 0-8-16,2 2-11 0,2 2-20 0,-3 0-18 16,9 3-16-16,-14-1-18 0,5 5-17 0,0 2-27 0,3 2-25 15,-2 1-41-15,1 0-154 0,2 1-368 0,0 0 163 16</inkml:trace>
  <inkml:trace contextRef="#ctx0" brushRef="#br0" timeOffset="12806.57">9870 9555 19 0,'6'-5'260'0,"-1"-3"-19"0,4 1-15 16,-1-2-12-16,3 1-17 0,2-3-15 0,-4 4-12 16,5-6-13-16,-2 4-19 0,-2 2-9 0,0 0-13 15,-2 1-11-15,-1-2-13 0,1 1-7 0,0 0-9 16,-3 0 0-16,0-2-16 0,-3 2-2 0,1 1-5 16,1-1-8-16,-2 0-8 0,-2-2-3 0,0 9-2 15,-2-15-5-15,-3 6-5 0,0 3 0 0,-1-1-4 16,-3 2 0-16,-3 3-6 0,0 2 0 0,-6 1-4 15,0 1 2-15,-1 5-1 0,1 1-2 0,2 2 5 16,2 3-4-16,-3-1 0 0,3 9 4 0,3-4-1 16,3 1 3-16,-1 5-4 0,5-4 3 0,0 0 0 15,7 2-4-15,-1-6-1 0,3 2 3 0,4-2-2 16,3 1-9-16,1-3-14 0,1-1-22 0,4 0-20 16,-2-3-30-16,5-2-27 0,5 0-14 0,-4-2-38 15,0-4-23-15,-2 0-12 0,-2 0-154 0,-6-1-383 16,1-1 170-16</inkml:trace>
  <inkml:trace contextRef="#ctx0" brushRef="#br0" timeOffset="13009.8">10143 9428 92 0,'6'-13'165'0,"-1"1"-11"0,2 2 1 16,1 3 2-16,-3 2-3 0,4 1 5 0,-3 1-2 0,-6 3-7 15,15 4-8-15,-5 1-9 0,0 3-6 16,-1 1-11-16,3 4-10 0,-4 0-11 0,2 0-9 15,0 3-7-15,-3 0-9 0,-1-1-9 0,1 0-16 16,-1-1-21-16,0-2-30 0,-1-2-26 0,2 0-23 0,-2 1-28 16,-1-2-22-16,1-2-20 0,0-1-14 15,-1-1-8-15,-4-5-14 0,5 7-102 0,-1-5-284 16,-4-2 126-16</inkml:trace>
  <inkml:trace contextRef="#ctx0" brushRef="#br0" timeOffset="13182.69">10402 9461 90 0,'-1'-15'132'15,"1"2"6"-15,-1 2 3 0,-2-1 5 0,1 5 5 16,-1 0-1-16,1 1-6 0,2 6-10 0,-7-9-8 16,7 9-11-16,-10 0 1 0,10 0-2 0,-16 12-4 15,3 0-8-15,-5 7-4 0,2 3-9 0,-5 1-9 16,4 2-7-16,-2 3-8 0,1-3-9 16,3-3-8-16,-3-1-23 0,4 4-35 0,2-8-40 0,5 1-33 15,1-1-47-15,1-3-33 0,3-2-172 0,2-1-362 16,0-11 160-16</inkml:trace>
  <inkml:trace contextRef="#ctx0" brushRef="#br0" timeOffset="13434.65">10573 9165 205 0,'1'-15'282'0,"0"4"-16"0,-1 1-30 0,-1 5-21 15,1 5-25-15,2-9-16 0,-2 9-15 0,0 0 8 16,0 0-13-16,16 33-3 0,-10-6-14 0,0 6-13 0,2-2-9 16,-3 4-13-16,7 10-2 0,-7-12-16 15,0 1-8-15,1-1-12 0,-2-1-1 0,0 2-10 16,-2-4-14-16,2 0-22 0,-2-4-24 0,0 0-12 16,2-1-23-16,-3-6-36 0,-1-1-36 0,2-1-32 0,-2-3-29 15,-2-1-23-15,1-3-28 0,-3 0-136 0,2-4-391 16,-1 0 173-16</inkml:trace>
  <inkml:trace contextRef="#ctx0" brushRef="#br0" timeOffset="13659.48">10695 9333 31 0,'18'-7'177'0,"0"0"-12"16,-5 4 0-16,3 1-5 0,-3 3-11 0,-1 2 3 15,-1 1-5-15,-2 3-14 0,-3-1-5 0,1 1-7 16,-5 5-9-16,-2-2-9 0,-1 0-7 0,-4 3-8 16,-4 1-7-16,0-1-8 0,-4 2-8 0,2-2-6 15,-3-1-6-15,1-1-6 0,-1-2-22 0,1 2-21 16,0 0-34-16,2-4-40 0,2-2-47 0,-1 1-49 16,-2 0-160-16,2-4-352 0,2 2 156 0</inkml:trace>
  <inkml:trace contextRef="#ctx0" brushRef="#br0" timeOffset="14162">11725 8923 135 0,'1'-8'206'0,"-2"1"-7"0,1 7-11 0,0-12-17 16,0 12-16-16,0-9-16 0,0 9-12 0,0 0 2 15,0 0 4-15,0 0 4 0,7 32 2 0,-5-12-1 16,3 12-11-16,3 14-3 0,-3 2-11 0,-3 5-1 16,5 2-8-16,-3 3-11 0,-4-2-4 0,2-2-6 0,-4 1-10 15,0-2-2-15,-4-2-6 0,1-5-4 0,5-11-10 16,-2 0-2-16,-1-4-1 0,3 1-5 16,3-1-5-16,-1-2 4 0,0-3-12 0,-2 1-4 15,2-2 4-15,-2-6-4 0,2-4-5 0,1 2 0 0,1-3-1 16,-2-2 1-16,1-1-6 0,1-2-1 0,-2 0 5 15,1-3-1-15,2-2 0 0,-3 2 9 16,-2-6-2-16,7 7 2 0,-1-4-5 0,-6-3 5 0,9 0-11 16,3-4-3-16,-2 1 4 0,-1-2-4 0,5 1-10 15,3-3-14-15,0 0-14 0,3-1-20 0,-2 4-29 16,2-4-37-16,-1 0-38 0,3 0-46 0,4-2-56 16,-5 2-31-16,-4 1-170 0,6-7-488 0,-4 5 216 15</inkml:trace>
  <inkml:trace contextRef="#ctx0" brushRef="#br0" timeOffset="14430.16">12428 9386 2200 0,'-3'-12'14'0,"1"3"81"0,0 2-36 15,2 7-12-15,-3-11-14 0,3 11-14 0,-3-8-2 16,3 8 0-16,0-8 8 0,0 8 3 0,0 0 11 15,0 0 4-15,3-9 6 0,-3 9 5 0,0 0 9 16,10 0 4-16,-10 0-2 0,0 0 1 0,24 4-3 16,-12-2-6-16,1-1-3 0,3 1-6 0,0-2-8 15,4 2 0-15,3 0-2 0,-4-2-5 0,0 0-6 16,-2 0-7-16,0 0-25 0,-3 0-26 0,0 0-23 0,0 0-43 16,-3 0-28-16,2-2-33 0,-2 0-22 0,1-1-32 15,1-1-24-15,-1 1-151 0,3-4-420 16,-4 0 186-16</inkml:trace>
  <inkml:trace contextRef="#ctx0" brushRef="#br0" timeOffset="14831.91">13220 9119 11 0,'0'0'222'0,"0"0"2"0,0 0-5 0,0 0-3 15,0 0-12-15,0 0-10 0,0 0-12 0,0 0-13 16,8-4-13-16,-8 4-10 0,0 0-14 0,0 0-12 16,6-2-9-16,-6 2-12 0,14-6-7 0,-6 2-5 15,6-3-14-15,-5 1-11 0,5 2 2 0,-1-6-11 16,-2 3-5-16,1-1-7 0,-6 1 0 0,3-1-4 16,-1 2-2-16,-2-1-7 0,-2 0 6 0,-1 2-9 15,-1-1-3-15,-2 6-2 0,0-11-1 0,0 11-6 0,-5-11 0 16,1 6 1-16,-2 0-4 0,-2 2-1 15,-3 1 3-15,2 1-7 0,-3 1-9 0,0 0 1 16,0 1 3-16,1 3-3 0,0 2 11 0,-5 3-3 16,0 3 7-16,-2 5 3 0,-2 2-2 0,6 1 7 0,-4 5 11 15,3-3 8-15,4 2-8 0,-1-2-4 16,3 3 6-16,5-5 1 0,4-1-3 0,0-2-4 16,5 2 0-16,1-4 0 0,6 0-5 0,-1 0 2 0,4-3-5 15,5-3-11-15,5 2-25 0,2-3-33 0,0-2-30 16,0-1-36-16,0-2-48 0,0-1-45 0,2-3-47 15,-6-3-214-15,-1 4-507 0,0-3 225 0</inkml:trace>
  <inkml:trace contextRef="#ctx0" brushRef="#br0" timeOffset="15288.56">13806 8851 60 0,'0'0'192'0,"-10"-5"-14"0,10 5-12 0,-9 2 1 15,9-2-5-15,-16 10-6 0,7 1-1 0,-3 5-5 0,-1 7-8 16,2 4-9-16,-1 1 0 0,2 5-6 0,1 0-7 15,-3 12-14-15,8-14-4 0,1 3-9 16,1 1-8-16,3-3-5 0,1-2-9 0,4-1 0 16,2-2-12-16,2-2-9 0,-1-7-7 0,0 1 1 0,7 1-4 15,-3-7-8-15,3 1-10 0,0-2-23 16,4-2-20-16,1-4-22 0,4 2-32 0,-4-3-30 16,7 0-36-16,0-5-39 0,-7-1-216 0,-3-2-428 15,2-1 189-15</inkml:trace>
  <inkml:trace contextRef="#ctx0" brushRef="#br0" timeOffset="15692.03">14179 9028 1664 0,'2'-15'-17'0,"1"-2"57"16,-3 4 7-16,0 3-6 0,0 0-2 0,0 1 8 15,0 1-1-15,0 8 1 0,1-10-6 0,1 5-1 16,-2 5-5-16,0 0 15 0,7-6 24 0,-7 6-3 15,8 11-5-15,1-3 2 0,2 6 12 0,1 1-3 16,3 5-6-16,-5 4-5 0,2-1-3 0,2-2-6 16,-5-5-1-16,5 8-3 0,1-3 1 0,-6-4-13 15,3 0-3-15,-3-1-1 0,1-2-3 0,-2 1-1 16,-1-6-5-16,-3 1-6 0,2-2-2 0,-1 1 0 16,-1-4 0-16,3 0-3 0,-7-5 8 0,7 7 3 0,-3-3 3 15,-4-4 2-15,7 0-6 0,-7 0-1 16,12-6 3-16,-7-2-1 0,1-3 3 0,4-4-3 15,-2 0-3-15,-1-3 0 0,2-2-2 0,-1-3 0 16,1-2-3-16,-2 1 3 0,-3-1-4 0,1 6 0 0,3-8-11 16,-2 1 2-16,2 1-1 0,-3-2 6 15,0 2-7-15,-1 7 0 0,-2 2 0 0,1 3-6 16,0 2-13-16,-1 4-17 0,-1 1-21 0,-1 6-31 16,3-11-24-16,-3 11-15 0,4-4-12 0,-4 4-15 0,0 0-15 15,0 0-16-15,15 18-13 0,-9-8-13 16,0 1-8-16,0 4-158 0,-1 1-398 0,0 0 177 15</inkml:trace>
  <inkml:trace contextRef="#ctx0" brushRef="#br0" timeOffset="15953.73">14664 9110 109 0,'-1'9'144'0,"2"0"-1"0,-1 0-5 16,0-9 7-16,-1 13-1 0,1-7 1 0,-1 2-1 16,1-8-3-16,0 13-4 0,1-7-3 0,-1-6 0 15,1 10-3-15,0-2-10 0,1-3-8 0,4 3 4 16,0-2-12-16,4-1-6 0,-5-3-6 0,9 2-5 15,-5-3-9-15,4 0-7 0,-1-1-6 0,0-2-4 16,2-1-7-16,-1 0-3 0,-3 0-4 0,0-5-4 16,-2 0-3-16,-1 2 1 0,-1-3-8 0,-1-1-4 15,0-2-4-15,-3 1-1 0,-2-1 0 0,-2-5-3 16,-2 6-4-16,-2 0-4 0,-2-3 0 0,0 5-6 16,-3-1-5-16,2 3-7 0,0 0-1 0,-4 2-17 15,0 2-11-15,-1 3-13 0,-2 2-21 0,0 2-25 16,0 2-37-16,-1 1-38 0,7-2-39 0,0 2-40 15,0 0-136-15,6-4-413 0,1 1 183 0</inkml:trace>
  <inkml:trace contextRef="#ctx0" brushRef="#br0" timeOffset="16119.47">15056 9133 47 0,'8'-2'195'15,"-8"2"-15"-15,17-2-11 0,-4-1-18 0,1 3-24 0,-1 0-4 16,0-2-29-16,4 1-38 0,-3 0-44 0,7 1-38 16,-3 0-46-16,-2-2-104 0,-4-1-191 15,-1 1 84-15</inkml:trace>
  <inkml:trace contextRef="#ctx0" brushRef="#br0" timeOffset="16461.32">15348 8889 87 0,'1'-10'211'0,"-1"4"-7"0,0 6-20 0,4-10-21 16,-2 5-8-16,-2 5-1 0,0 0 10 0,0 0-5 15,19 13-5-15,-14-2-15 0,5 0 3 0,0 6-13 16,0 0-9-16,6 5-9 0,-5 0-7 0,-3 4-9 16,2-8-9-16,-3 0-9 0,-1-1 2 0,-2 1-13 15,5-2-5-15,-4 1-2 0,0-1-6 0,3-2-5 16,-5-2-2-16,1-2-5 0,3-2-7 0,-5-2-3 15,1 0 3-15,-1-1 5 0,-2-5 6 0,4 6-1 16,-4-6-1-16,0 0-5 0,13-7-3 0,-6-2-5 16,1-1 3-16,2-5-8 0,1 1-2 0,-1-2 2 15,-2-1-5-15,4-5-2 0,-1 0 0 0,0-1-1 16,2-1-4-16,-2 1 2 0,0-1-2 0,0 1-4 16,-3 4-4-16,0 2 15 0,-2 1-19 0,0 4-12 15,-3 1-29-15,-1 4-31 0,0 1-36 0,-2 6-39 16,3-8-17-16,-3 8-8 0,0 0-7 0,0 0-13 15,0 0-19-15,13 16-17 0,-9-6-141 0,-4 0-397 16,3 1 175-16</inkml:trace>
  <inkml:trace contextRef="#ctx0" brushRef="#br0" timeOffset="16682.62">15807 9054 75 0,'0'0'199'0,"5"1"-12"0,-5-1-10 16,0 0-5-16,8 4 0 0,-8-4 8 0,3 5 4 0,-3-5-2 15,2 10-1-15,-1-3-1 0,2 2-18 16,-5 2-6-16,4-2-7 0,-2 5-14 0,1 1-14 16,-4-3-11-16,3 2-8 0,0-4-12 0,0 0-7 15,0 2-9-15,0-1-9 0,2 1-5 0,-1-1-13 0,-1-3-19 16,1 0-26-16,-1-8-24 0,0 13-24 0,0-8-22 16,0-5-25-16,0 9-34 0,0-9-20 15,0 0-11-15,0 11-15 0,0-11-28 0,0 0-172 0,0 0-405 16,0 0 179-16</inkml:trace>
  <inkml:trace contextRef="#ctx0" brushRef="#br0" timeOffset="16909.77">15841 9014 156 0,'8'-9'142'0,"-2"4"-2"0,1 2 8 16,3-1-1-16,3 5 3 0,-2-1-3 0,2 3-9 15,-1 0-8-15,3 4 6 0,-5 0-13 0,2 5-5 16,-3 1-8-16,-1 0-1 0,4 0-6 0,-3 0-10 15,-1 2-8-15,-1-1-2 0,-3 2-10 0,-3-4-8 16,-2 1-3-16,-3-1-8 0,2 0-7 0,-5 2 0 16,-3 0-8-16,2-5-4 0,-1 1 0 0,-3 0-8 15,0 2-4-15,1-6-14 0,-1 2-26 0,2-3-18 16,-3-1-38-16,3 1-25 0,2-3-52 0,-2-2-33 16,-3 0-187-16,3-3-400 0,0-1 176 0</inkml:trace>
  <inkml:trace contextRef="#ctx0" brushRef="#br0" timeOffset="17170.86">16326 8791 200 0,'19'4'210'0,"-2"4"4"0,0 1-10 0,0 3-4 0,-2 1-10 16,-1 3-3-16,4 5-8 0,-5 1-13 0,-2 1-12 15,-1 2-6-15,-3 0-9 0,-3 0-18 0,1-1-8 16,-5 1-5-16,0 1 0 0,-2-7-7 0,-2 0-12 16,-5 6-7-16,0-7-8 0,-4 6-6 0,-2-2-12 15,-6-3-4-15,0 1-7 0,0-3-15 0,-1 0-19 16,6-4-24-16,-3-2-25 0,0-1-38 0,0 0-44 16,-2-4-24-16,0 1-38 0,2-1-46 15,-8 1-180-15,7-6-442 0,1 1 195 0</inkml:trace>
  <inkml:trace contextRef="#ctx0" brushRef="#br0" timeOffset="17943.5">13897 9815 36 0,'-18'-1'96'0,"4"0"-6"0,-3-1-5 0,-2 2 2 15,4-1-8-15,-5 1 0 0,3-1-2 0,-2 2-5 16,5-1 0-16,-3-1 9 0,0 1-8 0,-2 0 2 15,5 1-1-15,1-1 6 0,-1 1-3 0,1 1-7 16,1-2 1-16,1 1-3 0,2 0-6 0,9-1-2 16,-14 0-5-16,14 0-1 0,-9 3-9 0,9-3 5 15,0 0 5-15,0 0 8 0,0 0-5 0,19 8 8 0,10-3 0 16,5-4-5-16,21 2-4 0,6-1-3 0,36-3-3 16,-1 0-1-16,1-5-5 0,4 2-1 15,5-1-4-15,4-2 0 0,0 1-10 0,1-1 3 16,-2-2-7-16,-2 2-5 0,3-2-1 0,-13 2 9 0,3-1 1 15,-7 3-1-15,-28 1 5 0,1-1-2 0,23-2 1 16,-25 5-2-16,-7 0-4 0,1 2 0 16,-3-3-2-16,-17 3-2 0,-3-1 4 0,-1-1-7 0,-6 4-7 15,-6-2-1-15,-3-2 1 0,-6 2-7 0,-3 2-6 16,0-4 0-16,-3 2 0 0,-7 0-9 16,10 3 2-16,-10-3-7 0,0 0-8 0,0 0-11 15,0 0-22-15,0 0-36 0,0 0-36 0,0 0-21 0,0 0-46 16,-41 4-42-16,12 1-119 0,-2 0-382 0,-3 0 169 15</inkml:trace>
  <inkml:trace contextRef="#ctx0" brushRef="#br0" timeOffset="18200.27">14834 9952 55 0,'0'0'214'0,"0"0"-26"0,-2 9 5 0,2-1-2 16,0 0 1-16,0 5 0 0,-2 2-6 0,-1 3-1 16,0 2-10-16,1-1-17 0,0 8-15 0,-2-2-10 0,2 0-16 15,-1 0-5-15,3-1-12 0,-2-3-7 16,2-2-11-16,0 0-7 0,0 2-8 0,0-2-10 16,0-1-1-16,0-3-17 0,2 2-17 0,-2-5-24 15,2 0-34-15,-1-1-30 0,0 0-32 0,0-2-38 0,1-2-22 16,0-2-46-16,0 1-25 0,-2-6-121 15,0 0-378-15,2 10 167 0</inkml:trace>
  <inkml:trace contextRef="#ctx0" brushRef="#br0" timeOffset="18521.91">15110 9985 100 0,'0'0'185'0,"4"-2"-12"0,-4 2-10 15,0 0-18-15,0 0-7 0,-10 24-6 0,4-14-8 16,-5 6-10-16,-7 4-13 0,0-2-4 0,-6-2-13 16,3 4-7-16,1-4-4 0,-3 0-6 0,6-8-9 15,2 3-6-15,3-5-1 0,3 1 4 0,0-3-4 16,5-1 6-16,-1-1-2 0,5-2 4 0,-9 3 4 16,9-3 0-16,-5 4 3 0,5-4-2 0,0 0-6 15,0 0-4-15,0 0-6 0,0 0-1 0,0 0-8 16,0 0-3-16,0 0-1 0,0 0-2 0,0 0 10 15,15 10 0-15,-7-7-3 0,2 0-4 0,3 3-4 16,-2-1-1-16,3 3-6 0,3-1 1 0,1 1-6 16,0-2-2-16,1 1-11 0,1 0-17 0,-1-2-32 15,1 1-30-15,0 0-34 0,1-3-43 0,1-1-36 16,-1 2-50-16,-3-4-156 0,0-1-421 0,0 0 187 16</inkml:trace>
  <inkml:trace contextRef="#ctx0" brushRef="#br0" timeOffset="18721.91">15362 10085 1997 0,'-1'-10'37'0,"1"0"57"0,-2 0-35 0,4 1-23 16,-2 9-18-16,1-10-5 0,-1 10 2 0,4-10 8 16,0 4 6-16,1 4 12 0,-1-3 1 0,8 2 4 0,0 2-5 15,2-4 2-15,5 1-9 0,2 0-1 16,7 1-7-16,-1 0-9 0,-3 0-23 0,5 3-31 15,-8 0-27-15,-1-1-40 0,2 0-29 0,-3-3-33 16,-5 1-19-16,-2 1-141 0,-2 0-351 0,-4 2 156 0</inkml:trace>
  <inkml:trace contextRef="#ctx0" brushRef="#br0" timeOffset="18935.98">15592 9941 25 0,'0'0'186'0,"0"0"21"0,0 0 1 0,3 20-9 0,-1-10 14 16,1 1-12-16,-3 7-4 0,1 0 0 0,0 6-9 16,-1-4-10-16,-2 7-12 0,-2 2-12 0,0-3-13 15,3 1-8-15,-3-2-15 0,1 1-8 0,1 1-12 16,1-8-11-16,-1 0-10 0,1 1-15 0,1-3-17 16,0 0-35-16,0-4-34 0,1-2-34 0,1-1-23 15,-1 1-40-15,0-3-51 0,2-3-45 0,-3-5-205 16,6 6-456-16,-6-6 202 0</inkml:trace>
  <inkml:trace contextRef="#ctx0" brushRef="#br0" timeOffset="19750.03">16908 8871 92 0,'0'0'152'0,"0"0"-2"0,0 0-12 0,0 0-8 0,8-10-11 15,-8 10-2-15,19-1-6 0,-6 1-3 0,9 0-12 16,-1 1-2-16,6-4-4 0,0 0-2 0,-4 2-6 16,5 0-6-16,0-2-3 0,-6 2 1 0,-1 1-2 15,-1-1-5-15,0 1-4 0,-5 0-9 0,1 1 2 16,-2-1-3-16,0 2-3 0,-2 1-5 0,-1 1-1 16,1 3-4-16,-3-1-2 0,-1 0-4 0,0 2 1 15,-1 1-4-15,-2 3-2 0,0 5 1 0,0-1 1 16,-1 3-3-16,0 6 3 0,-2-1 0 0,-2 8-6 15,0-2 7-15,0-2 4 0,-1 1-2 0,0 0-3 16,1 3 1-16,-3 1-2 0,2-1 1 16,5 2 0-16,-7 1 2 0,6 11-2 0,-1-14 1 0,0 4-2 15,0-3-3-15,-1 2 3 0,3 1-5 0,-2-1 1 16,-1-2-1-16,1 0-5 0,0 1-2 0,-4 2 1 16,0 0-2-16,-1-1-1 0,-1-1 1 0,-2 0-2 0,1 0-2 15,-1 0-3-15,0 0 4 0,0-2-5 16,1 14 6-16,1 2 26 0,-1 1 2 0,3 2-3 15,-4-2-1-15,0-1-6 0,-1 0-1 0,0-3-3 16,1-9-8-16,-1 0 10 0,1-3-11 0,2 2-3 16,-4 0 0-16,6-2-3 0,-5-4-1 0,2 3-3 15,0-3 15-15,1 0-12 0,0-3-7 0,-1-7 1 16,3-4 1-16,-1-4-4 0,-1 1 14 0,2-2-12 16,-1-3 1-16,1-4 0 0,-4 3-1 0,0-4 5 0,6-2-9 15,-19 0 1-15,1-1 14 0,0-3-14 0,-10-2-3 16,1-3 0-16,-1 1-3 0,-4-2 3 15,0 1-5-15,-2-2-4 0,-2 1-5 0,0-4-20 16,0 5-11-16,-10-11-20 0,10 11-25 0,-3 1-14 0,-10-4-31 16,0 1-34-16,14 3-38 0,4-2-35 0,1 0-225 15,4-3-505-15,8 1 224 0</inkml:trace>
  <inkml:trace contextRef="#ctx0" brushRef="#br0" timeOffset="20240.22">19182 9432 137 0,'0'0'181'0,"0"0"-13"16,0 0-15-16,0 0-6 0,17-19-13 15,-7 11 1-15,1-4-4 0,5 3-5 0,-2-3-11 16,-1-1 1-16,2 1-5 0,-1 0-4 0,1-1-3 15,-4 0-3-15,0 0-12 0,-2 0-5 0,0-1-2 0,-4-1-9 16,0 3 1-16,-4 1-7 0,-1-1-8 16,0 1-5-16,-6 2-8 0,2-1-2 0,-3 2-3 15,-4 1-8-15,0 1 1 0,-3 2-6 0,-4 1-3 0,0 5-3 16,-4 3 3-16,-2 8 0 0,1-1 9 16,2 6-3-16,1 3 0 0,5 2 0 0,-2 3-3 15,6 0-8-15,3 2-3 0,4-2 1 0,3 3 1 16,6-2 1-16,3 1-5 0,4-5-5 0,4 2 1 0,0-3-5 15,7 0-4-15,3-1-22 0,-1-6-22 0,4-1-23 16,5-1-36-16,-2-4-44 0,6-3-37 0,1-4-20 16,-1-2-37-16,-2 0-123 0,-2-4-391 0,-3-2 173 15</inkml:trace>
  <inkml:trace contextRef="#ctx0" brushRef="#br0" timeOffset="20447.79">19698 9310 36 0,'0'-10'216'0,"2"3"-21"16,-2 7-12-16,3-11-11 0,3 7-7 0,-6 4-3 16,12-1 4-16,-3 2-2 0,2 3-7 0,0 2-11 15,4 3-10-15,0 3-14 0,0 0-5 0,-1 3-16 16,0 0-8-16,-1-1-11 0,2 0-11 0,3 7-21 16,-7-7-21-16,1 0-26 0,-2-1-17 0,-1-3-28 15,-3-1-27-15,0 0-25 0,-1 0-26 0,0-2-18 0,-1-1-24 16,1-4-28-16,-5-2-100 0,0 0-314 15,7 4 139-15</inkml:trace>
  <inkml:trace contextRef="#ctx0" brushRef="#br0" timeOffset="20610.62">19927 9283 27 0,'-5'-10'176'0,"-1"2"-9"0,-2 1 1 0,3 4-8 15,-2 0-6-15,7 3-2 0,-19 6 2 0,5 4-13 0,-1 0-10 16,-4 8-7-16,0 0-13 0,-1 3-11 0,0 2-9 15,0 0-11-15,3 1-16 0,0 0-30 0,4 2-32 16,2-4-48-16,3-5-50 0,3-1-50 16,-1 1-146-16,2-5-315 0,4-2 139 0</inkml:trace>
  <inkml:trace contextRef="#ctx0" brushRef="#br0" timeOffset="21473.2">20178 9165 188 0,'0'0'214'0,"-4"-5"-10"0,4 5-12 0,0 0 2 16,0 0 5-16,-14 21-11 0,6-9-10 0,2 6-11 16,-1 0-16-16,2 0-18 0,-4 6-13 0,7-3-4 15,0-3-7-15,1 0-13 0,1-3-12 0,5 5-8 16,0-4-8-16,3-2-5 0,2 3-5 0,4-4-8 15,0-4-4-15,4 0-4 0,-4-1-10 0,7-3-9 16,-2-5-9-16,1 1-4 0,1-3-4 0,-4 0-1 16,0-2-1-16,-5-1 1 0,6-4-2 0,-5 0-1 15,-1-2 2-15,-3 1-2 0,0-3-4 0,0-3 1 16,-4 2 1-16,0-3-5 0,-3 0-1 0,-1-3 3 16,-2 4-2-16,-1-1 4 0,2-2 1 0,-2 7 0 15,-1-4 1-15,1 4-2 0,0 1 9 0,0 2 2 0,-1 4-2 16,0-1 0-16,3 6-3 0,-4-8 1 15,4 8-3-15,0 0 3 0,0 0 1 0,-20 16 5 16,8-1-2-16,1 1-1 0,-3 6 1 0,0-2 0 0,4 3-3 16,3-6 1-16,1 0 3 0,2 0-4 0,6-1 0 15,-1 1-3-15,3-5 2 0,2-2 4 0,4 4-5 16,-3-4 2-16,3-1-2 0,3-3 1 0,0-2-5 16,6-1 4-16,4-3 6 0,-4 0-8 0,3-3-1 15,3-4 9-15,-5 1-9 0,-1-4 0 0,0 2 0 16,-4-4 1-16,8-3 0 0,-10 5 1 0,1-3-1 15,-3 0 0-15,0-3-3 0,-2 0 0 16,-2 0 1-16,1 0 4 0,-2-1-4 0,1-2-1 0,-5 3 1 16,3 0 0-16,-2 5-3 0,0-1 4 0,0 4-1 15,-1 1 0-15,-1 0-3 0,-1 7-3 0,4-7-1 16,-4 7 3-16,0 0-2 0,0 0 11 0,10 14 9 16,-9-4-4-16,-1 2-2 0,0 5 4 0,0 0 2 15,-1 1-2-15,-2 0 1 0,0 0 0 0,-1-1-6 16,3 0 1-16,-1 0-1 0,1-5 4 0,1 0 1 15,1 0-1-15,1-2 0 0,-1 1-2 0,-1-5 1 16,1 1-2-16,-1-7 0 0,3 10-1 0,-3-10 4 16,5 6-4-16,-5-6 0 0,6 3 2 0,-6-3-3 15,12-3 2-15,-12 3-4 0,17-9 3 0,-6 4 2 16,-1-3-3-16,3-2-5 0,-2-3-10 0,-1 4 1 16,1-4 2-16,-1-1-13 0,1-1 2 0,-3-1 0 15,1-1-5-15,-1 0 3 0,-1-2-1 0,0 4-1 16,-3 2 3-16,-1 0 1 0,1 3 7 0,-1 0-5 15,-2 4 6-15,-1 6-5 0,1-10 0 0,-1 10 1 0,2-8 0 16,-2 8-4-16,0 0 5 0,0 0 1 16,0 0 8-16,-8 21-7 0,3-12 1 0,-2 7 0 15,1 1 3-15,0-2-1 0,1 3 1 0,2 2 5 16,-1-1 2-16,3-1-2 0,0 0 1 0,-1 1 1 0,2-1 1 16,0-2 0-16,0 0 0 0,0-3 2 0,2-2-3 15,-2 2-2-15,0-3 2 0,0 1 1 0,1 0-1 16,0 0-6-16,-1-1-6 0,-2 0-21 15,0 1-25-15,-3-2-37 0,1 1-35 0,-2-2-41 0,4-1-48 16,-4-3-210-16,3-1-462 0,3-3 205 0</inkml:trace>
  <inkml:trace contextRef="#ctx0" brushRef="#br0" timeOffset="21905.72">21470 9001 250 0,'1'-5'234'0,"-1"5"-27"0,3-6-9 15,-3 6-3-15,0 0 0 0,0 0-4 0,2 25-6 16,-2-7-12-16,-2 8-8 0,0 2-10 0,1 2-12 16,0-1-9-16,-2-1-14 0,1 1-4 0,-1-1-4 15,4-1-5-15,-1-3-3 0,-1 1-11 0,1-6-2 16,0-2-12-16,1 0-1 0,1-3-10 0,0-4-8 15,-2 1-5-15,3 1-6 0,-3-6-2 0,2 0-6 16,-2-6-2-16,3 9 2 0,-3-9-5 0,0 8 8 16,0-8-1-16,0 0-10 0,0 0 2 0,0 0 2 15,0 0-9-15,0 0-7 0,10-27-3 0,-5 14-2 16,-1-2 1-16,5-1-2 0,-1 0-3 0,0-4-5 16,5-3 4-16,4-1 0 0,1 2-5 0,1 4 0 15,1-2 0-15,-2 9-5 0,-1 0 6 0,0 1-9 16,-1 4 6-16,1 3-5 0,-1 0-2 0,-3 4 5 0,1 4-7 15,0 2 6-15,0 5 1 0,-3-1-2 0,-1 1 14 16,-1 1-7-16,-3 3-3 0,-3 0 0 16,-1 0 1-16,-2 0 0 0,0 0-5 0,-2 1-5 15,-4 1-19-15,3-1-24 0,-4-2-27 0,2 0-36 0,0-3-38 16,-3 1-44-16,3-4-60 0,0-1-60 0,0-3-188 16,5-5-541-16,-4 6 239 0</inkml:trace>
  <inkml:trace contextRef="#ctx0" brushRef="#br0" timeOffset="22382.6">21962 8927 90 0,'-5'-4'247'0,"5"4"2"0,-6-5-9 15,6 5-11-15,0 0-19 0,-5-7-17 0,5 7-19 16,0 0-13-16,0 0-15 0,21-7-11 0,-2 4-8 16,1-1-10-16,11-2-11 0,1 1-8 0,-1 2-14 15,2-5-8-15,-1 5-5 0,0-1-10 0,-3-1-15 16,-1 0-15-16,-8 2-20 0,0-1-25 0,-5 0-23 16,-2 2-17-16,-3 0-21 0,-3 0-31 0,0 0-16 15,-2-4-20-15,-5 6-17 0,4-7-1 0,-4 7-6 0,0 0 6 16,-11-11 7-16,2 6 1 0,-1 2-82 15,1-3-253-15,-3 1 827 0,3 0-417 0,0 0 31 16,-1-4 19-16,4 3 6 0,-3-4 28 0,2 3 14 16,0-1 18-16,2 3 15 0,-2-3 8 0,2 0 11 0,1 2 10 15,4 6 14-15,-7-8 13 0,5 3 3 16,2 5 3-16,-5-9-6 0,5 9-2 0,-2-4-13 0,2 4-7 16,0 0-6-16,0 0-2 0,0 0 18 15,-9 14 7-15,5 1 2 0,1 2-13 0,-3 8-2 0,1 2-3 16,-2 1-16-16,2-1 1 0,1 1 4 0,-1 1-19 15,0-3-3-15,3 1-6 0,-1-3-7 0,-1-5-5 16,3 5-25-16,1-5-21 0,-1-7-32 0,-2 5-30 16,1-2-41-16,0-4-45 0,4 1-53 0,-1-1-56 15,0-2-135-15,-1-9-433 0,3 14 192 16</inkml:trace>
  <inkml:trace contextRef="#ctx0" brushRef="#br0" timeOffset="22538.38">22207 8994 182 0,'3'-8'267'0,"-3"8"-25"0,0 0-24 15,0 0-22-15,0-9-18 0,0 9-24 0,0 0-18 16,0 0-22-16,0 0-31 0,0 0-52 0,0 0-64 16,0 0-77-16,0 0-167 0,-13 20-299 0,13-20 133 15</inkml:trace>
  <inkml:trace contextRef="#ctx0" brushRef="#br0" timeOffset="28025.62">5871 7818 67 0,'0'0'89'0,"-8"-4"0"0,8 4-5 0,0 0 5 0,0 0-9 16,-8-2-1-16,8 2 2 0,0 0-15 0,0 0 5 16,0 0-6-16,0 0-18 0,0 0 0 0,-10-1-8 15,10 1 14-15,0 0-15 0,0 0-6 0,0 0 6 16,0 0-5-16,0 0-3 0,0 0-13 0,0 0-1 16,0 0 6-16,0 0-4 0,0 0 1 0,0 0 4 15,36 11 13-15,-16-8 1 0,13 0 3 0,3 0-4 16,17-1-3-16,3 1 1 0,4-1 2 0,1 0-7 15,3-1-1-15,0-1-2 0,-6-3-4 0,2 3 0 16,-5 3-1-16,2-3-5 0,-4-1 1 0,-14 2-6 0,-2-1 2 16,-3 0 0-16,0 0 1 0,-2 2-3 0,0-2 3 15,0 2 0-15,-3-2 2 0,1-2 0 16,-1 2 4-16,-2 0-2 0,-4-1 7 0,-4 1-2 16,0-1-3-16,2 0 2 0,-8 1 1 0,2-2 4 15,-2 0 1-15,1 1 4 0,-3-2 8 0,1 2-1 16,-1-3-2-16,1 1-6 0,0 1-3 0,-1-2 2 15,-2 2-7-15,2-1 2 0,-2 2-6 0,-1-1 0 16,-8 2-3-16,11-4-4 0,-4 3-10 0,-7 1-10 0,7-2-11 16,-7 2-15-16,0 0-19 0,8-3-12 0,-8 3-1 15,0 0-21-15,0 0-6 0,0 0 7 0,0 0 2 16,8 6-25-16,-8-6-29 0,-4 12-130 16,4-12-289-16,-12 14 127 0</inkml:trace>
  <inkml:trace contextRef="#ctx0" brushRef="#br0" timeOffset="28789.12">5960 10033 6 0,'0'0'120'0,"-11"2"4"16,11-2-8-16,0 0-8 0,-11 1-5 0,11-1 0 0,0 0-6 15,-12-3-1-15,12 3-10 0,0 0 0 0,0 0-11 16,0 0-7-16,0 0-3 0,0 0 5 0,0 0 0 16,0 0-4-16,46 4 1 0,-16-2-5 0,7 0 2 15,16-2-10-15,3 0-9 0,4-2 6 0,3 0-8 16,-3-2 0-16,-3 2-10 0,-2 0 0 16,3 1 0-16,-5 1-4 0,1-4-7 0,-16 4 1 15,1-1-3-15,-1-2-3 0,-2 2 2 0,1 2 1 0,-3-1-6 16,1 0 2-16,-2-1 2 0,0 1-2 15,-3-1-4-15,-2 0 2 0,-10 1-2 0,-4 1 0 16,-3-2-3-16,1 1-4 0,-4 0 2 0,-8 0 4 0,11 0 6 16,-11 0-9-16,9 0 4 0,-9 0-2 0,0 0-1 15,8-2 1-15,-8 2-5 0,0 0-6 0,0 0-22 16,0 0-21-16,0 0-35 0,0 0-17 0,0 0-42 16,0 0-39-16,-35-3-123 0,29 1-324 0,6 2 144 15</inkml:trace>
  <inkml:trace contextRef="#ctx0" brushRef="#br0" timeOffset="29608.62">6581 7528 99 0,'0'0'99'15,"0"0"3"-15,0 0-17 0,0 0 6 0,0 0-3 16,0 0-8-16,0 0-1 0,0 0-5 0,0 0-4 15,0 0-2-15,-9-3-15 0,9 3 3 0,0 0-4 16,0 0-5-16,0 0 1 0,0 0-8 0,0 0 2 16,0 0 1-16,0 0-14 0,0 0 1 0,0 0-1 15,0 0-6-15,0 0 2 0,0 0 4 0,0 0-8 16,0 0-3-16,0 0-2 0,0 0-3 0,0 0 0 16,-6-5 1-16,6 5-3 0,0 0-1 0,0 0-3 15,0 0-2-15,0 0 2 0,0 0-10 0,0 0 4 16,0 0 4-16,0 0-4 0,0 0-7 0,0 0-16 15,0 0 7-15,0 0-14 0,0 0-11 0,0 0-28 16,0 0-18-16,0 0-18 0,0 0-7 0,0 0-80 16,0 0-204-16,0 0 90 0</inkml:trace>
  <inkml:trace contextRef="#ctx0" brushRef="#br0" timeOffset="30396.24">6622 7510 76 0,'0'0'126'0,"0"0"-10"0,0 0-4 0,0 0-9 0,0 0-3 0,0 0-1 15,-4-5-8-15,4 5-2 0,0 0-12 0,0 0-7 16,0 0-6-16,0 0-3 0,-5-6-5 16,5 6-10-16,0 0-6 0,0 0-9 0,0 0-14 0,0 0-21 15,0 0-30-15,0 0-21 0,0 0-21 0,0 0-21 16,0 0-88-16,0 0-201 0,0 0 90 0</inkml:trace>
  <inkml:trace contextRef="#ctx0" brushRef="#br0" timeOffset="31464.12">6530 10108 56 0,'0'0'76'0,"0"0"-5"0,0 0-4 16,0 0-3-16,0 0-7 0,0 0-9 15,0 0 2-15,0 0-4 0,0 0-5 0,0 0-8 16,0 0-1-16,0 0-6 0,0 0 1 0,0 0-10 16,0 0 9-16,0 0-6 0,0 0-3 0,0 0 0 15,0 0 0-15,0 0-9 0,0 0-2 0,0 0 3 16,0 0 1-16,0 0 2 0,0 0-3 0,0 0-3 16,0 0 4-16,0 0-9 0,0 0 6 0,0 0-2 0,0 0 2 15,0 0-3-15,0 0-6 0,0 0 3 16,0 0-7-16,0 0-3 0,0 0-2 0,7 5-15 15,-7-5-16-15,0 0-16 0,0 0-68 0,0 0-135 16,0 0 61-16</inkml:trace>
  <inkml:trace contextRef="#ctx0" brushRef="#br0" timeOffset="32444.81">6696 7518 50 0,'0'0'59'0,"0"0"-2"15,0 0-7-15,0 0-3 0,0 0-18 0,0 0-12 16,0 0-29-16,0 0-38 0,0 0-54 0,0 0 24 15</inkml:trace>
  <inkml:trace contextRef="#ctx0" brushRef="#br0" timeOffset="35605.68">9513 11278 161 0,'-1'-7'172'0,"1"7"-10"0,-4-7-21 15,4 7 1-15,0 0-12 0,-3-8-2 0,3 8-15 16,0 0-15-16,0 0-11 0,0 0-4 0,0 0-6 16,0 0-4-16,-14 19-9 0,7 0 2 0,-6 6-3 15,-4 2-2-15,-1 3-8 0,-6 12 0 0,-3 2-9 16,-4-1-2-16,2-5 0 0,-2 1-6 0,6-11-2 15,-5 8-5-15,6-7-1 0,0-5-3 0,2 0-2 16,-1 2-7-16,2-6 3 0,1 1 0 0,-1-1-1 16,4-7-6-16,2-4 3 0,-1 0-3 0,1-2-1 15,-4 0-2-15,2-4 1 0,-2-2-1 0,1-2-2 16,-1-2-1-16,-1-2-3 0,1-2 0 0,0-1 3 16,4-5 0-16,-5-4 1 0,8 0-7 0,-2 0 5 15,4-7-5-15,0 0 0 0,5-2 3 0,2-2-1 16,3-1-1-16,3-1 0 0,0 1-1 0,4-2 1 15,2 5 0-15,4-1-3 0,2 3 3 0,1 3-3 16,4 1 0-16,1 2 1 0,-4 7-1 0,6-2-2 16,-3 3 2-16,6 1-1 0,-4 5 1 0,4 0 3 0,3 4-5 15,-3 2 3-15,-5 2 2 0,6 7-1 0,-2-1 1 16,0 4 1-16,-1 1-1 0,-2 5 0 16,-2-1-1-16,-1 2 6 0,0 0-3 0,-1 2 2 15,-5-7 1-15,5 4 0 0,-4 2-3 0,-1-6-1 0,-2 1 5 16,2-1 0-16,4 4-1 0,-3-6-6 0,1 0-11 15,4 3-21-15,-3-1-22 0,0-4-25 0,5 4-34 16,-2-5-27-16,4 1-20 0,-5 1-154 16,0-5-338-16,1-1 150 0</inkml:trace>
  <inkml:trace contextRef="#ctx0" brushRef="#br0" timeOffset="37522.06">7083 11479 115 0,'-10'-4'112'0,"0"0"1"0,0 1-6 15,-1 2 5-15,-1-4-4 0,2 5-6 0,-1 0 1 16,-3 0-6-16,1 3-9 0,1 1-1 0,-4 3-7 15,1 3 1-15,0 1-9 0,-2 2-8 0,4 4-2 16,-1-1-6-16,3 0-2 0,-1 0-9 0,1 0-4 0,2 2-2 16,0-2-7-16,1-2-3 0,6 3-1 15,0-5-5-15,1 0-1 0,1-2-2 0,0 0-3 16,1 1 1-16,2-4 0 0,2 3 0 0,-1-5-3 16,1-2 2-16,-5-3-3 0,10 3-2 0,-2-3-1 0,-8 0 3 15,16-6 0-15,-5 1 1 0,0-1-7 0,-2-2 1 16,4-5 2-16,-3-1-3 0,0 2 3 15,-2-2-5-15,2-1 0 0,-1-3-4 0,-2 1 2 16,2-5 2-16,-2-7 2 0,-2 10 0 0,2-5-5 0,-3 0-1 16,1-2 2-16,-3 8 0 0,2-8-2 15,0 0-1-15,-4 9 1 0,2-7-5 0,-2 7 8 0,0-2 0 16,0 2-3-16,-1 1 4 0,0 1 6 0,1 2-3 16,-3 0 6-16,2 6 3 0,-3-1-5 0,4 8-2 15,-1-11 0-15,1 11-5 0,0 0-4 0,0 0 6 16,0 0-2-16,0 0 1 0,0 0 2 0,5 29 3 15,-4-10 2-15,2 7-6 0,-2 3-1 0,0 2 7 16,1 2-5-16,-1-1 1 0,0 1 1 0,3 0 1 16,0-6-6-16,1 2 4 0,0-3-4 0,0-7 0 15,-1-1-1-15,1 0 1 0,2-1 1 0,-1-2-5 16,0-1 3-16,-1-4 3 0,2 0-1 0,-2-1-5 16,-1-3 2-16,1-2 0 0,1 2 2 0,-1-3-2 15,-5-3 3-15,7 6-1 0,-7-6 1 0,8 1-1 16,-8-1 0-16,10-7 0 0,-6 2-3 0,2-3 0 15,-1-3 2-15,2-1-2 0,-2 1-1 0,0-4-3 16,-2-2 3-16,3 0 0 0,-3 0-5 0,0-2-2 16,0 2 5-16,-2-1-9 0,-1 0 1 0,1 2 2 15,-2-1-5-15,1 6 6 0,0 0 2 0,0 3-3 16,0 8 4-16,-1-14-1 0,1 14-3 0,-2-11-2 16,2 11-2-16,0-7 0 0,0 7 4 0,0 0-2 15,0 0 3-15,0 0 2 0,0 0-3 0,7 29 2 16,-5-17 2-16,5 0 2 0,-4 4-6 0,1-6 6 15,1 5 0-15,1-2 0 0,0-2-2 0,0-1-2 16,-1-1 3-16,3 2 2 0,-1-1 1 0,0-3-1 0,2 0-3 16,0-1 10-16,-1 0-2 0,2-3-7 15,-2 1 4-15,1-3 2 0,-2 1-1 0,-7-2-3 16,18-2-5-16,-10 1 5 0,1-1 1 0,-3-2 4 16,-1 1-8-16,0-2 9 0,-5 5-5 0,8-6 6 0,-5 0-4 15,-3 6 0-15,6-10-2 0,-5 3-2 16,-1 0-3-16,0-2 1 0,0 9-1 0,-1-18-1 15,0 11 2-15,1-3-1 0,0 0-10 0,0 0-1 16,1 2 2-16,0 0-3 0,-1 8 1 0,7-11 0 0,-4 7-2 16,3 0 4-16,-1 1 0 0,-5 3-4 0,12-3 2 15,-4 2 6-15,0 5-3 0,1-1-1 16,-2 4-2-16,1-1 6 0,-1 6 1 0,3-3-2 16,-4 0 3-16,3 0 2 0,-2 2 2 0,0 3-5 0,-1-4 7 15,1 0 2-15,-2 0-6 0,1-1-1 0,1 0 4 16,-1-1-2-16,-2-1-2 0,1-2 1 0,2-1 3 15,-2 1-1-15,2-1-1 0,0-3 6 0,-7-1 0 16,14 2 1-16,-5-4-1 0,2 0-3 0,-1-5 4 16,3 1 0-16,-3-1 6 0,3-4-9 0,-3 3 1 15,-2-3 1-15,2-3 1 0,-2 3 0 16,-3-1-2-16,-1 1 1 0,-2 0-1 0,0-5-2 0,-1 3 4 16,-2 3-5-16,1-2 2 0,0 1 4 0,-2 1 8 15,2 10-2-15,0-13 4 0,-1 7 2 0,1 6-1 16,-2-8-4-16,2 8 0 0,0 0-7 0,0 0-3 15,0 0 7-15,0 0 3 0,-23 22 0 0,18-11 3 16,-1 4-5-16,0 1-1 0,1 1-3 0,2 1-3 16,3-1-9-16,2-1-25 0,0-4-26 0,2-1-8 15,2 4-28-15,1-4-23 0,1-2-16 0,2-1-12 16,0-1-4-16,2 0-127 0,0-3-297 0,1-1 132 16</inkml:trace>
  <inkml:trace contextRef="#ctx0" brushRef="#br0" timeOffset="37748.36">7858 11450 51 0,'-4'-5'154'0,"4"5"-16"0,-8-4-11 16,8 4 2-16,0 0-2 0,-12 9-4 0,7-2-1 16,-1 3-6-16,1 0-4 0,1 6-10 0,1-1-7 15,1 4-15-15,1-1 0 0,2-1-12 0,2-1-4 16,1 0-9-16,2 0-4 0,-1 0-13 0,3-2-11 15,0-4-25-15,-1-1-8 0,2 1-9 0,3-4-26 16,-3 1-9-16,2-3-16 0,1 0-15 0,-1-3-13 16,-2 0-1-16,4-3-9 0,-3-3-18 0,-1 3-77 0,0-3-213 15,-1 0 95-15</inkml:trace>
  <inkml:trace contextRef="#ctx0" brushRef="#br0" timeOffset="37940.3">8001 11601 236 0,'3'-16'6'0,"-2"-1"13"0,-1-1 5 0,0-2 8 15,0-5-2-15,-1 6 3 0,1-7 5 0,1 7 7 0,0 1 1 16,0 0 7-16,2 1 16 0,-2 2 10 0,1 3 16 15,0 4 3-15,-2 0 7 0,0 8-4 0,2-12-15 16,-2 12 3-16,0 0 12 0,0 0 9 16,0 0 8-16,0 0 6 0,0 0-9 0,12 35-5 15,-12-23-8-15,4 7-4 0,-3 6-7 0,-1 4-8 0,-1-1-5 16,0-2-7-16,-2 2-3 0,1-1-11 0,-1-2-7 16,1-7-17-16,0 3-21 0,1-3-28 15,-1 0-32-15,0 0-38 0,0-3-37 0,0 1-34 0,0-5-49 16,-2 0-140-16,-1-3-373 0,1-2 166 0</inkml:trace>
  <inkml:trace contextRef="#ctx0" brushRef="#br0" timeOffset="38102.4">7906 11546 120 0,'15'-1'133'0,"-5"-1"-8"0,1-1-17 0,3 2-9 15,3-2-12-15,-3 2-21 0,5-2-33 0,-1 3-44 16,-1 0-23-16,-3 1-87 0,-1 1-132 0,-1-4 59 16</inkml:trace>
  <inkml:trace contextRef="#ctx0" brushRef="#br0" timeOffset="38611.75">8148 11453 67 0,'0'0'155'0,"0"0"20"0,0 0-11 0,0 0 3 16,4 29-7-16,-4-18-3 0,0 8-12 0,0 1-11 16,1-1-11-16,-1 1-8 0,-1 5-12 0,1-4-10 15,2-3-6-15,1 0-11 0,3-4-6 0,-2-3-11 16,1 1 0-16,2-5-9 0,-1 3-5 0,3-6-2 16,-2-1-2-16,1-3-7 0,0 0-2 0,-8 0 1 15,14-5-5-15,-5 0-2 0,-3 0 1 0,3-2-4 16,-2-2 0-16,-1 1 0 0,0-2-4 0,0 3-2 15,-2-4 3-15,-2 3 3 0,1-1-2 0,-1 4 0 0,0-2 4 16,-2 7 5-16,3-14 0 0,-3 14-5 0,2-7 5 16,-2 7-10-16,0 0 2 0,0 0-3 15,0 0 7-15,0 0 6 0,7 21 5 0,-8-9-1 16,0 8 3-16,2 8-4 0,-2 1-1 0,-4 4-4 0,0-1-4 16,1 4-1-16,0-1-3 0,0-3 0 15,-3 2 1-15,4 2-6 0,-1-3 1 0,3 2-6 16,-1-1 2-16,2-3-2 0,-1 1 3 0,-4-1 4 15,1-1-10-15,-1-1-1 0,1 1-4 0,-2-2 5 0,-3-1-2 16,1 1 1-16,-3-5-3 0,-3 0-1 16,-1-1-7-16,3-8-9 0,-1-1 7 0,-2-2-7 0,4-3 4 15,1 0-4-15,-1-2-1 0,0-4-3 16,2-2-3-16,9 0-5 0,-15-3-13 0,9-2-7 0,1-4-5 16,-2 0 0-16,1-3-6 0,5-7 2 0,-1-1-6 15,4-9-1-15,0 0 1 0,6-4 0 0,1-1-11 16,1 1 3-16,5 0-4 0,1 1 8 0,7-10 4 15,-5 14 4-15,2 0 1 0,1 1-3 0,-1 4-5 16,3 0-27-16,3 1-19 0,-1-1-21 0,4 5-41 16,-6 1-115-16,3 2-307 0,0-3 136 0</inkml:trace>
  <inkml:trace contextRef="#ctx0" brushRef="#br0" timeOffset="39691.74">10465 11401 24 0,'-1'-7'162'0,"1"7"-2"0,-5-11-1 16,1 6-8-16,4 5-6 0,-4-10-7 0,3 4 1 0,1 6-6 15,-4-7-6-15,4 7-6 0,-1-8-10 0,1 8-11 16,0 0-14-16,0 0-8 0,0 0-7 16,0 0 2-16,0 0-6 0,0 0-1 0,0 0-5 15,17 20 1-15,-11-9-8 0,1 3 0 0,1 1-9 0,2-1 0 16,-2 1 0-16,2 2-6 0,0 1 0 0,-2 0-2 15,0 0-5-15,1-2-5 0,-1 1-4 16,0-2 3-16,0 2-6 0,-2 0 1 0,-1-1-3 0,0 0-1 16,1 0 0-16,-3-4-4 0,3-2 0 0,-4 2 0 15,2-3-4-15,1-1 0 0,-1 1 1 0,-2-1-4 16,1-2 0-16,-2 0 0 0,-1-6 1 0,4 10 2 16,-4-10 3-16,3 5 13 0,-3-5 8 0,0 0-6 15,0 0-2-15,0 0 1 0,12-15-5 0,-7 5 3 16,1-6-9-16,1 0 2 0,1-3-3 0,2-4 4 15,-1-2-4-15,1-1-1 0,3 2-5 0,-4-4 3 16,1 5-2-16,2-5-1 0,-2 1-3 0,0 1 0 0,2-1 0 16,-5 1 1-16,2 8-3 0,0 2-1 15,-1-2 0-15,-3 7 2 0,2 2-1 0,-2-1 2 16,0 3-4-16,-3 2-6 0,-2 5-9 0,7-7-7 16,-7 7-7-16,0 0-6 0,0 0-11 0,0 0-28 0,11 13-31 15,-9-2-31-15,-2 1-31 0,2 5-39 16,-1 0-23-16,-1 6-139 0,-3 4-396 0,-1-1 175 15</inkml:trace>
  <inkml:trace contextRef="#ctx0" brushRef="#br0" timeOffset="39994.86">11018 11601 200 0,'2'-5'232'0,"-2"5"-8"15,2-7-2-15,-2 7-11 0,0 0-17 0,2-10-19 16,-2 10-15-16,0 0-16 0,0 0-8 0,0 0-13 16,0 0 4-16,0 0-6 0,5 24-11 0,-4-12-10 15,0 3-9-15,1 4-3 0,-1 1-11 0,-1-1-10 16,1 2-3-16,1 3-6 0,-2 0-6 0,1-5-4 16,-1-1-3-16,1 0-6 0,-1 0-2 0,0-2-5 15,0 3-5-15,0-3 0 0,0-1-2 0,1 0-6 16,-1 1 5-16,-1-4-9 0,2-2-7 0,-1 0-17 15,0 0-15-15,-2-1-16 0,-1 1-25 0,2-4-18 16,1-6-21-16,-4 11-20 0,4-11-11 0,-4 6-19 16,4-6-25-16,-4 3-21 0,4-3-168 0,0 0-398 15,0 0 176-15</inkml:trace>
  <inkml:trace contextRef="#ctx0" brushRef="#br0" timeOffset="40232.18">10989 11611 16 0,'8'-8'139'0,"1"1"0"0,7-2 8 0,1 4-1 16,2 2 6-16,3 1-10 0,1 3 4 15,-3 3-2-15,7 5-1 0,-7 1-12 0,-1 0-4 16,-2 4 1-16,-3-2-11 0,2 2-5 0,-6 3-7 16,-2 0-5-16,0-2-12 0,-5 4 0 0,-3 1-9 0,-3-1-7 15,-5 6-5-15,-6-1-6 0,-4-4-4 16,-3 2-4-16,-4-2-7 0,0-2-5 0,-3 0-7 15,0-1-13-15,-1-2-27 0,0-1-25 0,0-3-40 16,2-1-57-16,-1-4-42 0,7-2-52 0,-6-1-148 0,5-2-399 16,1-1 177-16</inkml:trace>
  <inkml:trace contextRef="#ctx0" brushRef="#br0" timeOffset="40643.32">7350 12124 38 0,'19'2'92'0,"0"-2"-26"0,4 0-21 0,5 4-27 16,5-2-30-16,-1-2-30 0,1-2-44 0,2 3 19 0</inkml:trace>
  <inkml:trace contextRef="#ctx0" brushRef="#br0" timeOffset="40897.35">11606 12071 3122 0,'16'-6'23'0,"-5"1"1"0,-3 0-12 16,-3 3-8-16,0-1-10 0,-5 3-13 0,0 0-15 15,0 0-17-15,0 0-25 0,0 0-37 0,0 0-46 16,0 0-58-16,0 0-202 0,0 0-453 0,-15 19 200 16</inkml:trace>
  <inkml:trace contextRef="#ctx0" brushRef="#br0" timeOffset="45163.35">11231 12086 29 0,'0'0'78'0,"0"0"-6"0,0 0-4 15,0 0-14-15,0 0 0 0,0 0-12 0,0 0-7 16,0 0-3-16,0 0-15 0,0 0-12 0,0 0-22 16,0 0-16-16,0 0-40 0,0 0-79 0,0 0 35 15</inkml:trace>
  <inkml:trace contextRef="#ctx0" brushRef="#br0" timeOffset="45594.61">11334 12132 112 0,'0'0'112'0,"0"0"1"16,0 0-25-16,0 0 7 0,0 0-13 0,0 0-3 15,0 0-5-15,0 0-16 0,0 0-2 16,0 0-5-16,0 0-3 0,0 0-8 0,0 0-10 0,0 0 7 16,0 0-13-16,0 0 3 0,0 0-4 0,0 0-2 15,0 0-6-15,0 0-7 0,0 0 1 0,0 0-18 16,0 0-5-16,0 0-11 0,0 0-6 15,0 0-13-15,0 0 2 0,0 0-14 0,0 0-23 0,0 0-72 16,0 0-163-16,0 0 73 0</inkml:trace>
  <inkml:trace contextRef="#ctx0" brushRef="#br0" timeOffset="46557.2">7135 12857 186 0,'-8'-10'180'0,"2"-1"-16"15,0 2 11-15,1 3-5 0,3 2-9 16,-1-2-23-16,3 6-13 0,-5-7-13 0,5 7-13 16,0 0-10-16,0 0-8 0,0 0-13 0,5 40 4 15,-2-15-6-15,-1 4-9 0,1 4-3 0,1 2-3 0,-3 12-2 16,-1 0-5-16,0-11-8 0,-3-4-2 0,3 2-4 15,-1-2 12-15,0-3-5 0,1-3-1 0,-3-2-5 16,2-6-2-16,2-1-4 0,-2 0-2 16,1-6-4-16,1-3 1 0,-2-1-5 0,1-7 1 15,-1 12 0-15,1-12-1 0,0 10-1 0,0-10-3 16,0 0 0-16,2 6 1 0,-2-6 2 0,0 0-5 16,0 0-2-16,0 0 2 0,4-29-4 0,-1 19 1 15,-1-6 3-15,5 0-4 0,0-1-1 0,2-6-2 16,2 0-4-16,1-1-5 0,0 1 5 0,3 0-3 15,-3 7-4-15,7-4 3 0,-6 8 1 0,3 0-2 0,2 2 2 16,0 5 2-16,-1-1-2 0,-3 3 2 16,0 3-4-16,-3 1 2 0,3 3 0 0,-2 0-1 15,-1 4 3-15,2 2 1 0,-3 5-3 0,2-2 4 16,-5 3-2-16,1 0 3 0,0 0-3 0,-2 1-8 0,-2-2-17 16,-1 0-19-16,0-1-21 0,-1 3-27 0,-1-4-32 15,0-2-34-15,1 0-19 0,-4 0-132 0,1-4-337 16,1-7 150-16</inkml:trace>
  <inkml:trace contextRef="#ctx0" brushRef="#br0" timeOffset="46734.33">7522 13096 39 0,'0'0'129'0,"0"0"18"0,0 0-9 0,0 0-3 16,0 0-5-16,15 22 0 0,-11-7-18 0,1 1-12 15,0 1-14-15,0 7-7 0,-1-3-26 0,0-4-32 16,0 7-31-16,0-5-35 0,-2-1-37 0,1 0-112 16,-2-1-210-16,0-7 93 0</inkml:trace>
  <inkml:trace contextRef="#ctx0" brushRef="#br0" timeOffset="47276.59">7976 13111 90 0,'0'0'182'0,"-7"-13"-3"15,2 9-8-15,-5-3 1 0,0 2-6 0,-3 2 1 16,-5-1-5-16,0 2-5 0,0 5-4 0,0 0-17 16,3 2-9-16,-3 1-13 0,4 5-10 0,0-1-8 15,2 1-11-15,5 0-7 0,-3 3-9 0,3-3-8 16,2 6-7-16,4-7-10 0,-1 2-12 0,4 0-13 15,-1-3-1-15,4 3-10 0,0-5-2 0,3 3-8 16,3-5-8-16,0 0-4 0,4 0 8 0,-2-5-10 16,5 0-2-16,-2-2 1 0,2 0-4 0,-1-1 0 15,-3 0-3-15,-3 1 2 0,3-1-2 0,-3 1 1 16,-2-2 2-16,1 0 1 0,-3 3 2 0,-7 1 5 16,13-1 1-16,-13 1-4 0,12 4 3 0,-7 0 4 15,0 5 5-15,-1 1 7 0,1 5 9 0,-1 2 6 16,-3 3 2-16,0 6 5 0,-2 2-1 0,-5 2 0 15,0-1-1-15,-1 1-1 0,-5 2 2 0,0-5 0 16,0 1 1-16,-3-3 2 0,1 1-1 0,-3 1 0 16,3-5 0-16,-3-1-3 0,3 1-4 0,-1-6-4 15,2-1-16-15,-1 1-27 0,4-5-34 0,1-1-38 16,1-2-42-16,2-3-58 0,-3-1-164 0,9-4-393 16,0 0 174-16</inkml:trace>
  <inkml:trace contextRef="#ctx0" brushRef="#br0" timeOffset="48071.68">8148 12937 144 0,'3'-4'176'0,"0"-1"-2"0,-3 5 1 0,0 0 20 0,0 0-7 15,12 15-4-15,-6 2-11 0,3 8-11 0,-4 1-10 16,1 4-11-16,-1-2-20 0,0 4-6 0,-1-3-18 15,1 0-8-15,1 1-7 0,-3-3-9 0,-1 0-7 16,1-4-5-16,1-4-9 0,-2-4-5 0,1 0-6 16,-2-1-4-16,0-6-3 0,2-1 2 0,1-1-5 15,-3-1-7-15,-1-5 0 0,2 7-2 0,-2-7-6 16,0 0-11-16,0 0-13 0,0 0-2 0,0 0-1 16,9-23 0-16,-3 10-3 0,-1-2-3 0,2-2-10 15,1-1-2-15,0 1 0 0,1 1-1 0,1-3 4 16,3-4 0-16,-2 11 2 0,1-1 3 0,-5 3-1 15,2 3 4-15,1 3 0 0,-1 0 3 0,-1 3 0 16,1 1 10-16,-9 0 2 0,18 6 2 0,-8-1 0 16,-2 3 1-16,2 1 3 0,-1 0 3 0,5 3-6 15,-2 0 5-15,-2-5 2 0,0 2-3 0,5-1-3 16,-2-2-1-16,-1-2 3 0,-1 0 2 0,1-1-2 16,-2-3-2-16,2 0 2 0,0-2 2 0,-2 1 0 15,3-5 1-15,-3 3-1 0,-1-4-2 0,1-2 0 16,-3 1 2-16,1 1-2 0,-3-3-2 0,1 1 2 15,-1-2 1-15,-2 0-3 0,-2-1 1 0,-1 1 1 16,-1 2-2-16,-2-5 0 0,0 3 0 0,-3 1 6 16,4 3-5-16,-3-2-2 0,2 3 2 0,0 0-1 15,3 6-2-15,-6-8 0 0,1 5 0 0,5 3-1 0,0 0-1 16,-19 13 6-16,8-6 9 0,1 9-1 16,0-1 2-16,1 2-4 0,-1 7 1 0,1-6 1 15,5 1-3-15,0 1 0 0,2-3-1 0,3 2 1 16,2-3 1-16,2 0-3 0,0-1-1 0,4-4-2 15,2-1 3-15,2 0 1 0,5-3-2 0,-1-2-2 0,0-1 1 16,4-2 1-16,-1-2 1 0,1 0-3 0,-1-6 4 16,-2 1-1-16,1 0-5 0,-2 0 2 0,0-4-1 15,-6 1 2-15,3-1 1 0,-5 2-3 16,5-3-2-16,-8 0 8 0,-2 0-7 0,1-2 0 16,-3 0-4-16,-1 1 1 0,0-1-2 0,-1 0 3 0,-1-3 2 15,0 2-2-15,-2-2 5 0,2 3-7 16,1 1 5-16,0 3-3 0,-1 0-1 0,1 8-2 15,0-10-1-15,0 10-1 0,6-8 2 0,-1 6 0 16,4-2 2-16,3 2 2 0,-1 0-5 0,3 2 1 0,3 4 0 16,1-2-2-16,-3 3 6 0,3 3-1 0,-8 0 3 15,3-3 6-15,-3 3-1 0,4 2 5 16,-5 0 3-16,0-2 1 0,-1 2 2 0,-2 1 2 16,0 1-1-16,0-2 1 0,-3 3-7 0,0-3 0 15,-3-1-18-15,3 1-19 0,-3 1-30 0,0 1-38 0,0-3-55 16,0 1-48-16,0-2-213 0,0-1-442 0,0-7 196 15</inkml:trace>
  <inkml:trace contextRef="#ctx0" brushRef="#br0" timeOffset="48877.8">9821 13126 110 0,'1'-8'182'0,"-1"8"-16"0,0 0-4 16,0 0-1-16,0 0 6 0,0 0 0 0,0 0-15 16,9 23-6-16,-7-9-9 0,-1 2-14 0,1 2-5 15,1-2-16-15,3 3-7 0,-1 0-11 0,2-3-8 0,2 0-8 16,3-1-3-16,0-2-9 0,2-3-5 16,0-1-3-16,4-2-1 0,0-4-8 0,1 1-5 15,0-4 0-15,2-3-4 0,-2 1-4 0,0-2 2 16,-1 1-6-16,-5-2 0 0,-1-1-4 0,-1-2 2 15,-2 3-4-15,-1-4-3 0,-2 1-6 0,-1 0-4 16,0-1 0-16,-2 0-3 0,-1-3-5 0,-2 2 3 16,-2 1-3-16,2 0 0 0,0 9 4 0,-3-13-3 15,3 13 0-15,-1-10-1 0,1 10-1 0,0-8-1 16,0 8-1-16,0 0 2 0,0 0 2 0,0 0 0 0,0 0 0 16,0 0-1-16,0 0 2 0,0 0-1 15,10 19 0-15,-3-12 3 0,1-1-1 0,0 0 4 16,3 1-4-16,1-2 5 0,1 0-1 0,1-1-1 0,2 0-5 15,1-1 7-15,-3-2-6 0,0-2-7 16,-2 1-10-16,0-2-6 0,0 1-8 0,-4-5-4 0,2 3-5 16,-4-1 0-16,-2-2-13 0,-2 0-3 15,1-1 12-15,-3 7 0 0,0-13 2 0,-1 6 2 16,-4-3-1-16,-1 1 6 0,-1-1 2 0,2 1 5 0,-3 3 5 16,2-2 17-16,-2 3-4 0,3-1 3 0,0 2 2 15,0 0 2-15,5 4-4 0,-5-5 1 16,5 5-6-16,0 0 8 0,0 0 7 0,0 0-7 15,0 0 4-15,12-8-4 0,-1 8 1 0,3-2 4 0,5 0 1 16,8-3 2-16,-7 1-6 0,10-4-1 0,-5 2 8 16,-3 1-5-16,-2 0 11 0,1-2-5 15,-4 3 2-15,-1-3 6 0,-3 3 2 0,-2 0 5 16,-2 0 10-16,0 1 8 0,-3-1-1 0,0-1 1 16,-1 3 3-16,-5 2 2 0,7-5 2 0,-7 5-2 0,8-2-2 15,-8 2-5-15,0 0-6 0,0 0 2 0,0 0 0 16,9 9 14-16,-6 1 4 0,-2 3 0 0,1 3-6 15,-2 2 2-15,0 8-9 0,-3-2 4 0,1-4-10 16,1 6 2-16,-3 1-26 0,2-4-27 0,2-3-32 16,-3 0-34-16,2 4-38 0,1-7-43 0,1-1-53 15,-5-4-129-15,3-1-379 0,1-3 167 0</inkml:trace>
  <inkml:trace contextRef="#ctx0" brushRef="#br0" timeOffset="49047.54">10427 12855 121 0,'0'0'98'16,"0"0"-31"-16,0 0-20 0,0 0-41 0,15 16-63 15,-10-11-61-15,5 1 27 0</inkml:trace>
  <inkml:trace contextRef="#ctx0" brushRef="#br0" timeOffset="49239.87">10822 12882 113 0,'0'0'128'0,"7"-3"3"16,-7 3 16-16,0 0 4 0,8 8 5 0,-3 2 3 15,-4 2-3-15,3 3-1 0,0 4-7 0,0 9-12 16,2 1-13-16,-2 1-10 0,-3 2-13 0,2 0-9 15,-1-1-7-15,2-3-10 0,-1 0-25 0,-4-1-28 16,-1-2-30-16,1-5-34 0,0-1-42 0,2-1-42 16,-4-1-54-16,2-3-118 0,-3-5-323 0,3 0 143 15</inkml:trace>
  <inkml:trace contextRef="#ctx0" brushRef="#br0" timeOffset="49437.86">11027 12886 141 0,'0'0'180'0,"0"0"3"0,0 0 5 15,0 0 5-15,0 0-3 0,8 32-9 0,-5-13-13 16,-2 10-15-16,0 1-16 0,3 3-10 0,-5 0-15 16,2-1-10-16,-1 0-24 0,0-1-38 0,1-1-34 15,2 0-39-15,-2-2-51 0,4-4-42 0,-3 1-65 16,-1-7-101-16,4-1-314 0,0-2 139 0</inkml:trace>
  <inkml:trace contextRef="#ctx0" brushRef="#br0" timeOffset="50041.64">11806 12882 210 0,'1'-7'240'0,"-1"-4"-16"15,1 5-20-15,-1 6-18 0,5-5-14 0,-5 5 8 16,0 0-4-16,7 18-7 0,-5 0-13 0,0 7-13 16,0 4-11-16,-2 7-12 0,4 8-8 0,-4-10-15 15,3-5-8-15,-5 3-9 0,4-3-8 0,-2-1-6 16,1-4-6-16,-2-5-7 0,-2-2-4 0,3-2-6 16,-2-3-5-16,0-2-4 0,2-3-1 0,-2 1-1 0,2-8-5 15,-4 9 1-15,4-9-1 0,0 7-4 16,0-7-2-16,0 0-3 0,0 0 2 0,0 0-7 15,0 0-4-15,0 0-1 0,0 0-5 0,11-20-5 16,-7 8-10-16,6-1 3 0,-2 4-5 0,5-4-4 16,1 1 8-16,-3 4-4 0,0 1 1 0,0 3-6 0,-2 0 6 15,0 3 8-15,-9 1-5 0,12 1 2 0,-12-1 1 16,8 7 0-16,-3-3-1 0,-5 2-3 0,-2 4-3 16,-2-2-6-16,-3 3-10 0,-5 1-10 15,-1 0-2-15,-3 0-5 0,5-1 1 0,-5 0 3 0,-2-3-2 16,6-2 7-16,1 0 3 0,-1-1 5 0,7-3 7 15,-4-1-3-15,2 2 6 0,7-3 3 0,-9 1-3 16,9-1-2-16,0 0 1 0,0 0 6 16,0 0 0-16,0 0 3 0,29-15 5 0,-11 7-4 15,4-1-3-15,6-1 6 0,1 1 0 0,-2-2 3 0,4 0-2 16,-1 0 5-16,1 1-4 0,-3-3-1 0,0 0 7 16,-1 3-8-16,-1-3 3 0,-2-2 2 0,-6 5 2 15,-1-2 0-15,-2-1 3 0,-1-1-5 16,-4 4 2-16,-4-3 2 0,3 0 1 0,-7 1-3 0,-1 1 8 15,-1 0-1-15,-1-1 4 0,-3 4 3 0,0 0 0 16,-3 1 4-16,-3 3 7 0,0 1-2 0,1 4 6 16,-5 4 4-16,-5 4 0 0,-4 6-2 0,-2 4-1 15,2 4 1-15,3-2-5 0,2 1-2 0,5 1 1 16,3-4-21-16,8 0-17 0,3 1-32 0,3-1-39 16,6-2-47-16,7 2-65 0,-1-5-198 0,9-1-427 15,4-2 189-15</inkml:trace>
  <inkml:trace contextRef="#ctx0" brushRef="#br0" timeOffset="50292.24">13109 12885 117 0,'-2'-12'229'0,"0"2"2"0,0 2-14 16,2 8-20-16,0-11-17 0,0 11-22 0,0 0 2 15,0 0 7-15,0 0 1 0,-2 31-8 0,0-3-10 16,0-1-14-16,0 9-7 0,4 9-12 0,-8-10-11 16,8 0-15-16,-4-1-5 0,1 0-10 0,1-3-7 15,-2 0-20-15,0-2-21 0,0-1-28 0,-2-2-23 16,1-7-37-16,1-1-31 0,-1 1-28 0,1-3-38 16,0-5-32-16,0-2-26 0,-1-1-147 0,-1-4-391 15,4-4 174-15</inkml:trace>
  <inkml:trace contextRef="#ctx0" brushRef="#br0" timeOffset="50824.18">13128 13003 81 0,'14'-15'128'0,"8"-2"3"16,-8 5 2-16,1 0 3 0,2 1-9 0,-4 1 1 15,3-2 0-15,-5 7 6 0,0-1-11 0,-4-2-14 16,0 3-5-16,1-2-10 0,-3 4-6 0,0-2-4 15,-1 1-4-15,-4 4-12 0,9-5-4 0,-9 5-9 16,4-2-8-16,-4 2 0 0,0 0 0 0,0 0-3 16,5 15-3-16,-3-4-1 0,-4 6 1 0,0 6-1 15,-1 5-2-15,-5 3-3 0,-1 2-1 0,-1-1-5 16,0 0-5-16,1 0-2 0,-3 0-1 0,3-3 0 0,0 0-2 16,-2-2-3-16,4-4-6 0,3-4-8 15,-3-3-8-15,5-4-3 0,-2-3-10 0,1 1 0 16,3-4-1-16,-3 0 5 0,3-6 4 0,-2 8 1 15,2-8 5-15,0 0-4 0,0 0 2 0,14 0-5 16,-14 0 3-16,20-14 1 0,-2 3 1 0,5-1 3 16,-4 3 5-16,6-3 7 0,0-1 10 0,-6 8 2 15,0-3 0-15,0 2 0 0,0 2 0 0,0 1 1 16,1 3 2-16,0 0-2 0,-4-2 2 0,6 2-1 16,-4 0 1-16,-2-2-5 0,2 2-6 0,4-2 0 0,-5 2 1 15,-4-1-1-15,2-2 2 0,-3-1-5 16,-1 2-1-16,0-1 3 0,-2-3-2 0,-2 0-1 15,1-1 1-15,0 1 0 0,-4-3-4 0,0 0 2 16,-3 0-2-16,-1-1 1 0,0 0-1 0,0-1 2 16,-1-1-6-16,-3 2 4 0,0 1-5 0,-1 2 2 15,-2-2 0-15,1 2-2 0,-3 3 0 0,-3 2-1 0,1 3-3 16,0 2 5-16,-1 3-1 0,-3 4 3 0,-5 6-5 16,7 0 2-16,1 0 0 0,1 0-8 15,2 9-13-15,1-2-31 0,8-4-39 0,4 0-52 0,0-2-46 16,7 6-33-16,12 0 19 0,8-4-121 0,22-1-350 15,13-4 155-15</inkml:trace>
  <inkml:trace contextRef="#ctx0" brushRef="#br0" timeOffset="51198.5">14724 13046 87 0,'-7'-9'248'0,"2"1"-18"0,1 2-23 0,-1 1-25 15,5 5-17-15,0 0-14 0,0 0-8 16,0 0-13-16,0 0 3 0,16 23-6 0,-7-7-9 0,3 2-9 16,2 5-10-16,0-1-9 0,2 1 0 0,1-2-7 15,-2-2-3-15,3 2-9 0,-5-7-7 0,3-1-6 16,-5-1-3-16,-1-3-4 0,2-1 0 0,-2-2 0 15,-2-1 4-15,2-3-2 0,-1-2 2 0,1-2-2 16,0-1-6-16,-1-6-2 0,3-3 0 0,0-2 0 16,-3-5-5-16,4-3 2 0,0-2-12 0,-7-4 8 15,-2 1-10-15,4-4-2 0,-2 0-2 0,-1 1-2 16,-1-1-4-16,0 4-1 0,-2 0 0 0,-2 0 8 16,0 3-25-16,0 7-8 0,0 5-13 0,-2 1-25 15,0 2-32-15,0 3-48 0,2 6-26 0,0 0-31 16,0 0-17-16,-12 0-31 0,12 0-195 0,0 0-461 15,-11 25 205-15</inkml:trace>
  <inkml:trace contextRef="#ctx0" brushRef="#br0" timeOffset="51578.75">15346 13021 122 0,'-7'-9'215'0,"2"1"-3"0,-5 2 4 0,-2 1-7 15,1 2-8-15,-3 1-9 0,-4 4-14 0,-2 1-8 16,3 5-11-16,-11 6-12 0,2 5-10 0,3 4-15 16,-2-1-13-16,5-1-9 0,2 1-7 0,2-1-9 15,6-3-9-15,2-1-9 0,4-1-5 0,3-1-10 16,1 0-3-16,3-4-6 0,1 1-6 0,3-2-5 16,2-4-4-16,1 0-4 0,3-4-6 0,1 0-8 15,4-3-5-15,2-2-1 0,1-3-3 0,-3-3 2 16,2 0-3-16,-3-3 4 0,1 0 0 0,4-5-2 15,-2 0 0-15,-6 5 0 0,1-7 1 0,-1 4-3 16,-4-1-2-16,-1 0 0 0,-1 7 1 0,-3-2 0 16,-1 1-2-16,1 3 5 0,-1 1-1 0,-1 2-7 15,-3 4-3-15,1-8 2 0,-1 8 4 0,0 0 2 16,0 0 4-16,0 0 1 0,0 0 2 0,0 28-2 16,-4-14 2-16,1 3-1 0,1 0-3 0,2 0-4 15,-2 2-12-15,2-3-24 0,0 2-20 0,0-1-32 16,3-1-34-16,0 1-19 0,-1-4-40 0,1-3-30 15,4 0-166-15,-4-4-411 0,1 0 183 0</inkml:trace>
  <inkml:trace contextRef="#ctx0" brushRef="#br0" timeOffset="51804.33">15578 12840 47 0,'-1'-14'191'15,"-1"2"-4"-15,1 1 3 0,1 0 1 0,0 11-12 16,-1-10-18-16,1 10-12 0,0 0 8 0,0 0 1 0,0 0-7 16,2 32-9-16,2-7-9 0,-4 2-7 0,2 6-14 15,-1-1-14-15,0 5-3 0,-3 8-11 0,3-12-9 16,0 0-9-16,-1-3-24 0,-1 1-20 16,1 0-32-16,-1-4-40 0,1-1-31 0,-4 0-47 15,2-10-35-15,1 3-35 0,0-4-157 0,1-3-384 0,-1-3 171 16</inkml:trace>
  <inkml:trace contextRef="#ctx0" brushRef="#br0" timeOffset="52315.77">15734 12998 174 0,'0'0'184'0,"0"0"-8"0,0-10 5 16,0 10-4-16,0 0-2 0,0 0-10 0,0 0-9 0,0 0-14 15,1 33-16-15,-1-24-9 0,0 7-14 0,-1-4-8 16,1 1-8-16,0-2-10 0,3 3-8 0,-1-3-5 16,1 0-10-16,1-2-2 0,1 1-7 0,0-3-4 15,0-1-9-15,1 0-1 0,1-1-10 0,-1-3-9 16,3-1-7-16,1-1-8 0,-1 0-4 0,3-2-2 16,-1-2-8-16,-1 1-7 0,2-3 1 0,-2 0 0 15,-1 0 1-15,2-1 0 0,-3-3 1 0,-1 1-2 16,0-1 1-16,0 0 6 0,-4 0-2 0,1 4 4 15,0-1 0-15,-1 2 6 0,-3 5 3 0,5-10-6 16,-3 5 3-16,-2 5 1 0,4-5-2 0,-4 5 12 16,0 0 9-16,0 0 7 0,12 15-5 0,-10-8 2 15,0-1-3-15,3 2-1 0,-1-2-5 0,3 4 4 16,1-4 0-16,-2 0 0 0,2 0 1 0,5-1-9 16,-4-2 7-16,3-1-3 0,2 0-2 0,-1-2 4 15,1-4-3-15,-1 1-2 0,2-4 1 0,-4 1 2 16,4-1-2-16,-4-1-4 0,-2-1 5 0,2 0-1 15,0-3-2-15,-3-2-2 0,-3 2 4 0,-2 2-2 16,-2-3-2-16,0 0 6 0,-1 2-1 0,-1-1 4 16,-3 3-3-16,1 0 4 0,0 1 3 0,-1 2 5 15,-2-1-6-15,-1 4 8 0,-1 0-4 0,-2 4 4 16,-3 1 3-16,0 4-6 0,-1 4-2 0,-2-1 1 16,2 2-4-16,2 3-7 0,6 3-22 0,1-2-23 15,1 1-40-15,4-1-39 0,5-2-34 0,5 1-21 16,12 3-6-16,7-4-146 0,22-2-351 0,6-3 156 15</inkml:trace>
  <inkml:trace contextRef="#ctx0" brushRef="#br0" timeOffset="52879.86">16986 12935 211 0,'-2'-11'211'0,"2"11"-9"0,-4-8-10 16,4 8-15-16,0 0-4 0,0 0 2 15,0 0-5-15,0 0-17 0,-14 17-12 0,11-7-12 0,0 1-12 16,0 6-9-16,-1-1-12 0,7 1-9 0,-2-2-7 16,3 2-8-16,1-3-7 0,1-2-3 0,3 1-14 15,1-6 3-15,1 2-9 0,3-5 0 16,1 2-14-16,-3-3 1 0,-1-2-10 0,2-2-4 16,2-2-6-16,-3 0-6 0,-1-1-6 0,-2-1 1 0,0-3-3 15,-1-1 2-15,-3-1-10 0,0-2-1 0,-4 1-1 16,1-2 1-16,-4-2-6 0,-4-1-2 0,0 0-1 15,-3 0-1-15,-3-1 3 0,-1 2-3 0,0 2 1 16,0 2 3-16,0-2 5 0,1 6 1 0,2 1 9 16,2 0 2-16,3 0-4 0,-1 3 0 0,6 3-4 15,-8-2 8-15,8 2 3 0,0 0 1 0,0 0 0 16,0 0 1-16,14 18-2 0,-5-14 5 0,8 1-5 16,1-2 5-16,10 1 0 0,-1-3-6 0,2-2 7 15,3-2-2-15,-4-1 3 0,0-1-6 0,-1-2 1 16,-1-3 2-16,-7 2-2 0,0-2-1 0,-2-1 5 15,-2-1 7-15,-2-1 1 0,-3-1 4 0,0-2-4 16,-3 0 0-16,-1-2-2 0,-2 1-2 0,0 0 1 16,-2 0 2-16,-1-2-2 0,-1 7 1 0,-1 0 6 15,-1 1 9-15,2 1 2 0,-3 4-3 0,3 6-1 16,-2-11-3-16,2 11-9 0,0 0 14 16,0 0-2-16,-17 24 12 0,5-2-5 0,1 6 3 0,-1 5-2 15,0 1 1-15,-1 13 1 0,0-1-6 0,3-2 3 16,1 5-6-16,-1-1 1 0,6-2-3 0,0-10 1 15,1 9-5-15,1-10-1 0,1 0-2 0,2-3-5 16,-4 2-12-16,2-4-16 0,1 1-16 0,-1-1-28 16,-2-3-21-16,-2-3-35 0,0-5-34 0,1-1-43 15,0-4-41-15,-1-2-192 0,0-1-462 0,-1-3 204 16</inkml:trace>
  <inkml:trace contextRef="#ctx0" brushRef="#br0" timeOffset="53040.49">17185 13140 77 0,'3'-4'168'15,"6"-2"-22"-15,3 1-15 0,3-2-5 16,6 2-17-16,5 0-16 0,4 1-26 0,0 1-40 0,4 0-42 16,0 3-42-16,2 2-89 0,2-4-157 15,20-4 69-15</inkml:trace>
  <inkml:trace contextRef="#ctx0" brushRef="#br0" timeOffset="53422.32">18142 12923 121 0,'0'-7'199'0,"0"7"3"15,-3-13-2-15,3 13-18 0,-1-9-22 0,1 9-15 16,0 0-3-16,0 0 13 0,0 0-9 15,14 18-2-15,-3-3-8 0,2 8-10 0,1 3-8 0,-2 2-8 16,2-2-10-16,0 1-7 0,-1-2-10 0,-3 2-7 16,1-4 0-16,0 0-12 0,-1-6-2 0,0-2-6 15,0 1-5-15,0-3-12 0,0-3 4 16,-4-3 1-16,0 3-3 0,1-6 1 0,-4 1 2 0,1-2 9 16,-4-3-5-16,9 3-2 0,-9-3-4 0,12-11-2 15,-5 1-7-15,1-3-4 0,2-3-2 0,0-9-5 16,1 0-1-16,-1 0-4 0,3-3-4 0,1-2 7 15,0-4-4-15,4-11 1 0,-3 15-2 0,-1-3-3 16,7-10-3-16,-7 11 13 0,2 2-17 0,-3 0 2 16,4 3 1-16,-4 0-2 0,-3 10-3 0,-3 3 12 15,-1 4-11-15,-1 0-20 0,0 3-29 0,-3 2-25 16,-2 5-7-16,0 0-19 0,0 0-17 0,0 0-16 16,10 24-42-16,-10-7-47 0,-2 7-29 0,-4 3-181 15,3 1-464-15,-2-2 205 0</inkml:trace>
  <inkml:trace contextRef="#ctx0" brushRef="#br0" timeOffset="53675.65">18715 13081 152 0,'0'-6'244'0,"0"6"1"15,0 0-7-15,0-10-16 0,0 10-23 0,0 0-13 16,0 0-14-16,0 0-11 0,0 0-10 0,0 0-15 15,0 0-14-15,-1 36-7 0,0-19-12 0,-4 2-7 16,-1 7-9-16,2-2-11 0,0-4-5 0,3-3-12 0,-1 2-2 16,1 0-4-16,0 0-9 0,-2-2-1 15,2 0-6-15,0-3-15 0,2-3-16 0,0 0-14 16,2 0-11-16,-3-1-25 0,1 0-34 0,0-3-23 16,1 0-23-16,-2-7-18 0,1 11-23 0,-1-11-21 0,0 0-20 15,-3 8-132-15,3-8-365 0,0 0 161 16</inkml:trace>
  <inkml:trace contextRef="#ctx0" brushRef="#br0" timeOffset="53911.34">18675 13044 29 0,'10'-10'168'0,"5"3"-13"0,3 2 7 16,-1 1 5-16,2 3 1 0,1 3-7 15,-2 4-3-15,1 1-4 0,2 9-6 0,-2-4-3 0,0 7-6 16,-2 0-10-16,-2 4-11 0,-6 0-11 0,-2-5-7 15,-1 6-1-15,-6-6-10 0,0 8-4 0,-3-9-7 16,-3 2-9-16,-3 3-4 0,-1-5-3 16,-4-1-13-16,-4 2 2 0,0-7-6 0,-6 5-1 0,-3-3-1 15,1-5-12-15,2 3-22 0,2-8-21 0,-6 4-28 16,-1-2-36-16,-3-3-41 0,4-2-41 0,1-1-51 16,-1 1-194-16,0-3-436 0,10-1 193 0</inkml:trace>
  <inkml:trace contextRef="#ctx0" brushRef="#br0" timeOffset="54104.16">18988 13354 2535 0,'18'-5'114'0,"-4"3"2"0,-3-2-62 15,0 2-31-15,-3 1 1 0,-8 1-8 0,12 6 16 16,-10-1 8-16,0 4-6 0,-4 0 0 0,-1 3-4 15,-4 6-3-15,-5 3-20 0,-7 0-41 0,0 1-45 16,-2 1-59-16,0-4-76 0,-3-1-224 0,1 2-473 16,1-4 211-16</inkml:trace>
  <inkml:trace contextRef="#ctx0" brushRef="#br0" timeOffset="56290.85">20328 13053 102 0,'-6'4'136'0,"0"-2"3"16,6-2 6-16,-9 3 5 0,9-3 0 0,-5 4-1 0,5-4-3 16,0 0-1-16,0 0-4 0,0 0-16 0,0 0-15 15,0 0-6-15,0 0-11 0,19-26-9 0,-6 11-5 16,2 2-7-16,5-8-9 0,1 2-6 0,-1 0 0 15,-2-1-9-15,0 1-1 0,-1-1-5 0,-1-2-4 16,-4 6-5-16,-1-7-3 0,-3 5-4 0,0-6-2 16,-1 1-1-16,1-2-4 0,-2-1-3 0,-3 0-1 15,-2 1-3-15,0 5 6 0,-1 2-1 0,0 3-6 16,-2-1-1-16,1 4 0 0,1 2 2 0,-3 1 4 16,3 9-3-16,0-10-4 0,0 10-6 0,-1-7 3 15,1 7-6-15,0 0 0 0,0 0 2 0,0 0 3 16,0 30 2-16,1-11 3 0,-1 9 1 0,0 0-2 0,0 4 1 15,0-1 3-15,3 1-2 0,-3 0-2 16,1-2 1-16,0-2 1 0,3 4-1 0,-1-5-1 16,0 2-3-16,2-2 2 0,2 0-4 0,-3-7 0 15,0-2-13-15,1-1-12 0,1 0-14 0,2-2-33 0,-2 2-23 16,-1-6-27-16,0 0-22 0,1-3-21 16,0-5-23-16,-2 2-20 0,-4-5-107 0,9 3-336 15,-9-3 149-15</inkml:trace>
  <inkml:trace contextRef="#ctx0" brushRef="#br0" timeOffset="56561.73">20771 12950 131 0,'0'0'167'0,"0"0"-15"0,1-7-5 0,-1 7-12 16,0 0-10-16,0 0 3 0,0 0-4 0,0 0-20 0,0 0 0 16,0 0-2-16,0 0-7 0,0 0-9 0,0 0-4 15,14 16 0-15,-8-12-10 0,5 1-2 16,1-2-5-16,1-2-11 0,1 0-1 0,0-2-4 15,4 1-8-15,0-1 0 0,1-4-5 0,-2-1 1 0,-6 0-6 16,3-2-2-16,-4-1-1 0,0 2-1 0,-5-1 1 16,0-3 0-16,-1 0-10 0,-4 1 4 0,2-2-3 15,-4 0-1-15,-2 3-1 0,-1-2-4 16,-3 2-3-16,-2 2-3 0,0 0-12 0,-1 2-8 0,-3 1-8 16,4 1-20-16,-2 3-8 0,1 3-25 0,0 0-20 15,0 0-33-15,1 2-27 0,4-2-35 0,1 1-113 16,-2 1-327-16,3-1 144 0</inkml:trace>
  <inkml:trace contextRef="#ctx0" brushRef="#br0" timeOffset="57019.08">21139 12805 24 0,'0'0'158'0,"-30"10"0"0,23-5 0 0,-2 3 5 16,0 1-14-16,-1 0-10 0,2 1-4 0,0 0-18 15,2 2-2-15,1 0-14 0,1-1-3 0,4 2-10 16,1-3-16-16,-1 1-2 0,1 0-4 0,3-2-4 16,3 2-8-16,-1-4-3 0,0 1-6 0,2-2-5 15,2-3-5-15,1 0-1 0,0-2-6 0,2-4 1 16,0 2-3-16,3-4-3 0,2-1-2 0,-3-2 0 16,-3 3-3-16,1-2-2 0,-1-2-3 0,-1 2-2 15,0-3 2-15,-3 3-3 0,-3-2-2 0,1 0 1 16,-1-1-1-16,0 6-3 0,-1-3 2 0,-1 1 2 15,-3 6 0-15,5-6-4 0,-5 6 2 0,3-6-5 0,-3 6 0 16,0 0-3-16,0 0 3 0,0 0 0 16,0 0 3-16,0 0-6 0,9 14 4 0,-6-7 1 15,0-3-4-15,1 1 2 0,5 1 2 0,-4 0-1 16,6-6 3-16,-2 3 7 0,4-1 2 0,1-4 6 0,3 2 0 16,-3-3 10-16,3-4 8 0,0 0 1 0,-3-1-4 15,3 0 0-15,-4-1 1 0,-3 0-4 16,-2 0 3-16,-2-2-3 0,1 0 1 0,-4-1 2 15,2-4-8-15,-2 1-8 0,-1-1-3 0,-2 1-9 0,-1 0-11 16,0 3-27-16,-2 2-18 0,0-2-19 0,0 6-18 16,2-2-15-16,1 8-25 0,-4-10-16 0,4 10-26 15,-4-8-13-15,4 8 6 0,0 0 6 0,0 0 3 16,0 0-92-16,-13 23-279 0,11-14 123 0</inkml:trace>
  <inkml:trace contextRef="#ctx0" brushRef="#br0" timeOffset="57450.75">21549 12846 7 0,'11'7'88'0,"1"-4"0"15,1 0 26-15,0 0 4 0,0-3 4 0,0-1 11 16,3-2 7-16,-5 0-4 0,3-1-6 0,3-4-1 16,-3-1-5-16,-1 2-3 0,-4-2-1 0,2 2-5 15,-3-3-8-15,-2 1-5 0,1 1-3 0,-2 0-9 16,-3-2-8-16,-2-1-4 0,0 2-10 0,3-1-1 16,-6 1-6-16,3 9 0 0,-4-13-2 0,3 7-1 15,1 6-8-15,-4-10-3 0,4 10-7 0,-6-4 1 16,6 4-10-16,-13 4 1 0,3 5-2 0,-4-1-4 15,0 6-4-15,0 0 4 0,0 1-7 0,2 0-2 16,-1 1 0-16,1 6-1 0,5 1-3 0,2-7 0 16,2 0-2-16,5 0 1 0,0-1-7 0,6-1 7 15,0-1-4-15,2-4-1 0,0-1-3 0,4 1 3 16,4-4 0-16,-1 0-5 0,3-1 3 0,-2-2 1 0,-1-2-4 16,1 0 1-16,-1-3 1 0,0 0-1 15,1-2 5-15,-8 2-5 0,4-6 0 0,-1 2 1 16,-4-1-3-16,0-1 3 0,1-1-3 0,-3 0-1 15,-2 0 0-15,2-4 3 0,-2 1-1 0,-1 1 0 0,0-1-7 16,1-2 7-16,0 4 0 0,2-4-2 16,-2 4 2-16,-1 1-5 0,-2 0 4 0,2 1-3 15,-1 4-7-15,-3 5 7 0,3-7-3 0,-3 7 2 16,0 0-3-16,0 0 9 0,16 4-2 0,-16-4 1 0,7 14-1 16,-3-4 0-16,-1 0 1 0,-2 2 2 0,0 2-6 15,-1 3-15-15,0-2-27 0,0 2-35 16,-2 1-47-16,1-6-54 0,-1 0-44 0,-3 0-193 15,4-2-452-15,-2 0 200 0</inkml:trace>
  <inkml:trace contextRef="#ctx0" brushRef="#br0" timeOffset="58255.94">22601 12672 100 0,'5'-3'168'0,"-5"3"8"0,0 0 15 0,0 0 5 16,11 10-21-16,-6-4-12 0,-2 2-6 0,-1 4-11 16,1-2-10-16,0 4-14 0,-1 1-13 0,-1 1-11 15,2-4-10-15,1 1-7 0,0 2-8 0,2-4-6 16,-1-1-7-16,3 1-4 0,-2-3-5 0,3-2-4 16,3-1-4-16,1 1-5 0,-1-1-2 0,5-4-6 15,-2-1 0-15,2-2-3 0,1-2-1 0,-3-2-5 16,3-1-1-16,-4 0-1 0,-1 0-1 0,0-5-4 15,-2 5 0-15,-2-3-3 0,0 0-3 0,-1 1-1 0,-2-2 0 16,-1 2-2-16,0-3 1 0,-2 5-3 16,1-3 3-16,-2 4-5 0,-2 6 1 0,4-9-6 15,-4 9 0-15,3-6-2 0,-3 6 3 0,0 0-3 16,0 0 6-16,0 0-1 0,0 0-5 0,7 17 4 0,-4-10 0 16,-1 3-1-16,1-1 0 0,1 1 2 0,4 0 2 15,-1-3-2-15,1 2 0 0,5 1 3 16,-2-4 1-16,1-2-3 0,-1 3 6 0,7-4-6 15,-5 1 5-15,2-4-4 0,-3 1 0 0,2-1 0 0,-2-1 2 16,0-3-2-16,-2 0 9 0,-1-2-7 0,-1-1 0 16,-2 1 1-16,-2-3-2 0,-2-1-6 15,-2-2-2-15,-2 0 2 0,-2 0-6 0,-3-1 1 16,-2-3 2-16,-2 2-2 0,0 1 1 0,1-1-3 0,-2 3 5 16,2 2 3-16,3-1-2 0,0 3-1 0,2 2 6 15,0 2-6-15,5 3 2 0,-7-2-5 0,7 2 4 16,0 0-2-16,0 0 5 0,0 0-11 0,0 0 0 15,0 0-2-15,15 17-4 0,-2-11 0 0,5-2 3 16,1 0 0-16,2-2-1 0,2 1 1 0,4-5 7 16,2 2-2-16,-8-2 2 0,-1 1 1 0,-2-3 0 15,-2 1 9-15,-3-1 8 0,1 1 4 0,-3-1 6 16,0-2-5-16,-2 1 2 0,0-1 2 0,-1 0 5 16,-2 1 1-16,-1 1 4 0,0 0 2 0,-5 4 6 15,7-8-4-15,-7 8-5 0,5-3-4 0,-5 3-1 16,0 0-5-16,9-1-2 0,-9 1-3 0,0 0 1 15,6 12 0-15,-5-4-2 0,2 3-3 0,-3 2 5 16,1-1-5-16,0 5-5 0,-2-2-15 0,0 2-20 16,0 0-28-16,-1-1-26 0,1 1-39 0,-2-1-45 15,0-5-46-15,-5 0-166 0,3-1-415 0,-3-1 184 16</inkml:trace>
  <inkml:trace contextRef="#ctx0" brushRef="#br0" timeOffset="58432.47">23191 12393 24 0,'0'-6'163'0,"0"6"-13"16,0 0-22-16,0 0-11 0,0 0-34 0,10 0-39 0,-10 0-30 15,18 14-45-15,-4-3-85 0,2-1-124 0,0-1 55 16</inkml:trace>
  <inkml:trace contextRef="#ctx0" brushRef="#br0" timeOffset="58640.73">23683 12432 163 0,'1'-9'198'0,"-1"9"-16"0,3-6-15 0,-3 6-15 0,0 0-2 16,0 0 6-16,0 0 13 0,-1 24-8 0,-2-7-8 15,1 2-10-15,-4 5-14 0,0 5-17 0,1-2-11 16,3 1-7-16,-1-2-12 0,-1 0-6 0,4-1-7 16,-1-4-22-16,0-1-20 0,-1-2-32 15,1 0-34-15,1-3-41 0,0-2-42 0,0-1-53 0,-1-2-177 16,-2-1-381-16,3-9 169 0</inkml:trace>
  <inkml:trace contextRef="#ctx0" brushRef="#br0" timeOffset="58854.86">23881 12403 24 0,'5'-9'237'16,"-2"2"-9"-16,-2 1-16 0,-1 6-18 0,4-6 0 0,-4 6-3 16,0 0 0-16,0 0 3 0,8 21-9 0,-6-4-14 15,0 3-16-15,-1 6-8 0,-4 1-22 0,3 2-8 16,-1 0-13-16,4-1-17 0,-6-1-2 15,4-2-18-15,1 1-19 0,-1-7-34 0,-2 0-48 0,2-2-53 16,-1 0-54-16,-1-5-52 0,-1 0-227 0,4-2-454 16,-2 0 202-16</inkml:trace>
  <inkml:trace contextRef="#ctx0" brushRef="#br0" timeOffset="59463.4">24617 12336 236 0,'4'-6'225'0,"0"2"-19"0,-4 4-18 0,5-3 1 15,-5 3-4-15,0 0 4 0,8 29-8 0,-6-12-13 16,0 10-3-16,0 4-18 0,-3 0-11 0,0 0-12 16,2-1-3-16,-1-2-22 0,0 0-6 0,3-3-7 15,-3-4-12-15,-2-3-5 0,4-2-6 0,0 0-10 16,-2-4-6-16,0 1 1 0,0-2-4 0,0-4-7 15,1 1-6-15,-1-8 0 0,0 10 0 0,0-10-3 16,0 8-2-16,0-8-2 0,0 0 11 0,0 0-17 0,0 0-1 16,0 0-2-16,0 0 0 0,0 0-7 15,0 0-2-15,7-25-7 0,-1 17-7 0,-2-4-9 16,5-2 3-16,1 4-7 0,3-6-1 0,0 4 2 16,-1-1-1-16,4 1 1 0,2 3 6 0,-3 0-2 0,3 3 2 15,0 2-3-15,-5 3 4 0,-1 2-1 16,0 0 3-16,-2 2 0 0,1 1 3 0,-3 2-3 0,0 1 4 15,-4 1-5-15,-2 0 2 0,-3 1-3 16,-3 1-8-16,-2-1-4 0,-1 2-5 0,-4-2-12 0,-1 2-4 16,1-4 1-16,1 1 3 0,1-2 3 0,0 0 1 15,4-2 6-15,0-2-1 0,-1 2 10 16,6-4-1-16,-5 3 3 0,5-3 1 0,-6 4-1 0,6-4 7 16,0 0-5-16,0 0 2 0,0 0-1 0,0 0-7 15,0 0 8-15,31-6 3 0,-13 1 0 0,1 3 3 16,9-3-3-16,-8 0 3 0,6-4-1 0,2 4 1 15,0-2-2-15,1-2 5 0,-2 0-2 0,2-1-2 16,-10 2 7-16,0-3-1 0,-3 2-2 16,0-4 4-16,-5 0 0 0,1 1 4 0,-4 2 5 0,-2 0 4 15,4 0 3-15,-9-1 12 0,2 3 2 0,-3 0 1 16,1 1-2-16,-1 7-1 0,-5-9-4 0,5 9 3 16,-14-5 2-16,4 6 5 0,-5 3 1 0,0 2 3 15,-4 4-3-15,2 2-6 0,3 2-1 0,1 0-2 16,1 0-3-16,3 1-20 0,5 0-29 0,4 1-46 15,1-4-56-15,7 3-57 0,1-2-208 0,4 0-431 16,6-3 191-16</inkml:trace>
  <inkml:trace contextRef="#ctx0" brushRef="#br0" timeOffset="59721.25">25770 12333 192 0,'2'-12'233'0,"0"2"-3"16,-2 0-8-16,4 4-21 0,-4 6-22 0,2-6-12 15,-2 6-3-15,0 0 11 0,0 0-8 0,-2 37-6 16,-2-13-12-16,-1 3-16 0,-1 3-6 0,0 0-15 16,2 4-10-16,2-4-12 0,0-1-6 0,0-1-7 15,-3 1-10-15,4-2-11 0,-2-2-9 0,-1-5-17 16,4-2-18-16,-6-1-19 0,4 0-25 0,0-5-32 15,0-2-38-15,0 0-32 0,-2-3-32 0,3-1-43 16,-3 0-202-16,-1-3-444 0,5-3 196 0</inkml:trace>
  <inkml:trace contextRef="#ctx0" brushRef="#br0" timeOffset="60243.68">25801 12450 137 0,'15'-7'168'0,"3"-4"4"0,0 2 0 16,0 1-2-16,1 0-4 0,-4-1 0 16,1 0-14-16,-1 1-7 0,-1-1-10 0,-3 1-9 15,2-2-5-15,-1 5-10 0,-3-1-6 0,2-1-5 16,-1 1-6-16,0 0-6 0,-3 3-7 0,-3-1-7 0,2 1-6 16,-6 3-11-16,8-3-2 0,-8 3-10 0,0 0-11 15,0 0 0-15,11 7 2 0,-11-7-5 16,0 17-3-16,-2-5-4 0,-2 5-3 0,-1 1-1 15,1 1-1-15,-2 1 1 0,-4 2-7 0,1 0 1 16,2-5-4-16,0 1 2 0,3-1-1 0,-1-1-5 0,1-2-4 16,2-3-5-16,0 0-7 0,-1-4-6 0,3 0-4 15,-2 0-5-15,2-7-1 0,-2 9 2 0,2-9-1 16,6 8 8-16,-6-8-4 0,16 1 1 16,-6-2 2-16,3-2 4 0,5 0 0 0,1 1 3 0,2-2-3 15,-2 3 5-15,0-2 6 0,-1 3 12 0,0-1 0 16,-4 1 7-16,1 0 3 0,-1 2-6 0,-1 0 1 15,1-2-1-15,-5 3 1 0,4-2 1 16,5 1-3-16,-7 2-1 0,3-3-1 0,3 1 1 0,-2-2-1 16,-3 0 0-16,0-4 0 0,-1 1 0 0,0 0-1 15,-1-3 1-15,-2 0-1 0,1-1-1 0,-2-2 2 16,2 1-1-16,-4 0-3 0,-1-1 1 0,-2 0 4 16,0-1 0-16,-1 2-1 0,-1-2 0 0,0 10-2 15,-3-13-1-15,3 5 2 0,0 8-8 0,-8-11 3 16,6 8 0-16,2 3-4 0,-12-1 0 0,12 1 1 15,-18 4 3-15,8 3-2 0,0 0-1 0,1 2-3 16,0 0-14-16,-1 4-26 0,4 3-32 0,-1-2-38 16,3-2-48-16,2 1-43 0,4-1-215 0,-2-1-451 15,4 2 200-15</inkml:trace>
  <inkml:trace contextRef="#ctx0" brushRef="#br0" timeOffset="60693.61">27036 12266 129 0,'2'-7'222'0,"-2"-2"-18"16,0 9-23-16,3-9-21 0,-3 9-9 0,0 0-7 15,0 0-2-15,0 0-6 0,-3 37-2 0,1-12-4 16,-4 5-8-16,0 1-2 0,2-1-12 0,-1 0-8 15,-1-1-6-15,2 0-8 0,2-2-7 0,2 0 1 16,-5-2-9-16,5-6-8 0,0-1-4 0,0-2-5 16,-2-6-5-16,-1-1-3 0,3-1-5 0,0-8-1 15,0 12 1-15,0-12 5 0,0 7 5 0,0-7-4 16,0 0-7-16,0 0-2 0,0 0-6 0,0 0-1 16,0 0-5-16,0 0-4 0,22-21 12 0,-17 12-19 15,7-3-5-15,-1-1-12 0,5 0-2 0,1 2-1 0,6-4-9 16,-3 6-1-16,0 1 1 0,5 0-2 0,-4 4 2 15,-2 3 0-15,0 2 5 0,-1-1-2 16,-1 6 1-16,-6 0 3 0,1 3 0 0,-5-1 0 16,-3 5 2-16,0-1-1 0,-4 4 2 0,-2-1 0 0,-4 0 2 15,-3 1 1-15,-5 0 3 0,-6 0 1 0,-2-3-2 16,-4 2 1-16,-2-4 2 0,2 1-5 0,5-5 7 16,3 0-6-16,-3-2-6 0,4 0-11 0,-2-2-28 15,8 0-31-15,-3-2-39 0,7 0-38 0,-1-2-51 16,8 1-54-16,-14-4-134 0,14 4-425 0,0-9 189 15</inkml:trace>
  <inkml:trace contextRef="#ctx0" brushRef="#br0" timeOffset="61866.65">27571 12490 197 0,'-9'-8'211'0,"2"7"-8"0,7 1 3 0,-20 1-10 15,9 4-8-15,-5 4-10 0,-2 0-11 0,4 5-16 16,-1-3-18-16,1 2-11 0,3 1-11 0,2 1-7 16,-1-1-15-16,4 0-6 0,4-3-9 0,2 0-6 15,2 0-7-15,2 1-8 0,1-4-12 0,4 1-4 16,0-3-7-16,2-3-8 0,3-1-4 0,6-2-1 16,-2-1-2-16,0-2-6 0,0-2-2 0,0-1 4 15,-2-2-4-15,-2 1 1 0,0-3-2 0,-2-1-1 16,-3 2-4-16,2-4 5 0,-4 4-2 0,0-3-1 15,-2-1-1-15,1 0 7 0,-1 0-5 0,3 0-4 16,-2 3 3-16,-2-2-3 0,0 5 3 0,1-2 3 16,-2 4 4-16,-2 0-4 0,-1 5 0 0,4-8 0 15,-4 8 1-15,0 0 8 0,0 0 3 0,0 0 0 16,2 19 2-16,-4-8 1 0,0-1-2 0,2 7-2 16,-2 0 1-16,2-1-4 0,0 1 2 0,2-1 1 15,0-3-2-15,-2-1 9 0,4 0-12 0,2 0 0 16,-2-1 0-16,1-1-2 0,1-2 1 0,1-1 0 15,0-3-1-15,0-1 1 0,1-1-2 0,-1-2 0 0,-7 0-4 16,18-2 2-16,-9-2 7 0,1-2-8 16,-1-1 6-16,-1 0-5 0,1-5-3 0,2 3-2 15,-2-4-3-15,-2-1 3 0,0 0-4 0,0-1 0 16,-3-2-7-16,2 0 12 0,-4-1-14 0,1 0 3 0,-3 1-4 16,4 0 1-16,-6-1 0 0,2 3 4 0,-2 4 0 15,2 1 3-15,-2 1 0 0,0 1 0 16,-3-1 1-16,1 3-2 0,-1 1 0 0,-2 1 2 15,-1 0-2-15,8 4-2 0,-11-4 1 0,11 4 2 0,-8-2 0 16,8 2-2-16,0 0 2 0,0 0 0 0,-5 9 0 16,5-9-1-16,0 0 0 0,0 0 2 0,12 13 1 15,-7-7 3-15,3-2 0 0,2 0 1 16,3-2-3-16,0 2-1 0,1-1 0 0,-1-2 4 16,6 0-3-16,-6 0 1 0,-1-1-2 0,-1 2 0 0,-5-2 2 15,-6 0-2-15,14 1-1 0,-8 1 3 0,-6-2-3 16,9 3 10-16,-5 1 7 0,1 1-5 0,-3 0-1 15,3 3 3-15,-5 1 3 0,2 1-3 16,-1 1 3-16,-1 1 0 0,-2 0-3 0,1 5 2 0,-1-5-2 16,-1 5-4-16,3-6-1 0,-2 2 4 0,2-1-3 15,0 1 1-15,2-2 3 0,1-2-4 0,0 1 0 16,1 0-3-16,-4-3 0 0,4-2 1 0,1 2-1 16,-1-3 1-16,8 1 2 0,-3-3-5 0,3 1-4 15,1-2-6-15,-1-2-7 0,0 0 0 0,2-2 1 16,-2 0-4-16,-2-4 0 0,-3 0-2 0,4 1-8 15,-5-4 8-15,2-2 0 0,-2-2 1 0,-1-2 0 16,-1 1 1-16,-3-2 1 0,2 1 0 0,-3-3 3 16,-3 3 0-16,1-2 3 0,-3 1 3 0,-1-2 2 15,3 7 0-15,1 0-2 0,-4 2 2 0,4 1 1 16,2-1 0-16,-2 4-2 0,-2 0 2 0,4 6-1 16,0 0 0-16,-1-9 1 0,1 9-2 0,0 0 3 15,0 0 1-15,18 1-3 0,-8 2 4 0,3 1 2 16,4 2-1-16,-3 1-2 0,0 0 3 0,1 3-3 15,3 1 4-15,-5-2 0 0,1 2 3 0,-7-1-1 16,0 2 7-16,0-2-2 0,0 4 4 0,-3 2-4 0,1-5 2 16,-3 1 4-16,0-1-2 0,-1 0 0 15,0 0 2-15,1-1-6 0,0 1 3 0,1-2-5 16,-1-1 6-16,-1-1-5 0,3-1 1 0,0-2 17 16,0 1 0-16,1-1 2 0,2-1-2 0,0-2 1 0,6-1-7 15,-2 0 0-15,5-2-4 0,0-4-2 16,1 3 2-16,-2-6-1 0,-2 2 1 0,-3 1-5 15,2-3 4-15,-2 1-2 0,-2-2-5 0,1 0 3 16,-2-2-3-16,0 2 1 0,-3-6-4 0,2 2 1 16,-2 2 3-16,-1-4-4 0,1 4-1 0,-2 1 5 0,-1 2 2 15,0 1-3-15,2 3 9 0,-2-2 0 16,-1 7-3-16,0-9-5 0,0 9-5 0,0 0-1 0,0 0 4 16,0 0 5-16,0 0 1 0,0 0 5 15,-8 23-4-15,4-11-1 0,1 0 0 0,0 3 0 0,-1 2-3 16,1-1-2-16,3-1 4 0,-2 1 2 0,1 1-9 15,2-3-13-15,-1-1-22 0,2 0-23 0,0-3-30 16,1 0-34-16,1-2-31 0,-2 1-38 16,4-4-27-16,-3 0-35 0,-1 0-179 0,-2-5-463 0,11 3 205 15</inkml:trace>
  <inkml:trace contextRef="#ctx0" brushRef="#br0" timeOffset="62036.66">28529 12185 38 0,'-1'-7'170'0,"0"1"-17"15,1 6-21-15,0 0-14 0,0 0-21 0,0 0-27 16,0 0-33-16,10 20-41 0,-5-3-39 0,3 6-25 16,-1-5-49-16,2 7-127 0,0-3 56 0</inkml:trace>
  <inkml:trace contextRef="#ctx0" brushRef="#br0" timeOffset="62663.82">28766 12568 158 0,'6'3'200'0,"-6"-3"-4"15,0 0-5-15,12 0-19 0,-12 0-13 0,12-3-11 16,-5-1-8-16,4 1-5 0,-1-2-13 0,-1 0-9 16,4-1-3-16,-3 1-12 0,2 0-5 0,-1-3-8 15,-1 0-4-15,1-4-6 0,3 0-6 0,-5-1-5 16,-2 3-3-16,0 0 0 0,-2 1 7 0,-3-1-2 15,1 0-6-15,-3 3-4 0,0-2-5 0,0 9-3 16,-5-10-5-16,0 4-1 0,-2 3-5 0,7 3-5 16,-16 0 3-16,2 0-3 0,-2 9 0 0,-1-4 1 15,2 4-6-15,0 0 0 0,2 2 3 0,-1 2 0 16,3-2-3-16,2 3-2 0,1 1-2 0,1 0 2 16,2-3-4-16,3 3 4 0,3-2-5 0,-2-1 0 15,5 0 0-15,5 4-4 0,0-5 1 0,2 2 6 16,3-2-9-16,2-2-3 0,-2 1 0 0,1-3 3 15,4 1-4-15,-2-2 2 0,3-2-5 0,-1-3 1 16,-2 2-1-16,2-2-1 0,-2-2 1 0,-2 0-7 16,1-1-2-16,-1-1 1 0,-2-1-10 0,3-4-4 15,0 1 1-15,-5 0 1 0,4-3 3 0,-4-3-6 16,1-1 5-16,-1-2-6 0,-4 1-1 0,2-3-2 16,-2 1-4-16,2-7 11 0,-4 0-6 0,-3-2 4 15,-2 7 2-15,3 1 0 0,-3-3 3 0,-4 3-1 16,3 0 4-16,0 3 4 0,-3 4 4 0,1 0-1 15,1 1 0-15,-1 2 4 0,0 3-1 0,3 5 2 16,-3-11-3-16,3 11 2 0,-4-4 1 0,4 4-1 16,0 0-4-16,0 0 3 0,0 0-3 0,0 0 3 15,0 0-4-15,-8 17 3 0,8-17 0 0,0 0 0 16,15 15 1-16,-4-11-2 0,8 3 0 0,-1 1 2 16,9-1 0-16,-1-1 2 0,-4-2-1 0,6-1 2 0,-9 1-3 15,1-2-1-15,-8-1-1 0,6 2 1 16,-7-1 0-16,1 0 7 0,-2 2 2 0,0 0-2 0,0 2 0 15,-3-1-1-15,0 4 3 0,-5 1 4 0,2 0 10 16,-4 6 3-16,0 1-2 0,-4-2 1 16,-1 2 7-16,1 2-6 0,-5-2 2 0,1 0-8 15,0 2-1-15,-1-1-3 0,2 0-7 0,0-1-27 0,0-1-23 16,5-2-32-16,-2 1-42 0,3-2-48 0,-2-1-55 16,4-1-60-16,-2-2-207 0,4-3-524 0,1-1 232 15</inkml:trace>
  <inkml:trace contextRef="#ctx0" brushRef="#br0" timeOffset="62825.91">29654 12713 2080 0,'6'-1'215'0,"-1"-2"-99"0,-5 3-54 16,7-2-22-16,-7 2-1 0,0 0 16 0,10-2 7 16,-10 2 5-16,0 0-5 0,0 0-4 0,0 0-8 0,-2 16-2 15,2-16-10-15,-5 11-23 0,2-2-41 0,0 0-46 16,1 3-64-16,-2-5-81 0,-1 1-209 0,-1 1-462 15,1 1 204-15</inkml:trace>
  <inkml:trace contextRef="#ctx0" brushRef="#br0" timeOffset="69039.2">6879 14179 142 0,'-1'-16'150'16,"0"3"-1"-16,-1 3 8 0,1 0-3 0,0 0 3 15,-1 2-10-15,2 8-10 0,-1-11-17 0,1 11-15 16,0 0-8-16,0 0-5 0,0 0 1 0,0 0-8 15,14 21-4-15,-9-2-2 0,0 7-3 0,-1 3-5 16,-1 1-6-16,-3 3-8 0,0-1-6 0,-2 3-1 16,-1-1-3-16,0-2-7 0,0-2-5 0,0 0-1 15,0 0-3-15,-2-1-2 0,3-3-4 0,-2-2-10 16,1-4-26-16,0-2-32 0,2 1-29 0,1-3-41 16,-2-3-43-16,0-2-41 0,-2 1-134 0,3-5-356 15,0-2 158-15</inkml:trace>
  <inkml:trace contextRef="#ctx0" brushRef="#br0" timeOffset="69609.89">6934 14382 92 0,'0'0'147'0,"1"-10"-12"15,-1 10-11-15,0 0-9 0,2-10-13 0,-2 10-7 16,3-5-7-16,-3 5-10 0,9-7-10 0,-6 2-9 15,-3 5 2-15,10-6-10 0,-6 1-3 0,1-2 4 16,-1 3-2-16,3-2-2 0,-1 1 2 0,-1-2-10 16,-1 3 1-16,-1-2-3 0,1-1 2 0,0 1-7 15,0 1 3-15,-4 5-9 0,4-11 3 0,-2 5-2 16,2 1-3-16,-4 5-2 0,4-10-4 0,-4 10-3 16,4-8-2-16,-4 8-7 0,4-6-1 0,-4 6 2 15,0 0 0-15,0 0-4 0,11 12 5 0,-10-2-3 16,-1 5 1-16,0 3 0 0,-2 9 0 0,-3 0-1 15,-3 2 0-15,2-1-4 0,-3 0 4 0,1 1 2 0,-1-4-2 16,3 3 0-16,2-5-2 0,0-5 3 0,4-1 0 16,0-5-6-16,-1-2 7 0,2 2-6 15,0-7-3-15,1 2 3 0,-2-7-1 0,1 11 2 16,-1-11-1-16,1 6-1 0,-1-6 1 0,7 5-2 16,-7-5 2-16,17-6-8 0,-4 3 5 0,4-3-3 0,2 1 3 15,7-3 0-15,0 5-2 0,-5-1 9 0,-1 1 1 16,2-1 0-16,0 3-1 0,-3 1-2 15,3 0 8-15,-2 0 2 0,-1 1-2 0,0-1 0 16,-1 0-1-16,-1 0 0 0,-3-2-3 0,0 0 1 16,-2-3-1-16,0 2 3 0,0-1-1 0,-2-3 2 0,-1 0 0 15,-3 0 2-15,1 0 2 0,-2-3-1 0,0 0 2 16,-3-2-3-16,0 2 14 0,-2-2 1 16,-2 3-4-16,0-3 0 0,1 3-2 0,-6 0-3 15,4 2 1-15,-1 1 0 0,4 6-4 0,-8-7 2 16,4 3-2-16,4 4-6 0,0 0-1 0,0 0 1 0,-22 15 1 15,19-6-5-15,-4 6-6 0,0 1-14 0,2 1-29 16,2 2-37-16,3 1-39 0,3-1-48 0,0 1-190 16,5-1-386-16,-2-1 172 0</inkml:trace>
  <inkml:trace contextRef="#ctx0" brushRef="#br0" timeOffset="70062.65">8046 14315 188 0,'-3'-11'237'0,"-1"3"-15"0,3 2-22 15,1 6-25-15,0 0-12 0,0 0-15 16,0 0-2-16,0 0-6 0,-6 28-11 0,3-7-9 15,-1 9-9-15,1-1-9 0,0 1-7 0,3 1-13 0,-2-1-3 16,2 0-8-16,1 1-7 0,-1-8-5 0,1 4-5 16,-1-9-7-16,0 1-5 0,1-4-2 0,3-4-4 15,-4-1 0-15,1-3-9 0,-1 0-2 16,0-7 3-16,2 9 9 0,-2-9-4 0,0 0-2 16,0 0 0-16,0 0-3 0,0 0-7 0,0 0 1 15,12-17-2-15,-5 6 2 0,-2-1-5 0,4-3 0 0,1 1-5 16,0-2 4-16,7-8-6 0,0 4 2 15,-5 5-6-15,6-3-2 0,-1 5 5 0,-3 0-7 16,4 2 0-16,-8 3-1 0,1 3-1 0,0 0 1 16,-2 5-3-16,0 0 1 0,0 2 1 0,1 3 1 0,0-1 2 15,-4 4 1-15,5 1-5 0,-2-1 4 16,1 7 2-16,1-2-1 0,-3 1-4 0,3 0-18 16,-5-3-24-16,1 5-20 0,-2-6-20 0,3 6-32 15,-4-6-33-15,1 0-31 0,-1-1-27 0,0-4-18 16,0 2-139-16,-4-7-390 0,8 8 173 0</inkml:trace>
  <inkml:trace contextRef="#ctx0" brushRef="#br0" timeOffset="70230.2">8514 14505 26 0,'2'-16'134'0,"-2"11"-1"16,0 5 0-16,0-11-5 0,0 11-12 0,0 0-10 0,1-6 4 15,-1 6 13-15,0 0-13 0,0 0-5 16,0 0-9-16,-6 35-9 0,4-18-8 0,-1 1-8 15,-2 1-5-15,4-2-11 0,-2 4-20 0,2-3-39 16,-3 0-36-16,2-1-34 0,1 1-56 0,-1-2-115 0,-2 1-264 16,3-7 117-16</inkml:trace>
  <inkml:trace contextRef="#ctx0" brushRef="#br0" timeOffset="70398.55">8477 14282 7 0,'0'0'115'15,"0"0"-15"-15,0 0-19 0,0 0-44 0,0 0-26 16,0 0-40-16,-4 36-25 0,5-20-58 0,3 1 26 16</inkml:trace>
  <inkml:trace contextRef="#ctx0" brushRef="#br0" timeOffset="70750.25">8786 14499 75 0,'5'-8'138'0,"-5"3"-2"0,0 5-7 0,0 0-5 0,-10-14-1 15,3 11-8-15,-3 0 2 0,-4-1-1 0,1 4 3 16,-6 0-2-16,-1 1-4 0,4 2 6 0,-3 0-8 16,4 4-9-16,-3 1-12 0,6-4-7 15,1 2-9-15,1 2-9 0,1-2-3 0,2-2-8 16,5 1-5-16,-2 2-1 0,4-7-6 0,4 13-7 0,1-6-1 15,1 2-4-15,2-4-4 0,3-1-3 0,0 2-1 16,5-3-4-16,-2-1-6 0,4 0-2 16,1 2-4-16,0-1-2 0,0 0 1 0,0 2-1 15,-3 0-1-15,0 2-1 0,-2 2-2 0,-3-2 1 16,1 8 0-16,-1-1 0 0,-3 2 1 0,-3 3 1 0,-3 7-1 16,-2-1 3-16,2 1 1 0,-7 1 1 15,-1 3-16-15,-2-2-1 0,-1-2 3 0,0 2 6 16,-4-5-2-16,1 1 0 0,-2 0 4 0,-1-4 2 0,-2 0-1 15,-1 2 2-15,-2-3-1 0,6-5 2 16,-6 4-8-16,4-10-5 0,0 4-20 0,1-5-16 0,3 2-22 16,4-4-34-16,2-1-30 0,-2-2-30 15,8-2-179-15,0 0-366 0,0 0 163 0</inkml:trace>
  <inkml:trace contextRef="#ctx0" brushRef="#br0" timeOffset="71501.97">8986 14339 19 0,'3'-8'175'0,"0"2"-8"0,-1 1-21 16,-2 5 5-16,0 0 7 0,0 0 10 0,0 0-6 16,15 27 1-16,-11-11-8 0,0 10-15 0,-1-6-8 15,0 5-11-15,1 3-8 0,-1-4-13 0,0 3-8 16,0 1-5-16,-1-3-7 0,1-7-11 0,-1 0-1 15,-1-2-10-15,0 0-6 0,0-3-4 0,1-4-6 16,-2 1 0-16,0-3-6 0,1-1-4 0,-1-6-1 16,1 10-1-16,-1-10-5 0,4 7-1 0,-4-7-2 15,0 0-5-15,0 0 3 0,8 2-6 0,-8-2-2 0,0 0-2 16,18-16 0-16,-11 10-6 0,1-2-5 0,2-2 0 16,0 4 3-16,1-2-2 0,-1 1-2 0,3 3-3 15,-3-1 1-15,1 4 1 0,-11 1 1 16,20-1 1-16,-9 5 0 0,-3 0 0 0,2-1 4 15,1 3-3-15,-2 1 9 0,1-3-1 0,1 3-5 16,-1-1-6-16,2-1 13 0,2 0-10 0,0 1 1 16,0-2-6-16,3-2 0 0,3-1 0 0,-1-5 0 15,-1-1-1-15,2-1 6 0,0-2 3 0,-1-1-6 16,-1 1 2-16,-3-2 2 0,-1 0-4 0,-4 2 1 16,-1-2-1-16,3-2 2 0,-5 1 1 0,-2 2 0 15,1-4 1-15,-4 3 1 0,-2-2-6 0,2 1 5 16,-2 0-3-16,-2 0 1 0,0 1-1 0,-1 1 2 15,-1 1 2-15,0 2-4 0,0 0 2 0,4 6 4 16,-10-7-3-16,4 6 0 0,6 1-1 0,-16 4-2 16,5 3 2-16,1 2 9 0,-2 3-2 0,1 3-5 15,1 1 2-15,3-1 0 0,0 4 1 0,3-1-3 16,3 0 2-16,2-1 0 0,0 1 2 0,5-1 5 16,-1-6-2-16,6 4 2 0,-1-4-3 0,4 1 4 15,-1-2-2-15,3-2 2 0,1 0-5 0,-3-3 6 16,3-4-5-16,-3 1-2 0,0-1 1 0,-2-1 12 15,1 0-9-15,-1-3-4 0,1 2-1 0,-4-4-2 16,2-2 0-16,-3 0-1 0,-1-2 2 0,-1 5 3 0,-3-8-4 16,4 3 1-16,-5-1-2 0,1-3 1 15,-1 2-2-15,2-1 8 0,0-1-7 0,1-3-3 16,0 0-5-16,4 2-1 0,-1-1-1 0,-2 3 1 16,3-2-1-16,3 2-3 0,-3 5 3 0,1 2 1 15,0 0 0-15,0 2 0 0,1 3-1 0,-11 0 4 16,20 5 3-16,-12 0 3 0,1 3 0 0,-3 3 6 15,0 2 3-15,1 2-5 0,-4 1 2 0,2 1 0 16,-2-1 6-16,-1 2-11 0,0-2-9 0,-2-1-27 16,1-2-38-16,-2 1-50 0,0 3-55 0,2-4-49 15,-1 2-202-15,0-4-460 0,4-1 204 0</inkml:trace>
  <inkml:trace contextRef="#ctx0" brushRef="#br0" timeOffset="72206.08">10650 14421 143 0,'0'0'225'0,"0"0"-15"0,-14 11-7 0,11-3-15 15,-1 2-20-15,0 0-10 0,1 6-21 0,-1 1-10 16,2 1-12-16,2-1-10 0,0-5-14 0,2 6-5 16,2-1-10-16,1-2-4 0,3-1-8 0,3-1-5 15,-3-4-9-15,1-1-1 0,1-1-5 0,-1-1-7 16,2-1 0-16,0-3-2 0,-1-2-5 0,1-1 0 16,-1 0-4-16,0-1-5 0,-1-4 3 0,0-1-5 15,1 4 1-15,-2-4 5 0,-2 1-7 0,2-3-7 16,-3-1 0-16,1 1 2 0,-2-2-4 0,1 2-3 0,-1-2 1 15,0 2 0-15,0-1-2 0,-2 3-1 0,-1 2 1 16,-1 5-2-16,3-10-3 0,-3 10 0 16,4-6 0-16,-4 6-3 0,0 0 1 0,9 0 2 15,-9 0 0-15,9 8 11 0,-4-4 0 0,0 0 0 16,4 4-4-16,1-2 4 0,2 2-1 0,1 2 2 0,2-1-1 16,-2 1 2-16,4-2 0 0,-2 0-1 15,4-4 1-15,-1-1-5 0,-4 0 2 0,3-2 0 0,-4-1-2 16,-1 0 3-16,-1-2-5 0,1 0 5 15,-6 1-5-15,1-3 2 0,-1-2-2 0,0-2 1 16,-2 3-4-16,-1-5-4 0,-3 0 0 0,-1 1 2 0,-1-3-4 16,-4 2-1-16,-2-5-4 0,1 4 3 0,-2-3 2 15,1 3-4-15,0 1 8 0,2 1-6 16,0 3 2-16,2-1 6 0,0 1-6 0,-1 1-2 16,5 5 0-16,-5-6 3 0,5 6 0 0,0 0-4 0,0 0 3 15,0 0 1-15,0 0 0 0,16-7 4 0,-5 9 0 16,1-2-1-16,6 1-2 0,1-1-1 0,-1 1 2 15,4-1 5-15,-4 0 4 0,-5 0 5 0,6-1 0 16,-6-2 3-16,-1 2 0 0,-1 0 5 0,-1-1-5 16,-1 2 3-16,-9 0 0 0,12-2 1 0,-12 2-4 15,7 1-2-15,-7-1 0 0,0 0 0 0,10 4 0 16,-7 0 2-16,0 2 2 0,0-1 1 0,-2 5 0 16,1 1-3-16,-2 0-2 0,0 6 1 0,-3 2-1 15,2-3-12-15,-1-1-33 0,0 1-22 0,1-1-33 16,-2-2-35-16,-1-3-48 0,4 2-44 0,-2-2-50 15,-2-1-138-15,3-5-434 0,1-4 192 0</inkml:trace>
  <inkml:trace contextRef="#ctx0" brushRef="#br0" timeOffset="72379.73">11138 14183 30 0,'-2'-4'178'0,"2"4"-26"0,0 0-38 16,0 0-34-16,5-7-33 0,-5 7-51 0,0 0-38 15,16 7-51-15,-11-1-100 0,3-2 44 0</inkml:trace>
  <inkml:trace contextRef="#ctx0" brushRef="#br0" timeOffset="72568.16">11406 14205 50 0,'7'-4'178'0,"-4"1"-13"0,-3 3-8 0,8-8-5 16,-5 6-1-16,-3 2-3 0,6-6-2 0,-6 6-14 16,0 0-11-16,0 0 4 0,0 0 11 0,11 11 2 15,-10 1 0-15,2 6-3 0,-2 0-8 0,3 7-8 16,-4-1-10-16,0 4-11 0,-2-2-9 0,-1 0-10 16,1 2-5-16,4-3-20 0,-2-5-18 0,0-1-21 15,0 0-29-15,1 0-37 0,1-2-38 0,-2 0-50 16,2-4-52-16,-2-1-207 0,0-6-432 0,0-6 192 15</inkml:trace>
  <inkml:trace contextRef="#ctx0" brushRef="#br0" timeOffset="72788.39">11678 14198 37 0,'1'-6'256'0,"-1"6"-24"0,3-9-14 15,-3 9 10-15,0 0 14 0,0 0-1 0,7 29-7 16,-4-10-13-16,-4 5-17 0,2 3-14 0,-4 2-17 16,3-3-19-16,3 3-16 0,-4-2-12 0,2-1-10 15,-1 2-18-15,0-4-30 0,1 3-35 0,-1-8-42 16,-1-2-45-16,1 1-49 0,1-2-21 0,4 0-33 16,4-1-61-16,9-3-206 0,0-5-460 0,10 2 204 15</inkml:trace>
  <inkml:trace contextRef="#ctx0" brushRef="#br0" timeOffset="73375.85">12823 14192 90 0,'8'-9'272'0,"-6"5"-26"15,2 1-13-15,-4 3 2 0,0 0-7 0,11 16-7 16,-9 0-11-16,0 3-15 0,-2 9-14 0,-2 3-18 15,0-4-16-15,-1 1-12 0,-1 0-14 0,2-2-17 16,-2 0-6-16,2-7-12 0,1 0-5 0,0-2-5 16,0 1-11-16,-1-1-7 0,-1-6-8 0,1-1-2 15,2 1-4-15,0-4-1 0,0-7-5 0,-4 11-4 16,4-11 0-16,0 10-1 0,0-10 2 0,0 0-7 16,0 0-8-16,0 0 4 0,0 0-4 0,0 0-6 15,0 0-1-15,0 0-4 0,22-19-17 0,-15 11-8 16,5-5-7-16,-2 4-6 0,4-4 1 0,4 3-2 15,2-1-1-15,4 2 6 0,-3-1 1 0,-1 6 2 16,0-1-2-16,3 3 5 0,-5 2 0 0,0 1 2 16,-4 2 2-16,-4 1-1 0,-1 3 3 0,-3 2 6 15,-2 0-4-15,-2 2-2 0,-4 0-6 0,-4 6-7 16,-4-6-6-16,-1 5-12 0,-5-2-5 0,0-3-3 16,0 1 8-16,-1-2 2 0,1-2 3 0,5-2 1 15,-3 0 5-15,7 0 8 0,0-2 1 0,3-2-8 16,4-2 4-16,-10 4 1 0,10-4 2 0,0 0-10 15,0 0 1-15,0 0-3 0,0 0 3 0,21-10 4 16,-3 5-1-16,0-2 5 0,9-2 1 0,0 2-2 16,0-4 7-16,2-1 2 0,-4-1 0 0,-1 1 5 15,3-3-2-15,0-2 0 0,-4 2 6 0,0-1 3 16,-4-2 1-16,-5 4 5 0,-5 2 8 0,0-5 7 16,-5 5-4-16,-4 1 8 0,0-2 1 0,-2 3 2 15,-3-1 8-15,-1 4 2 0,-3 0 2 0,-2 2 5 16,-2 4 4-16,-4 1 6 0,-2 4 0 0,0 2-4 0,-3 3 3 15,-2 4-5-15,3 2-4 0,0 1 0 0,0 2-8 16,13-5-4-16,-2 0-6 0,9 4-23 0,1-1-27 16,9 0-41-16,1 1-67 0,11-2-76 15,4 2-217-15,7-8-465 0,22-1 205 0</inkml:trace>
  <inkml:trace contextRef="#ctx0" brushRef="#br0" timeOffset="73893.77">14214 14291 197 0,'0'0'231'0,"0"0"-15"15,0 0-22-15,0 0-20 0,0 0-3 16,0 0-4-16,0 0 0 0,0 0-18 0,5 27-12 15,-3-11-12-15,0 0-11 0,0 3-13 0,2-2-4 0,-2 0-8 16,2-2-8-16,-3 3-7 0,1-2-7 0,5-2-4 16,-4-1-5-16,-1-3-6 0,0 1-5 0,0 0-4 15,-2-1-5-15,0-3-1 0,4-1-1 16,-4-6 8-16,0 9 8 0,0-9 3 0,1 7 6 0,-1-7 2 16,0 0-5-16,0 0-4 0,4 7-7 0,-4-7 5 15,0 0-13-15,0 0-5 0,0 0 1 0,0 0-4 16,0 0-8-16,0 0-1 0,0 0-5 0,0 0 3 15,0 0-3-15,0 0-9 0,4-21-9 0,-4 21-12 16,0 0-18-16,0 0-16 0,0 0-21 0,0 0-18 16,0 0-28-16,0 0-22 0,0 0-26 0,0 0-13 15,0 0-12-15,0 0-17 0,0 0-2 0,0 0-7 16,0 0-123-16,0 0-364 0,0 0 161 0</inkml:trace>
  <inkml:trace contextRef="#ctx0" brushRef="#br0" timeOffset="74142.15">14300 14139 183 0,'-1'-17'231'0,"-2"0"-9"0,1 5-2 16,2 2 2-16,-2 2-13 0,2 1-22 0,0 7-18 0,0 0-2 16,0 0 1-16,0 0-9 0,2 32-5 0,0-2-6 15,0 6-9-15,-10 10-15 0,6 0-8 0,-1-12-10 16,1 0-12-16,0 2-5 0,2 0-10 0,-2-2-11 15,0 1 0-15,-2-2-11 0,4 1 1 0,0-5-7 16,0-1-4-16,0-1-10 0,-2-1-11 0,1-9-30 16,2-1-31-16,-1 1-24 0,-1-4-26 0,-2-2-42 15,3-2-57-15,0-2-48 0,0-7-47 0,-4 11-154 16,4-11-467-16,-4 4 207 0</inkml:trace>
  <inkml:trace contextRef="#ctx0" brushRef="#br0" timeOffset="74679.31">14349 14422 122 0,'10'-7'165'0,"5"-3"-9"16,1 2-8-16,-1-1-10 0,4-2-10 0,0 3-11 16,-4 0-2-16,3 0-13 0,-2 0-2 0,-2 0-3 15,0 1-4-15,-3-2-15 0,-3 3 4 0,1-1 1 16,1-2-5-16,-2 0-2 0,-1 1-4 0,-1-4-6 15,1 2-6-15,-2-1-3 0,-1-1-8 0,-1 1-5 16,-2 1-1-16,-1-1-6 0,0 2-1 0,1 2-2 16,-1 7-3-16,-1-13 3 0,1 13-12 0,0 0-2 15,0 0-2-15,0 0 3 0,0 0 5 0,0 0 4 16,-10 29 1-16,2-10-5 0,2 5 0 0,1 3-3 16,-5-3-2-16,6 2-1 0,-2-1-4 0,3 0 2 15,2 0-6-15,-1-6 2 0,0 7-3 0,-1-8 1 16,3 0-4-16,0-2-4 0,0 0-14 0,0-5 1 15,3-1-6-15,-2 0-6 0,-1-4-6 0,0-6 4 16,1 10 2-16,-1-10 5 0,3 5-1 0,-3-5 4 16,10 1 0-16,-10-1 2 0,18-5 2 0,0 1 0 15,0-1-1-15,0 1 1 0,4-1 2 0,-2 2 6 16,-1 0 3-16,3 0 6 0,-4 3 4 0,2 0 1 16,-1-3-1-16,-4 2-4 0,5 1 1 0,-8 0 0 15,4-2-2-15,-3 0 0 0,1-2 6 0,-2-1-6 16,1 0 0-16,4 0 0 0,-8-3 1 0,0 0 0 15,-2 1-3-15,-2-4 8 0,1 3 1 0,-6-5 7 16,0 4-1-16,0-4-2 0,-2 2 4 0,0 3 9 16,-5-3-2-16,1 3-1 0,0 0-6 0,-1 1-1 15,-2 3-2-15,-2 0-3 0,0 4-2 0,1 0-2 16,-4 4-1-16,3 2-2 0,-3 3-3 0,2 1-3 16,2 3-21-16,0 2-30 0,1 0-32 0,7 4-49 15,4-2-50-15,5 0-57 0,2 1-158 0,7 2-426 0,11-2 189 16</inkml:trace>
  <inkml:trace contextRef="#ctx0" brushRef="#br0" timeOffset="75058.42">15724 14554 201 0,'0'0'241'0,"-7"-4"-8"0,7 4-10 0,0 0-18 16,0 0-18-16,-6-3-14 0,6 3-9 16,0 0-8-16,0 0-8 0,0 0 1 0,-10-3-3 15,10 3-3-15,0 0-4 0,-7-4-5 0,7 4-17 16,-6-9-9-16,4 2-8 0,-1-2-11 0,3-2-6 16,-1 0-7-16,2 2-3 0,3-9-7 0,3 2-4 0,0 0-10 15,3 0 1-15,0-2-13 0,4 3-3 0,-2-1 0 16,2 1-4-16,0 0-7 0,0 1 2 15,1 2-4-15,-1 1-4 0,-5 4-8 0,3 0 2 16,-1 3-5-16,-1 0-1 0,2 4 2 0,1 4 6 16,-2 3-11-16,2 5 4 0,1 2-4 0,3 3 2 0,-4 6-3 15,-2 2-1-15,-3-2 0 0,-3 2 2 16,1-1-7-16,-3-6-12 0,1 1-21 0,2 8-23 16,-2-8-29-16,-2 0-35 0,-2-8-33 0,3 6-31 15,-3-5-20-15,0-1-24 0,0-1-17 0,-1-2-176 0,-1-2-458 16,2-6 204-16</inkml:trace>
  <inkml:trace contextRef="#ctx0" brushRef="#br0" timeOffset="75343.98">16110 14471 98 0,'2'-5'149'0,"-2"5"7"15,0 0 15-15,0 0-1 0,0 0-8 16,0 0-10-16,0 0-7 0,17 13-14 0,-13-8-1 15,0 0-5-15,3 3 2 0,0-3-12 0,3 1-12 0,-1-2-7 16,1 3-10-16,3-4-8 0,-2 1-3 0,3-2-7 16,-1 0-4-16,0-2 6 0,-2 0-5 0,0 0-4 15,0-4-2-15,-2 0 2 0,-3 0 2 0,2-5-5 16,-3 2 2-16,0-2-5 0,-5 1 1 16,0 8-5-16,-5-18-3 0,0 10-8 0,0-3-3 0,-3 2-4 15,-2 0 0-15,-1 1-2 0,-1 2-17 0,-4-1-15 16,4 2-20-16,-2 3-28 0,1-1-31 0,0 2-36 15,1 1-42-15,3 1-53 0,-2 0-49 0,11-1-140 16,-12 0-434-16,12 0 192 0</inkml:trace>
  <inkml:trace contextRef="#ctx0" brushRef="#br0" timeOffset="75508.33">16494 14434 55 0,'0'0'181'0,"0"0"4"0,0 0-1 15,0 0-11-15,0 0-7 0,-11 16-18 0,11-16-10 16,-5 7-11-16,5-7-15 0,-4 5-23 0,4-5-52 16,-4 4-73-16,4-4-74 0,0 0-132 15,0 0-262-15,0 0 116 0</inkml:trace>
  <inkml:trace contextRef="#ctx0" brushRef="#br0" timeOffset="76020.39">16797 14336 42 0,'-19'14'268'0,"11"-10"-1"0,0 4-3 0,1 0 1 15,1 1-6-15,-2 1-9 0,0-2-19 0,2 0-27 16,3-1-15-16,1 0-13 0,2 4-19 0,2-1-16 16,-2-3-11-16,6 3-14 0,0-2-5 0,3-2-11 15,1 2-10-15,0-6-8 0,3 3-10 0,-3-3-4 16,8-1-5-16,-6-1-12 0,-2-3-7 0,-2 1-5 15,1-3-4-15,0-2-5 0,-3 1-7 0,1-3-7 16,-3 0-4-16,-1-2-13 0,-2 1 0 0,-5-2-13 16,2 0-4-16,-5-2-3 0,0 2-2 0,-1 4 3 15,-2-5 4-15,0 4 1 0,5 2 6 0,-2-1-1 16,2 3-2-16,5 5 6 0,-5-7-1 0,5 7-3 16,-3-5 2-16,3 5-1 0,0 0 1 0,0 0-1 15,12-11 5-15,0 9-2 0,5-2 2 0,5 0 2 16,10-1-3-16,0-2-2 0,-1 1 1 0,-3-1-3 15,0-1 4-15,-5-2 0 0,-5 3 3 0,-2-5-1 16,0 2-1-16,-1-1 4 0,-1-4-2 0,-2 4 1 16,-1-5 0-16,-3 0 0 0,-2-1-2 0,-1 1 5 15,-2 0-2-15,-2 3 0 0,2 1 1 0,-5 2 2 16,1-1 3-16,1 4 2 0,0 7 3 0,0-12-5 16,0 12-1-16,-4-5 1 0,4 5 1 0,0 0 9 15,-10 19 0-15,1 4 13 0,-4 3 1 0,4 5 10 16,0 0-4-16,2 1 4 0,-1 2 2 0,-1 2 3 15,-1-3-5-15,5 2-1 0,1 0-2 0,-2 0-3 16,3-3 3-16,3 4-8 0,0 0-3 0,0-3-3 16,0-2-25-16,0-1-10 0,-1-2-29 0,1-2-30 15,-3-6-33-15,1-2-30 0,-1-1-51 0,-3-3-47 16,2-2-42-16,-1 0-238 0,0-3-554 0,-2 0 246 16</inkml:trace>
  <inkml:trace contextRef="#ctx0" brushRef="#br0" timeOffset="76177.89">17126 14443 186 0,'0'0'197'0,"10"-8"-21"0,-2 5-21 16,-2-1-41-16,6 1-37 0,1-1-63 0,14 0-38 15,5 1-63-15,5 0-48 0,17-5-146 0,1 3 65 16</inkml:trace>
  <inkml:trace contextRef="#ctx0" brushRef="#br0" timeOffset="76504.42">18250 14427 149 0,'12'-6'219'0,"-2"0"-12"16,3-1-12-16,0-3-14 0,2 2-6 0,-1-3-15 15,-2 1-11-15,3 0-8 0,-2-2 3 0,-1-1-9 16,-5 2-11-16,-1 1-9 0,-1-2-2 0,3-3-6 0,-4 5-8 16,-3-2-1-16,0 2-2 0,1 0 8 15,-2 0-19-15,-3 2-9 0,3 8 0 0,-8-10-9 16,-2 5-5-16,-3 5-4 0,0 3-3 0,-6 2 3 16,2 5 5-16,-9 5-4 0,4 2 2 0,1 1-4 15,0 1-6-15,6 3 10 0,3-3-5 0,5-2-4 16,0 0-2-16,6 9-8 0,0 0 1 0,1-10-7 15,7 9 1-15,2-2-3 0,5 0-3 0,3-4 0 16,6-3-11-16,3-2-23 0,2-3-32 0,1-1-31 16,0-2-40-16,-1-5-49 0,2-1-50 0,2-2-49 0,-3-2-49 15,-8 2-182-15,-2-8-524 0,1 3 232 16</inkml:trace>
  <inkml:trace contextRef="#ctx0" brushRef="#br0" timeOffset="76703.77">18594 14150 2382 0,'-15'-14'50'0,"2"0"45"0,3 3 10 15,4 1-21-15,-1 3-22 0,1 2-5 0,2-1-2 16,1 2-6-16,3 4-4 0,-2-7-5 0,2 7 5 16,0 0-13-16,0 0-2 0,19-8-3 0,0 7-7 0,3-1-19 15,10 0-31-15,-2 1-41 0,2-1-59 16,-1 1-48-16,0 0-41 0,-2 1-36 0,-10 0-128 15,2-1-415-15,-3 1 184 0</inkml:trace>
  <inkml:trace contextRef="#ctx0" brushRef="#br0" timeOffset="77124.3">18791 14466 200 0,'9'3'256'0,"-9"-3"-14"0,19-9-11 0,-2 3-14 16,-1-3-12-16,2-1-16 0,1 1-11 0,1-1-16 16,2-4-4-16,-5 3-14 0,1-1-11 15,4-5-7-15,-3 0-3 0,0 0-11 0,-5 5-9 16,3-9-3-16,-7 6-9 0,-1 1-12 0,0-3-9 0,-4 3 0 16,1-2 1-16,-3 5-9 0,0 1 1 0,-1 4-11 15,-2-1-2-15,0 7-2 0,0-13-6 16,0 13-7-16,0 0-4 0,-6-5-7 0,6 5 1 15,-18 5-6-15,2-1-2 0,-1 2-1 0,0 2-9 16,0 3-11-16,3-4-4 0,5 3-11 0,1-1-11 0,2 1-4 16,5 1-4-16,2 1-5 0,2 0 4 0,3 2 1 15,4 1 5-15,3 1-2 0,1-2 1 16,6 2 8-16,-1 1 1 0,-5-4-3 0,1 1 8 16,-3-1-3-16,0-2 2 0,-1 1 3 0,-2 1 0 0,-4-5 1 15,0 1 7-15,-2 0 4 0,-1-2 4 0,-4 1 5 16,2-8 4-16,-10 14 3 0,4-7 2 0,-6-1-2 15,0-1 1-15,-4 1-2 0,-1-1 5 16,1-1-6-16,-3-2-3 0,2 2-11 0,3-2-21 0,1 1-33 16,1-3-37-16,0 0-57 0,3-3-73 0,-2 1-223 15,4-2-488-15,7 4 216 0</inkml:trace>
  <inkml:trace contextRef="#ctx0" brushRef="#br0" timeOffset="77297.23">19403 14373 1880 0,'0'0'-11'0,"7"-4"23"0,-7 4-15 0,0 0 8 0,5-5-3 16,-5 5 38-16,0 0 35 0,0 0 25 0,0 0-7 15,0 0 5-15,0 0-14 0,0 0-7 16,0 0-13-16,0 0-23 0,0 0-22 0,0 0-30 0,0 0-45 16,0 0-49-16,0 0-51 0,0 0-54 0,0 0-130 15,0 0-368-15,0 0 163 0</inkml:trace>
  <inkml:trace contextRef="#ctx0" brushRef="#br0" timeOffset="78991.88">20409 14259 91 0,'0'0'138'0,"0"0"-20"0,0 0-11 0,-1-9-1 16,1 9-13-16,0 0 6 0,0 0 4 0,0 0 4 15,-14 16-14-15,6-10 6 0,-4 8-10 0,0-2 4 16,-5 6-6-16,-6 2-1 0,4-2-6 0,-2 1-5 0,1 2-8 16,-2 0 1-16,3-2-3 0,-1 1-4 15,3 1-4-15,6-5-3 0,0 1-7 0,0-1-7 16,4-1-4-16,1-4-2 0,1 0 0 0,1-1-7 15,-1 1-1-15,5-4-2 0,0 3-4 0,1-4-2 0,3 1 2 16,1-1-5-16,0-1 1 0,2-1 1 0,-1-1-3 16,2-2-1-16,2 1 1 0,0-5-2 0,2 1-3 15,-1-2 2-15,-1-2-3 0,4-4 3 16,-5-3-3-16,0-1 2 0,-4 2-2 0,2-3-3 0,-5-2 0 16,2 1 2-16,-5-3-4 0,0-6 3 0,-5 6 0 15,-4-5-1-15,-1-1 0 0,-3 4 14 16,-4-1-4-16,-5 3 0 0,-1 4 1 0,-2 0-3 15,-1 2-1-15,7 7-3 0,-2-1 1 0,3 2-4 16,-2 1-17-16,2 4-17 0,6 0-35 0,2 4-47 0,1-2-52 16,5 1-51-16,1 1-137 0,4-4-379 0,0 0 167 15</inkml:trace>
  <inkml:trace contextRef="#ctx0" brushRef="#br0" timeOffset="79543.85">21043 14037 60 0,'0'0'213'0,"5"-6"3"0,-5 6-19 0,6-5-19 16,-6 5-15-16,0 0-17 0,0 0-13 0,0 0 0 16,0 0 6-16,7 17 2 0,-7-1-5 0,-3 4 2 15,1 6-13-15,-5 3-8 0,0 1-11 0,3 1-2 16,-1-1-13-16,2 2 0 0,-3-3-12 0,4-3-6 15,-3-1-6-15,0 0-2 0,5-8-6 0,-5 2-5 16,4-2-5-16,-2-2-6 0,4-4-2 0,-2 0-7 16,0-1 0-16,1-3 2 0,0-7-9 0,1 8 1 15,-1-8 0-15,-1 9 5 0,1-9-1 0,0 0 1 16,0 0-4-16,0 0 1 0,0 0-8 0,0 0 0 16,0 0 0-16,12-29-7 0,-2 19 1 0,-3-5-5 15,4 0 2-15,3 0-2 0,2-5-2 0,5 0-1 16,-2 1 2-16,-6 3-4 0,2 4 2 0,0-1-5 0,-1 3-4 15,2 4 2-15,-3 0 2 0,-3 5-5 16,1-1 2-16,0 4-1 0,-1 3-2 0,-1 0 7 16,-3 1-3-16,0 3 3 0,2 2-3 0,-3-1 1 15,-1 2 2-15,1 4 3 0,-4 0-7 0,1-5 0 16,-2 4-17-16,1 2-26 0,0 1-27 0,1-3-38 0,-4-3-58 16,2-3-64-16,0-9-52 0,0 22-182 15,2-16-502-15,-2-6 222 0</inkml:trace>
  <inkml:trace contextRef="#ctx0" brushRef="#br0" timeOffset="79947.36">21645 14090 66 0,'0'-11'246'15,"0"11"-24"-15,2-7-19 0,-2 7-10 0,8-6-10 16,0 4-6-16,6 0-12 0,4 2-16 0,2-3-15 16,8 2-14-16,2 1-9 0,-2 0-11 0,-2 0-24 15,-4-1-21-15,0 0-27 0,-2 0-26 0,0-1-32 16,-6-1-29-16,-1 2-16 0,-3-2-20 0,-1-2-4 16,-4 1-14-16,0 1-4 0,-1-3-6 0,-4 6 1 15,0-10 11-15,0 10 3 0,-5-11-9 0,-1 2 13 16,0 1-56-16,-2 0 139 0,0 2-109 0,-2-3 114 0,0 1-19 15,-1 1 16-15,1 1 19 0,0 0 13 0,2 0 18 16,0 2 4-16,2 0 16 0,0 1 8 0,6 3 7 16,-11-4 1-16,11 4 15 0,-9 2 24 15,9-2 22-15,-12 15 2 0,2-2 12 0,3 6 2 16,-4 7-1-16,2 2-6 0,-1 0-3 0,3 2-13 0,0 1-9 16,3-2-7-16,-1 3-12 0,1-3-8 15,-1 0-10-15,3 1-13 0,-1-4-28 0,3 1-51 16,-1-1-53-16,-2-8-62 0,3 1-66 0,0-1-188 15,0-1-418-15,0-6 185 0</inkml:trace>
  <inkml:trace contextRef="#ctx0" brushRef="#br0" timeOffset="80215.42">21822 14755 245 0,'4'7'353'0,"-4"-7"-4"0,5 5-13 16,-5-5-20-16,0 0-21 0,0 0-19 15,0 0-31-15,5 3-25 0,-5-3-28 0,0 0-21 16,0 0-44-16,0 0-46 0,0 0-47 0,0 0-52 0,0 0-65 15,0 0-89-15,0 0-95 0,0 0-183 0,0 0-488 16,0 0 216-16</inkml:trace>
  <inkml:trace contextRef="#ctx0" brushRef="#br0" timeOffset="84065.87">15767 7193 2 0,'0'0'46'0,"0"0"1"16,0-9-8-16,0 9-7 0,0 0 4 0,0 0-6 15,0 0-9-15,0 0-7 0,0 0-14 0,3-5-10 16,-3 5-34-16,0 0-45 0,0 0 20 0</inkml:trace>
  <inkml:trace contextRef="#ctx0" brushRef="#br0" timeOffset="98977.78">11839 12537 17 0,'0'0'8'0,"0"0"-13"0,0 0-4 0,0 0 2 16</inkml:trace>
  <inkml:trace contextRef="#ctx0" brushRef="#br0" timeOffset="99773.58">6469 12254 5 0,'0'0'13'0,"0"0"-1"0,-4 5-1 0,4-5 9 0,0 0 5 16,0 0 6-16,10 12-1 0,-1-8 3 0,4-1 0 16,5 2 3-16,2-1-4 0,14-1 2 0,-1 1 7 15,6-1 5-15,15-1-3 0,6 0-4 0,5 2 11 16,27 0 11-16,4-2-12 0,-6-2-5 0,2 0 0 16,5-2-1-16,0 6-8 0,4-3 6 0,5-4-6 15,4 3-6-15,7 0 2 0,1 3 3 0,1-3-4 16,6 2-7-16,0-4 2 0,6 5-1 0,8-2 1 15,5 0 8-15,-3-2-12 0,2 7 0 0,0-6 4 16,7 6 5-16,0-4-8 0,1-1-2 0,0 5 4 16,4-4 5-16,-4-2-2 0,2 2-11 0,5-2 8 15,-9 3-5-15,0 0-2 0,-6-2 2 0,2-5-2 16,-3 1-1-16,-1 5 16 0,-8-4-10 0,-2 2-1 16,-8 0 0-16,-3 0 12 0,-8 0 2 0,-5 0 0 15,-3 3-3-15,-8-3 1 0,-1 0 1 0,-36-1-6 16,1-1 9-16,-3 4-3 0,-4-4-1 0,-17 2 2 15,-2 0-7-15,-4-2-1 0,-9 2-4 0,-3 2 1 0,-5-4-4 16,-1 4 1-16,-7-4-3 0,-5 2 1 0,13-1-4 16,-13 1 0-16,11 1-3 0,-11-1-7 0,9-1-16 15,-9 1-29-15,0 0-33 0,0 0-39 0,0 0-49 16,0 0-136-16,-20 10-322 0,6-8 142 16</inkml:trace>
  <inkml:trace contextRef="#ctx0" brushRef="#br0" timeOffset="109484.49">24010 7063 84 0,'0'0'104'0,"-6"-12"-5"0,5 6-2 16,-1-1-1-16,2 7 4 0,-1-14-10 0,1 8-7 16,0-3-4-16,3-1-13 0,-1 0-10 15,3 2 2-15,3-3-12 0,0 1 2 0,6-1-12 16,0 1 6-16,5-2-7 0,8 3 4 0,-3-2-10 0,3 1 4 16,0 4-7-16,1 2-4 0,0 2-3 15,-1 3 2-15,-8-1-3 0,0 5-3 0,2 0-6 16,-5 4 8-16,2 1-4 0,-2 0-14 0,-1 3 11 15,1 8-4-15,-2 2-6 0,-6 1 7 0,1 2 0 0,0 5 3 16,-4-1-1-16,-2 5-3 0,-2 11 0 0,-2 1-3 16,-2-1 1-16,1 1 0 0,-1-1 2 0,-6 4-5 15,3-3 5-15,-1 6-1 0,0-2 0 16,-1 4 3-16,0 1 1 0,0 1-4 0,0 0 2 0,0 0-5 16,4 2 3-16,0-1-1 0,3 1-2 0,-3 1 3 15,3 20 1-15,-2-24-2 0,5 4-5 16,0-2 1-16,5 25 11 0,-1-25-7 0,7 23 3 15,-2-22-7-15,2 0 6 0,6 22-1 0,-5-25-6 0,4 1 1 16,10 21 0-16,-11-20 2 0,10 21 2 0,-9-22-9 16,3 24 3-16,-4-27 1 0,0 3-7 0,-1-1 7 15,0 0 2-15,-1 1-9 0,0-7 6 0,1 1 1 16,-1-1-7-16,-2-2 6 0,-6-12-8 0,0-3 8 16,-2 2-9-16,-1 1 16 0,-3-2-8 0,-1 0 3 15,-3-1-2-15,-2-5-2 0,-2-1-7 0,-2 1 8 16,-4-5-21-16,-4-1 17 0,2-8-7 0,-7 4-14 15,-1-4 7-15,-3 0-3 0,-4-3-2 0,-1-3-16 16,-3 0-24-16,-3-4-3 0,0 1-22 0,-1-5-106 16,-16 0-212-16,14-3 94 0</inkml:trace>
  <inkml:trace contextRef="#ctx0" brushRef="#br0" timeOffset="110338.12">25534 8193 28 0,'0'0'161'0,"0"0"-17"0,-3 13-20 0,3-13-6 16,4 13-14-16,-3-6-8 0,3 0-15 15,-4 2-8-15,2-3-5 0,-2-6-2 0,3 10-5 16,-3-10 4-16,3 7 5 0,-3-7 19 0,0 0 5 16,1 9 10-16,-1-9 8 0,0 0 7 0,0 0-2 15,0 0-10-15,0 0-9 0,0 0-11 0,0 0-8 16,-13-19-10-16,8 10-5 0,1-4-10 0,-3-2 0 16,0 0-11-16,1-3 0 0,1 1-6 0,3-2-8 15,2 2-1-15,0 1-4 0,0 4-5 0,2 1-1 0,-2 1-4 16,5 1-2-16,6 0-4 0,-2 4 0 0,6-1-4 15,4 2 1-15,1 4-7 0,9 0 7 0,-3 4-5 16,2 0-4-16,0 5 3 0,0 1 3 16,-3 2-2-16,-1 2-4 0,-2-1-6 0,-4-1 3 0,-3-2-3 15,0 1 4-15,-7 1 1 0,2-2-2 0,-1-3-7 16,-4 0 1-16,1-1 1 0,-4-1-3 16,2 0 6-16,-4-5 2 0,3 6 3 0,-3-6 1 0,0 0 1 15,0 0 0-15,-18-1-1 0,18 1-6 0,-20-9 11 16,11 3-1-16,0-2 3 0,-2 1-2 0,4-5 4 15,1 2-3-15,3-5-3 0,1 4 3 0,2-6-5 16,2 1 4-16,2-2-3 0,5 2-3 0,1 0-2 16,3 2-5-16,3 1-1 0,1 1-5 0,8-1 8 15,0 7 1-15,-3 1-6 0,5 5 6 0,-4 4-5 16,2 3 4-16,2 4-3 0,-5 3 4 0,2 0 5 16,-5 5-6-16,-2 3 4 0,-7-5 0 0,1 9-7 15,-4-3-13-15,0 6-3 0,-3-5-6 0,-4 4-13 16,0-2-20-16,-4-1-8 0,-2 0-36 0,2-6-10 15,-2-1-27-15,1 0-31 0,-5 0-101 0,-2-4-302 16,3 0 133-16</inkml:trace>
  <inkml:trace contextRef="#ctx0" brushRef="#br0" timeOffset="110521.37">26210 8114 92 0,'4'-8'154'16,"-4"8"-10"-16,4-7-22 0,-4 7-14 0,5-3-12 15,-5 3-7-15,0 0-2 0,14 14-13 0,-6-6-1 16,-1 3-17-16,7 3 0 0,-8 3-1 0,1 0-4 16,2 7-10-16,0 0 1 0,-2 0-6 0,-3-5-24 15,-6 6-12-15,4-7-27 0,2-1-20 0,-4 2-23 16,0-2-29-16,0 1-93 0,-2-4-206 0,0-6 92 16</inkml:trace>
  <inkml:trace contextRef="#ctx0" brushRef="#br0" timeOffset="110879.69">26589 8328 1450 0,'-9'1'72'0,"9"-1"-37"15,0 0 16-15,-21-18-25 0,13 11 9 0,1-2-3 16,-1-2 1-16,0 1-3 0,2-1 2 0,-1-4 0 16,5 2 9-16,0-3-17 0,-1-2 3 0,6 4 0 15,-1-2 1-15,0 5-1 0,2 3-5 0,3-2-2 16,1 3-6-16,2 3 4 0,1 2-5 0,1 4-5 15,5 0-2-15,0 3 3 0,-2 5-7 0,3 2-3 16,-5 2-8-16,6 5-11 0,-6 3-1 0,-1 2-32 16,-4 0-9-16,1-1-10 0,-2 1-15 0,0-5-30 15,-3 5-11-15,1-6-130 0,-3 1-279 0,2-8 124 16</inkml:trace>
  <inkml:trace contextRef="#ctx0" brushRef="#br0" timeOffset="111177.31">26867 8192 164 0,'0'-7'170'16,"0"0"-16"-16,0 7-17 0,-4-8-19 0,4 8-15 15,0-9-12-15,0 9-13 0,0 0-4 0,0 0-6 16,0 0-8-16,0 0-8 0,10 20-2 0,-4-11-3 16,-2 1 0-16,5 0-2 0,1 2-11 0,-1 1 9 15,-1-6-13-15,1 2-2 0,1-2-8 0,0-2 9 16,-1-1-5-16,3-1-1 0,-6-1-1 0,-1-2 0 15,8-1-4-15,-13 1 4 0,14-8 8 0,-5 0 3 0,-1 0 5 16,0-4 7-16,-4 3-5 0,-2-7 2 16,-2-1-1-16,0 1 1 0,-4-1-4 0,0-2-9 15,-2 0-4-15,-3 1 1 0,1 1-5 0,-3 1-4 16,-1 2-8-16,4 5-17 0,1 2-23 0,-3 1-35 0,4 2-17 16,6 4-25-16,-11 0-15 0,11 0-11 0,-12 14-22 15,6-2-101-15,6 4-279 0,-1 0 124 0</inkml:trace>
  <inkml:trace contextRef="#ctx0" brushRef="#br0" timeOffset="111678.9">27273 8329 30 0,'1'-9'178'0,"-1"9"-17"0,-1-16-6 0,-5 7-2 0,4 0-7 15,-2-4-16-15,-1 1-2 0,-3-2-5 0,1-1-9 16,-3 1-12-16,1-1-8 0,-1 2-9 0,-2-1-9 15,5 5-2-15,-1-3-1 0,0 3-9 0,2 1-6 16,-1-1-4-16,3 3-8 0,2 0-7 0,2 6 0 16,-5-7-7-16,5 7-7 0,-4-7-13 0,4 7-12 15,0 0-9-15,0 0 1 0,0 0 2 0,9-7-5 16,-9 7 2-16,19 0 2 0,-1 3 3 0,-1-1-2 16,2 2 1-16,0 2-1 0,0-1-2 0,-1 2 2 15,-1-2-3-15,-2 3 7 0,-2-2-5 0,-3 1 0 16,1 2 4-16,-3 0 1 0,2 0-1 0,-5 0 3 15,1 2 1-15,0-1-3 0,-3 1 5 0,4 1 4 16,-3-2-1-16,-1 1-5 0,-1-2 3 0,2 2-3 16,1-3 6-16,-1 1-2 0,0-3 0 0,2 4 1 15,-2-7-2-15,0 2-2 0,3-1 5 0,-1 0-2 16,4-3 2-16,-3-1-3 0,4-1 6 0,-2-3-4 16,0-1 1-16,2-1 1 0,-3-1-1 0,2-3 0 15,3-3 2-15,-3-2-3 0,-4 0-2 0,3-1 1 16,-2 0 1-16,-3-3 4 0,-2 2 7 0,1-1-3 15,-1 2 7-15,-2-1-3 0,0 7 23 0,0 0 9 16,0 0 2-16,0 10-5 0,-2-10-11 0,2 10-7 0,-3-8 1 16,3 8-6-16,0 0-1 0,0 0-3 15,0 0-5-15,0 0-3 0,8 27 2 0,-6-13-1 16,4 3-4-16,-2 0-17 0,-1 2-16 0,1-3-31 16,5 3-24-16,-4-3-22 0,1 4-26 0,1-6-19 0,0-2-23 15,0-2-166-15,-2 2-362 0,-1-2 160 0</inkml:trace>
  <inkml:trace contextRef="#ctx0" brushRef="#br0" timeOffset="111822.55">27427 7938 78 0,'-7'-7'130'0,"4"-2"-40"0,-1 4-44 0,4 5-22 0,-4-5-18 16,4 5-31-16,0 0-34 0,0 0-63 0,0 0 29 15</inkml:trace>
  <inkml:trace contextRef="#ctx0" brushRef="#br0" timeOffset="112034.73">27746 7948 61 0,'0'-10'200'0,"0"10"0"0,0 0-5 0,0-10-11 16,0 10-18-16,0 0-21 0,0 0-13 0,0 0-10 0,0 0-13 15,0 0-4-15,0 0 2 0,7 30-6 0,-3-4-8 16,-2 3-6-16,5 0-5 0,-4 2-8 0,1 1-9 16,-2 1-4-16,1 0-8 0,-6-1-3 0,3-2-23 15,0 0-13-15,-2-1-21 0,4-1-28 0,-6-3-25 16,2 1-29-16,-1-7-33 0,-2-3-24 0,3 0-31 16,-2 0-123-16,0-4-324 0,1-7 143 0</inkml:trace>
  <inkml:trace contextRef="#ctx0" brushRef="#br0" timeOffset="112542.26">27638 8212 137 0,'7'-6'127'0,"-4"3"-9"16,-3 3-13-16,13-4-7 0,-5 4-6 0,2-2 1 16,2 2-7-16,1 3 1 0,-1-2-11 0,1 3-5 15,4 0 4-15,2-1-3 0,-2 0-9 0,1-1-5 16,1 1-6-16,0 1-6 0,0 0-6 0,-3-3-1 15,1-1-1-15,-2 2-9 0,-4-2 8 0,3-2-4 16,-5 2 3-16,-2 0 8 0,-7 0 3 0,12-3 8 16,-6 2 2-16,-6 1-3 0,9-3 2 0,-9 3-2 15,7-2-4-15,-7 2-8 0,0 0 0 0,7-3-9 0,-7 3-1 16,0 0-7-16,4-4-4 0,-4 4-5 16,0 0-7-16,0 0 2 0,0 0-3 0,9 15-2 15,-5-7 1-15,3 9 1 0,-2 0 0 0,1 1-2 16,-1 11 2-16,-1 1 0 0,0 4 4 0,-1 0-3 0,2 12-1 15,-3 0-1-15,0-10 3 0,5 11-6 0,-6-12 3 16,4 11 1-16,-5-13-2 0,4 1-2 0,-1-1 2 16,-3-1-1-16,0 0 0 0,-7 0 0 15,2 0 1-15,-3-3-2 0,-1-2-7 0,2 0 2 0,-4-3 5 16,-1-7-2-16,1 0 0 0,1-5 2 0,-2-1-3 16,0 0-3-16,2-4 5 0,-4 2-6 15,5-8 1-15,-5 1-1 0,1-2-3 0,0-3-2 0,-6-5 2 16,1-3 1-16,-3-6-2 0,0-5 2 0,6-5-1 15,-1-4-1-15,3-14-2 0,3-3 3 0,4-7 0 16,6 2 0-16,8-5 2 0,4 3 0 0,8 3-2 16,2 2 1-16,8 2 4 0,3 2-1 0,3 6-2 15,3 3-6-15,3 6-13 0,1 6-8 0,-10 8-8 16,14-5-25-16,-13 11-27 0,2-2-10 0,2 2-37 16,0 3-6-16,0 1-27 0,-2 4-97 0,-4-1-291 15,4 2 129-15</inkml:trace>
  <inkml:trace contextRef="#ctx0" brushRef="#br0" timeOffset="112770.4">28868 8033 31 0,'-3'-10'171'0,"-1"1"2"16,-1 1-2-16,-2-2-8 0,-1 4-5 0,2 0-7 15,-1 3-19-15,1 1-13 0,6 2-9 0,-18 7-6 16,5 0-10-16,-1 9-2 0,-4 4-5 0,-1 5-8 15,2 1-5-15,2 3-8 0,1 0-6 0,0-4-2 16,8 2-3-16,2-7-13 0,4 5-2 0,1-6-7 16,5 0-18-16,8 4-16 0,2-4-24 0,5-3-35 15,5-2-14-15,2-3-31 0,3-6-13 0,1-1-23 16,1-1-19-16,-1-6-106 0,-1-1-288 0,-3 1 127 16</inkml:trace>
  <inkml:trace contextRef="#ctx0" brushRef="#br0" timeOffset="113698.21">29132 8244 79 0,'7'-19'92'0,"-5"0"21"0,0-9-3 15,-4 2-16-15,0 0-1 0,-2 1 10 0,-1 0 8 0,-2 7 0 16,1 2 10-16,0-1 0 0,-2 5 2 16,0 2-12-16,-2 2-14 0,2 4-9 0,0 2-10 15,-2 3-7-15,-2 2 1 0,-2 6-3 0,-2 3-1 16,-4 6-6-16,2 4-7 0,-1 0-8 0,5 3 1 0,0-1-8 16,6-1-3-16,5-3-3 0,2-3-3 15,2 1-12-15,2-2 0 0,3 0-16 0,5-2-7 16,-1 0-22-16,0-6-12 0,5-1-1 0,3-1-15 15,0-2-3-15,-3-2-4 0,-2-2 5 0,0-2 6 0,0 0 5 16,-3-3-1-16,0-2 17 0,-1 0 1 0,-1-4 7 16,-3 1 0-16,-1-1 7 0,-1 0 7 0,-2-1 2 15,0-4 11-15,-1 3 6 0,-1 1 8 16,0 0-2-16,-2 1-5 0,-1 1 11 0,3 4 2 0,1 6-3 16,-2-12-6-16,2 12-3 0,-2-6-3 0,2 6-2 15,0 0 0-15,0 0-2 0,0 0 7 0,0 0 4 16,0 0 0-16,4 34 2 0,-4-19-4 0,2 1 4 15,1 0-3-15,0 1-5 0,3-3 5 0,-1-4-7 16,0 3 5-16,1-5-3 0,1 3-1 0,0-2 0 16,1-3-2-16,1 1-2 0,-2-2 3 0,4-3-2 15,-3 1 2-15,2-3 0 0,3-1 1 0,-2-3 0 16,-2 0-5-16,3-1 4 0,-2 0-9 0,-2-4 2 16,0 0 7-16,-4-3-3 0,1 2-1 0,-2-2-5 15,-2 0 6-15,-1-5-4 0,0 5 0 0,-1-5 1 16,0 1 0-16,1 0-3 0,-2 0-1 0,0 0 2 15,0-1-2-15,1 7 2 0,1 0-4 0,0 3 2 16,0 7-3-16,1-13 1 0,2 8-1 0,1 1-1 16,-4 4-1-16,6-6 1 0,-6 6-4 0,13 3 4 15,-4 1 2-15,3 2-1 0,-1 4 4 0,1 0-3 16,-2 3-1-16,2 1-3 0,-2 1 4 0,-1-2 4 16,-1 2 4-16,-3-4-2 0,2 0 0 0,1 3 1 15,-3-5 2-15,2 3-2 0,-2-4-5 0,1 2 5 16,1-4 2-16,0 3-2 0,1-4 6 0,-4 0 1 15,0-1-7-15,1 0 9 0,-5-4-1 0,12 3 0 0,-7-1 11 16,-5-2 7-16,9 0-4 0,-9 0 3 16,8-5-1-16,-8 5-5 0,6-13-1 0,-2 5-3 15,-3-2 0-15,2 0-4 0,-3-3-4 0,0 2 5 16,-2-2-5-16,2-4-2 0,2 1 0 0,-4 3 0 0,4-3-4 16,-2 0-1-16,1 5 1 0,-1-1-2 15,1-1 0-15,-1 3 0 0,1 4-4 0,-1 6-4 16,6-11 2-16,-3 6-3 0,4 5 1 0,-7 0-1 15,19 1 4-15,-7 4-5 0,0 2 1 0,4 2 1 0,-1 3 3 16,0-1-2-16,-1 4 1 0,-2-2 0 0,1 1-2 16,-3-1 3-16,1 1 0 0,-3-3-1 0,0-3 0 15,-2 1-1-15,0 1 3 0,2-2 1 0,0-2 1 16,-6-2-4-16,3 1 8 0,1-1-5 0,-6-4 3 16,6 6 1-16,-6-6-2 0,9 0 1 0,-9 0 4 15,19-7-1-15,-10 0 2 0,0 2-3 0,0-4-2 16,-1 1 0-16,-2-2 1 0,3 1 1 0,-1-5 1 15,-2 0-5-15,0 0 3 0,2 3-2 0,-4-1-1 16,1-4 0-16,0 6 0 0,-1 1 0 0,-1 2 1 16,-1 1 3-16,-2 6-3 0,1-8-6 0,-1 8 0 15,0 0-6-15,0 0 7 0,0 0 1 0,0 0 1 16,9 15-5-16,-9-5 7 0,-1 1-3 0,1 5 0 16,0 2 4-16,-1 0 0 0,1 1-11 0,0-2-26 15,2 1-23-15,-2-1-25 0,0-2-34 0,3-3-36 16,-2 0-22-16,0-5-29 0,-2 4-115 0,2-5-344 15,-1-6 153-15</inkml:trace>
  <inkml:trace contextRef="#ctx0" brushRef="#br0" timeOffset="113849.16">29727 7871 102 0,'-2'-11'114'0,"0"5"-32"0,2 6-27 15,-3-8-24-15,3 8-11 0,0 0-10 0,0 0-19 16,13 17-23-16,-5-3-31 0,1 2-67 0,5 6 31 16</inkml:trace>
  <inkml:trace contextRef="#ctx0" brushRef="#br0" timeOffset="114680.24">29986 8147 49 0,'0'0'198'0,"8"-4"-20"0,-8 4-10 16,11-5-11-16,-6 2-3 0,2-4 0 15,0 1-11-15,2 0-13 0,-1-3-9 0,0 2-13 16,-1-2-13-16,1 1-5 0,-2-1-8 0,4-1-8 16,-3 0-7-16,-2 1-2 0,-1-1-12 0,0-1-3 15,-2 2-4-15,2 2-2 0,-3-1 1 0,-1 8 4 0,-1-11-6 16,1 11-5-16,-9-12-5 0,5 8-1 16,-2 2-8-16,6 2 0 0,-13 0-5 0,3 3-1 15,-2 5 1-15,-3 2 1 0,1 1-2 0,-1 1 3 16,2 4-4-16,3-2 0 0,-2 1-3 0,5-1-2 0,3-1-1 15,1-3 0-15,2 3 0 0,1-1 1 16,2 1 0-16,4-3-2 0,1-1-3 0,5 1-1 16,2 0 1-16,2-1 1 0,2-2-2 0,1-1 2 15,3-1-2-15,0-3 4 0,5-2-6 0,-4 0 3 0,-2 0 0 16,-1-3-1-16,1-2-6 0,-8 2 3 0,5-2-2 16,-1-3 1-16,-6 3-1 0,-1-2-6 15,-1-2-8-15,4-4 4 0,-6 3 1 0,-2-2 1 16,2-4-5-16,-2-1 2 0,-3 1 0 0,0-2 1 0,-2-3-3 15,-2-3 1-15,-1 5 0 0,2 0 3 0,-8-5-1 16,4 8 1-16,-3 2 13 0,4 3 6 0,0 2 1 16,-1 0 5-16,3 2 0 0,-2 1 4 0,4 6-6 15,-5-10 0-15,5 10-4 0,-3-7-2 0,3 7-3 16,0 0 0-16,0 0-2 0,0 0-2 0,0 0 3 16,8-6 1-16,-8 6-5 0,20 2 4 0,-7-1-3 15,1 2 2-15,6 1-1 0,2-1-1 0,-3 4-2 16,1-5 1-16,-1 2 1 0,-1 2 0 0,-2-2-3 15,-2 1-1-15,-3-1 2 0,-4 2-7 0,2 0 10 16,0 2-3-16,-2-2-1 0,-3 5 0 0,2 0-3 16,-3 5 5-16,-1-5-2 0,-3 5-1 0,1 0 3 15,0 1 1-15,-1 1-1 0,-2 1-1 0,0-5 1 16,3-1-4-16,2 3 8 0,-1-4-3 0,2-1 2 16,-1 1-3-16,2-3 1 0,1-1 2 0,1-2 0 15,2 1-1-15,1-1 1 0,2-3 4 0,0-1-5 16,3 0 2-16,-1-4-2 0,4-1 2 0,1 0-3 15,0-2 3-15,-2-4-4 0,0-1 19 0,0 0-5 16,-1-1 4-16,-4-2-3 0,1-2 2 0,-3 1-6 16,1-2-1-16,-4-2-1 0,3 1-3 0,-1-7-1 15,0 0-1-15,-2 7-2 0,-1-2 0 0,-2 3 3 16,-1 5 0-16,-1-1 0 0,1 3 1 0,-2 2-2 0,0 7-1 16,2-10-2-16,-2 10-1 0,2-7-8 15,-2 7 2-15,0 0 2 0,0 0-2 0,0 0 2 16,0 0 0-16,-11 27 1 0,8-14 1 0,0 5-1 15,2-1 3-15,0 0-5 0,1 2 4 0,0-3-3 0,0 2 1 16,1 0 2-16,0-3-1 0,2 1-1 16,-3-3 4-16,3-2-3 0,0 1-2 0,-2 1 2 15,2-3 3-15,-2 0-2 0,0 0 0 0,1-1-1 16,-2-2 1-16,0-7 1 0,-2 15 1 0,-2-6-1 0,1 2-5 16,-5-4-28-16,-1 2-27 0,-4 1-47 0,2-3-64 15,-1-1-42-15,-4 2-204 0,4-5-451 0,1-1 200 16</inkml:trace>
  <inkml:trace contextRef="#ctx0" brushRef="#br0" timeOffset="114825.82">31136 8107 2259 0,'11'-4'78'0,"-1"-2"-32"0,-4 4-38 0,0-2-40 15,1 0-39-15,-2 2-22 0,-5 2 9 0,0 0-19 16,5-6-33-16,-5 6-35 0,0 0-113 0,-24-5-307 15,3 2 136-15</inkml:trace>
  <inkml:trace contextRef="#ctx0" brushRef="#br0" timeOffset="116772.06">24483 7045 36 0,'0'0'142'16,"0"0"1"-16,-8-3-11 0,8 3-8 0,0 0-16 0,0 0-8 15,0 0-13-15,0 0-15 0,0 0-3 16,0 0-4-16,0 0-9 0,31-5 1 0,-1 2-5 0,4 0-4 16,17-3-2-16,1-5 0 0,6 3-12 0,9 3 6 15,23-5 6-15,-26 1-14 0,28-4 1 0,-29 4 0 16,0-1-7-16,-3-1 0 0,5 3 2 0,-2-3-7 15,-2 3-1-15,-5 1-3 0,-4-2 6 0,-17 2-5 16,-3 5-3-16,0-3-1 0,-4 2 1 0,-5 1-4 16,-5-1 2-16,0 1-1 0,-7 0-2 0,1 2 0 15,-3-3-1-15,-1 3-1 0,-8 0 8 0,12 0 5 16,-12 0 9-16,9-3 6 0,-9 3 9 0,0 0 7 16,8 0 5-16,-8 0-1 0,0 0 4 0,0 0-6 15,0 0-2-15,0 0 0 0,0 0-10 0,0 0-4 16,0 0-7-16,0 0-2 0,0 0-7 0,0 0-4 15,0 0-3-15,0 0-1 0,0 0-4 0,0 0-5 16,0 0-3-16,0 0 1 0,0 0-3 0,-25 8 3 16,19 2-3-16,-4 3-17 0,1 1-19 0,-3-1-34 15,-1 6-18-15,1 1-16 0,3-3-27 0,0-3-20 16,0 0-23-16,4 1-142 0,1-4-340 0,2-1 151 16</inkml:trace>
  <inkml:trace contextRef="#ctx0" brushRef="#br0" timeOffset="116975.93">25760 6955 1637 0,'-11'-23'-10'15,"-4"1"32"-15,-3 1 28 0,-1-1-13 0,0 1-8 16,-5 4-8-16,2-1 16 0,2 0 5 0,0-1 2 16,-1 2 11-16,6 5 5 0,-1 0 5 0,-1 0 11 15,4 2 4-15,3 4 0 0,1 0-11 0,-1 0-3 16,6 4-7-16,-2-2-22 0,6 4-31 0,-7-6-32 15,7 6-38-15,0 0-24 0,0 0-4 0,0 0-27 16,0 0-20-16,0 0-26 0,25 14-147 0,-8-9-337 16,4 0 149-16</inkml:trace>
  <inkml:trace contextRef="#ctx0" brushRef="#br0" timeOffset="117706.32">26928 6718 64 0,'-2'-8'167'0,"2"8"-7"0,-3-11-2 0,-1 4-18 15,0 2-1-15,4 5-8 0,-9-9-2 0,5 7-10 16,4 2-12-16,-12-6-13 0,5 3-8 0,7 3-8 15,-14 2-14-15,4 1-3 0,-1 2-9 0,-1 3 0 16,-1 3-4-16,0 3-8 0,-1 1-4 0,5 1 1 16,-1-1-3-16,4 2 0 0,-1-2-7 0,5 2 1 15,2 0-6-15,2-4 0 0,0-2-2 0,3-1-4 16,1-1-1-16,2 2 3 0,-2-2-12 0,5-5 6 16,-1 3 1-16,1-4 0 0,2-1-3 0,-1-3 4 15,-1 0 0-15,-1-1-2 0,4 1-2 0,-5-4-1 16,1-1 4-16,-2-3-2 0,-1 0 1 0,-1-1-6 15,-1-2 0-15,2 2 1 0,-4-6-1 0,1-1-2 0,0 2 1 16,-4-2-4-16,2 4 1 0,-4 3 4 16,2-2 1-16,0 4 8 0,0 8-4 0,0-14 1 15,0 14-6-15,0-9-1 0,0 9-4 0,0 0-4 16,0-7 0-16,0 7 0 0,0 0 0 0,0 0 1 0,0 0-2 16,5 28 4-16,-1-12 1 0,0-1-2 0,2 2-10 15,-2 1-19-15,3-2-13 0,-3 2-20 0,4 0-24 16,0-1-16-16,-1-3-13 0,1 1-25 0,1-2-16 15,-2-1-123-15,0-2-303 0,0-2 134 0</inkml:trace>
  <inkml:trace contextRef="#ctx0" brushRef="#br0" timeOffset="117907.17">27143 6600 66 0,'-4'-11'195'16,"2"4"-6"-16,0-1-26 0,2 8-15 0,-3-10-21 15,3 10-16-15,0 0-10 0,-1-5-9 0,1 5-6 16,0 0-4-16,0 0 2 0,4 36-2 0,0-17-9 16,3 5-5-16,-2 5-7 0,2 1-4 0,-3 1-4 15,2-2-5-15,1 3-21 0,-2 1-20 0,2-5-18 16,1 0-37-16,-3-1-20 0,5-8-39 0,-4-1-49 16,-4-1-99-16,3-4-277 0,-5-2 122 0</inkml:trace>
  <inkml:trace contextRef="#ctx0" brushRef="#br0" timeOffset="118059.58">27030 6843 2065 0,'-8'-16'-26'15,"2"2"27"-15,5 3 0 0,-3 2-7 0,2 4-11 16,2 5-23-16,-2-11 7 0,2 11 5 0,4-7 5 16,5 2 13-16,3 3-9 0,9-4-15 0,9 5-18 0,7-3-27 15,16 2-31-15,1-4-21 0,-2 6-113 16,1-3-263-16,4 1 117 0</inkml:trace>
  <inkml:trace contextRef="#ctx0" brushRef="#br0" timeOffset="118277.55">28022 6489 95 0,'2'-16'200'16,"-2"-1"-6"-16,-1 6 2 0,2 1 1 0,1-1-5 0,-4 3-15 15,2 8-19-15,0-10-21 0,0 10-17 16,0 0-14-16,0 0-6 0,0 0-7 0,14 29-6 15,-5-4-10-15,0 4-3 0,0 3-5 0,1 14-4 16,-5-11-8-16,3 10-3 0,-4-10-5 0,0 1-2 0,2-3-6 16,0 1-11-16,-2-2-21 0,-1-3-15 0,2-2-22 15,0-3-22-15,-3-5-30 0,0-3-19 0,-1-1-32 16,1-2-28-16,-2-1-15 0,-4-1-143 16,-1-2-342-16,-4-2 152 0</inkml:trace>
  <inkml:trace contextRef="#ctx0" brushRef="#br0" timeOffset="118499.88">28085 6415 45 0,'16'-9'120'0,"1"2"-3"16,-5 4-12-16,2 0 3 0,-2 2-2 0,2 1-5 15,-4 3-7-15,1 1-12 0,0-1 0 16,-2 3 2-16,0 1-5 0,0 1-9 0,-4 1-3 0,-1 0-4 15,0 2-8-15,-2 1-3 0,-4 3-8 0,-4 1-1 16,0 2-6-16,-7 4-8 0,-4-2-22 0,0 2-25 16,-3 0-39-16,3-2-31 0,3-3-40 0,1-3-89 15,2 1-235-15,1 1 105 0</inkml:trace>
  <inkml:trace contextRef="#ctx0" brushRef="#br0" timeOffset="118859.53">28440 6922 1856 0,'12'-4'30'0,"3"-7"29"0,0 3-9 0,-5-2-26 16,4 0-10-16,-1-2 1 0,0-2 10 0,1-1 7 15,1-3 11-15,3-3 11 0,-3-1 10 16,3-1-4-16,-3 1 7 0,-3-2 0 0,2-2-7 0,-1 4-4 16,0-2-7-16,0-2-3 0,-1 0 2 0,0 1-11 15,-5-3-3-15,2 1-2 0,-2 2-7 0,-1 0 0 16,-1 8-6-16,-1 1 4 0,-3 4-2 0,0 2 1 15,0 0 0-15,-1 3-4 0,0 7-3 0,-1-10-3 16,1 10-5-16,0 0-5 0,-6-4-2 0,6 4-4 16,-16 9-10-16,1 3 13 0,-5 5-9 0,-4 5-10 15,5-1-11-15,3 3-5 0,5-2-11 0,2-3-2 16,4 1-6-16,5-1 3 0,5 1 1 16,0-4 5-16,8 8-13 0,-2-8 4 0,3-2 2 0,2-1 8 15,-1 1 1-15,-2-2 7 0,2 1 0 0,-6-6 4 16,0 1 3-16,1 0-4 0,-5-3-4 0,-1 0-3 15,0 2-1-15,-1-1-14 0,-3-6-12 0,2 9-11 16,-2-9-19-16,-2 7-16 0,2-7-10 0,-7 8-24 0,7-8-83 16,-8 5-250-16,8-5 112 0</inkml:trace>
  <inkml:trace contextRef="#ctx0" brushRef="#br0" timeOffset="119039.45">28943 6611 112 0,'5'-9'213'0,"-1"-4"-14"0,0 6-9 15,0-1 4-15,0 3-16 0,-2-1-12 16,-2 6-18-16,5-8-16 0,-5 8-16 0,0 0-13 16,0 0-7-16,0 0-11 0,13 10-5 0,-8-1-11 0,-1 1-4 15,2 6-7-15,-2 1-5 0,-1 1-5 0,1 1-24 16,-2 1-31-16,-1 3-43 0,1-5-43 16,0-1-48-16,0 2-55 0,-2 0-111 0,-2-6-334 15,1-1 148-15</inkml:trace>
  <inkml:trace contextRef="#ctx0" brushRef="#br0" timeOffset="119203.9">28900 6378 52 0,'0'0'86'0,"7"-5"-13"0,-7 5-14 16,16 12-24-16,-2 0-31 0,0 0-29 0,11 7-23 15,2 0-51-15,8 0 23 0</inkml:trace>
  <inkml:trace contextRef="#ctx0" brushRef="#br0" timeOffset="119720.5">29517 6560 135 0,'-8'-1'182'0,"-3"1"-12"0,-3-2-10 15,-3 4-8-15,-2 0-14 0,2 4-1 0,-2 1-11 16,1 1 14-16,3 2-8 0,-2 3-11 0,3 0-9 15,3 1-12-15,-2 0-10 0,7 0-5 0,2 3-13 16,1-5-1-16,4-1-8 0,2 2-5 0,3-3-8 16,1 0-2-16,3-2-9 0,3 2-11 0,-2-4-9 15,7 0-10-15,-5-2-8 0,0-3-4 0,1-1-6 16,-3-3-4-16,0-1 1 0,-1-3-2 0,0 1-1 16,-2-5 1-16,-1-4 0 0,-1-2 4 0,-3-2 6 15,2-4-1-15,-3-4 14 0,-2-1-3 0,-3 0 5 16,-2-1 3-16,1 1 1 0,3-2 8 0,-5 3 6 15,-1-2 2-15,2 0-4 0,0 0 0 0,2 4 7 16,3 7 5-16,-1 2 3 0,0 7-3 0,2-2-4 16,-2 3-5-16,1 8-10 0,-1-9-8 0,1 9-15 15,0 0-1-15,0 0 2 0,0 0-2 0,11 23 2 16,-5-4 3-16,5 10-2 0,-4 2 1 0,1 0 0 16,1-1 3-16,-1 2-3 0,4-5 3 0,-3-1-1 15,3 0 0-15,1-2-1 0,-1-3 0 0,1-4-1 16,0-4 2-16,0 0-2 0,1-4-1 0,2 0-9 15,2-3-4-15,0-1-6 0,0-2 1 0,0-3-1 16,-4-1 0-16,3-1 3 0,-5-2-2 0,5-3 2 16,-4 1 1-16,1-4-5 0,-5 2 6 0,2-6-1 15,-2 0 4-15,0 0 4 0,-5-2 2 0,-1-2-2 16,0 0 3-16,-1 1 12 0,-2 1-3 0,-2 4 18 16,2 1 4-16,0 1 2 0,0 10 0 0,-2-11-6 15,2 11-4-15,-4-8-5 0,4 8-1 0,0 0-5 16,-18 10 3-16,7 2-2 0,-1 5-1 0,-1 5-8 15,-1 4-22-15,0 1-38 0,7 1-51 0,4-3-67 16,3 4-212-16,4-9-421 0,5 3 187 0</inkml:trace>
  <inkml:trace contextRef="#ctx0" brushRef="#br0" timeOffset="120388.46">26034 9607 96 0,'-13'4'159'0,"2"-2"-12"0,1 0-10 16,4 0-14-16,6-2-6 0,-7 2-15 0,7-2-7 15,0 0-3-15,0 0-3 0,30 10-6 0,-1-7-9 16,7-3-5-16,20 0-4 0,7-6-4 0,27-1-8 16,-25 3-6-16,27-6-1 0,-29 4-9 0,0 3-6 15,-3-1-5-15,-1-1-1 0,-10 4-5 0,-10-2-1 16,-4 3 0-16,-1 0-6 0,-7 3 0 0,-7-1-4 16,2 0 7-16,-8 0-10 0,-1-1-1 0,-4 2-6 15,-2-2 3-15,0 2 0 0,-1 0-3 0,-6-3 8 16,1 8 3-16,-1-8 5 0,-5 13 14 0,-4-2 1 15,-4 0-2-15,1 1 0 0,-6 1 1 0,-4 4-4 16,-2-1-2-16,1 0-6 0,0 0 3 0,0 1-3 0,10-6-4 16,-3 2-17-16,5-3-25 0,2-1-36 15,3 1-34-15,-2-2-28 0,2 1-42 0,0-1-114 16,3-2-306-16,1-1 136 0</inkml:trace>
  <inkml:trace contextRef="#ctx0" brushRef="#br0" timeOffset="120578.02">26933 9578 2074 0,'-20'-32'-8'0,"-1"1"25"16,-8-6 1-16,7 12 1 0,-3 1 0 0,0 2 4 15,-2 3 6-15,4-1 0 0,0 3 5 16,4 6 10-16,-3-5-1 0,6 6 12 0,0-1 7 16,5 4 2-16,2-1-6 0,0 1-5 0,2 3-9 0,3 0-27 15,-2 0-37-15,6 4-33 0,0 0-26 0,0 0-28 16,0 0-22-16,0 0-26 0,23 0-40 0,-4 2-131 15,1 0-354-15,7 0 157 0</inkml:trace>
  <inkml:trace contextRef="#ctx0" brushRef="#br0" timeOffset="121752.2">27784 9547 59 0,'0'0'146'0,"-2"-8"-5"0,2 8-9 16,0 0-1-16,0 0-13 0,0 0-1 0,0 0-11 15,0 0-17-15,0 0-8 0,0 0-13 0,0 0-9 16,0 0 0-16,0 0-8 0,0 0-4 0,0 0-9 16,0 0 6-16,11 20 8 0,-10-8-2 0,3-1-7 15,-2 3-2-15,1-3-7 0,0 5 3 0,-1 0-3 16,3 0 1-16,-2 0-6 0,1 0 2 0,-4-4-8 16,4-1-5-16,-1 1 4 0,0-2-3 0,-1 0-11 15,0-1 6-15,-2-2 4 0,0-7-5 0,4 10 1 16,-4-5 0-16,0-5-2 0,4 8 3 0,-4-8 9 15,0 0 10-15,1 9 10 0,-1-9 5 0,0 0 5 0,0 0-1 16,0 0-1-16,0 0-10 0,0 0 2 16,0 0-8-16,0 0-3 0,0 0-4 0,0-28 0 15,1 17-7-15,2-5 0 0,1 0-3 0,4-2-5 16,0-5-3-16,3 0 1 0,5 1-2 0,1 0-2 0,-2 1-8 16,10 4 5-16,-3-1-2 0,0 4 1 0,-3 5-2 15,-2 2-3-15,-3 4-3 0,-1 0 6 16,-2 4-5-16,3 1 0 0,-1 1 0 0,-1 4 0 15,1 3 5-15,1 4-1 0,-3 1-3 0,-2 1 4 0,-3 0 0 16,4 7-4-16,-6-3-5 0,4 5-13 16,-5-8-25-16,-1 2-36 0,3-2-36 0,-1 0-37 0,1-3-38 15,-3-2-157-15,2-1-376 0,1-3 166 0</inkml:trace>
  <inkml:trace contextRef="#ctx0" brushRef="#br0" timeOffset="122163.96">28452 9794 196 0,'0'0'191'0,"13"-21"-7"16,-4 12-4-16,6-6-1 0,5-5-4 0,0-2-2 15,1-1-12-15,3-1-10 0,0-1-5 0,-1-3-13 16,1 1-6-16,-2-3-10 0,0 3-7 0,-4-2-1 15,2 2-15-15,-3 1-10 0,-2 0-6 0,-2 1-6 16,-1 2-9-16,-2-2 0 0,-7 9-9 0,-1-3-8 16,-1 8-1-16,-4-2-9 0,1 4 1 0,-2-1-9 15,-1 6-3-15,-3-1-4 0,-1 4-2 0,-3 1-6 0,0 4-4 16,-3 3 0-16,-3 6-7 0,-2 3-7 16,2 5-10-16,-3 2-5 0,10 2-7 0,3 2-10 15,5 0 1-15,3 2-12 0,4-3-3 0,3-1 0 16,2-7-2-16,6 6 4 0,3-2 5 0,5-3 1 15,1-2 3-15,-1 0 3 0,1-3 5 0,1-1-1 16,-1-1 4-16,-10-4 7 0,1 2 0 0,-6-2-1 16,0 0 1-16,-3-1 1 0,-2-1 4 0,-1 1-2 15,-3-7-8-15,-8 12-8 0,-1-3-22 0,-6 0-9 0,-2 0-15 16,-1 1 0-16,1-1-12 0,0-5-19 0,-1 0-9 16,6-2-18-16,0-2-115 0,4 0-275 0,8 0 121 15</inkml:trace>
  <inkml:trace contextRef="#ctx0" brushRef="#br0" timeOffset="122333.51">29125 9407 73 0,'3'-7'221'0,"0"0"-23"0,-3 7-23 0,5-6-17 16,-5 6-14-16,4-4-13 0,-4 4-15 0,0 0-14 15,0 0-5-15,5 20-9 0,-5-8-12 0,0 5 0 16,-1 1-22-16,1 7-39 0,-3 1-43 0,2-7-47 15,-2 0-40-15,2 0-136 0,0-3-273 0,0-3 121 16</inkml:trace>
  <inkml:trace contextRef="#ctx0" brushRef="#br0" timeOffset="122503.83">29049 9391 1471 0,'-22'-45'36'0,"5"16"8"0,-1-1-7 0,5 4-29 15,3 10-4-15,1-1-2 0,4 8-13 0,-2 0-15 16,2 2-33-16,3 1-4 0,2 6 8 0,0 0-2 16,0 0-8-16,0 0-13 0,18 21-4 0,-2-8-6 15,8 5-82-15,4-3-184 0,8 2 81 0</inkml:trace>
  <inkml:trace contextRef="#ctx0" brushRef="#br0" timeOffset="123022.09">29525 9374 130 0,'0'0'160'15,"0"0"8"-15,0 0 3 0,0 0-1 0,-27-14-7 16,15 14-6-16,0 0-9 0,0 1-8 0,1-1-14 16,2 3-16-16,-2 0-7 0,1 2-8 0,2 2-11 15,1 4-13-15,0-1-2 0,0 4-9 0,3-2-5 16,0 4-3-16,4 0-4 0,0-3-7 0,3 2-1 16,2 0-2-16,1-3-6 0,2-2-8 0,1-1-5 0,6 0-4 15,-5-4-7-15,2-2 1 0,3-1-9 16,-2-2-2-16,1-2 6 0,-1-2 1 0,-2 0-4 15,5-6 0-15,-7 1-2 0,2-6 4 0,-2-1-2 16,-4-1-3-16,-1-2 6 0,-1-7-2 0,-1 4 2 0,-2-4-2 16,-1-3 4-16,0 0-1 0,-1-1-4 0,-2 0 10 15,1-1 0-15,-1 2-2 0,0-3-2 16,3 0 3-16,-2 8 7 0,2 6 7 0,-3 3 9 16,3 4-3-16,-2 1-5 0,2 3-6 0,1 7-5 0,-1-8-2 15,1 8-6-15,0 0 1 0,0 0-1 0,0 28 0 16,0-3 3-16,1 5-1 0,-1 1-3 0,0 15-1 15,1-13 1-15,2 1 1 0,0 0-2 16,3-1 3-16,3-5-5 0,0-1 0 0,3-4-1 0,4-2-3 16,-1-6 5-16,0-2-1 0,3-2-2 0,1-3-3 15,2-3-5-15,-1-3-4 0,2 2-4 0,0-8 0 16,7 0-5-16,-2-3-4 0,-8-1-3 0,-1-1 3 16,0-3 2-16,-1 0 4 0,-2-3-4 0,-4-1 1 15,3-4 3-15,-6 1 0 0,-2 0 0 0,0-7 3 16,-5 7 1-16,0-6 7 0,-3 10 8 0,-1-2 5 15,-1 6 21-15,2 0 9 0,-2 3-9 0,-1 1 3 16,-2 2-4-16,7 5-5 0,-12-4-2 0,12 4-2 16,-20 14 0-16,9 0-1 0,1 3-2 0,-3 5-3 15,6-3-28-15,4 6-26 0,3-1-52 0,2 1-48 16,7-8-40-16,1-1-195 0,6-3-412 0,1-1 183 16</inkml:trace>
  <inkml:trace contextRef="#ctx0" brushRef="#br0" timeOffset="124748.2">30760 6073 56 0,'0'0'62'0,"11"-1"-3"0,-11 1-6 0,20 6-4 15,-4 3 1-15,8 3-2 0,3 2-6 0,2 2 6 16,2 4-6-16,-1 1-6 0,6 11-1 0,-8-6-13 15,7 11 6-15,-3 0-11 0,-12-5 8 0,7 7-7 16,-3 3 0-16,-2 2 2 0,-3 3-5 0,-5 0-4 16,3 0 0-16,-2 0-3 0,-1 2 2 0,0 5 4 15,0 1 4-15,-3 3-5 0,8 22 0 16,-8-26 1-16,0 4-6 0,-1 1 5 0,0 1 3 16,-4-2-4-16,10 21-1 0,-7-23 0 0,-6 0-2 0,4 3 2 15,-5 20 3-15,0-18-2 0,-7-1 3 0,-3-2-9 16,-6 24 6-16,8-25-4 0,-2 0 1 0,-1 0 4 15,-4 4-3-15,2-2-1 0,3-1-10 0,-4 0 11 16,1 1-4-16,-2 24 6 0,2-29-6 0,2 4-1 16,1 0-1-16,0 1 0 0,1-1 4 0,0 0-5 15,2-1-2-15,5-2-3 0,-1 0 9 0,2-3-11 16,-2 0 8-16,2 0-8 0,0 2-1 0,2-2 3 16,0-5-5-16,-1 2 2 0,-2-13 4 0,-2 0-2 15,-1-2 2-15,0 1-1 0,-2-3-4 0,-4 0-9 16,-1-4 3-16,1-1 2 0,-4-5 8 0,3 0-6 15,1-6 8-15,-1-6-12 0,2-1 6 0,1-2 0 16,-2-1 3-16,-3 0 0 0,3-2 6 0,2-2-17 16,-5 0-21-16,2-2-11 0,10 0-25 0,-18-3-70 15,6-2-151-15,1 0 67 0</inkml:trace>
  <inkml:trace contextRef="#ctx0" brushRef="#br0" timeOffset="124947.42">31609 8400 2491 0,'9'-19'-31'0,"0"-4"35"0,1-2 23 0,-1 9-27 0,-4 5-48 15,2 2-50-15,-2 3-30 0,3 2-13 0,2 1-10 16,-3 3-12-16,4 0-131 0,-11 0-318 15,15 2 141-15</inkml:trace>
  <inkml:trace contextRef="#ctx0" brushRef="#br0" timeOffset="-182380.55">3837 12544 2 0,'0'0'47'16,"-1"-8"-3"-16,1 8-5 0,-1-9-6 0,1 9-2 16,0 0-8-16,-4-9 0 0,4 9-1 0,0 0-8 15,-1-7 9-15,1 7-1 0,0 0 6 16,-4-8-12-16,4 8-5 0,0 0 12 0,-4-8-8 15,4 8-1-15,-5-5-3 0,5 5 7 0,-5-4-2 16,5 4 7-16,-8-4-3 0,8 4-4 0,-11-1 2 0,11 1-1 16,-9-2 5-16,9 2-8 0,-16 0-2 0,9 0 1 15,7 0 5-15,-17 0-8 0,6 2-3 0,0-1 0 16,1 1 9-16,0-1-2 0,1 0-2 16,0 0-2-16,-4 2 7 0,3-1-5 0,0 1-6 15,-3 0 3-15,1-1-1 0,-1 1 3 0,0-1-5 0,0 2 3 16,0-2 7-16,0 2-18 0,1-1 11 0,-1 0-2 15,0-1-9-15,3 2-3 0,-2-1 5 0,0-1 5 16,1 2-6-16,-3-1-5 0,3 1 8 16,-1 0 1-16,-2 2-1 0,4-3 0 0,-2 0 3 15,0 1-1-15,0 1-6 0,-1-1 1 0,4-1-1 16,2 0 0-16,-2-1 5 0,0 1 0 0,2 0 6 0,-2 1-6 16,-1 0-3-16,3 0 7 0,-2-1 1 0,2 0-8 15,-2 1-6-15,0-1 6 0,2 0-5 16,-1 1 11-16,-2 1-4 0,3-1-6 0,-2-1 1 15,-1 0 10-15,1 4-2 0,0-2-6 0,-2 0-2 16,2 2 2-16,0-2-5 0,0 1 0 0,-2-2 11 16,0 3-7-16,4-3 5 0,-5 2-3 0,4-1 2 0,-1-1-5 15,1 3 6-15,1-4-2 0,1 1-1 0,1 1-20 16,-2-1 16-16,0 0 0 0,2 0-2 16,-2 0 11-16,2 0 2 0,5-4 1 0,-9 6-8 15,4-3 3-15,5-3 0 0,-6 8-3 0,6-8-4 16,-7 6-6-16,3-3 9 0,4-3-3 0,-7 10 8 0,0-6-8 15,4 1 3-15,-1 0 1 0,0 0 3 16,0 1-4-16,-1 0-5 0,1-1 5 0,-2 1 6 16,2 0-5-16,-1 1 10 0,0-1 4 0,1-1-13 15,-2 2-2-15,0 2-3 0,2-3 3 0,1-1 2 16,-3 4-3-16,1-1 7 0,1-1-14 0,-1 1 8 16,-1 1-2-16,2-4 2 0,0 1 0 0,0 3 2 15,1-1 0-15,-3 0-3 0,1 2 0 0,0 1-9 0,0 0 12 16,0-1 1-16,0 0-6 0,0 0 0 15,0 2 6-15,-2 0-6 0,2 0 10 0,1 0-4 16,-1-2 6-16,0 3-12 0,0 1 10 0,0-3-9 16,-1 5-2-16,0-5 6 0,3 1-4 0,-3 3-4 15,3-4 6-15,0 1 4 0,-2 2-8 0,1-2 3 16,0-2 4-16,2 2 0 0,-2-2-6 0,1 1 7 0,1 0-10 16,-1 0 3-16,-1 1-1 0,4-3 9 15,-3 1-6-15,-1-1 4 0,3 1-1 0,-2 1-4 16,0-1 4-16,1-1 0 0,-3 2-4 0,2 1 3 15,1-2 8-15,-2 3-10 0,-1-1-3 0,1-1 21 16,1 1-20-16,-1-2 2 0,-1 5-5 0,0-4 13 16,-2 5 3-16,2-1-1 0,-3 0 2 0,0 0 0 15,0 1-7-15,-2-5 0 0,3 4-5 0,1-3 10 16,-4 1-6-16,1 0 0 0,3-2 5 0,-2 2-4 16,2-1 2-16,-4 3-7 0,1-4 2 0,1 0 1 15,0-1-4-15,3-2 2 0,-1 1 5 0,-1-1 6 16,2 0-12-16,-4 1 8 0,2 0-2 0,-2-1-2 15,2-1 0-15,1 3 8 0,1-3-6 0,0 2-2 16,-2-1 5-16,0 1-7 0,-1 0-9 0,0 1 8 16,1 0-2-16,-2-1 3 0,0 3 0 0,0-4 2 15,1 1 2-15,-2 4-2 0,2-2-5 0,-2 0 2 16,-1 2 0-16,4-3-4 0,-2 0 10 0,-1 3 1 16,-1-1-9-16,4-3 5 0,-2 0-1 0,4-1 5 15,-4 1-7-15,3 1-4 0,-1-1 11 0,0 0 1 16,-5 5-9-16,3-2 11 0,0 2-6 0,2-4 7 15,-1-1-2-15,-1 5-7 0,0-4 11 0,1 5-10 16,1-5 2-16,0 0-2 0,1 0 2 0,2 0 0 16,-5 2-7-16,1-3 31 0,1 0-3 0,-3 2-2 15,3-3-11-15,-1 4 5 0,3-3-2 0,-2 0-3 16,-2 1 0-16,2-1-3 0,-1 1-2 0,2-1-3 16,-2 0 7-16,2-3-4 0,-1 3 4 0,-1 1 3 15,-1-1-4-15,1-2-9 0,1 3-2 0,-1-2 5 16,0-2-5-16,1 3 2 0,-1 0 0 0,-1-3 4 15,1 1-9-15,2 0 1 0,0-1 1 0,-3 1 6 16,2 0-3-16,2-2-4 0,-1 3 0 0,-3 0 6 16,4-3 3-16,-4 3-4 0,2-1-1 0,0 0-2 15,-1 2 5-15,-1-2-7 0,1 1 0 0,2-1 1 16,-2 0 4-16,1 0-5 0,-1-1 3 0,3-1-3 16,-2 3 0-16,-1 1 7 0,3-5 0 0,-1 2-3 15,0 1-1-15,-1 3-1 0,2-2-1 0,-1 0 7 16,1-2-10-16,0 0 1 0,1 0 5 0,0-1 2 15,0 1-4-15,-1-3 4 0,0 4-2 0,0-1-5 16,-1 1 6-16,2-1 0 0,-1 2-5 0,-2-2 2 0,2-1 3 16,-1 3-5-16,-1 1-1 0,1-4 7 15,-2-1-8-15,2 1 3 0,1 1-2 0,-1-2 1 16,6-4 8-16,-7 7-3 0,0-3 14 0,7-4-16 16,-10 7-6-16,5-4 9 0,0 3-1 0,1-2-1 15,4-4-5-15,-11 6 2 0,6-4 3 0,5-2-3 16,-5 7 2-16,5-7 1 0,-6 3-4 0,6-3 8 15,0 0 7-15,-7 4-13 0,7-4 0 0,0 0 4 16,-9 3 3-16,9-3-8 0,-5 2-1 0,5-2 7 16,-8 1 5-16,8-1-13 0,-6 2 4 0,6-2 0 15,0 0-3-15,-10 3-1 0,10-3 3 0,-7 2 1 0,7-2-1 16,0 0 2-16,-10 4-3 0,10-4 15 0,-9 3-21 16,9-3 0-16,-8 4 3 0,8-4 0 15,-7 2 0-15,7-2 4 0,-8 2 0 0,8-2 3 16,-14 1-3-16,9 2-2 0,-2 0 2 0,-6 3-6 15,2 0 8-15,0-2 1 0,-7 3-6 0,6-4 3 16,1 3-2-16,2-2 10 0,-3-1-7 0,0 1-2 16,1 1 2-16,0 1 1 0,-2-3 7 0,0 4-25 15,0-2-1-15,2 0 8 0,-3-1-10 0,1 2 7 16,0-2 6-16,1 1-11 0,1 0 4 0,0 0-1 16,-1 1 9-16,1-3 0 0,-1 2 1 0,1 0-4 15,0-1 0-15,0-1 2 0,2 2-4 0,-1-1 15 16,-2-3-11-16,2 3-2 0,4 0 11 0,-2-3-4 15,-2 1 5-15,10-2-4 0,-9 3 5 0,3-1-3 16,6-2-5-16,-8 3 4 0,8-3-6 0,0 0 7 16,-9 3-10-16,9-3 6 0,0 0-2 0,0 0 6 15,-6 1-5-15,6-1 8 0,0 0-8 0,0 0 3 16,0 0 1-16,0 0 1 0,0 0 1 0,0 0-5 16,0 0 3-16,0 0-1 0,0 0-1 0,0 0 4 15,0 0 0-15,-8 2-7 0,8-2 1 0,0 0 7 16,0 0-2-16,0 0 3 0,0 0 0 0,0 0-15 15,0 0 10-15,0 0 8 0,-8 4-9 0,8-4 3 16,-7 2-1-16,7-2-3 0,-6 4 0 0,6-4 5 16,-7 4-12-16,7-4 9 0,0 0 8 0,-7 3 3 15,7-3-8-15,0 0-3 0,-11 1 1 0,11-1 1 16,0 0 2-16,0 0 4 0,-9 1-4 0,9-1-5 16,0 0 3-16,0 0-6 0,-9 0 5 0,9 0 4 15,0 0-4-15,0 0 2 0,-11-1 0 0,11 1-3 16,0 0-1-16,0 0 11 0,0 0-14 0,0 0 8 15,0 0-2-15,0 0-8 0,-11 0 4 16,11 0 4-16,0 0-7 0,0 0 10 0,0 0-6 16,0 0 2-16,0 0-1 0,0 0 11 0,0 0-9 0,0 0-3 15,0 0 3-15,0 0-1 0,0 0 2 0,0 0-1 16,0 0 0-16,0 0 2 0,0 0-2 0,0 0 3 16,-9 3 1-16,9-3-8 0,0 0 4 0,0 0-3 15,0 0-7-15,0 0-1 0,0 0 13 0,0 0-14 16,0 0-7-16,0 0 10 0,0 0-20 0,0 0 3 15,0 0-10-15,0 0 6 0,0 0-9 16,0 0-4-16,13 15-1 0,-13-15 2 0,0 0-8 16,8 3-2-16,-8-3-1 0,5 1-37 0,-5-1-97 0,10 3 44 15</inkml:trace>
</inkml:ink>
</file>

<file path=ppt/ink/ink1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09:56:45.325"/>
    </inkml:context>
    <inkml:brush xml:id="br0">
      <inkml:brushProperty name="width" value="0.05292" units="cm"/>
      <inkml:brushProperty name="height" value="0.05292" units="cm"/>
      <inkml:brushProperty name="color" value="#FF0000"/>
    </inkml:brush>
  </inkml:definitions>
  <inkml:trace contextRef="#ctx0" brushRef="#br0">6818 16113 76 0,'0'0'117'0,"-2"-8"8"16,2 8-2-16,-3-9-5 0,3 9-7 0,-3-8-3 15,3 8-16-15,-3-5-4 0,3 5-3 0,0 0-7 16,-2-7 1-16,2 7-10 0,0 0-4 0,0 0-12 15,-3-9-15-15,3 9 4 0,0 0-4 0,0 0 0 16,0 0-8-16,0 0-1 0,0 0-4 0,0 0-3 16,0 0-1-16,8 35 0 0,-4-20-4 0,0 4 4 15,2 5-3-15,-1 2-3 0,0 0 25 0,-1 3-3 16,0 0-7-16,2 2-1 0,1-2-2 0,-4 2 2 16,1-6-8-16,3 2 0 0,-6 0-3 0,4-2-4 15,-1-6-1-15,-3-1 1 0,6-2-2 0,-5 3 0 16,2-2-2-16,0-1-5 0,-2 1 5 0,1-5-27 15,1 0 3-15,0-2 4 0,-3-2-5 0,3 2 6 16,-2-2-2-16,-2-1 1 0,2 0 5 0,-2-7-1 16,2 12 0-16,-1-8-3 0,-1-4-1 0,2 9-9 15,-2-9-7-15,0 0-12 0,0 0-36 0,-2 9-40 16,2-9-34-16,0 0-113 0,0 0-282 0,0 0 124 16</inkml:trace>
  <inkml:trace contextRef="#ctx0" brushRef="#br0" timeOffset="303.2">6829 16038 73 0,'10'-5'87'0,"1"0"1"0,1-1-1 16,1 6-25-16,1 0-3 0,0 6 0 0,3 0 0 16,-3 4 2-16,0 3 6 0,-4 0-12 0,-1 3 4 15,-4 3-1-15,2 7-2 0,-6-2 0 0,-1 1-7 0,-1-4 2 16,-4 3-6-16,-3 0-5 0,0-7 1 16,0 0-4-16,-2-1 3 0,1 0-10 0,-1-1-2 15,-1 2-9-15,-2-3 0 0,1-2-8 0,-2-1-13 16,4-2-31-16,0-2-28 0,-4 2-28 0,2-2-114 15,1-2-217-15,2-4 96 0</inkml:trace>
  <inkml:trace contextRef="#ctx0" brushRef="#br0" timeOffset="799.97">7158 16473 26 0,'7'4'139'16,"-7"-4"-8"-16,5 7 2 0,-2-2-16 0,1 3-2 16,-2 0-7-16,1 0-5 0,1 0-6 0,2 3 1 15,-3-2-9-15,0 1-7 0,1-1-3 0,-1 1-9 0,-1-3-7 16,0 3 4-16,0 0-2 0,1-1-5 15,-2-3-5-15,2 0-8 0,-3-6 0 0,1 8 4 16,-1-8 0-16,0 7 9 0,0-7 5 0,4 6 9 16,-4-6-4-16,0 0-1 0,0 0-1 0,0 0-16 15,0 0 2-15,0 0-8 0,0 0-4 0,0 0-7 16,0 0-1-16,-18-13-3 0,18 13-6 0,-3-14-1 16,2 8-3-16,-2-5-3 0,3 2-1 0,0-2-1 15,0-1-4-15,2 0 0 0,0 0-3 0,1-3 0 16,1 4-3-16,-2-1 1 0,3 4-9 0,2-2 5 15,0 1-3-15,-1 2 4 0,0 0-3 0,2 4-3 16,0-1-1-16,3 2 4 0,-2 0 1 0,-9 2-2 16,20 3 3-16,-11 2-3 0,4 0 1 0,-4 4 2 15,0-1-2-15,1 2-1 0,0 3-2 0,-3-3 5 16,-1 0-4-16,2 2 2 0,-5-2 6 0,3 0-7 16,-3 1 1-16,1-1 1 0,0 0-8 0,-1-1-14 15,-1 0-17-15,-2-9-35 0,4 17-39 0,-3-10-41 16,-1-7-41-16,2 13-22 0,-2-13-116 0,0 0-360 15,0 0 160-15</inkml:trace>
  <inkml:trace contextRef="#ctx0" brushRef="#br0" timeOffset="1143.58">7549 16525 22 0,'0'0'149'0,"0"0"-4"0,0 0 4 0,0 0 12 15,0 0-9-15,0 0-9 0,-2 23-12 0,0-14-13 16,1 2-19-16,-2 0-4 0,3 0-7 0,-3 1-12 0,3-2-2 16,2 0-12-16,-2-1-3 0,0-2-11 0,2 0-6 15,1-1 3-15,1-1-2 0,-4-5-8 16,5 9 0-16,-1-5-4 0,-4-4 5 0,14 1 5 16,-7-1 5-16,-7 0-4 0,19-4 2 0,-8 1-4 15,0-1-4-15,1-1-1 0,-1-1-6 0,1 1-1 16,-3-4-3-16,-2 1 0 0,0 0 1 0,0-1-5 15,-3 1 0-15,-3-3-2 0,1 1-2 0,-4 0-1 16,-1 0 0-16,-2-1-2 0,-4-3-3 0,1 5-1 16,-2 1 0-16,0 1-2 0,-2 1-1 0,-6-1-3 15,5 4 4-15,-1 2-2 0,0 0-7 0,3 2-20 16,-3 2-6-16,2 3-14 0,-1 2-23 0,3-1-35 16,4 1-33-16,1 1-55 0,0 3-159 0,1-2-373 15,4-10 165-15</inkml:trace>
  <inkml:trace contextRef="#ctx0" brushRef="#br0" timeOffset="1515.77">8062 16425 30 0,'0'0'199'0,"3"-4"-7"0,-3 4-11 15,0 0-13-15,0 0-13 0,0 0-10 0,0 0-12 16,4-8-13-16,-4 8-6 0,8-4-11 0,-2 2-6 16,1-2-13-16,2 1-11 0,1 0-1 0,0 0-9 15,-3 1-20-15,0 0-24 0,-7 2-21 0,0 0-34 16,20-2-23-16,-20 2-26 0,10-2-18 0,-10 2-36 16,0 0-18-16,12 2-78 0,-12-2-256 0,0 0 114 15</inkml:trace>
  <inkml:trace contextRef="#ctx0" brushRef="#br0" timeOffset="1687.86">8055 16556 97 0,'0'0'171'0,"-7"7"-14"0,7-7-11 0,-2 5-11 16,2-5-9-16,0 0 2 0,0 0-13 15,12 5-7-15,-12-5-11 0,20-3-9 0,-6-1-9 16,3-1-9-16,3-2-28 0,-1 2-32 0,0-4-47 15,0 1-45-15,-1 1-56 0,-5 1-81 0,5-2-237 0,-3-1 105 16</inkml:trace>
  <inkml:trace contextRef="#ctx0" brushRef="#br0" timeOffset="2986.34">9362 16139 136 0,'0'0'128'0,"0"0"-7"0,-6-12 8 16,6 12-15-16,-5-10-4 0,5 10 2 0,0 0-3 16,-7-15-10-16,2 11-5 0,5 4-2 0,-2-10-1 15,2 10-2-15,-4-8-8 0,4 8-3 0,-5-9-7 16,5 9 2-16,0 0-4 0,0 0-4 0,-3-12 1 15,3 12-13-15,0 0-8 0,0 0-3 16,-4-8-9-16,4 8-4 0,0 0-1 0,0 0 0 0,0 0-6 16,0 0 2-16,12 25-4 0,-8-15-2 0,1 6 7 15,1 4-2-15,-1 3 4 0,2 3-1 0,-2 1-6 16,-4-3 0-16,3 3-6 0,-2-3 6 16,2 4-4-16,0-1-6 0,0-2 7 0,-2 1-3 15,2-3 2-15,-1 2-7 0,-1-5-1 0,0-4 1 16,2 0 0-16,-2 1-4 0,1-5 5 0,3 0-4 15,-4 0 0-15,4 0-1 0,-3 0 0 0,1-1 1 16,0-1 0-16,-1 0-7 0,-1-2-19 0,2 1-18 16,-3-2-17-16,1 2-11 0,-2-9-23 0,2 13-28 0,-2-13-29 15,-2 12-31-15,-1-5-139 0,3-7-341 16,-10 10 150-16</inkml:trace>
  <inkml:trace contextRef="#ctx0" brushRef="#br0" timeOffset="3373.86">9261 16064 95 0,'0'0'135'0,"-2"-11"-9"0,2 11-1 16,0 0-12-16,1-18-4 0,-1 18-11 0,6-13-7 16,2 6-9-16,1-2-2 0,4 2 3 0,1-2-20 15,2 5 2-15,-3 1-9 0,6-1 8 16,-6 1-9-16,2 3-6 0,-2 0-1 0,1 4-3 16,-1-1-5-16,1 1 0 0,-2 1-5 0,-1 1-6 15,4 5-1-15,0-2-2 0,-9-1 2 0,7 4-9 0,-8-3 7 16,0 0-5-16,-1 1-1 0,-2 0-8 15,0 0 7-15,-2 0 1 0,0-10-7 0,-5 22 1 16,1-11-5-16,-3-1 3 0,2 1-5 0,-5 0 3 16,1-1-2-16,0-1 1 0,-1 4-13 0,1-8-12 15,1 5-19-15,-1-3-23 0,0-1-23 0,4-1-37 16,5-5-33-16,-10 11-110 0,10-11-283 0,-10 4 125 16</inkml:trace>
  <inkml:trace contextRef="#ctx0" brushRef="#br0" timeOffset="3902.64">9598 16460 42 0,'0'0'201'0,"0"0"-9"16,-1-9-11-16,1 9-14 0,0 0-7 0,0-10-13 15,0 10-13-15,0 0-13 0,0 0-5 0,-1-7-19 16,1 7-9-16,0 0-8 0,0 0-4 0,0 0-12 16,0 0-5-16,0 0 4 0,0 0-5 0,1 33-6 15,0-23 0-15,2 2-5 0,0 0-5 0,1 0-2 16,-2 0-1-16,1 0 1 0,-1 0 0 0,0 0-7 15,0-2-2-15,-1 4-2 0,4-5-5 0,-1 3-1 16,0 0-2-16,0-3-4 0,0 1 0 0,0 0 1 16,1-1-2-16,-3 0-3 0,5 1 2 0,-4-2-2 15,1 2-2-15,-2-3-4 0,0 1 4 0,1 0 1 16,-1 0-16-16,0-2-18 0,-2-6-23 0,1 11-26 16,-1-11-21-16,0 0-35 0,-4 17-24 0,3-12-40 15,-3 1-144-15,4-6-362 0,0 0 160 0</inkml:trace>
  <inkml:trace contextRef="#ctx0" brushRef="#br0" timeOffset="4456.04">9586 16449 56 0,'0'0'144'0,"-1"-8"-12"0,1 8-11 0,-2-10-13 0,2 10-2 15,-1-10-6-15,1 10-7 0,0-12-7 0,0 12-5 16,1-9-3-16,-1 9-12 0,2-10-4 0,0 6-9 16,-2 4-2-16,5-10-3 0,0 4-9 0,0-2 0 15,3-1 1-15,0 3-6 0,1-1 3 0,0-2 2 16,-3 3-2-16,3-1-1 0,1-2-8 0,-1 5 0 15,-1-2-5-15,-2 2 0 0,3-1 2 0,-2 1-8 16,2-1 0-16,-9 5 0 0,13-6-3 16,-13 6-2-16,12-2 0 0,-12 2-1 0,12 0 1 15,-12 0-3-15,11 2 0 0,-6 2-1 0,-1 0 1 16,0 0 0-16,0 2-1 0,-3 0 4 0,-1-6-6 16,4 12 0-16,-4-4 0 0,0 0 1 0,0-8 1 15,-7 17 0-15,2-8-1 0,0 1-3 0,-1 0-3 16,-1-3 2-16,-1 3-9 0,1-1-15 0,-1-1-5 15,2 0-20-15,-2-1-15 0,3-2-19 0,0 1-28 16,0-1-15-16,1-2-28 0,4-3-87 0,-11 7-256 16,11-7 113-16</inkml:trace>
  <inkml:trace contextRef="#ctx0" brushRef="#br0" timeOffset="4902.34">9906 16515 128 0,'3'-7'189'16,"-3"7"-5"-16,0 0-21 0,0 0-7 0,0 0-8 0,0 0-14 15,0 0-17-15,0 0-7 0,0 0-17 0,0 0 7 16,-16 19-14-16,12-11-8 0,-1 2-5 0,-1-1-11 16,4 3-3-16,-2-5-8 0,2 5-1 0,0-2-7 15,1 1-1-15,1-2-5 0,1-1-5 16,3-2-5-16,0 0 1 0,0 0-5 0,2 0 8 16,1-6 1-16,4 1 0 0,-1-2-3 0,3-2 1 15,5-2-4-15,-5 0 2 0,2-2 0 0,2-2-1 16,-2-3-1-16,-3 1 0 0,3 1-5 0,-4-2 0 0,-2 2-4 15,-1 0 2-15,-4-2-1 0,-2 2-4 16,0-1 0-16,-5 0 4 0,-2 0-10 0,1 1 1 16,-6 1-2-16,-3-3 3 0,-2 3-4 0,1 0 3 15,-5 3-8-15,2 1-4 0,-1 1-9 0,-2 6-4 16,2 0-6-16,0 1-17 0,1 4-8 0,2 0-23 16,2 3-21-16,-1 2-27 0,6-3-25 0,3 0-26 15,1 1-163-15,2 0-360 0,0-1 160 0</inkml:trace>
  <inkml:trace contextRef="#ctx0" brushRef="#br0" timeOffset="5909.69">10808 16328 44 0,'0'0'190'15,"0"0"-4"-15,10-8-19 0,-10 8-13 0,15-11-13 16,-6 6-7-16,4-5-12 0,1 0-10 0,0-4-5 16,3 5-4-16,3-8-9 0,-6 2-8 0,1 1-9 0,-3 1-7 15,1 0-7-15,-3 1-10 0,-1-2 2 16,-3 4-6-16,-2-3-5 0,-1 4-4 0,-2 0-6 16,-1-2 0-16,0 11-6 0,-6-22-2 0,2 14-4 15,-3-1-4-15,2 3-1 0,5 6-4 0,-15-9 0 16,15 9-2-16,-18-3-1 0,7 5 0 0,11-2-2 15,-22 5-1-15,10 1 0 0,2 3-4 0,-3 1-2 16,8 3 1-16,-3 1 0 0,6 2 2 0,-1 2-3 16,3 0 5-16,3-2-2 0,1 1 0 0,0 0-1 15,1 0 1-15,5-2 2 0,0-3 1 0,3 2-2 16,2-3-2-16,9 0 5 0,-6-2-8 0,0-2-19 16,3-3-26-16,-5 0-26 0,3-2-33 0,0-1-21 15,0 2-36-15,0-5-19 0,-5 2-105 0,-4-1-308 16,4-1 136-16</inkml:trace>
  <inkml:trace contextRef="#ctx0" brushRef="#br0" timeOffset="6116.26">11224 16048 38 0,'0'0'154'0,"0"0"-1"15,0 0 11-15,0 0-11 0,0 0-10 16,28 23 10-16,-18-8-11 0,3 1-15 0,-4-2-11 0,3 0-13 15,-1 0-10-15,5 1-5 0,-2 1-10 0,-1-2-11 16,1-2-3-16,-2-1-25 0,1-1-31 16,-3-1-22-16,2-1-28 0,-3-3-32 0,1 0-16 15,-3-1-21-15,-7-4-8 0,14 3-7 0,-14-3-93 16,13-2-235-16,-13 2 104 0</inkml:trace>
  <inkml:trace contextRef="#ctx0" brushRef="#br0" timeOffset="6288.98">11493 16161 18 0,'-2'-16'29'16,"-2"1"6"-16,-1-2-2 0,3 0 17 0,-3 2 5 15,-3 0 16-15,3 6 10 0,0-1 16 0,1 3-4 16,4 7 22-16,-10-9-7 0,10 9-4 0,-12-5-7 16,12 5 18-16,0 0 13 0,-14 14-3 0,5-1 2 15,0 4-3-15,-2 6-11 0,-1 2-5 0,2 1-15 16,1 2-9-16,2-2-7 0,-2 1-8 0,2 1-4 16,1-4-10-16,-3 0-29 0,4-5-24 0,0 0-35 15,1-2-46-15,2-4-61 0,0 1-37 0,-1-3-135 16,1-3-337-16,2-8 149 0</inkml:trace>
  <inkml:trace contextRef="#ctx0" brushRef="#br0" timeOffset="6538.33">11559 15871 10 0,'0'0'187'16,"-1"-15"-25"-16,1 15 16 0,0 0 21 0,0 0-6 15,0 0-2-15,10 33-2 0,-4-9-4 0,1 2-3 16,-1 5-14-16,4 2-13 0,-1 1-15 0,-1 0-11 16,2 12-1-16,-1-13-20 0,-2-3-6 0,-1-1-13 15,0 1-7-15,3 1-8 0,-1-2-8 0,1-3-4 16,-1 0-9-16,-5 0-10 0,4-1-10 0,-5-8-30 16,0 0-29-16,3 0-30 0,-4-5-37 0,-1 0-34 15,-1 1-41-15,1-4-41 0,-2 0-33 0,-3-1-123 16,5-8-396-16,-11 10 175 0</inkml:trace>
  <inkml:trace contextRef="#ctx0" brushRef="#br0" timeOffset="6751.78">11698 16061 66 0,'21'-7'190'16,"-4"4"-4"-16,1-1-9 0,2 2-16 0,-4 5-14 15,-5 0-16-15,3 0-5 0,-3 2-13 0,-1 2-8 16,-2-2-10-16,-3 5-9 0,-1 1-9 16,-2 2-6-16,-4 1-12 0,-3 2 1 0,-2 0-13 15,-3-1-21-15,-1-1-20 0,-2 1-29 0,0-2-37 0,-2-1-49 16,2 2-38-16,-6 3-118 0,0-6-288 0,4-2 128 16</inkml:trace>
  <inkml:trace contextRef="#ctx0" brushRef="#br0" timeOffset="7363.72">12208 15622 136 0,'2'-7'202'0,"-2"7"-14"0,2-7-15 0,-2 7-17 15,0 0-16-15,1-10-12 0,-1 10-9 0,0 0-16 16,0 0-7-16,0 0-7 0,0 0 0 0,0 0 1 15,0 0-3-15,0 0-5 0,0 0-2 0,7 28 0 16,-6-19-10-16,0 4-4 0,-1-3-4 0,0 4 5 16,-1-2-10-16,0-1-1 0,-2 0-6 0,1 0 4 15,-1 1-4-15,-2 6-3 0,1-8-6 0,4 0-3 16,-6 2-4-16,3-1-2 0,-1 3 3 0,-2 3-1 16,3-2-5-16,-2 2 2 0,3 3 3 0,2 0 3 15,-5 5-2-15,5 2 1 0,-2-7-5 0,4 8-1 16,0 0-1-16,1 2 1 0,-1-1-2 0,3 0 1 15,-1 3-4-15,1 3-5 0,2-2 8 0,-1 2-1 16,-2 0-8-16,2-1 12 0,0 3-1 0,-3-4-5 16,0 1-5-16,0-3-2 0,1-2-26 0,-2-1-2 15,3-2 11-15,0 0-5 0,-1-7-1 0,1 0 3 16,1-1-2-16,1 0 4 0,-5-2-4 0,2-4 2 16,1 0-1-16,0-2 1 0,-2-2 1 0,0 0-1 15,0-3-2-15,1 1 2 0,-4-6 1 0,5 9-1 16,0-5 2-16,-5-4 1 0,6 4-2 0,-6-4 3 15,11 0-1-15,-5 0 3 0,6-4-4 0,-2 0 2 16,3-1-3-16,5-1 4 0,0-2-8 0,-3 2-17 16,2-3-22-16,-2 1-32 0,5 0-36 0,-4-2-41 15,2 0-51-15,-3-3-48 0,-5 5-172 0,3-5-459 16,3 1 203-16</inkml:trace>
  <inkml:trace contextRef="#ctx0" brushRef="#br0" timeOffset="7677.46">12722 16221 162 0,'-13'5'208'16,"-1"-2"-7"-16,8-1-1 0,-1 1-12 0,7-3-16 15,-10 3-14-15,10-3-12 0,-6 3-19 16,6-3-10-16,0 0-6 0,0 0 3 0,0 0-2 16,0 0-4-16,23 0-12 0,-11-5-3 0,0 1-12 15,1 0 25-15,6-1-10 0,-6 2-11 0,3-1 7 16,-1-4-17-16,-1 6-5 0,-3 0-7 0,0-2-5 16,1 3-9-16,-6 1-6 0,-6 0-11 0,13 1-9 15,-13-1-30-15,12 2-27 0,-12-2-32 0,11 1-38 16,-11-1-50-16,9 3-47 0,-4 0-47 0,-5-3-148 15,0 0-428-15,13 4 190 0</inkml:trace>
  <inkml:trace contextRef="#ctx0" brushRef="#br0" timeOffset="8093.71">13262 16070 98 0,'0'0'203'16,"0"0"-3"-16,0 0-4 0,0 0-6 0,8-4 1 15,-8 4-10-15,0 0-18 0,21-10-11 16,-13 2-16-16,1 3-9 0,2-3-13 0,3-1-5 0,-1-2-11 16,-3 4-9-16,1-1-5 0,-3-2-1 0,0 1-12 15,-2-2-2-15,1 2-10 0,-3 1 3 0,-1 0-3 16,1 1-3-16,-4 0-5 0,0 7-5 0,0-15-5 15,0 15-3-15,-2-11-3 0,2 11-4 0,-3-8-6 16,3 8-2-16,-4-4 0 0,4 4-5 0,-9-2-4 16,9 2 1-16,0 0-5 0,-22 6 0 15,13 0-2-15,-3 3 1 0,1 3 0 0,1 3-3 0,0 0-1 16,3-1 0-16,-2 2-1 0,3 2 1 0,-1-5-2 16,4 5 4-16,3-3 3 0,2 3 2 0,1-1-1 15,2-6 4-15,1 0-3 0,1 5-3 0,2-2 6 16,1-6-1-16,5 3-1 0,1-3-3 0,-1 0 0 15,-1-5-2-15,8 1-9 0,1-4-23 16,-3 2-19-16,2-4-37 0,1 0-30 0,-3 0-34 16,1-2-46-16,-2-4-35 0,0 4-201 0,-2-1-461 0,3-4 205 15</inkml:trace>
  <inkml:trace contextRef="#ctx0" brushRef="#br0" timeOffset="9253.17">13589 15692 146 0,'-4'-4'219'0,"4"4"-18"0,0 0-16 16,-5-4-13-16,5 4-18 0,0 0-18 0,0 0-17 16,0 0-10-16,0 0-13 0,0 0 3 0,0 0 1 15,23 14-6-15,-14-4-7 0,4 0-9 0,3 4-4 16,-3 1-6-16,-1-1-4 0,1 1-5 0,3-1 2 15,-5 0-6-15,2 0-7 0,-1-1-3 0,-3-3-3 16,1 3-5-16,0-2-5 0,-3-1 5 0,1-2-11 16,2 0-1-16,-2-1 0 0,-3 0-2 0,1-1 0 15,-3-2-4-15,-3-4 2 0,9 3-4 16,-6 1 9-16,-3-4 12 0,6 5 9 0,-6-5 14 0,0 0-3 16,0 0-1-16,0 0-7 0,13-9-2 0,-7 2-8 15,-2-4-3-15,-2 1-8 0,2-4 3 0,1-1-1 16,1-3-5-16,-2 1 3 0,-1-4-3 0,2 2-5 15,-1-7-4-15,-2 1 1 0,1-1 1 0,1 0-6 16,0 0-1-16,-3 3 0 0,0 4-4 0,2 2 2 16,-3 7-5-16,0 1-15 0,0 2-25 0,0 7-26 15,4-11-38-15,-4 11-31 0,0 0-15 0,0 0-21 16,0 0-23-16,0 0-25 0,0 0-206 0,0 0-454 16,-4 38 200-16</inkml:trace>
  <inkml:trace contextRef="#ctx0" brushRef="#br0" timeOffset="9568">14066 15786 36 0,'0'0'171'0,"8"3"-4"16,-8-3-4-16,5 6-4 0,-1-1-10 16,0-1-9-16,-4-4-10 0,6 11-6 0,-4-4-12 0,0 0-9 15,3 2-2-15,-2-4-5 0,0 4-7 16,-1-3-8-16,-2-6-5 0,6 9-3 0,0-3 12 15,-2-3-4-15,1 0-2 0,1-1-1 0,-6-2-3 16,13 0-3-16,-5-4-2 0,2 2-5 0,-1-3-5 16,1-2-4-16,1-2 0 0,-3 0-5 0,4-2-4 0,-5 1 1 15,0-6-5-15,1 2-2 0,0 0 0 16,-6 1-4-16,2-2-3 0,-2 1-6 0,-2 3-2 16,-2-1 2-16,0 1-4 0,-1 2-1 0,-4 2-8 15,-1 0 1-15,-3 5-8 0,-1 0-9 0,-1 8-15 16,-5-1-15-16,-5 8-26 0,-1 2-21 0,1 0-33 15,0 5-37-15,2-2-53 0,0 1-42 0,0 1-153 16,8-4-428-16,2-2 190 0</inkml:trace>
  <inkml:trace contextRef="#ctx0" brushRef="#br0" timeOffset="10025.15">13623 16321 84 0,'0'0'231'0,"-5"-2"-17"0,5 2-14 0,0 0-20 16,0 0-10-16,0 0-12 0,0 0-9 0,21-14-5 16,1 10-10-16,8-8-11 0,6 2-1 0,16-8-13 15,1 0-5-15,5-3-6 0,1 2-3 0,-5-1-7 16,-1 2-8-16,-1 0-2 0,-3 2-4 0,-13 4-2 15,0 1-6-15,-2 2-4 0,2-1-4 0,-5 1-3 16,-4 0-7-16,0 1 3 0,-9 3-7 0,-6 1-5 16,-1 2-7-16,0-2 0 0,-4 1 0 0,-1 2-8 0,-6 1-4 15,7 0-7-15,-7 0-8 0,0 0-17 16,11 0-16-16,-11 0-14 0,0 0-17 0,0 0-22 16,0 0-36-16,0 0-43 0,-22 22-36 0,11-16-49 15,-3 5-147-15,-1-1-423 0,-3-1 187 0</inkml:trace>
  <inkml:trace contextRef="#ctx0" brushRef="#br0" timeOffset="10352.5">14024 16280 174 0,'-6'-7'217'0,"6"7"-7"0,-2-5-10 0,2 5-8 15,0 0-19-15,0 0-19 0,0 0-14 0,0 0-9 0,0 0-4 16,0 0-6-16,0 0 9 0,9 21-6 0,-2-11-4 16,-5 2-4-16,5 5-14 0,-1 0-8 0,1 1-4 15,0-1-5-15,0 1-9 0,-1 0-13 0,-1 0 1 16,3 0-6-16,-2-1-5 0,0 0-7 0,1-4-4 15,-3-1-6-15,2 2 3 0,2 1-9 16,-6-4-10-16,5 0-29 0,-5-2-28 0,2 3-30 16,0-3-38-16,-4-9-43 0,3 14-47 0,-1-7-47 0,-2-7-162 15,-2 14-438-15,2-14 193 0</inkml:trace>
  <inkml:trace contextRef="#ctx0" brushRef="#br0" timeOffset="10668.72">14326 16258 134 0,'0'0'192'15,"0"0"1"-15,0 0-3 0,0 0-2 0,0 0-14 16,-3 32-16-16,-5-17-11 0,1 2-17 0,-7 5-11 16,3-7-13-16,-5 6-8 0,-1 1-10 0,5-5-8 15,-1-2-10-15,-3 0-5 0,3-3-7 0,1 3-7 16,-1-7 2-16,8-1-13 0,-3-1-4 0,3-1-1 15,0 0 1-15,5-5 0 0,-6 5-1 0,6-5 5 16,0 0-2-16,0 0-4 0,0 0-6 0,0 0 1 16,0 0 1-16,0 0-5 0,0 0 12 0,24-11 2 15,-17 11 4-15,5 0-2 0,1 0-6 0,-2 2-4 16,3 0-3-16,-1 2-3 0,5 2 1 0,-1 0-1 16,0-1-5-16,1 3-6 0,-1-1-23 0,0 3-33 15,-7-5-38-15,2 1-43 0,3 2-52 0,-4-2-49 16,3-1-185-16,-7 1-441 0,-7-6 196 0</inkml:trace>
  <inkml:trace contextRef="#ctx0" brushRef="#br0" timeOffset="10968.76">14520 16397 68 0,'-19'-3'191'0,"12"2"-3"0,7 1-3 16,-15 0-8-16,15 0-12 0,-10 0-13 0,10 0-8 15,-8-1-14-15,8 1-10 0,0 0-7 0,0 0-4 16,0 0-7-16,0 0-1 0,0 0-5 0,0 0 0 16,19-15-6-16,0 11-9 0,-1-3-5 0,11-3-8 15,-4 1-3-15,2 0 0 0,2-1-12 0,0 2-3 16,0-3-6-16,0 5-3 0,-11 0-7 0,4 1-5 15,-3-1-22-15,-4 1-27 0,-2 3-29 0,-3-1-27 16,-1 0-37-16,-9 3-26 0,0 0-15 0,0 0-16 16,0 0-39-16,13 6-110 0,-13-6-345 0,0 0 153 15</inkml:trace>
  <inkml:trace contextRef="#ctx0" brushRef="#br0" timeOffset="11215.79">14715 16273 154 0,'0'0'186'0,"0"0"-11"0,0 0-3 16,0 0-4-16,0 0 4 0,0 0 7 0,0 0-5 15,0 0-9-15,6 29-4 0,-4-18-6 16,-1 5-8-16,-1 2-15 0,2-1-10 0,-2 2-4 16,-2-2-12-16,4 0-4 0,-2 1-7 0,-2-2-12 15,2 2-7-15,0-6-8 0,0 3-2 0,2-3-10 16,-1 1-8-16,0-2-3 0,1 0-3 0,0 0-3 0,0-2-5 15,2 1-5-15,-2-3-10 0,-1 0-17 0,1 0-35 16,-1 0-34-16,-1-7-46 0,2 15-47 0,-2-10-51 16,0-5-240-16,0 0-490 0,-4 17 217 15</inkml:trace>
  <inkml:trace contextRef="#ctx0" brushRef="#br0" timeOffset="12312.21">14949 15486 118 0,'0'0'146'0,"0"0"-8"0,-10-3-10 0,10 3-7 15,0 0-7-15,0 0-12 0,0 0-1 0,0 0-11 16,0 0-11-16,0 0 0 0,0 0 3 0,0 0-3 16,0 0 2-16,23-8 1 0,-11 6-9 0,2-1 0 15,2-1-8-15,3-1-6 0,-1-1 0 16,1 3-5-16,2-2-6 0,-3 2-2 0,1-1-3 15,-3 1-5-15,4-3-2 0,-2 3 3 0,-6-1-3 16,4 1-4-16,-3 2 0 0,-2 1-8 0,-11 0-3 0,21-2 3 16,-21 2-3-16,18 2 2 0,-8-2-5 15,-10 0 5-15,0 0-9 0,19 1 2 0,-19-1-4 16,9 3 3-16,-9-3 1 0,7 6-6 0,-7-6 0 16,8 9 2-16,-3-4 4 0,0 2 0 0,-1 1 0 15,1 1 7-15,-1 2 1 0,0-1 1 0,2 6 0 16,0 1 3-16,-2 1 6 0,2 1-2 0,-1 1 0 15,1 4-3-15,2 3 1 0,-3 0 1 0,-1 0-2 16,2 1 5-16,-2 1 0 0,2 0 2 0,1 0-3 16,-3-1-4-16,-1 1 0 0,3 0-2 0,-4 1-4 15,2 0 5-15,0 2-4 0,1-1 0 0,0-1-1 16,-1-1-1-16,-2 2-2 0,1-4-2 0,1 2-2 16,1 0-3-16,-2-1-4 0,2-2 1 0,1 0 2 15,-2 0-1-15,0 0 0 0,-2-6-3 0,5 4-1 16,-4-6 1-16,4 2-4 0,-3-2 3 0,3 0-2 15,-3-3-3-15,3 2 5 0,-5-5-6 0,2 1 4 16,0-2-1-16,-3 1-3 0,-1-3 4 0,-1 3 4 16,-3-2-7-16,4-3-1 0,-6 2 3 0,-1-1-4 15,1-1 3-15,-3 2-1 0,-3-1 2 0,-2 2-1 16,-4-3 2-16,-2 3-3 0,-4 0 0 0,-3 1-2 16,0-4 2-16,2 3-4 0,-2 0 1 0,0-4-5 15,5 0 4-15,4-2-10 0,-2-1-21 0,2 0-13 16,0 1-21-16,4-3-42 0,1 0-38 0,0 2-37 15,2-2-46-15,-2-1-216 0,3-5-482 0,10 5 213 16</inkml:trace>
  <inkml:trace contextRef="#ctx0" brushRef="#br0" timeOffset="12471.08">15436 16285 11 0,'0'0'141'16,"5"-4"-14"-16,-5 4-22 0,0 0-26 0,0 0-30 0,0 0-50 16,0 0-47-16,0 0-30 0,0 0-83 0,0 0 37 15</inkml:trace>
  <inkml:trace contextRef="#ctx0" brushRef="#br0" timeOffset="20678.2">17004 15672 73 0,'-1'-8'213'0,"1"8"-7"0,-1-11-9 15,1 11-13-15,-1-9-20 0,1 9-12 16,0 0-18-16,0-10-14 0,0 10-13 0,0 0-12 15,0 0-8-15,0 0-6 0,0 0-5 0,17 11-14 16,-10-3-3-16,3-2-2 0,3 7-5 0,0-1-1 16,-1 1-7-16,4-2 0 0,-1 3 17 0,0-4-6 15,-3 3-4-15,3-2-2 0,-5-3-9 0,1 0 2 16,-1 1-9-16,-1-1-1 0,1-2-4 0,-1 1 0 16,-1-2-5-16,-2 0-3 0,1-1 0 0,0-1-5 15,-2 0 1-15,0 0-2 0,-5-3 2 0,11 4 3 16,-11-4 2-16,7-2 0 0,-7 2-1 0,9-6 6 15,-5 0-7-15,-1-4 2 0,-1 0 0 0,1-4-2 16,2-11 0-16,-3-2-5 0,3-3-5 0,-3 1 4 16,0-7 0-16,1 3-4 0,-2-2 0 0,2 3 4 15,-3 0-9-15,1 0 2 0,-1 5 6 0,0 2-8 16,0 8-7-16,0 5-7 0,0 0-17 0,0 3-22 16,0 9-27-16,1-11-17 0,-1 11-2 0,0 0-13 15,0 0-9-15,0 0-8 0,0 0-7 0,13 29-8 16,-9-17-8-16,3 5-12 0,1-1-10 0,1 1-107 15,3-1-300-15,-2 0 133 0</inkml:trace>
  <inkml:trace contextRef="#ctx0" brushRef="#br0" timeOffset="20887.99">17519 15579 8 0,'8'0'141'0,"-8"0"-10"0,0 0-3 0,0 0 1 16,10 4-8-16,-10-4-5 0,0 0-4 0,5 3-4 15,-5-3 11-15,4 6 4 0,-1-1 5 0,-1 5 0 16,1 1-7-16,-2 2-10 0,3 3-7 0,-3 1-6 15,1 3-7-15,0 0-11 0,-1-1-5 0,-1-1-5 16,2 1-12-16,-1-2-3 0,0 3-9 0,3-5-1 16,-3-3-7-16,2 0-6 0,-1-1-9 0,2 1-27 15,0-4-11-15,-1 1-16 0,1-2-24 16,-4-7-27-16,5 13-32 0,-5-13-32 0,7 7-13 16,-6-5-27-16,-1-2-106 0,0 0-315 0,0 0 140 15</inkml:trace>
  <inkml:trace contextRef="#ctx0" brushRef="#br0" timeOffset="21112.65">17600 15611 7 0,'14'-6'169'0,"-2"4"-7"0,3 1-8 0,1-2 1 16,0 5-12-16,0-1-8 0,2 2-5 0,-2 5-10 15,0-1-6-15,-5 2-13 0,2-1-6 0,-1 4-12 16,-4-3-7-16,-2 6-3 0,-1-2-7 0,-4 3-5 0,1 2 0 15,-4-1-7-15,-4-1-3 0,-3 1-6 0,-6 3-3 16,1 2-6-16,2-7 0 0,-1-1-9 16,-1-1-8-16,0 2-29 0,0-4-28 0,1-1-47 15,2-3-40-15,1 1-59 0,-6-4-112 0,4 2-320 16,1-6 142-16</inkml:trace>
  <inkml:trace contextRef="#ctx0" brushRef="#br0" timeOffset="21259.02">17931 15643 3 0,'18'-8'179'15,"-5"4"-14"-15,3-4-16 0,-4 6-23 0,-2 1-34 16,-10 1-38-16,15 2-38 0,-11 2-60 0,-3 2-80 16,-1-6-133-16,0 0 58 0</inkml:trace>
  <inkml:trace contextRef="#ctx0" brushRef="#br0" timeOffset="21409.23">17953 15818 163 0,'0'0'163'0,"0"0"-16"0,5 7-14 0,-5-7-10 16,6 2-9-16,2 1-16 0,-8-3-30 0,14 4-47 0,-6-4-41 15,2 0-47-15,-10 0-91 0,0 0-170 16,19-2 76-16</inkml:trace>
  <inkml:trace contextRef="#ctx0" brushRef="#br0" timeOffset="21706.27">18293 15616 152 0,'0'0'169'15,"0"0"-6"-15,-16 20 3 0,10-8-5 0,1-2-7 16,0 2-10-16,1-1-16 0,0 2-14 0,1-1 2 15,2 0-16-15,0 1-9 0,1-1-7 0,1-3 0 16,4 2-4-16,-1-4-6 0,2-1-4 0,3 1-4 16,2-4-3-16,1-1-7 0,2-2-8 0,1-2 3 15,2-4-3-15,0-2-3 0,1 2-2 0,-4-6 5 16,1 2-3-16,-2-2-5 0,-4 0 0 0,0 0-2 16,-3 2-2-16,-2-2-3 0,-1-2-4 0,-3 1-1 15,-2 3-2-15,0 0-2 0,-5 1-1 0,1-3-8 16,-4 3-5-16,0 2-5 0,-1 1-12 0,-3 0-13 15,3 4-14-15,-3-1-16 0,1 1-36 0,-1 2-40 16,1 2-41-16,2 2-54 0,-2-2-146 0,13-2-397 16,-14 3 176-16</inkml:trace>
  <inkml:trace contextRef="#ctx0" brushRef="#br0" timeOffset="22070.87">18531 15300 135 0,'9'-4'163'0,"-9"4"-13"0,11-3-7 0,-11 3-7 0,15 0-15 16,-15 0-3-16,15 3-12 0,-6 1 5 0,2 0-1 16,-2 1-4-16,2 1-2 0,-2 1-6 0,-3 2 0 15,2 0-4-15,-2 1-8 0,1 2-4 0,2 5-6 16,-1-3-6-16,0 2-2 0,-1 3 0 0,-1 7-3 15,-1 0-2-15,0-8-2 0,2 9 0 0,-1-1-6 16,-3-7-3-16,1 8-3 0,3-1-3 0,0-1-2 16,-2 0-4-16,-2 1 2 0,0 4 6 0,1-2 2 15,2-1-5-15,-4 1 5 0,3-2-5 0,-4 3-6 16,0-3-6-16,3 1 3 0,-8-2-6 0,3 0 1 16,-3-5-5-16,0 5 0 0,-1 1-4 0,-1-9-10 15,-6-2 7-15,5 2-4 0,-4-2-1 0,-1 1-9 16,1-4-27-16,1-5-28 0,-4 5-37 0,4-6-38 15,-3-2-33-15,-1 0-65 0,2-3-38 0,-9-1-147 16,-1-2-440-16,3-3 196 0</inkml:trace>
  <inkml:trace contextRef="#ctx0" brushRef="#br0" timeOffset="22516.2">16773 15483 3 0,'0'0'132'0,"0"0"-3"0,0 22-7 16,-3-9-7-16,-2 4-7 0,0 7-10 16,-1 0-2-16,-1 5 6 0,2 3-7 0,0 1 10 15,0 3-3-15,5 10 0 0,1 0-5 0,2 1-3 16,2-1 0-16,4-1-3 0,-3-11-5 0,2 1-7 0,3-3-4 15,1-4-8-15,3-1-8 0,-1-4 1 0,-1-1-3 16,5-3-8-16,-3-5 6 0,1-1-7 16,7 2 0-16,-5-4-7 0,2-2 28 0,1-3-8 15,-2-2-7-15,1 0-8 0,-1 1-13 0,-1-5-27 16,0 4-21-16,-1-4-30 0,-3-1-39 0,-1-2-35 16,1-1-35-16,-3-2-38 0,1 2-154 0,-2-4-373 0,-1-2 166 15</inkml:trace>
  <inkml:trace contextRef="#ctx0" brushRef="#br0" timeOffset="22757.68">16232 15894 60 0,'8'-8'189'15,"1"6"-26"-15,4-3-29 0,3 2-19 0,1 0-30 0,1 1-47 16,0 1-38-16,-2 1-42 0,-3 1-82 16,0 1-134-16,-3 0 60 0</inkml:trace>
  <inkml:trace contextRef="#ctx0" brushRef="#br0" timeOffset="22913.69">16565 15893 126 0,'0'0'164'16,"0"0"-21"-16,4-4-19 0,-4 4-28 0,0 0-21 15,0 0-32-15,0 0-44 0,0 0-34 0,7 13-88 16,-7-13-132-16,0 13 58 0</inkml:trace>
  <inkml:trace contextRef="#ctx0" brushRef="#br0" timeOffset="28860.97">15048 16680 90 0,'0'0'92'0,"0"0"-21"0,0 0-6 15,0 0-3-15,0 0-8 0,0 0-7 0,0 0-8 16,0 0-1-16,0 0-7 0,0 0 4 0,0 0 1 16,0 0-1-16,0 0 10 0,0 0-10 0,0 0 9 15,0 0-16-15,0 0 7 0,0 0-4 16,0 0-2-16,0 0-3 0,0 0 1 0,0 0-5 0,0 0-3 16,0 0 10-16,0 0-8 0,0 0-9 0,0 0 2 15,0 0-7-15,0 0 3 0,0 0-3 0,0 0 5 16,0 0-6-16,0 0 4 0,0 0-4 15,0 0 6-15,0 0-4 0,0 0 0 0,0 0 4 16,0 0-3-16,0 0 13 0,0 0-9 0,0 0 2 0,0 0-1 16,0 0-2-16,0 0-7 0,0 0 3 0,0 0 7 15,0 0 2-15,0 0-3 0,0 0 6 0,0 0-8 16,0 0 4-16,0 0-1 0,0 0 1 0,0 0 1 16,0 0 0-16,0 0-4 0,0 0 2 0,0 0-1 15,0 0-3-15,0 0-3 0,0 0-7 0,0 0 9 16,0 0-6-16,0 0 5 0,0 0-2 15,0 0 1-15,0 0-9 0,0 0 8 0,0 0-2 0,0 0-1 16,0 0 0-16,0 0-2 0,0 0 0 16,0 0-5-16,0 0-14 0,0 0-8 0,0 0-23 15,0 0-30-15,0 0-31 0,0 0-110 0,0 0-237 16,0 0 106-16</inkml:trace>
  <inkml:trace contextRef="#ctx0" brushRef="#br0" timeOffset="30397.87">7319 17112 8 0,'12'1'33'0,"4"-1"2"16,-3 0-9-16,7-1-5 0,1 1 1 0,8 0-1 15,-1-1-2-15,4-2-2 0,-1 2-2 0,2 0-5 16,1 0-3-16,3-1 3 0,2 2-10 0,-1 0-2 16,13 0-7-16,-13 2-6 0,16-1-4 0,-3 0-15 15,2 3-35-15,-1-2 16 0</inkml:trace>
  <inkml:trace contextRef="#ctx0" brushRef="#br0" timeOffset="31207.02">11551 16913 24 0,'32'-4'41'0,"0"1"1"15,5-4-6-15,13-3 1 0,1 1-4 0,2 2 0 16,-1-3-6-16,2 1-1 0,-2 0-3 0,5 1-1 16,0-2-3-16,3 3-1 0,-3 0-7 0,5-1-1 15,-3-2 3-15,2 4 3 0,4 1-6 0,26-6 3 16,-30 7 2-16,6 0-3 0,25-3 2 0,-27 1-9 15,25-3-1-15,-27 4-5 0,2 5-4 0,25-7 5 16,-25 3-2-16,0 2-5 0,27 2-1 0,-23-3 9 16,23 0-6-16,-27 3 6 0,27 0-1 0,-29 2-6 15,4-1-2-15,27 1 14 0,-31 0-2 16,4 2 0-16,28-4-3 0,-30 1 9 0,28-1-4 16,-28 0 3-16,2-4 3 0,24 4 7 0,-29-1 2 0,3-3-9 15,2 1-1-15,25-4 13 0,-32 4-8 16,4-3 4-16,-4 3 1 0,1-4-10 0,3 0 4 15,0-3 4-15,-4 0-15 0,0 0-10 0,0 1-10 0,0 1-4 16,-2-1-10-16,-3 4-13 0,-5-1-56 0,-11 2-108 16,-3-2 48-16</inkml:trace>
  <inkml:trace contextRef="#ctx0" brushRef="#br0" timeOffset="34286.9">19886 15725 84 0,'0'0'158'0,"0"0"2"0,0 0-2 0,1-10 0 15,-1 10-3-15,0 0-8 0,0 0-18 0,0 0-5 16,-3-10-16-16,3 10-11 0,-7-6-8 0,7 6-9 0,-5-4-10 16,5 4-4-16,-13-4-8 0,7 4-6 0,-8 2-10 15,2-1-2-15,-4 4-5 0,-2 1-4 16,-1 0 0-16,-2 3 3 0,3 0-10 0,-1 2-2 16,3 1 0-16,-2 0-8 0,4 1 1 0,-2 0-3 15,3 2-3-15,0 1 1 0,5-3-3 0,-2 1 1 16,6-2-1-16,-1-1-3 0,3 1 0 0,4-2-1 0,0 0-4 15,5-1 6-15,-1-1-3 0,2-1 2 0,4-2-1 16,1-2 0-16,5 1 3 0,0-4-1 16,5-4 1-16,5 0 2 0,1-5-4 0,-2 2-1 15,-1-3 2-15,0-4 2 0,-2 2-3 0,-8 2 1 16,0 0-1-16,-2-1 2 0,-7 4 4 0,0 0-4 16,-1-3 0-16,-2 1 0 0,-1-2-6 0,0 4 3 15,0-4 1-15,-3 2-3 0,-1 1 3 0,-1-2-4 16,-1 2 2-16,0 1 0 0,3 7 1 0,-4-13-1 15,4 13 2-15,-1-8-2 0,1 8 2 0,-3-6-6 16,3 6 2-16,0 0-3 0,0 0 2 0,0 0-5 16,0 0 3-16,0 0 3 0,6 26 0 0,-1-16 0 15,1 6-2-15,0 1 4 0,1-1 1 0,1 1-2 16,0 2 1-16,0-3-3 0,4 1-1 0,2 3-5 16,-3-3-11-16,1-3-33 0,0 2-30 0,0-5-30 15,2 1-35-15,-3-1-33 0,-1-2-121 0,-2-1-325 16,3-3 143-16</inkml:trace>
  <inkml:trace contextRef="#ctx0" brushRef="#br0" timeOffset="34512.01">20282 15475 94 0,'-3'-9'193'0,"0"0"-12"0,1-1-19 16,2 10-18-16,0 0-16 0,0 0-11 0,0 0-6 15,0 0 0-15,0 0-5 0,-6 47-4 0,5-19-16 16,0 5-8-16,0 1-8 0,-1 11-4 0,-2-9-5 16,2 0-5-16,0-1-6 0,-1 0-5 15,-1-2-7-15,6 2-7 0,-7-2-22 0,3-2-19 16,2-4-13-16,0 3-49 0,0-5-30 0,2-7-20 0,1 0-32 16,1-3-106-16,-3-4-280 0,0-5 124 0</inkml:trace>
  <inkml:trace contextRef="#ctx0" brushRef="#br0" timeOffset="34670.42">20178 15745 15 0,'0'0'137'0,"0"0"-3"15,24-5-29-15,-13 5-18 0,9 0-35 0,2 0-31 16,10 0-33-16,0 0-79 0,2 1-96 0,0-2 43 15</inkml:trace>
  <inkml:trace contextRef="#ctx0" brushRef="#br0" timeOffset="36008.07">21070 15899 24 0,'0'0'206'16,"0"0"-16"-16,0 0-19 0,0 0-16 0,0 0-15 16,4-29-16-16,1 18-9 0,3-3-13 0,0 1-6 15,1-2-14-15,-4 0-2 0,4-1-12 16,-1 2-3-16,-2-1-13 0,-2-2 1 0,1 2-5 16,0-2-3-16,-6 6-3 0,0 0-7 0,-3 0 9 0,4 11-11 15,-4-16-2-15,-1 11-4 0,1-2 3 0,0 3-4 16,-1-2-1-16,5 6-3 0,-12-1 1 0,12 1-8 15,-17 8 2-15,7-1-3 0,-2 6-1 0,1 2 1 16,-1 1-2-16,1 7 1 0,2-6-7 16,1 2 2-16,3-3-1 0,2 0 2 0,3-3-2 15,0 3-4-15,4-5 6 0,4 1-5 0,-1-3 2 16,4 0-3-16,3 1 3 0,4-4-6 0,2-2-5 0,2-3-13 16,6 1-13-16,1-4-17 0,3 0-13 0,-3-3-7 15,1-2-13-15,-3 0-6 0,0 1 7 0,-2-6 6 16,0 0 0-16,-7 1 8 0,5-2 6 0,-3-5 8 15,0 1 5-15,1 0 3 0,-2-3 14 16,-2-2 1-16,-1 3 6 0,-6 3 8 0,0-3 5 16,-3 0 16-16,-2 4 5 0,-1 0 11 0,-4 2 23 15,0 6 15-15,-3-1-2 0,1 1-8 0,-3 0-1 16,-3 4 2-16,-2 1-3 0,-2 1 0 0,-2 3 4 16,-2 6 3-16,-12 4-10 0,3 3-2 0,-1 4-2 15,-1 2-2-15,4 2-11 0,2-1 0 0,2 0 2 16,7-6-6-16,4 1 0 0,1-1-5 0,3 0-2 15,2-3-2-15,2-3-4 0,1 0 1 0,2-2-2 16,3 2-3-16,-3-5 3 0,7 2-3 0,-1-5-1 16,1-1-2-16,1-1 5 0,2-1-2 0,0-4-4 15,4 1 3-15,-1-5-2 0,-3 0 2 0,1 0 5 16,-1-2-7-16,-4 2-1 0,0 0 1 0,2-6-2 16,0 2 1-16,-6 3-1 0,1 2 2 0,-1 1 1 15,-2 2 5-15,-1 0-3 0,-2 5 0 0,7-9-4 16,-7 9 0-16,0 0-1 0,7-3-3 0,-7 3 4 15,9 12 7-15,-5-2 2 0,1 8-1 0,0 9 6 16,1 1-3-16,-4 3-1 0,-1 3 2 0,-1 0-4 16,3 1 1-16,-3-1-1 0,2 11-1 0,-2-16 3 15,3 1-5-15,-2-2 0 0,3-3-1 0,-1-7 1 16,-2-2 0-16,1 0-2 0,-2-6-4 0,3-4 4 16,-3 0-5-16,1 1 1 0,-1-7 5 0,3 12 3 15,-3-12-1-15,4 7 7 0,-4-7 8 16,0 0 1-16,0 0-3 0,0 0-4 0,0 0-6 0,5-30 1 15,1 11 1-15,1-1-2 0,0-7-2 0,2-3-5 16,0-1 3-16,0 1-5 0,1-3-3 0,-1 1 0 16,-1-3-4-16,1 2-5 0,4-13 2 0,-8 12-3 15,4 0 5-15,0-12-2 0,-3 12 4 0,-1 2-3 16,2 3-1-16,-2 2 3 0,-1 8-1 0,-1 1 1 16,1 2 3-16,-1 5 10 0,-2 2 4 0,-1 9-1 15,4-14-4-15,-4 14 0 0,1-11 2 0,-1 11-5 16,0 0-6-16,1-10 1 0,-1 10-1 0,0 0 4 15,0 0-4-15,0 0-1 0,8 31 3 0,-5-14 5 16,-1 8-7-16,1 1 4 0,-2-1-3 0,0 1 0 16,3-7-4-16,0-1 4 0,-2 1 0 0,1-3-1 15,1 0 2-15,1-5 0 0,0 0 0 0,-1-1-1 16,2-2-2-16,-2-2 2 0,4 0 2 16,-3 0-2-16,-5-6 5 0,14 7-1 0,-3-7 1 15,-11 0-2-15,22-7 2 0,-12 1-2 0,2-2 1 16,-2 2-1-16,-1-3 4 0,3-3-5 0,-1 1 4 0,-2-3-3 15,-2 5 0-15,-4-3 5 0,4-1-5 0,-4 2 2 16,0-1-4-16,0-2 5 0,-1 3-4 0,1-2 1 16,-2 4-3-16,-1 9 3 0,0-14 1 15,0 14-5-15,1-13-2 0,-1 13-1 0,0 0 0 16,0 0 3-16,0 0-2 0,0 0-1 0,0 0 4 16,0 0-1-16,12 28-2 0,-10-17 3 0,3 6 0 15,-3-5 0-15,2 1-4 0,-1-3 1 0,3 3 2 0,0-3-1 16,1 0 0-16,1-3 1 0,0 1-1 0,2-2 10 15,-1-2-6-15,1 0 2 0,-1-3-4 0,-9-1 6 16,19 0-5-16,-5-4 4 0,-3 1 1 16,2-2-1-16,-1-1 1 0,1-5-1 0,-3 4 1 15,0-1 1-15,-1 1-1 0,-1-3-1 0,1 0 0 16,-4-1-2-16,-2-1 5 0,1 2-3 0,-3-1-1 16,-1-1 2-16,2 2 2 0,-2 10-5 0,-2-16 1 15,2 16 1-15,0-11 0 0,0 11-2 0,0 0-6 16,-3-11 0-16,3 11 0 0,0 0-2 0,0 0 2 15,0 0 3-15,0 0 0 0,0 0-1 0,0 0-1 16,2 45 7-16,-2-33-7 0,2 5 2 0,2-2-2 16,-1-2 4-16,4 2-1 0,-3-3-6 0,2-1-10 15,1-1-19-15,2 0-20 0,2-3-28 0,-2-1-27 16,3 0-40-16,0-3-38 0,1-2-37 0,0 2-129 16,-13-3-382-16,21-3 169 0</inkml:trace>
  <inkml:trace contextRef="#ctx0" brushRef="#br0" timeOffset="36386.1">22353 15271 102 0,'2'-9'193'0,"-2"9"-4"15,0 0-4-15,0 0-17 0,5-9-14 0,-5 9-18 16,0 0-13-16,0 0-4 0,0 0-4 0,8 20 0 15,-3-3-4-15,0 2-5 0,2 6-14 0,-1 3-7 16,-1 1-5-16,-1 1-9 0,-1 0-8 0,-2 0-6 16,3-2-7-16,-4 0-4 0,1 2-5 0,1-3-1 15,0 1-10-15,-2-2-15 0,1-8-26 0,0 2-32 16,1-1-33-16,-1-1-40 0,-1-1-40 0,1 0-40 16,-1-5-119-16,2-4-341 0,-2-8 151 0</inkml:trace>
  <inkml:trace contextRef="#ctx0" brushRef="#br0" timeOffset="36578.24">22607 15476 6 0,'-1'-12'193'16,"1"12"-14"-16,0 0-17 0,0-13-10 0,0 13-8 16,0 0 3-16,0 0 4 0,0 0-17 0,0 0-12 15,1 40-10-15,0-22-10 0,-2 0-9 0,2 8-12 16,-1-7-7-16,0 7-8 0,0-6-10 0,-1-3-21 15,1 2-27-15,0 0-37 0,1 0-39 0,-2-3-36 16,2 1-48-16,-1-5-126 0,-2-2-300 0,-1 1 133 16</inkml:trace>
  <inkml:trace contextRef="#ctx0" brushRef="#br0" timeOffset="36745.15">22518 15222 78 0,'0'0'102'0,"0"0"-30"0,0 0-42 0,0 0-48 16,0 0-26-16,0 44-48 0,4-30 21 0</inkml:trace>
  <inkml:trace contextRef="#ctx0" brushRef="#br0" timeOffset="37282.89">22730 15233 66 0,'0'0'110'0,"0"0"-4"0,0 0 7 16,0 0-4-16,9 21-2 0,0-6 1 0,-3 1-12 16,3 7-10-16,-2 2 0 0,1 3-18 0,-1-2-1 15,0-1-8-15,-1 0-1 0,-3 1-13 0,0-6 2 0,2-4-4 16,-3 1-17-16,1-6-3 0,0 2 0 0,-1-2 0 15,0-2 1-15,-1-2-3 0,0-1 2 16,2 0 3-16,-3-6-4 0,2 10 16 0,-2-10 9 16,4 5 11-16,-4-5 2 0,0 0 10 0,0 0 3 15,0 0-5-15,0 0-9 0,0 0-5 0,0 0-8 0,0 0-12 16,0 0 6-16,0 0-6 0,1-25-4 16,1 13-5-16,4 0-1 0,2-2-3 0,-3 1-4 15,6 0-1-15,3 1-1 0,2-1-2 0,0 3-5 16,0 3 1-16,1 2-1 0,0 1-1 0,-4 1 3 15,-2 3-4-15,3 1-2 0,-2 4 3 0,-1 0-4 0,-2 3 2 16,0 1-1-16,-3 0 2 0,1 2-2 16,-3 1-1-16,-2 3 0 0,-2-1 1 0,-1 3-2 15,-6-4 5-15,-1 6-2 0,-1-3 0 0,-5 1 0 16,2-2-2-16,0 2 0 0,-8 1 2 0,6-4-7 16,-9 2-17-16,7-6-29 0,2 1-27 0,1-4-46 15,1 0-28-15,-4-3-33 0,4 2-145 0,-1-6-353 16,13 0 157-16</inkml:trace>
  <inkml:trace contextRef="#ctx0" brushRef="#br0" timeOffset="37655.07">23100 15412 142 0,'0'0'148'0,"29"8"-5"0,-13-2-6 0,-2 3-4 16,-2-1-11-16,4 3-7 0,-3 2-8 0,0 3-11 15,-3-3-8-15,-1 3-8 0,-1-1-17 0,-3 1 4 16,-1-4-6-16,-1 0-6 0,-3 0-3 0,-1-3-8 16,1 0-3-16,-2-1-2 0,-2-1-6 0,-1-3 3 15,-2 1-1-15,2-1 3 0,5-4 7 0,-13 2-4 16,13-2-2-16,-11-5-6 0,11 5-3 0,-9-7-2 16,6-3-3-16,1 1-4 0,2-2 1 0,1-1-5 15,3-4-3-15,0-3-2 0,2 2-1 0,3-2 0 16,3-2 0-16,0 4 1 0,-1 1-5 0,0 3-1 15,4-2-2-15,0 2 5 0,-1 0-4 0,-5 4 0 16,5-3-1-16,-3 9 2 0,-2-2-6 0,0 2-1 16,-9 3 3-16,18 3 1 0,-13-1-2 0,4 4-2 15,0 2 4-15,-3 2 0 0,1 1 0 0,-2 2 2 16,-4 0-6-16,3 3 2 0,-5 1-2 0,2-3-9 16,-2 2-12-16,1 1-19 0,-2 0-35 0,2-2-38 15,-1 2-37-15,-3-1-165 0,-1 1-343 0,-3-2 152 16</inkml:trace>
  <inkml:trace contextRef="#ctx0" brushRef="#br0" timeOffset="38130.03">23538 15361 121 0,'6'11'113'0,"-2"-6"8"0,1 3-12 0,-5-8 6 15,4 19-5-15,-3-8-11 0,1 2 2 0,-2 3-7 16,3-1-5-16,-3-2-14 0,3-2 2 0,-1-1-18 16,0 0 3-16,4-2-3 0,-2-1-1 15,1-1-8-15,0 0-3 0,-5-6-1 0,11 4-1 16,-11-4-6-16,17-4-4 0,-7-2 0 0,2 0 2 16,1-5-9-16,1-1-5 0,1-2 3 0,-2-1-3 0,1 1 1 15,-4-1 1-15,1 0-3 0,-3 2 0 16,0-2 10-16,-2 4-1 0,-1 1 6 0,-1 3-6 0,-3-3-4 15,-1 10-3-15,3-9-1 0,-3 9 1 16,4-8-10-16,-4 8-2 0,0 0 0 0,0 0 1 16,0 0 1-16,0 0-4 0,9 26 0 0,-12-8-2 15,3 1-1-15,-1 7-21 0,2 0-29 0,-1 3-37 0,1-4-43 16,-1 2-21-16,2-8-22 0,-1-1-126 0,2 0-315 16,-1-6 139-16</inkml:trace>
  <inkml:trace contextRef="#ctx0" brushRef="#br0" timeOffset="38541.99">23961 15549 109 0,'0'0'101'0,"-2"-22"9"0,1 11 3 0,0-2-14 15,-2-4 5-15,0 4-1 0,1-5-6 16,-3 0-3-16,4-1 5 0,-1 0-4 0,4 0 0 16,-4-2-3-16,9-3 5 0,-5 7-6 0,6 1 0 15,-2 1-2-15,8 4-8 0,-3 4-7 0,0 0-8 16,7 2-3-16,0 4-2 0,2 1-2 0,-1 1 0 15,1 5-4-15,1 3-3 0,-3 0-4 0,0 3-3 16,5 0 0-16,-9 3-6 0,2-1-7 0,-5 2-1 16,2-3-3-16,-4 1 3 0,1 1-9 0,-2-3 0 15,-5-3-4-15,3 0-1 0,-4-3-1 0,2 0 1 16,-1-1-3-16,1 0 2 0,-4-5 0 0,2 5 9 16,-2-5-2-16,0 0-1 0,0 0-5 0,0 0 1 15,0 0-6-15,0 0 2 0,0 0-3 0,-11-25-2 16,8 16-2-16,3-1-2 0,-1-2-1 0,1-5 2 15,1 2-2-15,2-3-2 0,2 2-3 0,1-2 5 16,3 4-4-16,0-1-2 0,-4 5 2 0,3-2-1 16,2 7-2-16,-1-1-2 0,-1 3 2 0,2 2 0 15,-10 1 4-15,23 4 1 0,-13 3 1 0,-1 1 0 16,-1 3 0-16,3 5 4 0,-3 0-3 0,-2 8 2 16,-1 1-4-16,-2 0-2 0,-1-5-19 0,-3-1-23 15,-1 7-37-15,-2-2-51 0,1-6-56 0,-2 1-47 16,-3-4-137-16,2-2-399 0,1-5 177 0</inkml:trace>
  <inkml:trace contextRef="#ctx0" brushRef="#br0" timeOffset="38697.83">24532 15363 5 0,'0'0'182'16,"-9"-14"-23"-16,9 14-10 0,0 0-19 0,0 0-34 15,0 0-38-15,-22 3-54 0,22-3-53 0,-19 9-74 16,6-3-133-16,-5-1 60 0</inkml:trace>
  <inkml:trace contextRef="#ctx0" brushRef="#br0" timeOffset="40103.4">24720 14541 19 0,'10'7'99'0,"4"2"-6"15,1 2-3-15,-1 2-14 0,0 1-4 0,2 6-9 16,0 2 1-16,-3 4-4 0,-1 0-4 0,-1 3-1 16,2 1-5-16,-1-1 0 0,-4 5-5 0,0 0-8 0,1 0 5 15,1 10 5-15,-2-8 0 0,-3 9-1 16,3-9 2-16,-6-1-2 0,2 15-2 0,-5-4-1 15,1 0-5-15,-2-1-6 0,1 2 1 0,-1-2-1 16,2-8-12-16,-4 9 5 0,1 0-6 0,1 1 8 16,-1-1-8-16,3 0 0 0,0-12 9 0,1 2-5 15,3 9-2-15,1-10-6 0,0 1 3 0,1 0 2 16,1 9-9-16,-4-12 0 0,0-1-5 0,1 4 2 16,-4-4 1-16,2 3-6 0,-4-3 8 0,2-2-5 15,-2 2 3-15,-2-6-5 0,-1 2-1 0,-1-3 6 16,0-6 22-16,-5 3-1 0,1-3-2 0,-4 2-7 15,-2-6-2-15,1-3 0 0,-7 3-3 0,1 1 0 16,-5-5-6-16,1-3-3 0,-4-1-14 0,-4 3-9 16,3-4-24-16,-3 0-29 0,0-4-38 0,-1-2-37 15,-2-2-121-15,1-3-285 0,1-5 126 0</inkml:trace>
  <inkml:trace contextRef="#ctx0" brushRef="#br0" timeOffset="40270.18">24773 15557 1491 0,'12'-17'22'0,"-5"3"-34"0,2 5-56 0,-2-1-56 16,0 5-37-16,4 1-2 0,-5 4-2 0,-6 0-177 15,17-2 78-15</inkml:trace>
  <inkml:trace contextRef="#ctx0" brushRef="#br0" timeOffset="40957.28">25428 15277 110 0,'0'0'122'0,"0"0"-1"0,-9-4-11 16,9 4-2-16,-5-4-3 0,5 4 2 0,0 0-4 15,0 0 0-15,-7-6-9 0,7 6-11 0,0 0-9 0,0 0-7 16,0 0-6-16,0 0-8 0,19-9 0 15,-10 9-3-15,4-2-10 0,-1 0-2 0,0-1-8 16,7-1 2-16,-6 2-4 0,3 2-2 0,-3 0-3 16,-2-1-2-16,3-2-5 0,-3 1 5 0,1 2-10 0,-3-1 1 15,-1 1-1-15,-8 0 0 0,14-1 3 0,-7-1-6 16,-7 2-3-16,9 0 2 0,-9 0-3 16,9 0 2-16,-9 0-1 0,0 0-3 0,13 0 2 15,-13 0 1-15,7-3-3 0,-7 3 4 0,0 0-6 16,0 0 0-16,11 2-3 0,-11-2 3 0,0 0-2 15,0 0-1-15,0 0-3 0,0 0 7 0,0 0-6 16,7 3 5-16,-7-3-2 0,0 0 2 0,0 0 0 0,0 0-4 16,0 0 4-16,0 0 4 0,0 0-7 15,0 0 0-15,0 0-3 0,0 0-1 0,0 0 0 0,0 0 7 16,0 0-10-16,0 0 0 0,0 0-1 0,0 0 4 16,0 0-7-16,0 0 5 0,7 1 0 0,-7-1 3 15,0 0-1-15,0 0 0 0,10 0 1 0,-10 0 1 16,10-1 1-16,-10 1 5 0,9-3-4 0,-9 3 1 15,9-5-1-15,-9 5 6 0,7-3-2 0,-7 3 11 16,7-4 1-16,-7 4 0 0,0 0 0 0,8-5 2 16,-8 5-6-16,0 0 4 0,5-4-5 0,-5 4 2 15,0 0-7-15,0 0 4 0,0 0-5 16,0 0 5-16,0 0-2 0,0 0-2 0,0 0 3 16,0 0-3-16,0 0 4 0,0 0 9 0,-7 22-2 0,1-12 5 15,-2 1-2-15,0 3-2 0,1 0 1 0,-2 4-2 16,-3-4-3-16,4 2 2 0,1 0-1 0,0 2-8 15,-2-3-15-15,1 2-15 0,3-2-26 0,0 1-39 16,0-4-25-16,1-2-35 0,2 1-118 0,-2-2-291 16,1-4 129-16</inkml:trace>
  <inkml:trace contextRef="#ctx0" brushRef="#br0" timeOffset="41134.24">25648 15132 34 0,'-18'-24'146'16,"0"-1"-12"-16,0-1 2 0,-5 4-1 0,2 0-4 0,0 3-9 16,0 2-6-16,8 4-9 0,-1 3-12 0,5 1-9 15,3 4-8-15,-3-1-21 0,4 1-30 16,-1-1-46-16,6 6-32 0,-3-5-34 0,3 5-18 16,0 0-88-16,15-10-208 0,-3 5 93 0</inkml:trace>
  <inkml:trace contextRef="#ctx0" brushRef="#br0" timeOffset="46615.05">4143 7223 49 0,'0'0'65'0,"0"0"-8"0,-3 31-1 0,1-14-7 15,0 1 4-15,2 10-9 0,0 2 6 16,2 4-5-16,-1 16 3 0,0 0-3 0,7 5-2 15,-4 5-3-15,6 22 0 0,0 0-1 0,2-23-5 16,6 28 0-16,-3-2 2 0,7-2-9 0,-4-2-1 0,6 5-5 16,-1-2 1-16,5 5-3 0,0 1 10 15,0-1-16-15,8 5 6 0,-4-5 0 0,1-4-8 16,0 4 5-16,3 3 2 0,-3 2 5 0,-2-1-7 16,1 1 1-16,-3 6-3 0,3-3-3 0,-4-1-1 0,1 2 4 15,-3 7-4-15,1 2 4 0,-5 6 0 0,2 0-6 16,1 0 4-16,1 1 0 0,1 1 3 15,-6 1 3-15,2 6-1 0,-3 1-3 0,1 0 3 0,4-4-6 16,-3-3 0-16,-1 6 7 0,4-2 12 16,3 3-24-16,0-1 5 0,3-4-1 0,1-3-4 0,0-2-1 15,1 3-5-15,1-3 2 0,1-1 3 16,3-1-10-16,-5-5 4 0,3-2 0 0,6 1-1 16,-3-4 1-16,3 0 2 0,1-3 0 0,0-2 1 15,9-5-6-15,-3-2 9 0,7-3-7 0,-1-3-5 16,2 3-1-16,-4-2-1 0,2 2-8 0,-2 2-2 0,-7-4-8 15,-1 2 4-15,-1-1-6 0,-2 1-2 0,-5-11-18 16,-2 2-9-16,0-3-10 0,-2 5-5 0,-2-1 5 16,-7 4 8-16,0 3 16 0,-6 7 7 0,-4-7 7 15,2 2 2-15,-5-3 4 0,3 3 6 16,-5-6 9-16,-1 3-2 0,-2-26 1 0,2 26 14 0,-2-27 5 16,4 24 18-16,1-26-6 0,-2-2 5 0,-2 0 4 15,4-1-5-15,0 1 6 0,6-3-8 0,-1-4 4 16,5-4-6-16,3-2 5 0,-5-14-5 0,7 2 3 15,3-5 8-15,2-2-9 0,16 4 6 16,-12-11-5-16,17 5 1 0,-5-3-7 0,-9-6 1 16,15 0-16-16,-16 0-4 0,17-4-20 0,-2 0-24 0,-1-2-14 15,0-2-12-15,-11-4-21 0,1-4-54 16,-4-1-158-16,-1-7 70 0</inkml:trace>
  <inkml:trace contextRef="#ctx0" brushRef="#br0" timeOffset="47614.55">476 10478 112 0,'0'0'148'0,"0"0"-15"0,0 0 0 15,0 0 22-15,0 0-16 0,27 73-1 0,-8-20 3 16,4 25-7-16,-6 1-8 0,-3-22-13 15,3 24-14-15,-5-25-5 0,1-1-9 0,-2-1-11 16,-1 0-5-16,5 0-4 0,-1-3-5 0,-1-7-12 0,-4-10-14 16,1 0-20-16,3-2-20 0,-5-2-27 0,2-4-49 15,-1 0-38-15,-9-26-40 0,13 37-126 16,-13-37-310-16,11 26 138 0</inkml:trace>
  <inkml:trace contextRef="#ctx0" brushRef="#br0" timeOffset="47991.6">888 10878 39 0,'-5'-7'201'0,"-4"1"-19"0,5 3-9 16,4 3-17-16,0 0-9 0,0 0-9 0,0 0-9 16,0 0-5-16,-45 35-10 0,45-35-10 0,-16 46-4 15,10-20-15-15,3 4-6 0,3-30-10 0,-4 51-2 16,4-51-12-16,0 38-1 0,4-21-9 0,-2 0-6 15,1-6-1-15,1 2-4 0,6-5-4 0,-4 0-7 0,3-1-1 16,-1-3-3-16,2 0-2 0,1 0-11 16,0-4-5-16,1 0-1 0,-1 0 0 0,-2-4-1 15,0-1 0-15,-1 0-7 0,-1-5-4 0,-2 0 1 16,0 0 0-16,0-1 1 0,-2-4 4 0,-2 3 8 16,-1-1-9-16,-1 2 5 0,-2-3-1 0,-2 2 3 15,0 2 2-15,4-2 3 0,0 3 10 0,-2 2-2 16,3 7-4-16,-4-10-3 0,4 10-6 0,-2-7 1 15,2 7 3-15,0 0-2 0,0 0 2 0,0 0 1 16,21 21-3-16,-9-7 1 0,-1 3-1 0,6 5 2 16,1 0-21-16,-1 1-13 0,1-1-27 0,0 1-27 15,0-4-33-15,0-1-15 0,3 1-22 0,-6-6-131 16,-4 0-308-16,0-7 137 0</inkml:trace>
  <inkml:trace contextRef="#ctx0" brushRef="#br0" timeOffset="48436.11">1144 10967 65 0,'0'0'162'0,"-5"-3"-21"16,5 3-13-16,0 0-5 0,0 0-3 0,0 0-5 16,0 0-10-16,0 0-11 0,15 25-21 15,-9-18 10-15,4 1-11 0,-2-2-8 0,3 1-7 16,0-3-1-16,0 1-9 0,3-1-1 0,-3-1-2 0,1 0-6 15,1-4-6-15,0-1 0 0,1-1-1 0,-4-1-4 16,0-1-2-16,-1-1 0 0,0-1 1 0,-2 0-5 16,-1-2-3-16,-1 0 4 0,-3 1-6 15,0-2-1-15,2 0-1 0,-4 10 2 0,-2-19-1 16,2 19-3-16,-1-16-2 0,1 16-4 0,-3-12 5 16,3 12-2-16,-2-8-4 0,2 8-1 0,0 0-6 15,0 0 3-15,0 0-4 0,0 0 5 0,0 0-1 0,0 0-1 16,0 0 0-16,0 0 0 0,0 0 0 0,29 17 0 15,-22-12 2-15,4 0-1 0,1 0-4 16,-2-4 3-16,2 1 3 0,0-1-3 0,-12-1 2 16,23-5 7-16,-9 0 11 0,-3-2 6 0,1-2 0 15,-1-4 7-15,-1-2 1 0,-5-3 2 0,5-5-3 16,-6 4 6-16,1-6 6 0,-2 6 0 0,-5 2-2 16,0-4-3-16,-2 3-7 0,-3 1 0 0,-3-5-3 15,2 8-2-15,1 0-3 0,-1 5-9 0,-1-2-13 16,2 3-16-16,2 3-35 0,5 5-49 0,-8-9-60 15,8 9-33-15,0 0-164 0,0 0-383 0,0 0 170 16</inkml:trace>
  <inkml:trace contextRef="#ctx0" brushRef="#br0" timeOffset="48985.37">1936 10392 49 0,'0'0'224'0,"1"-6"-28"0,-1 6-19 15,0 0-16-15,0 0-14 0,0 0-13 0,0 0-10 16,4 18-8-16,-4-5-8 0,2-2-13 0,4 5-7 16,-1-4-7-16,3 5-8 0,3-5-3 0,3 0-7 15,-3 1-8-15,3-4-2 0,3-2-8 16,-2 0 0-16,3-1-7 0,0-3-1 0,0-4-7 0,0 1 2 16,0-1-6-16,-6 0-1 0,1-3-3 0,-2 1 1 15,1-3-9-15,-4-1-10 0,-2-1-6 0,-2-2-12 16,1-1-11-16,-5 1 0 0,0 10-15 0,-8-22 4 15,0 6 0-15,-4 2 1 0,-10-5 4 0,2 0 3 16,-2 4 5-16,1-4 4 0,-2 2 11 0,6 5 5 16,0 2 4-16,3 0 18 0,2 3 14 0,3 0 2 15,2 4-7-15,2-2-1 0,-1 1-9 0,6 4-2 16,-8-6-4-16,8 6 11 0,0 0-14 0,5-13-1 16,-5 13-1-16,19-11 2 0,-3 1 2 0,2 0-1 15,6-7 5-15,3-1-12 0,-3-3 4 0,3 1 0 16,-3-2-1-16,2-4-2 0,-5 2 0 0,-4 2 0 15,-3-3 0-15,-2 1-2 0,-6 5 4 16,-1-5-3-16,-4 5 1 0,-1 1 4 0,-5-3-2 16,1 4 2-16,-3-3-2 0,-2-4 4 0,-1 7 2 0,1 3 5 15,1-1 3-15,0 5 0 0,2 0 3 16,1 3 2-16,5 7-6 0,-8-10-2 0,8 10-4 16,0 0 1-16,0 0-1 0,0 0 1 0,9 46 4 15,5-3 8-15,4 14 13 0,6 27 8 0,3 4 4 16,-1 4-4-16,-5-1 1 0,9-1-5 0,-2-6-3 15,3-3-6-15,-12-23 1 0,10 21 1 0,-11-28-5 0,4 0-3 16,2 1-5-16,0-7-8 0,-3-1-16 0,0-4-16 16,-3-10-31-16,0-2-43 0,0-3-58 15,0-4-54-15,0 1-49 0,-9-6-150 0,4-6-435 16,-4-2 192-16</inkml:trace>
  <inkml:trace contextRef="#ctx0" brushRef="#br0" timeOffset="49138.47">2543 10650 2139 0,'-3'-26'-29'0,"1"1"33"0,0 5-4 0,4 3-9 15,4 2 4-15,3 1-1 0,1-1-12 0,4 1-7 16,5-3-6-16,-3 3-22 0,-1 4-14 0,3 1-37 16,-1 2-28-16,0 4-146 0,-6 4-300 0,0 1 133 15</inkml:trace>
  <inkml:trace contextRef="#ctx0" brushRef="#br0" timeOffset="49609.7">1643 12714 73 0,'-5'-7'201'0,"4"-6"-25"15,2-2-15-15,-1-2-9 0,5-10-9 0,3 0-7 16,-1-6-7-16,4 1-4 0,6-13-11 0,-6 10-5 15,-1 2-4-15,4-11-11 0,-5 12-8 0,2 1-5 16,-3 3-8-16,-2 2-3 0,0 7-1 16,-4 1 1-16,-2 6-2 0,3 0-6 0,-3 2-4 15,0 3-8-15,0 7-2 0,0-13-7 0,0 13-9 0,1-6-4 16,-1 6-6-16,0 0 0 0,0 0-5 0,22 24 0 16,-8 0 3-16,0 5-8 0,7 16 4 0,5 1-2 15,-3 1-2-15,2 3-2 0,0 3 1 0,-1-6 3 16,2 2 22-16,-4-5-2 0,-6-12-3 15,5 11-4-15,-6-14-4 0,-2 2-2 0,2-2-2 16,-3-1-1-16,0-3-5 0,-1 1-1 0,-1-2-15 0,0-2-13 16,-5-2-26-16,1 5-27 0,-2 0-41 0,-1-1-42 15,-4 3-42-15,-5 0-205 0,-3-4-431 16,-5 0 192-16</inkml:trace>
  <inkml:trace contextRef="#ctx0" brushRef="#br0" timeOffset="49774.99">1380 12590 1594 0,'-19'-50'-5'0,"-4"6"17"15,7 16 40-15,2-1-8 0,5 2-23 16,4 9-7-16,1 0-1 0,2 2-21 0,6 1-21 16,-1-2-17-16,3 6-35 0,6-2-32 0,1 3-26 15,-3 3-83-15,7 0-240 0,2 2 107 0</inkml:trace>
  <inkml:trace contextRef="#ctx0" brushRef="#br0" timeOffset="50077.97">2101 12408 101 0,'6'5'151'15,"2"-1"-7"-15,-4 0-3 0,-4-4 2 0,10 5 11 16,-7-4 7-16,-3-1 11 0,0 0 4 0,7 3 4 15,-7-3-18-15,0 0-14 0,0 0-13 0,0 0-14 16,0 0-10-16,-12-20-3 0,7 13-12 0,0-5-9 16,-1-2-8-16,-1-3-13 0,2 0-3 0,0-2-8 15,3 0-5-15,0-1-5 0,1-4-11 0,1 4-1 16,1 9-4-16,1-1-7 0,0 3-3 0,2 1-4 16,0 3-3-16,1 0-1 0,7 1 3 0,0 2-3 15,2-1-5-15,4 6 2 0,-1 3 0 0,2 1-8 16,7 4 1-16,-7 0-9 0,4 6-20 0,0 1-11 15,0 2-22-15,0 0-35 0,-2-1-45 0,-3 0-34 16,0 1-44-16,-6-4-166 0,-1-3-415 0,-2-2 184 16</inkml:trace>
  <inkml:trace contextRef="#ctx0" brushRef="#br0" timeOffset="50280.11">2403 12047 145 0,'0'0'174'0,"-7"-10"-4"16,5 6-12-16,2 4-14 0,0 0-13 15,-10-7-19-15,10 7-9 0,0 0-10 0,0 0-11 16,-3-8-11-16,3 8-20 0,0 0-21 0,0 0-19 0,0 0-30 16,0 0-29-16,0 0-12 0,0 0-23 0,24 15-21 15,-19-12-90-15,-5-3-210 0,5 13 93 0</inkml:trace>
  <inkml:trace contextRef="#ctx0" brushRef="#br0" timeOffset="50580.04">2249 12155 67 0,'-5'-4'166'0,"5"4"-2"0,-8-7-2 0,8 7-10 16,-8-3-9-16,8 3-6 0,-6-5-10 0,6 5-11 16,0 0-14-16,-6-4-11 0,6 4-12 0,0 0-3 15,0 0-8-15,0 0-12 0,-6-6-5 0,6 6-11 16,0 0-7-16,0 0-15 0,0 0-14 0,0 0-17 15,0 0-25-15,0 0-19 0,0 0-25 0,0 0-17 16,6 34-14-16,-4-25-15 0,-2-1-93 0,1-1-238 16,-1-7 105-16</inkml:trace>
  <inkml:trace contextRef="#ctx0" brushRef="#br0" timeOffset="50791.55">2161 12175 134 0,'0'0'158'16,"-6"-7"-4"-16,6 7-1 0,-3-5-9 0,3 5-10 0,0 0-11 15,-6-5-8-15,6 5-10 0,0 0-18 0,-3-7-12 16,3 7-18-16,0 0-29 0,0 0-12 0,0 0-24 16,0 0-17-16,0 0-13 0,0 0-7 0,0 0-28 15,12-5-7-15,-12 5-15 0,0 0-14 0,15 3-60 16,-15-3-182-16,0 0 81 0</inkml:trace>
  <inkml:trace contextRef="#ctx0" brushRef="#br0" timeOffset="51743.21">2193 11822 19 0,'0'0'106'0,"0"0"-8"0,0 0-6 0,0 0-3 15,15 17-3-15,-12-13-3 0,-3-4-15 0,7 6-6 16,-3-2 0-16,-4-4-5 0,5 7 2 0,-5-7-4 15,5 5-7-15,-5-5-2 0,0 0-4 0,4 7 6 16,-4-7 2-16,0 0 0 0,0 0 3 0,5 3 1 16,-5-3 6-16,0 0 6 0,0 0-1 0,0 0 1 15,0 0 3-15,0 0 0 0,0 0 0 0,0 0 1 16,0 0-3-16,4 6-5 0,-4-6 3 0,0 0-7 16,0 0-6-16,0 0-5 0,0 0-2 0,0 0-7 15,0 0-2-15,0 0-2 0,0 0-6 0,0 0 3 16,0 0-6-16,0 0-1 0,0 0-4 0,0 0-2 15,0 0-3-15,0 0-2 0,0 0-2 0,0 0 0 16,0 0-5-16,0 0-3 0,0 0-6 16,0 0-8-16,0 0-17 0,0 0-20 0,0 0-20 0,0 0-44 15,0 0-16-15,0 0-21 0,0 0-20 0,0 0-140 16,0 0-335-16,1 13 148 0</inkml:trace>
  <inkml:trace contextRef="#ctx0" brushRef="#br0" timeOffset="52230.28">1964 13334 87 0,'-7'10'127'16,"-1"1"-5"-16,0-4 4 0,1 2-7 0,-1-1 1 16,0 0 0-16,0-1-1 0,0-2-6 0,2 3-3 15,-3-1-3-15,4-3-1 0,-1 4 1 0,0-4-2 16,1 0 2-16,-2 1-2 0,7-5-7 0,-7 5-6 15,7-5-13-15,-5 5-6 0,5-5-11 0,0 0-3 16,0 0 0-16,0 0-2 0,26-19-6 0,-2-4 2 16,17-15-1-16,26-23-6 0,7-7-4 0,1-3-5 15,8-8-3-15,3 1 3 0,4-1-11 0,-1 0-2 16,-1 1-1-16,-3 0-4 0,-5 6-2 0,-5 4-2 16,-9 5-1-16,-18 21-1 0,11-21 1 0,-16 27 0 15,-3 4-1-15,-2 0 0 0,-9 10 1 0,-3 1-5 16,-4 2 2-16,-6 9-3 0,0-3-2 0,-7 6 0 15,1 0 2-15,-10 7-1 0,11-7-1 0,-11 7 0 16,7-7-8-16,-7 7-15 0,0 0-29 0,0 0-23 16,0 0-27-16,0 0-24 0,0 0-47 0,-44 27-57 15,19-11-156-15,-1 3-410 0,-2 1 181 0</inkml:trace>
  <inkml:trace contextRef="#ctx0" brushRef="#br0" timeOffset="52692.36">1789 13396 58 0,'-13'11'51'0,"-2"0"0"16,-5 5-3-16,-4 3 3 0,1 1-7 0,-2-1-4 15,-4 0-1-15,0 3 1 0,-3-3 3 0,-1 2-6 16,-8 6 12-16,-2-3-12 0,8-5 6 0,-10 4 2 16,-1-2 13-16,2 1-2 0,8-6-7 0,-15-2 1 15,-2-3 11-15,2-2-3 0,-1-6 3 16,1-4 0-16,-1-5-3 0,1-2-4 0,-2-5 5 0,0-6-6 16,-3-1 0-16,6-4-8 0,-1-1-6 0,4-7-27 15,-1-3-5-15,1-1 3 0,0-9-4 0,-14-16-6 16,19 14 2-16,-10-25-10 0,18 22 0 0,-12-28 1 15,-2-1-15-15,6 1-2 0,15 24-5 0,-11-31 0 16,6 0 2-16</inkml:trace>
  <inkml:trace contextRef="#ctx0" brushRef="#br0" timeOffset="53263.57">50 9472 1593 0,'76'-79'6'0,"6"1"-1"15,-2 10-2-15,10-2 8 0,-3 2-9 0,1 2 1 16,4 8-1-16,-6 2 7 0,2 1-6 0,-6 7-2 15,2-1 0-15,-4 7-1 0,-24 14 5 0,28-8-8 16,-24 11 3-16,28-7 6 0,-27 14 0 0,3 1 1 16,26-2-3-16,-29 12-4 0,2 2 5 0,-1 7-6 15,-2 2 2-15,2 9 3 0,-5 6-2 0,-3 3-1 16,-1 5-4-16,-3 1 9 0,-1 6 1 0,-4 2-10 16,-4 4 3-16,1 1 3 0,-3 0 0 0,4 4-1 15,-4-3 2-15,2 4 2 0,-1 1-7 0,15 19 4 16,-3 0 2-16,-18-20 0 0,19 19-1 0,-15-17 2 15,13 21 0-15,-14-19-4 0,17 20-2 0,-8 1 5 16,-15-22-1-16,14 23 1 0,-3 3-2 0,-3 4-2 16,-2-1 6-16,0 5-4 0,-6 2 6 0,-1 2-6 15,-2 2 0-15,-2-1 3 0,-3-1-2 16,3 5 3-16,-2-3-1 0,2 4 4 0,-3-3-10 16,-2-2 6-16,0 1-1 0,3-8 3 0,-2-1-7 15,-4-22-1-15,1 28 2 0,-4-3-1 0,-3-25 2 0,1 23 0 16,-6-23-1-16,1 26 3 0,-3-28-3 0,-1 2 2 15,-1-3-5-15,-2 0 6 0,-2-2-3 0,-2 0-2 16,0-1-2-16,1 5 2 0,1-9 5 0,-1 2-5 16,-2-1 5-16,2 0-4 0,-8 3-18 15,3 0-9-15,-3-4-8 0,-5 2-16 0,-2-2-6 16,1-1-11-16,-4 0-13 0,-3-4-8 0,-1 3-22 16,0-5-15-16,-6-1-78 0,0-3-217 0,-9 1 96 15</inkml:trace>
  <inkml:trace contextRef="#ctx0" brushRef="#br0" timeOffset="53907.01">1775 13622 3 0,'-7'-9'140'0,"2"4"-8"0,3 1-20 0,2 4-10 15,0 0-9-15,0 0-8 0,0 0-6 0,16 46 1 16,0-1 2-16,3 10 3 0,5 26-11 0,0 3-1 15,1 2 28-15,-2-2-22 0,3-3-4 0,-10-22-8 16,5 19-6-16,-5-22-9 0,-1-3-7 0,3-5-2 16,-4 1-6-16,-2-2 0 0,-2-16-6 0,0 0-1 15,-3-4-6-15,1 0 2 0,-3-3-8 0,-1-5 2 16,0-3 5-16,-1-3-11 0,1 0-11 0,-2-4-23 16,-1 1-24-16,-1-10-19 0,3 13-18 0,-3-13-16 15,0 9-29-15,0-9-124 0,0 0-271 0,-13 6 121 16</inkml:trace>
  <inkml:trace contextRef="#ctx0" brushRef="#br0" timeOffset="54234.47">1646 14450 49 0,'0'0'103'0,"0"0"6"16,46 12-5-16,-31-5-11 0,6 10 6 15,1-1-7-15,1 4-8 0,-1 1-6 0,1 3-3 0,3 2-7 16,-2-4-4-16,-5 0-12 0,3 2 1 16,-1-3-4-16,-1-3-2 0,-6-3-4 0,4-2-5 15,-4-2-1-15,-4-2-3 0,-1-3-3 0,4-2 5 16,-4 1 2-16,-2-2 1 0,1-2 1 0,2-1 6 16,-1-6-3-16,4-5-1 0,-3-4 0 0,9-8-2 15,-3-3-4-15,1-6-2 0,2 0 3 0,0-11-2 16,1-2-8-16,-3 2 2 0,-7 9-7 0,3 2 3 15,-4-3-1-15,0 6-4 0,2 0 2 0,-2 4-9 16,-5 7-2-16,0 8-9 0,-2 0-27 0,2 3-28 16,-4 7-32-16,5-11-22 0,-5 11 4 0,0 0-26 15,10-2-24-15,-10 2-89 0,0 0-262 0,0 0 116 16</inkml:trace>
  <inkml:trace contextRef="#ctx0" brushRef="#br0" timeOffset="61453.38">356 15779 11 0,'0'0'50'0,"0"0"-3"16,0 0-6-16,0 0-3 0,0 0-5 0,0 0-8 15,0 0-2-15,0 0-2 0,0 0-7 16,0 0 5-16,0 0-6 0,0 0-2 0,0 0-4 16,0 0 6-16,0 0 0 0,0 0-8 0,0 0-2 15,0 0 2-15,0 0-2 0,0 0-2 0,0 0-6 16,0 0 0-16,0 0 1 0,0 0-7 0,0 0 0 15,0 0-6-15,0 0-4 0,0 0-3 0,0 0-1 16,0 0 2-16,0 0-19 0,0 0-45 0,0 0 20 16</inkml:trace>
  <inkml:trace contextRef="#ctx0" brushRef="#br0" timeOffset="64619.56">232 15957 35 0,'0'0'137'0,"0"0"-4"16,0 0-8-16,0 0 2 0,0 0-6 0,0 0-5 15,0 0-2-15,0 0-11 0,0 0-11 0,0 0-10 0,0 0-9 16,0 0-5-16,0 0-4 0,0 0-10 16,3-82-3-16,-3 82-3 0,11-60 5 0,-3 26-12 15,-1-13-3-15,0 14-4 0,0-2-2 0,-3-13-4 16,2 16 2-16,-3-1-4 0,-1-2-8 0,3 2-3 16,-5-4 5-16,0 37 2 0,-5-61-4 0,5 33-1 15,0 28-1-15,-4-34 6 0,4 34 4 0,0 0 3 16,-7-34-5-16,7 34 0 0,0 0-3 0,0 0-7 15,0 0 2-15,0 0-5 0,-18-18-5 0,18 18-4 16,0 0 3-16,0 0-2 0,0 0-1 0,0 0 1 16,-36 79 0-16,32-54-2 0,4-25-4 0,-9 49-1 15,9-49 4-15,0 40-5 0,0-40-9 16,6 32-1-16,-6-32-1 0,17 28-7 0,-17-28 1 16,24 25 6-16,-24-25-5 0,36 18 1 0,-18-11 4 15,-18-7 3-15,37 13 3 0,-37-13-2 0,39 13-2 16,-39-13 6-16,30 11-4 0,-30-11 2 0,24 10 6 15,-24-10-5-15,0 0 0 0,25 17 2 0,-25-17 2 16,0 0 7-16,16 23-4 0,-16-23-6 0,0 0-9 16,0 0-9-16,-4 45-2 0,4-45-15 0,0 0-18 15,-19 40-21-15,19-40-23 0,-16 22-29 16,16-22-95-16,0 0-248 0,-20 23 111 0</inkml:trace>
  <inkml:trace contextRef="#ctx0" brushRef="#br0" timeOffset="65261.16">484 15475 32 0,'0'0'111'0,"-12"58"-3"0,12-58-10 15,-2 43-6-15,2-43-16 0,4 37-7 16,-4-37-11-16,8 38-1 0,-8-38-4 0,13 34-10 0,-13-34 12 15,18 28-18-15,-18-28-3 0,15 17-9 16,-15-17 3-16,0 0-9 0,25 13 3 0,-25-13 4 16,0 0-14-16,0 0 7 0,0 0 3 0,0 0-9 0,0 0 2 15,0 0 7-15,0 0-9 0,50-38 5 16,-50 38-1-16,0 0 7 0,2-41-14 0,-2 41 3 16,0 0-1-16,-12-46-4 0,12 46 1 0,0 0-14 15,-13-41 13-15,13 41 15 0,0 0 4 0,-12-23-1 16,12 23-7-16,0 0-2 0,0 0-6 0,0 0 0 15,0 0-2-15,0 0 1 0,0 0 2 0,0 0-6 16,0 0 0-16,0 0-3 0,0 0 9 0,0 0-1 16,0 0-9-16,0 0 3 0,0 0-1 0,81 58 4 15,-81-58-2-15,21 11-3 0,-21-11 0 0,0 0 1 16,34 7 0-16,-34-7 4 0,0 0-8 0,0 0 14 16,46-15-9-16,-32 5 2 0,-3-4-5 0,1 2 6 15,-3-1 2-15,-2-2 1 0,-1 2-6 0,-4-4 5 16,2 5-7-16,-2 1-1 0,0-4 10 0,-2 15-4 15,0 0-2-15,0 0 1 0,-16-59-3 0,16 59 4 16,-11-25-6-16,11 25 0 0,0 0 11 16,0 0 2-16,-15-27-4 0,15 27-4 0,0 0 2 15,0 0-5-15,0 0-3 0,0 0-1 0,0 0 0 16,0 0 2-16,0 0-2 0,0 0 0 0,0 0 1 16,0 0-4-16,44 27 3 0,-33-22 4 0,2 0-3 15,0-3-2-15,-1 0 2 0,-12-2 6 0,27 0-8 16,-17 2 2-16,-10-2-2 0,19-2 10 0,-19 2-2 15,14-2-4-15,-14 2 0 0,0 0 5 0,15-2 1 16,-15 2-5-16,0 0-2 0,7-13 1 16,-7 13-2-16,0 0 0 0,0 0 1 0,0-20 1 15,0 20 7-15,0 0-5 0,0 0-15 0,0 0 8 0,0 0-3 16,0 0 0-16,-3-14-1 0,3 14 5 16,0 0 3-16,0 0 4 0,25 47 13 0,-9 175-3 0</inkml:trace>
  <inkml:trace contextRef="#ctx0" brushRef="#br0" timeOffset="65366.35">1257 16090 195 0,'1'4'-92'0</inkml:trace>
  <inkml:trace contextRef="#ctx0" brushRef="#br0" timeOffset="65642.33">1054 15502 787 0,'2'-11'58'0,"4"1"-78"0,0-5 49 16,-2 0-38-16,1-3 13 0,3-7-8 0,-2 0 13 15,3-4 16-15,-1 1-2 0,-2 0 26 0,-1 0-12 16,-1 2-3-16,1 3 2 0,-2 6 2 0,-1-1-5 16,-2 7 0-16,0-1 6 0,0 2-6 0,0 4 6 15,0 6 2-15,-3-13-9 0,3 13-1 0,-3-8-2 16,3 8-3-16,-8-4 1 0,8 4-7 0,0 0-1 15,-15 7-4-15,8-2-3 0,1 2-6 16,0 2 4-16,-1 4 3 0,1-1-4 0,2-1-6 0,0 2-8 16,0-1-8-16,2-1-5 0,0 1-9 0,0-2 0 15,4 0-9-15,-4 2-2 0,4-1 2 16,0-1-17-16,4-4 0 0,-4 3-17 0,4-2 5 16,-2-1-3-16,1 1-27 0,2 1-66 0,0-1-173 15,-1 3 76-15</inkml:trace>
  <inkml:trace contextRef="#ctx0" brushRef="#br0" timeOffset="66609.05">949 15459 72 0,'0'0'67'0,"0"0"9"16,0 0-10-16,0 0 3 0,0 0 6 0,0 0-23 15,0 0-12-15,0 0-5 0,0 0-8 0,0 0 5 16,0 0-7-16,0 0 0 0,0 0 15 0,0 0 4 16,0 27-4-16,8-11-3 0,1-1 0 0,1 8-9 15,3 0 2-15,1 2-4 0,-1 0 5 16,2 1-3-16,3 1-4 0,-3-1 0 0,0 0-10 16,-2 3 5-16,1-3 6 0,-1 3-13 0,1-2 2 15,-1-2-1-15,-2 4-6 0,1-4 4 0,-2 1-3 16,2-1-2-16,-3 0 1 0,0-6 3 0,-3-1-6 0,4 0-5 15,-4 1 0-15,1-1 7 0,-2-6-3 0,2 5 4 16,-3-7-2-16,-1 0-4 0,1-1 2 16,-4-9-4-16,2 13 3 0,-2-13 0 0,0 0-9 0,-2 11-2 15,2-11-5-15,0 0-3 0,0 0-9 16,-15-1 9-16,15 1-4 0,-21-14-3 0,13 5 9 16,-7-3 23-16,-3 1-23 0,-1-6 1 0,-2-1 6 15,4-1 3-15,-4-3 2 0,0-2 0 0,4-1 1 16,3-4-1-16,0 1 21 0,1-3 6 0,4-1-16 15,3 0 13-15,-1-3-4 0,5 2-2 0,-1-3 2 16,1 3-9-16,3-2 1 0,3 0-3 0,-2 1-1 16,3 4 7-16,-1-3-8 0,0 5 7 0,1-4-3 15,-1 6-6-15,0-3 5 0,3 4 0 0,-2 1 1 16,-1 6-2-16,-1-2 3 0,-1 4 2 0,0-2-2 16,-2 5 10-16,4 3 2 0,-4-3 0 0,0 13-1 15,-4-21-6-15,2 14 0 0,2 7 3 0,-3-13 10 16,3 13-6-16,-6-9 10 0,6 9 1 0,-5-6-9 15,5 6 1-15,0 0-7 0,0 0-15 0,0 0 10 16,-13 16-1-16,8-7 5 0,3 4-2 16,0 4-8-16,-1 2 1 0,-1 7 1 0,4-7-13 15,3-1 9-15,-3 1-5 0,4-1 0 0,2-1-11 16,-1-1-6-16,6-3 8 0,-2 2 2 0,0-7-6 16,5 2 5-16,1 1 4 0,1-4-7 0,-2 1 1 15,0-3 2-15,3-1-2 0,-3 1-4 0,4-2 1 16,-4-2 2-16,-1 3-8 0,1 0 2 0,-3 1 4 15,1-1-8-15,-2-2 8 0,-2 5-6 0,-3-2 6 16,2 1-3-16,-3 2 9 0,-1 3-9 0,-1 0 6 16,-2 2-21-16,-2 1-21 0,-1 2-17 0,-2 2-7 15,1-1-26-15,-2-3-61 0,-3 1-175 0,1-2 77 16</inkml:trace>
  <inkml:trace contextRef="#ctx0" brushRef="#br0" timeOffset="67396.82">1632 14886 88 0,'-7'-7'96'15,"7"7"-17"-15,0 0 7 0,0 0 3 0,0 0 5 16,22 12-15-16,-4 5-1 0,2 6 0 0,-2 5 2 15,9 11-19-15,-3 1-9 0,-1 2 4 0,0-1-14 16,-9-12-3-16,2 1-5 0,1-2-5 16,-6-2 10-16,3-2-14 0,-5-6 0 0,-3-1-6 15,4-3 2-15,-5-5-4 0,1 0-3 0,-4-3-5 0,0 0 11 16,3-3-3-16,-5-3 4 0,3 9 1 16,-3-9-10-16,0 0 2 0,0 0 5 0,0 0-10 0,0 0 3 15,0 0-4-15,-15-21-3 0,9 8-9 0,2-4 1 16,-4-1-2-16,6 0-1 0,0 0-3 15,1-7-3-15,1 6-8 0,3 2 9 0,2-1-2 16,2 3 6-16,0 3 1 0,0 3-5 0,2 2 4 16,4 3 6-16,0 1-12 0,1 4 17 0,1 2-8 15,3 4 6-15,-2 1-4 0,0 5 6 0,-1-1-5 16,1 1 1-16,-2 0 4 0,0 1-6 0,0-4-12 16,-5-1-2-16,6-1-8 0,-5-1 5 0,1-3 0 15,0-4-7-15,0 3 13 0,-11-3-8 0,21-6 12 16,-13 2-13-16,3-4 2 0,-3 1 6 0,-2-5-5 15,3-1 7-15,-2 2-13 0,-2-6 14 0,-4 3 1 16,0-2-4-16,-2 1 2 0,-2 0 22 0,0 2-8 16,-1 3 2-16,0-2 16 0,2 5-3 0,-2 0 8 15,0 1 5-15,4 6-2 0,-6-7-10 0,6 7-4 16,0 0 0-16,0 0-3 0,0 0 2 0,0 0 5 16,0 0-8-16,0 0-2 0,3 36-11 0,2-24 9 15,1-1-8-15,0 1 7 0,3-2-2 0,-1-2-1 16,-1-3 7-16,3 2-3 0,-1-3-1 0,-9-4-1 15,13 2 5-15,-13-2-3 0,14-2-2 0,-14 2 8 16,13-11-10-16,-9 6 4 0,-4 5 5 0,4-13 2 16,-4 4 2-16,0 9-3 0,-4-21 4 0,0 14-8 15,4 7 8-15,-9-15-4 0,1 10-3 0,-2 0-17 16,2 2 1-16,-2 0-29 0,-2 2-18 0,0 1-11 16,3 1-15-16,-5 1-13 0,9-1-96 0,-4 1-204 15,9-2 91-15</inkml:trace>
  <inkml:trace contextRef="#ctx0" brushRef="#br0" timeOffset="67794.42">2393 14902 78 0,'4'6'139'15,"4"2"-10"-15,-3 1-6 0,1 0-19 0,3 0-11 16,-1-2 2-16,-2 2-15 0,2-2-10 0,3-1 1 15,0 1-13-15,1-4-5 0,-1 1-3 0,0-1-4 16,3-2-7-16,-2-2 2 0,-1-2-6 0,2-1-8 16,-1-3-1-16,3-2 2 0,-5 2-5 0,0-2-7 15,0 0 4-15,-2 2-7 0,0-4-3 0,-3 3-8 16,1-2-14-16,-2 1 7 0,-4 9 0 0,5-13-1 16,-5 13 0-16,4-8-4 0,-4 8-2 0,0 0-8 15,1-9 6-15,-1 9-6 0,0 0 4 0,0 0 3 16,0 0-5-16,0 0 1 0,14 19 15 0,-14-19-8 15,9 11-2-15,-1-5-5 0,0 0 4 0,-2-1 11 16,2 0-7-16,-8-5 8 0,14 4-9 0,-5-4 15 16,-9 0-4-16,0 0 7 0,19-11 8 0,-14 3 4 15,1 1 4-15,-3-3 7 0,-2 0 2 0,0 0-5 16,-1 10 7-16,-2-23-3 0,-1 11-3 0,-3 2-1 16,2 0-2-16,-2 1-3 0,-1-1-22 0,1 4-12 15,-3-1-34-15,1 0-31 0,8 7-24 0,-10-9-23 16,10 9-78-16,-12-4-218 0,12 4 97 0</inkml:trace>
  <inkml:trace contextRef="#ctx0" brushRef="#br0" timeOffset="69541.92">4517 13789 115 0,'0'0'118'0,"0"0"2"0,0 0-1 16,0 0-19-16,-2-8-12 0,2 8-5 0,-4-9-10 0,4 9-8 15,2-17 0-15,-2 7-3 0,3 1 4 0,2-7 2 16,0-1-5-16,2-1-17 0,-1 1 3 16,4-7 1-16,-2 7-2 0,1-5-1 0,-4 3 1 15,4 2 4-15,-3-2-6 0,-2 4-4 0,0-2 3 16,0 1 2-16,-3 6 2 0,2-1 7 0,-2 5-8 16,1-1 8-16,-2 7-11 0,3-11-4 0,-3 11-6 15,1-8-1-15,-1 8-7 0,1-6-6 0,-1 6 0 16,0 0-8-16,0 0 3 0,0 0-7 0,0 0 2 15,20 23-2-15,-10-9 2 0,3 7-1 0,2 5 0 16,0-1-2-16,2 2 1 0,-2-1-1 0,4 1-1 16,-2 3-1-16,1-3 3 0,-3 2-1 0,2-3-1 0,0 2 1 15,0-2-1-15,0-1-5 0,-4-1-10 16,1-2 1-16,1-1-6 0,-3 2-10 0,-2-4-11 16,-1-2-12-16,-4 0-12 0,3 1-9 0,-4-1-14 15,1 2-16-15,-3-2-13 0,1 0-13 0,-3 0-21 16,-5-1-109-16,-2-5-274 0,0 0 122 0</inkml:trace>
  <inkml:trace contextRef="#ctx0" brushRef="#br0" timeOffset="69720">4231 13594 71 0,'1'-8'74'0,"4"-1"-34"16,0 1-31-16,1 1-42 0,-3 2-35 0,4-2 16 15</inkml:trace>
  <inkml:trace contextRef="#ctx0" brushRef="#br0" timeOffset="70084.61">4701 13269 133 0,'13'17'133'0,"5"2"-7"16,-7-2-12-16,6 5-9 0,-4 1-10 0,-3-6 0 15,1-2-5-15,1-1-6 0,-4 0-8 0,-3-4-6 16,2-3-6-16,-3-1 3 0,-1-1 8 0,1-1 14 15,-4-4-1-15,5 5-5 0,-5-5-5 0,0 0-12 16,0 0 0-16,0 0-9 0,-13-25-11 16,10 7-6-16,-4 0 0 0,-1-6-4 0,3-5-5 0,0 2-3 15,1-3-4-15,0 0-3 0,-1 0-1 0,4 4-3 16,0-3-1-16,1 9 0 0,-2 2-4 0,4 5-5 16,0 4-1-16,2 0 4 0,0 3-5 0,2 3-2 15,-6 3 0-15,22-4 2 0,-22 4-3 0,29 12-4 16,-11-2-7-16,9 6-3 0,-3 4-17 0,1 2-19 15,-4 5-8-15,2 0-19 0,-2 3-18 0,-1 11-15 16,-1 2-24-16,-10-8-28 0,-2-1-93 0,-7 0-275 16,-3 0 122-16</inkml:trace>
  <inkml:trace contextRef="#ctx0" brushRef="#br0" timeOffset="73288">3320 14327 33 0,'-21'-6'110'0,"3"0"0"0,1-2 3 0,-1 0-9 15,6 3 7-15,1-1 12 0,-1 0-1 0,4 1-12 16,2 1-3-16,-2 0-3 0,8 4-9 0,-10-5-12 15,5 2-11-15,5 3-7 0,0 0-8 0,0 0-11 16,0 0-4-16,0 0-2 0,22 33 0 0,-3-10-3 16,0 4-7-16,3 2-3 0,6 13-3 0,-2-1 2 15,-2 1-5-15,0 0-2 0,-2 0-3 0,-9-11 2 16,4 0-3-16,-1 1-2 0,0-1-1 0,-3-1-12 16,1 0-7-16,-1-1-13 0,-1-1-30 0,0-3-13 15,-3 1-30-15,-2-10-27 0,2 0-10 0,-3-5-114 16,-3-2-264-16,-1-2 117 0</inkml:trace>
  <inkml:trace contextRef="#ctx0" brushRef="#br0" timeOffset="73918.7">3462 14511 74 0,'12'-13'83'0,"0"1"-1"0,-2 2-13 16,0 0 0-16,2-2-12 0,-3 2-1 0,-3 0-7 16,-2 1 0-16,0-1-10 0,0 0 8 15,-2 2-6-15,-2 8 2 0,-1-18-7 0,1 18 6 16,-5-18-8-16,1 8-5 0,0 2-1 0,-5-1 6 0,2 1-5 16,-5 0-5-16,4 2 4 0,-2-2-6 0,3 2 17 15,-3 0-7-15,4 3 2 0,2 0-4 0,4 3-13 16,-7-6 1-16,7 6 0 0,0 0 6 0,0 0-2 15,0 0-4-15,24 24 3 0,-12-7 2 16,7 5-6-16,0 1 6 0,0 4-2 0,3-2-3 16,-6 1-3-16,5-1 0 0,-2 1-3 0,-2-3-1 15,-2-1 1-15,-5-8 1 0,3-1-4 0,-6-3-5 16,2 4 6-16,-2-7-8 0,-2-1 3 0,0-2 1 16,-5-4 4-16,6 7-2 0,-6-7-1 0,0 0 0 15,0 0-4-15,0 0-2 0,0 0-4 0,0 0 1 16,6-29 3-16,-8 18-4 0,1-5 0 0,0-2 3 15,-1 1-5-15,1-2 2 0,2 0-6 0,-1 2 5 16,4 0-3-16,0 1 5 0,1 6-7 0,2-2 5 16,2 2 5-16,0 3-3 0,1-1 6 0,6 1-1 15,0 0 6-15,-2 5 1 0,4-2-3 0,2 1 5 16,-2-1-7-16,1 2 5 0,2-4-1 0,-3 5 4 16,2-5 3-16,2-1 0 0,-4-3-3 0,-1 1 16 15,3-3-16-15,-5 1 2 0,7-8 2 0,-4-1 4 16,-3 0-7-16,-1-2 2 0,-6 6 5 0,-1 0-2 15,-2-2-2-15,-2 1 2 0,-3 2-7 0,0 0 2 16,-5 0-6-16,1 3 4 0,-2 0 2 0,-4-3-2 16,3 6-2-16,-1 1 4 0,-2 0 2 0,3 3 2 15,7 5-8-15,-15-2 2 0,15 2-6 0,-19 9 1 16,12 2-5-16,-1 12 3 0,-1 2-2 0,7 7 5 16,-2-2-3-16,5 1-1 0,9 1-12 0,-1-1-22 15,4-3-28-15,3-5-17 0,5 0-33 0,2-4-30 16,0-4-135-16,1 1-296 0,-1-5 131 0</inkml:trace>
  <inkml:trace contextRef="#ctx0" brushRef="#br0" timeOffset="75086.28">740 16663 99 0,'0'0'95'0,"0"0"-10"0,0 0-10 0,0 0-4 0,0 0-7 15,0 0-10-15,0 0-2 0,33 17-7 0,-13 3-2 16,-2 2 0-16,5 4-1 0,-1 6-11 0,5 7 3 16,-9-7-2-16,5 9-11 0,-5-12 3 0,-2-2-1 15,1-2-2-15,-3-4-2 0,-4-6-6 16,1 1-1-16,-5-5-5 0,1-2 5 0,-1-1-4 0,-6-8 3 16,8 9-7-16,-4-5 14 0,-4-4 2 15,6 8 5-15,-6-8-4 0,0 0 6 0,0 0 4 16,0 0-13-16,0 0 4 0,0 0-9 0,0 0 0 15,0 0-6-15,-16-44 13 0,11 29-15 0,1-1 11 16,0 3-8-16,2-4-9 0,2 2 5 0,2-2 3 16,2 1-9-16,1 4-1 0,2 2 6 0,0 3-1 15,-7 7-4-15,21-11 0 0,-9 7-3 0,-12 4 2 16,26 3-2-16,-13 2 3 0,4 2-5 0,-1 3 11 16,-2 0-19-16,-3 1 9 0,2 4-13 0,-1-1 2 15,-6 0-15-15,1 3 8 0,-1-5 2 16,-2 0 1-16,-3 0 2 0,-1-12 0 0,0 20-3 0,0-20 7 15,-7 19-1-15,7-19-7 0,-7 12 3 16,7-12 8-16,-13 7-5 0,13-7 6 0,-14 0-1 16,14 0 2-16,0 0-4 0,0 0-3 0,-22-7 8 15,22 7-6-15,0 0 8 0,-9-9 4 0,9 9-6 16,0 0-6-16,0 0 7 0,0 0 9 0,20-20-3 16,-11 15 4-16,3-2-8 0,1-3 3 0,6-3-5 15,3-1 7-15,0-1 2 0,-1-1 6 0,-2-4-7 16,-3 6 0-16,2-4 2 0,-2-1-11 0,-5 2 8 15,0-2 0-15,-1 3 3 0,-2-7 4 0,0 4 1 16,-6 0 3-16,2 0-6 0,-4-1 7 0,-2 3-5 16,-1-1 1-16,-3 3 2 0,1 4 8 0,-6-2-6 15,2 5-9-15,-3 0 0 0,1 4 6 16,-3-1 4-16,14 5-5 0,-23-2 4 0,23 2-3 16,-21 3 0-16,10 4-11 0,1 0 5 0,4 2-1 15,1 1 3-15,1 3 8 0,0 3-10 0,4-16 2 16,4 28-3-16,0-11 2 0,1-2-11 0,4 0 8 15,2 1-2-15,2-7 4 0,2 1-13 0,2-1 5 16,1-3-17-16,0-3-10 0,3 1-30 0,1-3-80 16,6-4-154-16,-9-3 68 0</inkml:trace>
  <inkml:trace contextRef="#ctx0" brushRef="#br0" timeOffset="75482.13">1395 16356 54 0,'0'0'100'0,"0"0"-2"0,0 0-13 0,0 0 5 16,0 0-16-16,47 6-10 0,-29 3-5 0,7 6-2 16,-2 1-4-16,-1 1-4 0,2 2-5 0,-3 0-7 15,-5-5-3-15,-5-1 7 0,2-1-12 0,-3 1 2 16,-1-4-11-16,-9-9 2 0,12 16 4 15,-12-16-14-15,6 9 0 0,-6-9 3 0,0 0 9 0,10 10-11 16,-10-10 12-16,0 0 3 0,0 0 12 16,5 9-2-16,-5-9-2 0,0 0-10 0,0 0 0 15,0 0 0-15,0 0-5 0,0 0-4 0,0 0-8 16,0 0-11-16,-23-40-1 0,23 40-4 0,-6-21 5 16,6 21 5-16,0-28-8 0,2 13-4 0,5 0 1 15,-7 15-2-15,10-24 9 0,-5 13-7 0,2 2 3 16,-7 9-8-16,17-15 10 0,-6 11 3 0,-11 4-9 15,20-3 4-15,-20 3 0 0,29 7 5 0,-14 2-10 16,0 0-5-16,0-2-4 0,-1 5-11 0,1 0-2 16,1-1-3-16,-2 3-16 0,0-2-18 0,-4-5-20 15,1 2-77-15,5-1-180 0,-5-3 81 16</inkml:trace>
  <inkml:trace contextRef="#ctx0" brushRef="#br0" timeOffset="75818.89">1914 16186 82 0,'-17'17'80'0,"7"-2"-10"16,4 1 0-16,2 3-1 0,1-1-10 0,5 3-16 16,-1-4 5-16,3 1-6 0,0-1-9 15,3-3 3-15,2-3-12 0,0-4 5 0,3 0-2 16,-12-7-6-16,24 6-1 0,-24-6 1 0,27-3 0 15,-27 3-6-15,25-9-2 0,-14 3-2 0,0-2 5 16,-2 1-6-16,1-2 3 0,-10 9-3 0,13-18 8 16,-13 18-8-16,6-18-4 0,-6 18 0 0,-2-14 21 15,2 14-9-15,0 0 2 0,-7-18-4 0,7 18 5 16,0 0 12-16,-10-12 2 0,10 12-4 0,0 0-11 16,0 0-5-16,0 0 7 0,0 0-3 0,0 0-3 15,0 0-13-15,0 0 13 0,0 0-4 0,21 46 0 16,-11-30-5-16,5 6-11 0,-3-7-19 0,8 7-13 15,-7-8-22-15,2 1-22 0,1-3-98 0,-1 0-193 16,-4 1 87-16</inkml:trace>
  <inkml:trace contextRef="#ctx0" brushRef="#br0" timeOffset="76137.92">2138 16181 118 0,'0'0'108'0,"0"0"-8"0,0 0-11 0,0 0-3 16,0 0-8-16,62 18-14 0,-44-8-2 0,-1 0-4 16,-3 0-5-16,5-1-7 0,-4 0-7 0,2-3 2 15,-3 0 1-15,-4 1-5 0,-10-7-5 0,22 5-7 16,-22-5-3-16,16 6-2 0,-16-6 8 0,12 6 22 15,-12-6-1-15,0 0 4 0,0 0 0 0,0 0-9 16,0 0 2-16,0 0-4 0,14-26-8 0,-14 26 1 16,-5-20 1-16,5 20-3 0,-6-30-2 0,0 12-7 15,0 0-8-15,0 0-13 0,-4 0-11 0,2-6-21 16,1 6-15-16,3 1-28 0,2 0-29 16,-3 5-33-16,5 12-85 0,0-21-236 0,0 21 105 15</inkml:trace>
  <inkml:trace contextRef="#ctx0" brushRef="#br0" timeOffset="76607.85">2570 16022 45 0,'7'-20'116'0,"-6"8"3"15,-1 12-4-15,3-19-8 0,-3 19-6 0,-1-20-14 16,1 20-2-16,-7-13-1 0,7 13-9 0,-10-12-5 15,10 12-7-15,-13-8-10 0,13 8-4 0,0 0 0 16,-26 0-6-16,26 0-9 0,-21 10 0 0,21-10-5 16,-15 16 5-16,7-2-7 0,-1 1-4 0,4 2-2 15,0 2-2-15,4 5 0 0,-1-5 0 16,4 0-6-16,3-1 2 0,-1-2-6 0,3 0-2 16,3-3 3-16,1-3-2 0,-2-2-9 0,-9-8 7 15,27 6-2-15,-10-5 4 0,1-3-3 0,3-3-6 16,-1-2-4-16,2-7-3 0,2 0-7 0,-2-1 0 15,-2-3-2-15,-4 4-3 0,0-5-3 0,0-2 2 16,-7 6 8-16,-2 0-10 0,-2 5 4 0,-3-7 2 16,-2 17 4-16,0-22-1 0,0 22 1 0,-7-19 0 15,0 8-1-15,7 11 5 0,-14-16 4 0,7 8-3 16,7 8-1-16,-11-12 7 0,11 12 10 0,0 0-3 16,-12-12-2-16,12 12 0 0,0 0-12 0,0 0 9 15,0 0 3-15,0 0 1 0,0 0 0 16,0 0 0-16,0 0-2 0,0 0 8 0,24 36 0 0,-13-24-4 15,-1 4 5-15,-1-8 0 0,-3 3-3 16,2-1 9-16,-8-10-9 0,15 20-2 0,-7-6 1 16,-2-3 1-16,2 4-25 0,1-1-20 0,-3 2-23 15,-1-2-40-15,-2-1-104 0,-3-13-221 0,1 24 98 16</inkml:trace>
  <inkml:trace contextRef="#ctx0" brushRef="#br0" timeOffset="77685.53">3267 15605 32 0,'0'0'131'0,"0"0"-7"0,0 0 5 0,0 0 1 16,0 0-11-16,12 29-17 0,-3-15-2 0,-2-4-15 15,5 2-5-15,-1 1-12 0,2-3-2 0,-1-1-4 16,4-3-8-16,1-1 7 0,0 0-18 0,-3-2-2 16,-2-3 0-16,1 0-3 0,1-1-3 0,-2-2-6 15,-1-2 3-15,0-1-5 0,-1 1 2 16,1-3-4-16,-3 1 3 0,0 1-2 0,-5-1-1 16,0 2-4-16,-2-1-3 0,-1 6-3 0,-2-13 2 0,2 13-3 15,-4-13-1-15,1 7-5 0,-2 1 4 0,0-2-4 16,1 2 1-16,4 5-3 0,-7-8-2 0,7 8 0 15,-4-6-6-15,4 6-7 0,0 0 3 16,0 0 1-16,0 0-4 0,0 0 0 0,0 0 4 16,19-1-3-16,-19 1 7 0,24 7-2 0,-7-5 4 15,2-1-4-15,1-1 3 0,0 0-3 0,3-1 3 16,-3-4-3-16,2 0 4 0,-3-2-6 0,3 0 9 16,-4 0-5-16,-2-3 4 0,-2 2-22 0,-1 1 0 15,-3-1-3-15,-2 1-6 0,-3 1-25 0,-5 6-7 16,9-12-1-16,-9 12-9 0,-1-13-3 0,1 13 1 15,-13-12 7-15,3 5 13 0,-6 1-3 0,1-4 16 16,-3 4 4-16,0 1 12 0,0-2 10 0,2-1 5 16,3 3 8-16,0-6 0 0,3 7-3 0,2 0-3 15,8 4 3-15,-9-7 1 0,9 7-4 0,-4-6 6 16,4 6 1-16,0 0-2 0,12-21-3 0,-3 10 0 16,5-1 4-16,-1 1-5 0,6-8 3 0,-4 4 3 15,6-3 5-15,-10 4 4 0,2 1 14 0,-4 3-3 16,4-1 1-16,-7 2 8 0,-1 0-4 0,2 1 4 15,-3 0-4-15,-4 8 15 0,3-13-4 0,-3 13 8 16,5-7-3-16,-5 7 8 0,0 0-10 0,0-13-1 16,0 13 1-16,0 0-8 0,0 0 0 0,0 0-8 15,0 0-6-15,0 0 0 0,2-10-6 16,-2 10 0-16,0 0-1 0,0 0-4 0,24 27 5 16,-11-11-5-16,-2 0-3 0,7 6 4 0,0 1 2 15,2 0 0-15,-2 2 1 0,0-3-4 0,1-1 0 0,-7-4 1 16,2-2-4-16,-3-2 1 0,-1-4-2 0,0 0-1 15,-3-2 1-15,0 0-3 0,-7-7-1 0,6 8 0 16,-6-8 1-16,0 0 2 0,12 9 2 0,-12-9-8 16,0 0-4-16,0 0-6 0,0 0-4 15,0 0 1-15,7-27-7 0,-7 27 7 0,0-22-12 16,2 6 2-16,-1 4 2 0,3-2 9 0,1 3-3 16,1 1 3-16,2 1-4 0,0 0 10 0,1 2-3 0,-9 7 0 15,19-11 3-15,-9 8 7 0,1-1 2 0,1 0 6 16,-12 4-1-16,24-6 6 0,-11 3-4 0,3-4 0 15,-4 2-4-15,0-3 4 0,0 3 2 16,-3-4 2-16,0 1 6 0,-1 1-2 0,-2-3 11 16,-2 3 3-16,-3-2-5 0,-1 9 2 0,-2-21-4 15,-1 10 4-15,-2 2-3 0,-1-2 2 0,-3 1 11 16,0 1-4-16,-3-1-1 0,4 2 1 0,-4 5-10 0,2 1 0 16,-2-2-3-16,12 4-5 0,-15-1-1 15,15 1 2-15,-13 6-11 0,13-6-10 0,-10 13-22 16,6-4-18-16,4-9-19 0,4 25-34 0,2-10-33 15,3-1-23-15,4 1-97 0,-3-1-273 0,5-4 121 16</inkml:trace>
  <inkml:trace contextRef="#ctx0" brushRef="#br0" timeOffset="77894.19">4400 15056 46 0,'0'0'157'0,"1"-20"-9"16,3 11-14-16,0-1-10 0,3 2-7 0,2 1-9 16,0 0 9-16,3 3-28 0,2 1-13 0,-1 3 7 15,4 3-18-15,0 1-6 0,1 6-2 16,-3 0-13-16,2 2-23 0,-6 2-17 0,2 2-24 16,-3 0-33-16,-1-1-19 0,1 2-25 0,-3-1-105 15,-3 0-217-15,1-3 96 0</inkml:trace>
  <inkml:trace contextRef="#ctx0" brushRef="#br0" timeOffset="78974.33">4718 14845 1418 0,'-5'-20'4'0,"-2"6"53"0,2-2-1 15,0 6 1-15,3 1-29 0,2 9-8 0,0 0-13 16,-4-15-1-16,4 15 0 0,0 0 2 0,0 0-3 15,0 0 1-15,0 0-4 0,0 0 7 0,29 5 0 16,-29-5-3-16,23 9 1 0,-11-5 0 0,2-2-3 16,-1 2 2-16,0-3 0 0,2-1 0 0,-15 0 2 15,30-3-3-15,-16-1-1 0,-1-2 1 0,0-3 0 16,-3 3 0-16,-2-2 0 0,0 1 1 0,-8 7 5 16,11-18 3-16,-7 10 2 0,-4 8 5 0,2-18-2 15,-2 18 14-15,-2-16-7 0,2 16-1 0,-7-18 3 16,7 18 9-16,-8-12 2 0,8 12 1 0,-6-12 2 15,6 12 0-15,-5-7-6 0,5 7-3 0,0 0-6 16,0 0-6-16,0 0 0 0,0 0-1 0,0 0-3 16,0 0-2-16,30 46-1 0,-15-22-1 0,4 3-2 15,0 3-1-15,6 11 0 0,2 2 1 0,-3-2-2 16,1-2 0-16,1 0-2 0,-7-8 1 0,8 10 1 16,-8-11-4-16,4-1 2 0,6 10-2 0,-7-12-2 15,2 1 0-15,-2-2 3 0,-1 2-5 0,-2-2 1 16,0-1-6-16,-5-4-9 0,-5-5 0 0,0 0 0 15,-3 0-1-15,-3-4 3 0,-3-1-3 0,-1-2 1 16,1-9-6-16,-7 14-5 0,-2-10 2 0,-1 3-2 16,-3-3-6-16,-6 1-2 0,-1-3-4 0,-1-2-2 15,-8 0 8-15,-3-1-1 0,0-7 0 16,0 1 0-16,1-4 6 0,0-4 2 0,2-2 7 16,2-2 3-16,3-1 3 0,2-4 2 0,7-1-1 15,-2-3-3-15,6-3 4 0,1-4-5 0,2 1 1 16,6-14-2-16,2 3-3 0,10-1-5 0,-5 12 2 0,1-14-7 15,2 2 6-15,3 2 2 0,0 11-1 0,-2-2-5 16,-2 1 13-16,5 0 1 0,-2 4 5 0,-4 3-5 16,6-1 8-16,-6 12-1 0,-3-1 7 15,2 7 7-15,-5 10 4 0,1-16 4 0,-1 16-4 16,4-13 2-16,-4 13-2 0,0 0-2 0,4-12-1 16,-4 12-1-16,0 0-6 0,0 0 3 0,0 0-2 15,0 0-1-15,0 0 4 0,0 0 0 0,0 0 1 0,7 33 5 16,-1-19-4-16,-1 3 1 0,0 0-2 0,1-4-1 15,2 3 1-15,-2-5-6 0,2 3 6 16,0-4-3-16,3 3 0 0,-3-6-3 0,-2 0-4 16,4-1 3-16,-10-6 5 0,16 5-4 0,-16-5-4 15,17 0 6-15,-17 0-12 0,17-6-14 0,-9-2 0 16,-1-1-1-16,1 3 2 0,-8 6-2 0,7-19 8 16,-6 7-10-16,-1 12 4 0,-4-20 6 0,4 20-5 15,-10-21 1-15,3 11 4 0,-4 0 13 0,2 3-14 16,-6-6 0-16,6 4 2 0,-2 2 4 0,1 1 5 15,1-1-1-15,9 7 3 0,-14-10 2 0,14 10-5 16,-7-9 5-16,7 9-4 0,0 0 0 0,5-19 4 16,-5 19-5-16,15-17 2 0,-1 5 1 0,1 5 4 15,6-1-6-15,-4 2 7 0,2-1-6 0,1 3 4 16,-2 2-3-16,1 0 8 0,-5 4 3 0,-14-2-3 16,27 4 2-16,-13-1-2 0,-4 1 4 0,1-1 2 15,-11-3 0-15,16 10-2 0,-16-10 2 0,13 6-2 16,-13-6 1-16,13 7 4 0,-13-7 1 0,9 4-1 15,-9-4 2-15,0 0 0 0,11 5-2 0,-11-5 4 16,0 0 3-16,0 0-7 0,21-9 0 0,-21 9 2 16,13-13-4-16,-3 4-2 0,-3-1 0 0,4-4-5 15,-4 1-8-15,2-2 2 0,0-1-9 16,-1 1 4-16,-1 0-4 0,0 0 4 0,-2 1 4 16,-3 2-3-16,1 2 1 0,-3 10 0 0,1-16 0 0,-1 16 7 15,3-12-1-15,-3 12 0 0,0 0-7 0,0 0 3 16,6-11-6-16,-6 11 8 0,0 0 8 0,0 0 2 15,0 0-5-15,0 0 3 0,30 23-3 0,-21-16 4 16,0 2-2-16,0-2-11 0,2 2-12 0,-2-2-27 16,-9-7-32-16,28 13-45 0,-11-7-169 15,-7-3-312-15,-10-3 138 0</inkml:trace>
  <inkml:trace contextRef="#ctx0" brushRef="#br0" timeOffset="79860.03">2715 17388 75 0,'0'0'99'0,"-19"6"-3"0,10 1-10 16,3 1-9-16,-1 3 0 0,3 6-7 0,2 0-11 15,2 10-4-15,1-2-10 0,2-6-2 0,4 5 3 16,1-7-11-16,4 0-1 0,-1-1-2 0,3-4-10 16,2-3-3-16,1 2-1 0,0-4 1 0,0-4-5 15,-5-3 5-15,1-3 1 0,4-5 10 0,-3 0-12 16,0-2-18-16,-2-4 16 0,-1 0-3 0,-2-3-2 16,-4 2 1-16,0 0 1 0,-4-2-5 0,1 1-3 15,-4-1 4-15,1 1-5 0,-3 5 4 0,-3-4-4 16,-1 2 5-16,-1 3-8 0,1 1 5 0,-1 1-2 15,2-2 0-15,-2 4 19 0,4 1-20 0,0 1-1 16,-1 1 8-16,6 3 3 0,0 0-2 0,0 0-10 16,0 0 6-16,0 0-3 0,-6 13 3 0,6-13 0 15,8 21-6-15,-1-12 11 0,1 0-11 16,6 3 0-16,0-2 0 0,-1-5 4 0,0 0-3 16,3-1 5-16,-3-2-5 0,1-3 0 0,4-2 1 15,0 0-1-15,-5-3-1 0,2-4 0 0,0-3-3 16,2-7-4-16,-2-1-2 0,-1 0 8 0,-2-7-8 15,-4 6-1-15,-4-5 1 0,1 0 2 0,-3 3 2 16,-4-2-3-16,-1 6 4 0,-2-9 10 0,-3 1-13 16,-5 5 5-16,2-3 5 0,-5-1-5 0,0 4 3 15,-1 3 7-15,-2-1-6 0,1 2 3 0,6 4 11 16,-1 3-3-16,1 5 16 0,3-1-11 0,2-1 7 16,0 6-2-16,7 3-2 0,-9-7-4 0,9 7-2 15,0 0 3-15,0 0-8 0,0 0 5 0,18 26 0 16,-5-5-10-16,5 4 4 0,2 6 7 0,-1-3-6 15,10 13-7-15,-3-1 10 0,-1 0-9 0,-6-11 0 16,10 10-10-16,-8-10 19 0,-1 1-14 16,5-5-3-16,-4 1-10 0,0-2-25 0,-5-2-19 0,3 1-27 15,-6-7-24-15,0 2-118 0,-5-2-244 16,-3-6 109-16</inkml:trace>
  <inkml:trace contextRef="#ctx0" brushRef="#br0" timeOffset="80080.02">3142 17016 92 0,'13'-9'110'0,"5"5"-9"0,-5 4-7 0,-13 0-8 15,29 4-14-15,-11 4-2 0,-3 3-5 0,1 1-9 16,-2 8-2-16,-4-2-9 0,0 5 1 0,-1 4-8 15,-3-1-7-15,-6 1-22 0,0-2-27 16,0-4-15-16,-5-2-32 0,2-2-78 0,-3-1-154 16,1-4 69-16</inkml:trace>
  <inkml:trace contextRef="#ctx0" brushRef="#br0" timeOffset="80318.69">3178 16748 99 0,'0'0'139'0,"0"0"-3"15,9-10 0-15,-9 10-5 0,0 0-8 0,50 25 0 16,-27-2-14-16,3 0-11 0,8 12-3 0,-8-9-11 16,-1 2-8-16,6 8-9 0,-7-9-5 0,-2 0-5 15,0 0-3-15,-2-3-18 0,0-1-14 16,-2-1-29-16,0 0-8 0,-2-3-22 0,-5-3-14 15,-1 1-16-15,-1-2-24 0,-4-3-31 0,-1-2-88 16,-3 4-227-16,-1-4 101 0</inkml:trace>
  <inkml:trace contextRef="#ctx0" brushRef="#br0" timeOffset="80531.98">3418 16830 92 0,'17'-9'136'0,"-2"0"-24"0,3 3-2 0,0 3-7 16,0 3-12-16,0 2-7 0,1 1-7 0,-1 4-9 15,-3-2-5-15,-3 6-6 0,-2-2 0 0,1 7 0 16,-3-2-17-16,0 5 1 0,-5-2-5 0,0 2-10 16,-2-1-15-16,-2 0-27 0,-2 0-19 0,0 0-35 15,-2-3-29-15,1-3-75 0,-4 2-188 16,0-5 84-16</inkml:trace>
  <inkml:trace contextRef="#ctx0" brushRef="#br0" timeOffset="80738.14">3474 16641 132 0,'15'-3'152'0,"-15"3"0"0,0 0-2 0,30 16-4 15,-16-6-17-15,0 3-13 0,4 8-8 0,1 0-9 16,-1 0-7-16,1 1-9 0,-2-3-9 0,1 7-21 16,-3-4-30-16,2 0-28 0,-2-2-7 0,-2-5-28 15,-3 1-45-15,2-2-16 0,0-3-110 0,-4-3-230 16,0 1 102-16</inkml:trace>
  <inkml:trace contextRef="#ctx0" brushRef="#br0" timeOffset="81218.32">3766 16673 29 0,'0'0'131'0,"0"0"-2"0,20-6-18 16,-20 6-9-16,0 0-12 0,26 3-3 0,-26-3-4 16,20 1-15-16,-6-2-4 0,-2-3 3 0,-12 4-9 15,23-7-1-15,-9 0-4 0,-3 2 0 0,1-2-5 16,-1-2-3-16,-4 3-2 0,-7 6-3 0,10-16-1 15,-6 8 7-15,-4 8-1 0,5-16 1 0,-5 16 2 16,4-12-2-16,-4 12 6 0,0 0-4 0,0 0-3 16,-5-19-4-16,5 19-2 0,0 0-6 0,0 0-8 15,0 0-2-15,0 0-3 0,0 0-2 16,0 0 2-16,0 0 3 0,37 43 0 0,-21-19-4 0,6 2 2 16,9 11 7-16,-1 1-9 0,1 0 0 15,-2 1 2-15,2 1-4 0,-10-11-1 0,9 12 3 0,-7-11-4 16,7 11-3-16,-10-10-1 0,3-1-2 0,3 9 2 15,-6-10-3-15,2 1 2 0,-2-1 3 16,-4 1-9-16,-5-3 3 0,1-4 1 0,-9-4-8 16,3 8-1-16,-9-8-12 0,-1-2-8 0,0 1 0 15,-3-1-5-15,-4-2 4 0,0 1-7 0,-3-5 6 16,2-3-4-16,-2-4 1 0,-4-3 1 0,-2-1 11 16,0-5-11-16,0-1 5 0,-5-9 1 0,-2-2 3 15,2-6-6-15,-13-9 5 0,5-6-3 0,2-1 8 16,6 0 2-16,1-1-6 0,8-7-2 0,1-1 2 15,6-1 3-15,4 2-2 0,2-1 0 0,6 2 3 16,-1 12-3-16,6 2-12 0,4-3-33 0,0 3-21 16,5 1-39-16,2 4-132 0,-1 2-272 0,-1-1 121 15</inkml:trace>
  <inkml:trace contextRef="#ctx0" brushRef="#br0" timeOffset="81652.67">4342 16230 1258 0,'-6'-18'-28'0,"-2"1"79"0,-1-1-14 0,3 6 7 16,-2-5-2-16,3 7 16 0,5 10 6 0,-9-13-4 15,9 13-8-15,-5-13-4 0,5 13-3 0,0 0-11 16,0 0 1-16,0 0-3 0,0 0-3 0,0 0 4 16,0 0-1-16,45 28-4 0,-21-6 11 0,3 4-9 15,-2-2-1-15,2-1-1 0,-1 3-5 0,-2 2-1 16,-3-5 0-16,0 3-4 0,-2-2-2 0,-3-3-1 15,-5-6 4-15,5 6-5 0,-7-9-2 0,-3 0-3 16,0-4-4-16,1 0 11 0,-7-8-6 0,9 12 0 16,-9-12-3-16,5 8 8 0,-5-8-6 15,0 0-1-15,0 0-1 0,0 0 1 0,0 0-4 16,0 0 0-16,0 0-2 0,0 0-5 0,-13-53-1 16,9 34-4-16,1 0-5 0,2-7 2 0,4 2-1 15,-1-3-3-15,3 2 3 0,3 7-2 0,2 3 0 16,-1 0 0-16,3 2 0 0,-1 6 9 0,1 1-4 15,-12 6-1-15,24-7 7 0,-11 7 0 0,-13 0-1 16,27 7 7-16,-17 1 0 0,4 3-3 0,-4 2-1 16,-3 6 5-16,-2-1 1 0,-2 2-4 0,-3 6 0 15,-3 0-1-15,-4-6-2 0,-2-3 4 0,3 8-2 16,-2-10-5-16,-1 0-11 0,2-3-13 0,0-2-21 16,1-1-23-16,6-9-26 0,-13 10-28 0,13-10-25 15,-9 2-124-15,9-2-298 0,0 0 132 0</inkml:trace>
  <inkml:trace contextRef="#ctx0" brushRef="#br0" timeOffset="81819.97">4766 16069 70 0,'0'0'148'0,"0"0"-1"0,0 0-6 0,0 0-10 15,0 0-11-15,0 0-7 0,40 23-10 0,-31-15-11 16,1 7-4-16,-1 0-11 0,0 0-25 0,0 2-27 15,0-2-43-15,0 2-48 0,1-3-51 0,-1-1-68 16,0 0-199-16,-5-2 88 0</inkml:trace>
  <inkml:trace contextRef="#ctx0" brushRef="#br0" timeOffset="81987.56">4705 16015 1431 0,'-24'-20'2'0,"2"5"5"0,5 3 31 16,2 2-13-16,1 1-3 0,4 3-22 0,4 2-29 16,-1 2-21-16,7 2 7 0,0 0-17 0,0 0-13 15,0 0-17-15,0 0-17 0,19 22-73 0,-5-11-193 16,4-4 87-16</inkml:trace>
  <inkml:trace contextRef="#ctx0" brushRef="#br0" timeOffset="82566.28">4998 15935 123 0,'-23'-4'173'0,"23"4"-11"0,0 0-2 0,-23 8-10 0,13-3-6 15,3 2-4-15,1 1-6 0,3 4-12 16,-1 4-6-16,3 3-13 0,4-3-6 0,2 5-8 16,1-2-7-16,4-1-10 0,1 0-8 0,1-4-10 0,2-1-4 15,-1-2-1-15,4-3-10 0,-4-2-3 0,4-3-2 16,-5-2-1-16,2-1-4 0,-1-2-4 0,0-3-3 15,-2-3 1-15,3-2-9 0,-4-3 0 0,-5 2-1 16,2-4-3-16,-2 4 2 0,-4-2-1 16,1-3-2-16,-4 5-1 0,2-2-9 0,-4 2 6 15,1-6-1-15,-1 5 2 0,-6-3-2 0,3 6 0 16,1-2-1-16,-1 1 0 0,0 3-1 0,-1-1 4 16,4 3-1-16,2 0-1 0,2 5-1 0,0 0-1 15,0 0 4-15,0 0 5 0,0 0 2 0,0 0-4 0,16 28 0 16,-7-15 1-16,0 1-5 0,5 0 6 15,-1 0-3-15,-1-1 0 0,0-1 3 0,1 1-2 16,2-6 1-16,-3 0-5 0,2-4 5 0,-1-1-4 16,-3-4-3-16,3 0 5 0,-2-5-3 0,1 1 1 15,1-5-3-15,-3-4 2 0,0 1 0 0,-2 0 2 16,1-1 2-16,-4-1-4 0,1-1-1 0,-1 1 0 16,-4 4 0-16,1-1-2 0,-5-2-1 0,-1 5-4 15,-2 0-4-15,1 1-1 0,-2-2-6 0,2 4 1 16,5 7 0-16,-10-9-2 0,10 9 6 0,-9-6-3 15,9 6 3-15,0 0 0 0,0 0 0 0,0 0 0 16,-10 19 0-16,10-9 4 0,0-10-2 0,10 28 2 16,-1-13 0-16,3 0 2 0,-2 1-3 0,5 0 4 15,-2-1 2-15,2-2-3 0,-1 2 2 0,2-2-2 16,-1-1 5-16,-2 0-4 0,0 1 0 0,-2 0 2 16,1 4 0-16,-3-3 6 0,-3 1-1 0,0 0 1 15,1 2-1-15,-5 1 1 0,-2 8-2 16,-2-2-5-16,-5 1-18 0,0 0-4 0,0-6-29 15,-2 7-26-15,-1-3-31 0,1-6-68 0,-4 5-168 0,3-8-374 16,1-5 165-16</inkml:trace>
  <inkml:trace contextRef="#ctx0" brushRef="#br0" timeOffset="82719.89">5523 16005 2516 0,'3'-11'-5'0,"-5"0"44"0,2 0-7 15,-1 5-18-15,1 6-1 0,0-12-9 0,0 12 2 16,0-9-8-16,0 9-21 0,0 0-19 0,0 0-39 16,0 0-82-16,0 0-222 0,-36 22-417 0,18-12 185 15</inkml:trace>
  <inkml:trace contextRef="#ctx0" brushRef="#br0" timeOffset="89464.49">6842 7600 50 0,'0'0'62'0,"0"0"-8"16,0 0-6-16,-10-13-1 0,10 13-4 0,0 0-2 15,0 0-5-15,0 0-6 0,0 0-3 0,0 0-1 16,0 0-3-16,0 0 2 0,0 0-4 0,0 0 0 16,0 0-1-16,0 0-8 0,0 0 4 0,0 0 5 15,0 0-7-15,0 0-1 0,0 0 1 0,0 0-3 16,0 0-7-16,-4-6 4 0,4 6 0 0,0 0-2 16,0 0 2-16,0 0-5 0,0 0-2 0,0 0 4 15,0 0-5-15,0 0 4 0,0 0 0 0,0 0-4 16,0 0 0-16,0 0 5 0,-8-4 0 0,8 4-3 15,0 0 2-15,0 0-7 0,0 0 4 0,0 0 0 16,0 0-8-16,0 0-5 0,0 0-18 0,0 0-25 16,0 0-52-16,0 0-115 0,0 0 52 0</inkml:trace>
  <inkml:trace contextRef="#ctx0" brushRef="#br0" timeOffset="127050.14">6809 7712 16 0,'0'0'63'15,"0"0"-6"-15,0 0-7 0,0 0-6 0,0 0-2 16,0 0-2-16,0 0-9 0,0 0-3 0,0 0-1 16,0 0-2-16,0 0-4 0,0 0-4 0,0 0 0 15,0 0-3-15,0 0 0 0,0 0-2 0,0 0 2 16,0 0-6-16,0 0 6 0,0 0-8 0,0 0-2 15,0 0 2-15,0 0-5 0,0 0 9 0,0 0-9 0,0 0 5 16,0 0-3-16,0 0 2 0,0 0-3 16,0 0 2-16,0 0 6 0,0 0-7 0,0 0 4 15,0 0-3-15,0 0 0 0,0 0 9 0,0 0-8 16,0 0 3-16,0 0-9 0,0 0 4 0,0 0 2 16,0 0 3-16,0 0-4 0,0 0 1 0,0 0-4 15,0 0 7-15,0 0-2 0,0 0-5 0,0 0-1 16,0 0 3-16,0 0 1 0,0 0-2 0,0 0-6 15,0 0 9-15,0 0 2 0,0 0-3 0,0 0-3 16,0 0 1-16,0 0 1 0,0 0 3 0,0 0-3 16,0 0-10-16,0 0 5 0,-11-9 1 0,11 9-1 15,0 0 2-15,0 0 0 0,0 0 5 0,0 0-3 16,0 0-4-16,0 0 3 0,-2-8 1 0,2 8-2 16,0 0-5-16,0 0 5 0,0 0-8 0,0 0-3 0,0 0 2 15,0 0-13-15,0 0-10 0,0 0 1 0,0 0-7 16,0 0-6-16,0 0-44 0,0 0-96 0,0 0 43 15</inkml:trace>
  <inkml:trace contextRef="#ctx0" brushRef="#br0" timeOffset="151636.57">13637 7165 11 0,'0'0'14'0,"0"0"-7"0,0 0-4 16,0 0-10-16,0 0-5 0,0 0 3 0</inkml:trace>
  <inkml:trace contextRef="#ctx0" brushRef="#br0" timeOffset="153408.72">15692 7151 2 0,'0'0'7'0,"0"0"0"0,0 0-3 0,0 0 3 16,0 0-3-16,0 0 3 0,0 0-1 0,0 0 0 15,0 0-2-15,0 0-2 0,0 0-1 0,0 0 3 16,0 0-1-16,0 0 2 0,0 0-5 0,0 0 4 15,0 0 0-15,0 0 1 0,0 0 2 0,0 0-5 0,0 0 2 16,0 0-3-16,0 0 1 0,0 0 1 16,0 0-3-16,0 0 5 0,0 0-3 0,0 0 0 15,0 0-1-15,0 0 3 0,0 0-9 0,0 0 4 16,0 0 4-16,0 0-7 0,0 0 5 0,0 0 0 0,0 0-4 16,0 0 6-16,0 0-4 0,0 0 1 0,0 0 1 15,0 0 1-15,0 0-6 0,0 0 5 0,0 0 0 16,0 0 0-16,0 0-1 0,0 0-2 15,0 0 2-15,0 0 6 0,0 0-9 0,0 0 3 16,0 0-1-16,0 0-1 0,0 0-1 0,0 0 2 16,0 0 3-16,0 0 1 0,0 0-4 0,0 0 2 0,0 0 0 15,0 22 1-15,0-22 0 0,0 0-4 16,0 0-1-16,0 0 2 0,0 0 4 0,0 0-4 16,0 0 2-16,0 0-4 0,0 0 5 0,0 0-4 0,0 0 2 15,0 0 0-15,0 0 2 0,0 0-6 0,0 0 1 16,0 0 0-16,0 0 8 0,0 0-5 0,0 0-2 15,0 0 1-15,0 0 2 0,0 0 1 16,0 0-4-16,0 0 2 0,0 0-3 0,0 0 6 16,0 0-5-16,0 0 7 0,0 0-6 0,0 0 0 0,0 0 2 15,0 0 1-15,0 0-2 0,0 0 1 0,0 0-4 16,0 0 3-16,2 6 3 0,-2-6-2 0,0 0 1 16,0 0-3-16,0 0 2 0,0 0-3 0,0 0 3 15,4 4-4-15,-4-4 2 0,0 0 5 0,0 0-2 16,0 0-2-16,0 0 0 0,0 0 0 0,0 0-1 15,0 0-1-15,5 3-2 0,-5-3 4 0,0 0-5 16,0 0 6-16,0 0 1 0,0 0 0 0,0 0-1 16,0 0 2-16,0 0-4 0,4 6 1 0,-4-6 0 15,0 0 0-15,0 0 0 0,0 0-3 0,0 0 2 16,0 0 2-16,0 0-1 0,0 0 0 0,0 0 2 16,0 0-3-16,0 0 3 0,0 0 4 0,0 0-4 15,0 0 2-15,0 0-6 0,0 0 5 0,0 0-7 16,0 0 4-16,0 0 2 0,0 0 3 0,0 0-10 15,0 0 6-15,0 0-1 0,0 0-3 0,0 0 3 16,0 0-1-16,0 0 2 0,0 0-1 0,0 0 8 16,0 0-1-16,0 0 2 0,0 0 2 0,0 0 2 15,0 0 1-15,0 0-1 0,0 0 1 0,0 0-5 16,0 0 0-16,0 0-4 0,0 0 0 0,0 0 2 16,0 0-5-16,0 0 2 0,0 0 1 0,0 0-2 15,0 0 3-15,0 0 0 0,0 0 0 0,0 0-3 16,0 0 3-16,0 0-4 0,0 0-2 0,0 0 3 15,0 0-4-15,0 0 4 0,0 0-1 0,0 0-4 16,0 0 4-16,0 0-1 0,0 0 2 0,0 0-5 16,0 0 3-16,0 0-1 0,0 0-2 0,0 0 4 15,0 0 0-15,0 0 0 0,0 0 0 0,0 0-3 16,0 0-2-16,0 0 4 0,0 0-5 0,0 0 2 16,0 0 5-16,0 0-3 0,0 0 2 0,0 0 2 15,0 0-2-15,0 0-1 0,0 0-1 0,0 0-4 16,0 0 1-16,0 0 3 0,0 0 1 0,0 0-3 15,0 0 3-15,0 0-5 0,0 0 10 0,0 0-7 16,0 0 1-16,0 0 1 0,0 0 5 0,0 0-8 16,0 0 3-16,0 0-1 0,0 0 2 0,0 0-1 15,0 0 0-15,0 0 3 0,0 0-4 0,0 0 2 0,0 0-4 16,0 0-1-16,0 0 2 0,0 0-1 16,0 0 1-16,0 0 1 0,0 0 1 0,0 0-6 15,0 0 5-15,0 0 1 0,0 0 3 0,0 0-8 0,0 0 5 16,0 0-1-16,0 0 0 0,0 0-3 0,0 0 0 15,0 0 5-15,0 0-7 0,0 0 5 16,0 0-2-16,0 0 2 0,0 0-2 0,0 0 0 16,0 0-5-16,0 0 6 0,0 0 8 0,0 0-9 15,0 0 2-15,0 0-4 0,8 1 4 0,-8-1 3 16,0 0-7-16,0 0 4 0,0 0-4 0,0 0 1 0,0 0 0 16,0 0 5-16,0 0-12 0,0 0 5 0,0 0-8 15,0 0-6-15,0 0-19 0,0 0-41 16,0 0 19-16</inkml:trace>
  <inkml:trace contextRef="#ctx0" brushRef="#br0" timeOffset="158138.12">5717 7687 16 0,'0'0'37'0,"0"0"-4"0,0 0 0 0,0 0 4 16,0 0-12-16,0 0-2 0,0 0-1 0,0 0-4 16,0 0-2-16,0 0 3 0,0 0 0 0,0 0-8 0,0 0 5 15,0 0-2-15,0 0-1 0,0 0 0 0,0 0-1 16,0 0-2-16,0 0 1 0,0 0-1 0,0 0-3 15,0 0 6-15,0 0-5 0,0 0 0 16,0 0-3-16,0 0 1 0,0 0 0 0,0 0 1 0,0 0 2 16,0 0-6-16,0 0-2 0,0 0-3 0,0 0-3 15,0 0 3-15,0 0 0 0,0 0-8 16,0 0-5-16,0 0-5 0,0 0-4 0,0 0-6 16,0 0-6-16,0 0-21 0,0 0-60 0,0 0 28 0</inkml:trace>
  <inkml:trace contextRef="#ctx0" brushRef="#br0" timeOffset="158772.2">5926 10444 8 0,'0'0'41'0,"0"0"-18"0,0 0 9 0,0 0-6 15,0 0-4-15,0 0-3 0,0 0 1 0,0 0-6 0,0 0-5 16,0 0 6-16,0 0-6 0,0 0 0 0,0 0-8 16,0 0-6-16,10 2-17 0,-10-2-16 0,9 3-39 15,-9-3 18-15</inkml:trace>
  <inkml:trace contextRef="#ctx0" brushRef="#br0" timeOffset="159775.41">16804 10158 28 0,'0'0'36'0,"0"0"-2"0,0 0 6 0,0 0-3 0,0 0 0 16,0 0-6-16,0 0-7 0,0 0 7 15,0 0-9-15,0 0-1 0,6-4 0 0,-6 4-3 16,0 0-4-16,0 0-6 0,0 0 3 0,0 0-1 16,0 0-2-16,0 0 3 0,0 0-3 0,0 0-3 0,0 0 1 15,0 0 1-15,0 0-2 0,0 0-8 16,0 0 11-16,0 0-8 0,0 0 6 0,0 0-3 0,0 0 5 15,0 0-3-15,0 0-1 0,0 0-2 16,0 0-2-16,0 0 3 0,0 0-4 0,0 0 3 0,0 0 0 16,0 0 4-16,0 0-6 0,0 0-1 0,0 0 1 15,0 0 3-15,0 0-8 0,0 0 6 0,0 0-2 16,0 0 1-16,0 0 4 0,0 0-4 16,0 0 1-16,0 0 4 0,0 0-1 0,0 0 4 0,0 0 0 15,0 0 2-15,0 0 1 0,0 0-3 0,0 0 6 16,0 0-8-16,0 0-6 0,0 0 0 0,0 0 5 15,0 0 4-15,0 0-5 0,0 0 3 0,0 0-5 16,0 0 4-16,0 0-10 0,0 0 6 0,0 0 0 16,0 0 2-16,0 0 1 0,0 0-3 0,0 0 0 15,0 0-3-15,0 0 3 0,0 0-3 0,0 0 0 16,0 0-2-16,0 0-6 0,0 0 1 0,0 0-2 16,0 0-14-16,0 0-7 0,5 10-5 0,-5-10-9 15,0 0-35-15,0 0-84 0,-1 11 37 0</inkml:trace>
  <inkml:trace contextRef="#ctx0" brushRef="#br0" timeOffset="171850.14">6834 16977 20 0,'0'0'30'0,"0"0"-3"16,0 0-4-16,0 0-3 0,0 0-10 0,-7-2 7 15,7 2-5-15,0 0 9 0,0 0-12 0,0 0 2 16,0 0-6-16,0 0 5 0,0 0-3 0,0 0 1 15,-8-4-2-15,8 4-3 0,0 0-2 0,0 0 9 16,0 0-1-16,0 0-6 0,0 0 2 16,-5-5 0-16,5 5 4 0,0 0-5 0,0 0 0 15,0 0 5-15,0 0 4 0,0 0 3 0,0 0 1 16,0 0 0-16,0 0 0 0,0 0-3 0,0 0-2 16,0 0-2-16,0 0 1 0,0 0-4 0,0 0 2 15,0 0-3-15,0 0-2 0,0 0 1 0,0 0-5 16,0 0 9-16,0 0-8 0,0 0 5 0,0 0-3 15,0 0 0-15,0 0 3 0,0 0 6 0,0 0-2 16,0 0-2-16,0 0-1 0,0 0 14 0,0 0-9 16,0 0 11-16,0 0-4 0,0 0 7 0,0 0-6 15,0 0-3-15,0 0 6 0,0 0-1 0,0 0 4 16,28 5-2-16,-20-3 2 0,4-2 1 0,3 0-2 16,-2-2-4-16,2 2 2 0,5-1 1 0,2 0-2 15,-3-1-4-15,4 1 2 0,4 1 3 0,1-1-10 16,-1 0-7-16,0 0 4 0,1 3 2 0,2-1 1 15,1-2-3-15,0 3-4 0,-1 0-4 0,1 0 13 16,1 0-6-16,0 4 4 0,0-2-13 0,2 1 10 16,-4 0-3-16,3 1 1 0,-2 1-5 0,-2-2 1 15,-2 1-1-15,0 1 3 0,0-2 3 16,-1 2 3-16,-4-4-6 0,-1 1 13 0,0-2-13 16,7 1 14-16,-7-2-6 0,7 1 12 0,-9-2-5 15,2 0 2-15,0-2-2 0,-3 2 2 0,1-4 0 16,-2 3-3-16,-4 0 4 0,0-1-3 0,-2 0 2 0,-3 1-3 15,-1 1 0-15,1-3-1 0,-8 3-2 0,11-1 4 16,-11 1-8-16,10 0 4 0,-10 0 2 0,0 0 1 16,9-3 3-16,-9 3 7 0,0 0-4 0,0 0 5 15,0 0 2-15,0 0-3 0,0 0 3 16,0 0-8-16,0 0 6 0,0 0-5 0,0 0 0 16,0 0-4-16,0 0 6 0,0 0-6 0,0 0 1 15,0 0-10-15,0 0 7 0,0 0-6 0,0 0 2 16,0 0-6-16,0 0 1 0,0 0-7 0,-25 10 4 0,25-10-4 15,-5 2-13-15,5-2-7 0,0 0-17 16,0 0-16-16,0 0-17 0,0 0-33 0,0 0 2 16,0 0 1-16,0 0-22 0,0 0-17 0,0 0-99 15,19 4-253-15,-19-4 113 0</inkml:trace>
  <inkml:trace contextRef="#ctx0" brushRef="#br0" timeOffset="-136427.56">13122 16316 24 0,'0'0'25'0,"0"0"-8"15,0 0-13-15,0 0-9 0,0 0-7 0,0 0-11 16,0 0 6-16</inkml:trace>
  <inkml:trace contextRef="#ctx0" brushRef="#br0" timeOffset="-135820.68">14108 15745 16 0,'0'0'28'0,"2"21"-16"0,-2-21-22 0,-5 11-10 0,3-5 5 15</inkml:trace>
  <inkml:trace contextRef="#ctx0" brushRef="#br0" timeOffset="-134839.47">14562 16779 76 0,'0'0'90'0,"0"0"0"15,0 0-12-15,0 0-10 0,0 0-7 0,0 0-6 16,0 0-2-16,9-2-3 0,-9 2-9 0,0 0 1 16,0 0-15-16,0 0 7 0,0 0-12 0,0 0 0 15,0 0-3-15,0 0 6 0,0 0-18 0,0 0 11 16,0 0-12-16,0 0 0 0,0 0-4 0,0 0-9 15,0 0-6-15,0 0-2 0,0 0-6 0,0 0-2 16,0 0-2-16,0 0-1 0,0 0-4 0,0 0 6 16,0 0-2-16,0 0 4 0,0 0 3 0,0 0-2 15,0 0 3-15,0 0 2 0,0 0-2 0,0 0 4 16,0 0 9-16,0 0 2 0,0 0 3 0,0 0 2 16,0 0 2-16,0 0 6 0,0 0-9 0,0 0 10 15,0 0-3-15,0 0 4 0,0 0 1 0,0 0 4 16,0 0-9-16,0 0 8 0,0 0 0 0,0 0 0 15,0 0-4-15,2-7-5 0,-2 7 2 16,0 0-2-16,0 0 0 0,0 0 0 0,0 0 1 16,0 0 19-16,0 0-27 0,0 0-4 0,0 0-1 0,0 0 4 15,0 0 4-15,0 0-3 0,0 0 0 16,0 0 3-16,0 0 11 0,0 0-12 0,0 0-1 16,0 0 0-16,0 0 5 0,0 0 1 0,0 0-1 15,0 0 2-15,0 0-2 0,0 0 4 0,0 0-3 16,0 0 3-16,0 0-6 0,0 0 4 0,0 0-7 15,0 0 6-15,0 0 4 0,0 0-8 0,0 0 3 16,0 0-6-16,0 0 0 0,0 0 2 0,0 0 0 16,0 0 5-16,0 0-4 0,0 0 0 0,0 0-4 0,0 0-1 15,0 0 5-15,0 0-6 0,0 0 12 0,0 0-9 16,0 0 2-16,0 0-1 0,0 0 4 16,0 0-5-16,0 0 1 0,0 0-3 0,0 0-2 15,0 0 3-15,0 0-1 0,0 0 1 0,0 0 2 16,0 0 3-16,0 0-9 0,0 0 2 0,0 0 15 15,0 0-6-15,0 0-13 0,0 0 2 0,0 0 7 16,0 0 0-16,0 0-3 0,0 0 1 0,0 0-2 16,0 0-1-16,0 0 3 0,0 0-1 0,0 0 2 15,0 0-2-15,0 0 2 0,0 0-1 0,0 0 1 16,0 0-8-16,0 0 1 0,0 0 6 0,0 0-3 16,0 0 2-16,0 0 0 0,0 0 1 0,0 0-3 15,0 0-3-15,0 0 1 0,0 0-3 0,0 0 4 16,0 0-2-16,0 0-2 0,0 0 6 0,0 0-1 15,0 0-1-15,0 0-3 0,0 0 12 0,0 0-11 16,0 0 3-16,0 0 2 0,0 0-2 16,0 0-7-16,0 0 5 0,0 0-4 0,0 0 1 0,0 0 6 15,0 0-10-15,0 0-2 0,0 0 5 0,0 0-8 16,0 0-6-16,0 0-1 0,0 0 3 0,0 0-6 16,0 0-3-16,0 0-5 0,0 0-10 0,0 0 4 15,0 0-41-15,0 0-88 0,0 0 40 0</inkml:trace>
  <inkml:trace contextRef="#ctx0" brushRef="#br0" timeOffset="-116286.09">6002 7410 22 0,'-4'-6'26'0,"4"6"-3"15,0 0-1-15,0 0-8 0,0 0 0 0,0 0-3 16,0 0 3-16,0 0 0 0,0 0-1 0,0 0-1 16,0 0-3-16,0 0-4 0,0 0 6 0,0 0-5 15,0 0-3-15,0 0 1 0,0 0 1 0,0 0-2 16,0 0 2-16,0 0-2 0,6-12-1 0,-6 12-6 15,0 0 1-15,0 0-1 0,0 0 4 0,0 0-8 16,9 0-9-16,-9 0-18 0,0 0-37 0,0 0 17 16</inkml:trace>
  <inkml:trace contextRef="#ctx0" brushRef="#br0" timeOffset="-113687.97">6130 7613 27 0,'0'0'27'0,"0"0"-4"16,0 0-1-16,0 0-3 0,0 0 4 0,0 0-7 16,0 0-2-16,0 0 0 0,0 0-7 0,0 0-1 0,0 0-2 15,0 0 5-15,0 0-4 0,0 0 3 0,0 0-2 16,0 0-3-16,0 0 6 0,0 0-7 15,0 0-3-15,0 0 0 0,0 0 3 0,0 0-5 16,0 0 5-16,0 0 0 0,0 0 0 0,0 0-2 16,0 0 0-16,0 0 3 0,0 0 0 0,0 0-1 0,0 0 0 15,0 0 3-15,0 0-6 0,0 0 2 0,0 0-1 16,0 0 3-16,0 0-1 0,0 0-3 16,0 0 2-16,0 0-1 0,0 0-5 0,0 0 4 15,0 0-1-15,0 0-7 0,0 0 3 0,0 0-9 0,0 0 0 16,0 0 0-16,0 0-2 0,0 0-14 0,0 0-33 15,0 0 15-15</inkml:trace>
  <inkml:trace contextRef="#ctx0" brushRef="#br0" timeOffset="-112747.19">6156 7565 8 0,'0'0'25'0,"0"0"-5"0,0 0-1 0,0 0-1 16,0 0-7-16,0 0 3 0,0 0 0 0,0 0-3 16,0 0 1-16,0 0-2 0,0 0-7 0,0 0 4 15,0 0-1-15,0 0 5 0,0 0-8 0,0 0 3 16,0 0-1-16,0 0-5 0,0 0 5 0,0 0-4 15,0 0 1-15,0 0 0 0,0 0-1 0,0 0-4 16,0 0 7-16,0 0 4 0,0 0-6 0,0 0 1 16,0 0-3-16,-11 18 3 0,11-18-4 0,0 0 3 15,0 0-4-15,0 0 2 0,0 0-2 0,0 0 2 16,-7 5-2-16,7-5-1 0,0 0 3 0,0 0-2 16,0 0-2-16,0 0 0 0,0 0 7 0,0 0-2 15,0 0 0-15,0 0 3 0,0 0-10 0,0 0 9 16,0 0 0-16,0 0 0 0,0 0-2 0,0 0 2 15,0 0-3-15,-3 7 3 0,3-7-3 0,0 0 1 16,0 0-2-16,0 0 2 0,0 0-2 0,0 0-1 16,0 0-2-16,0 0 3 0,0 0 1 0,0 0-6 15,0 0 5-15,0 0-9 0,0 0 1 0,0 0-8 16,3 14-14-16,-3-14-33 0,0 0 15 0</inkml:trace>
  <inkml:trace contextRef="#ctx0" brushRef="#br0" timeOffset="-111600">6130 7687 2 0,'0'0'20'0,"0"0"0"0,0 0-1 16,0 0 0-16,0 0-5 0,0 0 0 15,0 0 1-15,0 0-1 0,0 0-2 0,-1-27-4 16,1 27 3-16,0 0 1 0,0 0-1 0,0 0-3 0,0 0 2 16,0 0-7-16,0 0 2 0,-3-6 0 0,3 6 2 15,0 0-3-15,0 0 0 0,0 0 6 0,0 0 1 16,0 0 0-16,0 0 0 0,0 0-2 0,0 0 3 16,0 0-3-16,0 0-6 0,0 0-3 15,0 0 7-15,0 0 10 0,0 0-9 0,0 0 1 0,0 0-1 16,0 0 4-16,-2-8-4 0,2 8 0 15,0 0-3-15,0 0-1 0,0 0 2 0,0 0-1 16,0 0-3-16,0 0 4 0,0 0 1 0,0 0-9 16,0 0 4-16,0 0 2 0,0 0-4 0,0 0 0 0,0 0-2 15,0 0 0-15,0 0 4 0,0 0-8 0,0 0-2 16,0 0-5-16,0 0-3 0,0 0-1 0,0 0-11 16,0 0-29-16,0 0-61 0,0 0 27 0</inkml:trace>
  <inkml:trace contextRef="#ctx0" brushRef="#br0" timeOffset="-105953.88">15338 7286 12 0,'0'0'26'16,"0"0"-5"-16,0 0 1 0,0 0-5 0,0 0 0 15,0 0-6-15,0 0 4 0,0 0-2 0,0 0-4 16,0 0-2-16,0 0 3 0,0 0-5 0,0 0 5 16,0 0-3-16,0 0-12 0,0 0 11 0,0 0 4 15,0 0-4-15,0 0 7 0,0 0 0 0,0 0 3 16,0 0-2-16,0 0 1 0,0 0-6 0,0 0-4 15,0 0 3-15,0 0 2 0,0 0-5 0,0 0 5 0,0 0-6 16,0 0-2-16,0 0 4 0,0 0-6 16,0 0 3-16,0 0 5 0,0 0-5 0,0 0 2 15,0 0-7-15,0 0 10 0,0 0-2 0,0 0-10 16,0 0 8-16,0 0-7 0,0 0 1 0,0 0 4 16,0 0-2-16,0 0-2 0,0 0 1 0,0 0-2 0,0 0 6 15,0 0-3-15,0 0-6 0,0 0 4 16,0 0-1-16,0 0-3 0,0 0 6 0,0 0 0 15,0 0-3-15,0 0 1 0,0 0 0 0,0 0-2 16,0 0 9-16,0 0-9 0,0 0 5 0,0 0 2 0,0 0-3 16,0 0-1-16,0 0 2 0,0 0-3 0,0 0 2 15,0 0 0-15,0 0 0 0,0 0 2 0,0 0-4 16,0 0 2-16,0 0-2 0,0 0 1 16,0 0-2-16,-10 13 7 0,10-13-8 0,0 0 4 0,0 0 0 15,0 0-2-15,0 0 1 0,0 0 1 0,0 0-2 16,0 0 3-16,0 0 2 0,0 0 2 0,0 0-3 15,0 0-7-15,0 0 5 0,0 0 2 0,0 0-4 16,0 0-7-16,0 0 10 0,0 0 0 16,0 0 0-16,0 0 2 0,0 0-3 0,0 0 0 0,0 0 1 15,0 0 1-15,0 0 0 0,0 7-9 16,0-7 9-16,0 0-1 0,0 0 2 0,0 0-4 0,0 0 6 16,0 0-5-16,0 0 0 0,0 0-2 0,0 0 1 15,0 0-1-15,0 0-1 0,0 0 6 0,0 0-1 16,0 0 1-16,0 0-1 0,0 0-2 0,0 0-1 15,0 0 2-15,0 0 2 0,0 0-3 0,0 0 0 16,0 0 0-16,0 0-2 0,0 0 4 0,0 0-3 16,0 0 1-16,0 0-3 0,0 0-6 0,0 0 5 15,0 0 0-15,0 0-2 0,0 0-6 0,0 0 3 16,0 0-1-16,0 0 2 0,0 0-2 0,0 0-1 16,0 0 4-16,0 0-3 0,0 0 6 0,0 0-3 15,0 0-8-15,0 0-1 0,0 0-19 0,0 0-38 16,0 0 18-16</inkml:trace>
  <inkml:trace contextRef="#ctx0" brushRef="#br0" timeOffset="137296.28">9117 7250 16 0,'0'0'17'0,"0"0"-5"0,0 0-1 16,0 0 0-16,0 0-2 0,0 0 1 0,0 0-1 15,0 0 0-15,0 0-5 0,0 0 7 0,0 0-5 0,0 0-2 16,0 0 2-16,0 0-2 0,0 0-3 0,0 0 7 16,0 0-3-16,0 0-3 0,0 0 1 0,0 0 3 15,0 0-4-15,0 0 3 0,0 0-1 0,0 0 0 16,0 0-1-16,0 0-4 0,0 0 3 0,0 0 3 15,0 0 1-15,0 0-3 0,0 0-2 0,0 0-3 16,0 0 0-16,0 0 4 0,0 0 0 0,0 0-4 16,0 0 0-16,0 0 2 0,0 0 6 0,0 0-7 15,0 0 1-15,0 0-5 0,0 0 8 0,0 0-4 16,0 0 2-16,0 0 1 0,0 0-2 0,0 0-2 16,0 0-1-16,0 0 1 0,0 0-4 0,0 0-3 15,0 0 1-15,0 0-4 0,0 0-15 0,0 0-28 16,0 0 13-16</inkml:trace>
  <inkml:trace contextRef="#ctx0" brushRef="#br0" timeOffset="146484.64">15254 8351 19 0,'0'0'22'0,"0"0"0"15,0 0-2-15,0 0 3 0,0 0-5 0,0 0-2 16,0 0 1-16,0 0-5 0,0 0 3 0,0 0-8 16,0 0 4-16,0 0-2 0,0 0-1 0,0 0 1 15,0 0-4-15,0 0 0 0,0 0 1 0,0 0 2 16,0 0-3-16,0 0-1 0,0 0-4 0,0 0 4 15,0 0 1-15,0 0-1 0,0 0-3 0,0 0 2 16,0 0 3-16,0 0 5 0,0 0-11 0,0 0 2 16,0 0 1-16,0 0 3 0,0 0-4 0,0 0-4 15,0 0 10-15,0 0-2 0,0 0 2 0,0 0-2 16,0 0-3-16,0 0 4 0,0 0-5 0,0 0-2 16,0 0-1-16,0 0 0 0,0 0 6 0,0 0-6 15,0 0 5-15,0 0-4 0,0 0-1 0,0 0 2 16,0 0-2-16,0 0 0 0,0 0 0 0,0 0-6 15,0 0-3-15,0 0-2 0,0 0 2 0,0 0 1 16,0 0 0-16,7 4 1 0,-7-4 2 0,0 0-2 16,0 0-3-16,0 0 0 0,4 5-7 0,-4-5-21 15,0 0-42-15,0 0 20 0</inkml:trace>
  <inkml:trace contextRef="#ctx0" brushRef="#br0" timeOffset="147517.27">15076 8519 28 0,'0'0'31'0,"0"0"2"0,0 0-6 16,0 0 0-16,0 0 1 0,0 0-8 0,0 0-1 15,0 0 0-15,0 0-7 0,0 0 3 0,0 0-1 16,0 0-1-16,0 0 1 0,0 0-6 0,0 0 2 16,0 0-6-16,0 0 3 0,0 0-1 0,0 0-4 15,0 0 1-15,0 0 4 0,0 0-3 0,0 0 0 16,0 0 0-16,0 0 2 0,0 0-3 0,0 0-4 16,0 0 2-16,0 0-4 0,-4-6 6 0,4 6-3 15,0 0 4-15,0 0-2 0,0 0-6 0,0 0 4 16,0 0 5-16,0 0-6 0,0 0-1 0,0 0 2 0,0 0 1 15,0 0 2-15,0 0-2 0,0 0-2 16,0 0 0-16,0 0 0 0,0 0 0 0,0 0 2 16,0 0-4-16,0 0 3 0,0 0 1 0,0 0 1 0,0 0 4 15,0 0-8-15,0 0 4 0,0 0-4 16,0 0 3-16,0 0 0 0,0 0 0 0,0 0 0 0,0 0 2 16,0 0-6-16,0 0 2 0,0 0 1 0,0 0-4 15,0 0 3-15,0 0-1 0,0 0 4 0,0 0-4 16,0 0 0-16,0 0 7 0,0 0-6 0,0 0-1 15,0 0 3-15,0 0 3 0,0 0-6 0,0 0 5 16,0 0-2-16,0 0-2 0,0 0-3 0,0 0 5 16,0 0 1-16,0 0 3 0,9 19-7 0,-9-19 6 15,0 0 4-15,0 0-5 0,0 0-3 0,0 0 2 16,0 0 0-16,4 5-1 0,-4-5 1 0,0 0-1 16,0 0 2-16,0 0-3 0,0 0 3 0,0 0 0 15,0 0-3-15,0 0 2 0,0 0 1 0,0 0-3 16,0 0 1-16,0 0-8 0,0 0 6 0,0 0 5 15,0 0-1-15,0 0-5 0,0 0 0 0,0 0 6 16,0 0-4-16,0 0-5 0,0 0 7 0,0 0-3 16,4 5-1-16,-4-5 2 0,0 0 3 0,0 0-8 15,0 0 7-15,0 0 1 0,0 0-3 0,0 0-1 16,0 0-1-16,0 0 2 0,0 0 0 0,0 0 1 0,0 0-4 16,0 0 1-16,0 0 2 0,0 0 2 15,0 0-2-15,0 0 0 0,0 0 5 0,1 8-3 16,-1-8 2-16,0 0-4 0,0 0 3 0,0 0-5 15,0 0 5-15,0 0-2 0,0 0 0 0,0 0-3 16,0 0 2-16,0 0 2 0,0 0-3 0,0 0 5 16,0 0-2-16,0 0-2 0,0 0 0 0,0 0-3 15,0 0 3-15,0 0 3 0,0 0-1 0,0 0 0 0,0 0 0 16,0 0-2-16,0 0 1 0,0 0 1 0,0 0-2 16,0 0 1-16,0 0 0 0,0 0 7 0,0 0-7 15,0 0-1-15,0 0-4 0,0 0 0 0,0 0 5 16,8 3-1-16,-8-3 0 0,0 0 5 0,0 0-5 15,0 0-1-15,0 0-4 0,0 0 4 0,0 0 4 16,0 0 3-16,0 0-4 0,0 0-1 0,0 0-7 16,0 0 3-16,0 0-2 0,0 0-2 0,0 0-1 15,0 0 0-15,0 0 1 0,0 0-4 0,0 0-5 16,0 0-2-16,0 0-7 0,0 0 1 0,0 0-29 16,0 0-58-16,0 0 25 0</inkml:trace>
  <inkml:trace contextRef="#ctx0" brushRef="#br0" timeOffset="149951.77">6212 10127 12 0,'0'0'27'0,"0"0"-7"16,0 0-3-16,0 0-6 0,0 0 5 0,0 0-1 16,0 0-1-16,0 0 0 0,0 0-3 0,0 0 3 15,0 0 3-15,0 0-8 0,0 0 7 0,0 0-5 16,0 0 3-16,0 0-5 0,0 0-2 0,0 0 4 16,0 0-4-16,0 0 3 0,0 0-1 0,0 0-3 15,0 0-5-15,0 0 7 0,0 0-9 0,0 0 4 16,0 0 1-16,0 0 3 0,0 0-2 0,0 0-3 15,0 0 1-15,0 0 0 0,0 0 5 0,0 0-8 16,0 0 3-16,0 0-1 0,0 0-2 0,0 0 2 16,0 0 0-16,0 0-2 0,0 0-4 0,0 0 5 15,0 0-1-15,0 0 3 0,0 0-3 0,0 0 3 16,0 0 2-16,0 0-8 0,0 0 6 0,0 0 6 16,0 0-2-16,0 0 2 0,0 0 0 0,0 0 2 15,0 0 4-15,0 0-10 0,0 0 6 0,0 0-2 16,0 0 2-16,0 0-3 0,0 0-4 0,0 0 1 0,0 0 0 15,0 0-2-15,0 0-1 0,0 0-1 16,0 0 7-16,0 0-2 0,0 0 0 0,0 0 3 16,0 0-6-16,0 0 1 0,0 0-3 0,0 0 1 15,0 0 1-15,0 0 3 0,0 0-5 0,0 0 1 0,0 0 6 16,0 0-6-16,0 0 0 0,0 0 0 16,0 0 4-16,0 0-1 0,0 0-2 0,0 0-5 15,0 0 1-15,0 0 4 0,0 0-1 0,0 0-6 16,0 0 3-16,0 0 1 0,0 0 5 0,0 0-21 15,0 0 24-15,0 0-8 0,0 0-3 0,0 0 5 0,0 0-1 16,0 0-3-16,0 0-6 0,0 0-1 16,0 0 12-16,0 0-1 0,0 0 0 0,0 0-3 15,0 0 3-15,0 0 4 0,0 0-5 0,0 0-2 16,0 0 0-16,0 0-1 0,0 0-3 0,0 0 1 0,0 0 0 16,0 0-4-16,0 0 3 0,0 0 0 0,0 0 2 15,0 0-3-15,0 0-5 0,0 0 0 16,0 0-9-16,0 0 0 0,0 0-6 0,0 0-1 15,0 0 4-15,0 0-5 0,0 0-29 0,0 0-62 0,0 0 28 16</inkml:trace>
  <inkml:trace contextRef="#ctx0" brushRef="#br0" timeOffset="152994.97">6591 10119 7 0,'0'0'43'0,"0"0"-1"0,0 0-5 0,0 0-8 16,0 0-3-16,0 0 0 0,0 0-2 0,0 0-9 16,0 0-2-16,0 0-5 0,0 0-13 0,0 0-4 15,0 0-4-15,0 0-28 0,0 0-44 16,-2 7 20-16</inkml:trace>
  <inkml:trace contextRef="#ctx0" brushRef="#br0" timeOffset="154347.25">6517 10276 42 0,'0'0'54'0,"0"0"-1"0,0 0-4 15,0 0-7-15,0 0-1 0,0 0-8 0,0 0-5 16,0 0-4-16,0 0-2 0,0 0 4 0,0 0-7 16,0 0-4-16,0 0-4 0,0 0 2 0,0 0-2 15,0 0 1-15,0 0-6 0,0 0 6 0,0 0-7 16,0 0 0-16,0 0 0 0,0 0-1 0,0 0 0 15,0 0-1-15,0 0 2 0,0 0-5 0,0 0 4 16,0 0-1-16,0 0 1 0,0 0-7 0,0 0 11 16,0 0-8-16,0 0 0 0,0 0-1 0,0 0 5 15,0 0-5-15,0 0 0 0,0 0-2 0,0 0 12 16,0 0-10-16,0 0 3 0,0 0-1 0,0 0-3 16,0 0 5-16,0 0-1 0,0 0-3 0,0 0 1 15,0 0 2-15,0 0 1 0,0 0-5 0,0 0-4 16,0 0-8-16,0 0 5 0,0 0-9 0,0 0 3 15,0 0 1-15,0 0-3 0,0 0 2 0,0 0-4 16,4 5-9-16,-4-5 0 0,0 0-5 0,0 0-2 16,0 0-20-16,0 0-57 0,0 0 26 0</inkml:trace>
  <inkml:trace contextRef="#ctx0" brushRef="#br0" timeOffset="159110.46">20505 9513 56 0,'2'-7'57'16,"-2"7"-19"-16,0 0-3 0,0 0-8 0,0 0-10 16,0 0-14-16,0 0 0 0,0 0-15 0,0 0-26 15,0 0-40-15,0 0 18 0</inkml:trace>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37:54.176"/>
    </inkml:context>
    <inkml:brush xml:id="br0">
      <inkml:brushProperty name="width" value="0.05292" units="cm"/>
      <inkml:brushProperty name="height" value="0.05292" units="cm"/>
      <inkml:brushProperty name="color" value="#FF0000"/>
    </inkml:brush>
  </inkml:definitions>
  <inkml:trace contextRef="#ctx0" brushRef="#br0">29705 3621 36 0,'0'0'50'15,"4"6"4"-15,-4-6 1 0,0 0-4 0,5 5 1 16,-5-5-11-16,0 0 0 0,4 7 0 0,-4-7-7 16,3 7 5-16,-3-7-12 0,4 4 0 0,-4-4-4 15,4 6 0-15,-4-6-4 0,0 0 1 0,4 5-1 16,-4-5-3-16,0 0-4 0,5 4-1 0,-5-4 3 15,0 0 2-15,0 0 8 0,0 0-9 0,3 5 4 16,-3-5 1-16,0 0-10 0,0 0 6 0,0 0-5 16,0 0 4-16,0 0-5 0,0 0 6 0,0 0-2 15,0 0 5-15,0 0-1 0,0 0 17 0,7 3 6 16,-7-3-4-16,0 0 2 0,0 0 1 0,5 2-9 16,-5-2 1-16,0 0-2 0,0 0-6 0,7 3 0 15,-7-3 4-15,0 0 1 0,0 0-3 0,0 0 17 16,0 0-18-16,11-1 0 0,-11 1 0 0,0 0 9 15,0 0-8-15,0 0 2 0,0 0-3 0,0 0-2 16,0 0 3-16,0 0 5 0,0 0-6 0,0 0 2 16,0 0 1-16,0 0-4 0,0 0 2 0,0 0-5 15,0 0 0-15,0 0 0 0,7-5-3 0,-7 5 1 16,0 0 2-16,0 0-5 0,9-3 0 0,-9 3 0 16,14-4-4-16,-5 0-2 0,4 0 0 0,4-3-3 15,2 3-1-15,2-3 0 0,-1 1 3 0,8 0-5 16,-7-2 1-16,12 2-7 0,-5-4 3 0,3 3 1 15,-2 0 4-15,0-1-6 0,-3-1 2 0,1 1-2 16,-5 1 6-16,-4 0-8 0,2 2 4 0,-1-2-2 16,-3 2 0-16,-2 1-3 0,-3 0 5 0,-2 0-7 15,1 0 6-15,-3 2-1 0,-1 1 0 0,-6 1 0 16,9-3 5-16,-4 1 3 0,-5 2 18 0,8-3-13 16,-8 3 0-16,0 0-4 0,6-4 4 0,-6 4-6 15,0 0-6-15,0 0 8 0,7-2-3 0,-7 2-1 16,0 0 1-16,0 0-3 0,0 0-1 0,0 0-4 15,6-2-1-15,-6 2-9 0,0 0-16 16,0 0-26-16,0 0-21 0,0 0-23 0,0 0-18 0,0 0-21 16,0 0-136-16,-19 12-295 0,5-8 131 0</inkml:trace>
  <inkml:trace contextRef="#ctx0" brushRef="#br0" timeOffset="1263.01">18210 5519 70 0,'8'2'63'0,"-8"-2"-4"15,0 0-5-15,0 0-5 0,0 0-7 16,0 0 1-16,0 0-18 0,0 0 6 0,0 0 3 16,0 0-10-16,0 0-6 0,0 0 2 0,0 0-1 15,0 0-4-15,0 0 1 0,0 0-3 0,0 0 3 16,0 0-6-16,0 0 2 0,0 0-7 0,0 0 2 15,0 0 13-15,0 0-10 0,0 0-7 0,0 0 5 16,0 0-7-16,0 0 1 0,0 0 0 0,0 0 1 16,0 0-5-16,0 0-9 0,0 0-6 0,0 0-20 15,0 0-10-15,0 0-3 0,0 0-39 0,0 0-95 16,0 0 42-16</inkml:trace>
  <inkml:trace contextRef="#ctx0" brushRef="#br0" timeOffset="2252.94">24621 5535 28 0,'0'0'22'0,"0"0"-22"15,0 0-9-15,0 0-9 0,0 0 4 0</inkml:trace>
  <inkml:trace contextRef="#ctx0" brushRef="#br0" timeOffset="38789.33">7057 7361 49 0,'0'0'57'0,"0"0"-8"16,0 0-5-16,0 0 1 0,0 0-11 0,0 0-2 16,0 0 1-16,0 0-5 0,0 0-4 0,0 0-2 15,0 0 4-15,0 0-2 0,0 0-2 0,0 0-10 16,0 0 4-16,0 0-2 0,0 0 0 0,0 0-3 16,0 0 1-16,-21-10-2 0,21 10-1 0,0 0-9 15,0 0 7-15,0 0-5 0,0 0-2 0,0 0 3 16,0 0 0-16,0 0 6 0,0 0-9 0,-4-5-1 15,4 5 4-15,0 0 0 0,0 0-8 0,0 0 3 16,0 0 4-16,0 0-5 0,0 0 3 0,0 0 0 16,0 0 1-16,0 0-3 0,0 0 7 0,0-10-1 15,0 10-7-15,0 0 1 0,0 0 0 0,0 0 7 16,0 0 0-16,0 0-2 0,0 0-2 0,0 0 3 16,0 0-6-16,0 0 3 0,0 0 0 0,0 0-2 15,0 0 0-15,0 0 1 0,0 0 5 0,0 0-5 16,2-13-2-16,-2 13 1 0,0 0 4 0,0 0-5 15,0 0 4-15,0 0-4 0,0 0 9 0,-2-8-15 16,2 8 10-16,0 0-1 0,0 0-2 0,0 0 0 16,0 0 0-16,0 0-2 0,0 0 5 0,0 0-7 15,0 0 4-15,3-7-3 0,-3 7-1 0,0 0-3 16,0 0-9-16,0 0-1 0,0 0-14 0,0 0-3 16,0 0-6-16,0 0-36 0,0 0-84 0,0 0 38 15</inkml:trace>
  <inkml:trace contextRef="#ctx0" brushRef="#br0" timeOffset="47203.04">9928 7225 30 0,'0'0'43'0,"0"0"-6"0,0 0-1 16,0 0-8-16,0 0 1 0,0 0-4 0,0 0-3 15,0 0 8-15,0 0-12 0,0 0-2 0,0 0-5 16,0 0 0-16,0 0 2 0,0 0-4 0,0 0-1 16,0 0 0-16,0 0 0 0,0 0-3 0,0 0 1 15,0 0-6-15,0 0-1 0,0 0-2 0,0 0-5 16,0 0-13-16,0 0-7 0,0 0 2 0,0 0-25 15,0 0-56-15,0 0 25 0</inkml:trace>
  <inkml:trace contextRef="#ctx0" brushRef="#br0" timeOffset="51717.92">8786 7464 17 0,'-8'-3'43'0,"8"3"-4"0,0 0 0 0,0 0-1 16,0 0 1-16,0 0-3 0,0 0-3 0,0 0 1 15,0 0-6-15,0 0-1 0,0 0 5 0,0 0-3 16,0 0 0-16,0 0-5 0,0 0 1 0,0 0-5 16,0 0 2-16,0 0-1 0,0 0 2 0,0 0-9 15,0 0 3-15,0 0-2 0,-6-4 3 0,6 4-6 16,0 0 4-16,0 0 0 0,0 0-2 0,0 0 3 15,0 0-8-15,0 0 2 0,0 0 2 0,0 0-1 16,0 0-6-16,0 0-1 0,0 0-4 0,0 0 4 16,0 0 1-16,0 0 1 0,0 0-2 0,0 0-5 15,0 0 7-15,0 0-3 0,29 3 7 0,-21-3-4 16,-8 0 12-16,16 0-8 0,-4 0 1 16,-3-3-7-16,2 3 3 0,0 0-6 0,0-2 9 0,2 2-4 15,-3-1 4-15,0 2-3 0,3-1-2 0,-3-1 1 16,3 2 3-16,-1-1-8 0,-2-1 5 0,2 1-4 15,-2 1-3-15,-1-2 4 0,2 2 2 0,-2-1-5 16,3 0 4-16,-12 0-2 0,21 2 2 0,-11-2 2 16,3-2 0-16,-13 2-2 0,23 0-2 0,-10 0 2 15,-1-1-3-15,3 1 6 0,-4 0-3 0,7-2 4 16,-4 2 3-16,3 0-4 0,1 0 2 0,1-2-9 16,0 0 13-16,-1 3 1 0,2-1 5 0,-2 0 4 15,1-1-9-15,2 1-2 0,-3-1-3 0,1 1-3 16,-1 0 1-16,1-1 1 0,-1 2 2 0,-1-1-5 15,-3 0 6-15,0 0-4 0,1 1 0 0,-2-1-5 16,5 0 6-16,-4 0-4 0,4-1 4 0,-6 1 8 16,6-1 1-16,-5 1-1 0,0-1-1 0,1 1 0 15,0-1-3-15,0 1-1 0,-2 0 3 0,0-2-3 16,1 2 4-16,-1-1-3 0,0-1-3 0,0 1 0 16,-1-2 0-16,0 3-1 0,-2 0-1 0,-9 0 2 15,16-2-3-15,-9 2-2 0,-7 0-3 0,12-1-1 16,-12 1 5-16,13-1 1 0,-13 1-1 0,9 0-5 15,-9 0 3-15,8 1 0 0,-8-1-5 0,0 0-2 16,10 0 6-16,-10 0-3 0,0 0 2 0,0 0 2 16,0 0-4-16,9 0-2 0,-9 0 4 0,0 0 0 15,0 0 3-15,0 0-4 0,0 0-2 0,0 0-1 16,0 0 8-16,0 0-7 0,0 0 4 0,0 0-4 16,0 0 0-16,0 0 4 0,9 0-4 0,-9 0 2 15,0 0 1-15,0 0-1 0,0 0-1 0,0 0 2 16,0 0-3-16,0 0 5 0,5 3 3 0,-5-3 3 15,0 0-7-15,0 0-5 0,6 6 7 0,-6-6-5 16,0 0 0-16,0 0 2 0,0 0-1 0,0 0-2 16,8 1-4-16,-8-1 7 0,0 0-4 0,0 0-1 15,0 0 6-15,6 2-4 0,-6-2 1 0,0 0 1 16,0 0 2-16,0 0-8 0,7 2 6 0,-7-2-1 16,0 0-3-16,0 0 1 0,0 0 2 0,0 0-4 15,9 2 6-15,-9-2-1 0,0 0 2 0,0 0-3 16,0 0 1-16,0 0 1 0,0 0 1 0,0 0-2 15,0 0 2-15,0 0-1 0,7 1 0 0,-7-1-5 16,0 0 5-16,0 0-2 0,0 0-1 0,0 0 2 16,0 0 0-16,0 0 2 0,0 0 2 0,0 0 2 15,0 0-1-15,0 0 2 0,0 0-5 0,0 0-7 16,0 0 6-16,0 0 0 0,0 0 1 0,0 0-4 0,0 0 2 16,0 0-1-16,0 0 0 0,6 5 3 15,-6-5 0-15,0 0-3 0,0 0 1 0,0 0 4 16,0 0 0-16,7 0-2 0,-7 0-2 0,0 0-1 15,0 0 5-15,0 0-6 0,0 0 0 0,0 0-1 16,0 0 0-16,0 0-4 0,0 0 8 0,0 0-1 0,0 0 1 16,0 0 0-16,0 0-2 0,0 0-1 15,0 0 2-15,0 0 3 0,0 0 1 0,0 0-1 16,0 0-3-16,0 0-1 0,0 0 6 0,0 0-5 16,0 0-2-16,0 0 1 0,0 0-2 0,0 0 5 15,0 0 2-15,0 0-2 0,0 0 3 0,0 0 16 16,0 0-2-16,5 3 3 0,-5-3 0 0,0 0-3 15,0 0 1-15,0 0 0 0,0 0 2 0,0 0-7 16,0 0-1-16,0 0 1 0,0 0-1 0,0 0 3 16,0 0-3-16,0 0 2 0,0 0 1 0,0 0-3 15,0 0-1-15,0 0 2 0,0 0-4 0,0 0 2 0,0 0-4 16,0 0-2-16,0 0 3 0,0 0-2 16,0 0 2-16,0 0-5 0,0 0-2 0,0 0 2 15,0 0 0-15,0 0-3 0,0 0 6 0,0 0-4 16,0 0 1-16,0 0-4 0,0 0 2 0,0 0 1 15,0 0 3-15,0 0 7 0,0 0 1 0,0 0 2 0,0 0-2 16,0 0-4-16,0 0 3 0,0 0-2 0,0 0-5 16,0 0 6-16,0 0-7 0,0 0 0 0,0 0-2 15,0 0 0-15,0 0 0 0,0 0 0 16,0 0 1-16,0 0-1 0,0 0-2 0,0 0 3 0,0 0-5 16,0 0 0-16,0 0 2 0,0 0 3 0,0 0-8 15,0 0 2-15,0 0 0 0,0 0-2 0,0 0-25 16,0 0-23-16,0 0-23 0,0 0-26 15,0 0-27-15,0 0-22 0,0 0-21 0,0 0-112 16,0 0-304-16,0 0 135 0</inkml:trace>
  <inkml:trace contextRef="#ctx0" brushRef="#br0" timeOffset="73199.89">15956 7174 75 0,'0'0'65'16,"0"0"-7"-16,0 0-3 0,0 0-2 0,0 0-9 0,0 0-17 15,0 0 9-15,0 0-5 0,0 0-2 0,0 0-3 16,0 0-1-16,0 0-4 0,0 0 2 0,0 0-6 16,0 0-2-16,0 0 4 0,0 0-6 15,0 0 2-15,0 0-9 0,0 0 2 0,0 0 1 0,0 0-2 16,0 0 4-16,0 0-3 0,0 0-3 0,0 0-2 16,0 0-7-16,0 0-11 0,0 0-14 0,0 0-6 15,0 0-16-15,7 4-44 0,-7-4-104 0,0 0 47 16</inkml:trace>
  <inkml:trace contextRef="#ctx0" brushRef="#br0" timeOffset="74502.28">15711 7212 4 0,'0'0'33'0,"0"0"-5"0,0 0-1 15,0 0-6-15,0 0-12 0,0 0-12 0,0 0-18 16,0 0-21-16,0 0 11 0</inkml:trace>
  <inkml:trace contextRef="#ctx0" brushRef="#br0" timeOffset="81034.45">15579 8299 6 0,'0'0'39'15,"0"0"-9"-15,0 0-9 0,0 0 4 0,0 0-5 0,0 0-4 16,0 0-1-16,0 0-2 0,0 0-6 0,0 0 5 15,0 0-11-15,0 0 3 0,0 0-5 0,0 0 4 16,0 0-3-16,0 0 4 0,0 0-6 16,0 0 5-16,0 0-4 0,0 0 0 0,0 0 3 0,0 0-3 15,0 0 2-15,0 0-6 0,0 0 10 0,0 0 4 16,0 0-3-16,0 0 5 0,0 0-9 0,0 0 7 16,0 0-6-16,0 0 4 0,0 0 0 0,0 0 2 15,0 0-3-15,0 0-3 0,0 0 1 0,0 0-1 16,0 0 3-16,0 0-3 0,0 0-1 0,0 0 2 15,0 0-2-15,0 0-3 0,0 0 5 0,0 0 1 16,0 0-5-16,0 0 3 0,0 0 0 0,0 0-7 16,0 0 2-16,0 0 4 0,0 0-4 0,0 0 7 15,0 0-1-15,0 0 0 0,0 0-1 0,0 0-4 16,0 0-2-16,0 0-4 0,0 0 9 0,0 0-3 16,0 0-2-16,0 0-2 0,0 0 3 0,0 0-3 15,0 0 4-15,0 0-5 0,0 0-3 0,0 0-3 16,0 0 6-16,0 0 1 0,0 0-1 0,0 0-2 15,0 0-10-15,0 0 9 0,0 0 1 0,0 0 1 16,0 0-1-16,0 0 2 0,0 0-1 0,0 0 3 16,0 0-3-16,0 0-2 0,0 0 0 0,0 0 6 15,0 0-6-15,0 0 4 0,0 0-3 0,0 0 7 16,0 0 1-16,0 0-1 0,0 0-1 0,0 0-1 16,0 0 0-16,0 0-3 0,0 0 4 0,0 0 2 15,0 0-1-15,0 0-1 0,0 0-4 0,0 0 8 16,0 0 0-16,0 0-3 0,0 0 1 0,0 0 0 15,0 0-1-15,0 0-1 0,0 0 1 0,0 0-1 16,0 0 3-16,0 0 0 0,0 0-3 0,0 0 3 16,0 0 0-16,0 0 0 0,0 0 3 0,0 0-1 15,0 0-8-15,0 0 6 0,0 0-1 0,0 0-2 16,0 0 0-16,0 0 1 0,0 0 1 0,0 0-9 0,0 0-9 16,5-9-18-16,-5 9 8 0</inkml:trace>
  <inkml:trace contextRef="#ctx0" brushRef="#br0" timeOffset="82916.73">5370 7504 60 0,'0'0'63'0,"0"0"-9"0,0 0-1 0,0 0-2 15,0 0-1-15,0 0-8 0,0 0-8 0,0 0 4 16,0 0-3-16,0 0 5 0,0 0-3 0,0 0 14 16,0 0-7-16,0 0-13 0,0 0 6 0,0 0-5 15,0 0-3-15,23-3 2 0,-12-3-9 16,11-10-6-16,3 0-21 0,14-14-42 0,4-3-86 0,3-6-145 16,22-18 64-16</inkml:trace>
  <inkml:trace contextRef="#ctx0" brushRef="#br0" timeOffset="84049.93">5426 9827 59 0,'0'-7'91'0,"0"7"0"0,0 0-10 0,0 0-1 16,0 0-9-16,0 0-11 0,1-7-1 0,-1 7-8 16,0 0-3-16,0 0-7 0,0 0-5 0,0 0-1 15,0 0-8-15,0 0-3 0,0 0-6 0,0 0 4 16,0 0-11-16,0 0-1 0,0 0 3 0,0 0-4 16,0 0 5-16,0 0-10 0,0 0 0 0,0 0 5 15,0 0-4-15,0 0-1 0,0 0 3 0,0 0-2 16,0 0 0-16,13 14 12 0,-13-14-15 0,0 0 1 15,0 0-3-15,5 6-1 0,-5-6 5 0,4 4-3 16,-4-4-2-16,0 0 1 0,0 0 0 0,4 7 4 16,-4-7-5-16,0 0 2 0,5 5-1 0,-5-5 4 15,0 0 3-15,4 3-4 0,-4-3-1 0,0 0-2 16,0 0 0-16,0 0 14 0,2 6-17 0,-2-6 2 16,0 0 5-16,0 0 2 0,4 6-4 0,-4-6 4 15,0 0 2-15,0 0 4 0,0 0-1 0,0 0 9 16,0 0-5-16,0 0 2 0,0 0 9 0,0 0-11 15,0 0 2-15,0 0-1 0,0 0-1 0,0 0 1 16,0 0 0-16,0 0 2 0,0 0 5 0,0 0 5 16,0 0 5-16,0 0 15 0,0 0 3 0,0 0 12 15,0 0 12-15,0 0-11 0,0 0-6 0,0 0-6 16,15-18-4-16,-3 1-8 0,10-6-6 0,-1-8-7 16,16-13-29-16,20-20-47 0,7-6-60 0,-2 2-58 15,-2-6-101-15,8-2-290 0,1-4 129 0</inkml:trace>
  <inkml:trace contextRef="#ctx0" brushRef="#br0" timeOffset="93344.9">8993 9778 20 0,'0'0'33'0,"0"0"-8"16,0 0 4-16,0 0-2 0,0 0-5 0,0 0 1 15,0 0-5-15,0 0-4 0,0 0-1 0,0 0 1 16,0 0-8-16,0 0 0 0,0 0 3 0,9-20-1 16,-9 20 9-16,0 0-6 0,0 0-4 0,0 0-3 0,0 0 2 15,0 0-12-15,0 0-9 0,0 0 7 0,0 0 0 16,0 0-2-16,0 0-2 0,0 0-6 15,0 0 1-15,0 0 1 0,0 0-1 0,0 0-15 16,0 0-32-16,7-3 14 0</inkml:trace>
  <inkml:trace contextRef="#ctx0" brushRef="#br0" timeOffset="95002.29">13034 9460 14 0,'0'0'36'16,"0"0"-2"-16,0 0-12 0,0 0-9 0,14-4-14 0,-14 4-19 15,0 0-22-15,0 0 11 0</inkml:trace>
  <inkml:trace contextRef="#ctx0" brushRef="#br0" timeOffset="95508.4">13701 9256 8 0,'0'0'48'0,"0"0"-3"16,0 0-5-16,0 0-5 0,0 0-4 0,0 0 3 15,0 0-10-15,0 0-13 0,0 0 6 0,0 0 0 16,0 0 2-16,0 0-2 0,0 0-3 0,0 0-4 16,0 0 2-16,0 0-1 0,0 0-6 0,0 0 2 15,0 0 1-15,0 0-2 0,0 0 6 0,0 0-4 16,0 0 0-16,0 0-2 0,0 0 2 0,0 0-5 15,0 0-9-15,0 0 10 0,0 0 4 0,0 0-11 16,0 0 10-16,0 0-4 0,0 0 4 0,0 0-7 16,0 0-1-16,0 0-9 0,0 0-4 0,0 0-9 15,0 0-11-15,0 0-33 0,0 0-74 0,0 0 33 16</inkml:trace>
  <inkml:trace contextRef="#ctx0" brushRef="#br0" timeOffset="95875.18">14337 9318 6 0,'0'0'70'0,"0"0"-11"16,0 0-7-16,0 0-6 0,0 0-7 0,0 0-15 16,0 0-16-16,0 0-18 0,0 0-9 0,0 0-28 15,0 0-48-15,0 0 21 0</inkml:trace>
  <inkml:trace contextRef="#ctx0" brushRef="#br0" timeOffset="97346.78">15618 10596 106 0,'0'0'110'0,"0"0"-14"16,0 0-8-16,0 0 4 0,0 0-17 0,0 0-9 0,0 0-12 15,0 0-6-15,0 0-7 0,4 7-14 16,-4-7-11-16,0 0 17 0,0 0-30 0,0 0-15 15,4 2-7-15,-4-2-14 0,0 0-10 0,0 0-22 16,0 0-50-16,0 0-122 0,0 0 54 0</inkml:trace>
  <inkml:trace contextRef="#ctx0" brushRef="#br0" timeOffset="97809">15864 10694 12 0,'0'0'58'0,"0"0"-8"0,0 0-2 16,0 0-11-16,0 0-3 0,0 0-3 0,0 0 5 15,0 0-5-15,0 0-6 0,0 0 0 0,0 0-3 16,0 0 0-16,0 0 0 0,0 0 5 0,0 0-12 15,0 0 13-15,0 0-12 0,0 0-2 0,0 0 1 16,0 0-2-16,0 0 2 0,0 0-3 0,0 0 0 16,0 0 0-16,0 0-4 0,0 0 3 0,0 0-2 15,0 0-4-15,0 0 2 0,0 0-4 0,0 0 4 16,0 0 3-16,0 0-7 0,0 0 5 0,0 0-2 16,0 0-9-16,0 0-3 0,0 0-4 0,0 0-13 0,0 0-16 15,0 0-8-15,0 0-51 0,0 0-104 16,0 0 47-16</inkml:trace>
  <inkml:trace contextRef="#ctx0" brushRef="#br0" timeOffset="101987.3">22116 7295 50 0,'0'0'82'15,"0"0"-8"-15,0 0-13 0,0 0-10 0,0 0 7 16,0 0-11-16,0 0-14 0,0 0-16 0,0 0-28 0,0 0-66 16,0 0-84-16,0 0 37 0</inkml:trace>
  <inkml:trace contextRef="#ctx0" brushRef="#br0" timeOffset="103049.92">27717 6756 25 0,'6'1'149'15,"-6"-1"-8"-15,0 0 1 0,0 0-8 0,0 0-13 0,0 0-12 16,9 2-11-16,-9-2-8 0,0 0-4 0,0 0-13 15,0 0-5-15,0 0-6 0,5 4-12 16,-5-4-3-16,0 0 1 0,0 0-9 0,0 0-5 16,0 0-8-16,0 0 5 0,0 0-13 0,0 0-7 0,0 0-13 15,0 0-13-15,0 0-24 0,0 0-21 0,0 0-22 16,0 0-23-16,-18 7-112 0,9-4-235 16,-5-2 105-16</inkml:trace>
  <inkml:trace contextRef="#ctx0" brushRef="#br0" timeOffset="103853.11">17232 10023 56 0,'0'0'65'15,"10"0"-17"-15,-10 0-6 0,12-1-20 0,-12 1-10 16,14 0-20-16,-8 0-32 0,0 2-43 0,-6-2 19 16</inkml:trace>
  <inkml:trace contextRef="#ctx0" brushRef="#br0" timeOffset="104187.51">21036 9519 107 0,'0'0'128'0,"-11"4"-26"0,11-4-9 16,0 0-27-16,0 0-13 0,0 0-28 0,0 0-22 0,0 0-19 15,0 0-11-15,0 0-20 0,0 0-35 0,0 0-87 16,9 8 39-16</inkml:trace>
  <inkml:trace contextRef="#ctx0" brushRef="#br0" timeOffset="107537.14">27679 9794 69 0,'0'0'116'0,"4"7"-1"0,-4-7 1 0,5 6-9 15,-5-6-6-15,3 4-9 0,-3-4-13 16,0 0 0-16,3 7-10 0,-3-7-7 0,0 0-3 0,0 0-9 15,0 0-7-15,-2 9-7 0,2-9 3 0,0 0-10 16,0 0-6-16,0 0-1 0,-7 4 0 0,7-4-10 16,0 0-6-16,0 0-4 0,0 0-4 0,-11 0-4 15,11 0-5-15,0 0-13 0,0 0-11 0,0 0-17 16,-16-3-6-16,16 3-13 0,0 0-3 0,-4-5-17 16,4 5-63-16,-6-5-168 0,6 5 75 0</inkml:trace>
  <inkml:trace contextRef="#ctx0" brushRef="#br0" timeOffset="124362.83">15808 9405 2 0,'0'0'11'0,"0"0"-8"0,0 0-6 16,0 0-3-16,-9-9 1 0</inkml:trace>
  <inkml:trace contextRef="#ctx0" brushRef="#br0" timeOffset="125128.5">14867 10290 50 0,'0'0'72'0,"7"0"-7"0,-7 0 2 0,0 0-24 16,0 0 11-16,0 0-12 0,0 0-4 0,0 0-8 16,0 0-13-16,0 0-19 0,0 0-30 0,0 0-42 15,0 0-81-15,0 0 36 0</inkml:trace>
  <inkml:trace contextRef="#ctx0" brushRef="#br0" timeOffset="139125.97">15983 9107 35 0,'0'0'46'0,"0"0"-7"0,0 0-19 0,-10-1-44 15,10 1-25-15,-13 1 11 0</inkml:trace>
  <inkml:trace contextRef="#ctx0" brushRef="#br0" timeOffset="142276.73">9482 11619 20 0,'0'0'42'0,"0"0"-8"0,0 0 1 0,0 0-2 15,0 0-5-15,0 0-10 0,0 0-8 0,9 0-9 16,-9 0-18-16,0 0-17 0,0 0-38 0,-9 14 17 16</inkml:trace>
  <inkml:trace contextRef="#ctx0" brushRef="#br0" timeOffset="145851.84">15670 9390 39 0,'0'0'39'0,"0"0"9"0,0 0 2 0,0 0-11 16,0 0-1-16,-6-4-7 0,6 4 3 0,0 0-9 15,0 0 0-15,0 0 5 0,0 0-9 0,0 0 6 16,-8-4-12-16,8 4 13 0,0 0-5 0,0 0-6 16,0 0 5-16,0 0-4 0,0 0-5 0,-6-4 0 15,6 4-6-15,0 0 2 0,0 0 2 0,0 0-2 16,0 0 4-16,0 0-7 0,-11 0 3 0,11 0-7 16,0 0 1-16,0 0-3 0,0 0 5 0,-10 4-1 15,10-4-2-15,0 0-2 0,-7 2 3 0,7-2-3 16,0 0 8-16,-7 4-2 0,7-4-8 0,0 0 5 15,-8 3-4-15,8-3 7 0,0 0-1 0,-7 2 1 16,7-2-3-16,0 0 11 0,-6 4-8 0,6-4 1 16,0 0 2-16,-6 6 0 0,6-6 5 0,0 0-1 15,-7 4 3-15,7-4-1 0,0 0-1 0,-8 3 1 16,8-3 0-16,0 0-5 0,-6 3 5 0,6-3-4 16,0 0 7-16,0 0-5 0,0 0 2 0,-8 2 9 15,8-2-3-15,0 0-1 0,0 0 1 0,0 0-12 16,-8 2 8-16,8-2 0 0,0 0-4 0,0 0 0 15,0 0 3-15,0 0-10 0,0 0 10 0,0 0-2 16,-11 0-3-16,11 0-4 0,0 0 12 0,0 0-13 16,0 0 8-16,0 0-2 0,0 0 3 0,-10 0-3 15,10 0 3-15,0 0-5 0,0 0 2 0,0 0-2 16,0 0 11-16,-8 1-13 0,8-1 7 0,0 0-3 16,0 0 3-16,0 0-5 0,0 0 4 0,0 0-19 15,0 0 20-15,0 0-8 0,0 0 6 0,0 0-4 16,0 0 3-16,0 0 1 0,0 0-4 0,0 0-3 15,0 0 1-15,0 0-1 0,0 0 0 0,0 0-2 16,0 0 0-16,0 0-2 0,0 0-4 0,0 0 1 16,0 0 5-16,0 0-7 0,0 0 8 0,0 0-1 0,0 0-3 15,0 0 4-15,0 0-7 0,0 0 0 0,28-5 2 16,-19 2-3-16,4 2 9 0,-4-1-11 16,2 2 9-16,3-4-3 0,-1 2 3 0,5-2 3 15,0 2-5-15,1-2-3 0,-1 0 5 0,0-1-5 0,0 1 8 16,0 0-9-16,-1 1 5 0,0-3-1 0,1 2-5 15,-5 2-3-15,1-2 6 0,4 0-1 0,-1-2 6 16,0 1-8-16,1 1 9 0,0-1-2 16,-7 0 2-16,2 1-12 0,1 0 8 0,-2 1-3 0,2 1 4 15,-3 0-1-15,2 0-1 0,-4-1-2 0,1 1 5 16,-3 1-9-16,-7 1 9 0,12-3-4 0,-12 3 5 16,11-3-6-16,-11 3 6 0,9 0-8 0,-9 0 3 15,8 0-2-15,-8 0 5 0,0 0-1 0,0 0 6 16,0 0-2-16,10-1 0 0,-10 1-1 0,0 0 6 15,0 0 3-15,0 0 1 0,0 0-4 0,0 0 5 16,0 0-2-16,0 0 1 0,0 0 1 0,0 0 1 16,0 0-4-16,0 0 1 0,0 0-1 0,0 0 5 15,0 0 1-15,0 0 0 0,0 0 1 0,9-2-11 16,-9 2 7-16,0 0-3 0,0 0 0 0,0 0-3 16,0 0 1-16,0 0-2 0,0 0-1 0,0 0 2 15,0 0-2-15,0 0-6 0,0 0 1 0,0 0 1 16,0 0-1-16,0 0 0 0,0 0-5 0,0 0-9 15,0 0-28-15,0 0-32 0,0 0-32 0,0 0-38 16,-21 10-122-16,21-10-285 0,-17 6 127 0</inkml:trace>
  <inkml:trace contextRef="#ctx0" brushRef="#br0" timeOffset="183975.69">18713 13573 6 0,'0'0'98'16,"0"0"-9"-16,0 0 4 0,0 0-5 0,0 0-6 15,0 0 5-15,0 0-11 0,0 0 2 0,0 0-17 16,0 0-4-16,0 0-7 0,0 0-5 0,0 0-7 16,0 0-1-16,0 0-5 0,0 0-2 0,0 0-6 15,0 0 1-15,0 0-8 0,0 0 6 0,0 0-5 16,0 0-3-16,0 0-2 0,0 0 2 0,0 0-2 16,0 0-6-16,2 8 0 0,-2-8 1 0,0 0 1 15,0 0-3-15,0 0 3 0,2 5-7 0,-2-5 0 16,0 0 0-16,0 0 2 0,0 0-1 0,0 0 1 15,0 0 4-15,0 0-6 0,0 0 6 0,0 0-4 16,0 0-3-16,0 0 8 0,0 0-6 0,0 0 0 0,0 0-2 16,0 0 4-16,0 0-4 0,0 0 1 15,0 0-2-15,0 0 1 0,0 0 0 0,0 0-4 16,0 0 4-16,0 9-2 0,0-9 11 0,0 0-15 16,0 0 5-16,0 0-1 0,0 0-1 0,0 0 7 0,0 0-5 15,0 0-3-15,0 0-1 0,0 0-1 0,0 0 6 16,0 0-18-16,0 0 2 0,0 0-14 15,0 0-10-15,4 6-1 0,-4-6-12 0,0 0-10 16,5 4-21-16,-5-4-80 0,2 4-178 0,-2-4 79 0</inkml:trace>
  <inkml:trace contextRef="#ctx0" brushRef="#br0" timeOffset="184568.12">22535 13189 33 0,'0'0'59'15,"0"0"-10"-15,0 0-10 0,0 0-16 0,9 9-22 16,-9-9-35-16,6 6-38 0,-6-6 17 0</inkml:trace>
  <inkml:trace contextRef="#ctx0" brushRef="#br0" timeOffset="185134.44">26252 13005 70 0,'0'0'59'0,"0"0"-10"0,0 0-11 15,-13 7-17-15,13-7-22 0,0 0-39 0,0 0-42 0,-4 6 18 16</inkml:trace>
  <inkml:trace contextRef="#ctx0" brushRef="#br0" timeOffset="185826.27">28587 12839 81 0,'10'4'122'0,"-10"-4"-6"0,0 0 3 16,0 0 1-16,0 0-8 0,0 0-3 0,0 0-4 15,0 0-10-15,0 0 1 0,0 0-10 0,0 0-9 16,0 0 2-16,0 0-12 0,0 0-13 0,0 0-6 16,0 0 0-16,0 0 2 0,0 0-7 0,0 0-2 15,0 0 2-15,0 0-6 0,0 0 0 0,0 0-1 16,0 0-9-16,0 0 5 0,0 0 0 0,0 0-9 15,5 3 1-15,-5-3-7 0,0 0 0 0,0 0 0 16,0 0-3-16,0 0 0 0,0 0 1 0,0 0-6 16,0 0 0-16,0 0 0 0,0 0-6 0,0 0 3 15,0 0 2-15,0 0-1 0,0 0-1 0,0 0-6 16,0 0 2-16,0 0 5 0,0 0-3 0,0 0 0 0,0 0-5 16,0 0-3-16,0 0-4 0,0 0-9 15,0 0-13-15,0 0-13 0,0 0-13 0,0 0-18 0,0 0-22 16,0 0-26-16,0 0-34 0,0 0-98 0,0 0-274 15,0 0 121-15</inkml:trace>
  <inkml:trace contextRef="#ctx0" brushRef="#br0" timeOffset="188612.57">22809 13663 8 0,'0'0'49'0,"-1"-10"-5"0,1 10-5 15,0 0-4-15,0 0-3 0,0 0-1 0,0 0-8 16,-2-10 0-16,2 10-1 0,0 0-3 0,0 0-5 16,0 0 0-16,0 0-3 0,0 0-2 0,0 0-8 0,0 0 3 15,0 0-5-15,0 0-2 0,0 0-6 16,-5-7 0-16,5 7 8 0,0 0-3 0,0 0-2 15,0 0-2-15,0 0 6 0,0 0-3 0,0 0-4 16,0 0-4-16,0 0-6 0,0 0-1 0,-6-5-5 16,6 5-16-16,0 0-45 0,0 0 21 0</inkml:trace>
  <inkml:trace contextRef="#ctx0" brushRef="#br0" timeOffset="-176871.31">17369 15859 1 0,'0'0'49'0,"0"0"-11"0,0 0-18 0,0 0 1 16,0 0-12-16,0 0-7 0,17 6-16 0,-17-6-7 0,9 5-23 15,-2-2 10-15</inkml:trace>
  <inkml:trace contextRef="#ctx0" brushRef="#br0" timeOffset="-176176.8">18677 15918 9 0,'0'0'19'0,"0"0"-8"0,0 0-14 16,0 0-3-16,0 0-7 0,0 0 3 0</inkml:trace>
  <inkml:trace contextRef="#ctx0" brushRef="#br0" timeOffset="-170435.78">14636 16899 3 0,'0'0'48'16,"0"0"-8"-16,0 0-4 0,0 0 9 0,0 0-19 15,0 0 4-15,0 0-10 0,0 0-1 0,0 0 1 16,0 0-11-16,0 0-1 0,0 0-7 0,0 0 2 16,0 0-5-16,0 0-9 0,6 4-1 0,-6-4 4 15,0 0-7-15,0 0-3 0,0 0-23 0,0 0-43 16,4 6 19-16</inkml:trace>
  <inkml:trace contextRef="#ctx0" brushRef="#br0" timeOffset="50804.38">7045 10207 28 0,'0'0'52'0,"0"0"-1"0,0 0-6 0,0 0-5 16,0 0-8-16,0 0-10 0,0 0-6 16,0 0-14-16,0 0-7 0,0 0-7 0,0 0-11 15,0 0-19-15,0 0-45 0,0 0 20 0</inkml:trace>
  <inkml:trace contextRef="#ctx0" brushRef="#br0" timeOffset="65553.82">15928 8776 19 0,'0'0'67'0,"0"0"1"0,3-8-8 16,-3 8-4-16,0 0-4 0,2-5-3 0,-2 5 8 16,0 0-10-16,0 0 7 0,0 0 2 0,8-4-13 15,-8 4-15-15,0 0 10 0,0 0-3 0,0 0 3 16,0 0-5-16,0 0 3 0,0 0-1 0,0 0-10 16,0 0 5-16,0 0-4 0,0 0 2 0,0 0 0 15,0 0 0-15,0 0-8 0,0 0 10 0,0 0-12 16,0 0 15-16,0 0-7 0,0 0-4 0,0 0 5 15,0 0-8-15,0 0 0 0,9 9 6 0,-9-9-8 16,0 0-2-16,0 0 5 0,6 5-7 0,-6-5 9 16,0 0-8-16,0 0 15 0,0 0-4 0,0 0-8 0,0 0 3 15,8 1 5-15,-8-1-5 0,0 0-1 0,10-11 0 16,-3 3-12-16,4-6-10 0,6-8-26 0,3-5-12 16,11-16-34-16,2-6-19 0,14-19-126 15,-17 14-237-15,18-18 105 0</inkml:trace>
  <inkml:trace contextRef="#ctx0" brushRef="#br0" timeOffset="67182.18">11716 11737 22 0,'12'0'100'0,"-12"0"-15"0,0 0-2 0,0 0-10 16,0 0-12-16,10-2 4 0,-10 2-8 0,9-7-20 16,-2-2-7-16,6-3-15 0,5-7-19 0,0-4-34 15,3-3-60-15,5-15-106 0,0-1 47 16</inkml:trace>
  <inkml:trace contextRef="#ctx0" brushRef="#br0" timeOffset="89787.31">11505 11371 98 0,'0'0'109'0,"0"0"15"15,0 0-13-15,0 0-14 0,0 0-9 0,0 0-10 16,0 0-6-16,0 0 6 0,0 0-21 0,0 0-12 0,0 0 1 16,0 0-7-16,0 0-7 0,0 0-2 0,0 0-1 15,0 0-7-15,0 0 1 0,0 0 2 0,0 0-3 16,0 0-4-16,0 0-8 0,0 0 3 0,0 0-2 15,0 0-4-15,0 0-2 0,0 0 4 0,0 0 5 16,0 0-7-16,0 0 4 0,0 0-6 0,0 0 1 16,0 0 4-16,21 7-1 0,-15-14-5 0,7-8 6 15,7-5-6-15,5-8-19 0,14-16-31 0,21-26-36 16,3-3-125-16,-9-4-222 0,8-5 98 0</inkml:trace>
</inkml:ink>
</file>

<file path=ppt/ink/ink1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10:43:54.526"/>
    </inkml:context>
    <inkml:brush xml:id="br0">
      <inkml:brushProperty name="width" value="0.05292" units="cm"/>
      <inkml:brushProperty name="height" value="0.05292" units="cm"/>
      <inkml:brushProperty name="color" value="#FF0000"/>
    </inkml:brush>
  </inkml:definitions>
  <inkml:trace contextRef="#ctx0" brushRef="#br0">7569 4013 109 0,'1'-8'100'0,"-1"8"-13"15,0 0-15-15,0 0-1 0,0 0-2 0,0 0-14 0,0 0-3 16,0 0-11-16,0 0 9 0,0 0-4 0,0 0-2 16,7 27-10-16,-6-17 14 0,3 7-4 0,0 2 2 15,-2 1-15-15,1-1 3 0,4 6-3 0,-3 2 2 16,1-3-1-16,-1 2-4 0,-1-7 2 16,-1 6-1-16,0-6-2 0,0 1-2 0,2-2-1 15,-4 0-4-15,3 1-8 0,-3-3 5 0,0 0 1 0,1-4-1 16,0 4-7-16,0-4 2 0,-1 1-12 0,2-2-9 15,-1-1-26-15,-1 0-36 0,3-1-14 16,-3-2-19-16,0-7-79 0,-2 9-198 0,2-9 89 16</inkml:trace>
  <inkml:trace contextRef="#ctx0" brushRef="#br0" timeOffset="279.89">7666 4066 11 0,'39'-3'118'0,"12"6"-4"0,-14 1-12 15,0 4-1-15,-1-1-10 0,-2 6-5 0,-3 1 0 16,-4 5-5-16,0 0-3 0,-6 1-5 0,-3 2-7 16,-3 0-9-16,-4 3 1 0,-1 1-9 15,-6-3-3-15,-4 4-3 0,-2-3-3 0,-2 0 0 0,-3-5-6 16,-1-1 1-16,-3 5-3 0,-6-3-7 0,4-4-5 15,-3-3-1-15,2 0-4 0,-4 0-1 16,-4 2 6-16,4-7-9 0,-2 2-5 0,2-3-21 16,-1 1-4-16,3-3-13 0,-2 0-21 0,7-5-36 15,0-3-38-15,0 3-79 0,1-6-224 0,10 6 100 0</inkml:trace>
  <inkml:trace contextRef="#ctx0" brushRef="#br0" timeOffset="479.67">8153 4238 126 0,'9'-1'121'0,"-9"1"-3"0,0 0-19 0,5 7-3 16,-5-7 3-16,5 12-12 0,-3-5 0 0,3 4-8 16,-2 0-6-16,1 6-10 0,0-1-5 0,0 1-2 15,1 1-10-15,-2-1-18 0,1 2-22 16,-2-3-26-16,3 0-27 0,-2-3-25 0,-1 3-34 15,0-5-61-15,-1 1-180 0,1-3 80 0</inkml:trace>
  <inkml:trace contextRef="#ctx0" brushRef="#br0" timeOffset="887.9">8500 4006 10 0,'-6'-4'198'0,"6"4"-1"0,-5-6-3 16,5 6-17-16,-9-4-19 0,9 4-16 0,0 0-16 15,0 0-14-15,0 0-13 0,-7 12-5 0,5 4-10 16,1 9 3-16,1 5-2 0,0 5-7 0,-1 1 1 16,2 9-13-16,2 2-5 0,-3-12-3 0,1-1-6 15,2 1-3-15,-1-6-6 0,1 5-4 0,2-5-2 16,-3-3-9-16,1 3 2 0,-2-4-2 0,2 2-1 15,-1-2-8-15,-2-6-18 0,2 0-18 0,-2-3-25 16,0-4-33-16,-2 3-25 0,1-5-36 0,-2 1-21 16,-1-3-166-16,-3-2-347 0,7-6 153 0</inkml:trace>
  <inkml:trace contextRef="#ctx0" brushRef="#br0" timeOffset="1224.41">8424 4393 89 0,'26'-10'100'0,"2"1"-22"0,-3 1-12 0,2-2-16 15,-1 0-10-15,0 2-13 0,-7 1-14 0,0 0-12 16,6-3-9-16,-8 2 2 0,-1 0 2 0,-1-2-3 16,-2 0 1-16,-1-2 10 0,-5 2 9 0,0-2 7 15,-2-5-2-15,-2 0 8 0,-1-1 6 0,-2-1-2 16,0 3 17-16,-1-1 0 0,0 1 12 0,-2-2 14 15,1 7 3-15,-1-1 20 0,1 5 5 0,-1 1-1 16,3 6-3-16,-2-11-14 0,2 11-14 16,0 0-7-16,0 0-2 0,0 0 13 0,0 0 7 0,2 51 0 15,-1-19-2-15,-2 14 5 0,1 3 11 0,1-1-11 16,-1 1-4-16,0-2-6 0,-1-13-8 0,4 14-5 16,-3-13-5-16,0-1-3 0,2 0-12 0,-2-2-19 15,1-2-15-15,-2-1-25 0,2-1-33 0,-1-4-44 16,2-6-47-16,0-3-48 0,-2-4-154 0,0 1-373 15,0-12 165-15</inkml:trace>
  <inkml:trace contextRef="#ctx0" brushRef="#br0" timeOffset="1891.11">8623 4429 2 0,'21'-8'126'0,"3"-1"-12"0,4 2-7 0,-1-2-15 0,1 2-5 16,-1 0-5-16,1-1-14 0,0 0-6 0,-2 3-4 16,2 0-12-16,-9-1 0 0,0-1 5 0,-4 2 5 15,-2 1 4-15,-2 1 7 0,-4 0 10 16,3-2 9-16,-3 2 6 0,-2 0 1 0,-5 3-4 16,8-4-5-16,-8 4 0 0,5-3-9 0,-5 3-14 0,0 0-9 15,0 0-4-15,0 0-6 0,10 7-4 0,-10-7 2 16,3 17-2-16,-3-5 3 0,1 3-1 15,3 1-6-15,-2 2 0 0,1-7-3 0,1 4-3 0,3 1 0 16,-3-1-3-16,0-4 2 0,2-1-6 16,0 1-1-16,0-6-3 0,2 2 2 0,-2-2 1 15,-6-5 0-15,13 7-8 0,-1-5 4 0,-12-2-4 16,20-5-4-16,-9 0-2 0,-2 0-5 0,1-4-2 0,6 0-4 16,-10-1-2-16,-1-1-2 0,4-2 0 0,0 1-5 15,-2-5 4-15,-1 1 1 0,-2 1-2 16,1-2 0-16,-1 0 0 0,-2-1 1 0,-1 5-1 15,1 2 4-15,0 1-3 0,-2 10 0 0,-1-15-1 16,1 15 1-16,3-9-6 0,-3 9 6 0,0 0 6 0,0 0-6 16,0 0 4-16,0 0 4 0,7 38-1 0,-4-21 7 15,0 0-5-15,-2-1-1 0,3 0 2 16,3 0 9-16,-3-4 2 0,5 1-2 0,-3-3 7 16,3-1-4-16,-1-3-7 0,1-1 7 0,0-3 0 15,6 0 2-15,3-4 2 0,-3-1 0 0,3-3-7 16,0-1-1-16,-1-3 0 0,0-2-1 0,-1 1 0 0,-2-1-3 15,0-1 3-15,-2-3-3 0,-2 3-3 0,0-2 4 16,-2 0 2-16,-2-1-1 0,-2 4-3 16,0-3 4-16,0 4-5 0,-1 1 2 0,0 1 8 15,-2 3 7-15,-1 6-3 0,2-8-11 0,-2 8-5 16,0 0 1-16,0 0 2 0,0 0 2 0,0 0-5 16,-9 26 4-16,7-8 0 0,-1 0-1 0,-1 0 0 15,3 2 5-15,-1-1-2 0,2 7 0 0,2-8-1 16,-2-1 1-16,2 0-2 0,-1-1 1 0,2 0-3 15,-1-5-6-15,2 1-23 0,-3-1-23 0,5-1-32 16,-6-10-41-16,5 16-24 0,-1-8-28 0,-4-8-23 16,5 9-119-16,-5-9-343 0,0 0 152 0</inkml:trace>
  <inkml:trace contextRef="#ctx0" brushRef="#br0" timeOffset="2072.6">9636 4339 25 0,'2'-18'162'0,"1"1"-17"0,-2 8 7 15,0-3 3-15,1 6-5 0,-1 0-16 0,-1 6-13 16,1-8-11-16,-1 8-16 0,0 0 7 0,0 0-1 16,15 11-6-16,-9-3-10 0,-1 3-6 0,-1 5-10 15,2 0-2-15,-1 1-10 0,-1 0-2 0,1 2-4 16,-4-1-17-16,2 0-38 0,-1-1-33 0,0 2-41 16,-1-6-47-16,0-2-33 0,-1 0-113 0,0-11-292 15,-1 22 129-15</inkml:trace>
  <inkml:trace contextRef="#ctx0" brushRef="#br0" timeOffset="2729.41">9978 4299 33 0,'0'0'198'0,"0"0"-4"0,0 0-15 0,0 0-14 16,0 0-11-16,-21-4-14 0,21 4-1 0,-13 10-9 15,9 0-1-15,-8 3-5 0,5 0-12 0,2 3-5 0,1-4-9 16,-2 2-11-16,5-1-10 0,0 0-4 0,1-1-7 16,0 0-6-16,1-2-5 0,3 2-3 15,0-2-9-15,1-1 0 0,0-1-5 0,3-1-1 0,2-1-7 16,-10-6-10-16,16 6-12 0,-5-6-3 16,-11 0-11-16,18-3 0 0,-18 3-5 0,18-9 3 15,-11 3 2-15,1-3-5 0,-3 0 2 0,3-1-2 0,-2 1 4 16,-1-3-1-16,-1 1-3 0,1 0 5 15,-1-1-1-15,0 1 4 0,-2-1-4 0,1 3 0 16,0 0 2-16,-3 9 0 0,3-13-6 0,-3 13 3 16,4-9-3-16,-4 9 3 0,0 0 2 0,0 0-1 15,0 0 4-15,18 14-1 0,-13-5 2 0,0 4 2 0,2 2 1 16,-3 1-1-16,-2-2-1 0,4 2 8 0,-3-7-6 16,1 3 6-16,-1-4-9 0,-3-8 8 0,2 10-6 15,-2-10 8-15,3 10 12 0,-3-10 11 16,0 0-4-16,5 6 5 0,-5-6-11 0,0 0 0 15,0 0-6-15,11-19 4 0,-8 9-4 0,2 0 1 16,0-2 0-16,4-2-1 0,-1-3-7 0,1 5 1 0,0-5-2 16,2 5 3-16,-2-2-4 0,3 2-2 0,-1 0-1 15,-2 5 0-15,0 0-1 0,1 2 7 16,0 2-8-16,3 2 0 0,0 3-2 0,-2 1 2 16,1 3-2-16,1 1 6 0,1 3-4 0,-3 2-3 15,1-1 2-15,-3 3-16 0,0 1-31 0,-2-2-35 16,-2 3-51-16,3 3-32 0,2-2-2 0,-1 0-38 0,-1-2-117 15,1 1-348-15,6 6 155 0</inkml:trace>
  <inkml:trace contextRef="#ctx0" brushRef="#br0" timeOffset="3074.88">10846 4001 78 0,'1'-10'249'0,"-1"2"-30"0,0 8-23 15,0-9-25-15,0 9-9 0,0 0-26 0,0 0 2 16,0 0 6-16,-2 39-22 0,3-13-11 16,-1 4-7-16,-4 5-6 0,0 11-9 0,2-12-9 0,0-1-7 15,2 3-7-15,2-2-6 0,-2-4-3 0,4 2-5 16,-1-3-10-16,0-1-20 0,1 0-25 0,-2-1-39 16,6 1-39-16,-6-8-56 0,4 5-47 0,-5-4-153 15,1-6-366-15,-2 0 162 0</inkml:trace>
  <inkml:trace contextRef="#ctx0" brushRef="#br0" timeOffset="3360.33">10954 4520 180 0,'15'-14'171'0,"0"-1"-2"0,-1 2-5 15,0-1-15-15,1-2-2 0,1 2-18 0,-5 1 0 0,1-4-10 16,-1 0-3-16,-1 1-5 0,-1 1-6 0,-1-1-7 15,-3 0-11-15,-4-1-2 0,1 1-9 0,0 0 0 16,-2 6 5-16,-2 2 4 0,0 0-7 16,2 8-9-16,-5-12-2 0,4 7-10 0,1 5-5 15,-8-5-6-15,8 5-7 0,-12 3-4 0,5 3-5 16,-3 4-4-16,1 3 0 0,1 2-3 0,2 0-2 0,-1 2-1 16,3 1-1-16,2-1-4 0,0 1-9 0,4-2-15 15,1 0-14-15,2-1-14 0,5 0-34 0,-1 0-29 16,3-1-29-16,3 0-24 0,0-1-22 15,3-4-21-15,2 0-140 0,-1-2-363 0,1-1 160 16</inkml:trace>
  <inkml:trace contextRef="#ctx0" brushRef="#br0" timeOffset="3556.45">11375 4511 16 0,'0'0'161'0,"3"-10"-9"0,-2 2-8 0,-1-1 8 16,-1-1-9-16,-1 0-5 0,1-1 1 15,1 0-2-15,-1 0-6 0,-1-2 7 0,2-3-13 16,0 1-1-16,2-2-15 0,-1 2-6 0,2 3-11 0,0 4 0 15,-1 1-10-15,1 0-11 0,-3 7-6 0,3-10-11 16,1 6-4-16,-4 4-6 0,9-1-6 16,-9 1-3-16,16 9-5 0,-8-1-7 0,3 4-9 15,0 3-21-15,-3 1-23 0,2 0-30 0,-5 0-40 16,4 0-33-16,0 1-16 0,-1-2-29 0,2 2-147 16,-1-5-350-16,-2-1 155 0</inkml:trace>
  <inkml:trace contextRef="#ctx0" brushRef="#br0" timeOffset="3910.57">11810 4393 72 0,'-4'-16'212'0,"-3"9"-3"0,7 7-5 16,-6-11-6-16,6 11-18 0,-10-8-19 0,10 8-12 0,-14-2-17 16,14 2-15-16,0 0-10 0,-19 10-6 15,11-6-12-15,4 2-7 0,-2 1-13 0,0 2-3 16,6-9-7-16,-3 17-5 0,3-9-7 0,0-8-8 15,3 17-10-15,0-11-11 0,2 2-3 0,4-2-1 16,2 0-7-16,-2-2-10 0,2-1-4 0,0 0-4 16,-11-3-2-16,20-2 4 0,-8 0 4 0,-12 2-1 15,14-4 1-15,-14 4 3 0,14-5-1 0,-14 5 1 16,10-4 8-16,-10 4-3 0,0 0-1 0,11-5-5 16,-11 5 1-16,0 0-6 0,0 0 6 0,0 0-1 15,14 9 4-15,-10 0 17 0,-2 2 2 0,-2 8 4 16,3 0 2-16,-1 5-2 0,-2 3 1 0,-2-3-2 15,0 2 4-15,0 0-6 0,-1-1-1 0,-1 0 1 16,-3 2 0-16,2-1-6 0,-5 0-1 0,0-2-5 16,-2-3-28-16,0 2-31 0,-3-2-44 0,7-5-55 15,-6 0-49-15,0-2-162 0,-1 1-389 0,0-6 172 16</inkml:trace>
  <inkml:trace contextRef="#ctx0" brushRef="#br0" timeOffset="4150.09">11997 4134 27 0,'0'-17'258'0,"2"9"-25"0,-2-3-25 16,1 6-26-16,-1 5-20 0,0 0-5 0,0 0 15 15,13 27-14-15,-3-2-6 0,0 5-9 0,-3 4-11 16,1 13-12-16,-2-14-7 0,0 3-14 0,-1-1-6 15,1 0-13-15,-4-1-3 0,2-2-10 0,0-1-1 16,-1 0-20-16,-3-1-29 0,5-5-32 0,-5-6-46 16,0-1-46-16,0-1-48 0,0-2-50 0,0 1-166 15,0-5-399-15,0-11 176 0</inkml:trace>
  <inkml:trace contextRef="#ctx0" brushRef="#br0" timeOffset="4550.14">12116 4392 141 0,'11'-17'177'0,"0"3"-14"0,-2-2-1 16,2 1-2-16,-2-2-10 0,5 2-9 0,-5-1-12 15,4 0-9-15,-1 1-8 0,-2 1-5 0,-1 0-11 16,1 4-6-16,-5 0-3 0,1 0-1 0,-2 4-6 16,-1-2-9-16,1 3-4 0,-4 5-9 15,2-9-6-15,-2 9-8 0,7-8-6 0,-7 8-8 0,0 0-3 16,0 0-4-16,0 0 0 0,0 0-4 0,2 32 2 15,-4-12-1-15,-5 9-3 0,2-1-5 0,1 1 5 16,0 0-2-16,-2 2 3 0,3-8-9 0,1 3 5 16,2-7-6-16,0 0 6 0,0-4-3 0,0 2-2 15,0-6 2-15,0-1-5 0,0-10 9 16,3 13-6-16,-3-13-2 0,2 11-1 0,-2-11 2 0,4 8 2 16,-4-8-3-16,0 0 8 0,0 0-5 0,29-14-2 15,-16 4 0-15,1-1 1 0,1 1 0 0,1-2 0 16,-2 1 7-16,2 0 3 0,1 1-1 0,-2 1 1 15,-3 3-1-15,2 1-4 0,-5 1-1 16,-3 1-1-16,-6 3-2 0,17 1 0 0,-17-1-1 16,13 5 1-16,-7 2-1 0,1 0 0 0,0 0-2 0,-2 3-5 15,1 1-17-15,-3 0-31 0,5 1-46 0,-3 2-49 16,4-4-68-16,-7 1-205 0,-2-11-447 0,11 17 199 16</inkml:trace>
  <inkml:trace contextRef="#ctx0" brushRef="#br0" timeOffset="5579.48">10662 5092 20 0,'20'3'116'0,"10"-2"-13"16,8 2-6-16,23-1-11 0,29-2-4 0,3-1-4 0,7 0-6 15,7-3-6-15,-1 0-14 0,3-1 3 16,0 1-6-16,2-3-7 0,3-1 1 0,-7 0-3 15,-2-1-5-15,-7 2-6 0,-11 1-5 0,-26 0 2 16,1 0-1-16,-7 0 0 0,-18 4-1 0,15 0-7 16,-20-1-3-16,-3 3-1 0,-8-1-3 0,-2 1 5 15,-5-1-1-15,-3 1-6 0,1-1 2 0,-6 1-3 16,-6 0-4-16,0 0-3 0,9 0-19 0,-9 0-4 16,0 0-24-16,0 0-36 0,0 0-19 0,0 0-69 15,0 0-186-15,-25 12 82 0</inkml:trace>
  <inkml:trace contextRef="#ctx0" brushRef="#br0" timeOffset="6098.89">13926 4115 64 0,'0'0'173'0,"2"-9"-14"0,-2 9-18 0,2-6-16 0,-2 6-13 16,0 0-12-16,0 0-9 0,0 0 1 0,0 21-9 16,2-1 2-16,-2 9 4 0,-2 2 3 15,2 2-12-15,-4 4-2 0,4 8-8 0,-2-10-7 0,0 1-6 16,1-2-7-16,2 0 1 0,0-4-3 0,-1-2-5 15,1 0-6-15,1-9-2 0,0-2-4 0,2-5 1 16,1 0 6-16,-2-2-4 0,-1-1 3 16,3-4 0-16,-1 0-1 0,0-1 5 0,-4-4 2 15,11 4-5-15,-3-4-2 0,4-3-2 0,2-1-2 0,0-4-5 16,4 0 1-16,0-2-8 0,6 0 2 0,4-3-13 16,-4 4-6-16,6-1-22 0,-5-2-13 0,2 4-20 15,0-1-27-15,1 5-32 0,1-2-30 16,-2 3-36-16,-6 1-16 0,-2 1-106 0,4 0-324 15,-3 1 144-15</inkml:trace>
  <inkml:trace contextRef="#ctx0" brushRef="#br0" timeOffset="6474.01">14593 4392 123 0,'0'0'194'0,"0"0"-14"0,-2-9-23 15,2 9-12-15,0 0-20 0,0 0-11 0,0 0-11 16,0 0 11-16,0 0 6 0,7 29-7 0,-5-12-5 16,0 2-12-16,0 0-6 0,1 9-5 0,-1-3-8 0,1 1-9 15,-1-2 1-15,0-5-13 0,0 2-2 16,1-8-10-16,1-1-2 0,-4 0-2 0,2-2-1 16,0 1-5-16,-2-2-4 0,2-3-2 0,-2 0-2 0,0-6-1 15,0 9-2-15,0-9 8 0,4 7 12 0,-4-7 9 16,0 0-2-16,0 0-9 0,0 0-2 15,0 0-3-15,0 0-4 0,0 0-4 0,11-23-4 16,-6 12-1-16,-2-1-6 0,6-4-4 0,0 0 3 16,0-2-3-16,4 2-2 0,1 2-2 0,-1-1 0 15,0 4-5-15,-1 2-4 0,-1 2 3 0,1 1-5 16,1 2 3-16,-3 2-4 0,3 2-2 0,-3 2 2 16,-1 2 2-16,3 2 1 0,-2 1-9 0,-1 4-1 15,-3-2-20-15,4 7-27 0,-2-1-31 0,0 1-30 16,-1 1-44-16,0 0-38 0,-1 1-189 0,1-3-420 15,1 0 186-15</inkml:trace>
  <inkml:trace contextRef="#ctx0" brushRef="#br0" timeOffset="6843.38">15532 4421 61 0,'0'0'237'0,"-5"-7"-26"0,1 4-21 15,4 3-20-15,0 0-19 0,0 0-16 0,0 0-8 0,0 0-9 16,-13 7-6-16,13-7-15 0,-1 16-10 16,1-4-7-16,1-1-5 0,2-1-9 0,2 5 2 15,0-1-11-15,4-4-5 0,0-1-4 0,4 4-2 16,0 0-10-16,-1-7-2 0,4 0 2 0,-4 0-7 15,1-4 0-15,1 3-1 0,-3-5-7 0,-1 2 3 16,2-2-3-16,-5-2 0 0,1-1-2 0,-1-1 1 16,2-4-3-16,-4 0 2 0,-1-1 0 0,-1-2-1 15,1-5-3-15,-4 0 4 0,-2 0-3 0,-2 5-3 16,-1-6 3-16,-2 1-2 0,-3 2-3 0,0-1-4 16,0 4 0-16,-1-3-21 0,2 6-20 0,0 2-29 0,-3 2-45 15,2 0-29-15,-3 2-25 0,-5 6-28 16,-1 0-142-16,2 3-359 0,0-1 159 0</inkml:trace>
  <inkml:trace contextRef="#ctx0" brushRef="#br0" timeOffset="7215.99">15803 4602 64 0,'9'-10'186'0,"2"-4"-11"15,1 0 2-15,-1 0-4 0,-2-2-5 0,2 2-11 16,-4-1-7-16,1-1-9 0,-4 1-9 0,2-2-14 16,-3 6-6-16,-2-6-7 0,-2-1-9 0,-1 0-10 15,1 0-6-15,-1 2 1 0,-4-1 1 0,4 5-9 16,-6-3-8-16,2 4-6 0,1 3-9 0,0-1 3 16,-1 1-6-16,3 4-5 0,3 4-9 0,-7-9-2 15,7 9-9-15,-3-7-4 0,3 7-11 0,0 0 7 16,0 0-10-16,0 0-3 0,0 0 1 0,0 0 4 15,26 7-7-15,-13-2 0 0,6-1-3 0,0 3 2 16,2-4 0-16,6 4 3 0,-7-1-4 0,2 0 5 16,-2-3-8-16,0 4 8 0,-3 0-2 0,0 0 0 15,0 0-1-15,-8 0 2 0,3 4 0 0,-3-1-2 16,0 0 2-16,-2 0 0 0,-2 2 0 0,2 2 4 16,-3 1 0-16,-1-3-7 0,2 4-19 0,-2 1-28 15,-5-1-28-15,5 0-49 0,-2-4-53 0,3 0-39 16,-4 0-139-16,4-3-385 0,-4-9 170 0</inkml:trace>
  <inkml:trace contextRef="#ctx0" brushRef="#br0" timeOffset="7545.42">16702 4123 90 0,'0'-17'255'0,"1"0"-15"0,-1 6 6 15,1-1-6-15,-1 6-22 0,0 6-23 0,1-11-21 16,-1 11-20-16,0 0-13 0,4-6-18 0,-4 6-6 16,9 21-7-16,-4-3-9 0,4 7-1 0,1 4-6 15,-2 0-13-15,0-1-7 0,-2 3-3 0,-2-2-9 16,1 0-2-16,0 0-7 0,0-5-7 0,2-6-2 16,-3-2-7-16,-1 0 5 0,1-3-1 0,0-2-15 15,-2 1 0-15,4-5 0 0,-4 1-2 0,2-1-3 16,-1-2-3-16,1 0 0 0,-4-5-1 0,6 8-1 15,-2-4-5-15,-1 0 1 0,-3-4 4 0,6 3-6 16,-6-3 2-16,9 2 0 0,-9-2-1 0,11-2 1 16,-1 0-7-16,2-1-22 0,2 0-22 15,3-2-37-15,-4-1-51 0,3 1-43 0,3-1-40 0,-4 1-55 16,-1 2-168-16,-1-3-470 0,5-1 208 0</inkml:trace>
  <inkml:trace contextRef="#ctx0" brushRef="#br0" timeOffset="7874.72">17215 4414 82 0,'7'-2'182'0,"0"-1"3"0,3-2-2 16,1-1-10-16,0 1-10 0,2 0 1 0,-1 2-12 16,3-6-11-16,-2 4-15 0,3-2-7 0,-2 2-5 15,4-3-6-15,-4-1-9 0,-1 4-4 0,-3-1-8 16,-1-1-4-16,1 0-2 0,-2 0-4 15,-3-1 0-15,2 1 1 0,-3-1-6 0,-1 1-11 0,1-2 4 16,-3 3 5-16,-1 6-4 0,-1-12-7 0,1 12 4 16,-6-10-16-16,6 10-7 0,-7-5-4 0,7 5 2 15,-13 1-17-15,1 4 4 0,-4 2-3 16,0 3-3-16,-1 2 1 0,2 3-1 0,2-2-4 0,-1 2 5 16,4 0-2-16,2-1 0 0,3-2-3 0,2 1-2 15,1 2 1-15,4-4 1 0,1 0-9 0,6 3-6 16,1-1-17-16,4-1-14 0,4-5-25 0,6 3-27 15,5-3-28-15,2-3-47 0,4-3-50 16,2-1-21-16,1-1-197 0,-3-1-461 0,2-1 205 0</inkml:trace>
  <inkml:trace contextRef="#ctx0" brushRef="#br0" timeOffset="8597.68">9217 6070 19 0,'-4'-10'252'15,"1"3"-17"-15,1-1-19 0,2 8-26 0,-3-11-19 16,3 11-21-16,-3-5-14 0,3 5-19 0,0 0-11 16,0 0-10-16,0 0-12 0,0 0-7 0,2 38-3 15,0-20-7-15,1 8-5 0,-2 1-9 0,3-1-4 16,0 3 1-16,0 1-8 0,2-3-3 0,-2 0-7 16,2-2 2-16,-1 0-6 0,3 1-19 0,-3-7-22 15,-1 0-36-15,1-2-13 0,0-2-29 0,-4-1-31 16,2 1-29-16,0-3-18 0,-5-2-120 0,2-1-313 15,0 0 140-15</inkml:trace>
  <inkml:trace contextRef="#ctx0" brushRef="#br0" timeOffset="8856.34">9144 6070 31 0,'21'-17'149'0,"2"3"-11"0,7 3-9 0,1 4-8 15,2 4-8-15,0 4 0 0,3 7-12 0,-3-1-3 16,-1 5-7-16,-2 6-10 0,-3 3 1 0,-2 0-6 16,-1 6-7-16,-4 0-8 0,-5 2-6 0,-3 1-4 15,-3-1-6-15,-4 1-2 0,-1-2-4 0,-6 0 0 16,-1-2-2-16,-2-1-1 0,-4-2-5 0,0-6 0 16,-4 7 0-16,2-7-4 0,-6 3 0 0,2-9-4 15,-7 5 0-15,3-5-6 0,2-1-18 0,-2-2-25 16,-1 0-19-16,-6-3-37 0,4-1-36 0,5-4-29 15,-4 0-119-15,3-2-286 0,8-3 127 0</inkml:trace>
  <inkml:trace contextRef="#ctx0" brushRef="#br0" timeOffset="9037.84">9707 6187 5 0,'7'-2'204'0,"-2"-1"-25"16,-5 3-15-16,9-3-14 0,-9 3-5 0,0 0-17 15,13 6-7-15,-13-6-10 0,5 8-9 0,0 1-4 16,-2 1-9-16,1 2-6 0,1 2-11 16,-2-2-8-16,1 8-3 0,-2-1-9 0,1-2-34 0,2 1-41 15,-4 1-35-15,4 1-55 0,-2-1-163 0,0-2-298 16,-3-6 132-16</inkml:trace>
  <inkml:trace contextRef="#ctx0" brushRef="#br0" timeOffset="9418.34">10135 5938 41 0,'0'0'195'0,"0"0"-1"0,-5-10 0 16,5 10-6-16,-4-7-15 0,4 7-21 0,0 0-13 16,0 0-22-16,0 0-7 0,0 0-16 0,0 0 0 15,-12 21 0-15,8 4-6 0,0 3-1 0,3 2-7 16,-2 5-4-16,3 11-6 0,-2 2-9 15,4-15-2-15,1 3-7 0,2 0-1 0,-3-2-6 0,6 0-4 16,-3 2-2-16,-1-6-3 0,1 1-5 0,0-1-3 16,-1-3-11-16,0 0-20 0,-2-8-19 0,1-1-21 15,-2 0-29-15,-2-2-38 0,1-4-39 0,0 0-41 16,0-2-154-16,-5-1-370 0,1-4 163 0</inkml:trace>
  <inkml:trace contextRef="#ctx0" brushRef="#br0" timeOffset="9767.92">10107 6378 116 0,'26'-14'145'0,"1"4"-17"16,-1-3-11-16,2 0-23 0,2 3-15 0,-4-3-21 16,2 1-32-16,0 1-12 0,0 1-22 0,-3-1-13 0,-4 4-18 15,-4-1-6-15,0 0-8 0,-2-2 1 16,-4 4 15-16,-2-3 14 0,-3 0 17 0,-1-2 22 15,-2-1 10-15,-2-1 7 0,2-3 8 0,-3 1-3 16,-5-1 34-16,1-1-9 0,-1 0 16 0,0 3-4 16,-1-2 17-16,1 5 3 0,0-1-1 0,2 2 7 15,0 4 2-15,0-2 2 0,0 3-15 0,3 5-11 16,-6-8-14-16,6 8-5 0,0 0-10 0,0 0 4 16,0 0 2-16,6 34 11 0,-4-6-1 0,-1 2 4 15,1 2-4-15,-1 4 1 0,2 9-6 0,-2 1-7 0,-1-11-3 16,2 1 16-16,1-4-6 0,1 0-8 0,-1 0-2 15,-1-5-7-15,0 1-14 0,2-3-23 0,0-7-26 16,0 1-29-16,-2-3-43 0,0-3-38 16,0-4-44-16,3 2-54 0,-5-3-125 0,0-2-380 0,0-6 168 15</inkml:trace>
  <inkml:trace contextRef="#ctx0" brushRef="#br0" timeOffset="10409.53">10404 6314 67 0,'16'-11'135'0,"4"1"-6"16,4-1-16-16,1 1-1 0,1 2-14 15,1-1-14-15,-6 4-3 0,5-5-3 0,1 4-10 0,-8 3-6 16,1 0-8-16,-2-2-4 0,-5 4-2 16,-3 0-9-16,2-2-4 0,-4 3 3 0,-8 0-5 0,10-3 5 15,-10 3-1-15,10-1 1 0,-10 1-1 0,0 0 3 16,0 0-8-16,8 4 7 0,-8-4 2 0,1 9 3 15,-1-9 0-15,0 18 5 0,-1-8 2 0,2 2-1 16,-1 3 3-16,1-1-8 0,2-4-1 0,-1 2-2 16,5-2-1-16,-3 4 1 0,3-3-3 0,0-3 2 15,4 4-3-15,-1-5-6 0,1-2-2 0,1 1 0 16,6-4-4-16,-1-2-2 0,3-1-2 0,-1 0-6 16,-2-5 0-16,1 0-4 0,-2 0-1 0,-2-4-5 15,-4 2 0-15,-3-2 0 0,1 0 2 0,-2-1-5 16,1-2 2-16,-2-2 1 0,-3 2 0 0,2-3-2 15,-1-1-1-15,-2-1 1 0,-2 0-1 0,2 1 0 16,-2-1-4-16,1 8 10 0,-3-2 7 0,3 6 5 16,0 6-4-16,0-13-6 0,0 13-2 0,-1-7-1 15,1 7-6-15,0 0 1 0,0 0 0 0,0 0-1 16,9 21 2-16,-7-10 0 0,4 3 6 0,-3-2-4 16,3 1-1-16,0 2 0 0,3 0 4 0,-3-4-3 15,2 3 2-15,1-4-1 0,0-3-1 0,0 0 1 16,0-2 0-16,1-2 0 0,1-1 2 0,1-1-2 15,2-1-3-15,-1-1 4 0,-1-4 1 0,0 1-3 16,0-2-1-16,3-3 1 0,-5 1-1 0,-2-1-2 16,1 2 1-16,-1-5 0 0,-5 2 1 0,2-1-1 15,-2 0 5-15,1-5-4 0,-2 6-3 0,-1-3-1 16,1 4-1-16,-1 0 1 0,0 4-3 0,-1 5 3 16,0-9-2-16,0 9-8 0,0 0 4 0,0 0-2 15,0 0-1-15,0 0 3 0,0 0 1 0,0 0-3 0,3 31 3 16,-3-18 1-16,2 6 3 0,-2-3-1 15,-2 4-1-15,2-2-1 0,0-2 3 0,0 1-1 16,2 1 1-16,-2-3 0 0,0 2-20 0,0-4-19 16,3 0-23-16,-3-3-43 0,1 1-40 0,-1 0-36 0,0-1-38 15,-1-4-113-15,1-6-359 0,0 12 160 16</inkml:trace>
  <inkml:trace contextRef="#ctx0" brushRef="#br0" timeOffset="10600.33">11383 6185 89 0,'0'-10'237'0,"1"3"-12"0,-1 7-25 15,2-8-19-15,-2 8-18 0,0 0-16 0,0 0-4 16,0 0-7-16,0 0-11 0,15 21-7 0,-10-6-9 0,2 0-10 16,-4 3-9-16,1-1-7 0,-2 1-11 0,2 1-9 15,-3-2-27-15,1 1-36 0,-1 0-43 0,0 0-59 16,2-6-62-16,-3 0-171 0,-1-1-362 15,-1-1 160-15</inkml:trace>
  <inkml:trace contextRef="#ctx0" brushRef="#br0" timeOffset="10764.16">11383 6086 1844 0,'-9'-16'-9'0,"4"6"-6"15,1 1-59-15,0 2-52 0,1 1-16 0,3 6 0 16,0 0 19-16,0 0 15 0,0 0 4 0,0 0-64 16,0 0-180-16,0 0 81 0</inkml:trace>
  <inkml:trace contextRef="#ctx0" brushRef="#br0" timeOffset="11265.42">11668 6142 35 0,'0'0'164'0,"7"2"-6"15,-7-2-6-15,4 5-11 0,-4-5-3 0,0 0-4 0,-4 11 2 16,4-11 4-16,-6 16-13 0,2-6 1 0,-1 0-11 16,3 1-9-16,-4 3-9 0,6-1-11 0,-1 1 6 15,1-2-18-15,4 1-3 0,1 0-9 16,-4-3-5-16,4 0-5 0,2 2-4 0,-2-5-6 0,3 3 0 16,4-3-5-16,-3-3-7 0,5 1-2 0,3-2-5 15,1-2-9-15,-5 0-3 0,1-3-4 0,-3-1-7 16,0-1-6-16,-1 0-2 0,-3-3-1 0,1-1 0 15,-4 0 2-15,3-2-2 0,-4-1 2 0,-1 0-2 16,1 1-3-16,-3-1 7 0,1-2 0 0,2 0-1 16,-6 1 0-16,2 2 1 0,2 0 0 0,-1 2 2 15,3 0-4-15,-3 1-1 0,0 7 0 16,4-12 1-16,-4 12-3 0,5-5 0 0,-5 5 5 16,9 1-3-16,-9-1 1 0,14 11 7 0,-8-3 4 0,0 2 3 15,-1 0-4-15,1 0-1 0,-2 0 8 0,0 1 0 16,0-1-3-16,-1 1-1 0,-1 0 3 0,0-2 1 15,-2-2-1-15,2 1-3 0,-2-8 1 0,2 9 5 16,-2-9-3-16,0 6 5 0,0-6 2 0,0 0-4 16,0 0 1-16,0 0 0 0,0 0-3 0,0 0 0 15,0 0-2-15,4-23-1 0,0 12-2 0,2-1-2 16,0 1 2-16,5-3-2 0,1-2 9 0,1 2 0 16,0 1 3-16,0 2-1 0,1-1 4 0,-1-2-1 15,-2 11-2-15,0-2 2 0,0 3 7 0,0-2-8 16,3 3 4-16,-3 2-3 0,0 0 0 0,-1 2-3 15,0 3 2-15,2-2-2 0,-4 5-4 0,1-1-2 16,-2 1-15-16,2 1-32 0,-4 1-42 0,0 0-67 16,1 3-66-16,-4 0-219 0,0-3-464 0,-2-1 205 15</inkml:trace>
  <inkml:trace contextRef="#ctx0" brushRef="#br0" timeOffset="11654.12">12716 6025 2377 0,'-3'-7'-18'0,"-3"-3"27"0,0 2 11 0,0 1-16 15,1 3-7-15,-1 1-4 0,-1-1 6 0,7 4 4 16,-14 0-1-16,14 0 11 0,-13 13 10 0,2 2 17 16,-4 9 7-16,1 3-1 0,3-10 1 0,2 11 3 15,-1 0-5-15,6-1-3 0,-1 0-2 0,5-2 1 16,2 0-3-16,1-6-5 0,1 1-3 0,6-1-1 15,1-4-3-15,0-1 1 0,5 1 5 0,2-4-27 16,-1-1-16-16,4-1-29 0,-2-2-21 0,0-2-30 16,1-3-35-16,0 0-37 0,-2-3-27 0,1 0-29 15,-8-1-138-15,2-2-386 0,-1-2 170 0</inkml:trace>
  <inkml:trace contextRef="#ctx0" brushRef="#br0" timeOffset="11929.96">12875 6188 35 0,'0'0'180'16,"0"0"-15"-16,0 0-19 0,0 0-15 0,0 0 0 16,-2 22-5-16,2-22-10 0,2 19-3 0,2-10-2 15,-4 3-10-15,5-3 1 0,4 2-4 0,-5 1-9 16,1-3-6-16,4 1-3 0,2-3-7 0,0-1-1 16,-2 0-5-16,5-2 0 0,-3-3-4 0,0-1-5 15,1 0-4-15,-1 0 1 0,-1-3 2 0,0-1 2 16,1 1 10-16,-5-1 6 0,0-1 3 0,0-2-16 15,-4-3-6-15,-1 0-9 0,-1 1-3 0,-1-2-9 16,-3 0 6-16,0 1-13 0,-2-3 1 0,0 2-5 16,-5-1-5-16,-1-1-9 0,1 1-13 0,1 4-11 0,-2-4-22 15,1 7-19-15,2-1-24 0,-3 4-33 16,1-1-35-16,3 2-32 0,-4 2-45 0,1 4-143 16,0 0-397-16,3-2 175 0</inkml:trace>
  <inkml:trace contextRef="#ctx0" brushRef="#br0" timeOffset="12105.76">13232 6291 177 0,'0'0'220'0,"11"-5"8"0,-4 3-6 16,4-1-19-16,-2-2-17 0,0 1-23 15,0-1-16-15,0 3-23 0,0-2-37 0,-2 0-50 0,4 0-47 16,-6 1-52-16,4 0-47 0,1-1-52 15,-2 1-81-15,-8 3-263 0,22-9 117 0</inkml:trace>
  <inkml:trace contextRef="#ctx0" brushRef="#br0" timeOffset="12820.01">13513 6182 1 0,'4'-3'191'0,"3"0"3"0,1-1-4 0,2-1 0 0,5-2 2 16,2 1-15-16,2-3-12 0,6-1-18 0,-4 3-12 15,-4 0-21-15,10-3-8 0,-9 3-21 16,-4 0-17-16,0 2-24 0,-3 0-19 0,2 0-11 0,-4 2-16 16,0-1-9-16,-3 1-7 0,0-2 3 0,-2 1 4 15,-4 4-4-15,2-9 1 0,-2 9-1 16,0-10 3-16,0 10 0 0,-4-10-3 0,-1 1 12 16,2 4 8-16,3 5 7 0,-8-9 7 0,5 4 15 0,-1 0 11 15,-2 0-2-15,0 0 5 0,6 5 2 0,-8-7-2 16,5 4 5-16,3 3 2 0,-6-4-3 0,6 4-4 15,0 0-9-15,-9-4-4 0,9 4-2 0,0 0 3 16,-12 9 0-16,6-2 3 0,-1 3-1 0,-1 5 1 16,0 0-5-16,1 2-1 0,1 0-1 0,2 2-4 15,-1-2-2-15,5-6 3 0,0 4 4 0,3-2-10 16,-1 1-2-16,2-2 0 0,3-1 7 0,1-1-9 16,4-3-6-16,5 3 2 0,-2-5-4 0,2 0-4 15,3-4-12-15,3 0-6 0,4-1-9 0,-9-1-15 16,2-2-5-16,-2-3 0 0,2 3-5 0,-1-5 1 15,-4 3-1-15,1-2 3 0,-7 0 3 0,2-1 3 16,-2-2-8-16,-2-8 2 0,2 8 2 0,-1-4 7 16,0-1 4-16,-2-1 4 0,3 1 14 0,-3 1 0 15,2-3 2-15,-6 5 1 0,2 2 18 0,-1 0 9 16,-1 1 14-16,0 1 12 0,0 2 3 0,-2 6 5 16,3-10-8-16,-3 10-5 0,1-5-9 0,-1 5-2 15,0 0-4-15,0 0 2 0,0 0-6 0,10 22 2 16,-6-5 1-16,-3 2 2 0,-1 6 2 0,4-1-2 15,-4 1-1-15,4 0-1 0,-4-5-3 0,5 5-2 16,-3-7-2-16,0 0 3 0,2-2-4 0,1 1-1 16,-4-7-5-16,3 1 0 0,0-3 5 0,-3-2-3 0,2 0-1 15,-3-6 2-15,3 10 2 0,-3-10 10 16,2 4-4-16,-2-4 4 0,0 0 6 0,0 0-16 16,0 0 0-16,0 0-2 0,0-26-1 0,-4 13-2 15,-1-3 2-15,3-3-4 0,-2-7-2 0,2 2-1 0,-2-4-7 16,2 0 10-16,0-2-11 0,2 2 2 0,2-5-2 15,3 2-2-15,-4-3 17 0,5 1-1 0,-2 2-7 16,3-1 0-16,-3 2-1 0,-1 3-5 16,2 8-1-16,2 1 5 0,-3 7-4 0,-2 0-7 0,2 3-13 15,1 5-7-15,4-3-7 0,0 3-16 0,4 3-22 16,1 3-12-16,-3 3-23 0,5 5-30 0,-1 3-29 16,-1 0-40-16,2 6-37 0,-4 5-133 15,-6-6-408-15,-6 4 182 0</inkml:trace>
  <inkml:trace contextRef="#ctx0" brushRef="#br0" timeOffset="13188.79">14184 6111 5 0,'0'0'207'0,"0"0"-8"0,0 0-2 0,0 0-2 16,0 0-6-16,0 0-10 0,0 0-9 0,0 0-12 16,23-14-15-16,-16 12-12 0,0-1-11 0,-1 0-14 15,2 1-9-15,2 1-11 0,-3 0-10 16,2 1-9-16,-9 0-5 0,20 1-9 0,-14 2-2 0,1 4 0 15,0-3-5-15,0 4-2 0,0 0-2 0,0 4 1 16,-3-2 0-16,2 6-1 0,0-1 4 0,-2 2-6 16,0-1-3-16,-1-5 0 0,-1 1-6 0,-1-1-3 15,0 0-3-15,-1-5 3 0,2 1-1 0,0 0-3 16,-2-7-2-16,2 9 3 0,-2-9-1 16,0 0-3-16,0 0-2 0,0 0-2 0,0 0-2 0,0 0-3 15,0 0-1-15,0-28-2 0,0 16-1 0,-2-2 0 16,-2-3 0-16,3 0-4 0,1 1 1 0,-1-4-4 15,0 0-4-15,-3-4-3 0,4-2-4 0,-2 0-4 16,4 1-5-16,-2-1-3 0,-2-1 1 0,4 9 3 16,1-8-2-16,1 10-5 0,-2 0 6 0,2 5-2 15,-1-1-7-15,0 4-17 0,1 1-19 0,0 0-14 16,1 3-14-16,3 1-14 0,-3 0-38 0,-5 3-30 16,20 2-36-16,-13 0-157 0,-1 3-395 0,-2-1 175 15</inkml:trace>
  <inkml:trace contextRef="#ctx0" brushRef="#br0" timeOffset="13449.93">14317 6138 160 0,'13'-1'189'0,"-1"-2"-7"16,1 0-12-16,1-4-10 0,5 4-12 0,0-2-9 15,2 2-12-15,-2-4-10 0,3 1-14 0,3-3-8 16,-5 3-8-16,-3 0-7 0,0 1-6 0,1 1-5 15,-7-2-7-15,1 3-3 0,-1 2-1 0,-4 0 2 16,0-2-15-16,-7 3-2 0,9 0-4 0,-9 0 1 16,8 3 8-16,-1 1 5 0,-7-4-5 0,7 10-3 15,-2-3-2-15,-1 2-1 0,0 1-1 0,-2 1-5 0,0 0-2 16,-1 1-5-16,0 0-12 0,-1 0-30 16,0 1-36-16,-1-2-40 0,1 0-53 0,0-4-44 15,0-7-192-15,-3 14-408 0,3-8 180 0</inkml:trace>
  <inkml:trace contextRef="#ctx0" brushRef="#br0" timeOffset="13620.83">14659 5815 51 0,'-3'-9'126'0,"3"9"-32"0,0 0-22 15,0 0-24-15,0 0-37 0,0 0-50 0,0 0-22 16,0 0-66-16,9 27 30 0</inkml:trace>
  <inkml:trace contextRef="#ctx0" brushRef="#br0" timeOffset="13820.49">14975 5919 167 0,'0'0'216'16,"0"0"-4"-16,0 0-9 0,0 0-6 0,0 0-15 0,-31 6-8 15,24 0-1-15,0 1-22 0,-1 5-5 0,0-2-7 16,1 6-11-16,-1 0-12 0,3 2-14 16,4-1-7-16,0 1-7 0,-4 7-10 0,7-9-5 15,2 0-9-15,0 0 0 0,2 0-20 0,-1-4-11 0,4-2-17 16,4 1-31-16,3-2-28 0,0-2-43 16,1-1-35-16,12-2-37 0,-8-2-46 0,8-4-169 0,-11 2-403 15,0-2 179-15</inkml:trace>
  <inkml:trace contextRef="#ctx0" brushRef="#br0" timeOffset="14005.39">15234 5967 119 0,'3'-14'190'0,"-2"3"8"0,-1 1 12 0,0 3 1 0,0 7-10 16,3-12-20-16,-3 12-21 0,0-7-17 0,0 7-14 16,0 0-10-16,0 0 3 0,0 0-3 0,8 25-1 15,-6-14-16-15,1 6-6 0,-2-2-13 0,0 2-6 16,4 9-8-16,-1-7-8 0,-2 0-20 15,-2 1-42-15,2-3-26 0,-1 0-39 0,-1-2-53 16,3-4-47-16,-2 0-52 0,0 0-141 0,-1-4-389 0,0-7 173 16</inkml:trace>
  <inkml:trace contextRef="#ctx0" brushRef="#br0" timeOffset="14162.96">15092 5736 140 0,'-1'-7'162'0,"1"7"-43"0,0 0-28 0,0 0-29 0,0 0-23 15,0 0-36-15,0 0-37 0,17 32-63 0,-12-14-106 16,1 2 47-16</inkml:trace>
  <inkml:trace contextRef="#ctx0" brushRef="#br0" timeOffset="14433.76">15403 6118 64 0,'17'-3'200'16,"-8"-3"-3"-16,-2 1 3 0,1 0 3 0,2-3-14 15,0-1-12-15,-1 2 0 0,3-4-17 0,-2 2-10 16,3-4-9-16,-4-1-9 0,0 1-11 0,-3 3 6 16,2-6-10-16,-3 5 7 0,-2 2 9 0,0-1-8 15,-3 2-5-15,0 2-6 0,0 6-13 0,-5-13-13 16,1 8-5-16,-2 1-10 0,6 4-8 0,-8-4-8 15,8 4-8-15,-11 2-4 0,11-2 1 0,-17 10-9 16,8 1-5-16,1 0-4 0,2 3-4 0,-1 0-10 16,3 1-11-16,0 3-20 0,4-7-22 0,0 2-32 15,2-1-14-15,1 1-20 0,3 2-25 0,1-4-26 16,2 4-40-16,1-3-9 0,0-3-25 0,2-1-12 16,-3 1-132-16,1-1-404 0,-2-4 179 0</inkml:trace>
  <inkml:trace contextRef="#ctx0" brushRef="#br0" timeOffset="14633.37">15639 6145 101 0,'3'-11'171'0,"1"0"-9"0,-3-1 4 0,3-4 2 16,1-2 7-16,3 1 5 0,-2-2 3 0,2-4-3 15,0 5 10-15,0 0-20 0,0 1-4 0,1 2-4 16,-1 2 3-16,-2 3-10 0,-1 2-11 0,2 0-13 16,-5 4-14-16,2 1-15 0,-4 3-11 0,9-2-11 15,-9 2-7-15,0 0-6 0,14 10-5 0,-8-3-7 16,0 3-6-16,-3 2-7 0,5 1-1 0,-3 3-10 15,0 2-35-15,-1-1-26 0,0-1-30 0,-3 0-45 16,2 0-61-16,-1-6-58 0,2 2-69 0,-3-2-157 16,1 0-487-16,-2-10 216 0</inkml:trace>
  <inkml:trace contextRef="#ctx0" brushRef="#br0" timeOffset="14886.9">16130 5775 2359 0,'0'-25'36'0,"-4"6"46"0,-1-1 20 16,3 8-1-16,-1 1-8 0,1 2-11 0,-1 0-15 15,2 4-17-15,1 5-11 0,0 0-4 0,0 0-2 16,0 0 7-16,0 0 16 0,-3 27-2 0,4-1 12 16,2 1 0-16,-2 2-3 0,-1 2-3 0,0-1-4 15,-1 1-1-15,0-2-9 0,1 0-1 0,-2-3-4 16,0 0-3-16,-1-2-2 0,5 1-18 0,-4-6-21 15,1 0-15-15,1-2-19 0,-1-4-40 0,1-1-48 0,-2-2-36 16,2 0-47-16,-2 0-30 0,2-4-54 16,0-6-152-16,-8 10-480 0,5-7 213 0</inkml:trace>
  <inkml:trace contextRef="#ctx0" brushRef="#br0" timeOffset="15072.99">16005 5892 169 0,'0'0'217'0,"0"0"-11"0,0 0-6 0,0 0-3 16,2-7-4-16,-2 7-10 0,11 0-20 0,-11 0-10 15,16 0-14-15,-4 0-11 0,7 1-13 0,-2 0-11 16,3-1-18-16,-1 0-26 0,2-1-32 0,-7 0-32 16,4-1-54-16,1 0-62 0,-6 0-58 0,-2-1-153 15,1 1-357-15,-5-2 158 0</inkml:trace>
  <inkml:trace contextRef="#ctx0" brushRef="#br0" timeOffset="15553.64">17679 5629 6 0,'-2'-10'265'0,"2"3"-12"0,0 7-20 16,-4-10-21-16,4 10-26 0,-2-9-19 0,2 9-20 0,0 0-12 15,0 0-16-15,0 0-14 0,0 0-2 0,8 31-5 16,-4-7-10-16,0 5 4 0,0 0-8 15,1-1-2-15,-2 2-11 0,-1-1 3 0,4 1-15 0,-3-3-3 16,7-1-5-16,-2 0-7 0,-2-3-2 0,-3-5-8 16,3 0 1-16,-2-1-4 0,1-3-15 0,0 2-17 15,0 1-31-15,0-5-38 0,-1-2-35 0,-1 3-38 16,-1-1-29-16,0-4-36 0,-5-1-152 0,3-7-389 16,0 0 172-16</inkml:trace>
  <inkml:trace contextRef="#ctx0" brushRef="#br0" timeOffset="15814.41">17627 5659 99 0,'29'-9'179'0,"4"4"-12"0,1 1 1 0,-1 5 1 15,0 3-14-15,-2 3 8 0,1 3-13 0,-2 1-8 16,-2 4-11-16,-3 4 1 0,-1 1-11 0,-4 3-11 15,-3 0-11-15,-3 0-8 0,-2-2-8 0,-3 3-4 16,-4-5-9-16,-4-1-6 0,-4 0-1 0,-3-1-9 16,-3 3-3-16,-4 3-4 0,-2-8-5 0,-2 2-1 15,-4 2-8-15,0-3-2 0,-6-1-9 0,4-3-22 16,4-2-26-16,-1-1-35 0,2-1-44 0,3-3-56 16,2 1-52-16,-5-3-152 0,6 1-396 0,12-4 175 15</inkml:trace>
  <inkml:trace contextRef="#ctx0" brushRef="#br0" timeOffset="16234.41">18248 5759 174 0,'1'-12'283'0,"2"4"-7"16,-2 1-16-16,-1 7-24 0,1-8-25 0,-1 8-24 15,1-6-23-15,-1 6-16 0,0 0-1 0,13 20-3 16,-8-3-12-16,4 7-14 0,-2 1-12 0,-2 2-2 16,0-1-11-16,-2 2-10 0,-1 0-6 0,2-3-2 15,2 1-14-15,-3-7-2 0,-1 0-8 0,2-2-5 16,-2 2-1-16,0-1-5 0,-1-2-7 0,1-5-6 0,0 2 0 16,0-3 1-16,-2-1-4 0,0-3-3 15,2 2 0-15,-2-8 2 0,1 8-1 0,-1-8 9 16,0 0-11-16,2 7 0 0,-2-7 0 0,0 0-1 15,0 0-4-15,0 0 5 0,5-23-4 0,-2 13-3 16,1-2-2-16,3-4 0 0,1 0 0 0,8-5 1 0,-6 6-7 16,7-6 1-16,-6 7-4 0,2 1 5 0,0 0 2 15,0 2-11-15,-2 3 2 0,-1 2 3 0,-1-1-9 16,3 5 6-16,-4 0-4 0,-1 2 0 0,-7 0 1 16,17 6 2-16,-11-3-4 0,2 2-1 0,1 2 4 15,-3 3-2-15,-1 1 3 0,-1-1-19 0,-1 1-37 16,-1 5-29-16,-2-1-37 0,0 2-65 0,4 1-62 15,-4-6-257-15,-1 0-547 0,-3 0 242 0</inkml:trace>
  <inkml:trace contextRef="#ctx0" brushRef="#br0" timeOffset="16758.12">19421 5902 2071 0,'9'-16'6'0,"-4"5"48"15,0-1-4-15,-1 3-12 0,-1 1-21 0,0 2-4 16,-1 0 0-16,-2 6-6 0,0 0-1 0,0-10-4 16,0 10 1-16,0 0 4 0,0 0-2 0,0 0 14 15,0 0 4-15,-17 18 1 0,12-8 2 0,1 1-5 16,-1 0 1-16,1 1-2 0,2-3-1 0,0 2-2 15,4-2 3-15,-1 1-2 0,0 1 2 0,6-2-2 16,-1 0 0-16,3 0-1 0,1-5-2 0,3 1 0 16,1-3-1-16,4 2 0 0,-5-4 1 0,1 1 1 15,0-3-2-15,0-2 10 0,-3 0-1 0,0-2 2 16,0-3-2-16,-2 0-1 0,-3-2 4 0,1-2 3 16,-3-2 18-16,-3-2-5 0,-5 1-2 0,-1-1-6 15,-1-2-4-15,-5 1-4 0,-4-2 0 0,2 6-4 16,2-1-9-16,-7 2-14 0,4 3-17 0,-3 5-19 15,-1-1-25-15,5 4-28 0,-2 2-30 0,-3 4-31 16,3 3-22-16,0 4-24 0,-4 8-187 0,0 1-415 16,3 0 184-16</inkml:trace>
  <inkml:trace contextRef="#ctx0" brushRef="#br0" timeOffset="17131.52">19697 6025 33 0,'5'-17'223'16,"0"-2"-2"-16,2-3-12 0,-3 2-5 0,1-6-11 15,-5 0-7-15,2 0-17 0,-2 2-6 0,-1 4-15 16,0 1-9-16,-1 0-6 0,1 2-6 0,-1 0 2 16,-1 3-6-16,-1 3-9 0,2 2-7 0,-1 1-6 15,0 3-6-15,3 5-7 0,-2-11-13 0,2 11-14 16,-4-9-4-16,4 9-7 0,-4-7-3 0,4 7-10 15,0 0-14-15,0 0-15 0,0 0-5 0,0 0-3 16,0 0 0-16,12-5 1 0,-12 5 2 0,19 9-4 16,-2-4-3-16,3-1 1 0,7 2 0 0,0-3 0 15,-6-2-4-15,9 3 3 0,-10-3 2 0,-1 1-5 16,1-1 1-16,-6 2 2 0,2 1 0 0,-4-2-3 0,0 0 4 16,-3 2-2-16,1 3 3 0,-2-1-2 0,-1 1 4 15,-2 3 0-15,1-1 4 0,-2 2 2 16,0 3-2-16,0-2 1 0,-2 3 2 0,2 2 2 15,-4 0-5-15,-1-1-21 0,0 0-38 0,-1 2-44 0,4-1-53 16,-1-2-51-16,0-2-56 0,0-3-151 0,2 2-443 16,3-3 197-16</inkml:trace>
  <inkml:trace contextRef="#ctx0" brushRef="#br0" timeOffset="17390.04">20698 5592 61 0,'-2'-13'328'0,"1"4"-17"0,1 2-26 15,0 7-32-15,-1-11-27 0,1 11-23 0,0 0-22 16,0 0-17-16,0 0-3 0,0 0 3 0,5 25-9 16,-2-6-19-16,2 9-11 0,2-2-12 0,-4 3-5 15,1-1-11-15,0 1-6 0,1-2-13 16,-1-3-4-16,1 2-10 0,0-7-4 0,-1 1-15 0,-2-2-20 15,2-1-17-15,-3 1-25 0,2-2-39 0,-2 1-28 16,-1-1-43-16,-1 0-42 0,0-7-48 16,-1 1-43-16,-2 2-171 0,-1-7-468 0,5-5 208 0</inkml:trace>
  <inkml:trace contextRef="#ctx0" brushRef="#br0" timeOffset="17671.29">20615 5573 1 0,'9'-10'220'16,"0"4"-14"-16,3 0-3 0,5 2-9 0,3 3-13 15,0 2-5-15,8 8-3 0,-3 1-7 0,3 5-5 16,-3 2-14-16,-4 0-15 0,4 6-3 0,-4 2-6 16,-4 0-7-16,-3 0-8 0,-1 3-6 15,1-5-13-15,-5 2-6 0,-1 0-8 0,-5-1-5 0,0 1-6 16,-3-1-4-16,-4-6-10 0,-2 0-5 0,-2-1-2 15,-5 0-3-15,-1-4-2 0,-4 6-4 0,-1-2-3 16,3-5-2-16,-2-1-9 0,1-1-13 16,-6 2-19-16,5-4-15 0,2-1-19 0,-1-1-27 15,4 0-39-15,0-5-45 0,3 0-46 0,-1-1-64 0,11 0-137 16,-25-5-437-16,15 2 194 0</inkml:trace>
  <inkml:trace contextRef="#ctx0" brushRef="#br0" timeOffset="18069.43">21168 5937 45 0,'8'-3'251'15,"3"-2"-10"-15,0-1-15 0,1 0-13 0,0 0-15 0,6-3-11 16,-3 2-10-16,1-1-15 0,-5 0-9 15,5-1-10-15,-3-1 6 0,1 1-8 0,0-1-9 16,-6 1-11-16,1-2-10 0,-1 3-2 0,-2-3-6 16,-1 0-10-16,-1 0-12 0,0-1-3 0,-4-1 0 0,0 1-16 15,-1-4-7-15,-2 6 5 0,-1 0 3 0,-1 1-4 16,-1 0-4-16,-2 3-14 0,2 1-2 0,-2 1-3 16,-2 2-6-16,-2 3-7 0,1 4 3 15,-8 3 1-15,-3 6-2 0,-1 1 5 0,-2 6 1 0,4-2 4 16,0 3-12-16,5 0 1 0,0-2-2 0,9-1 12 15,-2 0 6-15,6-1-3 0,2-1-4 0,-2 1 5 16,6-3-8-16,3 1-4 0,6 0-1 16,7 3 2-16,4-6-8 0,4 3 4 0,5-4-14 15,2-4-14-15,5-4-24 0,0-1-24 0,-1-1-25 0,0 0-27 16,-4-1-28-16,1 0-23 0,-5-2-40 0,-8-2-17 16,7 1-33-16,-9-2-38 0,-6 1-184 0,2-1-505 15,-3 0 225-15</inkml:trace>
  <inkml:trace contextRef="#ctx0" brushRef="#br0" timeOffset="21115.35">21217 6254 18 0,'0'0'72'0,"0"0"-5"16,2-11-4-16,-2 11-5 0,0 0-6 0,0 0-14 15,0 0 7-15,0 0-5 0,1-9-11 0,-1 9 4 0,0 0-5 16,0 0 2-16,0 0-7 0,0 0 5 0,-1-9-2 15,1 9-6-15,0 0-6 0,0 0 5 0,0 0-7 16,3-7 0-16,-3 7 1 0,0 0-13 16,0 0 10-16,0 0 3 0,1-7-2 0,-1 7-9 0,0 0 7 15,4-6-5-15,-4 6-2 0,0 0-2 0,0 0 7 16,4-4-9-16,-4 4 3 0,0 0-2 0,0 0 1 16,0 0-5-16,0 0-4 0,0 0-13 15,0 0 1-15,0 0 3 0,0 0 2 0,0 0 0 0,0 0-1 16,0 0-9-16,0 0 6 0,0 0-6 0,0 0 2 15,0 0-7-15,0 0-10 0,5 16-43 0,-5-16-91 16,0 0 40-16</inkml:trace>
  <inkml:trace contextRef="#ctx0" brushRef="#br0" timeOffset="25750.3">14830 4740 16 0,'0'0'20'0,"0"0"-1"0,0 0-11 0,0 0 4 15,0 0-2-15,0 0 3 0,0 0-3 0,0 0-2 16,0 0 2-16,0 0-4 0,0 0-1 0,0 0 0 15,0 0 2-15,0 0-2 0,0 0-7 0,0 0-9 16,0 0-13-16,0 0-25 0,0 0 11 0</inkml:trace>
  <inkml:trace contextRef="#ctx0" brushRef="#br0" timeOffset="26788.23">14238 4640 40 0,'0'0'82'0,"0"0"-2"0,0 0-4 15,0 0-13-15,0 0-4 0,0 0-6 0,0 0-1 0,0 0-8 16,0 0-3-16,0 0-4 0,0 0-17 16,0 0-10-16,0 0-5 0,0 0-12 0,0 0-18 15,0 0-8-15,0 0-15 0,0 0-44 0,0 0-99 16,0 0 44-16</inkml:trace>
  <inkml:trace contextRef="#ctx0" brushRef="#br0" timeOffset="34515.93">18644 4289 78 0,'0'0'93'0,"0"0"-7"16,0 0 0-16,0 0-1 0,0 0-10 16,0 0-15-16,0 0 4 0,0 0-10 0,0 0-1 15,0 0-4-15,0 0 1 0,0 0-8 0,0 0-5 16,0 0-3-16,0 0-3 0,0 0 9 0,0 0-7 0,31 4-6 16,-11-5 6-16,10-2 3 0,4 1-8 0,6 0-3 15,11-1-2-15,2-1-2 0,1-2 2 16,-3 2 0-16,-12 2-9 0,0-1-4 0,-3 1 11 15,-2-2-13-15,0 4-2 0,-6-2-5 0,0-2 2 16,0 6 5-16,-9-4 0 0,-1 2-3 0,1 0-4 0,-8 0 4 16,0 2 2-16,0-2-5 0,0 0 6 0,-5 0-5 15,-6 0 8-15,10 0-17 0,-10 0 1 16,0 0 5-16,9 3 6 0,-9-3 5 0,0 0 1 0,0 0-4 16,0 0 5-16,0 0 4 0,0 0 5 15,-17 15-2-15,7-8-4 0,1 0 1 0,-1 0 7 0,-2 3-8 16,0 4 4-16,-1-3-7 0,0 3 1 0,2-2-4 15,1 1 2-15,2-4-10 0,2 1 1 0,-2-2-18 16,3 3-23-16,0-1-28 0,2 0-42 16,1 0-22-16,-2-1-87 0,4-9-234 0,-2 14 104 15</inkml:trace>
  <inkml:trace contextRef="#ctx0" brushRef="#br0" timeOffset="34710.25">19341 4192 185 0,'-11'-14'210'0,"-1"0"-20"15,1 3-15-15,1-1-8 0,0 4-10 0,1 0-15 0,1 0-12 16,1 5-13-16,2-2-11 0,5 5-22 0,-9-7-35 16,9 7-39-16,-6-2-37 0,6 2-35 15,0 0-25-15,0 0-23 0,0 0-130 0,3 27-259 16,-3-27 115-16</inkml:trace>
  <inkml:trace contextRef="#ctx0" brushRef="#br0" timeOffset="35309.31">20022 4238 150 0,'6'-1'152'0,"-6"1"9"0,0 0-5 0,10 9-12 16,-7-5-15-16,-1 1-13 0,2 0-3 0,-1 1-6 16,-1 1-6-16,1 0-17 0,0 0-5 0,0 2-7 15,1 0-6-15,-1 0-6 0,-2-2-5 0,0 0 1 16,0 0-10-16,-1-7-4 0,2 14 0 0,-2-14-8 16,1 10 0-16,-1-10-8 0,0 5 1 0,0-5 1 15,0 0 5-15,0 9 2 0,0-9 8 0,0 0 0 16,0 0 0-16,0 0 0 0,0 0-7 0,0 0-1 15,0 0 1-15,0 0-7 0,-16-21-4 0,14 11-1 16,0 0-7-16,2-1 3 0,-2-6-2 0,6 1-3 16,0-3-3-16,2 3 0 0,5-6-1 0,0-3-3 15,4 3-4-15,5 2-2 0,-1 1-2 16,4 1 4-16,1 2-6 0,2 3 2 0,-6 6-1 0,2 3 0 16,-4 2-2-16,3 2 3 0,-3 3-3 0,-1 4-2 15,0 0 2-15,-3 5-4 0,1-2 3 0,0 3 2 16,-3 0 3-16,-2 3 4 0,-1-1-7 0,-4-5-1 15,3 2 1-15,-3-1-4 0,-3-1 7 0,0 0-3 16,-1-1 4-16,-1 1 1 0,0-4 2 0,0-6-4 16,0 9 2-16,0-9 0 0,-4 9 1 0,4-9 1 15,-4 3 0-15,4-3-2 0,0 0 2 0,0 0 0 16,0 0 3-16,-14-12-3 0,13 5-2 0,1-3 0 16,3 1 0-16,-1-5-2 0,2 0 3 0,6-2-2 15,-1-1 2-15,4-5-4 0,2 1 0 0,-2 7-1 16,1 0 1-16,0 2-2 0,0 2 3 0,-4 3-2 15,4 1-2-15,-2 1-5 0,1 1 5 0,-2 4-3 16,2 3 4-16,-3-1-6 0,3 5 2 0,-3 0 4 16,3 3-2-16,-3 4 9 0,-1 0-13 0,0-1 0 15,-3 4-6-15,1-1-25 0,-5-1-19 16,1 2-37-16,-2-4-46 0,3 0-28 0,-2-2-39 16,-4 1-107-16,1-1-341 0,1-11 152 0</inkml:trace>
  <inkml:trace contextRef="#ctx0" brushRef="#br0" timeOffset="35495.25">20859 4091 140 0,'2'-9'172'0,"-2"9"-12"0,0 0-21 16,0 0-7-16,0 0-3 0,0 0-16 0,0 0 0 15,5 25-12-15,-1-11-8 0,-1 3-8 0,-1 1-15 16,1-1 1-16,0 1-6 0,-2 0-26 0,0 0-34 15,0-1-33-15,3-1-49 0,-2 1-27 16,-2-6-133-16,0 0-256 0,-2 1 114 0</inkml:trace>
  <inkml:trace contextRef="#ctx0" brushRef="#br0" timeOffset="35657.49">20785 3905 64 0,'-3'-17'120'0,"3"6"-10"0,0 1-30 0,0 10-33 16,0 0-24-16,4-11-4 0,-4 11-12 0,0 0-16 0,20 23-26 15,-8-7-36-15,-2 8-78 0,3 3 35 0</inkml:trace>
  <inkml:trace contextRef="#ctx0" brushRef="#br0" timeOffset="35872.35">21049 4250 16 0,'0'0'194'0,"0"0"-9"0,0 0-13 0,0 0 5 0,9-14-5 16,-9 14-12-16,3-12-7 0,-1 2-15 15,3 1-10-15,1-4-13 0,6-1-11 0,-4 1-9 16,4 0-11-16,1-1-9 0,0 5-5 0,-1 1-9 16,-1 2-6-16,1 5-7 0,7-2-6 0,-5 3-4 15,3 3-5-15,-2 2-1 0,0 4-4 0,-6 0-3 16,5 2-1-16,-3 4-5 0,-2-3-18 0,-1 4-16 15,-4 0-24-15,-1 0-43 0,-1-3-53 0,-2-3-43 16,0 7-155-16,-1-7-360 0,1-10 159 0</inkml:trace>
  <inkml:trace contextRef="#ctx0" brushRef="#br0" timeOffset="36149.98">21433 4171 112 0,'0'0'152'0,"0"0"-17"0,0 0-3 0,0 0-1 16,0 0-1-16,0 0-9 0,-3 27-9 0,3-19-10 15,3 1-2-15,0 0-6 0,3-2-6 0,1 0-7 16,1 1-9-16,-3-4 0 0,1-1-4 0,2-1-2 16,0 0-4-16,-1 0-4 0,5-2 4 0,-12 0 4 15,19-6-2-15,-9 2 8 0,-3 1 3 0,-1-2-1 16,0-2 0-16,0-2-2 0,-1-1-10 0,-4 0-4 15,0 0-9-15,-2-2-2 0,0 0-11 0,-2 1-9 16,-3-1-18-16,-1 2-22 0,-4-1-38 0,3 1-27 16,-2 3-26-16,0 1-51 0,1 0-34 0,-4 6-169 15,-1 0-388-15,-3 3 173 0</inkml:trace>
  <inkml:trace contextRef="#ctx0" brushRef="#br0" timeOffset="36663.41">21713 4282 62 0,'1'-10'242'0,"-2"-2"-15"0,1-1-15 16,0-3-12-16,-2 0 5 0,1 1-15 16,0 2-11-16,-2-4-13 0,3 3-11 0,0-1-18 15,-3-1-13-15,2 5-12 0,-1-2-9 0,0 3-16 16,0-2-5-16,1 7-11 0,-1-3-4 0,2 8-14 15,-1-13-12-15,1 13-14 0,1-8-13 0,-1 8-10 0,0 0-2 16,12-7 2-16,-4 7-1 0,3 2-5 0,4-1 0 16,3 1-2-16,-1 4-1 0,1 0-6 0,0-1 3 15,1 3-1-15,-4 0 2 0,3 1 0 16,-5 2-1-16,1 0-3 0,-5-1 7 0,0 0 0 16,0-1-3-16,-3 2-1 0,-1-3 4 0,0 4-4 15,1-2 8-15,-3 0-5 0,2 1 4 0,-1-3-2 0,0-1 0 16,-4-7 1-16,6 12 5 0,-2-7-5 0,-4-5 1 15,8 9 6-15,-2-4-3 0,-6-5 3 16,13 5-3-16,-5-4 1 0,-8-1 0 0,25-4 0 16,-8 1 0-16,0-4 0 0,-2-1 1 0,0-3-4 15,-1 2 2-15,-1-1 1 0,-1-1 2 0,-2 1 4 0,-1-3-1 16,-3 1 3-16,-1-3-8 0,-1-1 2 0,-1 1 4 16,-3-2 5-16,0 2 3 0,0 3 4 15,0 0-6-15,-3 2 6 0,3 0 6 0,0 10-2 16,0-10-8-16,0 10-5 0,0 0 2 0,-1-7-5 15,1 7-6-15,0 0 2 0,0 0 11 0,-6 28-12 16,4-16 1-16,2 6 0 0,-1 2 4 0,0 4-3 16,2-5-1-16,3 0-16 0,-4 0-16 0,1-2-37 15,-1 1-40-15,4-2-63 0,0-5-34 0,-2 1-201 0,-1-1-435 16,2-2 192-16</inkml:trace>
  <inkml:trace contextRef="#ctx0" brushRef="#br0" timeOffset="36830.44">22162 3934 73 0,'0'0'145'0,"-6"-7"-38"0,6 7-48 0,0 0-46 15,-2-10-34-15,2 10-42 0,0 0-68 0,0 0 30 0</inkml:trace>
  <inkml:trace contextRef="#ctx0" brushRef="#br0" timeOffset="37054.81">22438 3896 182 0,'3'-7'210'0,"-3"7"-7"0,0 0-11 15,5-4-17-15,-5 4-6 0,0 0 6 0,0 0-1 16,9 20-6-16,-4-5 12 0,-1 4-17 0,5 7-7 15,-4 0-7-15,-1 3-11 0,1-3-11 0,-1 3-4 16,-2-2-21-16,3 0-12 0,-2-3-7 0,-3-4-9 16,1-1-5-16,-1-2-17 0,0 1-24 0,0-2-25 15,-1-4-32-15,2-1-43 0,0 1-34 0,-2-2-37 16,1-10-35-16,0 14-45 0,-1-9-183 0,1-5-439 16,0 0 193-16</inkml:trace>
  <inkml:trace contextRef="#ctx0" brushRef="#br0" timeOffset="37545.89">22455 4114 3 0,'0'0'146'0,"3"-8"-14"0,-3 8-11 0,7-5 3 0,-2 2-11 16,-5 3 2-16,0 0-11 0,17 3-7 0,-9 0-10 16,0-1-6-16,0 1-5 0,3-1-7 0,-1 1-10 15,2 2 2-15,0-1-12 0,-1 0-1 16,1 0-7-16,-2-4 2 0,2 3-9 0,-2-3-2 0,-10 0-1 15,20-1-3-15,-13-1-2 0,1 2 10 0,-2-4-8 16,-6 4 3-16,13-7 1 0,-7 4 5 0,-2 0 2 16,1-1 4-16,1-1 4 0,1 2 6 0,-7 3 1 15,6-6 2-15,-6 6-2 0,7-3-9 0,-7 3-7 16,0 0-4-16,0 0-3 0,8 8 9 16,-6 2 0-16,0 4 10 0,-1 6-2 0,-2 6 5 15,-1 3-6-15,0-2 1 0,0 5-5 0,-4-2-3 0,6 2-6 16,-6 4 0-16,3-2-2 0,0-1-3 0,-2 0-1 15,0 1-1-15,2-2-2 0,2-2 7 0,-2-3-17 16,1-2 1-16,-1-5 1 0,2 0-2 0,2-1-1 16,-1-1-4-16,-1-2 1 0,1 1-4 0,-1-1 2 15,-1-5-1-15,1 0 3 0,-1 0-2 16,-5-2-2-16,1-1 1 0,-4-1-1 0,1-3-11 0,-5 2-6 16,0-5 2-16,-4 0-4 0,-2-2-3 0,0-3-3 15,-2-2 2-15,3-1-3 0,-6-5 3 0,7 3 0 16,1-5 4-16,1-5-2 0,1-3 0 0,8 4-9 15,2-7 3-15,3-3-5 0,2-3-1 0,9 1-1 16,2 0-7-16,1 0 0 0,6 0 0 16,5 2-5-16,3 3-12 0,-1 1-4 0,5 2-1 0,-1 3-24 15,2 2-14-15,-3 2-34 0,3 2-27 0,-1 1-46 16,-4 2-122-16,-6 3-350 0,0 0 156 0</inkml:trace>
  <inkml:trace contextRef="#ctx0" brushRef="#br0" timeOffset="38013.33">23627 3924 124 0,'-8'-1'220'0,"-6"2"-10"16,0 2-10-16,-4 3-24 0,2 3-10 0,-3 2 1 0,-2 6-13 16,1 4-5-16,2 1-14 0,2 2-13 0,1 1-11 15,4 1-10-15,3 0-8 0,-2 1-12 0,5-2-4 16,5-6-7-16,1-2-12 0,4 2-10 15,2-3-24-15,3-3-20 0,1 0-20 0,4 1-29 16,2-6-28-16,2 0-40 0,8-3-30 0,1-2-21 0,0 0-24 16,3-3-104-16,-1-3-315 0,0-5 139 0</inkml:trace>
  <inkml:trace contextRef="#ctx0" brushRef="#br0" timeOffset="38995.64">23930 4057 3 0,'-3'-10'169'0,"-2"1"-14"0,-1 1-9 15,-4 3-6-15,2 3-5 0,-4 0-7 0,1 5-5 16,-1 3 0-16,-5 3-9 0,-1 3-1 0,-2 6-7 16,1 1-13-16,6-2 1 0,4-2-13 0,4 3-7 15,-2-1-6-15,4 0-6 0,2-1-4 16,2-3-5-16,2-3-4 0,-1 3-7 0,5-5-4 16,0-1-17-16,2 0-9 0,3-2-8 0,-1 0-14 0,1-5-2 15,2 1 4-15,3-3-5 0,-4 0 1 0,0-5 3 16,-4 2-1-16,3-2 3 0,-5-2-1 0,1 1 10 15,0-4-2-15,-2-4 5 0,1 2-3 16,-4-2-1-16,0-2 5 0,0 1 5 0,-2-1 2 16,-1 7-1-16,0-6 2 0,0 5 7 0,0 5 12 15,-1-3 5-15,1 10-2 0,0-11-6 0,0 11-5 0,0-8-5 16,0 8 0-16,0 0 0 0,0 0 9 0,0 0 4 16,0 0-2-16,0 36-6 0,0-23 2 15,2 0 0-15,-2 4-2 0,1-2-1 0,1 2-4 16,1-5 3-16,2 2-5 0,2 2-2 0,-2-6 3 0,3 0 0 15,1-3-2-15,1 3 3 0,0-3-2 0,3-3-1 16,0-1 4-16,1 0-5 0,4-2-6 0,-1-3 1 16,2 2 2-16,-3-4 2 0,-3 0 1 0,0 0-2 15,-3-3-7-15,-1 0-2 0,-2-1 1 16,1-2 7-16,-3 1-6 0,1-3-3 0,-3 0-4 0,-1-5 1 16,-2 2 2-16,0-2-5 0,-4 0 1 0,1 0 0 15,-1 0 1-15,0 0-2 0,2 0 3 0,-2 2-2 16,0 3 0-16,0 2 1 0,3 2-6 0,1 1 5 15,0 7-1-15,0-10-3 0,0 10 2 0,5-8-3 16,2 6 1-16,-7 2 2 0,20 2 1 16,-6 0 0-16,4 4 0 0,0-1 1 0,1 5 5 0,-1 1-7 15,-2 2 2-15,-1 2 3 0,-1 1-3 0,-2 0 4 16,-1-1 3-16,-1 2 2 0,0-2-4 16,-5 3 3-16,2-3 1 0,0 1 7 0,-3-6-7 15,0 2 0-15,1-1 1 0,-1-1-3 0,1 0-1 16,0-2 7-16,-2-1-6 0,2-3 2 0,0 0-1 15,-5-4 3-15,9 6 0 0,-9-6 2 0,16 1-2 0,-16-1-2 16,17-4 0-16,-4 1-3 0,-4-3 2 0,1 1 2 16,0-2 0-16,-3-1-3 0,-1-3-4 15,2 1 2-15,-2-1-5 0,0-5 0 0,0 0 0 16,-6 0-2-16,1-1-2 0,-1 6 1 0,-1-7 1 16,-1 1-2-16,2 0-1 0,0 5 4 0,-4-4-4 15,3 5 2-15,1 11-2 0,0-16 3 0,0 16-2 0,-1-12-5 16,1 12 2-16,0 0-3 0,6-9 2 15,-6 9 2-15,0 0 1 0,17 4 4 0,-17-4-3 16,18 14-1-16,-9-4 0 0,2 5 2 0,1 0-1 16,-5 1 3-16,2 0 3 0,0 1-1 0,-4 0-5 15,-1-2 4-15,0 1-1 0,2 1 10 0,-3-6-8 16,2 0 0-16,2 1 0 0,-2-3 7 0,1 1 0 0,3-3-1 16,-3 0 0-16,2-3 2 0,2 0 0 15,0-2 0-15,1-2 1 0,0-1-3 0,2-1 5 16,0-1-3-16,-1-1-4 0,0-2 4 0,-2-1-3 15,0-1 3-15,1-5-4 0,-1 1 0 0,0-4-1 16,-5 5 1-16,1-4-1 0,-1-3 0 0,1 1 0 16,-4 5 3-16,0-1 5 0,-4 2-3 0,2-1 2 0,-2 1-1 15,4 5 3-15,-2 6-7 0,-2-13 0 0,2 13-3 16,0 0-3-16,-2-8 0 0,2 8 4 16,0 0-2-16,0 0 0 0,0 0 0 0,-2 27 2 15,2-13 0-15,-1-3 1 0,-2 5 1 0,3-2-5 16,0 0 2-16,2-3-18 0,0 5-14 0,0-3-39 0,0-1-36 15,-2-2-46-15,4-1-44 0,-1 1-36 0,-1-2-179 16,-2-8-445-16,3 11 197 0</inkml:trace>
  <inkml:trace contextRef="#ctx0" brushRef="#br0" timeOffset="39155.55">24826 3812 17 0,'-3'-11'132'0,"3"11"-39"16,0 0-29-16,0 0-23 0,0 0-31 0,0 0-40 15,0 0-25-15,0 0-59 0,8 39 26 0</inkml:trace>
  <inkml:trace contextRef="#ctx0" brushRef="#br0" timeOffset="39611.56">25085 4141 23 0,'6'-1'193'0,"5"-3"-12"0,-2 1 4 0,2-1-4 16,-2-2-3-16,2 0-7 0,-1 0-5 0,-3-4-8 15,4 1-1-15,-5-1-5 0,0-1-8 0,-1 0-23 16,3-3-9-16,-3 0-15 0,0-2-5 0,0 1-11 16,-3 2 0-16,-1 5-2 0,-1-2-2 0,0 10-3 15,-4-14-7-15,0 8-7 0,-1 2-2 0,5 4-10 16,-10-8-2-16,3 7-10 0,7 1 2 0,-18 6-8 15,3 2-2-15,0 4 1 0,2 3-5 0,-5 4-3 16,7-2 1-16,3 1-3 0,0 0 5 0,2-2-10 16,2 3 0-16,3 1-4 0,2-6 3 0,5 3 2 15,-1 0-1-15,6-3-1 0,-2 0-6 0,6-4 5 16,-1-1-3-16,2-2-7 0,3 0-4 16,0-1-4-16,-1-2 1 0,2-3-5 0,-2-2-1 0,9-2-3 15,-9-1-8-15,-5 0-5 0,-1-2 4 0,3-3-5 16,-3 2 1-16,1-5 1 0,-6 3 0 0,3-5 4 15,0 1 4-15,-1-2 1 0,1-1 2 0,-2 0 1 16,-2-2 0-16,2 3 0 0,3-1 1 0,0 1 3 16,-2 3 5-16,0 2-3 0,-2 1 0 0,2 3-4 15,0 2 5-15,-9 4 3 0,13-6 6 0,-6 6 1 16,-7 0 8-16,13 6 2 0,-6-1 0 0,0 1 1 16,1 5 10-16,-3-3 8 0,3 8-13 0,-4-4 0 15,0-1-1-15,-1 2 1 0,0-3-3 0,-2 2-17 16,3-1-27-16,-4 0-39 0,2 1-51 0,0-1-45 15,-1-1-61-15,-1-10-205 0,-1 16-464 0,1-16 206 16</inkml:trace>
  <inkml:trace contextRef="#ctx0" brushRef="#br0" timeOffset="40755.94">26232 3917 87 0,'-12'0'222'0,"2"0"-5"0,-3 2-9 0,-4 3-32 16,0-1-15-16,-2 5-11 0,-1 0-6 0,3 4-15 15,0-2-10-15,4 4-17 0,-1-2-7 0,5 3-7 16,1-2-8-16,2-2-3 0,2 1-9 0,4 0-6 15,2-1-4-15,1 1-8 0,2-2-4 0,3-1-3 16,5 1-3-16,1-3-1 0,0-2-6 0,2-2 1 16,3-2-7-16,-2 0 0 0,5-4-2 0,-4 0-2 15,7-5-2-15,-5 2-2 0,-5-4-1 0,2 1-6 16,-2-3 0-16,-3-1 5 0,-1-2-8 0,-5-2 3 16,-2-2-5-16,4-8-2 0,-4 2 0 0,-4-4 0 15,2-3 2-15,-4 4-3 0,0-5-1 0,0 1 0 16,0-1 1-16,-8 1 4 0,4 1 0 0,-1 1 6 15,-5 2 0-15,3 4 2 0,3 8 5 0,-1-1 8 16,3 7-2-16,1 0-3 0,-1 1-5 0,1 3-5 16,3 5-6-16,0 0 3 0,0 0-5 0,0 0 3 15,0 29-2-15,3-3-3 0,1 6 2 0,-1 3 0 16,1 14 0-16,5-1 2 0,-5-13 2 0,1-1-4 16,-1 0-1-16,4-3 3 0,-2 0-1 0,1-3 1 15,1-3-1-15,4-2 0 0,1 0 1 0,-1-8-4 16,1-2 3-16,0-1 0 0,3-2-1 0,3-1 2 15,-2-6-3-15,2 1 1 0,0-1 0 0,-2-4-3 16,3-1-1-16,-3-2-5 0,-2-3-5 0,0-3 3 16,1-1-4-16,-3 0 4 0,-2-3-4 0,3-1-3 15,-3-2-1-15,1-6 1 0,-4 5-4 0,3-5 2 16,-9 4 4-16,3 2 3 0,-3 0-3 0,1 5 3 16,-6 0 5-16,6 2 8 0,-3 2-3 0,0 8 1 15,-3-11-6-15,3 11 4 0,0 0-6 0,0 0 3 16,0 0 6-16,0 0-3 0,-11 19-4 0,9-8 6 15,0 0-3-15,2 1 0 0,2 3 2 0,0-1 2 16,2 1 6-16,6-3-7 0,-4-2-6 0,5 3-8 16,5-3-20-16,-2-1-13 0,4-3-21 0,-1-1-20 15,2-1-14-15,0-2-16 0,0-4-11 0,3 2-10 16,-6-4 17-16,4 0 9 0,-5-1 21 0,2-4 9 16,-7 2 6-16,-2 0 12 0,-1-3 11 15,1-1 17-15,-3-3 14 0,-1-2 12 0,-2 2 16 16,1-6 8-16,-3 4 7 0,0-1 6 0,0-1 15 0,0 7 5 15,0 0 7-15,0 0 10 0,0 11 1 0,0-14 1 16,0 14-13-16,0 0-7 0,0 0-8 0,0-11-1 16,0 11 6-16,0 0-4 0,0 0 1 0,9 36 2 15,-5-21-5-15,-2 3 1 0,1 3-4 0,-3-2-3 16,6 4 3-16,-4-2 2 0,-2-2-11 0,2-1-5 16,-1-1 2-16,2 2 0 0,-1-3-5 0,0-3-1 15,0-2 0-15,0 0-1 0,1-3-4 0,-1 2 0 16,0-5 0-16,-2-5 8 0,0 11 16 0,0-11 17 15,0 0 8-15,2 5 4 0,-2-5-8 16,0 0-5-16,0 0-8 0,0 0-6 0,-6-23 0 0,5 13-10 16,-1-2-3-16,0-5 1 0,0-2-4 0,-2 0-5 15,0-7-8-15,2-2-2 0,0-5 0 0,0 2-3 16,4-1-7-16,0 1 0 0,-2-4-2 0,2 3-2 16,2 3-1-16,0 1-2 0,0 8-3 0,1 2 1 15,-3 4 1-15,2 3-6 0,1 1-6 16,-1 4-7-16,5 0-8 0,0 2-1 0,0 1-19 15,5 6-12-15,-1 1-15 0,1 2-27 0,1 3-29 0,2 1-37 16,-5 6-33-16,5 3-22 0,0 2-164 0,-7 2-427 16,-6-8 190-16</inkml:trace>
  <inkml:trace contextRef="#ctx0" brushRef="#br0" timeOffset="41205.21">27043 3953 132 0,'0'0'190'15,"-9"3"-9"-15,9-3-12 0,0 0-14 0,0 0-13 0,0 0-16 16,0 0-14-16,0 0-5 0,32-14-6 0,-22 10-7 16,7-2-12-16,-2 4-6 0,-1-1-2 0,-1 0 1 15,-2 0-9-15,3-1-3 0,-3 1 6 0,3 0-2 16,-8 1 6-16,0 1-9 0,-6 1-10 0,11-3-2 16,-11 3-3-16,8 1-6 0,-8-1-4 15,0 0-2-15,9 5 1 0,-7 3 4 0,2 0 13 0,1 3-7 16,-3-2-4-16,3 7 0 0,0 1-1 0,1 1 2 15,-2-1-9-15,1 0 1 0,-1 1-6 16,-2-2-2-16,2-1 0 0,0 0-1 0,-2-2-5 16,2-3 0-16,-1 2-4 0,-1-5-2 0,0 1 2 15,0-2 0-15,-2-6-3 0,2 11 0 0,-2-11 6 16,6 6 0-16,-6-6 4 0,1 3 4 0,-1-3-4 0,0 0-3 16,0 0 1-16,0 0-3 0,-1-24-4 15,1 13 11-15,-4 1-16 0,2-10-3 0,0 5 2 16,-2-4-1-16,3-1 3 0,1-3-9 0,-4 3 0 15,4-5-2-15,-2 1 0 0,4-1-2 0,1-3-14 16,-1-1 1-16,4 0-1 0,-4 4 4 0,3 0-5 16,4 1 4-16,-4 7 4 0,-1 1-9 0,2 5 4 0,-3 0-5 15,4 0-6-15,-2 3-6 0,-1 3-11 0,0 0-9 16,3 1-7-16,-1 1-19 0,2 3-19 16,-8 0-32-16,0 0-24 0,24 4-19 0,-10 4-31 15,-5 1-20-15,-3 6-137 0,-4-6-386 0,3 3 170 16</inkml:trace>
  <inkml:trace contextRef="#ctx0" brushRef="#br0" timeOffset="42108.71">27315 3937 21 0,'0'0'148'0,"0"0"8"0,4 9 6 0,-4-9-6 16,9 3-2-16,-2-1-9 0,2 0-12 0,4-2-10 15,1 0-6-15,4 0-8 0,0-2-10 0,-1 0-13 16,-1 0-9-16,1-2-5 0,0 2-5 0,2-3-9 15,-3 2-1-15,-3 0-2 0,-3 3 4 0,-3 0 0 16,-7 0 4-16,14-3 1 0,-14 3 5 0,9 0-2 16,-9 0-1-16,6-3-2 0,-6 3-5 0,0 0-7 15,0 0-5-15,0 0-11 0,0 0-3 0,14 1-7 16,-14-1 4-16,0 0-7 0,0 0-2 0,0 0 1 16,5 3-5-16,-5-3-2 0,0 0 0 0,4 5-4 15,-4-5 2-15,5 5-1 0,-5-5 0 0,0 0 0 16,4 4-2-16,-4-4-1 0,0 0 5 0,0 0 7 15,0 0 19-15,0 0-4 0,0 0 9 0,0 0 4 16,0 0 3-16,0 0-5 0,0 0 3 0,0 0-7 16,0 0-5-16,0 0-9 0,0 0 1 0,11-12-8 15,-11 12 4-15,0 0 0 0,2-7-2 0,-2 7-9 16,0 0 0-16,1-8 2 0,-1 8-5 0,2-8-1 16,-2 8-4-16,0 0 1 0,2-11-5 0,-2 11-3 15,0 0-1-15,0-9 3 0,0 9-6 0,0 0 9 16,0 0-5-16,0 0-1 0,0 0 1 0,0 0-4 15,0 0-2-15,0 0 3 0,0 0 6 0,0 0-12 16,-4-8 2-16,4 8-3 0,0 0-1 0,0 0 3 16,0 0 2-16,-6 23-2 0,2-14 7 0,2 1-4 15,0 2 2-15,1-3 2 0,-2 0-1 0,3 3 0 16,-1-2 4-16,-1 0 0 0,4 0-1 0,-1-2-1 16,0-2 1-16,2 2 4 0,1-2 0 0,1 0-2 15,0-1 2-15,1 2-2 0,0-3-1 0,1-1 5 16,0 0 4-16,4-1-6 0,-1-1 2 0,1-1 4 15,-4 0-8-15,-7 0-6 0,17-6 5 0,-9 2-4 16,-2 0-4-16,3-1 3 0,-3-3 2 0,1 0-9 16,0-2 8-16,-2 0-6 0,-1 0 2 15,3-4-2-15,-5 1 1 0,2 2 1 0,0-5 3 16,-2 4-2-16,0 1 0 0,0 1-2 0,-2 10-1 0,0-16 5 16,0 16-2-16,2-11-1 0,0 8 3 0,-2 3-13 15,0 0 6-15,0 0 0 0,0 0 1 0,0 0 1 16,3 19-2-16,-1-7 6 0,-1-2 1 15,0 0-2-15,1 2 3 0,2-1-2 0,-1-2-2 16,-2 4 3-16,5-2 3 0,-2-3 0 0,5 2 1 16,-3-3 1-16,4 0 0 0,-1-2 0 0,2 1 2 15,1-5 5-15,0-1-8 0,1 2 3 0,2-2-7 0,2-2-1 16,-3 1-3-16,-5-4 2 0,2 1-1 0,-2-2 2 16,-2 0-1-16,3-2-2 0,-4-1 1 15,0-1 0-15,1-1-3 0,-2-1 1 0,-2 1 0 0,0-6-4 16,-1 5-4-16,4-4 1 0,-5 5 3 15,-1 1 10-15,0 10-8 0,0-19 0 0,0 19 0 0,0-12-2 16,0 12-2-16,0 0-5 0,0 0 4 0,0 0 6 16,0 0-7-16,0 0 1 0,0 0 6 0,0 0 3 15,-7 44-4-15,5-28 2 0,-1-4 0 16,0 3 2-16,-2 3 3 0,5-7 3 0,-2 6-5 0,-1-2 7 16,-1-2-4-16,0 2 3 0,2-2 0 15,-2-2-1-15,1 0-14 0,1 0-13 0,-1-1-24 16,-1-1-34-16,4-9-43 0,-2 13-58 0,2-13-33 0,-3 9-190 15,3-9-444-15,-8 6 197 0</inkml:trace>
  <inkml:trace contextRef="#ctx0" brushRef="#br0" timeOffset="42309.31">28144 3860 90 0,'9'2'241'0,"-9"-2"-11"0,0 0-17 0,2 12-8 16,-1-3-5-16,-2 1-11 0,-1 2-12 16,1 0-19-16,-1 1-12 0,2 1-19 0,0 2-9 15,-2-3-13-15,2 1-12 0,0-2-26 0,-2-1-20 16,2 2-41-16,-2-1-45 0,1-1-57 0,1-11-67 16,-1 18-190-16,-2-9-381 0,3-9 168 0</inkml:trace>
  <inkml:trace contextRef="#ctx0" brushRef="#br0" timeOffset="42479.62">28153 3697 168 0,'-3'-6'182'15,"-1"0"-25"-15,4 6-36 0,0 0-40 0,-7-10-24 16,7 10-27-16,0 0-39 0,0 0-40 0,0 0-74 15,-11 21-134-15,11-21 59 0</inkml:trace>
  <inkml:trace contextRef="#ctx0" brushRef="#br0" timeOffset="42988.02">28322 3908 75 0,'-6'5'181'0,"6"-5"4"0,-7 15 1 0,3-5-17 0,-1 1-5 15,1-1-4-15,2-1-13 0,0 2-14 0,0-1-13 16,4 0-6-16,0 0-12 0,3 1-9 0,-1-1-10 16,1 0-5-16,3-1-8 0,-1 1-10 0,2-3-1 15,2 0-6-15,0-2-7 0,-1 0-13 0,1 0-7 16,-2-4-10-16,-1-1-1 0,0 0-7 0,-8 0-16 16,15-4-2-16,-8-2 0 0,-1 1 3 0,-1-3 5 15,2-1-3-15,0-1 0 0,-4-2-1 0,1 0-3 16,0-5 3-16,-2 2 2 0,2-3-2 15,-1 6 1-15,1-7 3 0,3 4-7 0,-3 2 7 0,1 1 3 16,-1 1 0-16,0 5-4 0,1-1 4 0,1 1 5 16,-2 4 0-16,-4 2-1 0,0 0 12 0,15 4 17 15,-8 0-6-15,0 3-1 0,1 1 11 0,-3 1 15 16,0 0-10-16,-1 0 0 0,1 1-2 0,-2-1 7 16,-2-2-3-16,0 0-3 0,2-1 1 15,-3-6-7-15,5 9 0 0,-5-9 3 0,2 7 6 0,-2-7 6 16,2 7 12-16,-2-7 3 0,0 0 4 0,0 0 2 15,0 0-2-15,0 0-5 0,0 0-5 0,0 0-8 16,0 0-3-16,15-14-12 0,-15 14-2 0,12-15-7 16,-3 8 9-16,5-6-17 0,-5 7-11 0,2-4-4 15,3 3-1-15,-2 2-2 0,-1 0-3 16,2 1 0-16,-2 1 2 0,2 5-10 0,-13-2 7 0,21 5-6 16,-12 0 3-16,1 1 1 0,-4 2 5 0,2 0-10 15,-3 2-6-15,-1 0-1 0,-3 2-25 16,2-1-17-16,-3 1-30 0,-3-1-31 0,3-11-49 15,0 21-49-15,0-11-61 0,-4 1-175 0,4-11-489 16,-5 12 216-16</inkml:trace>
  <inkml:trace contextRef="#ctx0" brushRef="#br0" timeOffset="43214.7">29019 3591 177 0,'1'-19'295'16,"-1"7"-7"-16,1 1-19 0,-2 1 8 0,1 10-32 0,-1-8-25 16,1 8-23-16,0 0-19 0,0 0-8 0,0 0-16 15,3 38-8-15,-3-11-14 0,2 2-10 16,-2 3-11-16,1 15-12 0,-1-1 2 0,0-13-19 16,0-2-17-16,0 3-39 0,0-3-46 0,0-1-40 15,0-1-47-15,2-1-63 0,1-3-54 0,0 0-239 16,-5-7-500-16,4-2 221 0</inkml:trace>
  <inkml:trace contextRef="#ctx0" brushRef="#br0" timeOffset="43452.56">29141 4027 225 0,'13'-11'216'0,"0"-4"-1"16,5-4-12-16,0 0 0 0,-6 3-2 0,4 6-2 15,-4-3-8-15,1-1-9 0,0-8-11 0,0 6-12 16,-2 4-18-16,1-2-12 0,-3-1-2 0,-3 4-10 15,1 1-1-15,-2 0-11 0,0 1 0 0,-7-1-7 16,4 5 3-16,-2 5-11 0,0 0-11 0,-8-10-11 16,8 10-1-16,-18 0-9 0,3 8-5 0,-1-3-4 15,-1 5-5-15,1 2-25 0,2 1 9 0,4-2-37 16,1 0-25-16,3 0-35 0,1 1-29 0,2 0-36 16,2 0-34-16,3 3-38 0,2-4-39 0,5 3-30 15,-1 0-146-15,1-5-454 0,5 1 201 0</inkml:trace>
  <inkml:trace contextRef="#ctx0" brushRef="#br0" timeOffset="43976.31">29423 3955 51 0,'8'-9'214'0,"1"-4"-11"15,-2 1-11-15,0-2-5 0,2-2-2 0,2-1-5 16,-2 3 10-16,2-3-11 0,-1 2-12 0,2 1-7 16,0-2-8-16,-3 7-7 0,0 1-14 0,3 1-11 15,-2 1-7-15,-5 4-13 0,-5 2-12 0,18 2-10 16,-8 3-8-16,-2 3-5 0,2 2-4 0,-1 4-4 15,1 0-9-15,-2 1-2 0,0-1 0 0,-1 2-11 16,1-2 0-16,2 0-3 0,-3-4-6 16,0-2-4-16,6 5-10 0,-1-6-18 0,3 2 7 0,-2-4-11 15,0-2-1-15,0 0-2 0,4-2 0 0,-3-1-4 16,2-5 5-16,-4 3 3 0,1-1 0 0,-3-4 2 16,3 0 0-16,-4-1 3 0,-1-1 2 0,-1-1 0 15,-2-1 2-15,1 0 4 0,-4-5 4 16,2 4-6-16,-4-1 6 0,1 3 3 0,-2-3 1 15,1 3-1-15,-2 1 8 0,0-1 7 0,2 10 1 0,-2-11-6 16,2 11 0-16,-6-6 0 0,0 4-6 0,6 2 0 16,-18 5-1-16,7 2 0 0,-1 0 3 15,-1 4-5-15,2 2-1 0,-1-2 4 0,5-1-3 16,0 0-1-16,2 0-4 0,4-1-1 0,1 1-1 16,5-1-11-16,0 0-7 0,3-5-10 0,0 3-4 15,3-3-2-15,-1 0 1 0,3-1 2 0,0 1-2 0,-3-3-3 16,0 2 8-16,2-3-8 0,-4 0 8 0,-8 0-4 15,12 0 5-15,-4 3 2 0,-2-2-1 16,-1 3 4-16,-1 1 2 0,0 2 4 0,0 3 6 0,-2 3 7 16,-5-1 1-16,1 3 4 0,1 3 10 0,-3 0 5 15,0-1-1-15,-1 2 2 0,-1 0-3 0,-2-1 5 16,1 0-2-16,-1-1-3 0,1-2 8 0,2-1-8 16,-5-1-1-16,5-3-4 0,0 0-12 0,0-2 13 15,1 1-12-15,-4-4-34 0,3 1-39 0,-1 0-48 16,6-6-52-16,-10 7-62 0,1-4-246 0,9-3-517 15,-17 0 229-15</inkml:trace>
  <inkml:trace contextRef="#ctx0" brushRef="#br0" timeOffset="44223.42">30110 3577 42 0,'8'-14'294'0,"-3"4"-11"0,0 2-18 0,-1 4-29 16,-4 4-4-16,0 0 21 0,15 12-3 0,-9 5-5 16,2 6-17-16,1 5-14 0,-1 4-18 0,-4 0-6 15,2 15-16-15,-3-11-9 0,-2-6-23 0,-1 3-6 0,1-4-11 16,-2-1-20-16,0 1-9 0,-2-8-9 16,0 4-5-16,-2-8-17 0,3-2-28 0,-1-3-11 15,1 1-43-15,0-3-51 0,0-1-51 0,2-9-48 16,-10 11-71-16,4-9-83 0,6-2-219 0,-14-1-585 15,14 1 259-15</inkml:trace>
  <inkml:trace contextRef="#ctx0" brushRef="#br0" timeOffset="44599.25">30171 3815 86 0,'12'-13'226'16,"1"2"-19"-16,1-2-10 0,-1 4-4 0,3-3-3 15,-3 1-8-15,0 0-2 0,1 0-10 0,2 2-9 16,0 0-11-16,-5 2-4 0,-1 1-5 0,-2-2-4 15,1 2-26-15,0-1 4 0,0 1-15 0,-4 1 1 16,5-3-1-16,-5 4 0 0,0 1-12 0,-5 3-4 16,8-7-6-16,-4 5-15 0,-4 2-5 0,4-7-10 15,-4 7-7-15,0 0-7 0,0 0-4 0,0 0 5 16,9 17 0-16,-9-17 6 0,1 26 2 0,-1-14-6 16,0 5 2-16,1-2-9 0,2 3-1 0,-5 0 19 15,4 0 0-15,-1 0 4 0,0-1-8 0,2-6-6 16,-1 1-6-16,0-3 2 0,0 0-6 0,1 0 3 15,1-1 4-15,-4-8-8 0,7 8-5 0,-7-8-17 16,12 5 24-16,-12-5-6 0,0 0-4 0,24-3 11 16,-24 3-2-16,19-4-4 0,-10 3-5 0,-9 1-6 15,16-2 7-15,-16 2-5 0,12 3-5 0,-12-3 0 16,12 7 4-16,-8-3-5 0,1 2-5 0,0 0 6 16,-1 4 4-16,1 0-5 0,-3 0 7 0,-2-10-27 15,6 19-25-15,-4-11-37 0,1 3-46 0,-3-3-56 16,0-8-73-16,2 13-86 0,-2-13-261 0,0 0-646 15,0 0 286-15</inkml:trace>
  <inkml:trace contextRef="#ctx0" brushRef="#br0" timeOffset="48784.25">14157 4793 15 0,'0'0'69'0,"0"0"-7"0,0 0 0 0,0 0-9 0,0 0-10 16,0 0-3-16,0 0-4 0,0 0-3 0,0 0 7 15,0 0-1-15,0 0 1 0,37-4 5 0,-6-1 3 16,7 3 5-16,14-6-13 0,6 0-5 0,-1 1 0 16,0-2-3-16,4 2-1 0,-2 0-5 0,-2 0-5 15,-2-1 7-15,-15 2 0 0,-2 5-9 0,-2-3 4 16,0-1-9-16,-6 2 6 0,-1 1-5 0,-9 0-7 16,-2 0-2-16,-5 1 8 0,1 1-6 0,-5 0-3 15,0-2 9-15,0 1-2 0,-9 1 5 0,9 0 8 16,-9 0 3-16,0 0 9 0,9-1-6 0,-9 1-8 15,0 0 4-15,0 0-6 0,0 0 7 0,0 0-2 16,0 0 5-16,0 0-9 0,0 0-12 0,0 0-19 16,0 0-13-16,0 0-28 0,0 0-21 0,0 0-22 15,-34 4-24-15,29 3-63 0,-3 0-194 0,1-1 86 16</inkml:trace>
  <inkml:trace contextRef="#ctx0" brushRef="#br0" timeOffset="50289.21">11223 7725 54 0,'-3'-7'120'16,"0"-4"-3"-16,-1 3-10 0,0-1-2 0,1 2-2 15,1-2 8-15,-2 0 2 0,1 1-3 0,0 4 0 16,3 4-6-16,-5-11-1 0,5 11-1 0,-3-7-11 15,3 7-7-15,-4-6-8 0,4 6-10 0,0 0-6 16,-3-7-8-16,3 7-5 0,0 0-10 0,0 0-3 16,0 0-1-16,0 0-5 0,0 0-5 0,0 0-3 15,0 0 1-15,0 0-7 0,10 25 4 0,-7-12-1 16,5 2 0-16,-4 0-1 0,1 4-4 0,0-1 2 16,1 1-1-16,1 5 3 0,-1-1-2 0,-1 2 1 15,-1-5-5-15,0-2 3 0,0 6 2 0,-2-5-3 0,4-1-4 16,-6 0-2-16,2-3 0 0,-1 2-1 15,-1-5 0-15,1 0 1 0,1 0 0 0,-2 0 1 16,1 0-6-16,-1 0 1 0,1-3-1 0,-1 3-1 0,3-4-1 16,-3 3 5-16,2-3 1 0,-2 0-1 0,0-8-4 15,3 10 2-15,-2-5 5 0,-1-5-6 16,0 8 1-16,0-8 1 0,4 7-1 0,-4-7-2 16,3 6 2-16,-3-6-1 0,0 0-1 0,0 0 3 0,4 5-1 15,-4-5 3-15,7 2-5 0,-7-2 6 0,10 0 0 16,-10 0-2-16,18-2 1 0,-5 1-6 0,0-1 7 15,1 1-1-15,1-2-2 0,1 0-1 0,0 0-1 16,2-1 2-16,1 2-2 0,0 1-12 0,-1-1-14 16,2-1-27-16,0 1-15 0,-1 0-31 0,-1 0-20 15,1 0-14-15,0 0-29 0,-8 2-126 0,0-1-310 16,3 0 137-16</inkml:trace>
  <inkml:trace contextRef="#ctx0" brushRef="#br0" timeOffset="50702.51">11707 7855 43 0,'-2'-9'173'0,"0"3"-4"0,2 6-2 0,-1-12-7 16,1 12-14-16,-2-7-14 0,2 7-16 0,0 0-16 16,0 0-9-16,0 0-8 0,0 0 3 0,9 22 5 15,-7-4-11-15,3 7 3 0,-1 3-1 0,1 1-7 16,-5 2-5-16,3-3-7 0,-1-1-3 0,1 2-6 15,2-5-4-15,-5 1-5 0,1-7-3 0,1-1-3 16,-1-4-7-16,1 3-5 0,1-5 2 0,-3-2-4 16,0 1-2-16,-3-2-1 0,6-2 0 0,-3-6 1 15,0 9-2-15,0-9 10 0,0 0 10 0,3 9 3 16,-3-9 4-16,0 0-12 0,0 0 2 0,0 0-4 16,0 0-6-16,0 0-1 0,0 0-6 0,11-20-1 15,-6 8-2-15,3-1 0 0,2-2-1 0,1-1-8 16,0-2 1-16,1 4-6 0,0 0 0 0,-1-1 0 15,3 5-2-15,-5 1-2 0,2 3-2 0,-2 2-1 16,0 0-1-16,3 4-3 0,-3-2 1 0,2 5 0 16,0 1 3-16,0 2-4 0,-2 2 3 0,-1 1-3 15,1 3 5-15,-1-2-3 0,-2 0 0 0,4 5 4 0,-6-4 2 16,3 3-5-16,-3-1-3 0,-1-1-27 16,1 0-11-16,0 2-35 0,0 1-32 0,-4-2-34 15,2-2-38-15,2-1-201 0,-4 1-415 0,2 1 184 0</inkml:trace>
  <inkml:trace contextRef="#ctx0" brushRef="#br0" timeOffset="50889.59">12563 8006 36 0,'4'-6'165'0,"-4"6"-15"0,7-5-18 15,-1 3-10-15,2 1-9 0,3-1-27 0,2 1-27 16,0-1-36-16,0 1-26 0,1 1-33 0,2 0-42 16,-2 3-51-16,-1-1-138 0,-1 0 61 0</inkml:trace>
  <inkml:trace contextRef="#ctx0" brushRef="#br0" timeOffset="51041.77">12672 8089 78 0,'-6'4'166'0,"6"-4"-1"0,-7 2 2 15,7-2-5-15,0 0-8 0,0 0-6 0,0 0-14 16,0 0-15-16,0 0-13 0,0 0-9 0,0 0-4 16,0 0-12-16,0 0-3 0,13 9-21 0,-3-8-35 15,3 0-37-15,1-1-60 0,3-2-52 0,-1 3-142 16,6-3-290-16,-3-2 128 0</inkml:trace>
  <inkml:trace contextRef="#ctx0" brushRef="#br0" timeOffset="51531.97">14079 7590 15 0,'-7'-5'201'0,"7"5"-9"16,0 0-9-16,-4-4-21 0,4 4-17 0,0 0-13 16,0 0-18-16,15-7-2 0,12 6-1 0,9-5-7 15,27-2-4-15,36-6-1 0,2-3-12 16,10 2-11-16,-2-2 2 0,0-2-7 0,-4 5-6 0,-11-2-4 16,-5 2-7-16,-26 4 2 0,-1 2-6 0,-3 3-8 15,-4-3-3-15,-4 1 2 0,-10 3-6 0,-3-2-2 16,-4-1-8-16,-5 3 0 0,0 0-3 0,-8 2-1 15,-6 1-2-15,-5-1-2 0,-1 0-3 0,-1 0-1 16,-3 1-10-16,-5 1-17 0,0 0-24 0,0 0-34 16,0 0-31-16,0 0-17 0,-40 10-27 0,10-6-12 15,-20 11-25-15,-1-1-113 0,-3-2-322 0,-3 2 143 16</inkml:trace>
  <inkml:trace contextRef="#ctx0" brushRef="#br0" timeOffset="52010.16">14175 7600 171 0,'-17'-3'173'0,"5"2"-1"0,-1-2-7 0,4 2-7 15,1 1-7-15,8 0-23 0,-11-1-16 0,11 1-12 16,-10 1-10-16,10-1-12 0,-8 9-4 0,4-4-5 15,2 5-5-15,0 6 3 0,2 9-5 0,2 2 5 16,4 5 4-16,-1 13 6 0,-4 0-9 0,5 3 5 0,-4 3-3 16,-2-2-9-16,-2 1-2 0,-2 0-4 15,-2-1-2-15,-2-1-5 0,3-12-7 0,-3 12-2 16,1 1-2-16,-3-5-1 0,0-9-3 0,1 12-5 0,-1-12-1 16,1 10 0-16,1-11-6 0,-2-3 1 0,-1 1-3 15,1-4 1-15,0 0-7 0,6-3 1 0,-3-8-3 16,3 1-1-16,-3-6 0 0,5-3 1 15,-1 2-4-15,-2-5 8 0,3 2-5 0,2-3 0 0,0-5-1 16,-6 6 2-16,6-6 0 0,0 0-5 0,0 0 0 16,0 0 2-16,-15-14-4 0,9 3 0 0,-1-1-1 15,-1-4 1-15,-3-8-1 0,-3 2-1 0,-1-2-1 16,-2-2 1-16,-3 1-1 0,2 0-1 0,-8 1-1 16,3 0 1-16,-2 3 3 0,-3 0-2 0,-2 2 1 15,3 2 0-15,-2 3-1 0,0 2 0 0,2 0 1 16,0 3 1-16,11 3-1 0,-2 2-2 0,5 1-14 15,1 2-23-15,6 0-34 0,-3-1-28 0,9 2-30 16,-10 3-37-16,10-3-29 0,0 0-31 0,0 0-133 16,29 9-388-16,-1-9 172 0</inkml:trace>
  <inkml:trace contextRef="#ctx0" brushRef="#br0" timeOffset="52445.92">14506 7982 199 0,'-1'-11'206'0,"1"11"-3"0,0-8-17 15,0 8-14-15,0 0-20 0,-4-7-20 0,4 7-14 16,0 0-14-16,0 0-6 0,0 0 0 0,0 0-3 15,4 36-5-15,-3-18-3 0,-1 7-6 0,0 1-10 16,0 0-1-16,-1 2-4 0,1-1-9 0,-2-2-5 16,2-7-7-16,2 7-4 0,-2-7-2 0,1 0-4 15,-1-1-4-15,0-3 0 0,0 2-4 0,1 0-10 16,-1-3-22-16,1-4-28 0,-1 1-38 0,0-4-27 16,2 3-20-16,-2-9-21 0,-2 13-22 0,2-13-169 15,-3 10-357-15,3-10 158 0</inkml:trace>
  <inkml:trace contextRef="#ctx0" brushRef="#br0" timeOffset="52729.61">14335 8074 1457 0,'-5'-18'-24'0,"1"-1"81"0,1 4-17 0,2 2 4 16,0 0-31-16,1 4 7 0,3 0-14 0,3-1 2 15,2 2 2-15,4 0 3 0,3 1 8 0,11-3 17 16,1 2 1-16,6 5 6 0,-1 1-1 0,4-1-6 15,-2 9 2-15,4 1-4 0,-4 3-2 0,1 4-2 16,-1 0-8-16,-4 2 4 0,-4 2-2 0,-3 3-2 16,-3 2 0-16,-4-1-2 0,-3 3-3 0,-3-3 2 0,-6-3-3 15,-4 6 0-15,-2-1 1 0,-4 1-1 16,-2 0 2-16,-1-7-4 0,-7 2-2 0,3-6-2 16,-5 8 0-16,-4-4-1 0,-1-1 1 0,0-2 1 0,-2-1-2 15,0 0-3-15,4-8-10 0,-4 5-17 0,-3-1-28 16,2-3-35-16,4-3-31 0,4 0-35 0,-1-2-184 15,-1-1-360-15,7 0 160 0</inkml:trace>
  <inkml:trace contextRef="#ctx0" brushRef="#br0" timeOffset="54548.28">15027 8286 76 0,'0'0'90'0,"0"0"-9"0,0 0 5 0,0 0-8 16,0 0-10-16,0 0 3 0,0 0-5 0,0 0 5 16,0 0-1-16,0 0-4 0,0 0-6 15,0 0 2-15,0 0-3 0,0 0-9 0,0 0-1 0,0 0-2 16,0 0-4-16,0 0-9 0,0 0 2 0,0 0-7 16,0 0 2-16,0 0-6 0,0 0-7 15,0 0 2-15,0 0-4 0,0 0 1 0,0 0-1 16,0 0-3-16,0 0 3 0,0 0-13 0,0 0 10 0,0 0-1 15,0 0-2-15,0 0-4 0,0 0-2 0,0 0 1 16,0 0-2-16,0 0-1 0,0 0 7 0,0 0-5 16,0 0-3-16,0 0 1 0,0 0 1 0,0 0 0 15,0 0 8-15,0 0-3 0,0 0-6 0,0 0 1 16,0 0-5-16,0 0-2 0,0 0 10 0,0 0-6 16,0 0-6-16,0 0 8 0,0 0-6 0,0 0 9 15,0 0-5-15,0 0 0 0,0 0 1 0,0 0 7 16,0 0-7-16,0 0-5 0,0 0-1 0,0 0-1 15,0 0 11-15,0 0-16 0,0 0 11 0,0 0-5 16,0 0 11-16,0 0-3 0,0 0 1 0,0 0-3 16,0 0 3-16,0 0-20 0,0 0 24 0,0 0-8 15,0 0 0-15,0 0 3 0,0 0 6 0,0 0-2 16,0 0 0-16,0 0 7 0,0 0-3 0,0 0-5 16,0 0 11-16,0 0 4 0,0 0-4 0,0 0 7 15,0 0-5-15,0 0 8 0,0 0-9 0,0 0 5 16,0 0-2-16,0 0 3 0,0 0-9 0,0 0 5 15,0 0 0-15,0 0 1 0,0 0-4 0,0 0-1 16,0 0 4-16,0 0-3 0,0 0-5 0,2-8-4 0,-2 8 1 16,0 0 1-16,0 0 2 0,0-11-9 0,0 11 8 15,0-9-3-15,0 9 0 0,2-9-6 16,-2 9 8-16,0-11-5 0,0 11 0 0,0-12-1 16,0 5 0-16,0 7 1 0,0-14-3 0,0 4 4 0,0 0 1 15,0 3 4-15,3 0 10 0,-3 7 2 0,1-12 3 16,-1 12 3-16,0-11 1 0,0 11-3 0,-1-9-2 15,1 9-1-15,0 0 1 0,2-8-8 16,-2 8 0-16,0 0-3 0,0 0-6 0,2-9-3 0,-2 9-5 16,0 0 5-16,0 0 1 0,0 0 0 0,11 25 0 15,-6-11 0-15,-3 3 13 0,2 1 2 0,-1 1 2 16,0 8-4-16,-2-2-2 0,1-6 6 0,0 1-7 16,-2 3 3-16,1 4-3 0,0-6-3 0,2-2 2 15,-3 0 0-15,1-2-7 0,-1 0 4 0,3-5 0 16,-5 0 0-16,4-1-2 0,-2 0 2 0,1-3-5 15,-1-1 0-15,0-7-2 0,-1 9 1 0,1-9 1 16,-2 9 5-16,2-9 0 0,0 0 11 0,0 10 5 16,0-10 6-16,0 0 7 0,0 0-6 0,0 0-2 15,0 0-4-15,0 0-1 0,0 0-3 0,0 0-3 16,7-28-7-16,-6 15 1 0,4-1-1 0,3-2-4 16,1-5 8-16,0 6-11 0,4-10-2 0,-1 11-4 15,0 0 0-15,-1-1 3 0,2 1-8 0,-5 3 1 16,2 2 3-16,1 5-5 0,-2-1 1 0,-1 1-2 15,2 3 1-15,-2 1-1 0,-8 0-1 0,13 1 1 16,-7 5-1-16,-2-3 3 0,2 3-2 0,-2 5 0 16,0-2 7-16,0 3-22 0,-3-1-10 0,1 1-19 15,-2-1-17-15,-2 2-34 0,1 0-31 0,0-1-33 16,-1-2-31-16,1 2-199 0,0-1-426 0,-2-2 188 16</inkml:trace>
  <inkml:trace contextRef="#ctx0" brushRef="#br0" timeOffset="54998.16">15680 7971 56 0,'-7'-3'146'0,"0"2"3"15,-2-1-3-15,9 2-13 0,-12-2 2 0,5-1 3 16,7 3-4-16,-14-3-11 0,14 3-5 0,-11-2 1 16,11 2-10-16,-6-1-7 0,6 1-10 0,0 0-4 15,-6-4-12-15,6 4-4 0,0 0-5 0,0 0-8 16,0 0-4-16,18-4-6 0,1 0-6 0,8-1 0 16,5-1-1-16,1-1-5 0,3 1-3 0,-2-1-4 15,0 1 0-15,-2 1 0 0,0 0-5 0,-2 0-4 16,0 1-14-16,-10 2-18 0,-2 1-24 0,1-3-33 15,-6 4-26-15,0-2-34 0,-3 2-34 0,-2 0-12 16,-8 0-132-16,8 1-332 0,-8-1 147 0</inkml:trace>
  <inkml:trace contextRef="#ctx0" brushRef="#br0" timeOffset="55338.8">15797 7873 127 0,'-8'-4'137'0,"8"4"-18"0,0 0-9 0,0 0-9 16,0 0-11-16,0 0 3 0,0 0-13 0,0 0 0 15,0 0-7-15,18 10-7 0,-13-5-2 0,1 1-5 0,-1-1 2 16,1 5-4-16,-1-2-1 0,-3 4 2 0,0-1 13 16,-1 2-16-16,0 5 4 0,-2-3-4 15,-3 3 11-15,3-3-10 0,-4 3-6 0,-3 1-4 16,-2 3 6-16,-1 4-2 0,2-8-3 0,-3 3 0 0,-1 1 2 15,-1 0 5-15,1 0-8 0,2-7 0 0,-1 1-4 16,2 1-4-16,-2 0-3 0,2-3-6 16,4 1 2-16,1-4-5 0,-2-1-4 0,3-1-3 15,1 3 1-15,0-4 0 0,3 1-1 0,0-2 1 0,0-7-5 16,9 15 1-16,-4-10-1 0,3 0-2 0,3 1-4 16,2-2-6-16,4-1-20 0,3-3-22 15,2 0-33-15,-2-2-31 0,2 0-38 0,0-1-36 16,-1-3-178-16,0 2-382 0,-2-2 169 0</inkml:trace>
  <inkml:trace contextRef="#ctx0" brushRef="#br0" timeOffset="55710.23">16112 8201 31 0,'4'-5'181'0,"-4"5"-13"0,0 0-22 16,4-5-10-16,-4 5 4 0,0 0-2 0,0 0 0 15,8 12-11-15,-7-5-5 0,0 2 9 0,0 3-10 16,-1-1-11-16,2 4-7 0,-2 1-1 0,-2-1-11 16,2 0-4-16,-1 2-8 0,0-8-3 0,1 4-3 15,-1-2 0-15,-1-3-4 0,1 4-3 0,1-12-7 16,-1 12 2-16,1-12 3 0,1 5 9 0,-1-5 12 16,0 7 8-16,0-7-2 0,0 0 6 0,0 0-13 15,0 0-7-15,0 0-8 0,0 0-4 0,0 0-11 16,5-23-6-16,-1 14-10 0,5-5 3 0,4-1-7 15,1 1-2-15,5-8-3 0,2 0-6 0,3 5-5 16,-1-2-5-16,-2 5 6 0,-4 3-7 0,1 1 1 16,-7 4-5-16,1 0-1 0,-1 1-7 0,0 0 3 15,-2 5-3-15,2 0 1 0,-1 3 2 0,-1 1 1 16,1 1 0-16,-1 1-3 0,-3 1-16 0,0 2-14 16,0 1-22-16,1 0-30 0,-3 1-29 0,-1 4-41 15,4 1-31-15,-2-5-40 0,4 3-41 0,-4-1-192 16,3 1-492-16,-1-5 218 0</inkml:trace>
  <inkml:trace contextRef="#ctx0" brushRef="#br0" timeOffset="55859.68">16661 8360 131 0,'0'0'192'0,"0"0"-15"16,2-9-25-16,-2 9-41 0,0 0-39 0,4-5-60 15,-4 5-63-15,0 0-82 0,4-8-144 0,-4 8 64 0</inkml:trace>
  <inkml:trace contextRef="#ctx0" brushRef="#br0" timeOffset="56547.59">19720 7640 10 0,'-9'0'198'15,"9"0"-6"-15,-13 0-12 0,13 0-12 0,-8 0-17 16,8 0-13-16,0 0-10 0,0 0-9 0,0 0 2 15,38-9-10-15,-6 2-4 0,5-2-11 16,16-3-8-16,-3 2-11 0,1 2-7 0,-15-1-5 0,3 5-11 16,-5 0-9-16,-1-3-21 0,-3 6-31 0,-7-2-27 15,-3 3-29-15,-2-2-28 0,1 0-13 0,-5 2-33 16,4-2-32-16,-8 2-88 0,-1 0-277 0,-9 0 123 16</inkml:trace>
  <inkml:trace contextRef="#ctx0" brushRef="#br0" timeOffset="56852.91">20009 7606 101 0,'0'0'123'15,"0"0"-4"-15,0 0-4 0,0 0-9 0,0 0 0 16,0 0-10-16,15 12-1 0,-8-6 7 0,0 2-11 16,1 2-2-16,0 3 6 0,-1 4-3 0,0 1-7 15,-1 4 3-15,-2-2-6 0,-4-1-9 0,-1 8-10 16,-2-2 6-16,0 0-10 0,0 1 2 0,-7-2-2 15,2 0-1-15,0 1-7 0,-1-6 2 0,0-1-3 16,-1 4 0-16,1-5-5 0,2-1-3 0,-3 0 0 16,4-1-3-16,1-4-2 0,1 4-4 0,-1-4 1 15,3 1-5-15,0-1-3 0,2-3-1 0,0 2-2 16,3-3-1-16,1-3-1 0,2 3 2 0,2 1-1 16,2-2-3-16,3-3-3 0,5 2-1 0,2-3-11 0,3-1-17 15,4-2-26-15,0-1-39 0,2 1-33 16,1-6-37-16,-2 1-25 0,0-1-29 0,-7 1-129 15,-1-2-358-15,-1-1 158 0</inkml:trace>
  <inkml:trace contextRef="#ctx0" brushRef="#br0" timeOffset="57208.48">20442 7928 9 0,'0'0'134'0,"0"0"0"0,17 8 2 0,-13-5-17 16,2 3 9-16,-1 1-5 0,0 2-2 0,-1 0 2 15,1 1-4-15,-1-1-8 0,2 1-8 0,-2-1-4 16,-1 2-8-16,1-5 0 0,-3 2-7 0,1 0-5 16,1-4-7-16,-3-4 0 0,4 9 11 0,-4-9 7 15,2 7 7-15,-2-7 3 0,2 6 15 0,-2-6 3 16,0 0-3-16,0 0-9 0,0 0-13 0,0 0-7 16,0 0-5-16,0 0-7 0,0 0-7 15,0 0-4-15,0 0-7 0,-3-26-8 0,6 17-6 0,3-1-6 16,-1-6-3-16,4 1-4 0,3-2 0 0,2 3-8 15,1-7-4-15,5 3-1 0,-3 5 2 0,0 1-9 16,-1 2 3-16,-2 2-1 0,-1 3-4 0,-3-1-1 16,2 4-3-16,-1 2 3 0,0 0-4 0,-1 4 0 15,0-2-1-15,0 3-4 0,-1 2 3 0,1 0 3 16,-2 0-3-16,0 2-2 0,-2 0-1 0,1-2-12 16,-1 3-27-16,-1 0-28 0,0 0-39 0,-2 3-44 15,-1-1-55-15,3-3-52 0,-3-2-203 0,3 2-503 16,-1-3 223-16</inkml:trace>
  <inkml:trace contextRef="#ctx0" brushRef="#br0" timeOffset="57456.28">21362 7893 90 0,'3'-7'222'16,"-3"7"-17"-16,6-3-7 0,-6 3-3 0,13-5-5 15,0 3-13-15,1 0-5 0,4-1-14 0,1-1-10 16,1 0-14-16,2-1-14 0,-1 3-9 0,0 0-7 16,7 0-12-16,-7 0-7 0,-3-2-9 0,0 3-8 15,-5-1-8-15,0 0-6 0,-2 1-2 0,-4-1-12 0,2 1-1 16,-9 1 2-16,13-2-6 0,-8 0-10 16,-5 2-13-16,0 0-27 0,12-1-30 0,-12 1-39 15,0 0-59-15,0 0-60 0,0 0-200 0,0 0-435 16,0 0 193-16</inkml:trace>
  <inkml:trace contextRef="#ctx0" brushRef="#br0" timeOffset="57911.96">22562 7612 2 0,'2'-9'219'0,"-4"2"-17"15,2 7-12-15,-5-13-12 0,2 9 3 0,-1-1-9 16,-3 1-8-16,7 4-10 0,-20 0-3 0,8 4-13 16,-7 3-7-16,2 4-3 0,-6 7-6 0,1 3-4 15,-2 3-17-15,4-1 0 0,1 4-11 0,3-1-8 16,3 1-6-16,5-2-9 0,3-2-6 0,2 3-6 15,3-6-6-15,5-1 0 0,0 0-5 0,4-3-6 16,5 6-12-16,0-5-23 0,7 2-26 0,-2-9-26 16,5 2-32-16,3-3-37 0,0-1-31 0,2-5-26 15,1 0-11-15,-2-2-11 0,3-3-156 0,-3-3-381 16,0-2 168-16</inkml:trace>
  <inkml:trace contextRef="#ctx0" brushRef="#br0" timeOffset="59030.18">22874 7763 77 0,'0'-12'163'0,"-1"1"-2"0,-3 0-10 0,0 0-3 0,1 5-9 16,-1 1-2-16,4 5-7 0,-9-4-12 16,9 4-3-16,-14 2-6 0,5 3-8 0,-2 3-8 15,-4 3-6-15,4 4-5 0,-6 5-7 0,3 2-11 16,5-6 0-16,0 0-10 0,3-1-4 0,2 3-3 0,3-2-8 16,1-3 3-16,0 0-5 0,1-1-9 15,0 0 0-15,2-2 1 0,3-1-4 0,0-2-2 16,1 0-4-16,-1-3-1 0,-1-1-2 0,2 0-2 15,-7-3 0-15,16 0-4 0,-9-2 1 0,-7 2 1 0,14-8 0 16,-7 3-3-16,2-4-5 0,-1 0 4 16,0-1-2-16,-2-2-1 0,0-3 2 0,-2 4-1 15,0-4 0-15,0-2-2 0,2 2 3 0,-3 5 2 16,-2-1 1-16,0 2 1 0,1 3-1 0,-2 6 4 0,1-13 0 16,-1 13-3-16,0-9-3 0,0 9-5 0,3-7-3 15,-3 7-2-15,0 0-7 0,0 0 11 16,0 0-4-16,0 0-1 0,1 23 6 0,0-11 0 15,2 4 1-15,-1-6 1 0,1 3-4 0,2 2 5 0,0 2-3 16,-1-6 2-16,2 4-1 0,-1-5 0 0,1 0-1 16,2 0 5-16,0-1-2 0,2 1 3 0,2-3-2 15,-2-2 3-15,2 0-1 0,2-2 1 0,-2-1-6 16,2-2 9-16,-2-2-8 0,0 1 4 0,0-2 0 16,-3-1 1-16,0-2-3 0,0 0-2 15,-1-3-1-15,-1-1-1 0,0 0 0 0,-2-3 2 0,4-1-2 16,-5-2 0-16,-3-3-2 0,-1 0 7 0,0 0-6 15,-3 2 0-15,2-3-6 0,-5-8 2 0,-1 5 7 16,2 4-5-16,0 4-1 0,-1 0 8 0,-1 1 0 16,1 3 7-16,0 3-3 0,-1 1 6 0,3 0 4 15,0 3-8-15,1-2-4 0,3 6 1 0,-7-7-4 16,7 7-5-16,-2-5-1 0,2 5 0 0,0 0 1 16,0 0 6-16,0 0-6 0,0 0 1 0,0 0 4 15,25 12-2-15,-8-6-3 0,2-2 2 0,2-1 0 16,7 1 3-16,-2 0-4 0,1-1 4 0,-7 2-6 15,1-4-1-15,-3 1-1 0,-6 1 5 0,0 1-6 0,1 0 5 16,-3 1-4-16,-2 0-1 0,1 1 1 16,-3 0-3-16,-2 1 1 0,1 2 4 0,1 1 8 15,-4-1-5-15,3 3 3 0,-2 0 3 0,-1 3-4 16,-1 2 3-16,1 1-1 0,-2-4-2 0,1-2-1 16,2 5-1-16,-2-5-1 0,1 1 6 0,1-1-5 15,0-1 5-15,2-1-5 0,2-1 5 0,0 0-2 0,2 0 4 16,0-4-5-16,2 0 2 0,-1-1-2 15,3-2 2-15,0 1-5 0,0-4 4 0,-1-1-1 0,0 0 1 16,1-2-3-16,-2-1 3 0,-2-2-4 0,1 0 0 16,-2-2-3-16,0 0-5 0,-3-1 0 15,1-4 4-15,1-2-7 0,-5 1-3 0,1-2-1 16,-5-1 3-16,1 0 2 0,-3 0-2 0,-2-2 2 0,1 3-1 16,0-2 3-16,1 4 6 0,0 2-4 15,-1 4-3-15,0-2 3 0,1 1-1 0,2 4 3 0,-1 1-1 16,3 5-1-16,-4-11 2 0,4 11-3 15,0-7 2-15,0 7-6 0,0 0 4 0,8-6 2 0,3 5-3 16,1-1 1-16,2 4-1 0,2 2 3 0,6-1-1 16,-3 1 0-16,1 1 0 0,-1 2-2 15,-3 1 2-15,-2 1 4 0,-2-1-5 0,-1 3 0 0,1 2 4 16,-2 0-3-16,-3-3 5 0,0 4-4 0,-1 3 5 16,1-3-1-16,-2 2-3 0,0 0 1 0,-2-6 3 15,-1 2-2-15,5-5 4 0,-5 4-4 0,1-1 3 16,1-1-3-16,-2-1 1 0,5-2 1 0,-5-1 3 15,2-1-3-15,2 1 4 0,1-2-4 0,-1-3 2 16,-6 0 0-16,14 1 1 0,-14-1 0 0,13-1 1 16,-5-5-1-16,-1 0 3 0,2-1-5 0,-4-4-3 15,2 2-2-15,-3-1 4 0,-1-2-4 0,1-3 1 0,0 0 4 16,-1-1-4-16,-3-3-1 0,1 3-1 16,-2 0 1-16,1 4 2 0,0 1 0 0,-2 3 4 15,2 8-3-15,-1-11 2 0,1 11 5 0,0-9-8 16,0 9-8-16,0 0 0 0,0 0-1 0,0 0 3 0,0 0-1 15,0 0 10-15,0 0-4 0,-4 30-4 16,7-13 6-16,-3-6 4 0,1 7-11 0,0-2-21 16,-1 2-28-16,2-3-25 0,-1 1-37 0,1 1-41 15,-2-5-42-15,0 1-194 0,0 0-425 0,0-3 188 0</inkml:trace>
  <inkml:trace contextRef="#ctx0" brushRef="#br0" timeOffset="59204.33">23895 7536 147 0,'-1'-5'154'0,"1"5"-50"16,-3-9-41-16,3 9-23 0,0 0-42 0,0 0-24 15,0 0-54-15,0 0-87 0,8 26 38 0</inkml:trace>
  <inkml:trace contextRef="#ctx0" brushRef="#br0" timeOffset="59738.54">24156 7845 101 0,'15'-4'169'16,"-5"-1"-7"-16,-4 2 14 0,3-2-11 0,-2 1-17 15,2-2-1-15,-1-1-2 0,3-1-12 0,-4 0-6 16,1-3-8-16,-2 4-8 0,1-5-1 0,-1 3-14 15,0-2-12-15,-5-2 2 0,3 3-6 0,-4-2-1 16,0 5-3-16,-1-6-9 0,-2 6-4 0,2 1-5 16,-5-1-4-16,-2 1-2 0,-1-1-4 0,0 5-6 15,-1 0-4-15,-2 3-7 0,0 1-1 0,-6-1-4 16,1 10-2-16,-2 2 0 0,0 2-7 0,3-1 0 16,-3 4 0-16,9-1-4 0,1-1 0 0,3 1-5 15,1 0 5-15,2-1-3 0,4 0-1 0,3 0 2 16,1-1-3-16,4 0 0 0,2-5-1 0,2 2-3 15,2-1 4-15,4-3-1 0,-3-1 1 0,3-1-2 16,2-4 4-16,-1 1-3 0,7 1 1 0,-6-4-2 16,0-1 1-16,-1-3-4 0,0 0 1 0,-3-2 7 15,-1 0-2-15,0-3-7 0,-1 0 4 0,-1 2-1 16,-3-4 2-16,2-1-5 0,-4 0 4 0,-1-1-7 16,-2-4 4-16,1 3 1 0,-3 0-1 0,-2-2-1 0,1 0 5 15,-1 2-6-15,-2 4 0 0,0-2 1 16,0 1 5-16,0 0-6 0,-2 5 6 0,2 6-3 15,2-14-1-15,-2 9 1 0,0 5-3 0,3-10-3 16,0 3 2-16,4 6 1 0,-1-3-2 0,7 1-1 0,-1 3-4 16,0 0 3-16,1 3 0 0,1 1 6 0,4-1-8 15,-5 2 0-15,-1 0-1 0,-1 2 1 16,-1 1 4-16,5 5-2 0,-7-5 0 0,-1 3 0 16,-1-2 0-16,2 2 1 0,-3-2 2 0,-1 3-1 0,-2-2 2 15,2 2-2-15,-3 0 2 0,1-3-4 16,-2 2-9-16,0 1-30 0,1-2-33 0,-1 1-46 15,0 0-47-15,1-3-53 0,-1-1-197 0,3 1-452 16,-3-8 199-16</inkml:trace>
  <inkml:trace contextRef="#ctx0" brushRef="#br0" timeOffset="60016.08">25199 7286 110 0,'-1'-12'271'0,"-1"3"-16"0,1 2-17 0,0 1-19 0,1 6-25 15,0 0-23-15,-2-10-18 0,2 10-18 0,0 0 9 16,0 0-2-16,2 32 7 0,-2-6-2 0,2 5-19 16,2-1-13-16,-1 2-9 0,-1 2-9 0,2-4-9 15,0 2-8-15,-2 1-7 0,2-2-9 0,0-1-7 16,-1 2 0-16,-1-5-6 0,2 3-7 0,-1-3-4 15,2-1-17-15,-3-1-27 0,0-7-24 0,0 2-22 16,1-2-42-16,-3 1-36 0,0-2-42 0,-2-4-30 16,2-1-22-16,-1 1-188 0,1-3-444 0,-2-3 197 15</inkml:trace>
  <inkml:trace contextRef="#ctx0" brushRef="#br0" timeOffset="60194.37">25382 7647 188 0,'5'-9'230'16,"-3"2"-12"-16,2 1-19 0,-4 6-20 0,1-7-21 16,-1 7-18-16,0 0-10 0,0 0-12 0,0 0-6 0,0 0-10 15,3 26-10-15,-3-13-10 0,0 3-3 16,-4 1-11-16,2-1-9 0,-2 2-25 0,4-2-41 0,0 3-54 16,0-3-48-16,0-1-50 0,-2 0-150 15,2-4-335-15,2-3 148 0</inkml:trace>
  <inkml:trace contextRef="#ctx0" brushRef="#br0" timeOffset="60370.78">25397 7392 113 0,'-8'-7'143'16,"6"0"-39"-16,0 3-39 0,2 4-28 0,0 0-20 15,0 0-26-15,0 0-70 0,0 0-85 0,0 0 38 16</inkml:trace>
  <inkml:trace contextRef="#ctx0" brushRef="#br0" timeOffset="60636.45">25769 7342 157 0,'-4'-6'222'0,"-4"2"1"0,8 4-9 15,-6-7-13-15,6 7-20 0,-8-4-19 0,8 4-19 16,0 0-9-16,-14 15-6 0,7-1-2 0,-4 9-7 16,-3 4-4-16,3 4-13 0,2 1-1 0,-3 0-13 0,4 2-5 15,-1 11-3-15,2-10-11 0,0-4-4 16,-1 4 1-16,3-1-7 0,3-2-6 0,-2 1-3 16,3-1-4-16,0-1-5 0,0-3-6 0,-1 0-4 15,2-2 0-15,0 0-3 0,0-7-3 0,0-1-5 16,0-1-11-16,-3-5-11 0,3 1-10 0,-2-2-14 15,0 0-13-15,-1-3-18 0,1-1-24 0,0 0-16 16,2-7-28-16,-4 13-33 0,-1-8-15 0,5-5-36 16,-6 9-163-16,-4-7-402 0,0 0 178 0</inkml:trace>
  <inkml:trace contextRef="#ctx0" brushRef="#br0" timeOffset="60943.86">25508 7860 87 0,'12'-13'188'15,"-1"4"-27"-15,6-4-12 0,6 1-10 0,2 1-8 16,2-3-1-16,0 4-8 0,5-1-9 16,-3 1-11-16,2-1-10 0,1 2-6 0,-3-3-4 15,0 5-5-15,0-4-5 0,-1 1-7 0,-11 3-3 0,0-1 0 16,0-1 1-16,-3 0 10 0,-6 0-7 0,-1 0-5 16,-1-2 0-16,0 1 2 0,-4 0-2 15,2 0 7-15,-4 0-5 0,-4-2-1 0,2 5-3 0,-3-1-2 16,2 1-5-16,-3 1-5 0,1 1 1 0,-3 0-7 15,8 5-6-15,-18-3-1 0,9 5-3 0,-6 2 1 16,5 2-7-16,-9 3 1 0,6 4-3 0,-2 1 0 16,-1 7-5-16,5-4-2 0,2-3 0 0,4 3 0 15,1 2 2-15,6 0-4 0,2-3-11 0,6 2-15 16,3-2-27-16,9 1-22 0,6-2-44 0,1-2-43 16,2-5-44-16,1 0-49 0,-3-2-159 0,-1-2-433 15,1-1 192-15</inkml:trace>
  <inkml:trace contextRef="#ctx0" brushRef="#br0" timeOffset="61182.02">26432 7435 121 0,'6'-26'219'0,"0"7"-1"0,-2 2 5 16,0 1 4-16,-2 5 5 0,-2 1-3 0,2 3-14 15,-2 1-26-15,0 6-13 0,0 0-34 0,0 0-8 16,0 0-16-16,0 0-4 0,0 26-3 0,-2-2 1 15,0 3-9-15,2 4-16 0,-6-1-2 0,4-1-12 16,-1 1-5-16,0 0-6 0,1 1-6 0,0-2-3 16,0-3-2-16,-1 2-6 0,1-2-6 0,0-7-21 15,2 1-16-15,0 0-25 0,0-5-41 0,0 1-48 16,0-3-46-16,2-3-48 0,-2-1-42 0,0 1-205 16,0-10-489-16,0 10 218 0</inkml:trace>
  <inkml:trace contextRef="#ctx0" brushRef="#br0" timeOffset="61464.81">26266 7629 19 0,'-2'-5'247'0,"2"5"-23"0,-3-8-13 0,3 8-13 16,0 0-20-16,0-9-17 0,0 9-16 0,11-10-14 16,3 5-15-16,2 0-6 0,13 1-12 15,2-1-11-15,3-1-10 0,-1 2-8 0,1 3-3 16,-2-2-10-16,1 0-6 0,-2 1-4 0,-3 2-4 0,1-2-7 15,-11 2 1-15,-2 0-7 0,-3 0-2 0,-2 0-2 16,-4 0-5-16,3 2-5 0,-10-2 1 0,10 2 1 16,-7 0 4-16,3 3 5 0,-6-5 6 0,5 10 6 15,-2 0 9-15,-3-1 3 0,2 3-2 0,-4 1-6 16,2-3 0-16,-4 2-7 0,2 1 0 0,0 3-7 16,0-1-4-16,0-2-26 0,0-2-31 0,1 2-33 15,-1 0-45-15,0-1-52 0,2-3-45 16,-2 2-198-16,0-4-441 0,2-7 195 0</inkml:trace>
  <inkml:trace contextRef="#ctx0" brushRef="#br0" timeOffset="61626.59">26685 7347 39 0,'0'-11'129'0,"3"2"-24"0,-1 3-37 15,-2 6-33-15,7-3-10 0,-7 3-27 0,15 7-22 16,-5 3-13-16,-1 6-20 0,4 6-61 0,1 7 27 16</inkml:trace>
  <inkml:trace contextRef="#ctx0" brushRef="#br0" timeOffset="62250.18">26810 7774 154 0,'-3'9'198'0,"3"-9"18"0,0 0 6 16,0 0 3-16,-1 7-7 0,1-7-13 0,0 0-23 15,0 0-13-15,0 0-7 0,0 0-10 0,8-20-9 16,-4 14-11-16,-1-4-9 0,-1 1-13 0,2-5-10 16,0 2-13-16,1-4-5 0,4-1-9 0,-2-2-5 15,2 1-8-15,-1 1-3 0,9-4-7 0,-9 5-9 16,4 0-2-16,1 2-7 0,-2 2-3 0,-1 1-3 0,-2 5-4 16,1 1-3-16,-1 2-6 0,3 0 6 0,-11 3-12 15,13 6 1-15,-4-1-2 0,0 4-1 16,0 5 0-16,-1 0-2 0,-2 3 2 0,0-1 2 15,-2 2-7-15,1-2 1 0,-3 1 7 0,2 1-4 0,-3-1 0 16,-1-4-4-16,-1-5 2 0,2 3-1 0,0-6 3 16,-1-5 2-16,4 11 1 0,-4-11-2 15,0 9 4-15,0-9 7 0,0 0 12 0,0 5 1 16,0-5-1-16,0 0-5 0,0 0-3 0,0 0-3 0,0 0-1 16,0 0 3-16,0 0-5 0,2-25-1 0,-2 25-4 15,2-14-3-15,3 4 7 0,-1-2-22 0,2 2-4 16,3-5-1-16,3 3 1 0,3-8-3 0,1 8-6 15,0-1-4-15,-2 1 3 0,-1 1 3 0,3 1-2 16,-3 5-1-16,-1 2 1 0,-1 0 4 0,-1 3-2 16,2 0 3-16,-3 5 0 0,0 1 2 0,3 1 2 15,-4 1-1-15,1 2 7 0,0-1-1 0,0 1 2 16,0-1-4-16,-1-2 3 0,3 6 4 0,-3-1 7 16,1-3 0-16,5 1 2 0,-1 0 14 0,3-2-3 15,3-2 3-15,0-1-1 0,2-1-4 0,-2-1 5 16,4-5-4-16,0 1-1 0,-4-2 1 0,2-2-2 15,-3 1-3-15,-2-3 8 0,1-2 2 0,-3 0 0 16,-4 0 2-16,0-1 0 0,-1-3 3 0,0 0 5 16,-2-2 4-16,-1-3-8 0,-5 1-4 0,1-2 6 15,-2 3-6-15,-3-1-2 0,0 2 3 0,-3 3-5 16,2 3-9-16,-3 0-2 0,1 4-1 0,1 0-8 16,-6 2 2-16,-1 4 1 0,-8 7 3 0,-2 6 0 15,-5 3-1-15,4 1 2 0,3 1 2 0,1 4-2 16,5 3 2-16,3-5 0 0,6-1-5 0,3-1-17 15,6 0-43-15,5-1-40 0,7 1-63 0,10 3-78 0,4-6-59 16,6 1-233-16,2-5-574 0,11 2 254 16</inkml:trace>
  <inkml:trace contextRef="#ctx0" brushRef="#br0" timeOffset="62585.86">25452 8210 120 0,'0'0'273'15,"52"-3"-36"-15,2 1-26 0,36-6-23 0,9 1-22 16,9-4-23-16,1 0-18 0,13 4-17 0,-1-3-15 16,3 1-19-16,-1 3-20 0,5-2-37 0,-6-1-48 15,5 1-47-15,-16-2-45 0,-13 2-141 0,-3-5-284 16,-30 0 127-16</inkml:trace>
  <inkml:trace contextRef="#ctx0" brushRef="#br0" timeOffset="71599.87">20257 8564 67 0,'0'0'135'15,"-2"-8"-13"-15,2 8 0 0,-2-7 3 0,2 7-9 16,0 0-12-16,0 0-6 0,-3-8-14 0,3 8-4 16,0 0-11-16,0 0-9 0,-3-6-8 0,3 6-1 15,0 0-9-15,0 0-6 0,0 0-2 0,0 0 0 0,0 0-11 16,0 0 1-16,6 26-4 0,-5-14 2 16,2 4 1-16,-2 1-2 0,0 4-3 0,1 6 2 15,-1-1 4-15,-2 3 2 0,-1-2-3 0,2 2-1 0,0-1 1 16,-4-1 0-16,2 2-1 0,2-3 0 0,0 2 1 15,-1 0-3-15,-4-1-4 0,6 0 4 16,-2 1-6-16,-1-2 0 0,1-1 3 0,0 1 3 0,0-6-2 16,1 5 1-16,-3-6-4 0,2 0 0 0,1-1-3 15,0 0 2-15,0-1-3 0,0-1-1 0,1-3 2 16,-1-1 0-16,1-1-5 0,1 1 5 0,-1-2-5 16,3 1 1-16,-1 0 4 0,2-2 1 0,1 0-3 15,3 0 4-15,0-4-3 0,2 2-1 0,1-1 2 16,0-2 1-16,5-1-2 0,2-1 1 0,-1-4-3 15,4 2 0-15,5-5 2 0,1-1 2 0,-2 0-4 16,3-1 0-16,0-3-6 0,2-1 3 0,-2 1-4 16,-1 0 0-16,-1 0 3 0,-6 4 0 0,-2 0-2 15,-1 0 2-15,-4 2 0 0,-4 1-9 0,1 0 2 16,-3 0-1-16,0 0 6 0,-2 2-2 0,-6 1 1 16,9-3 1-16,-9 3 0 0,9 0 0 0,-9 0-2 15,0 0 1-15,8-3-3 0,-8 3 1 0,0 0-3 16,0 0 0-16,10 0 4 0,-10 0-2 0,0 0 1 15,6 3 1-15,-6-3-3 0,0 0 2 0,8 7 1 16,-8-7-3-16,2 9 1 0,-2-9 5 0,-1 11 1 16,1-3 2-16,-2 2 1 0,-3 2 1 0,1 5 3 15,1-2 2-15,-4 0-3 0,1 3 2 0,-1 0 2 16,0-1-4-16,1 2-3 0,0-3 3 0,-1 3 0 16,2-2-5-16,-3-2 4 0,5-2-12 0,-1-2-12 15,1 0-16-15,1 1-23 0,0-2-25 0,1-3-17 0,1-7-26 16,0 12-29-16,0-12-18 0,1 10-126 15,-1-10-318-15,7 3 141 0</inkml:trace>
  <inkml:trace contextRef="#ctx0" brushRef="#br0" timeOffset="71794.55">20776 9173 53 0,'-10'-23'185'0,"1"6"-17"0,0 1-13 0,0 2 2 16,1-1-3-16,-1 1-8 0,1 1-7 0,0 3-19 15,1 1-8-15,1 2-2 0,0 0-10 0,3 2-9 16,-2 0-15-16,5 5-2 0,-5-7-16 0,5 7-21 16,-6-6-18-16,6 6-33 0,0 0-25 0,0 0-12 15,0 0-9-15,0 0-38 0,0 0-18 0,0 0-147 16,0 0-285-16,0 0 127 0</inkml:trace>
  <inkml:trace contextRef="#ctx0" brushRef="#br0" timeOffset="72100.48">21214 9035 17 0,'0'0'240'0,"-1"-12"-6"0,1 12-11 0,-3-10-8 16,3 10 5-16,-1-9-9 0,1 9-24 0,0 0-20 15,-1-8-17-15,1 8-19 0,0 0-15 0,0 0-12 0,0 0-3 16,0 0-5-16,-8 39 2 0,4-13-8 16,4 4-4-16,-2 2-10 0,0 0-9 0,0 3-5 15,1-3-3-15,1-2-7 0,-2 1-7 0,4 0-4 0,-1-5-4 16,3-1-2-16,-2-4-5 0,2-2-11 0,1 0-17 16,-1-1-10-16,1-2-25 0,-1-5-37 15,-2 2-27-15,1-3-34 0,0-1-26 0,-1-2-13 16,1-2-16-16,-1 0-8 0,-2-5-16 0,0 0-117 0,0 0-352 15,0 0 156-15</inkml:trace>
  <inkml:trace contextRef="#ctx0" brushRef="#br0" timeOffset="72646.17">21217 9281 23 0,'7'-10'114'16,"5"-3"-5"-16,-1-3 0 0,2 1-6 0,4-4 0 15,3 0-18-15,-7 4 8 0,5 2-3 0,-4 1-4 16,0-1 2-16,0 0-2 0,0 0-1 0,-3 0-1 15,-3 4-5-15,-1 0-2 0,-1 1 6 0,0 0-1 16,-2-1-6-16,-1 2-5 0,-1-1-2 0,0 1 15 16,-2 7 11-16,2-11 3 0,-1 5 0 0,-1 6-10 15,0 0-9-15,2-10-6 0,-2 10-12 0,1-6-5 16,-1 6-10-16,0 0-7 0,0 0-4 0,0 0-8 16,0 0-1-16,0 0 1 0,-4 39-7 0,2-16 3 15,-2 3-7-15,1 2 2 0,2 2 1 0,0-6-5 0,1 3 3 16,1-3-1-16,-1-5-5 0,2 0-2 15,0-4 3-15,0 2-5 0,0-4 0 0,-1-2-2 16,1-2-1-16,0 3-3 0,-2-7-7 0,0-5-2 16,1 11-4-16,0-7-3 0,-1-4 0 0,3 6 3 0,-3-6-3 15,0 0-7-15,6 3-3 0,-6-3-1 0,0 0-2 16,18-5 3-16,-11 1 2 0,5 3 4 16,-3-1 2-16,2 0-3 0,-1 1 3 0,1 1 1 0,-2 0 2 15,4 2 2-15,0 1 2 0,2-3-1 0,2 5 2 16,0-1 3-16,0-3-2 0,2 0 5 15,3 2-2-15,-4-2 0 0,2-2 1 0,-2-2-2 16,1 1 2-16,-2-4 2 0,-3-2 0 0,-1 2 3 0,-2 2-1 16,0-4 0-16,-2 0-2 0,1-2-1 0,-4 1 6 15,-2-2-1-15,0 1-2 0,-1-2-1 0,-3 2 0 16,-2-1 6-16,2 0 4 0,-1 0-3 0,-2 0 1 16,-1 0 9-16,-1 2 5 0,1 1-3 0,1 0 1 15,-2 1-3-15,0 1-4 0,5 6-1 0,-11-3-2 16,5 2 1-16,6 1-3 0,-17 9 1 0,10 1-4 15,-1 6 5-15,-2-1-5 0,3-1-1 0,1 4-20 16,2-1-13-16,1 0-28 0,3 0-26 0,3-1-37 16,2-5-41-16,4 3-27 0,1-5-151 0,1-2-367 15,6-1 162-15</inkml:trace>
  <inkml:trace contextRef="#ctx0" brushRef="#br0" timeOffset="72906.63">22359 8958 64 0,'-1'-12'249'15,"0"3"5"-15,-1 1-12 0,2 8-15 0,-1-11-28 16,1 11-17-16,0 0-20 0,0 0-13 0,0 0 12 16,0 0 2-16,0 0-8 0,1 40-11 0,-1-20-15 15,-1 1-8-15,1 9-9 0,3 0-14 0,-3-2-9 16,1 0-7-16,0-2-7 0,0 0-10 0,1 1-8 15,0 1 6-15,0-8-19 0,-1-1-16 0,1 2-21 16,0-3-26-16,-1-1-31 0,3-2-38 0,-3-2-25 0,0 2-21 16,-1-4-27-16,2 0-20 0,-4-2-26 15,2-1-19-15,-2-2-131 0,2-6-387 0,-7 8 171 16</inkml:trace>
  <inkml:trace contextRef="#ctx0" brushRef="#br0" timeOffset="73166.03">22233 9258 32 0,'0'-11'151'0,"0"11"-19"0,9-8-8 16,1 2-10-16,5 0-1 0,7-1-9 0,7-4 0 0,3 1-22 15,1 0 5-15,3-1-2 0,0 2-7 0,-1 0-7 16,-3-1-6-16,0 1-7 0,-3 1-4 0,-1 1-5 16,-6 4-11-16,-2-1-5 0,-7 3 0 15,-2-2-2-15,2 5 6 0,-5-1 7 0,2 1 0 0,-2 1-1 16,-2 5 9-16,-2 0 15 0,-1 3-8 0,-2 0-1 15,-1 5 2-15,1 0-1 0,-3 0-2 0,-1 0 0 16,0-4-11-16,2 3-1 0,0-2 0 16,-2 0-7-16,2 2-7 0,1-3-14 0,0-1-27 0,-1-1-35 15,2 0-44-15,0-4-40 0,-1-6-42 0,3 12-172 16,-3-12-370-16,2 4 164 0</inkml:trace>
  <inkml:trace contextRef="#ctx0" brushRef="#br0" timeOffset="73343.58">22608 8867 28 0,'9'16'55'15,"7"5"-10"-15,0 2-10 0,3 2-18 0,7 0-10 16,-8 1-15-16,4-1-23 0,-1-1-31 0,0 0 14 15</inkml:trace>
  <inkml:trace contextRef="#ctx0" brushRef="#br0" timeOffset="73895.82">22806 9126 115 0,'16'23'75'0,"2"-1"-2"16,-7-8 1-16,0 0 2 0,-4-7-11 0,-1-2 7 16,0 3 9-16,-1-4 8 0,-1 1 13 0,-1 0 7 15,1-1 8-15,-4-4 0 0,5 5 3 0,-5-5-2 0,4 5 2 16,-4-5-5-16,0 0-9 0,0 0-8 16,0 0-6-16,0 0-4 0,0 0-8 0,0 0-3 15,-1-20-8-15,1 20 1 0,0-17-10 0,1 7-3 16,0-3-4-16,-1-2-4 0,3 4-6 0,0-2-2 0,-1 2-2 15,2 0-2-15,0 2 0 0,1 1-6 16,1 2-5-16,2-1-2 0,-2 4-1 0,1 1-1 16,-7 2-5-16,15 4 6 0,-7-3-9 0,1 3 5 15,0 3-3-15,-2-1-1 0,1 4-2 0,1-4 5 16,-2 4-6-16,1-1-5 0,-1 1 0 0,-2-1 13 0,2 1-14 16,-4-4 5-16,2 2-3 0,-1-2-2 15,-2 0-3-15,1 0 4 0,-3-6-1 0,3 9-3 16,-2-5 5-16,-1-4 3 0,0 0-7 0,0 0 1 0,4 5-10 15,-4-5-6-15,0 0-4 0,0 0-1 0,0 0-2 16,0 0-7-16,7-18-5 0,-2 13-2 0,1-2-9 16,3-6 1-16,-1 2-3 0,3-2 3 0,-2 3 2 15,5-3-3-15,-2 4 9 0,4 0 2 0,-6 2 1 16,2 2 3-16,-1 3 5 0,1 2-2 0,-1 1 5 16,2 3 6-16,-3 0 8 0,3 1 4 0,-2 0 1 15,3 2-2-15,3 4 5 0,-3-2 5 0,3 1-1 16,-2-3 1-16,0 2 0 0,-2-4 6 0,5-1 0 15,0-3 0-15,0 2-3 0,-5-3 8 0,4-4-2 16,1 2 4-16,-6-1-1 0,1-5 2 0,-2 3-3 16,-1 0 0-16,-2-4 1 0,3 2 5 0,-4-1-10 15,-2-2 4-15,0 3-3 0,-1-3 10 0,0 1-5 16,-3-3-2-16,0 2-2 0,-2 0 2 0,2-2-3 16,-3 2 7-16,-1 0 2 0,1 4 3 0,2 6 1 15,-4-11-4-15,4 11-6 0,-4-7-1 0,4 7-3 16,-10 0 1-16,10 0-2 0,-18 13-1 0,6 0-3 15,2 1 2-15,0 2-3 0,1-1-4 0,3 0-9 16,2 1-24-16,1-4-32 0,3 1-28 0,7 1-46 16,-1-6-59-16,3 1-58 0,6-1-170 0,1-3-455 15,3-4 201-15</inkml:trace>
  <inkml:trace contextRef="#ctx0" brushRef="#br0" timeOffset="75056.11">24372 8873 90 0,'-2'-10'166'0,"-1"2"3"0,0 2 1 16,2-1-9-16,-3 1-3 0,4 6-15 0,-2-10-14 0,2 10-12 15,-3-6-15-15,3 6-13 0,0 0-10 16,0 0-9-16,0 0 2 0,0 0 2 0,-1 26-2 16,3-5-2-16,0 4-3 0,-2 6-2 0,2 2-5 15,-2-2-3-15,2 5-2 0,-2 9-6 0,0-12-3 0,2-1 1 16,-2-2-6-16,-2 0 3 0,2-1-9 0,-2-2 2 16,2-8-5-16,2 0-2 0,-2-1-7 15,0-1 1-15,0-4-6 0,0-2 3 0,0 1-6 16,-2-3 4-16,6-2-8 0,-4-7 5 0,-2 10-2 0,2-10 2 15,2 7 6-15,-2-7 10 0,0 0 7 0,0 0 12 16,0 10-1-16,0-10-6 0,0 0-6 16,0 0-5-16,0 0-3 0,0 0 0 0,3-25-3 0,1 16-6 15,0-4-1-15,3-2-1 0,1-2-5 0,1-1-2 16,6-8-4-16,-2 6 2 0,5-1-5 0,-6 6 2 16,9-4 0-16,-6 6-2 0,2 2-4 15,-7 3 4-15,4 4-3 0,-2-2-3 0,-1 3 1 0,3 1-1 16,-5 2-1-16,1 2-2 0,0 1 10 0,-1 1-6 15,-1 3-2-15,1 2 3 0,-3-1 1 0,1 2-4 16,1-1 0-16,-5 3 2 0,4-3 0 0,-3 1 2 16,-2-3 1-16,2 3-5 0,-1-1 0 0,-1 0-4 15,2 0-26-15,-3-2-22 0,3 2-29 0,-4-2-43 16,3 0-42-16,-3-7-33 0,6 6-34 0,-6-6-165 16,0 0-432-16,0 0 191 0</inkml:trace>
  <inkml:trace contextRef="#ctx0" brushRef="#br0" timeOffset="75279.98">24734 8849 1807 0,'-4'-7'16'0,"1"0"12"0,-2 1 19 0,5 6-12 15,-5-11-21-15,4 6 9 0,1 5-4 0,-3-7 3 0,3 7 2 16,0 0-1-16,0 0 6 0,7-13-2 15,3 10 2-15,8-3 0 0,7-1-3 0,10 3-3 16,3-2-3-16,12-4 0 0,-10 4-18 0,10 0-30 16,-15 0-25-16,-4 3-25 0,0-1-27 0,-8 0-22 0,-2 4-22 15,-8-2-139-15,-1 0-311 0,-1 0 139 0</inkml:trace>
  <inkml:trace contextRef="#ctx0" brushRef="#br0" timeOffset="75478.86">25006 8643 3 0,'0'0'162'0,"0"0"-17"0,-7 0-13 16,7 0-6-16,0 0 12 0,0 0 20 0,-6 13 5 15,4-5-16-15,0 5 3 0,2 3-3 0,0 2-14 16,0 6-10-16,-1 0-6 0,0 1-14 0,0 1-6 16,-2-7-12-16,5 6-7 0,-2-6-9 15,0 0-2-15,1 2-14 0,1 3-17 0,-2-6-31 16,5 0-45-16,-1 1-35 0,0-2-34 0,3 0-44 0,1 0-191 15,2-2-371-15,1-2 164 0</inkml:trace>
  <inkml:trace contextRef="#ctx0" brushRef="#br0" timeOffset="76142.07">25760 9006 138 0,'-4'-7'231'0,"1"1"-18"0,-3 0-6 0,2 0-11 16,1 0-7-16,-3-1-11 0,-1 2-13 16,0-2-15-16,0 2-10 0,0 1-15 0,3 1-8 0,4 3-7 15,-14-5-14-15,10 2-11 0,4 3-5 0,-11-3-11 16,11 3-5-16,-12-1-10 0,12 1-2 0,-10 0-9 15,10 0-3-15,-10 3-4 0,10-3 1 0,-9 4-6 16,9-4-3-16,-8 3-5 0,8-3-1 0,-5 4-3 16,5-4-1-16,0 0-1 0,0 0 0 0,-7 4-5 15,7-4 7-15,0 0-8 0,0 0 3 0,0 0 0 16,0 0 2-16,0 0 0 0,0 0 2 0,0 0 1 16,-9 1-3-16,9-1 1 0,0 0 2 0,0 0-6 15,0 0 7-15,0 0-1 0,0 0 2 0,0 0-3 16,0 0-1-16,0 0-1 0,0 0 1 0,0 0-3 15,0 0-3-15,0 0 2 0,0 0-3 0,0 0-3 16,0 0 0-16,0 0-7 0,0 0 3 0,0 0 0 16,-3 10 2-16,1-4-3 0,2-6 5 0,-2 13-6 15,-2-3-1-15,1 0 2 0,0 3 3 0,-2 0-6 16,0 3 2-16,2-4 1 0,2 2 0 0,0-3-2 0,1 3 0 16,-2-2 0-16,2-2 1 0,0 3-1 15,2-2 1-15,-2-1 0 0,2-4 6 0,1 3-4 16,2-4 3-16,0 1 2 0,3 1-2 0,1-2-1 15,1 0 0-15,0-1 0 0,3-4 8 0,-1-2-11 0,-1 2-1 16,3-5-1-16,-1 0 4 0,-4-1-3 16,3 0 2-16,-1-3-4 0,0-4-1 0,-2 5 1 15,0-5-6-15,-5-1 4 0,1-1 0 0,-1-2 0 0,-1 2-4 16,-1-4-3-16,-2 2 2 0,0 0-3 0,-2-1 2 16,-5 1 0-16,2 1 1 0,-3 2-3 0,-1 1-2 15,-1 1 1-15,-1 3 1 0,-3 1-5 16,-3 1-3-16,3 3-5 0,-4 0-19 0,-2 4-6 0,0 0-14 15,-1 4-15-15,3 2-11 0,-9 2-17 0,10-1-16 16,0 3-5-16,1 1-10 0,2 0-14 0,3 2-22 16,2 1-28-16,1-1-127 0,4 0-353 0,4 0 157 15</inkml:trace>
  <inkml:trace contextRef="#ctx0" brushRef="#br0" timeOffset="76533.58">25826 9233 142 0,'8'-6'178'0,"3"-1"-3"0,1 1 2 0,-3 0-3 16,4-5 1-16,-3 4-8 0,3-5-4 0,-7 1-9 15,1 2-12-15,0-2-15 0,0 0-15 0,-1 1-5 16,-1-6-7-16,-1 3-6 0,1-3-9 0,-2 0-4 16,-1 0-5-16,-2-2-9 0,0 1-6 0,-4 0 3 15,0 0-7-15,-2 0-1 0,-1 1 0 0,1 2 3 16,-1 3-8-16,-1 0-6 0,4 3-3 0,-2 1-4 15,2 0-2-15,1 1-5 0,3 6-4 0,-6-9-4 16,6 9-3-16,-5-5-4 0,5 5-3 0,0 0 0 16,0 0-2-16,0 0 0 0,11-6-5 0,-11 6 1 15,18 0 10-15,-4 2-10 0,-1-2-1 0,5 2-2 16,-1-1-1-16,-3 0 1 0,0 2 8 0,-2-1-10 16,0 1-1-16,-1 1 1 0,-1 0-2 0,1 0 0 15,-3 1 0-15,2 2 1 0,-1 1 0 0,-5 1 1 16,3 0 0-16,1 3 2 0,-2-2-3 0,0 4 4 0,-4 1-3 15,-1-3 1-15,3 1 1 0,-2 3 8 0,2 0-9 16,-2 1-1-16,-1-5 1 0,-1 6-8 16,1 0-20-16,-1-1-37 0,2-1-39 0,-2-2-47 0,2-3-43 15,2 0-55-15,-1 1-182 0,3-4-462 0,3-1 204 16</inkml:trace>
  <inkml:trace contextRef="#ctx0" brushRef="#br0" timeOffset="76895.45">26560 9069 182 0,'11'-8'192'0,"-2"2"-8"15,2-2 6-15,1 0 2 0,-3 2-2 16,7-4-1-16,-5 2-14 0,2-2-17 0,5 1-11 0,-3-2-6 16,-1 0-11-16,1-2-7 0,-1 4-7 0,-1-1-7 15,-5 0-6-15,1 0-8 0,-1-1-7 16,-1 3 4-16,-3-3-7 0,0 1-7 0,0-3-6 15,-2 2-7-15,0 0-3 0,-4 1-2 0,0-1-7 0,-2 2 0 16,-2 2-13-16,0 0 3 0,-1 1-6 0,-2 2-11 16,-3 4 1-16,-5 0-2 0,-1 6-6 0,0 1-1 15,-7 5-2-15,1 2-1 0,-1 1-4 0,5 1 2 16,0 4 1-16,5-6-4 0,3 3 4 0,3-2-6 16,1 0-2-16,2 1 5 0,3 1-3 0,3-1 7 15,1-2-7-15,5 2 5 0,0-4-4 0,6-1 11 16,4 2-13-16,2-3-1 0,3-3-1 0,8 1-6 15,-2-2-8-15,4-3-17 0,-4-1-16 0,2 0-25 16,-7-2-25-16,-1-2-31 0,-1 0-33 0,0 0-40 16,-1-1-28-16,-2-1-41 0,-3-1-164 0,1-2-463 15,-1 3 206-15</inkml:trace>
  <inkml:trace contextRef="#ctx0" brushRef="#br0" timeOffset="77286.89">27034 8563 197 0,'-19'0'205'0,"-3"0"1"16,2-3-7-16,0 4-8 0,4-2-10 0,2 2-8 15,2 2-16-15,3-3-13 0,1 1-19 16,8-1-11-16,-11 2-16 0,11-2-7 0,0 0-6 0,-8 3-7 15,8-3 3-15,0 0-5 0,0 0-8 0,27 9 1 16,-1-7-7-16,5-1-6 0,3-4-3 16,16-2 0-16,-10 2-3 0,-1-1-1 0,1-2-5 15,-5 0 2-15,-1 1-5 0,-2 3 3 0,-12 0-5 0,1-2 1 16,-2 1 4-16,-7 3 6 0,-1-2 7 0,-2 1 2 16,-3 0 5-16,-6 1 10 0,10-3 1 0,-10 3-1 15,0 0 3-15,11 0-4 0,-11 0-4 16,0 0-6-16,0 0-6 0,9 0-4 0,-9 0-6 0,0 0-2 15,0 0-8-15,0 0-3 0,0 0-7 0,0 0-4 16,0 0-8-16,0 0-27 0,0 0-19 0,11-1-20 16,-11 1-31-16,0 0-32 0,0 0-42 0,2 7-44 15,-2-7-45-15,5 10-54 0,-3-5-208 0,-2-5-550 16,0 0 243-16</inkml:trace>
  <inkml:trace contextRef="#ctx0" brushRef="#br0" timeOffset="79114.72">28020 8687 4 0,'2'-8'142'0,"-2"8"-1"0,0 0-5 0,0-8-15 15,0 8-6-15,0 0-14 0,0 0-8 0,0 0-14 0,0 0-9 16,0 0-3-16,0 0-16 0,0 0 0 16,0 0-7-16,0 0-4 0,0 0-6 0,0 0 1 15,0 0-5-15,0 0-3 0,0 0-5 0,0 0 2 0,0 0-7 16,0 0 3-16,4 22-4 0,-4-22 1 0,0 0-2 15,0 0-1-15,0 0 0 0,1 7 5 16,-1-7-11-16,0 0 6 0,0 0 4 0,0 0 4 0,0 0 1 16,0 0 2-16,0 0 1 0,0 0 0 0,0 0 3 15,0 0 5-15,0 0 0 0,0 0-2 0,0 0 7 16,0 0 3-16,0 0 2 0,0 0 0 0,0 0-2 16,0 0-2-16,0 0-7 0,0 0-3 0,0 0-2 15,0 0-3-15,0 0-3 0,4-19-1 0,-4 19-4 16,0-12 0-16,0 12-4 0,0-11-1 0,0 11 3 15,0-16 2-15,0 7 2 0,-2-1 0 0,4 0-3 16,-2 0 1-16,0 0 5 0,0 3 5 0,2 0-3 16,-2-2 7-16,0 9 2 0,2-12 4 0,-1 7 1 15,-1 5-3-15,0 0 2 0,1-10-6 0,-1 10-3 16,0 0-4-16,1-7-4 0,-1 7-1 0,0 0-8 0,0 0-2 16,0 0-2-16,0 0 0 0,0 0 0 15,0 0 2-15,9 24 4 0,-9-9 5 0,4 5 2 16,1 4 10-16,-3 2-4 0,0 0-4 0,-2 3 0 15,3-3 2-15,-1 3 0 0,0-2-1 0,0-2-1 0,-2-4-2 16,2 2-4-16,2-5-1 0,-4 3-2 16,2-2 1-16,1-1 9 0,-3 0-12 0,3 1-1 15,-3-3-1-15,4 0-2 0,-3 1 1 0,0-4 0 16,2 1-1-16,-3-3-5 0,1-1 5 0,0 1 2 16,1-1-10-16,-2-4-11 0,0 2-6 0,2-1-22 15,-2-7-23-15,2 11-20 0,-2-11-22 0,0 10-14 16,0-10-10-16,0 7-14 0,0-7-16 0,0 0 5 0,0 0-19 15,0 0-6-15,0 0-142 0,0 0-347 0,0 0 153 16</inkml:trace>
  <inkml:trace contextRef="#ctx0" brushRef="#br0" timeOffset="79712.98">28037 8894 36 0,'-2'-11'126'16,"0"1"-7"-16,0 4 5 0,2 6 0 0,0-13-6 15,0 13-15-15,2-11-11 0,-2 11-11 0,4-4-1 16,-4 4-9-16,14-2-6 0,-2 2 1 0,-1 2-1 15,3 4 5-15,4-1-9 0,-1 0-8 0,3 5-2 16,-4-1 0-16,3 1-3 0,-3 0-6 0,0 2 1 16,-4 0-10-16,2-2-1 0,-5 1-3 15,-1-3-3-15,0 1-5 0,-2-1 3 0,-2-1-3 0,1 0-9 16,-3 1 7-16,1-2-2 0,0-1 0 0,-3-5 1 16,-1 10-8-16,1-10 1 0,-7 8 3 0,4-4 5 15,3-4-4-15,-6 5-5 0,6-5-2 0,0 0-2 16,-9 2 0-16,9-2-1 0,0 0-1 0,0 0-6 15,-5-13-7-15,5 13 3 0,8-14 6 0,-2 5-15 16,3 1 5-16,4-5-4 0,1 0 3 0,2-1 1 16,4-5-5-16,3 5 7 0,-8 1-8 0,5-4 10 15,-3 5-2-15,2-6 0 0,-2 6 3 0,-2-1 1 16,2 1-2-16,-4 1 10 0,-1 0 6 0,-3 3 2 16,-2 3 10-16,-1 1 7 0,0-1 7 0,-2 2-2 15,-4 3-2-15,5-5-7 0,-5 5-1 0,0 0-6 0,0 0-1 16,0 0 0-16,0 0 8 0,0 0 6 0,-5 24 3 15,-4-7-5-15,-1-1-1 0,0-1-1 16,2 3 1-16,1-1-8 0,-1 1 3 0,3-2-3 16,0-2-4-16,2-1 1 0,-1-2 0 0,5 1-3 0,-1-5 1 15,3 3 2-15,2-1-6 0,-1 0 0 0,0-5 1 16,0 0-1-16,1 1-6 0,1-3-2 0,2 1-5 16,0-2 6-16,-8-1-4 0,15-2-4 15,-7-1 3-15,1 0-2 0,-2-1 3 0,2-2-4 0,-1-1 3 16,-2-2 1-16,2-1 0 0,1 1 0 0,-4-1 1 15,0 0 0-15,0 0-3 0,0 1-1 0,-1 0 3 16,0 1-2-16,0 2-2 0,1 1 2 0,-5 5-5 16,5-6 1-16,-5 6 1 0,0 0 0 0,9 2 2 15,-9-2-2-15,4 9 5 0,-3-3-2 0,4 4 5 16,-2 0-2-16,-1-1-1 0,1 3 1 0,2-3-1 16,-1 1-2-16,-2-1-18 0,1 1-24 0,2 0-20 15,-1-1-32-15,1 1-40 0,-3-4-29 0,1 0-174 16,0-1-367-16,-3-5 164 0</inkml:trace>
  <inkml:trace contextRef="#ctx0" brushRef="#br0" timeOffset="80053.69">28803 8782 51 0,'0'0'134'0,"7"-3"6"0,-7 3 10 0,0 0-1 15,18 9-11-15,-13-2-8 0,3 4-15 0,-2 0 1 16,1 3-12-16,0 1-10 0,-1-3-3 0,1 1-6 16,2 1-10-16,-5-2-2 0,4-1-5 0,-3 0-5 0,4-2-2 15,-4 0-4-15,0-1 0 0,-1-2 0 16,1-1-3-16,-1-1 14 0,1-1 9 0,-5-3 10 16,5 8 12-16,-5-8 1 0,0 0-16 0,0 0-4 0,0 0-3 15,10-10-6-15,-3 4-11 0,-5-3-4 0,1 0-9 16,3-2 0-16,-2 1-9 0,2-5 0 0,1 0 1 15,0 1-8-15,1-3-5 0,1-1-15 0,-1 0-11 16,3 2-8-16,-1-1-15 0,-1 2-17 0,3 3-24 16,-5 3-19-16,1 0-33 0,-1 3-31 0,3 0-14 15,-4 2-19-15,2 3-4 0,-8 1 3 0,16 9 2 16,-9-1-127-16,-2 2-331 0,-3-1 147 16</inkml:trace>
  <inkml:trace contextRef="#ctx0" brushRef="#br0" timeOffset="80299.95">29190 8884 78 0,'10'0'121'0,"-10"0"0"0,13-3 9 16,-7 0-4-16,2-1 6 0,2-1-7 0,-1-1-3 16,-1-2-8-16,-2 3 9 0,3 0-13 0,-1-4-14 15,-2 1-7-15,1 0-8 0,-4 1 3 0,1-1 6 16,-2-4-2-16,-1 6-6 0,0-3 3 0,-1 9-4 16,-4-15-5-16,3 7-6 0,1 8-2 0,-6-12-7 15,2 8-3-15,4 4-8 0,-12-4 0 0,12 4-11 16,-19 1 1-16,9 5-8 0,-6 4 0 0,4 1-3 15,-2 3-4-15,2 0-1 0,-2 2 0 0,4 1-3 16,2 0 0-16,4-3-6 0,3 0 0 0,1 1 0 16,4 1-2-16,1-6-9 0,4 5-14 0,5-1-21 15,-1-4-23-15,3-1-34 0,2 0-25 0,1-2-24 16,1-1-29-16,0-5-16 0,0 3-165 0,0-4-375 16,-1-2 166-16</inkml:trace>
  <inkml:trace contextRef="#ctx0" brushRef="#br0" timeOffset="80506.84">29534 8661 92 0,'1'-10'234'0,"-1"1"-3"0,0 2-9 0,0 7-19 16,-1-12-25-16,1 12-15 0,0 0-15 16,0 0-16-16,0 0 2 0,0 0-6 0,0 0 4 0,2 32-6 15,-2-16-16-15,0 3-2 0,-2 7-17 0,2-7-6 16,-2 0-11-16,1 9-5 0,4-4-7 0,-6 2-10 15,3-7-21-15,0 1-33 0,0 0-49 16,1-1-52-16,1-2-41 0,1-2-62 0,0-2-178 16,2-3-415-16,1 0 185 0</inkml:trace>
  <inkml:trace contextRef="#ctx0" brushRef="#br0" timeOffset="80732.28">30100 8690 152 0,'0'0'275'0,"-1"-9"-27"0,1 9-25 0,0 0-21 15,0 0 1-15,0 0-4 0,0 0-6 0,-7 28-19 16,6-12-10-16,0 5-11 0,1 4-17 0,-2-6-12 16,4 4-8-16,-1-3-11 0,3 5-10 0,-3-5-11 15,2-1-13-15,0 2-15 0,2-2-30 0,-2-2-35 16,1 0-47-16,1-6-40 0,-4 1-52 0,4-2-55 15,-2 0-212-15,0-5-449 0,-3 2 199 0</inkml:trace>
  <inkml:trace contextRef="#ctx0" brushRef="#br0" timeOffset="80898.11">30036 8415 79 0,'0'0'104'0,"0"0"-23"16,10 23-33-16,-5 2-31 0,4 5-34 0,-1 2-35 15,3 3-57-15,3-2 25 0</inkml:trace>
  <inkml:trace contextRef="#ctx0" brushRef="#br0" timeOffset="81111.98">30293 8931 185 0,'0'0'215'0,"0"0"-7"0,0 0-4 0,9-17-8 16,-7 9-12-16,1 1-2 0,1-6-12 16,2-1-8-16,2 3-10 0,2-4-11 0,2-2-12 15,3-2-8-15,-1 5-13 0,5-5-13 0,-5 9-11 0,0 0-5 16,-2 3-5-16,-1 0-15 0,-2 3-8 0,0 1-4 16,2 2-7-16,-3 1-4 0,-8 0 1 0,13 7-9 15,-3 1-1-15,-4 1-5 0,0 0-9 16,-2 2-22-16,-2 1-26 0,5 6-31 0,-5-3-39 0,2 0-55 15,-2-3-45-15,0 4-207 0,1-4-446 0,0-2 197 16</inkml:trace>
  <inkml:trace contextRef="#ctx0" brushRef="#br0" timeOffset="81357.36">30946 8568 170 0,'-2'-10'299'0,"1"-3"-13"16,1 3-8-16,-1 0-23 0,-2 4-23 0,2-1-26 16,1 7-27-16,0 0-20 0,0 0-11 0,0 0-15 15,0 0-12-15,1 31 3 0,-2-1-9 0,2 1-8 16,-1 4 0-16,2-1-19 0,-6 11-6 0,4-12 17 16,-3-3-1-16,0 1-20 0,3-1-5 0,-3-3-6 15,0 0-26-15,3-7-32 0,-2 0-29 0,1-1-36 16,-2-3-57-16,0 1-54 0,2-5-61 0,-2-2-57 15,-2-2-163-15,-2-3-485 0,2-2 215 0</inkml:trace>
  <inkml:trace contextRef="#ctx0" brushRef="#br0" timeOffset="81862.03">30961 8722 180 0,'10'-16'178'0,"1"0"6"16,0 0-6-16,0 0 2 0,-1 1-9 0,0 1 2 15,1 3-18-15,-3 1 0 0,0 1-9 0,2-3-11 16,-1 3-11-16,-3 1-3 0,2 1-7 0,1-2-11 0,-3 3-10 16,-1 1-8-16,0 0-5 0,1 3-7 15,-3-3-12-15,-3 5-1 0,7-5-11 0,-7 5-7 16,0 0-3-16,9-4-9 0,-9 4-3 0,0 0-1 16,7 14-5-16,-3-4 0 0,-1 0-1 0,3 5-3 15,-5 3-1-15,2-1 1 0,-2 2-2 0,0-2-1 16,1 2-1-16,-1 1-5 0,-1-4 0 0,3 1-1 15,-3-5-3-15,0 0-1 0,2-1-1 0,-1-1-10 16,-1-2 4-16,2-1 0 0,2-3-1 0,-4-4 0 16,3 10-3-16,0-5 2 0,2 1 6 0,-5-6-6 0,8 8 4 15,-4-5-1-15,1 2 3 0,0-1-6 0,5-1 3 16,-5 1 2-16,7-1 0 0,-1 1 1 16,1 0 1-16,1-2 0 0,0 1 5 0,5 1-3 15,2-2 1-15,2-2-3 0,-1 1-1 0,7-2 4 0,-5 2-1 16,-4-1-1-16,1-2 2 0,-1-2-1 0,-5 2 1 15,-2-3-3-15,4-2 4 0,-5 0-4 16,0 2 0-16,-4-3 1 0,2-4 5 0,-3 5 7 16,-2-5 7-16,-2 1 1 0,-1-2 1 0,-1 1-2 0,-3-4-4 15,-1 5-1-15,1-1 8 0,-4 2 0 0,2-2-1 16,-1 5-6-16,1 1 0 0,-1-1-6 0,6 7-3 16,-6-5-3-16,6 5 1 0,-16 5 1 15,9 5-1-15,-4 1 4 0,3 2 1 0,0 3-5 0,2-1-3 16,-2 2-14-16,6 0-30 0,1 1-61 0,1-3-61 15,6 1-71-15,-5-5-250 0,7 2-523 0,-3-3 231 16</inkml:trace>
  <inkml:trace contextRef="#ctx0" brushRef="#br0" timeOffset="82728.1">22357 10456 42 0,'-8'5'164'0,"8"-5"0"0,0 0 15 16,0 0 4-16,0 0-5 0,0 0-18 0,0 0-19 0,0 0-11 16,0 0-13-16,-13-11-11 0,13 11-11 0,-4-10-4 15,3 3-13-15,-2-3-5 0,2-2-3 16,1 2-6-16,3-2-7 0,-1-6-5 0,5 0-9 16,3-6-2-16,-1 7-6 0,6-5-1 0,3-1-6 0,1 1-2 15,-1 1-4-15,3 2 1 0,-1 2-6 0,-3 4-5 16,0 2 4-16,-1 3-4 0,0 2-4 0,-3 5 0 15,5 2-5-15,-1 4-1 0,-2 1 1 16,1 8 3-16,0 5 1 0,-2 3-3 0,0 2 2 0,-4 1 0 16,-1 1-1-16,-1 0 2 0,-3-6-2 0,-1-1 3 15,-1 0-3-15,-2-4 2 0,0-2 0 0,0-2-4 16,-1-2 3-16,0 0 2 0,2-2 4 0,-2-7 2 16,-2 11 2-16,2-11 2 0,-3 5-3 0,3-5-2 15,0 0-2-15,0 0 1 0,0 0-1 0,0 0 0 16,-20-15-3-16,18 5-2 0,2-1 0 0,2-3 2 15,2-2-4-15,3-2 2 0,4-7-4 0,-2 3-2 16,8-2-6-16,-7 0 0 0,4 3-2 0,3 1 3 16,-2 8-6-16,-1 2 3 0,2-2 3 0,0 7-5 15,-2 1 3-15,-3 3-5 0,2 4 4 0,3 0 2 16,-4 5-1-16,1 5 4 0,4 6 0 0,-6-3 0 16,-1 8-2-16,2 0 5 0,-2 1-2 0,-2-1-3 15,-3 1-14-15,-1-6-21 0,0 1-18 0,-3-2-27 16,3 1-30-16,0-2-35 0,-2 0-39 0,-1-6-139 15,2 0-354-15,0-2 156 0</inkml:trace>
  <inkml:trace contextRef="#ctx0" brushRef="#br0" timeOffset="83100.52">23214 10203 52 0,'-18'4'204'0,"2"2"-4"15,-2 0-6-15,1 7-12 0,-3 6-13 0,1 2-8 16,4 1-13-16,2 2-11 0,2 0-15 0,3-1-11 16,3-3-13-16,2-2-7 0,5-1-11 0,-2-1-5 0,4-5-5 15,5 3-6-15,0-4-7 0,5 0-6 16,4-1-3-16,2-5-3 0,2-4-10 0,6 0-8 16,-6-2-5-16,-3-3-5 0,-1 0-8 0,0-2 3 15,-2 0-3-15,-2-3-1 0,2 1-3 0,-5-4 1 0,0 0-1 16,-1-1-1-16,-1-3 2 0,-4 2-4 0,0-4 1 15,-2 3 1-15,-1 0 3 0,-2 0 0 0,-1 1 12 16,0 3 8-16,-1 3-6 0,1 2 6 16,1 7 1-16,-3-14-2 0,3 14-7 0,-2-6-4 0,2 6 3 15,0 0 5-15,0 0 0 0,-3 25 4 0,3-7-4 16,0-3-2-16,2 3 1 0,0 0-5 0,1 1-2 16,-1-1 0-16,5 0-7 0,-2-1-7 0,0 0-18 15,-1-1-24-15,1-4-21 0,1-2-31 0,2-1-30 16,-1-3-33-16,0-1-36 0,-1-2-185 0,1-2-407 15,-7-1 180-15</inkml:trace>
  <inkml:trace contextRef="#ctx0" brushRef="#br0" timeOffset="83306.77">23508 9990 140 0,'0'-11'214'16,"-1"6"-15"-16,1 5-25 0,-1-9-22 0,1 9-2 15,0 0 9-15,0 0 4 0,1 30-2 0,0-3-8 16,0 1-8-16,2 4-21 0,-4 0-10 0,1 3-13 16,1 1-8-16,-2 11-7 0,-1-14-10 0,4-1-6 15,-2 0-16-15,-2-1-20 0,4-2-32 0,-1 0-38 16,3-5-46-16,-4-5-46 0,0-2-48 0,0-1-181 16,0-3-387-16,-4-3 171 0</inkml:trace>
  <inkml:trace contextRef="#ctx0" brushRef="#br0" timeOffset="83468.98">23472 10200 5 0,'13'3'77'0,"0"1"-37"16,5 2-48-16,-3 2-11 0,3 0-22 0,-3 5 10 15</inkml:trace>
  <inkml:trace contextRef="#ctx0" brushRef="#br0" timeOffset="84112.51">23711 10477 72 0,'0'0'185'0,"0"0"-5"15,5-25-4-15,1 17 1 0,-3-3-10 0,5-1-12 16,-2 0-11-16,2-3-11 0,1-1-4 15,-1-2-4-15,-1 0-11 0,1 0-10 0,0 1-3 0,-3-2-9 16,1 2-1-16,-2-1 0 0,-3 1-10 0,-1 5 1 16,-1 1-6-16,1-1-7 0,-4 5-7 15,2 0-7-15,-2 1-7 0,4 6-4 0,-8-6-9 0,8 6 1 16,-15 0-6-16,2 5-1 0,4 2-1 0,-3 6-4 16,-5 8-1-16,3 1 0 0,0 2 1 0,3-1-8 15,5-3-2-15,-3 6 1 0,5-1 1 0,2-7-3 16,3 0 1-16,4 0-3 0,3-4 0 0,-2-3 8 15,7 1-10-15,-3-3 3 0,5 2-1 0,2-3-3 16,-2-3-1-16,3-2 6 0,-1 0-5 16,-3-2 8-16,4-2-9 0,-4 0 2 0,3-2-5 0,0-2 3 15,-2-2-3-15,1 0 2 0,-6 0-2 0,2 0 0 16,-3-3 2-16,2-4-4 0,-3 5 1 0,1-2 3 16,0-3-4-16,0-1-3 0,0-1 5 0,-2-1 1 15,2 0-1-15,-2-1-3 0,2 1 2 0,-2 0-4 16,1 2 1-16,-2 5 0 0,2 1-1 0,-3 0 1 15,-1 4-5-15,0 0 4 0,-4 5-3 0,9-3 3 16,-9 3-1-16,12 8 4 0,-5-2 11 0,-2 6-7 16,2 1 5-16,-5 4-3 0,3 3 5 0,-1-2-1 15,0-2-3-15,0 1-1 0,1 0 2 0,0-2-5 16,1-3 2-16,1-3 7 0,-1-1-6 0,2 1 3 16,-3-4-3-16,4-1 1 0,-2 2 0 0,1-5-2 15,1 0 4-15,2-2-2 0,-2 0-2 0,-2-4-1 16,3 1 2-16,-1-3 0 0,-1-1 12 0,-2 0-14 15,2-1-1-15,-3-1-2 0,-1-2 3 0,2 0-3 0,-3-5-2 16,1 0-2-16,-2 0 4 0,3-2-3 16,-4 1 0-16,1 1 0 0,0 1-1 0,-1 5-1 15,1 0 0-15,-1 4 3 0,-1-3-6 0,0 10-1 16,0-9 3-16,0 9 0 0,0 0-3 0,0 0 0 0,0 0-1 16,0 0 7-16,0 0-1 0,4 33-1 15,-3-17 1-15,0 1 5 0,1 0-5 0,-2-1-26 16,2 1-20-16,1-1-33 0,-1 0-32 0,1-2-35 15,1 1-39-15,0-5-43 0,-4-1-218 0,1 1-483 0,-1-3 213 16</inkml:trace>
  <inkml:trace contextRef="#ctx0" brushRef="#br0" timeOffset="84270.59">24083 9991 47 0,'-2'-5'110'0,"0"0"-17"0,2 5-33 0,0 0-25 16,0 0-32-16,0 0-61 0,13 19-64 0,-1-7 29 15</inkml:trace>
  <inkml:trace contextRef="#ctx0" brushRef="#br0" timeOffset="84639.98">24551 10180 57 0,'-28'5'221'0,"18"-2"7"0,-2 3 0 0,-1-1-2 16,-2 3-8-16,-3 1-8 0,4 1-9 0,1 1-8 15,0 2-21-15,1-1-17 0,4 3-12 0,3-1-16 16,1-1-9-16,1 0-13 0,3-3-6 0,2 2-12 16,2-1-12-16,3-1-3 0,2-2-5 0,3-1-9 15,4 0-10-15,5-5-10 0,0 0-6 0,0-2-7 16,8-3-7-16,-8 1-4 0,-2-4-3 0,-1 2-8 15,-2-5 5-15,-3 1-2 0,3-1 0 0,-7 1-3 16,-3-2 2-16,3-2-3 0,-1 2-1 0,-1-5-1 16,-5 4 0-16,0-4 2 0,1 3-1 0,-1 2-1 15,-2 0 3-15,0 0 7 0,0 3-1 0,0 7 2 16,0-10-5-16,0 10-2 0,0 0 3 0,0 0 8 16,0 0-5-16,0 0-7 0,0 0 7 0,0 0 2 15,-7 28-4-15,1-11 3 0,5 0-9 0,1-2 6 16,-2 0 0-16,4-2-3 0,1-1 2 0,2-2-10 15,0 0-11-15,1-2-26 0,3 0-16 0,1-1-27 16,-3 0-30-16,2-4-21 0,2-1-37 0,-2-1-20 0,-1-2-43 16,-8 1-166-16,15-8-431 0,-6 4 191 0</inkml:trace>
  <inkml:trace contextRef="#ctx0" brushRef="#br0" timeOffset="84842.28">24831 9964 47 0,'0'-10'217'0,"0"5"-6"0,0 5-14 16,0-12-19-16,0 12 1 0,0 0 25 16,0 0 9-16,0 0-4 0,9 25-6 0,-7-6-5 0,1 0-24 15,1 5 6-15,-2 0-20 0,2 1-19 0,1 1-11 16,-1-3-10-16,0-3-11 0,1 5-9 0,-1-6-13 16,1 0-11-16,-1 0-18 0,3-1-25 0,-1 1-37 15,-1-2-37-15,-2 2-70 0,3 1-70 0,-4-5-63 16,-1 2-231-16,-1-1-512 0,-1-4 227 0</inkml:trace>
  <inkml:trace contextRef="#ctx0" brushRef="#br0" timeOffset="85724.02">25654 9803 77 0,'10'-17'213'16,"1"4"-5"-16,-7 1 0 0,3 2-8 0,-3 2-1 0,-2 4-4 16,1-2-15-16,-3 6-19 0,4-7-15 0,-4 7-17 15,6-3-16-15,-6 3-5 0,6 12-7 0,3 2 3 16,-2 11-5-16,0 5-5 0,-1 5-3 0,-3-1-13 15,1 11-1-15,-2-10-9 0,-4 0-6 0,2 0 6 16,-2-4-16-16,0-1-5 0,2-3-3 0,-2-1-5 16,2-7-7-16,1-2 0 0,-1-2-5 0,-2-3 12 15,0-2-14-15,2-3-2 0,0-1-1 0,0-6-5 16,-2 12 3-16,2-12 5 0,-2 8-3 0,2-8 0 16,0 0-4-16,0 0-1 0,0 0-1 0,0 0 4 15,0 0-10-15,0 0-3 0,-10-28-7 0,13 17-6 16,4-5-10-16,-3 3-8 0,1-4 3 0,5-1 4 15,2 1 0-15,-3 2 2 0,2 1-3 0,1 2 0 16,1 1-1-16,-4 5 2 0,2 2 7 0,-2 1-5 16,2 3-4-16,-3 0 4 0,-8 0-1 0,17 7 1 15,-11 0-4-15,-3-1 3 0,2 1-6 0,-5 0-5 16,0 4-6-16,-6-3-10 0,2 3-14 0,-5 3-8 16,-3-1-11-16,2-4 3 0,1-3-2 0,2 1 7 15,1-1 3-15,-2-2 8 0,4 1 5 0,-1-1 6 16,5-4 10-16,-6 4 1 0,6-4 5 0,0 0 4 0,-9 5-3 15,9-5 14-15,0 0-3 0,0 0 1 0,0 0 3 16,0 0-1-16,0 0 8 0,22 5 1 16,-8-6-2-16,-1 2 7 0,5-2 2 0,2-1-2 15,1-2 2-15,-1 4 2 0,8-3-4 0,-2-1 5 0,1-3-10 16,2-1 8-16,-4-2-2 0,-5 3-2 0,-2-2 3 16,6-1 2-16,-5 2-5 0,-2-4 1 0,-1-1 3 15,0 3-3-15,-4-2-1 0,-1 0 4 0,0-2 1 16,-4 5-5-16,-1-9 4 0,-6 7 1 0,0 0 5 15,-2-1-2-15,0-3 3 0,-2 5 7 0,-2 3-5 16,-2-3 11-16,3 2 1 0,-3 2 0 0,0 1-2 16,1 1 1-16,1 4-1 0,6 0 4 0,-23 5 0 15,10 7 8-15,-1-2-2 0,1 5 0 0,0-2-3 16,3 4-5-16,4-1-1 0,-1 0 2 0,7 2-7 16,0-3 1-16,3 1-5 0,3 0-3 0,1-6-15 15,0 2-25-15,2 1-38 0,-2-4-32 0,3 0-35 16,4-5-37-16,1 2-42 0,-2-2-119 0,-1-1-359 15,0-3 159-15</inkml:trace>
  <inkml:trace contextRef="#ctx0" brushRef="#br0" timeOffset="86088.92">26396 9921 11 0,'0'0'184'0,"0"0"-22"16,0 0 18-16,0 0 11 0,0 0 0 0,0 0-10 15,6 26-3-15,-8-8-15 0,5 7-5 0,-4-6-12 16,1 11-12-16,0-4-7 0,1 3-8 0,-2-1-10 16,-1-4-1-16,2 1-13 0,0 0-10 0,2-7-7 0,-1-3-5 15,1-2-10-15,3-1-5 0,-3-1-2 16,0-1-3-16,0-2-6 0,-2-1-4 0,3-2-4 16,-3-5 6-16,2 8 9 0,-2-8 8 0,0 0-12 15,0 0-2-15,0 0-6 0,0 0 0 0,0 0-8 0,2-24 0 16,-2 14-6-16,-4-6-7 0,4-1 1 0,-3 0 11 15,-1-3-19-15,2-4-3 0,-4-4-6 16,2 3 2-16,4-5-7 0,0-1-1 0,3-1-5 16,-1 2-7-16,7 0-1 0,-4-2-14 0,6 2 1 0,0 1-3 15,2 1 0-15,-2 4 4 0,1 7 3 0,-1 2-1 16,0 2-3-16,-1 3-12 0,0 1-19 0,-1 3-20 16,1 1-21-16,-2 3-22 0,3 2-15 0,-11 0-19 15,14 4-17-15,-7 1-11 0,-1 2-20 0,-3 2-146 16,-1 1-378-16,-2 2 168 0</inkml:trace>
  <inkml:trace contextRef="#ctx0" brushRef="#br0" timeOffset="86448.15">26429 10014 47 0,'0'0'124'0,"0"0"15"0,0 0-4 0,0 0 0 0,19 1-10 15,-8-2-3-15,3 0-6 0,1-3-8 0,6 0-15 16,-4 2 4-16,3 0-16 0,-1 0-4 0,-2 0-6 15,-3 1-6-15,-3 2-1 0,0 2 3 0,1-2 2 16,-6 2-3-16,1 0 5 0,-3 2 6 0,-1 0 1 16,1 2 7-16,-1-2 3 0,-3 7-5 0,-3-2-1 15,1 0-7-15,-1 0-3 0,3 0-8 0,-2-1-2 16,4-2-10-16,-1 0-6 0,1 0 5 0,3 0-6 16,-3-2-8-16,2 0 1 0,3 0-3 0,2-2-1 0,0-2-6 15,2-2 1-15,2-3 0 0,6 0-7 0,-6-2 0 16,5-1 1-16,-5-2-2 0,3-3-2 15,-3 3-3-15,-3-4-1 0,-1 3-3 0,4-2 1 16,-8 1 0-16,2-4-4 0,-3 0 3 0,-4-1 0 0,2-1-4 16,-4 0-6-16,0 1-6 0,-2 5 1 0,-1-2-11 15,-5-1-24-15,4 5-14 0,-1 0-19 16,-1 3-18-16,0 3-20 0,0-1-19 0,-1 4-8 16,9 0-10-16,-17 4-23 0,7 4 1 0,1 0-13 0,-1 5-149 15,-3 2-356-15,7-4 159 0</inkml:trace>
  <inkml:trace contextRef="#ctx0" brushRef="#br0" timeOffset="86935.75">26859 10135 16 0,'0'0'152'0,"14"0"7"0,-8-3 3 16,-6 3-4-16,17-7-6 0,-7 2-5 0,-3 0-8 16,1 3-5-16,-1-4-15 0,0 0-8 15,-2 1-12-15,1-2-7 0,1-1-10 0,-3-2-1 0,0 0-9 16,0-2-5-16,-2 0-7 0,0 1-4 0,-6-5-7 15,4 0 2-15,-6 1-4 0,4 4 0 0,-2-6-9 16,0 6 1-16,1-1-3 0,-3 3 0 16,3-1-3-16,-1 0-4 0,4 5 0 0,-5-3 0 0,5 8-5 15,0 0-2-15,5-15-1 0,0 12-5 0,1-2 0 16,5 3-2-16,1 0-2 0,1 1 0 0,-2 1-4 16,7 0 6-16,0 5-3 0,-7 0 3 0,4 4 1 15,0 0 12-15,-3-1 1 0,1 3 1 0,-3 2 3 16,-3 2-4-16,1-2 5 0,-4-1 0 0,0 1-1 15,0-1-6-15,-1 0-1 0,-1 0-1 0,0-2 1 16,0-3-1-16,0 1-2 0,1 2 0 0,2-6-2 16,-1 5-3-16,3-2 6 0,-3-2-6 0,7-1-1 15,1-2 0-15,3-1-3 0,5-3 3 0,3-1-4 16,-5-1-1-16,11-3-3 0,-2-2 4 0,0-1-9 16,-6 2 3-16,2-5 2 0,-4 4 6 0,4-7-10 15,-8 4-5-15,-1-1-5 0,-1-1 0 0,-4-1 4 16,2-1 1-16,-6 2-6 0,-1-1 4 0,-4 4-2 15,0-1 5-15,-2 2-1 0,0 3-1 0,-1 0 1 16,-3 2 1-16,-3 2 1 0,0 1 1 0,-2 4-6 0,-3 1 6 16,-3 2 0-16,-2 3 8 0,-6 5-7 0,10-3-2 15,-8 8 1-15,13-3 6 0,-1-2-11 16,5-1-16-16,4-1-35 0,-2 1-38 0,4 0-54 16,4-1-71-16,4 0-252 0,0-3-506 0,3-2 224 15</inkml:trace>
  <inkml:trace contextRef="#ctx0" brushRef="#br0" timeOffset="87465.76">28343 9761 143 0,'0'-5'209'16,"0"5"-9"-16,2-8-17 0,-2 8-8 0,5-5-24 0,-5 5-4 15,0 0 4-15,0 0 4 0,14 19-8 0,-8-3-2 16,1 0-6-16,-2 10-5 0,1 3-9 0,-2-1-8 16,-1-1-10-16,2 2-8 0,-5-1-11 0,0-1-6 15,1 2-11-15,1-5 0 0,-2-4-9 0,1 0-10 16,-1-4 5-16,2 4-14 0,0-4-10 0,1 0-19 16,1-4-31-16,-1-2-34 0,-1 0-33 0,0 0-29 15,3-1-29-15,-1-4-28 0,0-1-17 0,-4-4-32 16,7 5-135-16,-7-5-382 0,0 0 170 0</inkml:trace>
  <inkml:trace contextRef="#ctx0" brushRef="#br0" timeOffset="88348.73">28469 9896 129 0,'8'-9'117'0,"-1"0"3"0,1-1-11 0,1 0 1 15,0 2-2-15,4-3 1 0,-3 3-3 0,0-1-1 16,-3 1-3-16,3 1-4 0,0-3-4 0,-3 2-2 15,1 2 1-15,-1-2 3 0,-1 4-4 0,-2 0-2 16,-4 4-2-16,6-7-4 0,-3 3-10 0,-3 4-4 16,4-5-8-16,-4 5-7 0,0 0-13 0,0 0-1 0,0 0-3 15,0 0-2-15,14 14 0 0,-9-2 0 16,0 0-3-16,-2 3-2 0,3 9-3 0,-2 3 3 16,2-1-4-16,-3 0-4 0,-3-7-1 0,1 8-2 15,0-1-1-15,-1-5-5 0,0-4 3 0,0-5-7 0,-1 5 0 16,0-5-8-16,2-1 3 0,-2-1-11 0,2-3-9 15,-1-7 1-15,0 13-3 0,0-13 2 0,0 8-3 16,0-8 8-16,0 0-3 0,8 1 1 16,-8-1-6-16,13-7 5 0,-4 0 1 0,6-3 2 0,0-2 0 15,0 0-2-15,2 1 8 0,-2 1 3 0,3 0 3 16,-4 1 3-16,3 3 2 0,-7 1-3 0,3 3 0 16,-2-2 9-16,-1 2-1 0,-3 0 3 15,4 2-3-15,-4-2 1 0,-7 2-5 0,20 3 4 0,-13 0-3 16,3-3 5-16,-1 1-2 0,2 0-1 0,0 1 6 15,0-5-6-15,-1 4-2 0,-10-1 5 0,16-1-6 16,-9 0 1-16,0-2-4 0,0 2 6 0,-1-3-2 16,0-1-2-16,0 1-1 0,-2-1 4 0,-4 5-1 15,7-12-2-15,-6 4-1 0,0-1 1 0,0 2-5 16,1-5 2-16,-4 3 0 0,2 0 2 0,-2-2 1 16,-2 1-6-16,0 1 2 0,2-2-1 0,-1 5-2 15,0-1-3-15,3 7 2 0,-6-7-1 0,6 7-3 16,-5-4 1-16,5 4 0 0,0 0 2 0,-12 8-3 15,7 1 1-15,-1-1 2 0,0 7 3 0,1-5-3 16,1 6 2-16,0-6-4 0,2 3 7 0,4-1 1 0,2 1-8 16,-2-3 8-16,5 1-2 0,0-2 2 15,6-2 1-15,1 1-5 0,3-3 4 0,-4-4-9 16,5 1 3-16,2-2-5 0,-2-3-5 0,0 3 0 16,-6-4 4-16,5 1 1 0,-5-3 1 0,-2 0 2 15,0 1 1-15,1-3-2 0,-3 2-2 0,0-2 1 16,-2-1 2-16,-2 0 2 0,0 0 4 0,1 0-5 15,-2-1 2-15,-1 3-1 0,1 1 5 0,2 0 0 0,-5 6-3 16,4-7 3-16,-4 7-1 0,2-9-2 0,-2 9 2 16,0 0-2-16,7-1 6 0,-7 1 0 0,0 0 0 15,9 10-2-15,-9-10 0 0,11 11 2 0,-7-7 1 16,1 0 1-16,3 3 2 0,2-3 4 0,0 2-7 16,2-5 3-16,2 1-1 0,0 0-1 0,0 0 1 15,2-1 1-15,-2-1 2 0,-2-3 4 0,0 1 5 16,0 0 0-16,-3-2 11 0,3 1-7 15,-2-2 2-15,-4 1-1 0,3 0 5 0,-4 1 1 0,-5 3-1 16,12-5-3-16,-8 3-2 0,-4 2-8 0,6-4-4 16,-6 4-1-16,0 0 0 0,10 5 2 0,-5 0 8 15,-2 5 2-15,3 4 5 0,-3 5 2 0,-1 0-1 16,0 7 0-16,-4 3 0 0,1-4-10 0,1 6 3 16,-1-3-4-16,0 4-4 0,-3-1-10 0,1 0-17 15,1 0-27-15,-1-2-29 0,-3-3-43 0,2-1-56 16,1-5-56-16,1-2-65 0,-2-2-159 0,-1 0-481 15,1-5 214-15</inkml:trace>
  <inkml:trace contextRef="#ctx0" brushRef="#br0" timeOffset="88517.87">29558 10274 2311 0,'1'-12'70'0,"-1"12"-20"0,1-11-29 15,-1 11-19-15,-1-8-42 0,1 8-14 0,0 0-23 0,3-7-8 16,-3 7-13-16,0 0-14 0,0 0-22 16,4-4-17-16,-4 4-134 0,0 0-307 0,0 0 137 15</inkml:trace>
  <inkml:trace contextRef="#ctx0" brushRef="#br0" timeOffset="90196.06">30121 10091 187 0,'0'0'181'0,"0"0"-4"16,0 0-4-16,0 0-6 0,0 0 0 0,0 0-3 15,0 0-7-15,0 0-10 0,0 0-14 0,0 0-10 0,0 0-15 16,0 0-6-16,13-23-8 0,-6 13-8 0,0-3-3 15,0 1 2-15,-1-3-10 0,2 0-7 0,-3-1-3 16,-1 0-5-16,1-3-10 0,-3 0-2 0,4-7-4 16,-4 7-7-16,-1-1-3 0,1 1 0 0,-2-7-6 15,-2 7-2-15,0 0-1 0,-1 2-6 0,-1 2 2 16,2 3-2-16,-1 2-5 0,-1 1 3 0,1 0-2 16,-1 3-3-16,-1 2-3 0,5 4-3 0,-9-8 2 15,9 8-5-15,-11-1 1 0,11 1 6 0,-16 9-9 16,4-3 1-16,3 2-2 0,-1 1 0 0,3 1-2 15,0 0 2-15,3 0-3 0,2 1-6 0,3 1 9 16,1 0-5-16,4 0-3 0,4-1-7 0,6 1-7 16,3 1-1-16,5-2-1 0,4 0-5 0,3-4-5 15,-2-2-3-15,-1-1 5 0,0 0-3 0,-6-2 3 16,-3 3 2-16,0-2-1 0,-7 2 1 0,0-2-3 16,-1 3 0-16,-4 2 6 0,0-3 3 0,-2 5 1 15,-1-1 1-15,-3 4 5 0,-4 2 2 0,3 1 5 16,0-4 1-16,0 0-2 0,-1 1 5 0,1-2-5 15,0 1 6-15,1 0 0 0,1-3 5 0,0 2-1 16,3-2-1-16,0-1 6 0,1-2 0 0,4-2 0 16,1-1 0-16,2-2-1 0,5 1 0 0,-4-1 1 15,5-4-5-15,-2 0 0 0,2-4 2 0,-1 2-2 16,-1-3 1-16,-4-2-1 0,0 0-4 0,1-3 1 16,-3 1 0-16,-2-2-4 0,-3 1-1 0,3-3-1 15,-4 0 0-15,-1-1 1 0,-5 2 3 0,3-1-3 16,-2 0 0-16,-2 4 2 0,0 1 12 0,1 2 0 15,-2 2 2-15,2 0 5 0,-3 1-2 0,4 6-1 16,-8-7 4-16,8 7-9 0,-11 1 9 0,11-1-5 16,-13 14 1-16,2 0-5 0,3 3 9 0,0 1-3 15,3 1-3-15,4-1 1 0,-1 1-3 0,2 7 1 16,2-9-13-16,2 1-20 0,1-2-26 0,2 0-37 0,2-1-32 16,2-3-32-16,-3-3-32 0,2-2-127 15,1 0-339-15,2-4 151 0</inkml:trace>
  <inkml:trace contextRef="#ctx0" brushRef="#br0" timeOffset="91064.29">30902 9831 152 0,'0'0'186'0,"-1"-9"-20"16,1 9-6-16,0 0-5 0,0 0 9 0,-15 14-18 15,8-4-6-15,-2 5-9 0,0 9-11 0,2 1-9 16,2-6-12-16,1 5-7 0,-1-5-10 15,6 0-9-15,-1 0-8 0,5 0-2 0,3-2-9 0,-1-1-10 16,2-1-20-16,4-2-19 0,0 0-15 0,3-5-23 16,0 0-21-16,2-5-27 0,-1 0-3 0,0-2 0 15,1-2-14-15,-6-1-1 0,-1-2 13 16,2-1 6-16,-2-1 10 0,-1-1 10 0,1-5 1 16,-5 4 17-16,1-5 17 0,-1-2 5 0,-2-2 18 0,1 0-1 15,-2-1 16-15,-3 2 6 0,0 0 7 0,-2 0 14 16,1 0 17-16,1 7 9 0,-1-1 2 0,-3 5 3 15,4 5-10-15,-3-12-9 0,3 12-6 16,-3-4-4-16,3 4 5 0,0 0 9 0,-11 19 5 0,7-9-2 16,2 3-9-16,-2 1-5 0,-1 4-7 0,4-1 0 15,2 2-3-15,-1-4-2 0,1 0-4 0,4-3 2 16,0 4-5-16,1-4-1 0,3 0-2 0,-1-2-5 16,0-3 3-16,0-2 1 0,1 1-6 0,1-1-2 15,-4-5-1-15,2 0 1 0,-8 0-3 0,14-3-1 16,-8 1-3-16,-6 2 4 0,8-10-5 0,-4 4 1 15,-1-1-3-15,-1-3 1 0,1-1-2 0,0 0 0 16,-3-1-3-16,2-1 0 0,-2-1 0 0,0-2 5 16,2-1-4-16,0 1-5 0,-2-1 2 0,2 5-2 15,-1 0 1-15,2 2 0 0,0 1-3 0,-1 2 0 16,2 0 1-16,2 4-1 0,2 0 1 0,-2 0-4 16,-6 3 0-16,13 5 3 0,-3 0 4 0,-1 3 3 15,-2 0 3-15,3 6-1 0,-1 1-5 0,-1 0 4 16,-3 1 1-16,1 0 3 0,-1-2 8 0,1 1-2 15,-3-4 0-15,0-2 0 0,-1 0-6 0,-2-2 5 16,2-1-2-16,-2-6 7 0,2 10 5 0,-1-5 15 16,-1-5 4-16,0 0-2 0,0 0-2 0,0 0-4 15,0 0-5-15,0 0 0 0,0 0-2 0,0 0-4 16,0 0-1-16,0 0-2 0,-5-28-3 0,5 28-3 16,5-18-5-16,-2 7-2 0,3-4-7 0,6-1 1 15,-6-1-6-15,5 2-2 0,2-1-3 0,3 4 1 0,-1 2 2 16,-5 3-1-16,1 0 2 0,0 3-4 15,-1 1 1-15,3 3 4 0,-4 3-5 0,1 1 3 16,-3-1-3-16,2 2 6 0,-2 3 1 0,1 1 4 16,0 1-1-16,-2-1-3 0,0-1 4 0,0 2-3 15,-4-5-1-15,3 6 3 0,-2-6 0 0,-2 0 2 16,-1-5 1-16,6 9 1 0,-6-9 2 0,4 6 0 0,-4-6-2 16,0 0 2-16,0 0 1 0,4 4 3 15,-4-4-10-15,0 0-1 0,0 0-3 0,0 0 3 0,10-17-4 16,-4 10-6-16,-3-4-1 0,4 1-2 0,-1 1 0 15,3 1 1-15,-1-1-4 0,0 2 15 16,0 0-10-16,0 1 17 0,-2 2 0 0,-1 1-3 0,-5 3 0 16,12-3-2-16,-7 1 2 0,-5 2-3 0,10 4 5 15,-5 0-3-15,-2 3 0 0,-2 0 6 0,2 3-15 16,-2 1-11-16,-2 2-45 0,1-3-47 0,0 3-54 16,-2-3-42-16,0 0-152 0,1-2-390 0,1 0 173 15</inkml:trace>
  <inkml:trace contextRef="#ctx0" brushRef="#br0" timeOffset="91464.52">31817 9726 76 0,'3'-11'255'0,"-3"5"-23"15,0 6-22-15,1-9-27 0,-1 9-15 0,0 0-2 16,0 0-3-16,14 15-30 0,-9-4-7 0,2 8-1 15,-1 3-8-15,2 3-8 0,-4 0-1 0,-2-7-11 16,1 6-3-16,-2-5-9 0,2-1-6 0,-1-3-8 16,-2-2-8-16,0-2-8 0,-1 0 0 0,1 0-4 15,0-4-7-15,0-7-1 0,-3 12 0 0,3-12 1 16,0 11 0-16,0-11-2 0,-2 4-1 0,2-4-4 16,0 0-6-16,0 0-4 0,0 0 3 0,0 0-6 15,0 0-4-15,0 0-10 0,-4-20-5 0,4 20-3 0,10-14 0 16,-2 6-4-16,2-1 1 0,-2 1-2 15,2 2-4-15,1 3 6 0,-2-1-4 0,2 2 2 16,-1 3 3-16,-3 0-8 0,1 2 4 0,-1-1 1 16,-2 2-1-16,1 1 4 0,0 3 0 0,-2 0-1 15,-2 1-2-15,-1 0 3 0,0-4 1 0,-1 6-1 16,-2 0 5-16,-2-1-5 0,0-2 2 0,-1 3-4 16,-3-3-12-16,4-2-18 0,-2 3-25 0,2-4-25 15,-1-1-41-15,0 1-26 0,5-5-43 0,-8 4-34 16,8-4-174-16,0 0-432 0,0 0 191 0</inkml:trace>
  <inkml:trace contextRef="#ctx0" brushRef="#br0" timeOffset="91635.9">32122 9840 53 0,'5'-5'231'0,"-1"-2"-2"0,-4 7-19 0,3-8-15 16,-3 8-23-16,5-6-18 0,-5 6-8 0,0 0 3 15,0 0 0-15,0 0-10 0,4 21-14 0,-5-11-6 16,0 1-10-16,-1 2-14 0,-1 4-8 15,3 2-9-15,-3-7-10 0,-1 4-25 0,2 2-36 0,-2-7-44 16,3 1-35-16,-3 0-55 0,4-5-37 0,-3 0-196 16,3-7-390-16,-8 12 173 0</inkml:trace>
  <inkml:trace contextRef="#ctx0" brushRef="#br0" timeOffset="92164.03">32120 9575 63 0,'11'22'59'0,"1"4"-1"0,0 0-6 16,3 1-11-16,-2 2-2 0,1-2-3 0,4 1-2 16,0-3-8-16,-7-1 5 0,2-1-6 0,-4-6 9 15,-4-5 8-15,1-2 31 0,1 0 1 0,-3 0 17 16,1-5 14-16,-1-1 14 0,-3 1 6 0,-1-5 13 15,4 10-4-15,-4-10-5 0,4 3-8 0,-4-3-8 16,0 0-7-16,0 0-8 0,0 0-9 0,0 0-10 16,0 0-6-16,10-11-8 0,-8 4-4 0,5 1-6 15,0-2-8-15,2 0 4 0,0-1-9 0,5-2-9 16,-5 4-2-16,0-2-1 0,4 3-4 0,-1 1-5 16,-6 1 0-16,7 4-2 0,-6-1 0 0,-7 1 1 15,21 5 7-15,-10 1 8 0,-2-1-2 0,4 2-2 16,-3 0 3-16,3 0-8 0,-1 1-3 0,-1 2 3 15,2-3-2-15,1 2-2 0,-1-5 6 0,2 0-5 16,-1 0-6-16,-14-4 2 0,0 0-4 0,0 0 1 16,81-9-6-16,-81 9 6 0,35-12-5 0,-35 12 10 15,32-17-14-15,-32 17 6 0,21-16-4 0,-21 16-3 16,0 0 0-16,16-29 0 0,-16 29-4 0,0 0 5 16,7-32-2-16,-7 32 0 0,0 0-4 0,-7-39 4 15,7 39-1-15,0 0 10 0,0 0-4 0,-17-36 5 16,17 36-1-16,0 0-1 0,0 0-1 0,0 0-3 15,-23-12 9-15,16 15-9 0,-1 4-3 0,-1 2 1 16,-2-2-3-16,3 3 4 0,2 0-3 0,2 1-3 16,-1-2-16-16,5 1-12 0,1-1-28 0,-1-9-39 15,0 0-53-15,0 0-71 0,44 34-59 0,-44-34-158 16,36 11-470-16,-36-11 208 0</inkml:trace>
  <inkml:trace contextRef="#ctx0" brushRef="#br0" timeOffset="93046.24">22351 11291 180 0,'-29'9'185'15,"1"0"-7"-15,-1 4-6 0,2 5-9 0,1 1-5 16,1 7-13-16,3-1-14 0,0 5-7 0,6 1-12 16,3 2-13-16,4-4-4 0,2 0-14 0,4-1-5 15,9-3-10-15,2-1-5 0,1-5-3 0,6-8-7 16,2 1-2-16,3-2-7 0,8-2-2 0,1-4-3 15,3-3-9-15,0-6-3 0,0 1-13 0,-1-4-1 16,-2-3-7-16,-2-3 1 0,-4-1-2 0,0 0-4 16,-6 3-3-16,0-7 5 0,-5 2 2 0,-4-2 0 15,-2 0-1-15,0-5 5 0,-4 5-3 0,1-2 1 0,-6-7-1 16,1 2 8-16,-4 1-1 0,1 0-4 0,-1 2 4 16,2 5 4-16,-4 2 5 0,6 5 9 15,-1 2 7-15,1 2 0 0,0 2-9 0,2 5-4 16,0 0-2-16,0 0 1 0,0 0-1 0,0 0 9 0,0 0-3 15,0 0-3-15,8 34 1 0,-2-15 7 16,-1-2-10-16,2 2 0 0,2 6-3 0,-1-7-1 16,0-2-4-16,3 2 0 0,5 3-19 0,-4-7-15 15,-1 0-34-15,5-3-26 0,-5 0-40 0,3-1-34 0,-2-3-32 16,2-4-203-16,-3 0-422 0,1-2 186 0</inkml:trace>
  <inkml:trace contextRef="#ctx0" brushRef="#br0" timeOffset="93720.28">22798 11361 144 0,'0'0'151'0,"0"0"-7"15,0 0 3-15,0 0-2 0,0 0-5 0,0 0 1 16,-3 36-7-16,4-26-13 0,-1-1-6 0,2-2-11 16,-1 3-5-16,0-3-4 0,2 4-10 0,-3-2-6 15,3-2-9-15,-3-7-5 0,2 11-7 0,-1-4-3 16,-1-7-5-16,2 6-4 0,-2-6-2 0,0 0-3 15,2 7-1-15,-2-7-2 0,0 0-4 0,6 2-2 16,-6-2-5-16,13-13-2 0,0 7-3 0,1-4-1 16,4-1-2-16,2-3-3 0,-2 3 0 0,1 2-3 15,-2-1-2-15,1 1-3 0,-7 3-2 0,3 2-1 16,-2 2-4-16,1 1 3 0,-1 2 0 0,0 3-1 16,-1 0-1-16,1 3-2 0,-2 0 2 0,4 3-17 15,-1 2-6-15,1 0-15 0,1-3-11 0,2 2 0 16,0-3-10-16,0-1-8 0,0-3-5 0,2 1-3 15,0-3-1-15,1-2 6 0,-1 1 6 0,-3-4 7 16,2-2 1-16,-5 3 9 0,-2-3 7 0,0-1 0 16,-1-2 16-16,-1 1 7 0,-3-2 10 0,1 1 24 15,-3-4 5-15,-2 3 0 0,0-1 9 0,-2-1 5 16,0 2 6-16,0 9 7 0,-3-19 3 0,2 11 10 16,-3-1 1-16,1 4-2 0,3 5 18 0,-5-11-9 15,1 6-4-15,4 5-9 0,-11-1-2 0,11 1-2 16,-17 8-5-16,3 3-6 0,-1-1-1 0,-4 8-2 0,1 2-4 15,0-1-6-15,7-2 0 0,0-2-4 16,6 0-2-16,2-2-4 0,3 2 0 0,2-4-1 16,3-1-3-16,0-1-1 0,2-1 1 0,5-2-8 15,5-2 1-15,-1-3-10 0,3-1-5 0,-2-3-7 16,1-3-2-16,-3-1 1 0,2-1-1 0,-4-4 3 16,-3 5 1-16,1-8 2 0,-5 4 5 0,-1-1 3 15,0-4 0-15,-4-1 0 0,0-2 3 0,-3-2 0 16,-3-4 2-16,1 0 0 0,-1-3-1 0,-2 0 2 15,1 1-1-15,-3-1 1 0,3-2-2 0,-1-3 0 0,5 2-1 16,-2 3 5-16,0 1 12 0,3 9 11 0,-2 7 4 16,3-2 2-16,-2 5-4 0,2 1-6 0,0 7-6 15,0 0 0-15,0 0 1 0,0 0 5 16,0 0-2-16,8 39 3 0,-5-12-6 0,-2 0 1 0,1 2-6 16,0 1-2-16,-1 3 1 0,1-2-5 0,0 0-18 15,2 1-28-15,0-1-35 0,2-1-54 0,-1 0-52 16,2-2-53-16,-3 1-238 0,1-2-507 15,-1-2 225-15</inkml:trace>
  <inkml:trace contextRef="#ctx0" brushRef="#br0" timeOffset="94787.92">24648 11255 204 0,'-10'-7'209'0,"-4"-2"-13"16,-4 3-11-16,3 5-17 0,-3 2-15 15,-1 3-14-15,2 4-12 0,-6 5-11 0,0 2-8 0,2 4-8 16,1 2-6-16,2 2-10 0,5-1-12 0,2 0-3 15,4 3-10-15,5-6-4 0,1-2-2 0,4-1-4 16,1-1-9-16,6 1-2 0,-3-6-4 0,7-1-2 16,3 2-3-16,0-5 0 0,10-4-3 0,0-2-3 15,1-4-8-15,-6-1 0 0,6-5-5 0,-2-1-2 16,-3-2-3-16,-7 1-1 0,-2-1 0 0,5-8-2 16,-8 6-1-16,-4-2 4 0,2-7-3 0,-4-1-3 15,-2 1-1-15,0-3 2 0,-3 0-1 0,-2-1 1 16,0-3-2-16,-1 0 2 0,-1-2 2 0,2-1-3 15,-2-2 1-15,0 1 1 0,0 3 3 0,2-2 6 16,-1 1-4-16,-1 4 14 0,2 4 4 0,0 9 0 16,0-1 3-16,2 6 5 0,-3 3-8 0,2 2-3 15,1 6-7-15,0 0-3 0,0 0-5 0,0 0 8 16,0 0-4-16,4 48 4 0,-4-16 2 0,2 14 6 16,0 4-5-16,2-1 0 0,1 0-3 0,1-5 1 15,-2-10-1-15,4-1-2 0,-1-1 1 0,5-1-3 16,3 0 2-16,-1-4-6 0,1-1 6 0,5-5-3 15,-4 1 1-15,5-3 1 0,-6-7-2 0,3 0 4 0,1-2-5 16,0-4 2-16,-1-3-2 0,2-2 0 0,0-1-3 16,1-2 3-16,-5-2-4 0,0 0-4 0,1-3-5 15,0-4-1-15,-3-2-4 0,-2-1-2 16,1-1-1-16,0-6-1 0,-1 4 4 0,-1-9-6 0,-7 1 3 16,2-2-3-16,-2 1 3 0,-1 2 2 0,-3-2 1 15,0 8-1-15,-3 0-1 0,1 3 1 0,0 4 2 16,-3 1 7-16,4 2 2 0,0 2-3 0,1 6-1 15,-3-10-1-15,3 10-1 0,0 0 4 0,0 0 4 16,-15 24 8-16,7-7-2 0,-3 8-2 0,2 0-1 16,1-3 2-16,6 8 2 0,-4-6 1 0,4 0 0 15,3-6-2-15,2-1-3 0,3 0 5 0,-1-3-4 16,3 2 3-16,3-3-4 0,3-1 4 0,4-6-1 16,0 3 1-16,2-6-1 0,2-1-1 0,6-3-3 15,1-2 7-15,-1 0-5 0,-2-3 0 0,5-1-3 16,-4-3-3-16,-2-3 1 0,-6 2-5 0,0 1 1 15,1-7 3-15,-6 4-3 0,-1-2-3 0,0 0 0 16,-3-1-2-16,-6 1 0 0,3-2 3 0,-4 0-1 16,-2 0 5-16,0 0-6 0,-2 1-1 0,-1 5 1 15,0 0 4-15,0 2-3 0,-1 1 3 0,1 2 1 16,2 6-4-16,0 0-5 0,-4-7 10 0,4 7-6 16,0 0 7-16,0 0 0 0,-9 23 3 0,6-6 2 15,1 0 2-15,0 0-5 0,2 2 1 0,0 6 2 16,2-8 1-16,0 7 2 0,-2-6 3 0,0 2-5 15,2-2-3-15,-1-1 0 0,1-1 0 0,0 3-1 16,-2-4 2-16,0-3-2 0,0-1 0 0,0 0-13 0,0-1-7 16,0 1-23-16,0-1-30 0,-2-3-31 15,2-7-40-15,0 10-29 0,0-10-15 0,-2 8-196 16,2-8-415-16,0 0 184 0</inkml:trace>
  <inkml:trace contextRef="#ctx0" brushRef="#br0" timeOffset="95025.75">25709 10941 205 0,'0'-8'231'0,"0"8"-23"16,-2-9-20-16,2 9-12 0,0 0 16 0,0 0 12 16,0 0-5-16,4 29-6 0,-4-10-13 0,2 8-15 15,0 0-12-15,-4 2-15 0,2 1-13 0,-2 1-12 16,2-1-10-16,0-1-13 0,0 0-9 0,0-4-4 15,4 1-7-15,-1-2-11 0,-1-5-19 0,2 6-29 16,-2-6-28-16,4-2-33 0,-4 2-46 0,2-2-41 16,-1-5-39-16,1-1-22 0,0 1-37 0,-2-1-147 15,1-3-415-15,0-3 184 0</inkml:trace>
  <inkml:trace contextRef="#ctx0" brushRef="#br0" timeOffset="95548.08">25789 11207 67 0,'10'-10'176'0,"0"4"3"0,2 2 7 0,6 3 4 16,1 2 3-16,0 2-4 0,1 3-9 0,-4 5-3 15,0 1-5-15,-1 0-17 0,-1 3-10 0,-1 3-6 16,3 0-17-16,-9 0-6 0,1 0-11 0,-3-1-9 16,2-1-8-16,-4 0-8 0,-1-2-5 0,-2 2-9 15,-5-4-11-15,1 2 2 0,-4-2-2 0,0-2-10 16,-1-2 9-16,-3-1-14 0,3 0-5 0,-1-5 1 15,0 0-8-15,1-4-1 0,9 2-3 0,-13-1-3 16,9-5-1-16,-2 1-4 0,5-3-3 0,1 8 1 16,2-26-7-16,5 10-6 0,0 0-2 0,1 0 0 15,6-8-3-15,0 1 4 0,2 3 8 0,-3 4-12 16,5-4-2-16,-5 4 2 0,0 1 3 0,1 3 5 0,-3-3-3 16,1 4 1-16,-1 2 3 0,-3 0-4 15,2 1 11-15,-3 2-2 0,-1 2-2 0,-2 1-1 16,-4 3-6-16,9-2 5 0,-9 2 0 0,0 0 14 15,14 9 5-15,-9-1 9 0,-1 1-8 0,-2 1 1 0,1 0-1 16,-2 2-4-16,2 0-4 0,2-1 3 0,-3 0-9 16,2 0 6-16,-1-1-4 0,3-3-1 0,1 2 1 15,0-3 0-15,0 0-3 0,1-2 1 16,-1-1-2-16,5 0-2 0,-1-2 0 0,2-1 5 0,-1-4-1 16,-2 1-4-16,2-1 12 0,1-1-17 0,-4-1 1 15,-2-2 1-15,0 1-1 0,-2-5 2 0,3 3-2 16,-6-1 0-16,0-1-1 0,-4-1-4 0,0-1 1 15,2 0-1-15,-6-3-1 0,-1 3 0 0,-3-1-6 16,-3 1 2-16,5 4-1 0,-2-1-13 0,1 2-11 16,3 3 9-16,1 1-30 0,-6 0-21 0,4 4-31 15,7 0-32-15,-13 2-26 0,6 2-37 0,2-1-32 16,-1 1-40-16,6-4-164 0,-5 9-470 0,5-9 209 16</inkml:trace>
  <inkml:trace contextRef="#ctx0" brushRef="#br0" timeOffset="96563.95">26381 11085 18 0,'0'0'217'0,"0"0"-22"16,0 0-10-16,0 0 3 0,0 0 14 0,0 0-3 15,0 0-8-15,-10 22-7 0,10-15-7 0,0 2-11 16,0 1-11-16,-2 0-14 0,4 1-10 0,0 0-15 0,0 0-10 16,4-1-8-16,0-2-3 0,3-1-13 15,2-1-12-15,1-1-3 0,7-2-6 0,2-1-5 16,1-1-7-16,5-5-4 0,-7 2-5 0,3-3-4 15,-3-1 0-15,-2-1-6 0,-4 0-5 0,3-3 3 16,-3 0-5-16,-5 1-3 0,-2-2 0 0,0-1-4 16,-1 1-5-16,-1 0 5 0,-3-3-2 0,2-2-1 15,-1 6-4-15,-1 0 2 0,0 1-2 0,-2 2 12 16,0 7 10-16,0-10-14 0,0 10-8 0,0 0 0 0,0 0 2 16,0 0 8-16,0 0 4 0,4 28 2 15,-4-3 2-15,0 3 13 0,-4 1-9 0,2 1-4 16,-1 3-4-16,-1 3 15 0,2 12-13 0,2-12 11 0,2 15-9 15,3 3 6-15,6-2-5 0,0-3 0 0,-2-3 9 16,5 2-12-16,-1-3-2 0,-4-13 1 0,2 0-14 16,-2-2 3-16,0-1-2 0,-1-1 5 15,-4-8 8-15,-2-4-23 0,-2 0-10 0,-2-4 5 0,-2-1-9 16,-4-1-6-16,-3 0-4 0,-2 1-2 0,-5-4-4 16,-1-1-2-16,0-2 3 0,-2-2-3 0,-1-3 4 15,2-3 1-15,2-1-2 0,0-4 4 0,2-2-1 16,3-3-5-16,-1-8-4 0,5-1-1 0,1-4 5 15,4 0 1-15,7-2 4 0,2-3 0 0,3-2 1 16,6-1 1-16,10-7 0 0,-1-4 1 0,0 5 0 16,6 0 1-16,-9 12 3 0,5 1 3 0,8-9 2 15,-8 8-3-15,9-6 7 0,-10 10-2 0,1-2-2 16,-3 1 0-16,3 0 3 0,-2 3 2 0,-3 1 2 16,-4 0 2-16,-5 7-1 0,2 2 0 0,-6-2 1 15,0 3-2-15,-3 2 3 0,1-1-1 0,0 0 0 16,-1 0 2-16,0 2 8 0,-2 0 0 0,0 1 2 15,-4-2-2-15,2 10 1 0,-4-13 3 0,0 9 0 16,4 4-1-16,-12-2 1 0,12 2 0 0,-15 7 11 16,4 2-11-16,-3 3 1 0,-1-1-2 0,1 5 6 15,5 0-8-15,0 1-4 0,0 1-7 0,4-1-14 16,5-6-16-16,2 2-24 0,6 2-25 0,3 0-9 0,4-4-25 16,8 1-32-16,6-1-12 0,4-3-8 15,3-4-5-15,0-3 5 0,1-1 12 0,-3-1 6 16,-1 0 23-16,-2-4 15 0,-3 1 5 0,-9-3 19 15,1 2 13-15,-1-2 20 0,-4 0 22 0,1-1 12 0,-7-1 16 16,0-4 18-16,-3 3 21 0,4-4 3 16,-8 0 10-16,3-2 6 0,-5 0 8 0,-3-2 16 15,-1 3 3-15,2-2 10 0,-2 7 5 0,-2-1 16 16,-1 1 0-16,-1 0-4 0,-1 5 4 0,-2 1-7 0,-1 1-10 16,0 6 0-16,0 1-4 0,1 2-9 15,-6 3-6-15,4 3-8 0,-1 2-3 0,3 1-8 16,3-2-6-16,2 2-2 0,2-2-5 0,2-1-7 15,2 1 4-15,2-2-3 0,4-1-8 0,2 1 0 0,1-6-9 16,5 1-9-16,3-2-11 0,2-5-10 0,-4 1-6 16,5-4-1-16,-4-1-1 0,2-2 4 0,-7 0 1 15,3-4 4-15,-3-3-3 0,-4 5 2 16,2-5 0-16,-7-3 3 0,2-2-1 0,-3 2 2 0,-1-2 0 16,2-6 8-16,-4 5-8 0,0-6 3 0,1-2 1 15,-3 0 1-15,4 1-2 0,0 1 7 0,-2-1 1 16,4 9 15-16,0 1 6 0,0 5 6 0,-1 4 4 15,0-1-2-15,-1 9-7 0,1-9 4 0,-1 9 10 16,0 0 10-16,0 0 23 0,2 35-9 0,-4-8 5 16,-1 3-13-16,-3 6 0 0,-1-2-8 0,2 11-3 15,0-10-5-15,1 0-1 0,2-1-28 0,2 0-20 16,2-4-13-16,2 2-57 0,1-5-53 0,4 0-65 16,2-4-77-16,-4-5-286 0,2-3-606 0,3-2 269 15</inkml:trace>
  <inkml:trace contextRef="#ctx0" brushRef="#br0" timeOffset="96718.1">27656 11260 283 0,'0'0'294'0,"-2"-9"-21"0,2 9-6 0,-3-6-21 16,3 6-23-16,-6-9-21 0,6 9-19 0,-7-7-17 16,7 7-15-16,-5-6-25 0,5 6-29 0,-4-6-39 15,4 6-45-15,0 0-54 0,-3-7-58 0,3 7-60 16,0 0-222-16,-8-3-412 0,8 3 182 0</inkml:trace>
  <inkml:trace contextRef="#ctx0" brushRef="#br0" timeOffset="97783.51">26928 8236 73 0,'0'0'150'0,"10"0"-7"0,-10 0-9 0,0 0-18 16,0 0-17-16,0 0-35 0,0 0-24 0,10-1-45 15,-10 1-52-15,0 0-70 0,0 0-136 0,0 0 60 16</inkml:trace>
  <inkml:trace contextRef="#ctx0" brushRef="#br0" timeOffset="99130.16">14579 8812 59 0,'-7'1'80'0,"7"-1"10"16,0 0-10-16,-12 1 2 0,12-1 3 0,0 0-14 15,-7 1-7-15,7-1 11 0,0 0-7 0,0 0 2 16,0 0-10-16,-10 2-1 0,10-2-9 0,0 0 8 16,0 0-4-16,0 0-9 0,0 0-2 0,0 0-3 15,0 0 2-15,0 0-5 0,0 0 5 0,23-7 9 16,-4 6-12-16,8-5 0 0,6-1 4 0,1-1 3 16,4 1-3-16,-3 2-5 0,3-4-1 0,-1 1-7 15,-1 3 4-15,0 0-9 0,-4-1-2 0,-1 1-2 16,-3 0-1-16,-9 3 1 0,1-1 0 0,1-1-4 15,-4 2 0-15,-3 1-2 0,-1-1-4 0,-2 1 1 16,-2 0 2-16,-9 1-6 0,13-1 1 0,-8 0-1 16,-5 1 3-16,9-1-3 0,-9 1 7 0,0 0 7 0,9 0 10 15,-9 0 5-15,0 0 7 0,0 0 1 16,0 0-3-16,0 0-3 0,0 0-5 0,0 0-6 16,0 0-4-16,0 0-2 0,-20-9 1 0,20 9-6 15,-17-4 0-15,8 3 1 0,-3-2-6 0,1 1-13 0,-1 2 1 16,1-3-6-16,-2 1-5 0,-1 2-4 0,-1-3-6 15,-3-1-4-15,-3 4 0 0,2 0-4 16,-2 0-2-16,-2 2-1 0,-4-4 6 0,1 5 1 16,3-2 0-16,-4 4 1 0,-2-2 3 0,2 2 2 0,2 0 1 15,3-1-5-15,-3 1 6 0,4 0 3 0,-1-1-1 16,4 1 2-16,0-1-2 0,3-1 7 0,5 1-6 16,-1-1 5-16,5-2-2 0,1 2-1 0,5-3 7 15,0 0-1-15,0 0 4 0,0 0 3 0,32 5-1 16,-3-6 1-16,4-3-2 0,6 0-6 0,13-3-6 15,-13 3-7-15,13-4-15 0,-13 3-32 0,14 0-26 16,-14-1-25-16,-1 2-17 0,14 2-113 0,-14-2-266 16,13 0 117-16</inkml:trace>
  <inkml:trace contextRef="#ctx0" brushRef="#br0" timeOffset="109310.96">12460 9728 114 0,'0'-6'84'0,"0"6"-23"0,-5-8-27 0,5 8-22 0,0 0-27 16,0 0-34-16,0 0-52 0,24 3 24 0</inkml:trace>
  <inkml:trace contextRef="#ctx0" brushRef="#br0" timeOffset="110881.01">13871 9806 89 0,'0'0'57'16,"0"0"-22"-16,0 0-26 0,0 0-41 0,0 0-35 16,0 0 16-16</inkml:trace>
  <inkml:trace contextRef="#ctx0" brushRef="#br0" timeOffset="111045.03">14154 9882 37 0,'0'0'72'0,"0"0"-25"0,0 0-24 0,0 0-39 16,-6-11-12-16,6 11-29 0,0 0 13 0</inkml:trace>
  <inkml:trace contextRef="#ctx0" brushRef="#br0" timeOffset="117202.95">22532 5850 188 0,'9'-8'207'0,"5"-2"-8"0,-3 1 8 16,1-1-7-16,-5-1-11 0,2 2 16 0,2-4-13 15,-5 3-6-15,0-1-8 0,2-1-6 0,-3 1-13 16,-2-1-8-16,2 1-1 0,-3-1-14 0,1 0-12 0,-2 0-9 16,-1 2-14-16,2-4-7 0,-4 6-7 0,2-3 2 15,-1 5-4-15,1 6-16 0,0-14-7 16,0 14-6-16,0-8 2 0,0 8-7 0,-1-7-8 16,1 7-13-16,0 0-7 0,0 0 5 0,0 0-3 0,0 0-4 15,0 0 11-15,-17 24-18 0,16-13 2 16,-6 2-2-16,2 3-4 0,1-5-1 0,1 6 0 0,1-1 1 15,2-4 2-15,2 1-12 0,0-1 1 16,2-1-5-16,1 1-10 0,4-4-8 0,-1-1-3 16,3 0-4-16,6 0-4 0,-1-4-7 0,5 0 9 0,-2-4-1 15,3-1-6-15,-2-1 2 0,1-4 8 0,-5 3-2 16,5-4 2-16,-5-1 3 0,0 1-4 0,-7-1 2 16,5-1 3-16,-7 0 4 0,1-1 0 15,-2 0 5-15,1 1 1 0,-1-5-2 0,-3 1 3 0,-1 3 1 16,0 2 6-16,-2-3 9 0,0 3 6 0,0 9 5 15,-2-14 4-15,2 14-2 0,-1-10-5 0,1 10-4 16,0 0-2-16,0 0 6 0,0 0 3 0,0 0-4 16,0 0 0-16,-9 26-1 0,9-15 1 0,-5 4-1 15,0 5-3-15,1 3 3 0,-2-5 1 0,0 0-11 16,0-1-15-16,-1 0-19 0,1-1-26 0,2 0-30 16,1 1-39-16,-1-4-33 0,4-3-45 0,-3 0-49 15,1-2-180-15,-3 1-471 0,5-9 209 0</inkml:trace>
  <inkml:trace contextRef="#ctx0" brushRef="#br0" timeOffset="117374.24">22570 5483 2182 0,'-5'-24'8'0,"-3"8"-8"0,6 4 3 16,-2 2-21-16,1 6-27 0,3 4-5 0,0 0-3 15,0 0-12-15,0 0-27 0,0 0-32 0,23 17-47 16,-14-5-92-16,8 2-284 0,0-2 126 0</inkml:trace>
  <inkml:trace contextRef="#ctx0" brushRef="#br0" timeOffset="117935.48">23481 5828 150 0,'9'-14'275'0,"-2"-1"-11"0,-5-2-10 0,5-1-9 15,-2-1-17-15,5-5-13 0,-6 1-14 0,2-2-17 16,1 0-16-16,1-2-18 0,-4 4-10 0,-1 3-14 16,-1 1-7-16,1 0-18 0,-1 0-9 0,0 0-11 15,-2 2-3-15,0 5-4 0,-3 2-8 0,4 2 0 16,-1 8-8-16,-2-12-9 0,1 6-7 0,1 6-9 15,-4-10 2-15,4 10-9 0,0 0-1 0,-5-3-5 16,5 3-2-16,0 0-3 0,0 0-7 0,0 0-5 16,-9 15-5-16,9-15-1 0,9 12-1 0,-3-2-6 15,0-2-4-15,4 1-3 0,2-1 0 0,-2-1-3 0,8 2 6 16,0-1-3-16,-1 1 3 0,0-1 4 16,-1 0-1-16,-2 0 1 0,0 2 0 0,-4 0 3 15,-2 0-3-15,2-1 3 0,-5 2-2 0,1 0 1 16,-3 0 3-16,1 1-1 0,0 3 0 0,-1-4 4 0,0 3-2 15,0-4 2-15,-1-1 2 0,1 1-1 16,-2-3-1-16,3-1 0 0,-1 0 3 0,1 0 3 16,2-2 1-16,0-1-1 0,5-2-9 0,-1-2 2 15,3 0 0-15,-1-1-6 0,1-2-4 0,2-2 0 16,2-2 0-16,-2 1 1 0,-4-1 2 0,3-2 0 16,-1 0 2-16,-1-2 1 0,-1-1 1 0,-5 2-2 0,-2-1 3 15,0 0 0-15,1-4 5 0,-3 1-7 16,-2 3 1-16,0 0 2 0,-1 1 10 0,0-1 2 15,-1 2 4-15,-1 4-4 0,0-1 0 0,3 7-5 0,-6-6-1 16,6 6 3-16,0 0-1 0,-23 14-3 0,14-4 4 16,0 4 3-16,0 3-6 0,0 1-2 0,1 8-1 15,3-9-9-15,0 8-17 0,4-6-28 16,3 0-31-16,2-2-30 0,1 1-38 0,5-3-38 0,2-2-38 16,1 0-176-16,1-5-440 0,1-1 196 0</inkml:trace>
  <inkml:trace contextRef="#ctx0" brushRef="#br0" timeOffset="118152.45">24188 5427 117 0,'8'-19'243'0,"1"-5"-1"0,-4 6 5 0,0 3-2 16,-3 5-13-16,1 3-18 0,-2 1-22 15,-1 6-22-15,5-4-14 0,-5 4-5 0,0 0 2 0,5 19-4 16,-3-2-16-16,-1 7-15 0,-1 2-5 0,0 1-12 15,0 2-8-15,0 0-13 0,0 0-2 0,-3 3-14 16,3-6-26-16,3 2-39 0,-2-1-42 0,1-1-52 16,-2-3-59-16,2-3-66 0,2-4-58 0,-4-4-145 15,3 0-459-15,-1 1 203 0</inkml:trace>
  <inkml:trace contextRef="#ctx0" brushRef="#br0" timeOffset="118512.83">24467 5593 2263 0,'-3'-11'12'0,"2"0"79"0,-6 3-44 0,2 2-12 15,-1 2-8-15,-2 3 0 0,8 1 5 0,-19 4 5 16,9 0-1-16,-3 4 3 0,0 2 4 0,-1 4-5 16,3 0-4-16,0 1-3 0,3 0-2 0,2 0-2 15,3-2 1-15,0 0-1 0,3-2-5 0,1 1-5 16,3-2-6-16,3 0-3 0,3-2-16 0,-1-2-8 15,2-1-7-15,2-1-4 0,-2-2 0 0,1 0 4 16,1-3-2-16,-2-1 3 0,1-1 3 0,-2-4 4 16,2 0 6-16,-7 0 0 0,1-2 3 0,-1-2 9 15,-1 0 1-15,0 0 10 0,1 0-2 0,-2-3-1 16,-2 3 17-16,6 1 3 0,-4 3 13 0,-2 1 0 16,0-1-2-16,-1 7-6 0,2-10-5 0,-2 10-6 15,0 0-4-15,0 0-2 0,0 0 4 0,0 0-3 16,10 22-1-16,-10-12-3 0,1 3 0 0,-1 4-2 15,2-3-2-15,1 4-14 0,1-4-17 0,-1 1-41 16,-2 2-33-16,3-4-50 0,2-4-45 0,-2 1-47 16,-1-1-179-16,3-3-447 0,-6-6 199 0</inkml:trace>
  <inkml:trace contextRef="#ctx0" brushRef="#br0" timeOffset="118733.6">24700 5372 208 0,'0'-8'284'16,"0"-3"-23"-16,0 4-24 0,0 7-27 0,3-9-26 15,-3 9-12-15,0 0 7 0,0 0-5 0,1 32-4 16,-2-17-17-16,1 6-12 0,-1 2-13 0,-1 6-11 0,2-4-9 16,-2 4-13-16,2-2-11 0,0 2-7 15,2-1-9-15,-2-2-24 0,0-6-29 0,2 0-34 16,-2 0-28-16,0-1-54 0,1-2-37 0,0-2-40 15,-1-3-38-15,0 0-186 0,-1-1-435 0,0-5 192 16</inkml:trace>
  <inkml:trace contextRef="#ctx0" brushRef="#br0" timeOffset="119120.17">24619 5501 39 0,'5'-6'123'15,"1"-2"-12"-15,1 4-14 0,0 1-20 0,3 2-9 16,2 4-15-16,1 1-13 0,3 3-14 0,-3 2-21 16,6 3-15-16,-6 1-8 0,0 2-15 0,-3 0-5 15,-1 4 1-15,1-2 14 0,-2-1-8 0,-2-1 19 0,2-2 11 16,-2-3 20-16,-1-2 22 0,-1 1 23 16,1-3 17-16,-1-2 23 0,-1 0 9 0,-3-4 17 15,11 5 2-15,-7-4-2 0,-4-1-9 0,0 0-1 16,16-7-5-16,-8 0-10 0,0 4-8 0,1-5-8 15,5-3-7-15,-5 3-9 0,3-4-4 0,0 1-7 16,-1-2-4-16,-4 2-1 0,3-4-2 0,0 1-7 16,-3 0-1-16,0-1-7 0,0 1 8 0,-3 3 12 15,0 0 7-15,-2 1 4 0,1 1 5 0,-3 9 2 16,-3-12-5-16,3 12-5 0,-2-8-11 0,2 8-7 16,0 0-7-16,-4-5-2 0,4 5-6 0,0 0-4 15,-23 17-2-15,14-7-2 0,-4 1-8 0,4 4-19 16,4-4-22-16,1 4-23 0,-1-3-25 0,10 5-28 15,-3-2-30-15,3-4-34 0,6 4-27 0,3-2-31 16,3-2-185-16,-1-1-438 0,3-2 193 0</inkml:trace>
  <inkml:trace contextRef="#ctx0" brushRef="#br0" timeOffset="119493.46">25286 5538 208 0,'-2'-11'221'16,"-3"2"4"-16,-1 1-9 0,-3 0-8 0,2 3-11 0,-3 1-19 15,0 2-12-15,0 3-17 0,-2 3-10 0,2 2-5 16,-1 1-13-16,-4 5-4 0,-1 1-14 16,-4 4-12-16,8-2-9 0,3 2-7 0,0-1-9 15,3-1-6-15,1 2-7 0,3-2-10 0,2-4-21 16,4 2-20-16,2-2-15 0,1-3-18 0,1 2-11 0,1-3-16 16,0-2-6-16,2-2-8 0,-6-2-6 15,6 1 4-15,0-5 7 0,-5-1 7 0,3-4 4 16,-2-1 15-16,3 2 10 0,-1-9 8 0,-3 1 12 15,1 0 14-15,0-2 4 0,-2-2 12 0,-1 0 2 0,4-9 9 16,-4 4-5-16,4-7-1 0,-4 4 0 0,5-2 5 16,-3 2 0-16,-1-1 1 0,2 3-2 15,-4 6 18-15,-1 1 10 0,2 3 7 0,-1 6 9 16,1-1-2-16,-2 6-12 0,-2 4-10 0,4-10-7 0,-4 10-2 16,0 0 2-16,0 0 5 0,0 31 1 0,-2-14-1 15,-2 7-3-15,-3 4-3 0,1-1-6 0,0 2-2 16,-2-2-6-16,1 1-18 0,0-2-27 0,3-1-30 15,-1 1-44-15,5 0-56 0,0-10-55 0,0 4-257 16,0-8-500-16,0-2 221 0</inkml:trace>
  <inkml:trace contextRef="#ctx0" brushRef="#br0" timeOffset="119744.56">25913 5309 2337 0,'10'-28'171'0,"-2"3"-41"0,-3 9 2 0,-1 5-25 0,-2 0-15 16,0 3-30-16,3 2-16 0,-5 1-15 0,0 5-3 15,0 0 8-15,0 0 13 0,0 0 19 16,-5 30 5-16,1-9-2 0,-1 8 3 0,1 1-8 16,0-1-4-16,-3 3-9 0,5-1-5 0,-3-3-1 15,3 2-6-15,1-2-10 0,1-2-18 0,0-6-24 0,1 4-29 16,-2-5-25-16,2 0-37 0,-1-2-29 0,-1 0-45 15,1-5-39-15,0 0-23 0,-2-1-20 0,2-2-181 16,-4-3-475-16,-1 1 209 0</inkml:trace>
  <inkml:trace contextRef="#ctx0" brushRef="#br0" timeOffset="120028.25">25864 5508 67 0,'11'-6'203'15,"7"3"-5"-15,-7-1-5 0,3 2-10 0,-1 1-9 16,0 1-6-16,1 1-11 0,1-1-12 0,-1 2-15 16,-1-2-8-16,-1 1-15 0,1-2-9 0,-2 3-8 15,1 0-11-15,-1-2-6 0,-2 0-8 0,0-2-2 16,0 4-3-16,-9-2 3 0,11-2 5 0,-4 0 4 16,-4-4-8-16,-3 6-6 0,11-4 7 0,-7-1 8 15,0-1 0-15,-2-2-10 0,-2 1 2 0,0 7 6 16,0-16-14-16,-4 9-2 0,2-4-2 0,-2 4-7 15,1 0-1-15,-1-2-4 0,-2 0-10 0,-2 5-1 16,3 1-8-16,-3-2-7 0,-3 1-18 0,1 0-29 16,-3 1-30-16,3 3-52 0,-3 0-58 0,3 3-58 15,-2 2-252-15,3-1-523 0,9-4 232 0</inkml:trace>
  <inkml:trace contextRef="#ctx0" brushRef="#br0" timeOffset="120729.68">26528 5568 8 0,'8'5'186'16,"0"-3"2"-16,-1 2 1 0,1 4 4 0,-2-2-10 0,0 1-19 15,1 0-14-15,-5-2-12 0,2 0-8 16,1 1-4-16,0-1-6 0,-5-5 2 0,4 6 3 15,-4-6 11-15,1 7 13 0,-1-7 7 0,4 4 6 16,-4-4 0-16,0 0-4 0,0 0-10 0,0 0-17 16,0 0-16-16,0 0-8 0,-5-24-8 0,1 14-6 0,-1-2-11 15,0 0-4-15,1-4-13 0,4 4-9 0,-2 0-2 16,2-4-7-16,2-2-4 0,0 1-10 16,5-1 5-16,2 0-2 0,0 1-7 0,6-7-8 15,1 3-7-15,0 1-17 0,-2 7 9 0,1 1 0 0,1 4-4 16,-1 1-1-16,-1 5-6 0,2 0-1 0,2 6 3 15,-3 4 0-15,2-1 0 0,-1 9 4 0,-5-3-4 16,2 3 2-16,1 5-2 0,-6-4 2 16,1 2-2-16,-1-2-2 0,-2 0 9 0,-2-1-10 15,1-3 9-15,-3-3 1 0,0 2 8 0,0-5-20 0,0 0 14 16,-1-2-6-16,-1-5 0 0,5 11 5 16,-5-11 0-16,0 5 5 0,0-5-9 0,0 0-4 15,0 0-8-15,0 0 1 0,0 0-2 0,4-24-2 0,-2 14-6 16,1-2 1-16,3-2 0 0,1-2 2 0,4-1-3 15,3-4 3-15,2 1-5 0,-3 4 2 0,2 2-1 16,3 3-1-16,-2 0 6 0,0 0-3 0,2 3 4 16,-3 2 1-16,-1 5-2 0,-1 2 5 15,-2 4-1-15,-1 2 4 0,-2 3-1 0,3 3 2 16,-5 1 0-16,3 0 1 0,-3 2-1 0,-2 2 3 0,-1 0 2 16,1-1-8-16,-4 0-30 0,2-2-20 0,-2 3-29 15,3-5-31-15,-1 2-30 0,-1-3-44 0,1-2-15 16,2 1-16-16,-2-3-10 0,5 0-7 0,-5-2-138 15,4-3-409-15,-2 1 181 0</inkml:trace>
  <inkml:trace contextRef="#ctx0" brushRef="#br0" timeOffset="120978.37">27267 5627 326 0,'10'-8'54'0,"-4"1"19"0,-1-1 12 0,1-1 28 15,0-3 1-15,0 3 22 0,-2 1 24 0,1-1 26 16,-3 3 11-16,0 0 1 0,-2 6-2 0,6-8-18 16,-6 8-11-16,2-6-18 0,-2 6-16 0,0 0-11 15,0 0-12-15,0 0-17 0,5-6-11 0,-5 6-6 16,0 0-9-16,0 0-5 0,12 12-1 0,-5-9-4 15,-1 2-6-15,6-1 0 0,-1 0 2 16,7 0-9-16,-7 0-5 0,9-2 2 0,-2-2-4 0,0 0 7 16,-4 0 5-16,0-3 7 0,-4 0 6 0,3-1-5 15,-3 1-7-15,-4-1 9 0,1-1 11 0,-2-2-8 16,0 1-13-16,-3-3-6 0,0 0 3 0,-2 1-9 16,0 8-5-16,-4-16-8 0,0 7-35 0,2 2-22 15,-2 0-14-15,0-1-28 0,0 2-29 0,-1 0-32 16,-2 2-39-16,0 2-46 0,2-3-47 0,5 5-263 15,-13-5-574-15,7 3 255 0</inkml:trace>
  <inkml:trace contextRef="#ctx0" brushRef="#br0" timeOffset="121360.32">27748 5221 54 0,'8'-7'293'0,"-5"2"-17"16,3 0-17-16,-2 2-25 0,-4 3-23 0,4-5-24 15,-4 5 1-15,0 0 11 0,8 15 2 0,-3-2-5 16,1 5-17-16,-4 1-9 0,0 11-9 0,2-2-19 16,-2 1-7-16,0-1-11 0,-2 1-15 0,2-5-6 15,-1 0-13-15,0-5-9 0,0-2-4 0,-2-1-10 16,2-3-1-16,-1-3-5 0,0-1-12 0,2-3-4 16,-2-6-6-16,0 11-3 0,2-6-12 0,-2-5 2 15,3 8 5-15,-3-8 2 0,0 0-14 0,0 0-15 16,0 0-1-16,0 0-6 0,0 0-8 0,0 0-14 15,0 0 0-15,13-22-4 0,-6 15-1 0,4-2 1 16,0 3-2-16,4-2-5 0,2 2 5 0,-6 2-3 16,2 1 5-16,-1 3-1 0,1 0-1 0,-4 0 4 15,2 4 2-15,-2 0 2 0,-4 1 2 0,-1-1 2 16,1 2 7-16,-2 1-3 0,-3-7 7 0,-3 14 0 16,-2-7-1-16,3 0 3 0,-5 2-2 0,1-1 4 15,-3 0-8-15,-1-1-14 0,1-1-21 0,0-2-32 16,-4 0-30-16,4 0-38 0,4-2-36 0,5-2-26 15,-13 2-30-15,13-2-188 0,-7 0-464 0,7 0 206 16</inkml:trace>
  <inkml:trace contextRef="#ctx0" brushRef="#br0" timeOffset="121524.02">28077 5463 43 0,'10'-16'213'0,"-1"3"5"0,2-1 6 16,-2 1 10-16,-2 4 5 0,-2 3-3 15,-1 2-12-15,1 0-22 0,-5 4-23 0,6-7-21 16,-6 7-20-16,0 0-17 0,0 0-5 0,0 0 0 0,9 14-7 15,-9-2-10-15,3-2-7 0,-2 6-11 16,0 0-5-16,-1 0-20 0,0 0-44 0,-2-1-41 16,0 1-63-16,-1-5-59 0,3 1-69 0,-2-1-229 15,0-1-487-15,-1-2 215 0</inkml:trace>
  <inkml:trace contextRef="#ctx0" brushRef="#br0" timeOffset="121685.21">27977 5180 25 0,'0'0'25'16,"0"0"-34"-16,0 0-9 0,34 9 4 0</inkml:trace>
  <inkml:trace contextRef="#ctx0" brushRef="#br0" timeOffset="121874.36">28353 5175 160 0,'0'0'290'0,"2"-9"-9"15,-2 9-4-15,5-6-21 0,-5 6-20 0,0 0-26 0,2-7-26 16,-2 7-26-16,0 0-12 0,0 0-10 0,0 0 5 16,1 32-12-16,0-13-9 0,1 6-10 15,-1 2-10-15,-2 2-9 0,-1 0-11 0,4 3-4 16,-2-4-14-16,2-1-20 0,0-3-19 0,-2-3-33 0,0-1-33 15,3-3-45-15,-3 1-50 0,0-3-45 0,0 1-45 16,0-5-209-16,-1-1-472 0,-1-3 209 0</inkml:trace>
  <inkml:trace contextRef="#ctx0" brushRef="#br0" timeOffset="122060.62">28515 5393 222 0,'4'-5'289'0,"0"1"-15"15,-4 4-24-15,6-7-24 0,-6 7-22 16,6-3-22-16,-6 3 1 0,0 0-1 0,6 14-12 0,-5-7-15 16,0 5-12-16,2 0-14 0,-2 5-10 0,0-2-18 15,1 0-9-15,0 2-20 0,1-1-30 0,-3-4-36 16,0 1-42-16,1 0-58 0,-2-1-61 16,2-4-67-16,-2 4-201 0,1-6-458 0,0-6 204 15</inkml:trace>
  <inkml:trace contextRef="#ctx0" brushRef="#br0" timeOffset="122215.89">28435 5153 14 0,'0'0'-3'0,"0"0"-3"0,0 0 3 0</inkml:trace>
  <inkml:trace contextRef="#ctx0" brushRef="#br0" timeOffset="122431.35">28759 5193 2185 0,'5'-6'65'0,"0"-2"-44"16,-1 2 30-16,-2-1 11 0,-2 7 2 0,3-6 2 15,-3 6 0-15,4-7-7 0,-4 7-11 0,5-4-6 16,-5 4-6-16,0 0 17 0,0 0 29 0,9 19 5 15,-6-2 13-15,3 6-6 0,2 3-3 0,-13 4-12 16,7 1-1-16,2-3-6 0,-4 2-5 16,-1 0-6-16,-4 0-7 0,2-1-4 0,1-5-14 0,-2 3-16 15,2-7-17-15,0-1-36 0,-2-2-31 0,1-2-41 16,-2-1-41-16,-2 1-48 0,3-3-49 0,0-3-259 16,-2-2-542-16,-1-4 240 0</inkml:trace>
  <inkml:trace contextRef="#ctx0" brushRef="#br0" timeOffset="123023.64">28751 5395 98 0,'13'-6'194'0,"4"-1"-7"0,-1-1 1 16,4 3 0-16,-8 1-13 0,6 0-9 0,-5 0-11 15,6 2-15-15,-6 2-10 0,6-2-8 0,-9 0-12 16,1 2-8-16,0 2-7 0,-2 0-11 0,-1 3 1 15,-2 0-1-15,0 0-3 0,1-1 1 0,-1 4-6 16,1-1-4-16,-1-3-4 0,-1 4-5 0,2 1 0 16,0-1-2-16,-2-2 1 0,4 1-10 0,-1-1-8 15,-2-2 5-15,2 2-8 0,0-2-5 0,0-2 1 16,2 4-5-16,-3-5-2 0,5 2-2 0,-2-3-3 16,0 0-2-16,-1 0-1 0,-9 0-1 0,17-4-1 15,-10 0-3-15,1 2 8 0,-8 2-1 0,12-6 1 16,-6 3 4-16,-1 1-7 0,-5 2 10 0,9-8-1 15,-4 5-4-15,-5 3 0 0,7-6-3 0,-7 6-4 16,6-2-4-16,-6 2-7 0,0 0 1 0,0 0-2 16,0 0 16-16,10 11 6 0,-10 1 10 0,-2 5-2 15,-1 6 6-15,-1 2-7 0,-1 5-6 0,0 0-1 16,-1 3 1-16,-3-1-5 0,-1 2-1 0,-2-2-2 16,6 2 2-16,-2-2-4 0,0-1 1 0,3 3-6 15,1-1 4-15,-2 0-10 0,1-3 2 0,5-2 3 16,-4 1-3-16,3 0-3 0,0-2-2 0,-1-2 1 15,1 0-2-15,0-6 5 0,1-2 2 0,0-7-3 16,0 1-9-16,-2-3 2 0,2-1 2 0,0-7 1 16,-5 9 0-16,-1-7-2 0,6-2 2 0,-21-1 0 15,21 1 8-15,-29-10-14 0,11 0-1 0,-4-4-9 0,2-3 3 16,3-2-5-16,1-3-1 0,2-1 2 16,2-4-3-16,4-2-2 0,3-2 4 0,3-1 0 15,7-1-3-15,6 1 1 0,9-1-7 0,12-7-8 16,-1 1 1-16,7 4-8 0,4 3-3 0,-1 1-8 15,3 2 1-15,4 10-10 0,-2-3-2 0,-11 8-10 0,1 0-15 16,-3 3-17-16,3-2-22 0,0 4-26 16,-1-1-48-16,-1 1-29 0,4-1-37 0,-1 4-186 15,-5-1-484-15,-2-3 214 0</inkml:trace>
  <inkml:trace contextRef="#ctx0" brushRef="#br0" timeOffset="123144.54">29872 5437 92 0,'0'0'188'0,"0"0"-18"0,3-8-15 16,-3 8-18-16,0 0-13 0,0 0-25 0,2-5-32 16,-2 5-58-16,0 0-57 0,6-6-118 0,-6 6-180 15,10-5 81-15</inkml:trace>
  <inkml:trace contextRef="#ctx0" brushRef="#br0" timeOffset="123835.17">29990 5220 19 0,'-5'-4'183'16,"5"4"-34"-16,0 0-30 0,0 0-18 0,-7-6-28 15,7 6-47-15,0 0-51 0,0 0-83 0,0 0-116 16,20-8 51-16</inkml:trace>
  <inkml:trace contextRef="#ctx0" brushRef="#br0" timeOffset="135446.76">3226 10337 18 0,'0'0'31'0,"12"2"-4"0,-12-2-5 0,13 2-8 16,-6-1 3-16,0 2-5 0,1-2-10 0,3 2-27 15,-2 1-25-15,-4-2 12 0</inkml:trace>
  <inkml:trace contextRef="#ctx0" brushRef="#br0" timeOffset="135924.25">3578 10111 8 0,'0'0'136'0,"-4"-8"3"16,4 8-3-16,-4-9-1 0,4 9-2 0,-2-7-18 15,2 7-3-15,0 0-12 0,0 0-10 0,-3-8-17 0,3 8 0 16,0 0-14-16,0 0-5 0,0 0-5 16,0 0-9-16,0 0-3 0,0 0 0 0,0 0-6 15,0 0-4-15,9 25-1 0,-6-12-7 0,1 3 4 0,-2 2 1 16,-1 8 0-16,2 0-4 0,-4 2 9 16,1-1-1-16,-2 2-3 0,0-1-3 0,-1 3 2 15,1-5-1-15,-1 2-1 0,2-2-3 0,-2-1-5 16,-1-5 0-16,2-1 0 0,-2-2-3 0,0 2 1 15,2-3-1-15,-2 2-3 0,1-6 4 0,2 4-4 0,0-5 0 16,-2-2 0-16,3 0-2 0,-2 0-2 0,2 0-13 16,-3-3-24-16,2 1-11 0,1-7-14 0,-2 11-25 15,2-11-15-15,-1 8-7 0,1-8-7 16,-1 6-4-16,1-6-12 0,0 0-82 0,0 0-227 0,0 0 101 16</inkml:trace>
  <inkml:trace contextRef="#ctx0" brushRef="#br0" timeOffset="136230.17">3486 10178 99 0,'31'-3'118'0,"3"3"-6"0,1 2 6 16,2 1-11-16,13 8-6 0,-16-2-21 0,2 5 1 0,-3 0-1 15,-1 4-6-15,-3 3-13 0,-4-1 0 0,-1 3-5 16,-4 3-8-16,-4 0-1 0,-2 2-4 0,-3-1-4 16,-7 2-2-16,-1 2-1 0,-6-3-1 0,-3 2-4 15,-3-3-2-15,-4-2-2 0,-1 3 6 0,-4 0-7 16,0-3-5-16,-5 1 1 0,-2-3-4 0,-3-1-3 16,-3-3-1-16,-1-2-3 0,-1-1 1 0,-1 0-2 15,1-6-6-15,2-1-14 0,3-2-11 0,2-3-9 16,8 0-25-16,0-4-26 0,5-1-51 15,-1-3-98-15,4-2-249 0,1-2 111 0</inkml:trace>
  <inkml:trace contextRef="#ctx0" brushRef="#br0" timeOffset="136614.26">4062 10587 140 0,'5'9'143'0,"2"2"-10"0,-3 1-3 0,1-2-14 16,-4 2 0-16,0 0 0 0,-1 0-5 0,1-2-15 15,-1 2-1-15,-1-2-8 0,0-3 1 0,0 2-2 16,1-9 4-16,-3 12 5 0,3-12 5 0,0 10 2 16,0-10 1-16,-1 5-6 0,1-5-2 0,0 0-13 15,-10 2-6-15,10-2-10 0,0 0-4 0,-14-12-3 16,11 7-8-16,-2-5-4 0,0 0-7 0,0-1-7 15,3-5 0-15,2 2-7 0,2-4-4 0,0 1-4 16,3 1-4-16,2 0-3 0,0 4-4 0,4-2 1 16,0 2-4-16,1 4-3 0,-2 2-2 0,0 1-1 15,2 1 2-15,-1 1-1 0,3 3-1 0,-2 2 2 16,-1 0-1-16,6 6 5 0,-6-2-7 0,2 5 5 16,0-1-2-16,0 4 9 0,-3 1-9 0,0 1 1 15,-2 2-3-15,-1 0 5 0,-1 8-3 0,0-1-2 16,-2 0-25-16,-2 0-33 0,-2-6-28 0,0 0-46 15,2 0-40-15,-1 0-44 0,-4-3-133 0,2-3-379 16,1-1 167-16</inkml:trace>
  <inkml:trace contextRef="#ctx0" brushRef="#br0" timeOffset="136958.01">4657 10651 1754 0,'11'-8'168'0,"-3"-2"-43"0,-1 3-57 16,-1 3-27-16,-1-3-20 0,1 2-6 0,-2 2-8 16,-4 3-1-16,7-6 3 0,0 4-11 0,-7 2-20 15,11-3-20-15,-11 3-17 0,12 3-22 0,-12-3-20 16,11 2-11-16,-4 2-11 0,-3-1 3 0,1 2-3 16,-5-5 8-16,6 9 8 0,-3-4 6 0,-2 0 9 15,2 2 17-15,-3-7 3 0,-2 10 11 0,2-10 3 16,2 11 19-16,-2-11 5 0,0 0 9 0,-6 15 8 15,3-8 3-15,-3 0 16 0,6-7 4 0,-12 14 10 16,5-6 8-16,2 0 12 0,0-2 12 0,-3-1 0 16,2 0 4-16,2-1 2 0,4-4 12 0,-5 7 10 15,5-7-3-15,-5 4 2 0,5-4-6 0,0 0 0 16,0 0 9-16,0 0-4 0,9 8-4 0,-9-8-8 16,22-4-5-16,-6 3-11 0,1-2-36 0,6-2-37 15,4-1-47-15,-7 4-58 0,1-3-118 0,-1 1-271 16,6-2 121-16</inkml:trace>
  <inkml:trace contextRef="#ctx0" brushRef="#br0" timeOffset="138314.34">5876 10139 126 0,'-4'-12'140'0,"1"-4"7"15,-2 8-15-15,3-4-6 0,-1 2-1 16,-1 0 3-16,0 1 12 0,2 0-4 0,-1 2-5 0,3 7-12 16,-2-9-14-16,2 9-10 0,-3-6-14 0,3 6-8 15,0 0-8-15,0 0-9 0,0 0 1 0,0 0 8 16,0 0-5-16,3 40-5 0,-5-12 0 0,-1-1-3 15,-1 5-4-15,1 0-3 0,2 1-4 0,-3-2-3 16,0 1-3-16,1-3-7 0,-1 2 1 0,1 0-1 16,-1-1-5-16,3-2 0 0,1-2-3 0,-4-1-3 15,3-6-7-15,1-1-21 0,0 1-15 0,-3 6-25 16,0-9-29-16,0 2-36 0,-1-1-20 0,2 1-26 16,-1-3-25-16,-2 1-128 0,2-5-340 0,2-2 151 15</inkml:trace>
  <inkml:trace contextRef="#ctx0" brushRef="#br0" timeOffset="138636.31">6112 10126 123 0,'0'0'141'0,"0"0"-6"0,0 0-3 0,0 0-20 16,-22 3-7-16,7 7-9 0,-9 2-7 0,1 5-12 15,0 1 0-15,-4-1-17 0,2 2-5 0,1-1-6 16,1-1-4-16,2-2-2 0,8-4-7 0,-1-1 2 16,2-3-8-16,5 0 2 0,-2-2-8 0,1 1-3 15,3-4-1-15,1 2-6 0,4-4 1 0,-6 5-4 16,6-5 4-16,-5 7-8 0,5-7 1 0,1 10-1 16,-1-10 9-16,10 14 3 0,-2-6-2 0,1 2 3 15,2 3 0-15,2-1-1 0,7 5 7 0,-3-4-6 0,5 3 2 16,1-2-5-16,2 0-3 0,0 1 3 0,0-3-7 15,3 0 2-15,-1-2-19 0,0 0-24 0,0 1 0 16,0-3-41-16,-2-1-23 0,2 0-21 16,-6-1-137-16,-1-3-273 0,1 0 121 0</inkml:trace>
  <inkml:trace contextRef="#ctx0" brushRef="#br0" timeOffset="139025.24">6458 10487 43 0,'-7'4'120'0,"7"-4"-8"0,-9 1-11 0,3 1 1 0,6-2 1 16,-12 3-7-16,6-3 0 0,6 0 1 0,-13 4 6 15,13-4-3-15,-10 0-1 0,10 0-4 0,-11 3-8 16,6 0-6-16,5-3-10 0,0 0-4 0,-13 0 1 16,13 0 4-16,-10 0-2 0,10 0 2 0,0 0-8 15,-9 0-9-15,9 0 0 0,0 0-8 0,0 0-3 16,0 0-5-16,0 0-7 0,-9 0 1 0,9 0-6 16,0 0 0-16,0 0-5 0,0 0 0 0,0 0-3 15,0 0-1-15,0 0-12 0,0 0-7 0,0 0-15 16,0 0-7-16,0 0 1 0,0 0-6 0,0 0-2 15,-7-3-10-15,7 3-4 0,0 0-2 0,0 0 3 16,0 0-4-16,0 0 3 0,0 0-14 0,0 0-6 16,3-13-24-16,-3 13-15 0,0 0-46 0,0 0-105 15,4-11-274-15,-4 11 122 0</inkml:trace>
  <inkml:trace contextRef="#ctx0" brushRef="#br0" timeOffset="139343.06">6453 10239 129 0,'0'0'168'0,"-12"-2"-7"15,12 2-3-15,-8-4-6 0,8 4-10 16,0 0-18-16,-8-1-11 0,8 1-10 0,0 0-15 16,0 0-9-16,0 0-4 0,0 0-7 0,22-6-2 0,-4 4-9 15,4 0 0-15,7-2-7 0,4 0-4 0,0 1-3 16,2-1-8-16,2 0-2 0,-1 1-3 0,-3 0-11 16,-3 3-15-16,-1-1-19 0,-1 1-18 0,-5-2-24 15,-3 4-22-15,-2-2-23 0,0 1-24 0,-5-1-29 16,0 2-85-16,-7-1-258 0,-6-1 115 0</inkml:trace>
  <inkml:trace contextRef="#ctx0" brushRef="#br0" timeOffset="139552.34">6733 10181 92 0,'-10'-3'131'15,"10"3"3"-15,0 0 7 0,-5 8 23 0,2 2-5 16,0 1 15-16,-1 6-2 0,-1 1-8 0,-3 11-9 15,2-4-11-15,-2 5-9 0,1-2-9 0,-1 2-17 16,0-3-9-16,0 4-7 0,3-4-7 0,1 3-10 16,-3-3-7-16,2 1-7 0,2-1-13 0,-2-3-28 15,4 0-24-15,-1 3-21 0,1 0-34 0,2-9-35 16,1 1-36-16,3 0-45 0,1-2-173 0,2-1-373 16,1-6 165-16</inkml:trace>
  <inkml:trace contextRef="#ctx0" brushRef="#br0" timeOffset="140093.81">7185 10701 140 0,'2'-5'218'0,"3"-4"-14"0,1 0-20 0,-2-2-7 16,1 0-11-16,3-4-6 0,0 3-17 0,-1-3-15 0,1 1-8 15,0-1-11-15,1 1-6 0,-3-4-7 0,1 1-9 16,0-2-13-16,1 1 1 0,2-4-7 16,-6 4 0-16,2-1-2 0,-2 2-4 0,-1-7-6 15,-2 7-6-15,0 0-5 0,-1 5-1 0,0 1-3 0,-1 0-2 16,1 4 3-16,0 7-5 0,0-14-2 0,0 14-8 16,-1-6-4-16,1 6-1 0,0 0-2 15,0 0-4-15,0 0 4 0,-13 22-1 0,5-9 6 16,2 6-7-16,-2-2 1 0,1 7-5 0,0-2 3 0,3-3-6 15,3 0-1-15,0-1-1 0,1-3-2 0,1-4 1 16,3 0 1-16,2 1-1 0,1-1 0 0,5 2-1 16,-1-6-3-16,1-2 2 0,1-2-4 15,4 1-5-15,3-2-4 0,-1-4-2 0,-1 1-2 0,1-2-2 16,-2 0-1-16,-4-2 0 0,2-1 3 0,-2 1-4 16,-3-1 2-16,-1-1-2 0,1 0 1 0,-1-2 2 15,-5-1 1-15,1 0-2 0,2-2-1 0,-5 0 0 16,-2 0 4-16,3 0-1 0,-3-4 2 0,0 0-2 15,0 3 3-15,1 3 1 0,-2 1 3 0,1 9 2 16,0-14 3-16,0 14-3 0,1-9 6 0,-1 9-7 16,0 0-3-16,0 0 2 0,0 0 13 0,0 0 5 15,0 0 0-15,3 32 0 0,-3-17 0 0,0 4-2 16,0 0-3-16,-2-1 3 0,1 2-1 0,2 6-6 16,-1 0-15-16,2-6-15 0,0-1-18 0,-1-1-21 15,3-2-22-15,-2 1-42 0,1 1-25 0,1-8-21 16,0 2-16-16,1 0-166 0,-1 0-384 0,0-3 170 15</inkml:trace>
  <inkml:trace contextRef="#ctx0" brushRef="#br0" timeOffset="140424.57">7703 10623 134 0,'0'0'191'0,"0"0"9"0,0 0-16 16,0 0-6-16,0 0-12 0,4 19-1 0,-5-10-13 0,1 2-8 15,-1-1-13-15,-2 1-7 0,0 0-12 16,2-2-11-16,0-3-3 0,1-6-10 0,-3 13-4 16,2-7-1-16,1-6-3 0,-4 11 5 0,4-11-1 15,-2 5-2-15,2-5-10 0,0 0-7 0,0 0-6 0,0 0-10 16,0 0-4-16,0 0-3 0,9-24-8 0,-4 15-1 16,0-1-2-16,5-4-4 0,-1-1-2 15,1-2 0-15,4 1-4 0,3-3-3 0,-3 4-5 0,-3 0 0 16,4 1-2-16,0 2-2 0,-1 0 1 0,1 2-4 15,-4 4-2-15,-1 2 0 0,1 1-4 0,-2 4 3 16,3 1 1-16,-5 2-1 0,1 2-1 0,-2 2 3 16,2 2-7-16,-4 1-2 0,1 5-25 0,-4 1-18 15,2 1-29-15,-2-1-40 0,0 4-28 0,-2-2-32 16,2 2-38-16,-1-2-202 0,-1 1-450 0,2-5 200 16</inkml:trace>
  <inkml:trace contextRef="#ctx0" brushRef="#br0" timeOffset="144207.37">7671 10458 64 0,'0'0'88'0,"3"-8"-10"0,-3 8 4 0,1-6-4 15,-1 6 2-15,0 0-9 0,3-11-4 16,-3 11-9-16,2-6 4 0,-2 6 9 0,0 0-1 16,3-8-2-16,-3 8-6 0,0 0-6 0,2-9 1 15,-2 9-10-15,0 0-3 0,3-7 0 0,-3 7 8 0,0 0-3 16,0 0-7-16,0 0 7 0,2-9-7 0,-2 9 0 15,2-8-11-15,-2 8 2 0,0 0 0 16,0 0 8-16,0 0 1 0,1-9-4 0,-1 9 0 16,0 0-6-16,0 0 1 0,-1-10 3 0,1 10-3 0,0 0 3 15,0 0 0-15,0 0-1 0,0 0-2 16,0 0 2-16,0-9-5 0,0 9-2 0,0 0-4 0,0 0-1 16,0 0-2-16,0 0-3 0,0 0 2 15,0 0-7-15,0 0-1 0,0 0 1 0,0 0-8 0,0 0 3 16,0 0-6-16,0 0 9 0,0 0-7 0,0 0-2 15,0 0 4-15,0 0-6 0,0 0 3 0,0 0-5 16,0 0 1-16,0 0 0 0,0 0 0 0,0 0 3 16,0 0-5-16,0 0 1 0,0 0 1 0,0 0 1 15,0 0-2-15,0 0 5 0,0 0-4 0,0 0 3 16,0 0-2-16,0 0 0 0,0 0 1 0,0 0 1 16,0 0-3-16,0 0 1 0,0 0 4 0,0 0-3 15,0 0 2-15,0 0-3 0,0 0-2 0,0 0 1 16,0 0 1-16,0 0 4 0,0 0-5 0,0 0 1 15,0 0-2-15,0 0 3 0,0 0 3 0,0 0-4 16,0 0 0-16,0 0 1 0,0 0 0 0,0 0-1 16,0 0 0-16,0 0 3 0,-4 25-2 0,4-25-1 15,0 0 1-15,0 0 2 0,0 0-2 0,0 0-1 16,0 0 2-16,0 0-3 0,0 0 0 0,0 0 1 16,0 0 3-16,0 0-6 0,0 0 6 0,0 0 2 15,0 0-8-15,0 9 3 0,0-9-2 0,0 0 3 16,0 0-2-16,0 0-2 0,0 0 3 0,0 0 0 15,0 0 0-15,0 0 0 0,0 0-1 0,0 0 5 16,0 0-2-16,0 0-3 0,0 0 0 0,0 0 2 16,0 0 0-16,0 0-3 0,0 0 4 0,0 0-2 0,-1 9 0 15,1-9 0-15,0 0 0 0,0 0 0 16,0 0 0-16,0 0 0 0,0 0-1 0,0 0 0 16,0 0 1-16,0 0-1 0,0 0-2 0,0 8 5 15,0-8-3-15,0 0 1 0,0 0-2 0,0 0 3 0,0 0 0 16,0 0 0-16,0 0 1 0,0 0-3 0,-2 8 3 15,2-8-5-15,0 0 5 0,0 0 0 16,0 0-4-16,0 0 1 0,0 0 0 0,0 0 0 16,0 0-2-16,0 0-2 0,0 0 2 0,0 0-7 15,0 0 0-15,-2 8-1 0,2-8-2 0,0 0-3 0,0 0 3 16,0 0-3-16,0 0 0 0,0 0 2 16,0 0-5-16,0 0-3 0,0 0-1 0,0 0-9 15,0 0-5-15,0 0 1 0,0 0-5 0,0 0-2 16,0 0-14-16,0 0 14 0,0 0-1 0,0 0-15 0,0 0 15 15,0 0 3-15,0 0 2 0,0 0 0 0,0 0 5 16,0 0 4-16,0 0-6 0,0 0-7 0,7 4 0 16,-7-4-5-16,0 0 3 0,0 0-5 0,0 0 9 15,0 0-8-15,0 0 10 0,4 4 0 0,-4-4 5 16,0 0 7-16,0 0-9 0,0 0 9 0,0 0 4 16,0 0 4-16,0 0 4 0,0 0-3 15,0 0-1-15,0 0-2 0,0 0 8 0,0 0 3 0,5 4 0 16,-5-4 6-16,0 0-2 0,0 0-1 0,0 0 10 15,0 0-6-15,0 0 10 0,0 0 4 0,0 0-3 16,0 0-2-16,0 0 7 0,0 0 1 0,0 0 0 16,0 0-9-16,0 0 10 0,0 0 4 0,0 0-9 15,0 0 9-15,0 0-9 0,0 0 4 0,0 0-1 16,0 0 2-16,0 0 0 0,0 0-1 0,0 0 0 16,0 0-1-16,0 0 0 0,0 0 2 0,0 0 5 15,0 0-7-15,0 0 4 0,0 0 0 0,0 0 2 16,0 0-18-16,0 0 18 0,0 0-1 0,0 0-4 15,0 0 2-15,0 0 0 0,0 0-3 0,0 0-3 16,0 0 0-16,0 0 0 0,0 0-3 0,0 0 0 16,0 0 5-16,0 0-6 0,0 0 4 0,0 0-1 15,0 0-6-15,0 0 5 0,0 0-5 0,0 0 0 16,0 0-2-16,0 0 3 0,0 0 1 0,0 0 4 16,0 0-10-16,0 0 6 0,0 0-6 0,0 0 4 15,0 0 2-15,0 0 2 0,0 0-13 0,0 0 12 16,0 0-8-16,0 0 6 0,0 0-9 0,0 0 2 15,0 0 4-15,0 0 1 0,0 0 10 0,0 0-3 16,0 0-13-16,0 0 6 0,0 0-6 0,0 0 11 16,0 0-13-16,0 0 8 0,0 0-6 0,0 0 3 15,0 0 7-15,0 0-10 0,0 0 6 0,0 0-10 16,0 0 4-16,0 0 4 0,0 0-3 0,0 0 7 0,0 0-2 16,0 0 3-16,0 0-10 0,0 0 2 15,0 0 6-15,0 0-6 0,0 0 5 0,0 0-4 16,0 0-1-16,0 0 7 0,0 0-7 0,0 0 6 15,0 0-6-15,0 0 3 0,0 0 1 0,0 0 0 16,0 0-2-16,0 0-1 0,0 0-1 0,0 0 1 0,0 0-2 16,0 0-1-16,0 0 2 0,0 0 4 15,0 0 1-15,0 0-2 0,0 0-1 0,0 0-1 16,0 0 1-16,0 0-12 0,0 0 12 0,0 0 4 0,0 0-3 16,0 0 3-16,0 0-4 0,0 0-2 0,0 0-2 15,0 0 2-15,0 0 8 0,0 0-3 0,0 0-4 16,0 0 0-16,0 0-2 0,0 0 3 0,0 0-3 15,0 0 6-15,0 0 3 0,0 0-7 0,0 0-2 16,0 0 4-16,0 0 1 0,0 0-1 0,0 0-3 16,0 0 6-16,0 0-3 0,0 0 0 0,0 0 3 15,0 0 2-15,0 0-4 0,0 0 1 0,0 0 1 16,0 0-5-16,0 0-2 0,0 0-3 16,0 0 8-16,0 0 2 0,0 0-5 0,0 0 3 0,0 0-1 15,0 0 2-15,0 0-1 0,0 0-1 0,0 0-1 16,0 0 1-16,0 0 2 0,0 0 2 0,0 0-2 15,0 0-3-15,0 0-5 0,0 0 8 0,0 0-4 16,0 0 1-16,0 0 3 0,0 0-7 0,0 0 12 16,0 0-1-16,0 0-5 0,0 0 1 0,0 0-4 15,0 0 4-15,0 0-4 0,0 0 5 0,0 0-7 16,0 0 6-16,0 0 7 0,0 0-10 0,0 0-8 16,0 0 17-16,0 0-13 0,0 0-2 0,0 0 5 15,0 0 6-15,0 0-9 0,0 0 9 0,0 0-6 16,0 0 0-16,0 0 4 0,0 0-6 0,0 0 4 15,0 0 3-15,0 0 1 0,0 0-10 0,0 0 7 16,0 0-2-16,0 0 6 0,0 0-4 0,0 0-3 16,0 0 5-16,0 0 3 0,0 0-9 0,0 0 1 15,0 0 0-15,0 0 3 0,0 0-1 0,0 0 0 16,0 0-2-16,0 0-3 0,0 0 5 0,0 0 0 16,0 0-2-16,0 0 1 0,0 0 3 0,0 0 1 15,0 0-3-15,0 0 1 0,0 0 0 0,0 0-2 16,0 0 6-16,0 0 1 0,0 0-4 0,0 0-3 15,0 0-3-15,0 0 2 0,0 0 2 0,0 0-4 16,0 0-3-16,0 0 9 0,0 0 0 0,0 0-4 0,0 0-1 16,0 0-4-16,0 0 10 0,0 0-7 15,0 0 1-15,0 0 3 0,0 0-2 0,0 0-3 16,0 0 3-16,0 0-8 0,0 0-7 0,0 0 0 16,0 0-15-16,0 0-5 0,0 0-15 0,0 0-11 0,0 0-13 15,0 0-11-15,0 0-73 0,0 0-174 0,0 0 77 16</inkml:trace>
  <inkml:trace contextRef="#ctx0" brushRef="#br0" timeOffset="145579.17">4016 10553 39 0,'0'0'63'16,"0"-8"-6"-16,0 8 9 0,-1-9-9 0,1 9-4 0,-1-8 7 16,1 8-13-16,-1-9 6 0,1 9-27 0,-2-9 14 15,2 9-2-15,0 0 4 0,2-13 4 16,-2 13 3-16,0 0-6 0,-2-10 8 0,2 10-8 16,-1-7-3-16,1 7 0 0,0 0-5 0,-3-8-1 0,3 8 4 15,-2-8-5-15,2 8 8 0,0 0-13 0,0 0 6 16,0-9-11-16,0 9-4 0,0 0-5 15,1-11 4-15,-1 11 4 0,5-5-4 0,-5 5-4 16,3-6-2-16,-3 6-1 0,1-7 6 0,-1 7-1 0,0 0 8 16,5-8 1-16,-5 8 0 0,3-5 4 0,-3 5-1 15,0 0-8-15,1-8 9 0,-1 8-11 0,0 0 3 16,2-9-9-16,-2 9 3 0,0 0 0 0,4-7-2 16,-4 7-1-16,0 0 2 0,-1-8 1 0,1 8-1 15,0 0 1-15,1-9 9 0,-1 9 1 0,0 0 1 16,0 0-2-16,2-10-2 0,-2 10 0 15,0 0-3-15,0 0-1 0,-2-9-1 0,2 9 7 0,0 0-6 16,0 0-2-16,3-8-3 0,-3 8-4 0,0 0 0 16,0 0-5-16,0 0 3 0,0 0-1 0,0 0-5 15,0 0-5-15,0 0 3 0,0 0 6 0,10 22 0 16,-7-14 2-16,-2 3-3 0,3 2 0 0,-2 2 0 16,1 1 0-16,-3 1 3 0,2 1-4 0,-2-2 1 15,3 0 4-15,-2 1 0 0,-1 1 0 0,0 0 3 16,2-1-2-16,0-7 1 0,-3 1-3 0,0 1 2 15,1 0-3-15,0-2 4 0,0 1 3 0,1 1-7 16,-1-2 4-16,-1-3-1 0,2 2-2 0,-1-1-1 16,0-8 2-16,-1 12 2 0,1-12-4 0,1 9 4 15,-1-9-7-15,0 7 5 0,0-7-5 0,0 0 1 16,1 7-3-16,-1-7 0 0,0 0 4 0,0 0 1 16,0 0-3-16,0 0 4 0,0 0 0 0,0 9 3 15,0-9 7-15,0 0 6 0,0 0-2 0,0 0 7 16,0 0-1-16,0 0-4 0,0 0-2 0,0 0-5 15,0 0-1-15,0 0 1 0,0 0-5 0,-5-29 0 16,5 29 0-16,-1-12-4 0,-1 5 0 0,2 7-3 16,3-16-3-16,-3 6-2 0,0 0 3 0,0 0-1 15,0 1-1-15,1-1-4 0,-1 0 0 0,2 0-5 16,-1 1 5-16,0-1 0 0,0 1-1 0,1-1 0 16,0 1 0-16,0-1 0 0,-2 1 4 0,0 9-2 0,3-15 0 15,0 7-2-15,-2 1 2 0,5 0 2 16,-6 7-2-16,2-10-1 0,-2 10 5 0,1-6-4 15,-1 6 1-15,1-8-2 0,-1 8-2 0,0 0 3 16,4-5 1-16,-4 5-5 0,0 0 4 0,0 0-6 16,0 0 6-16,0 0-4 0,0 0-1 0,0 0 3 0,0 0-1 15,0 0 3-15,0 0 2 0,3 19-3 0,-2-14 2 16,-1-5-7-16,-2 17-10 0,-1-9-9 16,3 1-20-16,-1-1-18 0,-1 3-26 0,1-1-33 15,0 2-39-15,-2-1-147 0,1-1-337 0,-3 2 150 0</inkml:trace>
  <inkml:trace contextRef="#ctx0" brushRef="#br0" timeOffset="147106.26">7714 10475 39 0,'3'-8'84'0,"-3"8"-6"0,3-6-10 15,-3 6-3-15,2-7-11 0,-2 7-6 0,4-8 3 16,-4 8-12-16,4-7 9 0,-4 7-3 0,3-6 6 15,-3 6-8-15,2-6 4 0,-2 6 1 0,3-7-2 16,-3 7 1-16,0 0-9 0,1-10 0 0,-1 10-2 16,0 0-3-16,1-10 2 0,-1 10 1 0,4-8-6 15,-4 8-1-15,3-6 1 0,-3 6-4 0,0 0-4 16,2-9 7-16,-2 9-6 0,0 0-3 0,4-8-5 16,-4 8 0-16,0 0-1 0,0 0-5 0,1-5 5 15,-1 5 2-15,0 0-1 0,0 0 3 0,0 0 4 0,0 0 1 16,0 0 1-16,0 0-1 0,0 0 11 0,0 0-12 15,0 0-2-15,4-6-3 0,-4 6-3 0,0 0-3 16,0 0 1-16,0 0 4 0,0 0-6 16,0 0-3-16,0 0-6 0,0 0 5 0,0 0 2 0,0 0-1 15,0 0 3-15,0 0 4 0,-5 26-3 0,2-16 0 16,1 0 5-16,-3 3-2 0,2-3 6 16,-2 5 13-16,4 1-5 0,-4 1 2 0,0 2-3 15,1-3-1-15,0 0 2 0,2-1-4 0,-2 3-3 0,0-1 2 16,1 0-2-16,-1 0 5 0,1-5-8 0,1 3 3 15,0-3-5-15,-1 4-3 0,1-4 8 0,-2-3-6 16,3 2-3-16,-2 0 2 0,2-5-1 16,0 3-5-16,-1 0 6 0,2-9-6 0,-1 8 4 0,1-8-5 15,-1 11-1-15,1-11 0 0,0 7 1 0,0-7 1 16,0 0-1-16,-2 9-2 0,2-9 4 0,0 0-1 16,0 0-3-16,0 0 3 0,0 0 3 0,0 0 6 15,-1 8 4-15,1-8-1 0,0 0 0 0,0 0-1 16,0 0-1-16,0 0-6 0,0 0 1 0,0 0-5 15,0 0 1-15,0-31 2 0,0 22-1 0,0-3-4 16,3 3-2-16,-2-2-1 0,0 0-2 0,1 0 1 16,-1 1-1-16,1-6-2 0,1 4 0 0,-3 0 2 15,4 0-2-15,-3 0 1 0,0 0-2 0,2 0 2 16,-1 1-3-16,-2-1 4 0,0 2 0 0,2-1-3 16,-1 0-1-16,0 0 2 0,2 1-3 0,-2 0 5 15,0 0 0-15,1 1-1 0,-1-1-3 0,-1 0 1 16,1 4 4-16,-1 6-2 0,3-13 1 0,-3 4 1 15,0 9-3-15,1-12 0 0,-1 5-2 0,1 0 3 16,-1 7-3-16,0-12 2 0,2 6 2 0,-2 6 0 16,2-11-1-16,-2 11 4 0,0-10-6 0,0 10 0 0,0 0 4 15,1-9 1-15,-1 9-3 0,0 0 1 16,0 0 0-16,0 0-1 0,-1-10 4 0,1 10-4 0,0 0 2 16,0 0-1-16,0 0-1 0,1-7-1 0,-1 7-2 15,0 0 1-15,0 0 1 0,0 0-1 0,0 0 1 16,0 0-3-16,0 0-1 0,0 0 0 0,0 0 1 15,0 0-1-15,0 0-3 0,0 0 4 16,0 0 3-16,0 0-2 0,-1 32 0 0,1-21 2 0,-2 1 5 16,2 1-5-16,-2 2 2 0,2 2-1 0,-2-1 3 15,2 1-1-15,-1-3 1 0,1 1-4 0,-4 1 3 16,4-4-3-16,-2-1 4 0,2 0-7 16,-1 0 8-16,1 1-4 0,-1-1 2 0,1-2 4 15,0 2-5-15,-2-4-7 0,5 3-16 0,-3-3-18 0,-1 5-29 16,-1-7-15-16,0 4-29 0,2-9-36 0,0 17-14 15,-3-7-152-15,-1-5-341 0,2 2 151 0</inkml:trace>
  <inkml:trace contextRef="#ctx0" brushRef="#br0" timeOffset="148005.9">6062 11053 49 0,'-11'-3'86'0,"-1"3"-2"0,3-1 0 0,-2-1-3 16,1 1-11-16,-1 0 5 0,1-1-5 0,0 1-8 16,10 1-11-16,-18-2 5 0,8 1-6 0,2-1 2 15,8 2-15-15,-19-2 3 0,11 0-4 0,8 2-9 16,-14-1 18-16,3 1-5 0,11 0-11 0,-16-2 0 16,8 2-1-16,8 0 1 0,-12-1-1 0,12 1-1 15,-13 0 0-15,7-2 6 0,6 2 3 0,-9-1-6 16,9 1-4-16,0 0 1 0,-10-1-3 0,10 1-1 15,0 0-4-15,0 0 2 0,0 0 0 0,0 0-1 16,0 0 7-16,21 8-3 0,-5-5 10 0,2 0-6 16,7 0-2-16,6-1 8 0,3 1 0 0,0 1-4 15,4 0 11-15,16-1-2 0,-6 0 0 0,5-1 2 16,1 2-7-16,3-2-2 0,-5 4 2 0,3-3-1 16,-1 2 4-16,3-1-4 0,5 1-2 0,1-2 1 0,1 1-2 15,30 1 6-15,-1-2-6 0,-1-3-1 16,-28 0 7-16,32 2-4 0,-3-4-1 0,-2 2-2 15,-26 0 5-15,32-3-1 0,-1 0 0 0,-1 2 0 16,-5-2 0-16,-23 1 4 0,21 1-9 0,-25 1-2 16,4 0 2-16,-3 0 0 0,0-3-6 0,-1 3 4 15,1-1-3-15,-3-1-5 0,-6 1 3 0,-1 1-3 16,-2-1 1-16,-15 1-7 0,-2 1 1 0,-1-1-2 16,-6 0 9-16,0-1-12 0,-9 2 2 0,-7-1-3 15,-1 0 2-15,-3 1-4 0,-3 1 4 0,-5-2-1 0,13-2 1 16,-13 2 0-16,0 0-2 0,9 0-10 0,-9 0-7 15,0 0-25-15,0 0-36 0,0 0-38 16,0 0-28-16,0 0-44 0,-41-6-30 0,22 6-177 16,-8-2-421-16,7 0 186 0</inkml:trace>
  <inkml:trace contextRef="#ctx0" brushRef="#br0" timeOffset="150024.15">7149 11782 15 0,'0'0'154'0,"0"0"-3"16,0 0 1-16,0 0-13 0,0 0-2 0,0 0 1 16,15 1 0-16,-15-1-2 0,21-6-10 0,-5 0-11 15,-1 0-10-15,6-1-8 0,-1-1-7 16,0 1-9-16,6-6-4 0,-1 4-6 0,3-3-8 16,-10 4-6-16,6-3-5 0,-5 1-4 0,-2 1-3 0,2-1-4 15,-6-1-3-15,-2 4-4 0,-1 0-2 0,-1-2 1 16,1 2-3-16,-6 0-2 0,0 1-1 0,0-4 3 15,-1 4-1-15,-3 6-2 0,3-9-4 0,-3 9-2 16,0 0-4-16,-10-11-1 0,2 8-1 0,-4 0 0 16,-1 3-6-16,-5 4 3 0,0 2-2 0,-7 1 0 15,-2 5-4-15,3-1 1 0,-1 4 1 0,3 0 4 16,1 3-3-16,5-4 3 0,2 0-3 0,-1 8 3 16,4-4 3-16,3-2 1 0,4 2-3 0,-1-2 1 15,4 9 1-15,2-7 2 0,4-1-4 0,3-2 0 16,1 1-2-16,3-1 3 0,5-3-6 0,5 3 0 15,7-4 0-15,1 0-2 0,1-4-17 0,5-1-17 16,3-2-22-16,0-3-29 0,11 1-28 0,-12-2-36 16,1-1-18-16,-2-3-25 0,-1 2-25 0,-2 0-115 15,2-5-353-15,0 3 156 0</inkml:trace>
  <inkml:trace contextRef="#ctx0" brushRef="#br0" timeOffset="150511.26">7834 10869 40 0,'0'0'27'0,"0"0"-39"16,0 0-12-16,0 0 6 0</inkml:trace>
  <inkml:trace contextRef="#ctx0" brushRef="#br0" timeOffset="154845.84">10901 10668 118 0,'0'0'163'0,"-5"-6"-16"0,5 6-12 0,-7-6-11 0,7 6-14 15,-7-3-15-15,7 3-10 0,0 0-1 0,0 0 2 16,-4 22 8-16,4-5 1 0,-3 1-5 0,-1 9-5 15,2 1-8-15,-3 1 0 0,1 1-6 0,-1 0-11 16,1-1-4-16,0 1-5 0,0 0-6 0,3-2 0 16,-1-2-5-16,-1-1-4 0,2-7-1 0,-1 0-6 15,1 1-3-15,0-2-1 0,1-1-3 0,-2-2 3 16,2-1-10-16,-1-1 0 0,2-3-1 0,-1 2-2 16,2-2-9-16,-1-1-22 0,2 0-22 0,-2-1-16 15,0 0-19-15,-1-7-28 0,2 10-23 0,0-5-17 16,-2-5-16-16,0 7-101 0,0-7-282 0,0 0 125 15</inkml:trace>
  <inkml:trace contextRef="#ctx0" brushRef="#br0" timeOffset="155152.18">11043 10601 83 0,'25'-7'139'0,"2"4"-1"16,-6 6-14-16,0 0 7 0,-3 7-16 0,0-2-1 0,-4 8-8 16,0 6-8-16,-1 2 6 0,-4 3-6 15,0 2-10-15,-1 1-2 0,-4 1-4 0,-2-2-1 16,-1 2-2-16,-2 0-8 0,-3-3-6 0,-1 2-4 16,-1-2-5-16,-5 1-5 0,0-2-3 0,-1-1-5 15,0-1-5-15,-3 0 1 0,-1-2-8 0,-1 0 0 16,-1-1-2-16,-1-2-5 0,1-3 0 0,-1 2-7 15,-4-3-3-15,-1-1 5 0,5-5-9 0,-6 4-10 16,7-6-17-16,-1-1-21 0,0 1-10 0,1-2-30 0,2-2-14 16,4-1-27-16,-1-2-24 0,2-1-36 15,-1-2-92-15,2-2-293 0,4-1 130 0</inkml:trace>
  <inkml:trace contextRef="#ctx0" brushRef="#br0" timeOffset="155540.79">11404 11092 163 0,'0'0'163'16,"12"0"-3"-16,-12 0-1 0,10 0-2 0,-10 0-7 16,7 0-6-16,-7 0-7 0,0 0-8 0,10-5-13 15,-10 5-6-15,10-6-9 0,-7 3-5 0,0-2-12 16,4-4-6-16,-2 1-7 0,2-1-5 0,-1-1-9 15,1-1-5-15,-3 0-4 0,1-3-3 0,0 3-3 16,-2-1 1-16,-1 2-7 0,0-2-2 0,-4 2 2 16,1-4-1-16,0 5-5 0,-2 3-4 0,-3-1 2 15,4 2-4-15,-4 1-3 0,6 4 0 0,-13-4-2 16,3 6 0-16,0 2-2 0,-5 3-1 0,-1 1 4 16,2 5 6-16,-10 2-2 0,4 3-1 0,3 1-1 15,2 2 2-15,-1 2-5 0,6-7 4 0,1 2-6 16,3-1-2-16,-1-1 1 0,2 1-2 0,3-5-3 15,2 1-2-15,0 0 0 0,4-4-2 0,2 4-1 16,2-3 2-16,1-2-15 0,5 1-20 0,0 1-25 16,5-5-16-16,0 0-36 0,9-1-12 0,2-2-22 15,1-3-14-15,0-3-20 0,3-1-19 0,-3 1-143 16,3 1-360-16,0-4 159 0</inkml:trace>
  <inkml:trace contextRef="#ctx0" brushRef="#br0" timeOffset="155866.79">12224 10900 16 0,'0'0'171'15,"-5"-5"2"-15,5 5-6 0,0 0 1 0,0 0-11 16,0 0-8-16,0 0-11 0,0 0-16 0,0 0-10 0,0 0-13 16,0 0-10-16,0 0-9 0,0 0-10 0,20-5-1 15,-6 5-19-15,-5-2-11 0,6-1-16 16,3 1-28-16,-4 4-30 0,2-2-18 0,-2 1-30 15,-2-1-17-15,1 1-25 0,0 0-18 0,-3 2-82 0,0 1-244 16,-3-2 108-16</inkml:trace>
  <inkml:trace contextRef="#ctx0" brushRef="#br0" timeOffset="156023.16">12295 11020 29 0,'0'0'171'0,"-9"2"-3"16,9-2-11-16,-4 3-5 0,4-3-12 0,0 0-19 15,0 0-6-15,0 0-8 0,0 0-8 0,0 0-10 16,23 4-13-16,-10-4-15 0,5-1-29 0,-3 0-38 16,6 0-25-16,8-3-56 0,-2 0-146 0,-7 0-251 15,7-3 112-15</inkml:trace>
  <inkml:trace contextRef="#ctx0" brushRef="#br0" timeOffset="156406.22">13113 10542 85 0,'0'-10'205'0,"4"0"-7"0,-3 5-12 0,-1 5-21 16,4-10-18-16,-4 10-13 0,0 0 26 0,0 0-5 16,0 0 0-16,18 26 3 0,-16-7-12 0,3 8-5 15,-3 4-3-15,0 2-5 0,-2-1-17 0,-2 4 1 16,-2-2-20-16,1-1-5 0,1-1-11 0,-2 0-8 15,-1 0 12-15,4-5-28 0,-3 1-5 0,0-3-4 16,2 0-10-16,0-5-24 0,1-2-31 0,-3-2-31 0,4-3-25 16,-2-1-32-16,0-1-68 0,2-2-20 15,0-2-33-15,0-7-165 0,-2 9-422 0,2-9 187 16</inkml:trace>
  <inkml:trace contextRef="#ctx0" brushRef="#br0" timeOffset="156677.87">13385 10633 22 0,'-5'-7'198'0,"5"7"-9"0,0 0-10 15,-18 3 10-15,8 4-10 0,-4 2-15 0,0 2-13 16,-4 1-10-16,-5 6-13 0,1-3-12 16,-2 4-10-16,5 0-7 0,2-7-10 0,-1 0-8 15,4 0-7-15,3-1-7 0,0-1-4 0,4-2-8 0,-2-1-1 16,4 0-11-16,1-1 2 0,0-1-7 0,4-5-3 15,-1 11 5-15,1-4-6 0,0-7 0 0,5 15 2 16,1-8-2-16,2 2-1 0,3-1-1 0,4-3-6 16,5 4-1-16,6-2-8 0,0-1-22 0,2-2-25 15,5-2-23-15,-4 1-34 0,-1-1-26 0,3-4-30 16,-3-1-34-16,5 2-34 0,-14 0-123 0,2-4-360 16,8 0 160-16</inkml:trace>
  <inkml:trace contextRef="#ctx0" brushRef="#br0" timeOffset="157046.23">13664 10564 58 0,'0'0'207'0,"2"-10"-19"0,-2 10-16 16,6-9-1-16,1 5-6 0,4 0-15 0,1 0-14 15,8 1-12-15,0-1-14 0,0 4-11 0,3 0-18 16,-2-2-26-16,0 1-26 0,0 1-25 0,-4 1-12 15,1 1-17-15,-6 0-17 0,1 0-12 0,-4 0-14 16,-3-1-6-16,-6-1 6 0,12 0 6 0,-12 0 9 16,7 2-6-16,-7-2 7 0,0 0 7 0,0 0 8 15,0 0 16-15,0 0 7 0,0 0 2 0,0 0 24 16,0 0 5-16,0 0 20 0,-29 0 10 0,29 0 13 16,0 0 4-16,0 0 5 0,-12 0-3 0,12 0-4 15,0 0 8-15,-5 4 16 0,5-4 20 0,-6 13 2 0,4-3 2 16,0 5 11-16,-1 2 2 0,-1 1-5 0,-3 1-8 15,2 5-3-15,1 0-3 0,0 1-11 16,2 0-9-16,-5 1-8 0,5-1-8 0,0 0-7 16,1-4-16-16,0 4-19 0,2-5-23 0,0-1-33 0,1 8-26 15,0-9-35-15,2 0-45 0,0-2-49 0,1 0-39 16,3 0-174-16,-2-6-431 0,3 0 190 0</inkml:trace>
  <inkml:trace contextRef="#ctx0" brushRef="#br0" timeOffset="157581.57">14281 10910 87 0,'6'-7'262'0,"-1"-5"-25"0,1 2-11 0,4-6 2 0,-1 2-7 16,-2-2-15-16,1 0-20 0,4-2-15 0,-3 3-16 15,3-2-16-15,1-5-4 0,-3 5-21 0,3 1-4 16,-3-1-15-16,1 1-9 0,-1-3 1 0,-3 2 4 15,1-2-16-15,0 3-9 0,0-1-7 0,-2 0-1 16,-3 0-10-16,3 1-2 0,-2 1-5 0,-3 5 4 16,3 1 5-16,-2 0-6 0,1 3-1 0,-3 6-11 15,1-8-2-15,-1 8-2 0,0 0 0 0,0 0-10 16,0 0 3-16,0 0-5 0,-13 31 1 0,5-15 0 16,1 8-4-16,-2 0-1 0,4-5-5 0,1 7 3 15,0-7 4-15,4 1-4 0,0-2 3 0,2-1-1 16,4 0-3-16,-1-2-5 0,2-5 4 0,4 3-6 15,2-3 3-15,5 0 0 0,-3-7-1 0,2 1 4 16,3 0-1-16,-7-4-4 0,4-1-3 0,-4-2-2 16,-1-1 5-16,-1 1-4 0,0-5 1 0,-3 0 2 15,2 0 9-15,-3 1-13 0,-1-2-2 0,-2-3-6 16,0 0 5-16,1 1-3 0,-4-2-1 0,1 1 0 16,-2-5 2-16,2 2-1 0,-2 1 1 0,-2 4 3 15,2-1-1-15,2 4 3 0,-2-1 1 0,0 8 7 16,0-11-7-16,0 11 2 0,2-8-2 0,-2 8 5 0,0 0 1 15,0 0 13-15,0 0 0 0,0 0 8 16,1 31 0-16,0-16 4 0,-1 1-6 0,0 2-3 16,0 1 1-16,0 0 0 0,-2-1-6 0,0 8-1 15,0-7 1-15,4 6-2 0,-2-8-2 0,0 3-27 0,2-2-24 16,-1 0-22-16,0 0-22 0,-1-1-26 0,2-2-31 16,-1 0-44-16,3-4-34 0,1 1-18 15,-1-3-31-15,1 1-173 0,1-3-477 0,-1-2 212 16</inkml:trace>
  <inkml:trace contextRef="#ctx0" brushRef="#br0" timeOffset="157889.75">14908 10903 76 0,'8'-9'188'0,"2"0"0"0,-1 0 2 0,3-2 2 16,-3 1 11-16,1 2-6 0,-2-3-12 0,4 1-11 16,0-3-8-16,1-1-14 0,1 2-17 0,-1 0-8 15,0 0-12-15,-1 0-10 0,-2 3-7 0,2-3-7 16,-1 1 10-16,-4 3-16 0,-2-2-8 0,1 1-5 15,-1 1-5-15,-1-1 0 0,-1-1-1 0,-3 4-7 16,0 6-3-16,-3-13-2 0,-2 6-1 16,0 3-8-16,-5 0-9 0,-1 2-2 0,-1 2 3 15,-6 4-5-15,1 4 1 0,-3 0 1 0,-3 8 2 0,0 2 4 16,3-2 6-16,5-2-14 0,4 0-2 0,2 3-6 16,-1 0 5-16,7-1-5 0,4-1-2 0,1 0-3 15,6 0-1-15,3-1-1 0,4 0-2 0,11-4-2 16,0 1-12-16,8-3-14 0,-1-1-19 0,4-3-15 15,0 1-21-15,-3 0-12 0,0-1-25 0,-6 2-20 16,-9-3-37-16,-1 1-32 0,-5-2-29 0,-3 2-43 16,-6 0-175-16,1 1-476 0,-3-1 210 0</inkml:trace>
  <inkml:trace contextRef="#ctx0" brushRef="#br0" timeOffset="158561.78">13385 11335 22 0,'-16'0'166'0,"3"0"-8"0,3 0-10 16,-1-2-12-16,11 2-12 0,-13 0-12 0,13 0-8 15,-10 2-2-15,10-2-2 0,0 0-5 0,0 0 0 16,0 0-1-16,0 0-5 0,23 9 1 0,-4-7-8 15,10-1-3-15,4 1 3 0,1-2 2 0,4-2 2 16,18 2-6-16,1 0-11 0,-2-2-2 0,3 0-3 16,-1-1-4-16,-1 2-7 0,-2-1-6 0,-5 2 0 0,-10-2-3 15,14-1-4-15,-3 6-1 0,2-5 0 0,-12 1 0 16,17 2 1-16,3-2 1 0,3-1 3 16,29-2 0-16,-2 1 1 0,0 1-7 0,-25 0-2 15,25-2-5-15,-27 4 3 0,1 0-6 0,-3-1-3 0,2-2-3 16,-2 2 4-16,-4 0-7 0,-6 1-1 15,-14-1-1-15,0 0-2 0,1-1 0 0,-1 1-4 16,-1 1 6-16,0 0-1 0,-5 0-4 0,1 0 0 0,-3-1 2 16,-7 1-2-16,-1-2 0 0,-3 2-1 0,1 0 2 15,-6 0-1-15,1 0-2 0,-3 0 1 0,-4 0-5 16,4 0 17-16,-11 0-12 0,15-1 0 0,-8 2-1 16,-7-1 3-16,9-3 2 0,-9 3 5 0,0 0 7 15,11 0-11-15,-11 0-1 0,0 0-3 0,0 0 4 16,0 0-3-16,10 0 2 0,-10 0-7 0,0 0-2 15,0 0 2-15,0 0 1 0,0 0-9 0,9-1-4 16,-9 1-3-16,0 0-6 0,9-1-5 0,-9 1-2 16,11-2-10-16,-11 2-13 0,16 0-9 0,-10-2-15 15,5 2-9-15,0 0-13 0,-11 0-23 0,15-1-20 16,-6 1-27-16,-1 1-8 0,-8-1-9 0,11-3-15 16,-11 3-16-16,8-3-148 0,-8 3-384 0,0 0 169 15</inkml:trace>
  <inkml:trace contextRef="#ctx0" brushRef="#br0" timeOffset="160315.26">14214 11786 16 0,'-7'2'152'0,"7"-2"-16"0,-5 5-10 15,5-5-2-15,0 0-13 0,0 0-11 0,-4 3-12 16,4-3-13-16,0 0 5 0,0 0 2 0,0 0 0 15,0 0-10-15,13 8 3 0,-13-8-3 0,14 0 0 16,-14 0-9-16,13 1 1 0,-5-1-1 0,-8 0 1 16,17-1-2-16,-3 1-1 0,-3-1-5 0,-3-1-3 15,-8 2-6-15,12 0 1 0,-12 0-9 0,9-1-2 16,-9 1-5-16,0 0 3 0,11-2 2 0,-11 2-3 0,0 0 0 16,9 2 3-16,-9-2-1 0,0 0 3 15,0 0 4-15,0 0 0 0,0 0 3 0,0 0-3 16,0 0 2-16,0 0-6 0,0 0 3 0,0 0-5 0,0 0 1 15,0 0-2-15,0 0-2 0,0 0 0 0,9 0-4 16,-9 0-8-16,0 0 3 0,0 0-5 16,0 0-2-16,0 0-1 0,0 0-4 0,0 0-1 0,0 0 2 15,0 0-5-15,0 0 1 0,0 0-3 0,6-5 2 16,-6 5-5-16,7-6 3 0,0 0-3 0,2 2 1 16,0-2-2-16,2 1 4 0,-2-1-6 15,0-2 1-15,-2 1 2 0,5 0 3 0,-6-1-4 0,-1 0 0 16,1 0-1-16,1-1 2 0,-2-1-1 0,0 1-3 15,-1-1-1-15,-2 1 3 0,0 2-4 0,-2-4 4 16,0 2-2-16,0 9 0 0,-4-15-2 0,0 9 3 16,-1 2-2-16,-5-3-4 0,2 2 3 0,-1 1 3 15,-5 3-4-15,1 1 1 0,-7 1-2 0,2 1 6 16,-5 2-5-16,3 3 1 0,-5 2 1 0,-2 4 6 16,5 1 0-16,1 3-2 0,-1-1 4 0,2 1 3 15,1 2 2-15,3 1 0 0,5-4-1 0,1-2 2 16,3 4-2-16,5-2 8 0,0-5 0 0,4 5 2 15,0-3 9-15,5-2-4 0,4 3-3 0,2-1 15 16,1-2-19-16,13 1 8 0,2-2-7 0,2-4 1 16,3-1-2-16,4-2 4 0,14-1-14 0,-14-2-18 15,16-4-20-15,-14 1-25 0,12 0-22 0,-12-2-19 16,8-3-31-16,-8 2-17 0,-4-1-28 0,2 2-29 16,-4-2-5-16,-3 0-9 0,2-1-155 0,-3-3-399 0,-2 1 177 15</inkml:trace>
  <inkml:trace contextRef="#ctx0" brushRef="#br0" timeOffset="160481.67">15238 11755 79 0,'0'0'205'0,"7"-3"-5"16,-7 3-9-16,0 0-18 0,4-5-12 16,-4 5-26-16,0 0-19 0,10-2-30 0,-10 2-39 15,11-2-34-15,-3 2-30 0,1-3-47 0,3 0-48 0,-1-1-91 16,3 1-219-16,-3-1 98 0</inkml:trace>
  <inkml:trace contextRef="#ctx0" brushRef="#br0" timeOffset="162364.56">6572 13269 102 0,'0'0'185'15,"-7"0"-1"-15,7 0-4 0,-8-3-5 0,8 3-8 16,-7-3-6-16,7 3-7 0,0 0-14 0,0 0-9 0,-2-10 6 16,2 10-20-16,5-12-12 0,-1 4-11 0,6-7-5 15,4 0-7-15,2-3-10 0,4-5-3 0,-2 0-8 16,4-1-8-16,1 1-2 0,-4 0-6 15,0 2-4-15,-3-1 0 0,-3 7-5 0,1-8-3 16,-3 7-4-16,-2 1 0 0,-2-2 0 0,0 1-3 0,-1 0-4 16,-5 0 3-16,2 0-3 0,-2 3 0 0,-1 1-3 15,-1 1 0-15,0 1-1 0,-1 1 0 0,1 2-2 16,1 7 0-16,-1-11-2 0,1 11-2 0,-3-8-4 16,3 8-3-16,0 0 0 0,0 0 1 0,0 0-5 15,0 0-1-15,-14 16 5 0,10-2-2 0,-1 2-2 16,-1 4 4-16,-3 2-3 0,5-2 0 0,2 5 2 15,-2-1-4-15,1 1 2 0,6-6 2 0,-2-2-2 16,3 1-1-16,0-3-1 0,2 1 1 0,2-5-1 16,1-2 1-16,3 4 0 0,-1-7-1 0,4 2 0 15,3-3 3-15,0-1-1 0,1-1-1 0,0-3 0 16,-1-1 1-16,0-2 0 0,0-3 1 0,-2 2-2 16,1-2 1-16,-6 1-3 0,1-2-1 0,1 0-3 15,-4-2 0-15,-2 1 0 0,2-3-3 0,0-2-2 16,-4 2 0-16,1 2-1 0,-3-5 8 0,0 3-6 15,2-6 2-15,-4 4-5 0,0-1 4 0,-2 2 2 16,0-1 0-16,0 2-1 0,-3-1 3 0,3 3-1 16,-1 3 3-16,2 6 3 0,-2-14 2 0,2 14-8 15,-3-9 0-15,3 9 0 0,0 0 2 0,0 0 5 16,0 0 0-16,0 0 3 0,0 0 0 0,8 26-1 16,-4-14 2-16,-1 3-2 0,0 1 2 0,1 4-2 15,0 0 5-15,1-2-15 0,0 0-14 0,3-2-16 16,-3 3-32-16,0-3-24 0,1 1-38 0,1-2-31 15,0 0-35-15,2-1-27 0,-4 0-126 0,1-5-378 16,-1 0 168-16</inkml:trace>
  <inkml:trace contextRef="#ctx0" brushRef="#br0" timeOffset="162722.34">7312 12937 30 0,'0'0'217'15,"3"-11"-17"-15,-3 11-18 0,0-8-15 0,0 8 2 16,0 0 5-16,0 0-4 0,0 0-4 0,6 34-11 16,-5-15-11-16,-1 8-9 0,-1 2-11 0,0 2-9 15,-2-3-11-15,2 3-9 0,-4-4-8 0,2 1-10 16,1-2-6-16,-2-2-7 0,3-6-7 0,-2 0-4 16,1-1-3-16,0-5-8 0,1-3-4 0,2 0-2 15,-2-3-6-15,1-6 0 0,-1 11-3 0,1-11-6 16,0 0 2-16,0 0-5 0,4 4-2 0,-4-4 1 15,0 0-3-15,15-21-1 0,-4 5-5 0,-2-4 1 16,7 0-5-16,0-6-8 0,0 0 0 0,0 4-5 16,1 0-3-16,1-1 2 0,1 4 0 0,-5 4 1 15,4 3 1-15,-3 0-4 0,2 5 4 0,-6 2-1 16,1 4 1-16,1 2 5 0,-2 1 8 0,2 4-2 16,-1 7 1-16,-2 1 1 0,0 2 0 0,-4 3-2 15,1 5-6-15,-1 1-13 0,-1-1-35 0,0 1-39 16,-2 1-48-16,2-7-62 0,-1 2-230 0,1-4-464 15,-1 1 206-15</inkml:trace>
  <inkml:trace contextRef="#ctx0" brushRef="#br0" timeOffset="163203.19">8528 12830 47 0,'-3'-8'231'0,"0"3"-19"0,3 5-11 0,-3-10-15 16,3 10-17-16,-5-6-17 0,5 6-15 0,0 0-17 0,-3-6-13 15,3 6-5-15,0 0-9 0,0 0-3 0,0 0 3 16,-5 31-10-16,1-14-3 0,-4 6-2 0,1 3-5 15,-5 1-7-15,1 3 4 0,-1 0-8 0,-1 2 6 16,-2 0 1-16,0 2-12 0,1-3-4 16,2 0-3-16,2-1-10 0,0-4 0 0,1 0-3 0,2-2-6 15,5-6-3-15,-1-2-5 0,1 0-3 0,0 0 5 16,5-5-3-16,1-1-5 0,0-1-7 0,0-2-4 16,2-2 1-16,-1 0-1 0,1-4-1 0,2 0 4 15,-8-1-10-15,19-5-2 0,-9-1 1 0,5-3 13 16,-1-4-5-16,-3-1-4 0,2-1-2 0,-5-1-2 15,-3-2-4-15,0-7-3 0,-4 4-3 16,-2-5 1-16,-6-2-1 0,0 1 2 0,-5 1 1 16,-2-1 2-16,-5 3-2 0,-2 1 3 0,-3 0-1 0,0 3 3 15,-4 3-2-15,0 3 0 0,5 5 3 0,-4 1-4 16,6 5-1-16,2 1-4 0,7 4-19 0,-1-2-28 16,-1 7-28-16,5 0-36 0,2 2-48 0,5 0-26 15,-1 3-182-15,7-1-412 0,1-2 183 0</inkml:trace>
  <inkml:trace contextRef="#ctx0" brushRef="#br0" timeOffset="163826.34">9186 13207 56 0,'0'0'165'0,"0"0"-9"0,0 0-6 0,0 0-14 0,0 0 7 16,0 0-9-16,0 0-4 0,9-21-4 15,-4 11-14-15,0 0-1 0,1 0-7 0,2-7 3 16,3 3-4-16,-3-3-2 0,0 3-4 0,2-4-5 15,-4 1-5-15,3-1-5 0,-1-8-8 0,1 9 0 0,-3-2-4 16,1 0-7-16,-1-6 0 0,-3 7-8 16,2 0-2-16,-3 0-5 0,1 3 5 0,-2 3 6 15,0 1 1-15,1 4 0 0,-2-1-4 0,0 8-10 16,0-10-1-16,0 10-5 0,0 0-9 0,0-7-1 0,0 7-4 16,0 0 0-16,0 0-4 0,-7 39 3 15,5-21 2-15,-3 1-7 0,4 8-1 0,-2 0-2 0,4 3 3 16,-3-3-3-16,3-2-5 0,2 0 14 15,2-6-14-15,1-2 0 0,0 0-5 0,2-4 1 0,0 0 1 16,-1-3-6-16,4-1 0 0,-1-1 2 0,1-4 3 16,2 0-2-16,-1-3 0 0,7 0 0 15,-1-3-5-15,-3-3 7 0,2 1-5 0,-2-5-3 16,-5 2 1-16,2-2 0 0,-3 1 0 0,1-5 0 0,0-3 0 16,-2 2-2-16,-2-1-1 0,3-1 10 0,-3-1-14 15,-2-1 2-15,-1-3-3 0,-2 4-2 0,0 2 4 16,-1-2 2-16,0 6-4 0,0-1 6 15,0 3 5-15,2 3 5 0,-2 6-2 0,1-11-5 0,-1 11 0 16,0 0 0-16,0 0 2 0,0 0 3 0,0 0 10 16,-6 30-1-16,0-6 1 0,4-6-3 0,-6 7-1 15,5 3-3-15,1-2 11 0,2-7-11 0,0 0-10 16,4 7-29-16,-1-3-30 0,2-4-31 0,-2-2-29 16,4 2-40-16,-3-4-48 0,2-1-30 0,2-1-32 15,-3-3-145-15,1 0-448 0,-1-2 199 0</inkml:trace>
  <inkml:trace contextRef="#ctx0" brushRef="#br0" timeOffset="164122.81">9845 13211 194 0,'13'-13'205'0,"-1"1"5"16,0 1 4-16,1-2-6 0,0 2-6 0,-3-3-19 15,2 3-17-15,0-1-15 0,-1-1-16 0,0 1-12 16,-1-1-10-16,-1 3-10 0,0-5-7 0,-2 7-9 15,-2-4-5-15,-1 2-11 0,-2-2-7 0,-1 3-5 16,-2-1-1-16,0 2-7 0,-3 2-4 0,-1-1-2 16,5 7 2-16,-17-5-2 0,6 7 0 0,-7 1 3 15,0 7 2-15,-8 4-2 0,1 5-3 0,2 2 9 16,-1 3-10-16,4 0-6 0,0-1-1 0,6 1-2 16,2-1 5-16,9-3-7 0,1 0-12 0,4-2 24 15,3 0 3-15,6-4-26 0,3-1-25 0,11 2-25 16,1-2-29-16,4-6-35 0,2-2-43 0,5-1-40 15,14-2 17-15,3-2-6 0,7-4-18 0,5 1-29 16,-2-2-191-16,-2 2-434 0,1-3 192 0</inkml:trace>
  <inkml:trace contextRef="#ctx0" brushRef="#br0" timeOffset="165010.84">11388 12927 1309 0,'4'-19'93'0,"-3"2"-25"0,-2 1 6 0,-1 2 8 16,1 3-27-16,-2 1-7 0,-2 0 20 0,-1 2-1 16,1 4-3-16,-1 1 13 0,-5 1 3 0,-1 2 5 15,-4 5 0-15,-2 4-2 0,-7 3-6 0,3 5-3 16,-2 0-5-16,3 4-6 0,2 2-2 0,2 0-6 15,0 1-5-15,5 0-4 0,3-7-3 0,4 1-2 16,1 0-6-16,3-2-3 0,1-1-2 0,4-5-3 0,2 2-5 16,-1-5-3-16,4 3 2 0,4-4-3 15,-2-2-2-15,0 0-2 0,3-3-1 0,-1-1-1 16,2-1-3-16,0-2 6 0,-1-1-8 0,2-1 2 16,-2 0-1-16,-4-2-2 0,0-2 0 0,3-2-2 0,-3-2 2 15,0 0-3-15,0 1 0 0,-2-2-1 0,-1-3-4 16,-2 1 0-16,0-1 0 0,0 0 0 15,-1 1-2-15,-2 0 4 0,1 0-2 0,-1 5 2 16,0 2 7-16,0 2 5 0,0 1-5 0,-2 6-1 16,0-8-2-16,0 8 0 0,0 0 0 0,0 0 6 0,0 0 9 15,0 0-6-15,2 30 0 0,-2-17 1 0,0-1-5 16,1 7 2-16,2 2 0 0,3-3-3 16,1 4 2-16,-1-5 6 0,2-1-8 0,2 0 5 15,-1-1-3-15,4-2 1 0,-3 0 0 0,5-6 1 0,1 2-7 16,-5-5 5-16,7 3-1 0,-4-6-2 0,4 0-2 15,-1-1 1-15,2-2-1 0,-2-3 4 0,-3 3-8 16,-3-5 0-16,1 1-1 0,-2 1-11 16,-1-4 2-16,-2 2 2 0,1-2-2 0,-2-4-1 0,-6 2-8 15,3-7-4-15,-1 3 3 0,-2-2 1 0,-2-2-2 16,-1 1 0-16,-3 0 1 0,-2 2 2 0,3 0 9 16,0 5-1-16,-1 0 6 0,2 1 1 0,0 3 0 15,-2 0 4-15,2-2 3 0,2 5-2 16,2 4 2-16,-6-9-5 0,6 9-4 0,0-7 0 0,0 7 10 15,0 0-6-15,0 0-1 0,18-3-1 0,-5 4 1 16,3 1-1-16,2 0 3 0,1 3-1 0,2 2-2 16,-3-1 1-16,-2 3 3 0,-2 3 3 0,-1 2-2 15,-1 0 4-15,-1 0 5 0,-1 3 3 0,-3-1-1 16,3 8-1-16,-7-5 0 0,2 0 1 0,-3 0-2 16,-2-1 1-16,0 0-2 0,0-3 1 0,5 1-2 15,-2-4 1-15,3 0-1 0,-1-2-1 0,3-1-3 16,-3-1-1-16,5-3-1 0,3-2-1 0,1-2 3 15,7-1 1-15,-2-2-5 0,1-4-3 0,0-2 0 16,5-2-2-16,-1-2 1 0,-1-2 2 0,-3-3 0 16,0 0-6-16,-6 2 2 0,3-4-2 0,-6 3-2 15,1-2-1-15,-1 3-1 0,-7-2-1 0,3-1 1 16,-5 2 2-16,-1 3 0 0,-1 0 4 0,0 3 2 16,-1 1 0-16,-5 1 1 0,0 3 4 0,1 1 3 15,-7 3 2-15,1 4-1 0,-4 5 3 0,-4 1-6 16,1 8 0-16,-3 1 1 0,2 4-12 0,6-2-25 15,1-4-24-15,3 2-29 0,5-2-35 0,2 3-45 0,4-7-45 16,7 5-43-16,0-5-175 0,5 2-463 16,13 2 205-16</inkml:trace>
  <inkml:trace contextRef="#ctx0" brushRef="#br0" timeOffset="165295.99">13017 12834 23 0,'-3'-16'244'0,"-2"-1"7"0,1 8-3 0,0-2-9 16,1 5-20-16,1-1-22 0,2 7-24 15,0 0-19-15,0 0-8 0,0 0 2 0,0 0-9 16,11 35-5-16,-7-10-5 0,4 6-14 0,-2 0-8 0,-5 1-9 15,0 3-7-15,2-1-8 0,-3 1-3 16,0-1-17-16,-4 1-3 0,1-3-6 0,1-1-17 16,-2-2-28-16,-2-2-21 0,2-2-16 0,0-6-35 15,-1-1-28-15,1-1-16 0,-2-5-40 0,3-2-40 16,-2 0-37-16,3-3-173 0,-3-3-431 0,5-4 191 0</inkml:trace>
  <inkml:trace contextRef="#ctx0" brushRef="#br0" timeOffset="165792.76">13063 13013 130 0,'12'-12'134'0,"3"0"-7"0,-2 2 1 0,1 0-11 16,-3-2-4-16,3 1-1 0,-5 1-7 0,0 1-2 16,3-1 1-16,-4 2-3 0,-1-2-13 0,-3 1 0 15,1-1-10-15,0 1 0 0,-1 0-5 0,-1 2-2 0,1-1-7 16,-2 2 2-16,2 1 2 0,-4 5-10 15,2-9-6-15,-2 9-4 0,3-6-8 0,-3 6-4 16,0 0-3-16,0 0-2 0,0 0 0 0,5 18-2 16,-5-6-2-16,0 0-1 0,-5 6-5 0,2 1-2 15,-3 7-1-15,2-2 3 0,2 3-7 0,-1-8 0 16,3 7 0-16,0-7-4 0,-2-1 0 0,4-2-2 0,-2-4-3 16,2-1 1-16,-2 0 1 0,3-2-2 15,-3-1-3-15,2-4-2 0,-2-4 4 0,4 9-2 16,-2-5-2-16,-2-4 0 0,5 3 0 0,-5-3 3 0,14 0-3 15,-3-1 1-15,0-1 0 0,0 0 3 0,2 2 1 16,-1-1-3-16,1 1-1 0,-2-1 2 0,1 1 1 16,-1 0 3-16,3 0-3 0,-3 0 1 0,2-2 1 15,1-1 0-15,-1-1-1 0,-1 1 4 16,1-1-4-16,-1-1 1 0,-2-2-3 0,3 0-1 0,-1 3 6 16,-3-4 10-16,0 0-7 0,-3 0 3 0,0-2 9 15,0-1 2-15,-2 2 5 0,-3 0 8 0,-4-2 3 16,3 2-4-16,-2 1-2 0,-4 0-1 0,0 1 4 15,2 1-6-15,-3 1-5 0,-3 4 1 16,10 1-5-16,-19 3-1 0,4 2-4 0,-3 3 4 0,5 5-4 16,-6 3-2-16,6 0-17 0,-1-1-27 0,8 3-37 15,1-2-47-15,3 0-67 0,6-4-61 0,-1 0-186 16,7 1-461-16,4-1 204 0</inkml:trace>
  <inkml:trace contextRef="#ctx0" brushRef="#br0" timeOffset="166367.59">14294 13146 118 0,'-7'0'219'0,"7"0"-13"15,0 0-13-15,-14 9-12 0,11-6-16 0,3-3-17 16,-7 8-16-16,7-8-14 0,-4 6-10 0,4-6-5 15,-5 3-3-15,5-3 6 0,0 0 6 0,0 0 13 16,-4 7 10-16,4-7 2 0,0 0-18 0,0 0-15 16,0 0-7-16,-10-16-13 0,8 7 1 0,2 1-13 15,-3-4-8-15,3 1-4 0,-3 0-7 0,3-4-6 16,0-3-1-16,2 3-9 0,0-1-2 16,2-1-2-16,2 1-7 0,2-2 0 0,1 0-2 0,2 2-6 15,7-5 3-15,3 3-7 0,-2 2-1 0,1 8-2 16,6-3-3-16,-7 5 2 0,2 1-4 0,0 4-3 15,1 2 4-15,-1 1-2 0,-2 5 0 16,-1 1-1-16,0 2-2 0,-2 1 0 0,-3 3 4 16,2 2-3-16,-5-1 0 0,1 8 4 0,-4-6-2 0,-2 0 3 15,-3-1 1-15,0 0-2 0,-2-4 1 0,0-2 7 16,-2 0-1-16,0-1-5 0,-1-3-1 0,3-6 1 16,-9 11 1-16,7-9-1 0,2-2-2 0,-9 5 3 15,9-5-2-15,-12 0-3 0,12 0 1 0,0 0-6 16,-13-7 1-16,9 0-2 0,1-1 0 0,3-3 0 15,3-1-2-15,3-3 1 0,1-2-7 0,5-1-3 16,3-2-7-16,-1 4-1 0,6-2 3 0,3 2-2 16,-6 6 1-16,-1 0 4 0,0 1-4 0,-5 6 3 15,0 1 3-15,1 4-2 0,0-1 3 0,-2 4 7 16,1 1 0-16,-4 4 2 0,2 1 3 0,0 3 11 16,-4 5-12-16,-1-1 4 0,-4 8-1 15,2 1 2-15,-2-9-14 0,0 1-20 0,-2-1-24 0,0-1-32 16,1-1-36-16,0 0-30 0,0-3-30 0,-1-3-17 15,5-1-17-15,-2-2 2 0,2-1-4 0,2-2-126 16,-5-4-369-16,13 3 164 0</inkml:trace>
  <inkml:trace contextRef="#ctx0" brushRef="#br0" timeOffset="166627.84">14903 13180 658 0,'9'-9'-49'0,"-2"-3"2"0,-1 2 17 16,2-7 16-16,-4 6 27 0,-2 1 17 0,5-1 11 16,-6 2 23-16,1 0 21 0,2 2 28 0,-4 7 5 15,3-12 0-15,-3 8-11 0,0 4-14 0,0 0-6 16,3-5 21-16,-3 5-6 0,0 0-4 0,0 0-4 15,7 13 1-15,-2-8-7 0,1 2-5 0,3 0-4 16,-2 1-11-16,2-4-4 0,2 2-6 0,1-2-6 16,-1-1-4-16,3-1-3 0,-2 0-3 0,-1-2 1 15,2 0 5-15,-5-1-1 0,2 0 1 0,1-4-6 16,0-2 0-16,-3 4 10 0,4-5 5 0,-5 0 2 16,-4 2-7-16,-3 6-9 0,3-16-1 0,-3 6-3 15,0 1-2-15,-3-2-5 0,-2 2-2 0,0 0-11 16,-1 1-10-16,-4-1-21 0,1 3-16 0,-4 2-21 15,3-2-17-15,-7 3-25 0,3 2-26 0,1-1-38 16,0 4-35-16,3 0-32 0,1 0-165 0,9-2-420 16,-20 4 186-16</inkml:trace>
  <inkml:trace contextRef="#ctx0" brushRef="#br0" timeOffset="167022.97">15312 12773 133 0,'4'-6'236'0,"1"1"-16"16,0-1-23-16,-5 6-20 0,0 0-3 16,8-1 16-16,-8 1-8 0,6 10 1 0,-2 0-5 15,0 2-7-15,-1 5-12 0,0 2-14 0,-3-1-13 16,0 7-8-16,-3-5-10 0,1 5-14 0,2-6-10 0,-1 0 1 16,1 0-13-16,-2 0-4 0,2-2-11 0,-3-6-8 15,1 1-4-15,1 1-3 0,-1-4-6 16,1 1-6-16,-1-4 1 0,2-6-4 0,-2 10-4 15,2-10 1-15,-2 7-8 0,2-7-1 0,0 0-1 16,2 9-9-16,-2-9-6 0,0 0-10 0,0 0-9 0,0 0 2 16,22-12-13-16,-11 6-5 0,7-2-6 15,-4-2-3-15,5 1 1 0,-1-1 4 0,2 4-1 16,-2 0 3-16,0 3 3 0,-5 3 3 0,1 0 2 16,-1 0 6-16,-2 3 1 0,1 4 2 0,-6 2 5 0,1 1 10 15,-4 2 6-15,-3 5 5 0,-3 2 0 16,-4-3 3-16,-6 7 1 0,-3-3 0 0,-2 1 1 0,-4-2-4 15,2-2-2-15,0-1-1 0,0-5-4 0,7 0-8 16,-5-1-22-16,3-3-22 0,-2-1-30 16,6 0-37-16,0-4-56 0,4 0-53 0,7-2-224 0,-11-4-483 15,11 4 215-15</inkml:trace>
  <inkml:trace contextRef="#ctx0" brushRef="#br0" timeOffset="167209.56">15786 12952 230 0,'5'-2'233'0,"-5"2"-13"0,0 0 0 0,9 0 8 16,-9 0-6-16,7 9-15 0,-6-2 4 0,3 0-15 15,-3 6-18-15,3 4-12 0,-4-2-22 16,0 1-11-16,0 1-9 0,0 0-17 0,4 0-22 0,-2 1-36 16,0-4-40-16,-1-3-40 0,0 1-45 0,-1 1-43 15,3-4-47-15,-2 1-47 0,-1-2-181 0,0-8-425 16,-2 11 189-16</inkml:trace>
  <inkml:trace contextRef="#ctx0" brushRef="#br0" timeOffset="167375.65">15532 12713 142 0,'0'0'174'0,"0"0"-26"15,0 0-36-15,0 0-44 0,16 14-49 0,-4-7-74 16,-3 2-47-16,8-3-110 0,3 3 49 0</inkml:trace>
  <inkml:trace contextRef="#ctx0" brushRef="#br0" timeOffset="167715.74">16351 12809 76 0,'-11'-6'152'0,"-6"-6"-8"0,-1 2 4 0,0-2-18 16,1 1 0-16,0-1-3 0,0 0-5 0,2 0-8 0,-2 1-4 15,2 0 2-15,4 4 4 0,2 0-7 0,-1 0-11 16,5 0-7-16,-1 3-8 0,2-2-4 0,4 6-5 16,-7-7-11-16,7 7-7 0,-6-5-7 0,6 5-1 15,-3-5-10-15,3 5-4 0,0 0-1 0,0 0-5 16,0 0-2-16,0 0-5 0,0 0-3 0,0 0 1 15,0 0 1-15,0 0 1 0,16 13 11 0,-12-2 3 16,4-1 1-16,-2 7 4 0,1 2 7 16,0 5-1-16,2-1 10 0,-3 5 6 0,1-1-9 15,-5 0-4-15,0 4 0 0,-1-3-2 0,-2 0-8 0,-1 4 1 16,0-4-7-16,-2 0-4 0,5-3 1 16,1-6-4-16,-5 2-4 0,0-2-15 0,3-1-25 0,-2 0-28 15,2-6-28-15,0 1-40 0,1-1-57 0,-1-2-49 16,1-1-218-16,-2-1-474 0,1-8 210 0</inkml:trace>
  <inkml:trace contextRef="#ctx0" brushRef="#br0" timeOffset="167927.58">16479 12908 2 0,'0'0'220'0,"0"0"8"0,0 0 3 15,0 0 3-15,0 0-13 0,0 0-12 0,-8 35-12 16,2-19-20-16,0 10-15 0,-2-3-16 0,3-4-16 16,-2 0-10-16,4 0-14 0,-1 0-21 0,0-2-25 15,1 2-26-15,2-2-39 0,1-1-49 0,-1-3-37 16,1-3-48-16,1 0-40 0,-1-4-170 0,0-6-379 16,-1 12 168-16</inkml:trace>
  <inkml:trace contextRef="#ctx0" brushRef="#br0" timeOffset="168085.96">16418 12798 23 0,'0'0'109'0,"0"0"-36"15,4-6-40-15,-4 6-51 0,0 0-19 0,0 0-40 16,14-1 18-16</inkml:trace>
  <inkml:trace contextRef="#ctx0" brushRef="#br0" timeOffset="168314.18">16735 12673 16 0,'0'0'144'0,"7"-2"-6"0,-7 2 42 0,0 0 20 0,12 19-12 16,-7-5 22-16,1 4-11 0,1 1-3 0,-2 5-9 15,-1 3-6-15,-3-1-13 0,0 5-12 0,1-4-16 16,0 2-14-16,-1-3-6 0,-1 5-14 0,3-3-5 16,-4 0-11-16,1 0-14 0,-2-8-7 0,4 5-8 15,-4-7-28-15,1-1-25 0,-1-2-28 0,0-2-27 16,0-4-42-16,-1 3-35 0,2-4-42 0,1-1-21 16,0-7-27-16,-2 10-161 0,2-10-406 0,0 0 181 15</inkml:trace>
  <inkml:trace contextRef="#ctx0" brushRef="#br0" timeOffset="168560.6">16722 12933 95 0,'11'-5'129'0,"3"1"-1"16,3-2-1-16,4 2-10 0,0 1-10 0,7 0-3 15,-6-1-6-15,5 1-1 0,1 1-4 0,-6 3 3 16,6-1-1-16,-9 1-8 0,2 2-6 0,-1 0 10 15,-7 1-11-15,-3 1-3 0,3 0-5 0,-6 1 3 16,2 2 1-16,-1 0-4 0,-2 2 1 0,0 0-4 16,-3 0-4-16,3 2 1 0,-5-2-10 0,1 2-5 15,-2 0-4-15,0 1-8 0,-2-1-11 0,1 1-30 16,-2-3-38-16,0 0-39 0,1-1-60 0,1 0-53 16,-5-1-149-16,6-8-367 0,-7 10 163 0</inkml:trace>
  <inkml:trace contextRef="#ctx0" brushRef="#br0" timeOffset="168738.18">17068 12662 28 0,'0'0'103'0,"0"0"-43"0,0 0-39 15,15 27-36-15,-11-11-19 0,2 1-35 0,0 1 16 16</inkml:trace>
  <inkml:trace contextRef="#ctx0" brushRef="#br0" timeOffset="169245.05">17279 13036 21 0,'19'-9'171'0,"-8"6"8"16,-2-2 0-16,3-2-14 0,-3 0-11 0,4-2-6 15,1-1-5-15,-5 0-2 0,4-2-8 0,-3 0-8 16,2-4-5-16,-4 2-7 0,-1 3 4 0,0-3-13 16,0-2-3-16,-3 6 8 0,-2-2-2 0,1 3-9 15,-3-1-4-15,0 3 1 0,0 7-15 0,-10-10-5 16,2 8-6-16,-4 3-4 0,-5 3-3 0,-1 3 2 16,-5 5-2-16,-3 5-7 0,2-1-1 0,0 3-6 15,2 2 0-15,4-2-5 0,4 3-1 0,1 1 1 16,7-5-13-16,0 0-3 0,5 1-2 0,1-1 1 15,4-1 3-15,2-4-14 0,2 2 4 0,5-2-5 0,2-5-1 16,6 1 2-16,5-2-5 0,4-3 3 16,1-4-1-16,-2-1-2 0,0 0-1 0,1-1 2 15,-3-3-5-15,-7 0 1 0,0-1-3 0,0-1 2 16,-2-2 3-16,1-1-4 0,-4-3 0 0,4-6 3 0,-6 7-4 16,-3-2-3-16,2 0-1 0,-2-1-4 15,0 0-1-15,-1-1 1 0,-1 2 2 0,0-2-1 16,-2 2 0-16,-1 2 1 0,-1 2 0 0,-2 4 0 15,0 0-1-15,2 1 1 0,-4 5-1 0,1-11 0 16,-1 11-3-16,0 0 1 0,0 0-1 0,0 0 0 0,0 0 1 16,-9 20 4-16,0-6-1 0,1 0-1 15,2 5-2-15,-1 0 2 0,-3 3 5 0,1 4-2 16,4 0 3-16,0-2 0 0,0-5 0 0,0 0 3 16,-1-1-4-16,-1 2 1 0,3-1-1 0,0 0 0 0,0-2 14 15,1 1-6-15,-2-3-6 0,1 1-4 0,0 0 6 16,3-4-5-16,-1 0-16 0,0-1-35 15,-1-1-39-15,-1 0-51 0,2-2-63 0,1-2-59 16,1-6-236-16,-4 9-539 0,4-9 239 0</inkml:trace>
  <inkml:trace contextRef="#ctx0" brushRef="#br0" timeOffset="169391.59">17870 13186 1985 0,'11'-6'158'0,"-2"2"-61"16,-4 3-56-16,3-3-17 0,-8 4-3 0,10-5 2 0,-6 2 11 15,-4 3 10-15,7-5-11 0,-7 5-3 0,0 0-12 16,0 0-29-16,0 0-50 0,0 0-55 0,0 0-65 16,0 0-176-16,0 0-386 0,0 0 170 0</inkml:trace>
  <inkml:trace contextRef="#ctx0" brushRef="#br0" timeOffset="182059.39">4429 14879 131 0,'0'0'136'0,"-11"0"-6"16,11 0-6-16,0 0 3 0,0 0-1 0,0 0-2 15,-4-7-5-15,4 7-7 0,0 0-8 0,0 0-8 16,0 0-1-16,0 0-14 0,4-14-10 0,-4 14-7 16,7-13-9-16,0 2-7 0,2-3-2 0,2-2-2 15,2-2-5-15,6-2-4 0,-1-1-2 16,2-4-3-16,-2 3-4 0,1-1-2 0,2-2-6 0,-7 0 0 16,1 4 0-16,-3-1-4 0,-4 5 1 0,0 0-1 15,-1-1-1-15,-2 1 1 0,3-1-4 0,-3 2-1 16,0 0 3-16,-3 5-5 0,0-1 1 0,-1 2 1 15,0 2-2-15,0 1 0 0,-1 7-1 0,2-12 2 16,-2 12-5-16,1-8-1 0,-1 8-2 16,0-6-2-16,0 6 1 0,0 0-1 0,0 0 2 0,0 0 1 15,0 0-3-15,-9 28-3 0,3-10 7 0,-1 6-4 16,-2 3 2-16,0 0-1 0,1 1 5 0,2 0-2 16,2-2-7-16,2 1 7 0,-1-9-1 0,3 1-3 15,3 1 1-15,-2-1 3 0,4 0-3 0,3-6 3 16,1 1 0-16,0-5 1 0,6 1-14 0,-2-5 11 15,2-1 0-15,2-1 3 0,3-3 1 0,-7-2-2 16,6-1 1-16,-5 0 5 0,4-3-5 0,-1-5 0 16,1 1-1-16,-4-2 1 0,2 1-3 0,-3-4 5 15,1 4-6-15,-5-5 2 0,-1-1 0 0,5-5 1 16,-4-2 3-16,-3 11-3 0,-2-4 3 0,-1 0-6 16,0 0-1-16,-1 1 3 0,3 5 1 0,-5 1 2 15,0 10-2-15,1-13-2 0,-1 13 2 0,1-9-1 16,-1 9-2-16,0 0 2 0,0 0-4 0,0 0 2 15,0 0-3-15,0 0 8 0,0 0 0 0,0 0-2 16,-2 43-5-16,-1-27 1 0,6 1 1 0,-2 0-1 16,1 1 7-16,0-3-9 0,2 1 4 0,1 0-18 15,0-1-25-15,0 0 3 0,4 2-29 0,1-4-27 16,0 0-17-16,2-2-13 0,1-1-21 0,-2-2-14 16,-1 0-83-16,-1-1-263 0,0-2 116 0</inkml:trace>
  <inkml:trace contextRef="#ctx0" brushRef="#br0" timeOffset="182426.34">5264 14558 50 0,'0'0'119'0,"0"0"-13"0,0 0 10 0,0 0-3 0,12 33 1 15,-10-15-6-15,-1 7-4 0,-1-1-9 16,0 1-11-16,-3 3 2 0,2-2-5 0,0-1-8 15,-2 2 1-15,3-9-19 0,-2 2-3 0,0-2-2 16,1-1-4-16,1-2-5 0,-1-3 5 0,1-3-15 16,0 1-1-16,0-1 2 0,0-9-12 0,0 12 5 0,0-12 3 15,1 8 7-15,-1-8 3 0,0 0 4 0,0 0-8 16,0 0-3-16,0 0 0 0,0 0-4 16,14-14-3-16,-7 4-4 0,3-5-4 0,1 0-1 15,2-2-4-15,1-4 1 0,5 2-1 0,-7 4-5 16,3 3 1-16,-1 2-5 0,1-3 3 0,-5 6-3 15,0 2 1-15,0 0-5 0,-1 3 4 0,0-1-4 16,-1 3-6-16,-8 0 9 0,12 9 2 0,-5-2 0 16,-1 2 0-16,2 3 1 0,-3-1-3 0,1 4-2 15,-2 1-11-15,-1 0-8 0,1 1-20 0,-1-3-31 16,0 2-34-16,-1 0-31 0,3-1-160 0,-5-2-320 16,4-3 142-16</inkml:trace>
  <inkml:trace contextRef="#ctx0" brushRef="#br0" timeOffset="182612.33">5960 14650 54 0,'13'-3'157'0,"2"-4"-25"16,3 4-44-16,1 0-30 0,1-1-34 15,-3 4-39-15,1 0-68 0,0 1-91 0,-6-1 41 16</inkml:trace>
  <inkml:trace contextRef="#ctx0" brushRef="#br0" timeOffset="182765.31">5986 14805 95 0,'-5'2'144'16,"5"-2"-12"-16,-7 4-2 0,7-4-12 0,0 0-11 15,0 0-8-15,0 0-9 0,0 0-12 0,19 5-11 16,-2-9-18-16,3 0-24 0,11-2-45 0,0-3-33 16,2 2-41-16,-4-2-68 0,2 2-174 0,1-1 77 15</inkml:trace>
  <inkml:trace contextRef="#ctx0" brushRef="#br0" timeOffset="185462.66">7156 14447 51 0,'0'0'59'0,"-2"-8"3"0,2 8 1 0,0 0-1 0,0-9 4 16,0 9-10-16,0 0 3 0,1-12-5 0,-1 12 16 15,-1-6 15-15,1 6-7 0,0 0-2 16,0-12-13-16,0 12-3 0,0-8 0 0,0 8 5 16,0 0-10-16,0-13 2 0,0 13-2 0,-1-10 3 15,1 10 1-15,1-10 3 0,0 4-2 0,-1 6-1 0,0 0-3 16,3-13-5-16,-3 13-1 0,1-10-4 0,-1 3-2 16,0 7-4-16,4-8-5 0,-4 8 6 15,1-11-3-15,-1 11-3 0,2-6-15 0,-2 6-2 16,3-8-2-16,-3 8-1 0,0 0-2 0,3-8-4 15,-3 8 1-15,0 0-1 0,0 0-6 0,0 0-1 0,0 0 7 16,0 0-2-16,0 0 9 0,9 20-5 16,-7-6 11-16,0 2 4 0,-1 3-6 0,-1 5-3 0,-1 1 2 15,2 2-2-15,-1 0-3 0,1-2 0 16,2 0-3-16,2 1 1 0,-2-9 2 0,3 1-6 16,-3-1 3-16,3 0-1 0,1-1-2 0,-2-5 0 0,2 0-3 15,0-1-3-15,1 1 2 0,0-3-1 16,-1-1 3-16,2-1-3 0,2-3 2 0,-1 0 0 15,1-3 1-15,2 0 0 0,-3-3-1 0,1 2-1 0,0-3 2 16,1-1-2-16,-2 0-3 0,0-4 4 16,-1 3 1-16,-1-5-3 0,1-3 2 0,-1 5-3 0,0-5 2 15,-1-1-1-15,-1-1 0 0,-1 4-2 0,1-4 1 16,-2 1 1-16,-2 3-4 0,1-4 1 0,0 2 3 16,-3 3-1-16,1 1 1 0,1 5 0 15,-2 5 7-15,1-10-3 0,-1 10-4 0,0-7 2 16,0 7 1-16,0 0-4 0,0 0 5 0,0 0 6 0,0 0-1 15,-1 28-2-15,-2-13 3 0,0 5-6 0,0-1 8 16,-1-1-4-16,1 2 0 0,-1 4 1 0,2-5-3 16,-2 0-1-16,1 1 1 0,2-1-2 0,0 0 0 15,1-2 4-15,-3 3-7 0,2-5 0 16,1 2-5-16,0 1-12 0,0-4-10 0,0 4-16 0,1-6-12 16,1-1-27-16,-4 2-28 0,4-2-28 0,-1 1-18 15,-1-2-13-15,2 0-18 0,-2 0-109 16,0-4-316-16,0-6 140 0</inkml:trace>
  <inkml:trace contextRef="#ctx0" brushRef="#br0" timeOffset="185795.27">7710 14512 27 0,'1'-8'147'0,"-1"8"-17"0,0 0-6 15,0 0 5-15,0 0 2 0,0 0-9 0,0 0-8 16,0 0-16-16,-9 30-2 0,8-14-9 0,-1-1-10 0,1 2-6 16,2 3-7-16,1-4-8 0,2 0 1 0,0 2-9 15,1-1-6-15,1-1-1 0,3 1-1 16,-1-1-5-16,3 0 5 0,-1-2-7 0,2 0 1 16,-2-1-2-16,0 1-3 0,-1-5-2 0,0 0-1 15,-1 0-2-15,-2 1 2 0,1 0-2 0,-2-3-4 0,0-1 1 16,-3 0-1-16,1 1-1 0,-2-2 1 0,-1-5-3 15,-1 13-2-15,-4-5-1 0,-3 0-4 16,-2-1 4-16,-2-1-7 0,-4 1-2 0,-5-3-13 16,3-1-6-16,-2 1-15 0,-2-2-16 0,3-1-11 15,-1-2-15-15,2-2-27 0,-3-2-22 0,3 0-30 0,3-3-121 16,-1 1-293-16,3-5 130 0</inkml:trace>
  <inkml:trace contextRef="#ctx0" brushRef="#br0" timeOffset="186213.44">7750 14444 24 0,'22'-1'85'0,"8"-2"-9"16,-2 2-8-16,0 2-12 0,0 2-8 0,-1-2-17 16,-5 2-8-16,-1 0-6 0,1-1-13 0,-2 2 3 15,-1-3-7-15,-3 1 3 0,1 1-1 0,-3 0 1 16,-3-2 3-16,2-1-4 0,-13 0 10 0,17 3-1 15,-10-1 1-15,-7-2 3 0,14 1 0 0,-14-1 2 0,9 4 9 16,-9-4 5-16,5 6 4 0,-5-6 10 16,7 9 2-16,-5-1 14 0,-2-8-10 0,2 20 0 15,-2-5 15-15,-2 1-8 0,1-1-1 0,0-1-2 16,1-3-4-16,-3 1-1 0,6 1-3 0,-2-3-3 16,0 2 6-16,3-2-2 0,1-1 2 0,0 0-4 15,1-1 2-15,1-1-4 0,3-2-5 0,1 1-5 16,1-3 10-16,5-1-3 0,-3-2 5 0,4-1-9 15,1-3 3-15,-3-2-5 0,3 0 5 0,-8 0-4 16,4-2 1-16,-4-1-3 0,-1 0-5 0,1-2 6 16,-2-4-1-16,-1-1-3 0,-4 5-3 0,-2-6-1 15,-2 5 0-15,-2-1-7 0,-3-3 0 0,0 6-1 16,-4-5-11-16,-4 2-8 0,-1 1-9 0,-1 5-14 0,-2 1-9 16,-1 2-20-16,-1 2-12 0,0 4-26 15,1 2-27-15,0 2-28 0,0 1-26 0,3 2-102 16,3-2-296-16,6 0 131 0</inkml:trace>
  <inkml:trace contextRef="#ctx0" brushRef="#br0" timeOffset="186510.09">9087 14450 91 0,'-12'0'189'0,"-8"2"-19"0,1 2 2 16,0 2-15-16,-1 1-9 0,-3 9-8 0,3 3-9 15,-1 1-4-15,2 6-11 0,1-1-3 0,1 2-12 16,2-1-8-16,2 2-7 0,7-4-9 0,2 1-3 16,5 0-8-16,0-5-3 0,4-1-1 0,2-2-5 15,0 2-3-15,5-3 1 0,3-2-11 0,-1-1-6 16,5-3-4-16,10 1-1 0,-1-3-6 0,-3 0-17 15,5-5-22-15,0-1-24 0,2-1-30 0,-2-3-32 16,-1 1-51-16,-8 1-18 0,-1-2-22 0,-3 2-114 16,-5-1-326-16,0-4 144 0</inkml:trace>
  <inkml:trace contextRef="#ctx0" brushRef="#br0" timeOffset="187074.19">9314 14640 53 0,'0'0'158'0,"3"-3"15"0,-3 3-3 0,0 0-3 16,0 0-8-16,0 0-15 0,-2 29-11 0,4-19-1 15,0 1-6-15,-2 0-10 0,1-1-7 0,-1 0-17 16,0-1 0-16,0-3-9 0,0-6-9 16,1 12-6-16,-1-12-4 0,1 9-1 0,-1-9 8 0,0 8 6 15,0-8 9-15,0 0 3 0,0 0-9 0,0 0-8 16,0 0-5-16,0 0-7 0,0 0-8 0,0 0-5 15,0 0-6-15,0 0-1 0,-8-28-6 0,8 28-4 16,1-16-3-16,1 3-2 0,2 2-8 0,3-6-3 16,-1 3-2-16,3-4-1 0,5-3-1 0,-2-1-6 15,-2 6-4-15,3 5 2 0,-2-4-1 0,4 5-4 16,-2 0-3-16,2 0 5 0,-2 6 7 0,0 0-2 16,-3 3-10-16,1 1 1 0,1 1 2 15,-1 3 6-15,3 6-4 0,-4-3-4 0,-1 3 4 0,-1-1 0 16,-1 1-1-16,-2 2-1 0,0-1 2 0,-1 1-2 15,0-1 3-15,-3-1-3 0,-1-1 1 0,3-2 1 16,-3-1 3-16,0-6-2 0,0 11 3 16,0-11 0-16,0 8 4 0,0-8-2 0,0 0 3 15,0 0-6-15,0 0 0 0,0 0-2 0,0 0 2 0,0 0-2 16,0 0-3-16,0 0 0 0,-7-22-6 0,7 22 1 16,7-17-3-16,-1 2 5 0,2 5-4 0,2-2 1 15,0-2-3-15,4 0-2 0,1 1 2 0,1 2-1 16,-1 0 2-16,1 2-2 0,-5 3 1 0,2-1 0 15,-2 6 0-15,0-2 1 0,-2 3 3 0,-2 3 2 16,2-1 2-16,0 4 0 0,0 1 2 0,-1 1 3 16,-3 3 1-16,3-2 4 0,-1 6-4 15,-2-3 2-15,1 2-2 0,-4-1 3 0,1 4-1 16,-1-5-2-16,0 0-12 0,0 0-20 0,-2 0-24 0,-1 1-31 16,1 0-31-16,-1-3-46 0,-1 0-49 0,1 0-173 15,1-10-415-15,-5 14 184 0</inkml:trace>
  <inkml:trace contextRef="#ctx0" brushRef="#br0" timeOffset="187365.7">9982 14226 28 0,'14'0'193'0,"-1"3"-11"0,-2 0-6 15,3 8-10-15,-1 0-10 0,-3 3-5 0,-2 2-9 16,-3 2-11-16,-2 1-12 0,-2 7-8 16,-4-1-6-16,0-2-9 0,-4 1-8 0,-2-6-5 15,2 2-6-15,-8 2 8 0,5-7 2 0,1-1-8 0,4-1-13 16,-1-4-7-16,2-2-3 0,-1-1-6 0,0-1-7 16,5-5-2-16,-1 12-2 0,1-12-2 0,0 0-6 15,0 0-2-15,15 9-4 0,-2-10-1 0,4 0-7 16,12-4-24-16,1-1-26 0,2 0-48 15,-1-3-38-15,2-1-51 0,0 3-41 0,4 2-148 16,-2 1-388-16,17-3 172 0</inkml:trace>
  <inkml:trace contextRef="#ctx0" brushRef="#br0" timeOffset="187890.68">10594 14568 165 0,'3'-6'231'0,"-1"2"-16"16,-2 4-22-16,4-10-19 0,-4 10-18 0,0 0-14 15,0 0-5-15,0 0 1 0,15 14-5 0,-9 1-5 16,1 10-5-16,-3-2-14 0,2 4-4 0,-3 0-9 16,-1-1-7-16,1 2-10 0,2 0-6 15,-1-3-1-15,-1-4-12 0,2 5-1 0,-1-8-5 0,2 0-4 16,-1-1-9-16,-1-7 0 0,2 2-5 0,-2-2-4 15,0-1 1-15,2 1-5 0,-3-4 0 0,1 0-3 16,0-2 2-16,-4-4 9 0,5 7 9 0,-5-7-4 16,9-2-7-16,-9 2 1 0,18-13-6 0,-7 2-1 15,3-2-1-15,-2-1-5 0,4-11-1 0,0 1 1 16,0 1-5-16,0-1-2 0,1-2-3 0,-2-1 1 16,2-1-2-16,-4 0 0 0,2-2-5 0,-2 2 1 15,-1 2-2-15,-1 3-4 0,-3 7 0 0,-3-2-4 16,1 7-3-16,-2 1-5 0,-3 2-15 0,1 2-19 15,-1-1-25-15,-1 7-23 0,0 0-22 0,0 0-19 16,0 0-23-16,0 0-32 0,0 0-27 0,0 0-22 16,0 0-130-16,-32 20-399 0,26-15 176 0</inkml:trace>
  <inkml:trace contextRef="#ctx0" brushRef="#br0" timeOffset="188093.06">11039 14347 182 0,'4'-10'184'0,"-4"10"-18"0,10-7-18 16,-4 3-21-16,11-1-5 0,2 2-12 0,9-2-11 16,4 0-15-16,3 2-34 0,3 0-23 0,-2 0-26 15,0-1-29-15,-2 3-34 0,-4-2-23 0,-2 1-27 16,-7 1-58-16,-4 1-182 0,1-2 81 0</inkml:trace>
  <inkml:trace contextRef="#ctx0" brushRef="#br0" timeOffset="188291.19">11509 14081 16 0,'-2'-9'168'0,"0"3"-6"0,2 6-5 15,0-11 1-15,0 11-6 0,-3-8-12 0,3 8-16 16,0 0-10-16,0 0-2 0,0 0-6 0,0 0 13 15,0 0 0-15,11 22-9 0,-6-5-9 16,2 2 1-16,3 6-19 0,-4-1-9 0,4 1-19 0,-3 1-24 16,3-1-22-16,-4 0-30 0,1 2-45 0,-3-8-31 15,0 0-45-15,-1 6-35 0,2 0-109 0,-10-4-308 16,5-3 137-16</inkml:trace>
  <inkml:trace contextRef="#ctx0" brushRef="#br0" timeOffset="189338.31">11875 14604 143 0,'0'0'208'0,"3"-8"-6"0,-3 8-18 0,2-6-18 0,-2 6-12 16,0 0-14-16,0 0-11 0,0 0-3 0,-32 14-13 16,15-7-9-16,3 4-8 0,-4 0-9 15,5 1-9-15,-2-1-7 0,5 2-3 0,1 1-11 16,-1-2-5-16,6 4-4 0,0-6-9 0,3 3-3 0,4-2 1 16,0 1-7-16,2-1-3 0,4 4-3 0,3-3 10 15,-1 1-13-15,3-1-4 0,2-1 0 16,0 1-3-16,1-2-2 0,1 1-2 0,-2 0-1 15,2-1-14-15,-4 0-2 0,-3-2 0 0,2 4-1 16,-5-4 5-16,2 1-1 0,-3 2 2 0,-3 0 4 0,-2-3-2 16,0 2 4-16,-2-3-2 0,0-7 9 0,-2 14-2 15,-5-5 1-15,-1 0 0 0,-4-3-1 16,-3 4-4-16,-5-3 0 0,4-1-1 0,-5 1-5 16,4-3-5-16,-5-1-13 0,1 1-17 0,4-2-17 15,-1 0-30-15,4-2-41 0,1-2-40 0,3 0-40 0,-3-2-113 16,8-3-342-16,-1-2 151 0</inkml:trace>
  <inkml:trace contextRef="#ctx0" brushRef="#br0" timeOffset="189529.97">12046 14385 28 0,'0'0'205'0,"4"-10"-19"0,-4 5-17 0,0 5-16 15,12-7-7-15,-1 4-13 0,2 0-7 0,16-3-14 16,0 2-13-16,8 2-16 0,14-3-33 0,-1 5-33 16,1-4-45-16,1-2-38 0,2 3-24 0,-4-2-40 15,-14 3-70-15,0-2-214 0,1 0 94 0</inkml:trace>
  <inkml:trace contextRef="#ctx0" brushRef="#br0" timeOffset="189916.01">12818 14058 94 0,'-4'-7'157'16,"0"2"5"-16,2-2-6 0,2 7 2 15,-5-8-7-15,1 4-9 0,4 4-11 0,0 0-10 16,-2-9-11-16,2 9-11 0,0 0-9 0,0 0-4 16,0 0-3-16,0 0-6 0,0 0 6 0,0 0-2 0,0 0-5 15,0 0-5-15,0 0-6 0,-5 23-6 0,5-23-2 16,0 10-4-16,0-10-5 0,0 0-7 0,2 10 0 15,-2-10-2-15,0 0 3 0,-2 7-1 16,2-7 1-16,0 0 2 0,0 0-2 0,0 0 5 16,0 0 0-16,0 0 0 0,2 9 1 0,-2-9-1 0,0 0 8 15,0 0-9-15,0 0 7 0,0 0-1 0,0 0 0 16,0 0-4-16,0 0-7 0,0 0-2 0,0 0 4 16,0 0-4-16,0 0 1 0,0 0-1 15,0 0-4-15,0 0 2 0,0 0-5 0,0 0-5 16,0 0-1-16,0 0-6 0,0 0-6 0,0 0-5 0,0 0 2 15,3 10 5-15,-1 8-1 0,2 8 8 0,-2 5-7 16,-2 0 2-16,1 1-1 0,3 4-4 16,-2 10 4-16,0-10-13 0,2 11-33 0,-3-2-36 0,5-11-41 15,0 12-61-15,0-13-75 0,0 13-80 16,-6-12-169-16,0 0-532 0,-2-1 236 0</inkml:trace>
  <inkml:trace contextRef="#ctx0" brushRef="#br0" timeOffset="194252.4">14683 14920 40 0,'0'0'190'0,"0"0"9"16,0 0-7-16,0 0-20 0,0 0-13 0,0 0-13 15,0 0-2-15,0 0-11 0,13-27-9 0,-6 17-13 16,0-1-4-16,4-3-6 0,-2-1-1 0,1-3-11 15,0-5-6-15,-1 7-8 0,3 0-8 0,-2-1-8 16,-3-2-5-16,2-4-4 0,-1 6-4 0,0-8-5 16,-2-1-3-16,-1 1-2 0,1 2-8 0,-2-1 0 15,-4 6-2-15,0-8-1 0,2 6 1 0,-4-1-6 16,2 6 2-16,0 0-1 0,-2 3 5 0,2 3 2 16,-2 0-1-16,2 9-1 0,-2-11-5 0,2 11-2 15,-4-6 0-15,4 6-5 0,0 0 4 0,0 0-5 16,-8 18 3-16,6-8 0 0,-1 10 4 0,-2 7-6 15,3-2 0-15,0 2 0 0,2-2 0 0,2 0-3 16,0-6 1-16,1 9-2 0,1-9 0 0,2-3 0 16,-1-1-3-16,4 2-1 0,-4-5-3 0,6 1 4 15,-1-5-1-15,1 0 0 0,-2-1 0 0,1-5 0 16,2 3-2-16,1-3 1 0,-1-1-1 0,-1-2 1 16,1-2-2-16,1-1-2 0,-3-2 4 0,2-1-2 15,-3 0 3-15,4-5-3 0,-7 2 5 0,3 0-8 16,-3-6 2-16,1 0 2 0,-2 0 4 0,-2-1-11 15,3-3 9-15,-4 2-7 0,1-8 0 0,-2 10 0 16,1-3 4-16,0 8-6 0,-2-1 2 0,0 1 2 16,2 2-2-16,-2 9 2 0,0-12-1 0,0 12-6 15,2-7 2-15,-2 7-1 0,0 0 9 16,0 0 5-16,0 0-1 0,-2 39 6 0,2-20 11 16,0 4-13-16,0 3 4 0,0-1-2 0,-2 1-2 0,2-2-3 15,0 2-4-15,2-1 3 0,1 0 0 0,1 0 1 16,-2-4-17-16,1-2-23 0,3 7-12 0,-4-7-38 15,1 0-21-15,1 1-39 0,-1-3-38 0,5-1-32 16,-5-5-27-16,1 2-152 0,1-2-422 0,0-1 187 16</inkml:trace>
  <inkml:trace contextRef="#ctx0" brushRef="#br0" timeOffset="194589.01">15278 14880 138 0,'0'0'168'0,"10"-7"0"0,0 2-9 0,2 0-11 16,-1-3-13-16,2 2-7 0,-1 1-13 0,4-4-11 15,-3 0-16-15,3 0-1 0,-3-1-5 0,-4 4-13 16,3-3-3-16,-4 0-2 0,3 2 0 0,-2-1-3 16,-4-1 1-16,3 2-3 0,-3 0-8 0,1-1 5 15,-2-2-4-15,-3 4-5 0,0-1-3 0,-1 7 2 16,0-12 6-16,0 12-9 0,-6-4 0 0,6 4-7 15,-13 0 2-15,13 0-3 0,-20 6 4 0,7 1-4 16,0 4 1-16,-7 6 1 0,1 1-3 0,6-3-2 16,1-1-2-16,-2 2 1 0,5 2-3 0,2-2-2 15,-1-1-1-15,6 2-4 0,-1-5 0 0,4 1-5 16,1-1 1-16,4-1-4 0,2 2 1 0,5-2-7 16,3-1-22-16,1-1-32 0,2-4-29 0,4 0-24 15,5 1-47-15,3-4-38 0,-2-2-25 0,0-2-155 16,-6 0-396-16,4-2 175 0</inkml:trace>
  <inkml:trace contextRef="#ctx0" brushRef="#br0" timeOffset="194754.77">15941 14717 157 0,'8'-6'172'0,"-8"6"-8"0,14-7-10 16,-3 2-19-16,-1 2-12 0,1-1-15 15,-1 2-46-15,0-1-49 0,-10 3-38 0,18-1-45 0,-18 1-96 16,0 0-180-16,13 4 81 0</inkml:trace>
  <inkml:trace contextRef="#ctx0" brushRef="#br0" timeOffset="194906.63">15927 14831 13 0,'-4'10'179'0,"3"-6"-8"0,1-4-5 16,-1 9-5-16,1-9-11 0,0 0-6 0,2 12-11 15,2-10-3-15,-4-2-13 0,9 7-12 0,-1-6-5 16,4 0-17-16,2-2-26 0,7-2-40 0,-1-1-43 16,10-1-45-16,-2-1-34 0,2-3-46 15,-12 3-79-15,4-3-247 0,-2 0 110 0</inkml:trace>
  <inkml:trace contextRef="#ctx0" brushRef="#br0" timeOffset="199595.94">17185 14522 81 0,'0'0'111'16,"0"0"0"-16,0 0-7 0,2-7-4 0,-2 7 1 15,0 0-14-15,0 0-14 0,0 0-7 0,0 0-2 0,0 0-2 16,0 0-12-16,3-7-2 0,-3 7-3 0,0 0-12 15,0 0 5-15,0 0-4 0,0 0 1 16,0 0-8-16,0 0 0 0,0 0-2 0,0 0-3 16,0 0 2-16,0 0 1 0,0 0-1 0,0 0 0 0,0 0 2 15,0 0-2-15,0 0 0 0,0 0 9 0,0 0-11 16,0 0 4-16,0 0 5 0,0 0-3 0,0 0-3 16,0 0 1-16,0 0-3 0,2-9-1 0,-2 9-2 15,2-8 10-15,-2 8-1 0,1-7 12 16,-1 7-6-16,2-9-1 0,-2 9-2 0,4-9 9 0,-4 9-10 15,0-12 5-15,1 6-6 0,-1 6 3 0,0-9 3 16,0 9-1-16,0-9 2 0,0 9 1 16,2-9-2-16,-2 9-3 0,0 0-1 0,0-8 2 15,0 8 5-15,0 0-8 0,1-8-3 0,-1 8-5 0,0 0-7 16,0 0-1-16,0 0-3 0,0 0-2 0,0 0 3 16,0 0-3-16,0 0 3 0,0 0 2 0,5 23 2 15,-4-11 3-15,1 0 0 0,-1 5 2 0,3 8 0 16,-3-6-3-16,-1 7 1 0,0-7-3 0,0 5 0 15,0-4 3-15,1 5-2 0,-1 0-3 0,2-7 6 16,-2 1-6-16,0-3-17 0,-2 2 0 0,2-1 3 16,-1 1-4-16,-2 0 0 0,2 0-1 15,0-1 8-15,0-2-3 0,1-1 2 0,-2 1 0 0,2-3-4 16,-1 1 3-16,1 3-2 0,0-4 1 0,0 0-13 16,0 4-20-16,0-8-14 0,0 3-20 0,0-3-15 15,0-1-24-15,0-7-35 0,-1 13-21 0,1-13-18 16,1 10-19-16,-1-10-118 0,-1 9-341 0,1-9 150 15</inkml:trace>
  <inkml:trace contextRef="#ctx0" brushRef="#br0" timeOffset="200002.46">17467 14502 109 0,'15'-8'139'0,"-2"4"7"0,2 2-5 0,2 0-5 16,1 2-9-16,-5 3 2 0,3 3-6 0,-4 1-12 16,-2-1-11-16,0 3 0 0,-2 1-9 0,1 4-5 0,-3 3-6 15,-2 0-9-15,-4-1-6 0,0 1-6 0,-5 1 0 16,-1-3-6-16,-3 2-8 0,0 0-5 16,-4-2-1-16,1 0-8 0,0-2-4 0,3-3-2 15,2-1-1-15,-2 1-3 0,2-3-5 0,2-2-13 16,1 2-6-16,0-1-6 0,1-2-4 0,3-4 3 0,-2 9 3 15,2-9-2-15,6 7 1 0,1-4 10 0,0 0-12 16,5-2 3-16,-1 2 2 0,2-3-4 16,-1 3 2-16,0-1 0 0,2 2 2 0,-1-1 5 15,0-1 3-15,-3 2-5 0,-3 0 8 0,-1 1 1 16,2 1 4-16,-5 0 14 0,3 3-4 0,-5-2 2 0,0 0-2 16,0 1-4-16,-3 2 6 0,-2-2-6 0,0 0 2 15,-5 1-2-15,4-1-1 0,-4-1-2 0,0 1-1 16,-1-1-15-16,-1-1-8 0,0 0-13 15,0-1-23-15,1 0-20 0,-2-1-28 0,2-1-32 16,0-3-15-16,3 3-22 0,7-3-116 0,-14 0-301 16,14 0 134-16</inkml:trace>
  <inkml:trace contextRef="#ctx0" brushRef="#br0" timeOffset="200315.58">17871 14582 123 0,'0'0'165'16,"9"-7"-14"-16,-9 7-16 0,0 0-16 0,6-6-18 0,-6 6 20 16,0 0-2-16,0 0-3 0,0 0-7 15,0 0-5-15,-9 33-13 0,8-23 0 0,-2 2-1 16,2 0-11-16,0-1-7 0,1 1-4 0,1 5-6 16,2 1 0-16,-1-3-10 0,3 1-4 0,2 0 6 15,-1 0-5-15,2-1-3 0,2 2 0 0,-1-4 4 16,0 3-5-16,2-3 1 0,0 1-5 0,-2-1-3 15,-3-3-3-15,2 1-6 0,-3 0 2 0,-1-3-6 16,-1 1 0-16,1 0-8 0,-1-2 6 0,-3 1-4 16,0-8 1-16,-3 14-3 0,-2-9-3 0,-3 2-1 15,1-3-4-15,-5-1-13 0,2 2-9 0,-3-4-17 0,0 1-16 16,2-1-27-16,-2-2-13 0,-1-1-44 16,3-2-34-16,0 1-13 0,2-2-165 0,-2-2-369 15,1-1 163-15</inkml:trace>
  <inkml:trace contextRef="#ctx0" brushRef="#br0" timeOffset="200688.44">17954 14547 1 0,'18'-6'122'0,"0"4"5"0,3-3-11 0,1 2-3 16,4-2-1-16,3 2-10 0,-7 3-5 0,-1 1-6 15,0-2-12-15,-2 2-3 0,0 1-14 0,-6 0-4 16,0 0 0-16,0 0 3 0,-4 2-9 0,2 1 5 15,-3-2 6-15,-1 5-4 0,-1-2-3 0,-1 2-1 16,1 1 5-16,-2 0-3 0,-2 1 1 0,0 0-1 16,0 3-3-16,-2-2-7 0,2 1-4 0,-1 1-5 15,1 0 3-15,2 1-7 0,0-2 0 0,0-2-6 16,2 2 0-16,1-4-5 0,-1 0-1 0,2-1-1 16,1-1-2-16,0 1 0 0,2-3-1 0,1-1 0 15,-2-1 1-15,0-2-1 0,3 0 9 0,-2-2-6 16,0-1 1-16,-1-1-5 0,-4 1 7 0,3-5-2 15,0 0-3-15,-1 0-1 0,-4 0 4 0,1-2-1 16,-1 0-7-16,-2-2 6 0,-2 2-5 0,0 10-1 16,-4-23 0-16,0 10-2 0,-1 3-4 0,-4-2-13 15,-1 4-4-15,1 1-20 0,-2-3-7 0,-6 4-13 16,4 4-17-16,-3 0-19 0,2 2-25 0,0 1-33 16,-2 0-33-16,1 2-154 0,3 3-356 0,3-2 157 15</inkml:trace>
  <inkml:trace contextRef="#ctx0" brushRef="#br0" timeOffset="201021.75">19163 14513 193 0,'0'0'221'16,"-4"-5"-19"-16,-2 2-12 0,6 3-12 0,-22 3-10 0,7 1-8 15,-5 1-3-15,-6 8-16 0,0 0-10 16,3 4-4-16,-1-1-10 0,1 4-8 0,1-1-8 16,4 3-4-16,7-5-7 0,0 1-6 0,5 0-8 15,2-1-3-15,2 1-8 0,3 0-4 0,3-2-23 16,3 1-4-16,11 3-6 0,2-1-2 0,1-4-13 0,5 0-19 15,0-5-20-15,4 1-30 0,2-2-20 16,0-4-39-16,0 1-30 0,1-4-11 0,-4-1-24 16,-2 0-10-16,-7-2 0 0,-1-2-100 0,1-1-315 15,-7 1 140-15</inkml:trace>
  <inkml:trace contextRef="#ctx0" brushRef="#br0" timeOffset="201543.96">19378 14831 667 0,'14'-13'-56'0,"-4"0"8"0,1-2 7 16,0-3 12-16,-1 4 9 0,-4-4 11 0,3 1 0 15,-5 1 23-15,0 0 1 0,2 1 4 16,-2 4 4-16,0-4 10 0,-3 4 13 0,2 6 13 15,-3 5 11-15,2-11 6 0,-2 11-8 0,3-10 8 16,-3 10 19-16,0 0 10 0,0 0 5 0,0 0-2 0,0 0-9 16,0 0 11-16,-5 34-7 0,4-27-9 15,-1 2-7-15,1 1 6 0,-3-1 5 0,4 3-7 16,-1-6-7-16,-1 2-7 0,2 2-1 0,0-10-5 16,-2 10 2-16,2-10 3 0,-1 9 11 0,1-9 7 15,0 0-7-15,0 0-7 0,-3 4-7 0,3-4-7 0,0 0-5 16,0 0-6-16,0 0-2 0,-9-21-10 0,7 15-5 15,2-6 5-15,0 1-9 0,0 11-9 16,6-28 1-16,-2 12-1 0,3 0-6 0,0 0-2 16,2 0-2-16,1-1-4 0,3 3 1 0,-2 2-5 15,2-1-2-15,-1 2 0 0,0 6 2 0,-4-1-5 0,2 3-3 16,2 3 4-16,-3 3-2 0,1 0 3 0,1 3-7 16,-3 0 12-16,1 2-12 0,-1 1 4 0,-1 5-3 15,0-4 3-15,-2 2-3 0,-2 1 5 16,-1-3-4-16,3 1 1 0,-4-1 7 0,1-4-9 15,-1 0 1-15,-1-6 3 0,0 9 1 0,0-9-2 0,1 11 0 16,-1-11 0-16,0 0 2 0,0 0-1 0,0 0-5 16,0 0-2-16,0 0 0 0,0 0-3 0,16-15-2 15,-10 6 0-15,3 2 4 0,-1-3-6 16,4-3-5-16,4 0-2 0,5-3 8 0,-5 3-10 16,5-2 1-16,-3 4 0 0,8-1 4 0,-7 5-2 0,0 0 5 15,-2 2-1-15,1 1 0 0,-4 4 3 0,-1 1-1 16,-2 3 2-16,1 0 1 0,-1 2 5 0,-1 3 2 15,-2 0 0-15,-1 3 3 0,1 1-3 16,-1 2 1-16,-5 0 3 0,2-3 0 0,-3 4-2 16,-1-4-9-16,2 5-19 0,-4-5-18 0,1 0-23 15,0 1-30-15,1-1-43 0,-3-2-53 0,3 0-51 16,-4-2-171-16,1-4-450 0,3-4 199 0</inkml:trace>
  <inkml:trace contextRef="#ctx0" brushRef="#br0" timeOffset="201846.53">20153 14152 16 0,'0'0'193'15,"17"6"-7"-15,-8 0-13 0,1 2-7 0,-2-1-8 16,3 7-3-16,-4 1-9 0,0-1-11 0,0 1-7 15,-5-2-10-15,2-1-10 0,-1 3-5 0,-1-3-10 16,1-3-12-16,-3 1-4 0,1-1-3 0,-1-3-5 16,1 2-7-16,-1-8-6 0,2 10-4 0,1-4-7 15,-3-6-1-15,8 10-4 0,-1-6-1 0,4-2-4 16,7 1-3-16,2-3-4 0,6 0-4 0,2 0-8 16,0-3-13-16,-1 0-25 0,-5 0-20 0,-6 0-19 15,4 0-23-15,-3 1-25 0,0 0-30 0,-3 0-20 16,-2 1-25-16,-2 2-126 0,-1-2-334 0,-9 1 148 15</inkml:trace>
  <inkml:trace contextRef="#ctx0" brushRef="#br0" timeOffset="202657.87">20871 14537 190 0,'-2'-6'190'0,"-3"2"-2"0,5 4-11 0,-6-8-16 15,6 8-14-15,-3-4-14 0,3 4-16 16,0 0-13-16,0 0 5 0,0 0 4 0,0 0-1 0,15 25-4 16,-6-8-5-16,7 5-8 0,-2 1-5 0,-3-1-6 15,2 1 1-15,-4 0 4 0,0-3-15 0,0 4-3 16,-3-7-4-16,1 2-6 0,0-3-12 0,-2-1 9 15,3 0 0-15,-4 0-7 0,0-3-10 0,-1 0-6 16,-1-2 0-16,3 0-5 0,-4-3-6 0,2-2 0 16,2 1 0-16,-5-6 4 0,2 10-5 0,-2-10 8 15,4 5 5-15,-4-5 9 0,0 0-3 0,0 0-9 16,0 0 0-16,0 0-3 0,18-20-5 16,-10 11 0-16,2-6-5 0,-1-2 0 0,2 1 0 15,2-6-1-15,1-1-2 0,2-2-2 0,-5 1-3 0,2-1-4 16,-4 1 1-16,1-1 0 0,-2 0-6 0,-2 2-5 15,-5 7-1-15,3-2-7 0,1 2-5 0,-3 5-5 16,0 1-13-16,1-1-13 0,-2 6-16 0,-1 5-28 16,0 0-30-16,3-15-32 0,-3 15-29 0,0 0-27 15,0 0-26-15,0 0-170 0,0 0-438 0,0 0 193 16</inkml:trace>
  <inkml:trace contextRef="#ctx0" brushRef="#br0" timeOffset="202843.17">21348 14245 132 0,'0'0'172'0,"2"-5"-24"16,-2 5-9-16,7-5-10 0,3 4-14 0,2 1-11 16,7 1-14-16,3-1-27 0,7 2-29 15,4 0-32-15,6-2-46 0,-5-2-29 0,0 0-96 16,-1-2-183-16,-3-2 82 0</inkml:trace>
  <inkml:trace contextRef="#ctx0" brushRef="#br0" timeOffset="203008.33">21858 13972 103 0,'1'-10'159'0,"-1"10"-15"0,2-10-13 0,-2 10-15 16,1-9-9-16,-1 9-11 0,0 0 17 0,0 0 13 0,0 0 6 15,-5 41-3-15,0-14-9 0,-1 3-11 0,0 2-13 16,1 2-5-16,3 0-14 0,-5 11-3 0,3-10-10 15,1-3-17-15,1 3-33 0,4-2-33 16,-4-1-39-16,4 1-51 0,-4-3-33 0,2 1-145 16,-1-2-311-16,1 0 138 0</inkml:trace>
  <inkml:trace contextRef="#ctx0" brushRef="#br0" timeOffset="203346.44">22193 14613 126 0,'1'-6'216'16,"-1"6"-3"-16,0-11-8 0,0 11-3 15,-6-9-11-15,1 6-11 0,5 3-15 0,-10-3-12 16,10 3-8-16,-22 4-7 0,12-2-22 0,-1 4-8 16,0-1-11-16,1 1-10 0,3 2-8 0,0-2-6 0,2 4-10 15,1-1 1-15,0 1-12 0,3-3-6 0,1 4-6 16,0 1-1-16,2-2-6 0,2 1-3 0,1 0-5 15,5 3 2-15,-3-3-8 0,6 3-1 16,-1 0 2-16,0-3-6 0,-2 2-1 0,0 2 2 16,-2-5-7-16,-2 0 1 0,1 0-2 0,-2 2 5 0,-2-2 0 15,-1 1-3-15,-1-3 9 0,-1 3-8 16,-4-1-2-16,2-2 3 0,-6 2-1 0,0-1 3 16,-6 0-7-16,-1 0 1 0,-2-2-13 0,1 1-15 15,-2-1-19-15,0-3-28 0,-1-2-19 0,1 1-48 16,0-3-45-16,5-3-43 0,1 1-176 0,3-3-432 0,1-4 191 15</inkml:trace>
  <inkml:trace contextRef="#ctx0" brushRef="#br0" timeOffset="203511.94">22516 14248 95 0,'14'-5'165'15,"4"-1"-13"-15,3 0-16 0,6-1-12 0,1 2-35 16,0 0-49-16,5-4-48 0,1 5-42 16,-2-4-75-16,2 0-133 0,-2-1 60 0</inkml:trace>
  <inkml:trace contextRef="#ctx0" brushRef="#br0" timeOffset="203702.34">23044 13958 47 0,'3'-12'205'0,"-1"2"2"0,2 4-6 15,-4-1-3-15,0 7-13 0,3-10-17 0,-2 5-16 0,-1 5-18 16,0 0-3-16,0 0 1 0,0 0 13 0,0 0-6 16,-10 33-8-16,3-14-9 0,0 5-15 15,0 7-7-15,1-2-8 0,-2 3-10 0,7 0-14 16,0-3-18-16,-2 3-36 0,4-5-28 0,2 3-27 16,0 1-32-16,-1-2-41 0,1-3-37 0,0 2-34 0,-3-4-29 15,-3 4-123-15,-1-4-364 0,-5 1 162 0</inkml:trace>
  <inkml:trace contextRef="#ctx0" brushRef="#br0" timeOffset="205448.39">4372 15527 5 0,'6'-1'96'0,"-6"1"-10"16,0 0-5-16,8-2-8 0,-8 2-6 0,0 0 6 16,0 0-18-16,0 0-3 0,0 0 1 0,0 0-9 15,0 0-7-15,0 0-3 0,0 0-4 0,-30-3 3 16,17 3-10-16,-6 0-3 0,-1 1-1 0,-2 1 1 15,-7-2 2-15,1 2 6 0,0-2 6 0,-1 0 0 16,9 0 1-16,2 0 0 0,1 1-13 0,5-2 16 16,1 1 11-16,5-1 1 0,6 1-6 0,-14 0 4 15,14 0-10-15,-9-1-10 0,9 1 2 0,0 0-2 16,-13-2-8-16,13 2-1 0,0 0-8 0,0 0 8 16,0 0-8-16,0 0-10 0,0 0 8 0,28-2 10 15,-14 0-7-15,3 2 3 0,11-5-4 0,0 5 3 16,3 0-2-16,4 0-14 0,0 2 25 0,16-4-1 15,0 4-2-15,3-2-1 0,1 1 3 0,1 0-1 16,4-1-5-16,2 1 7 0,0 2 1 0,5 0 1 16,26 3 0-16,-2-7-2 0,3 6 0 0,2-4 2 15,4 0 2-15,6-2-6 0,-4 1 6 0,11 1 1 16,-2-3-4-16,10 2 6 0,8 0-5 0,2 1-2 16,4 1 0-16,-2 1 2 0,1-2 1 0,6 2-3 15,5 0-3-15,2 1 1 0,5-2-4 0,-1 0-1 16,5 2 0-16,4-4-2 0,5 0 0 0,3 1-1 15,2 0 2-15,-2 1 0 0,2-3-1 0,4 2-2 16,-1 2 7-16,-3-2-7 0,3 2 7 0,2-3-7 16,-2 5 1-16,4-1 2 0,-1 0-4 0,1-1 3 15,-2-1-1-15,5 2 2 0,-1 0-5 0,-5 2 0 16,1-3 2-16,5 0-2 0,-4 2-1 0,-4-2 3 16,4 1 0-16,-7-2 2 0,6 2-3 0,-2 1 0 15,-3-4-1-15,-1-1-2 0,-5 0 2 0,5-6 2 16,-3 3-2-16,2-2-1 0,-4 0-3 0,2-1 3 15,-5-3-3-15,8 1 0 0,-7 1-5 0,-1-1 2 16,-4-3 5-16,2 1-3 0,-6-1-1 0,-6-2 1 16,1 1-1-16,-5 3-3 0,-8-2 2 0,-1 3 6 15,-4-3-3-15,-2 2-1 0,-2 1-3 0,-7 0 3 16,-2-1 0-16,-7 5 0 0,-3-3-2 0,-6-1 0 16,-1 2 2-16,-7-2-8 0,-2 3 5 15,-27-1-4-15,-2 0 5 0,2 2 0 0,-6-2 3 0,-4 2 0 16,-1-1 2-16,-15 1 0 0,-2 0 9 0,-4-1-7 15,-3 3-2-15,1-1 0 0,-10 1-1 0,-2-2 2 16,0 2 2-16,-4 1 0 0,-1-1 1 0,-6-1 1 16,-7 3 11-16,13-4-3 0,-13 4 3 15,10-5-6-15,-10 5 2 0,7-5-4 0,-7 5-11 0,0 0-14 16,0 0-20-16,0 0-20 0,0 0-15 0,0 0-24 16,-33-14-42-16,14 13-41 0,-11-2-33 0,-2 0-193 15,-6 2-429-15,-17-5 190 0</inkml:trace>
  <inkml:trace contextRef="#ctx0" brushRef="#br0" timeOffset="206315.09">8319 16354 151 0,'-5'3'197'16,"0"1"-8"-16,5-4 5 0,-10 3-1 0,10-3-6 0,-6 1-8 15,6-1-14-15,0 0-16 0,0 0-13 0,0 0-18 16,19-20-3-16,-5 8-8 0,1-2-8 0,9-4-10 15,-1-3-1-15,2 2-6 0,-2-3-6 0,2 2-5 16,-3-1-6-16,0 0-4 0,-2 1-6 0,-6 4-11 16,3-6 1-16,-4 1-2 0,0-1-4 15,-7 5 0-15,3 2-3 0,-5 4 1 0,-1 0 4 0,-1 1 3 16,1 1-2-16,0 3 0 0,-2-1-4 0,-1 7-3 16,3-7-7-16,-3 7-2 0,0 0-6 0,0 0 0 15,0 0-4-15,0 0 3 0,-14 29-2 0,6-13 3 16,0 7 0-16,1 2 0 0,-2 1-9 0,5 1-7 15,3-11 11-15,-1 4-1 0,2-2-3 16,3-3 1-16,1-2-5 0,0 2 8 0,1-3-11 16,-2 1 4-16,7-5-12 0,-4 1 14 0,5-2 0 15,0-1-2-15,0-2-1 0,3-2-2 0,-1-2-2 0,6-1 7 16,-1-1-13-16,-4-2 7 0,3-1 2 0,-1-3-3 16,-4 3 1-16,-1-3 1 0,0 2 0 15,-2-3-2-15,-3 1 3 0,3-2-2 0,-4 1 2 16,0 0-2-16,0 0-2 0,0 1 2 0,-1-1-1 15,-1 1-7-15,-1 4 9 0,-2 4-3 0,4-8-3 16,-4 8-1-16,3-7-11 0,-3 7 13 0,0 0-2 0,0 0 2 16,0 0-1-16,0 0-1 0,0 0 2 15,0 0-8-15,9 16 5 0,-8-10 9 0,-1-6-6 16,4 11 0-16,-2-5 1 0,2 0 0 0,-4-6-11 16,3 8 11-16,-1-3 0 0,-2-5-1 0,4 4 8 15,-4-4-7-15,4 6-3 0,-4-6-2 0,0 0 12 16,5 6-8-16,-5-6-2 0,0 0 4 0,13-3-5 15,-13 3 1-15,13-5 4 0,-7 5-4 0,5-1-3 16,-11 1 1-16,14 0 3 0,-6 0-3 0,-8 0 0 16,15 4 2-16,-7-2-8 0,-1 2 0 0,-1 0-11 15,3 2-7-15,-1 2-13 0,-2 2-28 0,0-4-25 16,2 5-25-16,-4-2-24 0,-2 1-32 0,2-4-38 16,0 4-37-16,-3-3-165 0,-1-7-449 0,0 0 199 15</inkml:trace>
  <inkml:trace contextRef="#ctx0" brushRef="#br0" timeOffset="206481.77">8663 15804 20 0,'0'0'85'0,"0"0"-55"0,0 0-53 15,27 15-24-15,-13-7 11 0</inkml:trace>
  <inkml:trace contextRef="#ctx0" brushRef="#br0" timeOffset="206750">10102 15987 131 0,'0'0'232'0,"5"-2"-14"0,-5 2-11 0,0 0-11 16,0 0-9-16,0 0-11 0,-29 12-6 15,12-1-12-15,1-1-17 0,-9 7-11 0,5 4-12 16,-3 2-8-16,-1 0-9 0,1-1-9 0,3 4-13 0,1-3 26 16,6 1-15-16,1-2-7 0,7-4-7 0,-1-1-3 15,4 0-11-15,3-1-16 0,2-4-22 0,2-2-31 16,3 1-21-16,4-1-26 0,4 1-34 0,2-4-38 15,2-4-40-15,8 3-26 0,0-5-12 16,3-1-6-16,-2-1-112 0,2 0-348 0,-3-4 153 16</inkml:trace>
  <inkml:trace contextRef="#ctx0" brushRef="#br0" timeOffset="207438.51">10160 16338 1069 0,'26'-11'-80'0,"0"0"32"15,0-2 22-15,-3-4 19 0,0 1 16 0,0-3 13 0,-8 6 5 16,4-5 15-16,-5 3 4 0,-1-1 3 0,-4 2 5 16,-1-1 8-16,-3 3 16 0,-3 2 4 15,3-2 5-15,-3 5 1 0,-2 0-7 0,0 7 2 16,-3-10 2-16,3 10 13 0,-13-6 1 0,6 6-1 15,-5 4 0-15,-2 1-3 0,0 3 5 0,-4 1-12 16,0 2-5-16,5 0-9 0,1 2-7 0,-1 0-8 0,4 0-3 16,0 1-9-16,3-3-1 0,4-1-9 15,1 1-1-15,1-1-2 0,3 2-7 0,0-7-7 16,2 3-5-16,-1-2-7 0,4-1 0 0,-1-1-2 16,0 0 0-16,3-3-1 0,1-1-1 0,0 0-1 15,-3 0-3-15,-8 0 3 0,18-5 1 0,-10-1-2 16,-1 1 1-16,-2 0 0 0,0-1 0 0,0-2 2 15,0 0-3-15,-1-2 1 0,0 3 4 0,-1-2 4 16,-1 2-4-16,-1 0 3 0,-1 7 3 0,2-11-1 0,-2 11 7 16,2-9-6-16,-2 9-3 0,0 0-3 15,0 0 2-15,0 0 2 0,0 0 0 0,0 0 1 16,0 0 2-16,0 0-2 0,8 24 2 0,-2-17-2 16,-2 5 3-16,1-2-1 0,0-1-7 0,2-1 0 15,2 2 2-15,-2-3-8 0,4 1 6 0,-1-4-1 16,3 0-1-16,-1-1-4 0,1-3 5 0,0 0-2 15,1-1-3-15,-2-2-2 0,-2-3 1 0,1 2 0 16,-3-1-2-16,-2 0 4 0,0 0-4 0,-3 0 2 16,1-3-5-16,-1 1 6 0,-2-1-5 0,-1 8 6 15,1-14-7-15,-1 14 4 0,-2-15 1 0,0 9 4 16,2 6-6-16,-1-14 2 0,1 14-6 0,-4-6 2 16,4 6-1-16,0 0 0 0,0 0-2 0,0 0 10 15,0 0 5-15,0 0 5 0,-2 33 3 0,1-15 1 16,-1 0 3-16,0 8-1 0,-1-7-8 0,-1 8 5 15,0-2-5-15,-1 1 5 0,3-7-6 0,-2 0-1 16,1-2 4-16,2-6-7 0,0 0 1 0,0-2 0 16,-1-2-1-16,0-2 3 0,2-5-2 0,0 0 0 15,0 0 1-15,5 7-2 0,-5-7-12 0,0 0 9 16,21-14-1-16,-10 7-5 0,3-4 2 0,-1 0-2 16,2-2-11-16,-2 0-5 0,2-1 2 0,3-4 2 15,-4 4-3-15,3-6-5 0,-6 3 8 0,1 0-4 16,-2 1 3-16,-4-1 6 0,2 3-2 0,-6 2 3 15,1 2 2-15,-2 2 5 0,1-2 6 0,-2 5 2 16,0 5-1-16,0 0 4 0,-4-10 5 0,4 10 3 16,0 0-4-16,-21 15 4 0,12-6-8 0,-5 4-2 15,3 2-2-15,2-2-2 0,1 2-19 0,3-3-39 16,3 0-38-16,2 2-43 0,3 0-56 0,7-4-71 16,-2-2-202-16,9 3-504 0,10-2 223 0</inkml:trace>
  <inkml:trace contextRef="#ctx0" brushRef="#br0" timeOffset="207979.58">11642 16198 136 0,'-13'-2'247'0,"13"2"1"0,-20 7-10 15,10-2-15-15,-6 5-19 0,3 2-16 0,1-1-15 16,2 2-16-16,1 3-13 0,1-2-14 0,2-3-15 15,2 3-9-15,2-1-11 0,2-4-6 0,2 0-12 16,0 1-6-16,4-2-6 0,2-2-7 0,0 0-8 16,3-5-6-16,1-1-11 0,-1-1-7 0,2-2-7 15,1 0-2-15,1-5-7 0,-3 2-2 0,-4-3 0 16,0-1 3-16,-2 0-3 0,0-2 0 0,-1-4 0 16,2-1-7-16,-6 2 5 0,-2-3-4 0,-3 1-1 15,0-1 2-15,-1 4-1 0,-1 1 1 0,2 2-1 16,0 0 7-16,-2 2 8 0,3-2 6 0,-1 6 5 15,2-2-3-15,2 7-3 0,-4-10-3 0,4 10-3 16,0 0-8-16,-3-12 6 0,3 12-9 0,0 0 7 16,16-9-4-16,-5 5 6 0,6-4-6 0,8-1-4 15,5 0 1-15,-1 1-3 0,-2-5-4 0,2 2 11 16,-2-1-7-16,0-1 1 0,-2 1-1 0,-7 1 2 16,-2 0 0-16,-1 1 0 0,-4-2 1 0,0-2 1 15,-5 3-1-15,3-2 2 0,-5 3-1 0,2-2-1 16,-4 0-1-16,-1 1 0 0,0 0 2 0,2 5 6 15,-3-2 8-15,0 8 2 0,4-11 0 0,-4 11-8 16,0 0-4-16,0 0 9 0,0 0 16 0,0 0 2 16,-11 41 6-16,2-14 10 0,3 3-10 0,-2 4 0 15,-2 12 0-15,3-11 0 0,-5 13-5 0,4-4-1 16,3-7-2-16,3-2-7 0,-1 10 4 0,0-11-4 16,1-1-3-16,-1 1-2 0,3-1-12 0,-5-1-25 15,4-2-25-15,1-3-36 0,1-1-31 0,-2-1-31 16,-1-8-41-16,0 1-44 0,0-6-61 0,0 1-219 15,-3-2-544-15,3-3 242 0</inkml:trace>
  <inkml:trace contextRef="#ctx0" brushRef="#br0" timeOffset="208136.1">11788 16318 43 0,'4'-6'195'0,"-2"0"-21"0,3 2-15 15,2 0-14-15,11-2-14 0,2 0-20 0,7-4-25 16,7 4-50-16,1-1-61 0,17-2-41 16,7 2-100-16,3-1-178 0,28-1 79 0</inkml:trace>
  <inkml:trace contextRef="#ctx0" brushRef="#br0" timeOffset="208731.31">12816 16350 49 0,'0'0'238'0,"0"0"-3"0,12-13-12 16,-7 6-6-16,5 2-12 0,-1-8-18 0,7 5-11 15,-1-2-14-15,4-3-14 0,-4 0-12 0,8-4-9 16,-3 1-5-16,-4 2-5 0,0 1-1 0,-3 0-12 16,3-3 3-16,-7 0-6 0,0 3-14 0,5-10 6 0,-8 12 1 15,0-5-7-15,-3 4-4 0,1 1 3 16,-4 0-8-16,3 2 0 0,-1 2 2 0,-2 1-6 15,0 6 1-15,1-11-7 0,-1 11-11 0,0 0-8 16,0 0-3-16,0 0-6 0,-30 21-4 0,16-6-3 16,-3 8 1-16,7-7-3 0,-1 9-8 0,0-1 0 15,2-6-1-15,2 0-7 0,5-3 1 0,2 2-5 16,4-5-5-16,1-1-1 0,4 0-14 0,0 1 3 16,2-3-9-16,1-3 3 0,5 1 4 0,2-5-7 15,0 1-1-15,0-2-1 0,3-3-5 0,-4-1 7 16,2-1-4-16,-2-2 7 0,-5 1 1 0,-2-3 0 15,1 1 5-15,-3-1-2 0,0 0 3 0,0-1-1 16,-2 0 0-16,1-2 6 0,-3 0-4 0,2 1 0 16,0-5-4-16,-3 4 2 0,-1 2 4 0,1 1 1 15,-4 8-2-15,4-10-4 0,-4 10 5 0,5-7-2 16,-5 7-17-16,0 0 24 0,0 0 3 0,0 0-3 16,0 0-1-16,0 0 1 0,-7 28 0 0,1-19 3 15,3 2-1-15,-1-2 2 0,-1-1-3 0,3 0-1 16,-1-1 3-16,3-7-3 0,0 12-6 0,0-12 5 15,-2 7 1-15,2-7 5 0,5 6-7 0,-5-6 2 16,0 0-3-16,11 1-1 0,-11-1 4 0,13-4-2 16,-3 1-2-16,-1-2 3 0,2 2-3 0,0-4 6 15,0 4-3-15,0-1-1 0,3 1-4 0,-3 0-14 16,5 3 17-16,-5 0 4 0,0 3-1 0,-11-3-4 16,16 7 1-16,-11 1 4 0,3 0-2 0,-6 2-1 15,4-1-4-15,-4 4-10 0,2-1-23 0,-2 2-34 16,-2-2-38-16,0 4-41 0,-2-6-51 15,0 2-61-15,0-2-265 0,-6 1-568 0,2-2 251 16</inkml:trace>
  <inkml:trace contextRef="#ctx0" brushRef="#br0" timeOffset="208921.24">13088 15976 7 0,'-6'-10'222'0,"4"3"-26"0,0 2-27 16,2 5-19-16,0 0-30 0,0 0-42 0,0 0-38 0,0 0-52 15,0 0-76-15,0 0-59 0,12 30-160 16,1-22 71-16</inkml:trace>
  <inkml:trace contextRef="#ctx0" brushRef="#br0" timeOffset="209191.06">13881 15993 24 0,'0'-10'269'0,"-2"-2"-7"0,0 3-4 16,2 0-10-16,-5-1-16 0,5 4 1 0,-3-2-11 15,3 8-13-15,-2-11-24 0,2 11-19 0,0 0-17 16,0 0-12-16,0 0-11 0,0 0-5 0,-4 30-9 15,2-10-6-15,-1 6-7 0,-1 6-6 0,-2 1-6 16,2 0-2-16,-4 1-12 0,-1 1-5 0,3-2-4 16,-1 0-2-16,0-2-13 0,2 1-15 0,-4 0 5 15,1-3-7-15,2 0-29 0,-2-2-18 0,3-8-31 16,-3 6-32-16,3-9-40 0,-2 3-38 0,3-4-64 16,-1-5-55-16,1-1-216 0,2-3-529 0,-2-2 234 15</inkml:trace>
  <inkml:trace contextRef="#ctx0" brushRef="#br0" timeOffset="209572.22">13787 16173 43 0,'11'-3'208'0,"2"2"-3"0,3 2-2 16,5 2-2-16,-2 3-8 0,6 5-10 0,-6-3-12 15,5 6-8-15,0 3-11 0,-1-1-2 16,-7-2-17-16,4 3-13 0,-6-3-11 0,-3 2-8 15,2-2-12-15,-3-1-6 0,-2-3-10 0,-3 0-5 16,-1-1-5-16,0-4-7 0,-2 1-7 0,1 1 0 0,-3-7-6 16,0 0 2-16,0 0-8 0,0 0-1 15,-9 6-7-15,9-6-4 0,0 0-1 0,-11-13-3 16,11 13 2-16,-2-16 1 0,2 6-5 0,0-3-3 16,2 1-4-16,0-2 3 0,3 1-4 0,1-2-2 15,4 2 0-15,1-3-2 0,-2 2-2 0,2 1 2 16,2 0-1-16,4-2 1 0,-5 2-3 0,1 3-1 15,-1 2-1-15,-3 4-1 0,3 1 1 0,-3 2-3 16,-9 1 6-16,17 0 8 0,-8 2 5 0,-2 2 1 16,0 4 12-16,0 0 11 0,0 3-10 0,-3-2-4 15,-4 4 6-15,2-1-6 0,0 1 8 0,-4 4-13 16,0 2-18-16,0-2-27 0,0 1-35 0,-1-3-32 16,0 2-41-16,-1-6-61 0,2 1-68 0,0 0-220 15,-2-4-519-15,4-8 230 0</inkml:trace>
  <inkml:trace contextRef="#ctx0" brushRef="#br0" timeOffset="209719.69">14288 15992 28 0,'0'0'120'15,"6"-7"-38"-15,-6 7-27 0,0 0-34 0,0 0-29 16,19 12-42-16,-17-1-54 0,2 5 24 0</inkml:trace>
  <inkml:trace contextRef="#ctx0" brushRef="#br0" timeOffset="210118.49">14415 16303 175 0,'7'5'206'0,"-7"-5"-7"0,0 0-5 16,14-5-16-16,-14 5-7 0,11-6-18 15,-6 1-11-15,4-1-17 0,-3-1-13 0,1-2-8 16,-1 0-9-16,1-1-7 0,2-4-6 0,0-4-3 15,-2 4-3-15,5-1-5 0,-1 4-1 0,-2 2-1 0,0 1-8 16,-2 4-7-16,-1-1-2 0,-6 5 6 0,13 0 3 16,-5 0-2-16,-8 0-6 0,15 6 5 15,-9-3-4-15,4 5-5 0,-1-1-5 0,2-1-10 16,0 0 1-16,0 0-2 0,6 1-5 0,-4 2-3 16,0-5 0-16,5 0-2 0,-7-3 1 0,9 0-12 15,-1-3 3-15,-2-2 2 0,0 0-1 0,-4-2-4 16,-3-1 2-16,7-1-2 0,-7 1-3 0,-2 0 3 0,-2-3-2 15,-1 1-2-15,0-1 0 0,-1 1-6 0,-3 0 8 16,0-2-13-16,-2 1-1 0,0 1-3 16,0 0-5-16,-3 2-2 0,4 7 2 0,-6-12 0 15,6 12 0-15,-3-7-5 0,3 7 2 0,0 0 4 16,0 0 11-16,0 0 7 0,-15 25 9 0,10-9-8 16,1 1 8-16,-3 6-5 0,1 4 5 0,1-3-12 15,2-4 8-15,1 5-5 0,-1 0-4 0,2-1-17 16,-1-3-24-16,1-3-31 0,0 1-31 0,0-1-38 15,-3 0-45-15,4-4-31 0,0-4-41 0,-2 1-136 16,2-1-425-16,0-3 188 0</inkml:trace>
  <inkml:trace contextRef="#ctx0" brushRef="#br0" timeOffset="210300.76">14988 16216 86 0,'2'-5'221'15,"1"1"-16"-15,-3 4-16 0,5-5-1 0,-5 5 0 16,0 0-5-16,0 0-1 0,1 17-14 0,-1-6-17 16,-1 2-16-16,-2-2-16 0,-1 5-24 0,1 1-41 15,-4-1-43-15,3 2-53 0,-2-2-63 0,3-6-49 16,-1 2-159-16,2-2-338 0,2-10 150 16</inkml:trace>
  <inkml:trace contextRef="#ctx0" brushRef="#br0" timeOffset="210661.05">15206 16136 1653 0,'9'-7'87'0,"0"0"-44"0,2 3 4 0,-4-1 3 16,-7 5 8-16,9-4 0 0,-9 4 2 0,10-4-5 16,-10 4 3-16,0 0 14 0,0 0 5 0,0 0 7 15,0 0 4-15,-31 29-2 0,10-13 12 0,4-5 1 16,3 3-9-16,0-1 2 0,1-2-3 0,4 2-10 15,-1 4-6-15,8-8 3 0,-2 4-17 0,2-2-6 16,6-2-12-16,0 3-29 0,5-2-21 0,0 0-29 16,2-4-29-16,10 1-36 0,6 0-45 0,9-2-22 15,18-5-57-15,4 1-220 0,2-1-482 16,4-1 213-16</inkml:trace>
  <inkml:trace contextRef="#ctx0" brushRef="#br0" timeOffset="211085.72">16126 16435 97 0,'0'0'260'0,"0"-13"-17"0,4 2-22 0,3-3-18 16,2-3-14-16,6-5-14 0,0-3-11 0,2 0-9 15,-2 0-18-15,4-1-9 0,-2-2-8 0,3-2-6 16,-1 2-8-16,-2-2-6 0,1 1-7 0,-4 0-10 16,0-3 1-16,-5 3-7 0,-1 5 4 15,-6 5 3-15,0-1-3 0,-2 5 1 0,-3 2 0 16,2 0-11-16,-3 6-12 0,-1 1-5 0,-4 1 1 16,-4 5-5-16,-1 5-11 0,-4 3-4 0,-4 6-5 0,6-1-1 15,-2 6-4-15,4 2 1 0,4-3-7 16,6 2 0-16,1 3 0 0,7 2-1 0,4 1-9 15,2-3-1-15,6 0-6 0,1-1 0 0,5 1 9 0,2-1-11 16,-1-3 0-16,3 1 2 0,-2-3-1 16,2 1-1-16,-3-2 0 0,-8-3-4 0,0-1-1 0,-3 1 4 15,-1-2-1-15,-3-2 2 0,-3 2 2 0,-1-2-4 16,-3 1 4-16,-2-1-5 0,-2 1-18 0,-3-1-19 16,-2-1-19-16,-1-1-20 0,0 1-31 15,0-1-38-15,-2-1-53 0,3-2-48 0,-2-1-222 16,10-3-510-16,-17-2 227 0</inkml:trace>
  <inkml:trace contextRef="#ctx0" brushRef="#br0" timeOffset="211282.66">16629 16170 1748 0,'20'-27'163'0,"-5"6"-87"0,-1 4 2 16,-5 6-4-16,-2 0-20 0,-1 4-17 0,-1-2-8 15,-5 9 21-15,12-4 15 0,-12 4 7 0,0 0 6 16,15 12 12-16,-10-1 9 0,0 5 5 0,0 1-10 15,-2 2-4-15,-2 0 2 0,-1 5-17 0,-1-4-5 16,0 5-15-16,-1 0-20 0,1-6-28 0,0-4-29 16,1 2-25-16,0-4-47 0,1-1-45 0,0-1-56 15,2-2-52-15,-3 0-186 0,0-9-467 0,0 0 207 16</inkml:trace>
  <inkml:trace contextRef="#ctx0" brushRef="#br0" timeOffset="211421.56">16683 15980 25 0,'0'0'157'15,"-3"-10"-28"-15,3 10-25 0,-8-7-24 0,8 7-26 0,0 0-54 16,0 0-92-16,0 0-99 0,0 0 44 0</inkml:trace>
  <inkml:trace contextRef="#ctx0" brushRef="#br0" timeOffset="211636.71">16879 15906 1934 0,'20'-17'13'0,"-4"3"14"0,-5 0-25 0,-2 5 9 15,3-3-2-15,-2 3 10 0,-2 3 13 0,1 0 11 0,0 2-1 16,-2 1 9-16,-7 3 3 0,12 1 9 16,-2 4 26-16,-2 4 8 0,-1 5 1 0,0 4-2 0,-3 8-2 15,-4 4-12-15,-4 2-2 0,0 2-7 16,-6 11-4-16,0-14-8 0,-1 15-7 0,1-16-15 15,2-4-22-15,2 3-22 0,2-5-19 0,2 2-26 16,-1-10-32-16,2 0-44 0,-1-3-57 0,2-3-45 16,0 2-198-16,0-12-460 0,-1 14 203 0</inkml:trace>
  <inkml:trace contextRef="#ctx0" brushRef="#br0" timeOffset="211820.57">17205 16086 112 0,'6'-7'243'0,"-1"0"-21"0,-2 1-20 0,2 3-17 16,-5 3-10-16,0 0 12 0,0 0 4 0,0 0 1 16,8 13-12-16,-8-1-15 0,0 3-11 0,-3 1-14 15,1 1-11-15,-1 0-10 0,-1 2-15 0,0-5-34 16,2 3-19-16,-2-1-45 0,0 0-46 0,3-3-63 16,0-3-69-16,1 2-76 0,-2-3-130 0,2-9-409 15,0 0 181-15</inkml:trace>
  <inkml:trace contextRef="#ctx0" brushRef="#br0" timeOffset="212195.84">17670 15962 211 0,'-1'8'242'0,"1"-8"-8"0,-10 16-2 0,2-7-8 15,-5 5-12-15,-6 8-11 0,0-1-20 0,4 0-15 0,-5 1-20 16,6 1-11-16,-1-2-17 0,5-2-6 16,-1-6-13-16,5 2-8 0,2 0-15 0,1-4-16 0,0-2-18 15,3 2-9-15,3-2-24 0,2 1-14 16,2-4-21-16,2 0-32 0,3-2-36 0,2-3-40 16,2 1-27-16,4-2-21 0,-1-2-16 0,0 0-130 15,0-2-355-15,-1-2 157 0</inkml:trace>
  <inkml:trace contextRef="#ctx0" brushRef="#br0" timeOffset="212689.4">17698 16239 1139 0,'17'-7'-100'0,"2"-4"26"0,4-5 12 0,-2 1 12 15,-4 4 13-15,-2-1 14 0,2-10 13 0,-4 10 15 16,0-4 16-16,-4 1 12 0,-4 5 12 0,-2-2 4 16,0 2 27-16,-1 3 12 0,-1 2-1 0,-1 5-6 15,1-11-1-15,-1 11 3 0,0 0 18 0,0 0 6 16,-19 6 7-16,10 2-4 0,-4 3-2 0,3 1-7 16,-1 3-5-16,2-1-6 0,2-2-8 0,-1 3-2 15,5-2-4-15,-4 3-6 0,5-6-10 0,3 1-2 16,-1 1-3-16,3-2-7 0,3 0-4 0,-1-2-5 15,2-1-1-15,2-3-4 0,1 0-6 0,1 0 2 16,0-2 2-16,1-4-6 0,0 2-4 0,-2-2 4 16,1-2-6-16,-3-1 5 0,-1 2 0 0,-1-6 2 15,-1 4-6-15,1-1 0 0,-2-4-4 0,0 0-2 16,0-2 2-16,1 0-4 0,1-2-5 0,-1-2 3 16,1 5-7-16,-1-1 3 0,0-4-6 0,1 6 3 15,1-2 0-15,-2 2-2 0,0 2-2 0,-1 2-1 16,2 1 0-16,2 4 8 0,1-2-2 0,-9 3 2 15,18 6 11-15,-8 0 1 0,-1 1 0 0,0 2 6 16,1 0 3-16,-1 1-4 0,-1-1 0 0,-2 1 4 16,3 1-1-16,-3-1 2 0,-2-1 0 0,1-1-4 15,-3-2 0-15,1-2-16 0,1 1 22 0,-4-5-2 16,4 9 13-16,-4-9 0 0,0 0-6 0,0 0 3 16,0 0-4-16,0 0-5 0,0 0 1 0,19-15-8 15,-9 6-4-15,1-1 4 0,0 0-11 0,4 0 0 16,2-2 8-16,6-5-8 0,1 4-2 0,-2-3-6 15,4 4 1-15,-7 5 6 0,1 1-4 0,-4 1 1 16,1 0 2-16,0 4-5 0,-3 3 5 0,-4-1 2 16,1 4-9-16,-1 4 6 0,0 0-14 0,-2 1 23 15,2 2-2-15,-5-1-6 0,1 8-10 0,-2-2-28 16,0 1-46-16,0 1-42 0,-3-1-62 0,-1-2-68 16,3 0-64-16,-6 1-243 0,7-6-597 0,-3-1 265 15</inkml:trace>
  <inkml:trace contextRef="#ctx0" brushRef="#br0" timeOffset="212832.08">18727 16258 226 0,'7'-4'219'0,"-2"-1"3"15,0 0-2-15,-2 1-5 0,-3 4-18 0,2-9-13 16,-2 9-26-16,-3-11-10 0,3 11-22 16,-5-5-33-16,5 5-42 0,-10-7-43 0,10 7-56 0,-13-6-54 15,5 5-85-15,-4-2-102 0,12 3-312 0,-23-8 139 16</inkml:trace>
  <inkml:trace contextRef="#ctx0" brushRef="#br0" timeOffset="213515.92">16773 15459 53 0,'-14'-1'98'0,"1"0"-14"0,-6-1 5 0,1 0-6 15,-1 0-1-15,-1-1-3 0,3 0 0 0,0 3 1 16,1-1 8-16,2 1 0 0,5-1 1 0,-2 1 11 16,11 0-21-16,-15 0-3 0,15 0-5 0,-9-2-7 15,9 2-9-15,0 0-3 0,0 0 11 0,0 0 5 16,0 0-1-16,31 8 2 0,1-5-4 0,2 0 1 16,21-1-5-16,6 2 5 0,3-2 3 0,32-7-1 15,-2 5-1-15,4 1-2 0,4-2 1 0,9-3-2 16,4 1-5-16,12 0 1 0,7-2-3 0,14 2-3 15,8 3-5-15,3 1-7 0,7-1-6 0,7 0 3 16,8-2-5-16,7 0-7 0,1-2-6 0,0 2 4 16,0 1-4-16,6 0 4 0,-4 1-3 0,-3 2 6 15,-6 1 9-15,-2 0-2 0,0-5 3 0,-6 8 2 16,-7-3-3-16,-7 1 7 0,-4 3-2 0,-1 0-4 16,-10-2-1-16,-3 1 3 0,-9 1-3 0,-10-8 3 15,-5 5-3-15,-7-1-4 0,-8-1 0 0,-10-1-4 16,-29 0 0-16,-1 0 1 0,-3 1-2 0,-9-4-7 15,-13 4 0-15,-1-2-6 0,-5-3-24 0,-2 2-12 16,2 2-42-16,-13-2-41 0,-6 1-56 0,6-3-58 16,-4 0-68-16,-3 0-196 0,-1-2-523 0,-2-3 232 15</inkml:trace>
  <inkml:trace contextRef="#ctx0" brushRef="#br0" timeOffset="213657.52">22786 15381 2259 0,'14'-4'1'0,"-14"4"24"0,14-7-26 16,-9 4 2-16,-5 3-14 0,9-4-16 0,-9 4-7 16,9-1 2-16,-9 1-11 0,0 0-31 0,0 0-36 15,0 0-46-15,9 5-139 0,-9-5-322 0,0 0 142 16</inkml:trace>
  <inkml:trace contextRef="#ctx0" brushRef="#br0" timeOffset="-195585.36">8843 14602 66 0,'0'0'89'0,"0"0"-8"16,0 0-8-16,0 0-4 0,0 0-23 0,0 0-17 16,0 0-13-16,-23 0-13 0,23 0-9 0,0 0-18 15,-9 2-19-15,9-2-24 0,-7 5-72 16,1-3 32-16</inkml:trace>
  <inkml:trace contextRef="#ctx0" brushRef="#br0" timeOffset="-195380.06">8742 14661 1614 0,'0'0'-23'0,"12"-5"72"16,-8 1-36-16,-4 4-20 0,7-5 4 16,-7 5 8-16,7-3 1 0,-7 3 7 0,0 0 2 15,0 0 6-15,6-4-4 0,-6 4-6 0,0 0 4 16,0 0-7-16,5-3-5 0,-5 3-22 0,0 0-17 0,0 0-29 15,0 0-35-15,0 0-35 0,0 0-99 0,-19 17-253 16,8-13 112-16</inkml:trace>
  <inkml:trace contextRef="#ctx0" brushRef="#br0" timeOffset="-194848.43">6539 10665 104 0,'0'0'121'0,"0"0"-11"0,0 0-4 16,0 0-13-16,0 0-8 0,0 0-5 0,-8 3-5 15,8-3-10-15,0 0-6 0,0 0-11 0,0 0-12 16,0 0-15-16,0 0-25 0,0 0-22 16,0 0-18-16,0 0-19 0,0 0-20 0,-6 5-48 0,6-5-141 15,0 0 63-15</inkml:trace>
  <inkml:trace contextRef="#ctx0" brushRef="#br0" timeOffset="-194309.03">15965 13588 137 0,'0'0'156'0,"8"-3"-24"15,-8 3-18-15,0 0-31 0,0 0-16 0,8-3-35 16,-8 3-23-16,0 0-21 0,0 0-12 0,0 0-15 0,0 0-17 16,0 0-45-16,0 0-107 0,0 0 48 0</inkml:trace>
  <inkml:trace contextRef="#ctx0" brushRef="#br0" timeOffset="-193915.16">13971 10983 109 0,'2'7'141'0,"-2"-7"-24"0,2 13-25 16,1-3-28-16,-3 0-7 0,4 0-24 0,-2 0-23 15,2 0-30-15,-1-1-26 0,-1 1-48 0,0-4-100 16,1 2 45-16</inkml:trace>
  <inkml:trace contextRef="#ctx0" brushRef="#br0" timeOffset="-191996.22">23891 12777 151 0,'-2'-6'153'0,"2"6"-8"16,-3-8-20-16,3 8 2 0,-2-7-6 0,2 7-1 16,0 0-2-16,-4-10-5 0,4 10-1 0,-1-7-6 15,1 7-2-15,-3-8-4 0,3 8-8 0,0 0-3 16,-2-9-4-16,2 9-12 0,-3-7 1 0,3 7-6 16,0 0-3-16,-4-8-5 0,4 8-5 0,-2-6 2 15,2 6-6-15,0 0 2 0,0 0-4 0,0 0-5 16,-6-6-9-16,6 6-3 0,0 0-3 0,0 0-4 15,0 0-4-15,0 0-2 0,0 0-4 0,0 0-10 16,0 0 1-16,0 0 2 0,0 0-3 0,0 0 2 16,0 0-1-16,-2 27-2 0,3-17-1 0,-1 1 1 15,1 6 0-15,1-5 0 0,-1 5 1 0,0-2-2 16,2 2 0-16,-1-1 1 0,-2-4-2 0,0 0 2 16,0 0-2-16,0 0-2 0,2 1 3 0,-2-2-4 15,0 2 5-15,0-2-2 0,-2-1-1 0,2 2-5 16,0-1-10-16,0 0-14 0,0 0-14 0,0-1-20 15,-1 0-34-15,0-1-19 0,1 0-23 0,-1-2-12 16,1-7-19-16,0 11-157 0,0-11-354 0,-2 10 157 16</inkml:trace>
  <inkml:trace contextRef="#ctx0" brushRef="#br0" timeOffset="-191696.7">23765 12734 2 0,'2'-10'143'16,"5"5"-9"-16,1-1-7 0,3 1-3 0,8 2 5 15,9 1-7-15,4 0-8 0,2 4 1 0,0 2-5 16,1 1-13-16,-1 5-7 0,-2 1-9 0,-4 4-7 16,-1-1-6-16,-1 3-8 0,-7 2-7 0,-1 0-4 15,-7-3-3-15,-3 2-5 0,-2 2-4 0,-3 4-1 16,-6 0-8-16,0-4 5 0,-4 4-6 0,-3 0 0 0,0-8 6 15,-3-1-4-15,-5 4 2 0,1 1-6 16,-2-1 3-16,-4-4-4 0,2-1-3 0,1-2-3 16,-3-1-1-16,4 0 2 0,0-3-5 0,-8 2-8 15,12-5-11-15,2-1-19 0,4 1-29 0,0-1-41 0,1-3-38 16,8-1-48-16,-10 2-111 0,10-2-315 0,0 0 139 16</inkml:trace>
  <inkml:trace contextRef="#ctx0" brushRef="#br0" timeOffset="-191358.32">24341 13118 200 0,'12'-4'198'16,"-2"1"-9"-16,-1-4-7 0,7 1-19 0,-1-6-6 15,1 2-13-15,1-1-12 0,1-1-7 0,1 0-6 16,-1 1-11-16,4-6-2 0,-6 5-5 0,1-1-4 15,-1 2-6-15,-4-2-5 0,0 1-9 0,-1-1-1 16,-3 4-1-16,-2 0 1 0,-1-1-1 0,0 0-9 16,-5 4-5-16,0 0 0 0,0 6-6 15,-4-14-2-15,-1 10-12 0,-1-1 10 0,-3 2-18 0,-2 2-2 16,0 2-3-16,-8 2 1 0,-1 4-7 16,-5 5-2-16,1 2-1 0,1 1 1 0,1 4-6 0,2 2 2 15,2 0 3-15,6 2-8 0,5-8 5 0,3 2-4 16,3 1 0-16,2-1 1 0,4-1-5 0,1-2-8 15,3-5-11-15,5 4-19 0,2-4-19 0,3-2-26 16,3-1-35-16,-2 0-34 0,1-4-29 0,0 1-37 16,-1-2-205-16,-3-1-449 0,-2 2 199 0</inkml:trace>
  <inkml:trace contextRef="#ctx0" brushRef="#br0" timeOffset="-191016.28">22776 13013 38 0,'-22'2'184'0,"2"-2"-7"16,4 0-1-16,2 3-7 0,4-2-7 0,4-1-13 0,6 0-8 16,-11 0-11-16,11 0-10 0,-9 2-14 15,9-2-4-15,0 0-6 0,0 0 2 0,0 0-4 16,0 0-5-16,29-9-3 0,-10 4-9 0,0-1-7 16,9-1-8-16,0 1-4 0,3-3-1 0,-2 1-9 15,2 1-10-15,-3-2-21 0,0 4-31 0,-1-2-32 16,-7 0-41-16,7 2-43 0,-5 0-34 0,5-3-45 0,-9 4-107 15,1-3-342-15,-1 1 152 0</inkml:trace>
  <inkml:trace contextRef="#ctx0" brushRef="#br0" timeOffset="-190821.8">22789 13101 102 0,'-4'4'171'0,"0"2"-1"15,4-6-2-15,-3 7-2 0,3-7-6 0,5 10 1 16,3-8-15-16,5 0-13 0,5 2-8 0,3-6-13 16,10 0-10-16,1 0-16 0,1 0-27 0,1-1-42 15,-1-1-32-15,0 1-27 0,-1-2-35 0,-3-3-31 16,2 3-22-16,0-5-121 0,-3 1-273 0,0-4 121 16</inkml:trace>
  <inkml:trace contextRef="#ctx0" brushRef="#br0" timeOffset="-190538.83">22989 12749 152 0,'-5'-3'181'0,"5"3"-18"16,-10-3-18-16,10 3-9 0,0 0-4 0,0 0-8 15,0 0-10-15,0 0-6 0,40 8-3 0,-20-1-9 16,11 0-1-16,1 1-8 0,0 4-9 0,-2-3-5 15,0 2-6-15,-2 2-5 0,-3 3-8 0,-2 0-3 16,-2 0 1-16,-3 4-2 0,-4 1 1 0,-5-4 5 16,1 9-4-16,-8-1 1 0,0-5-6 0,-5 7 1 15,-3-3-8-15,-4 3-4 0,-1-4 1 0,0-1-6 16,-5 1-3-16,2-1-1 0,3-6-3 0,-6 3-8 16,5-3-7-16,-1 0-37 0,-4 3-25 0,2 1-35 15,2-6-58-15,4 1-49 0,0-1-167 0,4-3-392 16,-1-2 173-16</inkml:trace>
  <inkml:trace contextRef="#ctx0" brushRef="#br0" timeOffset="-189470.91">25030 12955 10 0,'-18'-9'181'0,"18"9"-9"16,0 0 2-16,0 0-8 0,-6-3-8 16,6 3-10-16,0 0-9 0,0 0-9 0,0 0-9 0,0 0-5 15,0 0-7-15,0 0-10 0,0 0-6 0,0 0-10 16,0 0-5-16,-3-7-9 0,3 7-9 0,0 0-12 15,21-5 5-15,-12 4-7 0,4-2-8 0,0 0-16 16,1 0-18-16,4 0-24 0,-2 1-38 0,-2 0-19 16,3 0-40-16,-3 1-20 0,-4 1-40 0,0-2-112 15,-1 0-313-15,-9 2 140 0</inkml:trace>
  <inkml:trace contextRef="#ctx0" brushRef="#br0" timeOffset="-189293.11">25058 13079 106 0,'0'0'130'0,"0"0"-3"15,0 0-9-15,0 0-11 0,0 0-8 0,9 7-4 16,-9-7-12-16,13 1 0 0,-2 2-37 0,2-4-32 16,0 1-29-16,1-3-38 0,5-1-41 0,-2 3-47 15,-1-3-153-15,4-1 67 0</inkml:trace>
  <inkml:trace contextRef="#ctx0" brushRef="#br0" timeOffset="-188168.05">25860 12679 28 0,'0'0'114'0,"0"0"3"0,0 0-8 0,0 0-1 0,0 0-5 16,0 0-1-16,0 0-4 0,0 0-7 0,0 0-1 15,0 0-3-15,0 0-13 0,0 0-3 0,0 0-4 16,0 0 3-16,-2-8-9 0,2 8-9 0,0 0 0 16,0 0-3-16,0 0-4 0,0 0 0 0,0 0-6 15,0 0-1-15,0 0-4 0,0 0-6 0,0 0-3 16,0 0-4-16,0 0 2 0,0 0-6 0,0 0 3 15,0 0-6-15,0 0-7 0,0 0 7 0,0 0-2 16,0 0-3-16,0 0 3 0,0 0-4 0,0 0-2 0,0 0-6 16,0 0 6-16,0 0-4 0,0 0 3 15,0 0-2-15,0 0 3 0,0 0-1 0,0 0-2 16,0 0 3-16,0 0-3 0,0 0 0 0,0 0-4 16,0 0-1-16,0 0 0 0,0 0 3 0,0 0 1 0,0 0-3 15,0 0 1-15,0 0 1 0,0 0 0 0,0 0-1 16,0 0 0-16,0 0 0 0,0 0 3 0,0 0-8 15,0 0 6-15,0 0-3 0,0 0 3 16,0 0-5-16,0 0-1 0,0 0 3 0,0 0 1 0,0 0-1 16,0 0 0-16,0 0 2 0,0 0 4 0,0 0-7 15,0 0 1-15,0 0-1 0,0 0 0 0,0 0 1 16,0 0 1-16,0 0 1 0,0 0 0 16,0 0 2-16,0 0-7 0,0 0 4 0,0 0-2 15,0 0 0-15,0 0 2 0,0 0 6 0,0 0-4 0,0 0 2 16,0 0-2-16,0 0-2 0,0 0 1 0,0 0-4 15,0 0 8-15,0 0-2 0,0 0-2 0,0 0-5 16,0 0 5-16,0 0 0 0,0 0 3 0,0 0-1 16,0 0 3-16,0 0-3 0,0 0 1 0,0 0 1 15,0 0-2-15,0 0 5 0,0 0-5 0,0 0-1 16,0 0 7-16,0 0 0 0,0 0 1 0,0 0-1 16,0 0 1-16,0 0 9 0,0 0-8 0,0 0 5 15,0 0 4-15,0 0 4 0,0 0 2 0,0 0 5 16,0 0 4-16,0 0 6 0,0 0 13 0,0 0 1 15,0 0-9-15,0 0-3 0,0 0-5 0,0 0-1 16,0 0 5-16,0 0-8 0,0 0-3 0,0 0-2 16,-3-9-2-16,3 9 2 0,-3-9-6 0,3 9 1 15,5-8-3-15,-4 2-2 0,-1 6-3 0,8-11 3 16,-3 6-4-16,3-2-3 0,-3 2-3 0,6 1 0 16,-4 0-5-16,-1 1 3 0,4 2 0 0,-10 1-5 15,13 1-1-15,-4 0 3 0,-3 2-1 0,2 1-2 16,0 2 1-16,-1 1 0 0,-1 2-1 0,0 0 0 15,0 1-1-15,-3 1 3 0,-1 1-2 0,-4 4 2 16,-1-3-6-16,-1 4 3 0,0-3-3 0,-4 0 1 16,0-2-7-16,-1 2 0 0,-1-2-6 0,1-2-6 15,1-1-1-15,1-1-8 0,-1 1-4 0,2-3-8 16,2 0-1-16,1-2-9 0,3-4-1 0,-4 5-2 16,4-5 3-16,-4 6 7 0,4-6 0 0,0 0 6 15,0 0 7-15,6 11-1 0,-6-11 8 0,9 5-2 16,-4-2 4-16,-5-3 4 0,12 3 0 0,-4 1 2 0,-3-2-1 15,1 3 7-15,1-3 1 0,0 2-3 16,-7-4 4-16,8 8-2 0,-5-4 3 0,1 2-1 16,-4-6 3-16,2 10 4 0,-2-10 7 0,-2 10 2 15,2-10-2-15,-7 12 3 0,3-7 1 0,-2 4-5 16,-4-2 0-16,1-1-1 0,-1 0-2 0,-2 1-2 0,1-1-16 16,0 1-24-16,-1-1-29 0,1-1-29 15,0-1-41-15,0-1-134 0,0 1-299 0,4-2 133 16</inkml:trace>
  <inkml:trace contextRef="#ctx0" brushRef="#br0" timeOffset="-187732.66">26086 12587 209 0,'0'0'193'0,"4"-8"-21"0,-4 8-16 15,0 0-16-15,5-3-8 0,-5 3 0 0,0 0-7 16,10 13 4-16,-8-7-7 0,4 4-11 16,0 2-9-16,-1 1-9 0,4 2-6 0,-2-1-11 0,0 0-6 15,1 1-5-15,2-5-6 0,1 3 0 0,0-2-8 16,-1-3-4-16,5 1-4 0,3-2-3 0,-3-3-3 16,1 1-4-16,2-4-1 0,0 1-5 0,3-4-2 15,-8 1 1-15,0-1-5 0,1-2 5 16,-3-1-8-16,1 1-2 0,-2-3-3 0,-1 0 1 15,-2 0 0-15,2-1-1 0,-2-2-3 0,-1 0 1 0,-1 0-4 16,-1 0 2-16,-1 1-3 0,0-1 4 0,-1 1 7 16,0 3-14-16,-2 6 0 0,0-11 6 0,0 11-1 15,2-9-1-15,-2 9-6 0,0 0-1 0,0 0-3 16,0 0 7-16,0 0-1 0,0 0 13 0,0 0-3 16,6 26-1-16,-6-9 2 0,3-1 6 0,-6 2-2 15,3 0 1-15,3 0 0 0,-6 0-4 0,3 0 1 16,-2 0 2-16,2-1-6 0,-2 0-2 0,0-1 1 15,0 1-1-15,2 0-7 0,-2-2-14 0,2 1-30 16,0-1-32-16,0-5-60 0,0 2-47 0,2-1-38 16,0 1-183-16,-2-5-434 0,0-2 192 0</inkml:trace>
  <inkml:trace contextRef="#ctx0" brushRef="#br0" timeOffset="-187548.4">26647 12743 185 0,'0'0'218'0,"0"-7"-7"15,0 7-22-15,0 0-22 0,0 0-14 0,0 0-22 16,0 0-13-16,0 0-15 0,0 0-18 0,0 0-41 16,0 0-46-16,0 0-49 0,0 0-50 0,-6 22-141 15,4-17-262-15,2-5 116 0</inkml:trace>
  <inkml:trace contextRef="#ctx0" brushRef="#br0" timeOffset="-187086.35">27059 12511 160 0,'-5'-7'215'16,"0"1"-8"-16,-1-2-10 0,-3 2-18 0,-1 1-7 15,2 1-13-15,-5 4-13 0,-1 2-14 0,3 0-13 16,-6 4-9-16,0 4-9 0,1 0-12 0,-1 3-8 16,3-1-6-16,0 3-10 0,0 1 0 0,4-2-5 15,3 0-13-15,1-4-2 0,1 2-4 0,5-1-6 16,0 0-1-16,2-1-6 0,5 0-5 0,-1-3-1 16,5 1 0-16,1-4-13 0,6 0-1 0,0-1-5 15,0-3-4-15,-2 0-1 0,2-2 4 0,-1-2-2 16,-5 0 1-16,-1 0 4 0,2-3-5 0,-3-1-2 15,1 1 2-15,-3-1 0 0,0-1-1 0,-2-3 2 16,1 3-1-16,-1-2-2 0,-1-2 8 0,-1 1 3 16,-1 1-2-16,-1 2 2 0,3-1 7 0,-5-1-3 15,2 5 5-15,-2 6 4 0,2-11 2 0,-2 5-2 16,0 6-3-16,0 0-7 0,4-9-3 0,-4 9-3 16,0 0 9-16,0 0 4 0,0 0 12 0,2 26-3 15,-2-9 1-15,-1 0 5 0,1 2 1 0,-1 0 1 16,1 1 0-16,-2 5 2 0,0-6-5 0,-2 0-4 15,4 0-4-15,0 7-3 0,0-7-3 0,-2 0 0 16,-1 0-1-16,3 0-3 0,-2-3-9 0,2 0-17 16,0-1-21-16,0-2-27 0,2 0-28 0,-4-3-47 15,2 1-45-15,2-2-40 0,-2 1-216 0,0-10-471 0,0 0 208 16</inkml:trace>
  <inkml:trace contextRef="#ctx0" brushRef="#br0" timeOffset="-186720.66">27429 12462 88 0,'3'-4'187'0,"-3"4"-1"16,10-5-2-16,-5 2-17 0,-5 3-17 15,14-1-17-15,-7 2-13 0,-7-1-12 0,17 5-9 16,-9-2-9-16,-2 1-9 0,3-1-10 0,-5 1-5 15,6 2-9-15,-4 1-11 0,1 1-14 0,-3-3-10 0,0 1-9 16,-1 0-13-16,0 0-6 0,-1 0-8 0,-2-6-13 16,0 13 1-16,-2-6-8 0,2-7-12 15,0 14-1-15,0-9-2 0,0-5 7 0,0 17 4 16,0-10 0-16,4 3 4 0,-4-3 13 0,2 2 0 0,2-1-6 16,-1 2 2-16,-1-3 8 0,2 3 0 0,-1-1 3 15,1 1 20-15,-2-1-9 0,1 2 6 0,-1-3 1 16,1 0 6-16,-3 1 1 0,-3 2 7 15,-2-2-3-15,3 1-2 0,-5 1-6 0,1-1-1 0,-1-2 1 16,-3 2 0-16,2-2-4 0,-1 0-7 0,-3 0-22 16,4-1-18-16,-1-1-33 0,3-2-34 0,-2 0-90 15,3-2-217-15,5-2 96 0</inkml:trace>
  <inkml:trace contextRef="#ctx0" brushRef="#br0" timeOffset="-186481.64">27932 12432 124 0,'-2'-6'243'0,"2"6"-20"0,-4-9-16 0,-1 5-8 16,-2 1-13-16,7 3-11 0,0 0 0 0,-19 9-11 16,9-1-13-16,3 2-11 0,1 1-10 0,-3 3-8 15,4 1-15-15,-2 0-9 0,3 2-8 0,1 1-6 16,4 0-8-16,1-1-8 0,2 0-8 0,3-2-6 15,2 0-19-15,0-1-18 0,0-4-31 0,1-2-38 16,4 3-37-16,3-3-43 0,0 0-40 0,0-4-39 16,0 0-166-16,-3-1-407 0,6-5 180 0</inkml:trace>
  <inkml:trace contextRef="#ctx0" brushRef="#br0" timeOffset="-185992.11">28192 12504 27 0,'6'-3'176'0,"-6"3"7"0,0 0-12 16,0 0-4-16,0 0 10 0,0 20-17 0,0-11-2 16,0 0-7-16,2 1-9 0,0-1-10 0,-2-2-7 15,0 3-11-15,0-3-8 0,2 1-12 0,-2-8-8 16,0 9-4-16,0-9 5 0,0 8 4 0,0-8 9 16,0 0-1-16,0 0-5 0,0 0-4 0,0 0-11 15,0 0-7-15,0 0 0 0,0 0-15 0,9-21-5 16,-3 11-4-16,-1-1-6 0,2 1-5 0,-2-1-3 15,4-5-6-15,-1 2-1 0,6 0-2 0,-5 0-6 16,4 0 3-16,-2 1-5 0,1 0-3 0,3 4-3 16,-5 2-1-16,-1 0-5 0,0 3 0 0,2 2-1 15,-4-1-2-15,2 3 0 0,-9 0-2 0,13 5 7 16,-5-1-5-16,-3 2-2 0,2 0 0 0,-2 0 2 16,-1-1 1-16,0 2-3 0,0-1 1 0,-1 0-3 15,0 0 2-15,-3-6 2 0,4 8-2 0,-4-8-1 16,3 5-1-16,-3-5 9 0,0 0-5 0,5 5 1 15,-5-5 5-15,0 0-4 0,0 0 3 0,6 5 2 16,-6-5-10-16,0 0 1 0,0 0 0 0,14-9-2 16,-6 5-5-16,1-2 2 0,0 3 0 0,1-4-1 15,0 4-3-15,-1-1 1 0,-2 1 0 0,0 1 2 16,-7 2 0-16,11-3-2 0,-11 3 0 0,11 1 4 16,-2 1-4-16,-4 0 0 0,1 2 2 0,-6-4 1 15,9 9-1-15,-2 0 0 0,-5-4 0 0,1 4 0 0,-1 1 2 16,1-2 1-16,-2 3 2 0,-1-1-7 0,-1-1-25 15,0 1-26-15,-1-1-33 0,2 1-40 0,-2-2-45 16,-1-2-48-16,1 1-222 0,2-7-484 16,-9 5 214-16</inkml:trace>
  <inkml:trace contextRef="#ctx0" brushRef="#br0" timeOffset="-185572.44">28782 12089 43 0,'0'0'197'16,"13"-2"-6"-16,-7 1-9 0,6 4-6 0,-6-1-15 16,3 2-16-16,1-1 1 0,1 4-9 0,-2 0-6 0,-2 0-21 15,1 1-5-15,-2-2-9 0,1 4-12 0,0-4-7 16,-3 0-2-16,-1 1-6 0,3-1-5 0,-5 1-8 15,3-1-2-15,-4-6-8 0,3 9-1 0,-1-4-6 16,-2-5-1-16,2 10-5 0,-2-10-1 0,1 8-4 16,-1-8-1-16,1 7-6 0,-1-7 4 0,0 0-9 15,1 7 5-15,-1-7-5 0,4 6-3 0,-4-6-2 16,4 4 6-16,-4-4-2 0,13 4 3 0,-4-2-2 16,4-2-3-16,6 0-3 0,1-2 3 0,1 0-1 15,6-4-2-15,1 1-3 0,-2 0 4 0,-4 2-4 16,-1-2 1-16,-2 1 2 0,0 0-2 0,0 0 7 15,-1-1-4-15,-6 2-4 0,-4 0 4 0,-1 2-1 16,-7 1 2-16,13-2-4 0,-13 2 1 0,7-3-5 16,-7 3 1-16,9-1-3 0,-9 1-21 0,0 0-16 15,7-3-21-15,-7 3-36 0,0 0-27 0,0 0-18 16,0 0-38-16,0 0-216 0,0 0-425 0,0 0 188 16</inkml:trace>
  <inkml:trace contextRef="#ctx0" brushRef="#br0" timeOffset="-184455.05">29516 12404 83 0,'0'0'174'0,"0"0"-12"0,1-10-7 0,-1 10-8 0,0 0-4 16,-1-9-5-16,1 9-7 0,0 0-6 15,0 0-11-15,-5-9-6 0,5 9-11 0,-7-4-10 16,7 4-8-16,0 0-4 0,-8-7-5 0,8 7-6 15,-11-1-3-15,11 1-10 0,-10 1 2 0,10-1-11 16,-11 4-2-16,11-4-3 0,0 0-7 0,-10 0-2 16,10 0-2-16,-5 4-4 0,5-4 0 0,-4 9-2 15,4-9-2-15,-1 7-4 0,1-7 0 0,-1 9-2 0,1-9 1 16,-1 10-4-16,1-10 4 0,1 11-4 0,0-4 2 16,-1-7-2-16,3 11-2 0,-2-5 2 15,2 0-4-15,-1 0-1 0,1 1 1 0,2-1 4 16,-2 3-4-16,4-2 1 0,-2 0 0 0,2 0-1 15,0 0 3-15,-1 1-4 0,2-1-3 0,0-1 8 0,-3 3-6 16,5-4 0-16,-6 0 2 0,1 0-4 0,0 0 4 16,0 1-2-16,2-1-6 0,-5 1 4 15,2-2-1-15,0 2 3 0,0-1-6 0,-2 2 3 16,-2-7 1-16,6 9-2 0,-4-4-2 0,-2-5 5 0,1 6-3 16,-1-6 0-16,2 12 1 0,-2-12-1 0,-4 9 2 15,4-9 2-15,-5 8-3 0,2-4 0 0,-1 1 2 16,-2-2-1-16,-1 1 2 0,-3-1-1 0,1 3-2 15,-1-2 0-15,-1 1-5 0,-2-1 2 0,0 0 8 16,0-1-8-16,0 0-3 0,-1 0-10 0,2 1-12 16,-2-2-8-16,3 2-14 0,0-4-14 0,-1 3-23 15,5-3-22-15,7 0-31 0,-12-2-42 16,12 2-134-16,-13-2-341 0,13 2 151 0</inkml:trace>
  <inkml:trace contextRef="#ctx0" brushRef="#br0" timeOffset="-184250.6">29583 12266 1707 0,'7'-13'10'0,"-3"0"16"0,0 3 21 16,-2 1-15-16,1 5-1 0,-1-2 1 0,-2 6 6 16,3-11-7-16,-1 6 2 0,6 1 4 0,2-2 5 15,7-1-8-15,1 1 0 0,11-1 0 0,3 0-9 16,1 3-11-16,4-2-15 0,2-1-34 0,-1 2-28 15,13-1-39-15,-14 0-17 0,0 0-16 0,-2 2-22 16,-6-2-110-16,-6 5-287 0,-1-3 127 0</inkml:trace>
  <inkml:trace contextRef="#ctx0" brushRef="#br0" timeOffset="-184078.5">30223 11939 73 0,'-2'-16'152'0,"-2"6"0"15,2-2 8-15,-1 5 15 0,2 2-7 16,1 5-9-16,-3-10-19 0,3 10-15 0,-4-4-13 15,4 4 0-15,0 0 3 0,0 0 7 0,-10 19-4 16,5 0-7-16,1 0-13 0,1 5-2 0,-3 3-15 16,3 3-5-16,-1 0-14 0,0-1-26 0,3 0-36 0,1 3-44 15,1 0-49-15,3-5-55 0,-2 1-60 16,1-3-117-16,-1 1-353 0,1-8 156 0</inkml:trace>
  <inkml:trace contextRef="#ctx0" brushRef="#br0" timeOffset="-183929.82">30332 12382 75 0,'-9'-16'212'0,"9"16"-12"0,0 0-22 0,-2-7-18 16,2 7-33-16,0 0-43 0,0 0-53 0,0 0-51 16,0 0-34-16,0 0-112 0,0 0-180 0,0 0 81 15</inkml:trace>
  <inkml:trace contextRef="#ctx0" brushRef="#br0" timeOffset="-182603.14">23959 13717 42 0,'0'0'212'0,"0"-18"-1"0,-1 9-15 0,1 9-8 16,-1-13-2-16,-1 7-4 0,2 6-14 0,0-9-15 0,0 9-16 15,0 0-19-15,0 0-13 0,0 0-10 0,0 0-13 16,0 0-6-16,0 0 10 0,0 0-12 16,6 27-5-16,-5-11-4 0,3 4-3 0,0 4-5 15,-3-5-8-15,3 6-1 0,-1 0-8 0,-1-6 15 16,1 1-5-16,-3-1-7 0,2 0 2 0,-1 0-9 0,0-1-4 15,-1-2-9-15,2 1-20 0,-1-1-32 0,-1-5-26 16,0 1-26-16,-1-1-37 0,1-4-31 0,0 1-26 16,0-8-20-16,0 9-170 0,0-9-394 0,0 0 174 15</inkml:trace>
  <inkml:trace contextRef="#ctx0" brushRef="#br0" timeOffset="-182358.52">23897 13694 68 0,'3'-9'123'0,"4"3"-5"0,4-1 6 16,1 3 0-16,8-1 0 0,1 4 7 0,9 1-15 15,2 1-5-15,0 5 4 0,-1 4-10 16,0 2-12-16,-1 2-7 0,-3 2-10 0,-3 4-2 0,-1 1-7 16,-3 1-8-16,-4-1 17 0,-3 1-17 0,-5-4-10 15,-1 6 0-15,-4-5-3 0,-3 2-4 0,-4 4-6 16,-4-6-4-16,-3 4-1 0,-3-1-4 0,-3-2-3 15,1-1-5-15,0-5-13 0,-4 1-26 0,2-2-21 16,3-2-30-16,1-3-28 0,-2 2-40 0,5-4-35 16,-1-2-104-16,0-1-301 0,2-2 133 0</inkml:trace>
  <inkml:trace contextRef="#ctx0" brushRef="#br0" timeOffset="-182000.93">24435 13780 119 0,'0'0'182'0,"0"0"-8"16,14 6 13-16,-9 1 6 0,-1 4-4 0,1-1-18 15,-2 3-10-15,1 4-8 0,-1 1-5 0,-1-1-12 16,3 2-12-16,-3 0-2 0,2-2-9 0,1-1-9 16,-2 1-4-16,0 0-4 0,2-3-3 0,0 1-10 15,1-4-7-15,-3-1-10 0,1 2-4 0,0-5-5 16,-1-1-4-16,-1-1-6 0,2 0-9 0,-4-5 1 15,3 8-2-15,-3-8-1 0,7 5 1 0,-7-5 1 16,3 3-2-16,-3-3-2 0,0 0-3 0,19-13-2 16,-13 3-3-16,3 1-4 0,2-7 3 0,1 3-8 15,1-2-1-15,1 2-3 0,-1-1 4 0,-2 3-6 16,-2 3 0-16,1 2 0 0,-4 1-5 0,0 0-6 16,-1 1 6-16,-5 4-8 0,13 0 3 0,-5 0 1 15,-8 0-4-15,12 5 1 0,-5 4-2 0,-1-3-1 16,-2 4-20-16,0 1-18 0,-3 1-19 0,4 3-23 15,-7 2-46-15,2-1-37 0,-3-4-37 0,2 0-61 16,-3 3-162-16,4-3-462 0,-1-2 204 0</inkml:trace>
  <inkml:trace contextRef="#ctx0" brushRef="#br0" timeOffset="-181799.15">25127 13854 123 0,'3'-7'210'0,"-3"7"-26"0,8-3-16 0,-3 0-17 16,2 1-14-16,-7 2-23 0,15-3-30 0,-8 3-43 0,-7 0-47 16,18 0-43-16,-10 1-39 0,-1 1-91 15,-7-2-193-15,0 0 86 0</inkml:trace>
  <inkml:trace contextRef="#ctx0" brushRef="#br0" timeOffset="-181663.15">25228 13943 33 0,'0'0'124'0,"-2"5"9"0,2-5-15 0,0 0-5 16,0 0-8-16,6 10-14 0,-6-10-14 0,14 2-41 15,-3-3-38-15,3 0-60 0,2-5-66 0,11-2-139 16,1-2 62-16</inkml:trace>
  <inkml:trace contextRef="#ctx0" brushRef="#br0" timeOffset="-179553.4">26199 13612 79 0,'0'0'125'0,"0"0"-3"0,0 0-6 0,0 0-15 0,0 0 3 16,0 0-8-16,0 0-1 0,0 0-14 15,0 0-4-15,0 0 2 0,0 0-1 0,0 0-10 0,0 0 0 16,0 0-3-16,0 0-7 0,0 0-3 0,0 0-3 16,2-7-4-16,-2 7-7 0,0 0 5 15,0 0-6-15,0 0-3 0,0 0 1 0,0 0-5 16,0 0-2-16,0 0-5 0,0 0-5 0,0 0 4 0,0 0-2 15,0 0-5-15,0 0 0 0,0 0-5 0,0 0 1 16,0 0-2-16,0 0-1 0,0 0-4 0,0 0 0 16,0 0-2-16,0 0 3 0,0 0-8 15,0 0 5-15,0 0 4 0,0 0-4 0,0 0-4 0,0 0 2 16,0 0-1-16,0 0-2 0,0 0 0 0,0 0 2 16,0 0-4-16,0 0-2 0,0 0 5 15,0 0-1-15,0 0 0 0,0 0-5 0,0 0-1 16,0 0-1-16,0 0 3 0,0 0-4 0,0 0-4 0,0 0 10 15,0 0-11-15,0 0 2 0,0 0 0 0,0 0-2 16,0 0 3-16,0 0 3 0,0 0-4 0,0 0-1 16,0 0 0-16,0 0 2 0,0 0-7 0,0 0 4 15,0 0 0-15,0 0 5 0,0 0-7 0,0 0-3 16,0 0 6-16,0 0-1 0,0 0 0 0,0 0 0 16,0 0 4-16,0 0-5 0,0 0 8 0,0 0-4 15,0 0-1-15,0 0 1 0,0 0 5 0,0 0-1 16,0 0 1-16,0 0 2 0,0 0 5 0,0 0-10 15,0 0 8-15,0 0-1 0,0 0 1 0,0 0-8 16,6 16 9-16,-6-16-4 0,0 0 0 0,3 4 8 16,-3-4-2-16,0 0-4 0,0 0-3 0,0 0 1 15,0 0 2-15,0 0-4 0,0 0 2 0,0 0 2 16,0 0-1-16,4 5-4 0,-4-5 4 0,0 0 4 16,0 0-5-16,0 0 10 0,0 0-13 0,0 0 7 15,0 0 3-15,0 0-2 0,0 0-7 0,0 0 7 16,0 0 3-16,0 0 0 0,0 0-8 0,0 0 6 15,0 0-2-15,0 0 3 0,0 0-9 0,0 0 2 16,0 0-9-16,0 0 16 0,0 0-8 0,0 0 4 16,0 0-2-16,0 0 2 0,0 0 0 0,0 0 0 0,0 0 1 15,0 0 1-15,0 0-7 0,0 0 3 16,0 0 1-16,0 0 0 0,0 0-6 0,0 0 11 16,0 0-9-16,0 0 8 0,0 0 1 0,0 0-2 15,0 0-5-15,0 0-3 0,0 0 11 0,0 0 1 0,0 0-11 16,0 0 6-16,0 0-1 0,0 0-1 0,0 0-2 15,0 0 2-15,0 0 0 0,0 0 3 16,0 0-5-16,0 0 8 0,0 0-9 0,0 0 4 0,0 0 2 16,0 0 6-16,0 0-3 0,0 0-1 0,0 0-1 15,0 0 0-15,0 0 2 0,0 0 0 0,0 0-1 16,0 0 10-16,0 0-9 0,0 0 5 0,0 0-17 16,0 0 19-16,0 0-1 0,0 0 1 0,0 0 7 15,0 0-5-15,0 0 0 0,0 0 0 0,0 0-7 16,0 0 8-16,0 0-9 0,0 0 10 0,0 0-12 15,0 0 7-15,0 0-4 0,0 0 2 0,0 0 3 16,0 0-6-16,0 0 3 0,0 0-1 0,0 0-2 16,0 0 3-16,0 0-1 0,0 0-1 0,0 0-1 15,0 0 6-15,0 0 0 0,0 0-6 0,0 0 9 16,0 0-5-16,0 0-6 0,0 0 5 0,0 0-1 16,0 0 0-16,0 0-4 0,0 0 7 0,0 0-6 15,0 0 1-15,0 0-3 0,0 0 5 0,0 0 1 16,0 0-9-16,0 0 5 0,0 0-2 0,0 0-1 15,0 0 2-15,0 0-1 0,0 0 0 0,0 0-3 16,0 0-1-16,0 0 5 0,0 0-3 0,0 0 1 16,0 0 0-16,0 0 0 0,0 0-4 0,0 0-1 15,0 0 7-15,0 0-5 0,0 0 4 0,0 0-7 16,0 0 8-16,0 0-3 0,0 0-1 0,0 0 6 16,0 0 1-16,0 0 7 0,0 0-4 0,0 0-3 0,0 0-2 15,0 0 5-15,0 0-3 0,0 0 2 16,0 0 5-16,0 0 8 0,-7-22 0 0,7 22 3 15,0 0-7-15,-4-7-1 0,4 7 0 0,0-8 3 16,0 8-5-16,-2-8 4 0,2 8-3 0,-2-10 5 0,2 10 4 16,0-9 0-16,0 9 9 0,0-9-6 0,0 9 0 15,-2-8 0-15,2 8 3 0,-1-8-2 0,1 8 5 16,0 0-7-16,0 0-7 0,-2-8 0 16,2 8-7-16,0 0-4 0,0 0-3 0,0 0 2 0,0 0-2 15,0 0 8-15,9 20-3 0,-7-9 12 0,3 4-4 16,1-1 9-16,-4 2-7 0,-2 2-2 0,2 1-1 15,-2-3 0-15,1 1 0 0,1-1-2 0,-2 0-3 16,0 1 0-16,3 2-2 0,-3-2-1 0,2 0 2 16,0 0-4-16,0-4 1 0,0 2 1 0,-1-4-6 15,3 1-8-15,-4-2-9 0,2 0-23 0,0 2-22 16,-2-2-22-16,4 1-27 0,-4-1-40 0,0-3-23 16,1 0-42-16,3-1-162 0,-4-6-406 15,0 9 180-15</inkml:trace>
  <inkml:trace contextRef="#ctx0" brushRef="#br0" timeOffset="-179319.46">26416 13563 171 0,'0'0'151'0,"0"0"3"0,0 0-11 0,0 0 4 16,0 0 19-16,0 0-18 0,0 0-6 0,-2 39-10 15,2-22-6-15,-2 4-10 0,0-3-9 0,-1 8-5 16,1-1-10-16,1-6-9 0,1 7-5 0,0-7-8 16,1 0-8-16,-2 2-10 0,4-4-3 0,-3 0-21 15,-2 1-16-15,4-1-35 0,1-1-43 0,-3-3-40 16,0-2-29-16,2-2-39 0,0 1-131 0,-2-4-330 16,0-6 146-16</inkml:trace>
  <inkml:trace contextRef="#ctx0" brushRef="#br0" timeOffset="-179147.29">26511 13780 107 0,'0'0'169'16,"0"0"-12"-16,0 0-8 0,0 0-24 0,0-8-9 16,0 8-10-16,0 0-11 0,0 0-19 0,0 0-26 15,0 0-26-15,0 0-36 0,0 0-48 0,0 0-30 16,0 0-79-16,0 0-183 0,0 0 81 0</inkml:trace>
  <inkml:trace contextRef="#ctx0" brushRef="#br0" timeOffset="-178816.19">26783 13518 68 0,'0'0'179'0,"-2"-7"-8"0,2 7-21 0,0 0-15 16,0-10-7-16,0 10 8 0,0 0 3 0,0 0-9 0,-8 23 7 15,4-8-8-15,-1 3-10 0,3 1-6 16,-5 0-9-16,3 7-7 0,2-8-11 0,-3 6-6 16,2-5-6-16,1 6-8 0,2 0-4 0,0-8-3 15,3-2-9-15,1 2-7 0,1-6-1 0,2 1-4 16,-1-2-5-16,1 1 1 0,3-5 1 0,-2 2-4 0,3-3-5 16,-1-2-4-16,-2-3-3 0,3 2 2 15,1-2-3-15,-3-4-2 0,0 0-2 0,-1-3 0 16,2 0 2-16,-4-2-7 0,1 0 3 0,-1-3 0 15,-3 1-3-15,0 1 5 0,-3 0-9 0,0 0-2 16,-5 1 3-16,0 3-2 0,-1-3-4 0,1 4-3 0,-3 1 1 16,-2 2-5-16,-3 2 1 0,1 0-12 0,-5 2-18 15,-2 3-19-15,2 4-34 0,1-2-30 16,5 0-30-16,-1 1-29 0,5-1-33 0,-3 2-129 16,3-2-367-16,3-3 163 0</inkml:trace>
  <inkml:trace contextRef="#ctx0" brushRef="#br0" timeOffset="-178442.08">27020 13522 73 0,'0'-6'216'0,"0"6"-21"0,2-7-18 0,-2 7-19 16,0 0-2-16,0 0-8 0,0 0 0 15,0 0-3-15,10 17-10 0,-4-8-12 0,-4 3-10 16,3 0-10-16,3 2-8 0,0 1-11 0,-1-2-5 15,1-2-6-15,-1-1-8 0,9-1-6 0,-1 0-3 0,3-1-5 16,-1-2-3-16,0 0-2 0,2-4-5 0,0-2-4 16,0-2-6-16,-1-1-1 0,-1-1-4 0,-6-2-3 15,3 0 2-15,-1-3-2 0,-1 1-5 16,-1-4 1-16,-2-2-3 0,2 2-2 0,-4-3-2 0,-1 1-1 16,-1 2-1-16,-1 1 3 0,2 0 3 0,-2 2 10 15,-2-1 8-15,0 4-4 0,1 0-5 16,-3 6-1-16,2-7-9 0,-2 7 3 0,0 0 2 15,0 0 18-15,0 0-3 0,10 22 7 0,-7-11-1 16,0 5 1-16,-1 8-1 0,-2-6-5 0,2 2 6 0,1 5-8 16,-2-2-7-16,0 4 1 0,1 0-4 0,-2-2-15 15,2 1-26-15,0-6-38 0,3 0-42 0,-4-2-52 16,4-2-71-16,0 1-53 0,-2-2-183 0,-1-4-493 16,0 0 219-16</inkml:trace>
  <inkml:trace contextRef="#ctx0" brushRef="#br0" timeOffset="-178050.55">27982 13476 208 0,'0'0'220'15,"0"-10"-19"-15,0 10-11 0,0 0-10 0,0 0-5 16,-20 0-9-16,20 0-9 0,-26 14-9 0,11-4-5 15,-3 2-15-15,0 7-6 0,1-1-11 0,0 2-7 16,8-2-9-16,-3-1-14 0,2 0-3 0,6 2-6 16,-1-1-6-16,5 0-4 0,2 0-10 0,2-3-3 15,3 1-3-15,1 1-6 0,4-2-8 0,1-4-23 16,0 2-24-16,2-4-31 0,5-3-31 0,0-1-40 16,-2-3-31-16,2 0-31 0,-3-2-34 0,-4 0-144 15,-2-2-387-15,1-2 171 0</inkml:trace>
  <inkml:trace contextRef="#ctx0" brushRef="#br0" timeOffset="-177523.58">28071 13614 137 0,'-6'20'169'0,"6"-20"-2"0,0 10-9 15,0-10 3-15,0 14 0 0,-1-9-8 0,1-5-13 16,-1 12-10-16,1-12-7 0,1 10-10 0,-1-10-8 15,0 7-1-15,0-7 2 0,1 6 5 0,-1-6 9 16,0 0 9-16,0 0-1 0,0 0-6 0,0 0-16 16,0 0-8-16,0 0-8 0,0 0-13 0,0 0-3 15,-5-30-9-15,8 21-1 0,-3-2-14 0,2-1-6 0,2-3 7 16,5-1-13-16,-4-1-4 0,4 1-8 16,0-1 1-16,0 1-1 0,1 0-2 0,0 4-6 15,3 0-4-15,-4 5 0 0,0 0-3 0,2 3-1 16,-2 2-6-16,-2 2-2 0,-7 0 0 0,18 4 3 0,-9 2 6 15,-2 2-11-15,2-1-1 0,-2 3-1 0,-1-1 4 16,-2 2 1-16,-1 0-5 0,-1-1 3 16,3 1 5-16,-4 2 1 0,1-4-4 0,-1-1-4 15,-2 0 2-15,1-8 2 0,1 11-3 0,-1-11 9 16,0 9-7-16,0-9 0 0,1 7 3 0,-1-7 5 16,0 0-3-16,0 0 4 0,0 0-6 0,0 0-3 15,0 0 1-15,0 0 0 0,0 0 0 0,15-18-3 16,-10 10-2-16,1 1-5 0,0-1-1 0,2-3-1 15,3 0-2-15,0 2-2 0,3-1-1 0,0 0-1 0,-4 4 1 16,2-1 1-16,-1 2 4 0,-4 0-4 0,1 3 1 16,-1 2 1-16,-7 0-1 0,21 2 0 15,-12 1 3-15,-2 4 1 0,2 0 0 0,-3 0 2 16,-1 0 0-16,0 1 2 0,-1 3-3 0,2-1 11 16,-2 0-10-16,-1 0-4 0,-3-1-10 0,0 3-20 0,0-3-20 15,-2 2-35-15,0-2-28 0,-2-1-44 0,2-2-34 16,-5 0-57-16,0-3-144 0,-2 1-434 0,0-1 193 15</inkml:trace>
  <inkml:trace contextRef="#ctx0" brushRef="#br0" timeOffset="-177264.11">28593 13163 24 0,'17'1'188'16,"-12"3"-13"-16,7 1-7 0,-4 3-16 0,4 5-6 16,-1 0-14-16,-2 2-12 0,0 0-10 0,-2 0-10 15,0-1-8-15,-1-1-8 0,-2-3-5 16,0 1 1-16,-3-2-7 0,2 1-10 0,-2-4-5 0,2 0-6 16,-1 0-5-16,-2-6-2 0,5 10 0 0,-5-10-17 15,3 8-18-15,0-4-19 0,-3-4-25 0,5 4-17 16,1-2-37-16,3-2-26 0,2-2-20 0,6 1-26 15,-3 1-88-15,4-5-266 0,1 1 117 0</inkml:trace>
  <inkml:trace contextRef="#ctx0" brushRef="#br0" timeOffset="-176960.76">29182 13279 156 0,'0'0'189'0,"0"0"-13"15,0 0-7-15,0 0-12 0,0 0-3 0,0 0-3 16,0 0-8-16,-22 14-11 0,13-7-5 0,-1 0-10 15,1 1-6-15,0 2-2 0,-2 4-10 0,1-3-10 16,1 2-8-16,1-1-6 0,3-1-7 16,1 1-3-16,3 1-4 0,0-3-5 0,3 1-4 0,5 0-5 15,-1 1-4-15,1-3-4 0,4 4-2 0,-2-3-4 16,7 1-4-16,-2-2-1 0,2-2 0 0,0 3-5 16,1-3-1-16,-5-2-3 0,0 2-6 0,-2-1 2 15,-1-2-5-15,0 3 3 0,-4-1-3 0,-1-3 3 16,0 3 1-16,-4-6 6 0,1 11 2 0,-2-4-1 15,-5-2-2-15,-2 2 0 0,-5 0-3 0,-3 3 3 16,-5-3-7-16,3-2-4 0,0 1-9 16,1 0-17-16,-1-4-17 0,4 1-22 0,-1-1-36 0,3-1-41 15,0-2-59-15,3-2-54 0,-5-1-146 0,5-1-424 16,3-2 189-16</inkml:trace>
  <inkml:trace contextRef="#ctx0" brushRef="#br0" timeOffset="-176791.47">29260 13121 104 0,'7'-3'178'0,"4"-1"-20"16,1 1-11-16,5 0-16 0,1 0-9 0,4-1-22 16,0 3-36-16,6-1-39 0,-1-2-39 0,1 1-30 15,-6 1-27-15,-2-1-79 0,-2 1-163 0,0-3 72 16</inkml:trace>
  <inkml:trace contextRef="#ctx0" brushRef="#br0" timeOffset="-176620.14">29709 12935 45 0,'1'-7'177'15,"-1"-2"-6"-15,1 2 9 0,-1 7 0 0,0-11-4 16,0 11-11-16,0 0-21 0,0 0-8 0,0 0 1 16,0 0 19-16,0 0 4 0,0 0-11 0,0 0-9 15,-1 44-3-15,0-25-10 0,-1 2-15 0,-3 6-7 16,8-3-10-16,-2 3-10 0,-2 0-22 0,3-9-38 15,1 7-34-15,-2-7-49 0,2 0-61 0,1 0-58 16,-1-1-64-16,0-5-137 0,-2 2-408 0,-2-4 182 16</inkml:trace>
  <inkml:trace contextRef="#ctx0" brushRef="#br0" timeOffset="-175218.95">25987 13164 78 0,'-12'-1'93'0,"-1"0"-11"0,0 0-4 0,-1 1-4 16,1 0-6-16,-1-2-10 0,-3 4 8 0,1-5 0 15,2 4-14-15,1-2 9 0,2 2-4 0,0-1 2 16,-3 0-8-16,3-1 2 0,-1 0 2 0,12 1 9 0,-13 0-3 15,6 1 4-15,7-1 3 0,-12-2-3 0,12 2-12 16,-6-2 3-16,6 2-4 0,0 0-9 16,0 0-3-16,0 0-7 0,-11 0-4 0,11 0 3 15,0 0-9-15,0 0 3 0,0 0 0 0,40 0 0 0,-17 0 1 16,7 1 2-16,7 0-4 0,1-1 0 0,14 0-2 16,-2-2-3-16,1-3 1 0,1 1-5 0,0 3 1 15,1-2 0-15,1-1-1 0,-2 4 7 0,1-4-2 16,2 1 2-16,3-2 3 0,3 2 1 0,33-4 5 15,-29 5-1-15,29-2 2 0,-6-1-3 0,2-1-2 16,0 0 5-16,-27 3-3 0,33-2-2 0,-2 3-1 16,1-1-4-16,1-3-1 0,2 6 2 15,0-4 0-15,1 2 3 0,-2 0 5 0,6-6-4 0,2 2 1 16,1 3-4-16,6 1 3 0,-3-4 3 0,-4 5-6 16,3-5-1-16,-5 4 0 0,6-2-4 0,1 0 1 15,-4-5-1-15,5 2-2 0,0 4-1 0,-6 0 2 16,0-2-1-16,-1 4 1 0,-4-1-1 0,1-2 0 15,3 2 2-15,-7-2-6 0,-3 0 0 0,0 7-2 16,-30-2-3-16,1-1 5 0,29-2-4 0,-31 7 2 16,1-3-5-16,-3-2 0 0,1-2 3 0,-2 1-2 15,1-1 2-15,-5 2 13 0,-4-1-2 0,-1-2-3 16,-15 3 0-16,-2-2-3 0,-2 1 4 0,-12 1-6 16,-1-1-1-16,-1-2 7 0,-5 2 6 0,-7-1 15 15,2 1 14-15,1 1-5 0,-9 0-3 0,10 0-4 16,-5-4-3-16,-5 4-3 0,0 0-4 0,0 0-5 15,7-4 0-15,-7 4-8 0,0 0-13 0,0 0-15 16,0 0-15-16,0 0-21 0,-17-11-23 0,7 8-29 16,10 3-33-16,-19 3-41 0,8-2-40 0,-3-1-34 15,2 2-212-15,-8-2-496 0,0 1 220 0</inkml:trace>
  <inkml:trace contextRef="#ctx0" brushRef="#br0" timeOffset="-172814.6">25724 13104 41 0,'0'0'78'15,"-11"-6"-4"-15,4 3-6 0,-2-1-9 0,0-1-7 16,3 0 1-16,-3 1 4 0,-1-4 4 0,2 1 2 16,1 0-13-16,-1-2 0 0,0 0 6 0,0 1-6 15,3-2-7-15,0-2-6 0,1 1-3 0,-3 0-5 16,2-5 6-16,3 1-9 0,0 2 11 0,-2-2-1 15,4-2-3-15,0 0-3 0,0 0 6 0,0-2-9 16,4 0-2-16,-2 2 3 0,4-2-4 0,2 2-1 16,-1-2 4-16,2-5-2 0,5 0-1 0,-4 0-2 15,2 0-5-15,1 2 11 0,0 1 0 0,4-1 0 16,-2 0-5-16,5 1 2 0,-3-1-2 0,8 4 0 16,0-3-5-16,1 2 0 0,5-2 1 0,0 4-13 15,1-4 7-15,1 3-2 0,1-1-6 0,8-6 6 16,-7 8-2-16,9-4-7 0,1 2 4 0,5 2 1 15,-13 4-5-15,-1-1 3 0,14-1 3 0,-14 3-4 16,2 2-5-16,14-1 2 0,0-2 7 0,-1 2-6 0,-1 2 4 16,1-1-5-16,-11 5 3 0,12-4-3 15,-13 3 1-15,13-1-5 0,-15 1 3 0,3 2 0 16,12-3 0-16,-14 2 3 0,15-2-3 0,-3 0 3 16,5-2-2-16,1 3-2 0,0-1 2 0,3 0 2 0,6 0 2 15,-4 0 2-15,2 3-11 0,-1-1 0 0,1-1 2 16,2 2 2-16,-2 0-6 0,0-2 8 15,2 1-5-15,0 1-1 0,-2 2-1 0,-2-4 0 0,4 3 6 16,-2 3-4-16,-2-2 1 0,3-1 0 0,-1 0 1 16,-1 1-5-16,2 2-4 0,-5-2 11 0,3 1-3 15,2-1-4-15,-1 2 5 0,0-3-9 0,1 2 6 16,-3-3-1-16,31 0-3 0,-31 1 5 16,3 1-3-16,-1-1 1 0,-2 1 6 0,-1-2-8 0,-2 0-4 15,-2 2 2-15,-1 0 1 0,-4 0 0 0,-15 1 0 16,3 1-4-16,0 2 9 0,-2-2-2 0,0 1 4 15,-2-1 1-15,-4 1-2 0,3-1 1 0,-4 0-4 16,0 1 5-16,-9 2-2 0,2-1 0 0,-1-1 5 16,-3 2-5-16,2 2 5 0,-5 0-9 0,4 0 14 15,-3-1-13-15,-4 1 8 0,-1-1 3 0,-1 2-12 16,-1-1 8-16,-1 2-7 0,2-2 2 0,-4-1 4 16,0 1-2-16,-2-1 0 0,2 0 2 0,-2 2 2 15,-1-1-11-15,2 0 5 0,-3 0 2 0,3 3-1 16,0-2 5-16,-1 2 2 0,1 1-7 0,-1 1 1 15,2-2-1-15,0 3 1 0,0 0 4 0,1 0 0 16,1 1-3-16,1 2 3 0,-3 1 0 0,1-1 0 16,0 3-8-16,2 0 16 0,-1-1-14 0,-3-2 0 15,1 1 3-15,0 0 0 0,0 1 7 0,-5-5-6 16,3 4-2-16,-2 1 2 0,0-5-5 0,-1 1 0 16,1 0 1-16,0-2 9 0,0 2-5 0,-2 1-15 0,0-3 19 15,2 3-4-15,-3-3-4 0,1 2 7 16,1-1-3-16,-2 0-5 0,1 0 6 0,-1-1-3 15,0 1 3-15,-1 0 6 0,-2 0-13 0,3-2 6 16,-3 1 5-16,2 2-7 0,0-4 3 0,0 3-1 0,-4-1-4 16,3-1 1-16,0 1-2 0,-2 0 4 15,3-2-10-15,-2 0-9 0,1 1-5 0,-1-2-8 16,-1 0-13-16,0 0-11 0,-2 1-28 0,2-1-21 16,-2 0-102-16,1-1-224 0,-1-2 101 0</inkml:trace>
  <inkml:trace contextRef="#ctx0" brushRef="#br0" timeOffset="-166242.25">16600 8286 2 0,'0'0'26'0,"0"0"-3"0,0 0-11 16,0 0-17-16,0 0-5 0,-11 1-10 0,11-1 4 16</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01:23.862"/>
    </inkml:context>
    <inkml:brush xml:id="br0">
      <inkml:brushProperty name="width" value="0.05292" units="cm"/>
      <inkml:brushProperty name="height" value="0.05292" units="cm"/>
      <inkml:brushProperty name="color" value="#FF0000"/>
    </inkml:brush>
  </inkml:definitions>
  <inkml:trace contextRef="#ctx0" brushRef="#br0">27710 11215 22 0,'0'-10'113'0,"2"3"-12"0,-2 7-3 15,3-9-21-15,-3 9-2 0,4-7 4 0,-4 7-26 16,4-6 1-16,-4 6-3 0,0 0-7 0,4-5-3 16,-4 5-11-16,0 0 2 0,0 0-4 0,0 0 1 15,0 0 0-15,1-9-16 0,-1 9 6 0,0 0-8 16,0 0-3-16,0 0 4 0,0 0-1 0,0 0 0 15,0 0 0-15,0 0-3 0,0 0 1 0,0 0 2 16,0 0 1-16,0 0-8 0,0 0 9 0,0 0-12 16,14 10 11-16,-14-10 6 0,4 7 2 0,-4-7 8 0,4 9-3 15,-2-4-3-15,-2-5-2 0,3 8-3 16,-3-8 3-16,4 7 4 0,-4-7-11 0,6 6-5 0,-2-3 7 16,6-3-2-16,7-4 1 0,7-4-3 0,13-8-29 15,17-11-38-15,28-21-63 0,0-3-81 0,0-8-216 16,4-2 96-16</inkml:trace>
  <inkml:trace contextRef="#ctx0" brushRef="#br0" timeOffset="9026.34">27099 8006 9 0,'0'0'51'0,"0"0"-8"0,0 0-2 0,0 0-5 16,0 0-5-16,0 0 1 0,0 0-5 0,0 0 4 16,0 0-2-16,0 0-8 0,0 0-2 15,0 0 1-15,0 0-7 0,0 0 4 0,0 0-4 0,0 0 5 16,0 0-18-16,0 0 10 0,0 0-1 0,0 0-2 15,0 0 0-15,0 0 1 0,0 0-3 0,0 0-1 16,0 0-1-16,0 0 2 0,0 0 1 0,0 0-2 16,0 0-3-16,0 0-6 0,0 0 9 0,0 0 3 15,0 0-1-15,0 0-19 0,0 0 14 0,0 0 6 16,0 0-4-16,0 0 0 0,0 0-4 0,0 0-7 16,0 0 10-16,0 0-10 0,0 0-11 0,0 0 4 15,0 0-4-15,0 0-2 0,0 0 2 0,0 0-3 16,0 0-8-16,0 0 2 0,0 0-3 0,0 0 2 15,0 0 2-15,0 0-16 0,0 0-48 0,-18-4 22 16</inkml:trace>
  <inkml:trace contextRef="#ctx0" brushRef="#br0" timeOffset="27034.58">15089 8637 5 0,'0'0'12'0,"0"0"0"0,0 0-2 0,0 0 1 15,0 0-4-15,0 0-3 0,0 0-1 0,0 0 4 16,0 0 0-16,0 0 2 0,0 0-5 0,0 0 2 16,0 0 3-16,0 0-7 0,0 0 6 15,0 0-4-15,0 0 0 0,0 0-2 0,0 0 2 0,0 0-5 16,0 0 3-16,0 0-2 0,0 0-4 0,0 0 7 16,0 0 3-16,0 0-4 0,0 0 1 0,0 0-5 15,0 0 1-15,0 0 0 0,0 0 2 0,0 0-1 16,0 0-1-16,0 0 4 0,0 0-6 0,0 0 2 15,0 0-2-15,0 0-3 0,0 0-1 0,0 0-13 16,0 0-22-16,0 0 9 0</inkml:trace>
  <inkml:trace contextRef="#ctx0" brushRef="#br0" timeOffset="31013.56">7771 12665 1 0,'0'0'7'0,"0"0"-4"0,0 0 3 0,0 0 1 0,0 0-1 15,0 0-6-15,0 0 6 0,0 0-3 0,0 0 0 16,0 0 0-16,0 0-3 0,0 0 2 0,0 0-1 15,0 0 1-15,0 0 1 0,0 0 0 0,0 0 0 16,0 0 5-16,0 0-5 0,0 0-1 0,0 0 3 16,0 0-5-16,0 0 0 0,0 0 5 0,0 0-2 15,0 0 6-15,0 0-2 0,0 0-1 0,0 0-2 16,0 0 4-16,0 0 2 0,0 0-7 0,0 0 0 16,0 0 3-16,0 0-1 0,0 0-2 0,0 0 2 15,0 0 1-15,0 0-6 0,0 0 8 0,0 0-8 16,0 0 6-16,0 0-6 0,0 0 3 0,0 0-1 15,0 0-3-15,0 0 0 0,0 0 0 0,0 0-5 16,0 0 4-16,0 0 0 0,0 0 0 0,0 0 2 16,0 0 1-16,0 0 4 0,0 0-4 0,0 0 3 15,0 0-5-15,0 0 3 0,0 0-3 0,0 0-3 16,0 0 4-16,0 0 1 0,0 0-2 0,0 0 0 16,0 0-1-16,0 0 6 0,0 0-4 0,0 0 3 15,0 0 2-15,0 0-6 0,0 0-4 0,0 0 7 16,0 0-2-16,0 0-1 0,0 0 0 0,0 0-4 15,0 0 4-15,0 0 0 0,0 0 3 0,0 0 0 16,0 0-2-16,0 0 3 0,0 0 0 0,0 0-7 16,0 0 5-16,0 0 0 0,0 0-1 0,0 0-1 15,0 0 7-15,0 0-10 0,0 0 8 0,0 0-4 16,0 0 0-16,0 0 3 0,0 0-5 0,0 0 1 16,0 0 3-16,0 0 1 0,0 0-3 0,0 0 3 15,0 0-5-15,0 0 2 0,0 0 1 0,0 0-3 16,0 0-1-16,0 0 4 0,0 0 2 0,0 0-4 15,0 0 3-15,0 0 4 0,0 0-4 0,0 0 1 16,0 0-1-16,0 0 3 0,0 0-2 0,0 0 0 16,0 0 3-16,0 0-1 0,0 0-2 0,0 0 0 15,0 0-2-15,0 0 3 0,0 0-4 0,0 0 4 16,0 0-2-16,0 0-2 0,0 0 2 0,0 0-5 16,0 0 3-16,0 0-2 0,0 0-1 0,0 0 0 15,0 0 1-15,0 0-1 0,0 0 5 0,0 0 1 16,0 0-4-16,0 0 2 0,0 0-4 0,0 0 1 15,0 0 2-15,0 0 4 0,0 0-4 0,10-18 1 16,-10 18-1-16,0 0 3 0,0 0-5 0,0 0 3 16,0 0 0-16,0 0 2 0,0 0-3 0,0 0 3 15,0 0-4-15,0 0-1 0,0 0-1 0,0 0 6 16,0 0-3-16,0 0 0 0,0 0 0 0,0 0 0 16,0 0-2-16,0 0 4 0,1-8 2 0,-1 8-8 15,0 0 2-15,0 0 4 0,0 0 1 0,0 0-2 16,0 0 1-16,0 0-6 0,0-9 3 0,0 9 1 15,0 0 0-15,0 0 2 0,0 0-5 0,0 0 8 16,0 0-7-16,0 0 0 0,0 0-3 0,0 0-3 16,0 0-3-16,0 0 3 0,0 0-1 0,0 0 4 15,0 0-3-15,0 0 5 0,0 0-6 0,0 0 8 16,0 0-5-16,0 0 2 0,0 0 2 0,0 0-2 16,0 0 2-16,0 0-1 0,0 0-4 0,0 0 6 15,0 0-2-15,0 0 0 0,0 0-6 0,0 0 3 16,0 0-2-16,0 0-1 0,0 0-9 0,0 0-18 15,19 7 8-15</inkml:trace>
  <inkml:trace contextRef="#ctx0" brushRef="#br0" timeOffset="62577.49">17374 15213 11 0,'0'0'22'0,"-11"2"-5"16,11-2 1-16,-12 0-8 0,4 2 4 16,0-1-2-16,1 2-1 0,-3-2-1 0,-1 2 0 15,1 0-5-15,0 0 5 0,-2 0-8 0,2 0 4 16,0 1-1-16,0-1 3 0,-1 0-2 0,0 0 1 0,3-1 3 15,8-2 1-15,-14 2 3 0,7-2-3 0,7 0 7 16,-12 2-7-16,12-2 5 0,-10 2 2 16,10-2 1-16,-12 1 6 0,12-1-2 0,0 0 5 15,-9 2 3-15,9-2-8 0,0 0 1 0,-6 1 9 16,6-1-16-16,0 0-1 0,0 0 1 0,0 0 8 0,0 0-14 16,0 0 0-16,0 0-4 0,0 0-5 15,0 0 9-15,0 0 6 0,0 0-9 0,0 0-5 16,0 0 0-16,0 0 1 0,0 0-2 0,0 0-5 15,0 0 10-15,0 0-2 0,29 1-5 0,-21-1 4 16,-8 0 1-16,20 0 3 0,-8 0-4 0,2-1 7 0,-1 1-3 16,3 0-3-16,4-1 13 0,-1-1-9 0,0 1 5 15,1-1 0-15,2 0 0 0,-1 1 2 16,7-2 11-16,1-2 0 0,0 1-18 0,0 0 9 16,0 1-2-16,-2 0 1 0,3 0 2 0,-2 1-10 15,-1 0 0-15,4 0 7 0,-2-1-4 0,-2-1-2 16,2 2 1-16,0 0 1 0,0 0-2 0,1 0-1 0,-1 2 1 15,0-2-1-15,1 0 3 0,0 2-1 16,2-1-10-16,-1-1 5 0,0 0 1 0,-1 2 0 0,4 0 4 16,0-1-16-16,2-1 15 0,0 1-7 15,-1-3-2-15,4 0-1 0,-2 2 5 0,4 0-7 0,-7 0 7 16,18-5-2-16,-14 4 9 0,0 0-1 0,0-2-3 16,15 1 6-16,-16 4 0 0,3-5-7 0,0 2 13 15,12 0-13-15,-12-1 6 0,10 1-3 0,3 0-5 16,-14 0 5-16,14 1-4 0,-14-1-1 15,12 1 3-15,-1 0-6 0,-11 0 1 0,-1 0 2 0,-1 0-1 16,18 1-5-16,-3 1-4 0,-15-3 2 0,0 3-18 16,3 0-14-16,0-2-16 0,11 2 0 0,-12-1-10 15,0 0-10-15,0 2-14 0,-1-1-65 16,-3 0-162-16,1 0 72 0</inkml:trace>
  <inkml:trace contextRef="#ctx0" brushRef="#br0" timeOffset="73171.28">1261 8249 57 0,'0'0'135'0,"0"0"2"0,0 0-11 15,0 0-11-15,0 0-4 0,0 0-13 0,0 0-5 16,-1-10-9-16,1 10-13 0,0 0-4 0,0 0-10 15,0 0-6-15,0 0-3 0,0 0-2 0,0 0-6 16,0 0-5-16,19 14 1 0,-8-8 6 0,0 0-14 0,-1 2 4 16,4 5-6-16,-1-3-4 0,2 4 3 15,7 4-3-15,-2 3 1 0,2 1 9 0,-2-1-12 16,-3 4-1-16,1-2 0 0,0-2-8 0,0 2 7 16,-3 2-5-16,1-5 1 0,-1 1-2 0,-5-4 2 15,-1-3-1-15,1-3-5 0,3 3-4 0,-4-5 3 16,-3 1 0-16,2-2 0 0,-3-2 0 0,-2-3 3 0,-3-3 13 15,10 5 22-15,-9-2 10 0,-1-3-4 16,0 0 3-16,0 0-7 0,4-22-3 0,-6 5-1 16,2 1-1-16,-2-9-2 0,2 1-6 0,-4-7-1 15,5 2-4-15,-2-3-4 0,-1 2 0 0,-1-1-2 16,1-2-4-16,-1 1-2 0,-1 3-3 0,-1-3-1 16,1 1 0-16,2 4-5 0,0-3 1 0,0 6-4 15,-1 7 1-15,1 1-1 0,0 3 1 0,2 3-3 16,-2 0-9-16,2 10-12 0,0-10-15 0,0 10 3 15,4-5-4-15,-4 5-24 0,0 0-14 0,0 0-9 16,0 0-41-16,24 17-30 0,-16-7-23 0,-2 2-127 16,2 1-328-16,0-1 146 0</inkml:trace>
  <inkml:trace contextRef="#ctx0" brushRef="#br0" timeOffset="73374.64">1817 8304 105 0,'0'0'114'0,"13"-8"-11"0,-5 3-6 0,1 0-12 16,2-3-9-16,0 2-10 0,-2-1-4 0,0 5-19 16,3-5-19-16,-3 1-19 0,-9 6-9 0,11-8-17 15,-4 5-18-15,-3 0-19 0,-4 3-52 0,7-3-119 16,-7 3 52-16</inkml:trace>
  <inkml:trace contextRef="#ctx0" brushRef="#br0" timeOffset="73568.66">1881 8255 23 0,'-9'2'96'0,"9"-2"20"0,0 0-2 0,0 0-5 16,0 0-4-16,7 24 5 0,-3-14 13 0,0 2-3 15,5 2-5-15,-3 4-2 0,1-2-5 16,2 11-6-16,-4-9-4 0,4 1-7 0,-4-2-12 0,4 6-6 15,-5-4-6-15,6 4-6 0,-6-5-4 0,5 0-6 16,-3 0-7-16,2-2-8 0,-2-2-16 0,1 1-25 16,-5-3-33-16,6-1-59 0,-3-3-14 15,1 0-36-15,-3-1-126 0,-3-7-294 0,5 9 130 16</inkml:trace>
  <inkml:trace contextRef="#ctx0" brushRef="#br0" timeOffset="73730.17">2162 8307 51 0,'8'-7'115'0,"-8"7"-21"16,14-7-22-16,-7 4-16 0,2-1-17 0,-9 4-24 16,14-4-22-16,-14 4-16 0,14-1-46 0,-14 1-75 0,0 0 33 15</inkml:trace>
  <inkml:trace contextRef="#ctx0" brushRef="#br0" timeOffset="73855.84">2282 8356 53 0,'0'0'122'15,"0"0"-12"-15,0 0-13 0,0 0-15 0,0 0-6 16,4 9-5-16,-4-9 5 0,0 0-30 0,0 0-17 16,28-9-20-16,-15 2-37 0,3 0-97 0,1-4-133 15,0 0 60-15</inkml:trace>
  <inkml:trace contextRef="#ctx0" brushRef="#br0" timeOffset="74224.84">2476 7928 104 0,'0'0'168'0,"7"-14"-1"0,-2 6-5 16,-5 8-15-16,9-11-17 0,-2 6-2 0,-7 5-12 15,17-6-8-15,-7 5 5 0,3 2-18 0,0 1-8 16,-3 2-4-16,7 2-10 0,-3 3 0 0,-2 3 0 16,0-1-11-16,-4 3-5 0,-1 2-5 0,0 0-6 15,-3 3-4-15,-4-1-3 0,1 0-2 0,-2 0-4 16,-2 0-3-16,-1 0 3 0,0-2-7 0,-1-4 0 16,0-1-3-16,-3 0-3 0,2-2-2 0,-7 3-4 15,8-5 2-15,-1 0 2 0,1-2 2 16,5-5-1-16,-7 6 1 0,7-6-5 0,0 0-1 0,-10 4-1 15,10-4-2-15,0 0-2 0,0 0-4 0,0 0-1 16,0 0-2-16,0 0 1 0,0 0-2 0,-4-22-3 16,4 22-1-16,12-10 4 0,-5 5-5 0,1-5-13 15,5 5-13-15,0-6-15 0,3 4-11 0,2-3-22 16,0 2-22-16,0-2-26 0,2 1-23 0,-2 0-17 16,8-2-131-16,-10 3-322 0,-1 1 143 0</inkml:trace>
  <inkml:trace contextRef="#ctx0" brushRef="#br0" timeOffset="74545.28">2920 7761 13 0,'-4'-15'154'15,"3"2"6"-15,-2 4 8 0,-2-3 4 16,5 12-10-16,-4-12-11 0,4 12-12 0,-4-10-14 16,4 10-14-16,0 0-11 0,0 0-6 0,0 0 0 0,0 0 5 15,3 55-3-15,-3-29-10 0,1 3-10 0,0 2-4 16,2-6-9-16,2 3-3 0,-2-4-4 0,0-5-9 15,3-4-8-15,-1 0-2 0,0-2-4 0,1-3-1 16,3 0-7-16,-1 0 2 0,2-4-7 0,-1-1 0 16,1-1-9-16,-2-1 3 0,-8-3 0 15,19 1 0-15,-19-1-1 0,19-6-2 0,-10 1-3 0,0-3-3 16,-1 0 6-16,-1 0 1 0,-2-2-4 0,1 1 4 16,-4-2-5-16,1 0 3 0,-3 11-2 15,0-22 0-15,-3 12-2 0,-1 1 5 0,0 0-6 16,-1 2 0-16,5 7-6 0,-7-9-5 0,7 9-1 0,-9-3-3 15,9 3-13-15,0 0-17 0,-14 10-39 16,6-2-36-16,3-1-45 0,0 3-51 0,-4 3-135 0,3-3-374 16,-1-1 166-16</inkml:trace>
  <inkml:trace contextRef="#ctx0" brushRef="#br0" timeOffset="75091.73">3104 7727 18 0,'0'0'157'0,"0"0"-13"15,0 0 0-15,0 0-13 0,0 0-7 0,28 14-15 16,-22-6-7-16,1-1-9 0,0 0-12 0,-7-7-2 16,12 14-8-16,-7-9-1 0,-5-5-5 0,10 13-8 15,-10-13 6-15,7 8-12 0,-7-8 14 0,6 8 6 16,-6-8 21-16,0 0 10 0,4 5 4 0,-4-5-8 15,0 0-12-15,0 0-8 0,0 0-7 0,0 0-6 16,0 0-6-16,-21-20-3 0,16 11-8 0,1 0 0 16,-1-1-3-16,-1-2-8 0,2 0-2 0,-2-3-7 15,2-1-1-15,1 0-2 0,3-3-5 0,0 4-3 16,2 2-3-16,1-4-5 0,0 6 0 0,3 2 1 16,-3 3-4-16,4-1 4 0,-7 7-6 0,20-8-1 15,-9 7 0-15,-11 1 0 0,23 5 2 0,-5 2-2 16,0 1 0-16,-4-1 2 0,-1 3-2 0,1-2 1 15,-1 3 3-15,-3-1-6 0,-1-3 1 0,-3 2 1 16,-1-4 2-16,2 3 0 0,-1-4 0 0,-6-4 1 16,7 6 2-16,-7-6-1 0,0 0 0 0,3 9 4 15,-3-9 4-15,0 0-3 0,0 0-2 0,0 0-4 16,0 0 1-16,0 0-4 0,0 0-1 0,0 0 1 16,-14-36-3-16,8 24 0 0,3 4 0 0,1-5-4 15,2-3-6-15,0 1-3 0,-1 2 2 0,2 2 0 16,0-6-2-16,3 10 3 0,0-2 1 0,-4 9-2 15,9-10 2-15,-4 5 0 0,-5 5 1 0,11-2 0 16,-11 2-4-16,19 4 7 0,-9 2 3 0,1 0-2 16,-2-2 7-16,1 6-11 0,2 2-1 0,0 0-16 15,-5-4-18-15,2 4-15 0,-3-4-30 0,-1 3-39 16,0-3-43-16,1 2-40 0,-6-10-153 0,1 22-392 16,-1-22 174-16</inkml:trace>
  <inkml:trace contextRef="#ctx0" brushRef="#br0" timeOffset="75447.95">3478 7444 137 0,'7'-5'175'0,"-7"5"-7"0,0 0-6 0,0 0-10 15,25 16-12-15,-16-7-7 0,1 0 3 0,-2 3-9 16,4-2-13-16,0 4-11 0,0-4-7 0,-3-1-8 15,5 1-2-15,-5-3-7 0,0 3-10 0,0-4-4 16,0 1-4-16,-2 1-4 0,0-2-2 0,1-5-8 16,-8-1-4-16,10 7 1 0,-10-7-2 0,7 5 14 15,-7-5 9-15,7 4 5 0,-7-4-4 16,0 0-6-16,0 0-6 0,15-20-3 0,-13 11-6 16,1-4 3-16,0-3-8 0,-1-3-6 0,1 2-4 0,1-9 1 15,-1 1-11-15,0 6 0 0,-3-10 0 0,0 5-2 16,0 5-3-16,-1 2-3 0,-1-1-1 0,1 3-3 15,1 4 1-15,-2 2-4 0,2 9-12 0,-3-14-18 16,3 14-22-16,0 0-21 0,0 0-4 0,0 0-2 16,0 0-21-16,0 0-24 0,0 0-36 15,0 0-33-15,9 32-37 0,-13-15-124 0,-2 2-378 0,-1-3 168 16</inkml:trace>
  <inkml:trace contextRef="#ctx0" brushRef="#br0" timeOffset="75835.98">2743 8484 46 0,'0'0'172'0,"27"-24"-1"0,-9 14-3 15,9-11-1-15,4-1-12 0,15-6-1 0,0-5-13 16,5 1-18-16,20-17-4 0,-14 17-11 0,22-9-6 16,-27 10-9-16,3-1-9 0,0-1-11 0,-3 1 0 15,1 1-15-15,-1 2-4 0,-2-4-7 0,-4 7-4 16,-13 5-7-16,-1-1-1 0,0 3-8 0,-2-3 0 0,-2 4-7 15,-3 0 2-15,-7 9-2 0,-4-1-4 16,2-1 3-16,-7 3-8 0,1 0 2 0,-5 3 2 16,2 0-5-16,0-1-2 0,-7 6-11 0,6-7-11 15,-6 7-23-15,0 0-21 0,7-6-47 0,-7 6-42 16,0 0-198-16,0 0-373 0,0 0 165 0</inkml:trace>
  <inkml:trace contextRef="#ctx0" brushRef="#br0" timeOffset="75995.42">3678 7909 6 0,'3'6'56'15,"-3"-6"-45"-15,0 0-24 0,0 0-12 0,0 0 5 16</inkml:trace>
  <inkml:trace contextRef="#ctx0" brushRef="#br0" timeOffset="94535.49">31931 12172 76 0,'0'0'110'0,"0"0"-12"0,0 0 9 0,0 0-7 16,0 0-13-16,0 0-7 0,0 0-1 0,-9-12-13 15,9 12-1-15,0 0-5 0,0 0-11 0,0 0-6 16,0 0-4-16,0 0-3 0,0 0-7 0,0 0 3 16,0 0-12-16,0 0 0 0,0 0 0 0,0 0-6 15,0 0-1-15,0 0-4 0,0 0 4 0,0 0-10 16,0 0-1-16,0 0-2 0,0 0-16 0,0 0-17 15,9-4-14-15,-9 4-27 0,0 0-19 0,0 0-76 16,0 0-181-16,0 0 81 0</inkml:trace>
  <inkml:trace contextRef="#ctx0" brushRef="#br0" timeOffset="95348.42">30500 13482 39 0,'0'0'124'0,"-1"-9"-7"0,1 9-4 15,0 0-17-15,0 0-2 0,0 0-5 16,0 0-9-16,0 0 1 0,0 0 6 0,0 0 0 16,10-4-4-16,-10 4-13 0,11 0-2 0,-11 0-10 0,19-3-1 15,-6 3-7-15,5-4-5 0,11-4-2 16,5-3-14-16,12-7-25 0,9-6-26 0,33-15-57 16,0-6-157-16,-4-6-255 0,5-7 113 0</inkml:trace>
  <inkml:trace contextRef="#ctx0" brushRef="#br0" timeOffset="96098.21">30842 11886 25 0,'0'0'97'0,"0"0"-14"0,0 0-4 0,22 8-12 16,-13-1-2-16,2-1-8 0,1 1-11 0,2 5-2 16,1 1-5-16,4 6-1 0,-3 3 4 0,0-2-6 15,-4 6-2-15,-2 0-1 0,0 3-2 0,-3 2-5 16,-3 3 5-16,0 11-3 0,-6-10-6 0,2 1 3 15,-2 10 4-15,-3-11-11 0,-1 12 11 0,1-1 1 16,0-13-9-16,-1 1 5 0,-1 0-2 0,2 0-9 0,-1 0 13 16,1-2-12-16,0 0 0 0,1-1-1 15,3-2-6-15,-2 0 5 0,4-3 1 0,-1 4-10 16,2-5 5-16,2 2-9 0,-2-1-1 0,3 4 5 16,1-3 4-16,0 3-6 0,1-4 4 0,0 6-2 15,0 0-2-15,0-3 2 0,-3-1 0 0,2 3-2 0,-1 1-2 16,1-2 0-16,1 1 3 0,-5-2-4 15,1 0 4-15,-2-1-10 0,-1-2 6 0,-1-1 2 16,1 1 1-16,-1-7-8 0,-2 2 11 0,2-3-4 16,-4-2 3-16,-2-1 1 0,2 2-6 0,-1-5 6 0,-1 0 8 15,1-3-16-15,-2-1-2 0,1 0-11 16,0-5-10-16,3 2-21 0,-3-2-22 0,-1-3-30 16,8 0-86-16,-17-2-198 0,7-6 88 0</inkml:trace>
  <inkml:trace contextRef="#ctx0" brushRef="#br0" timeOffset="96257.9">31525 12785 2089 0,'24'-25'-90'0,"0"-3"61"0,11-4-11 15,-7 5-27-15,4 7-35 0,16-7-38 16,1 5-24-16,-11 9-80 0,14-5-262 0,0-4 116 15</inkml:trace>
  <inkml:trace contextRef="#ctx0" brushRef="#br0" timeOffset="-69632.36">11433 9274 11 0,'-7'-1'70'0,"-2"-1"1"0,9 2 2 15,-14-2-11-15,8 1-9 0,6 1-4 0,-13-1-6 16,13 1-5-16,-10-2 0 0,10 2 7 15,-12-2 5-15,12 2-3 0,-8-2-4 0,8 2 1 0,0 0-13 16,0 0-1-16,-11 0 1 0,11 0-5 0,0 0-4 16,0 0 3-16,0 0-7 0,0 0-3 15,0 0 4-15,0 0-7 0,0 0 0 0,0 0-2 16,0 0 3-16,29-7-2 0,-15 4 4 0,6-2-15 0,1 1 18 16,10-1-15-16,0 1 2 0,2-1 1 0,2 2 4 15,0 0-3-15,17-5-2 0,-2 4 3 0,3 0-5 16,3-1 4-16,-3 0 3 0,1 0 4 0,-1-2-7 15,7 4-5-15,-1-1-1 0,5 0-1 0,2-2 5 16,-1 3 5-16,25-5-2 0,-29 5-2 0,4-1 4 16,34 1-6-16,-7-4 6 0,-25 3-6 0,28 1 4 15,-3 0-1-15,-27 2 5 0,31-4-5 0,0 5 5 16,-32 0-7-16,35 0 1 0,-3 3 5 0,-1-6 0 16,-3 2-3-16,0 3 4 0,0-2-6 0,2 4-3 15,-4-3-4-15,2-1 2 0,2 3 6 0,3-3 7 16,2 0-4-16,2 0-1 0,-2 3 7 0,0-2-5 15,2-1-3-15,-3 5 1 0,4-5-7 0,1-2 8 16,-4 2 0-16,2 2-2 0,2-2-1 0,-2-5 1 16,2 2 1-16,-3-1-3 0,-1-1-4 0,-1 1 2 15,4-2 5-15,0 2-10 0,-2-1 11 0,0-4-18 0,0 1 18 16,-5-2-3-16,-4 1-5 0,-26 3-1 16,29-5 3-16,1 2 3 0,-32 2 7 0,2-1-4 15,1-2-4-15,0 3 1 0,-1 0 5 0,-4-1 4 0,-2 0 4 16,-2 1-8-16,-4-3 4 0,-5 6 6 15,-12-2-2-15,-2 3 0 0,0-3 0 0,-5 1 0 0,-10 2 3 16,3 1-5-16,-3-1-6 0,-5 1 3 16,-5 0-2-16,3 0-2 0,-5 2 4 0,-7 0-4 0,14-1-2 15,-14 1 0-15,9-1-2 0,-9 1-2 0,0 0 11 16,8-2-25-16,-8 2-12 0,0 0-4 0,0 0-42 16,0 0-21-16,0 0-46 0,0 0-120 0,-24 13-276 15,5-10 123-15</inkml:trace>
  <inkml:trace contextRef="#ctx0" brushRef="#br0" timeOffset="-68726.42">15170 8539 5 0,'0'0'47'0,"0"0"-2"0,0 0-1 16,0 0-8-16,0 0-5 0,0 0 2 0,0 0-4 16,0 0-5-16,0 0-1 0,0 0-3 0,0 0 0 15,0 0-7-15,0 0 5 0,0 0-16 0,0 0-8 16,0 0-10-16,0 0-15 0,0 0-26 0,0 0-60 15,0 0 26-15</inkml:trace>
  <inkml:trace contextRef="#ctx0" brushRef="#br0" timeOffset="-67081.4">15262 8633 44 0,'0'0'58'0,"0"0"-8"0,0 0 2 0,0 0-10 16,0 0-7-16,0 0-1 0,0 0-3 0,0 0-2 15,0 0-2-15,0 0-4 0,0 0 2 0,0 0-6 16,0 0-7-16,0 0 8 0,0 0 1 0,0 0-8 16,0 0-2-16,0 0 3 0,0 0-4 0,0 0-3 15,0 0 2-15,-24 0 0 0,24 0-3 0,0 0 1 16,0 0-2-16,0 0 7 0,0 0-4 0,0 0-2 15,0 0 5-15,0 0-5 0,0 0 1 0,-1-8 1 16,1 8-5-16,0 0 2 0,0 0 3 0,0 0-8 16,0 0 8-16,0 0 1 0,0 0-1 0,0 0 2 15,0-10-5-15,0 10 5 0,0 0 1 0,0 0-6 0,0 0 3 16,0 0-4-16,0 0 5 0,0 0-7 0,0-9 5 16,0 9 6-16,0 0-13 0,0 0 2 15,0 0 2-15,0 0-1 0,0 0-1 0,0 0-4 16,0 0 0-16,1-9 12 0,-1 9-12 0,0 0 2 0,0 0 0 15,5-5 4-15,-5 5-5 0,0 0 0 0,0 0 13 16,0 0-13-16,0 0 0 0,0 0 1 16,4-6-4-16,-4 6 5 0,0 0 1 0,0 0-5 15,0 0 4-15,0 0 1 0,0 0-4 0,0 0-2 0,0 0 7 16,0 0-9-16,0 0 7 0,0 0-3 16,0 0-3-16,0 0 3 0,0 0 0 0,0 0 1 15,0 0-1-15,0 0-5 0,0 0 2 0,0 0-1 0,0 0 0 16,0 0-2-16,0 0-10 0,0 0 2 0,0 0-9 15,0 0-11-15,0 0-7 0,0 0-10 0,0 0-44 16,0 0-103-16,0 0 46 0</inkml:trace>
  <inkml:trace contextRef="#ctx0" brushRef="#br0" timeOffset="-66529.08">14724 8432 28 0,'0'0'36'0,"0"0"-4"15,0 0-4-15,0 0 3 0,0 0 1 0,0 0-3 16,0 0-3-16,0 0 2 0,0 0 1 0,0 0-2 16,0 0-4-16,0 0 2 0,0 0-5 0,0 0 2 15,0 0-4-15,0 0 1 0,0 0-2 0,0 0-2 16,0 0-2-16,0 0-5 0,0 0 3 0,0 0-2 15,0 0 0-15,0 0 0 0,0 0-2 0,0 0-2 16,0 0-4-16,0 0 5 0,0 0-3 0,0 0 0 16,-1 9-1-16,1-9 2 0,0 0-7 0,0 0 3 15,0 0-7-15,0 0-7 0,0 0-2 0,0 0-13 16,-2 13-20-16,2-13-28 0,-2 13-82 0,0-9 37 0</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42:58.650"/>
    </inkml:context>
    <inkml:brush xml:id="br0">
      <inkml:brushProperty name="width" value="0.05292" units="cm"/>
      <inkml:brushProperty name="height" value="0.05292" units="cm"/>
      <inkml:brushProperty name="color" value="#FF0000"/>
    </inkml:brush>
  </inkml:definitions>
  <inkml:trace contextRef="#ctx0" brushRef="#br0">16905 4596 16 0,'0'0'57'0,"0"0"-5"0,0 0 1 0,0 0-6 16,0 0-4-16,0 0-6 0,0 0-4 0,0 0-5 16,0 0-5-16,0 0 5 0,0 0-9 0,0 0 4 15,0 0-5-15,0 0-3 0,0 0-4 0,0 0 1 16,0 0-4-16,0 0 3 0,0 0-6 0,0 0-1 15,0 0-7-15,0 0 3 0,3 2-24 0,-3-2-13 16,0 0-44-16,0 0-86 0,0 0 39 0</inkml:trace>
  <inkml:trace contextRef="#ctx0" brushRef="#br0" timeOffset="851.22">14781 4831 62 0,'0'0'67'0,"0"0"-8"16,0 0-6-16,0 0-8 0,0 0-2 0,0 0-10 0,0 0-10 15,0 0-13-15,0 0-8 0,0 0-12 16,0 0-6-16,0 0-8 0,0 0-35 0,0 0-61 15,0 0 27-15</inkml:trace>
  <inkml:trace contextRef="#ctx0" brushRef="#br0" timeOffset="1392.88">14519 4675 2 0,'0'0'48'0,"0"0"-4"0,0 0-1 0,0 0 2 15,0 0-7-15,0 0 2 0,0 0 1 16,0 0-2-16,0 0 0 0,0 0 1 0,0 0 2 16,0 0-7-16,0 0 9 0,0 0-13 0,0 0 5 15,0 0-2-15,0 0-2 0,0 0-7 0,0 0-5 16,0 0 2-16,0 0-1 0,0 0 2 0,0 0-4 15,0 0 4-15,0 0 1 0,0 0 1 0,0 0-1 16,0 0-3-16,0 0 2 0,0 0-3 0,0 0 11 16,0 0-7-16,0 0-6 0,0 0 4 0,0 0 7 15,0 0-7-15,0 0 3 0,0 0-2 0,0 0-3 16,0 0 3-16,0 0-4 0,0 0-4 0,0 0 16 16,0 0-17-16,0 0 4 0,0 0-12 0,0 0 6 15,0 0-4-15,0 0 0 0,0 0-3 0,0 0 7 16,0 0-6-16,0 0 2 0,0 0-6 0,0 0 3 15,0 0-2-15,0 0-2 0,0 0-6 0,0 0-20 16,0 0-15-16,0 0-19 0,0 0-25 0,0 0-19 16,0 0-74-16,0 0-190 0,0 0 84 0</inkml:trace>
  <inkml:trace contextRef="#ctx0" brushRef="#br0" timeOffset="2386.67">17071 4484 9 0,'0'0'2'0,"0"0"-5"0,0 0-1 16,0 0 1-16</inkml:trace>
  <inkml:trace contextRef="#ctx0" brushRef="#br0" timeOffset="2739">17391 4563 11 0,'0'0'14'0,"0"0"0"15,0 0-1-15,0 0-2 0,0 0-1 0,0 0-2 16,0 0-3-16,0 0-4 0,0 0 4 0,0 0-5 15,0 0-4-15,0 0-11 0,0 0-16 0,0 0 7 16</inkml:trace>
  <inkml:trace contextRef="#ctx0" brushRef="#br0" timeOffset="6846.59">29863 4171 21 0,'0'0'25'0,"0"0"-6"16,0 0-3-16,0 0-5 0,0 0-7 0,0 0 4 16,0 0-8-16,0 0 2 0,0 0-1 0,11-1 4 15,-11 1 0-15,0 0-12 0,0 0 2 16,0 0-5-16,0 0-7 0,0 0-16 0,0 0 8 0</inkml:trace>
  <inkml:trace contextRef="#ctx0" brushRef="#br0" timeOffset="12767.31">12428 8299 4 0,'0'0'47'0,"0"0"-25"0,0 0-28 16,0 0-6-16,-5 11-12 0,5-11 6 0</inkml:trace>
  <inkml:trace contextRef="#ctx0" brushRef="#br0" timeOffset="15735.98">15467 8615 7 0,'0'0'100'0,"0"0"-8"0,4 5-10 15,-4-5-9-15,0 0-6 0,0 0-12 0,0 0-9 16,0 0-17-16,0 0-17 0,0 0-25 0,0 0-25 15,7 3-48-15,-7-3-92 0,0 0 41 0</inkml:trace>
  <inkml:trace contextRef="#ctx0" brushRef="#br0" timeOffset="16817.09">16385 8349 16 0,'0'0'53'0,"0"0"1"0,0 0 0 16,0 0-9-16,0 0-2 0,3 2-7 0,-3-2-11 15,0 0 4-15,0 0 3 0,0 0 1 0,0 0-3 0,0 0-2 16,0 0-5-16,0 0-3 0,0 0 9 16,0 0-5-16,0 0 6 0,0 0-9 0,0 0-1 15,0 0 4-15,0 0-7 0,0 0 0 0,0 0-8 16,0 0 6-16,0 0-1 0,0 0-1 0,0 0-4 0,0 0 4 16,0 0 3-16,0 0-11 0,0 0 4 0,0 0-4 15,0 0-3-15,0 0 6 0,0 0-19 16,0 0 14-16,0 0 2 0,0 0-3 0,0 0 9 0,0 0-13 15,0 0 0-15,0 0 5 0,0 0 0 0,0 0 13 16,0 0-16-16,0 0-2 0,0 0-1 0,0 0-2 16,0 0 8-16,0 0-9 0,0 0 3 0,0 0 9 15,0 0-13-15,0 0-4 0,0 0 0 0,0 0-8 16,0 0-4-16,0 0-11 0,0 0-8 0,0 0-14 16,0 0-7-16,0 0-33 0,0 0-103 0,0 0 45 15</inkml:trace>
  <inkml:trace contextRef="#ctx0" brushRef="#br0" timeOffset="19309.41">27438 7600 49 0,'0'0'63'0,"0"0"-1"0,0 0-14 0,0 0-6 0,0 0 0 15,0 0-10-15,0 0 1 0,0 0-2 0,0 0-7 16,0 0 1-16,0 0-9 0,0 0-2 0,0 0 0 15,2 6-5-15,-2-6 3 0,0 0-4 0,0 0 6 16,0 0-9-16,0 0 12 0,0 0-19 16,0 0 2-16,0 0-3 0,0 0-1 0,0 0-2 15,0 0-11-15,0 0 0 0,0 0-5 0,-9 10-4 0,9-10-12 16,0 0 1-16,0 0-2 0,-7 6-20 16,7-6-63-16,0 0 29 0</inkml:trace>
  <inkml:trace contextRef="#ctx0" brushRef="#br0" timeOffset="25042.09">27679 10139 73 0,'10'0'70'0,"-10"0"-13"0,0 0-11 15,7 0-22-15,-7 0-33 0,0 0-35 16,0 0-47-16,0 0 21 0</inkml:trace>
  <inkml:trace contextRef="#ctx0" brushRef="#br0" timeOffset="26297.19">27859 11001 28 0,'0'0'84'0,"0"0"-7"0,0 0 1 0,0 0-5 15,2 7 12-15,-2-7-23 0,0 0 6 0,0 7-8 16,0-7 0-16,0 0-4 0,2 8 3 0,-2-8-10 15,2 6-3-15,-2-6-5 0,3 7 1 0,-3-7-18 16,0 0 6-16,3 7-1 0,-3-7-20 16,0 0-8-16,0 0-8 0,1 7-12 0,-1-7-4 0,0 0-15 15,0 0-6-15,0 0-7 0,0 0-12 0,-2 11-15 16,2-11-45-16,0 0-134 0,-9 0 59 0</inkml:trace>
  <inkml:trace contextRef="#ctx0" brushRef="#br0" timeOffset="26643.73">27769 11054 62 0,'0'0'103'0,"0"0"15"0,0 0-6 15,0 0-1-15,0 0-3 0,0 0 7 0,0 0-4 16,0 0-11-16,12 18-7 0,-12-18-8 0,1 6-2 15,-1-6-14-15,2 8 17 0,-2-8-9 0,4 9-2 16,0-4 7-16,-3 2-3 0,-1-7-9 0,5 10-5 16,-3-6-9-16,-2-4-3 0,3 8-6 0,-3-8-3 15,4 6-4-15,-4-6-9 0,0 0 2 0,4 5-1 0,-4-5 1 16,0 0 3-16,5 7-2 0,-5-7 5 0,4 4 1 16,-4-4-3-16,4 3-3 0,-4-3 0 15,10 1-6-15,-10-1 3 0,19-4-6 0,-5 0 0 16,9-10-5-16,3 2-4 0,3-4-14 0,3-3-12 0,14-12-20 15,-2 1-15-15,-1-3-34 0,6 0-31 16,19-21-25-16,-20 17-29 0,2-1-35 0,-7-6-102 16,22-19-325-16,-24 19 144 0</inkml:trace>
  <inkml:trace contextRef="#ctx0" brushRef="#br0" timeOffset="45117.06">11677 8196 24 0,'0'0'18'0,"0"0"-15"0,0 0-11 0,0 0-8 16,0 0 4-16</inkml:trace>
  <inkml:trace contextRef="#ctx0" brushRef="#br0" timeOffset="47643.78">16226 8584 3 0,'0'0'103'16,"0"0"-5"-16,0 0-5 0,0 0-2 0,0 0-1 16,0 0-22-16,0 0-5 0,0 0-9 0,0 0 10 15,0 0-13-15,0 0-5 0,0 0-3 0,0 0-5 16,0 0 0-16,4 5-17 0,-4-5 10 0,0 0-5 0,0 0-7 16,0 0 8-16,0 0-5 0,0 0-8 15,0 0 2-15,0 0-4 0,0 0 2 0,0 0-4 16,0 0-1-16,0 0-6 0,0 0 3 0,0 0 6 15,0 0-1-15,0 0-20 0,0 0-10 0,0 0-5 0,0 0-7 16,0 0-17-16,0 0-9 0,0 0-9 0,6-15-9 16,-6 15-70-16,0 0-157 0,0 0 71 15</inkml:trace>
  <inkml:trace contextRef="#ctx0" brushRef="#br0" timeOffset="49676.97">28379 7415 28 0,'0'0'126'0,"-1"-8"-14"0,1 8 2 16,0 0-8-16,0 0-11 0,0 0-10 0,0 0-7 16,0 0-3-16,0 0-12 0,0 0-3 0,0 0-12 0,0 0-8 15,0 0-1-15,0 0-11 0,0 0 1 16,0 0-2-16,0 0 5 0,0 0-12 0,0 0-1 15,0 0 0-15,0 0-6 0,12 20 9 0,-9-16-8 16,-3-4-8-16,6 6 2 0,-6-6 2 0,5 7 2 0,-5-7-1 16,4 5-4-16,-4-5-2 0,5 5-2 0,-5-5 10 15,0 0-6-15,4 7-1 0,-4-7 10 16,0 0-14-16,0 0 1 0,5 4-2 0,-5-4-1 0,0 0-2 16,0 0-2-16,0 0 4 0,0 0 3 0,0 0-7 15,0 0 16-15,0 5-9 0,0-5 2 0,0 0 13 16,0 0 0-16,0 0 3 0,0 0-1 0,0 0-4 15,0 0 4-15,0 0-9 0,0 0 3 0,0 0-5 16,0 0 10-16,0 0-12 0,0 0 6 0,0 0-4 16,23-9 11-16,-12 2-12 0,12-8-1 0,0-2-1 15,18-14 4-15,3 1-42 0,5-6-19 0,27-22-42 16,6-3-54-16,-9 2-76 0,7-9-243 0,-5 0 108 16</inkml:trace>
  <inkml:trace contextRef="#ctx0" brushRef="#br0" timeOffset="63019.88">15034 8532 36 0,'0'0'69'0,"0"0"-11"15,0 0-3-15,0 0-1 0,0 0-19 0,0 0-4 16,0 0-20-16,0 0-9 0,0 0-10 0,0 0-10 16,0 0-9-16,0 0-23 0,0 0-54 0,0 0 24 15</inkml:trace>
  <inkml:trace contextRef="#ctx0" brushRef="#br0" timeOffset="94783.86">15182 8620 6 0,'0'0'42'0,"0"0"-1"0,0 0-7 0,0 0 7 0,0 0-10 16,0 0-1-16,0 0-6 0,0 0 0 0,0 0-4 15,0 0 2-15,0 0-6 0,0 0 7 16,0 0-11-16,0 0 5 0,0 0-6 0,0 0-8 0,0 0 8 15,0 0-6-15,0 0 1 0,0 0 2 0,0 0-1 16,0 0-1-16,0 0-2 0,0 0 2 16,0 0 2-16,0 0-5 0,0 0 2 0,0 0-1 15,0 0-4-15,0 0-6 0,0 0 7 0,0 0 1 0,0 0 4 16,0 0-6-16,0 0-3 0,0 0 5 0,0 0-1 16,0 0 1-16,0 0-2 0,0 0-1 0,0 0 6 15,0 0-3-15,0 0 0 0,0 0 2 16,0 0-14-16,0 0 12 0,0 0-3 0,0 0 3 0,0 0-1 15,0 0 5-15,0 0-4 0,0 0 1 0,0 0-6 16,0 0-3-16,0 0 1 0,0 0 2 0,0 0-10 16,0 0 3-16,0 0-7 0,0 0-6 0,0 0-4 15,0 0-38-15,0 0-69 0,0 0 31 0</inkml:trace>
  <inkml:trace contextRef="#ctx0" brushRef="#br0" timeOffset="99425.68">7789 12079 30 0,'0'0'35'0,"0"0"2"0,0 0-4 16,0 0 2-16,0 0 0 0,0 0-1 16,0 0-6-16,-5-17-5 0,5 17 2 0,0 0 3 15,0 0 0-15,0 0-11 0,0 0 5 0,0 0-9 16,-5-5 4-16,5 5-7 0,0 0-2 0,0 0 4 0,0 0 1 16,0 0-1-16,0 0 2 0,0 0-5 15,0 0-5-15,0 0 6 0,0 0-1 0,0 0 0 16,0 0-1-16,0 0-2 0,-9-4 1 0,9 4 5 15,0 0-4-15,0 0 8 0,0 0-6 0,0 0 3 16,0 0-1-16,0 0-1 0,0 0-14 0,0 0 0 0,0 0 11 16,0 0-3-16,0 0-3 0,-7-3 5 15,7 3-5-15,0 0-12 0,0 0-12 0,0 0-13 16,0 0-10-16,0 0-49 0,0 0-100 0,0 0 44 16</inkml:trace>
  <inkml:trace contextRef="#ctx0" brushRef="#br0" timeOffset="100164.46">11247 11113 14 0,'0'0'48'0,"0"0"-1"16,0 0-9-16,0 0-5 0,0 0 2 0,0 0-6 15,0 0-4-15,0 0-7 0,0 0 0 0,0 0-3 16,0 0-3-16,0 0-1 0,0 0-1 0,0 0-5 16,0 0-1-16,0 0-8 0,0 0-4 0,0 0-10 15,0 0-5-15,0 0-29 0,0 0-56 0,8 3 25 16</inkml:trace>
  <inkml:trace contextRef="#ctx0" brushRef="#br0" timeOffset="101180.56">14958 10780 50 0,'0'0'60'0,"0"0"-13"15,0 0-3-15,0 0-7 0,0 0-10 0,0 0-14 16,0 0-15-16,0 0-21 0,0 0-20 0,0 0-45 16,0 0 20-16</inkml:trace>
  <inkml:trace contextRef="#ctx0" brushRef="#br0" timeOffset="101423.02">15205 10782 18 0,'0'0'91'0,"0"0"-6"0,0 0-1 0,0 0-15 16,0 0-5-16,0 0-19 0,0 0-7 15,0 0-6-15,4 6-16 0,-4-6-16 0,0 0-19 0,-3 15-21 16,-1-5-41-16,-2-1-87 0,-2 4 38 0</inkml:trace>
  <inkml:trace contextRef="#ctx0" brushRef="#br0" timeOffset="101719.61">14732 11975 33 0,'5'3'68'0,"-5"-3"5"0,0 0-11 15,0 0-9-15,0 0-5 0,0 0-4 0,0 0-3 16,0 0-8-16,0 0 0 0,3 7-6 0,-3-7-2 16,0 0-1-16,0 0-3 0,0 0-6 0,2 7-13 15,-2-7-10-15,0 0-13 0,-1 12-9 0,1-12-21 16,-3 10-31-16,-1-2-90 0,2-3 40 0</inkml:trace>
  <inkml:trace contextRef="#ctx0" brushRef="#br0" timeOffset="102263.03">14743 12471 19 0,'0'0'102'0,"0"0"-12"0,0 0-8 16,0 0 3-16,0 0-5 0,0 0 5 0,0 0 1 15,0 0-6-15,0 0-4 0,0 0-8 0,0 0-1 0,0 0-4 16,0 0-4-16,0 0-9 0,0 0-2 15,0 0-11-15,0 0 5 0,0 0-10 0,0 0 2 16,0 0-10-16,3-6 2 0,-3 6-4 0,0 0 0 16,0 0-6-16,0 0-4 0,0 0-1 0,0 0-1 15,0 0-3-15,0 0 6 0,0 0-6 0,0 0-2 0,0 0 2 16,0 0 1-16,0 0-3 0,0 0 3 16,0 0-1-16,0 0 6 0,0 0-11 0,0 0 4 0,0 0-4 15,0 0 3-15,0 0-4 0,0 0 0 16,0 0 0-16,0 0 3 0,0 0 0 0,0 0 1 0,0 0-4 15,0 0 3-15,0 0-7 0,0 0 9 0,0 0-8 16,0 0 2-16,0 0 0 0,0 0 0 0,0 0 9 16,0 0-10-16,0 0-1 0,0 0 1 15,0 0-6-15,0 0 5 0,0 0 3 0,0 0 2 0,0 0-3 16,0 0 5-16,0 0-8 0,0 0 4 0,0 0-1 16,0 0 0-16,0 0-5 0,0 0 1 0,0 0 3 15,0 0-11-15,0 0-7 0,0 0 2 16,0 0-9-16,0 0 9 0,0 0-12 0,0 0-11 0,0 0-6 15,0 0-6-15,0 0-1 0,0 0-6 0,0 0-7 16,0 0-5-16,0 0 5 0,0 0-21 0,0 0-60 16,0 0-159-16,0 0 72 0</inkml:trace>
  <inkml:trace contextRef="#ctx0" brushRef="#br0" timeOffset="108177.03">17650 12298 64 0,'5'3'124'0,"-5"-3"-7"0,0 0-9 16,5 7-3-16,-5-7-4 0,5 3-2 0,-5-3-6 16,0 0-13-16,5 3-8 0,-5-3 9 0,0 0 4 15,4 9-4-15,-4-9 6 0,4 7-3 0,-4-7-4 16,2 10-9-16,0-5-6 0,-2-5-8 0,4 5-2 16,-4-5-7-16,5 8-4 0,-5-8 11 0,3 7 6 0,1-3-8 15,-4-4 7-15,7 6-10 0,-7-6-3 16,0 0-4-16,2 8-6 0,-2-8-2 0,0 0 1 15,7 6 6-15,-7-6-3 0,5 4 0 0,-5-4-5 16,0 0 0-16,9 0-4 0,-9 0-3 0,0 0-3 16,16-11 2-16,-2-2-4 0,3-6-5 0,2-4-3 15,8-18-18-15,0-2-23 0,2-2-34 0,4-7-25 16,12-18-34-16,2-5-48 0,-6 0-192 0,-1-1-390 16,-5-3 172-16</inkml:trace>
  <inkml:trace contextRef="#ctx0" brushRef="#br0" timeOffset="113919.69">10276 14053 35 0,'0'0'49'0,"0"0"-3"15,0 0 2-15,0 0-10 0,0 0-1 0,0 0-9 16,0 0-7-16,0 0 3 0,0 0-6 0,0 0 5 16,0 0-11-16,0 0-11 0,0 0-1 0,0 0-6 15,0 0-2-15,0 0-1 0,0 0-9 0,0 0-39 16,0 0-61-16,13 9 27 0</inkml:trace>
  <inkml:trace contextRef="#ctx0" brushRef="#br0" timeOffset="118748.19">18194 14957 33 0,'0'0'116'16,"4"-7"-16"-16,-4 7-2 0,0 0-5 0,0 0-6 16,0 0-18-16,0 0-4 0,0 0-8 0,0 0-2 15,0 0-6-15,0 0-2 0,0 0-13 0,0 0 3 16,12 7-17-16,-12-7-9 0,0 0-14 0,8 4-21 15,-5-1-14-15,-3-3-14 0,5 5-21 0,-1-1-58 16,-4-4-141-16,0 0 63 0</inkml:trace>
  <inkml:trace contextRef="#ctx0" brushRef="#br0" timeOffset="120259.15">20163 13984 75 0,'0'0'102'0,"0"0"-6"0,0 0-10 0,0 0-3 0,0 0-7 15,0 0-9-15,0 0 0 0,0 0-11 16,0 0-7-16,0 0-1 0,0 0-5 0,0 0-10 15,0 0 4-15,0 0-20 0,0 0-6 0,0 0-17 16,0 0-14-16,4-2-24 0,-4 2-20 0,0 0-72 0,0 0-146 16,0 0 64-16</inkml:trace>
  <inkml:trace contextRef="#ctx0" brushRef="#br0" timeOffset="120978.06">20997 14862 2 0,'2'5'120'0,"-2"-5"-12"15,0 0 13-15,0 0-11 0,0 0-6 0,0 0-1 16,0 0-6-16,0 10-2 0,0-10-12 0,0 0-6 16,0 0-14-16,3 6-4 0,-3-6-8 0,0 0-1 15,0 0-4-15,0 0-1 0,0 0-7 0,0 0-5 16,0 0-5-16,0 0 2 0,0 0-8 0,0 0 2 16,-4 11-7-16,4-11 2 0,0 0-13 0,0 0-14 15,0 0-12-15,0 0-16 0,0 0-15 0,0 0-11 16,0 0-23-16,0 0-19 0,0 0-94 0,0 0-214 15,0 0 95-15</inkml:trace>
  <inkml:trace contextRef="#ctx0" brushRef="#br0" timeOffset="-126586.06">16350 8550 46 0,'0'0'46'0,"0"0"-3"0,0 0 2 0,0 0-10 15,1 8-7-15,-1-8-1 0,0 0-1 16,0 0-7-16,0 0 4 0,0 0-6 0,0 0 0 0,0 0 1 16,3 6 0-16,-3-6-11 0,0 0 5 0,0 0-1 15,0 0-1-15,0 0-1 0,0 0-5 0,0 0-2 16,0 0 5-16,0 0 2 0,0 0-6 0,0 0 1 15,0 0 1-15,0 0 0 0,0 0-5 0,0 0 5 16,0 0 3-16,0 0-5 0,0 0-6 0,0 0 3 16,0 0 1-16,0 0 3 0,0 0-5 0,0 0 0 15,0 0-1-15,0 0 4 0,0 0 5 0,0 0-6 16,0 0-4-16,0 0 12 0,0 0-7 0,0 0 4 16,0 0-3-16,0 0-1 0,0 0 3 0,0 0 0 15,0 0 8-15,0 0-13 0,0 0 6 0,0 0 2 16,0 0-7-16,0 0 4 0,0 0 2 0,0 0-1 15,0 0-3-15,0 0 2 0,0 0 3 0,0 0-5 16,0 0 6-16,0 0-1 0,0 0-3 0,0 0-11 16,0 0 6-16,0 0 4 0,1 7 4 0,-1-7-6 15,0 0 0-15,0 0 5 0,0 0-7 0,0 0 5 16,0 0-2-16,0 0-3 0,0 0 3 0,0 0-5 0,0 0 4 16,0 0-2-16,0 0 4 0,0 0-2 0,0 0-1 15,0 0-1-15,0 0 4 0,0 0-3 16,0 0-2-16,0 0 5 0,0 0-4 0,0 0-4 15,0 0 6-15,0 0-1 0,0 0-7 0,0 0 1 16,0 0-1-16,0 0-5 0,0 0-4 0,0 0-2 0,0 0-13 16,0 0-11-16,0 0-12 0,5 6-30 15,-5-6-89-15,0 0 39 0</inkml:trace>
  <inkml:trace contextRef="#ctx0" brushRef="#br0" timeOffset="-126037.55">16335 8631 48 0,'0'0'52'0,"0"0"-6"0,0 0-4 15,0 0-5-15,0 0-3 0,0 0-4 0,0 0 2 16,0 0-16-16,0 0 7 0,0 0-2 0,0 0-1 16,0 0-5-16,0 0-1 0,0 0 3 0,0 0-4 15,0 0-2-15,0 0 7 0,0 0-8 0,0 0 2 16,0 0-2-16,0 0-5 0,0 0-3 0,0 0 4 16,0 0 0-16,0 0-8 0,0 0-3 0,0 0-10 15,0 0-2-15,0 0-14 0,0 0-48 0,0 0-85 16,0 0 38-16</inkml:trace>
  <inkml:trace contextRef="#ctx0" brushRef="#br0" timeOffset="-124732.24">24704 7838 31 0,'0'0'71'0,"12"0"-3"15,-12 0-5-15,11-1-8 0,-6 0-11 0,-5 1-19 16,11 0-11-16,-11 0-29 0,12-1-45 0,-12 1-64 16,12 0 29-16</inkml:trace>
  <inkml:trace contextRef="#ctx0" brushRef="#br0" timeOffset="-124232.9">26906 7663 2 0,'0'0'92'0,"0"0"-14"0,-7 1 2 16,7-1-8-16,0 0-9 0,0 0-6 0,0 0 11 15,0 0-24-15,0 0-8 0,0 0 0 0,0 0-6 16,0 0-2-16,0 0-9 0,0 0 2 0,0 0 1 16,0 0-5-16,0 0-4 0,0 0-5 0,0 0 7 0,0 0-1 15,0 0-10-15,0 0 12 0,0 0-7 16,0 0-4-16,0 0-6 0,0 0 3 0,0 0 5 15,0 0-3-15,0 0-7 0,0 0 8 0,0 0-4 16,0 0 6-16,0 0 0 0,0 0-4 0,0 0 2 0,0 0 4 16,0 0-18-16,0 0 10 0,0 0 3 0,0 0 0 15,0 0 0-15,0 0-3 0,0 0-3 16,0 0 3-16,0 0-2 0,0 0 3 0,0 0-3 16,0 0 1-16,0 0 4 0,0 0-9 0,0 0-6 0,0 0 8 15,0 0-9-15,0 0-1 0,0 0-6 16,0 0-5-16,0 0-1 0,0 0 3 0,0 0 1 15,0 0 2-15,0 0-3 0,0 0-3 0,0 0 2 16,0 0 1-16,0 0-9 0,0 0-3 0,0 0-5 0,0 0-51 16,0 0-96-16,0 0 44 0</inkml:trace>
  <inkml:trace contextRef="#ctx0" brushRef="#br0" timeOffset="-119273.77">24559 9376 16 0,'0'0'16'0,"0"0"-12"0,0 0-10 0,6 3-7 15,-6-3 3-15</inkml:trace>
  <inkml:trace contextRef="#ctx0" brushRef="#br0" timeOffset="-118940.66">26117 9099 19 0,'0'0'48'15,"0"0"-6"-15,0 0-5 0,0 0-1 0,0 0-5 16,5 6-9-16,-5-6-16 0,0 0-17 0,0 0-28 0,0 0-42 16,0 0 20-16</inkml:trace>
  <inkml:trace contextRef="#ctx0" brushRef="#br0" timeOffset="-118638.95">27047 9060 67 0,'0'0'74'0,"0"0"-11"15,-4 5-9-15,4-5-3 0,0 0-5 0,0 0-11 16,-5 4-16-16,5-4-12 0,0 0-8 0,0 0-21 0,0 0-44 15,0 0-71-15,0 9 32 0</inkml:trace>
  <inkml:trace contextRef="#ctx0" brushRef="#br0" timeOffset="-91281.64">3681 11347 48 0,'-10'-5'59'16,"4"2"-4"-16,1-1 1 0,5 4-10 0,-12-8 11 16,8 6 10-16,4 2-2 0,-10-5-11 0,10 5-3 15,-9-5-10-15,9 5-2 0,-9-5-3 0,4 3-4 16,5 2 5-16,-10-3-1 0,10 3-11 0,-8-4 1 16,8 4-1-16,-10-4-6 0,10 4-1 0,-8-3-4 15,8 3 18-15,-9 0-22 0,9 0 3 0,0 0-5 16,-11-2 9-16,11 2-14 0,0 0 7 0,-10-2-6 15,10 2 3-15,0 0 15 0,0 0-20 0,0 0 8 16,0 0-4-16,0 0-7 0,0 0 0 0,-8-1 0 16,8 1 0-16,0 0 0 0,0 0 3 0,0 0-2 15,0 0-1-15,25-7 7 0,-6 0-7 0,9-3 5 16,5-2 0-16,3-4-1 0,10-6 2 0,2-2-5 16,1 0 5-16,4-6-5 0,-4 4 6 0,2 0-4 15,-4 3 2-15,-11 6-1 0,-3 0 0 0,1 3 0 16,-2 0-3-16,-3 1-1 0,-4 5 10 0,-6 1-9 15,-3 0 3-15,-4 2 5 0,-1 3-3 16,-5-2 5-16,1 1-11 0,-1 1 16 0,-6 2 20 0,8-3 12 16,-8 3 12-16,9-3 7 0,-9 3 5 0,0 0-4 15,4-6-9-15,-4 6-2 0,0 0-6 0,0 0-6 16,0 0-6-16,0 0-3 0,0 0-8 0,0 0 3 16,-30 6-3-16,30-6-5 0,-8 0-8 0,8 0-26 15,-8 3-50-15,8-3-51 0,0 0-26 0,0 0-122 16,0 0-281-16,0 0 124 0</inkml:trace>
  <inkml:trace contextRef="#ctx0" brushRef="#br0" timeOffset="-90119.35">11179 11737 67 0,'0'0'97'0,"-7"-4"-13"0,7 4-3 0,0 0 1 16,-14-1-10-16,14 1-2 0,-9-2-7 0,9 2 0 0,-11 0-2 15,11 0-1-15,-11 0-5 0,11 0-8 0,-13-2 2 16,13 2 5-16,-14 0-5 0,7 2-7 0,-1-2 8 15,8 0-9-15,-14 3 8 0,5-3-9 0,1 0-4 16,0 3-2-16,-1-3-5 0,9 0 2 0,-16 4-4 16,8-3-8-16,-2 1 5 0,2 1 2 0,2 0 0 15,-3-1 12-15,9-2-8 0,-13 3-10 0,13-3 5 16,-7 3-5-16,7-3-4 0,0 0-1 0,-7 2-9 16,7-2 4-16,0 0-4 0,0 0 8 0,0 0-3 15,0 0 1-15,41-9 3 0,-14 0-1 0,5-2 11 16,2-2-3-16,16-9-1 0,-1 2-2 0,1 0-3 15,-2 1-2-15,0 0 1 0,-15 7-2 0,-1 1-1 16,0-2-1-16,-5 3-2 0,-1 3 2 0,2-1 0 16,-12 3-4-16,1 0-4 0,-6 2 3 0,-2 0-1 15,-2 0 6-15,1-1-3 0,-8 4 7 0,12 0-2 16,-12 0 9-16,10-3 3 0,-10 3 6 0,0 0 12 16,6-3-3-16,-6 3 4 0,0 0-2 0,0 0-2 15,0 0-6-15,0 0-1 0,0 0-5 0,0 0-2 16,0 0-4-16,0 0-6 0,0 0-10 0,0 0-15 15,0 0-21-15,-30 5-35 0,30-5-41 0,-13 1-46 16,13-1-44-16,-13-2-128 0,6 1-350 0,0-3 154 16</inkml:trace>
  <inkml:trace contextRef="#ctx0" brushRef="#br0" timeOffset="-88710.38">11444 10927 86 0,'0'0'95'0,"0"0"-7"0,0 0-9 0,0 0-8 16,0 0-4-16,0 0-10 0,0 0 2 0,0 0-12 16,0 0-21-16,0 0-19 0,0 0-15 0,0 0-16 15,0 0-14-15,0 0-64 0,0 0-111 0,0 0 49 16</inkml:trace>
  <inkml:trace contextRef="#ctx0" brushRef="#br0" timeOffset="-87414.44">6680 10792 16 0,'0'0'18'15,"0"0"-14"-15,0 0-11 0,0 0-7 0,0 0 4 16</inkml:trace>
  <inkml:trace contextRef="#ctx0" brushRef="#br0" timeOffset="-86910.51">8032 10887 45 0,'0'0'49'15,"0"0"-17"-15,0 0-16 0,-2 10-40 0,1-2-26 16,-1 0 12-16</inkml:trace>
  <inkml:trace contextRef="#ctx0" brushRef="#br0" timeOffset="-86358.38">7743 12362 99 0,'0'0'106'0,"0"0"-15"0,0 0-6 16,-1 10-10-16,1-10-1 0,0 0-15 0,0 0-4 16,0 0-12-16,0 0 6 0,0 0-7 0,0 0-8 15,0 0-6-15,0 0 2 0,0 0-11 0,0 0 7 16,0 0-11-16,0 0 7 0,0 0-12 0,0 0 10 15,0 0-9-15,0 0 10 0,0 0-14 0,0 0 2 16,0 0-5-16,0 0 6 0,0 0-3 0,0 0 4 0,0 0-11 16,0 0 7-16,0 0-3 0,0 0 2 15,0 0-4-15,0 0 5 0,0 0-10 0,0 0 11 16,0 0-5-16,0 0-1 0,0 0 1 0,0 0 1 16,0 0-3-16,0 0 3 0,0 0-7 0,0 0 4 15,0 0 6-15,0 0-4 0,0 0-4 0,0 0 2 16,0 0-7-16,0 0 14 0,0 0-5 0,0 0 4 15,0 0-11-15,0 0 9 0,0 0 3 0,0 0-1 16,0 0 9-16,0 0 6 0,0 0 1 0,0 0 3 16,0 0-2-16,0 0-7 0,0 0 12 0,0 0-12 0,0 0-3 15,0 7 1-15,0-7 1 0,0 0-4 16,0 0 0-16,0 0 8 0,0 0-8 0,0 0 0 16,0 0-1-16,0 0 1 0,0 0-2 0,0 0 1 15,0 0-5-15,0 0 5 0,0 0-6 0,0 0 5 16,0 0-6-16,0 0 0 0,0 0-4 0,0 0 1 0,0 0-23 15,0 0-10-15,0 0-25 0,0 0-21 0,0 0-21 16,0 0-9-16,0 0-79 0,0 0-204 0,0 0 91 16</inkml:trace>
  <inkml:trace contextRef="#ctx0" brushRef="#br0" timeOffset="-85726.27">13503 11008 8 0,'0'0'-2'0,"12"-4"-1"15</inkml:trace>
  <inkml:trace contextRef="#ctx0" brushRef="#br0" timeOffset="-84451.53">14953 12036 19 0,'0'0'82'0,"0"0"3"15,0 0-9-15,0 0-18 0,0 0 4 0,0 0-4 16,0 0-4-16,0 0-14 0,0 0-11 0,0 0 7 0,0 0-2 16,0 0-4-16,0 0-1 0,0 0-6 15,0 0 2-15,0 0-3 0,0 0-3 0,0 0-5 16,0 0 4-16,0 0-2 0,0 0-6 0,0 0-3 15,0 0-2-15,0 0 5 0,0 0-1 0,0 0 1 16,0 0-3-16,0 0 9 0,0 0-12 0,0 0-5 0,0 0 4 16,0 0-3-16,0 0 3 0,0 0 9 15,0 0-8-15,0 0-1 0,0 0-1 0,0 0-9 16,0 0 6-16,0 0 13 0,0 0-9 0,0 0 1 0,0 0-2 16,0 0-2-16,0 0-6 0,0 0 4 0,0 0 7 15,0 0-8-15,0 0 6 0,0 0-2 16,0 0-2-16,0 0 2 0,0 0-3 0,0 0 2 15,0 0 2-15,0 0 5 0,0 0-10 0,0 0-5 0,0 0 12 16,0 0-5-16,0 0 4 0,0 0-5 0,0 0 2 16,0 0-3-16,0 0 5 0,0 0-6 0,0 0 1 15,0 0 10-15,0 0-2 0,0 0-5 0,0 0 4 16,0 0-11-16,0 0 8 0,0 0-4 0,0 0 3 16,0 0 0-16,0 0 3 0,0 0-6 0,0 0 8 15,0 0-8-15,0 0 4 0,0 0-11 0,0 0 18 16,0 0-8-16,0 0 3 0,0 0-7 0,-18-12 6 15,18 12 5-15,0 0-5 0,0 0 6 0,0 0-11 16,0 0 4-16,0 0 1 0,0 0-6 0,0 0 0 16,0 0 6-16,0 0 2 0,0 0 0 0,-4-6-8 15,4 6 2-15,0 0-2 0,0 0-2 0,0 0 5 16,0 0 1-16,0 0 2 0,0 0-1 0,0 0 2 16,-6-4-3-16,6 4 3 0,0 0-4 0,0 0 3 15,0 0-6-15,0 0 8 0,0 0-6 0,0 0 1 16,0 0 4-16,0 0-18 0,0 0 10 0,0 0 6 15,0 0-3-15,0 0 8 0,0 0-6 0,0 0-2 16,0 0 0-16,0 0-2 0,0 0-4 0,0 0 2 16,0 0 2-16,0 0 0 0,0 0-4 0,0 0-8 15,0 0-2-15,-3-6-10 0,3 6-9 0,0 0-23 16,-5-7-65-16,5 7-134 0,0 0 60 0</inkml:trace>
  <inkml:trace contextRef="#ctx0" brushRef="#br0" timeOffset="-79791.66">20386 12762 63 0,'0'0'110'0,"0"0"-11"0,0 0 4 16,0 0-8-16,0 0-11 0,0 0-5 0,0 0-3 15,0 0-9-15,0 0-5 0,0 0-8 0,0 0-9 16,0 0-5-16,0 0-4 0,0 0-4 0,0 0 3 15,0 0-9-15,0 0-5 0,0 0-7 0,0 0 12 16,0 0-9-16,0 0-1 0,0 0-4 0,0 0 0 16,0 0 2-16,0 0 0 0,0 0-2 0,0 0 2 15,0 0-9-15,0 0 7 0,0 0-10 0,0 0 11 16,0 0-8-16,0 0-1 0,0 0 4 0,0 0-3 16,0 0 4-16,0 0-2 0,0 0 0 0,0 0 7 15,0 0 2-15,0 0-2 0,0 0 1 0,0 0-2 16,0 0-1-16,0 0 1 0,0 0 2 0,0 0-7 15,0 0 1-15,0 0 1 0,0 0-4 0,0 0-2 16,0 0-2-16,0 0 3 0,0 0 1 0,0 0-4 0,0 0-7 16,0 0 4-16,0 0-5 0,0 0 5 15,0 0-8-15,0 0 4 0,0 0-18 0,0 0 1 16,0 0-6-16,0 0-7 0,0 0-14 0,0 0-4 0,0 0-6 16,0 0-3-16,0 0-12 0,0 0-5 0,0 0-7 15,0 0-68-15,0 0-166 0,0 0 73 0</inkml:trace>
  <inkml:trace contextRef="#ctx0" brushRef="#br0" timeOffset="-70840.93">12925 15496 16 0,'0'0'44'0,"0"0"-6"0,0 0-4 16,8 3-3-16,-8-3-6 0,5 3-16 0,-5-3-17 15,6 1-24-15,-6-1-34 0,10 5 15 0</inkml:trace>
  <inkml:trace contextRef="#ctx0" brushRef="#br0" timeOffset="-68550.33">20208 13811 29 0,'-2'-11'151'16,"0"4"-22"-16,2 7-12 0,2-11-13 0,-2 11-9 15,1-9-8-15,-1 9-12 0,1-7-7 0,-1 7-8 16,7-5-7-16,-7 5-14 0,0 0-16 0,9-4-16 16,-9 4-37-16,0 0-27 0,5 15-102 0,-8-5-172 15,1 2 78-15</inkml:trace>
  <inkml:trace contextRef="#ctx0" brushRef="#br0" timeOffset="-67929.47">21420 14741 51 0,'0'0'188'16,"-3"-7"-30"-16,3 7-26 0,0 0-15 0,0 0-21 15,4-7-16-15,-4 7-21 0,0 0-20 16,0 0-8-16,0 0-25 0,5-5-17 0,-5 5-23 16,0 0-21-16,0 0-28 0,0 0-46 0,0 0-140 15,7-2 62-15</inkml:trace>
  <inkml:trace contextRef="#ctx0" brushRef="#br0" timeOffset="-50937.53">7710 12373 45 0,'0'0'70'0,"0"0"-6"0,0 0-5 0,0 0-9 16,0 0-1-16,0 0-5 0,0 0-6 0,0 0-9 16,0 0 3-16,0 9-5 0,0-9-5 0,0 0-2 15,0 0-1-15,0 0-4 0,0 0-6 0,0 0-6 16,0 0-10-16,0 0-13 0,0 0-26 16,0 0-41-16,0 0-95 0,0 0 42 0</inkml:trace>
  <inkml:trace contextRef="#ctx0" brushRef="#br0" timeOffset="-47794.74">7436 12130 13 0,'0'0'9'0,"0"0"-4"0,0 0 4 16,0 0-6-16,0 0 5 0,0 0 0 0,0 0 3 16,0 0-8-16,0 0 2 0,0 0 0 0,0 0-7 15,0 0 6-15,0 0-1 0,0 0-1 0,0 0 1 16,0 0-4-16,0 0 2 0,0 0 1 0,0 0 0 16,0 0-4-16,0 0 5 0,0 0-1 0,0 0 4 15,0 0-2-15,0 0-2 0,0 0-1 0,0 0-1 0,0 0 0 16,0 0 3-16,0 0 0 0,0 0 0 15,0 0 0-15,0 0 5 0,0 0 4 0,0 0 5 16,0 0 1-16,0 0-3 0,0 0 6 0,0 0-6 16,0 0 7-16,0 0-12 0,0 0 4 0,0 0-3 15,0 0-3-15,0 0 6 0,0 0-4 0,0 0-6 0,0 0 6 16,0 0-8-16,0 0 4 0,0 0-1 16,0 0 3-16,0 0-8 0,0 0 3 0,0 0 2 15,0 0-1-15,0 0 2 0,0 0-4 0,0 0-5 16,0 0 6-16,0 0-6 0,0 0 3 0,0 0-7 0,0 0-2 15,0 0 0-15,0 0-2 0,0 0-6 0,0 0 3 16,0 0 0-16,0 0-1 0,0 0-1 16,0 0-4-16,0 0 3 0,0 0 1 0,0 0 1 15,0 0 2-15,0 0 2 0,0 0 1 0,0 0 5 16,0 0-4-16,0 0 1 0,0 0 0 0,0 0 0 0,0 0-12 16,0 0 19-16,0 0-16 0,0 0 17 0,0 0-13 15,0 0-15-15,0 0 7 0</inkml:trace>
  <inkml:trace contextRef="#ctx0" brushRef="#br0" timeOffset="-46280.8">7423 12111 18 0,'0'0'22'0,"0"0"0"0,0 0-1 0,0 0-1 0,0 0-3 16,0 0-1-16,0 0 0 0,0 0-5 0,0 0 0 15,0 0-4-15,0 0 6 0,0 0-3 0,0 0-3 16,0 0-2-16,0 0 1 0,0 0 1 16,0 0-1-16,0 0 0 0,0 0-5 0,0 0 5 0,0 0-2 15,0 0 0-15,0 0-3 0,0 0-3 0,0 0-1 16,0 0 0-16,0 0-1 0,0 0 2 16,0 0 2-16,0 0-4 0,0 0-1 0,0 0-3 15,0 0 3-15,0 0-1 0,6 3-2 0,-6-3-8 0,0 0-17 16,0 0-34-16,0 0 16 0</inkml:trace>
  <inkml:trace contextRef="#ctx0" brushRef="#br0" timeOffset="-45452.89">5738 10613 2 0,'0'0'3'0,"0"0"-3"16,0 0 0-16,0 0-2 0,0 0 0 0,0 0 8 16,0 0-1-16,0 0-3 0,0 0 0 0,0 0 4 15,0 0-6-15,0 0-1 0,0 0 2 0,0 0-5 16,0 0-4-16,0 0 2 0</inkml:trace>
</inkml:ink>
</file>

<file path=ppt/ink/ink1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5T10:48:22.383"/>
    </inkml:context>
    <inkml:brush xml:id="br0">
      <inkml:brushProperty name="width" value="0.05292" units="cm"/>
      <inkml:brushProperty name="height" value="0.05292" units="cm"/>
      <inkml:brushProperty name="color" value="#FF0000"/>
    </inkml:brush>
  </inkml:definitions>
  <inkml:trace contextRef="#ctx0" brushRef="#br0">10684 4446 87 0,'-4'-9'108'0,"1"5"-5"0,3 4 1 0,-5-6-6 16,5 6-7-16,-6-6-9 0,6 6-1 0,-4-7-10 16,4 7-2-16,0 0-9 0,-5-5-6 0,5 5-8 15,0 0-5-15,0 0-5 0,0 0-5 0,0 0-2 16,0 0-1-16,20-11 3 0,-3 8-3 0,5 0 2 16,7-4-7-16,3-1-3 0,2 0 3 0,4 0-3 15,11-1-4-15,-10 0-4 0,-6 4-13 0,1-1-20 16,0 1-20-16,-6 1-20 0,-7 2-15 0,-1 2-17 15,-8 0-96-15,1 3-203 0,-1-2 90 0</inkml:trace>
  <inkml:trace contextRef="#ctx0" brushRef="#br0" timeOffset="317.16">10862 4463 56 0,'0'0'105'16,"0"0"-19"-16,0 0-15 0,0 0-5 0,0 0-2 16,0 0-8-16,29 18-9 0,-22-11-4 0,2 3 2 15,-1 3-8-15,0 4 6 0,-3 2-17 0,0 8 6 16,-4 0 4-16,0 2 1 0,-3 0 1 0,-3 1 0 16,-3-1 7-16,-2 3-1 0,0-1 3 0,-1-3 0 15,-4 1-6-15,3-1-4 0,-1-1 0 0,1-2 5 16,-1 2-5-16,3-3 5 0,1-6-5 0,0-3-7 15,3 1-1-15,1 0 2 0,1-5-6 16,1-1 0-16,1 2-4 0,2-1-2 0,0-1 0 0,2 1-3 16,1-3-2-16,2 2 2 0,1-3-2 15,7 1-12-15,2-2-22 0,15 0-24 0,-1-4-29 0,2-1-31 16,4-2-27-16,0-1-82 0,2-3-229 0,0-2 103 16</inkml:trace>
  <inkml:trace contextRef="#ctx0" brushRef="#br0" timeOffset="705.66">11446 4959 37 0,'0'0'143'0,"0"0"-12"0,0 0-12 16,3 17-9-16,1-11-14 0,-4 3-4 15,0 2-10-15,1 1-11 0,-1-2-15 0,2 2 10 0,-1 0-3 16,0-1-6-16,-1 0-4 0,0 0 1 0,-1-3-3 15,1 1-8-15,0-9 5 0,-1 11-15 0,1-11 1 16,0 9 5-16,0-9 7 0,0 0 5 16,0 9 8-16,0-9 13 0,0 0 0 0,0 0-5 15,0 0-4-15,0 0-9 0,0 0-11 0,0 0-1 16,0 0-2-16,0 0-7 0,-3-29-5 0,4 16-3 16,2-2-2-16,-1 0-9 0,5-3 5 0,-3 0-10 0,4 1-1 15,-1 0-2-15,1 1-1 0,-2 4 6 0,2 2-7 16,-3 2-3-16,1 0-1 0,-1 2-1 15,3 2-3-15,-3 1 2 0,-5 3-3 0,15 2-1 16,-6-1 3-16,1 6-3 0,-1 3 4 0,1-1 2 16,1 3-5-16,-3 3 4 0,-1 0-1 0,0 0 1 0,0 0 3 15,-1 3-3-15,-1-2 3 0,-1 1-8 0,-2 2-12 16,1-1-33-16,-1 0-40 0,2-1-35 16,1-2-56-16,-4 1-112 0,2-6-319 0,1 0 141 0</inkml:trace>
  <inkml:trace contextRef="#ctx0" brushRef="#br0" timeOffset="1087.08">12672 4866 23 0,'0'0'156'0,"0"0"-20"0,0 0-10 0,0 0-14 15,0 0-14-15,0 0-9 0,0 0-4 0,0 0-9 16,0 0-5-16,21 4-13 0,-7-5-27 0,1 1-40 16,4 0-32-16,-2 1-27 0,3-1-90 0,-7 2-170 15,-1-1 76-15</inkml:trace>
  <inkml:trace contextRef="#ctx0" brushRef="#br0" timeOffset="1243.77">12648 5027 137 0,'0'0'158'0,"0"0"-12"0,-10 2-16 16,10-2-20-16,0 0-8 0,0 0-5 0,0 0-9 15,0 0-9-15,25 0-17 0,-6-2-37 0,12-4-39 16,1-1-37-16,6-2-42 0,14-1-70 15,-4 0-176-15,4-5 77 0</inkml:trace>
  <inkml:trace contextRef="#ctx0" brushRef="#br0" timeOffset="1456.72">13683 4492 154 0,'0'0'143'0,"5"-9"-12"0,-5 9-12 16,11-4 0-16,2 0-24 0,6-2-15 0,12-2 1 15,1 0-13-15,3 0-11 0,3-3-12 16,1 4-3-16,-3-2-28 0,0 2-10 0,-5 2-26 16,-1 0-41-16,-11 2-18 0,-1 1-84 0,-7 1-178 0,1 1 79 15</inkml:trace>
  <inkml:trace contextRef="#ctx0" brushRef="#br0" timeOffset="1869.11">13906 4438 25 0,'0'0'138'0,"0"0"-17"0,0 0-11 0,0 0-4 0,-10-1-16 16,10 1-9-16,0 0-12 0,0 0-10 0,0 0-8 15,0 0 2-15,0 0-10 0,0 0 0 0,0 0-5 16,13 19 2-16,-9-12-8 0,0-3-2 0,1 2 3 15,1 3-6-15,-2 0-10 0,2 1 3 16,-2-2 1-16,1 2 4 0,-3-2-3 0,0-1-2 16,2 1 0-16,0-3 0 0,-3 5 14 0,1-1 3 0,-2 2 2 15,0-3-1-15,0-8-6 0,0 17 0 16,-3-6-5-16,-1 0-2 0,0-1-2 0,2-1 8 16,-3 1-7-16,1 0 2 0,2-2-7 0,-1 3 5 15,-2 0 0-15,1 0 2 0,0 4-3 0,-1-3 0 16,1-1-4-16,1 0 1 0,-4 1 5 0,3 0-9 0,1 3 0 15,-1-4 1-15,-2 4-4 0,4-5 1 0,-1 3 0 16,3-3-1-16,-4 2-3 0,2-2-4 16,-1-1 5-16,3-4-7 0,0-5 0 0,0 15 2 15,0-8 3-15,0-7-4 0,0 9-3 0,5-2 7 16,-3-1-1-16,0 0-3 0,3-2-3 0,-1 1 3 16,5 1-2-16,2-1 3 0,1-1 2 0,1 1-5 0,3-1-6 15,4 0-22-15,0-2-25 0,2 0-31 0,-1-2-33 16,-1 0-25-16,4 1-30 0,-5 1-91 0,3-4-279 15,-6 0 123-15</inkml:trace>
  <inkml:trace contextRef="#ctx0" brushRef="#br0" timeOffset="2952.24">11417 4882 10 0,'3'-7'70'16,"-3"7"-10"-16,0 0-5 0,4-5-6 0,-4 5 10 16,0 0-19-16,0 0 11 0,2-7-11 0,-2 7 2 15,0 0-6-15,0 0-2 0,0 0 1 0,0 0 2 16,0 0-5-16,0 0-1 0,0 0-9 16,-2-10 4-16,2 10-8 0,0 0 9 0,0 0 2 15,0 0-5-15,0 0 5 0,0 0 4 0,-7-6 3 16,7 6-7-16,0 0 13 0,0 0 2 0,0 0-9 0,0 0 8 15,0 0-7-15,0 0-1 0,0 0-7 0,0 0 3 16,0 0-4-16,0 0-7 0,0 0 2 0,0 0-2 16,0 0 1-16,0 0-6 0,0 0-3 15,0 0-7-15,0 0 7 0,0 0-4 0,0 0-2 16,0 0-1-16,0 0 14 0,3 32-8 0,-2-20 10 0,0 3-2 16,1 2 0-16,-2 0 5 0,0 0 0 15,2 2 12-15,-2 0-4 0,0 0 0 0,0-2-9 16,0 0 7-16,-2 1-1 0,0-2-6 0,2-3 3 0,0 1-3 15,2 0 0-15,-2-3-2 0,0-1 0 0,0-1-4 16,0 1 1-16,0 0 1 0,2-1-5 16,-2 2 2-16,0-2-1 0,0-1-3 0,0 0-4 0,0 2-17 15,1-3-19-15,1 0-12 0,-2-7-13 0,2 14-17 16,-2-14-20-16,3 14-43 0,-2-6-24 16,1 2-79-16,-2-10-256 0,2 12 113 0</inkml:trace>
  <inkml:trace contextRef="#ctx0" brushRef="#br0" timeOffset="4074.66">14373 4909 50 0,'0'0'108'0,"0"0"-2"0,0 0-1 0,0 0 2 15,11 0-1-15,-11 0-9 0,16-7-4 0,-7 4-3 16,-2 0-6-16,4-1-11 0,0-3-3 15,0 4-8-15,-2-2 1 0,-1 1-4 0,0-3-3 0,1 4-7 16,0-5 1-16,-4 0-6 0,1 3-2 16,-2-1-4-16,-1 0-3 0,1 1-1 0,1-3 5 0,-2 2-10 15,-3 6 4-15,2-9-2 0,-2 9 2 0,2-6-1 16,-2 6-5-16,0 0-5 0,0 0 0 0,0 0-3 16,0 0-1-16,-6-11-4 0,6 11 0 15,0 0-3-15,0 0-2 0,-19 7-3 0,7 1 0 16,-3 1-6-16,2 2 7 0,-6 6 5 0,2-4 3 0,-1 6-8 15,6-5-5-15,1 0 0 0,5-1 2 16,-3-2 0-16,5 1-1 0,3 0-3 0,0-1 5 0,1 1 1 16,2-1-2-16,4 2 2 0,1-3 3 15,5 2-4-15,3-3-2 0,4-1-25 0,11-2-24 16,3-1-27-16,4-5-32 0,14 0-21 0,-12-2-27 0,11-4-107 16,-14 1-281-16,1-3 125 0</inkml:trace>
  <inkml:trace contextRef="#ctx0" brushRef="#br0" timeOffset="4249.42">15197 4742 116 0,'8'-2'161'0,"0"-4"-16"0,6 3-14 15,2-1-14-15,3-2-31 0,-2 2-34 16,2-1-33-16,-3 3-30 0,4 1-34 0,-7-1-28 15,2 2-44-15,-3 0-126 0,-1 2 56 0</inkml:trace>
  <inkml:trace contextRef="#ctx0" brushRef="#br0" timeOffset="4409.26">15215 4909 177 0,'0'0'172'16,"0"0"-2"-16,-8 2-15 0,8-2-17 0,0 0-16 0,0 0-11 15,0 0-3-15,0 0-13 0,0 0-12 0,34-9-28 16,-18 4-25-16,6 0-42 0,6-2-35 16,0-3-35-16,2 3-131 0,-4 0-230 0,3-3 101 15</inkml:trace>
  <inkml:trace contextRef="#ctx0" brushRef="#br0" timeOffset="6033.59">16848 4642 28 0,'0'0'138'16,"-2"-11"-6"-16,2 11-18 0,0 0-9 0,0 0-10 15,0 0-13-15,0 0-13 0,0 0-5 0,0 0-6 16,0 0 0-16,0 0 1 0,0 0-5 0,6 24-2 16,-3-15 6-16,-1 3-7 0,1 4 13 0,1-3-4 15,-3 3-6-15,3 0-5 0,-2 0-8 0,1-4 0 16,2 4-1-16,-2-5-8 0,1-1 5 0,-2 1 0 15,3 0-7-15,-2-1 0 0,0-2-7 0,-1-1 1 16,-1-1 0-16,-1-6-4 0,4 11-2 0,-3-8 1 16,-1-3 1-16,1 9-5 0,-1-9 1 0,3 5-2 15,-3-5 1-15,0 0 20 0,3 6 8 0,-3-6 5 16,0 0 2-16,0 0-1 0,0 0-3 0,0 0-5 16,0 0-5-16,0 0-6 0,0 0-3 0,-6-26-1 15,5 13-3-15,1 2-2 0,1-1 10 0,1-6-14 16,0 0-4-16,1 1-1 0,3-7-8 0,1 5 2 15,-1-5-2-15,2 0-2 0,1 1 2 0,1 5-1 0,-2 1 0 16,3 2-5-16,4-7 1 0,-4 9-2 16,-5 4 1-16,3 2-1 0,-3-2 1 0,3 3-4 15,0 1 2-15,0 2 0 0,0 1 0 0,3 4-4 16,-2-1-1-16,1 1 1 0,0 5 4 0,0 0-3 0,-1 3 6 16,3 1-4-16,-4 0 7 0,-1-1-4 0,1 1 2 15,-1 1 1-15,-1 0-2 0,-1-2 1 16,2 1-1-16,0-1-16 0,-2 2 0 0,-1-2 6 15,0 2 0-15,2-1 4 0,-2 1-15 0,0 1-25 16,1-1-18-16,-2 0-41 0,3-1-12 0,-1 0-27 0,3 1-24 16,-4 0-116-16,-1-2-307 0,2-3 136 15</inkml:trace>
  <inkml:trace contextRef="#ctx0" brushRef="#br0" timeOffset="6472.62">17668 4467 129 0,'0'-10'180'0,"0"10"-18"15,0 0-12-15,0 0-21 0,0 0-15 0,0 0-10 16,0 0-14-16,-12-2-9 0,12 2-5 0,-14 10-7 16,4-2-2-16,-2 1-15 0,3-2 6 0,-3 7-7 15,3-4-6-15,1 1-1 0,0 2-5 0,1 1-9 16,4-2 2-16,1-2-7 0,0 0 3 0,4 2-3 16,0-3-3-16,1 2-1 0,3-3-5 0,0 2 3 15,2-1-4-15,1 0-5 0,2-3 2 0,5 3-1 16,0 0-3-16,-1-2-4 0,2 0 4 0,-6-1-2 15,1 1 1-15,0-2 1 0,-2 2 0 0,2-2-4 16,-5 0-1-16,-2 0 1 0,2 0-7 0,-4 1 5 16,0-1 2-16,1 1-5 0,-4-6 1 0,-6 14-1 15,-2-5 8-15,-1 1-7 0,-5 2 4 0,-1-1-8 16,-3 1 2-16,2 0 0 0,-1-2-11 0,0-2-10 16,-1 0-22-16,4 1-28 0,0-3-17 0,4 0-23 0,-2-2-37 15,2 2-95-15,4-2-263 0,-1-3 117 16</inkml:trace>
  <inkml:trace contextRef="#ctx0" brushRef="#br0" timeOffset="8518.76">18563 4259 67 0,'-1'-13'114'15,"1"13"-14"-15,-1-15 17 0,1 9-17 0,0 6 5 16,-3-14-4-16,3 14-5 0,0-9-1 0,0 9-12 15,0 0-7-15,-2-9-10 0,2 9-8 0,0 0-11 16,0 0 0-16,0 0 0 0,-26 24-1 0,11-4-6 16,-3 4 5-16,0 0 3 0,-2 5-6 0,2 0-4 15,-6 13 2-15,6-13-6 0,2 0-6 0,2 1 2 16,4-3-3-16,2-2 1 0,3-1-4 0,0 1-3 16,3-1 2-16,4-4 2 0,2-3 0 0,4 7-13 15,-1-6 7-15,5 0 1 0,-1-3 0 0,8 4-2 16,1-2 1-16,3 0-27 0,3-5-27 0,0 2-10 15,3-3-31-15,-2-1-27 0,5 0-22 0,-2-2-24 16,-2 0-93-16,-1-1-262 0,-7-4 116 0</inkml:trace>
  <inkml:trace contextRef="#ctx0" brushRef="#br0" timeOffset="8759.44">18934 4330 109 0,'-1'-7'163'0,"1"7"-16"0,-2-9-11 0,2 9-19 0,0 0-12 15,0 0 5-15,0 0 10 0,0 0-1 0,0 0-3 16,3 38-6-16,0-19-3 0,-2 5-11 16,2 5-5-16,-2-1-11 0,0-1-10 0,2 1-5 15,-1-1-5-15,0 2-3 0,-2-4-6 0,2 2-8 16,-1-1-2-16,1 1-13 0,0 0-22 0,1-1-39 15,-2-7-36-15,1 1-39 0,1-1-46 0,0 1-144 0,-2-2-321 16,1-1 142-16</inkml:trace>
  <inkml:trace contextRef="#ctx0" brushRef="#br0" timeOffset="9081.41">19234 4579 1865 0,'3'-4'82'0,"-3"4"-27"0,2-6-26 16,-2 6-16-16,0 0-20 0,3-6 2 0,-3 6 4 16,0 0 2-16,0 0 2 0,0 0-2 0,9 16 1 15,-5-13 4-15,-4-3-3 0,8 7 0 0,-1-1 1 16,0-4 4-16,-2 0-2 0,5 1 4 0,3 0 4 0,-2-3 2 16,4-1-1-16,4-2-7 0,-3 0 6 0,-3 0-3 15,-2-1 2-15,1-2 2 0,-1 1-2 16,2 0 8-16,-3 0 9 0,-3-2-2 0,0-1-3 15,-2-1-5-15,-3 1-2 0,0-2 1 0,-2 0-3 16,-1-1-2-16,-2 0 1 0,-2 0-5 0,-3 1 5 16,1 2-5-16,1 0-9 0,-2 1 1 0,-2 1-4 0,2 0-14 15,0 4-6-15,-3 0-18 0,1 2-13 16,-2 2-16-16,2 2-22 0,0 0-24 0,1 3-27 16,-1 1-32-16,-1 1-113 0,4 2-310 0,-2 1 138 15</inkml:trace>
  <inkml:trace contextRef="#ctx0" brushRef="#br0" timeOffset="9257.58">19369 4347 38 0,'16'-8'122'16,"11"-6"-19"-16,0 4-21 0,1 0-25 0,3 0-12 15,-2 0-34-15,3 2-32 0,1 0-53 0,-3 2-78 16,2-4 35-16</inkml:trace>
  <inkml:trace contextRef="#ctx0" brushRef="#br0" timeOffset="9850.17">20032 3842 47 0,'-4'-5'161'16,"4"5"-15"-16,-5-8-2 0,5 8-9 0,-6-8-5 15,3 4-4-15,3 4-10 0,0 0-18 0,-5-5-5 16,5 5-11-16,0 0-4 0,0 0-11 0,0 0-5 16,0 0-8-16,-5-6-6 0,5 6-9 0,0 0-3 15,0 0-1-15,0 0-5 0,0 0-3 0,0 0-3 16,0 0 1-16,0 0-3 0,0 0-9 0,0 0 3 15,0 0-1-15,0 0-3 0,0 0 2 0,0 0-4 16,-6-5 5-16,6 5-4 0,0 0-4 0,0 0 0 16,0 0 1-16,0 0-3 0,0 0 1 0,0 0 2 15,-16 1-4-15,16-1 2 0,-15 7 0 0,3-2-4 16,-3 4-2-16,-3-2 7 0,-6 5-5 0,1 3 0 16,-2 0 4-16,5 1 0 0,-3 1 3 0,5 1-7 15,3-4 4-15,1-1-5 0,1 0 1 0,4 1 1 16,3-4-1-16,-1 0 4 0,3-1-1 0,3 2 1 15,1-1-3-15,3-2 2 0,3 0 0 0,2 0-4 16,1 0 5-16,2-4-3 0,8 1 5 0,3-2-7 16,0-1-1-16,3 0 0 0,4-2-10 0,-8-1 3 15,0-3 4-15,-3 0 5 0,-2 0-3 0,-4-1 1 16,-1-1-2-16,-1-3-1 0,-1-3-2 0,0 2 5 16,-1-1-2-16,0-2-10 0,-1-4 12 0,-2 1 1 15,-1 0-3-15,-1 5 0 0,-3-1 3 0,0-1-3 16,0 2 9-16,0 0 3 0,0 4 5 0,0 7 1 15,0-11-1-15,0 11-1 0,0-8-6 0,0 8-7 16,0 0 1-16,0 0 6 0,0 0-6 0,0 0 4 16,7 26 2-16,-5-8 1 0,0 8 3 0,-2 4 3 15,0-2 3-15,2 2-5 0,-4 1-2 0,4 2 0 16,-4-1 0-16,4 1 3 0,-1-1-3 0,-1 1-12 16,1 1-19-16,-1-1-28 0,-1 0-36 0,1-1-36 15,0 0-26-15,-1-1-164 0,-5-1-335 0,4-1 147 16</inkml:trace>
  <inkml:trace contextRef="#ctx0" brushRef="#br0" timeOffset="10213.17">20461 4249 186 0,'-2'-7'202'0,"1"1"-13"0,-3 0-15 16,4 6-16-16,-9-10-19 0,2 7-11 0,7 3-14 16,-18 2-12-16,7 2-11 0,-3 0-10 0,0 5-9 15,-1-2-4-15,0 3-10 0,5 0-4 16,0 1-8-16,2 0-8 0,3 0-11 0,1-1-3 0,4 2-7 16,0 1-3-16,3-4-5 0,2 2-5 0,1-1-6 15,2 3 1-15,2-2-2 0,2 2 1 0,-1-1 5 16,3-1 0-16,-5-3 0 0,4 5-4 15,-4-5-1-15,0 1 2 0,0-2-1 0,0 0-1 16,-4 2 1-16,0-2-3 0,-1-1 3 0,-1 0-7 16,-2 2 10-16,0 0-4 0,-1-8 1 0,-1 13 0 0,-3-5 1 15,0 0 1-15,-2-1-1 0,-2 3-2 0,-6-3-1 16,0 5-2-16,1-6-24 0,-1 3-15 0,-2-2-35 16,4-1-24-16,-1-1-31 0,2 1-129 0,-1-2-285 15,1 1 127-15</inkml:trace>
  <inkml:trace contextRef="#ctx0" brushRef="#br0" timeOffset="10484.75">20948 4006 165 0,'12'7'153'0,"3"3"-17"0,2 5-12 16,2 6-6-16,0 5-4 0,0 1-23 16,-1 2-4-16,-3 2-6 0,1 2-5 0,-1-1 0 0,-2-1-11 15,-2 2-4-15,-2-1-7 0,-4 1-2 0,-2 1-3 16,-4-1-4-16,-4-2-4 0,-6 1-2 0,0 0-3 16,-3 0-2-16,-5-1-6 0,-2-2-14 15,-3-2-28-15,0 1-32 0,-3-5-17 0,-1 0-34 16,0 1-36-16,-3-3-98 0,-2-3-251 0,1-3 111 0</inkml:trace>
  <inkml:trace contextRef="#ctx0" brushRef="#br0" timeOffset="10920.53">19103 5363 2488 0,'-37'7'17'0,"6"-3"18"16,9 1-21-16,6-2-20 0,3-1-5 0,8 2-2 16,1-1 4-16,4-3 0 0,13 14 3 0,6-10 6 15,17 1 2-15,28-4 4 0,37-2 3 16,12-8 1-16,15-4 5 0,11-1 1 0,16-7 0 16,6 0-4-16,3-3 2 0,-1-2 2 0,2 6-4 0,-8-4-4 15,-1 5 5-15,-6-2-6 0,-14 1 3 0,-5 2-1 16,-12 3-5-16,-14 3-3 0,-13-1-1 0,-34 4-3 15,-3 4-5-15,-19 1-6 0,-4-2-4 16,-9 2 1-16,-10 3-5 0,-2-5-15 0,-4 5-27 0,-3-3-26 16,-4 4-30-16,0 0-29 0,0 0-41 0,-29-14-135 15,0 10-352-15,-7 3 156 0</inkml:trace>
  <inkml:trace contextRef="#ctx0" brushRef="#br0" timeOffset="15532.4">9588 6557 14 0,'-1'-12'139'0,"1"-1"10"15,-1 2-14-15,1 2-12 0,-1-1-21 0,-1 1 8 16,2 9-9-16,-1-11-8 0,1 11-10 0,-1-8-9 16,1 8 1-16,0 0-6 0,0 0-9 0,0 0-13 15,0 0 0-15,0 0 7 0,0 0-11 0,0 31 0 16,1-11-5-16,-1 5-2 0,-3 4 0 0,3-2-3 0,-3 3-3 15,3 1-3-15,-3 1-3 0,-1-2-2 16,2 0 1-16,-1 3-2 0,-1-3 0 0,2-2-1 16,1-2-1-16,-1 0-5 0,2-1 3 0,0-5-6 15,-1-2-1-15,0 2 0 0,-1-2 4 0,1-3-2 16,0 2-5-16,1-7 0 0,0 0-1 0,-2-1 0 0,2-3 2 16,0-6-3-16,0 12 3 0,0-12-4 15,0 6 1-15,0-6-3 0,0 0 4 0,3 5 2 16,-3-5-2-16,8 4 3 0,-8-4-4 0,19-4-1 15,-4 1 1-15,6-1-6 0,7-4-12 0,2 1-19 0,4 0-13 16,0-4-29-16,2 0-28 0,1 4-27 16,-1-3-13-16,-4 4-119 0,-3 1-282 0,-2 0 125 15</inkml:trace>
  <inkml:trace contextRef="#ctx0" brushRef="#br0" timeOffset="16184.13">9988 6896 100 0,'-3'-7'137'0,"3"7"0"15,0 0-6-15,-3-4-9 0,3 4-12 0,0 0-8 16,0 0-13-16,0 0-8 0,0 0-10 0,-5-7-5 16,5 7-8-16,0 0-3 0,0 0-8 0,0 0-2 15,0 0-8-15,0 0 0 0,0 0-9 0,0 0-1 16,0 0 1-16,-8 13-2 0,8-13-2 0,0 0 0 15,0 0-2-15,0 0 3 0,0 0 3 0,-2 8 12 16,2-8 5-16,0 0 6 0,0 0 3 0,0 0 7 16,0 0 7-16,0 0-3 0,0 0 1 15,0 0-8-15,0 0-6 0,0 0-5 0,0 0-4 0,-7-18-4 16,6 10-4-16,1 8-4 0,-1-17 0 0,-2 7-5 16,1 1-4-16,0-1 0 0,2-2-5 0,-2 3 0 15,2-1-1-15,-2 3-3 0,2 7 0 0,-1-15-1 16,1 9-2-16,0 6-1 0,-1-12-2 0,1 12 0 15,0-9 0-15,0 9-2 0,-1-9-3 0,1 9 0 16,0 0-1-16,0 0-3 0,-2-9-3 0,2 9 3 16,0 0-2-16,0 0 1 0,0 0-4 0,8 22 5 15,-4-10 0-15,0-1-1 0,2 7 0 0,-1 5-2 16,2 5 5-16,-1-4 2 0,-1 5 0 0,-2-5-1 16,-3 1-1-16,2-5 1 0,-2 0 1 0,3 0-2 15,-2-3 0-15,0-1-1 0,1 0 2 0,-2-5 0 16,0-2-1-16,1 0-1 0,-1-4 1 15,0-5-2-15,0 11 1 0,0-11 3 0,0 9 2 0,0-9 1 16,1 5 0-16,-1-5 1 0,0 0 10 0,0 0 11 16,0 0 4-16,3 9 5 0,-3-9 0 0,0 0-3 15,0 0-5-15,0 0-6 0,0 0 0 0,1-29-5 16,2 20-3-16,0-4-2 0,4-1-1 0,4-3-3 16,-1 1-7-16,5-6 2 0,2 3-1 0,0-1-5 15,-3 8 4-15,0 0-4 0,2 0-3 0,1 4 0 16,-3 3 1-16,-1 0 5 0,0 2-6 0,-1 3 3 15,0 1-2-15,-1 2 1 0,-2 5 0 0,1-2-3 0,0 8 2 16,-4-5-1-16,3 7-5 0,-2 0-10 16,-2 2-15-16,-3 3-14 0,0 2-29 0,-2 3-18 15,-3-3-31-15,2 2-32 0,-2 1-34 0,2-7-160 16,0 0-383-16,-1-5 170 0</inkml:trace>
  <inkml:trace contextRef="#ctx0" brushRef="#br0" timeOffset="16749.29">10881 6881 45 0,'0'0'136'15,"-7"-4"3"-15,7 4-18 0,-6-4-8 0,6 4-11 16,0 0-1-16,-9-3-2 0,9 3 0 0,0 0-4 16,-9-2-2-16,9 2-8 0,0 0-4 0,0 0-5 15,-7-3-6-15,7 3-8 0,0 0-8 0,0 0 1 16,0 0-9-16,0 0-4 0,0 0-2 0,0 0-2 16,-10-1-4-16,10 1-6 0,0 0 1 0,0 0-1 15,0 0-4-15,0 0-4 0,0 0-1 0,-13-1-2 0,13 1 0 16,0 0-1-16,0 0-1 0,-9 0 4 0,9 0 1 15,0 0-1-15,0 0 3 0,-9 2 1 16,9-2 5-16,0 0-5 0,0 0 2 0,0 0-2 16,0 0 4-16,0 0-1 0,0 0 0 0,0 0 0 0,0 0-1 15,0 0-4-15,0 0-4 0,0 0-1 0,0 0 0 16,0 0-3-16,0 0-1 0,0 0-3 16,0 0-1-16,0 0 6 0,26-9-13 0,-17 7-13 0,3 1-23 15,7-2-19-15,-6 3-18 0,4-3-28 0,0 1-24 16,-3 1-20-16,-2 2-10 0,1-1-16 0,-2 0-103 15,-3 1-294-15,-8-1 130 0</inkml:trace>
  <inkml:trace contextRef="#ctx0" brushRef="#br0" timeOffset="16916.48">10857 7005 16 0,'0'0'131'0,"0"0"-7"0,0 0-6 0,0 0-8 15,0 0-15-15,0 0-14 0,0 0-2 0,0 0-3 16,0 0-20-16,18 4-15 0,-4-7-28 0,4 2-24 16,1-2-33-16,8-2-31 0,-5 3-60 0,6-5-147 15,3 1 65-15</inkml:trace>
  <inkml:trace contextRef="#ctx0" brushRef="#br0" timeOffset="17506.93">11986 6654 74 0,'0'0'134'0,"-3"-13"8"0,3 7-5 15,0 6 1-15,-2-10-7 0,2 10-18 0,-3-5-10 16,3 5-13-16,0 0-8 0,0 0-14 0,0 0-3 16,0 0 1-16,0 0-9 0,0 0 4 0,0 0-1 15,-5 32 2-15,4-21-6 0,-1 8-3 0,0-1-11 16,-3 2 0-16,2 5-3 0,-1 0-4 0,-2-2 0 16,3 6 0-16,1-11-2 0,-2 2-6 0,3-1-6 15,0-1 2-15,1 3-2 0,-3-2-2 0,3-3-8 16,0 1-16-16,1 1-29 0,-1-1-26 0,2-4-34 15,-1-3-23-15,2 2-23 0,-1-1-132 0,0 1-292 16,1-7 129-16</inkml:trace>
  <inkml:trace contextRef="#ctx0" brushRef="#br0" timeOffset="17694.86">12205 6889 162 0,'0'0'169'0,"2"-6"-11"0,-2 6-17 16,0 0-16-16,0 0-19 0,0 0-24 0,0 0-26 15,0 0-27-15,1-9-29 0,-1 9-13 0,0 0-15 16,0 0-27-16,0 0-32 0,0 0-55 0,0 0-152 16,24 9 68-16</inkml:trace>
  <inkml:trace contextRef="#ctx0" brushRef="#br0" timeOffset="18036">12574 6720 56 0,'-13'-2'135'0,"13"2"-9"16,0 0-7-16,-21 10 6 0,13-3-11 0,1 0-4 0,-3 1-11 15,1 1-13-15,3 2-1 0,0-2-14 0,1 3-6 16,2-1-6-16,-1 0-3 0,1-1-4 15,5 2-6-15,-1-1 2 0,1 0 3 0,7-1-8 16,-4-3-6-16,3 1-2 0,1-1 2 0,1 0-1 0,3-4 0 16,1 0-3-16,-1-2-2 0,5 2 1 15,0-4-2-15,2-1-4 0,-3-1 1 0,0-1 5 16,-4-3 0-16,-3 5 3 0,1-3 0 0,-1-1-4 0,-4-3 6 16,0 2-1-16,-1-2-2 0,-1 2-1 0,-2-2-6 15,-2-2-4-15,-2 1-1 0,0-2-3 0,-5 2-5 16,-5-5 0-16,1 3-4 0,-1 1-1 0,4 4-1 15,-3-1-5-15,2 2-4 0,-5 1-13 0,5 0-22 16,1 2-22-16,-4 2-34 0,4 1-25 0,8 0-19 16,-12 3-32-16,5 2-122 0,7-5-314 0,-7 4 139 15</inkml:trace>
  <inkml:trace contextRef="#ctx0" brushRef="#br0" timeOffset="18511.09">12942 6672 49 0,'0'0'142'0,"0"0"-8"15,10 6-17-15,-10-6-3 0,6 7-1 0,3-3-11 16,-2 3 1-16,4-1 0 0,2 2-6 0,0 2-11 16,1 1-8-16,-1 0-7 0,2-1-4 0,0 1-7 15,-1-1-4-15,-1 2-6 0,-3-2-7 0,0 0-1 16,-1-1-5-16,-3-1-5 0,2 1-4 0,-4 3-2 15,1-4-12-15,-3 2 8 0,-2-1 0 0,-2 0 0 16,-3 1-5-16,-6 2-5 0,-3-1-3 0,-2-1-4 16,-1-1-5-16,-4-2-3 0,2-1 0 0,0-1 0 15,-3-3-1-15,4 0 2 0,4-2 5 0,1-4 0 0,3 1-1 16,0-1 2-16,5-1-7 0,1-1 3 16,0 0 0-16,1-3 2 0,1-2 1 0,4-3-6 15,5-1-7-15,-1-1 9 0,7 1-3 0,4-7-1 16,-2 1-6-16,3 1 8 0,3 1-2 0,-4-2 3 15,0 1 2-15,-4 6 0 0,1-2 2 0,-1 1 5 16,-3-1 0-16,4 1-3 0,-9 1 3 0,3-3 2 16,-2 5 4-16,-4 0-2 0,0 1 15 0,0 0 8 15,-4 1 3-15,2 2 7 0,0 8-1 0,-7-13-7 16,2 7-6-16,-1 2-2 0,1 0-4 0,-3 1 0 16,-4 3-4-16,-1 2-6 0,-3 4-1 0,-2 3 2 0,2-1-2 15,-1 3-2-15,0 2-4 0,4 0-7 16,0 1-16-16,4 0-24 0,2 2-24 0,3 0-20 15,6 1-34-15,0-1-18 0,7-1-39 0,0-2-104 16,5-1-303-16,3-3 134 0</inkml:trace>
  <inkml:trace contextRef="#ctx0" brushRef="#br0" timeOffset="19035.34">13488 6864 149 0,'0'0'237'0,"0"0"-12"0,0 0-5 16,0 0-7-16,0 0-15 0,0 0-20 16,0 0-19-16,11-22-18 0,-2 12-8 0,-2 3-19 15,0-3-10-15,7-3-7 0,-3 2-12 0,2-3-11 0,3 0-7 16,-5 1-4-16,3-2-10 0,-1 0-4 16,-4 3-5-16,2-3-4 0,-2 2-4 0,0-3-2 15,0 2-5-15,-4-1-4 0,-1 3 1 0,0 0-6 16,-2 3-1-16,1-2-5 0,-3 4-2 0,2 2 1 0,-2 5-4 15,2-12-6-15,-2 12 2 0,0 0-3 0,0 0-2 16,0 0 0-16,0 0 1 0,0 0-1 16,0 0-2-16,-11 29 4 0,5-15-1 0,4 3 1 15,-6 1-1-15,6-2 1 0,0 0-1 0,2-4-1 16,2 1 3-16,0-1-4 0,3 1 4 0,0-3-4 0,1 1 4 16,1-3-2-16,7 3 4 0,-5-5-3 0,8-2-1 15,3 0 3-15,-1 0 2 0,0-3-5 0,2-4 2 16,0 1-1-16,-2-2 2 0,-7 1-5 15,5-3 1-15,-3 1-2 0,-5-1 3 0,0 0-2 0,1-1 1 16,-4-2-3-16,0-1 3 0,-3 0 0 0,1-1 0 16,-2 0 0-16,-2-1 0 0,0 1-2 0,-2-5 1 15,0 3 3-15,2 1-4 0,0 3 3 0,0 9-1 16,-3-12 7-16,2 7-7 0,1 5-3 0,-3-7-3 16,3 7-3-16,0 0 0 0,0 0 3 0,0 0-2 15,0 0 4-15,-10 24-1 0,4-8 4 0,2 2 0 16,2 0 1-16,0 7 1 0,-1 0 0 0,1-5-7 15,2 5-25-15,4-7-18 0,-4 1-23 0,2 0-36 16,1 0-20-16,1-4-17 0,3 1-14 0,-2-4-12 16,3-1-9-16,-1-1-126 0,1-4-331 0,0-2 146 15</inkml:trace>
  <inkml:trace contextRef="#ctx0" brushRef="#br0" timeOffset="19537.75">14072 6819 14 0,'2'-9'138'0,"2"0"-2"0,-3 1 5 0,1 2 7 15,-2 6-5-15,4-10-13 0,-2 6-15 0,-2 4-12 16,0 0-14-16,2-8-8 0,-2 8-6 0,0 0-5 16,0 0 2-16,0 0 4 0,0 0-3 0,12 14-4 15,-12-14-1-15,4 8-2 0,-4-8-6 0,1 6-4 16,-1-6 0-16,2 8 3 0,-2-8 11 0,0 0 9 16,4 4 11-16,-4-4 9 0,0 0 0 0,0 0-7 15,0 0-8-15,0 0-9 0,0 0-10 0,0 0-4 16,0-20-7-16,0 20-6 0,-2-14-5 15,2 6-4-15,0-4-2 0,4 2-5 0,-2-3-5 0,1 1-5 16,4 0 2-16,-3 0-5 0,1 1-5 0,6-3-2 16,-1 2-3-16,1 0-2 0,-3 4-6 0,4 2 0 15,-1 2-1-15,0 1-2 0,1 3-1 0,1 1 2 16,-1 3-2-16,0 1 2 0,2 5-1 0,1 2 0 16,-3-1 0-16,2 4 1 0,-4-2-2 0,-1 0 3 15,1 1 0-15,-2-2-2 0,-3-2 1 0,2-1 2 16,-4 1-1-16,5-3-1 0,-6-2 1 0,1 0 3 15,-3-5 1-15,4 8 2 0,-4-8-4 0,2 5 8 16,-2-5-5-16,0 0 2 0,0 0-5 0,0 0-2 16,0 0 1-16,0 0 0 0,2-23-5 0,-1 12 4 15,0 2-3-15,2-2 2 0,6-4-4 0,-4-1 1 16,4 2-1-16,-1-2-3 0,2 0-1 0,5-3 1 16,1 3-2-16,-1 4 6 0,0 2-7 0,0 2 2 15,1 0-4-15,2 4 1 0,-4 3 4 0,-2 1-2 16,1 2 2-16,1 3 3 0,-2 1-1 0,-3 2 3 15,4 4-4-15,-4 1 4 0,2 4 0 0,-6-3-4 16,1 3-25-16,-1 2-25 0,-3 0-33 0,-4 0-47 16,1 2-49-16,-3 3-59 0,-2 0-146 0,0-4-425 15,-2-4 188-15</inkml:trace>
  <inkml:trace contextRef="#ctx0" brushRef="#br0" timeOffset="20285.4">16915 6340 59 0,'-3'-13'189'16,"-1"4"-10"-16,2-1-6 0,1 5-20 0,1 5-17 15,-4-11-15-15,4 11-12 0,-3-6-16 0,3 6-6 16,0 0-10-16,0 0-2 0,0 0 5 0,3 38-8 15,-1-13 2-15,-2 3-9 0,3 3-4 0,-4 1 0 16,1 1-7-16,-2 2-3 0,-2-3-7 0,2 2-5 16,1-3-4-16,-1-1-1 0,-4-2-1 0,4-2-2 15,0-1-6-15,0-6 0 0,-1-1-2 0,1 1-4 16,0-4 2-16,2-4-5 0,-1-1 1 0,1 1-3 16,0-5-2-16,0-6 1 0,0 14 1 0,3-9-4 15,-3-5 3-15,5 8-6 0,-5-8 10 0,5 6-4 16,-1-3-1-16,3-2 1 0,1 0-3 0,2-1 2 15,4-1-1-15,4 0-4 0,1-2-2 0,9 0-17 16,-1-3-21-16,1 1-35 0,4-2-43 0,1 0-30 16,1 1-23-16,-4-2-168 0,1-1-357 0,0 1 158 15</inkml:trace>
  <inkml:trace contextRef="#ctx0" brushRef="#br0" timeOffset="20641.79">17470 6813 113 0,'0'0'186'0,"0"0"-17"0,0 0 2 15,0 0-14-15,0 0-10 0,0 0-12 0,0 0-14 16,15 0-8-16,-15 0-14 0,24-8-1 0,-7 0-11 16,2 0-5-16,0 0-8 0,7-3-3 0,-6 2-8 0,-4 0-3 15,1 2-3-15,-1-3-5 0,-2 2-1 0,-4 0-6 16,4-2-5-16,-8 1-4 0,0 1-6 15,-1-1 2-15,-3 2-3 0,0 0-1 0,-2 7-4 16,0-14 2-16,-4 6-5 0,0 3-2 0,-4-2-5 0,2 4-1 16,-3-4-3-16,-1 5-1 0,-1 1 0 15,-3 1 3-15,1 2-6 0,-6 3-1 0,-1 4 9 16,2 0-4-16,-5 7 3 0,1-1 1 0,7-4-4 16,0 0-1-16,3 3 2 0,3-5-2 0,3 3-3 0,-1-2 2 15,4 2 1-15,1-1-6 0,4 0 7 0,3-1 0 16,2 2-10-16,6 1-17 0,7-3-15 15,7-2-31-15,5 4-40 0,3-3-42 0,4-5-23 0,12 0-31 16,-13-1-122-16,14-2-347 0,-1-2 153 16</inkml:trace>
  <inkml:trace contextRef="#ctx0" brushRef="#br0" timeOffset="20834.95">18376 6672 33 0,'0'0'228'16,"0"0"-22"-16,1-8-24 0,-1 8-21 15,0 0-9-15,6-4-19 0,2 1-17 0,-8 3-19 0,16-3-40 16,-3 3-27-16,1-4-36 0,3 1-36 0,1 2-38 16,-1 1-30-16,-3-1-84 0,-4 1-208 0,3 1 93 15</inkml:trace>
  <inkml:trace contextRef="#ctx0" brushRef="#br0" timeOffset="20991.1">18413 6783 58 0,'-7'3'189'0,"7"-3"-8"0,0 0-5 16,-6 5-8-16,6-5-7 0,0 0-16 0,0 0-11 16,0 0-14-16,0 0-11 0,0 0-15 0,31-2-10 15,-10 0-24-15,11-2-35 0,2 0-42 0,-1 1-35 16,4-2-36-16,0-1-46 0,-4-2-102 0,2 5-255 15,-1-3 113-15</inkml:trace>
  <inkml:trace contextRef="#ctx0" brushRef="#br0" timeOffset="22157.02">20197 6329 36 0,'-2'-11'140'0,"1"-2"22"15,0 4 2-15,0-4-14 0,-2 2 3 0,1 4-10 16,2 7-8-16,-2-14-10 0,2 9-12 0,0 5-16 16,2-8-19-16,-2 8-1 0,0 0-10 0,0 0-8 15,0 0 0-15,0 0-8 0,8 26 0 0,-5-8-2 16,1 1-2-16,-2 5-4 0,1 4-2 0,1-1-1 16,-2 1-1-16,0-1-4 0,-1-2 1 0,0 2-5 15,3-8-6-15,-3 6-3 0,-1-5-1 0,3-1 1 16,-3-2-4-16,0 2 1 0,-1 0-2 0,1-2-17 15,0 0-9-15,0 1-27 0,-2-3-10 0,0 1-27 16,2 1-12-16,-3-5-29 0,1 1-25 0,2 0-18 16,-2-2-128-16,0-2-308 0,2-3 137 0</inkml:trace>
  <inkml:trace contextRef="#ctx0" brushRef="#br0" timeOffset="22340.92">20484 6547 87 0,'3'-6'160'0,"-3"6"-12"0,0 0-22 15,3-9-14-15,-3 9-24 0,0 0-13 0,0 0-14 16,0 0-13-16,0 0-25 0,0 0-15 0,0 0-27 16,0 0-17-16,0 0-15 0,7 19-28 0,-3-16-47 15,4 2-135-15,2-4 60 0</inkml:trace>
  <inkml:trace contextRef="#ctx0" brushRef="#br0" timeOffset="22766.78">20933 6310 11 0,'-9'-11'174'0,"1"0"-24"0,1 1-2 15,-4 4-9-15,-1 1-10 0,0 1-8 0,-6 1-8 0,0 3-11 16,0 4-7-16,3 2-5 0,-1 1-8 15,-1 2 2-15,4 2-13 0,2 2-6 0,-1-1-3 16,4 0-7-16,3 3-12 0,3-3 5 0,0-1-7 16,2 2 0-16,3-1 0 0,0 0-12 0,3-3-1 15,2 1-3-15,3-1-4 0,2 0 5 0,0-3-11 16,-2-1-5-16,3-2 0 0,-1 1-7 0,-1-4 5 16,3 0 0-16,-5 0-8 0,-1-5 2 0,1 2 2 15,-1-4-4-15,-1-1-1 0,-2-1 5 0,2-2-3 16,-4 2 7-16,2-6-5 0,-1 0-3 0,-1 0 2 0,-1-2 2 15,-1 2 6-15,-2-2 4 0,3 1-2 16,-6 3 9-16,6 3 11 0,-3 1 11 0,0 3 4 0,0 6-12 16,0-11-2-16,0 11-4 0,1-8-7 15,-1 8-2-15,0 0-3 0,0 0-1 0,0 0-3 0,0 0 8 16,5 37 4-16,-4-17 1 0,-1 6-1 0,-1 2-3 16,0 3 1-16,1 0-1 0,-1 2 2 15,-2-1-3-15,-2 0-3 0,4-2 2 0,-2 1-4 16,2-2 0-16,-2 1-4 0,3-2-16 0,0-2-31 0,2 3-35 15,-1-3-20-15,0 0-44 0,-1-8-35 0,3 0-28 16,-3 0-149-16,2 0-373 0,3-9 165 16</inkml:trace>
  <inkml:trace contextRef="#ctx0" brushRef="#br0" timeOffset="23241">21141 6785 1456 0,'8'-15'9'0,"-3"2"35"0,0 3 1 15,2-6-17-15,-4 5-7 0,7-4-10 0,-3 2 9 16,-1-1-5-16,2-3 7 0,2 2 7 0,0-3 13 16,0 3 11-16,3-7-1 0,-2 5-2 0,-2 0-5 15,5-8-2-15,-1 4-5 0,0-1 0 0,-2-1-1 16,-3 6 1-16,2-3-3 0,0-1-4 0,-4 2-1 16,-1 0-3-16,2 2-3 0,-2-2 0 0,-1 6 0 15,-2 2 5-15,0 1 4 0,0 2 1 0,-2 8-7 16,1-9-2-16,-1 9-4 0,0 0-6 0,0 0 1 15,0 0-3-15,0 0 0 0,0 0 0 0,-9 38 2 16,3-14-7-16,0 1-1 0,2 0 1 0,1-5 0 16,2 3-3-16,1-4 3 0,3 0 1 0,-1-3-4 15,3 1 3-15,3-1-7 0,-2-3 9 0,5 1-9 16,-1-5 4-16,0-1-3 0,4 0-5 0,1-1-2 16,2-2-4-16,1-2 0 0,0-3-1 0,-5 0 3 15,-1-3-1-15,1 0 0 0,-3-1 2 0,2-2 0 16,-3-3 3-16,-2 1-2 0,2-5 0 0,1-2 0 15,-3-2 3-15,-2 2-3 0,-1-3 7 0,0 1-4 16,0-2 3-16,-1 2 0 0,1 5 7 0,-3 2 9 16,2 0 7-16,-2 3 0 0,1 0 1 0,-2 7-10 15,0-9-2-15,0 9-2 0,0 0 1 0,0 0-4 16,0 0-1-16,0 0 1 0,0 0 19 0,-6 33-4 16,3-16-4-16,1 0 2 0,1 0-10 0,2 4-22 15,1-2-26-15,0 1-36 0,1-1-34 0,2 0-35 16,1 0-34-16,0-2-27 0,-3 0-147 0,2-3-380 15,-1-2 169-15</inkml:trace>
  <inkml:trace contextRef="#ctx0" brushRef="#br0" timeOffset="23783.62">21821 6655 81 0,'3'-9'223'0,"-3"9"-3"15,1-9-9-15,-1 9-3 0,1-8-6 0,-1 8-10 16,1-6-6-16,-1 6-12 0,0 0-10 0,-1-10-9 0,1 10-12 15,0 0-8-15,0 0-6 0,-1-11-10 16,1 11-9-16,-3-7-10 0,3 7-7 0,-3-9-7 0,3 9-5 16,0-12-6-16,-3 5-4 0,3 7-8 15,-1-15-4-15,1 6-8 0,1-2-4 0,-1 2-2 16,1-2-7-16,3 1-1 0,-1-3-7 0,0-2-7 0,4-2 2 16,-1 2-1-16,2-2-6 0,2 2 7 15,-1-2-11-15,1 2 0 0,3 0-3 0,-5 5-4 16,5-2 3-16,-2 5-8 0,-1 0 1 0,2 2-2 15,4 2 0-15,-4 4-3 0,2 3 2 0,1 0-2 16,1 6 2-16,-2 1-2 0,-2 3 0 0,0 0 2 16,-3 1-3-16,-1-1 2 0,-1 1 3 0,-4-1-4 15,1-4 3-15,1 1-4 0,-3 2 4 0,3-3 0 16,-3 1 0-16,-1-5 3 0,0 4 2 0,0-4-3 16,-1-6-3-16,2 9 3 0,-1-3 3 0,-1-6 2 15,0 0 3-15,0 0-4 0,0 0-1 0,0 0 0 0,0 0-3 16,0 0-2-16,0 0 2 0,0 0 0 0,0 0 3 15,0 0-4-15,-5-25 0 0,7 15-1 16,1-3-2-16,2-2-1 0,3-2-6 0,5-7-1 16,1 1 0-16,5-2-6 0,3 0 0 0,1 2 0 0,2 2 1 15,1 1 3-15,-1 4 2 0,0 7-2 0,-5 1 0 16,-1 3 2-16,-1 3 2 0,1 2-2 0,-5 2 0 16,-1 1 3-16,3 6 0 0,-4 1-2 0,-3 1 5 15,0 4-3-15,-1 0 1 0,-4 2 4 0,-1 0 1 16,0 4 4-16,0 4 4 0,-2-4-9 0,-4-1 2 15,1-1-2-15,-1-1-19 0,-1-1-25 0,3-1-40 16,1 0-41-16,-5-2-53 0,5-3-49 0,1-1-53 16,-1-3-157-16,4-2-474 0,-4-5 210 0</inkml:trace>
  <inkml:trace contextRef="#ctx0" brushRef="#br0" timeOffset="23944.74">22833 6428 1962 0,'9'-10'24'0,"-2"1"107"15,-2-1-59-15,-1 2-2 0,-3 0-10 16,2 0-8-16,-2 1-13 0,-1 7-6 0,2-9-4 0,-2 9 2 16,3-10-6-16,-3 10-3 0,2-7-4 0,-2 7-24 15,0 0-33-15,3-7-45 0,-3 7-26 0,0 0-23 16,0 0-40-16,0 0-165 0,0 0-365 0,0 0 162 16</inkml:trace>
  <inkml:trace contextRef="#ctx0" brushRef="#br0" timeOffset="25036.15">8281 7673 30 0,'-10'0'42'0,"-3"-1"14"0,0-1-1 0,0 1-8 0,2-1 12 0,-1-1-9 16,0 3 13-16,1-1-16 0,1-5 5 0,0 6 9 16,2-1-1-16,8 1-7 0,-14-2 6 15,14 2 5-15,-10-1-7 0,10 1-5 0,-9 1-5 0,9-1-7 16,0 0-10-16,0 0 4 0,-9-1-5 0,9 1-1 15,0 0-4-15,0 0-3 0,0 0 7 0,17 11 2 16,-7-10 7-16,4 3-6 0,3 4-5 0,4-4 8 16,10-3-3-16,5 3 4 0,15-3 5 15,2-1 5-15,6-5-1 0,5 1 2 0,32-5-1 0,-1 4 3 16,-2-4 3-16,-2-1-6 0,3-3-13 0,0 3 6 16,1 2 5-16,5-1-4 0,6-4-6 0,3 3 2 15,2 5-1-15,-4-7-3 0,8 1-3 0,8-1-3 16,0 1 3-16,7 2-2 0,3-3 3 0,3-1-1 15,0 2-1-15,6-2 1 0,4 0 0 0,2-3 1 16,2 7-4-16,3-4 0 0,0 0-2 0,3-3 2 16,4 5 0-16,5 0-2 0,-3 0-4 0,2 1 0 15,2-2-5-15,0 1 6 0,5 1 5 0,-3-1-9 16,1 1 0-16,1 0-1 0,2-2 0 0,3-1 6 16,0 6-4-16,2-4-1 0,1-3 5 0,2 4-2 15,4-1 1-15,-2 2-1 0,-3-4 0 0,6 1-2 16,6 2-3-16,3 5-1 0,-8-5-2 0,5-1 1 15,0 4 4-15,2-1-3 0,-4 2-3 0,3-1 3 16,0 2 3-16,-2 0-2 0,6 2-4 0,-4-4-1 16,-7 1-1-16,4 0 6 0,3 1-8 0,-2 2-1 15,2 1 1-15,-6-2 2 0,7-3-4 0,0 4 5 16,2 0-1-16,-6-1 7 0,-1-1-3 0,2 0 0 16,-5 3 2-16,-2 1-2 0,0-2 10 0,5-3-5 15,-3 2-1-15,-3 1 3 0,-1 3-4 0,-5-2 6 0,2 2 3 16,-4 2-10-16,-3 1 0 0,-5-3-2 15,-2-3 2-15,-2 0-2 0,-2 0 0 0,-6 2-3 16,-4 2-2-16,-5-1 1 0,-4-3-2 0,-4 0-1 16,-3-1 1-16,-5 1-1 0,-6 1 1 0,-4-2-4 0,-5 1 3 15,-6-1 2-15,-4 4-2 0,-3-5 1 0,-4 6-4 16,-5-4 4-16,-31 2 7 0,4-2-7 0,-2 0-4 16,2 1 0-16,-1-3-2 0,-5 1 1 15,-3 0 1-15,-5 0 3 0,-12 1-2 0,-1 2-2 0,-2-1-2 16,-4 0 1-16,0-1 0 0,-6 0 0 0,-8 2-6 15,-1 1-7-15,-6 0-3 0,1-3-27 0,-7 2-22 16,-5 1-25-16,12 1-29 0,-12-1-35 0,0 0-47 16,8 0-54-16,-8 0-156 0,0 0-445 0,0 0 197 15</inkml:trace>
</inkml:ink>
</file>

<file path=ppt/ink/ink1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03:08.847"/>
    </inkml:context>
    <inkml:brush xml:id="br0">
      <inkml:brushProperty name="width" value="0.05292" units="cm"/>
      <inkml:brushProperty name="height" value="0.05292" units="cm"/>
      <inkml:brushProperty name="color" value="#FF0000"/>
    </inkml:brush>
  </inkml:definitions>
  <inkml:trace contextRef="#ctx0" brushRef="#br0">21682 4249 10 0,'0'0'26'0,"0"0"-4"16,0 0-5-16,0 0 3 0,0 0-10 0,0 0 6 15,0 0-5-15,0 0 0 0,0 0-8 0,0 0 2 16,0 0-2-16,0 0-1 0,0 0-4 0,0 0-3 16,0 0-4-16,0 0-2 0,0 0-11 0,0 0-24 15,0 0 12-15</inkml:trace>
  <inkml:trace contextRef="#ctx0" brushRef="#br0" timeOffset="6183.96">14404 7073 46 0,'0'0'62'0,"0"0"4"0,0 0-11 0,0 0-6 16,0 0-16-16,0 0 9 0,0 0-8 0,0 0 4 16,0 0-5-16,3-5-2 0,-3 5-2 15,0 0-3-15,0 0 1 0,0 0 2 0,0 0-10 16,0 0-2-16,0 0-5 0,0 0 11 0,0 0-10 0,0 0 3 15,0 0-1-15,0 0-7 0,0 0 6 16,0 0-5-16,0 0 2 0,0 0 2 0,0 0-3 16,0 0 2-16,0 0-5 0,0 0-4 0,0 0 16 15,2-8-6-15,-2 8-1 0,0 0-7 0,0 0-1 16,0 0 7-16,0 0 3 0,0 0-3 0,0 0-4 0,0 0 0 16,0 0 3-16,0 0-8 0,0 0-7 0,0 0 13 15,0 0-1-15,5-4 0 0,-5 4-1 0,0 0-6 16,0 0 0-16,0 0 8 0,0 0-9 15,0 0 2-15,0 0-1 0,0 0 3 0,0 0-5 0,0 0 1 16,0 0 5-16,0 0-1 0,0 0 5 16,0 0-3-16,0 0-5 0,0 0 1 0,0 0 1 0,0 0 3 15,0 0-4-15,0 0-1 0,0 0 0 16,0 0 6-16,0 0-7 0,0 0 1 0,0 0 3 16,0 0-1-16,0 0-5 0,0 0 4 0,0 0-4 0,0 0 5 15,0 0-10-15,0 0 11 0,0 0 2 0,2-6-8 16,-2 6-1-16,0 0-11 0,0 0 1 15,0 0-7-15,0 0 0 0,0 0-5 0,0 0-12 16,0 0-13-16,0 0-8 0,0 0-3 0,16 6-50 0,-16-6-121 16,2 7 54-16</inkml:trace>
  <inkml:trace contextRef="#ctx0" brushRef="#br0" timeOffset="9282.31">23651 6418 95 0,'0'0'94'0,"0"0"-5"0,0 0-4 0,7-4-2 0,-7 4-9 15,0 0-9-15,0 0 1 0,0 0-8 0,0 0-13 16,0 0 3-16,0 0-10 0,0 0-4 0,0 0 4 16,0 0-2-16,0 0-3 0,4-8 2 0,1 4-15 15,7-3-3-15,14-9 12 0,4-3-18 0,15-13-24 16,26-18-18-16,7 0-25 0,3-2-25 0,5-3-71 15,4 0-165-15,-5-8 72 0</inkml:trace>
  <inkml:trace contextRef="#ctx0" brushRef="#br0" timeOffset="27786.46">3170 8668 97 0,'0'0'128'0,"0"0"-7"0,0 0-7 16,0 0-3-16,0 0-7 0,0 0-8 0,0 0 0 16,5 5-4-16,-5-5 0 0,0 0 5 0,0 0 1 15,0 0-2-15,0 0-3 0,16-2-8 0,-16 2-3 0,7-6-1 16,-7 6-2-16,9-4-8 0,-5 1 3 15,1-3-10-15,2 1-5 0,2 0-2 0,-3-2-8 16,2-3-3-16,0 3-4 0,0-3-5 0,0 1-4 16,1-7-2-16,-2 4-8 0,0-1 2 0,-2 2-1 15,-1 0-5-15,0 0 3 0,0-1-2 0,1 2-1 16,-3-3-2-16,1 4 0 0,-2-1-2 0,0-1 4 16,1 3-3-16,-2 8-1 0,0-16-4 0,0 9 4 15,0 7-5-15,-4-12-3 0,0 5 1 0,4 7-1 0,-4-7-4 16,4 7 0-16,-7-6-2 0,7 6 1 0,-13 2-1 15,13-2 2-15,-21 8-2 0,6 1-3 0,-7 6 0 16,2 0 1-16,2 6-3 0,0 0 6 16,-1 0-3-16,2 1-2 0,7-5-1 0,-4 6 1 15,4 1 0-15,3-5 14 0,2 6 0 0,3-6-1 0,0 0 0 16,4-1-2-16,1 2-2 0,1-3 5 0,3 0-3 16,0-2 0-16,5-1-2 0,-1 1 0 0,3-2-5 15,3-4-10-15,0 1-19 0,3-2-22 16,0-2-31-16,7 1-27 0,-1-6-30 0,-4 0-26 0,6-2-19 15,0-1-144-15,-9-1-355 0,-1-2 157 0</inkml:trace>
  <inkml:trace contextRef="#ctx0" brushRef="#br0" timeOffset="27996.53">3505 8537 20 0,'-1'-8'215'0,"1"8"-13"16,0-10-17-16,0 10-20 0,0 0-18 0,2-6-5 15,-2 6-6-15,0 0 9 0,0 0-7 0,18 12-17 16,-9-5-8-16,0 4-9 0,3 1-11 0,2 1-6 16,-3 2-10-16,3-1-8 0,-2 0-4 0,1 0-7 15,-1 0-7-15,0-1-21 0,0 0-26 0,-1 0-25 16,-3-4-31-16,0 1-24 0,-1-1-33 0,0 0-14 16,0-2-26-16,-1 0-14 0,1-1-116 0,-4-3-303 15,-3-3 134-15</inkml:trace>
  <inkml:trace contextRef="#ctx0" brushRef="#br0" timeOffset="28183.71">3763 8457 17 0,'0'0'179'0,"0"0"1"16,0 0 1-16,0 0 4 0,-19 24-10 0,9-10-14 15,-2 10-9-15,-2 0-15 0,0 1-10 0,1 2-14 16,-1 0-9-16,0 0-13 0,-1-1-11 0,3-1-22 15,-1-1-25-15,3-7-32 0,3 0-30 0,-3-1-22 16,5-4-41-16,-1-2-35 0,1 3-153 0,1-3-302 16,3-4 134-16</inkml:trace>
  <inkml:trace contextRef="#ctx0" brushRef="#br0" timeOffset="29076.8">4005 8522 45 0,'2'-7'230'16,"-2"7"-15"-16,0 0 2 0,0 0-12 0,-9-5-12 15,9 5-12-15,0 0-12 0,-19 11-11 0,8-3-15 16,-2 4-11-16,1 1-13 0,1 0-14 0,0 3-7 16,0 1-12-16,3-2-9 0,3 2-7 0,-2 1-7 15,3-1-6-15,4-1-9 0,-1 1-3 0,2-2-7 16,3 1 0-16,0-6-8 0,3 1 2 0,1-2-12 15,2-2-6-15,4 3-1 0,5-6-2 0,-5 2-4 16,4-4-4-16,5-1-5 0,-2-2 1 0,2 1-6 16,-4-4-3-16,3 0-5 0,-4-4-2 0,2 2 3 15,-1-3-4-15,-5-1 5 0,1-1-2 0,-2-1 3 16,1 0-1-16,-3-2-1 0,-4 0 3 0,-1 2-1 16,1-4 3-16,-4 1 1 0,-3 0 0 0,-2 1 0 15,2 3 2-15,-1-1 5 0,-1 3 3 0,0-2 1 16,-1 7 6-16,3 4 3 0,-3-11 1 0,3 11 2 15,-7-7-4-15,7 7-4 0,0 0 1 0,0 0 0 16,0 0-3-16,-14 18 2 0,8-3 0 0,1 2 1 16,2-2-1-16,1 4-1 0,1-1-2 0,-1 2 1 15,4-4 0-15,0 2-1 0,3 0 2 0,-2-6-5 16,2-1-1-16,4 3 2 0,-3-3-2 0,3-5 4 16,1 3-1-16,2-4-12 0,1-1-2 0,3 0-6 15,1-3-3-15,2-4-3 0,-1 1-6 0,-1-3-1 16,0-3 3-16,1 0-4 0,0-2 1 0,-2 0 2 15,0-5-1-15,-2 2 0 0,-1 1 1 0,-1-5 0 16,-2 2 2-16,-3 0 3 0,1-1-1 0,-4 0 1 16,-1 1 0-16,-2 1 1 0,0 4 10 0,2 0 5 15,-3 1 12-15,1 2 7 0,-1 7 2 0,2-10-5 16,-2 10-4-16,0 0-3 0,3-7 7 0,-3 7 5 16,0 0 4-16,0 0 1 0,4 22 6 0,-3-11-2 15,-1 6 0-15,0 0-3 0,-1 0-1 0,-1 1-1 0,1-2-5 16,2 0 1-16,1-4-2 0,-1 0-2 15,2-1 1-15,0-1 0 0,1-3-3 0,-1-1 1 16,0 0 2-16,0-2-1 0,4 0 0 0,-7-4-1 16,12 4 0-16,-3-6 1 0,-9 2-1 0,20-4 0 15,-9-2-1-15,2 1-2 0,-3-2 0 0,2 0 3 16,-1-2-5-16,2-5 4 0,0 2-5 0,-1-4 3 16,-1-1 2-16,-3 2-5 0,1-1 0 0,-2 1-2 0,-2 0 2 15,0-2-3-15,0 2 1 0,0 5-1 16,-2 2 2-16,-2 2 11 0,0 0-10 0,-1 6 2 0,2-10-1 15,-2 10-3-15,0 0-3 0,4-5 0 16,-4 5-2-16,0 0 4 0,0 0-1 0,2 22 2 16,-2-12-3-16,0 5 4 0,0 1 0 0,1-5-2 15,1 7 0-15,-1-4-1 0,3 3 2 0,-3-3-1 16,0 3 1-16,3-2 1 0,-3 3-3 0,2-5 4 0,-2 4-1 16,1-3-1-16,-1-3-1 0,-1 0 2 0,0 1-1 15,1 0-1-15,-1-2-3 0,0 1 2 0,-1-2 3 16,-2 3 1-16,-1-2 0 0,-1 2-5 15,-4-2-8-15,-1 2-2 0,1-2-1 0,-1-3-3 0,-2 2-15 16,0 1-12-16,0-4-14 0,1 0-21 0,-2-1-33 16,1-1-28-16,2 0-39 0,-2-2-172 0,1-2-379 15,1 2 168-15</inkml:trace>
  <inkml:trace contextRef="#ctx0" brushRef="#br0" timeOffset="31128.38">5285 8385 35 0,'3'-8'153'0,"-3"8"-15"15,1-6-19-15,-1 6-14 0,0 0-5 0,0 0-14 16,0 0-1-16,12 30 6 0,-11-10-1 0,2 10-6 16,-1 1 1-16,-1 2-11 0,-1 2-7 0,-1 1-7 15,0-2-8-15,-2 1-1 0,3-4 2 0,0 0-12 16,0-2-9-16,0-4 1 0,2-6-1 0,-1-2-7 15,0-2-1-15,0 0-3 0,1-3-5 0,-1-6 5 16,0 2-5-16,-1-8-2 0,4 9 6 0,-4-9 12 16,0 9 11-16,0-9 5 0,0 0 1 0,0 0-9 15,0 0 0-15,0 0-6 0,0 0-1 0,0 0 0 16,0 0-7-16,2-36 3 0,0 24-2 0,3-3-9 16,-1-2 1-16,1 0 1 0,0 0-6 0,3-1 1 15,-1 1 0-15,1 0-4 0,0-1-3 0,1 8-8 16,-2 1 5-16,1 2-4 0,1 1-1 0,0 2-1 15,-1 4-2-15,1 0 5 0,2 3-1 0,-1 2 1 16,1-1 1-16,4 4-1 0,-2 3 1 0,-3-3 1 16,3 5-7-16,-3-2 5 0,0 3 2 0,-5-3-2 15,1-1 2-15,4 4-3 0,-3-5 2 0,-3 2-13 16,1-1-16-16,-2-3-25 0,0 2-18 0,1 0-13 16,-1-4-17-16,-1 1-21 0,2-2-12 0,-4-4-19 15,7 8-128-15,-5-4-301 0,-2-4 134 0</inkml:trace>
  <inkml:trace contextRef="#ctx0" brushRef="#br0" timeOffset="31425.08">5678 8707 108 0,'0'-8'108'0,"0"8"-4"0,0 0-11 0,0 0 6 16,0 0 2-16,0 0-8 0,0 0-4 0,-3 33 0 15,3-24-10-15,0 0-1 0,3 0-3 0,-1 0-5 16,1-1-9-16,3 0 9 0,-1-2-2 0,2 1 2 15,2-1-4-15,-1-3-4 0,2 1 0 16,1-2-5-16,4-2-3 0,-2-2 0 0,1 2-3 0,-1-3-4 16,5-3-4-16,-3-2 0 0,2 1-5 0,-7-2 1 0,5-1 1 15,-6 1-3-15,3-3-3 0,-6 1-3 16,3-3-5-16,-4 2-2 0,-2 0-1 0,-2 2-1 16,-2-4-4-16,-3 2-5 0,-1 1 2 0,-4 2-4 15,0-1 1-15,1 1-2 0,-1 1-6 0,-2 4 0 16,2 0-14-16,-3 4-16 0,0-2-23 0,0 4-13 0,-1 1-18 15,4 2-31-15,2-1-15 0,0 1-26 16,0 3-145-16,2 0-321 0,5-8 142 0</inkml:trace>
  <inkml:trace contextRef="#ctx0" brushRef="#br0" timeOffset="31644.32">6029 8401 29 0,'0'0'187'16,"1"-11"-24"-16,-1 11-14 0,2-5-13 0,-2 5-9 16,0 0 16-16,7 16 20 0,1 1-13 0,0 3-4 15,1 5-14-15,-4 7-2 0,4 1-12 0,-4 2-15 16,-4 1-9-16,2-3-7 0,0-1-12 0,0-1-6 16,0-3-21-16,-3-1-25 0,1-1-29 0,0-1-28 15,-1-7-36-15,1-2-39 0,1-3-38 0,-2-1-33 16,-2 0-108-16,1-3-312 0,0-4 138 0</inkml:trace>
  <inkml:trace contextRef="#ctx0" brushRef="#br0" timeOffset="32172.85">6153 8863 137 0,'6'-2'178'0,"4"-5"-8"15,0 1 4-15,0 0-10 0,-1-3-5 0,9 1-12 16,-5-4-10-16,7-5-11 0,-3 7-7 0,-2-2-5 15,-2-3-4-15,1 1-11 0,0 0-10 0,0-1-7 16,-3-2-9-16,3-7-9 0,-5 7-5 0,-1 0-5 16,-3-1-4-16,-2 6-4 0,2-3-8 0,-4 3-3 15,-1 2-1-15,0 1-6 0,0 9 0 0,-4-14-7 16,4 14-6-16,-4-8-1 0,4 8 2 0,-5-2-3 16,5 2-4-16,0 0 0 0,-14 20 2 0,7-4 2 15,-2 3 0-15,2 4-3 0,-1 1-3 0,1 1 4 16,4-6-3-16,1 0-1 0,2-1-3 0,0-1 1 15,2-4 0-15,1-2 7 0,4 0-8 0,0-3 2 16,1 1-5-16,4-2 6 0,0-2-3 0,6-1 0 16,-2-3 0-16,1 1-1 0,1-2 0 0,0-5-3 15,1 1-5-15,-1-6-2 0,0 4-8 0,0-5-7 16,-2 0 3-16,-2-2-3 0,0 0-7 0,-1-1 6 16,-1 0-4-16,-2-2 2 0,-2 1-1 0,-3-2 5 0,0-1 0 15,-4-2 4-15,-1 8 0 0,3-2 1 0,-5 1-1 16,1 4 6-16,0-1-3 0,1 10 2 15,-1-12-2-15,1 12 3 0,-2-7-3 0,2 7 5 16,0 0 8-16,0 0 8 0,0 0 1 0,-2 36-1 0,0-20 4 16,0 3 2-16,1 5 0 0,-2-4 0 0,2-1-1 15,-1 0 0-15,1 1 0 0,1-2 7 16,1 1 7-16,1-3-4 0,-4 0-1 0,2-3 1 16,0-3-2-16,2 2-1 0,-4-2-1 0,2 0-2 0,0-1 1 15,-1-3-3-15,-1 1-2 0,0 0 1 0,2-7-9 16,-2 10-13-16,2-10-18 0,-8 7-23 0,4-2-23 15,4-5-45-15,-9 3-36 0,9-3-56 0,-14 0-132 16,14 0-370-16,0 0 164 0</inkml:trace>
  <inkml:trace contextRef="#ctx0" brushRef="#br0" timeOffset="33059.56">7077 8567 70 0,'0'0'217'0,"-6"-11"-12"0,1 8-13 16,5 3-19-16,-9-5-16 0,9 5-13 0,-11 0-14 15,11 0-9-15,-16 10-10 0,7 0-10 0,0 4-9 16,0 1-5-16,3 2-9 0,-2 2-8 0,4 0-4 16,-1 7-7-16,0-7-7 0,5-3-7 0,0 2-5 15,2-2-1-15,3 2-3 0,2-4-3 0,-2-2-2 16,5 0-2-16,-1-3 0 0,3-2-6 0,-2 0 2 16,7-1-3-16,-5-1-3 0,2-5 0 0,3 2 0 15,1-2-7-15,-7-2 4 0,3-2-2 0,-1 0-6 16,0-1 2-16,-3-1-1 0,1-2 1 0,-3 1-4 15,0-1-2-15,-3-1 2 0,2 0-5 0,-6-1 2 0,0 0-7 16,-2-2 0-16,0 0 1 0,-3 1 0 0,-1-5 1 16,-1 7-1-16,0-3-7 0,0 1 9 15,1 1-7-15,-1 1 2 0,0 0-1 0,2 2 5 16,0 0-2-16,1 0 0 0,3 7-3 0,-4-10 3 16,4 10-4-16,0 0-1 0,0 0 4 0,10-9 2 15,-4 6-1-15,5-1 0 0,1 1-3 0,2 2 6 0,4 1 2 16,2 2-5-16,0 1 2 0,0 1 1 15,-2 2 1-15,1 3-1 0,-1 0 4 0,-1 2 1 0,-3 1 4 16,-1-2 0-16,-2 4 0 0,0-2 2 0,-1 5 5 16,-4-6 1-16,-1-1-3 0,-2 1 3 0,1 0 0 15,-3-1 0-15,-1 0-1 0,1-3 1 16,-1 0 5-16,0-7 3 0,-2 10 2 0,-2-5 0 0,4-5 1 16,-9 9-1-16,2-5-7 0,7-4 0 0,-11 1 2 15,11-1 6-15,-12-1 0 0,12 1 2 16,-9-6-5-16,7 0-3 0,2 6-3 0,-3-13-4 15,3 3 3-15,3-3-5 0,2-5-2 0,4-3-1 0,3-2-5 16,2 2 0-16,0 1-5 0,5-1 0 0,-3 7 1 16,8-3-1-16,-7 4-1 0,6 1 1 0,-5 2-3 15,1 6 3-15,-1 2-5 0,0 0 4 0,1 2 2 16,-6 2-5-16,5 1 2 0,-6 3 3 0,3 2-2 16,-1 1 1-16,-1 0 0 0,-3-1 0 0,-1-1 1 15,-1 3-1-15,-2 0-1 0,0-2 4 0,-1 1-3 16,2-3 2-16,-2 3 1 0,-2 1-2 0,-1-2-9 15,-1-1-14-15,-1 2-23 0,0 1-36 0,0 1-40 16,-3-1-44-16,-1-3-42 0,-1 4-195 0,-2-3-436 16,2-1 193-16</inkml:trace>
  <inkml:trace contextRef="#ctx0" brushRef="#br0" timeOffset="34662.35">8032 8442 140 0,'1'-7'200'0,"-1"7"-18"0,0-11-23 0,0 11-13 0,1-7-19 15,-1 7-13-15,0 0-3 0,0 0 9 16,0 0-13-16,8 29-7 0,-4-12 1 0,1 10-6 0,0 1-6 16,-1 0-9-16,-2 0-6 0,4 2-6 0,-3-2-6 15,3 0-6-15,-3-1-5 0,0-8-4 16,2 0-7-16,-1-1 5 0,-2-2-10 0,1 1-7 16,-1-2 2-16,0-3-6 0,-1-1-2 0,0 1-4 0,1-3-12 15,-1 1-21-15,-1-4-19 0,0-6-22 0,0 12-15 16,0-7-25-16,0-5-24 0,-7 5-31 0,7-5-18 15,-10 4-126-15,3-4-318 0,7 0 141 0</inkml:trace>
  <inkml:trace contextRef="#ctx0" brushRef="#br0" timeOffset="35239.97">8057 8664 92 0,'13'-9'103'0,"2"0"-11"0,-1-2-1 0,4 1-2 16,-2 0-1-16,2 1-2 0,0-1-2 0,-3 0-2 15,3 1-5-15,-2-1-1 0,-3-1-12 0,2 2-2 16,-4 0 2-16,-2 0-1 0,-1 4-3 0,-1-4-2 16,-1 3 4-16,-3 0-2 0,1 0-2 0,-3 1-7 15,-1 5 1-15,3-10-7 0,-3 10 5 0,0 0-7 16,0-9-6-16,0 9-2 0,1-8-4 16,-1 8-6-16,0 0 1 0,0 0-9 0,0 0 2 0,0 0-1 15,-6 28-3-15,3-9 0 0,3 5-1 0,-4 0 2 16,-1 2-1-16,2 2-1 0,-1-3-1 0,3 0-3 15,0-4 0-15,-4-2 0 0,4-1-3 0,-1-2 2 16,1 0-4-16,1-5 2 0,0 0 0 0,0-3-3 16,-1-1 2-16,1-7 0 0,0 12 3 0,0-12-2 15,1 6 1-15,-1-6-1 0,0 0-1 0,0 0 1 16,8 1 0-16,-8-1-8 0,0 0 6 0,15-19-4 16,-3 7-3-16,-2-2 9 0,3 1-7 0,2 0 0 15,0 0-7-15,2 5 1 0,-7 3 3 0,3-1 2 16,0 3-4-16,-3 2 10 0,1 1-2 0,2 2 2 15,-1-1 1-15,6 2-9 0,-2 3 7 0,-2-4 4 16,4 3-6-16,-5-2 4 0,2 1-1 0,-1 0-1 16,-1-2 3-16,1-2 3 0,-1 0-5 0,0 0 4 0,-2-2-4 15,-3 1 0-15,0-5 1 0,2 3 0 16,-5-3 0-16,1-2-1 0,-2 3-10 0,1-4 10 0,-1-1-2 16,-2-1 1-16,0 0-1 0,-4-1-1 15,2 0-1-15,-1 0 3 0,-4-1-4 0,1 2 2 0,-1-3-1 16,0 3 2-16,0 1-7 0,1 0 8 15,-1 2-4-15,-1 3 6 0,2 1-5 0,4 4-2 0,-13 0 3 16,3 5 7-16,2 2-6 0,-3 7 5 16,-2 0 0-16,3 2-1 0,1 1-2 0,-3 8 1 15,7-8 1-15,3 2-13 0,2-1-1 0,1-2-13 0,4 1-24 16,1 0-19-16,5-2-28 0,0-2-43 0,7-3-31 16,0-1-143-16,2-2-333 0,8-1 148 15</inkml:trace>
  <inkml:trace contextRef="#ctx0" brushRef="#br0" timeOffset="36306.65">9130 8608 86 0,'0'0'164'0,"-4"-8"-2"0,4 8-6 0,-3-5-13 16,3 5-15-16,0 0-15 0,0 0-12 0,0 0-11 0,0 0-7 15,0 0-5-15,0 0-7 0,0 0-2 16,0 0-10-16,13 23-2 0,-9-13-1 0,0 3-8 16,1 1-11-16,0 0 7 0,-1 3-8 0,3-2 1 15,-4-1 0-15,-1-5-6 0,2 2-4 0,-2-3 0 16,-1 0-6-16,0-2-5 0,2 0 3 0,-3-6-2 16,1 10 3-16,-1-10 2 0,3 4 5 0,-3-4 4 15,0 0 7-15,0 0-1 0,0 9-3 0,0-9-2 16,0 0-4-16,0 0-4 0,0 0 1 0,0 0-5 0,-7-26-2 15,7 16 0-15,0-4-4 0,3 1-1 0,2-3 2 16,1-4-7-16,4 4-3 0,2-6 1 16,1 5 0-16,-2 0-5 0,1 5-3 0,2-2-2 15,-1 2 2-15,0 0-1 0,2 2-3 0,-5 4 0 0,1 0 4 16,1 5-2-16,2 2 0 0,-3 3 0 0,0 0 5 16,1 3-1-16,1 6 0 0,0 2 0 0,-3 2 2 15,-2-2-2-15,3 8 1 0,-4-6 2 16,-1 2 4-16,-2-1-4 0,1 3 0 0,-2 2-6 0,-2-4-9 15,4-1-27-15,-4-1-35 0,1 0-26 0,1-1-41 16,-3 0-44-16,2-4-129 0,-1 1-341 0,0-3 151 16</inkml:trace>
  <inkml:trace contextRef="#ctx0" brushRef="#br0" timeOffset="36716.11">9743 8881 182 0,'13'-13'174'16,"-2"0"-8"-16,2-1 0 0,2-7-12 0,1 1 0 15,-2-2-10-15,0 1-13 0,2-1-12 0,2-4-9 16,-4 2-10-16,4-3-6 0,-5 2-15 0,2-2 0 16,-3 0-12-16,0-2-7 0,-2 3-4 0,-7-1-6 15,1 11-1-15,-1-2-1 0,-3 1 0 0,-1 3-1 16,1 3 0-16,-2 0 10 0,1 2-5 0,1 9-5 15,-4-8-7-15,4 8-4 0,-9-3-4 0,9 3-2 16,-14 0-3-16,3 7-1 0,-1-1-4 0,-1 7-1 16,1 3-6-16,3 1-2 0,0 1-2 0,2-3-1 15,2 0-6-15,3 1-3 0,2-1-1 0,4 3 2 16,4-3-5-16,0 1-4 0,2-2-4 0,4 1 1 16,1-2 0-16,1-1-2 0,-2-1 2 0,1 2 0 15,0-1 2-15,0 0 1 0,-5-5-2 0,2 4 3 16,-2-1 0-16,-3 0 1 0,3-2-5 0,-5 2 3 0,1-4 3 15,-4 2-1-15,1-2 1 0,-2 0 0 0,-1-6 2 16,-7 15-3-16,0-7-4 0,0-1-14 16,-1 1-11-16,-2-4-28 0,0 3-20 0,-1-3-17 15,2 1-27-15,2-2-22 0,0-1-19 0,7-2-145 0,-9 4-336 16,9-4 150-16</inkml:trace>
  <inkml:trace contextRef="#ctx0" brushRef="#br0" timeOffset="36911.55">10163 8556 93 0,'3'-7'199'0,"0"3"-18"0,-3 4-21 0,2-8-14 15,-2 8-1-15,0 0 9 0,0 0-12 0,0 0-8 16,17 14-7-16,-13-4-7 0,1 4-10 0,-1 1-14 16,-2 1-5-16,1 3-10 0,-1-3-8 0,4 1-2 15,-3 2-15-15,1-3-20 0,-1 0-21 0,-1 0-37 16,-1-3-32-16,2-1-31 0,1-3-41 0,-2 0-32 15,-2 1-140-15,3-1-323 0,1-3 144 0</inkml:trace>
  <inkml:trace contextRef="#ctx0" brushRef="#br0" timeOffset="37075.97">10122 8393 110 0,'0'0'99'0,"0"0"-21"0,22 17-29 16,-10-8-25-16,-1 5-30 0,3 2-53 0,3 4-65 15,3-2 29-15</inkml:trace>
  <inkml:trace contextRef="#ctx0" brushRef="#br0" timeOffset="37678.33">10553 8545 129 0,'0'0'201'0,"-4"-14"1"0,4 14-8 16,-8-6-8-16,2 3-8 0,6 3-14 0,-9-3-11 16,9 3-10-16,-11 0-7 0,11 0-14 0,-13 8-10 15,5 0-7-15,-2 2-10 0,-1 1-10 0,2 4-8 16,0 0-6-16,3-1-9 0,0 1-4 0,1 2-6 16,3 0-4-16,0-2-8 0,4-2-4 0,-1-3-1 15,3 2-2-15,2-2-4 0,-1-2-1 0,7-1-3 0,-2 0 0 16,3-3-2-16,-2 0-8 0,2-4-7 15,0 2-6-15,1-4-2 0,2-2-9 0,0-3 1 16,-3 1 2-16,2-3-3 0,-2-3 1 0,-3 1 0 16,-1-2 5-16,-1-6-3 0,-1 3 3 0,-3-4-2 15,0 1-1-15,-2-5 1 0,-3-4 3 0,0 3-1 16,-2-4-1-16,2 1-2 0,-3-1 5 0,0 4-1 16,-1 0 0-16,2-2 2 0,-1 2 1 0,1 7 0 0,3 2 7 15,-1 4 6-15,-2 2 0 0,3 2 0 0,0 8 0 16,-1-11-4-16,2 4-3 0,-1 7-1 0,0 0-2 15,0 0-4-15,0 0 5 0,0 0-2 0,23 25 4 16,-15-9-3-16,-3 3 2 0,3 10 0 0,-1 3 0 16,0-2 5-16,-3 1-4 0,1-1-1 0,1-2 1 15,-3 0 1-15,3-1-3 0,0-1 1 0,0-8 0 16,-1 1-4-16,1-2 4 0,2-2-3 0,-3-3 1 16,0-1-2-16,0-1-3 0,3-2-1 0,1-3-4 15,0 0-1-15,1-2-2 0,3 0-2 0,-2-3-1 16,1-3-2-16,2-2 3 0,2-3-4 0,1 0 1 15,0-3 0-15,4-8 0 0,-5 5-2 0,-5 1 2 16,1-3 4-16,1 2-3 0,-5-1 1 0,0-4-1 16,1 4 2-16,-5-3 3 0,0 6 1 0,-4 2-2 15,1-1-1-15,-1 5 1 0,-3-5 6 0,-2 7 2 16,0 0 1-16,5 4 7 0,-15-3-3 0,4 6 8 16,0 3 2-16,-2 3 2 0,4 1 2 0,-3 7-4 15,1-5-2-15,4 4-1 0,0 1 3 0,4 0-6 16,-1-2-1-16,4-2 1 0,4 2-7 0,-3-2-17 15,6-1-29-15,4 1-33 0,0-2-45 0,6-3-54 16,1 1-42-16,-2-4-149 0,6 0-396 0,6-2 175 16</inkml:trace>
  <inkml:trace contextRef="#ctx0" brushRef="#br0" timeOffset="39510.61">11986 8446 91 0,'-5'0'140'0,"5"0"-2"0,-21 3-9 0,11 2-4 16,0 0-2-16,-7 3-11 0,4 2-9 0,-2 1-9 15,2 0-5-15,-3 4-6 0,3-1-7 16,4 4-8-16,-4-1-8 0,8-1-1 0,-3 1-6 0,7-2-6 15,-1 2-5-15,4 0-5 0,-2-4 0 0,4-2-1 16,1-1-2-16,3 1-3 0,3-4 6 0,-1 2-15 16,1-6 1-16,1 3 1 0,1-3-3 0,4-2 2 15,0-1-1-15,-2-1-6 0,-2-1 5 0,2-3-7 16,-5 0 5-16,6-2-1 0,-4 3 3 0,-1-5-3 16,0 1 3-16,-2-2 1 0,0 0-1 0,-3 1 5 15,2-3 2-15,-4 0 3 0,1 1 0 0,-1 0-2 16,-2-1-1-16,1 3-1 0,-2-2 5 0,-1 5-2 15,0 6-2-15,2-14 1 0,-2 14-2 0,1-6-2 16,-1 6-7-16,0 0 0 0,0 0-2 0,0 0-3 16,0 0-1-16,0 0 2 0,0 0 3 0,0 0-3 15,7 25 0-15,-5-14-3 0,-1-1-4 0,0 2 3 16,2-1-1-16,-1 4-1 0,2-3-8 0,-1-1-19 16,-1 0-32-16,2 0-31 0,-2 0-28 0,3-3-20 0,0 0-21 15,-3 0-38-15,2-2-143 0,-3 1-360 0,3-4 160 16</inkml:trace>
  <inkml:trace contextRef="#ctx0" brushRef="#br0" timeOffset="39774.51">12312 8397 61 0,'-1'-15'198'15,"1"2"-2"-15,0 3-2 0,0 1 2 0,-2 1-4 0,2 8-18 16,0-9-17-16,0 9-19 0,0 0-10 0,0 0-11 15,0 0 4-15,0 0-1 0,0 0-3 0,4 40-8 16,-4-20 0-16,0 8-12 0,-1 0-10 16,2-2-10-16,-1 2-1 0,1-3-11 0,-1-4-7 0,0-2-5 15,-1 5-5-15,1-5-8 0,0 1 1 0,0-2-6 16,0-2-1-16,1-3-9 0,-1 2-11 0,2-3-11 16,-2-2-24-16,0 1-23 0,-2-1-21 15,2 0-24-15,0-2-24 0,0-8-20 0,0 13-22 0,0-13-27 16,0 10-30-16,-2-5-133 0,2-5-373 0,0 0 165 15</inkml:trace>
  <inkml:trace contextRef="#ctx0" brushRef="#br0" timeOffset="42194.39">12360 8779 78 0,'3'-5'109'0,"-3"5"-1"0,7-7 3 0,-3 1-8 0,-2 0-13 16,2 0-10-16,-1 0 9 0,1-1-6 0,-1-1-1 16,-1-2 7-16,3 1-13 0,-1-3-4 0,-3 1-6 15,3-4-12-15,0-2 10 0,-2 0-9 16,1 0 2-16,1 0-7 0,0 0 2 0,-2-2-8 0,1 0-1 16,1-1-6-16,1-5-2 0,0 0-6 0,-1 6 0 15,0 1 4-15,-2-1-11 0,0 3 7 0,0 0 1 16,2 1-3-16,-2 3 4 0,-2-4 2 0,0 7 3 15,2-1 2-15,-4 4-4 0,2 6-2 0,0-15-5 16,-2 11-2-16,2 4-3 0,0-11-2 0,0 11-3 16,-4-8 3-16,4 8-5 0,0 0-6 0,-1-7-1 15,1 7 1-15,0 0-5 0,0 0 4 0,0 0-5 16,-12 1 5-16,12-1-5 0,-10 9 4 0,2-1-4 16,1 1-2-16,1 1 3 0,-2-1-2 0,1 1 0 15,1 1 1-15,2 0-7 0,4-1 3 0,-2 3-2 16,4 2 0-16,-2-4 1 0,2 3 2 0,3 1-1 15,2 1-3-15,2-1-4 0,-2-1 7 0,4 1-6 16,-2-1 3-16,4 1-2 0,-1 0-5 0,-4 1 4 16,5-2 1-16,-3-6-7 0,-1 6-1 0,0-4 4 15,0 0-4-15,0 0 0 0,-5 0 1 0,3 0 2 0,-3 0 0 16,4-1-2-16,-6 0 3 0,0-1 2 16,0 3-4-16,-2-2 6 0,0 0 1 0,-2 0 0 15,-2-1 0-15,-4 2 3 0,2-2 0 0,-3-1-2 16,0 1 8-16,-2-2-3 0,2 1-5 0,-2-1 1 0,1-2 1 15,0 1 0-15,1 3-6 0,-1-5-13 0,2 1-27 16,3-2-14-16,-3 2-21 0,8-4-22 0,-8 3-30 16,8-3-139-16,-7 1-296 0,7-1 130 15</inkml:trace>
  <inkml:trace contextRef="#ctx0" brushRef="#br0" timeOffset="42622.8">13201 8446 32 0,'-2'-13'173'0,"2"13"-12"0,-6-8-5 0,6 8-8 16,-11-4-8-16,3 2-7 0,8 2-10 0,-21 6-7 15,6 4-9-15,1 0-8 0,-1 3-6 0,-4 7-10 16,-3 1-8-16,2 4-9 0,4-2-2 0,1-2-6 15,1 2-7-15,5-5-4 0,3-2-7 0,3 1-6 16,-2 1-1-16,5-1-2 0,5-7-5 0,-2 2-4 16,3 0-7-16,1-5 0 0,3 0-9 0,0-1-2 15,-1-2-5-15,2-4-3 0,0 1-5 0,0-2-3 16,-2-2 6-16,3-3-6 0,-1 1-1 0,-1-2 0 16,0-2 2-16,-1-4 2 0,0 0-3 0,-2 3 4 15,0-7 3-15,-5 6-5 0,2-2 7 0,-2-5-2 16,-2 4-6-16,3-4 8 0,-3 7 13 0,0-1 13 15,0 6 6-15,0 6-3 0,0-11-3 0,0 11-5 16,2-7-1-16,-2 7-2 0,0 0 5 0,0 0 2 16,0 0 3-16,0 0-5 0,4 27 0 0,-4-15-1 15,5 4-4-15,-5 1 3 0,3 2-2 0,-1 1-4 16,2-2-23-16,-2-1-28 0,3-1-31 0,1 2-39 16,4-3-29-16,-1 0-41 0,-5-4-122 0,5-2-327 15,2-2 145-15</inkml:trace>
  <inkml:trace contextRef="#ctx0" brushRef="#br0" timeOffset="42904.7">13647 8278 183 0,'-2'-8'260'0,"0"1"-20"0,0 0-20 16,2 7-21-16,-4-9-25 0,4 9-15 0,0 0-17 0,0 0-6 15,0 0-8-15,0 31-11 0,-3-5 0 16,6 5-9-16,-1 16-2 0,-2 2-10 0,0 1-3 0,0-16-13 16,2 12-4-16,-4-1-8 0,0-9-5 0,2-1-13 15,0-3 2-15,0-2-5 0,-3-1-7 16,6 0-2-16,-3-2-4 0,0-2-6 0,0-6-3 16,-3-1-13-16,3 0-11 0,0-2-13 0,-2-4-19 0,0-2-17 15,-1 2-29-15,-1-3-24 0,1-3-30 0,-1 0-19 16,4-6-22-16,-5 7-38 0,5-7-150 0,0 0-390 15,-12-2 172-15</inkml:trace>
  <inkml:trace contextRef="#ctx0" brushRef="#br0" timeOffset="43326.88">13503 8639 81 0,'6'-7'175'15,"0"-2"-23"-15,1 1-2 0,4 3-12 0,-2-1-5 16,8-1-13-16,2-1-5 0,1 0-14 0,6 0-9 15,0-1-3-15,5 1-10 0,-4 5-11 0,2-2-4 16,-8 3-3-16,8-2-10 0,-10 3-6 0,0-2-4 16,0 1-13-16,-9-1 6 0,1 2-6 0,-1 0-1 15,-4-1-7-15,-6 2-2 0,13 0 1 0,-13 0 0 16,5-2 3-16,-5 2-7 0,0 0 0 0,0 0-7 16,0 0 14-16,0 0-10 0,0 0 11 0,0 0 3 15,-9 23 6-15,7-13-1 0,0-2 0 0,2 8-3 16,-2-3-6-16,1 1 3 0,2 2-4 0,1-4-2 15,0 0 4-15,0 0-4 0,3-2-2 0,1-2-6 16,1-2 4-16,2 2-3 0,0-4-5 0,2 1 3 16,-1-2-5-16,2-4-9 0,0 0 1 0,-1-1-1 15,2-4 0-15,-3 1-4 0,3-2 2 0,-4-1-5 16,0-2 11-16,-2 1-2 0,0-2-3 0,-1-4 0 16,-4 3 1-16,4 1 3 0,-5-1 3 0,0 2 2 0,-1 2 4 15,2 0 9-15,-2 8-5 0,2-8 0 0,-2 8-5 16,4-9 0-16,-4 9 0 0,0 0-1 15,0 0 2-15,0 0-4 0,0 0 6 0,7 21-6 16,-5-10-1-16,-2 2-16 0,2 2-28 0,0 2-33 0,-2-1-36 16,0-5-33-16,0 2-40 0,-2 2-136 0,2-4-344 15,0-4 152-15</inkml:trace>
  <inkml:trace contextRef="#ctx0" brushRef="#br0" timeOffset="43660.93">14236 8565 45 0,'0'0'183'0,"0"0"7"0,13 2-4 0,-13-2 1 0,7 6-7 15,-3 3-8-15,-1 0-8 0,1 3-8 0,-4-1-12 16,3 0-11-16,-3 1-12 0,1 1-10 0,1-2-8 16,2-1-8-16,-4-2-9 0,0-8-5 0,-3 11-3 15,3-11 1-15,0 11 7 0,0-11 6 0,0 0-19 16,0 0-4-16,0 0-5 0,0 0-8 0,0 0-3 15,0 0-9-15,0 0-5 0,-4-33-3 0,5 21-1 16,1-3-6-16,2-3-6 0,0 1-1 0,2 0-3 16,1-1-4-16,9-4-1 0,-3 8-3 0,-4 0-3 15,5 3-3-15,-1 0 2 0,2 5-2 0,-3 3-1 16,-1 1-2-16,1 4-1 0,-1 1-1 0,1 3 1 16,-1 7 8-16,1-1-7 0,-2 3-1 0,-3-1-6 15,1 3-6-15,-5-1-19 0,1 1-25 0,3 2-20 16,-4 0-32-16,-4-2-41 0,2-1-48 0,3 0-44 15,-4-5-169-15,2 1-443 0,0-3 196 0</inkml:trace>
  <inkml:trace contextRef="#ctx0" brushRef="#br0" timeOffset="43892.2">14764 8419 208 0,'-5'-1'238'0,"5"1"-12"16,-17 3-16-16,7 1-4 0,-5 7-13 0,1 4-13 16,-4 7-12-16,0-3-13 0,3 3-15 0,3 0-15 0,3 3-9 15,3-7-15-15,6 0-8 0,-3-1-10 16,4 2-5-16,3-2-8 0,0 0-7 0,3-1-12 16,5-2-29-16,-2-2-23 0,3 0-26 0,0-5-33 15,-1 0-36-15,5-1-21 0,-4-4-36 0,2 1-25 0,-3-3-171 16,1 0-379-16,0-4 168 0</inkml:trace>
  <inkml:trace contextRef="#ctx0" brushRef="#br0" timeOffset="44123.36">14970 8303 21 0,'2'-17'232'16,"1"5"0"-16,-3 1-3 0,1 2-1 0,-1 3-14 15,0 6-19-15,3-10-21 0,-3 10-8 0,0 0 10 16,0 0 4-16,5 29-6 0,-4-1 1 0,0 5-14 15,-1 13-8-15,-1-1-6 0,-5-10-23 16,4 10-2-16,0-9-12 0,1-4-12 0,1 4-14 0,-3-6 3 16,2-2-17-16,1-2-3 0,1 3-4 0,-1-6-20 15,0-5-16-15,0-2-24 0,0-5-28 0,0 1-25 16,-3-1-33-16,1-4-36 0,2 3-37 0,-2-5-28 16,2-5-26-16,0 0-22 0,-5 8-33 0,5-8-141 15,0 0-438-15,0 0 194 0</inkml:trace>
  <inkml:trace contextRef="#ctx0" brushRef="#br0" timeOffset="44380.66">14842 8529 110 0,'0'0'136'0,"0"0"-11"16,9-3-4-16,-3 1-3 0,4-1-7 0,2 1-3 16,2 1-9-16,3-2-5 0,1 3-15 0,2 2 5 15,0-2-5-15,0-2-11 0,-2 2-4 0,2-1-3 16,2 2-7-16,-4 1 0 0,1-6 3 0,-6 4-7 15,-3 2-2-15,1 1 8 0,-3-2-7 0,1 5 2 16,1-3 4-16,-1 4 8 0,-1-1 0 0,-1 1-12 16,-2 1 9-16,1 4 5 0,-1 4 3 0,2-1-5 15,-5 0-3-15,0 0-6 0,1 1-6 0,-3-3-4 16,0 2-3-16,0-2-4 0,2 1-6 0,0 2-24 16,-2-4-23-16,-2 3-30 0,0-3-44 0,2 0-40 15,2-3-46-15,-4-3-196 0,2 2-402 0,0-8 178 0</inkml:trace>
  <inkml:trace contextRef="#ctx0" brushRef="#br0" timeOffset="44541.54">15132 8311 120 0,'0'0'93'0,"0"0"-22"0,0 0-23 15,0 0-31-15,23 16-76 0,-15-8-63 0,2 2 29 16</inkml:trace>
  <inkml:trace contextRef="#ctx0" brushRef="#br0" timeOffset="45076.97">15397 8482 61 0,'-7'2'206'0,"7"-2"9"0,-5 6 3 0,-1-3-5 15,3 7-1-15,-2 1-7 0,4-1-15 0,-3 3-18 16,3 4-8-16,-3 0-13 0,2 2-14 0,2-1-15 16,0 1-10-16,2-1-11 0,-1-5-12 0,2 3-5 15,-2-3-11-15,1 1-5 0,2-2-7 0,0-3-4 16,1 1-5-16,2-4-8 0,-4-1 3 0,3-1-11 16,-1-1-4-16,-5-3-8 0,11 2-1 0,-11-2-11 15,12-5-9-15,-7 1 3 0,1-3-13 0,-1-1-8 16,2-2 0-16,-4-1-2 0,3-4-6 0,-2-2-5 0,-2 0-2 15,3 0-5-15,-2-11 5 0,1 11 4 16,-1 0 1-16,1-1 2 0,-1 6 4 0,3-2-1 16,-2 3 1-16,2 2 0 0,-2 4 1 0,3 1 1 15,-7 4 0-15,10 1 6 0,-10-1 1 0,14 12 10 16,-4 2 8-16,-1 3 0 0,-3 0 6 0,0 3 1 16,2 4 6-16,-2 0 4 0,-1-4-2 0,-3-4-4 15,2 3-1-15,-2-6 7 0,-1-1-6 0,0-2 2 16,3 0-1-16,-4-3 6 0,0-7 2 0,1 10 4 0,-1-10-3 15,1 7 2-15,-1-7-3 0,0 0-7 16,0 0 3-16,0 0-7 0,0 0 0 0,4-26-2 16,-1 15-5-16,1-2 10 0,2-1-9 0,0-4 0 15,3 1-5-15,2-8-2 0,0 3 0 0,3-1-1 0,0 0-6 16,4 1 2-16,-1 2 1 0,-3 8 1 16,0 2-3-16,-4 2 1 0,0 3-3 0,1 1 0 15,1 4 5-15,-2 4 1 0,2-1 1 0,1 5-1 16,-4 1 6-16,5 3 4 0,-4 2-4 0,0 0 9 0,-5 1-7 15,3-1 0-15,-4 2 2 0,0-1-4 0,-1 0-3 16,-3-1-21-16,2 2-38 0,-5 0-41 0,-1 0-49 16,0-4-69-16,-1 4-65 0,-1-5-160 0,0 1-473 15,0-3 209-15</inkml:trace>
  <inkml:trace contextRef="#ctx0" brushRef="#br0" timeOffset="45876.25">16423 8554 37 0,'0'0'282'0,"4"-7"-31"16,-4 7-24-16,0 0-22 0,0 0-15 0,0 0-18 15,0 0-7-15,-16 16-11 0,4-4-11 0,0 3-15 16,0 1-10-16,1 5-14 0,2-5-6 0,4 2-10 16,4 0-7-16,1 0-9 0,1-2-5 0,3-1-9 15,1-1-1-15,3 1-7 0,0-5-2 0,5-1-2 16,0-3-7-16,2 2 0 0,3-3-5 0,0-4 0 16,3-2-8-16,-3-3-4 0,3 0-5 0,-3-2-6 15,-1-2-4-15,-1-4-8 0,-1 1-3 0,-2-1-5 16,-2-5-10-16,-5 0-3 0,2-1 1 0,-3-1 0 15,-4 2 0-15,-2-10-2 0,-4 3 2 0,-4 6-3 16,-3-7 8-16,-2 4 0 0,2 7-1 0,0 0 6 16,1 2 3-16,2 4 12 0,0 0-6 0,-1 3-6 15,0 0 1-15,3 5 1 0,7 0 2 0,-14 4 1 16,9 0 0-16,1 2 1 0,4-6 0 0,-4 10 1 16,4-2 3-16,0-8 1 0,9 13 3 0,1-6-6 15,4-1 2-15,4 0-1 0,3-3 1 0,7-2 2 16,2-3-2-16,0-4-3 0,0-1-1 0,1 0-3 15,-2-4 3-15,1 0-4 0,-3-3 2 0,-4-2 3 16,-4-2 0-16,-3 5 0 0,1-5-1 0,-6 1 1 16,0-6-4-16,-5 5 5 0,1-2-1 0,-1-5 5 15,-5 6 2-15,2 0 4 0,-2 0 5 0,-1 3 3 16,1 4 7-16,-1 3 2 0,0-1 1 0,0 2-1 16,0 8-5-16,0-9-7 0,0 9-3 0,0 0 2 0,0 0 0 15,0 0 3-15,7 32 11 0,-9-1 3 16,2 3 2-16,-2 17-3 0,-5 8 8 0,2-2 8 0,-1 2 1 15,2 1-5-15,-1-5 0 0,-1 0-1 16,2-7-2-16,2-12-4 0,1 0-4 0,1-4 1 0,1-4-4 16,-1 2-1-16,0-1-4 0,0-5-5 0,3-5 4 15,-2-1-6-15,-1-1-2 0,0-4-23 16,0-3-23-16,2 2-22 0,-5-2-24 0,2-1-27 16,1-9-38-16,-5 11-35 0,0-8-49 0,5-3-36 0,-11 6-171 15,11-6-469-15,0 0 207 0</inkml:trace>
  <inkml:trace contextRef="#ctx0" brushRef="#br0" timeOffset="46040.4">16775 8812 95 0,'0'-6'234'0,"0"6"-26"16,6-13-18-16,-5 8-11 0,4-1-9 0,2-2-12 0,5 5-16 15,-2-4-15-15,8-3-13 0,2 3-9 0,5-1-27 16,2 1-34-16,0-2-36 0,5 4-35 0,0-4-46 15,-3 1-43-15,7 2-157 0,-3-3-296 0,0 2 131 16</inkml:trace>
  <inkml:trace contextRef="#ctx0" brushRef="#br0" timeOffset="46540.63">17528 8390 201 0,'4'-5'208'15,"4"-1"-5"-15,-1-2 1 0,2 5-1 0,-1 0 0 16,2 2-15-16,3 0-10 0,-1 2-12 0,2 3-11 0,0 5-12 16,4 0-13-16,-4 5-12 0,0 3-10 15,0 4-7-15,-4-4-9 0,0 6-7 0,-1 2-7 16,-4-7-12-16,2 2 1 0,-7 0-10 0,0 0-5 16,-2-2-2-16,-3 2-6 0,0-2-5 0,-1 0 0 0,-2-2-9 15,-2-2-1-15,2 0-3 0,1-4-1 16,-1-2-11-16,-1-1-3 0,4 2-1 0,-2-3-2 15,2-2-4-15,0 0 0 0,5-4-6 0,-10 2-2 16,10-2-4-16,0 0-4 0,0 0-5 0,-6-14 1 0,8 4-4 16,2-1-1-16,5-4 2 0,1-2-5 0,-1 0 2 15,8-5 2-15,-2 1 1 0,4-4 7 16,0 5-4-16,1-2 0 0,1 2 1 0,-2-1 6 16,1 3 1-16,-1-3 3 0,-1 3-3 0,-4 4 5 0,-1 0-1 15,-1 1 2-15,-1 0 1 0,-4 3 5 16,0-1 2-16,0 2 11 0,0-1 4 0,-2 5 8 0,-3-2 0 15,2 2 7-15,-4 5-7 0,5-10-1 0,-5 10-1 16,5-5-9-16,-5 5 1 0,0 0-1 0,0 0 9 16,0 0 15-16,-8 25 1 0,-2-1-1 0,1-1 12 15,-2 3 6-15,1-1-9 0,1 2 0 0,1-1-6 16,2-4 3-16,1 4-5 0,2-7-14 0,1-1 6 16,2 0 0-16,1-6-4 0,1 5 2 0,2-5-19 15,3 2-11-15,0-2-29 0,5-4-23 0,1 0-33 16,6-1-38-16,2-2-39 0,8-1-45 0,1-4-35 15,0-4-45-15,-1 3-190 0,-3-3-513 0,-5 1 227 16</inkml:trace>
  <inkml:trace contextRef="#ctx0" brushRef="#br0" timeOffset="46673.77">18293 8609 62 0,'0'0'270'0,"6"-6"-17"16,-6 6-11-16,4-6-6 0,-4 6-4 0,0 0-10 15,4-8-9-15,-4 8-18 0,0 0-23 0,3-5-20 16,-3 5-22-16,0 0-39 0,0 0-36 0,4-6-50 15,-4 6-60-15,0 0-81 0,0 0-61 0,0 0-160 16,0 0-387-16,0 0 171 0</inkml:trace>
  <inkml:trace contextRef="#ctx0" brushRef="#br0" timeOffset="56880.75">8083 9699 115 0,'-3'-8'119'16,"3"8"-4"-16,0 0 7 0,0 0-14 0,-1-8-5 15,1 8-8-15,0 0-5 0,0 0-11 0,0 0-12 16,0 0-1-16,0 0-5 0,0 0-13 0,0 0-5 16,0 0-3-16,0 0-5 0,0 0-2 0,0 0-4 15,0 0-9-15,0 0 4 0,0 0 3 0,0 0-6 16,-1 30 3-16,0-17-5 0,1 0 4 0,0-1 5 16,1 4 3-16,-1 3 1 0,1 1 3 0,-2 5 0 0,1-5-1 15,0 7 1-15,0-2-5 0,-1-2 1 0,1 4 1 16,-2-8-5-16,5 6-1 0,-2-5 3 15,-1-1-4-15,1 0 0 0,-1 0 1 0,2 1-9 16,-1-3 0-16,1-1 3 0,-2 2-2 0,0-5-3 0,2 0 2 16,-4-3 0-16,2 1-5 0,0 1-1 15,-2-1 3-15,1-3-3 0,-1 2-2 0,2-2-3 16,0-8 3-16,0 12-1 0,-1-6-17 0,1-6-18 16,-2 12-21-16,0-7-21 0,2-5-28 0,0 0-16 0,-1 9-23 15,1-9-150-15,0 0-308 0,0 0 137 0</inkml:trace>
  <inkml:trace contextRef="#ctx0" brushRef="#br0" timeOffset="57222.78">8090 9650 77 0,'12'-5'119'0,"2"1"-3"0,-1 2-14 0,2-1-3 16,3 3-15-16,1 1 4 0,-6 3-12 0,-1 1-7 16,4 1 12-16,-6 1-15 0,6 3 6 0,-7-1-8 15,0 3-1-15,-1 5-3 0,-1-1-11 0,-3-2-3 16,-2 2-1-16,0 0-2 0,-4 0-4 0,-1 2 0 15,-1-2-4-15,-5 0-5 0,-4 0 3 0,3 1-3 16,-3-5-5-16,0 0-3 0,2 0-2 0,-3 0 2 16,3-4-4-16,1 0-2 0,0-4-9 0,1 2-19 15,0-1-5-15,-2-2-48 0,4-1-20 0,1 0-40 16,-2 3-118-16,2-3-261 0,6-2 116 0</inkml:trace>
  <inkml:trace contextRef="#ctx0" brushRef="#br0" timeOffset="57725.98">8291 10164 134 0,'0'0'145'15,"0"0"7"-15,0 0-5 0,0 0-2 0,0 0-9 16,10 21-7-16,-6-12-12 0,-1 2-12 0,-2 2-4 16,2 2-8-16,-2-3-3 0,0 0-7 0,0-1-13 15,1-1-8-15,0 0 0 0,-2-2-3 0,0 3 1 16,0-11 0-16,0 11-3 0,0-5 2 0,0-6 7 15,4 7 6-15,-4-7 10 0,2 6 2 0,-2-6 1 16,0 0-9-16,0 0-9 0,0 0-3 0,0 0-6 16,0 0 4-16,0 0-9 0,-12-20-5 0,11 13-6 15,1 7 0-15,1-22-11 0,1 10 1 0,2 0-5 16,-1-3-4-16,3-2 0 0,7-5 2 0,-3 6-8 16,2-1-4-16,2-5-3 0,-3 6-1 0,3 4-2 15,-1-1 2-15,1 2-4 0,-4 2-2 0,-1 4 1 16,4 1-5-16,-1 2 3 0,-2 3-2 0,1 1-2 15,1 1 2-15,-2 4-3 0,3 3 0 0,-5 1 3 16,2 0 0-16,-3 3 2 0,1 2-2 0,-3 3 2 16,-1-2-4-16,-1 0 3 0,-2 1-12 0,3 2-20 15,-4-4-25-15,-3 1-29 0,1 0-44 0,-1-1-46 16,2-4-42-16,-3 0-200 0,-1-1-450 0,1-1 199 16</inkml:trace>
  <inkml:trace contextRef="#ctx0" brushRef="#br0" timeOffset="58070.33">8850 9847 196 0,'0'0'208'0,"0"-8"-3"16,0 8-6-16,1-10-13 0,-1 10-21 0,0 0-17 0,0-7-13 15,0 7-18-15,0 0-10 0,0 0 6 0,0 0-5 16,-10 34 1-16,1-9-3 0,-1 4-5 0,1 2-8 16,-2 0-10-16,4 0-6 0,-3-5-8 0,3 3-6 15,1-2 2-15,1 1-13 0,1-4-6 0,0 0-3 16,4-5 1-16,0-2-8 0,1 0-3 0,2-2-6 15,-1-3-5-15,2 0-1 0,4 3-25 0,-3-6-22 16,4 0-34-16,0-4-43 0,0 4-41 0,4-5-41 16,1-1-49-16,-4 0-137 0,3-3-401 0,-2-1 178 15</inkml:trace>
  <inkml:trace contextRef="#ctx0" brushRef="#br0" timeOffset="58706.5">8866 9959 140 0,'-1'-9'197'0,"1"9"-19"0,0 0-15 16,0 0-16-16,5-10-11 0,-5 10-4 0,9 1-6 15,-9-1-9-15,19 4-3 0,-6 1-5 16,2 2-9-16,-2 5-6 0,1-2-2 0,-2 5-10 0,-1-2-5 16,2 2-1-16,-4 0-6 0,-3 2-5 0,2-2 4 15,-4 1 3-15,-2 0-10 0,0-3-8 16,-1 4-3-16,-1-4-6 0,0-2 0 0,-3 1 0 16,-1-1-3-16,1 1 0 0,-5-5-4 0,3 3-3 0,-1-2-5 15,-1-4 2-15,1 3-4 0,-1-2-5 0,2-3 0 16,5-2-4-16,-10 7 1 0,6-6 0 0,4-1-3 15,0 0-1-15,0 0-4 0,0 0 4 16,0 0-6-16,-14-8-1 0,14 8 2 0,0-9-4 0,0 9-1 16,4-15 1-16,2 5-7 0,1-1-2 0,-1 1 1 15,2 0-2-15,3-3 1 0,-3 3-3 0,1 1 3 16,4-2 0-16,-3-3 0 0,-1 6 0 0,1-3 0 16,-2 4 0-16,1-3-3 0,0 0 0 0,0 3 2 15,1-3 3-15,-4 3-3 0,1-2 4 0,0 0-3 16,0 1 1-16,-4 0 0 0,1 0 2 0,0-1 1 15,-1 5 1-15,-1-4 0 0,2 2 0 0,-4 6 7 16,1-12 2-16,-1 12 3 0,2-9-2 0,-2 9-2 16,1-8 0-16,-1 8-3 0,0 0-1 0,1-7 4 15,-1 7-8-15,0 0-3 0,0 0 2 0,0 0-4 16,0 0-4-16,0 0 5 0,0 0-1 0,0 0 5 16,0 0 0-16,-7 35 2 0,4-19-1 0,-1 1 1 15,0 1-2-15,0-1 1 0,1 0 5 0,-1 1-8 16,0 0 0-16,3-1 2 0,-2-1-4 0,3-1 4 15,0-3 0-15,5 4-3 0,-4-6 2 0,2 3-12 16,-2-3-12-16,3 0-16 0,1-2-30 0,3 1-32 0,0-1-36 16,1-3-41-16,0 0-33 0,2 0-202 15,1-3-445-15,-2-1 196 0</inkml:trace>
  <inkml:trace contextRef="#ctx0" brushRef="#br0" timeOffset="59022.63">9389 9836 120 0,'0'0'175'0,"0"0"-5"0,17 6-5 0,-9-1-8 0,0 2-11 16,0 2-6-16,3 6-6 0,0 1-10 0,0 7-13 15,3 1-10-15,-2-3-6 0,-3 4-7 0,1-2-5 16,-2 2 2-16,-6-7-13 0,2 2-4 0,-1-1-8 16,-3 2-6-16,-2 3-5 0,1-6-2 0,-3 2-6 15,2-5-3-15,-5 2-3 0,2 0 0 0,-4-2-7 16,0-2-5-16,3-1 1 0,-2 1-3 16,-2-3-1-16,1-3-5 0,1 2-12 0,-1-2-10 0,2-2-22 15,-2 0-24-15,0 1-34 0,0-3-29 0,1-1-39 16,0-1-192-16,8-1-376 0,-14-1 167 0</inkml:trace>
  <inkml:trace contextRef="#ctx0" brushRef="#br0" timeOffset="59317.87">10098 10073 174 0,'0'0'242'0,"4"-8"0"0,-4 8 0 0,0 0-9 16,0 0-20-16,0 0-14 0,0 0-23 0,5-1-20 15,-5 1-17-15,0 0-13 0,0 0-10 0,14-2-13 16,-6 1-6-16,2-2-14 0,3 5-10 0,0-2-10 15,0 0-23-15,1 1-30 0,-3-2-33 16,0 2-41-16,-3 0-41 0,3-1-46 0,-11 0-34 0,13 0-35 16,-13 0-111-16,3 3-356 0,-3-3 158 0</inkml:trace>
  <inkml:trace contextRef="#ctx0" brushRef="#br0" timeOffset="59458.02">10078 10214 100 0,'0'0'183'0,"-3"7"-10"0,3-7-3 0,0 0-14 16,4 10-11-16,1-8-17 0,-5-2-10 0,14 4-14 0,-3-2-29 16,2 0-33-16,-1-1-48 0,0-1-60 15,0 1-155-15,-1-1-238 0,-4-1 105 0</inkml:trace>
  <inkml:trace contextRef="#ctx0" brushRef="#br0" timeOffset="64174.6">10837 9771 157 0,'0'0'151'0,"0"0"-5"0,-5-6-14 0,5 6-10 15,-5-4-8-15,5 4-13 0,0 0-11 0,0 0-11 16,0 0-13-16,0 0 1 0,0 0 11 0,0 0 7 15,-9 18-6-15,9-8-3 0,-1 5-3 0,-1 1-1 16,0 3-9-16,2 0-6 0,1 9 1 0,-4-3 0 16,1 5-7-16,2 0 2 0,-4-2-7 0,4-1-3 15,-1 2-1-15,1 0-1 0,-2-2 0 0,1-7-14 16,0 7 3-16,0-7-4 0,-1-1-5 0,1 0 2 16,1 0-8-16,-1-1 1 0,-3-2 1 0,3-3-1 15,1-1-4-15,-2-1-2 0,1-2-4 0,1 3-11 0,-1-6-7 16,0 1-24-16,1-7-25 0,-3 12-22 0,2-7-15 15,1-5-23-15,0 0-28 0,-5 6-36 0,5-6-100 16,0 0-309-16,0 0 136 0</inkml:trace>
  <inkml:trace contextRef="#ctx0" brushRef="#br0" timeOffset="64445.47">10802 9842 70 0,'11'-5'138'0,"6"-5"-6"16,0 5-6-16,4 1-12 0,2 1-6 0,-3 1-3 15,-1 0-11-15,2 4-10 0,-5 0-9 0,-2 1-8 16,-2 2-5-16,-2 1-7 0,-1 2-9 0,-1 1-4 16,-2 1-2-16,-1 1 3 0,-1 7-1 0,-4-2-2 15,-4 2 0-15,0 2-2 0,-3-4-4 0,-2 3-11 16,-3-2 5-16,-4 4-3 0,0-7 1 0,2 1-3 15,-6 2 2-15,7-4-7 0,-2-1-6 0,1-1-16 16,2-4-25-16,2 1-17 0,2 0-33 0,-2-3-32 16,5 0-32-16,-3 1-85 0,2-2-246 0,2-1 110 15</inkml:trace>
  <inkml:trace contextRef="#ctx0" brushRef="#br0" timeOffset="64800.4">11085 10203 96 0,'1'6'137'0,"0"3"-10"0,1-1 0 0,-4-1-6 0,1 3-10 15,1-1 8-15,-1 0-9 0,0 1-11 16,-1-3-1-16,2-7-12 0,0 12 5 0,-2-7-14 16,2-5-1-16,-2 8 9 0,2-8 6 0,0 0 6 15,-2 7 2-15,2-7 2 0,0 0-10 0,0 0-7 0,0 0-11 16,0 0-7-16,0 0-4 0,0 0-9 0,0 0-6 15,9-29-2-15,-4 19-6 0,0-2-5 0,4-2-3 16,1-2-5-16,-3 2-1 0,3-1-3 0,1 2-3 16,1 1-2-16,-3-2-2 0,5 4-2 0,-5 3-3 15,4 0-2-15,-3 1 1 0,0 0-1 0,2 3-3 16,-2 1-5-16,0 2 4 0,0 2 1 0,0 3-2 16,-2 0 0-16,1 2-1 0,-3 0-2 0,1 2 1 15,-1 0 1-15,-2 2 1 0,0 0 0 0,2 3-18 16,-4-3-10-16,-1 1-18 0,-1 0-20 0,-1 3-24 15,1-4-25-15,0-1-38 0,-2 0-25 0,2-1-176 16,0-9-381-16,0 10 168 0</inkml:trace>
  <inkml:trace contextRef="#ctx0" brushRef="#br0" timeOffset="65072.13">11610 9947 95 0,'0'0'157'0,"0"0"4"0,0 0-6 15,0 0 0-15,-6 27-4 0,2-11-9 0,1-1 0 16,0 0-14-16,-1 4-9 0,3-3-8 0,-1 2-11 16,4-1-12-16,-2 0-6 0,1-4-7 0,1-1-9 15,-2 1-5-15,2 0-6 0,1-2-4 0,1 0-17 16,1 0-8-16,-1-5-11 0,0 2-19 0,1-3-22 15,-1 1-26-15,2-3-10 0,-2 1-27 0,-4-4-9 16,9 1-9-16,-9-1-3 0,12-3-9 0,-5 0 4 16,0 0-1-16,-2-2 7 0,0-1-85 0,-1-1-210 0,1-2 93 15</inkml:trace>
  <inkml:trace contextRef="#ctx0" brushRef="#br0" timeOffset="65290.68">11703 10169 678 0,'6'-10'-37'16,"-2"0"21"-16,-1 0 10 0,2 0 20 0,0 3 14 16,-2 3 22-16,-3 4 2 0,7-9-19 0,-4 6 10 15,-3 3-9-15,0 0 13 0,5-5 6 0,-5 5 13 0,0 0 5 16,0 0-2-16,13 2-2 0,-13-2-7 0,10 3-5 15,-10-3-1-15,9 3-2 0,-9-3 1 0,9 2-2 16,-9-2 2-16,8 0-1 0,-8 0-2 0,12 0-4 16,-12 0 5-16,12-3-4 0,-8 1 0 0,-4 2-5 15,9-9-2-15,-5 3 7 0,-2 1 3 0,1 0-4 16,-3 5-6-16,5-14-2 0,-5 8-6 0,0 6-2 16,-9-12-5-16,4 5 0 0,-5 2-3 15,0-3-4-15,3 5-4 0,-6-1-16 0,2 0-17 0,-1 4-19 16,2-1-17-16,0 2-40 0,1 3-10 0,1-3-26 15,3 2-31-15,5-3-135 0,-14 6-321 0,14-6 142 16</inkml:trace>
  <inkml:trace contextRef="#ctx0" brushRef="#br0" timeOffset="65522.05">12033 9844 109 0,'7'2'154'0,"3"4"8"16,0 0 7-16,-1 7-10 0,1 3-2 0,0 2 0 16,-6 0-14-16,3-1-12 0,0 7-13 0,-3 2-6 15,-2-9-8-15,0 8-13 0,-2 1-7 0,-4-1-6 16,-1-1-2-16,-1-8-12 0,-3 7-6 0,-3-6 1 16,1 1-11-16,-6 1-3 0,6-4-17 0,-4-1-14 15,3 0-23-15,-2-2-41 0,0 0-26 0,3-4-33 16,-1-2-47-16,3 0-164 0,-3-3-347 0,0-2 153 15</inkml:trace>
  <inkml:trace contextRef="#ctx0" brushRef="#br0" timeOffset="65996.69">12695 10062 42 0,'7'-4'188'0,"-7"4"-10"0,16-7-12 15,-7 2-11-15,4 1 1 0,-4 1 0 0,0-4-11 16,3 1-14-16,-2 2-7 0,1-4-8 0,-1 1-9 0,1-3-5 16,0-1-7-16,-1 1-4 0,-2 2-4 0,-1-3-11 15,-1 0-1-15,2 1-5 0,-4 0-5 16,-4 0 0-16,2 1-10 0,-2 2-6 0,0 7-1 0,-2-15 2 16,0 10-3-16,-6 0-3 0,2 1-10 0,-3 1-1 15,-2 0-5-15,-1 2-2 0,0 2-6 0,0 3 1 16,-1 1-1-16,-4 4-1 0,4 4 3 0,2 0-4 15,-3 7 3-15,2-2-6 0,1 4-2 0,5-3 1 16,-1-2 0-16,5 2-1 0,0-2-3 0,2 0 2 16,3 0-2-16,1 0-1 0,2-1 1 0,2-4-3 15,3 3-10-15,0-4-20 0,1 1-28 0,-2-6-26 16,7 1-31-16,-2-1-26 0,3-3-22 0,0-2-28 16,0-1-38-16,-1-1-131 0,-3-1-381 0,-1-1 168 15</inkml:trace>
  <inkml:trace contextRef="#ctx0" brushRef="#br0" timeOffset="66191.47">13039 9903 151 0,'0'0'155'0,"7"-6"14"16,-7 6 19-16,0 0-3 0,0 0-4 16,13 14-11-16,-7-3-1 0,-3 0-7 0,6 3-17 15,-4 6-13-15,-1-1-6 0,1-2-16 0,1 0-10 0,0-1-8 16,2 1-7-16,-2-1-13 0,1-2-9 0,-1 0-21 15,2-2-17-15,-1-2-27 0,1-1-29 0,-1 0-31 16,2-2-28-16,-2-2-26 0,-1-2-27 0,3 0-23 16,-4-3-153-16,-5 0-345 0,14-1 152 0</inkml:trace>
  <inkml:trace contextRef="#ctx0" brushRef="#br0" timeOffset="66371.95">13266 9913 132 0,'-4'-6'183'15,"-2"0"-10"-15,6 6-3 0,-6-2-6 0,6 2 9 16,-13 6 4-16,6 3-6 0,-5 5-5 0,-1 1-8 16,-5 7-4-16,0 1-21 0,0 1-10 0,-2 1-13 15,2 2-11-15,0-4-9 0,-5 3-11 0,6 0-23 16,-4-4-31-16,4 2-38 0,3-8-43 0,5 1-42 16,2-2-31-16,3-3-53 0,4-2-161 0,2 0-373 15,0-4 165-15</inkml:trace>
  <inkml:trace contextRef="#ctx0" brushRef="#br0" timeOffset="66665.6">13601 9783 107 0,'4'-4'242'0,"-4"4"-9"0,2-7-13 16,-2 7-12-16,4-5-14 0,-4 5-4 0,0 0-11 15,0 0-7-15,0 0 9 0,-2 20-7 0,2-6-5 16,0 3-17-16,-2 2 5 0,0 5-17 0,2-4-8 16,0 9-10-16,0-2-4 0,0 0-19 0,-2-1-5 15,0-3-12-15,2 3-3 0,-2 0-9 0,1-1 3 16,-2-1-12-16,3-5-13 0,0 2-3 0,0-2-6 16,-4 5 4-16,4-5-7 0,0-2-16 0,0 2-4 15,-2-3-18-15,0-5-25 0,0 0-24 0,-1 2-24 16,-1-4-24-16,4 1-33 0,-4-3-34 0,2-1-36 0,-1 0-39 15,3-6-45-15,-9 8-150 0,9-8-472 0,0 0 209 16</inkml:trace>
  <inkml:trace contextRef="#ctx0" brushRef="#br0" timeOffset="66915.17">13643 9993 41 0,'2'-8'206'15,"3"-1"-6"-15,-1 4-10 0,0 1-7 0,4-2-4 16,-2 2-6-16,-6 4-5 0,18-2-11 0,-7 1-16 16,0 2-9-16,3 3-2 0,-1 1-17 0,-4 2-9 15,5 0-4-15,-5 1-11 0,3 0-6 0,-6-1-14 16,1 2-2-16,-1 0-6 0,-1 1-6 0,-1 0-5 16,-4 0-4-16,-2-3-4 0,2-7-2 0,-3 13-6 15,-1-7-1-15,0 0-5 0,-3-3-8 0,1 2-16 16,-4-3-28-16,1 1-27 0,-1 2-38 0,-2-5-53 15,1 1-45-15,-3-1-221 0,1 0-441 0,-2-3 195 16</inkml:trace>
  <inkml:trace contextRef="#ctx0" brushRef="#br0" timeOffset="67419.92">14061 10007 1937 0,'-7'-8'-44'16,"3"3"66"-16,-1 1 18 0,5 4-18 0,-9-7-12 15,9 7 0-15,-4-4-14 0,4 4-10 0,0 0-9 16,-8-3 1-16,8 3-20 0,0 0-15 0,0 0-22 15,0 0-33-15,0 0-34 0,-4 18-104 0,4-18-270 16,-2 6 119-16</inkml:trace>
  <inkml:trace contextRef="#ctx0" brushRef="#br0" timeOffset="68168.36">14516 9649 152 0,'-2'-10'163'15,"2"10"-2"-15,-4-8-5 0,4 8 0 0,-2-9-10 16,2 9-10-16,0 0-13 0,-1-7-16 0,1 7-11 0,0 0-12 15,0 0-10-15,0 0-6 0,0 0 1 0,0 0-12 16,0 0 2-16,-4 21-5 0,4-11-1 0,0 3-2 16,-2 2-3-16,0 4-9 0,0-2 1 0,1 9 6 15,2-1-3-15,-1-5 3 0,0 7 0 0,-1 2-1 16,-1-1-1-16,2 4 2 0,-1 2 0 0,0-1 0 16,1-1-1-16,0 1-6 0,-5 2 2 0,3 0-3 15,2-1-5-15,0 1-2 0,2 10 8 0,0-12-2 16,2-1-1-16,0 0-3 0,0-1 2 0,-2-3-9 15,2 4-3-15,-3-4 0 0,1-1-4 0,0-6 0 16,0 2-1-16,-2-4-2 0,2-1 0 0,-1 0-5 16,2-1 0-16,1-6 1 0,-4 5 1 0,2-7-4 15,-2-2-4-15,3 4 1 0,-2-6 2 0,-1-5-2 16,1 10 3-16,1-5-5 0,-2-5 2 0,2 5-3 16,-2-5 5-16,0 0-6 0,0 0-1 0,0 0-14 15,13-3-5-15,-13 3-4 0,18-9-9 0,-9 3-14 16,9-3-22-16,-4 0-21 0,1 1-34 0,1-5-29 15,2 2-28-15,4-3-30 0,-6 2-164 0,5-6-404 16,2-2 179-16</inkml:trace>
  <inkml:trace contextRef="#ctx0" brushRef="#br0" timeOffset="68396.45">15067 9978 162 0,'0'0'171'0,"0"0"-20"16,0 0-16-16,11-6-11 0,-11 6-14 0,11 0-8 16,-1-1-7-16,3 1-14 0,5-3-16 15,3 0-20-15,0 0-39 0,-1 0-34 0,10-2-40 0,-3 2-38 16,-6-3-69-16,8-2-188 0,-3 2 83 0</inkml:trace>
  <inkml:trace contextRef="#ctx0" brushRef="#br0" timeOffset="68899.83">15570 9707 14 0,'7'-4'162'16,"-7"4"-2"-16,10-3-16 0,-2 3 8 0,-8 0-2 15,18 4 1-15,-7-1-9 0,2 3-7 0,1 3-10 16,1 1-7-16,1 1-3 0,-1 4-8 0,2 5-7 16,-5-4-9-16,1 5-6 0,-4-4-5 0,-1 0-3 15,2 7-4-15,-6-6-6 0,-2 1-4 0,0-1-6 16,-4 1-1-16,2-1-8 0,-5-4-3 0,0 2 1 16,-1-1-8-16,-4-3-1 0,-1-3-1 0,1-1-8 0,-5 2-2 15,4-4-1-15,1-1-2 0,4-1-1 16,-1-3 0-16,1 2-3 0,6-3-3 0,0 0-4 15,-13-3-3-15,13 3-5 0,0-11-2 0,0 11 1 16,7-18-5-16,-1 8-3 0,4-6-6 0,2 2 0 16,1-3-2-16,3-2 2 0,-2 5 0 0,5-4 0 15,-6 4-1-15,1 0 4 0,2 1-1 0,-5-1 4 16,4 0 0-16,0 2 2 0,-3 1 0 0,-2-2 0 16,2 1 0-16,-3 4 3 0,-1-1 5 0,-2 2 5 0,-1 2 3 15,3-3 4-15,-6 3-1 0,2 0 4 0,0-1-1 16,-4 6 8-16,5-7-1 0,-5 7 7 15,3-6-5-15,-3 6-2 0,0 0-5 0,2-6-5 16,-2 6 0-16,0 0-3 0,0 0-2 0,0 0 1 16,0 0 4-16,-9 19 3 0,3-8 2 0,-4 3-3 0,-1 0-1 15,2 2-1-15,-1-2-4 0,5-2-2 16,-1 4 0-16,-1 0 5 0,3-1-5 0,2 0 0 0,1-1-3 16,2-3-16-16,1 3-16 0,1-2-16 0,2-2-25 15,0 2-26-15,1-3-35 0,4 1-32 0,0-3-30 16,-1-2-34-16,1 2-167 0,-2-2-422 0,1-3 187 15</inkml:trace>
  <inkml:trace contextRef="#ctx0" brushRef="#br0" timeOffset="69132.95">15542 10211 97 0,'-1'4'163'16,"1"-4"-4"-16,0 0-5 0,17 9-1 0,2-7-1 16,11 1-8-16,2-4-12 0,5-1-5 0,17-6-15 15,-14 7-9-15,17-3-7 0,-4-2-8 0,-2 2-6 16,-12 0-11-16,10-1-10 0,-13-1-17 0,-2 5-24 16,1-1-22-16,-5 2-38 0,-4 0-38 0,-6-2-36 15,-3 4-31-15,-5 0-119 0,-1 1-285 0,-6 1 127 16</inkml:trace>
  <inkml:trace contextRef="#ctx0" brushRef="#br0" timeOffset="69540.42">15841 10307 149 0,'-3'-7'236'0,"3"7"-11"0,-6-10-12 16,4 6 3-16,2 4-12 0,-4-7-15 0,4 7-14 15,0 0-18-15,-4-5-18 0,4 5-18 16,0 0-8-16,0 0-6 0,0 0 9 0,-5 25-9 16,4-9-7-16,-3 2-7 0,3 7-5 0,-2-6 7 0,2 7-8 15,-3 0-10-15,-1-1 0 0,0-1-13 0,1-5-8 16,-5 8-4-16,0-4-6 0,0-3 0 0,3-1-2 15,-7 5-9-15,5-8-4 0,1 0 8 16,0 2-12-16,1-3-2 0,2-5-3 0,1 1-4 0,1-4-1 16,1-1 0-16,1-6-1 0,-3 12-3 0,3-12-2 15,-1 7 0-15,1-7 2 0,0 0-1 0,4 7 2 16,-4-7-5-16,12-3-6 0,1-1 3 0,0-1-4 16,7 0-1-16,-2-3-7 0,9 1-13 0,0-2-13 15,-5 4-18-15,4 0-13 0,1 2-32 0,-7-1-34 16,-1 0-24-16,1 2-24 0,-3-1-24 0,-3 2-20 15,-3-1-25-15,-2-1-145 0,0 3-423 0,0-2 188 16</inkml:trace>
  <inkml:trace contextRef="#ctx0" brushRef="#br0" timeOffset="70019.13">16097 10487 66 0,'0'0'221'0,"0"0"-7"16,-3-12 4-16,3 12-3 0,0 0-14 0,0 0-7 15,-1-8-15-15,1 8-17 0,0 0-15 0,0 0-13 16,0 0-13-16,0 0-8 0,0 0 7 0,0 0-3 0,0 0-9 16,6 30-9-16,-3-18 2 0,-2-2-1 0,2 4-8 15,-2 2-8-15,-1-1-6 0,1-2-7 0,-1 3-8 16,2 1-6-16,-2 0-5 0,-2 2-6 0,1-3 2 15,0 1-6-15,-2-4-3 0,3 4-5 0,-4-1-5 16,2-4 3-16,1 0-7 0,-1-3-1 0,-3 2 7 16,4-2-13-16,-1 1-1 0,0-2 13 15,0-1-16-15,2-7-3 0,-4 11 2 0,4-11-1 0,-1 7 0 16,1-7 1-16,0 0-4 0,-3 8 0 0,3-8-1 16,0 0 2-16,0 0 0 0,0 0-4 0,0 0-1 15,0 0 6-15,0 0-5 0,0 0-9 0,17-26 7 16,-10 17 0-16,1 0-1 0,3-4-3 0,3 2-3 15,-1 0 3-15,2 0-1 0,-4 2 4 0,2 0-5 16,-1 2 0-16,0 1-1 0,1 1 2 0,-2 3-1 16,-2-2-4-16,2 1 6 0,-3 3 9 0,1 0-14 15,-9 0 7-15,15 2-5 0,-8 2 3 0,-1-3-1 16,1 6-3-16,-1-1 4 0,2 0-2 0,-3 2-8 16,-3-1-12-16,2-2-15 0,0 1-26 0,0 1-34 15,0-2-39-15,-3 1-38 0,3 1-40 16,-4-7-37-16,6 7-228 0,-6-7-520 0,3 4 231 0</inkml:trace>
  <inkml:trace contextRef="#ctx0" brushRef="#br0" timeOffset="70952.32">16685 9691 115 0,'0'0'180'0,"0"0"-10"0,0 0-7 16,0 0-25-16,0 0-2 0,0 0-12 0,0 0-16 15,0 0-13-15,0 0-5 0,0 0-9 0,20 2 0 16,-8 0-9-16,-1-1-6 0,3 2-3 0,-3-2-8 15,-1 3-4-15,2-3-1 0,-2 1-4 0,0-2 1 16,1 3 0-16,-4-3-2 0,-7 0-2 0,11 0-6 16,-11 0-3-16,9 0 0 0,-9 0-7 0,8 2-1 15,-8-2 6-15,10 2 1 0,-10-2 6 0,9 4-2 0,-3-2-1 16,-2 2-5-16,-4-4 0 0,9 5-1 16,-5 1 0-16,1-2 3 0,1 2 5 0,-1 0 12 15,2 1-10-15,-2 3-2 0,-1 1 0 0,0 4-2 16,-2-3 6-16,3 4-8 0,2-1 0 0,-6-3-1 15,3 2 0-15,0 3 1 0,-3 2 2 0,3 0-4 0,-2 0 11 16,1 1-10-16,1-3 0 0,-3 3-3 16,2-1-2-16,-3 5 4 0,0-5 0 0,1 2-2 15,-2 6 1-15,1-2-5 0,0 2 2 0,-4-1-3 0,5 1 0 16,-1-1-3-16,-4 0-4 0,0 3-3 0,2-4 4 16,-2 3-5-16,-1-3 5 0,0-1-6 0,-2 2-1 15,0-2 0-15,-1 1-3 0,-1-1 1 16,1-6 0-16,0 1 1 0,-4 4-2 0,4-6 0 0,-3 5-3 15,-1 0-3-15,5-5 3 0,-3 2-1 0,6-2 0 16,-4 1 1-16,1 0-1 0,2-1 4 0,0 1-7 16,-1-1 4-16,3-1-9 0,0 0 2 0,-1-1-9 15,4-4-4-15,-3 2 1 0,2 0 2 0,-1-1-2 16,1-3-4-16,1 2 7 0,0-2-11 0,0 0-4 16,-1-2-1-16,1-7 5 0,1 11-5 0,-1-11 9 15,-2 9 0-15,2-9 2 0,-5 9-1 0,0-6 7 16,-1 0 1-16,-3 3-2 0,2-2-2 0,-7 0-3 15,1-1 4-15,-5 1-5 0,1-1-3 0,-2-1-2 16,-2-1-17-16,1-1-17 0,0 0-27 0,-8-2-31 16,6 1-29-16,-6-4-41 0,7 2-43 0,-5-3-190 15,4 0-448-15,-4-3 198 0</inkml:trace>
  <inkml:trace contextRef="#ctx0" brushRef="#br0" timeOffset="79650.14">4578 11224 2 0,'2'-7'154'0,"-2"7"-14"16,0 0 1-16,1-9-3 0,-1 9-9 0,0 0-12 15,-5-11-9-15,5 11 2 0,-10-6-4 0,5 4 2 16,-2 0-4-16,7 2-4 0,-15-2-9 0,5 0-6 16,10 2-7-16,-21 3-2 0,10-1-9 0,-2 3-7 15,-4-1 0-15,1 3-7 0,-1-1-3 0,1 3-6 16,-1 1 2-16,2 1-6 0,-2 0-3 16,3 3-4-16,0-1 1 0,1 1-8 0,3 2 0 0,1 1-1 15,2-3 0-15,0 3-8 0,3-2 1 0,0 0-3 16,2 3 0-16,0-1-1 0,1 1 0 0,2-2-2 15,1-3-1-15,2-2 0 0,1 5-1 0,2-4-5 16,2 0 6-16,-2-2-6 0,0 0-1 0,3-6-2 0,2 1 0 16,-2 1-4-16,2-2 4 0,1-3-2 15,0 0 1-15,0-2 0 0,1-2-3 0,-2 0 2 16,6-4 0-16,-7 4 2 0,2-8-4 0,1 1-1 16,-2-2 5-16,2 2-5 0,-7 0 0 0,0 1 1 0,-1-3 4 15,1-3 0-15,-1 4 3 0,-2 0-5 16,-3-2 3-16,2 3-4 0,-1-2 2 0,1 1-3 15,-2 1 5-15,2 1 3 0,-3 1 1 0,0 8 0 16,1-10 5-16,-1 10-6 0,2-9-5 0,-2 9 2 0,3-4-1 16,-3 4-4-16,0 0 4 0,0 0 0 0,0 0 7 15,9 18 0-15,-7-10 4 0,2 5-1 16,0-3-3-16,1 4 0 0,0 3 3 0,3-1 0 16,-2 1-1-16,1-2-1 0,-2 0-13 0,1 2-11 0,1 0-21 15,-4 0-30-15,4-1-31 0,-2 0-43 0,1-6-29 16,1 0-37-16,-6 0-130 0,3-1-364 0,-2-3 162 15</inkml:trace>
  <inkml:trace contextRef="#ctx0" brushRef="#br0" timeOffset="79899.08">5057 11224 183 0,'0'0'197'0,"-4"-5"0"0,4 5-14 0,-12 1-2 16,12-1 5-16,-15 10-13 0,6 0-12 0,-1 1-10 16,-3 5-15-16,0-1-9 0,4 1-12 15,-6 6-9-15,5 0-10 0,0-5-9 0,4 9-10 0,-1-2-5 16,7-6-9-16,-2-2-6 0,4 3-16 0,1-4-12 16,1 1-18-16,3-1-18 0,-1-4-24 0,2-1-30 15,1 0-25-15,0-3-23 0,5-3-25 0,4 0-20 16,-1-2-24-16,3 1-134 0,-4-4-337 0,5-4 149 15</inkml:trace>
  <inkml:trace contextRef="#ctx0" brushRef="#br0" timeOffset="80718.25">5370 11235 163 0,'-4'-9'192'0,"3"3"-10"15,-5 1-10-15,6 5-7 0,-9-5-4 0,9 5-8 16,-12 2-3-16,12-2 5 0,-13 10-18 0,5-2-5 15,-2 7-14-15,1 0-10 0,0 3-11 0,0 0-11 16,0 6-5-16,5-5-12 0,2 0-4 0,-1-2-3 16,2-6-11-16,5 7-4 0,1-4-3 0,0 1-4 15,4-2-5-15,0-4-3 0,4 1-4 0,3-4-6 16,0 1-9-16,3 0-11 0,0-6-6 0,0 1-3 16,2-5-5-16,-3-1-3 0,2-4 0 0,6 0-3 15,-10 2-3-15,2-3 0 0,1-2 1 0,-3 2 2 16,-1-4 1-16,-2 0 2 0,-2 0 3 0,-1-2 4 15,-1 2 0-15,-3-4-3 0,-1 3 3 0,-3-1 4 16,-2-1-4-16,3 2 6 0,-3 2 10 0,0 2 5 16,-3-1 0-16,1 2 4 0,0-1 2 0,1 4 6 15,1 6 0-15,-1-9-3 0,1 9-4 0,0 0 4 16,0 0 2-16,0 0 2 0,0 0-3 0,-13 15 5 0,10-4-4 16,-2 5 0-16,0 0-5 0,-1 0-1 15,3 1 0-15,2 0 2 0,2-3-8 0,1 2 1 16,-1-2 1-16,1-4 4 0,5 2-9 0,-2-3-3 15,3-1-1-15,2-2-3 0,1-4-1 0,-1 2 5 0,3-1-6 16,1-3-5-16,4-3-2 0,0 1-7 0,-1-5-9 16,1 2 3-16,-2-4-7 0,0 1 3 15,0-2-3-15,-2 1 1 0,1-2 1 0,-2 0 6 16,-2-1-3-16,-3 0 2 0,3-1 5 0,-5-1 0 0,-2 1 1 16,1-2 3-16,-4 5 1 0,-1-3 1 0,2 3 0 15,-2 2 8-15,0 8 5 0,-2-12 3 16,2 12-5-16,-1-9-3 0,1 9 2 0,0 0 11 15,0 0 10-15,0 0 6 0,0 0-2 0,1 26 0 16,-1-9-3-16,-1-1 0 0,-1 1 0 0,2 4-1 0,-2-3-2 16,1 7-1-16,-1-7-6 0,2-6 2 0,0 5-4 15,-3 0-3-15,3-7 0 0,0 1 2 0,3-1 2 16,-3-3-3-16,1 0-5 0,-1-7 8 0,6 10-3 16,-3-6-1-16,0 2 1 0,-3-6-3 0,11 3 3 15,-4-4-5-15,-7 1 3 0,17-9 3 0,-4-1-4 16,-2 2-4-16,3-1 0 0,0-3-1 0,-1 1-3 15,0-4 5-15,0 2-1 0,-3-3-1 0,-1 1-2 16,1 1 4-16,-2 0-4 0,1 0 0 0,-2-2 3 16,-3 7 0-16,1-2-7 0,-2 1 6 0,-1 6-4 15,-2 4-3-15,3-9 3 0,-3 9-2 0,0 0-1 16,0 0 3-16,0 0 3 0,0 0-3 0,0 0 0 16,-14 19 3-16,6-9-1 0,-1 4 2 0,0 1-1 15,2 0 0-15,-3 0 2 0,4 0 3 0,3 1-6 16,-1 0 4-16,1 1-3 0,3-4-3 0,-1-3-1 15,-2 2 5-15,5 1-4 0,-2-3 4 0,0 0-1 16,-2 2 3-16,4-2-7 0,-2-4-5 0,0-6-12 16,0 14-11-16,0-8-21 0,1 1-15 0,-1-7-27 15,-1 13-31-15,1-13-33 0,-2 10-51 0,-3-5-173 16,5-5-416-16,-9 10 185 0</inkml:trace>
  <inkml:trace contextRef="#ctx0" brushRef="#br0" timeOffset="81203.67">6754 11309 183 0,'-8'-9'202'0,"-1"0"-16"0,-2 2-3 0,0 1-11 0,-1 1-6 15,-8 0 1-15,8 2-15 0,-7 0-11 16,1 3-12-16,6 3-8 0,-1 3-17 0,-2 4-6 16,2 1-6-16,1 6-6 0,-4 6-9 0,0 1-3 15,7 3-8-15,1 4-7 0,3 0-3 0,2-1-6 0,3 0-4 16,5-2-4-16,2 1-7 0,4-5-5 0,4-2-15 15,4 2-18-15,1-6-17 0,4-1-30 0,2-3-25 16,1-3-24-16,3-2-16 0,1-3-25 0,1-6-14 16,4-2-2-16,-2 0-5 0,2-4-3 0,0-4-103 15,0 1-287-15,-1-2 127 0</inkml:trace>
  <inkml:trace contextRef="#ctx0" brushRef="#br0" timeOffset="82324.37">7173 11532 279 0,'12'-14'8'15,"-4"-3"14"-15,-1 2 9 0,-2-3 0 0,-4 5 23 0,-2 1 0 16,-2 1 3-16,-1 1 9 0,-2 2 8 0,-3 1 2 15,1 0 7-15,-1 2 13 0,-2 4 3 0,1-2 1 16,0 4 0-16,-1 1-6 0,1 5-1 0,0 2 10 16,0-1-10-16,-3 13-6 0,4-5-7 0,0 1-7 15,1 2-11-15,3 0-5 0,1 0-3 0,2-2-9 16,4 2-1-16,2 0-5 0,1-3-10 0,1-5-5 16,2-1-6-16,4 1-8 0,-3-4-5 0,4-2 1 15,-1-2-17-15,0 0-1 0,3-4-2 0,-2-3-2 16,4-1-1-16,-3-3 0 0,-2 2 0 0,-1-2 8 15,3-6-5-15,-8 4-1 0,1 0 5 0,-1-5 12 16,-2 4-4-16,0-6 0 0,-4 2 8 0,-3 2 1 16,3-3-4-16,-2 1 6 0,0 2 5 0,0 4 11 15,0 1 6-15,0 2 9 0,2 6-2 0,-4-10-6 16,4 10-2-16,-1-6-9 0,1 6 0 0,0 0 8 16,0 0 12-16,0 0 3 0,0 0-2 0,-2 23 0 0,4-9 0 15,-1 1-7-15,2 1-4 0,-1 1 3 16,2 3-6-16,-1-4 0 0,2 1-1 0,1-1-1 15,0 0-1-15,2-2-4 0,0-1-2 0,3 0-1 16,-3-4-2-16,2-2 2 0,3-2-3 0,1 1-1 0,-1-4 3 16,1 1-3-16,-1-3-3 0,7-3 0 0,-2-2-2 15,-5 0 1-15,3-3-1 0,-2-1-5 16,-3 0-1-16,5-3-6 0,-5-2-1 0,0 1-2 16,-3-4-1-16,-2-1 0 0,-1-2-3 0,-2 0-1 0,-2 1-2 15,-1-6 0-15,-4 0 3 0,-4 1-1 0,1 7 2 16,-6-6-5-16,3 8 5 0,2-1 2 0,-3 3 4 15,2 3 5-15,0 1 3 0,-3 3 4 0,2-2 0 16,1 4 0-16,-4 0 1 0,4 4-3 0,2 0-2 16,7 0 1-16,-13 3-2 0,13-3-1 15,-6 6-1-15,6-6 2 0,1 12 1 0,-1-12 0 0,12 11-1 16,0-2 2-16,3-2 1 0,5-3 0 0,1 1 0 16,7 0-3-16,-1 0-3 0,1-5 1 0,-6 4 1 15,5-1-1-15,-7-3-2 0,-3 1-2 0,1 1 4 16,-7 1-5-16,2-2 4 0,-3 0-4 0,-1 4 2 15,-2 1 2-15,-1-3-4 0,-2 4 3 0,0-2 2 16,0 4-1-16,-3 1 6 0,0-3 0 0,2 5-3 16,-3 0 5-16,0 0-2 0,0 2-1 0,1 1 1 15,0-2 2-15,1 0-1 0,3 4-3 0,-2-6 2 16,4 4-4-16,-2-3 2 0,0-2 0 0,0 0 0 16,4 0 0-16,1-1 3 0,1-3-2 0,4 0-4 15,-1-2 5-15,4-3-5 0,0-1 6 0,-5-1-8 16,2-5-5-16,3 3 0 0,-5 1-6 0,2-6 0 15,-4 4-3-15,3-6-2 0,-5 3-11 0,-1-3 6 16,1 2-4-16,-1-6 1 0,-3-1 3 0,-1-1-2 0,-2 1 1 16,0-2 6-16,-5-1-1 0,-1 0-1 15,0 0 2-15,-2 1 2 0,-3 1-1 0,4 5 7 16,0-4-2-16,0 5 1 0,-2 3 4 0,3 0 4 16,-1 1 0-16,3 1-1 0,2 5-1 0,-4-7 2 0,4 7-1 15,0 0-4-15,0 0 2 0,0 0 4 16,11-6-1-16,-11 6 1 0,18 7 0 0,-5-4 0 0,4 2 0 15,-1 1 0-15,-3-2 0 0,-1 3 4 16,0-1-2-16,2 4 4 0,-2-3-4 0,-2 7 9 0,0-1-1 16,0 0 5-16,-3-2-4 0,-1 5 6 0,1-1 0 15,-1 1-4-15,-5-5 0 0,2 0-2 16,-2 3-1-16,0 0-1 0,1-1-1 0,-1-2 3 0,2 1-3 16,-1-4 0-16,1 2 0 0,1-2 0 0,-2-2-1 15,2 0 2-15,4-2-5 0,-3-2 2 0,2 0-1 16,4-2 4-16,4 0-4 0,-3-3 3 0,7-2-4 15,-4-3 4-15,4 0-4 0,-1-2 2 16,-4-3-4-16,3 2 0 0,-5 0 1 0,1-2 1 0,-1-3 2 16,-3 3 1-16,-3-3-2 0,2 3 1 0,-3-3 3 15,-4 0 2-15,0-1 0 0,1 7 0 0,-2-2 2 16,-2 1 13-16,2 3-1 0,0-1 13 0,0 9-10 16,-1-11 0-16,1 11-8 0,1-10 0 0,-1 10-3 15,0 0-1-15,0 0 4 0,0 0 12 0,0 0-11 16,-4 27-1-16,4-12 0 0,-1 1-5 0,0 0 3 15,-4-1-2-15,5 4-2 0,0-1-10 0,0-2-20 16,0 1-24-16,-1 0-33 0,-1 1-28 0,2-2-40 16,-1-1-45-16,0-4-43 0,1-1-234 0,-3 0-501 15,3-1 222-15</inkml:trace>
  <inkml:trace contextRef="#ctx0" brushRef="#br0" timeOffset="82491.42">8306 11172 66 0,'0'-5'155'0,"0"5"-30"16,0 0-20-16,0 0-30 0,0 0-27 0,0 0-43 16,0 0-24-16,0 28-75 0,3-13-101 0,2 5 45 15</inkml:trace>
  <inkml:trace contextRef="#ctx0" brushRef="#br0" timeOffset="83392.63">8397 11505 187 0,'14'-5'193'0,"-7"2"4"0,4 0-9 0,-2-1 0 16,3 0 0-16,-2-4-9 0,1 3-17 0,6-3-9 15,-5 5-12-15,-2-5-12 0,1 3-6 0,2-7-9 0,-4 5-7 16,-1 1-6-16,-1-2 0 0,-3 2-7 15,0 0-2-15,0-1 6 0,-3 1-4 0,-1 6-9 16,-1-10-9-16,1 10 8 0,-9-10-22 0,1 6-3 16,-1 1-5-16,9 3-6 0,-15 0 0 0,5 1-7 0,-2 5-4 15,3 1-3-15,-5 3-7 0,4 2-2 0,-2 2 2 16,0 0-2-16,4 4 2 0,3 0-3 0,1 0-7 16,3-2-3-16,1 0 4 0,1 1-2 0,3-2-5 15,4 1 3-15,-1-1 4 0,5-3-6 0,1 0 1 16,4-4-2-16,0 1-3 0,2-4 2 0,3 0 0 15,-2-3-3-15,2 0 3 0,1-2-2 0,5-2 0 16,-9 0-4-16,2 0-3 0,-1-1 6 0,-2-1 6 16,1-2-18-16,-2 1 0 0,0-2-6 0,-2-2 2 15,-4 2-2-15,2-6-9 0,-3 1 3 0,-3-2-7 16,-2 1 3-16,-1 2 2 0,-2-1-1 0,2-5 4 16,-4 0-4-16,-2-1 5 0,0 1 1 0,-2 0 0 15,-1 0-4-15,1 7 5 0,1-1 7 0,-4 0 6 16,4 3-3-16,1 0 5 0,-2 3 1 0,4 5 4 15,-3-10-4-15,3 10-1 0,-4-7-2 0,4 7 0 16,0 0-4-16,-2-7 4 0,2 7-1 0,0 0 1 16,0 0-3-16,0 0 3 0,0 0 0 0,18 10-1 15,-10-6 1-15,0 1 1 0,-2 1-1 0,2-3 0 16,-1 3 1-16,1 2 1 0,-2-2-2 0,2 1 1 16,0 0-2-16,-2 1 2 0,-1-1-2 0,0 2 6 15,1-1-2-15,-3 3-2 0,0 0 9 0,-1 0-1 0,-2 1 9 16,2-2-11-16,-1 2-3 0,-1 1-2 15,-1-3 3-15,2 2 1 0,-2-1 0 0,2 1-3 16,0-1 1-16,-1-2 11 0,1 1-16 0,2 0-1 16,-3-3 2-16,3 0-1 0,-2-1 4 0,-1-6 1 15,10 9 0-15,0-6-5 0,1-2 2 0,-1 0 1 16,2-2 9-16,0-2-14 0,6-3-2 0,-4-2 5 16,3 1-3-16,1-5 2 0,-1 1-2 0,-2-2-1 15,4-4-4-15,-3-5 1 0,1 3-3 0,-2-3-1 0,2-1 11 16,-4 0-6-16,-3 5 0 0,0-5 2 0,-2 6-1 15,-1 0 2-15,-2 0-4 0,-1 5 3 0,-1 1 0 16,-1 1 8-16,-2 3 1 0,3 1 1 16,-2-1-6-16,-1 7 0 0,3-7-1 0,-3 7-1 0,0 0 2 15,0 0-2-15,0 0 2 0,0 0-2 0,-13 21 3 16,9-11-1-16,2 2-1 0,-3 0 2 0,2-1-3 16,2 1 4-16,0 1-2 0,2-1 3 0,1 0-3 15,1 0-1-15,1-1 0 0,-2 0 0 0,2 6-2 16,0-7-2-16,1 1 1 0,0 4 5 0,-1-6-6 15,1 0 5-15,0 1-4 0,0 0 2 16,-2-1-4-16,1 1-2 0,-3 0 5 0,2-3-3 16,-2 0 2-16,0 3 1 0,0-5-1 0,-1-5 1 0,-1 14 1 15,1-14-1-15,-2 12 3 0,-1-6-3 0,-1 0 3 16,0 1 2-16,0-2-3 0,-2 0-9 0,-1 1-10 16,0-3-9-16,-2 2-18 0,-2 0-21 0,2 0-27 15,2-3-35-15,1 0-39 0,6-2-49 0,-13 3-241 16,5-3-498-16,8 0 220 0</inkml:trace>
  <inkml:trace contextRef="#ctx0" brushRef="#br0" timeOffset="83569.45">9478 11467 237 0,'7'-5'244'0,"-7"5"-10"0,0 0-19 15,5-5-17-15,-5 5-32 0,0 0-33 0,0 0-37 16,0 0-29-16,0 0-32 0,0 0-43 0,0 0-50 16,0 0-65-16,0 0-117 0,0 0-259 0,0 0 115 0</inkml:trace>
  <inkml:trace contextRef="#ctx0" brushRef="#br0" timeOffset="84552.13">9033 12369 132 0,'0'-12'203'0,"0"12"-3"16,0-8-6-16,0 8-17 0,0 0-17 0,0 0-18 15,-4-9-17-15,4 9-8 0,0 0-2 0,-17 18 11 16,2 2-9-16,-2 3-10 0,-3 3-6 0,1 3-8 0,-12 13-12 16,1-4 13-16,10-9-9 0,-2 0-10 15,-1-1-7-15,3-3-8 0,2 1 0 0,1-3-9 16,6-6-7-16,-1-3-6 0,2 0-3 0,2-5-3 16,3-3-1-16,0 0-3 0,1-1 0 0,2 0 1 15,2-5 1-15,-8 7 0 0,8-7 4 0,0 0-1 16,0 0-3-16,-6 2-2 0,6-2-6 0,0 0-1 15,0 0-2-15,0 0 0 0,6-26-7 0,3 19-1 16,0-1 1-16,3 1-4 0,4 0 0 0,-4 3-3 16,5-1 0-16,0 0-3 0,2 4 0 0,3-1-3 0,-2 1 0 15,9 0 0-15,-3 2-7 0,4-1-2 16,-1 3-5-16,-7-2-7 0,-2 0-1 0,10 0 0 16,-2 2 1-16,0-2 0 0,-1-1-1 0,-6-1 3 15,-3 2-2-15,3-1 4 0,-3 0-1 0,-2-1 1 0,-2 2 0 16,-2-1 1-16,-6 1 5 0,-6-1 2 0,14 0 1 15,-14 0 10-15,9-2-8 0,-9 2 3 16,5-5 2-16,-5 5 5 0,0-8 6 0,0 8 10 0,-6-11-9 16,0 3 3-16,-4-4-4 0,-2 1 1 0,-3-2-3 15,2-3 5-15,-4-3 4 0,3-1 6 0,-4 1 0 16,4 3 1-16,-6-4-6 0,3 2 8 0,3 4 2 16,3-1 4-16,0 2-4 0,1 2-3 0,2 2 0 15,3 0-4-15,0 3-4 0,1 1-8 16,4 5-16-16,-8-9-20 0,5 5-23 0,3 4-39 0,0 0-25 15,0 0-16-15,0 0-20 0,0 0-26 0,0 0-29 16,0 0-189-16,24 6-429 0,-12-2 190 0</inkml:trace>
  <inkml:trace contextRef="#ctx0" brushRef="#br0" timeOffset="84828.17">9601 12396 196 0,'0'-6'226'0,"0"6"0"0,0-9 0 0,0 9-1 16,0 0-3-16,1-12-13 0,-1 12-24 0,0 0-22 15,0-7-14-15,0 7-15 0,0 0-1 0,0 0-6 16,0 0-3-16,4 31-4 0,-2-14-8 0,-5 8-7 16,3 0-7-16,3 0-9 0,-2 1-12 0,-1 0-6 15,-1 2-6-15,-1-2-5 0,4 0-4 0,-2-7-12 16,1 0-1-16,-1-1-2 0,2-1-6 0,-2 1-14 15,0-4-13-15,0-2-20 0,0 0-23 0,0-2-22 16,0 1-26-16,-1 1-32 0,0-4-39 0,0-1-29 16,1-7-22-16,0 9-16 0,0-9-31 0,0 0-128 15,0 0-409-15,0 0 181 0</inkml:trace>
  <inkml:trace contextRef="#ctx0" brushRef="#br0" timeOffset="85062.35">9591 12322 38 0,'9'-8'178'0,"1"-5"4"0,0 6-4 0,4 2-8 15,3-1-4-15,1 3-3 0,0 1-15 0,0 0-9 16,-1 6-14-16,-4-1-8 0,0 3-8 0,-3 0-11 16,-1 2-5-16,0 2-1 0,-1 0-6 0,-4 2-7 15,-3 0 3-15,-2 3-10 0,-2 2-5 0,-6-1-6 16,0-1-7-16,-4 1-6 0,-4 1-3 0,1-2-9 15,-2-4-4-15,4 2-19 0,0-3-26 0,1 1-34 16,2-3-39-16,-1-1-45 0,2-2-50 0,1 2-189 16,-1 0-399-16,1-1 177 0</inkml:trace>
  <inkml:trace contextRef="#ctx0" brushRef="#br0" timeOffset="85416.84">9857 12700 132 0,'2'5'203'16,"2"-1"-9"-16,-1 1 0 0,-3-5-6 0,6 9-1 15,-3-6-3-15,-3-3-10 0,2 7-9 0,-2-7-10 16,3 8-6-16,-3-8-6 0,0 0 2 0,4 5 1 16,-4-5 12-16,0 0-15 0,0 0-10 0,0 0-16 15,0 0-9-15,0 0-16 0,0 0-6 0,0 0-10 16,0 0-7-16,-2-23-8 0,5 11-3 0,-1 1 1 15,4-1-23-15,-1-5-1 0,1 1-2 0,0-2-10 16,3 3 1-16,0-2-6 0,3 2-1 0,-1 0-6 16,5 2 1-16,-7 5-5 0,5-2 4 0,-3 3-5 15,5 2 8-15,-4 3-12 0,0 2 1 0,-2 3-1 16,0 1 2-16,-3 0 0 0,2 5 0 0,-2-1 0 16,2 3 0-16,-2 3-2 0,-1 1 3 0,-3-2-1 15,-1 2 0-15,1-2-2 0,-1 1 2 0,1-1-12 16,-1 0-28-16,-1-2-29 0,-1 2-34 0,0-3-46 0,-1 1-54 15,1-4-51-15,0-7-252 0,0 13-545 16,0-13 241-16</inkml:trace>
  <inkml:trace contextRef="#ctx0" brushRef="#br0" timeOffset="85678.82">10370 12355 56 0,'0'-10'240'0,"0"10"-13"0,0-8-15 16,0 8 1-16,0 0-1 0,0 0 5 15,0 0 5-15,-3 25-11 0,1-9-14 0,-4 4-22 16,2 6-18-16,-1 0-7 0,1-1-16 0,0 1-10 16,0 0-14-16,1-2-10 0,3-4-11 0,-2-1-7 0,4 0-8 15,-1-1-2-15,1-2-15 0,1 0-10 0,0-4-21 16,0-2-17-16,3 0-21 0,-1-1-26 0,2-1-34 15,1-1-44-15,-2-3-43 0,2 0-47 16,2-3-45-16,-3 1-176 0,-7-2-462 0,15-2 204 16</inkml:trace>
  <inkml:trace contextRef="#ctx0" brushRef="#br0" timeOffset="86132.38">10658 12436 191 0,'7'-1'225'16,"4"2"9"-16,-2-1-12 0,1 3-21 0,0-1-8 16,-2 3-10-16,0 2-6 0,-3 2-14 0,1-2-16 15,0 3-13-15,-3-2-11 0,-2 8-9 0,-2-4-8 16,-3 5-11-16,-1-2-11 0,-2 2-5 0,-2-2-7 16,0 0-10-16,0-6-4 0,0-1-4 0,1 0-4 15,0 0-6-15,1-2-4 0,2-2-6 0,-2-1 1 16,7-3-5-16,-8 6-3 0,8-6 0 0,0 0-4 15,0 0-3-15,0 0-3 0,0 0-3 0,4-22 3 16,4 14-4-16,0-3-2 0,4 0-1 0,1-3 0 16,1 0-3-16,4-3-1 0,-3 4 4 0,0-1 0 15,0 0 1-15,-2 1 1 0,8-7-1 0,-5 8-2 16,-2-1 1-16,1 2 6 0,-1-1-2 0,-2 0 5 16,-4 4 5-16,-3 4 6 0,3-3 10 0,-6 2-2 15,2 1 1-15,-1-1 0 0,-3 5 2 0,6-4-4 16,-6 4 0-16,0 0-4 0,6-6-1 0,-6 6-3 15,0 0-6-15,0 0 3 0,0 0-1 0,0 0-3 16,-12 22 1-16,7-11-2 0,1-1-1 0,-1 6 0 16,-1-1-5-16,4 1 1 0,-2 1-3 0,0-2 2 15,2 0-3-15,2-2-2 0,0 2 3 0,2-2-15 16,0-4-3-16,2 4-25 0,-1-5-27 0,3 2-28 16,-3-2-32-16,0-2-38 0,3-1-41 0,1-1-50 15,-2-3-40-15,4 2-212 0,-9-3-540 0,0 0 239 16</inkml:trace>
  <inkml:trace contextRef="#ctx0" brushRef="#br0" timeOffset="86358.4">11131 12314 207 0,'10'2'257'0,"-10"-2"2"0,17 6-5 0,-8 2-1 16,3 3-25-16,-2 2-17 0,1 2-14 0,-3 3-17 0,-3 2-6 15,1-1-13-15,-6-1-15 0,1 7-8 16,-4-5-16-16,1-1-5 0,-3 8-12 0,-1-9-7 16,1 0-11-16,-2 0-9 0,-3-3-9 0,0-1-13 15,-3 1-16-15,2-1-24 0,-5-2-34 0,3-2-41 16,1 2-48-16,-5-5-60 0,7-2-64 0,-4-3-248 16,1 1-518-16,0-3 229 0</inkml:trace>
  <inkml:trace contextRef="#ctx0" brushRef="#br0" timeOffset="86528.21">11453 12489 14 0,'13'-4'222'0,"-3"1"-14"0,1 0-11 0,1-1-15 16,2 4-16-16,-2-3-18 0,-1 2-16 0,-2-1-25 0,2 1-35 15,-11 1-40-15,14 0-37 0,-14 0-46 16,13 0-25-16,-7 0-25 0,-6 0-108 0,8 4-224 15,-8-4 100-15</inkml:trace>
  <inkml:trace contextRef="#ctx0" brushRef="#br0" timeOffset="86662.46">11589 12558 178 0,'-4'6'201'0,"-2"-1"-4"16,3 1 7-16,-1-1 9 0,4-5-12 0,-4 10-9 16,1-6-8-16,3-4-13 0,-6 4-15 0,6-4-11 15,0 0-9-15,0 0-17 0,0 0-12 0,9 10-22 0,-9-10-33 16,10 0-44-16,-10 0-68 0,22-8-82 15,-12 5-250-15,2 0-424 0,-1-4 188 0</inkml:trace>
  <inkml:trace contextRef="#ctx0" brushRef="#br0" timeOffset="87302.61">13160 12430 22 0,'-2'-6'177'0,"2"6"-4"0,0 0 4 0,0 0 7 16,-18 15-5-16,4-3 7 0,-5 9-15 0,0 1-6 15,-3 1-11-15,0 0-11 0,-1 2-7 0,0-1-13 16,5-2-7-16,-1 0-12 0,0-1-8 0,2-2 2 16,-2 1-13-16,4-5-6 0,-1-1 0 0,0-2 2 15,0 0-13-15,4-2-9 0,0-1-13 0,3-3 11 16,4-1-12-16,-1-2-6 0,4 0-2 0,2-3-2 15,-10 7-4-15,10-7-2 0,0 0-4 0,0 0 1 16,0 0-2-16,0 0-4 0,0 0-3 0,0 0-2 16,0 0-3-16,18-23-1 0,-7 19-2 0,1-2-3 15,1 0-1-15,-2 2 0 0,7 2-1 0,0 1 1 16,3-1-2-16,-1 2 0 0,-1 2-6 0,2-2 3 16,0 0-2-16,0 3-2 0,0-1-6 0,6 1-2 15,-4 1 0-15,4 0-4 0,0-1-4 0,-1-3 4 16,-5 0-3-16,1 0 4 0,-4 0 1 0,2 0 0 15,1-3 1-15,-4 0 0 0,1 0 4 0,-2-4 2 0,-4 4 1 16,-2-1 4-16,-1-4-5 0,-1 2 4 16,-4-2-2-16,0-1 6 0,-1-1 4 0,-1-1 1 15,-4 1 4-15,-3-2 2 0,-1-6 2 0,-6 4 1 0,-1-2 1 16,1 0 0-16,-6-3 1 0,-2 1-6 0,0 0 0 16,-2 2 7-16,-1 1-10 0,8 3 3 0,-2 3-2 15,2-1 1-15,3 3-7 0,2 1 3 0,1 0-8 16,1 1-9-16,2 1-33 0,6 4-36 0,-7-3-36 15,7 3-15-15,0 0-22 0,0 0-38 0,0 0-41 16,0 0-166-16,21 18-429 0,-8-14 191 0</inkml:trace>
  <inkml:trace contextRef="#ctx0" brushRef="#br0" timeOffset="87563.22">13687 12443 178 0,'0'0'237'0,"0"0"-3"0,1-10-3 0,-1 10-16 16,0 0-17-16,0 0-22 0,0 0-13 0,0 0-11 15,0 0 9-15,0 0-3 0,9 20 9 0,-7-5-19 16,1 4-12-16,1 8-7 0,-2-1-11 0,0 2-10 16,2-2-15-16,-3-1-4 0,-1-5-14 0,2 5-6 15,-2-6-4-15,0 2 4 0,0-2-17 0,0-1-7 16,0-3-1-16,-2 1-15 0,2-1-21 0,0-2-14 15,0-2-28-15,0-1-29 0,0-1-39 0,0-2-34 16,0-7-35-16,0 12-23 0,0-12-31 0,-1 6-211 16,1-6-473-16,0 0 209 0</inkml:trace>
  <inkml:trace contextRef="#ctx0" brushRef="#br0" timeOffset="87800.37">13733 12412 43 0,'9'-9'176'0,"-3"1"1"0,4 2-1 0,-1 0-8 0,4 2-5 16,-2 3-12-16,2 1 0 0,1 4-11 15,-1 0-11-15,2 3-7 0,0 3-2 0,1-1-9 16,-5 3-10-16,0 4-10 0,-4-1-5 0,-4 1-3 16,1 3-10-16,-4-2-4 0,-3 1-4 0,-4 0-7 15,-1-2-8-15,-1 0-4 0,-2-1-8 0,-1 0-15 0,-1-2-22 16,1-1-33-16,-1 1-28 0,-1-3-37 15,5-3-29-15,-2-1-28 0,0-1-32 0,0 0-140 16,0-2-354-16,1 1 157 0</inkml:trace>
  <inkml:trace contextRef="#ctx0" brushRef="#br0" timeOffset="88124.11">13922 12743 32 0,'4'8'184'0,"0"3"4"16,-4-5-4-16,5 3-1 0,-3-1-6 0,1 2 6 15,-3-4 3-15,2 2-14 0,0-2-11 0,-2-6-13 16,2 12-11-16,-2-12-3 0,3 9-7 16,-3-9-1-16,0 7-1 0,0-7 0 0,0 0 3 0,2 4 0 15,-2-4-9-15,0 0-11 0,0 0-7 0,0 0-12 16,0 0-9-16,0 0-6 0,4-19-8 16,0 13-9-16,-1-2-4 0,-3-1-10 0,7 0 0 0,-1-3-7 15,5-3-5-15,-2 1 1 0,5 2-6 0,-1-4-9 16,3 6 7-16,-2 0-10 0,0 1-1 0,-4 2 3 15,1 3-8-15,1 0 2 0,-1 3-4 0,-4 1-1 16,6 0 4-16,-4 3-4 0,0-1-1 0,1 2-3 16,-2 3 4-16,-3 2-1 0,3-2 1 0,-2 3-3 15,-2-2 3-15,1 3 1 0,-3-3-1 0,0 3-16 16,0-1-12-16,-2 0-19 0,-2-3-28 0,2-7-35 16,0 16-47-16,-2-10-57 0,2-6-47 0,0 10-258 15,0-10-556-15,0 0 245 0</inkml:trace>
  <inkml:trace contextRef="#ctx0" brushRef="#br0" timeOffset="88379.57">14469 12475 221 0,'0'0'237'0,"0"0"6"0,0 0 6 0,-6 28-1 15,1-11-19-15,2 2-11 0,-1 6-7 0,0 1-12 16,-1-2-14-16,-1-3-23 0,4 3-13 0,-2-4-12 16,-1-3-15-16,0 1-13 0,3 0-8 0,-2-2-18 15,1-4-13-15,5 1-17 0,-2-2-15 0,0-1-25 16,2-3-20-16,1-3-34 0,1 2-34 0,4-3-32 16,-8-3-43-16,13 4-33 0,-2-7-34 0,-2 1-10 15,2 0-152-15,0-4-410 0,1 2 182 0</inkml:trace>
  <inkml:trace contextRef="#ctx0" brushRef="#br0" timeOffset="88603.59">14638 12664 177 0,'4'-6'183'0,"-4"6"-2"0,0 0 6 15,0 0 1-15,0 0 2 0,0 0-5 0,0 0-16 16,0 0-14-16,0 21-17 0,0-21-9 0,6 9-7 16,-6-9-11-16,6 7-5 0,-2-4-3 0,1 0 1 15,4-1-13-15,2-1-6 0,-11-1-8 0,20-6-3 16,-6 2-5-16,-4 0-7 0,3-1-3 0,-4-1 5 15,-1-4-4-15,0 3 11 0,0-3-16 0,-3-1-9 16,-1 0 4-16,0-1-6 0,0 5-2 0,-3-5-6 16,-2 3-2-16,-1-1-10 0,0 3-4 0,-3-1-20 15,-1 0-13-15,0 2-22 0,-4 1-37 0,2 3-42 16,-3 1-61-16,-1-2-47 0,1 2-255 0,-3 1-517 16,3-2 229-16</inkml:trace>
  <inkml:trace contextRef="#ctx0" brushRef="#br0" timeOffset="88851.65">14939 12440 183 0,'8'6'249'0,"1"2"-1"0,-1 0-7 0,2 2-4 0,2 5-15 15,-3 2-13-15,7 5-19 0,-4 2-15 16,-6-6-9-16,4 5-14 0,-4 0-9 0,-2-2-11 0,-2-2-7 15,-2 0-13-15,-1 6-16 0,-4-6 9 16,-2 0-19-16,0-1-9 0,-1-1-8 0,-2-3-9 0,-3 1-8 16,1-1-3-16,-2-1-8 0,-1-3-28 0,-1 2-22 15,-1-2-39-15,1-3-53 0,-1 0-56 16,-2-4-68-16,6 2-54 0,-5-3-157 0,5 0-472 16,-1-4 209-16</inkml:trace>
  <inkml:trace contextRef="#ctx0" brushRef="#br0" timeOffset="89408.42">15531 12773 28 0,'0'0'191'0,"10"-7"-8"0,-1 1-7 15,1-1-8-15,4 0-14 0,3 0-13 16,2 0-9-16,7-4-13 0,-8 3-12 0,2-1-6 0,-2 0-11 16,2 2-4-16,-3-2-2 0,-3-1 0 0,-3 3-3 15,-2-1 4-15,-1-1-13 0,-1 0-6 16,0-1-9-16,-2 0 4 0,-1-1-5 0,-1 3-6 15,-2 0 1-15,-1-2-6 0,0 10-5 0,-3-16-6 0,-1 10-4 16,1 0 2-16,-5-1-5 0,2 3-2 16,-2 1-4-16,8 3-2 0,-18 0-5 0,8 2 0 15,0 4 2-15,-3 4 2 0,0 3 1 0,-2 9 1 16,1-1 10-16,3 1-4 0,3 3 0 0,1 0-2 0,5-4-2 16,0-2-3-16,4-1-4 0,1 1 1 0,3 0 2 15,2-2-8-15,4-2-14 0,3 6-26 0,1-8-38 16,-1-3-41-16,3 1-44 0,3-5-51 0,-2-2-203 15,-2-1-438-15,6-3 193 0</inkml:trace>
  <inkml:trace contextRef="#ctx0" brushRef="#br0" timeOffset="89614.85">16057 12655 158 0,'0'0'236'0,"17"14"-9"0,-14-8-11 0,2 4-12 16,0 1-13-16,1 0-14 0,2 5-18 0,1 0-17 16,0-1-12-16,2 2-15 0,1-2-10 0,-2 0-19 15,1-2-26-15,-4-2-22 0,1-2-37 0,-1 0-44 16,-2-1-31-16,2-1-37 0,-2-2-30 0,-1-2-19 16,-4-3-126-16,7 3-311 0,-7-3 138 0</inkml:trace>
  <inkml:trace contextRef="#ctx0" brushRef="#br0" timeOffset="89792.17">16240 12714 67 0,'-2'-11'132'16,"-2"-1"6"-16,1 3 14 0,-1-1 16 0,2 3 7 15,2 7-6-15,-3-10-17 0,3 10-16 0,-6-5-5 16,6 5 3-16,0 0 8 0,-16 16-3 0,7-3-9 16,-3 1-12-16,-4 6-11 0,-1 3-8 0,2 0-12 15,0-1-7-15,-2 1-11 0,0-1-7 0,2 1-22 16,0 0-29-16,4-8-28 0,2 1-43 0,-3-1-55 15,8-3-34-15,-1-1-45 0,-1-2-157 0,2-1-379 16,4-8 167-16</inkml:trace>
  <inkml:trace contextRef="#ctx0" brushRef="#br0" timeOffset="90065.76">16471 12509 34 0,'4'-8'273'0,"0"2"-17"16,-1 0-17-16,-3 6-17 0,5-7-6 0,-5 7 8 16,0 0-6-16,0 0-3 0,15 16-5 15,-11-3-1-15,0 3-12 0,0 3-20 0,2 10-6 16,-1-4-8-16,-4 3-12 0,2-2-15 16,-1 1-12-16,1-1-9 0,0-2-18 0,-2 1 3 0,-1-5-15 0,1-1-13 15,0 6-1-15,1-8-6 0,0 0-11 16,-2 0 0-16,2-2-15 0,-2-2-20 0,1-1-22 15,0-1-32-15,-2 0-31 0,1-1-36 0,0 0-44 0,-1-3-43 16,1-7-47-16,0 11-29 0,0-11-33 0,0 0-180 16,-4 6-517-16,4-6 228 0</inkml:trace>
  <inkml:trace contextRef="#ctx0" brushRef="#br0" timeOffset="90289.7">16604 12655 58 0,'6'-3'198'0,"2"1"9"0,4 1-3 0,-1-1-9 16,2 4-5-16,-1 1-7 0,2 0-13 0,-1 2-3 15,-2 1-12-15,-2 1-12 0,1 1-13 0,-5-1-8 16,2 3-8-16,-1-1-8 0,-3-2-9 0,-2 1-4 16,-2 1-10-16,-1 3-4 0,-4-6-9 0,-2 3-7 15,2-2-9-15,-3 0-10 0,-2 0-22 0,0-2-21 16,-4 2-27-16,1 0-52 0,-3 0-31 0,4-3-65 15,2 0-61-15,-8 0-153 0,5-3-420 0,0 1 186 16</inkml:trace>
  <inkml:trace contextRef="#ctx0" brushRef="#br0" timeOffset="90785.97">17269 12413 16 0,'2'-8'271'0,"1"1"-15"15,0 2-11-15,-3 5-18 0,3-10-17 0,-3 10-24 0,3-7-19 16,-3 7-17-16,0 0-16 0,0 0 3 16,0 0 5-16,8 17-3 0,-8 0-3 0,-2 8-5 15,2 3-14-15,-1 7-5 0,-1-1-7 0,-2 13-6 16,-1-12-13-16,-3 10 2 0,0-11-11 0,2-1-4 0,1 1-7 15,0 0 4-15,1-6-16 0,0 3-6 0,3-4-8 16,-1 1-3-16,1-1-2 0,4 1 4 16,-2-4-13-16,3-6 1 0,-2-1-2 0,5-2-4 15,-2 1-1-15,5-3 0 0,-6-3 0 0,5-1-4 0,-1 0-1 16,2-5 0-16,1 2 2 0,1-2-1 0,2-1-8 16,-1-3 3-16,6 0-2 0,-4 0-7 0,0-3-12 15,-2 0-11-15,1 1-18 0,-2-1-28 16,-2-1-34-16,0 0-40 0,-1 1-51 0,-2-4-56 0,1 0-48 15,-3 0-179-15,2-1-514 0,-2-1 228 0</inkml:trace>
  <inkml:trace contextRef="#ctx0" brushRef="#br0" timeOffset="90972.2">17654 12709 199 0,'-2'-6'232'0,"2"6"-20"15,-4-7-16-15,4 7-19 0,0 0-15 0,0 0-11 16,0 0-11-16,0 0-11 0,13-5-13 0,0 7-14 16,5-2-14-16,2 0-27 0,2 1-33 0,5-2-37 15,3-1-35-15,1 0-39 0,-1 1-28 0,-2-5-28 16,-1 3-130-16,-2-7-289 0,-6 6 129 0</inkml:trace>
  <inkml:trace contextRef="#ctx0" brushRef="#br0" timeOffset="91434.12">18133 12426 150 0,'0'-12'173'16,"0"12"-13"-16,0 0-15 0,1-9-9 0,-1 9 3 15,0 0 5-15,12 3-1 0,-12-3-4 0,17 7-7 16,-8 1-5-16,2 1-3 0,3 2-8 0,-4 2-7 16,1 2-7-16,-2-1-7 0,-1 2-6 0,-1 1-7 15,-4 0-7-15,0-2 2 0,-2 0-11 0,-2-1-2 16,-2-2-8-16,0-2 5 0,0 2-11 0,-1-3 1 15,0-1-3-15,0-1 8 0,0-1-13 0,2 1 4 0,2-7-11 16,-5 5 0-16,5-5-3 0,0 0-4 0,-4 9 11 16,4-9-15-16,0 0-5 0,0 0 0 15,0 0-9-15,0 0-5 0,0 0-4 0,0 0-9 16,0 0-8-16,8-34 1 0,-2 20-5 0,4-2-2 0,3 2-7 16,4-6 0-16,1 1 0 0,0-2 1 15,3 0-1-15,-2 1 5 0,2 0-1 0,1 1 6 0,-8 4 1 16,1 1 2-16,-1 0 2 0,-3 0 6 15,2 2-3-15,-6 1 9 0,0 2 3 0,-2 2 6 0,1-2 3 16,-3 3 7-16,1 1 3 0,-1-1 5 0,-3 6-6 16,4-7 9-16,-4 7-10 0,0 0-3 15,0 0-5-15,0 0 2 0,0 0 4 0,0 0 5 0,0 0-2 16,-11 20 3-16,1-4 2 0,-1-4-3 0,2 1-6 16,0 2 11-16,-3 0-8 0,6-2-5 15,0 1 1-15,2 1-1 0,2-3-2 0,-3 5 1 0,5-2-3 16,1-2 0-16,2-1-16 0,4 2-16 0,0 0-16 15,2-4-20-15,4 1-28 0,2 0-32 0,2-3-34 16,-2-1-44-16,-1-1-48 0,-3 1-168 0,-3-1-445 16,0-1 197-16</inkml:trace>
  <inkml:trace contextRef="#ctx0" brushRef="#br0" timeOffset="91665.17">18094 12847 53 0,'-10'2'201'0,"4"-2"-10"0,6 0 13 0,-5 4 4 16,5-4-10-16,0 0-11 0,19 2-2 0,10-2-18 15,3-5-16-15,8 1-14 0,11-3-10 0,3 2-8 16,-2-2-14-16,2-2-16 0,-16 6-4 0,0-1-12 16,-2 0-2-16,-5 1-11 0,-4 0-5 0,-8 3-24 15,-6-3-21-15,-3 3-34 0,-1 0-34 0,-1 0-25 16,-8 0-22-16,9 3-23 0,-9-3-9 0,0 0-30 15,-2 10-28-15,2-10-107 0,-19 9-327 0,6-3 144 16</inkml:trace>
  <inkml:trace contextRef="#ctx0" brushRef="#br0" timeOffset="91987.62">18310 12926 222 0,'0'0'245'0,"0"0"5"0,0 0 3 0,0 0-7 15,0 0-12-15,0 0-19 0,0 0-14 16,-8 1-24-16,8-1-18 0,0 0-12 0,-3 6 5 16,2 2 1-16,1 1-3 0,-2 3-6 0,-1 3-10 15,-1 3-15-15,0 1-6 0,-1 0-6 0,0 1-13 16,-2 4-11-16,2 0-8 0,-3 0-9 0,3-5-2 16,-1-2-10-16,1-2-3 0,2 3-13 0,1-1 3 15,-2-2-3-15,3-4-7 0,-2 1 0 0,2-3-4 0,1-1-1 16,-2-2-3-16,2-6-4 0,3 13 3 0,0-9 14 15,0 0-19-15,-3-4-7 0,12 3 6 16,-3-1 0-16,2-4-2 0,2 0 3 0,6-2-11 0,0 1-1 16,0-2-11-16,1 0-13 0,2 0-19 0,-3-1-27 15,1 0-22-15,-2-1-36 0,1 1-41 0,-1-1-38 16,-2 2-40-16,-1-2-34 0,-4 3-245 16,-2-1-562-16,3 0 249 0</inkml:trace>
  <inkml:trace contextRef="#ctx0" brushRef="#br0" timeOffset="92499.18">18610 13128 91 0,'0'-10'212'0,"0"0"3"0,0 10 6 0,2-7-3 16,-2 7-1-16,3-9-6 0,-3 9-8 0,0 0-5 16,1-7-16-16,-1 7-14 0,0 0-2 0,4-6-32 15,-4 6-11-15,0 0-3 0,0 0 11 0,0 0 11 16,2 21-13-16,-2-10-8 0,-1 0-11 0,0 4-8 16,1 1-7-16,-4 0-5 0,4 1-8 0,-3 1-7 15,2-1-5-15,1-1-6 0,0 2-4 0,-1-2-15 0,2 1-3 16,0-5 1-16,-2 1-2 0,2-2-7 15,2-2-4-15,-1 1 2 0,0-3-7 0,-2 0-4 16,0-7-2-16,2 10-7 0,-2-10 7 0,0 9 4 16,0-9-12-16,0 0 6 0,0 8 0 0,0-8 5 15,3 5-9-15,-3-5 7 0,0 0 1 0,0 0-8 16,0 0 0-16,0 0-8 0,0 0 6 0,0 0-18 16,0 0 10-16,4-27 2 0,0 16-14 0,2 1 9 15,2-6-4-15,3 0-5 0,2 0 2 0,0 2 0 0,-1 1-2 16,4-1 5-16,-2 5-10 0,1-3 6 0,-3 4 7 15,-2 2-6-15,1 3-4 0,1 0 4 16,-2 3-1-16,-2 0 4 0,-8 0-3 0,14 5 15 16,-9-2-7-16,0 4 5 0,-1 0 7 0,2 1-2 15,-3 1-1-15,-2 1-4 0,0-1 9 0,1 3-17 0,-2-6-18 16,1 3-24-16,-1 0-33 0,0 1-45 0,0-2-59 16,0-8-63-16,2 10-55 0,-2-10-279 0,3 8-626 15,-3-8 277-15</inkml:trace>
  <inkml:trace contextRef="#ctx0" brushRef="#br0" timeOffset="93126.63">19302 12290 103 0,'0'0'205'0,"-1"-10"-9"0,1 10-9 0,0 0-14 0,-1-8-11 15,1 8-11-15,0 0-15 0,0 0-13 0,5-10-12 16,-5 10-10-16,11-3-8 0,-1 2-13 0,1-1-6 16,-1 1-4-16,1 0-8 0,0 0-3 0,-2-1-6 15,2 4-3-15,1-4-6 0,-12 2-8 0,14 0 1 16,-7 2-2-16,0 1-3 0,0 0 0 0,0 2-2 15,0 2 2-15,-2 0 10 0,1 1 0 0,-1 3 3 0,1 3 0 16,-1 3 15-16,3 1-7 0,-4 5-5 16,-2-3-2-16,-2 10 2 0,4 0 3 0,-1 2-4 15,-3 1-3-15,2 2 2 0,0-2-2 0,-2 15 3 16,0-13-4-16,1 1 2 0,-1 0-6 0,1 0 13 0,-2 9-15 16,-2 3-3-16,1-14 5 0,-2 12-4 0,0-10-4 15,0-3 10-15,-1 0-12 0,-4 1-3 16,5-1-2-16,-2-3-3 0,1 1-7 0,0 1 2 0,0-7-2 15,-2 2-1-15,5-6-2 0,-3 3 1 0,3-7 1 16,0-6-7-16,0 5 0 0,1-5 3 0,0 0-3 16,-2 0 2-16,2-2 5 0,-3-2-7 0,4-7-1 15,-2 10-2-15,2-10-9 0,-9 5-7 0,2-3-17 16,7-2-27-16,-15 0-24 0,6-1-41 0,-1-2-34 16,-3 0-37-16,4-4-38 0,-3 4-47 0,-4-5-166 15,4 2-480-15,-3-1 213 0</inkml:trace>
  <inkml:trace contextRef="#ctx0" brushRef="#br0" timeOffset="109057.81">5495 13594 30 0,'-17'1'175'0,"8"-1"-18"16,-2 3 1-16,-1-1-11 0,5-1-1 0,7-1 1 16,-16 3-9-16,10-2-9 0,6-1-9 0,-13 2-9 15,13-2-11-15,-6 1-6 0,6-1-8 0,0 0-4 16,-5 5-3-16,5-5 3 0,0 0-5 0,0 0 1 16,27 5-4-16,-7-5-4 0,6-1-3 0,9-3-9 15,2-1-3-15,16-2-7 0,-15 4-4 0,18-4-5 16,-2-1-3-16,-2 1-11 0,-14 2-8 0,-3 3-12 15,1-1-26-15,-4 3-32 0,-11-2-34 0,-1 1-39 16,0 0-34-16,-7-1-26 0,-1 2-155 0,-5-2-368 16,1 1 163-16</inkml:trace>
  <inkml:trace contextRef="#ctx0" brushRef="#br0" timeOffset="109316.96">5725 13558 38 0,'0'0'207'0,"0"0"-8"0,-7 4-9 15,7-4-2-15,-2 9-5 0,-2-1 2 0,3 3-6 16,-2 6-8-16,3 1-5 0,-2 7-12 0,1 2-13 16,2 3-11-16,0 0-16 0,-3-1-9 0,-1 0-11 15,4 1-9-15,-2-3-8 0,0 0-7 0,-2-1-8 16,3-6-8-16,-1-1-4 0,2-1-7 0,-2-1-16 15,1 2-5-15,0-2-27 0,-1-6-29 0,-2 3-32 16,0 0-35-16,2-4-31 0,1 1-45 0,-1-3-35 16,-2 0-157-16,1-1-398 0,2-7 177 0</inkml:trace>
  <inkml:trace contextRef="#ctx0" brushRef="#br0" timeOffset="109834.27">5921 13658 1993 0,'3'-17'5'0,"0"0"67"16,-1 5 5-16,1 2-27 0,-1 4-17 0,0-1-16 15,-2 7-6-15,4-4 9 0,-4 4 19 0,0 0 9 16,0 0 10-16,9 20 7 0,-8-8 1 0,3 3-4 16,-2 4-2-16,2 1-5 0,-3 6 1 0,1-1-12 15,-1-4-1-15,-1 2-3 0,1-2-9 0,2-1 0 16,-5-2-2-16,2-3-5 0,0 3-1 0,0-3-1 0,-1-2-1 15,0-1-8-15,1-1 3 0,0-5-5 16,-1 2 2-16,1-8-4 0,-3 11-2 0,3-11 0 16,1 10 3-16,-1-10-6 0,0 8-1 0,0-8 4 15,0 0-3-15,0 0-3 0,0 0-9 0,0 0-5 16,0 0-1-16,0 0 1 0,18-20 0 0,-10 13-3 16,0 0 1-16,1-2-2 0,0 2-3 0,2 1 4 15,-5 3-4-15,3 0 5 0,2 2 2 0,1 1 1 16,-1 1-1-16,1 3 1 0,0 0 4 0,3 2-1 15,2-1 2-15,1 1 0 0,-3 2 1 0,3 0 2 0,0-2 0 16,4 0 4-16,-3-2 1 0,1 1-1 16,-1-4-3-16,3 0-1 0,-4-2 2 0,2-3 3 15,-3-1 0-15,1-2-1 0,0 0-2 0,-4-1 1 0,1-3-1 16,-2 0 3-16,-1 0 1 0,-1-2 1 0,-5 3 2 16,1-6-5-16,-2 2 5 0,-1 4 1 0,-3-2 0 15,-1-1 2-15,-2 3 1 0,-1 0 2 0,-1 2 0 16,-1 3 0-16,-4 1-3 0,-4 2 2 15,2 2-1-15,-6 6 1 0,0 2-2 0,-6 7 0 0,6-4-1 16,0 3-2-16,3 1-7 0,2 1-13 0,5-1-21 16,2-2-32-16,2-2-33 0,4 1-55 15,3 1-44-15,1-2-214 0,2-3-447 0,2-1 198 16</inkml:trace>
  <inkml:trace contextRef="#ctx0" brushRef="#br0" timeOffset="110614.68">7271 13847 77 0,'-1'-11'222'0,"1"11"-13"0,-5-13-15 0,-2 7-11 15,-1 2-10-15,-4-2-14 0,-6 3-11 0,-1 3-13 16,-1 1-10-16,-2 5-7 0,-6 1-12 0,1 5-8 0,1 5-4 15,2-2-10-15,1 2-3 0,4-1-4 16,5 0-4-16,2-1-8 0,1 2 0 0,5-2-12 16,0 0-8-16,4-2-1 0,3-1-7 0,2-2-2 15,1 0 0-15,2-1-5 0,1-2 0 0,5-1-3 16,-2 0-2-16,4-4-1 0,3-1-4 0,2-3-2 0,0-2-1 16,-1-2-3-16,1-1-1 0,2-2 2 0,-3-1-2 15,2-6-3-15,-1-2-3 0,-1 0 2 0,0-4 3 16,-6 0-3-16,-2 0-4 0,-1-3 3 15,-2-4-3-15,-3-2 0 0,-1 0-1 0,-2-1 2 16,-1-2-2-16,-1 2-3 0,-2 1 3 0,-1-2-2 0,0 4 6 16,2 1 7-16,-4 3-1 0,1 8 14 15,2 1 11-15,0 7 1 0,2 1-4 0,0 2-5 16,1 6-6-16,0 0-5 0,0 0-4 0,0 0-1 16,0 0 3-16,4 25-7 0,-2 3 1 0,1 4 0 15,-1 14 0-15,-2-10-4 0,0 17 0 0,-2-3 4 0,-1-3-1 16,3 0-3-16,-1-13 0 0,2-4-1 0,-1-1-1 15,5 0 3-15,-1-3-2 0,5-2 3 16,-4-6-7-16,2-1 6 0,0-3-4 0,1-3-2 16,-2-3 0-16,5 0 5 0,0-4-3 0,-1-2 2 0,2-2-1 15,2-3-5-15,-1 0 1 0,1-3 6 0,1-4-11 16,0-2 0-16,-1-2 2 0,4-6 5 0,-6 4-5 16,-1 3-3-16,3-9-2 0,-3-2-2 15,-5 6-3-15,2-1-1 0,-2 0 4 0,-5 0 2 16,1 0 0-16,-2 2 1 0,0 6-2 0,1 0 5 0,-1 5 2 15,0-2-4-15,0 8-3 0,0-11 1 0,0 11 0 16,0 0 1-16,0 0 10 0,0 0-1 0,-9 28-1 16,6-13 2-16,0 2 1 0,1 1-2 0,4 3 1 15,0-5-8-15,1 0-12 0,0-1-21 16,1-3-20-16,0 1-41 0,1-1-52 0,0-4-48 0,3 1-47 16,-3-2-207-16,0-1-490 0,-5-6 217 0</inkml:trace>
  <inkml:trace contextRef="#ctx0" brushRef="#br0" timeOffset="110780.24">7439 13573 193 0,'0'0'169'0,"-12"9"-33"0,11-3-36 16,1-6-42-16,3 17-38 0,-3-17-42 0,11 20-87 0,-2-6-119 15,4-4 53-15</inkml:trace>
  <inkml:trace contextRef="#ctx0" brushRef="#br0" timeOffset="111176.35">7814 13590 201 0,'0'0'243'0,"0"0"-10"0,0-13-9 0,0 13-19 15,0 0-17-15,0-8-18 0,0 8-19 0,0 0-9 16,0 0 1-16,0 0-4 0,-6 21 1 0,1-4-4 16,-4 7-2-16,-1 5-11 0,-2 6-2 0,1 13 0 15,2 0-10-15,-4-2-4 0,7-10-12 0,-2 10-8 16,3 0-2-16,2-10-6 0,2 0-12 0,-1-1-4 16,2-3-5-16,0 0-4 0,3-1-9 0,-1-2-4 15,0-1-7-15,-1-2-15 0,1-7-18 0,-1 0-13 16,-2-4-8-16,-1 3-17 0,4-3-28 15,-2-4-37-15,-2-2-46 0,1-2-38 0,1-7-37 0,-1 10-39 16,1-10-190-16,-9 3-487 0,9-3 215 0</inkml:trace>
  <inkml:trace contextRef="#ctx0" brushRef="#br0" timeOffset="111524.15">7639 14013 24 0,'0'0'154'0,"4"-8"-13"15,-4 8-14-15,12-4-6 0,-2 1-12 0,3 1-9 16,7-2-4-16,7 1-13 0,1-2-10 0,3 0-26 16,2-3-11-16,2 2-26 0,-2-1-25 0,0-1-19 15,-2 2-8-15,-2-4-7 0,-2 2 0 0,-8 0 5 16,0-1 5-16,-2 0 12 0,-2-1 4 0,-2-3 9 16,-4 1 5-16,1-6 11 0,-1 1 16 0,-4 1 6 15,0-3 4-15,-3 1 8 0,-2 0 14 0,1 3 16 16,-1-2 2-16,-3 5 13 0,1 1 3 0,-2 2-3 15,1 1-5-15,0 3 3 0,0-1-5 0,3 6-2 16,-5-8-10-16,5 8 12 0,0 0 10 0,0 0 11 16,-9 26 5-16,6-7 15 0,2 11 6 0,-2 2-5 15,-2 14-1-15,3-12-8 0,-1 1-8 0,3 9-8 16,2-9-3-16,-4 0-10 0,1-2-9 0,2 1-2 16,-3-1-18-16,2-2-15 0,-1-2-18 0,-3-3-32 15,2 1-30-15,-1-3-38 0,0-6-49 0,2-2-53 16,-1-3-61-16,-2-3-168 0,1 0-447 0,-2-1 198 15</inkml:trace>
  <inkml:trace contextRef="#ctx0" brushRef="#br0" timeOffset="112179.37">8042 13998 98 0,'16'-4'152'0,"0"-1"-2"15,4 2-10-15,2-1-10 0,-3 1-5 0,3 0-10 16,5-1-10-16,-7 1-12 0,3 0-8 0,-4-1-2 16,1 2-9-16,-1 0-3 0,-8 1-1 0,3-1 5 15,-6 1 14-15,-1 0 7 0,1 0 7 0,-8 1 0 16,11 0-6-16,-11 0-9 0,9-3 2 0,-9 3-5 16,0 0-6-16,0 0-10 0,10 3-9 0,-10-3-9 15,0 0-4-15,3 10 2 0,-4-4 0 0,0 5 2 16,0-1-3-16,-3 2-9 0,3 4 1 0,-2 0-4 15,3 0-7-15,0-1-2 0,3-2 0 0,-1-1-2 16,1-2-2-16,0 2-4 0,1-5 1 0,3 2 0 16,1-1-2-16,2-2-4 0,-3-2 4 0,4 0-6 15,1-4-2-15,0-4 1 0,1 2-1 0,-1-5-3 16,3-1 0-16,1-2-3 0,0 0-3 0,-3-4-1 16,3 2 2-16,-3-2-2 0,-3-1-1 0,0-2-2 15,3-4 1-15,-5 4-5 0,-2-2 3 0,-2 2 0 16,-3-1-1-16,2 1-1 0,-2 2 5 0,-1 4-5 15,0 5 1-15,0-1-1 0,0 7-1 0,0-9-2 0,0 9 2 16,0 0 3-16,0 0 8 0,0 0 1 0,-4 25 0 16,2-14-1-16,0 6 0 0,1 1 2 15,2-2 0-15,1 0-1 0,-1 0 1 0,1-3-3 16,7 1 5-16,-2-2-4 0,-1-1 4 0,2-3-3 16,2-2-1-16,5 1 0 0,-1-3 2 0,-1-2 0 0,5-2-1 15,-1-3 4-15,0-3-4 0,-4 3 1 16,4-4-1-16,-6 0 1 0,5-2 1 0,-7 2-2 15,-3-4-3-15,2 0 1 0,-1 1 1 0,-3-2 1 16,1 0-3-16,-3 0-2 0,-1-1-3 0,-2 1-5 16,1 2 2-16,-2-1 0 0,5 4-1 0,-3 7 1 15,-3-12-3-15,3 12-1 0,0 0 1 0,0 0 0 16,0 0 3-16,0 0 4 0,0 0 1 0,-10 24 5 16,6-8-5-16,3 1 4 0,-1 1 0 0,-2 1-2 15,1-2 3-15,1 0 0 0,-1 2-2 0,3-2 4 16,0 2-16-16,0-2-7 0,0-1-7 0,1-1-15 0,-1-1-31 15,2-4-32-15,-4 1-39 0,4-1-45 16,-2-3-34-16,0-7-189 0,-4 11-444 0,4-11 197 16</inkml:trace>
  <inkml:trace contextRef="#ctx0" brushRef="#br0" timeOffset="112373.28">8962 13876 90 0,'0'0'211'16,"0"0"10"-16,0 0-2 0,0 0 7 0,7 22-14 0,-6-8-15 16,-1 4-14-16,0 6-16 0,1-5-21 15,-2 6-10-15,1 1-14 0,-1-9-21 0,-2 3-26 16,2-2-30-16,-2 1-42 0,2-3-49 0,-2-4-44 16,2-1-42-16,1 1-42 0,-3-3-145 0,1-1-345 15,1-2 152-15</inkml:trace>
  <inkml:trace contextRef="#ctx0" brushRef="#br0" timeOffset="112526.25">8906 13583 78 0,'-4'8'85'0,"-1"5"-36"16,1 5-48-16,-1 6-37 0,0 2-38 0,5 0 16 15</inkml:trace>
  <inkml:trace contextRef="#ctx0" brushRef="#br0" timeOffset="113032.18">9198 13914 82 0,'0'0'194'15,"0"0"-1"-15,0 0-15 0,0 0-7 0,0 0-4 16,0 0-6-16,0 0-12 0,-22 10-4 0,16-2-9 0,0 3 0 15,-2-1-6-15,2 4-10 0,1-2-13 0,1 0-14 16,1 1-6-16,1-2-8 0,2 1-5 0,1-2-10 16,2 1-5-16,2-3 4 0,-3-2-6 15,5 1-11-15,-2-1-6 0,0-4-1 0,3 0-4 16,2-2-2-16,0-2 1 0,2 2-1 0,-2-4-10 0,1-1-1 16,0 1 7-16,-2-3-14 0,0-2 1 0,-1-2-1 15,1-1-2-15,-2 2-1 0,-1-1-1 16,2-4 5-16,-4 3-7 0,0-3 0 0,-1-1-2 15,1 0-3-15,-1 4-3 0,1 2 3 0,-1-4-3 0,1 3 0 16,0 3-6-16,0 2 2 0,-4 6 0 0,8-4 2 16,-8 4 0-16,11 1 6 0,-11-1 1 0,15 7 2 15,-7-1-1-15,2 4 0 0,-1-1 3 16,-2 2 3-16,0-1-5 0,0 1 6 0,-1 0 12 16,0-2-3-16,-2 1-2 0,3-3-1 0,-1 1-3 0,-3-2 3 15,-2-2 0-15,-1-4 6 0,5 6 1 0,-5-6 2 16,4 4 2-16,-4-4-6 0,0 0 1 0,0 0-5 15,0 0-2-15,9-14 1 0,-5 8-5 0,1-1 1 16,0-1-1-16,1-3-5 0,2-2 1 16,2-1-4-16,3 1 0 0,0-1-5 0,3 2 10 0,-1 0-13 15,1 3 4-15,1 0-1 0,-5 3 0 0,4 0-5 16,-2 4 2-16,-3 2-2 0,0 1 3 16,-3 3 0-16,3 1-3 0,-6-1 3 0,-1 3-2 0,2 2-4 15,-3 1-18-15,-3 0-20 0,-2 1-33 16,1 0-32-16,-4 1-50 0,2-1-53 0,0-1-67 0,-4 1-176 15,3 0-493-15,0 0 219 0</inkml:trace>
  <inkml:trace contextRef="#ctx0" brushRef="#br0" timeOffset="113850.22">10042 13637 73 0,'0'-11'245'0,"0"0"-17"0,1 3-17 15,1 1-22-15,-2 7-20 0,0-11-19 0,0 11-8 16,0 0-9-16,0 0 13 0,11 24-1 0,-6-6-3 16,2 9-12-16,-1 5-14 0,-2 1-13 0,0 3-4 15,-2-1-10-15,-2 1-6 0,4-4-10 0,-3 1-3 16,1-3-5-16,-2-3-5 0,0 0 4 0,2-2 15 15,-6-8-11-15,6-1-3 0,-2-4-9 0,0-2-1 0,-2-3-4 16,2-7-3-16,0 11-8 0,0-11 8 16,0 10 3-16,0-10 0 0,0 0 2 0,0 0-6 15,0 0-7-15,0 0-8 0,0 0-1 0,0 0-6 16,11-21-5-16,-5 6-7 0,2 0-7 0,2-3-3 0,-4 4-4 16,5-1 3-16,0-1-4 0,-2 3-3 0,0 3 0 15,-1 3 0-15,2-2-3 0,-3 5 0 16,2-2 5-16,-1 4-7 0,1-2 6 0,-1 4 0 15,-8 0-1-15,19 5-3 0,-9-2 6 0,-2 1-2 0,2 2 1 16,-1 1-2-16,0-1 2 0,2 2 4 0,-2-3-6 16,0 1-2-16,3 1-7 0,-3-1-2 0,2-2-1 15,-1 1-12-15,1 0-4 0,-1-2-1 16,1-2-2-16,1 1 5 0,-2-4-3 0,1 1 4 16,-3-1 3-16,1-3 2 0,-1 0-1 0,-2 1 4 0,-1-2 0 15,0-1 5-15,2 0 3 0,-2-3 0 0,0 1 4 16,-2 3-1-16,-3 6 3 0,3-10 0 0,-3 10-4 15,4-6 1-15,-4 6-3 0,0 0 4 0,0 0 0 16,0 0 5-16,0 0 2 0,0 0 0 16,9 23 0-16,-7-10 3 0,0-3-2 0,2 2 4 0,1-1-1 15,0 0 0-15,0 1-2 0,3-3 3 16,0 0-1-16,4-3 0 0,0 0 0 0,1-1-1 0,-1-4 2 16,6 0 1-16,-6-1 0 0,1-2 0 15,-2 0 1-15,-1-5 1 0,-2 2-4 0,1-3 3 0,-3 0-1 16,-2-1-1-16,0-1 2 0,-3 1-1 0,-1 1 0 15,-1-2 0-15,-3 1 0 0,-1 1-1 0,-1-1 1 16,-3 0-3-16,1 2 0 0,-1-1-9 0,-1 3-5 16,2 0-8-16,1 2-23 0,-2 2-20 0,-3 1-25 15,12 0-28-15,-17 3-37 0,11-1-40 0,-1 0-44 16,0 2-140-16,7-4-409 0,-8 4 181 0</inkml:trace>
  <inkml:trace contextRef="#ctx0" brushRef="#br0" timeOffset="114063.38">10866 13711 2 0,'2'-8'228'0,"-1"2"14"0,0-1-7 0,-1 7-16 0,1-8-22 16,-1 8-25-16,0 0-11 0,0 0 13 0,0 0 10 16,4 19-8-16,0 0-6 0,-5 10 1 0,0 2-17 15,-1 3-11-15,-2-1-15 0,2 2-10 0,1-2-12 16,-2 0-11-16,2 0-9 0,3-3-21 0,-3-2-24 15,1-1-29-15,-1-6-34 0,-1-1-38 0,2-1-45 16,-1-1-50-16,4-4-43 0,-3-2-35 0,-2-1-185 16,-1-2-452-16,3-3 199 0</inkml:trace>
  <inkml:trace contextRef="#ctx0" brushRef="#br0" timeOffset="114328.36">10960 14176 68 0,'7'-7'143'15,"4"0"-2"-15,-1-2-11 0,4-1 7 0,-1-3 4 16,2 1 1-16,1 3-3 0,0-2 1 0,0-1 0 15,1 1-4-15,2-1-9 0,-3-1-8 0,0 0-1 16,6-2 1-16,-7 2-2 0,3 2-8 0,-2-3-6 16,5-2-4-16,-9 3-1 0,-3 4-6 0,-2-1-2 15,-2-1 3-15,-2 0 0 0,-2 1-10 0,1 1 5 16,-4 0 0-16,2 9-2 0,-4-14-4 0,2 11-4 16,-6 0-12-16,8 3 0 0,-19 3-3 0,9 5-7 15,-3 3 1-15,0-1-4 0,-1 3-5 0,4 1 2 16,1 1-6-16,2 0 2 0,1-1-18 0,5 2 4 15,1-3-3-15,4-2-5 0,2 1-11 0,4 1-24 0,3-1-14 16,3-4-38-16,-1-1-37 0,7-2-45 16,-1 0-51-16,9-1-47 0,-3-2-59 0,-8-2-187 15,3 0-528-15,-2-1 233 0</inkml:trace>
  <inkml:trace contextRef="#ctx0" brushRef="#br0" timeOffset="114868.09">12479 13671 27 0,'-2'-5'186'0,"2"5"-1"0,-11-4-8 0,5 2-12 15,-8 4-11-15,1 1-9 0,-3 1-7 0,0 4-5 16,-2 5-9-16,-3 8-1 0,0-1-8 0,2 0-6 0,2 2-7 16,1 4-7-16,3 1-6 0,0 1 12 0,7 0-14 15,-3-1-5-15,5-2-9 0,-1 0-6 0,5-5-5 16,2-3-5-16,6 2-6 0,0-3-1 15,3-3-5-15,3 0-3 0,1-4-8 0,2 2 2 16,2-7-5-16,1 1-6 0,1-2-13 0,-1-1-10 0,0-2-21 16,-2-2-22-16,0-1-19 0,-6-1-25 0,1-1-14 15,1 1-22-15,-1-6-10 0,2 3-11 0,-1-3-8 16,-1 0-1-16,1-2-1 0,-3-1 3 16,3 0 2-16,-5-1 0 0,2-2-75 0,3 1-240 15,-7 1 106-15</inkml:trace>
  <inkml:trace contextRef="#ctx0" brushRef="#br0" timeOffset="116546.25">12666 13859 121 0,'2'-10'33'0,"2"1"11"15,-4 9 18-15,4-14 12 0,-4 14 12 0,2-12 3 16,-2 12 1-16,0-7 6 0,0 7 1 0,-1-8 14 16,1 8 8-16,0 0 7 0,-2-8-5 0,2 8-10 15,0 0-9-15,0 0-8 0,0 0 2 0,0 0 8 16,0 0 4-16,0 0 1 0,-7 23-10 0,2-12-6 16,1 0-8-16,4 2-5 0,-2 3-6 0,0-2-6 15,0 5-4-15,4-5-7 0,-2 4-4 16,4-7-2-16,-4 1-6 0,4 0-4 0,1-1-1 0,5 2-5 15,-2-4-2-15,1 1-3 0,1-3 0 0,1-1-5 16,-1-2 5-16,2-1-8 0,-1-1-1 0,0-2-5 16,-1-2 1-16,3 0-2 0,1-2 1 15,-3 0-5-15,0-3 1 0,1 1 0 0,-2-1 0 0,-1-2-5 16,5-3 2-16,-5-2-3 0,1 1-1 0,-2 0 0 16,-2-2 1-16,1 1-2 0,-2-4 1 15,1 3 1-15,-1 3-4 0,-2-4 1 0,-1 5-1 16,-2 0 1-16,4 0 5 0,-4 5-2 0,2-1 6 0,-2 7-6 15,2-12 4-15,-2 12-2 0,0-8-4 0,0 8 1 16,0 0 2-16,2-6-9 0,-2 6 3 0,0 0-1 16,0 0 8-16,0 0-4 0,0 29 5 0,3-19-3 15,-3 6 2-15,0 1 1 0,4-1-2 0,-2-2 0 16,-2 2-3-16,4-4 2 0,0 1-2 0,0 1 3 16,-2 0-2-16,1-2 1 0,1-3 2 0,0 0-6 15,0 0 5-15,1 0-6 0,0-4 8 0,0 3-4 16,1-2 1-16,-2-1 1 0,3-1-1 0,3 0-2 15,0-2 3-15,-1 1-1 0,-2 0 2 0,0-3-3 16,2 0-1-16,-1 0-1 0,4 0 4 0,-5-1-1 16,-7 1 0-16,19-5-2 0,-11 4 1 0,-1-1-1 15,-1-2 0-15,0 0 2 0,0 2 2 0,3-6-5 16,-5 3 3-16,2-2-4 0,1-2-4 0,0 2 6 16,-2-1-3-16,-1 0-2 0,3-1 5 0,-1-1-3 15,-2 0 1-15,0 0 6 0,0 0-7 0,0 4 0 16,-3-2-1-16,5-1-1 0,-2 1-4 0,-2 2 5 15,-2 6 1-15,0-12-3 0,1 6 5 0,-1 6-3 16,2-9 1-16,-2 9-3 0,-2-11 5 0,2 11-3 16,-3-11-2-16,3 11 0 0,-4-12 3 0,2 7-5 15,2 5 2-15,-2-10 0 0,2 10 4 0,-5-8-1 16,5 8 0-16,-2-6-1 0,2 6 1 0,0 0-4 16,-4-5 2-16,4 5-1 0,0 0 3 0,0 0 0 15,-3-9-3-15,3 9 2 0,0 0-2 0,0 0 1 16,0 0 4-16,0 0-5 0,-3-7 1 0,3 7 0 15,0 0 0-15,0 0-2 0,-4-4 4 0,4 4-4 16,0 0-1-16,0 0 5 0,-6-5-4 0,6 5 5 16,0 0-5-16,0 0 1 0,0 0 2 0,0 0-1 15,-5-4 0-15,5 4 3 0,0 0 1 0,0 0-6 16,0 0 2-16,0 0-1 0,0 0 0 0,0 0 3 16,0 0-4-16,0 0 1 0,0 0 5 0,0 0-3 15,-6-4-1-15,6 4 0 0,0 0 1 0,0 0 3 16,0 0-3-16,0 0-3 0,0 0 5 0,0 0-3 15,0 0 4-15,0 0-2 0,0 0 0 0,0 0 5 0,0 0 2 16,0 0-4-16,0 0 8 0,0 0-11 16,0 0 4-16,0 0-1 0,0 0-1 0,0 0 1 15,0 0 2-15,0 0 0 0,-3-6 2 0,3 6-4 16,0 0-2-16,0 0 3 0,0 0 1 0,0 0-4 16,0 0 2-16,0 0 1 0,0 0-2 0,0 0-3 0,0 0 8 15,0 0 0-15,0 0-2 0,0 0 3 16,0 0 2-16,0 0 0 0,0 0 7 0,0 0-3 15,0 0 0-15,0 0-2 0,0 0 1 0,0 0-2 16,0 0 0-16,0 0-4 0,0 0 4 0,0 0-7 0,0 0 0 16,0 0 0-16,0 0 2 0,0 0-4 15,0 0 1-15,0 0 0 0,0 0-1 0,0 0 1 16,0 0 10-16,0 0-3 0,0 0-9 0,0 0-6 0,0 0 6 16,0 0-1-16,0 0-2 0,0 0 1 15,0 0 0-15,0 0-1 0,0 0 0 0,0 0 0 0,11-6 2 16,-11 6 3-16,11-1-7 0,3-1-3 15,-5-1 4-15,5 2 1 0,-1-2-1 0,2 2 0 0,6-3-1 16,-3 0 2-16,-1 3 0 0,-4-2 3 0,0 0-3 16,1 1 2-16,-1-2-4 0,-3 2 1 0,-2 0 1 15,-1 0 3-15,-7 2-1 0,13-1-1 0,-7 0 2 16,-6 1-1-16,0 0 1 0,8-2 0 16,-8 2-4-16,0 0 2 0,0 0 0 0,0 0-2 15,0 0 3-15,0 0-7 0,0 0 2 0,-8 18-2 16,2-10 5-16,1 2-3 0,-3 3 6 0,3 4-1 0,0-1 3 15,0 1-3-15,1 2 2 0,0-4-6 0,4 1 2 16,-2 0-1-16,2-4 5 0,0 2-3 16,0-2-1-16,2-1 3 0,-2 1 6 0,4-2-5 15,2 0 0-15,-5-1-2 0,6-1-3 0,0-3 3 0,1 1 3 16,3-2-3-16,-1 0 1 0,1-2 4 0,1 0 0 16,1-2 0-16,-2-2-10 0,2 2-5 0,-2-4-1 15,3-3-4-15,-3 2 0 0,4-1-4 0,-5-2-1 16,-1 0-4-16,0-1-2 0,0 0 0 0,-2-5-2 15,-1 1-1-15,-6 2 2 0,5-8-1 0,1 2 1 16,-6-2 3-16,-2 2 5 0,0-2 1 0,-5 4 1 16,-1-1 2-16,3 2-3 0,-2 2 3 0,0 2 1 15,3 1 5-15,-3 2 8 0,5 1-4 0,0 2 2 16,2 4 0-16,-7-9 1 0,7 9-2 0,-5-6-2 16,5 6 1-16,0 0 0 0,0 0 0 0,0 0 3 15,0 0-3-15,0 0 1 0,23 9 3 0,-10-5-1 16,-1 0 1-16,7 1 0 0,-2 1-1 0,3-2 1 15,-2 3-2-15,-2-1 3 0,-3-1-2 0,1 0-2 16,-5-1 1-16,-1 1 1 0,1 3-2 0,-1 2 2 16,-2-1 0-16,-2 1 0 0,1 2 2 0,-1 2 0 15,-4 1 0-15,0-3 3 0,0 1 1 0,0 0-2 16,-2 0 2-16,4 2-1 0,-2-4-2 0,0 2 4 16,0-1-5-16,2-2 4 0,-2 0 0 15,6 0 0-15,-4-3-2 0,4 1-2 0,3-1 3 0,0-3 2 16,2 0 0-16,0-2-3 0,3 0 0 0,1-2 1 15,-1-2 0-15,4 1 2 0,-4-1-2 0,-3-2 4 16,2 0-1-16,3-5 2 0,-3-1-5 0,-1 3 0 16,-3-2 0-16,-1-3 4 0,4 0-3 0,-7 1-4 15,-1-6 1-15,0 2 3 0,-4 1-3 0,0 1 3 16,0 1 1-16,-2 0 4 0,2 1 5 0,-2 3 1 16,0 1-3-16,2 7 1 0,-9-10-7 0,9 10 3 15,-10 3 2-15,10-3-2 0,-17 14-7 0,10-6 1 16,-4 3-19-16,2 2-28 0,4-1-35 0,-2 3-34 0,3-4-57 15,1 0-49-15,3 1-44 0,1 0-200 16,1 0-500-16,0-1 222 0</inkml:trace>
  <inkml:trace contextRef="#ctx0" brushRef="#br0" timeOffset="116781.04">14074 13986 205 0,'5'-4'203'0,"-3"-2"8"0,-2 6-2 16,4-14-14-16,0 5 1 0,0 0-8 0,0 1-7 15,2-3 7-15,-1 0-13 0,3 2-15 0,0-2-2 16,-2-1-11-16,-1 1-5 0,6 5-18 0,7-5-9 16,-7 6-11-16,8 0-7 0,-9 1-9 0,2 4-11 15,6 3 0-15,-6-2-6 0,-2 4-9 0,-1 3-6 16,0 1-2-16,3 6 4 0,-4-1-4 0,1 4-2 16,-4-1-10-16,0 0-6 0,-1 1-14 0,-4-1-24 15,4-1-27-15,-4-3-21 0,0 0-35 0,0-3-28 16,-4 2-43-16,2-4-51 0,0-3-45 0,2-5-224 0,-2 9-515 15,2-9 228-15</inkml:trace>
  <inkml:trace contextRef="#ctx0" brushRef="#br0" timeOffset="117010.55">14625 13632 146 0,'0'-8'278'0,"-2"2"-9"0,2 6-18 15,0-10-30-15,0 10 2 0,0 0 10 0,0 0 2 0,0 0-15 16,-9 35-11-16,6-16-8 0,-1 10-24 0,-1-2-10 16,3 2 3-16,-1-3-8 0,1 0-42 15,-2 1-10-15,2-3 5 0,-2 1-14 0,0-7-7 16,2-2-20-16,2 1-23 0,0 0-22 0,-2-5-28 16,0-2-38-16,2 0-31 0,-2-3-44 0,1 1-45 0,1-8-51 15,-4 9-50-15,4-9-246 0,-6 6-544 0,6-6 242 16</inkml:trace>
  <inkml:trace contextRef="#ctx0" brushRef="#br0" timeOffset="117184.93">14472 13816 56 0,'0'0'208'0,"0"0"5"15,0 0-6-15,0 0-11 0,0 0-15 0,0 0-16 16,0 0-17-16,20-2-13 0,-13 2-14 0,4 0-11 0,1-1-17 15,0-1-29-15,-2 2-36 0,3-2-51 0,-2 1-60 16,0-2-58-16,-1 2-139 0,-2-1-303 16,-8 2 134-16</inkml:trace>
  <inkml:trace contextRef="#ctx0" brushRef="#br0" timeOffset="118081.17">15728 13888 96 0,'-12'-5'217'0,"-1"1"-10"15,-4 0-3-15,1 1-5 0,-3 2-8 0,1 2-13 16,-2 3-12-16,2 2-8 0,0 2-12 0,1 4 6 16,-2 5-14-16,5-2-10 0,-1 6-12 0,2-3-11 15,4-1-10-15,4 0-9 0,-2 0-6 0,2 0-8 16,3-1-10-16,1 0-4 0,2-4-4 0,5 1-4 15,-1-4-2-15,3 1-10 0,-2-1 1 0,6-4-6 16,-3 0-1-16,1-1 1 0,-1-3-5 0,3-1-4 16,-1-2-1-16,0-4 1 0,5-1-4 0,-7-3-1 15,3-1-2-15,0-2-3 0,-2-2 1 0,-1-1-3 16,-1-2-2-16,0-7-2 0,-3 8 4 0,1-12-3 16,-1 4 2-16,-1 0-9 0,-2-3 9 0,5-3-7 15,-6 2 2-15,1 2-2 0,-2-4 1 0,0 4-1 16,-3-2-1-16,2 1 1 0,-3 2 4 0,1 1 0 15,-1 9 8-15,2 0 6 0,-1 5 10 0,2 4 1 16,-2 1-4-16,3 6-1 0,-1-13-8 0,1 13-6 16,0 0 6-16,0 0-11 0,0 0-2 0,0 0 5 15,5 36-1-15,-4-8 0 0,1 2 3 0,2 2-2 16,1 15-1-16,-3-12 0 0,4-1-1 0,-4-3 1 16,2 0 1-16,1-2-1 0,1 0-2 0,1-1-5 15,-1-4 7-15,2-6-3 0,-2-1-2 0,2-2 3 16,1-1 1-16,1-1-1 0,-1-4 3 0,5 0-6 0,-1-3-1 15,0-2-5-15,-1-1 8 0,4-2-2 0,3-2 1 16,0-2 2-16,-5-3-4 0,3-2-1 0,-2-3 1 16,0 1-5-16,-1-3-1 0,-1-3-4 15,4-6-3-15,-10 6-4 0,0-8 1 0,-3 6-2 16,3-3 5-16,-4 4-1 0,-3 2 2 0,-1 0 5 0,-2 4-11 16,-1-2 3-16,2 5-1 0,-3 0 7 0,-2 5 0 15,7 3 3-15,-16 3-9 0,5 2 2 0,-3 4 6 16,-1 4-8-16,3 0 7 0,0 4-2 15,3 1-3-15,1 0-12 0,3 0-16 0,2 0-30 0,3 3-27 16,2-2-27-16,0-2-38 0,2-1-31 16,2-1-28-16,4 0-17 0,1-1 2 0,-3-5-5 15,8-1-131-15,0 1-399 0,1-4 176 0</inkml:trace>
  <inkml:trace contextRef="#ctx0" brushRef="#br0" timeOffset="118656.57">16067 14123 512 0,'11'-3'-4'0,"-3"0"19"0,-1 0 12 0,-2 0 8 15,0-4 14-15,-1 1 20 0,-3-1 7 0,3-2 5 16,-1 0 8-16,-2-5 1 0,2 4 16 0,2-2 4 15,-3 1-1-15,2-2 9 0,1-2-1 16,-2 3 8-16,1 3 3 0,0 0 4 0,-2 0-4 16,1 4-6-16,2 0-18 0,-5 5-9 0,7-6-7 0,0 6-1 15,-7 0-6-15,16 5-3 0,-7 1-10 0,0 2-3 16,0-1-8-16,0 5-4 0,0-3 0 0,0 5-7 16,0 0-5-16,1 1 2 0,-1-2-8 0,0-3-1 15,-1 0-6-15,3 1 0 0,-2-2-1 16,1-2-4-16,1 0-4 0,-4-2 1 0,7-2-1 0,-2-2-5 15,1-1 6-15,-2 0-7 0,1-2 2 0,2-4-1 16,-4-1 0-16,7 2-2 0,-5-7 0 0,0 1-2 16,-2 2 1-16,0-5 1 0,-4 4-8 15,2-6 6-15,-4 0-2 0,0 0-1 0,-1 0 3 0,-2 5-10 16,-2-4 3-16,1 3 1 0,0 3 3 0,1 0-7 16,-1 9-3-16,-1-12 1 0,1 12-3 0,-3-7 1 15,3 7 1-15,0 0 0 0,0 0-1 0,0 0 0 16,-9 33 6-16,4-16-3 0,1 1 1 0,0 6 1 15,2-3-5-15,-2 3 3 0,1 0-2 0,-1-4 13 16,2-2-6-16,1 0 0 0,-1 1 1 0,0 0-2 16,1-4 0-16,-2 0 3 0,2-4-8 0,0 0-12 15,-3-1-17-15,2 1-29 0,1-4-28 0,-1-1-30 16,2-6-20-16,-4 10-20 0,4-10-5 0,-2 5-23 16,2-5-5-16,0 0-16 0,0 0 14 0,0 0 3 15,0 0 16-15,18-14 11 0,-8 5 20 0,0 0 21 16,2-4 10-16,2-2 11 0,3-5 17 0,-3 4 24 15,-1-7 17-15,-2 7 24 0,-2-1 26 0,0-2 9 16,-2 2 37-16,0 4 14 0,-2-2 25 0,-1 3 13 16,0 5 17-16,-3 0 8 0,2 3-9 0,-3 4-13 15,5-8-7-15,-5 8 21 0,0 0 2 0,0 0 1 16,0 0 1-16,5 22-11 0,-5-12-13 16,-1 1-5-16,1 3-11 0,1-1-9 0,-2 1-4 0,2 1 2 15,-5-2-27-15,3 0-26 0,0-1-32 0,0-2-42 16,-1 0-46-16,0 0-56 0,2-3-52 0,0-7-205 15,-2 12-444-15,-2-8 197 0</inkml:trace>
  <inkml:trace contextRef="#ctx0" brushRef="#br0" timeOffset="118814.15">16548 13759 29 0,'0'0'85'0,"0"0"-36"0,0 0-41 0,0 0-37 16,10 23-31-16,-3-15 14 0</inkml:trace>
  <inkml:trace contextRef="#ctx0" brushRef="#br0" timeOffset="119026.53">16855 13786 174 0,'4'-6'207'16,"-1"1"5"-16,1-1 0 0,-4 6-7 0,3-8-2 15,-3 8-18-15,4-6-18 0,-4 6-18 0,0 0-1 16,0 0 13-16,0 0 6 0,11 27 6 0,-11-9 12 16,0 7-11-16,0 0-7 0,-1 4-11 0,5-3-11 15,-3 3-20-15,0-1-9 0,-7 0-7 0,5 0-8 16,-3 2-13-16,0-6-11 0,0 2-20 0,1-8-18 16,0-1-22-16,-2 0-31 0,0-1-29 0,1-1-27 15,-1-4-37-15,2-1-35 0,-2 0-36 0,1-4-30 16,-1 0-31-16,0-3-33 0,5-3-169 0,-7 4-478 15,7-4 211-15</inkml:trace>
  <inkml:trace contextRef="#ctx0" brushRef="#br0" timeOffset="119561.53">16802 14047 16 0,'0'0'196'0,"-1"-13"-4"16,1 13-11-16,0-7-9 0,0 7-13 0,0 0-4 15,4-7-3-15,-4 7-3 0,9 0-1 0,-9 0-10 16,19 4-3-16,-9 0-5 0,2 1-11 0,6-1-10 15,-7 0-11-15,8 4-4 0,-2-3-10 0,-3-1-4 16,-4 0-8-16,8 0-7 0,-5-1-6 0,1 0 0 16,-1-2-6-16,-3 2 7 0,1-3-7 0,-3-3 4 15,2 2 0-15,-1-2-3 0,-2 0 6 0,-2-2 0 16,4 0-4-16,-5 2 3 0,2-3 10 0,-2 0 11 16,-4 6-2-16,9-7-11 0,-5 1-12 0,-4 6 1 15,5-6-4-15,-5 6 3 0,4-4 7 0,-4 4-22 0,0 0-8 16,0 0-4-16,0 0 13 0,0 0 5 15,7 16 9-15,-8-3 0 0,-2 3-7 0,0 3-3 16,-2 6 1-16,-1-1-2 0,0 5-6 0,-1 0-7 16,2-1 3-16,2 3-3 0,-5 0-3 0,5 1-6 0,2 1 1 15,-1 2 5-15,3 0 5 0,1 13-16 16,4-12 0-16,-1-2-4 0,6 11 4 0,-2-11-1 0,-1-1 1 16,1 0-5-16,-3-1-2 0,2-1-1 15,-3 1-4-15,-2-2 1 0,-1-3 2 0,-3-1-2 16,1-6-3-16,-4-4-3 0,0 0-3 0,0-5-6 15,-1 0 4-15,-3-3-15 0,-3-5 3 0,-1 1 4 16,-5-5-2-16,4-2 18 0,-5-1-23 0,0-6 7 16,1 1 2-16,-4-9-2 0,0-1 18 0,3-2-17 15,0-2-2-15,2-5 2 0,0 3-2 0,1-5 2 0,5 2 1 16,3-3 0-16,2-1 5 0,5 1-2 0,9 0-16 16,0 0 16-16,4 2-5 0,0-2-2 0,6 4-2 15,1 3 6-15,5 1-8 0,3 3-8 16,0 2-2-16,0 1-2 0,1 3-25 0,-3 2-11 15,2 1-9-15,2 2-13 0,0 0-32 0,1 2-39 0,-2 0-36 16,-1 3-51-16,6-2-40 0,-1 3-228 0,1-3-557 16,6 2 247-16</inkml:trace>
  <inkml:trace contextRef="#ctx0" brushRef="#br0" timeOffset="120136.25">18201 14020 1565 0,'-3'-13'28'0,"0"4"26"0,1 2 11 15,-1 1 19-15,3 6 0 0,-2-10 4 0,2 10 5 16,-3-10-3-16,3 10-10 0,-1-7-4 0,1 7-5 16,8-8-7-16,-1 4-6 0,5-1-4 15,2 1-5-15,6-1-5 0,10 0-2 0,-1-1-7 16,4 0-2-16,-4 4-3 0,0-2 3 0,-1 3-12 16,-6-2-7-16,-1-1-20 0,-5 1-16 0,2 3-24 0,-8-2-21 15,-2 1-18-15,-3 0-12 0,-5 1-6 0,0 0-14 16,0 0 13-16,10-5-4 0,-10 5 20 0,0 0 0 15,0 0 18-15,0 0-4 0,-32-3 16 0,22 3 13 16,-1-1 6-16,1 1 3 0,-2-2 9 0,1 1 9 16,1 2 9-16,-1-1 0 0,3 2 6 0,8-2 8 15,-14 1 9-15,6 2 8 0,2 2 14 0,-1-1 2 16,0 3 14-16,-1 5 16 0,-1 1 10 0,1 3 1 16,3 1 7-16,-2 9 0 0,2-2 4 0,1 4-4 15,0 0-3-15,3 1-3 0,-2 0-8 0,0-3 4 16,2 0-8-16,1 0-1 0,-1-1-8 0,-1-6-4 15,0 0 1-15,1-1-8 0,-4-2-3 0,2 0 2 16,-1-4-2-16,0-2 0 0,-1-1 5 0,0 2 4 16,-1-2-3-16,-4-3-9 0,-1-1 0 0,-6 0-5 15,1 0-5-15,-2-3-4 0,2-3 4 0,3 2-9 16,-1-3 0-16,0 1-3 0,2-4-18 0,1 0-15 16,-2-1-33-16,1 2-37 0,1-5-43 0,-2-2-51 15,5 2-46-15,5 1-55 0,-5-1-158 0,6 3-471 16,2-2 208-16</inkml:trace>
  <inkml:trace contextRef="#ctx0" brushRef="#br0" timeOffset="120646.88">18753 14209 93 0,'0'0'209'0,"0"0"1"0,-2-8-10 16,2 8-5-16,0 0 1 0,-2-7-3 0,2 7 3 15,0 0-6-15,0 0-6 0,0 0-7 0,0 0-10 16,-3-8-13-16,3 8-3 0,0 0-18 0,0 0-6 16,0 0-11-16,0 0-9 0,0 0-11 0,0 0-9 15,0 0-5-15,0 0-6 0,0 0 4 0,0 0-8 16,0 0 3-16,0 0 1 0,-4 28 5 0,1-18 0 16,0 2-6-16,2 1-1 0,0 2-8 0,-2 1 6 15,0 2-13-15,1 0 6 0,-1 0-3 0,1-1-14 0,-1 1-3 16,2 7-4-16,-1-5 12 0,2-4-33 15,-1 2 12-15,-3 0-1 0,4 1 2 0,-2-2 4 16,1 0-13-16,-1-2-5 0,1 3 0 0,1-8-6 16,-2 3 2-16,0-4 0 0,1 2-5 0,1-2-7 15,-1 0-1-15,1 1-11 0,0-10 1 0,-2 11-10 16,2-11-13-16,-1 10-4 0,1-10-24 0,-1 8 4 16,1-8-10-16,0 0-12 0,0 0-20 0,0 0-33 15,0 0-34-15,0 0-31 0,0 0-32 0,0 0-29 16,0 0-39-16,0 0-208 0,-14-18-545 0,14 18 242 0</inkml:trace>
  <inkml:trace contextRef="#ctx0" brushRef="#br0" timeOffset="123021.36">18750 14286 19 0,'0'0'60'0,"0"0"0"0,0 0-1 0,0 0 4 15,0 0-6-15,0 0 6 0,0 0-2 0,0 0-3 16,0 0-5-16,0 0-1 0,0 0 0 0,0 0 4 16,0 0 2-16,0 0-1 0,-1-7-5 0,1 7 7 15,0 0-9-15,0 0-3 0,0 0-2 0,0 0-4 16,0 0-4-16,0 0 0 0,0 0-5 0,0 0 7 15,0 0-13-15,0 0 4 0,0 0-5 0,0 0 0 16,0 0-8-16,0 0 2 0,0 0-1 0,0 0-4 16,0 0-1-16,0 0-1 0,0 0-2 0,0 0 9 15,0 0-11-15,0 0 1 0,0 0-1 0,0 0 0 16,0 0-2-16,0 0 5 0,0 0-5 0,0 0 8 16,0 0 2-16,0 0 0 0,0 0 0 0,0 0 3 15,0 0-7-15,0 0 5 0,0 0 0 0,0 0-4 0,0 0-2 16,0 0 2-16,0 0 4 0,0 0-11 15,0 0-4-15,0 0 7 0,0 0-7 0,0 0 4 16,0 0-1-16,0 0-2 0,0 0 0 0,0 0 2 16,0 0 1-16,0 0-1 0,0 0-2 0,0 0 3 0,0 0-5 15,0 0 1-15,0 0 1 0,0 0-1 16,0 0 0-16,0 0-3 0,0 0-5 0,0 0 6 16,0 0-3-16,0 0 10 0,0 0-5 0,0 0-2 15,0 0-3-15,0 0 4 0,0 0 1 0,0 0 0 16,0 0 0-16,0 0 2 0,0 0-3 0,0 0-2 0,0 0 3 15,0 0-2-15,0 0-1 0,0 0 0 0,0 0 2 16,0 0-2-16,0 0 1 0,0 0 1 0,0 0 1 16,0 0 0-16,0 0-1 0,0 0 0 15,0 0-5-15,0 0 3 0,0 0 2 0,0 0 2 0,0 0-4 16,0 0-4-16,0 0-6 0,0 0-3 0,0 0-5 16,0 0-10-16,0 0-12 0,0 0-11 15,0 0-21-15,0 0-20 0,0 0-11 0,-5-6-16 16,5 6-89-16,0 0-227 0,0 0 100 0</inkml:trace>
  <inkml:trace contextRef="#ctx0" brushRef="#br0" timeOffset="123580.92">18707 14258 53 0,'0'0'57'0,"0"0"4"15,0 0-7-15,0 0-2 0,0 0 5 0,-8-3 1 0,8 3-11 16,0 0 1-16,0 0-4 0,0 0 2 0,-8-2-4 16,8 2 7-16,0 0-2 0,0 0 3 0,-6-4 1 15,6 4 4-15,0 0-1 0,0 0-2 16,0 0-2-16,-8-4-1 0,8 4 2 0,0 0-4 0,0 0-2 15,0 0 0-15,0 0 1 0,-5-4 0 0,5 4-2 16,0 0 5-16,0 0 2 0,0 0 8 0,0 0-12 16,0 0-1-16,0 0-1 0,-8-5 1 0,8 5 0 15,0 0-4-15,-3-5 1 0,3 5-1 16,0 0-5-16,0 0 1 0,0 0-5 0,0 0-4 0,0 0 3 16,0 0-4-16,0 0-7 0,0 0 0 0,0 0 0 15,0 0-9-15,23-2 4 0,-12 3-3 16,-1 3 0-16,4-2 3 0,-1-1-2 0,0 2-6 0,0 2-1 15,-2-1 1-15,1 2 3 0,3 3-2 0,-1-1 0 16,-5 2 4-16,3 2-3 0,-2 2 3 0,-3-1 1 16,0 5-1-16,-3-3 0 0,-2 3-2 0,1-1-1 15,-6 1-2-15,2-3 0 0,-3 0 2 0,-1 2-3 16,0 0 1-16,-4 0 0 0,-2 0 1 0,-1 0-2 16,-2-5-2-16,0 1 2 0,1-1-4 0,-4-2 2 15,3 3 3-15,-1-4-2 0,0 0 2 0,1-4-2 16,2 2-1-16,-2-4-1 0,3 0 2 0,-3 2-2 15,1-2 0-15,2-1 2 0,0-3-7 0,2 1-8 16,9 0-13-16,-15-2-20 0,6 1-14 0,9 1-27 16,-13-6-28-16,8 3-28 0,5 3-29 0,-8-8-152 15,3 3-347-15,3-2 153 0</inkml:trace>
  <inkml:trace contextRef="#ctx0" brushRef="#br0" timeOffset="126265.87">19150 14294 30 0,'0'0'144'0,"0"0"-3"0,0 0-9 15,0 0-3-15,0 0-1 0,1-8-7 0,-1 8-9 16,0 0 0-16,0 0-7 0,0 0-5 0,0 0-6 16,0 0-4-16,0 0-3 0,0 0-8 0,0 0-7 15,0 0-2-15,0 0-10 0,0 0-5 0,0 0-3 0,0 0-11 16,0 0 3-16,0 0-3 0,0 0-6 0,0 0-6 15,0 0-1-15,0 0 4 0,0 0 9 0,0 0-2 16,0 0-4-16,2 22 0 0,-2-14-3 0,0-8 3 16,-3 15-1-16,2-5 0 0,-1 2 2 15,0-1 0-15,-1 4-3 0,0 3 3 0,0 0 3 0,2 1-9 16,0-3 3-16,-2 3-2 0,0 0-3 0,1 0-5 16,1-2 0-16,-1-1-2 0,2 1-3 15,-1-7-1-15,2 8 0 0,1-7-3 0,-2-5 3 16,0 0-6-16,0-6-2 0,0 10 4 0,0-10 2 0,0 10-2 15,0-10 13-15,1 6 13 0,-1-6 7 0,0 0 1 16,0 9-3-16,0-9 0 0,0 0-4 16,0 0-7-16,0 0-2 0,0 0-3 0,0 0 0 0,0 0-5 15,0 0-1-15,0 0-2 0,-4-28-3 16,4 28-2-16,0-13-2 0,1 2 1 0,2 1-4 0,-2-2 0 16,2 1-2-16,3 0-3 0,2 0 1 0,-1 1-2 15,2-1-2-15,5 1 0 0,-1 0-6 0,1 1 3 16,-2 2-4-16,1 0 1 0,-1 4-1 0,1 1 2 15,2 1-2-15,-4 2-1 0,-1 3 2 16,3 0-3-16,-6 2 4 0,1-1-3 0,-2 4 1 0,2 3 2 16,-3-2 3-16,0 3 0 0,0-3 0 15,-2 0 0-15,-2 1-3 0,1-1 8 0,-1 1-4 0,-1-4-7 16,1-1-9-16,-1-6-21 0,0 14-19 16,1-8-16-16,-1-6-33 0,-2 10-26 0,2-10-22 15,0 0-23-15,0 9-16 0,0-9-12 0,0 0-8 0,0 0-145 16,0 0-385-16,10 2 171 0</inkml:trace>
  <inkml:trace contextRef="#ctx0" brushRef="#br0" timeOffset="126537.67">19426 14539 53 0,'0'0'121'0,"4"-13"-3"15,-5 6-11-15,1 7 0 0,0 0 3 0,-4-11-8 16,4 11-1-16,-5-3 4 0,5 3 0 0,0 0 7 16,0 0 2-16,-13 10-4 0,8-4-13 0,5-6 0 15,-8 13-9-15,7-6-4 0,0 4 0 0,1-2 3 16,0-1-7-16,0-8-4 0,6 15-8 0,-2-9-7 15,2-1 2-15,2 2-7 0,2-4-5 0,-1 3-1 16,3-2 1-16,-2-2-4 0,3-1 0 0,-1-4-3 16,2 1-2-16,-2-2 4 0,1-1-2 0,-2 0 3 15,1-3 5-15,-5 1-6 0,1-1-1 0,-3-1-4 16,-1 0-1-16,-1 1-10 0,-3-2-1 0,-3 0-3 16,-2 1-3-16,0-1-8 0,-3 1-9 0,-2 1-12 15,1 0-8-15,-1 1-22 0,-4 1-15 0,-2 0-20 16,-1 4-33-16,4-1-29 0,-1 0-40 0,2 2-35 15,1 1-181-15,-1 0-422 0,12 0 188 0</inkml:trace>
  <inkml:trace contextRef="#ctx0" brushRef="#br0" timeOffset="126758.47">19606 14276 146 0,'0'0'193'0,"0"0"-15"0,5-8 3 0,-5 8-3 0,0 0-1 16,0 0-10-16,13 18 4 0,-10-9 0 0,-1 3-13 16,1 6-8-16,1 0-8 0,-3 2-9 0,-1-1-16 15,-1 7-11-15,2 0-14 0,-4-6-5 0,1-1-26 16,-1 7-25-16,0-8-25 0,0 1-35 0,-1-2-31 16,0 1-38-16,0-4-24 0,2 0-22 0,2-4-33 15,-1-1-12-15,2 1-129 0,1-2-337 0,1-3 150 16</inkml:trace>
  <inkml:trace contextRef="#ctx0" brushRef="#br0" timeOffset="127008.16">19641 14666 516 0,'0'0'-22'0,"11"1"17"0,-11-1 19 16,13-2 11-16,-13 2 4 0,12-7 10 0,-6 3 4 16,1 0 13-16,0-3 16 0,2 0 8 0,0-2-4 15,1 3-2-15,4-6 7 0,-1 3-4 0,2-2 6 16,1 1 0-16,2-1 3 0,-4 0-1 0,2-2 1 16,-2 1-1-16,3 2 2 0,-5-4-5 0,1 1 3 15,0 2 3-15,0-2-1 0,-7 4-4 0,2-1 2 16,-5 5 3-16,2-6 6 0,-4 5-1 0,-1 6 0 15,0-13-2-15,0 13-2 0,-4-8-5 0,4 8-6 16,-11-4-3-16,-1 4-1 0,1 6 6 0,-1-2-6 16,-4 3-2-16,1 3-15 0,2 2-2 0,1-2-7 15,2 2-2-15,1-1-3 0,2 3-4 0,2 3-6 16,4-4-5-16,1-3-10 0,3 0-17 0,2 1-29 16,1-1-29-16,4 0-33 0,3 0-47 0,-1-5-49 15,6 3-59-15,-1-4-250 0,-4-3-537 0,5 1 237 16</inkml:trace>
  <inkml:trace contextRef="#ctx0" brushRef="#br0" timeOffset="130120.29">20602 14490 61 0,'0'0'196'0,"-4"-4"-11"16,4 4-16-16,0-10-9 0,0 10-8 0,6-10-11 15,-2 1-9-15,3-1-7 0,2 0-8 0,1-1-6 0,1-1-1 16,3-2-7-16,-2 2-5 0,1-3-7 15,-1 2-5-15,4 0-6 0,-3-3-8 0,-2 3-3 16,2-3-22-16,-4 0-7 0,0 3 4 0,0-1 1 16,-3 3-4-16,-2 0-3 0,0 3 0 0,0 2 5 15,-3 1 1-15,-1 5 1 0,4-9-10 0,-4 9-1 16,1-5-2-16,-1 5-9 0,0 0-7 0,0 0-3 16,0 0 1-16,0 0-2 0,0 0-2 0,0 0 0 15,-11 30-4-15,4-16 5 0,1 4-5 0,1-5-1 16,1 3-1-16,3-4 0 0,1 1-2 0,0-2 2 15,0-1 2-15,2 2-2 0,1-4 1 0,3 0 1 0,0 0-2 16,2-1 3-16,1-3-3 0,4-1 2 0,0-2 4 16,-1-1 1-16,0-1-5 0,1-2 5 15,3-1-8-15,-3-1-2 0,2-2 1 0,-2-3-1 16,0 2-2-16,-3 1 2 0,0-6-4 0,-1 2 5 16,2-1 0-16,-2-3 2 0,-4 5-2 0,6-4 6 0,-8 3-7 15,0 1-1-15,0 3-3 0,0-1 7 16,-2 2-1-16,-1 6-3 0,3-11-5 0,-3 11 3 15,0 0-4-15,0 0-2 0,0 0 1 0,0 0 0 16,0 0 6-16,0 0-5 0,-11 26 2 0,9-13 1 16,-2 2 0-16,-3 1-1 0,1-1 8 0,2 2-6 15,2 2 1-15,-2-2-2 0,-1-1-10 0,1 1-19 16,-1 1-21-16,1-3-17 0,-2 1-30 0,0-1-29 16,0-3-32-16,1-1-34 0,-5 3-175 0,-1-1-402 15,2-4 178-15</inkml:trace>
  <inkml:trace contextRef="#ctx0" brushRef="#br0" timeOffset="130298.24">20837 13891 85 0,'0'0'130'0,"0"0"-19"0,0 0-7 0,0 0-14 15,0 0-39-15,0 0-31 0,18 36-42 0,-7-19-74 16,2 6-102-16,5-3 46 0</inkml:trace>
  <inkml:trace contextRef="#ctx0" brushRef="#br0" timeOffset="130684.04">21684 14115 110 0,'2'-11'201'16,"-2"-1"-4"-16,0 2-3 0,0-1-11 0,0-3-9 15,2 4-7-15,-3 0 6 0,1 10-3 0,0-15-5 16,0 10-14-16,0 5-15 0,3-9-18 0,-3 9-14 16,0 0-13-16,0 0-9 0,0 0 1 0,0 0-3 15,3 38 0-15,0-9-8 0,-1 3-3 0,1 1-3 16,-3 2-7-16,1 1-5 0,-1-2-6 0,1 0-1 16,1 0-7-16,-2-3-2 0,0-5-6 0,1 4-4 15,-1-2-1-15,1 0-3 0,-2-3-4 0,0 2-3 16,-1-8-15-16,0-2-14 0,-1-2-26 0,0 2-22 15,-1-2-26-15,-1-4-39 0,2 0-26 0,-2-2-31 16,1-4-35-16,-1 2-26 0,-4-4-122 0,3 1-396 16,6-4 176-16</inkml:trace>
  <inkml:trace contextRef="#ctx0" brushRef="#br0" timeOffset="130910.99">21645 14179 36 0,'7'-7'158'0,"1"1"4"0,4 3 3 0,0 0-1 0,6 5-8 16,-5 0-9-16,4 3-11 0,1 2-13 0,-3 0-9 15,-1 5-6-15,-1 1-12 0,-3 2-10 0,-4 2-8 16,0 0-5-16,-4 1-8 0,-4-2-6 0,0 4-5 16,-4-1-7-16,-2-2-2 0,-7 5-7 0,3-9-2 15,-2 0-10-15,0 0-15 0,1-5-11 0,-3 1-27 16,2-2-27-16,-4-3-21 0,8-3-34 0,-3-1-37 15,3 0-150-15,-3-3-319 0,3-3 141 0</inkml:trace>
  <inkml:trace contextRef="#ctx0" brushRef="#br0" timeOffset="131396.47">21922 14172 149 0,'10'3'179'0,"3"3"-2"15,-3-1-8-15,1 3-12 0,3 3-5 0,-5-1-12 16,-2-1-12-16,0 2-8 0,1 2-6 0,2 1-9 16,-7-1-9-16,1-2-11 0,1-1-8 0,-1-1-11 15,0 2 0-15,-3-2-5 0,0-2-10 0,-1 0 0 16,0-7-6-16,2 10-4 0,-2-10 1 0,0 8 4 16,0-8 5-16,0 0-4 0,0 0-2 0,0 0-3 15,0 0-6-15,0 0-10 0,0 0 0 0,0 0-1 16,0 0-2-16,0 0-1 0,0-29-5 0,5 18-5 15,4-5-4-15,-3 3 1 0,3-5-5 0,1 5 1 16,-1-4-3-16,3 2 1 0,-2-1-3 0,2 3 2 16,-4 3 0-16,-1 3-1 0,-1 0-1 15,0 2-5-15,-3 2 2 0,-3 3 0 0,10 0 0 0,-10 0 9 16,8 6-2-16,-4 0 2 0,1 3 1 0,-1-1-2 16,2 1-1-16,-2 4 4 0,1-3-3 0,0 1 1 15,1 1-1-15,1-2-1 0,-1-1 2 0,2 0 2 16,3-3 0-16,1 1-4 0,0-4 6 0,6 0-1 15,-2-3-1-15,-1 0-2 0,2-4 0 0,-3 1 0 16,-1-3-1-16,-3 0 3 0,4-4-3 0,-6-1-3 16,0 1 5-16,-2 0-4 0,-1-4 9 0,-4 0-8 15,1-1-3-15,-6-1 0 0,0 0-1 0,-2 5 2 16,-2-3-4-16,0 4 0 0,-2-3-9 0,-1 8-5 16,-2-2-12-16,0 5-7 0,0-1-12 0,-5 6-26 15,4-3-29-15,-2 6-28 0,5-1-35 0,1 1-29 16,-1 2-155-16,2-1-376 0,4 0 167 0</inkml:trace>
  <inkml:trace contextRef="#ctx0" brushRef="#br0" timeOffset="131635.81">22562 13925 82 0,'2'-11'232'0,"-1"2"3"0,0 2-2 0,-1 7-17 16,4-10-26-16,-4 10-23 0,1-6-17 0,-1 6-3 15,0 0 8-15,7 18-1 0,-2 3-1 0,0 7-8 16,3 5-10-16,-5 3-9 0,1 10-11 0,-2-12-9 16,4 13-10-16,-6-13-7 0,0 2-8 0,-1-4-10 15,-2 1-7-15,2 0-5 0,-3-5-8 0,1 1-11 16,-3-2-17-16,2-2-19 0,2-6-21 0,-2-1-19 16,0 0-21-16,-1-4-43 0,1 0-30 0,0-4-21 15,2-1-46-15,-2-1-31 0,-1 1-173 0,5-9-434 16,-11 9 192-16</inkml:trace>
  <inkml:trace contextRef="#ctx0" brushRef="#br0" timeOffset="131844.81">22610 14152 53 0,'12'-5'188'15,"4"-3"5"-15,-1 5 0 0,-2 4-4 0,5 1-8 16,-5 2-15-16,2 3-8 0,-4 0-6 0,0 6-10 15,-4 2-12-15,1-2-11 0,-4 4-12 0,1-2-10 16,-6 0-9-16,-3-1-10 0,1 3-5 0,-1-2-11 16,-3-4-19-16,-3 4-23 0,-1-2-35 15,1-3-26-15,0-1-39 0,1-4-46 0,-4 2-34 0,4-4-175 16,-2-1-364-16,2 1 162 0</inkml:trace>
  <inkml:trace contextRef="#ctx0" brushRef="#br0" timeOffset="132098.47">22808 14245 59 0,'0'0'169'15,"5"6"9"-15,-1 1-9 0,0-3 12 0,1 4 3 16,2-1-16-16,3-2-12 0,-2 2-15 0,1-2-6 16,3-1-2-16,-2 0-9 0,1-3-6 0,2-1-5 15,0 1-2-15,0-2-3 0,-3-1-2 0,0 0-4 16,-2-1 2-16,-3-2-11 0,0-2-11 0,-1-1-3 15,-2-1 2-15,-2 0-6 0,0-4-5 0,-3 3-10 16,-3-4-11-16,-1-2 1 0,-3 4-14 0,-1-4-20 16,-1 3-19-16,0 2-31 0,1 5-33 15,-2 0-38-15,0 4-39 0,0-1-39 0,0 4-23 0,1 2-19 16,-5 6-156-16,2 1-412 0,1 3 182 0</inkml:trace>
  <inkml:trace contextRef="#ctx0" brushRef="#br0" timeOffset="132454.5">23001 14364 140 0,'11'-7'220'0,"6"0"2"0,-7 0 1 15,4-4-12-15,-4 2-14 0,-2-1-15 0,2-2-10 16,-1-1-13-16,-1-3-9 0,-2 2-18 0,-2-1-12 16,0-3-10-16,0 1-8 0,-4 1-5 0,-2-1-9 15,-1 0-9-15,-1 2-4 0,0 2-5 16,0-1-3-16,-1 2 0 0,2 2-14 0,-2 3-2 0,0 1-4 15,5 6-4-15,-3-12-12 0,0 9-7 0,3 3-3 16,-3-8-6-16,3 8-1 0,0 0-4 0,0 0-1 16,16-2 0-16,-5 3 4 0,2-1-4 15,10 0-1-15,5 1 0 0,4 0-3 0,-4-1 0 16,0 2 2-16,-7-2-8 0,-3 3 3 0,-3-1-2 0,-2 3 3 16,-1-1-2-16,-3 2-2 0,0 2-1 0,-2 1 9 15,0 1 1-15,-2 0 5 0,-1 6-3 0,-1-3 2 16,-3 3-1-16,-1 0 4 0,-1 1-2 0,0 1 4 15,-3-3-3-15,-2 1-4 0,4 0-8 0,-4 2-11 16,3-3-21-16,2-4-20 0,-1 1-36 0,2-3-38 16,-2 1-44-16,3-1-47 0,0-1-47 0,0-8-148 15,0 0-443-15,0 0 197 0</inkml:trace>
  <inkml:trace contextRef="#ctx0" brushRef="#br0" timeOffset="132691.74">23523 13905 249 0,'2'-9'241'0,"-2"3"-22"0,0 6-19 15,2-7-15-15,-2 7 19 0,0 0 10 16,11 15 2-16,-8-4-16 0,4 5-3 0,-2 9-16 0,1 2-13 16,-2 0-9-16,-1 3-12 0,1-3-15 0,-2 1-12 15,-3-1-9-15,1 0-13 0,0-4-11 0,-1-3-4 16,-1-1-11-16,0 6-5 0,-1-7-22 0,0-6-17 15,1 1-17-15,1-2-25 0,-2 1-33 0,2-1-42 16,-3-5-42-16,1 1-44 0,3-7-50 0,-6 8-50 16,1-5-172-16,5-3-484 0,0 0 216 0</inkml:trace>
  <inkml:trace contextRef="#ctx0" brushRef="#br0" timeOffset="132968.37">23484 14037 106 0,'0'0'182'0,"-5"-11"-13"0,5 11-8 16,-3-5-9-16,3 5 3 0,0 0-5 0,0 0 2 16,19-3-13-16,-8 5-10 0,3-1-10 0,2 2-10 15,7-1-8-15,5 0-8 0,2 1-10 16,2 0-5-16,-3-3-11 0,0 3-3 0,1 0-4 0,-10 0-1 16,2 1-2-16,-3-2-6 0,-2 0 1 0,-4 1-5 15,-3 0-6-15,-5 1 1 0,0 1 6 0,3 0 6 16,-3 1 11-16,0 3-2 0,-1-1-5 15,0 3-7-15,-4-1-4 0,0 1-4 0,1-1-2 16,-1 2-5-16,-1-2-6 0,-2 1-3 0,4-1-10 16,-3 0-18-16,-1-1-29 0,2-2-33 0,0 3-32 0,-1-4-45 15,1 0-48-15,1-6-49 0,-3 12-171 0,3-12-441 16,0 0 195-16</inkml:trace>
  <inkml:trace contextRef="#ctx0" brushRef="#br0" timeOffset="133130.63">23853 13754 73 0,'0'0'146'0,"0"0"-11"16,0 0-14-16,0 0-32 0,-11 25-42 0,9-13-42 0,5 4-50 15,-3 3-51-15,4-2-103 0,2 0 47 0</inkml:trace>
  <inkml:trace contextRef="#ctx0" brushRef="#br0" timeOffset="133688.34">24031 13966 16 0,'0'0'199'0,"-27"15"-3"0,23-7-11 0,-1 4-4 15,0 0-11-15,0 5-7 0,1 1-16 16,1 0-10-16,0-1-12 0,1 0-11 0,2 0-10 15,2 0-11-15,0-4-10 0,2-2-7 0,4 4-5 0,-2-3-11 16,0-3-2-16,5-1-4 0,-1-1-7 0,-1 0-3 16,1-2-1-16,-1-3-2 0,0-1-7 15,1-1 2-15,0-1-8 0,-2-4 1 0,-1 1-5 16,0-6 1-16,-1-1-1 0,0-1-1 0,-3 1-4 16,1-5 2-16,-1-1-7 0,-1 0 2 0,0-2-2 0,-1 1 0 15,-1 1-4-15,1-1-1 0,-1-2-3 0,0 3 1 16,3 2 0-16,-3 1 1 0,1 4-3 15,2 0-2-15,-1 1-4 0,1 3 3 0,-3 6-2 0,10-3 0 16,-10 3-1-16,18 6-1 0,-8 3 1 16,0 1 4-16,2 6 0 0,-3 1 3 0,-2 1 1 0,4-1 0 15,-1 7 1-15,-1-6 5 0,-2 1 5 0,-2-5 2 16,-2 4 3-16,1-4-1 0,-1-3-1 0,-1 0-3 16,2-1 0-16,-3-3 2 0,1-1-1 15,-2-6 13-15,1 9 7 0,-1-9 6 0,0 0-3 16,0 0-2-16,0 0-4 0,0 0-5 0,0 0-1 0,0 0-4 15,0 0-4-15,-1-26 6 0,4 16-13 0,7-4 0 16,-1-4-4-16,7-1-3 0,0-5-9 0,2 1 2 16,3 2-4-16,0 0 2 0,2 3-1 0,3 3 2 15,-8 5-2-15,0-2-2 0,-1 5 3 16,-1 2-3-16,2 2-1 0,-3 3 3 0,-4 1-1 0,1 4-1 16,1-1 3-16,-4 3 7 0,2 3 1 0,-4 1 4 15,1 0-1-15,-1 3 12 0,-3-1-13 0,1 2-3 16,-2 0-2-16,-3 3 3 0,0-7 0 0,-2 1-13 15,2 0-14-15,0-1-22 0,-3-2-37 16,1 1-43-16,2-10-48 0,-2 12-49 0,2-7-27 0,0-5-185 16,0 0-464-16,0 0 205 0</inkml:trace>
  <inkml:trace contextRef="#ctx0" brushRef="#br0" timeOffset="134055.04">24863 13893 192 0,'0'0'227'0,"-21"7"-4"0,7 2-1 0,-2 3-12 0,-4 6 6 16,-1 0-9-16,4 4-10 0,2-9-16 15,-1 10-5-15,6-4-15 0,-3 4-17 0,4-4-9 16,3-3-15-16,-1 1-12 0,3-5-8 0,1 0-8 16,6 0-10-16,-2-2-3 0,3-1-9 0,4-1-5 0,-1-1-6 15,2-3-6-15,4-1-8 0,0-4-1 0,1-3-3 16,2-1-6-16,-3 1-2 0,2-4-4 0,1-2-5 15,-4 0 4-15,-3 1-8 0,2-3 3 0,-1 0-6 16,0-1 2-16,-5 1-2 0,5-1-8 16,-6 2 4-16,2 2-2 0,-4 2-2 0,1 0-1 0,0 2 1 15,-3 5 3-15,5-10-4 0,-5 10-4 0,0 0 2 16,0 0-5-16,0 0 13 0,0 0-2 0,0 0 2 16,0 0 2-16,2 23-3 0,-2-14 0 0,0 3 2 15,-2 0-3-15,2-1-8 0,2 0 4 16,-2 1-5-16,2 0-21 0,2-3-25 0,-3-1-34 0,4 1-35 15,-3-3-33-15,0-1-42 0,2-2-56 0,-4-3-56 16,9 4-165-16,-9-4-503 0,0 0 222 0</inkml:trace>
  <inkml:trace contextRef="#ctx0" brushRef="#br0" timeOffset="134274.04">25179 13734 214 0,'-3'-9'279'0,"8"2"-20"0,-5 7-28 0,0 0 0 16,0 0 13-16,0 0 4 0,0 0 0 0,-9 35-9 16,5-12-29-16,-1 5-14 0,1-1-13 15,1 1-17-15,1-2-3 0,-2 1-19 0,3-2-11 0,1-4-18 16,1 3-12-16,-2-5 2 0,1 0-20 0,0-2-7 16,0 3-20-16,0-2-21 0,0-6-36 0,-1 0-29 15,-2 0-40-15,1 0-52 0,-3-2-60 16,-2 1-61-16,3-3-76 0,-3 2-186 0,-3-5-545 15,-2 0 242-15</inkml:trace>
  <inkml:trace contextRef="#ctx0" brushRef="#br0" timeOffset="134706.18">26144 13646 8 0,'7'-7'232'0,"-2"0"2"0,-1 4 1 16,1-2-12-16,-5 5-11 0,6-7-22 0,-1 4-14 15,-5 3-22-15,0 0-14 0,0 0 6 0,7 10 4 0,-7 2-1 16,4 6 2-16,-4 1-11 0,-3 7-13 0,-1 2-7 16,0 0-1-16,-1 1-14 0,3-2-7 15,-7-2-6-15,4 4-10 0,-1-4-8 0,1-6-5 16,-1-1-10-16,4 1-8 0,-2 0 31 0,0-2-8 0,-2-1-7 15,2 1-10-15,1-5-15 0,-1-2-25 0,2 1-26 16,-1-5-25-16,-1-1-25 0,-1 2-26 16,5-7-28-16,-5 7-45 0,-1-4-50 0,6-3-42 15,0 0-244-15,0 0-534 0,0 0 237 0</inkml:trace>
  <inkml:trace contextRef="#ctx0" brushRef="#br0" timeOffset="135097.15">26014 13885 74 0,'0'0'142'0,"0"0"-2"0,-7-4 3 16,7 4-2-16,0 0 5 0,0 0-6 15,0 0-8-15,0 0-4 0,34 4-9 0,-21-3-4 16,6 1-4-16,0-1-6 0,2 0 1 0,-4 2-4 16,4-3-6-16,-2 0-9 0,-2 1-5 0,-3 1-9 0,-3 0 0 15,0-2-14-15,0 3-5 0,-6 0-4 0,3-2 1 16,-3 3-3-16,0 0 5 0,-1 1 1 0,-1 1-1 15,-1 1-2-15,2 3 0 0,-2-1-1 0,-2 1-8 16,0-1-1-16,2 3-3 0,3-4-4 16,-3 2 0-16,0-1-3 0,6 1-3 0,-2-2-1 0,1 0 2 15,1-5-2-15,2 4 3 0,3-2-5 0,-2-3 1 16,3 2 3-16,-3-4-7 0,7 1 1 0,-4-2-2 16,0-1 0-16,3-3-2 0,-5 0-2 0,-2-4-1 15,5-1 4-15,-7 1-5 0,1-5 2 0,-5 3-1 16,1-2-1-16,0-4 1 0,-3 0 4 0,0 0-9 15,-4 0 0-15,-3 1 2 0,1 2-3 0,-3 1-1 16,-2-1-6-16,-2 1-1 0,-3 4-2 0,4 1-14 16,-7 2-17-16,0 3-20 0,-2 3-24 0,-1 0-43 15,3 1-49-15,-2 4-49 0,2 2-75 0,1-3-147 16,3 2-474-16,3-3 210 0</inkml:trace>
  <inkml:trace contextRef="#ctx0" brushRef="#br0" timeOffset="135498.78">27247 13601 39 0,'5'-10'259'0,"-1"5"-6"16,-2-2-8-16,3 1-12 0,-5 6-29 15,4-7-24-15,-4 7-19 0,0 0-9 0,0 0 5 0,0 0 13 16,2 28-9-16,-4-4-3 0,-2 1 9 0,-5 5-25 15,3 2-2-15,-4 0-12 0,-1 0-3 0,0-1-19 16,1-1-6-16,0-1-10 0,1 0-8 0,-1-2-10 16,2-2-3-16,1-2-10 0,3-4-5 15,-1-3-16-15,-2 1-23 0,2-6-28 0,-1-1-28 0,2-2-28 16,1-1-30-16,1-1-30 0,-2-1-30 0,4-5-17 16,-3 7-28-16,3-7-35 0,0 0-200 0,0 0-475 15,0 0 211-15</inkml:trace>
  <inkml:trace contextRef="#ctx0" brushRef="#br0" timeOffset="136046.84">27180 13860 39 0,'5'-10'144'0,"-3"5"-6"0,6-3-1 0,-1 2-13 0,1-2 6 16,2 1-9-16,-1-1-4 0,-2-1-6 0,5 2 7 16,-2 0-11-16,5-5-8 0,-5 5 4 0,-1-2-6 15,3 2-4-15,-1 0 2 0,2-4-8 0,-1 4-1 16,-1-1-1-16,-3-2-1 0,2 2 0 0,-1 0-3 15,-3-1-5-15,3 2-7 0,-2 0-9 0,0 1 13 16,-3-3-7-16,1 4 7 0,-1 1-12 0,-4 4-4 16,4-5-10-16,-4 5-4 0,6-5-7 0,-6 5-5 15,0 0-2-15,0 0 3 0,0 0-1 0,0 23 4 16,-1-12 3-16,-4 0-5 0,3 7 2 0,-3-2-4 16,1 3-4-16,0-2-5 0,0 0-1 0,-1 2-2 15,-2-4 1-15,3-1-2 0,-1 2-3 0,1-3-2 16,3-4-1-16,-2 2-3 0,0-2-5 0,1 1-2 15,0-4-3-15,2-6-6 0,0 10-2 0,0-10 1 16,0 7-1-16,0-7 2 0,0 0 0 0,6 7 2 16,-6-7 1-16,13 0-1 0,-3 0 1 0,1 0 1 15,2 1 1-15,-1-1-2 0,1 0 0 0,1 0 5 16,-1 1 6-16,1 2 2 0,-1-2-3 0,5 3-1 16,-2 0 1-16,2 0 1 0,-3 0 4 0,4-1-2 15,-2-3-1-15,3 3 1 0,-1-3 1 0,-1-1-3 16,0-1-1-16,1-1 0 0,-2 0 2 0,0-3-2 15,-3 4 0-15,-1-6-1 0,-1 2-1 0,-4-1 2 16,1-1 1-16,-3 0-2 0,-2-3-1 0,1 1 6 16,-1-1 5-16,-3 0-7 0,-2-2-3 0,-2 0 0 15,1 3 5-15,-2 0 5 0,-1 2-2 0,0 3-4 16,-2 1 1-16,-3 4 0 0,0 0-4 0,-3 5 9 16,-3 2-9-16,3 5-3 0,0 0 6 0,-1 2-2 0,7 0-3 15,1-3 5-15,4 2-15 0,0 0-20 16,4-1-29-16,0 0-28 0,4 0-37 0,1-3-46 15,7 2-43-15,-1-2-28 0,7-1-38 0,-2-2-141 16,9 0-448-16,-4-3 198 0</inkml:trace>
  <inkml:trace contextRef="#ctx0" brushRef="#br0" timeOffset="137624.6">6609 14683 228 0,'-2'-6'244'0,"-2"-1"-15"15,4 7-1-15,-9-11-14 0,4 9-12 0,-3-1-11 16,-4 3-11-16,0 2-14 0,-2 3-6 0,-1 2-3 0,-5 2-7 16,-1 9-8-16,-1 4-11 0,0-2-31 0,3 7-4 15,1 0-14-15,3 2-6 0,1-2-7 16,2 2-5-16,3 0-4 0,4-2-6 0,4 0-3 0,2-7-11 15,2-2 8-15,6 0-15 0,5 3-1 16,-4-4-2-16,5-4-8 0,2-3-7 0,10 3-6 0,0-3-15 16,1-4-17-16,2-3-20 0,1 0-18 0,-2-2-21 15,-2-4-24-15,0 1-19 0,0-3-13 0,-7 0-6 16,2-1-5-16,-5-1-3 0,1-2 12 16,-2 0 11-16,1-1 16 0,-2-2 5 0,-5 0 13 15,2-2 14-15,-1 1 5 0,-3-1 22 0,-1-2 6 16,-1 1 15-16,-1 0 16 0,-3-1 12 0,1-1 1 0,-2 1 19 15,1 6 15-15,-2-1 8 0,1 2 5 0,-1 1 14 16,0 8 3-16,-1-11 1 0,1 11 2 0,0-8-1 16,0 8 5-16,0 0 17 0,0 0 19 15,0 0-1-15,-7 27 11 0,6-16 0 0,0 5-12 16,-6 2-11-16,6 0-9 0,-1 1-9 0,2 2-2 0,0-4-11 16,1 1-2-16,0-3-6 0,2 1-10 15,0-4-7-15,0 0-3 0,1 1-8 0,0-5-3 16,2 0-7-16,-2-3-4 0,1 1-8 0,4-2-10 15,1-2 10-15,0-2-11 0,-2 0-10 0,2-1-3 16,1-2-4-16,0-4 4 0,-2 1-4 0,0 0-4 16,-3-3 7-16,2 2 0 0,-2-5 0 0,-1 3 1 15,-2-2 3-15,0 0 4 0,-1 0 0 0,-7-6 2 16,5 2-1-16,0-1 3 0,0 3 3 0,-3 2 1 16,3 0-5-16,-1-1 7 0,2 4-3 0,-1 8 2 15,0-13 1-15,3 8 8 0,-3 5 0 0,6-5-4 16,1 2 8-16,-7 3 8 0,16 3-4 0,-5 0 5 0,1 4-3 15,-1 0-1-15,4 5 0 0,-4-1 3 0,2 1-3 16,0 0 1-16,-1 1 2 0,-5-3-4 0,3 5-1 16,-3-5 0-16,-1 0 1 0,1 0-6 15,-1 1 5-15,-2-4 0 0,-2 1-3 0,0-2 4 16,1-2 0-16,0 2 5 0,-3-6 0 0,1 7 8 16,-1-7-2-16,0 0-1 0,0 0-5 0,0 0-1 0,0 0 0 15,0 0 3-15,0 0-4 0,0 0-4 16,4-26 2-16,0 16-1 0,2-5-4 0,2 1 0 15,0-2-1-15,2-1 3 0,3 1-7 0,-2 0 5 16,2 2-4-16,-1 2 3 0,-2 3-8 0,2 2 6 16,0 1 0-16,-3 3-1 0,2 2 0 0,0 1 3 0,-2 3 1 15,-2 2 0-15,1 0-5 0,-2 6 4 16,-2-2-5-16,-1 3-18 0,-2-1-22 0,0 2-38 16,-3 2-45-16,1 1-51 0,-2-6-55 0,0 7-228 15,0-7-496-15,0 2 220 0</inkml:trace>
  <inkml:trace contextRef="#ctx0" brushRef="#br0" timeOffset="138171">7678 14793 125 0,'1'-7'239'0,"-1"7"-6"0,-1-9-13 0,1 9-8 15,0 0-14-15,0 0-9 0,-17 4-15 0,4 7-8 16,-1 9-13-16,-6 5-13 0,2 4-7 0,1 0-3 16,2 2-15-16,-2 2-10 0,7-3-6 0,0-1-10 15,7 0-9-15,0-3-10 0,3 3-6 0,2-12-3 16,2 4-7-16,5-4-2 0,0 1-9 0,2-5-3 16,6 1-3-16,0-3-4 0,2-3-4 0,-1-2-4 15,0 0-3-15,2-5-2 0,0-1-9 0,-2 0-4 16,1-3-2-16,-2-2-2 0,0-2-1 0,-3-3-4 15,1 1 4-15,-2-2 0 0,-2-2-1 0,0-3 1 16,-4 3-3-16,1-3 2 0,0 0-3 0,-6-2 4 16,-1 3-4-16,-2-3 5 0,0 7-4 0,-3-6 2 15,-1 8-1-15,0-1 0 0,1 5-1 0,0 0-1 16,-2 2-1-16,6 3 10 0,-14 3-3 0,3 3-2 16,2 3 5-16,-3 5 4 0,3 3-2 0,-2-1-1 15,8 1-5-15,-2 1-9 0,3 0-7 0,0 0-28 16,6-1-32-16,-2-1-39 0,3 0-27 0,0-1-51 15,3-4-29-15,1-1-31 0,1-1-148 0,-2-3-431 16,2-1 190-16</inkml:trace>
  <inkml:trace contextRef="#ctx0" brushRef="#br0" timeOffset="138376.97">7959 15208 70 0,'4'-15'150'15,"-2"4"10"-15,1-1-4 0,-2 0 0 0,3-5 5 16,2 3-5-16,0 3 5 0,0-1 3 0,1 2-2 15,1 1-6-15,1 0-9 0,1 2-9 0,1 1-6 16,-1 1-14-16,1 4-11 0,1 1-3 0,-1 3 4 16,2 3-22-16,-3-2-5 0,4 8-9 0,-5-4-6 15,-1 7-5-15,1 1-4 0,-3 0-13 0,1-3-19 16,-3 3-20-16,-3 0-25 0,0-3-35 0,-1-3-37 16,0 0-44-16,0 1-42 0,0-11-52 0,-2 18-152 15,2-18-415-15,0 0 184 0</inkml:trace>
  <inkml:trace contextRef="#ctx0" brushRef="#br0" timeOffset="138616.4">8293 14807 113 0,'-2'-15'223'0,"2"2"10"0,-4 6 6 15,4 7-8-15,0-13-20 0,0 13-24 16,0 0-8-16,0 0 3 0,0 0 7 0,0 0-8 15,16 48-7-15,-15-19-17 0,-1 1-7 0,0 2-18 0,1 2-8 16,0 0-17-16,-1-2-7 0,2 1-8 0,-2-5-11 16,4 1-10-16,-4-1-15 0,0-3-15 15,2-5-26-15,1 5-29 0,-3-7-33 0,0-1-38 16,2-5-37-16,-2-1-29 0,0-11-34 0,-1 22-25 16,1-22-24-16,-1 11-170 0,1-11-436 0,0 0 193 15</inkml:trace>
  <inkml:trace contextRef="#ctx0" brushRef="#br0" timeOffset="139147.76">8335 15034 12 0,'9'-5'190'0,"0"2"19"16,-9 3-14-16,20 1 1 0,-11 3 15 0,2 0-15 16,-2 4-10-16,4 3-4 0,-1 1-14 0,-2 2-15 15,0 1-10-15,0 1-14 0,-3-1-9 0,-2-1-11 16,0 3-10-16,-4-4-11 0,-2 1-5 0,-2-1-9 15,0-2-11-15,-4 3-4 0,1-5-3 0,-2 0-9 16,0-2-5-16,1 0-3 0,0-4-7 0,7-3-3 16,-12 4 3-16,12-4-10 0,0 0 1 0,-15-9-3 15,15 9-3-15,0-15-3 0,0 15-3 0,7-20 0 16,-1 5-4-16,2-1-3 0,6 2 1 0,-1 0-5 16,3 1 3-16,5-5-4 0,1-1 3 0,2 2-1 15,4 2-1-15,-6 1 7 0,-6 2-10 0,1 2 1 16,-3 2 1-16,-5 1-2 0,2 0 2 0,-2 2 2 15,-3 1 5-15,-1 2-7 0,-5 2 2 0,10-3 4 16,-10 3 8-16,0 0 9 0,0 0 15 0,-9 21 2 16,3-10 0-16,-3 4 12 0,-2 1-13 0,1 3 0 15,2-3-4-15,1 0-2 0,2 0-5 0,-3 0 2 16,4-1 3-16,0 1-8 0,3-3-5 0,0-3-2 16,1 1 1-16,0-11 3 0,5 15-8 0,-1-11 0 15,-4-4 9-15,12 7 1 0,-1-4-15 0,-1-3-2 16,-10 0-5-16,24-3 2 0,-10-3-4 0,2-2 1 15,-4 3 3-15,2-5 9 0,-3 1-14 0,3-3 1 16,-7 3 1-16,1-1-5 0,-3-1 1 0,3 0 1 16,-3 2-4-16,-1-2 2 0,0 3-2 0,-2 2 2 15,1-1 2-15,-3 7 0 0,4-7-7 0,-4 7-4 16,0 0 6-16,0 0-1 0,0 0 2 0,0 0 1 16,0 0 3-16,7 24-7 0,-7-24-1 0,0 22-14 15,-1-11-32-15,2 3-35 0,-1-1-51 0,0-13-59 16,0 18-55-16,1-7-247 0,-1-11-546 0,0 0 241 15</inkml:trace>
  <inkml:trace contextRef="#ctx0" brushRef="#br0" timeOffset="139389.57">9004 14820 201 0,'-1'-12'284'0,"1"12"-14"15,-1-12-23-15,1 12-20 0,0 0 4 0,0 0 3 16,0 0 0-16,0 0-8 0,2 41-15 0,0-12-14 16,-1 0-20-16,1 2-12 0,-2 0-12 0,0-2-13 15,-2 0-15-15,-1 1-8 0,2-2-15 0,-1 0-6 16,-1-1-25-16,-1-2-13 0,2-8-21 0,-1 2-29 16,2-3-36-16,-1 1-39 0,-3-2-47 15,3-5-47-15,2-10-51 0,-5 14-51 0,5-14-232 16,0 0-536-16,0 0 239 0</inkml:trace>
  <inkml:trace contextRef="#ctx0" brushRef="#br0" timeOffset="139666.44">8836 15009 197 0,'0'0'219'0,"0"0"-10"0,14-4-4 0,-3 3 0 0,1 1-15 16,3-1-10-16,2 0-18 0,3 0-15 0,-1 1-9 15,4-3-8-15,4 2-1 0,-5-2-15 0,-2 2-13 16,2-2-7-16,-2 2-9 0,-2 1-5 0,3 0-10 16,-3 0-1-16,-7 0-6 0,2 1 4 15,-3 0-6-15,0 2 0 0,-10-3 0 0,13 8 14 16,-4-1-8-16,-4 1-6 0,0 4 1 0,1-1 2 16,-5 2-7-16,-2 1-7 0,1 4 0 0,0-1-9 0,-4-1-1 15,5 0-9-15,-4 2-14 0,2-3-21 0,-3-2-34 16,2 2-25-16,-1 1-43 0,2-5-48 0,1-11-50 15,-4 18-59-15,4-18-207 0,-8 10-510 0,8-10 226 16</inkml:trace>
  <inkml:trace contextRef="#ctx0" brushRef="#br0" timeOffset="139819.49">9110 14873 1620 0,'-2'-11'-11'0,"-1"-2"29"0,3 13-17 0,-5-8-10 16,5 8 0-16,0 0-8 0,0 0-22 0,0 0-23 16,0 0-36-16,-4 38-135 0,4-38-251 0,7 24 111 15</inkml:trace>
  <inkml:trace contextRef="#ctx0" brushRef="#br0" timeOffset="140332.68">9374 14993 250 0,'0'0'266'0,"-25"22"0"0,19-12-6 15,0-1-19-15,0 7-21 0,1 0-20 0,1-2-20 16,1-3-18-16,3 1-14 0,-2-2-17 0,2 3-11 16,0-2-10-16,3-1-12 0,-3-10-13 0,6 13-2 15,1-6-9-15,1-2-4 0,0-1-10 0,-8-4-7 16,14 3-5-16,-3-3 0 0,-11 0-8 0,16-7-6 15,-7 2 2-15,-1-1-5 0,1 1-1 0,-4-1-6 16,1-3-2-16,1 2 7 0,-1-1-13 0,-1 0-2 16,0-2-1-16,2 0 4 0,-3 1-3 0,1 0-4 15,0-1-2-15,-1 3 0 0,-1 1-2 0,3 0 1 16,0 0-3-16,-1 4 1 0,3-1 5 0,-8 3-12 16,11 1 4-16,-4 3 7 0,0 2 4 0,2 1 5 15,-4 2 0-15,0 4-5 0,-1-3 8 0,2 7-7 16,-4-6 7-16,3 1-3 0,-1 3-4 0,0 0 1 15,-3-3-8-15,0-1 5 0,1 0 3 0,-2-11-2 16,2 10-1-16,-2-10 0 0,0 11 1 0,0-11-2 16,0 0 1-16,0 0-1 0,0 0 0 0,0 0-4 15,0 0 4-15,0 0-5 0,0 0-2 0,0 0 2 16,13-30-1-16,-7 21 3 0,1-2-1 0,3-2-4 16,1-1 8-16,0 1-9 0,-1 1-3 0,0 4-1 15,-1 0 6-15,0 1-4 0,-1 3 7 0,2 0-9 16,-10 4 6-16,13-6-3 0,-13 6 5 0,0 0 0 15,16 7 2-15,-16-7 10 0,7 8-15 0,-6 2 4 16,-1-10-9-16,-1 18-17 0,-1-7-21 0,0-1-41 16,2-10-41-16,-4 19-50 0,0-3-42 0,8-7-33 15,1 2-268-15,3-2-557 0,1 2 246 0</inkml:trace>
  <inkml:trace contextRef="#ctx0" brushRef="#br0" timeOffset="140963.87">10365 15047 216 0,'-1'-10'218'0,"-4"2"-15"0,0 0-3 0,-3 0-13 16,-2 2-9-16,-3 2-13 0,0 2-11 0,-2 2-14 0,-3 2-11 15,-4 4-12-15,-2 7-7 0,1 2-9 0,4 2-7 16,1 4-11-16,4-6-6 0,3 3-8 16,3-1-4-16,4 1-9 0,2-1-5 0,2 0-4 15,3-3-5-15,5 0-2 0,-2-2-6 0,2-3-5 16,2 0-10-16,1-3-5 0,6 0 1 0,0-3-5 0,0-3-2 16,2 0 1-16,-1-5-1 0,2 0-2 0,-3-1 0 15,-3-3 2-15,-4 3 1 0,4-5-3 16,-5 3 5-16,-2-1-3 0,0 1 0 0,-1-2 3 15,-2 2 1-15,-2 1 5 0,0-1 1 0,1 3 3 16,-1-2-6-16,-2 7 1 0,4-6-5 0,-4 6-5 0,0 0 1 16,0 0 11-16,0 0 11 0,14 18 4 15,-7-1 6-15,-2 4 1 0,0 9 2 0,1 6-6 16,3 8 1-16,-2-9-5 0,-1 0-5 0,2-1-1 16,-2 12-3-16,-1-11-1 0,-1-3-4 0,0-6 2 15,-2 5-4-15,0-2 3 0,-1-3-2 0,-2-2-1 0,-3-3 1 16,-3-4-5-16,-4 0 6 0,1 0-2 0,-3-3-3 15,-2-3-5-15,-2 0 5 0,-1 0-5 0,4-5 6 16,-4-1-16-16,3-2-16 0,1-1-18 16,1-2-26-16,-1-3-39 0,-4 0-28 0,0-5-57 15,5-3-50-15,1 1-51 0,-7-9-156 0,9 4-480 16,0-8 213-16</inkml:trace>
  <inkml:trace contextRef="#ctx0" brushRef="#br0" timeOffset="141536.47">10554 15132 85 0,'16'-5'205'0,"2"0"-9"15,-7 1-2-15,2 2 2 0,1 2-11 0,-2 3-6 16,4 4 10-16,-2 1-8 0,2 5-9 0,-1-1-11 16,5 9-10-16,-8-6-16 0,-2 3-12 0,0 4-12 15,-1 2-7-15,-2-4-13 0,-4-3-4 0,-1 2-10 16,-1-3-11-16,-1-3-5 0,-4 2-4 0,2-4-2 15,-3 0-9-15,-2-1-11 0,0-2-7 0,-1 0-3 16,0-6 1-16,3 1-6 0,5-3-3 0,0 0-1 16,0 0-9-16,0 0-4 0,-17-11 1 0,17 11-3 15,3-21-2-15,-2 9-3 0,3 0 0 0,4-4-5 16,-2 0 2-16,6-3-2 0,-2 3 1 0,-1-2-4 16,6-3 2-16,-3 4 1 0,4-3-1 0,-3 4 0 15,4-5 1-15,-4 5-4 0,-1 1 6 0,1-1-1 16,1 2 4-16,-2 1-4 0,-2-3 1 0,-1 6 5 15,-4 3-5-15,1-2 4 0,1 5-1 0,-7 4-1 16,8-9 0-16,-8 9-1 0,6-7-2 0,-6 7 1 16,0 0-2-16,0 0 2 0,0 0 4 0,0 0 6 15,0 0 7-15,2 23 0 0,-3-9 5 0,0 2 0 16,-4-1 0-16,5 4-4 0,-3-6 4 0,2 3-3 16,0-5-2-16,1 6 1 0,-3 1-1 0,4-7-3 15,-1 0 1-15,3-1 2 0,2-3-2 0,-5-7-4 16,10 12-2-16,-4-8-3 0,1 0 4 0,-7-4-6 15,18 1 0-15,-18-1-1 0,23-3 0 0,-14-2 1 16,2 1-1-16,-2-5-1 0,3 3-6 0,-2-1 8 16,-1 1-1-16,0-1-3 0,-2-4-4 15,1 4 1-15,-3-2 1 0,3 1-4 0,0-1 4 0,-3 1 2 16,-1 4-2-16,1-2-2 0,0 3-3 0,-5 3 3 16,0 0 1-16,0 0 2 0,0 0-2 0,0 0 4 15,16 19 0-15,-13-7-9 0,-3 0-32 0,0-1-28 16,0 0-42-16,0-11-45 0,1 26-28 15,3-13-26-15,-3-2-157 0,-1-11-404 0,9 16 180 0</inkml:trace>
  <inkml:trace contextRef="#ctx0" brushRef="#br0" timeOffset="142118.14">11516 15141 32 0,'-9'-19'166'0,"2"10"-5"0,-2 3 0 16,0-2 1-16,-3 3 12 0,1 1 1 0,0 0-7 15,-2 4 1-15,2 3-8 0,0 2-5 0,-1 2-12 16,-1 4-5-16,1 4-10 0,1 1-8 0,0 1-14 16,4 2-7-16,2-1-9 0,-1-2-7 0,2 4-12 15,2-3-3-15,2 0-10 0,4-1-5 0,-1 0-3 16,1-6-3-16,-1 1-7 0,4-3-3 0,3-2-4 16,-2 0-3-16,4-2 2 0,0-3-4 0,-1-2-7 15,3-4 0-15,3-1-4 0,1-2 2 0,-10-1-4 16,9-3-2-16,-4-1-3 0,-4-2-2 0,3 0 0 15,-3-2 0-15,-3-2-2 0,2-7 2 0,-2-1-3 16,-3 0 6-16,-1 0-10 0,2-3 7 0,0 1-4 16,-4 0 0-16,2-2-2 0,-1 1 1 0,-2-1 0 15,3 1-3-15,-2 2 0 0,0 2 6 0,0 8 10 16,0 3 14-16,0 5 10 0,0-2-3 0,0 12-7 16,0-10-10-16,0 10-2 0,0 0 3 0,0 0 2 15,0 0 8-15,10 38-1 0,-10-6 1 0,0 0-2 16,0 3 1-16,0-1-3 0,-3-1-2 0,1 1-6 15,2-3 2-15,-3 0-1 0,3-3 0 0,2-2-7 16,-1-7 0-16,4 1-1 0,-5-2 2 0,4-6 3 16,2 0-3-16,1-2 6 0,0-3-13 0,5-1 3 15,-2 1-1-15,5-5-3 0,-3 1 3 0,7-4-9 16,-2-1 5-16,4-4-3 0,0 0-6 0,-2-4 4 16,-1 2-9-16,-3-3 1 0,2-1-3 15,-4 2-2-15,-1-3-5 0,-3-2 3 0,-1 0-5 16,-3-1 8-16,-1 0 1 0,1 6-2 0,-4-1 2 0,-1 0 0 15,0 11-3-15,-1-13 7 0,1 13-5 0,0 0-4 16,-8-9 3-16,8 9 3 0,0 0 3 0,0 0-2 16,-19 24 0-16,15-13 6 0,-3 3 3 15,2 1-9-15,1 0 9 0,0 1-13 0,1 0-28 16,-1 0-30-16,1 0-40 0,1-5-43 0,-1 1-41 16,3-12-35-16,3 20-56 0,-3-20-175 0,-3 12-498 0,3-12 220 15</inkml:trace>
  <inkml:trace contextRef="#ctx0" brushRef="#br0" timeOffset="142294.64">11684 14864 53 0,'0'0'220'0,"-2"-13"-33"15,2 13-13-15,0 0-21 0,0 0-15 16,0 0-22-16,0 0-24 0,0 0-46 0,0 0-57 15,9 31-49-15,-4-17-43 0,-3 2-65 0,2-5-181 16,3 4 80-16</inkml:trace>
  <inkml:trace contextRef="#ctx0" brushRef="#br0" timeOffset="142723.66">12037 15222 182 0,'19'-5'233'0,"-4"3"-9"15,3-4-19-15,-2 0-16 0,4 0-17 0,-5 0-17 16,-1 0-15-16,3-2-11 0,0-2-8 0,-2 2-10 16,-6-1-3-16,4-3-8 0,-4 3-1 0,1-4 3 15,-6 2-5-15,1-1-9 0,-3 1-3 0,-4-4-5 16,2 5-10-16,-5 0 3 0,1 0-1 0,-5 4-4 16,4 1-4-16,-3 2-7 0,1 1-5 0,-5 2-3 15,-1 2 4-15,-3 6 1 0,2 2-4 0,0 6-3 16,4 0 0-16,-1 0-2 0,1 3-6 0,2 4 1 15,3-2-6-15,3-2-4 0,0-1 7 0,4 0-1 16,1-1-15-16,5 0-8 0,1-1-13 0,0-1-14 16,4-2-22-16,-3-3-35 0,3 0-39 0,3 0-36 15,-2-4-36-15,4-1-28 0,-5-3-17 0,0 0-20 16,1 1-158-16,-5-2-439 0,-9-1 194 0</inkml:trace>
  <inkml:trace contextRef="#ctx0" brushRef="#br0" timeOffset="143044.47">12450 15228 131 0,'0'0'154'0,"10"-2"19"0,-10 2 10 16,0 0 0-16,0 0 0 0,0 0-4 15,0 0-5-15,-8 28-3 0,8-28-4 0,-6 17-6 16,1-12-7-16,5-5-4 0,-2 14-13 0,2-14-9 0,-4 10-6 16,4-10-14-16,0 0-3 0,-2 13 1 0,2-13-2 15,0 0 12-15,0 0 2 0,-4 7-9 0,4-7-9 16,0 0-8-16,0 0-9 0,0 0-9 0,0 0-11 15,8-35-3-15,-2 21-4 0,1 1-6 0,5-2-11 16,-1-1-3-16,7-3 0 0,-5 4-3 0,6-3-5 16,-4 3-2-16,10 2-3 0,-8 3-8 0,-1 1 0 15,-5 3-2-15,3 2-7 0,-3 2 2 0,3 3-7 16,-1 0-2-16,-2 3 7 0,3 3-4 0,-5 1-4 16,0 2 3-16,0 3-1 0,-4-2 5 0,1 2-9 15,-2 3-8-15,-1-1-15 0,-1 1-12 0,0-4-26 16,-2 3-27-16,3-2-39 0,-6-1-30 0,3-12-43 15,0 19-44-15,-2-12-48 0,2-7-189 0,0 0-524 16,-5 17 232-16</inkml:trace>
  <inkml:trace contextRef="#ctx0" brushRef="#br0" timeOffset="143285.34">13000 14863 163 0,'-2'-5'256'0,"2"5"-22"0,0 0 11 0,0 0 19 0,0 0-13 16,0 0-2-16,-4 43-17 0,0-18-11 15,1 3-21-15,3 0-7 0,-2-1-20 0,-3 0-10 16,5 1-17-16,0-3-9 0,0-5-18 0,-2 8-6 16,0-3-20-16,0-5-2 0,-1-3-14 0,1-1-22 15,0 3-17-15,2 0-22 0,0-9-43 0,0 3-38 16,-2-4-49-16,-1 1-46 0,3-10-51 0,0 0-40 15,-4 14-233-15,4-14-524 0,0 0 232 0</inkml:trace>
  <inkml:trace contextRef="#ctx0" brushRef="#br0" timeOffset="143457.51">12812 15101 6 0,'0'0'201'15,"0"0"-15"-15,0 0-8 0,25 1-19 0,-14 0-9 16,7 0-17-16,-1 0-26 0,4-3-32 0,2 2-32 16,-2-1-45-16,9-3-32 0,-1 0-28 0,0-1-39 15,-2 1-73-15,-8 1-187 0,2-4 83 0</inkml:trace>
  <inkml:trace contextRef="#ctx0" brushRef="#br0" timeOffset="144828.99">14494 15221 213 0,'-12'-4'229'0,"12"4"-11"0,-8-2-7 16,8 2-14-16,-7-3-16 0,7 3-17 0,0 0-15 15,0 0-19-15,0 0-12 0,0 0-5 0,0 0-7 16,0 0-10-16,20-3-22 0,1 3-7 0,1 2-5 16,10-4-6-16,-1 1-6 0,1 0-5 0,1-1-5 0,-2 0-7 15,-1 1-2-15,-3-2-14 0,-4 1-8 16,-2 0-20-16,-4 0-26 0,-5 2-26 0,-1-2-27 15,-3 2-29-15,-1-3-28 0,-7 3-11 0,9-5-5 16,-9 5-4-16,5-4 13 0,-5 4 11 0,0 0 17 16,0 0 7-16,-7-14 20 0,7 14 12 0,-9-6 18 0,2 3 17 15,3-1 15-15,4 4 19 0,-16-5 9 16,9 3 19-16,-1-2 11 0,8 4 4 0,-15-1 0 16,15 1 8-16,-11 0-4 0,11 0 12 0,-10 1 13 15,10-1 17-15,-8 7 3 0,3-3-1 0,5-4-3 16,-9 10 13-16,6-1 10 0,-5 0 0 0,6 1-5 15,0 2 6-15,1 7 13 0,0 0 2 0,1 4-2 16,2 5-6-16,0-1 1 0,0 3-4 0,3-3-9 16,-4 0-7-16,-2 1-8 0,4-1-3 0,-2-1-11 15,1-6-5-15,-2-1-3 0,0 2-8 0,1 5-1 16,-2-9-2-16,-1 2-5 0,1-2-7 0,-5 2 5 16,2-3 4-16,-5 0-9 0,5-4-3 0,-1-2 7 0,-4 0-11 15,0 0 2-15,0-2 3 0,0-2-5 16,-4 0-5-16,1-3 1 0,-1 2 1 0,2-4-3 0,-2 2-2 15,-1-5-1-15,-1-2-10 0,2 1-15 16,0-1-15-16,1-1-26 0,0-2-28 0,-3-2-39 16,5 4-44-16,1-2-44 0,1-2-31 0,0 2-173 15,3 2-446-15,5 5 197 0</inkml:trace>
  <inkml:trace contextRef="#ctx0" brushRef="#br0" timeOffset="145127.31">14979 15536 257 0,'5'-3'277'0,"-1"-1"-3"16,-4 4-9-16,5-5-9 0,-5 5-19 0,6-6-24 16,-6 6-24-16,0 0-19 0,0 0-4 0,0 0 7 15,0 0-4-15,1 22 0 0,-2-10-11 0,-3 2-14 16,4 5-6-16,-4-1-10 0,2 0-4 0,-1 1-4 15,1 7-21-15,2-7-13 0,-5 1-8 0,3 4-16 16,1-6 12-16,-1 1-12 0,0-4-7 0,2 3-7 16,-2-1 2-16,0-6-16 0,2 5 0 0,0-5-7 15,2 0-8-15,-2 0-19 0,0 1-17 0,1-4-30 16,-1-1-27-16,1 1-39 0,-1-8-41 0,-1 9-29 16,1-9-46-16,0 0-46 0,0 9-46 0,0-9-170 15,0 0-531-15,0 0 235 0</inkml:trace>
  <inkml:trace contextRef="#ctx0" brushRef="#br0" timeOffset="145698.01">14947 15529 16 0,'0'0'203'0,"-1"-9"-10"16,1 9-11-16,0 0-9 0,2-12-9 0,3 9-14 15,-5 3-7-15,13-6-8 0,-8 3-10 0,8 1-5 16,-4-1-7-16,2 2-3 0,1 1-6 0,1-2-2 16,-2 0-7-16,-1 2-3 0,0 0-12 0,1 0-1 15,-11 0-3-15,10-1-5 0,-10 1-13 16,9 1 2-16,-9-1-2 0,0 0 5 0,0 0-2 0,9 0 4 16,-9 0 4-16,0 0-5 0,0 0-1 0,0 0-2 15,0 0-4-15,0 0-2 0,0 0-6 0,0 0-8 16,0 0-5-16,0 0-1 0,0 0-4 0,0 0-3 15,0 0-3-15,-26 4-4 0,26-4-3 0,0 0-1 16,-9 1-5-16,9-1 3 0,0 0-5 0,0 0-1 16,0 0 3-16,0 0-2 0,-10 0-4 0,10 0 4 15,0 0-7-15,0 0 0 0,0 0 1 0,0 0 4 16,0 0-2-16,0 0 10 0,0 0-13 0,0 0 0 16,0 0 0-16,0 0 0 0,0 0-1 15,0 0 4-15,0 0-8 0,0 0 3 0,0 0 4 16,0 0 1-16,0 0-4 0,0 0 1 0,0 0 7 0,40 3-2 15,-26-4 0-15,-3 1-1 0,2 0 6 0,0 1-4 16,-2 0-2-16,3 0-2 0,-2 1 3 0,-1 2-3 16,2 1 1-16,-1 3-1 0,-2-2 0 15,0 4 2-15,-3-1-1 0,-3 8 7 0,1-4-4 16,-3 5 0-16,-7 1 6 0,1-1-7 0,-5-3 1 16,3 1 2-16,-6-2-1 0,2 2 1 0,0-1-1 0,-4-1-2 15,-2-1-2-15,0-4 4 0,-4 2-3 0,5-3 4 16,-1 0-6-16,0-2 1 0,-2 0 1 0,5-3-6 15,-1-2-12-15,3-1-10 0,-2 0-20 0,1-3-12 16,-1 1-37-16,1 0-29 0,3-2-41 16,-1-1-61-16,5 0-53 0,-3-3-228 0,3 0-542 15,0-1 240-15</inkml:trace>
  <inkml:trace contextRef="#ctx0" brushRef="#br0" timeOffset="147204.6">14993 15838 64 0,'0'0'91'0,"0"0"7"0,0 0 0 16,0 0-8-16,0 0-12 0,0 0 1 0,0 0-3 0,0 0-2 15,0 0-7-15,0 0 2 0,0 0 6 0,0 0-1 16,0 0-4-16,0 0 0 0,0 0 1 0,0 0 8 16,0 0-2-16,0 0-2 0,0 0-13 0,0 0-5 15,19 16-1-15,-15-11 1 0,-4-5 3 16,4 12-7-16,-2-4-1 0,-2-1-1 0,1 3 0 15,1 0-4-15,-1 2-5 0,2-3-5 0,-3 1-4 0,0 2 7 16,2-2 0-16,-4 4-1 0,2-1-3 0,-2-1-2 16,1-1-5-16,0 6 6 0,-2-6 3 15,6 0-4-15,-6-1-2 0,1 2-2 0,-2-3-7 16,0-4 0-16,3 3-4 0,1-8-5 0,-5 11 3 16,5-6-4-16,0-5 4 0,-4 8-3 0,4-8-4 15,-4 6 3-15,4-6 3 0,0 0 2 0,0 8 10 16,0-8-8-16,0 0-1 0,0 0 1 0,0 0-3 15,0 0 1-15,0 0 5 0,-5 5-15 0,5-5-9 16,0 0-13-16,0 0-14 0,0 0-23 0,0 0-20 16,0 0-25-16,0 0-32 0,0 0-25 0,6-23-40 15,-6 23-164-15,0 0-385 0,0-19 172 0</inkml:trace>
  <inkml:trace contextRef="#ctx0" brushRef="#br0" timeOffset="148186.76">16263 15611 123 0,'0'0'212'0,"-12"0"-6"16,12 0-16-16,-8 1-13 0,8-1-16 0,0 0-13 16,-9 1-9-16,9-1-7 0,0 0-4 0,0 0 0 15,0 0 1-15,0 0-6 0,0 0-8 0,21 12-16 16,-10-10-10-16,3 2-4 0,-2-3-14 15,0 1-12-15,2-1-20 0,-2-1-30 0,-1 2-37 0,-1 1-42 16,-10-3-50-16,17 3-64 0,-11-1-176 0,-6-2-390 16,0 0 172-16</inkml:trace>
  <inkml:trace contextRef="#ctx0" brushRef="#br0" timeOffset="148353.18">16202 15798 95 0,'0'0'202'0,"-3"11"-11"0,3-11-10 0,3 10-17 16,-1-5-12-16,2 1-14 0,6-2-14 0,-1 3-23 15,3-4-19-15,2 3-30 0,-1-4-39 16,4 0-36-16,3 0-74 0,-1 0-133 0,0-4-248 0,-6 2 110 16</inkml:trace>
  <inkml:trace contextRef="#ctx0" brushRef="#br0" timeOffset="152400.04">17423 15712 131 0,'-10'1'136'0,"5"2"1"0,5-3-6 0,-10 2-2 15,3 1 1-15,7-3 2 0,-11 2-3 0,5 1-2 16,6-3-5-16,-13 3-7 0,8-1 1 0,5-2-13 16,-13 3-5-16,8-2-7 0,5-1-8 0,-8 2-3 15,8-2-9-15,0 0-7 0,-10 3-4 0,10-3-3 16,0 0-3-16,0 0 1 0,0 0 10 0,0 0 27 16,17 12-2-16,-7-7-4 0,3-2-8 0,-1-2-9 15,9 4-3-15,-4-4 1 0,2 3-6 0,1-2-9 16,-1 1 2-16,2-2-9 0,-3 1 0 0,-4 0-5 15,0-2-3-15,-2 2-5 0,0 1-3 0,1-1-2 16,-3-1-2-16,-2 0-3 0,-2 1 5 0,-6-2-11 16,13 2 0-16,-13-2 12 0,6 1 3 15,-6-1 2-15,0 0 1 0,8 2-2 0,-8-2 1 0,0 0-1 16,0 0-5-16,6 1-4 0,-6-1 0 0,0 0-4 16,0 0-3-16,0 0-16 0,0 0-20 0,0 0-27 15,0 0-24-15,0 0-34 0,0 0-43 0,0 0-49 16,-22 5-50-16,22-5-251 0,0 0-540 0,0 0 239 15</inkml:trace>
  <inkml:trace contextRef="#ctx0" brushRef="#br0" timeOffset="152902.13">17873 15727 121 0,'0'0'193'0,"7"2"-12"0,-7-2-1 15,0 0-3-15,0 0-8 0,7 2-7 16,-7-2-8-16,8 1-4 0,-8-1 0 0,15-1-13 16,-6-1-7-16,2 0-4 0,3-2-8 0,-2 1-8 15,-1 0-3-15,1-3-3 0,1 1-9 0,2 0-8 16,-3-2-10-16,0-1-3 0,-1 2 3 0,2-4-6 15,-2 3-2-15,-2-2-8 0,0 0-13 0,1-1 5 0,-2 2-3 16,-1-1-10-16,-1-1 2 0,0-1-6 16,1 2 4-16,-4-2 0 0,0 0-1 0,0 3 0 15,-2-2-6-15,0 2-5 0,-1 8 2 0,-2-15-5 16,-1 8-2-16,0 1-6 0,0-1-4 0,3 7 5 16,-10-9-9-16,4 7 1 0,0-2-4 0,-3 2 1 15,-2 2-7-15,-1 1 6 0,-1 1-2 0,-1 2 0 16,-2 4-3-16,2 1 0 0,-1 1-8 0,-1 3 7 15,2-1 2-15,-2 0 2 0,5 2 2 0,0 1-4 16,-1-1 2-16,4 2-1 0,-1 0-2 0,6 1 3 16,0 0-1-16,-1-1 6 0,2 1-4 0,2-1 5 15,2-1-2-15,-1 0 0 0,3-5-14 0,3 0 26 16,0 2-15-16,2-3 5 0,5 1-2 0,2-3-3 16,-1 3-2-16,4-4-8 0,0-1-13 0,1-1-16 15,-1 0-25-15,-3-4-25 0,3 0-41 0,-3 0-38 16,-3 0-57-16,6-3-51 0,-7 1-208 0,1-3-518 15,4 0 229-15</inkml:trace>
  <inkml:trace contextRef="#ctx0" brushRef="#br0" timeOffset="153272.47">18553 15470 189 0,'3'-15'257'0,"-3"15"-2"0,0 0-5 0,0 0-4 0,0-11-12 15,0 11-9-15,0 0-15 0,0 0-19 16,0 0-18-16,0 0-23 0,0 0-11 0,0 0-17 0,0 0 0 16,0 0 3-16,0 0 0 0,0 0-11 0,0 0-2 15,2 31-9-15,-2-18-5 0,0 4 0 0,-1 0-11 16,1 1 5-16,0 0-8 0,-1-1-11 0,-2 1 6 15,3 1-9-15,-2-1-7 0,1-1-6 0,-2-1-5 16,2 0-2-16,-2-1-9 0,0-1-9 0,2-4 8 16,0 0-3-16,-2 0-1 0,1 0-1 0,-1 0-8 15,2-2-11-15,1-8 5 0,-3 18-21 0,0-12 6 16,0 1-8-16,3-7-23 0,-2 8-16 0,2-8-21 16,0 11-25-16,0-11-28 0,-3 6-23 15,3-6-19-15,0 0-19 0,0 0-21 0,0 0-42 0,-3 7-46 16,3-7-217-16,0 0-545 0,0 0 241 15</inkml:trace>
  <inkml:trace contextRef="#ctx0" brushRef="#br0" timeOffset="153570.93">18439 15428 24 0,'0'0'183'0,"0"0"-3"0,7-8-1 0,-7 8 6 0,25 2 2 15,-5 1-10-15,8 2-6 0,0 6-1 0,0 1-13 16,1 2-8-16,-3 5-5 0,-1-2-8 16,-3 1-10-16,0 1-2 0,-3 2-3 0,-2 1-8 15,-2 0-10-15,-6-6-8 0,4 7-11 0,-6-6-4 16,-1 1-3-16,-6-3-14 0,-4 2 8 0,-1-1-3 16,-5-2-8-16,-1 1 1 0,0-2-5 0,-1-5-6 0,-2 3-8 15,-2-2 1-15,1-1-2 0,2-2-4 16,-3 0-4-16,2-1-2 0,1-2-3 0,0 1-8 15,-1-2-7-15,3-1-17 0,-2 1-17 0,2-2-30 16,0 0-32-16,1 0-40 0,10 0-50 0,-18-2-55 16,11 1-63-16,7 1-161 0,-16-5-488 0,16 5 216 15</inkml:trace>
  <inkml:trace contextRef="#ctx0" brushRef="#br0" timeOffset="154302.07">18907 15743 184 0,'0'0'225'0,"7"-3"-9"0,-7 3-5 0,0 0-12 16,0 0-12-16,0 0-11 0,0 0-4 0,0 0-12 15,9 0-1-15,-9 0-7 0,0 0-3 0,0 0-6 16,0 0-9-16,0 0-3 0,0 0-9 0,0 0-21 16,0 0 5-16,0 0-9 0,0 0-7 0,0 0-8 15,0 0-9-15,0 0-5 0,0 0 16 0,1 11 6 16,-1-11-18-16,0 0-15 0,-3 13 0 0,3-13 0 16,-1 11-5-16,1-11 0 0,0 11-19 0,0-11 13 15,0 12-4-15,0-6-3 0,0-6-4 0,1 17 1 16,-2-9-10-16,1 1 3 0,-1 0-6 0,0-2 6 15,1-7-3-15,-2 16 6 0,4-10-2 0,-2-6-7 16,-3 14 3-16,3-7-6 0,0-7 5 0,-1 11-17 16,1-11 7-16,-2 10 1 0,2-10-3 0,0 8 0 15,0-8 0-15,0 0-2 0,-1 8-1 0,1-8-1 16,0 0 5-16,0 0 0 0,0 0 2 0,0 0 1 16,0 0 7-16,0 0 3 0,0 0-5 0,0 0-2 15,0 0-3-15,0 0 2 0,0 0-10 0,0 0 3 16,0 0 0-16,1-26 1 0,2 16 1 0,-3 3-12 15,4-3 7-15,-2 0-5 0,1 0-4 0,2 1 9 16,0-2-4-16,0 2-3 0,2-1-4 0,-1 3 7 16,3-4 2-16,-1 1 0 0,-1 2 0 0,1 2-8 15,1-2-1-15,0 2-5 0,0-2 10 16,0 2-1-16,0 1 1 0,0-1-6 0,0 0 6 0,-2 2-1 16,2 1-2-16,-4 0 1 0,2 0-22 0,-7 3 22 15,11-4-6-15,-4 3 5 0,-7 1-7 0,14-1 6 16,-3 2-7-16,-4 0 7 0,-1 2-1 0,2-1-1 15,0 2 2-15,1 0-7 0,-1 2 8 0,1 1-2 16,-4 1 1-16,2-1-4 0,-1 0 2 16,-2 2 12-16,1 0-9 0,-1 1-1 0,-2-1 2 0,0 1-2 15,-1 1 0-15,0-1 2 0,0-1-2 0,-1 2-11 16,2-2 17-16,-4 1 2 0,5 0-1 0,-4-3-5 16,2 2 9-16,-1-9-4 0,0 12-3 0,0-5 0 15,0-7 1-15,0 10 3 0,0-4-8 0,0-6-12 16,1 9-20-16,-1-9-24 0,0 0-35 15,0 8-33-15,0-8-37 0,0 0-45 0,0 0-59 0,0 0-62 16,0 0-254-16,0 0-630 0,0 0 279 0</inkml:trace>
  <inkml:trace contextRef="#ctx0" brushRef="#br0" timeOffset="156293.44">18933 15621 34 0,'0'0'78'0,"-13"-5"-5"0,13 5-1 15,-5-3-10-15,5 3-8 0,0 0-3 0,0 0 3 16,-10-8-3-16,10 8-11 0,0 0 7 0,-12-6-11 16,12 6 2-16,0 0-5 0,-7-3-9 0,7 3 2 15,0 0 2-15,0 0-8 0,0 0-7 0,-15-2 8 16,15 2-7-16,0 0 1 0,0 0-1 0,-10 0 11 16,10 0 7-16,0 0 6 0,0 0 1 0,-6-2-10 15,6 2 12-15,0 0 3 0,0 0 1 0,0 0 5 16,0 0 1-16,-8-2 4 0,8 2-5 0,0 0 5 15,0 0 2-15,-8-2-2 0,8 2 0 0,0 0-9 16,0 0 5-16,0 0 0 0,0 0-2 0,0 0-10 16,0 0-1-16,0 0-4 0,0 0-7 0,0 0-2 15,0 0-3-15,0 0-3 0,0 0 0 0,0 0-5 16,0 0 2-16,0 0-1 0,0 0 18 0,0 0 3 16,0 0 5-16,2 13-2 0,-2-13-2 0,1 12-1 15,-1-12-5-15,3 13 0 0,-3-4 0 0,0-1-1 16,1 0 2-16,0 3 2 0,-2 0 0 15,0 0-4-15,2 2 2 0,-2-2 1 0,2 3-3 0,-1 1 2 16,-1-4-4-16,1 2 6 0,0-1-6 0,0-1-6 16,0 0 1-16,0-2-1 0,0 2-5 0,0-4 2 15,-2 0 1-15,2-7-4 0,0 12 7 0,-1-6-11 16,1-6 0-16,0 9-4 0,0-9 3 0,0 0-4 16,-1 10 2-16,1-10-4 0,0 0 5 0,0 0 5 15,0 0-4-15,0 10 0 0,0-10-1 0,0 0 5 16,0 0 0-16,0 0-1 0,0 0 2 0,0 0 0 15,0 0-4-15,-2 7-1 0,2-7 6 0,0 0-12 16,0 0 5-16,0 0-4 0,0 0 2 0,0 0-2 16,0 0 1-16,0 0-2 0,0 0 11 0,0 0-11 15,0 0 1-15,0 0-1 0,0 0 4 0,0 0-1 16,0 0-1-16,0 0 0 0,0 0-1 0,0 0-2 16,0 0 2-16,0 0-18 0,0 0-13 0,0 0-18 15,0 0-18-15,0 0-11 0,-15-17-21 0,15 17-19 16,-2-8-18-16,2 8-18 0,-3-10-22 0,3 10-10 15,-2-10-30-15,2 10-132 0,0 0-369 0,1-17 165 16</inkml:trace>
  <inkml:trace contextRef="#ctx0" brushRef="#br0" timeOffset="157333.73">18850 15541 80 0,'0'0'152'16,"6"-3"-8"-16,-6 3-16 0,10-3 1 0,-5 1-14 0,1-4-14 15,-6 6-7-15,9-5-3 0,-9 5-10 16,7-2 0-16,-7 2-12 0,0 0-9 0,10-2-4 0,-10 2-14 16,0 0 8-16,6-2-9 0,-6 2-5 15,0 0-4-15,0 0 5 0,0 0-13 0,0 0-1 16,0 0 3-16,0 0-2 0,0 0 0 0,0 0-3 16,0 0-6-16,0 0 8 0,0 0-1 0,0 0 4 15,0 0 0-15,9-1 1 0,-9 1 2 0,0 0 0 16,0 0-2-16,0 0 1 0,0 0 2 0,0 0-2 0,0 0-1 15,0 0 6-15,0 0 0 0,0 0-3 0,0 0 5 16,0 0-1-16,0 0 6 0,0 0-5 0,0 0-2 16,0 0-3-16,0 0-5 0,0 0-4 15,0 0-3-15,0 0 3 0,0 0 7 0,-2 11 11 16,2-11-2-16,-2 17 2 0,-1-6-8 0,2 2 0 16,0 3 0-16,-5 2-4 0,5 1 5 0,0 6 8 0,0-6-4 15,-1 0-6-15,1 1 4 0,-4-2-7 0,5 1-1 16,-3-2 24-16,3 1 5 0,-1-3-8 15,1 2 0-15,0-3-7 0,-1-4-8 0,1 0 2 16,0 3-5-16,0-4 1 0,1 3-6 0,-1-4 1 16,0-1-5-16,0-7-1 0,3 12-3 0,-5-6 2 0,2-6-4 15,2 10-4-15,-2-10 0 0,1 7 2 16,-1-7 1-16,0 0-7 0,1 9 2 0,-1-9-3 16,0 0-7-16,0 0 12 0,0 0-3 0,0 7 3 15,0-7 0-15,0 0-2 0,0 0 0 0,0 0-1 16,0 0 1-16,5 6 0 0,-5-6 0 0,0 0 0 15,0 0-1-15,0 0-10 0,0 0 6 0,0 0 2 0,0 0-1 16,0 0-1-16,0 0-2 0,0 0-1 16,0 0 0-16,0 0 0 0,0 0 2 0,0 0-2 15,0 0-4-15,0 0 3 0,0 0-1 0,0 0 4 16,0 0-9-16,0 0 0 0,0 0-3 0,0 0-2 16,0 0 1-16,3 7-4 0,-3-7 0 0,0 0 3 15,0 0-3-15,0 0 6 0,0 0-4 0,0 0 9 16,0 0-2-16,0 0-1 0,0 0 2 0,0 0 3 15,0 0-1-15,0 0 4 0,0 0-4 0,0 0 1 16,0 0-3-16,0 0 4 0,9-16-1 0,-9 16 1 16,2-6-3-16,-2 6 6 0,0-10 0 0,0 10-4 15,2-11 1-15,-2 5 2 0,0 6 0 0,4-11-1 16,-4 11 0-16,1-11-2 0,1 4 1 0,-2 7 0 16,2-9 1-16,-2 9-3 0,3-7 5 0,-3 7-3 15,2-7 3-15,-2 7 1 0,0 0-1 0,2-9-1 16,-2 9 2-16,0 0 0 0,3-6 1 0,-3 6-1 15,0 0 1-15,0 0 0 0,4-8-3 0,-4 8 3 16,0 0-7-16,4-8 3 0,-4 8-1 0,6-4 4 16,-1 2-3-16,-5 2 1 0,10-7-4 0,-3 3-6 15,0 2 12-15,2 1-2 0,3-4 5 0,-3 0-5 16,1 2-2-16,0 0 4 0,0 1-5 0,1-1 3 16,-3 1-2-16,-1-1 3 0,-7 3-4 0,14-5 0 15,-6 4 5-15,-2 0-4 0,-6 1-7 0,14-2 10 16,-6 2-3-16,-8 0-7 0,13 4 0 0,-6-2-1 15,0 2-7-15,-1 2-1 0,-1-1-7 0,1 4-6 16,-2-2-13-16,0 4-15 0,0-1-20 0,0 1-27 16,-3-2-31-16,2 2-45 0,-2 0-48 0,-1-1-197 15,0-10-462-15,0 19 204 0</inkml:trace>
  <inkml:trace contextRef="#ctx0" brushRef="#br0" timeOffset="159364.4">19895 15673 113 0,'-11'0'153'15,"-3"0"-4"-15,-3 0-13 0,-2 2 3 0,0 0-10 16,-1 4 0-16,1 0-6 0,3 2-3 0,-3 0-13 15,-1 0-8-15,5 4-13 0,0-3-1 0,1 4-7 16,2-2-9-16,2-3-10 0,2 3 0 0,0-2-4 16,1 2-6-16,3-1-10 0,0 1 1 0,6 0-1 15,-1-2-4-15,-1-2 0 0,2 1-2 0,6-3-6 16,0-1-1-16,1 3-2 0,3-4-4 0,1 0-3 16,1-2 3-16,4-1-2 0,-5-1-3 0,5-1 1 15,1-1-4-15,-2-2-2 0,0-1 2 0,-1 0-4 16,0-3 2-16,-4 3-2 0,-1-2 2 0,4-3 3 15,-5-4-4-15,0 3-1 0,-2-3-3 0,-1 2 4 16,-2-4 2-16,2-1 2 0,-3 1 5 0,-2-2-9 16,-1 1 1-16,2 0-2 0,-2-3 8 15,-1-3 5-15,-1 5 5 0,0 1-5 0,-2 0 12 16,1 1 10-16,0 4 3 0,0 3 5 0,-2-2 9 0,4 3-4 16,0 9-3-16,-3-11-3 0,2 5-7 0,1 6-3 15,0-9-10-15,0 9-6 0,0 0 6 0,0 0-12 16,0 0 0-16,0 0-3 0,0 0 0 0,1 38 1 15,-1-19 0-15,-1 7-5 0,0 1 7 0,0 1-9 16,-2-2 38-16,2 2-13 0,-1-2 1 0,4-2-2 16,-5-4-8-16,2 0-1 0,0 0-4 0,-1-2-5 15,2 0-27-15,-1-1-30 0,1-1-22 0,0-3-29 16,-3-2-31-16,3 0-41 0,2-3-63 0,-2-8-50 16,-3 10-144-16,3-10-457 0,0 0 202 0</inkml:trace>
  <inkml:trace contextRef="#ctx0" brushRef="#br0" timeOffset="159620.31">20167 15455 230 0,'2'-10'215'0,"-2"10"-23"15,0 0 6-15,0 0 3 0,0 0 6 0,0 0-11 16,0 0-4-16,-7 44-13 0,1-26-7 0,0 9-12 15,0-1-14-15,4 2-10 0,-3-1-9 0,2-1-10 0,2-1-6 16,1-6-14-16,-1 0-9 0,1-1-8 0,0 1-7 16,-2-2-3-16,2 1-14 0,-2-4-4 15,3-2-15-15,-2 1-22 0,2-2-7 0,0 1-30 16,-1-3-31-16,0-2-29 0,-2 2-38 0,2-9-40 16,-4 10-38-16,0-6-42 0,4-4-174 0,0 0-448 15,-14 2 199-15</inkml:trace>
  <inkml:trace contextRef="#ctx0" brushRef="#br0" timeOffset="159844.47">20193 15415 132 0,'19'0'185'0,"0"3"6"0,0 1 11 0,-3 2-19 0,0 3-11 15,-3 3-15-15,-1 3-10 0,-1 1-10 0,-4 2-3 16,2 5-12-16,-7-4-6 0,-4 7-15 0,-1-9-6 15,0 2-10-15,-4-1-7 0,-1-2-4 16,-2 2-9-16,0 0-5 0,-2-5-7 0,-2 3-9 16,-1-5-12-16,-2 0-18 0,3-2-26 0,-3 0-27 15,3 0-37-15,2-5-44 0,0 0-48 0,-2 1-193 16,1-2-391-16,2-3 173 0</inkml:trace>
  <inkml:trace contextRef="#ctx0" brushRef="#br0" timeOffset="160117.2">19690 15981 72 0,'0'0'237'15,"0"0"0"-15,0 0-9 0,20 13-14 0,8-10-11 16,3 0-9-16,7-1-17 0,14-1-9 0,5-4-4 15,-5 6-11-15,4-7-4 0,-3 3-5 0,-14 0-8 16,-3-2-12-16,1 4-10 0,-1-2-24 0,-3 2 9 16,-5-3-15-16,-6 3-13 0,-3-2-17 0,-5 2-23 15,-4-2-35-15,-2 1-44 0,0 1-35 0,-8-1-24 16,9 8-33-16,-9-8-53 0,1 4-42 16,-1-4-155-16,0 0-421 0,-20 16 188 0</inkml:trace>
  <inkml:trace contextRef="#ctx0" brushRef="#br0" timeOffset="160632.31">19937 16333 247 0,'-12'1'266'0,"12"-1"-2"0,-12-1-13 16,3-2-19-16,-1 1-14 0,-2 1-12 0,-2 0-19 15,-2 0 0-15,-3-2-14 0,1 4-12 0,1-1-12 0,-1 2-12 16,3-1-13-16,1 2-4 0,1-1-10 0,-1 4-12 16,4 0-13-16,-1 1-9 0,0 1-7 15,3 0-10-15,-1-1-5 0,2 3-1 0,0-1-6 0,2 1-9 16,3 3 3-16,3-4-5 0,0 2-3 16,2-2-7-16,3 0-2 0,2 0-6 0,2-2 3 15,3-2-5-15,0-2 2 0,7 3-6 0,-1-5-1 16,2 1 4-16,-2-4-3 0,1 1-6 0,-1-5-2 0,-1 5 2 15,-1-6 1-15,-3-1 3 0,0-1-10 0,-2 1 4 16,0-3 1-16,0-1-8 0,-2-4 6 16,0 1 5-16,-3 0-2 0,-1-4-3 0,-1 1 2 15,-3 0 1-15,0-9-2 0,-1 2-2 0,-1-2-2 16,-1 10-1-16,-1-12 2 0,0 3 0 0,-2 7 2 16,1-1 4-16,0 5 1 0,2 3 9 0,1 2 13 0,-2 3-6 15,2 7 0-15,-1-14-17 0,1 14 6 16,-1-6 2-16,1 6 2 0,0 0-6 0,0 0 7 15,5 26 8-15,-2-11 7 0,-2 3-1 0,3 9-5 16,-4-2-1-16,2 1 0 0,1 1-4 0,-2 2-4 16,-2-2-2-16,2-1-1 0,0 1-2 0,-2-8 7 15,2 6-12-15,-2-5 0 0,0-1-3 0,1-1-12 16,0-3-33-16,0 1 8 0,0-3-34 0,1-3-41 16,2 1-27-16,-3-1-35 0,0-10-29 0,2 15-40 15,-1-10-48-15,-1-5-245 0,0 0-574 0,0 0 253 16</inkml:trace>
  <inkml:trace contextRef="#ctx0" brushRef="#br0" timeOffset="161102.44">20163 16270 92 0,'7'0'234'16,"-7"0"5"-16,20 0 3 0,-20 0-10 0,22 3-11 15,-8 0-17-15,-4 4-13 0,1-3-14 0,-1 3-16 16,-2 3-11-16,1-1-10 0,-2 1-12 0,-3 1-9 16,1 0-15-16,-2 0-7 0,-1-1-7 15,-2 1 0-15,0-11-11 0,-2 20-5 0,-4-12-11 16,4 0 0-16,-4-2-7 0,6-6 3 0,-8 12-5 16,3-7-5-16,5-5 0 0,-9 8-4 0,9-8 3 0,-10 4-1 15,10-4-2-15,0 0-2 0,0 0-8 0,-12 0 1 16,12 0-5-16,0 0-8 0,0 0-3 0,0 0-4 15,13-31-2-15,0 17 0 0,1 3 11 0,4-1-12 16,5-6-3-16,-2 1-5 0,4-2 3 16,-2 1-1-16,0-1 2 0,1 0-2 0,-2 3-4 15,-6 5-1-15,-2-2 2 0,0 2 4 0,-3 3 0 16,-2 0 8-16,-2 0 5 0,0 3 4 0,-7 5 3 16,10-7-2-16,-10 7 1 0,6-6-3 0,-6 6 2 15,0 0-2-15,0 0-9 0,0 0 4 0,0 0 4 16,0 0 2-16,-24 28-5 0,12-11-3 0,-2-2 6 15,0 7-1-15,-1 0 0 0,4-5-6 0,-1 5 5 16,4-4-2-16,2-3-4 0,5 1 5 0,-1 1-17 16,5-1-13-16,1-5-29 0,0 2-26 0,3-3-37 15,1-1-37-15,5-1-50 0,2-2-53 0,5-4-65 16,1-2-258-16,1 0-612 0,5-2 272 0</inkml:trace>
  <inkml:trace contextRef="#ctx0" brushRef="#br0" timeOffset="161237.47">20965 16298 1936 0,'11'-6'230'16,"-2"0"-102"-16,0 3-77 0,-9 3-16 0,9-6-20 16,-9 6-1-16,11-4 6 0,-11 4 2 0,0 0-3 15,8-3 1-15,-8 3-3 0,0 0-14 0,0 0-30 16,0 0-38-16,0 0-46 0,0 0-70 0,0 0-174 16,-32 16-384-16,17-15 171 0</inkml:trace>
  <inkml:trace contextRef="#ctx0" brushRef="#br0" timeOffset="170199.64">18622 16138 59 0,'-7'-4'79'0,"7"4"-3"0,0 0 15 16,0 0-20-16,0 0-9 0,-11-1 19 0,11 1-15 16,0 0-12-16,0 0-4 0,0 0-2 0,0 0-7 0,0 0 3 15,0 0-4-15,0 0-10 0,0 0 1 0,0 0 3 16,0 0-12-16,-7-2 4 0,7 2-9 16,0 0 17-16,0 0-12 0,0 0 7 0,0 0-4 15,0 0 11-15,0 0-24 0,0 0 16 0,0 0-11 16,0 0 2-16,0 0-19 0,0 0 17 0,0 0 3 0,0 0-4 15,0 0-18-15,0 0 19 0,0 0-11 16,0 0-2-16,0 0 6 0,0 0-1 0,0 0 2 16,0 0-6-16,0 0 5 0,0 0 2 0,0 0 1 15,0 0 11-15,0 0 2 0,0 0 10 0,19 8-6 16,-8-6-1-16,1 2-3 0,-1-1-1 0,2 2-1 0,5-1 5 16,-1-3-11-16,3 2 8 0,-1-2 2 0,8 4-8 15,-4-3 3-15,-2-1 0 0,-1-1 0 16,7 3-2-16,-5-1 1 0,6 0-1 0,-10 0-1 15,1-2-4-15,-6 2 1 0,4 0-3 0,-6-2-2 16,0 3 2-16,-3-3-5 0,-2 0 1 0,-6 0 1 0,13 0-1 16,-7 2 10-16,-6-2-1 0,0 0 15 15,11 0-1-15,-11 0 0 0,0 0-3 0,0 0-1 16,0 0-1-16,0 0-6 0,0 0 3 0,0 0 2 16,0 0-6-16,0 0-5 0,-25-8-1 0,25 8 3 15,-12-3-5-15,12 3 1 0,-8 0-6 0,8 0 3 16,-10-1-3-16,10 1-2 0,0 0-2 0,0 0 5 0,-11 0-5 15,11 0-3-15,0 0-7 0,0 0-8 0,0 0-13 16,0 0-20-16,-9 1-38 0,9-1-26 16,0 0-37-16,0 0-188 0,0 0-362 0,-15 3 161 15</inkml:trace>
  <inkml:trace contextRef="#ctx0" brushRef="#br0" timeOffset="-156797.02">18218 9103 11 0,'0'0'31'0,"0"0"4"0,0 0-7 0,0 0 2 0,0 0-5 15,0 0-1-15,0 0-3 0,0 0-5 0,0 0-2 16,0 0 1-16,0 0 2 0,0 0-7 0,0 0 3 16,0 0-3-16,0 0 4 0,0 0-2 0,0 0 2 15,0 0 0-15,0 0-2 0,0 0 5 0,0 0-1 16,0 0 1-16,0 0 3 0,0 0-7 0,0 0-3 15,0 0 9-15,0 0-6 0,0 0-3 0,0 0-5 16,0 0 6-16,0 0-2 0,0 0-4 0,0 0 1 16,0 0 0-16,0 0 0 0,0 0-4 0,0 0 7 15,0 0-5-15,0 0 0 0,0 0-1 0,0 0-4 16,0 0 4-16,0 0-3 0,0 0 1 0,0 0 2 16,0 0 2-16,0 0-5 0,0 0-2 0,0 0 4 15,0 0 1-15,0 0 2 0,0 0-5 0,0 0-4 16,0 0 6-16,0 0 1 0,0 0 0 0,0 0-2 15,0 0 2-15,0 0-6 0,0 0 6 0,0 0-2 16,0 0 1-16,0 0-2 0,0 0-5 0,0 0 8 16,0 0-2-16,0 0-2 0,0 0-1 0,0 0 0 15,0 0 3-15,0 0-3 0,0 0 3 0,-5-22-3 16,5 22-1-16,0 0-1 0,0 0 4 0,0 0-6 16,0 0-4-16,0 0 3 0,0 0-2 0,0 0-2 15,0 0 0-15,0 0-6 0,0 0 4 0,0 0 3 0,0 0-2 16,0 0 0-16,0 0 0 0,0 0 3 15,0 0 4-15,0 0-4 0,0 0 3 0,0 0-2 0,0 0 1 16,0 0 9-16,0 0-8 0,0 0 0 0,0 0-2 16,0 0 3-16,0 0 1 0,0 0 3 0,-12 15-3 15,12-15 0-15,0 0 1 0,0 0 2 16,0 0-1-16,0 0 0 0,0 0 2 0,-6 5-2 0,6-5 4 16,0 0-2-16,0 0-4 0,0 0 3 0,0 0 0 15,0 0 2-15,0 0-2 0,0 0 3 0,0 0-2 16,-3 5-1-16,3-5 3 0,0 0-5 0,0 0 3 15,0 0 1-15,0 0-4 0,0 0 0 0,0 0 1 16,0 0-2-16,0 0 5 0,0 0 0 0,0 0-1 16,0 0 0-16,0 0 4 0,0 0-8 0,0 0 5 15,0 0-1-15,0 0 3 0,0 0-5 0,0 0-1 16,0 0 1-16,0 0 0 0,0 0-3 0,0 0-4 16,0 0-1-16,-11 3 4 0,11-3 1 0,-5 3-2 15,5-3 2-15,0 0-3 0,-9 5 4 0,9-5-7 16,-6 3 3-16,6-3-4 0,0 0 3 0,-8 4-1 15,8-4-1-15,0 0 4 0,-5 2-3 0,5-2 1 16,0 0 5-16,0 0-3 0,0 0 0 0,0 0-4 16,0 0-2-16,0 0-14 0,-8 3-29 0,8-3 13 15</inkml:trace>
  <inkml:trace contextRef="#ctx0" brushRef="#br0" timeOffset="-154051.84">11275 10318 9 0,'0'0'16'0,"0"0"-10"0,0 0-4 0,0 0-8 16,0 0-6-16,0 0 3 0</inkml:trace>
  <inkml:trace contextRef="#ctx0" brushRef="#br0" timeOffset="-151698.46">15915 11230 16 0,'0'0'34'0,"0"0"-2"0,0 0-6 15,0 0-5-15,0 0 2 0,0 0-1 0,0 0-3 16,0 0-5-16,0 0 8 0,0 0-4 0,0 0 6 15,0 0-3-15,0 0 1 0,0 0-1 0,0 0-4 16,0 0 2-16,0 0-5 0,0 0-8 0,0 0 7 16,0 0-3-16,0 0-2 0,0 0 4 0,0 0-1 15,0 0-11-15,0 0 8 0,0 0 3 0,0 0-3 16,0 0-7-16,0 0 5 0,0 0 5 0,0 0-3 16,0 0-1-16,0 0 2 0,0 0-5 0,0 0 7 15,0 0 0-15,0 0-5 0,0 0 4 0,0 0 2 16,0 0 1-16,0 0 0 0,0 0-2 0,0 0 2 15,0 0 3-15,0 0-6 0,0 0-1 0,0 0-3 16,0 0 2-16,0 0 0 0,0 0-1 0,0 0 1 0,0 0-7 16,0 0-1-16,0 0 0 0,0 0-2 15,0 0 8-15,0 0-2 0,0 0-11 0,0 0 4 16,0 0 4-16,0 0 1 0,0 0-1 0,0 0 1 16,0 0-8-16,0 0 6 0,0 0 1 0,0 0 1 15,0 0-1-15,0 0 2 0,0 0 3 0,0 0-8 0,0 0 5 16,0 0-3-16,16 5 0 0,-16-5-3 15,0 0 1-15,0 0-2 0,0 0 7 0,10 1-7 16,-10-1 10-16,0 0-3 0,8 1-4 0,-8-1 1 0,5 4-2 16,-5-4 1-16,0 0 4 0,0 0-12 0,9 2 12 15,-9-2 0-15,0 0-7 0,0 0 5 0,6 3 2 16,-6-3-3-16,0 0 2 0,0 0-7 16,0 0 6-16,0 0-1 0,0 0 1 0,0 0-9 0,5 3 1 15,-5-3 0-15,0 0-1 0,0 0-5 0,0 0-5 16,0 0-8-16,0 0-3 0,0 0-8 0,0 0-1 15,0 0-10-15,0 0-29 0,0 0-82 0,0 0 36 16</inkml:trace>
  <inkml:trace contextRef="#ctx0" brushRef="#br0" timeOffset="-140932.8">14599 12935 5 0,'0'0'31'16,"10"6"-18"-16,-10-6-15 0,2 9-7 0,-2-9-8 16,1 8 5-16</inkml:trace>
  <inkml:trace contextRef="#ctx0" brushRef="#br0" timeOffset="-140268.46">15794 13025 21 0,'0'0'54'0,"0"-10"-6"0,0 10-6 16,0 0 0-16,0 0-8 0,0 0-5 0,0 0 3 15,0 0-5-15,0 0 4 0,0 0-4 0,0 0 2 16,0 0-4-16,0 0 11 0,0 0-12 0,0 0-1 15,1-7-3-15,-1 7-1 0,0 0 3 0,0 0 2 16,0 0-6-16,0 0 2 0,0 0-2 0,0 0 3 16,4-5-2-16,-4 5-1 0,0 0-1 0,0 0 0 15,0 0-2-15,0 0 1 0,0 0 2 0,1-9-6 16,-1 9-3-16,0 0-1 0,0 0 0 0,0 0-2 16,0 0 3-16,0 0-4 0,0 0 0 0,0 0-4 15,0 0-3-15,0 0 2 0,0 0 0 0,0 0-1 0,0 0 4 16,0 0-2-16,0 0 5 0,0 0-3 15,0 0-7-15,0 0 2 0,0 0 4 0,0 0-2 16,0 0-3-16,0 0 4 0,0 0-2 0,0 0-9 16,0 0-6-16,0 0 3 0,12 17-4 0,-12-17-5 0,5 7-6 15,-2-2-13-15,-3-5-8 0,3 11-17 0,0-4-36 16,-2-2-110-16,3 2 49 0</inkml:trace>
  <inkml:trace contextRef="#ctx0" brushRef="#br0" timeOffset="-139925.52">17457 13109 2 0,'0'0'65'0,"0"0"-15"0,0 0-18 0,0 0-6 16,0 0-13-16,0 0-7 0,0 0-9 0,0 0-30 16,0 0-34-16,0 0 16 0</inkml:trace>
  <inkml:trace contextRef="#ctx0" brushRef="#br0" timeOffset="-139435.41">19033 12875 80 0,'12'0'66'0,"-12"0"-24"0,14 3-13 0,-9-2-11 0,2 1-21 16,-7-2-36-16,10 6-42 0,-6-4 19 16</inkml:trace>
  <inkml:trace contextRef="#ctx0" brushRef="#br0" timeOffset="-139233.91">19196 12762 37 0,'0'0'58'0,"0"0"-22"0,13 17-15 0,-13-10-21 15,-3 3-26-15,1-1-27 0,-3 1 12 0</inkml:trace>
  <inkml:trace contextRef="#ctx0" brushRef="#br0" timeOffset="-139023.68">18897 13376 25 0,'0'0'73'0,"0"0"3"0,13 3-9 16,-8-1-2-16,-5-2-18 0,13 0-15 0,-13 0-23 15,11 0-12-15,-4 1-15 0,-7-1-45 0,14-1-67 16,-14 1 31-16</inkml:trace>
  <inkml:trace contextRef="#ctx0" brushRef="#br0" timeOffset="-137060.83">19365 13394 5 0,'0'0'77'0,"2"-7"-15"0,-2 7-7 0,0 0-6 16,0 0 0-16,0 0-9 0,0 0-6 0,0 0-9 16,0 0 6-16,0 0 0 0,0 0-1 0,0 0-4 15,0 0-5-15,0 0 1 0,0 0-8 0,0 0-4 16,0 0 14-16,0 0-20 0,0 0 11 0,0 0-11 16,0 0 5-16,0 0 1 0,0 0-5 0,0 0 0 15,0 0-1-15,0 0 3 0,0 0-3 0,0 0-3 16,0 0 8-16,0 0-7 0,0 0 2 0,0 0-3 15,0 0 2-15,0 0-5 0,0 0 2 0,0 0 1 16,0 0 0-16,0 0 4 0,0 0-4 0,0 0-2 16,0 0 2-16,0 0-4 0,0 0 9 0,0 0-3 15,0 0-9-15,4-5 6 0,-4 5-1 0,0 0 5 16,0 0 1-16,0 0-7 0,0 0-13 0,0 0 19 16,0 0-3-16,0 0 0 0,0 0 3 0,0 0-10 15,0 0 10-15,0 0-8 0,0 0 12 0,0 0-10 16,0 0 6-16,0 0-1 0,0 0-2 0,0 0 1 15,0 0-1-15,0 0 4 0,0 0-8 0,0 0-1 16,0 0-9-16,0 0 10 0,0 0 6 0,0 0-3 16,0 0 4-16,0 0-1 0,0 0 0 0,0 0-2 15,0 0-4-15,0 0 6 0,0 0-2 0,0 0-5 16,0 0 8-16,0 0 7 0,0 0 8 0,0 0-10 16,0 0 10-16,0 0-3 0,0 0-8 0,0 0 2 15,0 0-2-15,0 0-2 0,0 0 0 0,0 0 0 16,0 0-2-16,0 0 2 0,0 0-1 0,0 0 0 0,0 0-3 15,0 0 6-15,0 0-7 0,0 0 1 16,0 0-3-16,0 0 0 0,0 0-7 0,0 0 14 16,0 0-2-16,0 0-1 0,0 0 2 0,0 0-4 15,0 0-1-15,0 0 3 0,0 0 0 0,0 0 12 0,0 0-5 16,0 0 4-16,0 0 1 0,0 0 0 0,0 0 0 16,0 0-3-16,0 0-2 0,0 0-5 0,0 0-1 15,0 0 0-15,0 0 9 0,0 0-8 0,0 0 4 16,0 0-18-16,0 0 18 0,0 0-4 15,0 0 5-15,0 0-10 0,0 0-1 0,0 0 5 0,0 0 4 16,0 0-6-16,0 0 0 0,0 0 4 0,0 0 5 16,0 0-14-16,0 0 9 0,0 0 0 15,0 0 3-15,0 0-6 0,0 0 5 0,0 0 3 16,0 0-2-16,0 0-5 0,0 0 9 0,0 0-7 0,0 0 4 16,0 0-10-16,0 0 2 0,0 0 2 0,0 0 6 15,0 0-9-15,0 0-1 0,0 0 0 0,0 0 6 16,0 0-3-16,0 0-1 0,0 0 4 0,0 0-3 15,0 0 4-15,0 0 3 0,0 0-3 0,0 0 2 16,0 0-14-16,0 0 7 0,0 0-5 0,0 0 11 16,0 0-11-16,0 0 2 0,0 0 4 0,0 0-4 15,0 0 9-15,0 0-5 0,0 0-4 0,0 0 0 16,0 0 6-16,0 0-1 0,0 0-1 0,0 0 3 16,0 0-4-16,0 0-2 0,0 0 0 0,0 0 0 15,0 0 1-15,0 0-4 0,0 0 6 0,0 0-11 16,0 0-5-16,4-6-4 0,-4 6-6 0,0 0 4 15,0 0-12-15,0 0-7 0,0 0-20 0,0 0-4 16,0 0-11-16,0 0-78 0,0 0-165 0,-8-16 73 16</inkml:trace>
  <inkml:trace contextRef="#ctx0" brushRef="#br0" timeOffset="-128385.11">21659 15945 14 0,'0'0'28'16,"0"0"0"-16,0 0-1 0,0 0 5 0,5-6 3 15,-5 6-6-15,0 0 3 0,4-5-1 0,-4 5 3 16,5-7-5-16,-5 7-2 0,11-5 6 0,1 1-1 15,6-1-1-15,10-2-5 0,0 1 10 0,8 1-9 16,1-2 3-16,15-2-10 0,11-1 5 0,-7 1-1 16,7 0-4-16,-6 2-3 0,2 4 9 0,-3-4-23 15,3 4-3-15,-4 1-12 0,0-1-8 0,-15 2-8 16,11-2-14-16,-13 3-13 0,13-1-36 0,-14-1-96 16,-1 0 43-16</inkml:trace>
  <inkml:trace contextRef="#ctx0" brushRef="#br0" timeOffset="-127735.96">23662 15615 2 0,'3'12'103'0,"-1"-3"-1"16,-2-9-14-16,0 20-8 0,0-8-10 0,0 4-13 15,-2-1 0-15,-1 3 0 0,0-1-7 16,-1 2 3-16,-1-1-8 0,2-3 1 0,-1 1-12 16,1-3-7-16,-1-1-4 0,0-1 8 0,0-2-10 15,0 0-7-15,4-9 1 0,-3 15 9 0,1-10-9 0,2-5 10 16,-2 10 2-16,2-10 10 0,-2 7 16 0,2-7 6 15,0 0 12-15,0 0-1 0,0 0-13 0,0 0-9 16,0 0 0-16,0 0-6 0,0 0-5 16,-11-21-6-16,11 8-3 0,1-5 0 0,-1-1-6 15,4-6 4-15,4-2-5 0,-3-2-7 0,3 1-3 16,2 1 2-16,0-2 1 0,3 3-4 0,1 0-1 16,0 0-2-16,1 2 6 0,-2 2-10 0,0 6 3 15,-4 2-1-15,1 2-3 0,-2 4-2 0,-1 4 5 16,0-5-12-16,-7 9 8 0,13-4-1 0,-13 4-3 0,17 4 6 15,-8 3-4-15,0 1 1 0,4-2-1 16,-1 8-1-16,-1 2 3 0,-1 0-3 0,3 6 1 16,1-1-2-16,-4 2-1 0,-2-5 0 0,2 5-3 0,-3-8 11 15,-4 3-1-15,3-1-6 0,-3 1 3 0,0-1-6 16,1 1-13-16,-3-5-14 0,1 3-21 0,0-4-12 16,-2-1-19-16,0-1-18 0,-3 2-24 15,-3-2-97-15,0-1-240 0,-3-2 106 0</inkml:trace>
  <inkml:trace contextRef="#ctx0" brushRef="#br0" timeOffset="-127584.7">23604 15786 12 0,'20'-5'92'0,"7"-1"-12"0,3-2-18 0,2 2-16 16,1-1-18-16,1 1-25 0,1-1-26 0,-2-2-27 15,-3 4-55-15,-2-4 25 0</inkml:trace>
  <inkml:trace contextRef="#ctx0" brushRef="#br0" timeOffset="-127222.56">23843 15302 32 0,'-38'7'58'15,"-15"10"1"-15,2 2 0 0,1 6-2 0,2 4 8 16,3 6-5-16,-1 3 0 0,12 5-3 0,0 3-11 16,5 2 6-16,2 0-5 0,12 1-1 0,3 1-10 15,6-4 2-15,6-10-3 0,7 9 4 0,5-1-6 16,2-1-9-16,3-10 11 0,8 7-4 16,-4-14-7-16,16 7 2 0,-9-11-7 0,2-3 4 15,5 0-3-15,11-4 4 0,-9-4-9 0,14-9 0 0,-12 1 5 16,14-10-13-16,-2-4 3 0,0-11-11 0,2 5 5 15,-1-8 1-15,3-6-3 0,-2-4-6 0,-2-1 11 16,-8-8 1-16,2 0-15 0,-7-4 12 0,4-25-9 16,-20 23-2-16,-2-6 4 0,-7-1 0 0,-4 3-3 15,-4-4 10-15,-5 3-8 0,-5 3 4 0,-4-1-11 16,-5 6-1-16,-5 16 14 0,-8-9-18 0,-10 8 2 16,-5 7-4-16,4 12-3 0,-19-1-13 0,-3 10-11 15,-2 4-3-15,-30 7-10 0,29 3-13 0,-29 8-71 16,1 3-151-16,29-8 67 0</inkml:trace>
  <inkml:trace contextRef="#ctx0" brushRef="#br0" timeOffset="-123275.82">19167 15896 28 0,'15'-12'56'0,"-15"12"-1"0,0 0-12 0,0 0-15 0,0 0-10 16,0 0 4-16,0 0-17 0,0 0-4 0,0 0-13 15,0 0-7-15,0 0-19 0,0 0-41 0,0 0 19 16</inkml:trace>
  <inkml:trace contextRef="#ctx0" brushRef="#br0" timeOffset="-122495.07">19250 15809 2 0,'0'0'0'0,"0"0"-1"15</inkml:trace>
  <inkml:trace contextRef="#ctx0" brushRef="#br0" timeOffset="-121341.13">20445 16670 64 0,'0'0'60'0,"0"0"-10"0,0 0 6 0,0 0-13 16,0 0 1-16,0 0-8 0,0 0-5 0,0 0-3 16,0 0-1-16,0 0-2 0,9-7-2 0,-9 7-8 15,0 0 7-15,0 0-6 0,-2-11 0 0,2 11-6 16,0 0 1-16,0 0 6 0,0 0-10 0,-3-12 0 16,3 12 4-16,0 0 6 0,0 0-11 15,-3-9-1-15,3 9 2 0,0 0-9 0,0 0 7 16,-5-5-1-16,5 5 5 0,0 0-7 0,0 0 0 0,0 0-1 15,0 0 8-15,0 0-7 0,0 0 7 0,0 0-7 16,-1-7 5-16,1 7-2 0,0 0 0 0,0 0 1 16,0 0 3-16,0 0-7 0,0 0 6 15,0 0-1-15,0 0-2 0,0 0 2 0,0 0-8 16,0 0 2-16,0 0 9 0,0 0-4 0,0 0-2 16,0 0-2-16,0 0 1 0,0 0-2 0,0 0-2 15,0 0-2-15,0 0 2 0,0 0 2 0,0 0 1 16,0 0-5-16,0 0 0 0,0 0 5 0,0 0-1 0,0 0 8 15,0 0-9-15,0 0 0 0,0 0 0 16,0 0-2-16,0 0 4 0,0 0-6 0,0 0 10 16,0 0-3-16,0 0-2 0,0 0-1 0,0 0 2 15,0 0 1-15,0 0-3 0,0 0 1 0,0 0 3 16,0 0-3-16,0 0 0 0,0 0-3 0,0 0 0 16,0 0-9-16,0 0-6 0,0 0-1 0,0 0-11 15,0 0-8-15,0 0 0 0,0 0-14 0,0 0-50 16,0 0-108-16,0 0 48 0</inkml:trace>
</inkml:ink>
</file>

<file path=ppt/ink/ink1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19T09:45:18.152"/>
    </inkml:context>
    <inkml:brush xml:id="br0">
      <inkml:brushProperty name="width" value="0.05292" units="cm"/>
      <inkml:brushProperty name="height" value="0.05292" units="cm"/>
      <inkml:brushProperty name="color" value="#FF0000"/>
    </inkml:brush>
  </inkml:definitions>
  <inkml:trace contextRef="#ctx0" brushRef="#br0">17162 5180 31 0,'0'0'25'0,"0"0"-9"0,0 0-10 16,0 0-19-16,0 0-15 0,0 0 7 0</inkml:trace>
  <inkml:trace contextRef="#ctx0" brushRef="#br0" timeOffset="6657.06">14827 6922 17 0,'0'0'92'0,"0"0"-2"15,0 0-5-15,0 0-6 0,0 0-10 0,0 0-2 16,0 0-9-16,0 0-8 0,0 0 0 0,0 0-8 16,0 0-9-16,0 0-1 0,0 0-1 0,0 0-4 15,0 0-8-15,0 0 9 0,0 0-4 0,0 0-7 16,0 0 2-16,0 0-5 0,0 0 5 0,0 0-3 15,0 0-6-15,0 0-2 0,0 0 1 0,0 0-6 16,0 0 3-16,0 0-4 0,0 0 5 0,0 0 11 16,0 0-11-16,0 0 3 0,0 0-1 0,0 0-1 15,0 0-5-15,0 0-2 0,0 0 4 0,0 0-1 16,0 0-3-16,0 0 5 0,0 0-7 0,0 0 3 16,0 0-2-16,0 0 2 0,0 0-3 0,0 0-1 15,0 0 6-15,0 0 0 0,0 0 11 0,0 0-15 16,0 0 5-16,0 0-5 0,0 0 1 0,0 0-2 15,0 0-2-15,0 0 2 0,0 0-5 0,0 0 8 16,0 0-1-16,0 0 3 0,0 0-1 0,0 0-3 16,0 0 0-16,0 0-3 0,0 0 0 0,0 0 5 15,0 0-6-15,0 0 6 0,0 0 5 0,0 0-11 16,0 0 5-16,0 0 4 0,0 0-8 0,0 0 0 16,0 0 1-16,0 0 0 0,0 0 1 0,0 0-1 15,0 0 2-15,0 0 3 0,0 0 0 0,0 0-5 16,0 0-4-16,0 0 10 0,0 0-4 0,0 0 2 15,0 0-5-15,0 0-2 0,0 0 5 0,0 0 5 16,0 0-5-16,0 0-2 0,0 0-1 0,0 0 5 16,0 0-5-16,0 0 4 0,0 0-6 0,0 0 10 15,0 0 1-15,0 0-6 0,0 0 0 0,0 0 6 16,0 0-10-16,0 0 6 0,0 0-1 0,0 0-1 16,0 0-6-16,0 0 8 0,0 0-4 0,0 0 9 15,0 0-8-15,0 0 1 0,0 0-8 0,0 0 0 16,0 0 3-16,0 0-1 0,0 0-4 0,0 0 2 15,0 0-3-15,0 0 1 0,0 0-10 0,0 0-1 16,0 0-10-16,0 0-1 0,0 0-7 0,0 0-6 16,0 0-3-16,0 0-5 0,0 0-3 0,0 0-5 15,0 0-2-15,-16 0-35 0,16 0-106 0,0 0 47 16</inkml:trace>
  <inkml:trace contextRef="#ctx0" brushRef="#br0" timeOffset="9546.64">15411 6596 19 0,'0'0'42'0,"0"0"-4"0,0 0 0 0,0 0 1 0,0 0-5 16,0 0 4-16,0 0 0 0,0 0-4 15,0 0 9-15,0 0-7 0,0 0-2 0,0 0 9 16,0 0-14-16,0 0 0 0,0 0 2 0,0 0 11 0,0 0-8 16,0 0-3-16,0 0 2 0,0 0-2 0,0 0-7 15,0 0 4-15,0 0-10 0,0 0 3 16,0 0-1-16,0 0-6 0,0 0 3 0,0 0 0 16,0 0-8-16,0 0 9 0,0 0-3 0,0 0 7 15,0 0-16-15,0 0-8 0,0 0 13 0,0 0 6 16,0 0-15-16,0 0-1 0,0 0-1 0,0 0 5 15,0 0-2-15,0 0 3 0,0 0-3 0,0 0-6 16,0 0 3-16,6 4 10 0,-6-4-9 0,0 0-6 0,0 0 8 16,5 5-1-16,-5-5 0 0,0 0-7 15,0 0 6-15,0 0 2 0,4 3-7 0,-4-3 4 16,0 0 4-16,0 0-11 0,0 0 13 0,0 0 1 0,0 0-1 16,0 0 23-16,5 3-9 0,-5-3 2 15,0 0 4-15,0 0-4 0,0 0-6 0,0 0 0 16,0 0 1-16,0 0-6 0,0 0 0 0,0 0 17 15,0 0-4-15,0 0 1 0,0 0-10 0,0 0-1 16,0 0-5-16,0 0-2 0,0 0 1 0,0 0-4 0,0 0 0 16,0 0 5-16,0 0-2 0,0 0-2 0,0 0-9 15,0 0-30-15,0 0-20 0,0 0-22 16,0 0-31-16,0 0-78 0,0 0-199 0,0 0 88 16</inkml:trace>
  <inkml:trace contextRef="#ctx0" brushRef="#br0" timeOffset="-160388.28">15173 6359 8 0,'0'0'53'0,"0"0"-13"0,0 0-4 15,0 0-1-15,0 0 0 0,0 0-3 0,0 0-4 16,0 0-4-16,0 0-3 0,0 0-3 0,0 0 1 15,0 0 1-15,13 18-4 0,-9-15-1 0,-4-3 1 16,3 6-2-16,-3-6-4 0,4 5-2 0,-4-5 1 16,0 0-2-16,3 5-1 0,-3-5 1 0,0 0-1 15,0 0 1-15,6 3-2 0,-6-3 3 0,0 0-2 16,0 0 0-16,0 0 2 0,0 0 1 0,0 0 8 16,0 0-2-16,14-3 0 0,-14 3-1 0,15-9 1 15,-3 2-1-15,10-9 0 0,2-2-4 0,3-6 3 16,15-7-8-16,4-9-23 0,26-12-33 0,-2-1-49 15,-5-4-107-15,3-1 48 0</inkml:trace>
  <inkml:trace contextRef="#ctx0" brushRef="#br0" timeOffset="-154558.02">17795 7074 2 0,'0'0'7'0,"0"0"0"0,0 0-5 0,0 0 6 15,0 0-4-15,0 0 2 0,0 0-3 0,0 0 1 16,0 0-2-16,0 0-2 0,0 0 5 0,0 0-7 16,0 0 1-16,0 0-8 0,0 0-8 0,0 0 5 15</inkml:trace>
  <inkml:trace contextRef="#ctx0" brushRef="#br0" timeOffset="-151521.65">27328 8495 71 0,'0'0'92'0,"0"9"-11"0,2-3-7 15,-2-6-7-15,2 12-4 0,-2-2 3 16,0 3 2-16,5-2-10 0,-4 4 3 0,1 4-14 0,0-1 8 15,4 7-8-15,-3 2-4 0,1-1 15 0,2 3 0 16,2 2-13-16,-4 0-3 0,3 1-5 0,2 2 6 16,0 1 9-16,0-2-4 0,1 14-7 0,3-4-4 15,-9-9 2-15,6 0-2 0,0 12-8 0,1-1-5 16,-4-13-1-16,4 13 2 0,-4-11 1 0,2-1 13 16,2 12-3-16,-5-10-4 0,6 10-2 0,-1 1 0 15,-1 1 15-15,-1-2-2 0,-1 1 1 0,1 0-8 16,-2 2 3-16,2-1-7 0,0 5 6 0,-3 1 12 15,1 2 0-15,0 0-6 0,-4-1-3 0,0 0-5 16,-2-3-2-16,3 1-2 0,-4 0-1 0,6-5-5 16,-3-13-1-16,2 13-6 0,-3-13 1 0,1-1-3 15,1-2 1-15,2-2-1 0,-1-3-6 0,-1-7 2 16,4-1 2-16,-4-3-9 0,2-3 2 0,-2-1-11 16,-1-2 0-16,3 1-8 0,0-3-13 0,-2-2-12 15,-4-5-18-15,7 8-15 0,-7-8-26 0,6 8-16 16,-6-8-26-16,0 0-24 0,6 4-141 0,-6-4-327 15,0 0 144-15</inkml:trace>
  <inkml:trace contextRef="#ctx0" brushRef="#br0" timeOffset="-148472.65">27669 9720 42 0,'0'0'67'0,"0"0"-1"0,0 0-1 15,0 0-10-15,0 0-1 0,0 0 4 0,0 0 6 16,0 0-15-16,0 0 2 0,0 0 4 0,0-8-8 15,0 8-4-15,0 0 4 0,0 0 3 0,0 0-6 16,0 0 5-16,0 0-6 0,0 0 1 0,0 0 3 16,0 0-1-16,0 0-9 0,0 0-8 0,0 0 1 15,0-8-2-15,0 8-1 0,0 0 2 0,0 0 0 16,0 0 2-16,0 0-9 0,0 0-2 0,0 0 0 16,0 0-9-16,0 0 4 0,0 0 4 0,0 0-8 15,0 0 2-15,0 0-2 0,0 0 4 0,0 0-7 16,0 0 0-16,0 0 0 0,0 0 2 0,0 0 1 15,0 0-6-15,0 0 6 0,0 0-9 0,0 0 6 16,0 0-1-16,0 0 1 0,0 0-4 0,0 0 0 0,0 0 4 16,0 0-3-16,0 0 2 0,0 0-3 15,0 0 17-15,0 0-4 0,0 0-1 0,-15 15 6 16,15-15-9-16,0 0 5 0,0 7-3 0,0-7-2 16,0 0-4-16,0 0-5 0,-3 7 8 0,3-7-4 0,0 0 2 15,-3 6-2-15,3-6-2 0,0 0 5 16,-3 7-7-16,3-7 6 0,0 0-3 0,0 0 6 15,-2 5 5-15,2-5 1 0,0 0 1 0,0 0-8 0,0 0 1 16,0 0 4-16,0 9-4 0,0-9-6 0,0 0 2 16,0 0 2-16,0 0-6 0,0 0 7 0,0 0-2 15,0 0 13-15,0 0 2 0,0 0-2 0,0 0-3 16,0 0-4-16,0 8-2 0,0-8-2 0,0 0 5 16,0 0-7-16,0 0 2 0,0 0-1 0,0 0 6 15,0 0-3-15,0 0 3 0,4 7 1 0,-4-7-1 16,0 0-4-16,0 0 2 0,0 0 0 0,0 0 0 15,4 6-4-15,-4-6-2 0,0 0-2 0,0 0-1 16,3 4 1-16,-3-4 9 0,0 0 3 0,0 0-4 16,0 0-1-16,2 7 1 0,-2-7-4 0,0 0 0 15,4 5-5-15,-4-5-1 0,0 0 1 0,1 7 5 16,-1-7-8-16,4 6 1 0,-4-6 1 0,0 0 0 16,2 8 1-16,-2-8-1 0,2 4 4 0,-2-4-6 15,0 0 2-15,5 6-2 0,-5-6 0 0,0 0-3 16,4 8 0-16,-4-8 1 0,1 6 4 0,-1-6-3 15,4 4 3-15,-4-4-4 0,0 0-1 0,0 0 2 16,2 8-1-16,-2-8 4 0,0 0-5 0,4 4 0 16,-4-4-1-16,0 0 2 0,0 0 1 0,3 6-2 15,-3-6-2-15,0 0 5 0,0 0 0 0,0 0-3 16,0 0-2-16,0 0 1 0,4 7 0 0,-4-7 0 16,0 0 0-16,0 0 1 0,0 0-1 0,0 0 5 15,0 0-2-15,0 0 1 0,0 0-3 0,0 0 4 16,5 3-7-16,-5-3 6 0,0 0-4 0,0 0 2 15,0 0 0-15,0 0-3 0,0 0 3 0,0 0-3 16,0 0 4-16,0 0-1 0,0 0 0 0,0 0-5 16,0 0 3-16,0 0 4 0,0 0-3 0,2 7 1 15,-2-7-2-15,0 0 1 0,0 0 0 0,0 0 2 16,0 0-2-16,0 0 3 0,0 0-3 0,0 0 2 0,0 0-3 16,0 0 1-16,0 0-3 0,0 0 5 0,0 0-1 15,0 0 4-15,0 0-4 0,0 0 0 16,0 0 2-16,0 0-5 0,0 0 1 0,0 0-7 15,0 0-8-15,0 0-11 0,0 0-14 0,0 0-20 0,0 0-11 16,0 0-15-16,0 0-20 0,-11-23-2 0,11 23-6 16,-1-8 13-16,1 8-1 0,-4-8 15 0,4 8 8 15,-4-7 4-15,4 7 8 0,-4-7 7 16,4 7-1-16,-4-8 10 0,4 8 5 0,-6-10 6 0,4 6 8 16,2 4 6-16,-3-9 4 0,0 3-2 0,3 6 9 15,-5-10 1-15,3 3 16 0,2 7-8 0,-4-9 4 16,1 2 16-16,3 7 2 0,-7-9-9 0,4 5 1 15,3 4 0-15,-4-8 7 0,4 8 6 0,-6-8 6 16,6 8 2-16,0 0 2 0,-4-7-7 0,4 7 5 16,0 0-8-16,-5-5-6 0,5 5-1 0,0 0 2 15,0 0-4-15,0 0 9 0,0 0-4 0,-4-7-3 16,4 7 0-16,0 0 5 0,0 0-7 0,0 0 12 16,0 0-4-16,0 0 3 0,0 0 3 0,0 0 0 15,0 0-4-15,0 0 2 0,0 0-6 0,0 0 7 16,0 0 5-16,0 0-2 0,0 0-3 0,0 0-6 15,0 0-1-15,0 0 8 0,12 21 4 0,-12-21-1 16,3 8 2-16,-3-8-2 0,4 7 2 0,-4-7-2 16,4 9-2-16,-4-9-8 0,3 9 0 0,0-6 2 15,-3-3-2-15,4 8-7 0,-4-8 5 0,4 9-5 16,-1-3 4-16,-1-2-5 0,-2-4-1 0,0 10 0 16,4-5-1-16,-4-5 2 0,5 10 11 0,-3-6-1 15,-2-4-1-15,5 9-3 0,-3-4 2 0,-2-5-4 16,4 8 0-16,-3-3-6 0,-1-5 4 0,2 9-1 15,-2-9-4-15,4 9 2 0,-4-3-3 0,0-6 0 16,6 8-3-16,-6-8 2 0,3 9 2 0,-1-4-2 0,-2-5-2 16,5 11 1-16,-3-7 3 0,-2-4 1 15,3 10-5-15,1-5 1 0,-4-5 2 0,5 9-3 16,-3-4 4-16,-2-5-6 0,6 5 1 0,-6-5-1 0,2 7 3 16,-2-7-2-16,4 9-3 0,-4-9-2 0,3 7 3 15,-3-7 1-15,3 4 1 0,-3-4-3 16,0 0 4-16,5 7-3 0,-5-7 4 0,4 7-1 15,-4-7-2-15,4 5-3 0,-4-5 5 0,4 5 2 0,-4-5-3 16,4 5-3-16,-4-5 6 0,5 6-1 0,0-3 1 16,-5-3 1-16,5 8-4 0,-5-8 3 0,4 5 1 15,-4-5-2-15,6 5 1 0,-6-5-3 16,7 3 1-16,-7-3-2 0,6 6 6 0,-6-6-2 16,8 5 0-16,-8-5-3 0,6 6 3 0,-3-4 2 0,-3-2 1 15,9 5 1-15,-5-2 1 0,3 0-4 0,-7-3 1 16,9 3-5-16,-9-3 5 0,7 4-3 0,0 0-2 15,-2-2 3-15,-5-2 1 0,9 5-5 16,-5-2 1-16,-4-3-1 0,9 5 4 0,-5-2-1 0,-4-3-4 16,11 6 0-16,-4-5 5 0,-1 2-5 0,-6-3 3 15,13 4-2-15,-7-1-3 0,1-1 2 0,1 0 6 16,-1 2-3-16,2 0-1 0,0-1-6 0,-1-2 7 16,2 1-6-16,-3 0 0 0,4 0 4 0,0 1 0 15,-3 1 0-15,0-1-1 0,3-2-1 0,-1 1 3 16,-2-2-3-16,1 4 4 0,3-1 0 0,-1-3-2 15,-1 0-1-15,2 1 3 0,-1 0 0 0,1 0-4 16,-3-1 3-16,4 0-2 0,0 0-2 0,1 2 4 16,-2-2-3-16,1 0 1 0,-2-2 6 0,3 4-6 15,-3-5-1-15,1 3 2 0,0-1 1 0,1 0 1 16,-2-1-4-16,1 0 5 0,-3 1-6 0,5-1 4 0,-1 2-4 16,-1 0 3-16,0-3-2 0,0 1 3 15,1 0 0-15,-1-1-1 0,2 0-1 0,-1 2-1 16,1-1-2-16,-1-1 6 0,-1 0-1 0,2 1-1 15,3-3-3-15,-4 3 4 0,1-1-3 0,0 1 3 0,1-3-5 16,-1 1 1-16,-1 1 1 0,4 0 3 0,-5-2 1 16,2 3-2-16,-2-3-4 0,0 0 6 15,0 4 0-15,1-1-5 0,0-2 1 0,-2 1 1 16,5-3 3-16,-2 3-4 0,0-1-1 0,1-1 3 0,-2 4 1 16,2-3-5-16,-2 2 3 0,1-4 1 0,-2 2 3 15,0 3-2-15,2-3-4 0,-1 0 4 0,0 3 2 16,-4-4-4-16,4 1 2 0,1 1-1 15,-5-1 0-15,3 2 1 0,-1-2-5 0,-1 2 7 0,0-2-2 16,0 3 3-16,-1-2-1 0,-1 1 2 0,-2-1 1 16,1-1 4-16,-7 4-2 0,13-4-2 0,-7 1 2 15,3 3-1-15,-1-4-3 0,-3-1 0 0,1 3-2 16,2-1 3-16,-2 0-2 0,1 1 2 0,-1 0-7 16,-6 2 5-16,11-5 0 0,-3 2 1 0,-2 1-5 15,1-1 2-15,-7 3 0 0,14-4 2 0,-6 4-5 16,-8 0 2-16,12-4-1 0,-3 1 3 0,-4 0-3 15,3-1 5-15,-8 4-5 0,13-1 0 0,-6 0 0 16,-7 1 2-16,13-2 3 0,-6 0-5 0,-7 2 1 16,12-4 0-16,-6 2-1 0,-6 2 1 0,11-2-1 15,-2 1 2-15,-3-2-5 0,-6 3 3 0,11-4 3 16,-11 4 2-16,12-3 1 0,-7 3-5 0,-5 0 0 16,11-3 2-16,-11 3-2 0,8-3 2 0,-8 3-4 15,10-2 5-15,-10 2-3 0,0 0 0 0,9-1-1 16,-9 1 0-16,6-3 4 0,-6 3-1 0,0 0 2 15,8-2 0-15,-8 2-4 0,10-2 3 0,-10 2 0 16,9 0 1-16,-9 0-5 0,8-1 3 0,-8 1 0 16,7-3 1-16,-7 3-1 0,0 0 1 0,0 0 3 15,12-3 6-15,-12 3-1 0,0 0 9 0,0 0-7 16,6 0-1-16,-6 0 3 0,0 0-3 0,0 0 0 16,0 0-1-16,0 0 0 0,8-2 0 0,-8 2 1 15,0 0 5-15,0 0 2 0,0 0-6 0,0 0 1 16,0 0-1-16,0 0 1 0,0 0-3 0,0 0-2 15,0 0 2-15,0 0-2 0,0 0 2 0,7-2-4 0,-7 2-2 16,0 0-2-16,0 0 3 0,0 0 0 0,0 0-1 16,0 0 0-16,0 0 1 0,0 0-1 15,0 0-3-15,0 0 2 0,0 0 2 0,0 0 3 16,0 0 2-16,0 0-1 0,0 0-3 0,0 0 2 0,0 0-4 16,0 0-2-16,0 0-1 0,0 0 3 0,0 0-1 15,0 0 2-15,0 0-1 0,0 0-4 0,0 0 1 16,0 0-2-16,0 0 4 0,0 0-4 15,0 0-6-15,0 0-6 0,0 0-7 0,0 0-11 0,0 0-13 16,0 0-24-16,0 0-31 0,0 0-32 0,0 0-43 16,0 0-30-16,0 0-41 0,0 0-141 0,0 0-416 15,-29 4 184-15</inkml:trace>
  <inkml:trace contextRef="#ctx0" brushRef="#br0" timeOffset="-146136.29">28045 10523 78 0,'0'0'77'0,"0"0"-4"0,0 0-8 0,0 0-4 0,0 0-14 15,0 0 19-15,0 0-16 0,0 0 3 0,0 0-3 16,0 0-8-16,0 0 8 0,0 0-8 0,0 0 1 16,0 0 6-16,0 0-2 0,0 0-17 0,0 0 7 15,0 0-9-15,-9 1 4 0,9-1-4 0,0 0 3 16,0 0-11-16,0 0-3 0,0 0 1 0,-8 2-3 16,8-2-6-16,0 0 4 0,0 0-9 0,0 0 10 15,0 0 6-15,-10 0 4 0,10 0-6 0,0 0 4 16,0 0-3-16,0 0-1 0,0 0-4 0,0 0 6 15,-10 3-8-15,10-3 6 0,0 0-12 0,0 0 11 16,0 0-6-16,0 0 4 0,0 0 0 0,0 0-3 16,0 0 0-16,0 0-6 0,0 0 3 0,0 0 4 15,0 0-7-15,0 0 5 0,0 0 4 0,0 0-1 16,0 0-8-16,0 0 2 0,0 0-2 0,0 0 1 16,0 0-3-16,0 0 0 0,0 0 5 0,-7 1-9 15,7-1 14-15,0 0-6 0,-10 0 1 0,10 0-1 16,0 0-6-16,0 0 9 0,-11 0 1 0,11 0 3 15,0 0 0-15,0 0-5 0,-12-2-1 0,12 2 3 0,0 0 7 16,-8 1-11-16,8-1-1 0,-7 1 3 0,7-1 0 16,0 0 4-16,-10 2-4 0,10-2 4 15,0 0-4-15,0 0 1 0,0 0 1 0,0 0-4 16,-9 1 3-16,9-1-4 0,0 0 6 0,0 0-5 0,0 0-3 16,0 0-4-16,0 0 8 0,0 0-8 0,0 0 1 15,0 0-2-15,0 0-12 0,0 0 12 16,0 0 6-16,0 0-6 0,0 0 3 0,0 0-2 15,0 0 3-15,0 0 2 0,0 0 0 0,0 0-5 0,0 0 0 16,0 0 5-16,0 0 1 0,0 0-3 0,26 0-8 16,-26 0 14-16,13 0-7 0,-4 0-4 0,-9 0 7 15,13 0 0-15,-7 0 2 0,-6 0-2 16,21-1 0-16,-12-2 1 0,0 2-3 0,2-1-2 0,1 2-5 16,-4-2 7-16,1 1-3 0,-9 1-3 0,16-1 6 15,-7 1 1-15,-9 0-2 0,14-1-5 0,-8-1 6 16,-6 2-2-16,14-1 2 0,-7 0 0 0,2 0 3 15,-9 1-6-15,16-3-1 0,-7 0 3 0,2 2-3 16,-4 1 4-16,2-2 3 0,-1 0-2 0,1 1 3 16,-9 1-1-16,14-3 1 0,-7 2 4 0,-7 1-2 15,13-3 0-15,-6 3-5 0,-7 0 3 0,15-1 0 16,-9 1-1-16,2-2 1 0,-8 2-6 0,14-3 2 16,-6 2-5-16,-1-1 9 0,-7 2-3 0,13-1-1 15,-6 1-4-15,-7 0 4 0,12-2 2 0,-12 2-3 16,13 0 0-16,-6-2-1 0,-7 2-4 0,12-1 4 15,-12 1 0-15,13-2-9 0,-7 2 8 0,-6 0 5 16,13-2-2-16,-13 2 2 0,10 0 5 0,-10 0 0 16,9-1 2-16,-9 1-1 0,9-2 3 0,-9 2-3 15,9 0-1-15,-9 0 4 0,0 0-4 0,13-3 4 16,-13 3-1-16,9-3-8 0,-9 3 2 0,11-1 7 16,-5 0-3-16,-6 1-5 0,11-5-2 0,-11 5 3 15,10-1-4-15,-10 1 3 0,12-2-2 0,-7 1 1 16,4-1-1-16,-1 1 0 0,-8 1-3 0,16-3 3 15,-8 2 0-15,-1 0-2 0,-7 1-1 0,16-3 2 0,-11 2-4 16,-5 1 2-16,13-2-1 0,-7 0 4 16,-6 2-4-16,10-2-1 0,-10 2 2 0,9 0-1 15,-9 0 2-15,0 0-3 0,9-1-1 0,-9 1 2 16,0 0-4-16,0 0 3 0,10-2 3 0,-10 2-4 0,0 0 4 16,8-1-2-16,-8 1-2 0,0 0 7 0,0 0-3 15,0 0 0-15,0 0 6 0,0 0 0 16,0 0 2-16,0 0 4 0,0 0 0 0,0 0-1 15,0 0 0-15,0 0-4 0,9 0 5 0,-9 0 1 0,0 0 5 16,0 0-3-16,0 0-2 0,0 0 2 0,0 0-3 16,0 0 2-16,0 0-3 0,0 0-3 0,0 0 1 15,0 0-4-15,0 0 1 0,0 0 1 0,0 0-3 16,0 0 1-16,0 0-5 0,0 0 2 0,0 0-4 16,0 0 2-16,0 0 3 0,0 0-1 0,0 0 0 15,0 0-5-15,0 0 0 0,0 0-5 0,0 0-12 16,0 0-18-16,0 0-26 0,0 0-40 0,0 0-43 15,0 0-38-15,0 0-194 0,0 0-407 0,0 0 180 16</inkml:trace>
  <inkml:trace contextRef="#ctx0" brushRef="#br0" timeOffset="-145353.85">28860 10287 70 0,'0'0'117'15,"0"0"-7"-15,0 0-13 0,0 0-6 0,0 0 1 16,0 0 1-16,0 0-11 0,0 0-4 0,0 0 3 15,0 0-1-15,0 0-6 0,0 0-4 0,0 0-2 16,0 0-4-16,0 0-1 0,0 0-13 0,0 0 5 16,0 0-1-16,0 0-9 0,0 0 2 0,0 0-1 15,0 0-7-15,0 0-1 0,0 0 0 0,0 0-6 0,0 0-6 16,0 0 3-16,0 0-4 0,0 0 3 16,4-4-2-16,-4 4 1 0,0 0 0 0,0 0 1 15,0 0-1-15,0 0 3 0,0 0-2 0,0 0 3 16,0 0-3-16,0 0 6 0,0 0-1 0,0 0 1 15,0 0-6-15,0 0 2 0,0 0-3 0,0 0-5 16,0 0 1-16,0 0-4 0,0 0 1 0,0 0-5 0,0 0 2 16,0 0-2-16,-6-12 5 0,6 12-2 15,0 0 4-15,0 0-3 0,-3-9 2 0,3 9-7 16,0 0 0-16,0 0 0 0,0 0 5 0,0 0-1 0,0 0 0 16,0 0-3-16,-1-9-1 0,1 9-3 0,0 0-2 15,0 0-1-15,0 0 3 0,0 0-8 16,0 0 3-16,0 0-2 0,0 0 1 0,0 0-5 15,0 0 0-15,0 0 4 0,6 25-3 0,-5-15-2 0,0-1 1 16,4 1 7-16,-3 1-2 0,-1 0-1 0,3 2 5 16,-1-2-5-16,-1 1 12 0,-1 4-6 0,1-3 5 15,-1-2 9-15,2 3-1 0,0-4-4 16,-1 1 2-16,-2 0 1 0,1 1-2 0,0 0-5 0,1-4 9 16,-1 3-10-16,0-6-1 0,-1-5-3 0,0 11 1 15,0-11-3-15,2 11 0 0,-1-6 0 0,-1-5 1 16,2 9-6-16,-2-9 5 0,3 7 0 0,-3-7-1 15,0 0-7-15,1 7-10 0,-1-7-6 0,0 0-23 16,0 0-33-16,0 0-39 0,0 0-50 0,0 0-33 16,0 0-41-16,0 0-140 0,0 0-405 0,0 0 180 15</inkml:trace>
  <inkml:trace contextRef="#ctx0" brushRef="#br0" timeOffset="-145180.08">29015 10389 132 0,'6'-5'190'0,"-6"5"-7"0,0 0-1 16,0 0-8-16,9-3-11 0,-9 3-19 0,0 0-12 15,0 0-19-15,4-4-6 0,-4 4-14 0,0 0-15 16,0 0-24-16,0 0-26 0,0 0-36 0,0 0-45 16,0 0-34-16,0 0-34 0,0 0-130 0,0 0-272 0,0 0 121 15</inkml:trace>
  <inkml:trace contextRef="#ctx0" brushRef="#br0" timeOffset="-144855.09">29076 10333 55 0,'0'0'175'0,"0"0"-9"16,0 0-4-16,0 0-11 0,0 0-2 0,-4 21-14 15,4-21-11-15,-1 10-1 0,2-5-9 0,-1-5-12 0,3 10-9 16,1-4-9-16,-2-1-8 0,3-1-1 15,0 1-12-15,-5-5-6 0,9 5-6 0,-2-1-1 16,-1-3-6-16,2 1 1 0,-1 0 0 0,4-1 6 16,-11-1-3-16,15-3 8 0,-9 2 0 0,-6 1 1 15,13-5-1-15,-8 3-5 0,0-2-8 0,-5 4 3 16,8-10 0-16,-7 4-7 0,1 0-4 0,-2 6 0 16,-2-12-8-16,0 2 1 0,2 10-3 0,-9-14-8 15,4 8 2-15,1 0-5 0,-4-1 0 0,2 0 0 16,2 4-2-16,-4 0-3 0,8 3-2 0,-11-4-5 0,11 4-3 15,-12 0 0-15,12 0-12 0,-12 2-24 0,5 1-29 16,2 1-43-16,0 0-40 0,5-4-48 16,-8 8-199-16,6-3-428 0,2-5 189 0</inkml:trace>
  <inkml:trace contextRef="#ctx0" brushRef="#br0" timeOffset="-144417.97">29337 10240 121 0,'11'5'171'0,"-11"-5"-7"0,7 6-4 0,-3 0-2 15,3-2-9-15,-2 2-9 0,3-1-8 0,-2 2-1 16,2 1-7-16,1-1-9 0,0 2 3 0,0-2-14 16,1-2-4-16,-2 3-11 0,1-2-8 0,-2 2-10 15,0-2 0-15,-1-3-14 0,-2 2-5 0,0 2-5 16,1-1-3-16,-5-6-5 0,5 8 2 0,-1-5-6 15,-4-3-4-15,0 0-1 0,-8 15-4 0,6-11 4 16,2-4-10-16,-12 6-1 0,6-2-4 0,-2-3-6 16,8-1-3-16,-14 0-6 0,14 0-7 0,-14-4 0 15,9 3-2-15,5 1-8 0,-9-9-4 0,4 8 2 16,5 1 0-16,-5-11-2 0,2 3 2 0,2-1 6 16,1 9-3-16,0-14 7 0,0 5-2 0,0 9 1 15,1-16 6-15,0 8-5 0,2 2 6 0,-2 0-1 16,-1 6-1-16,1-13 0 0,1 6 2 0,-2 7 9 15,0-11-1-15,0 11-4 0,0-11 4 0,0 11 6 16,0 0-1-16,0-9 1 0,0 9 1 0,0 0-2 16,0 0-4-16,-5-7 4 0,5 7-2 0,0 0-5 15,-12 0 0-15,12 0-1 0,0 0 1 0,-14 7-1 16,14-7 4-16,-6 6-4 0,-1-4-12 0,7-2-20 16,-6 9-26-16,3-4-37 0,1 0-35 0,2-5-40 15,0 11-29-15,0-11-121 0,1 10-343 0,-1-10 152 16</inkml:trace>
  <inkml:trace contextRef="#ctx0" brushRef="#br0" timeOffset="-143971.62">29546 10373 89 0,'0'0'176'0,"0"0"4"0,16 0 2 16,-16 0-5-16,11-2-12 0,-11 2-9 0,7-3-7 15,-7 3-14-15,11-6-7 0,-7 4-8 0,1-3-7 16,0 0-8-16,-1 0-9 0,4-3-12 0,-5 0 0 0,1 3 8 15,1-5 0-15,1 3-7 0,-4-3-8 16,1 0-9-16,-3 1-6 0,1 0-1 0,-1-1-4 16,0 10-5-16,-3-13 4 0,2 7 1 0,1 6 1 0,-1-8-6 15,1 8 5-15,0 0-20 0,0 0-5 16,-3-11-2-16,3 11-7 0,0 0-3 0,0 0 1 16,0 0-3-16,0 0 2 0,-4 29-8 0,2-19 4 15,1 1-2-15,1 0-2 0,-2 0 3 0,2-1-2 0,0-3-2 16,2 3-4-16,-2-3 0 0,2-1 5 0,1 0-5 15,-1 1 2-15,-2-7-3 0,7 8-1 16,-1-6 6-16,-6-2-3 0,9 2 1 0,-4 0 0 0,-5-2 4 16,0 0-7-16,15-2-1 0,-15 2-1 0,8-5-1 15,-4 0 3-15,-4 5 7 0,6-9-11 0,-4 2-2 16,0-1-1-16,2-1 6 0,0 1-5 0,-3 0 6 16,2 2 0-16,-3 6-7 0,5-11 1 15,-5 11 0-15,1-8-2 0,-1 8 0 0,4-5-2 0,-4 5-2 16,0 0-2-16,0 0 1 0,0 0 1 0,0 0 1 15,0 0 3-15,0 0 1 0,0 0-15 0,9 16-11 16,-8-10-22-16,-1-6-24 0,0 14-30 0,0-9-47 16,0-5-45-16,2 14-37 0,-4-7-206 15,2-7-475-15,-2 12 210 0</inkml:trace>
  <inkml:trace contextRef="#ctx0" brushRef="#br0" timeOffset="-143572.8">29825 10345 30 0,'5'-6'209'0,"-5"6"-1"0,0 0 1 16,5-4-3-16,-5 4-1 0,0 0-11 0,4-6-7 16,-4 6-11-16,0 0-8 0,3-6-15 0,-3 6-9 15,0 0-10-15,0 0-9 0,0 0-10 0,1-9-4 16,-1 9-10-16,0 0 1 0,5-5-14 0,-5 5-5 16,4-8-19-16,-4 8-2 0,5-8-7 0,-1 5-5 15,-4 3-3-15,7-8-9 0,-1 5-7 0,-6 3-4 16,9-3-2-16,-9 3-2 0,8-2-6 0,-8 2-1 0,0 0-1 15,12 3 1-15,-12-3-3 0,6 6 0 16,-2-3-6-16,-4-3 25 0,5 8-1 0,-5-8-7 16,3 7 3-16,-3-7-6 0,4 6 2 0,-4-6-4 15,0 0 0-15,0 0 0 0,2 6 0 0,-2-6-3 16,0 0 5-16,0 0 2 0,0 0 5 0,8 0 1 16,-8 0-11-16,0 0 3 0,9-9-7 0,-9 9-3 15,9-11 1-15,-3 4-2 0,3-1-3 0,-4 2 0 16,2 1 5-16,0-1-6 0,1 0 0 0,-3 3 6 15,2 0-10-15,-1-1-4 0,-6 4 3 0,9-3-6 0,-9 3-3 16,10-1-7-16,-10 1-16 0,8 4-21 0,-8-4-22 16,7 6-19-16,-7-6-35 0,2 8-58 15,-2-8-61-15,1 9-61 0,-1-9-160 0,0 0-507 16,-3 13 224-16</inkml:trace>
  <inkml:trace contextRef="#ctx0" brushRef="#br0" timeOffset="-142454.28">30440 9885 41 0,'0'0'70'0,"0"0"-3"0,0 0-6 0,0 0 1 15,0 0 0-15,0 0-20 0,0 0 6 0,0 0 5 16,0 0-15-16,0 0 9 0,0 0-3 0,0 0 14 0,0 0-6 16,0 0-6-16,18 9-9 0,-18-9 6 0,0 0-5 15,6 0 9-15,-6 0-7 0,8 3 9 0,-8-3-3 16,9 6-3-16,-4-2-7 0,0-1 1 16,1 2-3-16,-1-2-2 0,3 2-5 0,1-2 6 0,-1 4-10 15,-2-4 7-15,3 3-10 0,-1 1-6 0,-3-2-3 16,1 1-1-16,0-1 0 0,0 4 6 0,-1-4 3 15,-1 4 2-15,-2-2-3 0,2 3-3 0,-1-1 1 16,-2-3 4-16,-1 3-2 0,0-1-1 0,1 1-7 16,-2 1 2-16,-2 1 2 0,3-3 0 0,-2 3-9 15,-1-1 0-15,2 1 1 0,-2 0 0 0,2-2-1 16,0 3 5-16,-2-2-2 0,4-1-1 0,-2 2-2 16,2-2 1-16,2 4 3 0,1-4-8 0,0 0 0 15,1-1 6-15,1 1-7 0,-2-2 3 0,2 2-6 16,2 0 3-16,-3-5-5 0,0 1 3 0,3 0-2 15,-2 1-7-15,-1-2 11 0,-3 0-14 0,3 2-5 16,-1-1 0-16,1 0 1 0,-5-5-4 0,-4 14 0 16,0-9-4-16,-2 4-11 0,-5-3 2 0,-4 7-12 15,0-5-9-15,-4 3-11 0,-4 0-24 0,-3 0-33 16,-1-2-64-16,2 0-203 0,-3-2 91 0</inkml:trace>
  <inkml:trace contextRef="#ctx0" brushRef="#br0" timeOffset="-141534.28">29021 10664 20 0,'0'0'27'16,"-6"3"-6"-16,6-3-8 0,-4 5-6 0,4-5-11 16,-5 3-2-16,5-3-7 0,-5 4 15 0,5-4-2 15,-8 5-3-15,8-5 11 0,-5 5 4 0,5-5 9 16,-6 5 6-16,6-5 8 0,-6 6 1 0,6-6 7 16,-6 3 5-16,0 1 1 0,6-4 11 0,-7 2 1 15,7-2 4-15,0 0-9 0,-5 6 6 0,5-6-3 16,0 0-2-16,-2 7 8 0,2-7-3 0,0 0 5 15,0 0 5-15,12 7-1 0,-3-7-6 0,2-1 6 16,8-2-9-16,1 0 2 0,11-2 4 0,6 1-12 0,13-4-7 16,3-6-5-16,6 1-2 0,2 2-5 15,3 0-6-15,0-2-3 0,24-4-2 0,-24 6-1 16,2 0-4-16,23-6-3 0,-32 11-4 0,2-4-11 16,1 1-38-16,-5 1-33 0,0-3-29 0,-2 1-31 0,-15 5-122 15,-2 0-270-15,-2 0 120 0</inkml:trace>
  <inkml:trace contextRef="#ctx0" brushRef="#br0" timeOffset="-140604.25">29227 8268 15 0,'4'-5'142'0,"-4"5"-7"0,0 0-16 16,0 0-11-16,0 0 9 0,0 0-2 0,0 0-4 16,0 0-10-16,7 14-1 0,-5-8-17 0,-2-6-13 0,-2 12 0 15,2-12-9-15,-1 14-6 0,0-8 0 0,1-6 8 16,-3 13-5-16,3-8-9 0,0-5-2 15,-1 9 13-15,1-9-1 0,0 0 3 0,-1 9 12 16,1-9 10-16,0 0-1 0,0 0 5 0,0 0-6 0,-4 7 0 16,4-7-12-16,0 0-4 0,0 0-8 0,0 0-3 15,0 0-7-15,0 0-4 0,0 0-8 16,8-29-5-16,-3 22-8 0,2-6 15 0,2 0-4 16,2-1-2-16,0-1-8 0,-1 5 0 0,-1 1-4 0,0 2-7 15,-1 1-1-15,-2 3-4 0,2 0-7 0,-8 3 3 16,14 4-6-16,-6 2 4 0,1 8 2 0,-1 4-2 15,1 10-8-15,-3 2-19 0,1 18-22 0,-5-1-43 16,1 3-49-16,5-5-58 0,-2 7-219 16,3-3-450-16,3-15 200 0</inkml:trace>
</inkml:ink>
</file>

<file path=ppt/ink/ink1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42:44.138"/>
    </inkml:context>
    <inkml:brush xml:id="br0">
      <inkml:brushProperty name="width" value="0.05292" units="cm"/>
      <inkml:brushProperty name="height" value="0.05292" units="cm"/>
      <inkml:brushProperty name="color" value="#FF0000"/>
    </inkml:brush>
  </inkml:definitions>
  <inkml:trace contextRef="#ctx0" brushRef="#br0">17565 10178 67 0,'2'7'70'0,"-2"-7"-5"16,0 0 3-16,0 0 4 0,0 0-10 0,2 7 2 15,-2-7 5-15,0 0-11 0,0 0 8 0,0 0-5 16,0 0-4-16,0 0 3 0,0 0-2 0,0 0-9 16,0 8 4-16,0-8-2 0,0 0-6 0,0 0 2 15,0 0-9-15,4 7 6 0,-4-7-10 0,0 0-3 16,0 0-6-16,5 4 9 0,-5-4-6 0,0 0 3 15,5 6 1-15,-5-6 11 0,4 6-3 0,-4-6-1 16,4 8-1-16,-1-6 1 0,-3-2-8 0,6 8-7 16,-4-3-1-16,-2-5 4 0,7 7-8 0,-7-7 1 15,4 6 0-15,-4-6-16 0,5 5 11 0,-5-5-1 16,0 0 3-16,2 5-3 0,-2-5-2 0,0 0 5 16,0 0-3-16,13 0 0 0,-13 0 0 0,17-8 2 15,-1-2-4-15,6-8-2 0,6-2-6 0,13-12-20 16,4-3-26-16,5-3-42 0,17-14-32 0,-18 16-44 15,0-1-101-15,0 0-281 0,-1-2 124 0</inkml:trace>
  <inkml:trace contextRef="#ctx0" brushRef="#br0" timeOffset="15084.03">10946 12765 2 0,'0'0'79'0,"0"0"-11"15,0 0-3-15,0 0-4 0,0 0-9 0,7 1-13 16,-7-1 0-16,0 0 6 0,0 0-5 0,0 0-4 16,0 0 3-16,0 0-16 0,0 0 2 0,0 0 1 15,0 0-2-15,0 0-8 0,0 0-6 0,0 0 0 16,0 0-7-16,0 0-2 0,0 0-15 0,0 0-14 16,0 0-19-16,0 0-56 0,0 0-111 0,0 0 50 15</inkml:trace>
  <inkml:trace contextRef="#ctx0" brushRef="#br0" timeOffset="17874.8">17954 12771 51 0,'0'0'47'0,"0"0"-11"0,0 0 1 16,0 0-6-16,0 0-6 0,0 0-7 15,0 0-23-15,0 0-35 0,0 0-44 0,0 0 20 16</inkml:trace>
  <inkml:trace contextRef="#ctx0" brushRef="#br0" timeOffset="18317.62">18556 12172 37 0,'0'0'45'0,"0"0"-3"0,0 0-9 0,0 0-6 16,0 0-21-16,0 0-16 0,10 3-20 0,-10-3-33 16,0 0 14-16</inkml:trace>
  <inkml:trace contextRef="#ctx0" brushRef="#br0" timeOffset="41932.05">20275 15653 27 0,'0'0'23'0,"0"0"-6"0,0 0-10 0,0 0-3 0,0 0-17 16,0 0-15-16,0 0 7 0</inkml:trace>
  <inkml:trace contextRef="#ctx0" brushRef="#br0" timeOffset="46514.55">20262 16690 10 0,'0'0'15'0,"0"0"-4"0,0 0 3 0,0 0-3 16,0 0 3-16,0 0-4 0,0 0 1 0,0 0-3 15,0 0-2-15,0 0-3 0,0 0 1 0,0 0 0 16,0 0-1-16,0 0 3 0,0 0-7 0,0 0 7 16,0 0-3-16,0 0-3 0,0 0 2 0,0 0-2 15,0 0 1-15,0 0 3 0,0 0-1 0,0 0-1 16,0 0 1-16,0 0-4 0,0 0-5 0,0 0 6 16,0 0 1-16,0 0-2 0,0 0 1 0,0 0-6 15,0 0 9-15,0 0-6 0,0 0-5 0,0 0 4 16,0 0-4-16,0 0 4 0,0 0 0 0,0 0 0 15,0 0-2-15,0 0 0 0,0 0 0 0,0 0-3 16,0 0-5-16,0 0-15 0,0 0 7 16</inkml:trace>
  <inkml:trace contextRef="#ctx0" brushRef="#br0" timeOffset="52138.31">20243 15830 13 0,'0'0'19'0,"0"0"-2"0,0 0 3 15,0 0-2-15,0 0-1 0,2 8-3 0,-2-8-10 16,0 0 6-16,0 0-7 0,0 0 4 16,0 0 5-16,0 0-9 0,0 0 5 0,0 0-5 15,0 0 2-15,0 0-4 0,0 0 2 0,0 0 3 0,0 0-3 16,0 0 2-16,0 0-2 0,0 0 4 0,0 0-1 16,0 0 2-16,0 0-6 0,0 0-2 0,0 0-2 15,0 0 2-15,0 0-3 0,0 0 2 0,0 0 5 16,0 0 0-16,0 0-5 0,0 0-2 15,0 0 7-15,0 0-10 0,0 0-8 0,0 0-3 16,0 0-14-16,0 0-33 0,0 0 15 0</inkml:trace>
  <inkml:trace contextRef="#ctx0" brushRef="#br0" timeOffset="53283.36">18972 15490 3 0,'0'0'80'0,"0"0"2"0,0 0-2 0,0 0-8 16,0 0-4-16,0 0-10 0,0 0-3 0,-3-17-2 15,3 17-8-15,0 0-5 0,0 0-5 0,0 0 2 16,0 0-8-16,0 0-1 0,0 0-5 0,0 0-3 0,0 0-4 15,0 0-2-15,0 0 1 0,0 0 0 16,0 0-9-16,0 0-7 0,0 0 13 0,0 0-10 16,0 0 1-16,0 0 3 0,0 0-4 0,0 0 1 15,0 0-6-15,0 0 9 0,0 0-5 0,0 0 9 16,0 0-8-16,0 0 4 0,0 0-10 0,0 0 6 16,0 0-1-16,0 0 3 0,0 0-4 0,0 0-3 15,0 0 2-15,0 0 5 0,0 0-7 0,0 0 2 16,0 0 3-16,0 0-1 0,0 0 1 0,0 0 7 15,15 15 4-15,-15-15-18 0,0 0 9 0,0 0-4 16,0 0-2-16,11-9 0 0,-3 0-27 0,11-10-28 16,-1-3-86-16,3-5-156 0,12-16 70 0</inkml:trace>
  <inkml:trace contextRef="#ctx0" brushRef="#br0" timeOffset="78800.77">10208 13108 29 0,'-4'-8'69'0,"4"8"-7"0,-3-8-2 16,3 8-7-16,0 0-9 0,-3-7-10 0,3 7-6 16,0 0-5-16,0 0-9 0,-3-6-22 15,3 6-8-15,0 0-16 0,0 0-28 0,0 0-65 16,0 0 28-16</inkml:trace>
  <inkml:trace contextRef="#ctx0" brushRef="#br0" timeOffset="80935.69">16774 13454 79 0,'0'0'84'0,"7"-4"-8"0,-7 4-11 15,0 0-3-15,0 0-3 0,0 0-13 0,0 0-7 16,0 0-1-16,0 0 0 0,0 0-4 0,0 0-7 16,0 0-5-16,0 0-10 0,0 0-9 0,0 0-9 15,0 0-13-15,0 0-6 0,0 0-26 0,0 0-47 16,0 0-105-16,-11 18 47 0</inkml:trace>
</inkml:ink>
</file>

<file path=ppt/ink/ink1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06:11.478"/>
    </inkml:context>
    <inkml:brush xml:id="br0">
      <inkml:brushProperty name="width" value="0.05292" units="cm"/>
      <inkml:brushProperty name="height" value="0.05292" units="cm"/>
      <inkml:brushProperty name="color" value="#FF0000"/>
    </inkml:brush>
  </inkml:definitions>
  <inkml:trace contextRef="#ctx0" brushRef="#br0">5269 4404 30 0,'0'0'167'0,"0"0"-5"16,0 0-12-16,0 0-9 0,-5-8-13 0,5 8-3 16,0 0-4-16,0 0-9 0,0 0-4 0,0 0-15 15,0 0 2-15,0 0-14 0,0 0-10 0,-6-3-2 16,6 3-4-16,0 0-6 0,0 0-6 0,0 0-4 15,0 0-8-15,0 0 0 0,0 0-3 0,0 0-5 16,21 2 0-16,-8-2-13 0,5 1 8 0,3-2-4 16,6-2-2-16,1 0-5 0,3 1 3 0,-3 0-3 15,3 2-3-15,-5-6-1 0,3 5-1 0,-9 0-9 16,1-1-10-16,-1 1-20 0,-7 1-20 0,1-1-20 16,-1 1-39-16,-3-2-21 0,-2 2-19 0,0 2-11 15,-8-2-106-15,9 1-282 0,-9-1 124 0</inkml:trace>
  <inkml:trace contextRef="#ctx0" brushRef="#br0" timeOffset="304.07">5459 4436 3 0,'0'0'137'15,"-1"7"5"-15,1-7-10 0,1 16-9 0,-1-5-1 16,0 4-2-16,2 6-8 0,-1 3-6 0,0 3-3 15,0-7-11-15,-1 5-2 0,0 1-13 0,0 2 1 16,0-8-6-16,-2 4-2 0,1 4-6 0,-2-3-8 16,-1 3 0-16,-1-3-4 0,0 0-7 0,-2 0 1 15,-1-1-5-15,-1-2-3 0,-3 3-1 0,2-9-7 16,2 0-4-16,-3 0 6 0,-1-2-7 0,2-3 0 16,-2 1-3-16,1-5 5 0,2-2 8 0,1 2 1 15,-2-4 6-15,1-1 0 0,-1-2-6 0,-2 0-4 16,12 0 0-16,-16-3-8 0,4-2-5 0,2 0-11 15,2-1-10-15,1 0-34 0,-1-3-27 0,2 2-32 16,1-3-39-16,1 4-25 0,1 0-178 0,-2 1-364 16,5 5 162-16</inkml:trace>
  <inkml:trace contextRef="#ctx0" brushRef="#br0" timeOffset="636">5591 4988 1809 0,'6'-14'125'15,"-2"1"-15"-15,2-1-28 0,-3 2-1 0,0 0-13 16,-1 2-1-16,2-1 4 0,0 4-2 0,-3-1-5 16,-1 8 6-16,2-12-2 0,0 7-4 0,-2 5-9 15,1-7-7-15,-1 7-6 0,0 0-10 0,0 0 0 16,0 0-4-16,0 0-1 0,0 0 1 0,10 24 0 15,-6-9-2-15,-1 4-6 0,-3-1 4 0,1 0-3 16,0 7-2-16,-1-5-2 0,4 3 1 0,-1-5 1 16,-6 2 2-16,1-2-6 0,0 0-5 0,1-3 3 15,-1 2-3-15,0-1-1 0,1-2-1 0,0-3 0 16,1 2-9-16,-2-1-12 0,1-3-17 0,-2 0-20 16,3 0-12-16,0-1-19 0,0-8-19 0,-2 11-26 15,2-11-32-15,0 0-29 0,-1 11-24 0,1-11-174 16,-3 6-417-16,3-6 186 0</inkml:trace>
  <inkml:trace contextRef="#ctx0" brushRef="#br0" timeOffset="891.75">5703 4832 60 0,'21'-5'180'0,"-3"1"3"0,2 2-6 15,0 2-10-15,-2 3-2 0,-4 0-18 0,3 4-6 16,-4-3-16-16,-3 4-10 0,0-1-8 0,0 3-10 16,-2 0-6-16,0 2-7 0,-6 0-6 15,0 1-5-15,-2-2-4 0,-4 1-2 0,-1 0-8 0,-3-1-9 16,0 3 0-16,-4-1-7 0,-3-1-1 0,5-3-3 16,-5 1-4-16,1 0-14 0,0 0-20 0,4-6-22 15,-3 3-32-15,3-4-43 0,2-1-50 0,0-1-56 16,-1 1-123-16,9-2-352 0,0 0 156 15</inkml:trace>
  <inkml:trace contextRef="#ctx0" brushRef="#br0" timeOffset="1134.33">6400 4823 2339 0,'0'0'56'0,"9"-5"-6"0,-9 5-26 0,6-5-13 0,-6 5-2 16,0 0-1-16,8-5-2 0,-8 5 8 15,7-2-3-15,-7 2 3 0,9-3 1 0,2 1-3 16,-3 1 2-16,3-1-3 0,8 0-2 0,-1-1-2 16,1 2-13-16,-6-2-9 0,5 3-28 0,-5 0-23 15,0 0-46-15,2 0-38 0,-4-1-36 0,-3 2-153 16,-2-1-367-16,-6 0 162 0</inkml:trace>
  <inkml:trace contextRef="#ctx0" brushRef="#br0" timeOffset="1294.58">6439 4921 188 0,'0'0'185'0,"-5"4"2"0,5-4-13 0,-5 5-12 15,5-5-11-15,0 0-12 0,0 0-7 0,0 0-8 0,0 0-10 16,12 10-9-16,-2-9-9 0,3 0-20 0,0 2-35 15,0-2-48-15,0 2-56 0,6-3-65 0,-2 3-152 16,1-3-302-16,-5 0 133 0</inkml:trace>
  <inkml:trace contextRef="#ctx0" brushRef="#br0" timeOffset="2796.81">8322 4734 158 0,'-8'-1'188'0,"8"1"-4"0,0 0-12 16,0 0-6-16,-9 0-12 0,9 0-11 0,0 0-7 15,0 0-10-15,0 0-10 0,0 0-6 16,0 0-8-16,0 0-9 0,0 0-1 0,0 0-1 0,0 0-4 15,42 3-9-15,-23-2-9 0,10 0-1 0,-4-1-8 16,5 0-7-16,-1-1-4 0,-8 2-5 0,0-1-18 16,-2-1-8-16,3 0 0 0,-3 2 0 15,1-2 0-15,-1 1 0 0,-6-2-4 0,6 2-1 16,-8-1 2-16,2-1-4 0,-3 2 2 0,-1-2-2 0,-9 2 2 16,13-1-2-16,-13 1 1 0,9 0-3 0,-9 0 3 15,8-1-5-15,-8 1 7 0,0 0-9 0,0 0 7 16,10-2-21-16,-10 2-5 0,0 0-26 0,0 0-25 15,0 0-35-15,0 0-33 0,0 0-31 0,0 0-34 16,9 3-153-16,-9-3-380 0,0 0 168 0</inkml:trace>
  <inkml:trace contextRef="#ctx0" brushRef="#br0" timeOffset="3264.05">9125 4660 213 0,'0'0'216'0,"0"0"-8"0,0 0-4 0,0 0-13 0,5-5-8 16,-5 5-15-16,0 0-18 0,10-5-14 0,-4 2-12 16,1-2-14-16,3 0-8 0,5-5-9 0,-1 3-11 15,5 1-4-15,0-2-9 0,0 1-4 0,-3-3-3 16,1 1-9-16,-5 2-2 0,0 0-2 0,3 1-4 15,-7-1 0-15,1-2 0 0,-1 2-3 0,0-2 1 16,-1 1-2-16,-2-1-4 0,-1 1 3 0,-2 1 2 16,0 0 0-16,-1 0-8 0,-1 7-4 0,0-15 2 15,0 8-24-15,0 7 3 0,-6-13-3 0,2 8-2 16,4 5-5-16,-11-8 2 0,5 5 5 0,-3 0-2 16,1 2-8-16,8 1 6 0,-20-2-9 0,10 5 1 15,-3 0 1-15,-1 0 1 0,-1 5 0 0,-2 0 2 16,2 2-2-16,-4 2 4 0,1 1-2 0,0 5 2 15,2-3 1-15,1 5-3 0,2-3 0 0,6 0 8 16,-1-1-4-16,1 0 3 0,4-2-3 0,0 0 4 16,2-1 1-16,2 3 5 0,-1-3-7 0,4 0 2 15,-2-2 5-15,5 1 5 0,2 1-11 0,1-3 2 16,3 2 1-16,-2-4-1 0,6 3-2 16,0-5-3-16,-1 2-19 0,5-2-15 0,-2-2-24 0,9-1-27 15,-6 1-31-15,4 0-30 0,-5-2-56 0,1-1-36 16,-2 0-178-16,-1-1-445 0,0-1 197 0</inkml:trace>
  <inkml:trace contextRef="#ctx0" brushRef="#br0" timeOffset="5179.92">9875 4393 36 0,'0'0'232'16,"0"-16"-19"-16,0 8-13 0,0 8-11 0,0-12-9 0,0 12-8 15,0-11-9-15,0 11-4 0,1-8-15 0,-1 8-14 16,0 0-13-16,1-10-14 0,-1 10-10 0,0 0-14 15,0 0-9-15,0 0-8 0,0 0-2 16,0 0 3-16,0 0-11 0,0 0 2 0,5 36-2 0,-3-19 10 16,-2 0-2-16,0 3-12 0,0 7-3 15,0-3-7-15,-2 0 4 0,0-4-7 0,0 6-1 0,1-6-1 16,-1 3-5-16,0-3-2 0,-1-2-3 0,1 0 0 16,0-1 1-16,-1-4-8 0,3-3 0 0,0 1-2 15,-1 0 0-15,1 0-5 0,0-1-9 16,-1 0-11-16,-1-4-18 0,2-6-13 0,0 13-12 15,-2-10-16-15,2-3-19 0,-2 12-13 0,2-12-28 0,-6 7-28 16,6-7-22-16,-6 3-15 0,6-3-165 0,-13 2-388 16,13-2 173-16</inkml:trace>
  <inkml:trace contextRef="#ctx0" brushRef="#br0" timeOffset="5461.52">9770 4400 19 0,'14'-2'204'0,"5"-3"-17"0,2 3-6 16,1 0 2-16,5 2-9 0,-1 3-9 15,2 0-9-15,2 2-8 0,-5 2-13 0,-6 0-13 16,-1 2-10-16,-1 2-10 0,-1 1-3 0,0-1-11 16,-4 2-7-16,-1 2-5 0,-4 0-4 0,-3 2-11 0,-3 0-2 15,-1 0-6-15,-1 1-6 0,-5-2-6 0,-2 1-2 16,-3-1 0-16,-7 4-2 0,2-6-9 15,-4 3 3-15,3-5-7 0,-1 0-3 0,0-1-1 16,2-3 1-16,-2-1-7 0,3 2-10 0,-2-3-18 16,3-3-22-16,1 1-22 0,1-2-34 0,1 2-32 15,5-3-30-15,-1 1-32 0,7-2-31 0,-11 3-110 16,11-3-355-16,0 0 157 0</inkml:trace>
  <inkml:trace contextRef="#ctx0" brushRef="#br0" timeOffset="5887.68">10171 4531 56 0,'5'-8'213'0,"0"-1"-4"0,-2 3-2 16,-1 1-4-16,1 0-7 0,-3 5-16 0,4-7-20 16,-4 7-19-16,0 0-12 0,6-2-13 0,-6 2 8 15,0 0 1-15,13 17 8 0,-9-5-6 0,1 6-9 16,-1-1-8-16,1 9-14 0,-4-8-5 0,2 6-10 15,-3 1-7-15,0-5-7 0,-3-1-10 0,2 0-1 16,0-2-11-16,-2 2 9 0,1-3-10 0,0-2-7 16,0 1-3-16,0-4-2 0,1 0-3 0,-2-3-3 15,2 0-7-15,1-8 1 0,-2 11 0 0,2-11 1 16,-4 8-1-16,4-8 8 0,0 0-6 0,0 7-1 16,0-7 6-16,0 0-4 0,0 0 1 0,0 0-4 15,0 0-3-15,0 0-5 0,0 0-2 0,15-28 2 16,-8 17-7-16,0-6 3 0,6 1 1 0,0 0-3 15,5-3-1-15,-2-2 2 0,0 9-5 0,-1-1 3 16,2 2 4-16,-2 2-11 0,2 2-1 0,-5 2 2 16,1 1-2-16,-1 1 1 0,-2 3-2 0,4 2-4 15,-4 2 6-15,-2 2-2 0,2 2 3 0,-2 0 0 16,-2 3-1-16,2 0-1 0,-4 0 5 0,-2 2-9 16,-1-1-17-16,2 4-38 0,-2 2-42 0,-2-3-54 15,-2 2-65-15,2-5-54 0,-3 5-199 0,-1-4-515 16,4-1 228-16</inkml:trace>
  <inkml:trace contextRef="#ctx0" brushRef="#br0" timeOffset="6745.42">9371 5202 97 0,'-14'-1'173'0,"6"1"-8"15,-2-2 2-15,10 2-4 0,-14 0-1 0,14 0-4 0,-13 0-5 16,13 0-9-16,-7 0-12 0,7 0-12 0,0 0-15 15,0 0-10-15,0 0-10 0,0 0-9 0,0 0-4 16,0 0 0-16,0 0-2 0,41 10-5 0,-7-9-7 16,3 2-1-16,22 0-6 0,1 2-3 0,2-5-8 15,2 6-3-15,27-6-4 0,-28 1-1 0,2 3-2 16,-1-2 1-16,-3-2-8 0,-1 1-1 0,-2 4-1 16,-2-3-2-16,-6 2-2 0,-10-1-1 15,-1 0-5-15,-2 1-1 0,-2-1 3 0,-5 1-4 16,1-1 1-16,-3 1-2 0,-6-3 1 0,-4 1 0 0,1-1 0 15,-2 0-4-15,-6 0 4 0,-1-1 3 0,-1-1 3 16,-9 1 9-16,18 1 7 0,-13-2 4 0,-5 1 2 16,12-1 0-16,-12 1 0 0,9 0 0 15,-9 0-9-15,0 0-4 0,9 0-4 0,-9 0-10 16,0 0-19-16,0 0-17 0,0 0-30 0,0 0-34 0,0 0-39 16,0 0-43-16,0 0-33 0,0 0-32 0,0 0-152 15,0 0-422-15,0 0 186 0</inkml:trace>
  <inkml:trace contextRef="#ctx0" brushRef="#br0" timeOffset="18107.25">11135 4659 42 0,'2'-4'199'15,"2"-1"-7"-15,-4 5-7 0,3-9-11 0,-1 3-6 16,-2 6-6-16,0-11-15 0,0 11-2 0,-1-8-13 16,1 8-4-16,-1-10-9 0,1 10-7 0,-6-8-17 15,6 8-7-15,-3-7-10 0,3 7-9 0,-13-6-7 16,8 6-5-16,5 0-4 0,-19 0-11 0,6 3-3 15,1-2-5-15,-2 3-3 0,-6 1-2 0,3 1 0 16,1 1-8-16,4-2 2 0,-4 3-2 0,0 1-5 16,0-1-2-16,7 1-2 0,0-2 1 0,0 4-2 15,-1 0-1-15,1-1 0 0,3-1-2 0,-2 2-2 16,5-2-1-16,-1 0 3 0,2 0-3 0,-1 0-2 16,4-1 1-16,-2-1 3 0,1-7-4 0,5 12 5 15,-2-7 0-15,1 0-4 0,4-1 1 0,-2-1 1 16,4-1-1-16,0 0 0 0,-2-2-2 0,2-2 4 15,5 0-3-15,-3-3 0 0,4-2 1 0,-4 0-3 16,3-2 1-16,1-2 0 0,-3-2-1 0,0 0 0 16,0 0 5-16,0 0-7 0,-3-6 2 0,-1 4-1 15,4-7 5-15,-5 5-1 0,-1-2 6 0,-2 0-2 16,-1 0 7-16,0 0-7 0,-2 0 9 0,2-1-25 16,-2 1 4-16,0 2 12 0,0 4 8 0,-1 2-2 15,0 1 4-15,-1 1 2 0,1 1-3 0,-1 8-4 16,0-9 0-16,0 9-10 0,0 0 1 0,0-10-5 15,0 10-2-15,0 0 1 0,0 0 3 0,3 23 2 16,-3-7 1-16,0 2-1 0,-4 7 0 0,4 3 0 16,0 1 2-16,-1 0 5 0,1-2 0 0,-1 1-7 15,1-3-11-15,1 1-5 0,0 0-21 0,3-1-26 16,-4-1-36-16,-3 4-33 0,6-4-58 0,-7 1-60 16,-1 0-152-16,2-6-430 0,-2-1 191 0</inkml:trace>
  <inkml:trace contextRef="#ctx0" brushRef="#br0" timeOffset="19225.98">11554 4442 98 0,'-3'-9'205'0,"3"9"-11"0,-1-10-27 0,1 10-7 16,-2-6-7-16,2 6-9 0,0 0-15 0,0 0-22 16,-3-8-9-16,3 8-14 0,0 0-7 0,0 0-11 15,0 0 0-15,0 0 3 0,-1 22-8 0,1-11-9 16,-1 2-3-16,-1 4-3 0,2 0-5 0,-2 3 1 16,0-1 0-16,1 6 1 0,-3-6-1 0,1 7-6 15,1-6-2-15,1 3 1 0,-2-4-2 0,2 0 1 16,-2 0 0-16,2 0-3 0,-3-2-5 0,3-1-1 15,1 1-1-15,-1-5-4 0,-2 4 1 0,2-5 2 16,0-2-5-16,1 0-5 0,-2 1-2 0,2-10-9 16,0 12-6-16,-3-7-14 0,3-5-14 0,0 0-18 15,0 12-20-15,0-12-24 0,0 0-21 0,-3 7-27 16,3-7-26-16,0 0-27 0,-12 0-100 0,12 0-319 16,0 0 141-16</inkml:trace>
  <inkml:trace contextRef="#ctx0" brushRef="#br0" timeOffset="19502.52">11505 4447 70 0,'4'-5'131'0,"0"-1"-9"15,1 3-2-15,-2-2-8 0,-3 5-12 0,8-7-9 16,-8 7-3-16,10 0-10 0,-10 0-5 0,0 0-8 15,11 8-3-15,-7-3-2 0,0 1-9 0,0 4-5 16,-1 0-5-16,-3 7 4 0,-2-1 0 16,-2 2-4-16,1-1-4 0,-2 1-6 0,-2 2 0 15,0-3-3-15,-1 1-3 0,0-1 0 0,-1 0-7 0,-1-1 1 16,-1-4 2-16,2 1 0 0,-2-1-15 0,2-2-18 16,-2 2-18-16,-1-4-31 0,3-2-37 0,-3 1-22 15,5 0-111-15,-5 0-250 0,6-2 112 16</inkml:trace>
  <inkml:trace contextRef="#ctx0" brushRef="#br0" timeOffset="19961.95">11601 4750 77 0,'0'0'187'0,"0"0"-12"0,5-3-15 0,-5 3-11 0,0 0-27 16,0 0-8-16,0 0-13 0,0 0-13 0,0 0-9 16,0 0-8-16,0 0-5 0,0 0-5 15,9 9-3-15,-5-2-7 0,-4-7-3 0,2 11 5 0,-1-2-5 16,0-3-2-16,0 4-1 0,2-3-5 16,-3 2-4-16,1 0 4 0,-1 1 1 0,0-1-1 0,0-2-4 15,0-7-7-15,0 13-2 0,0-13 0 0,0 6-6 16,0-6 5-16,0 0 2 0,0 8 12 15,0-8 7-15,0 0 12 0,0 0 12 0,0 0-6 16,0 0-10-16,0 0-1 0,0 0-6 0,0 0-5 16,0 0-2-16,0 0-3 0,0 0-5 0,0 0-3 15,-11-20-3-15,11 20-5 0,2-19-6 0,2 8 2 0,4 1-6 16,-2-2 1-16,3-2-4 0,5 4-1 0,-1-1-3 16,-4 4 0-16,2-3-4 0,-3 7 3 15,2-4-4-15,0 4 3 0,-2 1-4 0,1 2 1 16,-9 0-3-16,18 2-1 0,-11 0 2 0,0 1 0 15,1 2-1-15,0 0 3 0,-1 5-1 0,-1-2 2 0,-4 2-4 16,0 0 1-16,1 3-4 0,-3-2-12 0,1-1-15 16,-1 2-23-16,-1 0-29 0,-2 0-21 0,-3-2-40 15,2-1-27-15,-3 0-41 0,2 1-136 16,-2-5-380-16,7-5 169 0</inkml:trace>
  <inkml:trace contextRef="#ctx0" brushRef="#br0" timeOffset="20374.09">11581 4360 104 0,'0'0'100'0,"8"-1"-4"0,0-2-4 0,1 0-3 15,2 3 8-15,3 2-9 0,-3 0-6 0,7 1 0 16,-7 1-10-16,-4 2-1 0,2 1-12 0,0 1-8 15,-3 0 6-15,-1 3-11 0,-1-1 4 0,-1 1-8 16,-3 1-3-16,-1 1-2 0,-3-6-1 0,-2 9-10 16,1 0 6-16,-6-2 0 0,2 1-6 0,-1-3-8 15,0-3 11-15,0-2-10 0,-3 4 4 0,1-4-7 16,2 1-8-16,1-2-15 0,-3 1-15 0,1-1-9 16,2-1-31-16,-1 0-23 0,-1-1-25 0,3 1-15 15,1-1-72-15,7-4-212 0,-13 7 94 0</inkml:trace>
  <inkml:trace contextRef="#ctx0" brushRef="#br0" timeOffset="20718.41">11960 4592 13 0,'0'0'224'16,"0"0"-13"-16,0-10-17 0,0 10-18 0,0 0-22 15,0 0-15-15,0 0-10 0,0 0-15 0,0 0-9 16,-9 20-5-16,3-4 0 0,-3 3-6 0,-4 3-6 15,2 2-9-15,-3 0-6 0,7 0-8 0,1-5-7 16,1 1-1-16,-2 6-10 0,2-7-1 0,3 0-6 16,0-2-4-16,0 0-14 0,4 0-17 15,0-5-26-15,0 0-42 0,1 0-39 0,4-2-37 0,-3-4-43 16,1 0-129-16,3 0-336 0,-8-6 149 0</inkml:trace>
  <inkml:trace contextRef="#ctx0" brushRef="#br0" timeOffset="21155.82">12056 4691 92 0,'0'0'176'0,"13"1"0"0,-13-1-9 0,17 8-9 16,-9-3-9-16,3 2-3 0,-3 0-21 15,2 2-6-15,-3 1-8 0,-1 2-9 0,0-2-8 16,-2 0-5-16,2 2-5 0,-4-1-6 0,-2 1-13 15,0-2-4-15,0 0-5 0,-2-1-4 0,-3 0-6 0,2-1 0 16,1-2-3-16,-2 0-4 0,4-6-4 0,-5 9-2 16,1-7 0-16,4-2-4 0,-6 3-3 0,6-3-1 15,0 0-5-15,0 0 0 0,0 0-4 16,-8-11-5-16,8 11-8 0,1-13-2 0,3 3-4 16,1-1 0-16,3-4-7 0,2 0 1 0,1-2 2 0,0 2-1 15,0-2-1-15,1 1 5 0,-1 0-4 0,-2 1 2 16,3 2-1-16,-6 2 3 0,1 2 0 15,-1-1 5-15,-1 3 6 0,-1 0 6 0,-2 0 5 0,-2 7 3 16,7-7-3-16,-7 7 2 0,2-5-5 16,-2 5-7-16,0 0 0 0,0 0 0 0,0 0-1 0,0 0 2 15,-10 19 8-15,5-9 1 0,0 0-5 0,-1 6 3 16,3-5-1-16,-2 2-2 0,2-1 0 0,3 3 2 16,-1-1-3-16,1 0 3 0,1-1-4 15,2-2-4-15,4 3-11 0,-3-3-18 0,4-1-29 16,1-1-26-16,0-2-28 0,-1 0-30 0,4-3-32 15,1-1-16-15,1 1-154 0,-3-2-364 0,2-2 162 0</inkml:trace>
  <inkml:trace contextRef="#ctx0" brushRef="#br0" timeOffset="21332.46">12479 4575 162 0,'0'0'147'0,"0"-9"-8"0,0 9-8 16,0 0 7-16,0 0 11 0,0 0-6 0,17 19-1 15,-11-2 3-15,-2 1-14 0,1 5-10 0,-1 3-13 16,2 0-8-16,-2 3-7 0,-2 3-9 16,-2-3-4-16,-4 1-24 0,-2 1-29 0,-4 0-45 15,-3-2-52-15,-2-1-65 0,-2 2-178 0,-4-3-337 16,-3-4 149-16</inkml:trace>
  <inkml:trace contextRef="#ctx0" brushRef="#br0" timeOffset="21767.89">10767 5185 70 0,'0'0'192'0,"0"0"-10"0,0 0-4 0,-10-2-19 16,10 2-8-16,0 0-5 0,0 0 2 0,33 4-9 15,-1-4-8-15,20 2-7 0,12-2-11 0,35 0-13 16,2-3-5-16,6 0-9 0,2 2-7 0,3-2-7 15,-2-1-2-15,-2 1-10 0,-2 0-9 0,-3 0-4 16,-6 3-2-16,-6 3-7 0,-28-4-2 0,-2 2-1 16,0-2-7-16,-5 2-5 0,-18-1 0 0,-1-1-3 15,-3-1-1-15,-15 4 1 0,1-4-5 0,-8 4 0 16,-1-2-3-16,-2-2-1 0,-2 4 1 0,-7-2-2 16,0 0-3-16,6 2-10 0,-6-2-17 0,0 0-20 15,-34 9-30-15,8-3-31 0,-6 1-28 0,-4 2-28 16,-12 1-36-16,-5 3-149 0,-1-2-370 0,-4 3 164 15</inkml:trace>
  <inkml:trace contextRef="#ctx0" brushRef="#br0" timeOffset="22307.8">11236 5774 107 0,'-2'-17'260'0,"0"7"-19"0,-2 1-5 0,0-1-10 16,0 1-6-16,1-1-13 0,-3 2-15 0,1 0-11 16,-1 1-4-16,-2 2-16 0,3 0-14 0,-1-1-16 15,-1 5-14-15,7 1-12 0,-14 0-14 0,5 3-4 16,-1 3-13-16,0 2-3 0,1-1-12 0,-3 6-2 15,2-1-9-15,-1 2 0 0,2 0-10 0,0 3 0 16,0-3-8-16,5-4 0 0,0 2-1 0,0-1-7 16,4-2-2-16,0 1 0 0,2-2 1 0,2 1-4 15,2-2-5-15,-1-3 2 0,6 3 0 0,1-3-7 16,2-3-1-16,-1 0-1 0,1-2-4 0,4-5 6 16,0 0-6-16,-3 1 5 0,3-5-6 0,-3 0 2 15,2-4-5-15,1-5 0 0,-4 3 3 0,0-6 1 16,0-2-4-16,-3-2 11 0,0-1-9 0,-4 0-1 15,0-1 3-15,-1-2-2 0,-2 2 0 0,-4 0-3 16,1 1 3-16,-1 0-1 0,0 1 10 0,-3 10 8 16,1 5 3-16,2 0 11 0,0 3 2 0,-2 1-10 15,2 7-8-15,-3-9-5 0,3 9-1 0,0 0 1 16,0 0-1-16,0 0 0 0,-3 27 7 0,5-2 0 16,-4 4 2-16,1 0-1 0,0 5 2 0,-2-1-1 15,1 1 0-15,2 0-5 0,-3-3 2 0,3 2 2 16,0-2-6-16,5-4 4 0,-2 0-19 0,-1-1-16 15,-2-7-32-15,2 1-27 0,-2-2-31 0,-2 3-45 16,4-7-49-16,-1-2-46 0,-1 0-47 0,-1-1-162 16,1-4-497-16,0-7 219 0</inkml:trace>
  <inkml:trace contextRef="#ctx0" brushRef="#br0" timeOffset="22721.39">11491 5634 59 0,'4'-5'225'16,"1"0"-16"-16,4 2 2 0,0 3 0 0,-9 0-3 16,23 4-13-16,-14 2-3 0,1 0-6 0,3 5-15 0,-1 1-12 15,0 0-14-15,-5 2-11 0,0 3-13 16,1-1-12-16,-3 1-8 0,-1-3-10 0,-1 3-7 16,-3-4-8-16,-2-1-7 0,0 0-7 0,-3 0-3 15,2-1-8-15,-2-3-3 0,-1 0-6 0,4-1-2 16,-3-3 6-16,5-4-5 0,-4 9-7 0,4-9-5 0,0 0-1 15,-10 0-1-15,10 0-8 0,0 0-7 0,0 0-2 16,2-25 2-16,1 15-6 0,7-5 2 0,-3-1-10 16,3-1 0-16,6-6-5 0,-1 0 6 15,1 0-3-15,4 0 1 0,-3-1 1 0,0 3 1 16,-1 1 0-16,-5 4-3 0,3 2 3 0,-8 4 8 0,1 1 2 16,0 2 12-16,-2-3 3 0,1 6 5 15,-6 4 0-15,2-7-6 0,-2 7-7 0,5-3-1 16,-5 3 2-16,0 0 9 0,0 0 0 0,-2 23 5 15,-2-11 0-15,-4 5-1 0,2-1 0 0,3 2-3 0,-3-1-4 16,3 1-4-16,3-1 5 0,0 0 1 16,3-2-10-16,1 0-15 0,3-2-20 0,2-1-30 0,6-1-42 15,1 0-34-15,2-3-32 0,2-2-48 16,10-3-44-16,-1 1-53 0,0-5-163 0,-2-1-504 16,-4 1 222-16</inkml:trace>
  <inkml:trace contextRef="#ctx0" brushRef="#br0" timeOffset="24696.44">13911 4932 19 0,'-12'-1'214'0,"5"1"-1"0,-4 0-25 0,11 0-8 15,-10-1-12-15,10 1-13 0,-8-2-9 0,8 2-16 0,0 0-15 16,0 0-9-16,0 0-5 0,23-7-13 0,-6 6-8 15,4-1-10-15,6-1-17 0,-4 2-31 0,-2 0-29 16,-2 1-27-16,1 1-37 0,0-1-17 0,-4 0-28 16,-1 1-14-16,-1 0-20 0,-3 3-92 0,1-3-263 15,-12-1 117-15</inkml:trace>
  <inkml:trace contextRef="#ctx0" brushRef="#br0" timeOffset="24866.7">14051 4996 85 0,'0'0'127'0,"-8"4"4"16,8-4-3-16,-5 4-13 0,5-4-9 16,0 0-9-16,0 0-11 0,-6 5-3 0,6-5-7 0,0 0-7 15,0 0-4-15,0 0-11 0,11 10-6 0,0-8-30 16,1 1-27-16,1-2-43 0,7 2-50 0,0-2-86 16,7 1-203-16,0-4 90 0</inkml:trace>
  <inkml:trace contextRef="#ctx0" brushRef="#br0" timeOffset="25428.05">15138 4847 135 0,'-4'4'156'0,"4"-4"-6"0,0 0-6 0,0 0-6 0,-6 6-9 16,6-6-5-16,0 0-9 0,0 0-6 0,0 0-4 15,0 0 0-15,0 0 2 0,0 0-2 0,0 0-1 16,0 0-5-16,0 0-2 0,15 7-5 16,-15-7-5-16,16-4-7 0,-3 0-4 0,-7 1-5 15,2 1-5-15,2-3-3 0,0 0-4 0,-1 0-10 0,0-4-1 16,2 1-6-16,-1 0-3 0,-1-1-6 0,2-4-1 16,0 2-4-16,-3 3-4 0,1-3-3 0,-1-1-1 15,-1 1-1-15,-3 2-4 0,0-1 4 0,-1-1 5 16,-1 3-5-16,-2 1-3 0,3-1-5 0,-3 8-4 15,-4-12 4-15,4 12-2 0,-4-11-2 0,0 8-4 16,4 3 0-16,-11-4 1 0,2 4-4 0,-4 2 3 16,-1 2-1-16,-4 3 0 0,-1 1 6 0,-5 7 0 15,1 1-1-15,0 0 2 0,1 4 2 0,7-8 4 16,-1 4-2-16,3-1-19 0,2-1-2 0,-1-1 4 16,5 3 0-16,1 0 7 0,3 0 7 0,0-5 5 15,4 2-4-15,2 0-3 0,1 2 1 0,5 1 5 16,5-3-6-16,4-2-1 0,7 4-5 0,4-5-17 15,1-1-27-15,3-3-24 0,5 1-39 0,-3-3-44 16,2-1-42-16,0-2-44 0,-5 2-159 0,0-5-425 16,-1 0 188-16</inkml:trace>
  <inkml:trace contextRef="#ctx0" brushRef="#br0" timeOffset="25937.32">16016 4568 75 0,'2'-12'246'0,"-2"0"-4"15,-2 2-12-15,2 0-6 0,2 0-6 0,-2 3-6 16,0 7-12-16,0-9-9 0,0 9-21 0,0 0-22 16,1-12-16-16,-1 12-16 0,0 0-16 0,0 0-8 15,0 0-11-15,0 0-2 0,0 0 3 0,1 41-4 16,1-22 5-16,-4 5-6 0,2 1-8 0,0 0-3 16,0 0-2-16,0-6-10 0,2 0-2 0,-4 2-10 15,2-4-1-15,-1 3-5 0,0-2-6 0,1 0 4 16,-2 1-6-16,1-4 0 0,-1-2-5 0,0 2-14 15,2-3-15-15,-2 0-19 0,0-2-29 0,0-1-22 16,1 1-25-16,-1-3-29 0,-3-2-42 0,5-5-32 16,-2 9-31-16,2-9-207 0,-8 5-479 0,8-5 213 15</inkml:trace>
  <inkml:trace contextRef="#ctx0" brushRef="#br0" timeOffset="26207.21">16013 4461 126 0,'23'3'177'0,"-3"-1"1"15,10 6-5-15,0 0-17 0,0 3-5 0,-1 3-6 16,0 2-3-16,-3-1-21 0,-1 3-7 0,-3 1-8 16,-9-5-3-16,5 7-14 0,-9-6-7 0,-2 5-3 0,-1-2-9 15,-5-2-5-15,-2 5-3 0,-6-3-6 16,-1 0-3-16,-7 2-7 0,-3-2-1 0,-3 0-6 15,-5-2-2-15,1-1 0 0,0-2-6 0,-2 0-2 16,0-2-3-16,-1-3-2 0,8-3-3 0,-1-1-14 16,0-1-17-16,-1 2-26 0,4-5-25 0,0 4-31 15,7-1-30-15,1-2-52 0,2 1-176 0,1-1-378 16,7-1 168-16</inkml:trace>
  <inkml:trace contextRef="#ctx0" brushRef="#br0" timeOffset="26602.23">16475 4685 51 0,'4'-6'244'0,"0"3"-8"0,-4 3-24 16,6-5-25-16,-6 5-19 0,0 0-16 0,0 0 7 16,0 0-3-16,12 18 4 0,-10 0-14 0,-2 0-21 0,0 7-3 15,0 2-7-15,2-2-2 0,-2 1-9 0,-2-1-16 16,1-6-9-16,1 0-5 0,3 0-3 15,-3-1-9-15,0-4-6 0,0 3-4 0,0-5-3 16,1-1-4-16,-2-2-3 0,2-4-5 0,-1-5 2 16,0 11 4-16,0-11 8 0,0 8 8 0,0-8 7 15,0 0 6-15,0 0-3 0,1 6-6 0,-1-6-1 16,0 0-6-16,0 0-11 0,0 0-8 0,12-26-4 16,-5 16-3-16,1-4-4 0,2 0-7 0,2-1 1 15,4-6-6-15,3 2-4 0,0 2-5 0,-6 4-9 16,8-3 0-16,-6 6 2 0,-1 1-4 0,-1 3 0 0,0 2-2 15,0 1-2-15,-3 2 6 0,0 2-5 0,0 3 1 16,-1 2-4-16,-1 1 7 0,-2 2 0 16,-1 2 4-16,-1 1-10 0,-1 0-2 0,-3 0-10 15,1 4-16-15,-2 1-15 0,-1-6-34 0,-1 5-37 16,-4-4-51-16,4 0-65 0,-1 0-62 0,-1 0-159 0,-1-3-499 16,0 0 221-16</inkml:trace>
  <inkml:trace contextRef="#ctx0" brushRef="#br0" timeOffset="26806.59">17043 4850 233 0,'0'0'232'16,"0"0"-20"-16,5-7-22 0,-5 7-23 0,0 0-15 0,0 0-7 15,0 0-26-15,0 0-29 0,0 0-36 0,0 0-51 16,6 12-66-16,-6-12-64 0,0 0-108 16,3 8-254-16,-3-8 112 0</inkml:trace>
  <inkml:trace contextRef="#ctx0" brushRef="#br0" timeOffset="27435.08">17532 4642 59 0,'0'0'281'0,"-5"-8"-10"0,5 8-4 0,-6-9-16 0,-1 5-22 16,0 1-11-16,-4 0-22 0,1 1-15 0,-4 2-18 16,0 1-9-16,-4 3-23 0,0 2-8 0,-1 3-15 15,0 0-6-15,1 2-10 0,-4 4-13 0,7-4-8 16,0 5-27-16,2-2-5 0,1 1-4 0,3-2-1 15,3 0-3-15,1 1-5 0,0-4-2 16,2 2 7-16,2-2-10 0,2 1-5 0,3-1 7 16,0 0-7-16,1-3 1 0,1 1-5 0,1-4-6 0,3 1-1 15,2 0 0-15,-1-2-2 0,4-1-4 0,-2 0 0 16,6-5 2-16,-3-1-5 0,2 1 1 0,-7-4-2 16,4-1-3-16,-2-3 1 0,2-1 3 0,-4-2 5 15,-2-2-7-15,-3 1 1 0,-1-4 2 16,-2-1-2-16,2-5-3 0,-3-2 2 0,-2 1 5 0,0-3-4 15,0 3 4-15,-1-2-4 0,0 2 3 0,-3-1 5 16,1-2-1-16,-2 4 1 0,1-1-3 0,-1 7 7 16,3 2 4-16,-2 7 2 0,1-3 7 0,2 4 2 15,-1 0 1-15,0 4-4 0,2 5-2 0,-1-9-11 16,1 9 2-16,0 0-1 0,0 0 3 0,-4 20-1 16,2-1-1-16,0 10 5 0,2-1-1 0,-1 3 4 15,1 3 1-15,1-3-2 0,-1 0-2 0,0 1-3 16,2-1 14-16,-1-2-14 0,0 2 3 0,2-2-4 15,-3-3-16-15,2 0-32 0,-2-6-29 0,0-2-44 16,0 2-45-16,-1-4-57 0,1 1-62 0,-4-1-184 16,-1-4-496-16,0-2 220 0</inkml:trace>
  <inkml:trace contextRef="#ctx0" brushRef="#br0" timeOffset="28113.79">18302 4463 132 0,'0'0'259'16,"2"-8"-19"-16,-2 8-21 0,0 0-22 0,3-5-21 0,-3 5-15 15,0 0-3-15,0 0 0 0,-14 17-7 0,2-6-16 16,-3 3-7-16,-3 4-4 0,-3 4-13 15,0-1-5-15,3 0-12 0,-1-2-10 0,0-1-8 0,7-4-6 16,0 1-9-16,0-4-7 0,4-2-7 16,0 0 3-16,-1-1-10 0,2 0 5 0,0 0-1 15,2-3-13-15,1-1 5 0,-1 1-12 0,5-5-3 0,-5 7 3 16,5-7-3-16,-5 3 0 0,5-3-3 0,0 0-5 16,0 0 4-16,-5 6-6 0,5-6-15 15,0 0-4-15,0 0-11 0,0 0-9 0,0 0-2 16,0 0-6-16,0 0 0 0,0 0 3 0,27-2-2 15,-16 2 10-15,3 0-11 0,2 4 4 0,-1-1-7 0,-2-2 0 16,3 4-1-16,2-3-3 0,0 2 3 0,0-1 1 16,1 1 7-16,0-1 0 0,-1 0 1 0,4-1 5 15,0 0 1-15,-3 2 5 0,1-2 1 16,-2 0-3-16,3-1 1 0,-9-1 7 0,3 0-3 16,-3 0 9-16,1-1-3 0,-1-3 8 0,-1 2 4 15,-5-2 2-15,3-1 20 0,-5 0 3 0,1-6 11 0,-3 2 9 16,-1-2-1-16,-2-1 5 0,-1 1 1 15,-3-6-1-15,-1 0 3 0,-2 0-1 0,-4-7 1 0,1 9-4 16,1-1 5-16,-3 0 0 0,3 2-8 0,1-2-7 16,-2 4-2-16,3 3-7 0,1-1-1 15,1 3 5-15,-1 1-17 0,3 0 4 0,0 2-30 0,4 4-23 16,-7-7-36-16,7 7-39 0,-4-4-52 0,4 4-40 16,0 0-48-16,0 0-186 0,0 0-467 15,0 0 207-15</inkml:trace>
  <inkml:trace contextRef="#ctx0" brushRef="#br0" timeOffset="33724.15">18823 4353 74 0,'1'-7'142'0,"-1"7"-4"0,0 0 0 0,2-11-5 16,-2 11 1-16,0 0-7 0,0-7-6 0,0 7-8 16,0 0-15-16,0 0-7 0,0 0-7 15,2-8-7-15,-2 8-13 0,0 0-7 0,0 0-11 16,0 0-3-16,0 0-4 0,0 0-4 0,0 0-4 16,0 0 1-16,0 0-1 0,-4 37-1 0,0-19 3 15,1-1-4-15,-3 2 2 0,1 6-2 0,-1 3-2 16,0-4-4-16,-1-1 2 0,5-2-8 0,-1-2 2 15,-1-1-3-15,-1 1-1 0,0-2 0 0,1-1-2 16,0 3 2-16,4-2 0 0,-2-5-3 0,0 4-2 0,1-3-2 16,-1-1 3-16,2-1-8 0,-2 1-12 15,1-2-11-15,0 0-22 0,-2 1-20 0,2-5-45 16,-2 1-29-16,3-7-18 0,-5 12-132 0,2-8-309 16,3-4 136-16</inkml:trace>
  <inkml:trace contextRef="#ctx0" brushRef="#br0" timeOffset="33993.56">18814 4253 25 0,'8'-3'111'0,"1"0"-6"0,1 3-6 16,0 3-4-16,-2 2-14 0,3 1 3 0,-4 1-11 15,-1 3-3-15,0 0-8 0,3 6 8 0,-4-2-20 16,-3 3-4-16,-2-3-13 0,-3 3 13 0,-1 2-7 16,-3-3 2-16,-5 1-2 0,-6 3-5 0,3-2-7 15,0-2 4-15,-5 0-6 0,3-3 1 0,0-4-9 16,-1 2 5-16,0-2 0 0,2-1-23 0,3-3-25 16,0-2-22-16,3 2-20 0,-2 0-25 0,5-2-97 15,7-3-206-15,-11 4 92 0</inkml:trace>
  <inkml:trace contextRef="#ctx0" brushRef="#br0" timeOffset="34377.64">18952 4608 137 0,'9'2'144'0,"-9"-2"3"0,2 8-6 0,-2-2-9 15,2 4-6-15,-1-1-2 0,-4 4-7 0,5-1-9 16,-4 3-5-16,2 0-14 0,0 1-5 0,-1-5-5 16,1 1-6-16,-1 1-8 0,1-4-3 0,-3 2-7 15,2-3-6-15,-1 2-2 0,2-5-1 0,0-5-1 16,-2 12 0-16,2-12 15 0,-1 6 13 0,1-6 17 16,0 0 20-16,0 0 2 0,0 0-9 15,0 0-11-15,0 0-17 0,0 0-5 0,0 0-6 0,0 0-4 16,-4-22-9-16,7 11-5 0,-1 2-7 0,5-9-1 15,0 3-7-15,1 0-3 0,5-1-7 0,0 2-2 16,7-4-4-16,-3 6 2 0,0 2-6 0,2-1-1 16,-2 4-1-16,0 4-5 0,-3-2 1 0,-1 7-3 15,1-2-3-15,-1 3 0 0,-1 4-4 0,-3-2-2 16,4 5-2-16,0 2-14 0,-7-2-13 0,-1 1-21 16,1 0-22-16,-1 5-29 0,0 0-45 0,-3-4-42 15,-1-1-51-15,-2 5-147 0,0-4-424 0,0-2 187 16</inkml:trace>
  <inkml:trace contextRef="#ctx0" brushRef="#br0" timeOffset="48277.94">19466 4359 101 0,'1'-7'143'0,"-1"7"4"0,7-11 10 16,-5 7-4-16,2-2-19 0,-4 6-12 0,4-10-5 15,-4 10-9-15,3-5-7 0,-3 5-13 16,0 0-9-16,3-6-3 0,-3 6-13 0,0 0-11 15,0 0-2-15,0 0-11 0,0 0-2 0,0 0-6 16,0 0 1-16,0 0-3 0,-6 25 3 0,2-9-5 16,-2-4-2-16,-1 6 2 0,-3 5-2 0,3-4-2 15,-1-1 0-15,1 7-7 0,1 0 7 0,1-1-3 16,1-5-3-16,0-3-3 0,1 2 1 0,3-3 0 16,0 3-4-16,2-3 2 0,0 3 0 0,3-3-1 15,-1 2-5-15,0-6-3 0,0 1-11 0,4 3-14 0,-3-5-28 16,2 1-21-16,1-2-44 0,0 0-31 0,-1-1-158 15,-2 2-327-15,-2-4 144 0</inkml:trace>
  <inkml:trace contextRef="#ctx0" brushRef="#br0" timeOffset="48773.73">19614 4456 73 0,'8'-3'124'0,"-8"3"2"16,0 0 1-16,14 4 4 0,-8 0-16 0,1 4 2 15,0 1-1-15,5 2-11 0,-6 1-5 0,0 2-12 16,1 2-6-16,-1-1-2 0,-1 2-7 0,-2 2-3 16,-3-3-17-16,1-4 2 0,-2 1-6 0,-2 3-3 15,1-4-5-15,-3-2-2 0,0 3-2 0,-1-4-1 16,3-3-5-16,-3 0-4 0,-2 0-2 0,0 0 0 0,3-2 1 15,-2-1-2-15,7-3-1 0,-11 3-3 0,11-3 7 16,-12-3-11-16,12 3 2 0,-7-9-3 0,4 2-1 16,2-2-5-16,1 9-2 0,5-20-4 15,-1 8 7-15,4-5-3 0,3 4-3 0,-1-1-2 16,2-3-2-16,2 1 2 0,-3 0-1 0,7-2 1 0,-5 4-2 16,1 3-3-16,-1-2 4 0,-4 5 1 0,1-3 0 15,-2 4 4-15,-1-2 1 0,-1 3 1 16,0 2 7-16,-2 0 2 0,-4 4 7 0,6-6-2 15,-6 6 1-15,4-5-4 0,-4 5 0 0,0 0-5 16,5-3-2-16,-5 3-4 0,0 0-1 0,0 0-2 16,0 0 7-16,0 0-11 0,0 0 4 0,-4 20 5 0,0-11-2 15,0 1 1-15,1 2 0 0,-4 2 2 16,5 0 1-16,-2-4 6 0,-1 6-8 0,2-3 3 16,1 2-3-16,0-2-1 0,1-2-4 0,1 1-4 15,1-1-18-15,2 2-19 0,1-1-20 0,-2-3-32 16,5 2-46-16,2-3-22 0,-2 2-32 0,1-3-129 0,0-1-342 15,1 0 152-15</inkml:trace>
  <inkml:trace contextRef="#ctx0" brushRef="#br0" timeOffset="48966.71">19998 4395 10 0,'2'-7'170'0,"2"4"-12"0,-4 3-18 16,6-3 15-16,-6 3-8 0,0 0-3 15,18 13-3-15,-13-3-13 0,7 4-10 0,-3 3 1 16,2 8-12-16,-2 2-14 0,-1 2-4 0,-3-2-4 16,-1 4-10-16,-3-4-9 0,-3 6-19 0,-6-2-26 15,-1 1-43-15,-4-1-54 0,-1-4-43 0,-4 2-50 16,-5-3-103-16,-4 1-294 0,-4-4 131 0</inkml:trace>
  <inkml:trace contextRef="#ctx0" brushRef="#br0" timeOffset="49532.32">18115 4999 64 0,'0'0'194'0,"-13"0"-8"0,13 0-4 0,-10-3-16 15,10 3-10-15,-8-1-18 0,8 1-13 0,0 0-17 16,0 0-7-16,0 0-2 0,0 0 3 0,44 12-5 16,-9-5 0-16,27 0-17 0,30 3-4 0,4-3-6 0,11-2-4 15,8-2-8-15,6 1-5 0,7-4-7 16,-2 3-5-16,-1-1-4 0,-4 4-1 0,1-4-3 15,-7-4 0-15,2 5-8 0,-9-2 1 0,-4 4-3 16,-9-5 0-16,-31 0-1 0,-2 8-3 0,1-5-6 16,-9-1 5-16,-16 1-5 0,-2-1 3 0,-7-1-4 0,-8 2-2 15,-5-3-2-15,-3 4 5 0,-5-2-1 16,-1-2 11-16,-7 0 0 0,11-2 10 0,-11 2 1 16,10 2-1-16,-10-2 1 0,0 0 2 0,0 0-9 15,0 0 2-15,0 0-5 0,0 0-13 0,0 0-15 16,0 0-29-16,0 0-34 0,0 0-36 0,0 0-41 0,-43-3-52 15,30 6-214-15,-1-1-444 0,-3 1 197 0</inkml:trace>
  <inkml:trace contextRef="#ctx0" brushRef="#br0" timeOffset="50958.28">19114 5737 97 0,'0'0'181'0,"-1"-12"-3"16,1 12-6-16,-5-8-10 0,5 8-11 0,-4-9-8 16,0 4-13-16,4 5-13 0,-10-7-6 0,4 4-4 0,-2-1-11 15,-2 3-5-15,2-1-7 0,-1 0-11 16,-2 1-7-16,0 1-7 0,-1 3-6 0,0-1-5 15,1 2-2-15,-2 2-7 0,1 1-3 0,-2 2-4 16,0 2-7-16,-2-2 2 0,4 2-2 0,-1 0 0 16,4-3-5-16,3 3 1 0,0-1-4 0,-1 0-1 15,5-1-3-15,-1 1-1 0,4-1 0 0,-1 1-1 16,3-2-1-16,1 2-2 0,2-4 3 0,3 1-3 16,3-2-2-16,-2 1 2 0,3-3-7 0,1-2-5 15,-1 2 1-15,6-2-2 0,-4-2 5 0,0 0 7 0,1-3-12 16,2-2 3-16,-7 1 2 0,6-4-1 0,-8-1 4 15,3-3 1-15,-3-3 0 0,-1-1 3 16,1-2 8-16,1-4 13 0,-5-2 0 0,2-3 0 16,-2-1-3-16,-1 0 1 0,1-1 7 0,-3-2-1 15,1-1 4-15,-2 4 6 0,3 4 3 0,-3 4 15 0,0 4 8 16,1 1-2-16,0 5 2 0,-2 0-6 0,0 3-6 16,0 8-2-16,0-10-15 0,0 10-7 0,2-6-5 15,-2 6-6-15,0 0 4 0,0 0 3 16,5 30-13-16,-4-3 2 0,0 0-2 0,-2 6 3 0,0 2-1 15,0-1-2-15,-2-1 3 0,2 2-6 0,-2 0 6 16,-1-3-8-16,3 1-7 0,1-3-14 0,-4-2-27 16,1 2-30-16,-2-3-35 0,2-2-50 0,-1 0-56 15,3-7-54-15,-2-1-206 0,2-1-507 16,-2-6 225-16</inkml:trace>
  <inkml:trace contextRef="#ctx0" brushRef="#br0" timeOffset="51390.42">19301 5734 2046 0,'10'-16'119'0,"0"1"-49"0,2 3-20 0,-6 3-25 15,1 0-13-15,-2 5-4 0,2 0 4 0,-7 4 11 16,13-2 12-16,-2 4 18 0,0 2 1 0,2 3 6 16,-3 1-3-16,4 4-4 0,-1 0-5 0,-3 5-1 15,-2 0-7-15,-3 0 0 0,1 1-4 0,-3 0-5 16,-3 0 0-16,2-3-3 0,-3-3-5 0,1-1 7 15,-1 1-10-15,-3-2 3 0,0-1-6 0,0-2-1 16,0-1 3-16,-1-1-3 0,0-1-1 0,5-4 1 16,-9 5-2-16,9-5 0 0,-9-2-1 15,9 2-2-15,0 0-1 0,-4-11-4 0,4 11-4 0,6-18-1 16,0 8-1-16,2-7-2 0,4 1-1 0,3-5 0 16,4-2-5-16,0-1 1 0,-1 1 1 15,-4 0 2-15,4 2 0 0,-1 2-1 0,0-2 2 16,-3 6-1-16,-2-1 0 0,2 1 1 0,-7 6 8 0,1-1 9 15,-1 3 5-15,-4 1 2 0,4 2-2 0,-7 4-8 16,5-5-3-16,-5 5-2 0,0 0-3 0,0 0 8 16,0 0-1-16,-3 19 4 0,-4-5 3 0,0 4 6 15,1 0 0-15,-3 5-5 0,2-4 2 0,0-1-1 16,2 5-2-16,2-3-3 0,4-2 3 0,2 1-5 16,2-2-4-16,5 0-19 0,2 0-24 0,-1-1-35 15,6-2-43-15,1-2-56 0,6 2-47 0,6-4-58 16,-5-2-165-16,4-3-474 0,0-2 210 0</inkml:trace>
  <inkml:trace contextRef="#ctx0" brushRef="#br0" timeOffset="56216.78">6226 7864 54 0,'0'0'157'16,"0"0"-8"-16,0 0 6 0,-4-8-7 0,4 8 2 0,0 0-5 16,0 0-7-16,-2-6-7 0,2 6-7 15,0 0-4-15,0 0-4 0,0 0-8 0,0 0-4 16,0 0-1-16,0 0-13 0,0 0-6 0,0 0-7 16,0 0-7-16,0 0-8 0,-3-8-5 0,3 8-10 0,0 0-2 15,0 0-8-15,0 0 1 0,0 0-5 16,0 0-2-16,0 0-4 0,28 4-2 0,-11-4-4 15,4 0 1-15,11 0-1 0,0 0-3 0,3-1-3 16,1-1 1-16,3 0-8 0,1 2-8 0,-6-1-16 0,0-1-17 16,-5 1-23-16,-7 4-26 0,-2-3-17 15,-1 2-27-15,-5-4-22 0,-1 0-22 0,-5 4-9 16,-2-1-128-16,-6-1-331 0,12 0 147 0</inkml:trace>
  <inkml:trace contextRef="#ctx0" brushRef="#br0" timeOffset="56513.71">6547 7831 143 0,'0'0'144'0,"0"0"-15"0,0 0-11 15,-8 2-1-15,8-2-2 0,-1 9 5 0,1-9 8 16,-1 16-12-16,1-3-5 0,0 6-4 0,0-3-7 16,-2 9 0-16,2-5-12 0,0 6-1 0,0-1 0 15,-1 2-6-15,1-2-3 0,-1 1-8 0,-2-7-5 16,3 1-9-16,-1 0-1 0,-2-2-10 0,1 1 1 15,-1-3-7-15,-1 2 3 0,-1-3-6 0,-1 1-1 16,1-4-3-16,-3 2-5 0,2-4 4 0,-7 0-6 16,4 0 8-16,-3-3-4 0,0-1-4 0,-4 0-3 15,2 0 6-15,1-6-8 0,-2 1 0 0,0-5 0 16,-3-2-3-16,4-1-5 0,-3-4-8 0,2 0-20 16,0-1-15-16,3-2-18 0,-1 2-29 0,4-3-29 15,0 1-4-15,2-2-33 0,3 5-24 0,1-2-18 16,3 4-134-16,0 0-344 0,5 1 152 0</inkml:trace>
  <inkml:trace contextRef="#ctx0" brushRef="#br0" timeOffset="56786.11">6753 8103 35 0,'3'-3'266'0,"-3"3"-6"15,7-5-8-15,-7 5-6 0,3-5-16 0,-3 5-21 16,0 0-21-16,0 0-19 0,0 0-21 0,8-3-16 16,-8 3-15-16,0 0-6 0,5 14-2 0,-2-1-9 15,-3-2-8-15,3 5 9 0,0 2-23 0,-1 0-7 16,0 0-6-16,-1 0-8 0,2 2-4 0,1 0-4 16,-6-1-4-16,2 1-4 0,-2-3-1 0,2 1-7 15,0-1-7-15,-3-1 0 0,0 1-13 0,1-2-16 16,1 0-32-16,-3 1-33 0,0-4-33 0,-3 3-43 15,0-2-37-15,0-2-47 0,-1-2-206 0,0-2-470 0,-1 0 208 16</inkml:trace>
  <inkml:trace contextRef="#ctx0" brushRef="#br0" timeOffset="57051.9">6805 8104 151 0,'9'-5'172'0,"1"1"13"0,-2 2-12 16,2 0-12-16,1 1-5 0,0 2-11 0,-1 3-7 0,0-2-13 15,-1 4-11-15,0 0-9 0,0 1-6 16,-1 0-7-16,1 1-6 0,-4-1-8 0,-1 2-4 16,-1 1-7-16,-4-3-3 0,-1 3-4 0,-2-1-2 15,-3 1-6-15,0 6-4 0,-2-7-4 0,-2 1-8 0,0-3-1 16,-4 4-1-16,4-6-7 0,-1 1-10 0,3-2-22 15,-2 2-20-15,0-2-31 0,3-2-39 0,2-1-38 16,6-1-66-16,-13 1-149 0,13-1-376 0,0 0 167 16</inkml:trace>
  <inkml:trace contextRef="#ctx0" brushRef="#br0" timeOffset="57253.01">7528 8132 31 0,'9'-3'233'0,"-9"3"-11"15,0 0-10-15,10 2-11 0,-10-2-23 0,0 0-14 0,11-3-15 16,-11 3-16-16,14-3-12 0,-3 3-17 0,-3 0-28 16,5 0-42-16,-3-1-40 0,3 2-55 0,-3-1-51 15,-1 0-44-15,-9 0-99 0,11 3-274 0,-4-2 121 16</inkml:trace>
  <inkml:trace contextRef="#ctx0" brushRef="#br0" timeOffset="57412.52">7536 8263 149 0,'0'0'219'0,"0"0"-11"0,-5 4-2 16,5-4-4-16,0 0-10 0,0 0-11 0,0 0-10 15,0 0-7-15,10 8-14 0,-2-5-19 0,3-3-10 16,2 5-28-16,0-5-41 0,2 1-53 0,-2 1-52 15,5-2-80-15,-4 0-67 0,-2 0-109 0,1 1-335 16,-1-2 148-16</inkml:trace>
  <inkml:trace contextRef="#ctx0" brushRef="#br0" timeOffset="59371.99">9341 8239 109 0,'0'0'189'16,"-6"-4"-3"-16,6 4-8 0,0 0-7 0,0 0-8 16,0 0-8-16,0 0-14 0,0 0-10 0,0 0-12 15,0 0-17-15,13-11-9 0,-5 9-6 0,2 0-7 16,0-3-10-16,7 0-5 0,2 0-3 0,-1-1-7 15,2-2-9-15,8-1 5 0,-8 1-7 0,0 1-2 16,-1 0-5-16,1-1-3 0,-1-3 0 0,-4 2-3 16,2-1 0-16,-5-1-1 0,2 1 3 0,-5 4 1 15,0-4 1-15,-1 1-6 0,-2 0 2 0,-2-1 5 16,0 3-1-16,0-2-3 0,-4 1-5 0,0 8-1 16,-3-11-6-16,1 3 2 0,-1 0-7 0,-2 1 2 15,0 1-6-15,-5 3-1 0,-1 0 0 0,1 2-5 16,-2 2-1-16,-4 3-1 0,-3 1 6 0,2 5-6 15,-1 2-3-15,-3 2 1 0,1 2-1 0,0 3 3 16,2 0-2-16,2 2 1 0,5-5-2 0,0 0 11 16,1 0-11-16,3 0 5 0,0 0-3 0,5 0 2 15,2-1-2-15,3-4 1 0,4-1 4 0,4 5-5 16,4-5-3-16,7 4-7 0,7-5-35 0,7 0-30 16,4-4-38-16,10-3-44 0,2-2-32 0,0-2-54 15,-13 0-128-15,13-4-398 0,-15 3 177 0</inkml:trace>
  <inkml:trace contextRef="#ctx0" brushRef="#br0" timeOffset="63180.16">10376 7810 21 0,'2'-11'181'0,"-2"11"-8"16,0 0-14-16,-2-11-14 0,2 11-14 0,0 0-7 15,-7-4-10-15,7 4-10 0,-15 4-9 0,5 3-2 16,-7 1 0-16,2 2-3 0,-6 9 0 0,-3 1-9 16,3 1-4-16,0 5 2 0,-2 2-4 0,4 1-5 15,-2 2-4-15,3 2-7 0,4-2 1 0,-1 1-4 16,3 1-5-16,3-3-4 0,2 0-1 0,3-1-5 16,1-2-2-16,3 2-2 0,3-4-3 0,3 2-1 0,2-2-1 15,6-2-3-15,4-1 0 0,0-2-7 0,4 0 2 16,2-3-3-16,4-3-8 0,-1-1-14 15,3-2-18-15,0-2-27 0,-2-1-29 0,1 0-34 16,-3-4-35-16,-4 1-18 0,-2-4-29 0,-1 4-141 16,0-4-359-16,-1-1 160 0</inkml:trace>
  <inkml:trace contextRef="#ctx0" brushRef="#br0" timeOffset="63489.92">10849 7919 52 0,'1'-16'216'0,"0"6"-3"0,3 0-5 16,-4 3-2-16,2 2-6 0,-2 5-11 0,-2-13-10 16,2 13-15-16,4-4-17 0,-4 4-18 15,0 0-11-15,0-9-18 0,0 9-14 0,0 0-10 0,0 0-3 16,0 0-7-16,0 0-3 0,5 20-3 0,-8-3-2 15,2-2-4-15,1 5 2 0,-5 4-10 0,2-5-6 16,0-2 0-16,-1 1-5 0,1 2-3 0,-1 0-4 16,-1-3-2-16,1 1 1 0,3-1-7 0,-3 0-3 15,3-4-9-15,0-1-15 0,-2-2-22 0,1 3-20 16,2-2-21-16,1 0-21 0,-1-3-30 0,1 0-33 16,2-3-22-16,-3-5-32 0,5 6-147 0,-5-6-384 15,6 2 170-15</inkml:trace>
  <inkml:trace contextRef="#ctx0" brushRef="#br0" timeOffset="63748.78">10817 7810 34 0,'5'-11'159'0,"6"8"-17"16,2 0-9-16,1 2 2 0,8-1-5 0,8 7-2 15,0 0-8-15,1 1-12 0,-1 6-5 0,1 2-5 16,-3 0-10-16,-4 3-11 0,-2-1-6 0,-3 4-7 15,-9-2-10-15,2 6-1 0,-6 0 0 0,-2-5-7 16,-6 6-3-16,0 1-7 0,-3-7 2 0,0-2-9 16,-4-1-1-16,-8 6-2 0,5-7 0 0,-4-1-2 0,2 0-3 15,-1-2-5-15,-1 1 2 0,-1-5-5 16,0 2-4-16,-1-2-15 0,2-1-17 0,4-3-21 16,0 0-22-16,-1-3-26 0,2 0-35 0,4 1-40 15,-2-2-100-15,9 0-289 0,-11-4 129 0</inkml:trace>
  <inkml:trace contextRef="#ctx0" brushRef="#br0" timeOffset="64157.74">11356 7938 75 0,'5'-7'236'0,"-4"1"-1"0,3 0-4 0,-4 6-13 0,4-8-14 15,0 3-18-15,-4 5-20 0,0 0-18 0,0 0-18 16,0 0-8-16,0 0-15 0,0 0-7 0,9 13-6 16,-9-1-4-16,-2 2-9 0,2 2-7 0,-2 2-4 15,1 2-8-15,-2 0-4 0,2-1-3 0,-3-3-10 16,3 4 1-16,-3-4-7 0,3 0-5 0,-1-4-4 16,1-1-2-16,1-1 4 0,-3 0-9 0,3-2-3 15,0-8 1-15,-2 11 2 0,0-5-4 0,2-6 1 16,-1 7 3-16,1-7 6 0,0 0 4 0,0 0 3 15,0 0-2-15,0 0 2 0,0 0-10 0,0 0 4 16,0 0-7-16,0 0-4 0,12-21-1 0,-7 10-7 16,1 0 3-16,4 1-2 0,-2-3 2 0,-1 3-4 15,3 1-5-15,-3 0 7 0,1 3-8 0,0-1 0 16,1 3-9-16,-3 2 3 0,1 1 1 0,-7 1-2 16,12 3 3-16,-4 1-5 0,-2 2 2 0,3 1-3 15,-6 2-7-15,2 2-13 0,-2 0-11 0,0 3-21 0,-1-3-26 16,-2 5-29-16,-2 1-25 0,-1-2-48 15,0 3-28-15,-1-5-224 0,0 3-473 0,0-4 211 16</inkml:trace>
  <inkml:trace contextRef="#ctx0" brushRef="#br0" timeOffset="64452.98">10860 8501 182 0,'-20'2'215'0,"2"-1"-20"0,7 2-22 0,4-1-17 16,0-1-13-16,7-1-11 0,0 0-10 0,0 0-7 16,16 11-12-16,13-6-9 0,8-5-6 15,17 0-7-15,6-5-9 0,4 3-6 0,2-4-5 0,25-1-2 16,-32-2-7-16,-4 4-4 0,1 0-6 0,-19 2-5 15,0 1-1-15,-4 2-3 0,-6 1-5 0,-6-2-9 16,-9 2-13-16,2 0-25 0,-3 1-21 0,-4 0-18 16,0 0-24-16,-7-2-31 0,7 3-24 0,-7-3-35 15,0 0-118-15,-11 11-314 0,2-5 139 0</inkml:trace>
  <inkml:trace contextRef="#ctx0" brushRef="#br0" timeOffset="65120.4">11219 8693 13 0,'-5'-7'172'16,"5"7"0"-16,0 0 3 0,-3-7 1 0,3 7-6 15,-3-6-1-15,3 6-6 0,0 0-5 0,-2-9-5 16,2 9-10-16,0 0-7 0,0 0-8 0,-4-6-5 15,4 6-14-15,0 0-3 0,0 0-2 0,0 0-18 16,0 0-9-16,-1-8-1 0,1 8-8 0,0 0-6 16,0 0-8-16,0 0-1 0,0 0-10 0,0 0 0 15,0 0-5-15,0 0-2 0,0 0-5 0,0 0 0 16,0-9 0-16,0 9 0 0,0 0-4 0,0 0-4 16,0 0-1-16,0 0-2 0,1-10-1 0,-1 10 1 15,0-9-1-15,0 9 2 0,0-8 3 0,0 8-3 16,0-10-3-16,0 10 3 0,0 0 4 0,0-11 4 15,0 11-2-15,0-7 0 0,0 7 0 0,0 0-8 16,0 0 1-16,0-8-4 0,0 8 3 0,0 0-11 0,0 0-6 16,0 0-7-16,0 0 9 0,0 0 2 15,2 28-3-15,0-12 6 0,-4 8-1 0,-1 3 0 16,2 1 2-16,-2 2 3 0,-2-3-7 0,-2 1 2 16,1-1 0-16,1-1 3 0,-1 2 2 0,-3-4-5 0,4-6 0 15,1 0-8-15,0-1 7 0,0-1-5 0,3-5 4 16,-4 0-1-16,1-3-2 0,2-1-1 0,2 0 3 15,0-7-1-15,-2 9-1 0,2-9 11 0,-1 5-12 16,1-5 4-16,0 0-1 0,0 0-1 0,8 8 1 16,-8-8-5-16,15-3 3 0,-5 1 0 0,3-2-2 15,1 2 3-15,5-3-3 0,-3 2-2 0,3 0-14 16,-1-1-17-16,0 1-25 0,1 3-27 0,-3 0-43 16,2 0-38-16,-4-1-40 0,0-1-53 0,0 1-220 15,-3 0-516-15,-1-1 228 0</inkml:trace>
  <inkml:trace contextRef="#ctx0" brushRef="#br0" timeOffset="65500.3">11562 8782 27 0,'0'0'259'0,"1"-6"-19"0,-1 6-15 0,7-5-19 16,-7 5-14-16,0 0 9 0,0 0-10 0,0 0-10 15,6 19-6-15,-5-9-11 0,1 2-14 0,0 2-12 16,0 3-10-16,1 1-13 0,-3 0-10 0,1-6-7 0,2 5-13 16,-1 0-11-16,-2-5-4 0,2 0-9 15,1 2-5-15,-3-3-4 0,0-2-5 0,2-2-4 16,-1-1-7-16,-1-6 0 0,0 8 1 0,0-8-3 16,1 7 3-16,-1-7 2 0,0 0 7 0,0 0 1 15,0 0-12-15,0 0-7 0,0 0 1 0,0 0-5 16,18-15-6-16,-8 5 6 0,-2 2-4 0,1-2-4 15,5-2 1-15,-5 0-3 0,1 4-2 0,2-1 2 16,-5 4-5-16,1-3-1 0,-1 3-4 0,3 2-3 0,-1 0 13 16,-3 3-17-16,-6 0 3 0,16 3-1 0,-9-1 11 15,-2 3-9-15,-2 2-1 0,4-4-1 16,-2 6 3-16,-3-2-18 0,1 4-8 0,-1-1-25 16,0-1-27-16,-4 2-45 0,4-3-48 0,-2-8-45 0,-5 16-54 15,3-9-225-15,2-7-532 0,-7 11 235 0</inkml:trace>
  <inkml:trace contextRef="#ctx0" brushRef="#br0" timeOffset="65834.17">12129 8124 233 0,'3'-7'209'0,"1"3"-11"0,2-2-6 0,2 4-14 16,2 2-2-16,4 4-2 0,2 5-8 16,6 9-6-16,2 5 1 0,-1 5-15 0,0 3-5 15,2 14-12-15,-8 2-9 0,-4 4-7 0,-3 2-9 0,-6 1-13 16,-2-3-8-16,-6 1-8 0,-2-1-4 0,-6-2-3 15,-1-4-10-15,0 0-6 0,-1-13-11 0,-1-1-13 16,-2 0-13-16,2-1-16 0,-3-4-18 0,0 2-24 16,-2-6-23-16,-1 2-34 0,-2-3-35 0,4-1-47 15,-4-5-67-15,-4-2-150 0,7-6-430 0,2 3 190 16</inkml:trace>
  <inkml:trace contextRef="#ctx0" brushRef="#br0" timeOffset="68327.84">13234 8173 16 0,'3'-5'213'0,"-3"5"-17"0,2-7-12 0,-2 7-21 16,0 0-13-16,2-6-17 0,-2 6-17 0,0 0-11 16,0 0-9-16,0 0 0 0,0 0-7 0,-13 18-2 15,5-9-14-15,-2 2-3 0,-4 5-8 0,0-3-6 16,1-2-1-16,-5 4-2 0,-2 1-5 0,0 3-3 16,4-7-5-16,-1-1-1 0,0 2-4 0,4-4-6 15,-1-2 0-15,1 4-1 0,3-2-4 0,-1-3-2 16,1 2-1-16,5-2-2 0,-6 0-1 0,6-5-1 15,1 3-3-15,4-4-2 0,-9 4 0 0,9-4 3 16,-8 7 9-16,8-7 6 0,0 0-1 0,-4 2 3 16,4-2-5-16,0 0 4 0,0 0-6 0,0 0-5 15,0 0-5-15,0 0 0 0,0 0-2 0,0 0-1 16,16-14-3-16,-9 10 1 0,2 0-5 0,5 0 2 16,-1 0-2-16,5-1-5 0,0 1 0 0,2 0-1 15,3 1 0-15,-2 1 1 0,7 0-5 0,1 2 2 16,-7-3-5-16,4 3 2 0,-4 0-4 0,-2 3-1 15,0-2-13-15,-2 0 9 0,2 1-5 0,-3 1 5 16,2-1-3-16,-5-1 2 0,-3 0-4 0,0-1 6 16,-1 1-2-16,-2-1 7 0,-8 0-3 0,13 0 4 15,-7 2 9-15,-6-2 4 0,0 0 0 0,10-5 4 16,-10 5 1-16,3-9 0 0,-3 9-3 0,0 0 7 16,-9-21 2-16,5 12 2 0,-6-1 6 0,5 0-1 15,-5-3-5-15,-5-2 4 0,5 0-5 0,-5 1 3 0,1 1-2 16,1-2 3-16,1 4-4 0,1-2 2 15,-3 2-4-15,5 2-1 0,0-1-3 0,1 4 1 16,0 0-5-16,4 3-12 0,-1-3-28 0,5 6-32 0,-6-4-42 16,6 4-20-16,0 0-14 0,0 0-27 0,0 0-39 15,0 0-137-15,0 0-370 0,17 19 163 0</inkml:trace>
  <inkml:trace contextRef="#ctx0" brushRef="#br0" timeOffset="68610.17">13715 8097 127 0,'0'-10'255'0,"0"4"-12"0,0 6-1 16,-1-14-5-16,1 14-13 0,-2-9-15 0,2 9-23 16,-2-7-17-16,2 7-20 0,0 0-21 0,0 0-14 15,0 0-12-15,0 0-4 0,0 0-5 0,0 25-5 16,0-10-7-16,-2 4-5 0,2 0-4 0,-2 0-5 15,2 1-4-15,-2 4-12 0,2-4-2 0,-2-3-8 16,1 2 0-16,-1-2-2 0,2 1-4 0,0 0 0 16,2-3-7-16,-4-2-2 0,0 3-15 0,2-1-17 15,0 2-21-15,0-4-23 0,2-3-22 0,-2 0-33 16,0 1-35-16,-2 0-40 0,4-5-25 0,-2-6-36 16,-2 13-152-16,2-13-424 0,0 0 187 0</inkml:trace>
  <inkml:trace contextRef="#ctx0" brushRef="#br0" timeOffset="68849.28">13724 8009 153 0,'9'-9'148'0,"-2"2"-4"0,6 4-13 0,-2-1 8 15,5 0-10-15,2 3-9 0,3 2 1 0,-2 3-4 16,0 3-16-16,-4 2-5 0,1 0-11 0,-1 3-7 0,-3 2-7 15,-5 1-6-15,-3 0-9 0,0 1-3 0,-4 0-5 16,-4 1-3-16,0-1-7 0,-3-1-3 16,-5-1-1-16,-1 2-4 0,0-3-5 0,-5 0-15 15,3-2-16-15,-2 1-15 0,-1-3-25 0,3 2-24 0,-4-3-40 16,8-3-33-16,-5 3-137 0,3-3-302 0,5-2 133 16</inkml:trace>
  <inkml:trace contextRef="#ctx0" brushRef="#br0" timeOffset="69247.82">13991 8335 181 0,'0'0'200'0,"9"6"-4"15,-7-3 1-15,-2-3-9 0,3 9-16 0,-1-3-14 16,0 0-3-16,-2-6-7 0,0 17-10 0,0-9-12 15,0-1-9-15,0 2-11 0,0 1-8 0,0-3-9 16,0-7-7-16,-2 12-4 0,2-5-3 0,0-7 0 16,-2 10-2-16,2-10-2 0,0 0 8 0,-2 7 8 15,2-7-3-15,0 0 3 0,-3 6-8 0,3-6-3 16,0 0-9-16,0 0-7 0,0 0-1 0,-5-20-6 16,5 20-13-16,7-23 3 0,-4 11-7 0,5-1 1 15,-1-4-11-15,5 1 1 0,3-4-5 0,-4 5-3 16,3 3 1-16,-5 2-5 0,3 3 2 0,1-3-5 0,-3 4-5 15,0 0 2-15,-1 3-5 0,0 0-5 16,4 2 4-16,-3 2 0 0,-2 2-2 0,2 3-3 16,-1-1 2-16,-1 2-3 0,-1 3 1 0,0 1-1 15,-1 0 14-15,-3 0-11 0,1 8-2 0,-4-3 9 0,0-4-24 16,2 4-23-16,-2-2-25 0,-2-2-19 16,0 1-41-16,0-1-45 0,2 3-45 0,0-6-42 15,-2 3-215-15,2-3-510 0,0-9 226 0</inkml:trace>
  <inkml:trace contextRef="#ctx0" brushRef="#br0" timeOffset="69467.88">14562 8138 227 0,'-2'-5'228'0,"2"5"-16"0,-7-5-9 0,7 5 10 16,0 0 2-16,-14 10-7 0,8 0-5 0,-3 3 0 15,-1 2-22-15,3 1-19 0,1 2-13 0,-1 1-11 0,0 5-14 16,3-6-14-16,1 1 0 0,-1-3-19 0,2 1-9 16,2 2-15-16,2-2-19 0,0-5-25 15,2 4-36-15,-1-6-39 0,1 3-54 0,0-2-54 16,0-3-60-16,0 1-221 0,-2-2-478 0,-2-7 211 0</inkml:trace>
  <inkml:trace contextRef="#ctx0" brushRef="#br0" timeOffset="69716.14">14654 8310 128 0,'0'0'194'0,"13"3"-1"0,-13-3-2 0,6 4 6 16,-6-4 3-16,12 5-18 0,-7-4-11 0,1 1-15 16,1 0-4-16,0 0-10 0,0-2-8 0,-7 0-5 15,13 0-4-15,-5 2-1 0,-8-2-5 0,12-2 7 16,-12 2-5-16,9-4-5 0,-4 1-9 0,0-3 2 15,-5 6-7-15,2-10-1 0,-2 4-19 0,0 6-10 16,0 0-7-16,-7-18-18 0,2 9 3 0,1 1-8 16,0 2-20-16,-3 2-27 0,0-3-32 0,-2 3-43 15,-2-1-39-15,4 1-55 0,-4 0-64 0,2 2-61 16,4-1-160-16,-3-1-495 0,8 4 219 0</inkml:trace>
  <inkml:trace contextRef="#ctx0" brushRef="#br0" timeOffset="69933.6">14872 8087 2198 0,'11'-5'78'16,"-1"-1"-48"-16,-2 3-20 0,-1-3-11 0,-1 6 11 15,5 0 17-15,-2 0 11 0,0 3 16 0,4 1 21 16,-5 3-2-16,4 5 10 0,-2 1 5 0,-1 3-2 0,0 0-6 16,-1 3-4-16,2 6-8 0,-6-7-2 15,1 7-10-15,-2-6 0 0,-1 7-5 0,-3-10-5 0,-3 4-2 16,0-1-3-16,-2-2-3 0,-3 1-7 15,1 1-3-15,-5 2-22 0,1-5-12 0,-1 0-29 0,0-3-37 16,-1-4-58-16,-1 2-48 0,2-3-58 0,-1 1-245 16,0-4-519-16,1 0 230 0</inkml:trace>
  <inkml:trace contextRef="#ctx0" brushRef="#br0" timeOffset="70567.78">15499 8345 159 0,'0'0'198'0,"32"-9"-6"0,-21 6-10 16,1-2-6-16,7 0-13 0,-1 1-14 0,1-2-7 15,0-1-8-15,2 0-9 0,-1-2-4 0,-2 2-5 16,0-3-3-16,1 0-6 0,-5 1-2 0,1-3-8 15,0 2-7-15,-4 0-6 0,-1-3-7 0,-3 1-14 16,-4 2 3-16,1-1-6 0,-2-1-5 0,-1 2 7 16,-1-1-14-16,-3 3-4 0,1-3-4 0,-1 5-1 15,-2 1-1-15,0-2-2 0,1 2-3 0,4 5-5 16,-15-4-5-16,4 6-1 0,-1 4 1 0,-5 3-1 16,2 1-2-16,1 4 0 0,0 2 0 0,-2 4-2 15,6-3 0-15,-3 5 3 0,7-4-6 0,2-1-4 16,2 0 6-16,2 4-2 0,1-4-1 0,5 0 0 15,1-1 1-15,2-1-4 0,3-1-18 0,3 0-13 16,1-3-30-16,2 0-26 0,8 1-42 0,0-3-37 16,1-3-43-16,-5-2-31 0,-2 2-206 0,1-4-471 15,-1 1 208-15</inkml:trace>
  <inkml:trace contextRef="#ctx0" brushRef="#br0" timeOffset="70757.58">16144 8159 166 0,'2'-10'229'16,"-1"4"-16"-16,-1 6-25 0,4-8-17 0,-4 8-5 0,8 1 5 16,-8-1 0-16,8 9-9 0,-3 0-8 0,2-2-14 15,0 6-15-15,2 3-8 0,0 0-13 16,-2-2-10-16,3 1-8 0,-1 0-15 0,0-1-25 16,0-3-19-16,-2 4-31 0,0-4-40 0,-2-1-36 0,1 1-40 15,2-4-42-15,-3 2-35 0,0-1-136 0,-1-3-360 16,0-1 160-16</inkml:trace>
  <inkml:trace contextRef="#ctx0" brushRef="#br0" timeOffset="70930.17">16390 8151 175 0,'0'0'207'0,"-7"-10"-9"0,3 7-8 0,4 3 0 15,-16 9 3-15,4-2-8 0,-3 7-8 0,-6 3-17 16,-2 4-16-16,-1 2-11 0,1-1-12 0,3 4-10 15,-2-3-17-15,2-1-28 0,0 3-37 0,3-3-49 16,-3 1-56-16,10-8-70 0,1 3-210 0,4-2-385 16,1-5 171-16</inkml:trace>
  <inkml:trace contextRef="#ctx0" brushRef="#br0" timeOffset="71192.39">16719 7996 64 0,'-1'-15'347'0,"0"4"-15"0,-2 1-26 15,2 0-26-15,-2 5-26 0,3 5-30 0,0 0-3 16,0 0 8-16,0 0-11 0,-6 33-2 0,1-5-14 16,1 1-20-16,3 4-25 0,-2 2-1 0,-3 0-18 0,3-2-3 15,-1 3-15-15,-1-4-8 0,2 0-13 16,1 1-14-16,-2-2-6 0,3 2-10 0,-1-2-9 15,0-1-29-15,4-4-17 0,-4-2-28 0,-2-4-25 0,4 0-41 16,-2-2-39-16,-2-2-48 0,-2 1-49 0,2-5-50 16,-1-2-58-16,-2 1-194 0,0-4-561 15,-3-3 249-15</inkml:trace>
  <inkml:trace contextRef="#ctx0" brushRef="#br0" timeOffset="71412.19">16756 8161 185 0,'12'-7'209'16,"1"2"-4"-16,0 3-7 0,0 1-4 0,2 0-8 15,2 3-12-15,0 2-10 0,-4 2-15 0,-2-2-11 16,-2 5-10-16,1 0-10 0,-3 0-10 0,-2 2-11 16,-2 0-7-16,-2 1-7 0,-2 1-7 0,-3 1-5 15,-4 0-10-15,-3 1-7 0,-5-2-6 0,1-1-19 16,-3-1-24-16,2-2-29 0,-4 1-39 0,1-1-33 15,2-2-42-15,1-1-55 0,-1 0-183 0,4 1-408 16,3-4 181-16</inkml:trace>
  <inkml:trace contextRef="#ctx0" brushRef="#br0" timeOffset="71780.7">17381 8035 2475 0,'12'-27'2'0,"-8"6"74"0,-2 4 34 16,1-3-11-16,-2 3-7 0,0 2 3 0,-1 3-3 0,0 5-4 15,0 1-5-15,0 6 2 0,0-11-9 0,0 11-15 16,0 0-7-16,0 0 0 0,0 0 15 0,0 0 3 16,-9 37 7-16,4-6 2 0,-2 3-4 15,0 14-2-15,1-1-2 0,-3 0-8 0,1 1 0 0,2-13-1 16,-2 11-14-16,0 2-2 0,1-4-1 0,1-8-3 15,2-1-4-15,-1 1-1 0,-2-2-11 0,1 2-2 16,-1-2-2-16,4-1 1 0,-3-2-1 0,3 1-2 16,0-6 4-16,-1 0-11 0,2-7-2 0,2-2 7 15,-2-5-11-15,5 1 6 0,-2-3 0 0,0-1-7 16,2-2 0-16,0-1 7 0,0-2-4 0,4 0-5 16,4-1-1-16,1 0-12 0,3-3-6 0,2-1-9 15,1-1-20-15,-2-1-39 0,2 1-4 0,-1-3-40 16,-6 1-41-16,2 1-46 0,-3 0-63 0,3-3-56 15,-4 0-250-15,0 1-630 0,2-3 278 0</inkml:trace>
  <inkml:trace contextRef="#ctx0" brushRef="#br0" timeOffset="72070.92">17895 8267 109 0,'-2'-12'330'0,"2"12"-39"0,0 0-20 16,0-11-9-16,0 11-9 0,0 0-12 0,0 0-16 16,3-8-18-16,-3 8-22 0,7-1-13 0,-7 1-10 15,21 0-8-15,0 1-15 0,-1 2 3 16,7 0-25-16,1 1-6 0,2-2-12 0,-3 1-10 16,1 0 0-16,-7-2-13 0,-1 2-10 0,-1-2-2 0,-3 1-3 15,-3 0-6-15,-3-2 3 0,-3 1 4 0,-7-1 13 16,12 1-9-16,-8 1 4 0,-4-2-14 0,0 0 2 15,0 0-3-15,13-2-10 0,-13 2-7 0,0 0 1 16,0 0-25-16,0 0-36 0,9-2-35 0,-9 2-44 16,0 0-47-16,1-9-70 0,-1 9-89 0,-2-12-319 15,2 12-678-15,0-10 300 0</inkml:trace>
  <inkml:trace contextRef="#ctx0" brushRef="#br0" timeOffset="73016.34">18886 7948 115 0,'-2'-10'228'0,"2"10"-21"0,0 0-14 0,7-11-16 16,-2 9-8-16,-5 2-18 0,13-3-8 15,-2 5-6-15,2 1-7 0,4 2-13 0,0 5-7 16,0 2-11-16,-2 2-8 0,4 4-10 0,-4 4-7 0,-5 1-2 16,-3-6-9-16,0 8-5 0,-6-7-4 0,-1 2-4 15,-1-2-7-15,-4-2-5 0,-2 0 1 0,0 0 0 16,-1-3-5-16,-2 0-4 0,-4-2 1 0,3-3-6 15,-1 1 1-15,3-5-4 0,0 2 0 0,2-5 1 16,0 3-3-16,7-4-3 0,-10 0-1 0,10 0-4 16,0 0 4-16,-4-13-6 0,4 13 1 0,13-19-3 15,2 6-3-15,4-5-1 0,4-4 3 0,3 7-7 16,0-5-1-16,4 1-4 0,-1-1 3 0,0 0-3 16,0 1 3-16,-6 0 1 0,1 4 3 0,-2-3-4 15,-7 4 2-15,0 3 8 0,-2 0-5 0,-3 1 6 16,-2 1 0-16,-2 0 4 0,1 2 10 0,-2 1 9 15,-1 2 4-15,-4 4 1 0,5-7 1 0,-5 7-6 16,5-3-4-16,-5 3-8 0,0 0-1 0,0 0 4 16,0 0 0-16,-20 20 1 0,8-8 7 0,-1 1-4 15,0 4-4-15,-1-3-5 0,3 5 0 0,1-4 1 16,2 3-4-16,-1-1 3 0,4 0-6 0,2 1 4 16,2-3-1-16,0 3-6 0,3-1-17 0,2-1-16 15,3 0-25-15,1-4-43 0,2 2-42 0,-1 0-53 16,4-3-54-16,-5 0-237 0,2 1-517 0,1-4 229 0</inkml:trace>
  <inkml:trace contextRef="#ctx0" brushRef="#br0" timeOffset="73217.63">18827 8471 220 0,'-7'0'236'0,"7"0"-14"15,0 0-11-15,0 0-17 0,0 0-14 0,0 0-10 16,45-2-15-16,-10 0-15 0,18 0-14 0,6-3-12 16,1 2-12-16,0 0-12 0,2-2-18 15,-1 2-23-15,-1 0-43 0,0 3-50 0,-9-2-54 0,-14 4-49 16,-6 0-186-16,-4-1-361 0,-12 3 159 0</inkml:trace>
  <inkml:trace contextRef="#ctx0" brushRef="#br0" timeOffset="73534.07">19077 8591 138 0,'0'0'277'16,"-10"-1"-17"-16,10 1-9 0,0 0-26 0,0 0-24 15,-9-1-16-15,9 1-5 0,-1 11 3 0,1-1-8 0,-2 5-10 16,0 10-9-16,-6 2-7 0,5 0-10 15,-3 1-17-15,0 1-10 0,-1 0-11 0,0 0-7 16,-2 0-3-16,0 0-11 0,1-3-3 0,0-1-4 0,-2-1-8 16,5-5-5-16,0-3 0 0,4-4-15 0,-2-1-2 15,2-2-6-15,1 1 5 0,0-10-4 16,1 12-8-16,4-7 5 0,3 0-7 0,4-2-1 16,7-3-1-16,2-3-9 0,8-2-6 0,3 0-10 0,1-1-16 15,-1 0-11-15,-2-1-25 0,1-1-10 0,-10 1-37 16,0 3-27-16,-2 0-38 0,-2 2-35 15,-4-2-40-15,-2 1-31 0,-3 3-191 0,-2-3-497 0,-6 3 220 16</inkml:trace>
  <inkml:trace contextRef="#ctx0" brushRef="#br0" timeOffset="73897.14">19350 8886 177 0,'0'-7'301'0,"0"7"-4"0,1-12-14 15,-1 12-10-15,1-9-2 0,-1 9-32 0,0 0-28 16,5-7-17-16,-5 7-17 0,0 0-3 0,0 0-3 16,0 23 8-16,0-7-21 0,1 0-16 0,-4 1-5 15,1 2-19-15,1 0-2 0,-1 2-20 0,2-3-9 16,-3 1-3-16,2-2-4 0,1 1-8 0,-3-1-8 16,3-9-16-16,1 3 1 0,1 0-4 0,-2-2 0 15,0-9-12-15,1 12 4 0,-1-12 5 0,-1 7-2 16,1-7 10-16,2 6 4 0,-2-6-7 0,0 0-5 0,0 0-1 15,0 0-11-15,17-16 3 0,-10 7-7 16,4-4 0-16,5-1-9 0,7-4 0 0,0-1-9 16,4-1 5-16,-4 4-8 0,3 0-8 0,-2 3 3 15,-7 5-7-15,0-1 5 0,-5 5 1 0,2 0-1 0,-2 3 7 16,-3 1-19-16,2 3 7 0,-5 0-2 16,1 3-2-16,1 1-5 0,-3 0 0 0,0 2-18 15,-3-2-35-15,1 1-25 0,-3 3-28 0,1-1-45 0,-2-3-62 16,1 2-58-16,-2 0-72 0,2-9-209 0,-1 10-615 15,1-10 272-15</inkml:trace>
  <inkml:trace contextRef="#ctx0" brushRef="#br0" timeOffset="74609.98">20137 7819 244 0,'-3'-5'240'15,"3"5"2"-15,-5-9-12 0,5 9-9 0,-4-6-21 16,4 6-12-16,-2-7-20 0,2 7-19 0,0 0-15 0,0 0-11 15,14-8-15-15,-4 7-7 0,3 0-10 0,3 0-7 16,2 1-14-16,0 1 0 0,3-1-11 16,-6-1-3-16,-1 2-9 0,-4 0-3 0,3 0-8 0,-4 3-2 15,1 0-3-15,0 0 2 0,-1 0-6 0,-1-1-3 16,-2 5-2-16,3-1 2 0,-1 0 2 0,-2 4 0 16,-2-1 2-16,1 1-6 0,0 3-3 0,-2 1 5 15,-1 2-3-15,0 1-2 0,-2 2 1 0,0 4 11 16,-2 4 6-16,1 1-1 0,-4 0 1 0,-1 3-1 15,1 0-4-15,-2 4 7 0,-2 12 3 0,2-5 4 16,0 7 1-16,0 2-4 0,-1 1 6 0,-1 2-5 16,1-4-4-16,1-1 2 0,-4-3-1 0,4 2-8 15,-1-3-3-15,4-12-5 0,-1 1-9 0,1-2 5 16,0 1-2-16,-1 0 1 0,2-2 13 0,0 2-21 16,-1-5 13-16,2-2-16 0,-1 0 1 0,-3 0 1 15,2-1-2-15,-3-2 11 0,2-6-14 0,0-1-2 16,1 2 12-16,-3-6-9 0,-1 4 2 0,-2-2 0 15,-2-2-2-15,1-5-1 0,-3 3-2 0,-3-1-1 16,0 0 5-16,-3-3-7 0,0-1 1 0,-6 0 0 16,4-3 7-16,-6 2-14 0,-2-3 5 0,-4 0-6 15,4-1-10-15,-1-2-16 0,0 2-14 0,2-4-19 16,1 3-24-16,0-3-39 0,1-1-44 0,8 1-63 0,1 0-61 16,1 0-245-16,6-1-586 0,2-2 260 0</inkml:trace>
  <inkml:trace contextRef="#ctx0" brushRef="#br0" timeOffset="76482.78">5607 9796 225 0,'-1'-11'229'0,"2"0"-2"0,-1 11-14 16,0-10-9-16,0 10-18 0,0-10-21 0,0 10-18 15,0-8-18-15,0 8-16 0,0 0-11 0,0 0-8 16,0 0-8-16,-11 26 1 0,3-2 0 0,-1 3-3 16,3 4-4-16,-7-2-11 0,-2 16-7 0,4-14-6 15,-1 0-2-15,3-2-6 0,1-2-5 0,2-1-3 16,-1-8 0-16,1 0-9 0,3-4 0 0,1-3-6 16,-2-2 0-16,1-1 1 0,3 0-2 0,0-8 8 15,-2 7 15-15,2-7 6 0,-3 6 14 0,3-6-8 16,0 0-4-16,0 0-2 0,0 0-16 0,0 0 2 15,3-36-13-15,2 19-3 0,0-9-3 0,3 1-2 16,1-3-4-16,0 3-6 0,0-2-1 0,1-5-4 16,4 3-1-16,-1 0-1 0,-1 1-5 0,0 1 3 15,1 0-1-15,-2 2 0 0,1 0-2 0,-2 8 0 16,0 0 3-16,-3 3-4 0,-2 6 2 0,1-1-3 16,-1 4-4-16,-1 1 2 0,-4 4-3 0,10 0 1 15,-10 0 2-15,14 14 5 0,-5-1-4 0,-1 2 3 16,1 8 0-16,5 2 2 0,-8 1-1 0,2 0 6 15,0 2-3-15,-1 1 9 0,-2-3-4 0,2-1 0 16,-1-1 2-16,1 1 0 0,-4-6-5 0,1-2 3 16,1 2 3-16,-1-4-3 0,-2 0 3 0,3 1-7 0,-3-4-7 15,1-5-14-15,-1 1-31 0,-1 1-34 16,-1-1-34-16,0-8-40 0,-1 11-43 0,1-11-60 16,-12 9-181-16,5-6-479 0,-2-3 212 0</inkml:trace>
  <inkml:trace contextRef="#ctx0" brushRef="#br0" timeOffset="76652.47">5513 10023 168 0,'0'0'192'0,"0"0"-25"0,11-11-11 0,-2 9-12 16,1 1-22-16,8-3-5 0,0-1-13 0,4 1-4 15,7-2-33-15,-1 2-30 0,2 0-35 0,2-4-48 16,-4 5-40-16,1-3-122 0,-3-2-224 0,0 1 99 15</inkml:trace>
  <inkml:trace contextRef="#ctx0" brushRef="#br0" timeOffset="76939.81">6043 9710 161 0,'0'0'179'0,"0"0"-10"0,2-7-12 0,-2 7-10 16,0 0-14-16,0 0-17 0,0 0-3 0,0 0 2 15,0 0 11-15,0 0 2 0,13 17-6 0,-9-5 0 16,1 4-9-16,1 1-5 0,0 8-4 0,0 0-6 16,-2-4-9-16,0 4 1 0,0 1-2 0,0 0-1 15,-3-2-11-15,0-4 2 0,1 5-7 0,-1 0-8 16,-4-6-4-16,3 0-6 0,-1-2-5 0,-3 2 2 16,3-6-3-16,-2 3-4 0,2-4-3 0,0 1-3 15,-1-3-7-15,1 0 7 0,1-4-13 0,0-6-2 16,1 14-3-16,1-8 0 0,-2-6-5 0,4 10-8 15,-1-7-9-15,3 0-17 0,-6-3-26 0,15 0-24 16,-6 0-31-16,2-3-31 0,1-1-25 0,-2-3-43 16,0 1-35-16,0-2-172 0,-2 0-440 0,2-6 195 15</inkml:trace>
  <inkml:trace contextRef="#ctx0" brushRef="#br0" timeOffset="77102.56">5978 9878 98 0,'-6'-4'203'0,"0"1"-23"16,6 3-15-16,-10-3-9 0,10 3-14 16,0 0-11-16,-7-1-8 0,7 1-2 0,0 0-14 15,0 0-7-15,35-3-13 0,-6-2-17 0,3 4-36 0,2-5-48 16,4 1-45-16,1 0-56 0,-2 0-141 0,0 0-275 16,-1-1 122-16</inkml:trace>
  <inkml:trace contextRef="#ctx0" brushRef="#br0" timeOffset="78277.86">7429 9785 152 0,'0'0'174'0,"0"0"-10"0,-6-6-7 16,6 6-8-16,-5-6-11 0,5 6-11 0,-5-6 3 0,5 6-7 15,0 0 0-15,-9-6 1 0,9 6-6 0,0 0-5 16,-3-5-3-16,3 5-11 0,0 0-6 16,0 0-5-16,-6-7-7 0,6 7-2 0,0 0 0 0,0 0-8 15,0 0-6-15,0 0-2 0,0 0-6 0,0 0-7 16,0 0-5-16,0 0-6 0,0 0-4 0,0 0-3 16,0 0-6-16,0 0-2 0,0 0-4 15,16-4-2-15,-16 4-2 0,12 1 1 0,-12-1-5 0,21 7-1 16,-4-4-1-16,0 2 1 0,0 3-3 0,-4 0-2 15,0 1 2-15,2 2-3 0,-4 0 0 0,2 1 0 16,-1 3 1-16,-3 0-1 0,-3 2-3 16,0 1 7-16,-3 0-5 0,-1 1 1 0,-3 0-2 0,-3-1 3 15,-1 2 1-15,-4 2-3 0,0-4 3 0,-1-4 0 16,-3 1-2-16,2-1 0 0,-2-3 10 0,-1-2-10 16,0 0-4-16,4 0 4 0,1-2 1 0,-3-4 1 15,3 1-3-15,2-1-1 0,0-1 10 0,7-2-4 16,-10 3 6-16,10-3-1 0,-10 0-1 0,10 0-2 15,0 0-2-15,-8-7 1 0,8 7-5 0,0-9-1 16,0 9-1-16,7-16 4 0,0 5-5 0,2-4-4 16,8-6-1-16,1 2-3 0,-4 5 3 0,5-6-2 15,-1 1-1-15,2 0 2 0,1-1-3 0,-2-1 2 16,1 2-4-16,-3 0 5 0,0 5-3 0,-5 1 4 16,2-1 0-16,-2 0 0 0,-1 2 1 0,-3 2-1 0,0 1 3 15,0 3 6-15,-3-3 4 0,1 5 1 0,-4 0 2 16,-2 4 4-16,6-6-7 0,-6 6-2 0,3-5-5 15,-3 5 0-15,0 0-2 0,0 0 1 16,0 0-3-16,0 0 2 0,0 0 6 0,-12 28-5 0,3-15-2 16,0 4 6-16,-2 7 0 0,3-7 2 15,1 2-3-15,1-3 1 0,-1 2-1 0,1 1 3 16,1 0 2-16,0-2 0 0,4 0 1 0,1-1-7 16,0-5 2-16,2 4 1 0,1-3 6 0,3-1-11 0,0-2-8 15,2 1-15-15,2 0-29 0,7-2-23 0,-2-2-49 16,3 1-49-16,2-5-35 0,0 0-50 0,0-1-167 15,1-2-458-15,-2-1 203 0</inkml:trace>
  <inkml:trace contextRef="#ctx0" brushRef="#br0" timeOffset="78444.63">8116 9901 2237 0,'0'0'21'15,"8"-7"-7"-15,-4 4 0 0,-4 3-14 0,6-5 2 16,-6 5 4-16,0 0 0 0,8-4 11 0,-8 4 4 15,10-2-3-15,-4 0 2 0,-6 2-6 0,13 0-3 16,-2 0-16-16,0 0-19 0,-2-1-38 0,2 1-38 16,-3 1-38-16,1 2-45 0,-3-2-133 0,-6-1-340 15,10 6 151-15</inkml:trace>
  <inkml:trace contextRef="#ctx0" brushRef="#br0" timeOffset="78598.2">8119 10039 195 0,'0'0'193'0,"0"0"-7"0,-7 3 0 16,7-3-1-16,0 0-7 0,0 0-8 0,0 0-11 16,0 0-19-16,14 7-7 0,-3-7-14 0,0 1-17 15,3-1-24-15,5 0-38 0,2-1-40 0,-1 1-52 16,10-3-51-16,0 0-35 0,1 1-158 0,-2-2-320 0,1-1 142 16</inkml:trace>
  <inkml:trace contextRef="#ctx0" brushRef="#br0" timeOffset="78958.2">8696 9859 104 0,'2'-8'240'0,"-2"8"-4"15,0 0-8-15,0-9-12 0,0 9-15 0,0 0-10 16,0 0-15-16,0 0-6 0,0 0-3 0,0 0-9 0,-21 19-7 16,12-3-11-16,0 1-10 0,-1-1-7 0,2 2-10 15,-2 6-11-15,1 0-8 0,0 0-10 0,2-9-7 16,5 3-5-16,0 0-7 0,1 0-6 0,1-2-4 15,1-4-9-15,3-1-5 0,1 1 1 0,0-1-1 16,4-2-6-16,1-2-14 0,5 1 21 0,2-2-16 16,2-3-1-16,1 1-2 0,2-5-3 0,6-1 1 15,1-2-2-15,-1 1 8 0,-2-4-18 0,1-2 2 16,-6 2-3-16,2-5 1 0,-5 3 2 0,0-2-5 16,-3-2-3-16,0 0 2 0,2-9 13 0,-6 6-16 15,-2-1-2-15,-2-1 5 0,-6 0 7 0,0-8-11 16,-5 7 2-16,-3-6-2 0,-5 8-2 0,-5-2 2 15,0 6 3-15,-5-3 3 0,5 7-2 0,0 3 10 16,-2-1-19-16,-2 5-1 0,-1 1-2 0,2 3-13 16,-3 3-25-16,-4 4-30 0,6-2-41 0,-2 5-48 15,4-2-47-15,4 1-51 0,0 1-240 0,5 1-542 16,-1 4 240-16</inkml:trace>
  <inkml:trace contextRef="#ctx0" brushRef="#br0" timeOffset="80933.6">6099 11009 180 0,'-6'-1'169'0,"0"-2"-6"0,6 3-6 0,-16-4 6 0,10 4-6 15,6 0 0-15,-9-4-11 0,9 4-8 0,-9-1-10 16,9 1-14-16,0 0-11 0,-9-2-6 0,9 2-13 16,0 0-8-16,0 0-7 0,0 0-4 0,0 0-3 15,0 0 7-15,0 0-7 0,27 7-4 0,-8-5-6 16,12-2-6-16,-1 0-2 0,2 1-5 0,3-4-3 16,-1 2-4-16,0 0-8 0,-4-2-4 15,1 1-16-15,-9 0-14 0,-3 1-22 0,-1 0-19 0,-7 2-19 16,-3-1-16-16,3 0-3 0,-11 0-19 0,11 0 23 15,-11 0-5-15,7 3 5 0,-7-3 11 0,0 0 9 16,0 0-8-16,0 0 5 0,0 0 12 0,0 0 3 16,-30 5 13-16,19-5 12 0,1 0 3 0,-3 0 20 15,3 1 2-15,2-1 15 0,-3 0-3 0,3 1 12 16,8-1 11-16,-14 0-3 0,14 0 5 0,-9 0-9 16,9 0-4-16,-7 2 3 0,7-2 8 0,-7 7 27 15,5 1 0-15,2 1 6 0,-2 4 2 0,2 5-4 16,2-1 3-16,-1 2-5 0,2 6 3 0,-1-5-3 15,1 5-2-15,-1-6-7 0,1 1-4 0,-2-1-4 16,2 2 2-16,-2-2-10 0,-1 5 0 0,-1-6-3 16,1 0 3-16,-2 0-9 0,1 0-1 0,-1-5-3 15,-1-3 1-15,-1 1 0 0,-1 0 6 0,0-1 2 16,-4-2 1-16,1 1-7 0,-2 0-2 0,-1-2 2 16,-5 0-3-16,-2-2-1 0,-1-4 2 0,-1 2-3 15,-2-3-3-15,1-2-5 0,0 1 2 0,0-3-4 0,3 2 2 16,1-2-5-16,1-2-1 0,4 0-6 15,1 1-17-15,2-1-18 0,0-3-24 0,3 5-24 16,0-4-37-16,2 3-19 0,1-1-38 0,3 6-33 0,0 0-184 16,1-12-424-16,-1 12 189 0</inkml:trace>
  <inkml:trace contextRef="#ctx0" brushRef="#br0" timeOffset="81255.78">6683 11313 166 0,'0'0'282'0,"3"-8"-8"0,-3 8-6 0,1-8-12 15,-1 8-15-15,0 0-16 0,2-7-27 16,-2 7-21-16,0 0-19 0,0 0-4 0,0 0-23 0,0 0 1 15,0 0-9-15,-7 33-11 0,5-17-8 0,-1 3-11 16,0 5 7-16,-2 3-20 0,3-1-10 0,-3 1-6 16,2-1-4-16,2-7 0 0,-3 0-10 0,3 1-7 15,0-1-4-15,-1-2 0 0,0 1-9 0,-1-1-2 16,2-4-15-16,-2-1-13 0,-2 4-14 0,4-6-23 16,-2 0-37-16,0 2-33 0,-3-3-38 0,0 1-40 15,1-2-36-15,1-2-48 0,-4-1-184 0,3 0-491 16,0-2 217-16</inkml:trace>
  <inkml:trace contextRef="#ctx0" brushRef="#br0" timeOffset="81517.12">6661 11305 28 0,'8'-7'217'0,"1"0"-1"16,0 2-5-16,0 1-1 0,3 3-15 0,-2-1-11 15,4 2-9-15,-2 3-13 0,0 0-13 0,0 2-13 16,-2 1-11-16,-1 1-10 0,0 1-14 0,-1-1-8 16,-2 3-7-16,-2 2-6 0,-2-1-5 0,-3 1-5 15,-1 0-5-15,-4-1 4 0,0 4-18 0,-5 0-5 16,-1-1-2-16,-1-1 2 0,-1-1-11 0,3-5-6 16,-5 3-16-16,5-4-12 0,-6 3-27 0,7-2-22 15,-2-3-27-15,0-1-33 0,2 0-30 0,2-2-38 16,0 1-42-16,8-2-155 0,0 0-405 0,0 0 179 0</inkml:trace>
  <inkml:trace contextRef="#ctx0" brushRef="#br0" timeOffset="81693.37">7296 11385 103 0,'7'-2'187'0,"1"2"-14"0,2-2-22 0,-1 2-16 16,-9 0-32-16,13-1-35 0,-4 1-43 0,-1-2-50 16,-8 2-51-16,12 0-65 0,-4 0-153 0,-8 0 68 15</inkml:trace>
  <inkml:trace contextRef="#ctx0" brushRef="#br0" timeOffset="81855.58">7329 11473 190 0,'-4'9'232'16,"1"-5"-2"-16,3-4-12 0,-2 7 1 0,2-7-16 16,0 8-16-16,0-8-19 0,0 0-16 0,8 9-20 15,-2-7-18-15,2-1-36 0,3 0-29 0,-1 0-51 16,1 1-49-16,3-5-64 0,-3 2-62 0,-11 1-128 16,26-5-330-16,-9 0 146 0</inkml:trace>
  <inkml:trace contextRef="#ctx0" brushRef="#br0" timeOffset="82812.16">9018 11449 15 0,'0'0'228'0,"0"0"-6"0,0 0-2 0,0 0-5 15,17-6-10-15,-6 2-12 0,0 1-16 0,0 0-13 16,2-2-9-16,4-1-14 0,3-2-12 0,-2 1-10 16,0 0-7-16,1 2-4 0,-1-2-3 0,-1 1-6 15,-6 2-11-15,2-1-8 0,-4-3-14 0,2 4-7 16,-2-2 5-16,-2-2-11 0,-2 4-7 0,0-2-7 15,-1 1 5-15,-4 5-6 0,5-12-1 0,-5 7-6 16,0 5 3-16,0 0-9 0,-10-12 0 0,3 9-6 16,-2-1-1-16,-3 4 5 0,0 0-11 0,-7 4 1 15,1 0 0-15,0 2-1 0,0 5-2 0,-4 5 0 16,-1 0 9-16,3-1-10 0,1 3 1 0,3 1 5 16,1 4 1-16,1-1 1 0,5-4-2 0,4-1 2 15,0 1-4-15,2-2 3 0,4 1 4 0,3 0-9 16,1-3 2-16,3 1 4 0,5-1-4 0,1-3 2 15,10 3-4-15,2-3-24 0,3-4-20 0,2 1-34 16,-2-2-31-16,4-1-49 0,-2-2-48 0,2-3-51 16,-2 2-240-16,-2-1-526 0,2-3 233 0</inkml:trace>
  <inkml:trace contextRef="#ctx0" brushRef="#br0" timeOffset="83218.25">9903 11265 20 0,'-3'-11'242'0,"6"0"-6"0,-6 0-1 0,3 2 0 16,3 0-3-16,-3 9-4 0,-3-10-9 0,3 10-21 0,-2-9-20 16,2 9-24-16,0 0-14 0,0 0-11 0,0 0-13 15,0 0 5-15,0 29 0 0,1-10-11 16,-2 3-3-16,2 7-14 0,-5-3-9 0,7-1-11 0,-5 2-5 15,-1-2-3-15,4 4-8 0,-4-10-2 0,1 0-8 16,-1 6-3-16,2-7-5 0,0-1-19 0,-1-1-12 16,1-1-14-16,1-3-33 0,0-1-31 15,-1-2-33-15,-1-2-43 0,2-7-38 0,-1 13-31 0,1-13-38 16,-2 6-190-16,2-6-481 0,0 0 213 0</inkml:trace>
  <inkml:trace contextRef="#ctx0" brushRef="#br0" timeOffset="83461.52">9916 11188 186 0,'29'-1'200'16,"3"2"-6"-16,-1 4-10 0,-2-1 2 0,-2 6-10 16,1 2-7-16,-6 2-11 0,-1 3-14 0,0 1-12 15,-8-2-8-15,-1 1-15 0,-4 0 1 0,-2 1-9 16,0 5-6-16,-6-4-5 0,-2 2-7 0,-4 3-5 15,-4 0-3-15,-4 0-11 0,-2-4-4 0,-3-1-4 16,-4-2-6-16,0-3-5 0,0 4-2 0,0-4-7 16,4-2-14-16,4-3-26 0,-3-2-26 0,2 1-47 15,2-3-51-15,4 0-41 0,1-1-55 0,-2 0-166 16,4-1-422-16,2-1 187 0</inkml:trace>
  <inkml:trace contextRef="#ctx0" brushRef="#br0" timeOffset="83826.13">10330 11354 1951 0,'11'-12'71'0,"-1"-2"21"15,-3 5-10-15,-3 3-18 0,1 1-27 0,-2 0-9 0,-3 5 5 16,8-3 12-16,-8 3 21 0,0 0 23 0,7 15 7 16,-5 2 11-16,-2 1 1 0,0 1-10 0,0 6-5 15,-2 3-2-15,0 1-7 0,1-4-9 16,-2 2-6-16,2-3 0 0,-1-5 2 0,0-3 0 0,1 3-12 15,1-3-5-15,0-4-12 0,0 1 7 0,0-3-3 16,-1-2-6-16,1-8-7 0,1 11 4 0,-1-4 0 16,0-7-6-16,1 6 2 0,-1-6 7 0,0 0-6 15,0 0-5-15,0 0-2 0,0 0-2 0,26-14-7 16,-17 6 1-16,2-4 1 0,5 0 2 0,-5-2-19 16,2 0 7-16,1 3 0 0,0-1-3 0,0 1-2 15,-4 4 5-15,2 3-15 0,-2-1 3 0,-2 1 0 16,1 3-5-16,-9 1 3 0,15 5 3 0,-7 1-5 15,-2-2-9-15,-1 6 7 0,2-2-15 0,-4 3-15 16,0 1-18-16,0 0-27 0,-1 2-19 0,-1-3-31 16,2 3-30-16,-2-2-56 0,4-1-29 0,-2 4-42 15,-3-4-198-15,0-1-528 0,1 0 234 0</inkml:trace>
  <inkml:trace contextRef="#ctx0" brushRef="#br0" timeOffset="84070.67">9843 11971 45 0,'-12'4'276'16,"7"-1"-26"-16,3 1-25 0,2-4-21 0,0 0-11 16,25 12-13-16,3-7-10 0,7-3-4 0,18 1-13 15,5-4-6-15,6-3-11 0,1-1-6 0,22-7-19 0,-26 8-8 16,-1-1-12-16,-3-4-7 0,-6 4-8 0,-14 1-9 15,-7 0-5-15,0 0-8 0,-10 4-15 0,-2 0-16 16,-3 0-27-16,-4-1-34 0,-4 2-45 16,2-1-40-16,-9 0-22 0,8 3-43 0,-8-3-213 0,0 0-435 15,0 0 193-15</inkml:trace>
  <inkml:trace contextRef="#ctx0" brushRef="#br0" timeOffset="84371.99">10229 12059 305 0,'0'0'286'0,"0"0"-24"0,0 0-3 16,0 0-14-16,-12 6-12 0,9 2-9 0,0 4-13 16,-2 4-9-16,0 2-15 0,-4 9-13 0,1 2-16 15,-1-1-16-15,1 1-10 0,2 1-13 0,1-1-15 16,0-2-5-16,-2-2-10 0,5-6-12 0,-1 1 0 15,2-2-11-15,1-3-18 0,0-1 4 0,1-3-4 16,2-1-2-16,-1 0-6 0,3-5 2 16,-2 2 4-16,2-4-5 0,4 1-8 0,3-1 2 0,2-4-1 15,6-1-16-15,-1-4-22 0,2 1-11 0,4-3-23 16,-6 3-27-16,3-2-28 0,-4 2-31 0,0-1-44 16,-2 0-30-16,-4 1-20 0,2 1-29 0,-2-1-23 15,-2 0-179-15,0 1-487 0,0 0 215 0</inkml:trace>
  <inkml:trace contextRef="#ctx0" brushRef="#br0" timeOffset="84751.98">10602 12254 32 0,'2'-7'274'0,"1"3"-5"16,1-2-5-16,-4 6-11 0,0 0-11 16,4-7-17-16,-4 7-19 0,0 0 0 0,0 0-6 15,0 0-5-15,6 16-22 0,-6-6-7 0,0 0-14 16,-1 2-14-16,1 2-11 0,-2 2-8 0,1 0-10 0,0 0 4 15,1 1-31-15,-1-5-6 0,2 0-11 0,1 0 4 16,-2-1-9-16,0-2-11 0,2 1 1 16,-2-3-3-16,1 0-6 0,-1-7-3 0,3 11-10 15,-3-11 5-15,0 7-3 0,0-7-5 0,0 0-2 0,0 0 1 16,1 8 2-16,-1-8-3 0,0 0 12 0,0 0-19 16,0 0 4-16,0 0-2 0,0 0-13 15,0 0 21-15,0 0-25 0,0 0 5 0,11-26-5 16,-3 18 2-16,1 1 2 0,0-3 3 0,4 3-3 0,-1-3-3 15,0 2-11-15,3 0 33 0,1 2-16 0,-2 2 5 16,2 1-4-16,-2 1-5 0,-2 2 4 16,3 0 8-16,-3 2-1 0,-1 1 1 0,2 1-1 15,-4 0 3-15,0 2 5 0,1 1-1 0,-4-1-10 0,2 2 7 16,-4-2-13-16,2 2 4 0,-1-2-16 0,-3 1-37 16,-2-7-32-16,0 13-41 0,1-7-49 0,-1-6-59 15,-3 12-83-15,0-9-309 0,3-3-668 0,0 0 296 16</inkml:trace>
  <inkml:trace contextRef="#ctx0" brushRef="#br0" timeOffset="85105.75">11201 11255 118 0,'7'-2'286'0,"-7"2"-25"0,0 0-25 0,15 15-11 15,-5 2-11-15,2 8 2 0,2 4-6 0,-2 15-9 16,-1 8-12-16,-1 1-17 0,-1 5-10 0,0 26-17 15,-7-27-6-15,1-1-13 0,3-3-6 0,-6 2-10 16,-2-5-18-16,-2 0-3 0,-4 0-8 0,2-4 1 0,-2-12-16 16,-3 0-12-16,-5 10-13 0,2-12-17 15,-4-1-20-15,1 0-27 0,-6-1-35 0,-8 5-30 16,6-8-47-16,-10 4-34 0,9-9-62 0,-1-2-37 16,-7-1-181-16,-12 3-486 0,10-9 215 0</inkml:trace>
  <inkml:trace contextRef="#ctx0" brushRef="#br0" timeOffset="85525.57">9913 11150 194 0,'-15'5'204'0,"7"5"-9"16,-2 6 5-16,-4 10 9 0,-2 7-1 0,-4 16-1 16,1 6-9-16,-3 23-11 0,-1 1-10 0,10-21-12 15,-3 25-5-15,4-2-9 0,3-22-10 0,7 2-10 16,-1-4-16-16,3-1-12 0,8 1-7 16,1-4-12-16,2-4-14 0,6-2 4 0,-1-1-15 0,6-1-22 15,-3-15-19-15,12 10-32 0,2-5-26 0,-11-10-52 16,5-1-62-16,2-1-43 0,15 2-53 0,-16-8-190 15,1-2-475-15,3-4 210 0</inkml:trace>
  <inkml:trace contextRef="#ctx0" brushRef="#br0" timeOffset="87294.79">12494 11488 128 0,'0'0'187'0,"6"-9"-10"15,-6 9-16-15,0 0-18 0,2-7-13 0,-2 7-12 16,0 0 6-16,0 0-7 0,0 0-6 0,0 0-4 16,-13 26-6-16,5-14-9 0,2 2-6 0,-3 1-7 15,3-1-1-15,-4 1-4 0,-1 2-6 0,1-1-3 16,-1 2-13-16,-1-4-6 0,3 2 1 0,-3-3-6 16,3 0-3-16,-3-1-2 0,4-2-4 0,-3 4 0 15,2-6-8-15,0 3 3 0,4-5-3 0,-3 1-4 16,3 0-1-16,1-3 1 0,-3 0-4 0,4 0 1 15,3-4-1-15,-6 7-5 0,6-7 6 0,0 0-2 16,-5 3-1-16,5-3-1 0,0 0 0 0,0 0-2 0,0 0 0 16,0 0-2-16,0 0-3 0,0 0 0 15,27-7-2-15,-12 4-3 0,-1 0 2 0,4 1-4 16,1 2-4-16,5-2-3 0,-6 1 3 0,4 1-3 16,-1 1 1-16,-1 1-3 0,2 1-6 0,6-1 1 0,-2-2-1 15,-4 3-3-15,-3-1-1 0,1 0-3 16,-1 0 4-16,0 0-3 0,-8 0 4 0,5-2 0 15,-5 1 0-15,1-2 7 0,-1-1 1 0,-3-2 0 0,4 3 6 16,-5-2 11-16,-1-2 3 0,-2-1 1 0,1-2 2 16,-1-1 5-16,0 2 7 0,-2-5 0 0,-2 1 0 15,-2-2-5-15,-2 0 5 0,0-4 0 16,-3 3 8-16,1 0 3 0,-3 0-1 0,-2-1-1 0,2-1-3 16,0 3 1-16,-1 0-5 0,1-1-2 0,3 4-5 15,-1 2 0-15,0 2-2 0,3 1-5 0,0 0-10 16,4 5-21-16,-9-7-21 0,9 7-34 0,-5-7-36 15,5 7-47-15,-4-5-41 0,4 5-23 0,0 0-151 16,0 0-401-16,0 0 178 0</inkml:trace>
  <inkml:trace contextRef="#ctx0" brushRef="#br0" timeOffset="87578.28">13151 11378 33 0,'4'-5'250'0,"-1"0"-4"0,-3 5-1 16,2-10-8-16,-2 10-9 0,2-9-20 0,-2 9-15 15,2-5-29-15,-2 5-14 0,0 0-15 0,0 0-16 16,0 0 1-16,0 0 9 0,0 0-13 0,8 25-9 16,-8-9-1-16,2 0-8 0,-2 2-18 0,0 6 2 15,0 2-13-15,-2 0 11 0,-1-2-18 0,-2-4-6 16,5 5-2-16,-4-2-10 0,2 4-2 0,-3-8-10 15,1 1 5-15,2 3-5 0,0-4-6 0,-1 0-10 16,-1 0-17-16,2-2-17 0,-1-3-22 0,0-1-31 16,3 3-34-16,-4-5-39 0,4-2-29 0,-2-1-33 15,2-2-38-15,0-6-189 0,-2 12-468 0,2-12 208 16</inkml:trace>
  <inkml:trace contextRef="#ctx0" brushRef="#br0" timeOffset="87822.87">13160 11339 171 0,'14'-6'173'0,"-1"1"-4"16,1 2-1-16,3 3-8 0,2 1-8 0,-4 1-22 16,-1 2 4-16,3 3-12 0,-5 0-11 0,1 3-7 15,-2 2-8-15,-1 1-10 0,-4 1-5 0,-1-2-12 16,-3 4-2-16,-2 2-4 0,-7 1-6 0,-4 7-6 15,-5-5-2-15,-4-2-7 0,2 1-3 0,0-1-12 16,-2-2-24-16,2-5-21 0,3 1-39 0,-2-3-34 16,4-2-30-16,2-1-36 0,0 0-157 15,0-1-339-15,3-2 150 0</inkml:trace>
  <inkml:trace contextRef="#ctx0" brushRef="#br0" timeOffset="88156.31">13304 11754 88 0,'2'11'182'16,"2"0"1"-16,-2 0-8 0,1-2 2 0,1 2-5 15,-4-1-7-15,5-4-12 0,-5 1-10 0,3 0-10 16,-3-7-2-16,2 9-6 0,-2-4 6 0,0-5 1 16,0 0 13-16,2 11-4 0,-2-11-6 0,0 0-2 15,0 0-2-15,4 1-28 0,-4-1-10 0,0 0-7 16,0 0-9-16,11-20-9 0,-5 12-5 0,0-3-9 15,1-3-1-15,3 0-10 0,0-1 1 0,-1 2-2 16,4-3-11-16,1 3-3 0,-1-2 0 0,3 4-7 16,-3-2 1-16,-1 7-7 0,-1-2-1 0,0 3-2 15,1 2-2-15,1 0 1 0,-2 4-3 0,-2 1-3 16,0 1 2-16,0 2-5 0,3 3 4 0,-6 2 1 0,1 0-1 16,-1 6-2-16,-2-5 0 0,0 1 0 15,-4 2-2-15,2 1-2 0,-2-3-13 0,0 1-23 16,-3-1-37-16,0 2-31 0,3-1-42 0,-4-3-52 15,4-3-46-15,-2 1-245 0,0-1-530 0,2-7 234 0</inkml:trace>
  <inkml:trace contextRef="#ctx0" brushRef="#br0" timeOffset="88407.16">13966 11451 227 0,'0'0'231'0,"0"0"-2"0,0 0 1 16,-15 11 4-16,11-4-3 0,-3 12-5 0,-1 0-16 15,0 5-10-15,1 0-19 0,-1 3-16 0,0 0-10 16,3-1-16-16,3-6-18 0,-2 3-8 0,2-6-9 16,2 1-17-16,0-1-9 0,0-1-18 0,2-2-18 15,4-2-19-15,-3-2-37 0,1 1-39 0,1-3-35 16,0-1-36-16,-1-1-34 0,3-1-34 0,-1-1-32 15,2-1-182-15,-8-3-440 0,13 0 196 16</inkml:trace>
  <inkml:trace contextRef="#ctx0" brushRef="#br0" timeOffset="88653.31">14087 11695 111 0,'0'0'185'0,"0"0"1"0,0 0-1 15,0 0-2-15,0 0-6 0,0 0-5 0,6 14-9 16,-6-14-14-16,8 5-11 0,-8-5-11 0,9 7-3 15,-3-5-10-15,2 1-5 0,1-3-14 0,2 1-3 16,2-2-8-16,-2-2-7 0,2-1-9 0,0-1 0 16,2 0 6-16,-2-1-8 0,1-3 3 0,-4 1 1 15,-2 0 4-15,-2-2-5 0,1 1-7 0,-4-1-1 16,-2 0-5-16,0-1-2 0,-2 2 0 0,0-1-7 16,-4-2-7-16,1 4-7 0,-3 0-1 0,1 2-9 0,-4-1-9 15,3 4-17-15,-5 0-22 0,0 0-37 16,-1 3-41-16,-1 0-50 0,2 1-44 0,2 1-62 15,-2 0-192-15,12-2-488 0,-13 3 216 0</inkml:trace>
  <inkml:trace contextRef="#ctx0" brushRef="#br0" timeOffset="88874.31">14497 11423 76 0,'11'7'256'0,"3"4"6"0,-1 2-4 0,0 9-1 0,1 0-18 16,-1 4-15-16,-4 0-17 0,-2 3-3 16,-3-3-28-16,-2 5-15 0,-1 0-19 0,-4-3-6 0,1 5-19 15,-4-3-11-15,-2-3-7 0,-5-1-8 0,3 0-16 16,-7-1-20-16,2-1-21 0,-3-2-28 0,-5-2-47 16,-2-2-52-16,-1-2-51 0,-1-2-61 0,-5 2-64 15,-1-5-137-15,-4 0-438 0,1-2 194 0</inkml:trace>
  <inkml:trace contextRef="#ctx0" brushRef="#br0" timeOffset="98352.93">7657 13472 21 0,'0'0'169'0,"0"0"-7"0,-12 0 1 16,12 0-2-16,0 0-6 0,-7 4-10 0,7-4-9 0,-5 3-12 15,5-3-7-15,0 0-13 0,0 0-5 0,0 0-6 16,0 0 1-16,0 10 0 0,0-10-1 0,0 0-14 16,15 6-3-16,-6-3 7 0,0-1-7 15,4 0-18-15,-2 1-18 0,1 0-30 0,2-2-45 0,-2-1-44 16,-1 2-45-16,-1-2-49 0,-2 1-151 0,-2 1-350 16,-6-2 154-16</inkml:trace>
  <inkml:trace contextRef="#ctx0" brushRef="#br0" timeOffset="98516.97">7647 13632 141 0,'0'0'166'16,"0"0"-9"-16,0 0-12 0,14 5-12 0,-4-5-15 15,6 2-13-15,2-2-33 0,3 0-35 0,9 0-53 0,-2 0-57 16,-9 0-92-16,9-2-177 0,-6 1 78 15</inkml:trace>
  <inkml:trace contextRef="#ctx0" brushRef="#br0" timeOffset="98989.1">8890 13726 125 0,'-19'5'165'0,"4"-2"-1"16,0 0-4-16,3-1 0 0,3 0-14 0,3 0-13 16,6-2-14-16,-10 2-10 0,10-2-9 0,-7 2-8 15,7-2-3-15,0 0-12 0,-9 0 4 0,9 0 3 16,0 0 0-16,0 0-8 0,0 0 4 0,29-3-7 15,-14 0-1-15,1-2-6 0,5 0-4 0,6-5-3 16,-8 3-8-16,9-4-1 0,-9 3-4 0,-1-2-7 16,0 0-1-16,-2 0-2 0,-3 0 2 0,-4 2-6 15,4-3-2-15,-5 2-1 0,-2 1-6 0,-1-2 0 16,0 5-5-16,-5-3 3 0,0 8 3 0,-2-13-7 16,2 13 0-16,-7-10-4 0,2 6-1 0,-2 3 13 15,-7-1 0-15,2 2-4 0,-8 3-1 0,-6 7 0 16,0 0 7-16,0 3-4 0,-1 0 6 0,0 3 4 15,4 2-5-15,1 1 5 0,2 2-1 0,1 1-3 16,6 1 4-16,3 0-2 0,3-4-3 0,2-1-1 16,3 2-3-16,3-1 0 0,4-2-1 0,4 2-3 15,1-2 0-15,12 2 0 0,-2-3-23 0,8-3-36 16,2 0-27-16,4-3-35 0,2-2-42 0,1-4-43 16,3-1-39-16,-1 0-28 0,12-2-166 0,-12-4-454 15,-3 2 202-15</inkml:trace>
  <inkml:trace contextRef="#ctx0" brushRef="#br0" timeOffset="99411.58">9898 13423 13 0,'0'-10'281'0,"1"-2"-12"0,0 6-13 0,-1-2-4 15,0 8-11-15,4-8-17 0,-4 8-23 0,1-10-22 0,-1 10-19 16,0 0-20-16,0 0-11 0,0 0-16 0,0 0-13 16,0 0 2-16,1 23-7 0,3-7-6 15,-4 2 1-15,2 1-13 0,-2 7-10 0,0-2-7 16,1-3-5-16,-1-3-7 0,-1 6-4 0,1-3 3 16,-2-2-7-16,0 5-5 0,2-5-4 0,0 2-4 0,0-6-7 15,-2 0-14-15,2-2-19 0,-1 3-26 16,2-5-27-16,-2 0-38 0,1-1-39 0,0-1-32 15,-1-2-43-15,1-7-29 0,-6 8-168 0,6-8-449 16,0 0 199-16</inkml:trace>
  <inkml:trace contextRef="#ctx0" brushRef="#br0" timeOffset="99633.03">9955 13379 118 0,'21'3'171'0,"5"5"1"0,2 1 0 0,1 3-11 16,-6-1-4-16,1 3-18 0,-4 3-1 16,0 1-11-16,-6-2-12 0,-4-1-6 0,0 4-9 0,-2 5-9 15,-4-5-12-15,-7 6-3 0,-2-5-8 0,-5 2-7 16,-4 4-7-16,-5-4 0 0,-7 0-8 0,2-1-2 16,-2 0-8-16,0-2-24 0,0-1-26 15,0-4-49-15,8-4-52 0,0-1-58 0,-2-3-150 16,7-2-349-16,-5-2 155 0</inkml:trace>
  <inkml:trace contextRef="#ctx0" brushRef="#br0" timeOffset="100010.12">10378 13432 2085 0,'21'-17'-4'0,"-6"5"55"15,-5 4-12-15,-1 0-23 0,-4 3-7 0,0 4-9 16,-5 1 6-16,11 1 15 0,-11-1 33 15,10 9 16-15,-6 1 14 0,1 4 5 0,-3 4 3 0,0 6-1 16,-1 4-5-16,0-2-9 0,-3 3-6 16,-1-3-4-16,0 2-5 0,1-1-5 0,-1-7 1 0,2 4-7 15,0-7-2-15,1-1 0 0,0-3-6 0,0 3-6 16,-2-4-1-16,2 0-4 0,2-2-6 0,-4-2-2 16,2-8-4-16,0 10 7 0,0-10-2 0,0 8 4 15,0-8 2-15,0 0 6 0,3 8-3 0,-3-8-1 16,0 0-8-16,0 0 0 0,13-16-4 0,-4 6 0 15,1-2 3-15,3-4-7 0,1 1 0 0,-3 2-5 16,5-2-1-16,-1 2 2 0,5-4-6 0,-5 6 0 16,-1 1-4-16,-4 6 3 0,0-2-7 0,1 3 1 15,0 3-2-15,0 0-1 0,1 3 1 0,-2 1 1 16,-1 2 1-16,1 1-6 0,2 7 9 0,-5 0-23 16,0 1-23-16,-4 1-26 0,1 1-40 0,-4 0-35 15,-1 2-40-15,1 0-63 0,-1-2-61 0,-7-2-166 16,3 1-512-16,-1-2 228 0</inkml:trace>
  <inkml:trace contextRef="#ctx0" brushRef="#br0" timeOffset="100301.95">9822 14166 174 0,'0'0'235'0,"0"0"-17"0,39 1-6 16,-4-2-10-16,23-3-13 0,2-3-3 0,5 1-12 15,29-6-7-15,-31 6-15 0,1 0-12 0,1 2-6 16,-7-2-12-16,-1-2-5 0,-5 3-9 0,-14 3-4 16,-1 0 1-16,0-1-5 0,1 1-8 0,-3-1-8 15,-3 0-10-15,-4 2-8 0,-8 1-7 0,-2-1-7 16,-5 1-2-16,-4 0-13 0,-3-3-20 0,-6 3-18 15,12 0-21-15,-12 0-31 0,0 0-47 0,0 0-48 16,0 0-55-16,0 0-64 0,0 0-163 0,-41 3-465 16,22-3 206-16</inkml:trace>
  <inkml:trace contextRef="#ctx0" brushRef="#br0" timeOffset="100757.98">10143 14295 263 0,'0'-9'260'0,"0"9"-10"0,-1-11-11 0,1 11-21 15,-1-9-22-15,1 9-20 0,1-8-21 0,-1 8-16 16,0 0-14-16,0 0-7 0,0 0-3 0,9 18-5 16,-6-3-6-16,-1 2-5 0,0 1-5 0,0 6-7 0,-1-4-5 15,-2 7-5-15,-1-1-6 0,1-1-5 16,-3-7-5-16,4 0-3 0,-1 0-5 0,-2-2-9 15,3 0-2-15,-3-3-7 0,3-2 0 0,-2-3-8 16,2-1 2-16,0-7-5 0,-1 11 3 0,1-11-4 16,0 10 0-16,0-10-1 0,0 0 0 0,1 8-1 15,-1-8 0-15,10 2 0 0,-10-2-7 0,19-2-3 16,0-2 4-16,1 1-5 0,1-5-8 0,5 3-23 16,1-2-30-16,-6 1-27 0,-2 3-38 0,0-1-36 15,0 0-37-15,0 2-35 0,-1-4-33 0,-5 3-176 16,1-1-469-16,-1 1 208 0</inkml:trace>
  <inkml:trace contextRef="#ctx0" brushRef="#br0" timeOffset="101113.08">10641 14334 130 0,'0'0'190'0,"0"0"5"0,0 0 0 0,0 0 3 16,0 0-11-16,0 0 7 0,-12 23-2 0,9-11-12 15,-1 4-11-15,2 1-9 0,-2 0-16 0,1 0-11 16,2 1-13-16,0-1-4 0,-2 0-13 0,3 2-13 0,-1-3-7 16,1-3-9-16,1-1-5 0,-1 0-7 15,3-3-5-15,-3 2-7 0,1-5-4 0,-1-6-1 16,0 10-9-16,0-10 3 0,1 8 4 0,-1-8 2 16,0 0 8-16,0 8 9 0,0-8 0 0,0 0-5 0,0 0-3 15,0 0-10-15,0 0-2 0,0 0-2 0,14-18-12 16,-6 4 5-16,3-1-4 0,0 0-4 0,2 2-11 15,1-1-4-15,1 0-2 0,2 4 0 16,-3-1-4-16,4 2 7 0,-4-1-9 0,0 7-5 16,-3 0 4-16,3 2-6 0,-4 2 2 0,1 2 4 0,0 3-8 15,-2-1 1-15,-4 3 0 0,3 1-15 16,-1-1-16-16,-4 2-43 0,5 5-36 0,-7-1-52 0,-1-1-61 16,1-2-62-16,-2-1-203 0,1-10-535 0,1 11 237 15</inkml:trace>
  <inkml:trace contextRef="#ctx0" brushRef="#br0" timeOffset="101479.52">11416 13621 1633 0,'10'-19'45'0,"-3"3"3"0,-1 5-7 15,4 2-30-15,-2 3 12 0,2 6 6 16,5 2 0-16,1 5 10 0,7 9 3 0,0 6-1 15,-2 5 8-15,4 16-1 0,-2 5-1 0,-7 0-1 16,-1 7-2-16,-7 0-7 0,-2 2-1 0,-6-1 13 16,-3-2-7-16,-1 0-6 0,-1-5-1 0,-8-1-6 15,4-15-11-15,-1 0-15 0,-2-2-17 0,-3-2-31 16,0 1-33-16,-3-5-50 0,-1 1-41 0,-4-2-33 16,-4 1-109-16,-4-5-337 0,-3-2 150 0</inkml:trace>
  <inkml:trace contextRef="#ctx0" brushRef="#br0" timeOffset="101873.32">9861 13349 136 0,'-16'26'184'0,"-2"4"2"0,-6 19 4 16,0 1-7-16,-3 3-9 0,-6 26-11 0,2 2-5 16,9-26-18-16,6 3-11 0,-1 21-12 0,6-26-11 15,7 3-9-15,1 1-28 0,8-4-4 0,7-4-7 16,3 0-6-16,7-3-14 0,7-1-22 0,2-8-34 16,3 2-35-16,4-4-31 0,7-4-43 0,-2 0-35 15,1 0-142-15,2-7-327 0,3-6 145 0</inkml:trace>
  <inkml:trace contextRef="#ctx0" brushRef="#br0" timeOffset="102369.4">12347 13982 84 0,'0'0'151'0,"-7"0"-18"0,7 0-34 16,0 0-31-16,0 0-31 0,0 0-50 0,0 0-81 15,0 0-100-15,18 12 44 0</inkml:trace>
  <inkml:trace contextRef="#ctx0" brushRef="#br0" timeOffset="103623.83">13101 13375 7 0,'0'0'156'0,"0"-8"1"0,0 8-22 0,0 0-15 16,0 0-2-16,0 0-6 0,0 0 0 0,0 0 4 0,-21 18-9 16,9-5-3-16,1 3-9 0,-8 7-1 0,-2-2-7 15,4 3-2-15,-3 5 7 0,5-1-7 0,-10 12-2 16,5 2 11-16,-2 0-1 0,5 2 0 0,4-10-7 15,-3 10-5-15,1 1-7 0,8-9 0 0,-4-2 12 16,4 0 3-16,3 1-10 0,1 1-8 0,3-1-6 16,-2-3-7-16,5-2-3 0,3-1-4 0,1-1-7 15,4-1 0-15,2-5-4 0,0 0-4 0,1-7-18 16,4 6-10-16,-2-8-18 0,7 2-19 0,-6-5-23 16,4-1-37-16,-3-2-41 0,2 0-59 0,2-2-50 15,-6 0-172-15,0-3-446 0,-5-1 197 0</inkml:trace>
  <inkml:trace contextRef="#ctx0" brushRef="#br0" timeOffset="103973.84">13668 13549 73 0,'-2'-18'227'0,"2"3"-18"0,0-2-15 16,-2 5-9-16,-1 0 7 0,0 3-2 15,1-1-4-15,2 3-15 0,-2-1-5 0,2 8-12 16,-2-11-14-16,2 11-18 0,0 0-13 0,-2-8-14 0,2 8-9 16,0 0-4-16,0 0-7 0,-3 25 9 15,-1-8 3-15,4 11-10 0,-2 1 0 0,-5 2-6 16,5-1-7-16,0 1 1 0,-1-1-10 0,0 2-1 15,-1-2-8-15,2 2 0 0,-2-3-7 0,1-1-2 0,-3 0-4 16,4-3-2-16,0-6 0 0,0 0-3 16,-2 0-8-16,4-2-12 0,-2-2-21 0,0-3-2 15,2 0-30-15,0-3-44 0,0 1-34 0,0-2-42 16,0-8-46-16,0 11-35 0,0-11-205 0,0 0-488 16,0 0 217-16</inkml:trace>
  <inkml:trace contextRef="#ctx0" brushRef="#br0" timeOffset="104204.29">13580 13386 12 0,'7'-2'162'0,"4"2"-5"0,3 1 4 16,6 5 3-16,4 2-10 0,3 4-2 0,0 4-9 15,-2 0-11-15,-4 3-12 0,-2 4-6 16,0 0-9-16,-6-1-11 0,-4 2-7 0,-2 1-10 0,-5-8-10 15,-2 4-3-15,-4 5-7 0,-1-7-6 0,-9 4-4 16,1 0-1-16,-5 0-17 0,1-3-17 0,2-7-28 16,0 0-29-16,1 0-35 0,5-5-31 15,-1-1-49-15,2 2-140 0,1-6-324 0,-1-1 144 16</inkml:trace>
  <inkml:trace contextRef="#ctx0" brushRef="#br0" timeOffset="104534.22">13816 13914 83 0,'7'10'178'0,"-3"-2"5"15,0-1-9-15,-1 0-11 0,1 0-12 0,-2-1-10 16,2-2-1-16,-4-4-12 0,4 10-14 0,-4-4-9 16,0-6-7-16,4 5 4 0,-4-5 4 0,0 0 13 15,2 6 10-15,-2-6 9 0,0 0-1 0,0 0-9 16,0 0-17-16,0 0-12 0,0 0-11 0,13-13-8 15,-5 3-11-15,-2 0-2 0,5-6-7 0,0 2-7 16,1-1-7-16,-1 1-4 0,3-2-5 16,5-1-4-16,-2 5-2 0,0 3-7 0,-1-2-2 0,-7 4-3 15,5-1-2-15,-5 4-5 0,4 1-1 0,-2 5 0 16,-2-1-3-16,0 2-5 0,1 5 5 0,-1-2-1 16,-3 3 0-16,1 1 2 0,0 6-1 0,0-3-3 15,-6-1-1-15,2 2-5 0,-1-2-22 0,-2 1-24 16,0-2-27-16,-2 0-28 0,4-1-45 0,-4 0-49 15,2-3-50-15,0-7-200 0,-3 12-482 0,3-12 213 16</inkml:trace>
  <inkml:trace contextRef="#ctx0" brushRef="#br0" timeOffset="104771.97">14422 13583 137 0,'0'0'213'0,"0"0"23"16,0 0 0-16,-9 26-11 0,5-10-8 0,-1 2-9 15,-2 1-16-15,1 5-18 0,1 1-18 0,1 1-10 16,2 0-14-16,0 0-13 0,4-7-10 0,0 0-11 16,0-1-7-16,1 2-14 0,-2-6-27 0,2 1-25 15,3-4-34-15,2 1-37 0,-2-3-45 0,1-1-33 16,0-1-54-16,0-4-45 0,0 1-139 0,-1-3-392 15,-6-1 173-15</inkml:trace>
  <inkml:trace contextRef="#ctx0" brushRef="#br0" timeOffset="104993.08">14573 13764 32 0,'0'0'190'0,"0"0"-3"15,0 0-13-15,0 0 2 0,-11 22-2 0,11-22 4 16,2 13-9-16,-2-13-11 0,9 15-14 0,-3-10-12 15,4 2-12-15,-1-3-8 0,1 2-7 0,4-5-2 16,-1 2-8-16,4-3-7 0,0-1-7 0,1-1-4 16,-5-1-6-16,-5-1-4 0,-1 0-5 0,-1 0-7 15,-1-5-3-15,-1 3-5 0,-2-2-8 0,0-1-10 16,-2 0-22-16,0 1-23 0,-4-1-26 0,1 0-48 16,-3 1-43-16,2-3-44 0,0 2-47 0,-6 3-150 15,5-2-405-15,-3-1 179 0</inkml:trace>
  <inkml:trace contextRef="#ctx0" brushRef="#br0" timeOffset="105214.19">14912 13507 168 0,'10'4'220'0,"-4"6"-5"16,3-1-2-16,-2 6-2 0,2 2-3 0,-1 0-7 15,-3 2-13-15,0 0-15 0,1 7-10 0,-2-1-5 16,5-1-8-16,-8 4-11 0,-1-1-12 0,0-2-9 15,-2 1-15-15,1-7-1 0,-3 5-15 0,-1-5-5 16,0 0-8-16,-6 4-9 0,-3-1-7 0,2-6-12 16,-3-2-19-16,-1 0-25 0,-1 0-31 0,2-2-41 15,-2-2-43-15,1-1-56 0,3-4-56 0,3-1-224 16,-1-2-487-16,1-1 216 0</inkml:trace>
  <inkml:trace contextRef="#ctx0" brushRef="#br0" timeOffset="105587.25">15422 13811 136 0,'0'0'216'16,"0"0"-1"-16,0 0-10 0,0 0-6 0,9-2-10 15,4 2-6-15,0-1-11 0,0-2-6 0,4 0-9 16,1 0-5-16,0 2-3 0,2-4 1 0,-2 4-9 16,2-5-4-16,-7 2 3 0,-2 2 0 0,-1-1-6 15,-2 1 2-15,-3 0-4 0,-5 2 6 0,12-2-5 16,-12 2-1-16,8-3-9 0,-8 3-16 0,6-2-9 15,-6 2-6-15,0 0-14 0,7-4-5 0,-7 4-17 16,0 0-1-16,0 0-15 0,0 0-21 0,0 0-28 16,0 0-31-16,0 0-32 0,0 0-48 0,0 0-46 15,0 0-65-15,0 0-58 0,0 0-51 0,0 0-181 16,-19 13-565-16,19-13 249 0</inkml:trace>
  <inkml:trace contextRef="#ctx0" brushRef="#br0" timeOffset="106070.31">16323 13441 139 0,'0'-5'275'15,"0"5"-14"-15,0-11-10 0,0 11-6 0,1-8-21 16,-1 8-17-16,0 0-20 0,2-9-21 0,-2 9-18 16,0 0-16-16,0 0 2 0,0 0 2 0,0 0-7 15,1 29 2-15,-2-9-5 0,1 8-8 0,-4-1 5 16,0 5-10-16,-2 0-2 0,-2-1-10 16,0 2-3-16,1-2-5 0,-2 13-5 0,-1-12-9 0,3-4-3 15,2 1-19-15,1-2 3 0,1 2-11 0,3-3 3 16,-1-1-12-16,0 0 1 0,1-8-6 0,1-1-3 15,-1 0-34-15,0-3-22 0,1-2-23 0,1-2-29 16,-1 1-33-16,-1-4-34 0,0-6-36 0,0 12-22 16,0-12-23-16,0 0-38 0,3 5-237 0,-3-5-540 15,0 0 240-15</inkml:trace>
  <inkml:trace contextRef="#ctx0" brushRef="#br0" timeOffset="106303.86">16292 13444 20 0,'10'-7'154'0,"1"2"5"0,2 3 6 0,2 0 1 15,3 4-3-15,0 2-8 0,0 5-2 0,-2-1-16 16,0 3-8-16,-1 2-10 0,-2 2-1 0,-2-1-9 16,1 1-16-16,-2 2-5 0,-2-1-9 15,-3 0-6-15,-4 1-9 0,-1-1-4 0,-1-2-6 0,-6 3-4 16,-4-1-2-16,-3-2 1 0,-1 0-12 0,-5 2-11 15,-1 0-22-15,3-4-29 0,2-1-38 0,-1 1-41 16,2-1-46-16,1-1-45 0,2 1-128 0,3-4-349 16,0-2 155-16</inkml:trace>
  <inkml:trace contextRef="#ctx0" brushRef="#br0" timeOffset="106640.32">16473 13960 34 0,'5'9'189'0,"0"3"-2"16,-2-4-1-16,0 1-12 0,1 0-7 0,-3 1-1 16,3-5 0-16,-3 3-13 0,1-2-7 0,-2-6-4 15,1 10 0-15,-1-10 7 0,1 7 9 0,-1-7 5 16,2 5 6-16,-2-5 4 0,0 0-18 0,0 0-6 16,0 0-16-16,0 0-19 0,0 0-9 0,0 0-10 15,7-15-9-15,-3 8-9 0,0 1-6 0,4-6-10 16,1-1-9-16,1-1-5 0,2 0-4 0,1-1-1 15,6-3-3-15,-4 5-14 0,2 1 8 0,-2 2-11 16,0 1-2-16,-2 4-2 0,-1 0-7 0,-1 3-2 16,-2 0-6-16,-2 2 4 0,5 4-2 0,-2-1 3 15,-1 4 0-15,-1 1-1 0,-1-1-1 0,-2 4-2 16,-2 0 3-16,0 0 0 0,-2 1 5 0,-1 0-17 16,-1-2-20-16,-1 3-39 0,0-4-28 0,0 2-41 15,0-1-45-15,-1-1-45 0,1-3-56 0,2-6-246 16,-4 11-568-16,3-6 252 0</inkml:trace>
  <inkml:trace contextRef="#ctx0" brushRef="#br0" timeOffset="106912.27">16975 13930 160 0,'0'0'219'0,"0"0"-1"0,-15 16-3 16,12-9 0-16,2-1-11 0,-2 3-13 0,3-9-10 15,0 16-16-15,3-9-13 0,-1 0-11 0,2 0-12 16,3 3-11-16,0-5-6 0,5 0-7 0,-1-2-4 16,2 0 1-16,5-1-15 0,0-4-4 0,-2-1-2 15,5 0-5-15,-4-4-5 0,0 2-4 0,0-3-5 16,-4 2-3-16,-2-1 3 0,-3-1 5 0,1-1-5 16,-4-1-17-16,-2 0-1 0,-2-1-8 0,-1-1-4 0,-3 2-12 15,-1 0-22-15,-2 0-24 0,-3-1-25 16,0 3-24-16,-2 0-32 0,-1 2-33 0,-1 2-39 15,1-1-43-15,-1 3-57 0,0 2-155 0,-1-1-470 16,2-1 208-16</inkml:trace>
  <inkml:trace contextRef="#ctx0" brushRef="#br0" timeOffset="107211.24">17522 13348 97 0,'0'0'233'0,"5"-5"5"0,-5 5-3 0,10 1-5 16,-1 6 4-16,4 8-9 0,5 5-8 0,0 5-15 0,2 1-7 16,-3 3-7-16,1 3-7 0,3 9-8 15,-3-11-3-15,-1 3-8 0,-4 1-3 0,-2-2-7 16,-3 4-14-16,-2-3-5 0,-2 2-10 0,-1-2 4 15,-6-1-30-15,1 3-5 0,-6-2-11 0,-5-1 10 0,-2 2-21 16,-11 6-18-16,-2-1 3 0,-2-2-17 0,3-9-10 16,-8 6-49-16,6-11-41 0,-11 9-42 0,-2-5-53 15,-1 0-67-15,11-9-71 0,-3 2-298 16,-10 1-641-16,-2-1 284 0</inkml:trace>
  <inkml:trace contextRef="#ctx0" brushRef="#br0" timeOffset="111819.34">7303 15341 117 0,'0'0'194'0,"0"0"-1"0,0 0-8 16,0 0-4-16,0 0-12 0,0 0-12 0,0 0-12 15,0 0-11-15,0 0-10 0,0 0-6 0,0 0-5 0,0 0-12 16,0 0-5-16,0 0-9 0,34 0-7 0,-21-1-8 15,0 0-7-15,6-1-3 0,-2 2-15 0,1 2-15 16,-5-2-28-16,2 0-24 0,-2 0-43 16,-2 1-52-16,0-2-40 0,-4 3-51 0,-7-2-114 15,13 2-346-15,-13-2 153 0</inkml:trace>
  <inkml:trace contextRef="#ctx0" brushRef="#br0" timeOffset="111990.46">7303 15489 22 0,'0'0'172'0,"0"0"-4"15,14 4-14-15,-3-3-20 0,0-1-8 16,8 0-10-16,3 0-12 0,7-1-26 0,1 2-21 16,2-2-54-16,0-1-51 0,-3 2-133 0,-1 0-197 15,2 0 87-15</inkml:trace>
  <inkml:trace contextRef="#ctx0" brushRef="#br0" timeOffset="115896.66">8625 15792 134 0,'0'0'139'0,"0"0"-4"0,0 0-9 16,0 0-13-16,0 0-3 0,4-6-14 0,-4 6 2 15,12-3 0-15,-5 1-5 0,0 1-8 0,4-2 1 16,-1 1-8-16,-10 2 10 0,13-5-20 0,-4 2-2 16,1-3-9-16,0 1 1 0,0-1-4 0,6-4-3 15,-2 1-4-15,0-1-7 0,-3-3 0 16,3 3 2-16,-6 1-1 0,1 0-4 0,-1 1 4 16,-1-2 0-16,-3 2 1 0,1 1 0 0,-4-4 0 0,2 2-4 15,-3 9-5-15,-3-14-3 0,3 14-4 0,-6-10-4 16,0 8-2-16,-4-2-5 0,-2 5 0 0,-6 2 2 15,0 4-8-15,-6 3 3 0,-4 6 2 16,1 4-4-16,1-1 3 0,-5 2-3 0,5 2 8 0,4 0-3 16,2-2 2-16,4 1-1 0,2-1-2 0,8-3 0 15,-2-2 6-15,3-1-5 0,5-1-1 0,0 3 5 16,3-6-5-16,4 3 0 0,4-2-1 16,4-1 1-16,7 2-4 0,6-4-8 0,1-4-16 0,4 3-23 15,4-3-10-15,3-4-27 0,15 1-32 16,4-2-42-16,-4-2-40 0,1-1-177 0,-19 0-395 15,3-3 175-15</inkml:trace>
  <inkml:trace contextRef="#ctx0" brushRef="#br0" timeOffset="117766.62">9811 15411 133 0,'-4'-9'150'0,"4"9"1"0,-1-9 3 0,1 9-10 15,0 0-12-15,0 0 2 0,-2-8-17 0,2 8-9 16,0 0-7-16,0 0-12 0,0 0-10 0,0 0-10 16,0 0-9-16,0 0 0 0,0 0-10 15,0 0-1-15,0 0 0 0,0 0 8 0,8 27-2 16,-7-15-3-16,2 5-3 0,-2-1-2 0,0 0-3 15,1 2-5-15,0 2 2 0,-2-1-5 0,3 2 2 16,-2 3 0-16,0-1-4 0,2-3-3 0,-2-2-3 0,-1 2 2 16,0-3-5-16,0 3-2 0,3-4-6 15,-3 2-3-15,0-4 0 0,1 2 6 0,-2-4-8 0,1 5 2 16,-1-6-3-16,1-1-2 0,-2 1-13 16,1-2-10-16,0 2-10 0,-1-5-19 0,2-6-8 0,-2 12-24 15,1-7-21-15,1-5-24 0,-3 10-22 0,3-10-18 16,0 0-153-16,-5 5-340 0,5-5 151 0</inkml:trace>
  <inkml:trace contextRef="#ctx0" brushRef="#br0" timeOffset="118036.52">9725 15466 124 0,'13'-3'144'0,"7"1"7"15,8 0-9-15,2 5-8 0,2 1 1 0,1 3-7 16,3 3-9-16,-3 1-9 0,2 4-8 0,-5 1-6 16,-3 0-14-16,-4 5-9 0,-5 0-4 0,-1-1-9 15,-6 3-1-15,-2-5-7 0,-5 1-5 0,-3 2-6 16,-4-2 1-16,-3 0-7 0,-3 4 1 0,-1-5 0 16,-8 0-4-16,4-1-4 0,-6 1-1 0,4-4-6 15,0-3-1-15,-9 4 0 0,2 1-7 0,-2-5-6 16,-1 1-7-16,6-5-33 0,-1-1-28 0,0 1-35 15,3-4-35-15,1 0-36 0,-2 1-117 0,6-4-305 0,2 0 135 16</inkml:trace>
  <inkml:trace contextRef="#ctx0" brushRef="#br0" timeOffset="118440">10406 15597 103 0,'5'-3'170'0,"-5"3"-4"0,7-3-2 0,-7 3-3 16,0 0-2-16,0 0-3 0,6 12 1 0,-6-2-8 15,-2 3 9-15,0 4-14 0,-1 1-8 0,0 1-7 16,0 0-12-16,1 2-2 0,-3-3-9 0,3 2-9 16,2 1-7-16,-1-5-8 0,-1 2-9 0,2-1 1 15,-2-2-13-15,2-2-4 0,0-1-6 0,0-3-5 16,2-2-4-16,-2 1-4 0,1-2-6 0,-1-6-2 15,1 11 2-15,-1-11-5 0,1 7-1 0,-1-7 4 16,0 0 2-16,0 9 5 0,0-9-2 0,0 0 0 16,0 0-1-16,0 0-1 0,0 0-7 15,0 0-1-15,0 0-3 0,17-21-2 0,-8 12-2 0,-1-2 1 16,3 0-3-16,2-2-9 0,0 2 3 0,1 0-1 16,-4 3-2-16,0 1-3 0,3 1-3 0,-4 2 1 15,-1 1-6-15,1 3 2 0,2-1 4 0,-5 5-2 16,4 0-5-16,-3 2 3 0,-1 3 3 0,0 2-1 15,-3 2-6-15,0 4-6 0,-2-1-20 0,-1 1-34 16,-1 1-37-16,0 0-47 0,-1-3-83 0,0 3-62 16,-1-5-150-16,1 0-480 0,-1-3 213 0</inkml:trace>
  <inkml:trace contextRef="#ctx0" brushRef="#br0" timeOffset="119041.75">9692 16234 3 0,'-13'-2'161'0,"3"1"-10"0,-2 0-1 16,4 0 1-16,8 1-3 0,-13-2-3 0,13 2-13 15,-9-1-5-15,9 1-10 0,0 0-3 0,0 0 6 16,0 0 3-16,0 0-3 0,39 1 20 0,-3 2-8 16,20-4-9-16,2-3-8 0,4-1-9 0,29-3-5 15,-1 1-5-15,-25 4-9 0,25-3-5 0,-27 4-6 16,-3-3-10-16,0 2-4 0,-3-2-8 0,-6 5-2 16,-15-1-3-16,-1 1-6 0,0-3-5 0,-8 5-3 15,-6-1-2-15,0 5-8 0,-8-6-2 0,-1 2-15 16,-1-1-22-16,-2-1-20 0,2 1-19 0,-9 3-23 15,-2-4-34-15,0 0-52 0,0 0-59 0,-26 18-219 16,5-12-477-16,-9 2 212 0</inkml:trace>
  <inkml:trace contextRef="#ctx0" brushRef="#br0" timeOffset="119372.34">9937 16341 1909 0,'-14'-6'44'0,"14"6"66"0,-2-7-10 16,2 7-27-16,0 0-15 0,-3-9-15 0,3 9-10 16,0 0 1-16,0 0-6 0,-1-8 0 0,1 8 15 15,0 0 21-15,0 0 12 0,0 0-2 16,5 36 2-16,-2-18 3 0,-2 9-6 0,0-2 1 16,2 5-1-16,-2-1-6 0,1 0-5 0,-5 1-8 15,0-2-4-15,1 1-6 0,-1-2-4 0,2-1 0 0,-1-6-7 16,1-2-3-16,0 1 0 0,1-4-8 0,0-3 2 15,0-3 0-15,-1 1-5 0,1 0 4 0,1-5-9 16,-1-5 19-16,2 10 0 0,-2-10-4 16,7 4-1-16,-7-4-1 0,19-5-2 0,-6 0-4 15,5-2-1-15,10 0-13 0,-3-2-9 0,3 0-21 16,-5-2-21-16,-1 6-28 0,-3-2-28 0,-2 3-32 16,2-1-34-16,-7 1-27 0,0 0-27 0,1 1-36 0,-3-1-192 15,2 2-484-15,-2-1 214 0</inkml:trace>
  <inkml:trace contextRef="#ctx0" brushRef="#br0" timeOffset="119722.38">10347 16589 200 0,'0'0'210'0,"-2"-13"-7"0,2 13 13 0,-1-11 2 16,1 11-2-16,-2-8-15 0,2 8-14 0,0 0-24 15,0 0-13-15,0 0-14 0,0 0 14 0,0 0 5 16,0 0-7-16,5 27-6 0,-3-14-10 0,-1 5-13 15,0-2-8-15,-1 2-10 0,2 2 1 0,-1-3-20 16,-1-1-12-16,-1-1-4 0,2-3-6 0,-1 0-3 16,1 0-7-16,1-3-2 0,-2 1-2 0,0-10-10 15,1 11 2-15,-1-11 16 0,2 10-1 0,-2-10 8 16,0 6 3-16,0-6-22 0,0 0 19 0,0 0-8 16,0 0-9-16,0 0 1 0,0 0-19 0,21-20 7 15,-15 11-7-15,7-4 1 0,-3-1-4 0,3 0-7 16,2 1 1-16,1 0-5 0,0 4 3 0,1-1-11 15,-2 3 1-15,-2 3 0 0,1 1 0 0,-2 3 1 16,0 0 0-16,-3 3-8 0,3 1 4 0,-2 2-5 16,-2 1-7-16,-2 1-3 0,-1-1-20 15,3 4-29-15,-2-2-37 0,-2 0-47 0,0 1-50 0,-2 1-73 16,0-4-83-16,-2-7-204 0,0 0-602 0,-4 15 266 16</inkml:trace>
  <inkml:trace contextRef="#ctx0" brushRef="#br0" timeOffset="122471.86">11240 15561 132 0,'1'-10'186'0,"0"3"-6"0,2 1 2 0,-3 6-4 16,1-8-10-16,-1 8-16 0,0-9-14 0,0 9-10 15,0 0-16-15,4-5-12 0,-4 5-5 0,0 0 13 16,0 0-2-16,0 0-6 0,10 22-6 0,-9-11-7 16,3 4-4-16,0 3-5 0,-2-3-5 0,0 4-3 15,-2-1-4-15,0 2-2 0,2-1-8 0,-2-1-2 16,0-1-6-16,-2 2 0 0,2-1-6 0,0-2-6 15,0 4 1-15,-2-4-7 0,2 0-3 0,0-4-4 16,-2 1 4-16,2-1-10 0,-3 5 0 0,2-7-11 16,0 1-13-16,-2-1-12 0,1-3-25 0,2 0-26 15,-5 1-30-15,2-1-28 0,-1-2-28 0,4-5-34 16,-7 6-24-16,1-3-156 0,0-1-402 0,6-2 178 16</inkml:trace>
  <inkml:trace contextRef="#ctx0" brushRef="#br0" timeOffset="122706.25">11192 15470 88 0,'14'-11'157'0,"0"3"0"0,7 1-2 0,-2 4-6 0,3 2-2 16,-2 2-12-16,1 3-6 0,-3 5-8 0,5 5-7 15,-8-1-7-15,3 5-9 0,-7 0-6 0,1-1-11 16,-1 7-9-16,-7-5-1 0,1 6-10 0,-5-7-10 15,-1 1 0-15,-5 5-4 0,-1-1-4 0,-3-3-4 16,1-3-3-16,-4 0-6 0,0-1-7 0,-1-3-21 16,-1-1-21-16,0 1-28 0,1-4-36 15,2 0-39-15,3-2-33 0,-2 0-150 0,-5 1-331 0,6-4 146 16</inkml:trace>
  <inkml:trace contextRef="#ctx0" brushRef="#br0" timeOffset="123080.06">11487 15827 178 0,'4'7'181'0,"2"-3"-2"0,-3 5-5 0,2 0-8 0,-2 1-9 16,-2-1-4-16,2 0-21 0,-1 1-8 0,2-1-7 15,-4 0-5-15,3-1-3 0,-2 1-1 16,0-3-3-16,1 0-11 0,-2-6-5 0,-2 13-2 15,2-13 1-15,0 0 6 0,0 9 10 0,0-9 6 0,0 0 2 16,0 0-2-16,0 0-9 0,0 0-14 0,0 0-8 16,0 0-10-16,0 0 4 0,0 0-19 15,0 0-2-15,9-29-6 0,-2 19-4 0,0-1-3 16,3-3-5-16,2 1-2 0,-2 3-9 0,4-1-2 16,-4 2 2-16,3-2-7 0,1 2-1 0,3 3-3 15,-8 2 0-15,4 0-6 0,-3 4 0 0,1-1 3 0,0 2-5 16,-5 1 1-16,4 3-5 0,0 2 3 0,-2 0 1 15,-1 1-4-15,-4 0 3 0,3 2-3 0,-4-2-4 16,0 4-6-16,0-3-24 0,-2 4-26 16,0-4-34-16,-2 0-39 0,2-9-40 0,-4 18-58 15,1-12-38-15,-3-1-189 0,6-5-496 0,-5 9 220 16</inkml:trace>
  <inkml:trace contextRef="#ctx0" brushRef="#br0" timeOffset="123357.32">11948 15866 111 0,'0'0'176'0,"0"14"4"15,0-14-12-15,1 9-5 0,-1-9-5 0,0 10-2 16,1-3-4-16,-1-7-9 0,6 10-5 0,-2-4 0 16,0-2-6-16,2-1-6 0,5 0-2 0,-1 2-7 15,4-4-7-15,0-1-3 0,4-3-7 0,-3 0-2 16,6-2-8-16,-5-1-6 0,-3 1-9 0,0 0 1 15,-3-3-3-15,1 0 3 0,-4-1-16 0,2-1-4 16,-7 1 0-16,0 0-10 0,-2-1-1 0,-2 0-6 0,-2 1-3 16,-4 1-9-16,0 0 1 0,-1 0-12 15,-5 3-11-15,1 3-18 0,-7-3-25 0,-7 5-26 16,9 4-35-16,-10 3-41 0,8 1-60 0,-7 1-50 16,2 1-198-16,1 0-483 0,6 1 214 0</inkml:trace>
  <inkml:trace contextRef="#ctx0" brushRef="#br0" timeOffset="124001.99">10911 16073 30 0,'0'0'116'0,"0"0"18"0,0 0 7 0,0 0 4 16,0 0-5-16,24 13-2 0,-3-10-11 0,8 1-2 15,4 1-10-15,6-5-6 0,14 5-6 0,0-6-10 16,3 4-7-16,0-3-12 0,3-2-2 0,-1 1-4 16,-1 1-6-16,-1 0-9 0,-2 0-3 0,2 0-5 15,-2-4-2-15,-16 4-2 0,13-2-9 0,-14 1 2 16,-1 0 0-16,1 1-9 0,0-1 6 0,-2-2-1 15,-1 1 2-15,-2 0 5 0,-3-1 2 0,-9 3 1 16,0 0-1-16,-2-2 0 0,0 0-5 0,-8 0 1 16,-2 0-6-16,-3 2-2 0,-5 0-3 0,12 0-3 15,-12 0-5-15,10-2 1 0,-10 2 0 0,0 0-11 16,9 2-1-16,-9-2-1 0,0 0-11 0,0 0-19 16,0 0-31-16,-18 13-37 0,9-11-43 0,1 1-33 15,3 0-45-15,-7 1-128 0,2-2-369 0,0 1 164 16</inkml:trace>
  <inkml:trace contextRef="#ctx0" brushRef="#br0" timeOffset="126414.1">12875 15480 4 0,'2'-8'114'0,"-2"8"-3"15,0 0 9-15,0 0-3 0,0 0-4 0,0 0-2 16,2-8-5-16,-2 8-5 0,0 0-8 0,0 0-5 15,0 0-9-15,0 0-3 0,0 0-8 0,0 0-12 16,0 0-1-16,0 0-8 0,0 0-2 0,0 0-7 16,0 0-9-16,0 0-4 0,0 0-4 0,0 0 4 15,0 0-1-15,0 0 2 0,-6 31-1 0,6-18 1 16,-3 3-1-16,3 0 5 0,-2 8 0 0,0 3-3 16,2 0 7-16,0 0-3 0,-2 4 1 15,2 1-4-15,0-2-1 0,-2 5 1 0,4-1-1 0,-4 0-2 16,0 2 1-16,1-2 1 0,1 0-2 0,-3 2 0 15,3-2-3-15,3-1-1 0,-3 2-1 0,3-5-2 16,-1 0-1-16,0 0 23 0,2-1 0 0,-1 0-6 16,1-1-4-16,-2-2-2 0,2 2-5 15,-3-1-2-15,3-2 1 0,1 0-3 0,-2-8-2 16,-1 2 3-16,2 0-4 0,-4 2 0 0,-2-1-3 0,2 5 3 16,-3-7-3-16,-1 7-1 0,-1-6-3 0,-2-2 5 15,-1 6 0-15,-1-5-1 0,1-1 1 0,2 0-4 16,-3 1 5-16,3-2-2 0,-4 1 2 0,3-3-1 15,1 1-1-15,0-3 2 0,1-3-4 0,1-1 1 16,1 2-2-16,3-10 1 0,-2 12 3 16,2-12 9-16,5 11-1 0,-5-11 0 0,8 6 7 15,-8-6-1-15,13 5-4 0,-1-7-1 0,1 1-4 16,6-1 4-16,0 1-3 0,9-4-1 0,1 1-3 0,0-2-3 16,0 3-2-16,-8 0 1 0,0 1-6 15,7 2-6-15,-8-3-8 0,-1 3-14 0,0-3-21 16,-1 3-21-16,-5 0-20 0,-1 0-33 0,-12 0-26 15,20 0-40-15,-11 1-26 0,-9-1-178 0,0 0-420 16,16-3 186-16</inkml:trace>
  <inkml:trace contextRef="#ctx0" brushRef="#br0" timeOffset="140131.93">13661 15718 85 0,'0'0'98'0,"0"0"-1"15,0 0 3-15,0 0-20 0,0 0 11 0,0 0-3 16,0 0 1-16,0 0-1 0,0 0-3 0,0 0 2 16,0 0-6-16,0 0-3 0,0 9-11 0,0-9-5 15,0 0 5-15,0 0-2 0,3 11-6 0,-3-11-8 16,0 0 0-16,-3 9-10 0,3-9 4 0,0 0-8 16,0 0 0-16,0 0-1 0,3 10 1 0,-3-10 10 15,4 2 8-15,-4-2 2 0,9 1 3 0,-9-1-6 16,14-2-6-16,-3 0-3 0,1-2-6 0,0 0-1 15,1 0 0-15,-2 0-4 0,6-5 2 0,-4 3-7 16,5-2-4-16,-5-1-5 0,1 0 1 0,-1-1 0 16,-3 1-2-16,-1-1-1 0,-1 2-2 0,-1-1-3 15,0-1-1-15,-2-1-2 0,-1 0 1 0,-2 2 3 16,-2-1-6-16,4 1-5 0,-6 1 1 0,2 8 0 16,-6-15-3-16,1 11 2 0,-1 0-3 0,-6 2 2 15,1 2-3-15,-3 1 1 0,-5 4 4 0,0 1-2 16,-8 4-2-16,0 5-3 0,-2 0 8 0,7 2-7 15,-3 3 2-15,5-3-5 0,2 3 5 0,0 2-5 16,5-5 7-16,3-2-2 0,3 2 1 0,-1 1 0 16,1-3-2-16,2 0 6 0,5-1 0 0,3-2-5 15,4 2 6-15,3 0-4 0,4-2 4 0,2-2-2 16,9 3-1-16,2-2 0 0,2-1-6 0,2-7-12 16,1 4-24-16,-3-3-13 0,2-2-34 15,-1-1-55-15,-3-2-31 0,1-2-20 0,-9 2-132 0,-1-4-350 16,-3 1 156-16</inkml:trace>
  <inkml:trace contextRef="#ctx0" brushRef="#br0" timeOffset="140344.25">14115 15629 11 0,'0'0'141'0,"0"0"8"0,0 0-1 0,0 0 13 16,0 0-3-16,0 0-6 0,18 16 1 0,-12-5-18 15,3 3-9-15,1 0-10 0,0 3-13 0,1-2-10 16,-1 1-11-16,3 2-6 0,-4-2-4 16,1-1-11-16,0 2-5 0,-1 0-23 0,1-5-21 15,-2-1-37-15,1 3-35 0,-2-6-27 0,0 1-27 0,-1-2-28 16,-3-2-127-16,1 0-290 0,-4-5 128 16</inkml:trace>
  <inkml:trace contextRef="#ctx0" brushRef="#br0" timeOffset="140523.99">14340 15685 20 0,'0'0'168'0,"-10"-5"-2"0,4 5-5 0,6 0-4 16,-16 9-2-16,2 1-2 0,-3 2-12 0,1 2-12 16,-5 4-10-16,2 0-19 0,-2 4-7 0,1-1-5 15,2 1-9-15,0-1-18 0,3-1-27 0,3-4-36 16,1 0-33-16,2 0-47 0,1-4-47 0,0 2-134 15,1-4-285-15,5 1 127 0</inkml:trace>
  <inkml:trace contextRef="#ctx0" brushRef="#br0" timeOffset="140796.06">14487 15567 152 0,'0'0'214'0,"2"-9"-15"0,-2 9-16 16,5-6-19-16,-5 6-7 0,0 0 5 0,0 0 12 16,0 0-3-16,3 27 4 0,-3-9-15 0,0 8-8 15,-1 4-7-15,1 2-12 0,-2-5-16 0,1 2-5 16,1-1-10-16,0 1-11 0,-4-1-12 0,2-3-3 16,2 0-9-16,0-5-6 0,0-1-5 0,-2 1-12 15,0-1 0-15,2-1-7 0,0 0-16 0,-3 0-18 16,6-4-36-16,-4-2-34 0,-1-2-35 0,2-10-39 15,-1 20-19-15,0-13-37 0,1-7-12 0,-2 9-16 16,2-9-129-16,0 0-382 0,0 0 170 0</inkml:trace>
  <inkml:trace contextRef="#ctx0" brushRef="#br0" timeOffset="141003.97">14558 15757 121 0,'8'-3'156'0,"1"2"5"0,3 2-8 0,-1 2-3 16,-1 3-8-16,-2 0-7 0,1 0-6 0,0 3-5 16,-3 0-11-16,-1 1-11 0,-1 2-9 0,-2 0-5 15,-2-1-7-15,-1 3-5 0,-1-3-5 0,-6 5-7 16,-1-1-7-16,0-3-8 0,-2 2-6 0,2-5-16 16,-2 1-19-16,-3-1-35 0,3-1-49 0,2-3-52 15,-2 0-45-15,-2-1-118 0,2-4-313 0,11 0 139 16</inkml:trace>
  <inkml:trace contextRef="#ctx0" brushRef="#br0" timeOffset="141161.06">14777 15723 67 0,'0'0'118'0,"0"0"-27"15,11 2-41-15,-11-2-56 0,0 0-48 0,3 6-58 0,-3-6 26 16</inkml:trace>
  <inkml:trace contextRef="#ctx0" brushRef="#br0" timeOffset="141837.94">15816 15509 5 0,'0'0'98'16,"0"0"0"-16,0 0-5 0,0 0-13 0,-4-14-6 0,4 14 10 15,0 0 9-15,0 0 10 0,-1-7-1 0,1 7 4 16,-3-5-11-16,3 5-3 0,0 0-6 0,0 0-1 15,0 0-7-15,0 0-6 0,0 0-8 0,0 0 2 16,0 0 4-16,0 0 4 0,-22 15 1 0,10-2-7 16,-5 6-3-16,0 3-1 0,-2 2-6 0,1 1 0 15,-3 4-1-15,1-1 4 0,-4 13 6 0,-1 1-7 16,8-11 4-16,-6 10 3 0,1 0-3 0,2 2-5 16,6-9 2-16,-5 10 6 0,6-10-5 0,3 0-11 15,1 0 8-15,0 1 0 0,5-2 2 0,0 1 27 16,-1-1-6-16,10-2-9 0,-1-3-2 15,1 0-6-15,4-1-10 0,1 0 0 0,2-4-10 16,3 1 1-16,2-3-6 0,2-2-5 0,0-2-27 0,0-7-8 16,4 3-32-16,-5-2-40 0,-1-3-43 0,-2-2-53 15,3 1-63-15,-5-3-70 0,-3-1-161 0,4-1-500 16,-4-1 222-16</inkml:trace>
  <inkml:trace contextRef="#ctx0" brushRef="#br0" timeOffset="142672.37">16567 15848 80 0,'0'0'117'0,"0"0"-8"16,0 0 4-16,0 0-9 0,7 10-2 0,-7-10-4 15,0 0-12-15,0 0 11 0,0 0-12 0,0 0 2 16,-2 9-12-16,2-9 2 0,0 0-7 0,0 0 1 16,0 0-13-16,2 8-3 0,-2-8-6 0,0 0 0 15,0 0-3-15,0 0 6 0,0 0-12 0,0 0 5 16,0 0 3-16,6 4 17 0,-6-4 1 0,0 0 0 15,10 0-2-15,-10 0-8 0,0 0 0 0,20-6-9 16,-9 2 5-16,-2 0-4 0,1-1-5 0,2-1-1 16,-2 0 0-16,3-4-8 0,3 2 0 0,-2-3-4 15,2 0-1-15,-2 2-6 0,2-2 7 0,-3 0-7 16,-3 1-5-16,3 0 1 0,-4 0-3 0,0 1 0 16,-1 1-3-16,-2 3 1 0,-2-2 0 0,0 2-3 15,-2-2 0-15,-2 7-5 0,4-9 2 0,-4 9-2 16,0-11 2-16,0 11-4 0,0 0 0 0,-6-11 0 15,-1 9-3-15,7 2-1 0,-18 0-1 0,6 3 3 16,-5 5 2-16,-2-1 1 0,1 3-2 0,-4 5 0 16,1 0 0-16,-1 1 3 0,10-2 2 0,-7 4-3 15,2 1 0-15,5-2 0 0,1-2 0 0,2 2 1 16,1 1 13-16,4-2-14 0,1 2 6 0,2-1-1 16,2 1-2-16,2-2-5 0,1-4 5 0,4 2-1 15,3 0-1-15,3-1 1 0,-1-1 0 0,6-1-4 16,-5-2-13-16,6-1-16 0,0 0-27 0,5-1-32 15,-6-2-40-15,3-4-34 0,-2 1-30 0,1-1-21 16,-3 1-146-16,0-2-384 0,-4-2 170 0</inkml:trace>
  <inkml:trace contextRef="#ctx0" brushRef="#br0" timeOffset="143184.57">17251 15701 91 0,'3'-10'215'0,"-3"10"-10"0,0 0-10 16,0-7-14-16,0 7-16 0,0 0-13 0,0 0-16 16,0 0-12-16,0 0-18 0,0 0-10 0,0 0-1 15,0 0 9-15,0 0 4 0,0 0 4 16,0 0-10-16,14 18 3 0,-12-12-13 0,1 1-6 15,-1 1-10-15,-2 1-4 0,3 3-1 0,1-2-4 0,-2 2-1 16,1-1-5-16,-1 1-4 0,5 3-1 16,-4 2-5-16,0-6-2 0,4 5-5 0,-4-1-6 0,1 1 2 15,0-4-5-15,2 0-4 0,-1 0 7 16,1-2-13-16,-1 2-5 0,1-2 2 0,-2-1-3 16,5 2-3-16,-4-3 3 0,1 0-2 0,-2-2-6 15,-1-1 1-15,2-1 1 0,-5-4-5 0,6 8 4 0,-6-8 2 16,4 3 6-16,-4-3 8 0,4 4 13 0,-4-4-1 15,0 0-10-15,0 0-1 0,13-10-5 16,-7 4 16-16,0-4-19 0,1 3-8 0,2-8 6 16,2-1-3-16,0 1-1 0,1-7-2 0,2 0-4 15,1 1 3-15,-4 3-6 0,-2-1 5 0,0 2-1 16,1-1-4-16,-4 1-3 0,1-2 3 0,-2 3 4 0,1 1-4 16,-2 5 0-16,1-2-5 0,-2 2 4 0,-2 3 1 15,2 1-9-15,-3 6 7 0,5-12-7 16,-4 9-2-16,-1 3-9 0,0 0-2 0,4-8-10 15,-4 8-10-15,0 0-15 0,0 0-27 0,0 0-34 16,0 0-38-16,3 22-33 0,-2-15-40 0,-1-7-42 16,-3 15-205-16,3-15-508 0,-2 17 225 0</inkml:trace>
  <inkml:trace contextRef="#ctx0" brushRef="#br0" timeOffset="143480.57">17063 16134 81 0,'-11'0'181'0,"11"0"-4"0,-11 2-4 0,11-2 3 16,0 0-1-16,0 0-9 0,22 4-7 0,-2-4-11 15,12 0-8-15,4-2-8 0,17-1-9 0,-1-1-6 16,2-1-12-16,2-2-7 0,-4 3-10 0,-12 1-7 16,-2-2-11-16,1 0-6 0,0-2-11 0,-4 2-14 15,-6 1-18-15,-8 1-23 0,-3 3-32 0,-6-3-39 16,1 2-38-16,-1-1-36 0,-12 2-16 0,0 0-177 16,11 4-368-16,-11-4 163 0</inkml:trace>
  <inkml:trace contextRef="#ctx0" brushRef="#br0" timeOffset="143723.14">17326 16171 73 0,'0'0'197'0,"0"0"-3"0,-5 6 12 16,5-6 6-16,-1 9-2 0,-1-5 27 0,2 7-13 15,-3-1-13-15,0 1-6 0,0 5-22 0,-1 0-15 16,0 0-18-16,0 3-8 0,-1-2-16 0,2 0-10 15,1-2-11-15,-1 3-11 0,2-3-8 0,1 0-6 16,0 1-8-16,0 1-9 0,1-6-6 16,2 0-8-16,-1 0-11 0,3-2-37 0,-3 1-32 0,-1-1-34 15,0-3-37-15,2-1-41 0,-3-5-39 16,1 11-46-16,2-8-43 0,-3-3-143 0,2 8-447 0,-2-8 199 16</inkml:trace>
  <inkml:trace contextRef="#ctx0" brushRef="#br0" timeOffset="143989.75">17567 16241 62 0,'0'0'216'0,"0"0"1"16,0 0 3-16,0 0-8 0,-18 21-5 0,3-13-19 0,0 7-4 16,-2-3-9-16,-3 4-12 0,2-3-17 0,3 0-11 15,-2-1-9-15,-3 6-9 0,5-8-15 16,6-3-5-16,-1 1-16 0,3 0-9 0,2-5-2 15,-3 4-8-15,6-2-6 0,2-5-2 0,-7 8-3 16,7-8-1-16,0 0-2 0,9 13 2 0,-2-10-10 16,2 1-1-16,5-1-5 0,2 1-1 0,5-3-9 0,-1 4-2 15,2-4-15-15,5 1-16 0,1 2-27 16,-6-2-31-16,-3 0-35 0,0 0-42 0,-2-1-33 16,1 0-44-16,-7 0-35 0,0 1-136 0,0-2-423 15,-11 0 187-15</inkml:trace>
  <inkml:trace contextRef="#ctx0" brushRef="#br0" timeOffset="144186.75">17769 16430 84 0,'0'0'225'16,"0"0"9"-16,0 0-5 0,14 5-13 0,-14-5-11 15,19 1-20-15,-8-1-14 0,7 0-20 0,3 0-11 16,-1 0-15-16,8-1-12 0,-6 1-14 0,1-1-18 15,-4 0-22-15,0-1-26 0,0 0-36 0,-4 0-30 16,-4 0-38-16,0 1-34 0,-2-2-41 0,2 1-39 16,-6-2-117-16,-5 4-326 0,7-7 145 0</inkml:trace>
  <inkml:trace contextRef="#ctx0" brushRef="#br0" timeOffset="144385.96">18048 16383 94 0,'-7'10'227'0,"7"-10"0"0,-5 12-3 0,0-2 10 0,1-1-3 16,-4 5-4-16,3-1-2 0,-4-1-23 16,0 2-18-16,0 4-14 0,3-1-10 0,-2-2-14 15,-1 3-14-15,1-2-9 0,2 0-12 0,0-1-12 0,-3 2-7 16,2-3-12-16,3-3-8 0,2 0-29 0,-1 0-24 16,1-4-36-16,-1 1-33 0,1-2-39 0,0 1-42 15,2-7-60-15,0 0-49 0,-3 10-194 16,3-10-471-16,0 0 209 0</inkml:trace>
  <inkml:trace contextRef="#ctx0" brushRef="#br0" timeOffset="144674.07">18431 16150 8 0,'0'0'207'16,"0"0"6"-16,14-6-3 0,-3 5-12 0,3-1-8 16,2 0-15-16,-1 2-14 0,-2 0-10 0,8 1-15 15,1 0-14-15,-1-1-9 0,0-1-13 0,0 0-12 16,-3 1-5-16,-4 1-13 0,-3-1-12 0,1 0-24 15,-5 1-29-15,-7-1-38 0,16-1-43 0,-16 1-39 16,17 0-45-16,-10-1-163 0,-7 1-351 0,0 0 156 16</inkml:trace>
  <inkml:trace contextRef="#ctx0" brushRef="#br0" timeOffset="144926.29">18891 15862 64 0,'2'-6'265'0,"-2"6"-15"0,5-9-15 0,-5 9-17 16,2-6-17-16,-2 6-19 0,0 0 0 0,0 0 19 15,0 0-4-15,2 28-7 0,-4-8 0 0,0 9-6 16,-3 1-8-16,1 5 0 0,2-6-27 0,-2 6-12 16,0-2-3-16,0-2-13 0,2-1-14 0,0-1-5 15,0-2-12-15,1 0-10 0,-2 0-12 0,2-8-6 16,-2-2-9-16,2 1-16 0,0-1-27 0,0 0-44 15,-1-5-43-15,1 1-47 0,1-1-50 0,-1-2-66 16,2-4-69-16,-1-6-209 0,-3 10-560 0,3-10 248 16</inkml:trace>
  <inkml:trace contextRef="#ctx0" brushRef="#br0" timeOffset="145231.81">19134 15873 1878 0,'8'-15'-10'16,"-3"2"70"-16,3-1-51 0,-3 5 9 0,3 2-8 16,1 0-2-16,1 2 7 0,3 4 17 15,1 2 12-15,6 3 9 0,0 4 7 0,4 4 12 16,0 6 3-16,-3 4 5 0,-5 5 2 0,0 0 2 15,-5 5 2-15,-2 14-5 0,-6-10-1 0,-2-1-2 0,-4 16-4 16,-1-17 4-16,-2 1-17 0,-3-1 37 0,-6 12-14 16,4-13-11-16,-4 1-1 0,0-5-8 15,-7 0-11-15,2-2-16 0,0-1-27 0,0-2-44 16,1-2-45-16,-2-1-52 0,5-10-64 0,-2 1-86 16,-1-5-200-16,1 1-519 0,5-5 230 0</inkml:trace>
  <inkml:trace contextRef="#ctx0" brushRef="#br0" timeOffset="145899.21">19826 15472 16 0,'7'-9'199'0,"-2"4"-18"0,5 1-4 0,4 1-15 16,5-1-5-16,8 1-13 0,1-2-8 0,2 3-12 15,-9 2-10-15,7 0-12 0,0 0-8 0,-6 4-11 16,3 0-1-16,-5 0-9 0,-1-1-5 0,-1 2 10 16,-2-1-12-16,1-1 5 0,-3 1-6 0,-2 0-7 15,-2-1-1-15,0 1-2 0,-1 0 0 0,-1-1-3 16,1 1-7-16,0 1-4 0,-2-1 0 0,-1 2-2 15,2 4 11-15,-1-3 1 0,-1 2 6 0,5 5-4 16,-5-1-9-16,0 2 0 0,-1 9-1 0,0-5 5 16,-1 8-7-16,-1 0 3 0,-1 4 7 0,-3-1 8 15,-1 5-3-15,-5-1-4 0,1 13-2 0,-2-1 3 16,-3-1-8-16,2 1-2 0,0 1 5 0,1 2-6 16,-1 0-2-16,1-1-4 0,2-1-5 0,1 0-1 15,10 3-6-15,-4-1 38 0,2 2 5 0,-2 1-19 16,-1 4 3-16,-1-1 14 0,-1 1-6 0,4-1-2 15,-6 3 2-15,-2-4-12 0,1-4-2 0,-4-1 3 16,1-1-14-16,-2-13 0 0,-4 10-6 0,-2-12 2 16,2-2 0-16,-1 2-5 0,-4-6-44 0,-3 2 12 15,-5-4 15-15,0-2-3 0,-1-1 6 0,-1-4 8 16,-6-1-17-16,0-4 8 0,-1-3-6 0,-14-1 11 16,0-3-7-16,-1-2-5 0,-3-4-16 0,2-4-14 15,12-4-36-15,-17-6-40 0,-3 1-43 0,2-8-57 16,4-1-60-16,1-5-88 0,-24-15-225 15,26 10-622-15,-4-4 276 0</inkml:trace>
  <inkml:trace contextRef="#ctx0" brushRef="#br0" timeOffset="178228.02">21014 15850 67 0,'0'0'77'0,"0"0"8"16,0 0 6-16,0 0 4 0,0 0 5 0,0 0 4 16,0 0 7-16,0 0-8 0,0 0 1 0,0 0 8 15,0 0-5-15,0 0-8 0,0 0-3 0,0 0 0 16,0 0 1-16,0 0-4 0,0 0-7 16,0 0 1-16,0 0-7 0,0 0-6 0,0 0-7 15,0 0-4-15,0 0-5 0,0 0-3 0,19-19-9 16,-16 17-5-16,-3 2-2 0,9-4-6 0,-2 1-6 0,-7 3 2 15,6-4-2-15,-6 4-5 0,0 0-1 0,9-3-1 16,-9 3-3-16,0 0 0 0,5-3-6 0,-5 3-1 16,0 0-10-16,0 0-5 0,0 0-5 0,0 0-3 15,0 0-6-15,0 0-4 0,0 0 0 16,7-4-8-16,-7 4-2 0,0 0 7 0,0 0-5 16,0 0 5-16,0 0 0 0,0 0 2 0,0 0 0 0,0 0-6 15,0 0 7-15,0 0-4 0,0 0-1 0,0 0 11 16,0 0-1-16,0 0 7 0,0 0-5 0,0 0 8 15,0 0-6-15,0 0 2 0,0 0 4 16,0 0-5-16,0 0 6 0,0 0-1 0,0 0 2 16,0 0-1-16,0 0-3 0,0 0 1 0,0 0 5 15,0 0-8-15,0 0 11 0,0 0 3 0,0 0-1 0,0 0 3 16,0 0-10-16,0 0 0 0,0 0 3 0,0 0 3 16,0 0-2-16,0 0 2 0,0 0-9 15,0 0 4-15,0 0 5 0,0 0-3 0,0 0 3 16,0 0-2-16,0 0 4 0,0 0-5 0,0 0-3 15,0 0 5-15,0 0-1 0,0 0-3 0,0 0 8 0,0 0-7 16,0 0 5-16,-12 19-1 0,12-19-6 0,0 0-5 16,-4 7 11-16,4-7-9 0,-4 6-2 15,4-6 1-15,-3 5 3 0,3-5 1 0,-4 7-4 16,4-7 6-16,-7 2-1 0,7-2-1 0,-7 7-1 16,7-7-6-16,-11 5 2 0,6-4 6 0,-2 2 0 15,7-3-2-15,-12 3 5 0,12-3 1 0,-9 2-3 0,2-1-1 16,7-1-2-16,-8 3 7 0,8-3 0 0,-10 2 5 15,10-2 6-15,-7 2 2 0,7-2 5 0,0 0-2 16,-10 1 3-16,10-1 3 0,0 0 0 16,0 0 2-16,-6 4 5 0,6-4-5 0,0 0 1 15,0 0-3-15,0 0-2 0,0 0-1 0,0 0-4 16,0 0-1-16,0 0 3 0,0 0-7 0,0 0 3 0,0 0 4 16,0 0 2-16,0 0 1 0,0 0-1 0,0 0-2 15,28-2 2-15,-28 2-3 0,18-3-1 0,-7 3 0 16,1-3 2-16,-1 0-3 0,-4 2-2 15,3 1 1-15,-1 0-3 0,-9 0-8 0,14-1 8 16,-4 1 1-16,-1-2 1 0,1 2-1 0,-1-1-3 16,-9 1 0-16,13-1 1 0,-13 1-3 0,10-1-3 15,-3 2 2-15,-7-1-1 0,0 0-1 0,10 0-3 16,-10 0 5-16,0 0-2 0,9 0-4 0,-9 0 3 16,0 0 0-16,0 0 2 0,0 0-1 0,5 5-4 15,-5-5 1-15,0 0 0 0,0 0-6 0,2 5-3 16,-2-5-5-16,0 0 0 0,0 0-5 0,0 0 2 15,0 0 0-15,0 0-6 0,0 0-4 0,0 0 6 16,0 0 2-16,0 0 5 0,0 0-4 0,0 0 5 16,0 0-2-16,0 0 3 0,0 0 2 0,0 0 1 15,0 0 2-15,0 0 6 0,0 0-6 0,0 0-3 16,0 0 0-16,0 0-2 0,0 0-1 0,0 0 1 16,0 0 0-16,0 0 4 0,0 0-3 0,0 0 2 0,0 0 4 15,0 0-3-15,0 0 2 0,0 0-1 16,0 0 1-16,0 0 1 0,0 0 1 0,0 0-2 15,0 0-3-15,0 0 3 0,0 0-2 0,0 0 1 16,0 0-10-16,0 0 1 0,0 0 0 0,0 0-4 16,0 0-6-16,0 0 7 0,0 0-15 0,0 0 3 15,0 0-6-15,0 0-13 0,0 0-7 0,0 0-19 16,0 0-17-16,0 0-16 0,-15-14-21 0,15 14-81 16,0 0-227-16,0 0 101 0</inkml:trace>
  <inkml:trace contextRef="#ctx0" brushRef="#br0" timeOffset="133570.72">8466 10442 25 0,'0'0'26'16,"0"0"-7"-16,0 0 1 0,0 0-6 0,0 0 8 16,0 0-11-16,0 0 5 0,0 0-3 0,0 0 0 15,0 0 2-15,0 0-3 0,0 0-2 0,0 0-3 16,0 0 9-16,0 0-15 0,0 0 12 0,0 0-5 16,0 0-5-16,-5-3 5 0,5 3-3 0,0 0-2 0,0 0 0 15,0 0-1-15,0 0 5 0,0 0-9 0,0 0 1 16,0 0 4-16,0 0 4 0,0 0-6 15,0 0 2-15,0 0-3 0,0 0 3 0,0 0-5 16,0 0 3-16,0 0 1 0,0 0-3 0,0 0 1 0,0 0 0 16,0 0 0-16,0 0-2 0,0 0 4 0,0 0 5 15,0 0-8-15,0 0-3 0,0 0 6 0,0 0 2 16,0 0-1-16,0 0-5 0,0 0 2 16,0 0 2-16,0 0-4 0,0 0 1 0,0 0 0 15,0 0 7-15,0 0-6 0,0 0-2 0,0 0 3 0,0 0 1 16,0 0-1-16,0 0-4 0,0 0 3 0,0 0-3 15,0 0 4-15,0 0 0 0,0 0 2 0,0 0 1 16,0 0 1-16,0 0-6 0,0 0 8 0,0 0 0 16,0 0 2-16,0 0 3 0,0 0-6 15,0 0 1-15,0 0-3 0,0 0 4 0,0 0-4 0,0 0 5 16,0 0-5-16,0 0 4 0,0 0-10 0,0 0 8 16,0 0-1-16,0 0-4 0,0 0 6 15,0 0-2-15,0 0-1 0,0 0 3 0,0 0-1 0,0 0-5 16,0 0 1-16,0 0 0 0,0 0-1 0,0 0-3 15,0 0 1-15,0 0-7 0,0 0-6 0,0 0-12 16,0 0 5-16,0 0-4 0,0 0-2 0,0 0-6 16,0 0-18-16,0 0-54 0,0 0 25 0</inkml:trace>
  <inkml:trace contextRef="#ctx0" brushRef="#br0" timeOffset="134141.51">6724 12365 26 0,'0'0'44'0,"0"0"-1"0,-3-6-3 16,3 6-2-16,0 0-7 0,0 0 4 0,0 0-13 16,-6-6 1-16,6 6 1 0,0 0-6 0,0 0-2 15,0 0-2-15,0 0 2 0,0 0-4 0,0 0-6 16,0 0-1-16,0 0 5 0,0 0-8 0,0 0-5 16,0 0 5-16,0 0-9 0,0 0-9 0,0 0 2 15,0 0-10-15,0 0-4 0,0 0-29 0,0 0-60 16,22 13 28-16</inkml:trace>
  <inkml:trace contextRef="#ctx0" brushRef="#br0" timeOffset="135623.01">14556 12062 6 0,'-9'4'-1'15,"-1"1"-2"-15</inkml:trace>
</inkml:ink>
</file>

<file path=ppt/ink/ink1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5:30:28.194"/>
    </inkml:context>
    <inkml:brush xml:id="br0">
      <inkml:brushProperty name="width" value="0.05292" units="cm"/>
      <inkml:brushProperty name="height" value="0.05292" units="cm"/>
      <inkml:brushProperty name="color" value="#FF0000"/>
    </inkml:brush>
  </inkml:definitions>
  <inkml:trace contextRef="#ctx0" brushRef="#br0">14622 4866 51 0,'0'0'50'15,"0"0"3"-15,0 0-8 0,0 0-1 16,0 0 1-16,0 0-7 0,0 0-2 0,0 0-1 0,-11-5 1 15,11 5-5-15,0 0 5 0,0 0-2 16,0 0 4-16,-7-2-3 0,7 2-3 0,0 0-1 0,0 0-8 16,0 0 1-16,0 0 5 15,-9-3-6-15,9 3-1 0,0 0-5 0,0 0-6 0,0 0 3 16,0 0-6-16,0 0 2 0,-10-1 5 0,10 1-7 0,0 0 2 16,0 0 6-16,0 0-3 0,0 0-4 15,0 0-3-15,0 0 3 0,-12 0 5 0,12 0-3 0,0 0 6 16,0 0-6-16,0 0 5 0,-7-2-2 15,7 2 6-15,0 0 0 0,0 0-2 0,0 0 7 0,0 0-6 16,0 0 1-16,0 0 0 16,0 0 5-16,0 0 1 0,0 0-6 0,-9-2-5 0,9 2-1 15,0 0 6-15,0 0-7 0,0 0 8 16,0 0 0-16,0 0-1 0,0 0-3 0,-11-1 5 0,11 1-9 16,0 0 18-16,0 0-13 0,0 0-2 0,0 0 1 0,0 0-8 15,0 0-1-15,0 0 1 0,0 0 3 16,-11 0-4-16,11 0 3 0,0 0-4 0,0 0-1 15,0 0-1-15,0 0 1 0,0 0-4 16,0 0 1-16,0 0-2 0,0 0 0 0,0 0-2 0,0 0-4 16,0 0 6-16,0 0-4 15,0 0 5-15,0 0-4 0,0 0 4 0,0 0-3 0,0 0 1 0,0 0 0 16,0 0-1-16,23 6-2 0,-23-6 3 0,12 3 0 0,-5-2 2 16,5 0-3-16,-2-1 7 0,0 0-8 15,3 2-1-15,-1-2 2 0,0 0 5 0,1 0-6 0,-1 0 2 16,2 0 0-16,-1 0 3 15,1 0-6-15,-2 0 1 0,-2 0 1 0,2 0 7 0,1 0-9 16,-3 0 3-16,-1 0-1 0,-1 0 3 16,-8 0 0-16,16 0-3 0,-16 0-2 0,12 0 3 0,-12 0-2 15,8 0 1-15,-8 0 6 0,8 0-3 16,-8 0 1-16,0 0-3 0,11 1-1 0,-11-1 6 0,0 0-7 16,0 0 5-16,0 0-3 0,0 0 1 0,0 0 3 0,0 0 4 15,0 0 1-15,0 0 0 16,0 0 2-16,6-1-3 0,-6 1 15 0,0 0-10 0,0 0-4 15,0 0 6-15,0 0-10 0,0 0 1 16,0 0-1-16,0 0-3 0,0 0 2 0,0 0 1 16,0 0 5-16,0 0 6 0,0 0-15 0,0 0 6 15,0 0 4-15,0 0 10 0,0 0-26 0,-31 1 1 0,31-1 2 16,-11 2-3-16,6 0 7 0,5-2 1 0,-16 0-4 0,10 1-2 16,6-1 1-16,-16 1 5 15,6 1-4-15,0-2-4 0,-2 1 3 0,1 0 1 0,0 0 1 16,-1 1-1-16,2-1 0 0,0 0 0 15,-2 0 5-15,6 1-2 0,6-2-2 0,-13 0 3 16,4 0-5-16,9 0 4 0,-11 1 1 0,11-1-1 16,-11 0 2-16,11 0 0 0,-7 2-8 0,7-2 5 0,0 0-3 15,0 0 5-15,-10 0-4 16,10 0-1-16,0 0 2 0,0 0 4 0,0 0-4 0,0 0 2 16,0 0-1-16,0 0-2 0,0 0 0 0,0 0-1 0,0 0-2 15,0 0-2-15,0 0 3 0,0 0 3 16,0 0 2-16,0 0-2 0,0 0-3 0,0 0 0 0,0 0 1 15,30-5 3-15,-19 4 0 0,-11 1-1 16,16-1 1-16,-5-2 1 0,0 2-2 0,2 1 0 0,-2-2-3 16,2 2 3-16,-2-3 1 15,2 2-3-15,0-1 3 0,0-1-2 0,-1 0 1 0,-1 0-4 16,0 2 6-16,1-2 1 0,-2 1-6 16,-1 1 4-16,-1 0 4 0,-8 1-6 0,13-3 2 15,-13 3 1-15,12 0-7 0,-12 0 5 0,8-2 2 0,-8 2 0 16,0 0-2-16,7-1 10 0,-7 1-12 0,0 0 5 0,0 0-4 15,0 0 2-15,7-2-3 16,-7 2 3-16,0 0-3 0,0 0 3 0,0 0-8 0,0 0-5 0,0 0-15 16,0 0-16-16,0 0-22 15,0 0-28-15,0 0-20 0,0 0-124 0,-29 5-255 0,22-5 114 16</inkml:trace>
  <inkml:trace contextRef="#ctx0" brushRef="#br0" timeOffset="11766.53">23828 4353 40 0,'0'0'96'0,"0"0"2"0,0-10 5 0,0 10 4 16,0 0-2-16,0 0-7 0,-2-9-10 16,2 9-1-16,0 0-10 0,0 0-2 0,2-10-6 0,-2 10 2 15,0 0-7-15,0 0-1 0,0-8-4 0,0 8-1 0,0 0-6 16,0 0 3-16,0 0-7 0,0 0 1 15,0 0 1-15,0 0-2 0,0 0-7 0,0 0 0 0,0 0 19 16,0 0-9-16,-4-7-4 16,4 7-6-16,0 0-3 0,0 0-9 0,0 0-1 0,0 0-6 15,0 0-2-15,0 0 1 0,0 0-5 16,0 0-11-16,0 0 5 0,0 0 0 0,0 0-5 0,0 0 3 16,0 0-2-16,0 0 2 0,0 0-2 0,0 0-3 0,0 0-1 15,0 0-1-15,2 25 5 0,-2-25-8 16,0 11 12-16,0-11-10 0,0 12 0 0,0-6 1 0,2 1 2 15,-2-7 1-15,-2 15-4 16,1-7 3-16,2 3 3 0,-1-1 4 0,-1 0 8 0,0 0 2 16,3 2-3-16,-3-2-2 0,2 0-2 15,-1 1 4-15,2 1-4 0,-2-3-1 0,0 2-1 0,0-1-1 16,1 3 2-16,-2-1-2 0,1 0 9 16,0 0 1-16,0 0 5 0,1-1-4 0,-1 0 1 0,-1 1-3 15,1-1 0-15,0 3 19 0,1-3-4 0,-2 0-2 0,1 2-3 16,1-2-5-16,-1 0 1 15,0 2-4-15,0 1 3 0,0-3-5 0,-1 0-1 0,1 0-3 16,0-1-3-16,0 1 1 0,-2 0 2 16,0 0 13-16,2-1-3 0,-3 2-5 0,6-2 0 0,-3 1 1 15,-4-2-6-15,3 3-1 0,1-2-1 16,0 0 3-16,-2 0 8 0,1 1-1 0,1-1-7 0,-1 1 2 16,1 1-1-16,0-2-1 0,0-1-3 0,0 1 0 0,0 0-2 15,0-1-2-15,0 2 1 16,0-2 0-16,0 0-3 0,-1 0 3 0,-1 1-3 0,4 0 1 0,-4 0 2 15,2 0 1-15,-1-1 3 16,2 1-2-16,-2-1-4 0,1 2-5 0,-1 1 5 0,-1-1 0 16,1-2-1-16,0 1 2 0,1-1-1 15,-1 1 12-15,1 1 2 0,-2 0-11 0,1-1 5 0,1 0-6 16,0 1 2-16,-1 0 1 16,-2 0-4-16,2 0 0 0,1-3 0 0,-1 4 0 0,1 1 6 0,-2 4-5 15,1-5-1-15,0 4-2 0,-2-3-2 0,2-2 1 0,0 2-4 16,1-1 1-16,0-2 2 0,-3 4-4 15,3-1 4-15,-1-1-4 0,0-3 9 0,1 2-13 16,0 1 13-16,-2-1 6 0,1 1-5 16,1 0-11-16,0 1 9 0,0 0 0 0,0 0 0 0,-1-2-1 15,-1 4-1-15,0-2 4 16,1-1-2-16,1 1-3 0,0-1 1 0,-2 4-4 0,1-1 17 0,0-3-9 16,-1 2-1-16,2 0 2 0,-2 1 1 0,2 1-3 0,0 0-7 15,0-4 5-15,-1 1 1 16,-1 0-3-16,2-1 0 0,-1 0 3 0,-1 2-4 0,0-4 0 15,4 2 10-15,-4 3-7 0,1-2-3 16,0-1 3-16,-2 1-3 0,3-1-3 0,0 2 0 0,-1 1 4 16,0-1-2-16,-2 1 2 0,2-4-3 15,1 2 4-15,-3-1-2 0,2-2-1 0,0 6 1 0,-1 0-2 16,2-4-13-16,-1 2 14 16,0 2-1-16,-1 0-3 0,4 1 8 0,-4-6-4 0,1 0 0 15,1 2 2-15,-1 3-5 0,2 0-2 0,-2-1 6 0,1-3 1 16,0 2-5-16,-1-3 3 0,-3 2-4 15,4-1 4-15,-1 5 0 0,1-5 2 0,-3 4-5 0,1-4 7 16,0 1 8-16,1 1 4 0,-2-1-6 16,2 0-3-16,0 2 5 0,0 1-3 0,-1-4-4 0,1 1-3 15,0-1-2-15,-1-1 9 16,0 4-7-16,2-2 2 0,-3 0-3 0,2 2 2 0,1-3-6 16,-1 0 0-16,-2 4 5 0,6-1-2 0,-3-3 0 0,-3 0 1 15,3-12-5-15,0 20 2 0,-2-8-15 16,-1-2 19-16,2 1 8 0,1 1-4 0,-1-1-8 0,-1 0 13 15,2-11 0-15,-4 20-5 0,3-9 2 16,1 0-3-16,-1-1 4 0,1-10-4 0,0 22 3 0,-3-12-2 16,2 2-2-16,1-12-5 0,-1 20 9 15,-2-5-5-15,2-5-1 0,1-10 5 0,0 22-1 16,0-22-6-16,-1 23 0 0,-1-13 6 16,2-10-8-16,-1 22 3 0,-3-9 2 0,3 2-6 0,1-15 13 15,-2 25-8-15,2-12 0 0,0-2-2 0,-2 1 4 0,2 1-4 0,-1-1 0 16,0 4-1-16,-1-3-8 15,2-3 10-15,-2 7-4 0,2-4 1 0,-3 1 1 0,2 0-17 16,0 2 18-16,-1-1-1 16,1-1 4-16,0 1-2 0,-1 2-3 0,1 0 2 0,1-1 13 15,-1 0 4-15,0-3-5 0,-1 3 1 16,0 0-6-16,2 0 0 0,-1-4-1 0,-1 1-4 0,1 2 4 16,1 2 5-16,-1 1-12 0,1-3-4 0,0-4 5 0,-1 5 4 15,1 0-5-15,1 0 4 0,-1-16 5 16,0 27-3-16,-1-12-6 0,1 1-6 0,-2-4 10 0,1 5-21 15,1-17 16-15,-1 29 4 16,1-17-7-16,0 4 11 0,0 9 0 16,0-7-1-16,0-2 11 0,0 2-10 0,-2-1 5 0,1 0-3 15,1 1 8-15,-1-1-3 0,0-1-9 0,1 1 6 0,-2 2-7 0,2-2 2 16,0 0 1-16,0-2-1 0,-1 0-2 16,0 1-18-16,-1-1 16 0,4 2 2 0,-4-3-6 15,1 4 3-15,1-4-4 0,-1 4 7 16,-2-1-8-16,2 0 8 0,2-2 4 0,-3 1-8 0,-2 1 3 0,4-1-3 15,-1 0 0-15,1 0 3 16,0 0 1-16,-2 1-4 0,0 0 9 0,1-5 8 16,1 6-8-16,1-4-17 0,-2 4 18 0,1-2 0 0,0-1 1 15,0 1-2-15,0 0-20 0,-2 3 20 16,4-7-3-16,-2 3-2 0,0 1 1 0,0 2 0 0,0-4 1 16,0-1 6-16,0 5-6 15,0 2-2-15,0-3-4 0,0 2 1 0,1-2 2 0,-1-2 1 0,0 3-2 16,0-1 7-16,0-3-6 0,0 3-1 0,0 0 4 0,1-1-1 15,-1 1 3-15,0-2 9 16,0 2-1-16,1-2-3 0,-1-2 0 0,2-2-5 0,-1 7 3 16,-1-3 2-16,1 0-7 0,-1 0 5 15,0 1-3-15,0-1 1 0,0 3 11 0,0-7-7 0,0 5 6 16,0-1-3-16,0 1 0 0,0 0-1 16,0-5 3-16,3 1-1 0,-3 5-3 0,0-1-9 0,0-16 6 15,1 27 1-15,-2-15-2 0,-2 4-3 0,3-16 0 0,3 28 10 16,-3-17-4-16,1 3-1 0,-1-14 2 15,0 25-4-15,1-13 5 0,-2 4-6 0,0 0 1 16,-2 1 1-16,2-2-3 0,0-2 6 16,1-13-5-16,0 31 2 0,1-13-1 0,-2 0 3 0,1 0-6 15,-2-3-2-15,4 2 1 0,-4 2-1 16,2-1 2-16,0 0 0 0,-1 1-2 0,1-2 7 0,-1 0 1 16,0 1 0-16,1-2-2 0,-2 2-1 15,2 0 2-15,0-1 1 0,0 0-2 0,-1-1 3 0,1 1-1 16,-1-1 1-16,1 3-5 0,0-4 2 0,0 0-1 0,0 1 2 15,-2-1 0-15,1-2-5 0,1 0 1 16,-1-2-2-16,1 2 0 0,1-3 1 0,-2 2-3 16,1-12-1-16,0 23 1 0,1-11-3 15,-2-4 4-15,1-8-3 0,0 17-1 0,1-8 1 0,-1-9-2 16,-1 13-1-16,1-13 3 0,1 13-1 16,-1-13-3-16,1 12 4 0,-1-12-2 0,0 10-2 0,0-10 1 15,0 0 0-15,0 12 1 0,0-12-3 0,0 0 0 0,3 9 4 16,-3-9-1-16,0 0 1 0,0 11 0 15,0-11-3-15,0 0 2 0,0 0-2 0,0 0 4 0,0 12-2 16,0-12 2-16,0 0 1 16,0 0-6-16,0 0-3 0,0 0-12 0,0 0-20 0,0 0-36 0,0 0-34 15,0 0-40-15,0 13-47 16,0-13-47-16,0 0-54 0,0 0-73 0,0 0-76 0,0 0-266 16,0 0-766-16,0 0 340 0</inkml:trace>
  <inkml:trace contextRef="#ctx0" brushRef="#br0" timeOffset="13405.93">23678 9687 64 0,'0'0'109'0,"0"0"-4"0,0 0-1 0,0 0 9 0,0 0-1 0,0 0-10 16,0 0 2-16,0 0-5 0,0 0-7 15,0 0-3-15,0 0-12 0,0 0 4 0,0 0-9 0,0 0-5 16,0 0-7-16,-19-6-3 16,19 6 2-16,0 0-3 0,0 0-3 0,0 0-5 0,-12-2-3 15,12 2 0-15,0 0-9 0,0 0 1 16,0 0-5-16,0 0 1 0,-12 3-10 0,12-3 2 0,0 0-6 15,0 0-1-15,0 0-4 0,0 0 2 0,0 0-4 0,-8 2-2 16,8-2-1-16,0 0 1 16,0 0-2-16,0 0 1 0,0 0-4 0,0 0 0 0,0 0 2 0,0 0-3 15,0 0 3-15,0 0-2 0,0 0-4 16,-5 6 0-16,5-6-1 0,0 0 0 0,0 0 2 0,0 0-1 16,0 0 4-16,0 0-4 15,0 0-3-15,0 0 4 0,0 0-2 0,-4 5 1 0,4-5 1 0,0 0-2 16,0 0-1-16,0 0 3 0,0 0-2 0,0 0 1 0,0 0 7 15,0 0-9-15,0 0 2 16,0 0 3-16,0 0-4 0,1 10 2 0,-1-10 4 0,0 0-5 16,0 0 1-16,0 0 0 0,0 0 3 15,0 0-4-15,0 0 4 0,0 0 7 0,0 0 5 0,9 7 0 0,-9-7 3 16,5 3-2-16,2 0 1 16,-2 1 1-16,-5-4 7 0,15 6 6 0,-2-5 6 0,-2 2 0 15,7 1-1-15,-1-1-3 16,1-1-1-16,2 0 4 0,2 0 2 0,6 1-6 0,-1 0 0 15,2-1-1-15,-1-1-3 0,2 0-3 0,0 2-2 0,2 0 3 0,3-2 0 16,-2 2-5-16,3-1 3 16,-1 0-3-16,4 0 1 0,-1-2-2 0,-2 0-2 0,4 1 3 15,11-1 2-15,-13-1 0 0,1 1 4 16,14 1-9-16,0-1 3 0,-3-1-1 0,-11 2-4 0,14-1 0 16,-2 0-2-16,-12 1-1 0,14-1 1 15,-14 0-5-15,13 0 3 0,-1 2 1 0,-1 0-2 0,-10 0 0 16,9-2 2-16,3-1-5 0,-3 5 3 0,-8-3 2 0,10-1-4 15,-10 1-2-15,10 0 2 0,-1 1-4 16,-12 2 3-16,16-3-2 0,-16 3-2 0,18 0 3 0,-4 0 1 16,-3 0-4-16,-8-2 5 15,10 2-5-15,-10-1 2 0,13-2 7 0,-13 1 1 0,10 4-4 0,0-3 2 16,3 1-3-16,-17 0 3 16,14-2-7-16,-13 1 6 0,16 0 2 0,-3-2-3 0,1 2 3 15,-2 3-4-15,1-3-2 0,-10-2-1 16,12 1 1-16,-3 5 4 0,2-4-4 0,-1 0 0 0,-10 1 1 15,10 0-1-15,-1-3-1 0,2 1 1 0,1-1-4 0,-19 1-1 16,20 1 4-16,0-3 1 0,-2 3 2 16,5 0 0-16,-4-4 1 0,1 1 4 0,4 1-7 0,-4 3-1 15,-2-4 4-15,1 3-4 0,-1-2 1 16,0-1-4-16,-1 0-1 0,2 2 3 0,-15-2-1 16,16 0 0-16,-3 2-4 0,1-1 6 15,-13 2 7-15,1-3-9 0,11 3-5 0,1 0 2 0,-1-3-1 16,-13 4 2-16,13-3-3 0,-14 1 1 0,3-2-1 0,11 3 2 0,-14-1-2 15,-1-2-4-15,2 1 3 16,1 0 3-16,-2 1-1 0,1-1-4 0,1 2 0 0,0-1 1 16,-2 0 2-16,-2 1-2 0,0-2-1 15,-1 1 7-15,-1-2-2 0,2 2 16 0,-4 0-15 0,3-1-1 16,-1 2-5-16,-1-3 3 16,-2 2-3-16,2 1 0 0,2-1 10 0,-1-4-5 0,-1 5-3 0,1 0 0 15,0-3 6-15,1 1-4 16,-3 1-2-16,1-2 6 0,2 0 0 0,-4-2-8 0,2 4 6 15,0-4 3-15,-1 2-8 0,1 2 0 0,0-1-3 0,-3-1 9 0,3-1-1 16,0-3-7-16,1 2 8 16,-4 1-7-16,0-2 1 0,-1 3 2 0,0-2 5 0,4 3-2 15,-4-2-3-15,2 0-2 0,0 0 1 16,-2 1 2-16,0-4-4 0,2 2 1 0,-1 1-2 16,-2 1 4-16,0 0 1 0,-7-1-4 0,2 2 3 15,0-2 11-15,0-1-10 0,-1 1-3 0,0 0 1 0,-2 2 1 16,3-2-4-16,-2 1 3 0,-2-2-2 0,1 1 3 15,-2 2 0-15,2 1-1 0,-8-4-1 16,1 1-2-16,1 1 1 0,1 0 3 0,-4-1-2 0,2 1-3 0,-1 0 4 16,2 0 1-16,-4 1-4 15,1-1 15-15,3-1-17 0,-2 2 1 0,-1-2 0 0,1 1 5 16,-4 0-1-16,-7 0-2 16,16 0 4-16,-10 0-2 0,-6 0-2 0,13 0 4 0,-4-1-2 0,-2 0-2 15,-7 1 6-15,14 0-3 0,-2 0 2 16,-12 0-6-16,14 0 3 0,-5-2 1 0,0 4-3 15,1-2 0-15,3-2 5 0,-4 4-2 0,0-4 1 0,3 1 1 0,-2 2-1 16,0-1-4-16,1 0 7 16,-3 0-5-16,-8 0 3 0,18 0-2 0,-8 0 1 0,-2 2-5 0,-8-2 2 15,14 0-3-15,-7-2-2 16,1 4 9-16,-8-2-7 0,12-2 5 0,-12 2 0 0,14 2 5 16,-8-2-6-16,-6 0-1 0,14 1 1 15,-8-1 2-15,-6 0 13 0,13 0-7 0,-13 0-1 0,13-1-1 16,-13 1 3-16,10 0 2 0,-3-2-5 0,-7 2 2 0,11 0-8 15,-11 0 10-15,10-1 1 0,-10 1-5 16,9 0 0-16,-9 0 2 0,0 0-6 0,8 1 1 0,-8-1-1 16,0 0-3-16,0 0 1 0,0 0-4 15,0 0-13-15,0 0-23 0,0 0-26 16,0 0-14-16,0 0-17 0,0 0-17 0,0 0-20 16,0 0-27-16,0 0-26 0,0 0-32 0,-18-11-32 0,18 11-216 15,-5-4-503-15,5 4 222 16</inkml:trace>
  <inkml:trace contextRef="#ctx0" brushRef="#br0" timeOffset="13936.05">30771 9715 128 0,'0'0'180'0,"0"0"-2"16,-7-3-10-16,7 3-5 0,0 0-3 0,-7-3-3 0,7 3-4 16,0 0-13-16,-4-5-4 0,4 5-10 15,0 0-2-15,0 0-6 0,0 0-4 0,-6-7-7 0,6 7-3 16,0 0-3-16,0 0-7 16,-4-6-6-16,4 6-3 0,0 0-1 0,0 0-8 0,0 0-5 15,0 0-3-15,-6-7-7 0,6 7 2 16,0 0-3-16,0 0-2 0,-6-3 3 0,6 3-2 0,0 0-2 15,0 0-4-15,0 0-1 0,0 0-3 0,-5-5-4 0,5 5-5 16,0 0-2-16,0 0-4 0,-5-4 0 16,5 4 0-16,0 0-4 0,0 0-7 0,0 0 1 0,0 0-5 15,-9-3-8-15,9 3 4 16,0 0-5-16,0 0-1 0,0 0-1 0,0 0-1 0,0 0-6 0,0 0 1 16,0 0 2-16,0 0 0 15,0 0-3-15,0 0 4 0,14 21-3 0,-6-14 0 0,1 1 3 16,3-3-9-16,2 4 9 0,3 1-1 0,-2-2-3 0,2 1 10 15,-3 0-12-15,3 1 2 0,-8-4-1 16,6 4 1-16,-4-4-3 0,-3 1 2 0,2 2 3 0,2-2-6 16,-3 2 3-16,-4-1-6 0,0-2 13 15,0 0-8-15,-2 0-1 0,-2 1 12 0,-1-7-2 0,-3 16-10 16,-2-6 0-16,-2 4-6 16,-4 1 3-16,-3-3-12 0,0 2-15 0,-9 6-10 0,-2-2-19 15,-1-1-22-15,-1 0-19 0,0 4-27 16,2-1-26-16,1-8-37 0,-1 1-41 0,10-1-21 0,-4 5-183 15,6-2-472-15,0-1 209 0</inkml:trace>
  <inkml:trace contextRef="#ctx0" brushRef="#br0" timeOffset="14736.62">30757 10332 33 0,'0'0'209'0,"0"0"-6"0,-3-8-7 15,3 8-15-15,0 0-15 0,0 0-14 0,0 0-14 0,0 0-11 16,13-2-15-16,-13 2-11 0,0 0-11 15,20 10-8-15,-11-3-9 0,0 2-7 0,0-1-8 0,-1 5-1 16,2 1-1-16,-3 0-6 0,1 0-6 0,-1 1 10 0,-3-2-4 16,1 4-6-16,-3-1-2 15,0-5-1-15,-1 5-7 0,-2-5 0 0,1 0-5 0,-3 0 0 0,-2-2-4 16,1 1 0-16,-2-2-4 16,-2 4 3-16,-2-5-1 0,-1 2 1 0,-1-5 6 0,3 2-3 0,0-2-9 15,-4 0 0-15,4-1 0 16,1-1 2-16,2-2 4 0,6 0 7 0,-13 3 0 0,13-3 0 15,-7 0 0-15,7 0-3 0,0 0-6 0,0 0-1 0,-7-6-4 16,7 6-1-16,0 0-4 0,12-12-2 16,-4 7-3-16,2-2 4 0,1 1-6 0,1 0 2 0,3-3-4 15,2 0 5-15,1 1-5 16,-2 0 3-16,3 0 2 0,-1-2-6 0,0 2-3 0,0 0 2 0,-3 1 2 16,1-3-3-16,-2 2 3 15,-2 3-2-15,0-3 1 0,-1 1 3 0,1 1-5 0,-3-2 4 16,1 3-1-16,-2-1 6 0,1 0 2 15,-4 0 2-15,1 3 4 0,1-4-2 0,-4 3 11 0,3 0 6 16,-6 4-3-16,6-9 3 0,-2 5 0 0,-4 4-1 0,4-5 2 16,-4 5-4-16,0 0 0 0,6-4-2 15,-6 4-2-15,0 0-6 0,0 0 2 0,0 0-1 0,0 0-5 16,0 0-1-16,0 0 5 16,0 0-4-16,0 0 0 0,-11 24-4 0,5-14-1 0,0 1 12 0,-3 2-11 15,2 2-2-15,0 0-6 16,1-4 5-16,3 0 2 0,-1-1-4 0,2 3 7 0,2-3-10 15,1 2 13-15,0-1-12 0,4 0-6 0,2-1-12 0,2-2-15 0,3-1-18 16,5 1-21-16,4-3-24 16,0 2-40-16,7-3-43 0,0-3-50 0,-2 1-44 0,-8-2-195 15,0 0-501-15,-2 0 221 0</inkml:trace>
  <inkml:trace contextRef="#ctx0" brushRef="#br0" timeOffset="16001.57">23831 4355 96 0,'0'0'147'0,"0"0"-1"16,3-6-12-16,-3 6-6 0,0 0-8 0,0 0 0 0,0 0-20 15,0 0-14-15,0 0-9 0,0 0-7 16,0 0 1-16,0 0-18 0,0 0-7 0,0 0-6 0,-18 11-13 16,10-5 14-16,-1 1 0 15,-4 3 7-15,1-2-4 0,-1 2-2 0,-2 1 6 0,2 0-2 0,-1-3-3 16,0 3-1-16,-1-1-4 15,3-5-5-15,1 4-4 0,2-5-1 0,1 3-5 0,3-2-2 16,5-5-1-16,-12 7-1 0,9-4-4 0,-3 0 0 0,6-3-4 16,0 0-2-16,-11 7-21 15,11-7-30-15,0 0-38 0,-8 5-39 0,8-5-34 0,0 0-133 16,0 0-308-16,0 0 136 0</inkml:trace>
  <inkml:trace contextRef="#ctx0" brushRef="#br0" timeOffset="16212.28">23806 4356 138 0,'6'-6'145'0,"-6"6"-8"0,7-4-15 15,-7 4-3-15,0 0-30 0,9-4-5 0,-9 4-12 0,0 0-7 16,0 0-6-16,11 5-2 0,-6-1-5 0,-5-4-2 0,12 9-3 16,-5-3 1-16,2 3 5 0,0-1 0 15,1 1-7-15,3 1-1 0,1 2-4 0,-1-1-1 16,-3-2-11-16,4 2 2 0,-1-3-7 15,1 3 2-15,-5-2-8 0,3-1-24 0,-3 0-35 0,0 1-35 16,0-2-46-16,-1 1-120 0,-4 2-260 0,0-3 116 0</inkml:trace>
  <inkml:trace contextRef="#ctx0" brushRef="#br0" timeOffset="16762.8">22579 4649 45 0,'-5'0'165'0,"5"0"-5"0,-12-2-12 0,12 2-10 0,0 0-15 15,-11 0-11-15,11 0-4 0,0 0-16 16,0 0-8-16,-9 0-10 0,9 0-3 0,0 0-6 0,0 0-6 16,0 0-3-16,0 0 13 15,0 0 1-15,0 0 1 0,0 0-2 0,36 3-4 0,-18-4-2 16,1-2-7-16,1 3-6 0,2-1-8 15,-2-1-3-15,1 2-5 0,-1-1 0 0,0-1-6 0,-1 1 0 16,-3 1-5-16,-3-1-18 0,0 1-16 16,-13 0-23-16,15-1-23 0,-15 1-24 0,14 0-24 0,-14 0-14 15,13 1-4-15,-13-1-1 0,0 0-1 0,9 3 1 0,-9-3-5 16,0 0-74-16,0 0-219 16,0 0 97-16</inkml:trace>
  <inkml:trace contextRef="#ctx0" brushRef="#br0" timeOffset="17204.08">22814 4657 261 0,'-15'0'-17'0,"15"0"12"0,0 0 13 0,0 0 12 15,-16-2 17-15,16 2 4 0,0 0 8 16,-12-3 7-16,12 3 21 0,0 0 7 0,-9-3 8 0,9 3 1 16,0 0 3-16,0 0 3 0,0 0-9 0,-9-4-7 0,9 4-5 15,0 0-8-15,0 0-3 16,0 0-10-16,0 0-9 0,0 0-7 0,0 0-4 0,0 0-3 16,0 0-6-16,0 0-5 0,0 0 0 15,0 0-1-15,-7 12 4 0,7-3-2 0,0-1 16 0,0 0-1 16,0 3-4-16,0 0 2 0,0-1-8 15,2 3 0-15,-2-2 4 0,-2 2 7 0,5 3 5 0,-2 1-2 16,-2-5-2-16,1 3-4 16,0 1-2-16,-1-4-3 0,1 0-2 0,-2 0-3 0,4 0 0 15,-4-2-2-15,2 4-5 0,-1-4-5 16,-1-1 8-16,2 3-9 0,0-3 1 0,-3-1-2 0,3 2-4 0,-1-1 2 16,0 1 9-16,-1-3-12 15,2-7 3-15,-2 16 0 0,-1-9 1 0,2 1-4 0,-2-3 17 16,1 3 3-16,2-8-2 0,-3 13 1 15,0-7 1-15,1 1-4 0,-3-3-1 0,5-4 5 16,-6 12 0-16,3-8 6 0,-3 1 5 0,6-5 9 0,-7 6 3 16,2-4 2-16,-3 1 6 0,8-3 8 15,-9 2-6-15,9-2-3 0,-12 1-8 0,12-1-3 0,-18-1-3 16,9-1 1-16,-1 1-6 0,-1-1-8 0,1 1-5 0,-1-1-3 16,0-2-1-16,0 2-4 0,0-2-4 15,-1 1-18-15,3 0-30 0,-4-1-28 0,2 0-24 0,0 1-39 16,-1-2-29-16,3 2-58 15,-3 1-35-15,3 1-203 0,-2-1-487 0,1 1 215 0</inkml:trace>
  <inkml:trace contextRef="#ctx0" brushRef="#br0" timeOffset="17354.07">22391 5015 103 0,'0'0'268'0,"-5"-1"-7"0,5 1-15 15,-4-7-9-15,4 7-17 16,-6-5-25-16,6 5-19 0,-5-7-19 0,5 7-15 0,0 0-13 15,0 0-17-15,-4-7-24 0,4 7-26 16,0 0-37-16,-3-6-50 0,3 6-59 0,0 0-69 0,0 0-62 16,7-11-109-16,-1 8-351 0,-6 3 155 15</inkml:trace>
  <inkml:trace contextRef="#ctx0" brushRef="#br0" timeOffset="64402.06">27429 4434 109 0,'0'0'101'0,"0"0"-7"0,-7-5-4 15,7 5 0-15,0 0 2 0,0 0-13 0,0 0-8 0,-2-10-5 16,2 10-1-16,0 0 1 15,0 0 3-15,-5-5 1 0,5 5-3 0,0 0-4 0,0 0-3 0,0 0-1 16,0 0-1-16,0 0 0 16,-4-5-5-16,4 5-8 0,0 0-3 0,0 0-3 0,0 0-6 15,0 0-4-15,0 0 1 0,0 0-4 16,0 0-11-16,0 0 3 0,0 0-2 0,0 0-2 16,0 0 3-16,0 0-6 0,0 0-4 0,0 0-2 0,0 0 4 15,0 0-2-15,0 0-1 0,0 0 11 0,0 0 19 16,0 0 14-16,0 22 4 0,0-22 1 0,0 9-7 15,0-9-13-15,4 12 0 0,-4-12-11 16,-2 11-2-16,2-11 2 0,0 12-8 0,0-3 1 16,0 0-2-16,-2-2 2 0,2 2-6 0,0 0 1 15,0 0-4-15,-2-2 4 0,0 3-3 0,2-1-1 16,0 1-4-16,-2-3 2 0,1 3 0 16,1-10-2-16,-2 15-1 0,0-5 1 0,2 0 3 0,-2-1-3 0,0 0 2 15,2 1-3-15,-3 0 0 0,1 0-1 0,1-3-2 16,1 0 5-16,0-7-4 0,0 16 2 15,-1-7-3-15,0-1-1 0,1 1 4 0,-2 3-2 0,2-2 3 16,0 0-2-16,0 3 0 16,-2-4 0-16,2 1-2 0,0-1 3 0,2 1-2 0,-4-3 3 0,2 3 25 15,0-1-3-15,-2 2-3 0,2-1-4 16,0 0 1-16,-2-1-5 0,2 1-1 0,0-1-2 0,2 1 3 16,-2-1-2-16,2 1-5 0,-2-1 2 0,0 1-2 0,0 0-2 15,0 1 2-15,0-1 10 16,-2 0 1-16,2 1-2 0,-2-2-3 0,2 1-1 0,0 1-3 15,0-1-1-15,-1-1 0 16,1 1-2-16,0 0 1 0,1 3-1 0,-2-4-1 0,0 2 1 0,-1 1-3 16,2-3-1-16,-1 4 5 15,1-2-5-15,0-1 2 0,-2-1-2 0,0 4-2 0,2 0 1 16,0-3 7-16,0 6-6 0,0-3 0 16,0 3-3-16,0-5 4 0,-2 1-2 0,2 5 1 0,0 0-3 15,-3 1 2-15,2 0 0 0,1-3 2 0,-4 0-1 0,2-2-2 16,2 3 5-16,0 0-6 0,-2 0 0 15,0 0 2-15,2 0-1 0,-3 0 4 0,2 0-5 0,-2 3 3 16,3-2-2-16,-2-3 1 0,0 3 1 16,2-2 0-16,-2 2-3 0,0 1 2 0,1 0 0 0,0-1-1 15,0 0 1 1,-4 1-2-16,5-1 1 0,-4 2 3 0,3-3-3 0,-3 1 0 0,0 0-1 16,0 1 2-16,1 0-1 0,-1-1 1 0,4-2-4 0,-2 3 2 15,-3-2 4-15,0 3 0 0,3-2-5 16,-2 0 5-16,2 1-3 0,0 1 0 0,-1 1 0 0,-1-3 1 15,2 1 1-15,-1 7 0 0,-2-7-1 16,3 7 1-16,-4-6 1 0,3 7-1 0,-1-7 0 16,0 6-1-16,1-6 1 0,-1 7-1 15,2-2 1-15,-3-5-1 0,2 6-1 0,1-6-2 0,-4 1 1 16,4 5 1-16,-3-6 2 0,1 6 0 16,0-6-4-16,2 5 2 0,0-5 0 0,0 8-1 0,-2-8 1 15,1 5 0-15,1 2 0 0,0-7-1 0,-2 6 12 0,0-7 3 16,-1 6 3-16,2-3-6 0,1-3 0 15,-2 0-4-15,1 6 4 0,-3 2-2 0,4-6-3 16,0 3 1-16,-3 5-1 0,1-1 2 16,-1-2-3-16,5 3-1 0,-7-1 2 0,5-1-1 0,-2 0-4 15,-1-1 4-15,1 2-3 16,2-2-1-16,-2 2-1 0,0 0-3 0,2-1 4 0,0-1 0 0,2 1 1 16,-4 1-3-16,-1 0 3 0,1-3-2 0,4 2 1 0,-2 0 0 15,2-3-2-15,-3-2 1 16,3 3-1-16,-2 0 2 0,-1-4-3 0,3 7 3 0,-4-2 0 0,3-6-3 15,0 5 3-15,-2 5 0 16,-1-4-2-16,4 0 2 0,-2 1-4 0,2-2 6 0,0 4 0 16,-2-5-1-16,-3 2-3 0,5 1 1 15,-2-3 1-15,2 3-5 0,-4-1 4 0,4 0-1 0,-3-5 1 16,1 1-6-16,2 4 8 0,-1 1-1 16,-3 2 1-16,0-3 1 0,1 0 0 0,1 0-6 15,2 0 2-15,-2-7-1 0,-2 8 3 0,2-6-1 0,2 6-4 0,-2-9 5 16,1 3-4-16,-2 0 0 15,-1 6 1-15,4-1 0 0,0-6 4 0,2 0 0 0,-4 6-4 16,-2 2 3-16,4 0 1 0,-1-1-5 16,1 1 1-16,-2-2 4 0,0 1-3 0,0 2 1 0,2-10 2 15,-2 9 0-15,-2-1 0 0,4 0-4 16,-1-4 1-16,0 1 0 0,-2-4 0 0,3 7 0 0,-5-7 1 16,8 5-1-16,-6-3 2 0,1-2-4 0,0-1 4 15,2 3 2-15,0-4-3 0,-1 3-3 16,1-1 1-16,-2-1 2 0,0 2-1 0,2-3 0 0,-2 2 0 15,0-1 1-15,2 0 1 0,-2 1 0 16,2-1-2-16,0 0-2 0,-2-2 5 0,-1-1-7 0,3 2 4 16,-2-2-2-16,2 3 3 0,-2-1-3 15,2 1 5-15,0-2-2 0,-2 2 0 0,0-2-1 16,2-4 0-16,0 3 2 0,0-15-3 16,0 25-4-16,0-12 9 0,0-13-1 0,0 23-3 0,0-11 2 15,0-12 0-15,-3 23 0 0,0-12-4 0,3-11 2 0,0 24 2 16,0-13 0-16,0-11-6 0,-2 22 3 15,4-11 1-15,-2-11-4 0,-2 21 5 0,2-21-2 0,-2 21 4 16,2-10-2-16,0-11-4 0,0 23 5 16,0-14-2-16,-4 1 1 0,4-10 0 0,0 21 4 0,-2-12 2 15,2 2 4-15,0-11 0 16,-1 21-1-16,1-21 3 0,-2 19-4 0,2-19-3 0,0 20 1 16,-2-10-1-16,2-10-2 0,0 19 2 0,0-19 1 0,-2 21-2 15,4-11-2-15,-2-10 0 0,-2 20 1 16,2-20-5-16,-2 19 5 0,0-6-2 0,2-13-3 0,-1 20 4 15,-1-10 0-15,2-10-3 16,-2 23 3-16,2-12-4 0,0-11 5 0,-3 23-3 0,1-12-2 16,2-11 4-16,0 21-5 0,-2-10 1 15,2-11 1-15,-2 20-4 0,2-20 4 0,0 19 1 0,0-19-1 16,-1 16 0-16,1-16-1 0,-2 16 6 16,2-16-3-16,0 19-5 0,0-19 5 0,0 17-1 0,0-17-4 15,-2 15 1-15,2-15 0 0,0 15 1 0,0-15 3 0,0 0 0 16,2 15-3-16,-2-15 2 0,0 0 0 15,-4 18 2-15,4-18 1 0,0 0-2 0,0 11-1 16,0-11 1-16,0 0 1 0,0 0 1 16,2 15-2-16,-2-15 1 0,0 0 5 0,0 0-5 0,0 0 0 15,0 0-1-15,0 0-11 0,0 14-12 16,0-14-20-16,0 0-18 0,0 0-22 0,0 0-39 0,0 0-45 0,0 0-55 16,-15 4-39-16,15-4-148 15,0 0-438-15,0 0 193 0</inkml:trace>
  <inkml:trace contextRef="#ctx0" brushRef="#br0" timeOffset="65299.88">24238 10201 176 0,'1'-7'213'0,"-1"7"-3"16,0 0-19-16,0 0-18 0,0 0-19 0,0-8-16 0,0 8-19 15,0 0-9-15,0 0-15 0,0 0-12 16,0 0-5-16,0 0 2 0,0 0-8 0,0 0-5 0,-4 27-10 15,3-21-4-15,1 4-8 0,-1 1 0 16,-1-1-3-16,2-1-6 0,0 1-4 0,0-1-3 0,0-1-6 16,0 0-1-16,0-8 2 15,4 13-6-15,-4-8 1 0,0-5-1 0,5 10-1 0,-2-6-1 0,-3-4 1 16,6 6-6-16,-3-2 9 16,-3-4-9-16,9 1 0 0,-9-1 3 0,10 0-2 0,-10 0 1 15,10-4-2-15,-2 0 0 0,1 1-4 0,-1-3 1 0,-1 1 1 16,3 0-2-16,-3-1 0 0,1-2 0 15,0 2 8-15,-4 2-8 0,3-1-2 0,-3 1-1 0,-4 4 0 16,5-6-4-16,-5 6-1 0,5-3-4 16,-5 3 0-16,0 0-1 0,0 0 1 0,0 0 4 0,0 0-3 15,12 10 0-15,-9-5 0 16,-1 2 2-16,0-2 3 0,2 4 1 0,0-3-2 0,-1 2 1 0,1 0-4 16,1-2 1-16,0 1 3 0,2 0-1 0,-1-3 1 15,1 2 1-15,2-2 1 0,-3-2 1 16,4 1-1-16,2-3-2 0,-1 2 3 0,2-4 0 0,1-2-1 15,-2 1 3-15,0-4 2 16,4 2 11-16,-1-4 1 0,-3 1 5 0,-3 1 8 0,2-2-1 0,-5 0-5 16,1 0 5-16,-2 0 4 0,1-3-3 15,1-1-4-15,-5 3 1 0,3-2-5 0,-2-1-3 16,-1 2-1-16,1 0-3 0,-3 1-2 16,3 1-5-16,-5 2 2 0,4 0-5 0,-2 7-17 0,2-10-15 15,-2 10-24-15,0 0-36 0,0 0-32 0,0 0-25 0,0 0-35 0,0 0-50 16,0 0-157-16,0 0-414 15,0 0 183-15</inkml:trace>
  <inkml:trace contextRef="#ctx0" brushRef="#br0" timeOffset="65589.75">25042 10300 177 0,'1'-7'258'16,"-1"7"-3"-16,3-7-13 0,-3 7-12 0,0 0-5 0,-2-10-11 15,2 10-16-15,0 0-16 0,0 0-24 16,0 0-14-16,0 0-21 0,0-11-15 0,0 11-12 0,0 0-10 16,0 0-7-16,0 0-8 0,4 22-11 15,-4-13 0-15,2 5-10 0,-2-2-3 0,1 5-9 0,0-2-3 16,0 2-3-16,-1-5-2 16,0 1-2-16,0 2-2 0,0 1 2 0,0-1-5 0,0-2-4 0,-1-1-2 15,1-1 0-15,0 1-5 0,0-3 4 0,-1 1-8 0,1-1-10 16,-1-1-18-16,1-8-17 15,-2 11-13-15,2-3-19 0,0-8-23 0,-4 10-28 0,4-10-25 16,-4 7-19-16,4-7-16 0,-1 7-27 16,1-7-178-16,0 0-416 0,0 0 185 0</inkml:trace>
  <inkml:trace contextRef="#ctx0" brushRef="#br0" timeOffset="65840">25089 10218 92 0,'8'-15'140'0,"-1"6"-2"15,0-2-2-15,2 3 0 16,0 0-16-16,-3 2-18 0,1 3-5 0,0-1-7 0,0 2-2 16,-7 2-16-16,12 2 7 0,-12-2 9 15,13 5-6-15,-8 0 0 0,-1 2 0 0,0 2-6 0,-2 1-5 16,0 0-5-16,-1 1 6 0,-2 0-6 16,-1-1-5-16,0 0-4 0,-2 0-5 0,-1-1-6 0,1 1 2 15,-5-3-10-15,4 2-5 0,-1-2-1 0,-1-1 5 0,-2 1-23 16,4-4-12-16,-4 0-22 15,3-1-33-15,-2 1-37 0,8-3-29 0,-13 4-49 0,6-4-157 0,7 0-350 16,-14-3 155-16</inkml:trace>
  <inkml:trace contextRef="#ctx0" brushRef="#br0" timeOffset="66580.89">27043 10305 10 0,'0'0'222'0,"0"0"-20"0,-2-10-15 0,2 10-26 15,0 0-15-15,0 0-17 0,0 0-13 16,0 0-10-16,0 0-6 0,0 0-14 0,-7 19-6 0,9-9-9 16,-4-2-8-16,0 2-7 15,0 1 5-15,0-2-13 0,2 2-7 0,-1 0-2 0,1-3-7 16,1 3-1-16,1-5-3 0,-2-6-5 16,2 12 5-16,0-7-3 0,2-1-5 0,-4-4 0 0,7 9-3 15,-7-9 18-15,9 3 4 0,-4-1-3 0,-5-2 0 0,11 1 2 16,-11-1-2-16,11-3 4 0,-11 3-4 15,9-3-4-15,-4 0-2 0,1-1-3 0,-6 4-4 0,7-7 2 16,-3 2-4-16,-4 5 0 16,6-7-5-16,-6 7 1 0,4-5-4 0,-4 5 1 0,0 0-9 0,8-5 0 15,-8 5-3-15,0 0 0 0,0 0-1 16,0 0-2-16,0 0 0 0,0 0 2 0,0 0-3 0,9 11 7 16,-5-5-5-16,-3-1 0 15,-1-5-3-15,2 10 2 0,1-5 3 0,1 0 0 0,-4-5-2 0,7 9 0 16,-3-5 5-16,1-1-3 15,-5-3 1-15,11 3 5 0,-4-3-3 0,-7 0 0 0,0 0-2 16,17-6 1-16,-11 2-2 0,2-1 4 0,1-2 17 0,0 1 4 16,-4-2 3-16,4-1 1 15,-3-2-5-15,-1 2-3 0,1-4-3 0,0 2 3 0,-2 1 12 0,-2-2 0 16,2 0-5-16,-1-3-2 16,-1 3-6-16,0 1-1 0,0-2-2 0,-2 4-1 0,0 2-2 15,2 1-3-15,-2 6-12 0,-2-11-18 16,2 11-24-16,0-8-39 0,0 8-21 0,0 0-26 0,0 0-19 0,0 0-35 15,0 0-28-15,0 0-172 0,-6 27-412 0,3-16 183 0</inkml:trace>
  <inkml:trace contextRef="#ctx0" brushRef="#br0" timeOffset="66870.89">27405 10447 51 0,'4'8'177'0,"-4"-8"-23"0,4 6-5 0,-4-6-4 0,3 4-8 16,-3-4-4-16,0 0 5 0,4 6 1 0,-4-6-2 0,0 0 2 15,0 0 6-15,0 0 1 16,0 0 12-16,0 0 3 0,0 0 8 0,0 0-2 0,0 0-17 0,0 0-6 16,0 0-8-16,0 0 1 15,0 0-26-15,10-20-8 0,-6 11-13 0,0-3-7 0,2 2-7 16,3-5-12-16,1 1-2 0,1 1-8 16,0-3-3-16,3 3-4 0,-1 1 4 0,1 2-18 15,-3 2-2-15,-2 1-11 16,4 2 2-16,-4-1-5 0,3 4-5 0,-1 2 2 0,-2 0-8 0,-1 2 2 0,2 2-2 15,-2 1-1-15,-1 4-2 0,0-1-16 0,0 4-18 16,-3-1-22-16,-1 1-23 0,-1 1-13 16,2 3-15-16,-3-4-32 0,-2 5-46 0,1-7-52 0,0 4-39 0,-4 0-192 15,4-5-504-15,-2 1 223 16</inkml:trace>
  <inkml:trace contextRef="#ctx0" brushRef="#br0" timeOffset="68651.22">23934 5129 1 0,'-9'3'15'0,"9"-3"5"0,0 0-6 0,0 0 6 15,-7 2-1-15,7-2-7 0,0 0 2 16,0 0-2-16,0 0-1 0,0 0 6 0,0 0-12 0,0 0 8 16,0 0-1-16,-9 0-6 15,9 0 5-15,0 0-1 0,0 0 0 0,0 0-2 0,0 0-4 16,0 0 1-16,0 0 2 0,0 0 3 16,0 0-6-16,0 0 2 0,0 0 3 0,0 0-3 0,0 0-7 15,0 0 2-15,0 0 4 16,0 0-2-16,0 0 5 0,0 0-4 0,0 0-1 0,0 0-3 15,0 0 1-15,0 0 1 0,0 0 3 0,0 0 0 0,0 0-3 0,0 0-2 16,0 0-1-16,0 0 5 16,0 0-6-16,0 0 2 0,0 0 0 0,0 0-2 0,0 0 2 15,0 0 8-15,0 0-6 0,0 0 3 16,0 0-3-16,0 0 6 0,0 0-9 0,0 0 2 0,0 0-1 16,0 0-5-16,0 0 11 15,0 0-6-15,0 0 3 0,0 0-4 0,0 0-1 0,0 0 4 0,0 0-2 16,0 0 3-16,-6 4-3 0,6-4-1 0,0 0 3 0,0 0 0 15,0 0 5-15,0 0-9 16,0 0 4-16,18 5 0 0,-18-5 0 0,9 1 6 0,0 1-5 16,1 1 2-16,0-2-2 0,3 2 3 15,1-1-3-15,1 0 8 0,5-2-9 0,-1 2 2 0,-3-2-3 16,5 0 1-16,-2 1 8 16,3-1-3-16,7 0-3 0,-7 0-3 0,-2 1-1 0,8 2 1 0,-1-3-1 15,-4 0 6-15,5 0 0 0,-6 0 0 16,5-1 0-16,-4 1-4 0,-1 0-6 0,6 1 6 15,-1-2-4-15,-7 1 2 0,2 0-4 0,-1 0 2 0,1 0 2 0,-1-2-6 16,-1 1 3-16,3 0-3 16,-4 1 1-16,2 0-3 0,-5 0 5 0,2 0-8 0,-5 0-4 15,0 1-1-15,0-1 2 16,-2 0-5-16,1 1 2 0,-1 1-6 0,-1 1-6 0,1-3 7 0,-1 2-21 16,1 0-45-16,-3-2 20 0</inkml:trace>
  <inkml:trace contextRef="#ctx0" brushRef="#br0" timeOffset="69361.06">24799 5174 10 0,'11'1'35'0,"-11"-1"4"0,16-1-8 15,-6 1 3-15,1-1-6 16,2 1 0-16,5-1-6 0,-1-1-2 0,1 2 2 0,1 0-1 16,-1 0 3-16,2 0-7 0,-4 0 0 15,1 0 0-15,1-2 2 0,1 2-10 0,-6-2 3 16,7 2 0-16,-2 0-1 0,-5 0 3 0,5-3 2 0,0 3-6 0,-1 0 0 15,-4 0 0-15,-1 0 4 16,1 0-7-16,1-2 3 0,0 2 1 0,-2 0-4 0,2 2 8 16,-1-4-4-16,-1 4-4 0,1-4-4 15,-13 2 8-15,24 0-10 0,-13-1 6 0,-11 1-3 0,21 1-1 16,-9-1 3-16,-1 0-3 16,-11 0 3-16,17 2 2 0,-17-2-3 0,10 0-5 15,-10 0 7-15,14-2-2 0,-14 2-2 0,13-1-6 0,-13 1 3 16,13 0 11-16,-13 0-14 0,0 0 0 0,15-1 6 0,-15 1-3 15,10-2 1-15,-10 2 0 0,0 0 3 0,0 0-3 16,17 0 1-16,-17 0-8 0,0 0-5 16,0 0-6-16,0 0-2 0,8 2-14 0,-8-2-13 0,0 0-42 15,6 1-94-15,-6-1 41 0</inkml:trace>
  <inkml:trace contextRef="#ctx0" brushRef="#br0" timeOffset="70001.19">25456 5153 21 0,'30'0'59'0,"-30"0"-7"0,14 0 9 15,-14 0-15-15,16 2-5 0,-9-2-6 0,4 0 2 0,0 0 1 16,2-2-6-16,0 2-5 0,-1 0 7 0,-1 2 0 0,0-4-16 16,3 2 9-16,-1 0 3 15,-1 0 3-15,-3-2-17 0,3 1 15 0,1 1-6 0,-3 0 3 16,4-1-8-16,-5 1 19 0,2-2-23 16,-11 2-1-16,16 0 3 0,-9 2-7 0,-7-2 9 0,11-2-6 15,-11 2 3-15,13 0 0 16,-13 0-1-16,9-1-1 0,-9 1 2 0,9-1 4 0,-9 1-11 15,9 1 1-15,-9-1-2 0,0 0 6 0,9 0-4 0,-9 0 10 0,0 0-7 16,0 0-5-16,9 1-9 16,-9-1 4-16,0 0 3 0,0 0-3 0,10 2 4 0,-10-2-2 0,0 0 5 15,0 0 7-15,0 0-7 16,0 0-1-16,10-2-3 0,-10 2 4 0,0 0-8 0,0 0-4 16,0 0 13-16,0 0-9 0,0 0 1 15,0 0 2-15,0 0 0 0,9 2-4 0,-9-2 9 0,0 0-8 16,0 0 4-16,0 0 1 15,0 0 11-15,0 0-9 0,0 0 0 0,0 0 3 0,0 0-4 0,0 0-3 16,0 0 4-16,0 0-2 0,0 0-1 0,0 0 1 0,0 0-7 16,0 0-1-16,0 0-3 15,0 0-19-15,0 0-20 0,0 0-24 0,0 0-4 0,0 0-15 16,0 0-92-16,0 0-190 16,0 0 85-16</inkml:trace>
  <inkml:trace contextRef="#ctx0" brushRef="#br0" timeOffset="88412.95">26825 5229 1679 0</inkml:trace>
  <inkml:trace contextRef="#ctx0" brushRef="#br0" timeOffset="94719.95">25646 5159 28 0,'0'0'37'0,"0"0"2"0,0 0-6 0,0 0-2 16,0 0-7-16,0 0 5 0,0 0-6 0,0 0 4 0,0 0 0 0,0 0-2 16,0 0 0-16,0 0 7 15,0 0-9-15,0 0-1 0,0 0 0 0,0 0-2 0,0 0-5 16,0 0 17-16,0 0-17 0,-5-6-3 16,5 6 4-16,0 0-3 0,0 0 5 0,0 0 5 0,0 0 3 15,0 0-5-15,0 0-7 16,0 0 9-16,0 0-2 0,0 0-7 0,0 0 7 0,0 0 1 0,0 0-7 15,0 0 5-15,0 0 3 16,0 0-1-16,0 0-4 0,0 0-2 0,0 0 1 0,0 0-3 16,0 0 10-16,0 0 4 0,0 0-7 0,0 0 3 0,0 0 5 15,0 0 4-15,0 0-2 0,0 0-9 16,0 0-3-16,0 0-5 0,0 0-1 0,0 0-6 0,0 0 2 16,0 0-3-16,23 6 3 15,-23-6-6-15,0 0 4 0,11 0 0 0,-11 0 14 0,0 0-18 0,9 2 4 16,-9-2-8-16,6 2 5 15,-6-2-1-15,0 0 3 0,12 0-5 0,-12 0 9 0,7 0 1 16,-7 0 9-16,9 0-13 0,-9 0 1 0,0 0-1 0,8 1 5 16,-8-1-4-16,0 0 1 0,0 0-7 15,12 0 5-15,-12 0 0 0,0 0-7 0,9 0 2 0,-9 0 8 16,7 2-10-16,-7-2 5 0,11 0-2 16,-11 0 6-16,9 0-4 0,-9 0-2 0,9 3-2 0,-3-2 6 15,-6-1-12-15,10 2 13 16,-10-2-8-16,10 1 6 0,-10-1-13 0,9 2 5 0,-9-2 8 15,12 2-7-15,-12-2-6 0,7 0 7 16,-7 0 0-16,10 1 4 0,-10-1 1 0,8 2-6 0,-8-2 4 16,7 0 3-16,-7 0-1 0,0 0-6 0,8 2 0 0,-8-2 14 15,0 0-17-15,9 1 15 0,-9-1-1 16,0 0-12-16,7 2-3 0,-7-2 8 0,0 0-6 0,7 1-1 16,-7-1 13-16,0 0-11 0,9 1 5 15,-9-1-7-15,0 0-2 0,8 0 4 0,-8 0-1 0,0 0 2 16,12 2 2-16,-12-2-4 15,5 2 2-15,-5-2 1 0,8 2 10 0,-8-2-19 0,0 0 6 16,11-1 3-16,-11 1-9 0,8 1 5 0,-8-1 5 0,0 0-1 16,9 3 3-16,-9-3 2 0,8 1 0 15,-8-1-2-15,10 2 0 0,-10-2 0 0,8 0-1 0,-8 0 6 16,9 3-5-16,-9-3 1 0,12 0-6 16,-12 0 4-16,9 2-1 0,-9-2-1 0,8 0 1 0,-8 0-5 15,9 2 2-15,-9-2 0 16,10 2 3-16,-10-2-2 0,8 1-4 0,-8-1-3 0,9 1 13 15,-9-1 0-15,14 0-9 0,-14 0 7 16,7 1 1-16,-7-1 1 0,11 0-6 0,-11 0-7 0,10 2 11 16,-4-1 1-16,-6-1-6 0,9 1 4 0,-9-1-2 0,12 1 6 15,-12-1-1-15,10 2 5 16,-10-2-6-16,9 2 8 0,-9-2-28 0,14 0 18 0,-14 0-2 0,9 0 6 16,-9 0-3-16,9 1 3 0,-9-1 2 15,11 2 1-15,-6-1 3 0,-5-1 6 0,13 1-6 0,-7 2 2 16,-6-3-1-16,12 0-1 15,-12 0-3-15,11 1 11 0,-5 2-15 0,1-2 5 0,-7-1-3 16,12 2 3-16,-12-2-5 0,11 3 2 0,-7-3-4 0,-4 0 0 16,14 2 4-16,-10-1-5 0,-4-1-1 15,13 1 0-15,-13-1 2 0,10 3 1 0,-3-2-2 0,-7-1-2 16,10 3 5-16,-10-3-5 0,10 2 8 16,-10-2-1-16,9 2 5 0,-9-2-4 0,9 3 1 0,-9-3-5 15,8 1 1-15,-8-1-1 16,10 3 2-16,-10-3 5 0,9 4-7 0,-5-2 9 0,-4-2-2 15,9 2 3-15,-9-2-5 0,10 2 2 16,-10-2-6-16,10 4 7 0,-10-4-7 0,9 3 4 0,-9-3-4 16,10 4 4-16,-4-3-5 0,-6-1 4 0,11 4-2 0,-7-2 1 15,2 1-1-15,-6-3-5 0,11 5 9 16,-7-3 0-16,3-1 5 0,-7-1-1 0,11 5 0 0,-6-4-2 16,-5-1-3-16,10 4 1 0,-7-2 2 15,-3-2-8-15,10 4-3 0,-10-4 10 0,8 4-6 0,-3-2 0 16,-5-2-1-16,8 4 2 15,-4-1-2-15,-4-3 5 0,10 4-5 0,-8-2 0 0,-2-2 1 16,9 6 5-16,-5-4-5 0,-4-2-1 0,5 5-2 0,-5-5 5 16,9 1-4-16,-9-1 2 0,7 5-1 15,-7-5-5-15,7 4 8 0,-3-1-3 0,-4-3-1 0,10 5 1 16,-10-5-2-16,6 2 4 0,-6-2-3 16,7 5 10-16,-7-5 4 0,8 6 3 0,-3-3-1 0,0-1 0 15,-5-2-4-15,9 5-2 16,-5-4 1-16,-4-1-3 0,9 4 2 0,-3 1-2 0,-6-5 0 15,10 3-6-15,-10-3 2 0,6 5 2 16,-6-5-5-16,7 2-3 0,-7-2 5 0,10 3 8 0,-10-3 0 16,6 6-5-16,-2-4 4 0,-4-2 0 0,7 4-4 0,-7-4 1 15,7 5 3-15,-5-1-10 0,-2-4 1 16,9 4 3-16,-9-4 1 0,9 5-4 0,-7-3 0 0,-2-2 0 16,7 4-1-16,-1-1 0 15,-6-3 0-15,10 6 3 0,-10-6 4 0,9 7-4 0,-5-6 2 16,0 1 7-16,-4-2-4 0,10 7-3 15,-10-7-2-15,9 4-3 0,-5-3 2 0,-4-1-4 0,9 4 3 16,-4 0-3-16,-1-1 3 0,-4-3-2 0,9 4 0 0,-9-4 4 16,7 6 0-16,-7-6-1 15,6 3-2-15,-6-3-2 0,2 4 0 0,-2-4 3 0,8 5-4 0,-8-5 1 16,0 0 0-16,6 3-2 0,-6-3 3 16,5 4 6-16,-5-4 2 0,0 0-1 0,6 1-2 0,-6-1 0 15,5 4 0-15,-5-4-2 16,0 0 1-16,7 5-2 0,-7-5 1 0,5 5 1 0,-5-5-4 15,8 4 3-15,-8-4-4 0,5 3 3 16,-5-3-2-16,9 3 2 0,-9-3 3 0,5 3 1 0,-5-3 3 16,8 6-3-16,-8-6 0 0,7 4-5 0,-1-3 0 0,-6-1 3 15,6 7 1-15,-6-7-3 0,4 4 1 16,-4-4-3-16,6 3 0 0,-6-3-1 0,5 5 0 0,-5-5 0 16,6 2 2-16,-6-2 1 15,7 3 0-15,-7-3-4 0,8 5 0 0,-8-5 0 0,6 6 4 0,-6-6-2 16,4 4 2-16,-4-4 0 15,7 3-1-15,-7-3 0 0,6 3 2 0,-6-3 4 0,10 3 7 16,-10-3-10-16,6 5 3 0,-3-3-5 0,-3-2-2 0,8 3 6 16,-8-3 2-16,10 4-6 0,-10-4 1 15,0 0 1-15,6 5-3 16,-6-5 2-16,5 1 0 0,-5-1-5 0,7 3 5 0,-7-3-3 0,0 0 0 0,4 3 0 16,-4-3 0-16,0 0 1 0,10 3 3 15,-10-3 0-15,0 0 2 0,4 3-1 0,-4-3-1 0,0 0-1 16,6 4 3-16,-6-4-4 0,7 4-1 15,-7-4-1-15,6 3 5 0,-6-3-1 0,8 2 1 0,-8-2 2 16,8 3-6-16,-8-3 2 0,5 3-2 16,-5-3 7-16,7 3-6 0,-7-3 2 0,7 2-2 15,-7-2 3-15,0 0-2 0,7 3 1 16,-7-3-3-16,6 3 3 0,-6-3-7 0,0 0 4 0,7 3-3 16,-7-3 3-16,0 0 6 0,6 3-6 0,-6-3 7 0,0 0-9 15,8 3 1-15,-8-3 7 0,0 0-9 16,6 2-1-16,-6-2 2 0,0 0 0 0,7 3-1 0,-7-3-1 15,6 2 4-15,-6-2 4 0,6 3-7 16,-6-3-3-16,0 0 2 0,0 0-2 0,0 0 4 0,0 0 0 16,10 3 1-16,-10-3-3 15,0 0 3-15,0 0-2 0,5 2 3 0,-5-2-3 0,0 0 3 0,0 0-3 16,0 0 1-16,0 0 0 16,8 1 0-16,-8-1 0 0,0 0 2 0,0 0-3 0,0 0-1 15,0 0 7-15,8 1-4 0,-8-1-2 0,0 0 10 0,0 0-10 16,4 6-1-16,-4-6 0 0,0 0-1 15,0 0-1-15,0 0 1 0,0 0 1 0,9 2 6 16,-9-2-2-16,0 0 0 0,0 0-1 0,0 0-1 16,4 2 2-16,-4-2 0 0,0 0-3 0,0 0 0 15,0 0 2-15,0 0-1 0,0 0-1 16,0 0 4-16,0 0-3 0,0 0 1 0,0 0 0 0,9 4 6 16,-9-4-1-16,0 0 2 0,0 0 0 15,0 0 0-15,0 0-3 0,7 1-3 0,-7-1 4 0,0 0-1 16,0 0-5-16,0 0 12 0,0 0-13 0,0 0 3 0,0 0 1 15,0 0-1-15,0 0-2 16,9 0 3-16,-9 0-3 0,0 0 2 0,0 0-2 0,0 0 2 0,0 0-4 16,0 0 6-16,0 0-7 15,0 0 3-15,5 3 1 0,-5-3-1 0,0 0 0 0,0 0 1 16,0 0 1-16,0 0 1 0,8 2-1 16,-8-2-3-16,0 0 4 0,0 0-1 0,0 0 0 0,10 0-1 15,-10 0 1-15,0 0 0 0,0 0 0 0,0 0 0 0,0 0-5 16,0 0 3-16,0 0-2 0,0 0 2 15,0 0 2-15,0 0-3 0,0 0-3 0,8 1 6 0,-8-1-5 16,0 0 4-16,0 0-2 0,0 0 0 16,0 0 2-16,0 0-2 0,0 0 1 0,0 0-1 0,0 0 1 15,0 0 9-15,0 0-11 16,0 0-1-16,0 0 2 0,0 0 3 0,0 0-3 0,0 0 1 16,0 0-1-16,0 0 1 0,0 0-2 0,0 0 2 0,7-4 0 15,-7 4 1-15,0 0 0 0,0 0 3 16,0 0-19-16,0 0-8 0,0 0-16 0,0 0-21 0,0 0-35 15,0 0-46-15,0 0-72 0,-2-10-55 16,2 10-152-16,-9-9-453 0,9 9 201 0</inkml:trace>
  <inkml:trace contextRef="#ctx0" brushRef="#br0" timeOffset="106314.01">27386 5689 5 0,'0'0'95'0,"-13"-5"-7"0,13 5 4 15,0 0-1-15,0 0-5 0,0 0 3 0,0 0-5 0,0 0-8 0,0 0-1 16,0 0-2-16,0 0 2 15,0 0-8-15,0 0-6 0,0 0-7 0,0 0 0 0,0 0-6 16,0 0-8-16,0 0-1 0,0 0-5 16,0 0 3-16,0 0-8 0,0 0 6 0,0 0-10 0,-7-2-6 15,7 2 0-15,0 0-4 0,0 0-4 16,0 0 4-16,0 0-5 0,0 0-1 0,0 0-5 0,0 0 3 16,0 0 3-16,0 0-7 0,0 0 2 0,0 0-5 0,0 0 1 15,-9-3 9-15,9 3-10 0,0 0 3 16,0 0 0-16,0 0-5 0,-9 7 5 0,9-7 8 15,-6 3-15-15,6-3 7 0,-7 6 2 16,7-6-2-16,-7 5-3 0,7-5-2 0,-5 5-11 0,5-5 16 0,0 0-2 16,-9 4-3-16,9-4-14 0,-4 5-10 0,4-5 6 15,0 0 7-15,0 0 3 0,-4 6-7 16,4-6 6-16,0 0 0 0,0 0-6 0,0 0 8 0,-2 5 2 16,2-5-10-16,0 0 12 0,0 0 5 15,0 0 5-15,0 0-11 0,0 0 10 0,0 0-1 0,0 0 1 16,0 0 0-16,0 0 0 15,0 0 3-15,0 0-5 0,0 0 2 0,0 0-3 0,0 0-6 16,0 0 8-16,0 0 2 0,0 0-6 16,0 0 2-16,0 0-6 0,0 0 7 0,0 0-1 0,0 0 4 15,0 0-2-15,0 0 4 0,0 0-3 0,0 0-6 0,0 0 6 16,0 0-3-16,0 0-4 0,0 0 6 16,0 0-5-16,17 0 4 0,-17 0-5 0,0 0 0 0,0 0 5 15,0 0 1-15,0 0-3 16,0 0-1-16,0 0 1 0,0 0 5 0,0 0-6 0,0 0 9 15,0 0-10-15,0 0 2 0,0 0-5 16,0 0 3-16,0 0 6 0,0 0-2 0,0 0 0 0,0 0-4 16,0 0 1-16,0 0 7 0,0 0 3 0,0 0-17 0,0 0 10 15,0 0 2-15,0 0 8 0,0 0-2 16,0 0 2-16,0 0 4 0,0 0 1 0,0 0 2 0,0 0-7 16,0 0 0-16,0 0 2 15,0 0-5-15,0 0-5 0,0 0 3 0,0 0-1 0,0 0-1 0,0 0 2 16,7-7-1-16,-7 7-2 15,0 0 6-15,0 0 3 0,0 0-13 0,4-4 8 0,-4 4-13 16,0 0 5-16,0 0 2 0,0 0-4 16,0 0 1-16,0 0 2 0,0 0 1 0,0 0-2 0,0 0 0 15,0 0 5-15,0 0-1 0,0 0 7 0,0 0-2 0,0 0 6 16,0 0 1-16,0 0-5 0,0 0 11 16,0 0-7-16,0 0-7 0,0 0 1 0,0 0-2 0,0 0-2 15,0 0-1-15,0 0 4 16,0 0-2-16,0 0-3 0,0 0-1 0,0 0 2 0,0 0-4 15,0 0 2-15,0 0-4 0,0 0 2 16,0 0 0-16,0 0 5 0,0 0-8 0,0 0-3 0,0 0 7 16,0 0-7-16,0 0 3 0,0 0-2 15,0 0 2-15,0 0 0 0,0 0-2 0,0 0-1 0,0 0 6 16,10 7 0-16,-10-7-6 0,0 0 1 16,4 7 1-16,-4-7 3 0,0 0 3 0,2 8-2 0,-2-8 0 15,5 6 0-15,-5-6-1 0,2 4 0 0,-2-4 0 0,4 5 2 16,-4-5 1-16,2 6-8 0,-2-6 5 15,5 6-1-15,-5-6-5 0,3 5 7 0,-3-5-1 16,0 0 4-16,2 9-9 0,-2-9 11 16,4 5-8-16,-4-5 4 0,3 7 5 0,-3-7 4 0,1 6-12 15,-1-6 2-15,1 7 6 0,-1-7-4 0,0 0 2 0,4 8-1 0,-4-8 4 16,0 6-3-16,0-6 2 16,5 7-1-16,-5-7 11 0,2 6 3 0,-2-6-2 0,5 6 1 15,-5-6-4-15,2 6 0 0,-2-6 1 16,0 0-4-16,4 6-3 0,-4-6-2 0,0 0-1 15,2 7 3-15,-2-7-1 0,0 0 1 16,3 5-11-16,-3-5 9 0,0 0-6 0,0 0 8 0,2 8-4 16,-2-8 1-16,4 3-3 0,-4-3 0 0,0 0 0 0,3 6 2 15,-3-6 2-15,0 0-4 0,0 0 2 16,4 6-4-16,-4-6 3 0,0 0-3 0,0 0 4 0,4 6-3 16,-4-6-1-16,0 0 3 0,0 0-2 15,5 7 1-15,-5-7-1 0,0 0 3 0,3 5 0 0,-3-5-2 16,0 0 2-16,0 0 1 0,2 7-2 15,-2-7 9-15,0 0 0 0,4 5 0 0,-4-5-3 0,0 0 5 16,0 0-3-16,0 0-3 16,5 5 0-16,-5-5-1 0,0 0 0 0,0 0-3 0,2 6 1 15,-2-6-2-15,0 0 1 0,2 6 1 0,-2-6-3 0,0 0-1 16,4 5 1-16,-4-5 1 0,0 0-3 16,2 7 2-16,-2-7 2 0,0 0-5 0,4 5 2 0,-4-5 2 15,0 0-3-15,4 5 3 16,-4-5-1-16,0 0-1 0,0 0-1 0,4 4 2 0,-4-4-2 15,0 0 1-15,0 0-5 0,0 0 4 16,0 0 0-16,3 6-1 0,-3-6 3 0,0 0-3 0,0 0 4 0,0 0-4 16,2 6-1-16,-2-6 2 0,0 0-1 0,2 7 3 15,-2-7-3-15,0 0-2 0,0 0 0 16,0 0 1-16,2 9 2 0,-2-9 0 0,0 0-1 0,2 5-3 16,-2-5 0-16,0 0 5 15,0 0 1-15,7 4-4 0,-7-4 3 0,0 0 9 0,2 8 5 0,-2-8-1 16,0 0-1-16,5 6 3 0,-5-6-1 15,4 4-2-15,-4-4-4 0,1 8 4 0,-1-8-1 16,4 6-4-16,-4-6-1 0,2 4 0 16,-2-4 1-16,4 6-1 0,-4-6-2 0,4 5 2 0,-4-5-5 15,0 0 3-15,3 8-1 0,-3-8-1 0,4 7-1 0,-4-7 3 0,3 6-1 16,-3-6-2-16,5 4 3 16,-5-4 7-16,2 6 4 0,-2-6 0 0,6 7-2 0,-6-7 0 15,3 5-9-15,-3-5 8 16,4 7-7-16,-4-7 4 0,4 6-2 0,-4-6-5 0,2 7 5 15,2-3 0-15,-4-4-2 0,4 7-1 16,-4-7-4-16,2 5 6 0,-2-5-3 0,0 0 0 0,3 10-2 0,-3-10 1 16,4 5 1-16,-4-5 0 0,2 7 0 0,-2-7-3 15,4 6 6-15,-4-6-2 0,4 8-4 16,-4-8 3-16,3 6-1 0,-1 0 6 0,-2-6 0 0,8 8 1 16,-6-4-2-16,-2-4 3 15,4 9 2-15,-2-4-5 0,-2-5 3 0,4 10 3 0,-1-5 6 0,-3-5 3 16,4 10-5-16,0-5-2 0,1 1 1 15,-4 0-1-15,3-2-2 0,-2 3-2 0,-2-7 3 16,6 9-2-16,-5-3-3 0,3-1 1 16,-4-5-1-16,5 11 0 0,-3-6 2 0,0 0-8 0,-2-5 3 15,8 10 3-15,-5-5 6 0,-2 0-10 0,-1-5-1 16,6 9 0-16,-3-5 0 0,0 2 2 0,-3-6 1 16,3 10-2-16,-1-7 3 0,-2-3 0 0,6 9-2 0,-3-3-2 15,-2-2 5-15,3 2 9 16,-4-6 0-16,4 10-7 0,-2-5-3 0,1 1-1 0,-1-1 0 15,-2-5 1-15,4 10-6 0,-1-7 2 16,0 4 1-16,-1-2-2 0,-2-5 0 0,6 9 8 0,-4-3-9 16,0 0 4-16,-2-6-4 0,5 11 1 0,-3-6-4 0,0 0 2 0,-2-5-2 15,4 8 1-15,-4-8 1 16,3 10-2-16,-3-10 7 0,5 8 2 0,-2-3 5 0,0 0-3 16,-3-5-4-16,3 8 0 15,1-3 2-15,-4-5-2 0,5 9 0 0,-3-2 0 0,-2-7-1 0,2 10 5 16,0-6-7-16,-2-4 4 0,6 8 2 15,-4-3 0-15,0 0 0 0,-2-5 3 0,4 10-4 0,-1-6 0 16,-3-4 0-16,4 9 1 16,-2-4 2-16,0 0 2 0,3-2-3 0,-5-3 0 0,3 11-2 15,1-8-1-15,-4-3-2 0,5 11 4 0,-4-6-3 0,-1-5 2 16,4 8-1-16,-1-3-1 0,-3-5 2 16,5 9-2-16,-2-5 1 0,-3-4-3 0,3 9 4 0,-3-9-2 15,5 9-4-15,-2-7 2 0,-3-2 5 16,4 9-4-16,-2-5-2 0,-2-4 1 0,4 7 0 15,-1-3 0-15,-3-4 0 0,2 8 2 16,-2-8-7-16,6 7 4 0,-6-7-3 0,6 7 5 0,-6-7-4 16,2 8 4-16,-2-8-3 0,4 8-3 0,-4-8 1 0,2 5 3 0,-2-5-2 15,6 6-1-15,-6-6 1 16,2 6-1-16,-2-6 0 0,3 8-1 0,-1-3 4 0,-2-5-5 16,5 7 2-16,-5-7 5 0,2 7 2 15,3-2 2-15,-5-5 4 0,0 0-3 0,6 12-1 16,-3-9-4-16,-3-3 1 0,0 0-2 0,4 11 4 15,-4-11 0-15,4 9-4 0,-4-9 3 0,5 9 1 0,-5-9-3 16,0 0 1-16,4 9-4 16,-4-9-1-16,6 6 2 0,-6-6-1 0,3 10 3 0,-3-10-1 15,5 9 6-15,-5-9-5 0,4 7 0 0,-4-7 8 16,5 7-3-16,-5-7-5 0,4 11-1 0,-4-11 0 16,2 9 1-16,-2-9 3 0,5 12 0 0,-5-12-1 0,3 9 0 15,-3-9 3-15,5 10 1 16,-5-10-4-16,4 12 1 0,-4-12 2 0,6 10-7 0,-3-4 3 15,-3-6 2-15,6 10-1 0,-6-10-3 16,5 12 5-16,0-8 1 0,-5-4-8 0,6 12-1 0,-6-12 7 16,6 10-6-16,-4-4 1 0,-2-6-4 0,7 12 9 0,-7-12-3 0,6 8-2 15,-4-2 4-15,0 1 0 16,-2-7-3-16,6 10 7 0,-2-4 7 0,-1-1-5 0,-1 3 2 16,1-4-1-16,-3-4-5 0,7 10 2 15,-5-4 0-15,0 0 0 0,2-2 10 0,-1 5-16 16,-1-5-5-16,-2-4 1 0,4 11 9 15,0-5-2-15,-1-1-6 0,-1 1 4 0,3 0 1 0,-5-6-4 0,5 11 4 16,-1-5 0-16,-4-2-12 16,4 2 15-16,0 1 10 0,-2-1-13 0,1 0-7 0,1 1 1 15,-2-1 0-15,2 0 5 0,-2-1 8 0,4 2-10 0,-4 0 1 16,1-2-4-16,-1 2-1 0,0 0 9 16,3 1-3-16,-3-2 12 0,0 1-10 0,3 0-3 0,1 1-3 15,-3-1 4-15,1 0-1 16,-1-1-2-16,0 1 2 0,0-2 8 0,-1 3 15 0,3 1-21 15,-1-2-1-15,-2 0-2 0,1 0 2 16,1-2 0-16,0 1-5 0,-1 1 3 0,-1-1 7 0,2 1-5 16,1-1-4-16,-4 0 4 0,3 4-2 0,2-2-5 0,-3-3 9 0,1 3-2 15,-2-2 5-15,2 2-3 16,-1-1-7-16,2-3 6 0,-3 2 1 0,1 1-2 0,1-1-6 16,0 1 7-16,-2 1 2 0,2-3 0 15,-1 1-5-15,3 1 0 0,-2 2 6 0,-2-3-2 16,0-1 1-16,3 3-4 0,-3-1 1 15,2-1 2-15,0 2-7 0,-4-8 9 0,6 12 3 0,0-5 1 0,-2 2 0 16,0-1-8-16,-1-1 1 16,2 2 3-16,-1 0-4 0,0-1 5 0,1-1 7 0,-1 1-8 15,-1 1-7-15,3 0 6 0,-4-3-4 0,3 1-9 0,0 2 11 16,0 0 11-16,-1-4-14 16,0 1 7-16,-1 2 3 0,2-2-9 0,-2 2 11 0,2-1-6 0,-2-1 4 15,1-1-5-15,1 2-4 16,-1-1 3-16,0 2-5 0,0-1 5 0,-2-1-3 0,2 1 0 15,-1-1-3-15,3 2 4 0,-2-1-1 16,0 0 1-16,0-3-4 0,-2 3 1 0,2 2 0 0,-1-4-2 16,0 1 7-16,4 3-9 15,-5-4 5-15,2 2-1 0,-1-1-2 0,1 3-2 0,1-2 1 0,-1-1-2 16,-1-1 9-16,1 1-5 0,0 1-3 16,0-1 4-16,1 2-3 0,-3-1 0 0,4 0-3 15,-3 2 1-15,1-1 2 0,0-3 3 0,0 2-5 0,-2 3 6 0,2-6-6 16,0 4 5-16,-1-1-4 15,1-1 5-15,-1 1-1 0,0-2-4 0,3 4 7 0,-3-2-7 0,1-2 2 16,-2 2 5-16,2 0-4 16,0-1-1-16,0 3 4 0,-1-2 0 0,3 0 2 0,-4-1-7 15,2 2 1-15,1-1 1 0,-1 0-2 0,0 0 6 16,0 0-2-16,1-1 4 0,-1 0 0 0,-1 1 2 16,1-1 0-16,0 0-1 0,-1 1-2 0,2-1 5 0,0-1-5 15,-1 0-2-15,-2 4 4 16,2-4-5-16,0 0 3 0,-1 3-1 0,3 1-6 0,-3-3 2 15,-1 1 1-15,4 0-1 0,-2-1-11 16,0 3 15-16,1-3-2 0,0 2 0 0,-2-1-4 0,2 1 2 16,1 1-2-16,-3-4 3 0,1 3-1 0,1 1-3 0,0-3 3 15,0 0 4-15,-1 3-9 0,-4-9 5 16,10 13 0-16,-6-4 1 0,1 2 2 0,0-4 4 0,-1 1 2 16,2-1 1-16,-1 2-3 15,-2 1 2-15,-3-10-5 0,10 14 4 0,-4-5-2 0,1-1-4 16,-3 0 0-16,1 1 0 0,0-1 0 15,-1 0 1-15,3-1 3 0,0 3-1 0,-1-3-4 0,0 2 6 16,0-3 0-16,2 4 0 0,-2-3-1 16,-1 2 0-16,2-1 1 0,-3 1-5 0,3-2 0 0,-2 3 6 15,3-3-8-15,-3 0 8 0,0 3-3 0,2-1-2 16,0-3 6-16,-1 5-1 0,1-4-5 0,-2 3-1 16,3-2 3-16,-2-1 0 0,0 1-2 0,1 1-2 0,-1 0-1 15,1 1 0-15,1-2 7 16,-1 0 4-16,1 0-2 0,-2 1 4 0,3 1-2 0,-3-1-5 15,2 1 2-15,1-1-2 0,-3 0 2 16,2 0-6-16,0-1 5 0,-3 1 1 0,4 1-6 0,-2-1 0 0,1 2-3 16,2 2-1-16,-2-4 6 0,1 1-8 0,-1-2 8 0,2 5-3 15,-1-4-1-15,1 4 2 16,-1-4-2-16,4 3 0 0,-6-1-2 0,2-2 1 0,3 5 6 16,-3-5-5-16,2 3 1 0,-1-3-2 15,-1 1 2-15,3 3 2 0,-1-2 3 0,1 2-5 0,2-1 3 16,-4 0 2-16,2 0 8 0,0-1 0 15,-3-1-4-15,0 2-1 0,3-4 0 0,-3 2 1 0,0-2-3 16,1 1-2-16,-2 2 0 16,3 1-2-16,-1-4 2 0,1 1-8 0,0 1 11 0,1 4-5 15,-3-7 3-15,0 1 2 0,1 1 0 0,-3 2 0 0,4-5 0 16,-1 3-4-16,-1 0 4 0,-2-3-3 16,3 2-2-16,0 0 0 0,-3 0 0 0,2-1-2 0,1 0 5 15,-2-2-1-15,1 2-2 16,-2 1 0-16,3 0-4 0,-4-5 1 0,3 4 1 0,1-1-1 15,0 0 0-15,-3-2 1 0,1 0-3 16,2 3-4-16,-1-3 4 0,0 1 1 0,0 3 1 0,-1-4 2 16,2 1-5-16,-3 0 5 0,2 0-2 0,0-1 2 0,-4-1-2 0,2 3 1 15,-1-2-2-15,2 0 0 16,-2-1 0-16,2 0-2 0,-3 1 2 0,4-1-1 0,-2 1 4 16,0 0-4-16,-1-3-1 0,2 3 2 15,1 2 1-15,-2-2-4 0,1 0 1 0,2 0 3 0,-1 1 1 16,0 0 0-16,-1-1-1 0,2 0-2 15,-1 0 2-15,-2 0-1 0,0 0 1 0,2-2 0 0,-1 2 0 16,2 1-1-16,0 0 4 16,-1-1-3-16,-1-1-1 0,1 2 1 0,0-1-2 0,1 0 1 15,1 1-1-15,0-1 0 0,-1-1 0 0,1 0 0 0,1 1 2 16,-2-1-1-16,3 2-1 0,-2-2 0 16,0 1 0-16,1 0 13 0,0 0 1 0,1 0-2 0,-2 1-1 15,7 0-2-15,-6-1 1 0,-1-3-1 16,3 3-3-16,-2 0 2 0,2-2-4 0,-3 0 1 0,1 2 1 15,2-1-1-15,-3-1-1 0,2 2 0 16,-1-2 0-16,-1 0-2 0,2 1 0 0,-3 0 0 0,0-1-2 16,2 1 4-16,-2 0-3 15,0-1 1-15,0 1 0 0,1 0-2 0,-4 0 2 0,6-2 0 16,-3 1 4-16,3 0-7 0,-5 0 1 0,1 0-2 0,0 0 4 0,0 0-1 16,1 0-2-16,1 1 1 15,2-3 0-15,-1 1-3 0,-1 1 2 0,1 0 0 0,-2 1 2 16,-1-2-1-16,1 0 0 0,-2 0 2 15,4 0-2-15,-1 2-3 0,-1-1 3 0,1 0-2 16,-2-2 3-16,2 2-3 0,-4-1 0 16,5-1 1-16,-5 2 0 0,3-2 2 0,-2 2-1 0,-8-2-1 0,16 0 0 15,-9 0-3-15,2 0 6 0,2 0-1 0,-4 0-2 0,-7 0 3 16,18 1 0-16,-8-1 0 16,-2 1-2-16,2-1 3 0,0 0-4 0,-1 1-2 0,3-1 6 15,-1 0-7-15,-2 0 4 0,3 2 0 16,-12-2-1-16,17 0 0 0,-6 0 0 0,-1 1 4 0,0-1-5 15,1 0-1-15,0 2 1 0,-1-2 4 16,3 0-2-16,-3 0 1 0,3 0 0 0,-1 0 1 16,-2 2 0-16,3-2 5 0,-1-2-4 0,1 4-3 0,-1-4-1 15,-2 2 1-15,4 0-1 0,-3 2 0 16,1-2-2-16,1 0 5 0,-2 0-5 0,2 0 3 0,0 0 1 0,0 1-5 16,4 0 1-16,-4-1 1 15,1 2 1-15,3-2 0 0,1 0 1 0,-3 0-1 0,3 0 0 16,1 0 3-16,-5 0 0 0,3 0-2 15,1 0-4-15,-2 1 4 0,-1-1 0 0,2-1 1 16,-4 1-1-16,5 0-1 0,-6 0 0 16,3 0 1-16,-2 0 1 0,6 0 0 0,-2 0 6 0,0 0 0 0,0 0-2 15,1 0 0-15,-5 0 3 0,1 0-2 0,-3 0 0 16,3-2-2-16,0 2 3 0,0 0-3 16,-1-1-1-16,1 1 0 0,-2-1 16 0,-1 1-3 0,1-2-1 15,-1 1-2-15,1 0 3 0,-1 0-6 16,-2-1-3-16,1 4 2 0,2-4-3 0,-2 1 4 0,-10 1-5 15,14-2-3-15,-8 2-4 0,-6 0 5 16,15-2 1-16,-9 2 1 0,-6 0 0 0,14-3 0 0,-8 3 0 16,2-2-1-16,1 0 0 0,-9 2-8 0,13-3 7 0,-5 0-5 15,0 2 4-15,0-1 0 0,-8 2 0 16,14-4 2-16,-6 3-2 0,-1-1 0 0,1 0-4 0,0-1 4 16,-8 3-1-1,13-4-3-15,-6 3 5 0,-7 1-4 0,14-1 3 16,-6 0 2-16,0-2-5 0,-8 3 1 0,11-1-2 0,-3-1 0 15,-2 0 4-15,-6 2-4 0,14-5-1 0,-6 5 1 0,1-3 0 0,-1 1 0 16,-8 2-2-16,14-4 2 16,-5 3 0-16,-2-1 0 0,-7 2 2 0,18-4-3 0,-9 1 3 15,1 3-3-15,-1-2 4 16,4 0-3-16,-4-1 3 0,-3 2-3 0,6-1-8 16,-12 2 8-16,13-3 3 0,-7 2 0 0,-6 1-2 0,14-3 1 0,-6 3 1 15,1-2-1-15,-3 0-2 0,-6 2-1 16,13-3 0-16,-13 3 4 0,12-3-7 0,-5 1 7 0,-1 1-2 15,-6 1 0-15,15-3 3 0,-8 2-12 16,2-1 9-16,-1-1 4 0,2 0-4 0,0 1-1 0,-2 0 3 16,0-1-6-16,2 1 5 0,0 0-3 15,-1-1 4-15,-3 2-1 0,3 0 2 0,-2-2-3 0,-7 3 0 16,14-4-1-16,-5 4 0 0,-3-1 0 0,0-1 1 0,-6 2 0 16,16-4-3-16,-10 1 6 15,-1 0-8-15,-5 3-1 0,12-2 10 0,-5 0-6 0,0 0 4 0,-7 2-3 16,9-1 2-16,-9 1-2 15,9-3 1-15,-9 3-2 0,9-2 2 0,-9 2 2 16,0 0-2-16,10-3 1 0,-10 3-2 16,8-1 1-16,-8 1 2 0,0 0-2 0,7-3 1 0,-7 3-2 0,0 0 2 15,0 0-3-15,8-2 4 0,-8 2 0 16,0 0-2-16,0 0 2 0,0 0-4 0,0 0 2 0,0 0 1 16,0 0-4-16,0 0-3 0,9-1-13 0,-9 1-28 15,0 0-42-15,0 0-49 0,0 0-63 16,-5-14-63-16,5 14-56 0,-8-10-50 0,3 0-75 0,-4 2-369 15,-3-3-883-15,-4 3 391 0</inkml:trace>
  <inkml:trace contextRef="#ctx0" brushRef="#br0" timeOffset="112704.07">28181 5310 48 0,'0'0'54'0,"0"0"4"16,0 0-10-16,0 0 10 0,0 0-12 0,0 0 4 0,0 0 4 15,0 0 5-15,0 0-11 16,0 0 2-16,0 0 2 0,0 0-7 0,0 0 5 0,0 0-4 15,0 0-5-15,0 0-8 0,0 0-5 16,0 0 5-16,0 0-5 0,0 0-12 0,0 0 7 0,0 0 2 16,0 0 1-16,0 0-1 0,0 0 11 15,0 0-11-15,0 0-1 0,-14-10 6 0,14 10-6 0,0 0 6 16,0 0-6-16,0 0 2 0,0 0-2 16,0 0-2-16,0 0-3 0,0 0-2 0,0 0-1 0,0 0 3 15,0 0-5-15,0 0-1 0,0 0-3 0,0 0 3 16,0 0-5-16,0 0 4 0,0 0-9 15,0 0 4-15,0 0-3 0,0 0 4 0,0 0-6 0,0 0 1 16,0 0-9-16,0 0 15 0,0 0-25 16,0 0 10-16,0 0-3 0,0 0 6 0,0 0-3 0,0 0 5 15,0 0-26-15,19 4 9 16,-19-4-11-16,14 1 4 0,-3-1-10 0,2 0-6 0,1 1 5 16,-1-1-24-16,6 1 1 0,0-1 4 0,-3 2-9 0,4-5 5 0,-2 2-5 15,-1 2 13-15,1-1 7 16,-3 0 2-16,0 1 1 0,-1-1-4 0,-1 0 12 0,-1 0 2 15,1 0 10-15,-2 0-6 0,1 2 7 16,-3-1 6-16,-1-1-3 0,-8 0 0 0,16 0 3 0,-9 1 7 16,-1 0 1-16,-6-1 4 15,12 2-2-15,-12-2 3 0,9 0-2 0,-9 0-4 0,11 1 9 16,-3 1 5-16,-8-2 9 0,12 2-5 0,-5-2 0 0,3 2 3 0,0-2-4 16,-10 0 1-16,21 2-1 15,-10-2-7-15,0 2 1 0,-11-2 4 0,23 2-5 0,-12-1 2 16,3-1-6-16,-1 1 1 15,7-1-14-15,-1 0-13 0,-2 2-13 0,3-2-36 0,0 0-82 16,-1 0 36-16</inkml:trace>
  <inkml:trace contextRef="#ctx0" brushRef="#br0" timeOffset="113054.08">29596 5369 28 0,'12'0'39'0,"-12"0"-4"0,0 0-3 0,15-2-7 15,-15 2 1-15,0 0-12 16,17 2-10-16,-17-2-24 0,14-3-11 0,-4 1-33 0,-10 2 15 15</inkml:trace>
  <inkml:trace contextRef="#ctx0" brushRef="#br0" timeOffset="113354.07">30450 5363 33 0,'0'0'21'0,"0"0"-19"15,0 0-12-15,0 0-10 0,0 0 5 0</inkml:trace>
  <inkml:trace contextRef="#ctx0" brushRef="#br0" timeOffset="113894.22">29044 5318 16 0,'0'0'36'0,"0"0"-1"0,0 0 3 0,0 0-9 15,0 0-1-15,0 0 0 16,0 0-5-16,0 0-4 0,0 0 1 0,0 0-8 0,0 0 2 16,0 0-2-16,0 0 5 0,0 0-1 0,0 0 8 0,0 0 11 0,0 0-9 15,0 0 5-15,0 0-6 16,0 0-6-16,0 0-11 0,0 0 10 0,0 0-6 0,0 0 2 15,0 0 16-15,0 0 7 0,0 0 12 16,0 0 9-16,0 0-8 0,0 0-7 0,0 0-1 0,23 3-8 16,-23-3 5-16,9 2-5 15,-9-2 5-15,10 2-6 0,-2-2-19 0,-8 0 9 0,17-1-7 0,-7 1 4 16,1 1-11-16,2-1-25 0,1 0-15 0,4 2-31 0,2-1-22 16,1-2-72-16,-1 1-168 15,2-2 75-15</inkml:trace>
  <inkml:trace contextRef="#ctx0" brushRef="#br0" timeOffset="114074.18">29601 5312 58 0,'12'2'78'0,"-12"-2"-11"0,0 0 0 15,11 1-9-15,-11-1-15 0,13 0 6 16,-13 0-1-16,23 0-14 0,-13-1 1 0,3 1-35 0,0 0-23 15,6 0-18-15,-1-3-39 16,0 2-84-16,1-2 37 0</inkml:trace>
  <inkml:trace contextRef="#ctx0" brushRef="#br0" timeOffset="114234.31">30097 5312 76 0,'0'0'73'0,"0"0"-7"0,14 0-5 0,-14 0-3 16,13-1-4-16,-3 1-1 16,2 1-8-16,1-1-17 0,1 0-26 0,4 2-34 0,2-2-49 15,0-2-88-15,1 2 39 0</inkml:trace>
  <inkml:trace contextRef="#ctx0" brushRef="#br0" timeOffset="114395.87">30735 5318 70 0,'0'0'76'0,"15"-3"-6"16,-5 3-19-16,2-1-29 0,2 1-40 16,3-2-28-16,0 2-48 0,3-2 21 0</inkml:trace>
  <inkml:trace contextRef="#ctx0" brushRef="#br0" timeOffset="114524.37">31198 5302 24 0,'0'0'49'0,"0"0"-23"0,0 0-28 0,0 0-15 0,0 0-17 0,6-7 8 15</inkml:trace>
  <inkml:trace contextRef="#ctx0" brushRef="#br0" timeOffset="115497.93">27546 5278 13 0,'0'0'98'0,"0"0"-13"15,0 0-11-15,0 0-7 0,0 0 1 0,0 0-15 0,0 0-2 16,0 0-6-16,0 0-2 16,0 0-4-16,0 0-3 0,0 0 9 0,0 0-19 0,0 0 2 0,0 0-7 15,0 0-2-15,0 0-7 16,0 0 1-16,0 0-2 0,0 0 14 0,0 0-10 0,-14-9-1 16,14 9-3-16,0 0-1 0,-8-3 3 0,8 3-6 0,0 0 1 15,-12 0-2-15,12 0-3 0,0 0 8 16,-9-2-5-16,9 2 3 0,-8-1-1 0,8 1 9 15,0 0 5-15,0 0 6 0,-12-2-4 16,12 2 1-16,0 0 8 0,0 0-4 0,-9-1-6 0,9 1 5 0,0 0 1 16,0 0 0-16,0 0-14 15,0 0 2-15,0 0 8 0,0 0-5 0,0 0 1 0,0 0-6 16,0 0 2-16,0 0-9 0,0 0 3 16,0 0 1-16,0 0-7 0,0 0 1 0,0 0-3 0,0 0-3 15,0 0 18-15,0 0-12 0,0 0-4 0,0 0 5 0,31 6 0 16,-17-6-7-16,2 0 3 0,4 0-1 0,0 2-18 15,-2-2-1-15,3-2-15 16,0 2-8-16,-2 0-18 0,4 0-1 0,-4 0-10 0,2-2-5 16,8 1 3-16,-9 2-11 0,-2-1 1 0,1 0-5 0,0-1-51 15,-1 1-146-15,0-2 65 0</inkml:trace>
  <inkml:trace contextRef="#ctx0" brushRef="#br0" timeOffset="115665.13">28008 5266 22 0,'0'0'5'0,"0"0"8"0,0 0 7 15,10 0 2-15,-10 0 5 0,0 0 2 16,0 0 2-16,0 0 7 0,10-3-2 0,-10 3 5 0,0 0 1 16,0 0 0-16,9 1-6 15,-9-1 7-15,0 0-9 0,13-1-1 0,-13 1 1 0,10 0-11 0,-1-2 0 16,-9 2 1-16,19-1-8 16,-11 1 1-16,6-1-18 0,-4-1-23 0,0 2-25 0,2 0-48 15,-2 0-103-15,-3-1 46 0</inkml:trace>
  <inkml:trace contextRef="#ctx0" brushRef="#br0" timeOffset="115804.98">28332 5247 25 0,'0'0'25'0,"0"0"-34"0,0 0-9 0,0 0 4 0</inkml:trace>
  <inkml:trace contextRef="#ctx0" brushRef="#br0" timeOffset="135645.81">25747 4561 59 0,'0'0'63'0,"0"-8"-2"16,0 8 7-16,0 0-1 16,2-9-3-16,-2 9-10 0,0 0 3 0,0 0 5 0,2-10-6 15,-2 10 11-15,0 0-3 0,0 0-1 0,0-7-11 0,0 7 7 16,0 0-2-16,0 0 2 15,0 0-3-15,0 0-6 0,0 0-7 0,0 0-1 0,0 0-4 0,0 0-1 16,0 0-2-16,0 0-8 16,0 0-8-16,-4-9-4 0,4 9-2 0,0 0 1 0,0 0-3 15,0 0-10-15,0 0 8 0,0 0-5 16,0 0-3-16,0 0-1 0,0 0 0 0,0 0 0 0,0 0-3 16,0 0 1-16,0 0 4 0,0 0 1 0,0 0-2 0,0 0 3 15,0 0-9-15,0 25 7 0,0-25-10 16,0 10 6-16,0-10 4 0,0 11-3 0,0-11 2 0,0 13-4 15,0-7 8-15,0-6-6 16,0 19 17-16,0-10 2 0,0 0 4 0,0 2-6 0,0-3-6 16,-2 2 2-16,0-3-2 0,4 1-1 15,-2-8 1-15,-2 17-2 0,1-7 3 0,0-3 2 0,0 6-1 16,-1-5-5-16,2 2 0 16,-2-1 4-16,0 3 2 0,2-5-7 0,-2 2 1 0,-2 2 0 0,4-4-1 15,-2 2 0-15,0 0 1 0,2-1-1 0,-2 1-3 0,0-1 5 16,2 2-8-16,-2-3 4 15,0 0-2-15,1 3 3 0,-1-1-1 0,2 3 1 0,0-3 2 0,-2 1-4 16,2-1 0-16,-2 1 1 16,2 0-3-16,-3-1 4 0,2-2 3 0,1 3 6 0,0-10-10 15,-3 15 1-15,3-8-2 0,-5 3 3 16,5-2-5-16,0 2 15 0,-2-2 22 0,2 2-4 0,0-3-2 16,-4 3-5-16,1-1-4 0,3 1-1 0,-2 0-2 15,-2 1-1-15,1-1-7 0,2-1 2 0,0 2 1 16,-1-1-4-16,0 1 1 0,0-1-3 0,-1 1 2 0,3-1-4 15,-5 1 3-15,3-2-4 16,0 3-1-16,2-2 0 0,-2 3-2 0,-1-3 5 0,2 0-5 0,-2 4 0 16,3-2 1-16,0-1 2 15,-2 2-3-15,0 3-1 0,2-2 4 0,-4 2-7 0,4 0 4 0,-1-3-1 16,1 2 1-16,0-2 2 16,-1 1-5-16,1 0 3 0,0 1 1 0,0-3-6 15,1 5 5-15,-2-5 1 0,1 2 0 0,-3 5-9 0,2-8 8 0,2 2-1 16,-2 2 3-16,1 2-5 0,0-2 3 15,0 1-1-15,0-2-4 0,0 1 0 0,-2 1 5 0,2-1-3 16,-2-3 1-16,2 5 1 16,0-2-1-16,-2-3 0 0,0 2 6 0,2 2-11 0,-1-1 6 15,2-1-1-15,-1 3 3 0,-1-5-3 16,1 2 4-16,0 0-4 0,-1-1-1 0,1 0 2 0,0 3-1 16,1 0-1-16,-2-4 3 0,-1 5-2 0,1-3 1 0,1 1-3 15,0-3 3-15,-2 3-2 0,0-1-1 16,2 2 1-16,-4-1 2 0,4-1 0 0,-1 2-1 0,1 2 0 15,-1-2-4-15,1 0 6 16,-1 0-1-16,1-3-1 0,0 1 3 0,-2 2 1 0,2 0-3 16,0 1 2-16,-3-3-6 0,3 2 2 15,0-2 0-15,-2 0 0 0,4 1 1 0,-4 1 4 0,2-1-4 0,0 0 6 16,0-2-10-16,-2 3 4 16,1-4 3-16,-1 2-3 0,2 2 4 0,-2-1-4 0,2-1-1 0,-2 1 1 15,0 1 5-15,2 1 11 16,0-3 4-16,-4 1-5 0,3 1 7 0,-2-4-8 15,2 1-4-15,-1 3 4 0,0-3-5 0,2 3 1 0,-5-4-4 0,4 0 1 16,-2 4 0-16,2-3-5 16,1 0 5-16,-2 4-1 0,0-6 0 0,-2 5 0 0,2-4-5 15,-1 2 0-15,1 4 4 0,0-6-1 16,0 7 2-16,-1-8-3 0,-1 5 0 0,3-1-1 0,-3-1-1 16,4 1 4-16,-5 4-3 15,1-2-7-15,4 0 7 0,-4 1-2 0,0 0 4 0,2 0-2 0,1 0-3 16,-6 2 0-16,4-4 3 0,0 3-2 0,0-2 2 0,1 1-4 15,0-1 3-15,-1 3-1 16,1-4 3-16,-2 4 1 0,2-1-3 0,-1 0-2 0,0-1 3 0,0-1 2 16,2 3-2-16,-3-3-3 15,4-1 5-15,0 1-5 0,-5 1 1 0,4-3 1 0,0 2 0 16,-1-1 0-16,0 3-7 0,0-3 4 16,-2 0 5-16,2-2-2 0,1 2 0 0,1 0-2 0,-3 0 1 15,-1-2 1-15,4-2 0 0,-4 0-1 0,3 4 1 0,-1 1 0 16,0-1-3-16,2-3 1 15,0 1 3-15,-2-2 1 0,2 6 3 0,-3 0-4 0,-1-1-2 0,3 0-5 16,-2-2 4-16,1 3 3 16,-2-1 1-16,2-2-5 0,0-1 1 0,1-2-1 0,-2 6 5 15,1-1-1-15,0 0 3 16,1-1-4-16,0-1 1 0,0 2-1 0,-1-4 1 0,0 3-1 0,0-3 2 16,0 2-3-16,-1 2 3 0,2-1 5 15,-3-1-3-15,2 3-1 0,2-6 1 0,-4 2-1 0,1 1 1 16,2-1 11-16,-1 0 8 0,2 0-10 0,-3 2 1 0,1-4-5 15,2-1 1-15,-3 5-4 16,1-3 0-16,0-2-2 0,1 2 5 0,-3 0-5 0,4-1 0 16,-2 1 1-16,-1-1 0 0,0 0-3 15,2-1 0-15,-3 1 2 0,4 0-2 0,-2 0-2 0,0 3 3 16,0-3 0-16,0 4-1 0,1-2-2 16,-1-4-2-16,0 7 1 0,-3-5 2 0,3 1 0 0,-1 0-3 15,-1 7-1-15,0-5 1 16,4 2 3-16,-3 1 0 0,1-1-1 0,-2-1 2 0,4 1 0 15,0-4-6-15,-3 0 9 0,0 2-3 0,1-2-4 0,-2 3 2 16,2-3-5-16,0 3 4 0,1-3-3 16,-1 0 4-16,1-1-4 0,0 5 6 0,1-5-3 0,-4 1-1 15,4-2-5-15,-4 3 7 0,1 1 0 16,2 0 1-16,0-2-3 0,-1 2 2 0,-1-2-1 16,3-2 3-16,-3 0-4 0,2 2 3 15,1-1-3-15,-1-2 8 0,-2 1-10 0,2-1 1 0,1 2 1 16,0 0 0-16,-4-2 0 0,4 0-3 0,0 3 10 0,-2-3-11 0,2-10 5 15,-2 22 8-15,1-12 2 16,0 3 0-16,1-3-1 0,-2 2 0 0,1-1-5 0,-1-2 3 16,2-9-3-16,-2 23 1 0,2-11-2 15,-2-2 4-15,2 3-2 0,0 0 5 0,-3-3-6 0,2 2 0 16,1-12-1-16,-1 22 1 0,1-9-4 16,0-13-2-16,-3 23 1 0,3-5 3 0,-2-2-3 0,2-4 9 15,0 3-7-15,-2 1 1 16,1-4 0-16,0 3-4 0,1-2 0 0,0-1 0 0,0 1-1 15,-2 3 4-15,1-4-3 0,1 2 1 0,1-4-2 0,-3 2 3 16,2 2-2-16,0-3 3 0,0 5 4 16,0-4-5-16,-1 1-4 0,-1-1 5 0,2 1-4 0,0-2 3 15,0 2-5-15,-2 0 7 0,2-3-6 16,-2 3 3-16,2-2 3 0,0 1-2 0,-1-1-2 16,1 1 5-16,-1-2-4 0,1-10 0 15,0 23-5-15,-3-10 5 0,3-4 2 0,0-9 0 0,0 18-1 16,0-8 0-16,0-10 6 0,-1 14-6 0,-3-7 7 0,4-7-8 15,0 14-1-15,0-14-4 0,0 15 2 16,0-15 2-16,-2 13 4 0,2-13-3 0,-3 13-1 0,3-13-1 16,-1 14 2-16,1-14 1 15,-1 13-2-15,1-13 4 0,0 13-1 0,0-13-2 0,-2 12-3 0,2-12 4 16,-1 12 1-16,1-12-4 16,-1 12 2-16,1-12 3 0,0 14-3 0,0-14-1 0,-2 13-2 15,2-13 4-15,0 13 0 0,0-13-2 16,-2 15 3-16,2-15-1 0,-3 13-1 0,2-6 3 0,1-7 0 15,-1 12-1-15,1-12 9 0,-2 11-7 0,2-11-2 0,0 0 1 16,-1 15-2-16,1-15-1 16,-1 8 9-16,1-8-8 0,0 0 1 0,0 0 1 0,-2 13 0 0,2-13-1 15,0 0 1-15,0 0 1 16,0 0 2-16,-6 9 2 0,6-9-4 0,0 0 3 0,0 0 1 0,0 0 0 16,0 0 2-16,0 0-1 15,0 0-2-15,0 0 0 0,0 0-2 0,0 0 2 0,0 0-2 16,0 11 0-16,0-11 0 0,0 0 1 0,0 0-6 0,0 0 5 15,0 0-5-15,0 0 3 0,0 0-3 16,0 0 3-16,0 0-3 0,0 0 1 0,0 0-1 0,0 0 2 16,0 0-1-16,0 0-6 0,0 0-14 15,0 0-6-15,0 0-19 0,0 0-13 0,0 0-27 0,0 0-24 16,-14 7-41-16,14-7-56 16,0 0-34-16,-15 3-150 0,15-3-420 0,0 0 186 0</inkml:trace>
  <inkml:trace contextRef="#ctx0" brushRef="#br0" timeOffset="136866.81">27528 5216 6 0,'0'0'16'0,"-7"2"-1"0,7-2 1 0,-12 3-5 0,12-3 2 0,-8 4-5 16,8-4-2-16,-7 3 4 0,7-3-1 0,-9 4-4 0,9-4-6 16,-9 2-5-16,9-2-1 15,-9 4-11-15,3-2-18 0,6-2 9 0</inkml:trace>
  <inkml:trace contextRef="#ctx0" brushRef="#br0" timeOffset="137884.29">27438 5250 47 0,'0'0'-4'0,"-9"3"3"16,0-2-6-16,9-1-9 0,-11 3 26 0,6 0-9 15,-3-2 0-15,8-1 2 0,-12 5 2 16,7-3 2-16,-3 1-2 0,3 1 4 0,5-4-5 0,-13 2-3 0,6 2 7 15,7-4-4-15,-9 4 5 16,0-3-8-16,9-1 0 0,-11 6 1 0,6-3 0 0,-1-2 5 16,-2 3-4-16,8-4 1 0,-12 5 0 0,5-3 4 0,1 1 0 15,-4 1 6-15,1 0-1 0,-2-1 8 16,-1 3-10-16,4-2 6 0,-1-1 3 0,-1 3-7 0,1-1-2 16,1 0 0-16,-4-2 2 0,5-1-4 15,-1 0 1-15,-3 4-2 0,1 0-1 0,-1-2 4 16,-1 1-8-16,0 0 6 0,3 1-9 15,-3-2 8-15,1 2-4 0,0 0 0 0,1-1-3 0,-3 2 7 16,2-3-9-16,-3 0 5 0,3 2-2 0,-5 1-5 0,3-2 15 16,1 1-14-16,-3 1-5 0,4 0 12 15,-3-4 1-15,3 1-8 0,-2 1 10 0,4 0-8 0,-2-2 2 16,-1 3-4-16,1-2 10 0,2 2-10 16,-3-1-3-16,2 0 9 0,-1 0-3 0,-1-1 0 0,3 2 2 15,-1-2-3-15,-2 1 0 16,1 0-1-16,2-1 0 0,-1 3 0 0,0-4-1 0,1 2-1 15,3-2 0-15,0 1-1 0,1 1 5 16,-3-1-1-16,4-1 4 0,4-3-4 0,-10 9 8 0,5-6-2 16,1 2 4-16,-2 0-3 0,3-1-5 0,-3 1 10 0,-1 2 22 15,0 0-8-15,0 0 7 0,-1 1-5 16,0 1-5-16,2-3-7 0,-1 2-1 0,-2-2 7 0,0 1-7 16,4 0 1-16,-5 0 1 15,1 2-6-15,1-2 6 0,2 0-4 0,-3 2-3 0,1-2-6 16,-2 0 6-16,1 0 1 0,2 1-4 15,-4 1-6-15,4-1 7 0,-1 0-1 0,1-2 2 0,-3 2-7 16,-1-1 3-16,3 1-3 0,-2-1 9 0,3-1-4 0,-3-1-5 16,5 0-1-16,-4 0 4 15,4 0-2-15,1-1 6 0,-3 0-9 0,3 1 3 0,-4 0 0 0,2 0 1 16,2-2-1-16,-1 3-2 16,-3-2-1-16,-2 2-11 0,5-1 16 0,5-5-5 0,-13 8 4 0,7-2 0 15,-4-2-1-15,2 2 0 16,-1-1 11-16,-1 2-22 0,1-3 5 0,1 2 4 0,-1-1 1 15,-1 0 1-15,2 1-5 0,-1-2 5 16,-1 2-9-16,2 0 10 0,1-2-8 0,-1 2 5 16,-2-2 3-16,3 1-4 0,1 0-2 0,-3 0-5 15,1-1 2-15,2 0 9 0,-1 2 0 0,-3 0-7 16,2-1 9-16,0 1-5 0,-1-1 1 0,2-1 4 0,0 2-5 16,-2-3-4-16,2 1 1 0,-1 2 17 0,0-3-24 15,8-3 8-15,-15 10 2 0,7-6-1 16,-2 2 5-16,1-1-5 0,2-1 1 0,7-4-8 0,-18 8 1 15,9-3 5-15,1 0 5 0,-2 0-5 16,1-3 0-16,-1 3 4 0,0 1-4 0,1-3 5 0,0-2-1 16,0 1 1-16,0 2-18 0,0 0 15 15,0 0 2-15,-2 1 0 0,2-2-4 0,0 2-2 0,-5 0 10 16,4-2-5-16,-3 0 13 0,5 1-13 0,-1 2 4 0,-3-4-3 16,3 3-1-16,1-3-2 15,-1 1 10-15,-1 0-10 0,4 1-8 0,-2-2 1 0,8-2 7 0,-14 4 0 16,9-3 0-16,5-1 1 15,-15 4-4-15,10 1 10 0,-2-3-11 0,0 0-2 0,7-2 8 16,-13 4-3-16,9-3 0 0,4-1 0 16,-14 4 0-16,8-2 0 0,6-2 0 0,-11 4-4 15,3-3 7-15,8-1-1 0,-9 3 1 16,9-3 1-16,-10 4-3 0,7-2 0 0,3-2 8 0,0 0-8 0,0 0 7 16,-16 3-7-16,16-3 1 0,-4 0-2 0,4 0 4 0,0 0-6 15,0 0 3-15,0 0 3 16,-11 6-1-16,11-6-7 0,0 0 8 0,0 0-5 0,0 0-4 15,0 0 4-15,-17-6 5 0,17 6-3 16,0 0-1-16,-13 0 3 0,13 0 2 0,0 0-10 0,0 0 9 16,-18 0-10-16,18 0 1 15,0 0-9-15,-13 2 0 0,13-2-10 0,-10 2-4 0,10-2-9 0,-10 3-5 16,10-3-14-16,-7 2-8 0,7-2-35 0,-7 3-106 0,7-3 47 16</inkml:trace>
  <inkml:trace contextRef="#ctx0" brushRef="#br0" timeOffset="140304.41">25581 6255 33 0,'0'0'36'0,"0"0"-4"0,0 0-7 16,0 0 4-16,0 0-4 0,0 0 0 15,0 0-4-15,0 0 5 0,0 0-9 0,0 0 1 16,0 0-2-16,0 0 5 0,0 0-4 16,0 0-1-16,0 0-5 0,0 0 0 0,0 0 4 0,0 0-1 15,0 0-2-15,0 0-6 16,0 0-2-16,0 0 2 0,0 0 1 0,0 0-4 0,0 0 4 16,0 0 7-16,0 0-3 0,0 0-5 0,0 0 2 0,0 0-2 0,0 0 5 15,0 0 0-15,0 0-7 16,0 0 3-16,0 0-4 0,0 0-2 0,0 0 5 0,0 0-3 15,0 0 10-15,0 0-2 0,0 0-5 16,0 0 14-16,0 0-3 0,0 0-2 0,0 0 3 0,0 0-1 16,0 0 0-16,0 0 3 15,0 0 1-15,0 0 7 0,0 0-7 0,-12-12-7 16,12 12 9-16,0 0 1 0,0 0 6 0,0 0 0 16,0 0-6-16,0 0 0 0,-7-9-8 0,7 9 8 0,0 0-4 15,0 0 7-15,-1-5 7 0,1 5-3 0,0 0 7 0,0 0-4 16,0 0-7-16,-3-6 1 15,3 6-11-15,0 0 3 0,0 0 8 0,0 0-6 0,0 0-2 0,0 0 5 16,0 0-16-16,0 0 5 0,0 0-2 16,-6-6 3-16,6 6-6 0,0 0 6 0,0 0 2 0,0 0 10 15,0 0-5-15,0 0-3 16,0 0 2-16,0 0 2 0,0 0-6 0,0 0 6 0,0 0 0 16,0 0-2-16,0 0 1 0,0 0-1 0,0 0 1 0,0 0-5 15,0 0-1-15,0 0-4 0,0 0 8 16,0 0-14-16,0 0 2 0,0 0 4 0,0 0-10 0,0 0 3 15,0 0-5-15,0 0 4 0,0 0 1 16,0 0-2-16,0 0-3 0,0 0-2 0,0 0 1 0,0 0-3 16,0 0 3-16,0 0-5 15,0 0 5-15,0 0-3 0,0 0 3 0,0 0-4 0,0 0 2 0,-8 15-4 16,8-15 6-16,-4 9-1 16,4-9 3-16,-4 7 3 0,1-2-3 0,3-5-2 0,-6 7 2 15,2-2-1-15,4-5-1 0,-3 9 3 0,-1-2-4 0,-1-2 4 16,2 0-8-16,3-5 5 15,-4 10 4-15,0-5-5 0,-1 2 2 0,3-2-1 0,-2 2-3 0,-1-3 7 16,1 3-3-16,4-7 2 0,-5 10 1 16,1-5 0-16,4-5-3 0,-5 10 0 0,1-4-3 0,4-6 0 15,-6 8 6-15,6-8-1 16,-4 10-3-16,0-4 0 0,0-1 1 0,1 1 4 0,-1-2-9 16,0 3 7-16,4-7 0 0,-7 10-6 0,2-4 9 0,2 0-6 15,-3-1 4-15,2 1 5 0,1 2-10 16,1-3 4-16,-2 2 2 0,-2 0-4 0,2-1-3 0,-2 2 2 15,2-2 2-15,1 0 2 0,-1 0-12 16,-3 1 8-16,2-1 3 0,0 3 0 0,1-1 3 0,0-2-5 16,-1 3 3-16,-1-2-6 0,-1 1 6 15,2 0-3-15,1-1 3 0,-1-1 1 0,-1 0-3 16,-1 4-3-16,4-6 2 0,-1 3 0 16,-3 0 2-16,3 0 1 0,-2 2 1 0,1 0-7 0,0 0 6 15,-1 0 1-15,-1-2-8 0,1 0 6 0,1 1 0 0,-3 0 1 16,0 1-3-16,2 0 2 0,1 0-1 15,0-1-6-15,-2 1 2 0,0 4 11 0,3-6-12 16,-4 1 2-16,3 1 3 0,-3-1-1 16,2 1 2-16,1 1-2 0,-3-4 0 0,3 4 1 0,-2-3 0 0,0 4-3 15,1-3 5-15,0-1 0 16,1 2-5-16,-2 0 1 0,2-1 4 0,-1 2 0 0,-3 0-6 16,3-3 4-16,-1 5 3 0,0-3-1 0,2 1 0 0,-3 0 4 15,1 0-9-15,0 0 1 0,-2 0-1 16,4-1 2-16,-4 3-1 0,3-2 0 0,-1 0-4 0,1 0 5 15,1 0 5-15,-3-1-2 0,2 2 6 16,-2 2-7-16,3-2 1 0,-7 2-6 0,5-2 6 0,-1-1 4 16,2 2-6-16,-4 1-4 0,3-2 1 15,0 1-5-15,-1 0 7 0,0-2 2 0,2 0-5 16,0 2 8-16,1-2-7 0,-2 2 2 16,2-2-1-16,-3 0 1 0,3 1 4 0,-1 1-3 0,-1-2-1 0,1-1-5 15,1 1 5-15,2-1 0 0,-3-2 1 0,3 0-1 16,-1 0-2-16,-2 2 3 0,1 0-3 15,2-4 4-15,-2 4 0 0,1 0 0 0,-1-1 0 0,-1 1 0 16,2 0-1-16,-3 1 2 16,2-1-7-16,-3 0 5 0,3 2 0 0,-2-2-4 0,3 1 0 0,-2 1 4 15,0-2-3-15,-1 6 6 16,1-4 6-16,-2-1-22 0,2 2 16 0,-3 2-4 0,1-1-3 16,-1-1 9-16,4 1-3 0,-1-2-1 0,1 1 1 0,-3 3 0 15,2-5 0-15,0 0-3 0,1 0 3 16,-2 2-1-16,0 2-4 0,0-4 4 0,1 0 1 0,-3 7-1 15,1-4 3-15,3-2-3 0,-3 0 0 16,0 2-3-16,0-2 2 0,0 4 3 0,2-4-10 0,-1-2 7 16,3 2-5-16,-1-2-1 15,-4 3 8-15,1-1-7 0,0 3 5 0,1 1-3 0,-1-4 5 16,0 2 1-16,-1 0 2 16,3-2-9-16,0-1 4 0,-2 6 0 0,-1-4-1 0,0 2-1 0,2 1 3 15,0-5-2-15,-1 5 4 0,1-1 0 0,0-1-4 0,0-1 4 16,1-2-7-16,-1 0 8 15,0 1-7-15,1 1 8 0,1-2-8 0,-1 1 4 0,-1-1-4 16,1 1 2-16,-2 2 0 0,-2 0 1 16,4 2-2-16,-2-4 1 0,3-1 0 0,-3 3 5 0,2-4-4 0,-1 1-1 15,-1 3 0-15,1-1-1 16,2-1 4-16,-3-3-5 0,1 3 2 0,0 0 0 0,-2 1 3 16,3 1-2-16,-2-4 0 0,2 3-3 0,-3 3 5 0,2-4-1 15,1 0 1-15,-4 1 0 0,3-2-3 16,-1 5 4-16,1-5-1 0,-2 3-1 0,4 0-3 0,-3 1 2 15,3-4 1-15,-1 3-4 0,1-4 2 16,0 4 0-16,0-4 0 0,-1 1 5 0,3 2-2 0,-6 1-1 16,4-2-1-16,-1-2-3 15,-1 6 6-15,3-4-5 0,-6 2 5 0,3-3-3 0,1 2 2 16,-1 3 2-16,0-4-3 0,1 1 0 16,-2 2 0-16,0 0-2 0,-2 1 5 0,4-2-2 0,-1-3 0 15,2 3 2-15,-1 2-5 0,-2-4-1 0,3 1 4 0,-3-2-2 16,-1 3-2-16,2-2 2 0,0 4 0 15,1-5 1-15,-1 4-3 0,-3 0 0 0,4-6-1 0,-2 1-4 16,2 3 8-16,-2-3 2 16,-1 2-3-16,3-1 2 0,-1 0-1 0,1 2-2 0,-2-2 1 15,1 0 2-15,-2 4-3 0,-3-2 0 16,5-1-3-16,-4 2 5 0,0-1-5 0,2-2 4 0,-1-2-1 16,-2 5 5-16,-1-1-5 0,4-2-2 0,-2 2 2 0,1-2 2 15,1 1-7-15,0-2-4 0,0 1 12 16,1-1 2-16,0 2-10 0,-4-1 9 0,4-1-5 0,-1 0 1 15,1 1 3-15,0-2-2 0,-1 1 3 16,1 0-6-16,-2 1 6 0,1 0-2 0,0-1 0 0,0 0-5 16,-1-1 6-16,1 2-4 0,0-3 2 15,-3 1 2-15,5-1-4 0,-2 0-2 0,-2 1 0 16,2-1 2-16,2 0 3 0,-2-1-2 16,-1-1-1-16,1 2 2 0,-2-2 2 0,1 1-1 15,1 1-2-15,0-1-2 0,-1 2 1 0,0-3-6 0,2 0 6 0,-4 0-4 16,2 3-1-16,0-2 5 0,-1 1-3 15,1 0-5-15,-1-1 1 0,1-2-1 0,1-1 6 0,-1 2-3 16,0-1-4-16,1 0 4 16,-2 1 1-16,11-5-7 0,-16 7 3 0,6-3 0 0,-1-1 1 15,11-3 0-15,-16 5 3 0,8-3-5 16,8-2-12-16,-15 4 5 0,7-3-6 0,8-1-9 0,-15 3-12 16,5 0-3-16,10-3-23 0,-12 1-5 0,12-1-15 0,-14 1-26 15,14-1-13-15,-15 0-71 0,4 2-217 16,11-2 95-16</inkml:trace>
  <inkml:trace contextRef="#ctx0" brushRef="#br0" timeOffset="146211.2">23893 5129 5 0,'0'0'4'0,"-15"-1"4"0,4 1-6 0,1 0 3 0,-1 0-4 16,0 0 2-16,2 1-1 0,-5-1 2 0,4 3-1 16,-3-3-4-16,0 2 2 0,2-2 4 0,-2 0 3 0,3 2 5 15,-4-1-1-15,6-1 1 16,-2 1 1-16,1 0 6 0,-2-1-2 0,-1 2 5 0,12-2-4 16,-14 0 7-16,8 0 8 0,6 0-5 0,-11 0 3 0,11 0-1 15,-11-2 1-15,11 2-5 0,0 0 1 16,0 0-10-16,-12 0 3 0,12 0-3 0,0 0-1 0,0 0-6 15,0 0 0-15,-7 2-5 0,7-2 6 0,0 0-1 16,0 0-6-16,0 0 4 0,0 0-2 16,0 0-1-16,0 0-9 0,0 0 5 0,0 0 0 0,0 0 1 15,0 0 0-15,0 0-1 0,0 0 4 16,26 12-4-16,-16-12 9 0,-10 0-7 0,24 3 0 0,-11-3-3 16,1 1 1-16,-2-1-3 0,9 0 2 15,-1 0 4-15,2 2-7 0,0-2 3 0,6-2 2 0,-8 1-2 16,9 0-4-16,-3-1 8 0,2-1-5 0,-5 3 3 15,4-1-1-15,-6-1 1 0,8 2 0 16,-7-1 0-16,5 1 2 0,-4-1-7 0,-3 0-3 16,8 1 2-16,-6 0 7 0,0-1 5 0,3-1-9 15,-3 0 6-15,0 2-3 0,-1-1-5 0,1-1 4 0,6 2-6 16,-1 0 3-16,-7 0-3 0,0 0 1 16,1 0 8-16,0 1 0 0,-2 3-13 0,9-4 11 15,-9 1-7-15,2 0 8 0,1-1-5 16,-2-1 0-16,3 2 4 0,-5 1-4 0,2-1 3 0,1-1-2 15,-1 3 1-15,-1-2-2 0,3 0 8 0,-3 1-4 0,0-2-5 0,-1 0 2 16,1 0 2-16,1 2 4 16,-2-1 0-16,-1-1-9 0,2 1-2 0,0-1-3 0,-7 2 7 15,7 0 8-15,-1-2-3 0,0 2-4 16,2-2-1-16,-4 0-1 0,2 1 2 0,2 1 3 0,-3-2 3 16,2 0-6-16,-1 2 6 15,2-4 5-15,3 4-17 0,-3-4 0 0,2 2 10 0,5-2-4 16,-6 1 2-16,1 1-4 0,6-3 8 0,-5 0-7 0,2 3-1 0,-2 0-3 15,-2 0 10-15,11-1 0 16,-4 0-13-16,-8 1 1 0,9-2 7 0,-10 2 0 0,2 2-3 16,0-4 9-16,-2 4-7 15,-1-2-5-15,3 1 7 0,-4-1-2 0,2 0 0 0,2 0 3 16,-2 1 1-16,0 1 3 0,0-1-9 16,4-1 3-16,-3 1-4 0,0-1 8 0,0 2-6 0,1-2 5 0,2 0-4 15,-4-2 4-15,4 2-5 16,0 0 2-16,-4 0 2 0,8 0 4 0,-4 0-6 0,-2 2 0 15,5-4-3-15,-3 2 2 0,-1 0 5 0,-1 2-5 0,5-2 0 16,-5 0-5-16,-1 0 5 0,11 0 7 16,-11 0-9-16,1 0 6 0,8 0 1 0,-2 0 0 0,6 0 2 15,-3 0-3-15,3-2-3 16,-1 1-4-16,4 1 1 0,-1-1 2 0,4-1 1 0,-1 0 2 0,0 0-2 16,2 2 2-16,1-4-3 15,-3 1-12-15,2 2 11 0,-2 0-1 0,1-1-7 0,-3 1 5 16,0 1 3-16,0-2 8 0,-1 2-20 0,-3 0-9 0,4-1 2 15,-2 0-6-15,0 2-3 16,-1-1-16-16,-3-1 0 0,-1 1-31 0,-2 1-82 0,4 0 37 0</inkml:trace>
  <inkml:trace contextRef="#ctx0" brushRef="#br0" timeOffset="147161.01">27312 5123 3 0,'0'0'58'0,"16"4"-1"0,-4-4-7 0,5 1 3 16,1-1-8-16,0 3-5 0,5-2 5 16,-1 1 2-16,8 2-12 0,1 0-1 0,0-1-5 0,1-2 0 15,-3 0-8-15,4 3 3 0,-3 0 4 16,4-3-8-16,-1 2-2 0,2-1 2 0,0 0-6 16,-4 1 2-16,8-3 2 0,-4 0 0 15,-1 3-6-15,2-3 0 0,2 1 3 0,-2 2-3 16,4-3-5-16,-4 0-5 0,4 0-1 0,12 1 6 0,1 0-3 0,-15-2-2 15,14 0 10-15,-13 1-8 0,-1-1 0 16,2 1-1-16,1 1-4 0,-4 0 3 16,1-1-8-16,0 1-13 0,1-2 12 0,-6 2 4 15,4 2 2-15,-2-2-4 0,0 0 1 0,2-1 1 0,-2 2-4 0,-3-2 14 16,0 0-11-16,0 0-4 16,-2 0 8-16,0 1 8 0,-4 2-17 0,4-3 6 0,-3 1-7 15,-5 1-3-15,1-2 6 0,-4 0 2 16,2-2-4-16,0 2 6 0,-1 0-5 0,1-1 5 0,0 1-4 15,0 0-5-15,-1 0 5 0,0 1-4 0,-2-2-5 0,1 1-2 16,-5 0-2-16,5-1 7 0,-6 2 3 16,6-1-3-16,0 1 2 0,-2 1 2 0,0-2 1 15,-4 0-1-15,4 0 3 0,1-2-3 16,0 2-5-16,-2 2-3 0,-2-2 2 0,7 0 1 0,-5 0 3 16,2 2-7-16,2-2 6 0,8 0-1 15,-8 1 9-15,-1 0-6 0,4-1-1 0,5 2 7 0,0-4-7 16,-6 4 4-16,8-2-2 0,-10 0 2 0,3 1-3 0,5-1 5 15,0 0-4-15,0 1 2 0,-5 1 2 16,3-2 3-16,3 0-2 0,-7-2-3 0,0 4 2 16,6-2 2-16,-9 0 4 0,9 0-5 15,-6 0 2-15,1 0-3 0,-3-2-3 0,9 4 1 0,-1-2 0 16,-7 0 0-16,1 2-7 0,9-4 1 16,-3 2 6-16,-1 2-3 0,1-4 7 0,-1 2-2 0,-6 0-4 15,1-2-2-15,-1 2 6 16,7 2-4-16,-7-2 8 0,1 0-7 0,0 2 6 0,-2-1-2 0,1-1 2 15,7 2 2-15,-8-2 6 0,2 0-6 0,-2 1 7 16,1-4-6-16,-2 6 2 0,0 0 1 16,3-2 0-16,-2 0 4 0,0 0-2 0,1-1-5 0,-2 0 4 0,1 2-5 15,0-1 1-15,-1 1-2 16,-2 0 1-16,-1-2 3 0,-3 3-4 0,3-3-6 0,0 3-2 16,-2-2 6-16,-1 2-11 15,1-3 0-15,-1 1 0 0,0 2-8 0,2-1-24 0,-3-2 12 0</inkml:trace>
  <inkml:trace contextRef="#ctx0" brushRef="#br0" timeOffset="152466.87">31265 5343 67 0,'0'0'150'0,"0"0"-6"0,0 0-13 16,0 0-10-16,0 0-8 0,0 0-4 0,0 0-10 0,0 0-9 16,0 0-8-16,0 0-4 15,-18-12-12-15,18 12-1 0,-10-2-9 0,10 2-3 0,-11-2 0 16,11 2-9-16,-16-3 2 0,10 3-4 15,-4-1-3-15,10 1-4 0,-19-2-2 0,8 5-3 0,11-3 0 16,-16-1 0-16,11-1-9 0,5 2-1 0,-11 2 2 0,11-2-8 16,-7 1 6-16,7-1-5 0,0 0 3 15,0 0-9-15,-12 0 2 0,12 0-5 0,0 0-2 0,0 0 5 16,0 0-2-16,0 0 4 0,0 0 8 16,0 0-1-16,32 5 3 0,-18-5-6 0,5 0-1 0,3 2-4 15,-2-2 4-15,1 1-1 16,1-1-1-16,-1 2-4 0,-4 0 0 0,2-4-16 0,-1 4-12 0,-4-1-12 15,-1 0-33-15,1-3-31 0,-1 3-32 0,-2 0-21 0,-4 2-126 16,-1-2-297-16,-6-1 132 0</inkml:trace>
  <inkml:trace contextRef="#ctx0" brushRef="#br0" timeOffset="152696.72">31325 5365 44 0,'-3'5'116'0,"1"1"-13"16,-2 4 6-16,-1 0 13 15,3 2 3-15,-5 3-12 0,4 1-12 0,-1-4-10 0,-1 3-9 16,2 1-6-16,-2-1-7 0,1 1-2 16,-1-4-6-16,1 4-6 0,3-3-6 0,-3 0-1 15,1-2-7-15,0 2-1 0,0-2-7 16,0 1-3-16,1 1 2 0,-1-3-10 0,2 0-29 0,-3-1-29 0,4-2-40 15,0-7-31-15,-1 13-18 16,1-13-88-16,-4 10-231 0,2-7 102 0</inkml:trace>
  <inkml:trace contextRef="#ctx0" brushRef="#br0" timeOffset="153016.87">31370 5583 73 0,'0'0'136'0,"5"12"-11"0,-5-12 14 16,0 9-12-16,3-4-10 0,-3-5-15 0,5 9-6 0,-1-4-9 16,1 0 6-16,0-2 6 15,3 0-7-15,2 3 12 0,-1-1-4 0,3-3-14 0,-1-1-5 0,-1 1-5 16,3-2 3-16,-2 0 2 0,1-2-6 16,-2 2 4-16,2 2 0 0,-2-6-10 0,-3 1-1 15,-1 0 4-15,0-1-6 0,-2-1-9 16,2 1-1-16,-2-2-6 0,0-1-7 0,-4 7-6 0,1-14-5 15,0 7-2-15,-1 7-5 0,-6-18-3 0,-4 10-2 0,2-2-5 16,0 2-7-16,-1 0-4 16,-1 4-5-16,0-1-11 0,1 1-8 0,-4 1-13 0,0 3-14 0,13 0-14 15,-25 3-33-15,13-2-20 16,1 2-53-16,11-3-29 0,-15 6-147 0,6-1-371 0,9-5 164 16</inkml:trace>
  <inkml:trace contextRef="#ctx0" brushRef="#br0" timeOffset="153286.7">31696 5369 99 0,'0'0'216'0,"5"-9"-8"0,-5 9-24 0,0 0-16 0,3-10-21 0,-3 10-18 15,0 0-13-15,0 0-15 16,0 0 3-16,0 0-7 0,10 20 12 0,-9-7-2 0,-1 3-6 0,-1 2-5 15,0-1 6-15,-1 2-7 16,1 0-8-16,-2-2-7 0,0 2-11 0,0-6-4 0,-1 4-8 0,2-2-6 16,0-1 0-16,0-4-1 0,-2 2-8 0,3-2-3 15,-1 1-14-15,1-2-11 0,-1 3-19 16,-1-6-23-16,2 2-33 0,1-8-38 0,-6 10-31 0,6-10-33 16,0 0-18-16,-4 8-26 0,4-8-116 15,0 0-349-15,0 0 155 0</inkml:trace>
  <inkml:trace contextRef="#ctx0" brushRef="#br0" timeOffset="153766.69">31558 5483 56 0,'0'0'107'0,"22"-1"-6"16,-2-2-9-16,2 2-17 0,7-3-5 0,1 3-2 15,2-2-2-15,-3 1-6 0,2 0-12 16,-5 0 3-16,1 1-6 0,-6 1-3 0,-2-3 9 0,-6 2-6 15,1 1 1-15,-4 0-4 0,-10 0 2 0,15-3 10 0,-7 3 11 0,-8 0 8 16,12 0 10-16,-12 0 5 16,7 0 4-16,-7 0-12 0,0 0-5 0,0 0-4 0,0 0-13 15,0 0-6-15,0 0 16 0,-23 7-3 16,12-4-6-16,-1 3-7 0,0 0 0 0,1 1-1 0,-3 3-1 16,-1-1-11-16,2 1-5 15,2-3 2-15,2 1-10 0,2 1 3 0,-1-1-6 0,1-2-1 16,3-1-4-16,0 2 0 15,0-1-2-15,0 0 2 0,4-6-5 0,2 12 2 0,-2-12-4 0,4 11-21 16,-1-8-1-16,4 0 7 0,0 1-2 0,2-2 1 0,-2 1-1 16,3-2 6-16,3 1-4 0,-3-4 2 15,0 2 2-15,3-1 0 0,-3-2 5 0,2-1-8 0,-3 2 2 16,0-3 0-16,-2 0 3 16,2-3-6-16,-2 3 7 0,-2-1-1 0,-1 0 0 0,1 3 4 15,-5 3 0-15,7-10-4 0,-7 10 0 16,4-4-3-16,-4 4 1 0,4-7-8 0,-4 7-3 0,0 0-1 15,0 0 2-15,0 0 3 0,0 0-1 0,0 0-1 0,0 0 9 16,0 0-7-16,1 20 3 16,-1-20-1-16,-2 10-1 0,-1-3 1 0,3-7 3 0,-1 15 0 15,0-8-12-15,1 2-9 0,0-9-38 16,0 11-32-16,0-11-44 0,2 12-36 0,1-8-20 0,-1 1-107 16,-2-5-324-16,0 0 143 0</inkml:trace>
  <inkml:trace contextRef="#ctx0" brushRef="#br0" timeOffset="153986.69">32202 5343 3 0,'1'-7'182'0,"-1"7"-22"0,4-9-21 16,-4 9-10-16,0 0-23 0,5-8-6 0,-5 8-10 15,0 0 17-15,0 0-5 0,0 0-9 16,-4 44-12-16,2-25-2 0,-3 0 5 0,1 0-8 0,-1 6-5 15,-3 0-9-15,-1 1-2 0,7-1-6 0,-1 0-19 0,-4-1-10 0,1-5-29 16,1 6-29-16,0-8-39 16,0 2-18-16,-3-2-27 0,3 0-29 0,-2 1-84 0,-2-1-248 15,1 0 110-15</inkml:trace>
  <inkml:trace contextRef="#ctx0" brushRef="#br0" timeOffset="155487.18">31118 6029 186 0,'0'0'183'0,"-14"-1"-10"0,14 1-9 0,-21 6-6 0,9-6-9 15,-4 7-8-15,-3-1-14 16,2 2-16-16,-1 3-9 0,1 1-10 0,-1-1-4 0,4 2-11 0,0 0-8 16,3 0-5-16,-5 0-15 0,7-2 3 15,2 0-7-15,2-1-4 0,-1 0 2 0,1 0-9 0,1 1-3 16,1-2-3-16,3-9 5 15,3 15-4-15,-3-15-6 0,8 15 5 0,-4-8-10 0,4-3 5 16,1 2 3-16,3-2-9 0,0-1 0 0,2-3-5 0,3 0 4 16,0-2-2-16,1 0-3 0,2-4-8 15,-4 2 3-15,3-3 0 0,-7 1 0 0,-1-2-1 0,1 0-2 16,2-2 1-16,-6 1-10 0,1 0 3 16,-2-1 2-16,1 0-7 0,1 3 8 0,-4-5-1 0,-1 9 4 15,-4 3 0-15,6-12 1 16,-6 12-3-16,8-4-2 0,-8 4-2 0,0 0-1 0,6-9-2 15,-6 9-2-15,0 0 1 0,0 0 0 16,0 0-1-16,0 0 4 0,1 25-2 0,-1-25 3 0,-3 22-1 16,3-11-1-16,0-1 2 0,0-10 1 0,0 22 2 15,1-12 2-15,-1-1-5 0,1 1 5 0,2-1-2 16,-3-9 3-16,6 16 3 0,0-10 2 0,1 1 3 16,-1-4 5-16,2 4 0 0,0-4 7 15,-8-3-8-15,20 3 2 0,-11-3-5 0,2 1 0 0,-11-1-2 16,17-4 2-16,-17 4-1 15,17-7 0-15,-10 1-2 0,2 2-3 0,-9 4 0 0,14-12-1 0,-6 2 3 16,-3 0-3-16,3 1 1 0,-8 9-2 0,7-20-1 16,-1 8 3-16,-4 2-4 0,-2 10 3 15,5-20 9-15,-5 20-1 0,6-12-1 0,-6 12 0 0,0 0-5 0,3-10 0 16,-3 10-4-16,0 0 2 16,0 0-2-16,0 0-3 0,0 0-5 0,0 0 5 0,0 0-5 15,7-5 3-15,-7 5 0 0,0 0-1 16,0 0 3-16,-13 25-4 0,13-25 0 0,-4 18 1 0,1-9-2 15,0-1 4-15,3-8-1 16,-3 15-1-16,2-8 0 0,1-7 10 0,0 0-11 0,1 16 4 16,-1-16-2-16,1 11 6 0,-1-11-5 0,3 8 8 0,-3-8-1 15,10 5 4-15,-10-5-1 0,18 3 6 16,-8-3-7-16,8-3 2 0,-1 2 0 0,-2-2-2 0,1 0-1 16,0-4 0-16,-1 1-1 0,1-2 0 15,-1 0-1-15,0 1-2 0,-4-2-2 0,0-3-1 0,-2 3-3 16,1-4 2-16,-2 0-4 15,0 2 1-15,-3 1-3 0,-3-2 3 0,1 2 4 0,-2-1-4 16,-1 11-4-16,-2-19 4 0,0 12 0 0,2 7-2 0,-5-13-2 0,5 13 2 16,-9-10-1-16,9 10 4 15,-9-9-3-15,3 6-2 0,6 3 5 0,0 0-5 0,-8-5 0 16,8 5 1-16,0 0 2 16,-9-6-6-16,9 6 3 0,0 0 3 0,0 0 1 0,0 0-4 0,0 0 2 15,0 0 6-15,0 0 0 16,0 0-3-16,32 6 0 0,-20-4-1 0,-12-2-2 0,25 3 6 15,-13-2-4-15,-1 1 3 0,2 1-4 16,-13-3-1-16,13 4-1 0,-13-4 2 0,14 3-2 0,-9 1 3 16,-5-4 0-16,8 9 3 0,-6-3 1 0,-2-6 6 0,3 13 2 15,-3-3 3-15,0-10-2 0,-4 22 0 16,3-15-3-16,1-7 3 0,-3 15 4 0,1-7-4 0,2-8 3 16,-4 15-5-16,2-8 1 0,1 1-2 15,1-8 0-15,0 13 1 0,0-13 2 0,0 12-6 0,0-12 3 16,1 9-3-16,-1-9 2 15,3 9 1-15,2-4 0 0,-5-5 2 0,7 5-5 0,-4-2 5 16,-3-3-1-16,12 4 1 0,-6-4-3 0,-6 0 1 0,14-4-1 16,-2 1-1-16,-6 0-2 0,5-3-4 15,-3-1-1-15,0 1 3 0,-2-1-3 0,3-2-1 0,-2-1-9 16,-2 0 3-16,-1-1 3 0,0 5-2 16,-1-5 4-16,0 1-2 0,-3 10 1 0,3-13 2 0,-3 13-3 15,1-12 5-15,-1 12-3 16,2-10 2-16,-2 10-3 0,2-10 1 0,-2 10 5 0,0 0-3 15,5-10-5-15,-5 10 1 0,0 0-1 16,10-4 2-16,-10 4-4 0,0 0 4 0,0 0-3 0,14 2-2 16,-14-2 4-16,9 8-1 0,-9-8-2 0,6 9 5 0,-6-9-1 15,5 14 2-15,-3-8 0 0,2 5 3 16,-2-2-5-16,-2 3 2 0,3-3 2 0,-2-1-1 16,0 2 1-16,2-2 0 0,-1-3-1 15,1 3 3-15,-1 0-7 0,2-2 2 0,0 0 8 0,-1 0-3 16,2 0 1-16,4-2 3 15,-2-1 1-15,0-1 0 0,-1 0-3 0,7-2 5 0,-5 2 0 0,2-1 0 16,1-1 7-16,1-3 1 0,-3 0-2 0,2-1 3 0,-2 0 1 16,-1 1-3-16,0-4-1 0,2 2 1 15,-1-2-2-15,-3-3 0 0,2 2-5 0,-3-3 2 0,-1 2-3 16,0 1-2-16,-4 8 2 0,5-11 1 16,-5 11-4-16,2-13 6 0,-2 13-3 0,2-10-2 0,-2 10-1 15,0 0 1-15,0 0-2 16,-6-11-3-16,6 11-2 0,0 0 0 0,-19 8-2 0,9-2 3 15,2 1-8-15,-1 0-1 16,1 4-4-16,0-2-9 0,-4 3-15 0,3-3-23 0,2 1-40 0,0 0-56 16,0-1-40-16,-1 6-169 0,2-7-399 0,0 2 177 0</inkml:trace>
  <inkml:trace contextRef="#ctx0" brushRef="#br0" timeOffset="155717.64">32128 6238 56 0,'10'-7'157'0,"-4"-2"-7"0,4 2-7 16,-3 1-9-16,5-1-6 0,-3-2-10 15,0 5-5-15,2 0-12 0,-5 0-8 0,-6 4-6 0,15-4-10 16,-7 2-9-16,-8 2-10 16,0 0-1-16,16 2-7 0,-16-2-9 0,11 5-2 0,-11-5-2 15,9 6-7-15,-9-6-2 0,7 9-1 16,-5-2-1-16,-2-7-3 0,4 15 6 0,-1-7-5 0,-3-8-4 15,1 14-5-15,-1-14-19 0,-3 16-43 16,3-16-49-16,-2 13-46 0,2-13-132 0,-4 11-296 0,4-11 132 16</inkml:trace>
  <inkml:trace contextRef="#ctx0" brushRef="#br0" timeOffset="155997.5">32450 6017 133 0,'0'0'215'0,"2"-9"-14"0,-2 9-24 0,2-7-18 0,-2 7-21 15,0 0-12-15,0 0-13 0,0 0 5 0,0 0-1 0,0 0-6 16,0 0-10-16,-4 26-10 0,1-10 6 16,-2 1 1-16,2 1-4 0,0-3-7 0,0 1-2 0,1 3-7 15,-1-5-4-15,-1 1-9 0,2-3-8 16,1 1-1-16,1-2-8 0,-2 1-2 0,1-2-6 0,1 2 2 15,1-1-9-15,1-2-4 16,0 1-1-16,2-3 4 0,-1-1-9 0,0 3-7 0,4-2-13 16,2-1-12-16,-2 2-25 0,2-2-25 0,0-1-34 0,-1-2-33 0,2 1-51 15,-3-4-25-15,-7 0-171 16,12 0-402-16,-12 0 178 0</inkml:trace>
  <inkml:trace contextRef="#ctx0" brushRef="#br0" timeOffset="156167.53">32413 6106 52 0,'0'0'177'0,"0"0"2"15,-5-6-5-15,5 6-7 0,-4-3-19 0,4 3-9 0,0 0-16 16,0 0-8-16,0 0-8 0,19-6-14 16,-7 6-13-16,7-2-29 0,-1 2-43 0,3-3-47 0,9-1-66 15,-11 4-141-15,0-2-265 16,0 0 119-16</inkml:trace>
  <inkml:trace contextRef="#ctx0" brushRef="#br0" timeOffset="156798.1">32730 5860 178 0,'0'0'210'0,"-12"-3"-10"0,12 3-14 0,-7 0-14 0,7 0-8 15,0 0-16-15,0 0-12 16,-11 0-10-16,11 0-6 0,0 0-2 0,0 0-14 0,0 0-2 16,0 0-9-16,-10-1-11 0,10 1-4 0,0 0-6 0,0 0-9 0,0 0-10 15,0 0 0-15,0 0-7 16,0 0-6-16,0 0-13 0,0 0-5 0,0 0-17 0,0 0-17 16,0 0-18-16,0 0-43 0,89 7-33 15,-89-7-35-15,0 0-45 0,0 0-12 0,31 8-111 0,-31-8-335 16,0 0 148-16</inkml:trace>
  <inkml:trace contextRef="#ctx0" brushRef="#br0" timeOffset="156968.17">32690 5950 90 0,'0'0'143'0,"-7"4"-4"0,7-4-10 16,0 0-11-16,-9 3-9 0,9-3-10 0,0 0-5 0,0 0-3 15,0 0-1-15,-6 4 0 16,6-4-10-16,0 0 1 0,0 0-1 0,0 0-10 0,0 0-10 15,0 0-3-15,0 0-17 0,0 0-29 16,0 0-31-16,71 15-38 0,-71-15-48 0,0 0-36 0,46 1-83 16,-46-1-242-16,0 0 107 0</inkml:trace>
  <inkml:trace contextRef="#ctx0" brushRef="#br0" timeOffset="158177.87">33127 5742 207 0,'0'0'201'0,"0"0"-11"16,0 0-20-16,0 0-14 0,0 0-14 0,0 0-7 0,0 0-7 15,0 0-5-15,0 0-13 0,0 0-6 16,0 0-4-16,0 0-8 0,0 0 1 0,0 0-9 0,-81 28-5 15,81-28-7-15,0 0-9 16,-22 22-9-16,22-22-6 0,0 0-3 0,-12 23 0 0,12-23-9 16,0 0-1-16,-10 27-2 0,10-27-2 0,0 0-3 0,0 0-1 0,0 0-3 15,5 44-2-15,-5-44-2 16,0 0-11-16,17 26-7 0,-17-26-18 0,0 0-14 0,28 22-19 16,-28-22-20-16,23 11-26 0,-23-11-9 15,0 0-17-15,38 9-14 0,-38-9-4 0,0 0 2 0,39 1-2 16,-39-1 6-16,0 0 13 15,0 0 13-15,43-10 7 0,-43 10 15 0,0 0 9 0,0 0 15 16,23-20 29-16,-23 20-5 0,0 0 29 16,0 0 5-16,12-30 10 0,-12 30 16 0,0 0 24 0,0 0 5 15,0 0 6-15,0 0 10 0,1-32 3 0,-1 32 3 0,0 0 3 16,0 0 27-16,0 0-13 0,0 0-14 16,0 0-4-16,0 0-1 0,0 0-1 0,0 0 5 0,0 0-1 15,0 0-9-15,0 0-4 16,0 0-8-16,0 0-4 0,0 0-7 0,0 0-1 0,0 0-3 15,0 0-4-15,0 0-1 0,0 0-7 16,-65 55 1-16,65-55-6 0,0 0-1 0,0 0-4 0,0 0 2 16,-6 28 0-16,6-28 1 0,0 0-5 0,0 0 4 0,0 0-5 15,0 0 1-15,0 0 6 0,0 0-6 16,0 0-2-16,0 0 0 0,0 0 0 0,39 35-3 0,-39-35 3 16,0 0-2-16,0 0 1 15,0 0-2-15,0 0 2 0,0 0 2 0,0 0-10 0,0 0 6 16,0 0-1-16,0 0 2 0,0 0-5 15,0 0-4-15,0 0 4 0,51-45-3 0,-51 45-1 0,0 0-4 16,0 0-1-16,0 0 5 0,0 0-3 16,8-32 3-16,-8 32-2 0,0 0 0 0,0 0 2 0,0 0-1 15,0 0-1-15,0 0-1 0,0 0-2 0,0 0-4 0,0 0 2 16,0 0-6-16,0 0 6 16,0 0-8-16,0 0 7 0,0 0 0 0,0 0-2 0,0 0 5 15,0 0 1-15,0 0 1 0,0 0-3 16,0 0 2-16,0 0 2 0,0 0-2 0,0 0 0 0,0 0 2 15,0 0 0-15,25 51-1 0,-25-51-2 16,0 0 3-16,0 0-2 0,0 0 3 0,0 0 1 0,0 0-2 16,0 0 2-16,0 0-4 15,0 0 10-15,0 0 4 0,0 0 11 0,0 0 1 0,0 0 3 16,0 0 2-16,0 0-4 0,0 0-13 0,0 0 10 0,0 0-5 16,0 0-2-16,0 0-2 0,0 0-1 15,0 0-17-15,0 0 5 0,0 0-6 0,56-28 5 0,-56 28-7 16,0 0 5-16,22-20-2 15,-22 20 2-15,0 0-4 0,0 0 1 0,0 0-6 0,21-12-2 0,-21 12-2 16,0 0 3-16,0 0-1 16,0 0 3-16,0 0-1 0,0 0 5 0,0 0-2 0,0 0 3 15,0 0-1-15,0 0 2 0,0 0 3 0,0 0-3 0,29 36 1 16,-29-36 0-16,0 0 4 0,0 0-2 16,0 0 1-16,0 0 0 0,12 24 1 0,-12-24 1 0,0 0 1 15,0 0 1-15,0 0-3 16,0 0 6-16,0 0-2 0,0 0-2 0,0 0 4 0,34 5-1 15,-34-5 1-15,0 0-4 0,0 0 6 16,0 0-5-16,0 0-10 0,0 0 11 0,38-26-4 0,-38 26 3 16,0 0-1-16,0 0-2 0,21-28 3 15,-21 28 1-15,0 0-2 0,11-27 3 0,-11 27-6 0,0 0 0 16,0 0 2-16,0 0-3 0,8-27 3 0,-8 27 2 0,0 0-6 16,0 0 3-16,0 0-6 15,0 0 2-15,0 0-3 0,0 0-4 0,0 0 4 0,0 0 1 16,0 0-1-16,0 0 1 0,0 0 0 15,0 0 2-15,0 0-2 0,0 0 3 0,0 0-1 0,0 0 2 16,0 0 0-16,0 0 1 16,0 0 2-16,0 0-2 0,0 0-3 0,0 0 3 0,0 0-4 0,-10 98 4 15,10-98 5-15,0 0 0 0,0 0 2 0,0 0 3 0,0 0-2 16,-5 36 4-16,5-36-4 16,0 0-4-16,0 0-5 0,0 0-15 0,0 0-1 0,-8 31-19 15,8-31-31-15,0 0-27 0,0 0-32 16,0 0-48-16,0 0-50 0,0 0-129 0,0 0-383 0,0 0 169 15</inkml:trace>
  <inkml:trace contextRef="#ctx0" brushRef="#br0" timeOffset="158437.79">33668 5738 118 0,'0'0'198'16,"0"0"-22"-16,0 0-14 15,0 0-19-15,0 0-14 0,0 0 4 0,0 0 3 0,0 0-5 16,0 0 0-16,0 0-12 0,0 0-6 16,0 0-5-16,0 0-5 0,0 0-11 0,-5 86-6 0,5-86-6 15,-7 33-6-15,7-33-11 0,0 0-4 16,-7 45-8-16,7-45 0 0,-7 26-7 0,7-26-3 0,0 0-7 16,-1 35-20-16,1-35-17 0,0 0-24 0,0 0-25 0,-1 42-47 15,1-42-47-15,0 0-55 16,0 0-143-16,-7 27-372 0,7-27 165 15</inkml:trace>
  <inkml:trace contextRef="#ctx0" brushRef="#br0" timeOffset="158566.51">33635 5909 117 0,'0'0'103'0,"0"0"-9"0,0 0-18 0,0 0-7 0,0 0 1 16,0 0-8-16,0 0-21 0,0 0-43 15,0 0-37-15,52-7-60 0,-52 7-106 0,0 0 46 0</inkml:trace>
  <inkml:trace contextRef="#ctx0" brushRef="#br0" timeOffset="158706.37">33789 5950 168 0,'0'0'229'15,"0"0"-5"-15,0 0-9 0,0 0-21 16,0 0-19-16,0 0-18 0,0 0-16 0,0 0-16 0,0 0-22 15,0 0-36-15,0 0-46 0,0 0-62 0,0 0-76 0,0 0-161 16,0 0-299-16,0 0 133 16</inkml:trace>
</inkml:ink>
</file>

<file path=ppt/ink/ink1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45:22.100"/>
    </inkml:context>
    <inkml:brush xml:id="br0">
      <inkml:brushProperty name="width" value="0.05292" units="cm"/>
      <inkml:brushProperty name="height" value="0.05292" units="cm"/>
      <inkml:brushProperty name="color" value="#FF0000"/>
    </inkml:brush>
  </inkml:definitions>
  <inkml:trace contextRef="#ctx0" brushRef="#br0">19472 4409 1 0,'0'0'44'0,"0"0"-9"0,0 0 0 16,0 0-7-16,0 0-3 0,0 0-2 0,-1-11-5 16,1 11-7-16,0 0-14 0,0 0-11 0,0 0-21 15,0 0-35-15,0 0 15 0</inkml:trace>
  <inkml:trace contextRef="#ctx0" brushRef="#br0" timeOffset="17662.23">9797 8406 42 0,'0'0'41'16,"0"0"-6"-16,0 0 1 0,0 0-4 0,0 0-7 15,0 0 1-15,0 0-6 0,0 0-3 0,0 0 1 16,0 0-3-16,0 0-3 0,0 0-1 0,0 0-3 16,0 0-1-16,0 0 8 0,0 0-11 0,0 0 1 15,0 0 0-15,0 0-4 0,0 0-3 0,0 0-2 16,0 0-5-16,-4 4-9 0,4-4 1 0,0 0-8 15,0 0-1-15,0 0-20 0,4 14-49 0,-4-14 21 16</inkml:trace>
  <inkml:trace contextRef="#ctx0" brushRef="#br0" timeOffset="18317.91">11420 8104 17 0,'0'0'0'0,"0"0"-4"0,0 0-2 0,0 0 1 15</inkml:trace>
  <inkml:trace contextRef="#ctx0" brushRef="#br0" timeOffset="20704.66">11261 9035 5 0,'0'0'43'16,"0"0"-3"-16,0 0-5 0,0 0-1 0,0 0-6 15,0 0-2-15,0 0 5 0,0 0-9 0,0 0-2 16,0 0-4-16,0 0 1 0,0 0 2 0,0 0 1 16,0 0-8-16,0 0-3 0,0 0 2 0,0 0-3 15,0 0-2-15,0 0-3 0,0 0 4 0,0 0-4 16,0 0 6-16,0 0-3 0,0 0-3 0,0 0 0 16,0 0 0-16,0 0-1 0,0 0 4 0,0 0-2 15,0 0 3-15,0 0-3 0,0 0 0 0,0 0 2 16,0 0-5-16,0 0-2 0,0 0 7 0,0 0 0 15,0 0 0-15,0 0 4 0,0 0-5 0,0 0 4 16,0 0-3-16,0 0 3 0,0 0-5 0,0 0 12 16,0 0-11-16,0 0 4 0,0 0-4 0,0 0 2 15,0 0-5-15,8 0 3 0,-8 0-2 0,0 0 3 16,0 0-4-16,0 0 1 0,0 0 0 0,0 0-3 16,0 0 2-16,0 0 2 0,0 0-6 0,0 0 4 15,0 0 6-15,0 0-10 0,0 0 3 0,0 0-3 16,0 0 3-16,0 0-2 0,0 0 1 0,0 0-2 0,0 0 2 15,0 0-1-15,0 0-8 0,0 0 2 16,0 0-10-16,0 0-4 0,0 0 4 0,0 0 1 16,0 0-5-16,0 0-5 0,0 0-7 0,0 0-8 15,0 0-26-15,6 3-72 0,-6-3 32 0</inkml:trace>
  <inkml:trace contextRef="#ctx0" brushRef="#br0" timeOffset="25858.91">13753 8512 56 0,'0'0'51'0,"0"0"-6"0,0 0-9 0,-5-5-8 16,5 5-10-16,0 0-13 0,0 0-24 0,0 0-18 16,0 0-40-16,0 0 18 0</inkml:trace>
  <inkml:trace contextRef="#ctx0" brushRef="#br0" timeOffset="26568.3">14974 8565 10 0,'0'0'26'0,"0"0"-3"0,0 0 3 0,0 0-2 0,0 0-16 16,0 0 9-16,0 0 1 0,0 0-3 0,0 0-7 15,0 0 2-15,0 0-1 0,0 0-1 0,0 0-2 16,0 0 2-16,0 0-3 0,0 0-1 0,0 0 3 15,0 0 0-15,0 0-4 0,0 0-2 0,0 0 1 16,0 0-3-16,0 0-4 0,0 0-6 0,0 0-12 16,0 0-12-16,0 0-37 0,0 0 17 15</inkml:trace>
  <inkml:trace contextRef="#ctx0" brushRef="#br0" timeOffset="27810.47">16406 8574 3 0,'0'0'16'0,"0"0"0"16,0 0-3-16,0 0 2 0,0 0 3 0,0 0 1 16,0 0-2-16,0 0-2 0,0 0-1 0,0 0 6 15,0 0-6-15,0 0 6 0,0 0-5 0,0 0-1 16,0 0-5-16,0 0 0 0,0 0 1 0,0 0 3 15,0 0-8-15,0 0-2 0,0 0-6 0,0 0-4 16,0 0-10-16,0 0 0 0,0 0-2 0,0 0-18 0,0 0-38 16,0 0 17-16</inkml:trace>
  <inkml:trace contextRef="#ctx0" brushRef="#br0" timeOffset="28908.62">19606 7900 64 0,'0'0'71'0,"0"0"-11"0,0 0-5 16,0 0-3-16,0 0-5 0,0 0-6 0,0 0-21 15,0 0-2-15,0 0-4 0,0 0-12 0,0 0-6 16,0 0-9-16,0 0-6 0,0 0-8 0,0 0-5 15,0 0-27-15,0 0-63 0,0 0 29 0</inkml:trace>
  <inkml:trace contextRef="#ctx0" brushRef="#br0" timeOffset="55321.54">9545 9985 29 0,'0'0'36'15,"0"0"-3"-15,0 0-8 0,0 0 2 0,10 1-1 16,-10-1-6-16,0 0 4 0,0 0-10 0,0 0 2 16,0 0-4-16,0 0 2 0,0 0-14 0,0 0 11 0,0 0-3 15,0 0 1-15,0 0-4 0,0 0-4 16,0 0 2-16,0 0-1 0,0 0 1 0,0 0 1 16,0 0 0-16,0 0 4 0,0 0-7 0,0 0 4 15,0 0 3-15,0 0-4 0,0 0-2 0,0 0 6 16,0 0-5-16,0 0-2 0,0 0-2 0,0 0 2 0,0 0-1 15,0 0 2-15,0 0-6 0,0 0 3 0,0 0 0 16,0 0 2-16,0 0-2 0,0 0-1 16,2 8 2-16,-2-8-1 0,0 0 0 0,0 0 7 15,2 7-4-15,-2-7-5 0,0 0 2 0,0 0 18 16,3 8 6-16,-3-8 2 0,3 4 0 0,-3-4-5 0,0 0-4 16,3 6 8-16,-3-6-16 0,0 0 4 15,4 5-1-15,-4-5-2 0,0 0 2 0,0 0-6 16,1 7 4-16,-1-7-4 0,0 0 0 0,3 8 4 15,-3-8-2-15,0 0-3 0,1 7 3 0,-1-7 4 0,2 5-3 16,-2-5-8-16,0 0 12 0,0 0-11 0,2 9 9 16,-2-9-10-16,0 0-5 0,0 0 4 0,1 5 1 15,-1-5-1-15,0 0 2 0,0 0-3 0,0 0 5 16,0 0 3-16,0 0-9 0,0 0 1 0,1 8 3 16,-1-8-2-16,0 0-1 0,0 0 3 0,0 0 2 15,0 0-2-15,0 0 2 0,0 0 2 0,0 0-4 16,0 0 5-16,0 0 0 0,0 0-1 0,0 0-1 15,0 0 4-15,17-9-4 0,-9 3-1 0,6-7-3 16,6-6-14-16,4-2-23 0,3-2-21 0,13-6-41 16,-6-3-106-16,11-1 46 0</inkml:trace>
  <inkml:trace contextRef="#ctx0" brushRef="#br0" timeOffset="59702.61">9398 11600 10 0,'0'0'26'0,"0"0"0"0,0 0-11 0,0 0-16 0,0 0-12 15,0 0-14-15,0 0 7 0</inkml:trace>
  <inkml:trace contextRef="#ctx0" brushRef="#br0" timeOffset="60316.71">10423 11215 32 0,'0'0'20'0,"0"0"-13"16,0 0-18-16,0 0-9 0,0 0 4 0</inkml:trace>
  <inkml:trace contextRef="#ctx0" brushRef="#br0" timeOffset="61041.8">10379 12650 15 0,'9'0'41'0,"-9"0"-4"0,0 0 0 0,0 0-7 15,0 0-1-15,0 0-3 0,0 0 6 0,0 0-9 16,0 0 1-16,0 0-3 0,0 0 2 0,0 0 2 16,0 0-9-16,0 0-1 0,0 0 1 0,0 0-5 15,0 0-1-15,0 0 0 0,0 0 4 0,0 0-2 16,0 0-3-16,0 0-1 0,0 0-1 0,0 0-3 15,0 0 5-15,0 0-2 0,0 0 2 0,0 0-9 16,0 0 7-16,0 0-1 0,0 0-1 0,7-7-6 16,-7 7 8-16,0 0-5 0,0 0-2 0,0 0-2 15,0 0 7-15,4-8-5 0,-4 8-2 0,0 0 4 16,0 0-1-16,3-4-3 0,-3 4 5 0,0 0-6 16,0 0 1-16,0 0 6 0,0 0-3 0,0 0-5 15,0 0 1-15,0 0 3 0,3-7-2 0,-3 7 0 16,0 0-1-16,0 0-3 0,0 0-7 0,0 0-10 15,0 0-5-15,0 0-14 0,0 0-30 0,0 0-76 16,0 0 35-16</inkml:trace>
  <inkml:trace contextRef="#ctx0" brushRef="#br0" timeOffset="62536.54">14792 11869 11 0,'0'0'19'0,"0"0"-3"15,0 0 3-15,0 0-6 0,0 0 1 0,0 0-4 16,0 0 0-16,0 0-1 0,0 0-9 0,0 0 6 16,0 9 0-16,0-9-4 0,0 0 3 0,0 0-4 15,0 0 1-15,0 0-2 0,0 0-1 0,0 0-5 16,0 0-1-16,0 0 4 0,0 0-4 0,0 0 0 15,0 0 1-15,0 0 4 0,0 0-1 0,0 0 0 16,3 4 0-16,-3-4-5 0,0 0 3 0,0 0 1 16,0 0 8-16,0 0-8 0,0 0 10 0,0 0-9 15,0 0 1-15,0 0 1 0,0 0 0 0,0 0 0 16,0 0 1-16,0 0 0 0,0 0 1 0,0 0 0 16,0 0-3-16,7 5 2 0,-7-5 0 0,0 0 0 0,0 0-2 15,0 0 0-15,0 0 0 0,0 0 2 16,0 0-1-16,0 0 0 0,0 0-3 0,0 0 4 15,0 0-3-15,0 0-8 0,0 0-11 0,0 0 6 16</inkml:trace>
  <inkml:trace contextRef="#ctx0" brushRef="#br0" timeOffset="64886.08">13095 11754 36 0,'4'-4'53'0,"-4"4"-7"16,0 0-10-16,10-3-9 0,-10 3-11 0,0 0-8 15,0 0-14-15,0 0-11 0,9 6-17 0,-9-6-35 16,2 7 16-16</inkml:trace>
  <inkml:trace contextRef="#ctx0" brushRef="#br0" timeOffset="66558.92">12498 12218 19 0,'0'0'62'16,"0"0"-12"-16,0 0-7 0,-9-5 2 0,9 5-1 16,0 0 8-16,-8-6-4 0,8 6 1 0,-6-3-2 15,6 3-1-15,-7-3-6 0,7 3 6 0,-6-3 7 16,6 3-2-16,-10-4-3 0,10 4-7 0,0 0-3 16,-10-3 4-16,10 3-10 0,-5-4 7 0,5 4 1 15,0 0 9-15,-9-2-3 0,9 2 1 0,0 0-6 16,0 0 4-16,-7-6-4 0,7 6-7 0,0 0 5 15,0 0-2-15,-6-4-12 0,6 4 1 0,0 0-1 16,0 0 2-16,0 0-3 0,0 0 6 0,0 0-16 16,0 0 5-16,0 0-5 0,0 0-1 0,0 0 1 15,0 0-4-15,0 0-6 0,0 0 7 0,0 0-7 16,0 0 0-16,0 0-4 0,0 0 3 0,0 0-3 16,0 0 5-16,0 0-1 0,0 0 1 0,0 0-5 15,0 0 4-15,0 0 1 0,20-2 14 0,-20 2-19 16,13-2-1-16,-1 0 0 0,1 0 4 0,-3 0 4 15,3 0 0-15,6-1 2 0,-5 2 7 0,1-2-4 0,6 2-2 16,-2-1-1-16,2-1 6 0,0 1-2 0,2 0 1 16,5-1-1-16,0-3 5 0,-7 6 5 15,2-1-9-15,6-4-3 0,-2 4 0 0,-7 0 1 16,9-2-1-16,-8 1-4 0,1 0 3 0,-2-1-5 16,1 1 11-16,2 0 9 0,1 0-1 0,-4 3-3 0,0-2 7 15,1 0-8-15,-1 0-2 0,2 0-1 16,-3-2-3-16,0 1-1 0,0 1 3 0,0 1-3 15,0-3-1-15,1 0 2 0,-3 3 0 0,2-2-2 16,-2 2-2-16,2-3-2 0,-1 3-1 0,-5 0 1 0,5-2-1 16,-5 1 0-16,6 0 1 0,-6-1-2 0,5 2-1 15,-2-1 2-15,2 0-2 0,5 1-2 0,-8-2 14 16,5 4-3-16,-4-2 3 0,2-2-3 0,-5 0 2 16,5 0-3-16,0 4-1 0,0-4-1 0,0 0-2 15,0 1 5-15,-2-2 4 0,-1 2-1 0,4-2-4 16,-2 0-1-16,-1 1 1 0,0 0-1 0,2-2-6 15,-1 1 6-15,-3 2-4 0,1-1-1 0,2 0-2 16,3-1 0-16,-4 1 0 0,2 2-2 16,-5 0 3-16,7-2-3 0,-7 4 9 0,4-4-6 0,-4 2 1 15,7 0 1-15,-7 0 0 0,1-2-1 0,-1 1 1 16,4 0 1-16,-2 1-4 0,-6-2 0 0,5 1-1 16,-1 1 3-16,-1-1-1 0,0-1-3 0,2 2 3 15,-3-3-1-15,1 3-2 0,-3-2 2 0,2 0-1 16,2 2 0-16,-1 0-2 0,-1-3 6 0,3 2-8 15,-4 1 3-15,2 0-3 0,-1 0 3 0,0-1-3 16,-2 2 2-16,3-1 0 0,-1 0 1 0,0 0 0 16,2 1 3-16,-4-2-1 0,5 2 10 0,-1-2 0 15,-2 1-2-15,3 0-1 0,-3 1-2 0,1-1-1 16,1 0 4-16,0 0-4 0,-1 1 0 0,-1-1-1 16,1 0-2-16,0-1 0 0,-2 1 0 0,1 1-1 15,0 1-4-15,-2-2 2 0,5-2 0 0,-5 2 0 16,1 0 1-16,0 0-1 0,1 0 2 0,-11 0-1 15,19-1-2-15,-13 1-4 0,3-1 11 0,1 0-5 16,2 1-2-16,-3 0 0 0,3-2 8 0,-3 2-4 16,-1 2-5-16,-8-2 5 0,20-2-1 0,-11 2-3 15,-2 0 1-15,4-1-1 0,-11 1 3 0,14-1 3 16,-8 0 8-16,-6 1-2 0,14 0-2 0,-7 0 1 16,-7 0-2-16,11-2 4 0,-3 2-6 0,-8 0-3 15,12 0 6-15,-12 0-6 0,9 0-1 0,-9 0-2 16,0 0 1-16,12 0-3 0,-12 0 5 0,0 0-2 15,11-1-3-15,-11 1-1 0,0 0 3 0,0 0-1 16,0 0 0-16,0 0-3 0,8 1-1 0,-8-1 3 16,0 0 1-16,0 0-1 0,0 0 0 0,0 0-1 15,0 0 0-15,0 0 0 0,0 0 2 0,0 0 0 16,0 0-2-16,7 0 4 0,-7 0-5 0,0 0 3 16,0 0 0-16,0 0-2 0,0 0 3 0,0 0 0 15,0 0-3-15,0 0 2 0,0 0 4 0,0 0-3 16,0 0 0-16,0 0-1 0,0 0 0 0,0 0 1 15,0 0 3-15,0 0-4 0,0 0 1 0,0 0 0 16,0 0 2-16,0 0-4 0,0 0 2 0,0 0 2 16,0 0 1-16,0 0-5 0,0 0 0 0,0 0-1 15,0 0 4-15,0 0-4 0,0 0 1 0,0 0 2 16,0 0 1-16,0 0-4 0,0 0 3 0,0 0-1 16,0 0-2-16,0 0 1 0,0 0 1 0,0 0 1 15,0 0 2-15,0 0-4 0,0 0 0 0,0 0 1 0,0 0 1 16,0 0-6-16,0 0 3 0,0 0 3 15,0 0-1-15,0 0-4 0,0 0 2 0,0 0 0 16,0 0 3-16,0 0-4 0,0 0 4 0,0 0-3 16,0 0 2-16,0 0 1 0,0 0-5 0,0 0 2 15,0 0 0-15,0 0 0 0,0 0-1 0,0 0 1 0,0 0 1 16,0 0-3-16,0 0 3 0,0 0-3 16,0 0 8-16,0 0-8 0,0 0 1 0,0 0 3 15,0 0-2-15,0 0-2 0,0 0 5 0,0 0-6 16,0 0-6-16,0 0-13 0,0 0-22 0,0 0-27 0,0 0-33 15,0 0-42-15,0 0-47 0,0 0-47 0,-28-3-156 16,14 1-428-16,2-2 190 0</inkml:trace>
  <inkml:trace contextRef="#ctx0" brushRef="#br0" timeOffset="67052.89">12854 11642 26 0,'0'0'77'16,"0"0"-9"-16,0 0-3 0,0 0-5 0,0 0-16 15,0 0-8-15,0 0-14 0,0 0-12 0,0 0-18 0,0 0-26 16,0 0-27-16,19 13-67 0,-19-13 30 16</inkml:trace>
  <inkml:trace contextRef="#ctx0" brushRef="#br0" timeOffset="71791.5">14749 14001 43 0,'3'-7'51'0,"-3"7"-2"0,3-7-9 0,-3 7-4 15,0 0-19-15,4-5-17 0,-4 5-40 0,0 0-42 0,0 0 18 16</inkml:trace>
  <inkml:trace contextRef="#ctx0" brushRef="#br0" timeOffset="73170.05">17395 14095 12 0,'0'0'16'0,"0"0"-2"0,0 0 3 0,0 0-4 16,0 0-4-16,0 0 3 0,0 0-1 0,0 0-3 16,0 0-2-16,0 0 2 0,0 0 1 0,0 0-3 15,0 0 1-15,0 0-5 0,-15 10 5 0,15-10-4 16,0 0 0-16,0 0 1 0,0 0 0 0,0 0-6 15,0 0 7-15,0 0 1 0,0 0-3 0,0 0 2 16,0 0-2-16,0 0 2 0,0 0-3 0,0 0-1 16,0 0-1-16,0 0 3 0,0 0-4 0,0 0 6 15,0 0-4-15,0 0-4 0,0 0 4 0,0 0 2 16,0 0-6-16,0 0 0 0,0 0 3 0,0 0-1 16,0 0 4-16,0 0-2 0,0 0-2 0,0 0 0 15,0 0 4-15,0 0-4 0,0 0 4 0,0 0-2 16,0 0 1-16,0 0-6 0,0 0 5 0,0 0 2 15,0 0-1-15,0 0 3 0,0 0-4 0,0 0 2 16,0 0-3-16,0 0 3 0,0 0-9 0,0 0 4 16,0 0 3-16,0 0 0 0,0 0-3 0,0 0 2 15,-15-7-4-15,15 7 2 0,0 0-4 0,0 0 1 16,0 0 0-16,0 0-2 0,0 0 3 0,0 0 3 16,0 0 2-16,0 0-9 0,0 0 9 0,0 0 1 15,0 0-2-15,0 0 0 0,0 0 4 0,0 0-4 16,0 0-5-16,0 0 7 0,0 0-6 0,0 0 2 15,0 0 2-15,0 0 2 0,0 0-4 0,0 0-1 16,0 0 4-16,0 0-2 0,0 0 0 0,0 0 1 16,0 0-2-16,0 0-2 0,0 0 8 0,0 0-1 15,0 0-3-15,0 0 3 0,0 0-1 0,0 0 2 16,0 0-7-16,0 0 2 0,0 0-2 0,0 0 0 16,0 0 7-16,0 0-4 0,0 0-6 0,0 0 6 15,0 0 0-15,-12 1 2 0,12-1-4 0,0 0 0 16,0 0 4-16,0 0-7 0,0 0 6 0,0 0 2 15,-6 2-3-15,6-2 0 0,0 0-4 0,0 0 1 16,0 0 1-16,0 0 2 0,0 0 0 0,-7 4 2 16,7-4-10-16,0 0 5 0,0 0 5 15,0 0-3-15,0 0 4 0,0 0 1 0,0 0-7 0,0 0 4 16,0 0-1-16,0 0 1 0,0 0 3 0,0 0-2 16,0 0-4-16,0 0-3 0,0 0 4 0,0 0 1 15,0 0-4-15,0 0 4 0,0 0 2 0,0 0-4 16,0 0 3-16,0 0-3 0,0 0 4 15,0 0 1-15,0 0-5 0,0 0 4 0,0 0-6 16,0 0 7-16,0 0-4 0,0 0 1 0,0 0-2 0,0 0 0 16,0 0 3-16,0 0 0 0,0 0-5 0,0 0 6 15,0 0-6-15,0 0 5 0,0 0-3 0,0 0 1 16,-2 6 0-16,2-6 0 0,0 0 1 16,0 0 7-16,0 0-5 0,0 0 3 0,0 0-5 15,0 0 0-15,0 0 0 0,0 0-4 0,0 0 3 0,0 0 4 16,0 0-1-16,0 0-4 0,0 0-1 0,0 0 4 15,0 0-2-15,0 0 1 0,0 0 1 0,0 0 6 16,0 0-7-16,0 0-4 0,0 0 1 0,0 0 5 16,0 0-2-16,0 0 1 0,0 0-3 15,0 0-1-15,0 0 3 0,0 0 1 0,0 0-4 16,0 0 3-16,0 0 0 0,0 0-4 0,0 0-1 0,0 0-2 16,0 0 4-16,0 0-3 0,0 0-1 15,0 0-1-15,0 0 1 0,0 0-1 0,0 0 9 16,0 0-5-16,0 0 3 0,0 0-4 0,0 0 4 15,0 0-6-15,0 0 2 0,0 0-1 0,0 0-5 16,0 0-11-16,0 0 5 0</inkml:trace>
  <inkml:trace contextRef="#ctx0" brushRef="#br0" timeOffset="86596.51">10654 17369 56 0,'0'0'60'15,"0"0"-12"-15,0 0-1 0,0 0-2 0,0 0-8 16,0 0-1-16,0 0 3 0,0 0-16 0,0 0-6 16,0 0-4-16,0 0-1 0,0 0-9 15,0 0-6-15,0 0-11 0,0 0-11 0,0 0-4 16,0 0-33-16,0 0-65 0,0 0 30 0</inkml:trace>
  <inkml:trace contextRef="#ctx0" brushRef="#br0" timeOffset="94472.84">13814 14363 10 0,'0'0'80'0,"0"0"-3"0,0 0-10 0,53-4-8 16,-17 1-13-16,14-2-3 0,8-1-7 0,5 0-11 15,29-3-26-15,-2 4-28 0,3-3-41 0,-28 4-74 16,35-6 33-16</inkml:trace>
  <inkml:trace contextRef="#ctx0" brushRef="#br0" timeOffset="108720.31">14250 16052 22 0,'0'0'79'0,"6"-4"-6"15,-6 4-7-15,0 0-14 0,0 0 0 0,0 0-10 16,0 0-9-16,0 0-17 0,0 0-1 15,0 0-5-15,0 0 0 0,0 0-3 0,0 0-6 16,0 0 6-16,0 0-5 0,0 0-1 0,0 0-2 16,0 0 4-16,0 0-4 0,0 0 0 0,0 0-4 15,0 0-8-15,0 0-7 0,0 0-7 0,0 0-1 0,0 0-39 16,0 13-70-16,0-13 31 0</inkml:trace>
  <inkml:trace contextRef="#ctx0" brushRef="#br0" timeOffset="110142.88">17688 16658 13 0,'1'6'32'0,"-1"-6"-3"0,0 0-10 15,0 0-3-15,0 0-16 0,0 0-11 0,0 0-6 16,0 0-17-16,0 0 7 0</inkml:trace>
  <inkml:trace contextRef="#ctx0" brushRef="#br0" timeOffset="112057.66">17714 15856 48 0,'0'0'126'0,"0"0"-13"15,0 0-2-15,0 0-5 0,0 0-4 0,0 0-3 16,0 0-5-16,4-8 0 0,-4 8-2 0,0 0-2 15,0 0-5-15,0 0-4 0,0 0-5 0,0 0-3 16,0 0 1-16,-2-10 1 0,2 10-5 0,0 0-3 16,0 0-1-16,0 0-2 0,0 0-3 0,0 0-3 15,0 0-7-15,0 0 4 0,0 0-8 0,0 0 1 16,0 0 2-16,0 0-1 0,0 0 2 0,0 0 0 16,0-9-4-16,0 9-3 0,0 0 3 0,0 0-4 15,0 0-3-15,0 0 1 0,0 0 0 0,-9-4 1 16,9 4 2-16,0 0-2 0,0 0-2 0,0 0 3 15,0 0-2-15,-5-4 0 0,5 4-4 0,0 0 1 16,0 0 1-16,0 0-2 0,-6-5-2 0,6 5 1 16,0 0-5-16,0 0-3 0,0 0-2 0,0 0-1 15,0 0-3-15,0 0-6 0,0 0-1 0,0 0-1 16,0 0-3-16,0 0-5 0,0 0 2 0,0 0-5 16,0 0 1-16,0 0 1 0,0 0-8 0,0 0 4 15,-8 11 1-15,8-11 0 0,0 0-2 0,0 14-1 16,0-14 2-16,0 13 2 0,-1-5 0 0,1 1 0 15,-1 0-3-15,-1 2 4 0,2-4-3 0,2 3 4 16,-4 0-3-16,2 1 0 0,0-1-3 0,0-2 4 16,0-1-5-16,0-7 2 0,0 14-1 0,-1-7 4 15,0 1-2-15,1-8 2 0,0 11-5 0,0-11 3 16,1 10-1-16,-1-10 1 0,0 9 0 0,0-9 3 16,-1 9 1-16,1-9-4 0,0 0 3 0,1 7-9 15,-1-7 0-15,0 0-4 0,0 0-4 0,0 0-11 16,0 0-9-16,0 0-18 0,0 0-24 0,0 0-26 15,0 0-26-15,0 0-28 0,0 0-17 16,0 0-25-16,0 0-15 0,0 0-9 0,0 0-114 16,1-24-362-16,-1 24 161 0</inkml:trace>
  <inkml:trace contextRef="#ctx0" brushRef="#br0" timeOffset="112405.73">17691 15875 72 0,'0'0'164'0,"0"0"-8"15,0 0-16-15,0 0-13 0,0 0-10 0,0 0-12 0,0 0-7 16,0 0-1-16,10-8-5 0,-5 6-3 0,3 0-3 16,-8 2-8-16,17-2-1 0,-9 1-9 15,1 0-11-15,3-2-8 0,-3 3-3 0,-9 0-2 16,14 3-1-16,-4-1 7 0,-4-1-5 0,1 2-5 15,-1-1-6-15,2 2-2 0,-3-2-3 0,0 1 4 16,-5-3 13-16,5 12 3 0,-4-6-2 0,-1-6 5 16,-1 12-10-16,1-12-7 0,-3 14-1 0,-2-7-2 15,-1 0-7-15,-2 0 1 0,1 2-2 0,-1-2-3 16,-1 2-2-16,-1-4-1 0,1 0-3 0,1 2-1 16,-2-1-2-16,0-2 0 0,-1 0-12 0,-1 1-12 15,2-3-21-15,2 0-16 0,-2 1-30 0,1 0-26 16,1-3-47-16,8 0-38 0,-15 3-139 0,15-3-356 15,-13 3 158-15</inkml:trace>
  <inkml:trace contextRef="#ctx0" brushRef="#br0" timeOffset="180350.52">25644 5172 11 0,'-7'-6'28'0,"7"6"0"0,0 0 0 15,0 0-5-15,0 0-1 0,0 0 1 0,0 0 8 16,0 0-7-16,0 0-3 0,0 0-2 0,0 0-7 16,0 0 8-16,0 0 1 0,-1-6-4 0,1 6-6 15,0 0 1-15,0 0 3 0,0 0-7 0,0 0 7 16,0 0-5-16,0 0 2 0,-4-7-5 0,4 7 2 15,0 0 6-15,0 0-5 0,0 0-7 0,0 0 3 16,0 0 4-16,0 0-5 0,0 0 3 0,0 0-4 16,0 0-3-16,0 0-1 0,0 0 13 0,0 0-17 15,0 0 4-15,-2-8 0 0,2 8 2 0,0 0 7 16,0 0-6-16,0 0 0 0,0 0 0 0,0 0 1 16,0 0-1-16,0 0-5 0,0 0 2 0,0 0 8 15,0 0-5-15,0 0-3 0,0 0 6 0,0 0-8 16,0 0-6-16,0 0 1 0,0 0 9 0,0 0-2 15,0 0-1-15,0 0-5 0,0 0 0 0,0 0-1 16,0 0 6-16,0 0-5 0,0 0-1 0,0 0-4 16,0 0 6-16,0 0-7 0,0 0 1 0,0 0 7 15,0 0-9-15,0 0 3 0,0 0-6 0,0 0 0 16,0 0 0-16,0 0 1 0,0 0-1 0,0 0 2 16,0 0-4-16,0 0-6 0,0 0 5 0,0 0 7 15,16 1-1-15,-16-1 2 0,0 0-2 0,0 0 3 16,0 0 0-16,13 4 5 0,-13-4-10 0,5 1 10 15,-5-1-6-15,9 2 8 0,-9-2-8 0,0 0 7 16,0 0-5-16,11 0 5 0,-11 0-2 0,0 0 4 16,8 2-3-16,-8-2 0 0,10 1 3 0,-10-1-3 15,9 1 1-15,-9-1 2 0,9 2-1 0,-9-2-3 16,9 2 6-16,-9-2 2 0,9 2-7 0,-9-2 7 16,9 0-5-16,-9 0 4 0,7 3 0 0,-7-3-4 15,9 3 0-15,-9-3 4 0,6 3 1 0,-6-3-6 16,9 1 4-16,-9-1 1 0,7 1-4 0,-7-1-2 15,9 3 0-15,-9-3 1 0,9 1 1 0,-9-1 3 16,7 1 1-16,-7-1-1 0,6 1-1 0,-6-1 1 16,10 2-3-16,-10-2 3 0,0 0-4 0,8 0-2 15,-8 0 3-15,0 0 6 0,9 3-7 0,-9-3 7 16,0 0-4-16,9 1-1 0,-9-1 6 0,0 0-7 16,10 0 4-16,-10 0 1 0,8 1 0 15,-8-1-4-15,0 0-1 0,9 0 6 0,-9 0-7 0,0 0 4 16,12 2-2-16,-12-2 4 0,7 2-3 0,-7-2-1 15,8 0 2-15,-8 0 3 0,7 1-6 0,-7-1 1 16,10 1 3-16,-10-1 0 0,10 3-1 0,-10-3 3 16,9 0 0-16,-9 0-1 0,8 1-1 0,-8-1-2 15,10 0 0-15,-10 0-1 0,0 0-3 0,11 2 2 16,-11-2 3-16,10 0-4 0,-10 0 4 0,8 0 2 16,-8 0-5-16,7 0 6 0,-7 0-5 0,0 0-1 15,14 0 1-15,-14 0 1 0,9 0-5 0,-9 0 11 16,8 0-6-16,-8 0 3 0,9 2-5 0,-9-2 10 15,10 0-10-15,-10 0 2 0,8 0-5 16,-8 0 4-16,0 0 2 0,11 0 2 0,-11 0-2 0,8 1 2 16,-8-1-4-16,9 0-1 0,-9 0 6 0,0 0-3 15,10 0-5-15,-10 0 8 0,10 0-4 0,-10 0 1 16,0 0 2-16,0 0-1 0,11 0-3 0,-11 0 2 16,0 0 0-16,7 0 4 0,-7 0-4 15,8 3 2-15,-8-3-5 0,0 0-3 0,0 0 5 16,14 1 4-16,-14-1-2 0,0 0-1 0,0 0 0 0,15-1-5 15,-15 1 3-15,0 0 2 0,0 0 1 0,13 0-1 16,-13 0 2-16,0 0-4 0,0 0 1 0,0 0 4 16,0 0-3-16,13 1 4 0,-13-1-4 0,0 0-1 15,0 0-4-15,0 0 11 0,13 3-6 0,-13-3 2 16,0 0-3-16,0 0 2 0,11 1-2 16,-11-1 1-16,0 0-2 0,0 0 5 0,11 3-1 15,-11-3 0-15,0 0-5 0,12 2-3 0,-12-2 10 0,0 0-4 16,0 0 0-16,11 0 2 0,-11 0-4 0,0 0 0 15,0 0 2-15,0 0 0 0,11 3 4 16,-11-3 3-16,0 0-9 0,9 3 3 0,-9-3 0 16,0 0-2-16,11 0-1 0,-11 0 4 0,0 0-2 15,11 3-2-15,-11-3-4 0,0 0 6 0,12 3 0 0,-12-3 0 16,0 0 2-16,13 2-3 0,-13-2 1 0,0 0 2 16,12 4-2-16,-12-4-2 0,0 0-3 0,13 2 7 15,-13-2-3-15,0 0 7 0,7 3-11 0,-7-3 8 16,0 0-8-16,0 0 10 0,12 0-10 15,-12 0 8-15,0 0-4 0,0 0 6 0,10 4-6 16,-10-4 4-16,0 0-4 0,0 0 2 0,9 4-3 0,-9-4 4 16,0 0-2-16,6 6 1 0,-6-6-2 0,0 0 4 15,10 4 1-15,-10-4-7 0,0 0 3 16,9 4 1-16,-9-4-1 0,0 0 2 0,8 4 0 16,-8-4 1-16,0 0-2 0,12 5 2 0,-12-5-1 15,7 4-1-15,-7-4-5 0,0 0 3 0,0 0-2 16,9 3 4-16,-9-3-2 0,0 0 4 0,9 5-5 0,-9-5 3 15,0 0 2-15,0 0-6 0,0 0 2 0,7 6 2 16,-7-6-4-16,0 0-1 0,0 0 2 0,6 5 2 16,-6-5-3-16,0 0 7 0,0 0-4 15,9 6-2-15,-9-6-1 0,0 0 2 0,0 0 3 16,10 4-1-16,-10-4-7 0,0 0-6 0,6 5 3 16</inkml:trace>
  <inkml:trace contextRef="#ctx0" brushRef="#br0" timeOffset="183320.29">27457 5746 16 0,'0'0'4'0,"0"0"-8"0,0 0-3 0,0 0 1 15</inkml:trace>
  <inkml:trace contextRef="#ctx0" brushRef="#br0" timeOffset="183872.2">27411 5749 6 0,'0'0'10'0,"0"0"3"0,0 0-5 16,0 0 2-16,0 0 2 0,0 0 0 0,0 0-1 15,0 0-9-15,0 0 6 0,0 0-2 0,0 0 0 16,0 0-4-16,0 0 2 0,0 0 1 0,0 0-1 16,0 0-5-16,0 0 1 0,0 0 3 0,0 0-1 15,0 0 0-15,0 0-5 0,0 0 2 0,0 0 3 16,0 0-3-16,0 0 2 0,9 12-3 0,-9-12 3 15,4 6 4-15,-4-6-9 0,5 6 2 0,-5-6 7 16,5 7-8-16,-5-7 1 0,2 7 2 0,-2-7 5 16,2 9-1-16,-2-9 0 0,2 6-4 0,-2-6 2 15,4 12-3-15,-3-8 1 0,-1-4 0 0,2 10-6 16,-2-10-5-16,4 9 0 0,-4-4 2 0,0-5 2 16,6 10 1-16,-6-5-9 0,0-5-15 0,4 11 8 15</inkml:trace>
  <inkml:trace contextRef="#ctx0" brushRef="#br0" timeOffset="187745.97">31383 9651 6 0,'0'0'14'0,"10"-1"-7"0,-10 1-2 15,10-3 5-15,-10 3 0 0,9-2-3 0,-9 2 3 16,11-2-4-16,-11 2 4 0,10-1 8 0,-10 1 0 16,11-3 1-16,-6 1-12 0,-5 2 3 0,14-1 7 15,-7 0 3-15,-7 1-9 0,11 0 6 0,-11 0-7 16,10-2 1-16,-10 2 0 0,12-1-4 15,-6 1 2-15,-6 0-4 0,13-3 5 0,-7 2-4 0,-6 1 2 16,13-2 0-16,-6 2-7 0,-7 0 4 16,11-2 4-16,-11 2-5 0,9-1-2 0,-9 1 2 0,12-1 2 15,-6 0-1-15,-6 1-5 0,13 0 7 0,-13 0-4 16,10-3-5-16,-10 3-3 0,14 1 7 0,-14-1-3 16,12-2 2-16,-6 2 1 0,-6 0-3 0,13-1 1 15,-7 0 3-15,-6 1-5 0,13 0-8 0,-13 0-1 16,13-1 7-16,-7 0 2 0,-6 1-1 0,15-2-3 15,-8 1 3-15,-7 1-2 0,14 0 5 0,-14 0-5 16,15 0 7-16,-7 1-4 0,-8-1-1 0,14 0 1 16,-6 2-4-16,-1-2 1 0,-7 0 4 0,19-2-4 15,-12 2 6-15,-7 0-6 0,18 0 7 0,-8 0-4 16,0-1 2-16,-2 0-4 0,-8 1 4 0,19 0 3 16,-10 0-3-16,-1-2-2 0,3 2 0 0,-1 0 0 15,1-2-1-15,0 2 2 0,-1 0-5 0,2-1 12 16,-2 1-5-16,-10 0 2 0,17-1-1 0,-8 2 0 15,1-1 2-15,0-1-5 0,2 1 2 0,-2-3-4 16,-1 2 1-16,1-1 1 0,0 2 3 0,-2-1-6 16,-2-2 6-16,-6 3-5 0,17 0 3 0,-9-3-5 15,-8 3 5-15,17 0-2 0,-10-2 4 0,-1 1 0 16,-6 1-4-16,14-2-3 0,-7 0 2 0,0 1 5 16,-7 1-2-16,14-1 5 0,-9 0-8 0,-5 1 4 15,13 0-5-15,-13 0 3 0,16-2-2 0,-10 4 2 16,-6-2 1-16,15-2-3 0,-7 2 1 0,-8 0 1 15,12-1-4-15,-5-1-6 0,2 1 9 0,-9 1 1 16,14-3 4-16,-9 3-1 0,-5 0-7 0,16-3 2 16,-16 3-7-16,11-1 3 0,-6-1-1 0,-5 2 2 15,13-2-11-15,-13 2 12 0,10-2-3 0,-10 2 10 16,8-3-5-16,-8 3 2 0,8 0-3 0,-8 0-2 16,8-3 6-16,-8 3-6 0,8-4 8 0,-8 4-10 15,0 0 3-15,9 0-4 0,-9 0 2 0,0 0 0 16,10-1-1-16,-10 1 2 0,0 0 1 0,0 0 0 15,11-1-2-15,-11 1-1 0,0 0 4 0,7-3 2 16,-7 3 2-16,0 0-3 0,10-4 2 0,-10 4-2 16,0 0 0-16,8-1 1 0,-8 1 3 0,8-2-4 15,-8 2-6-15,5-3-9 0,-5 3 34 16,0 0-16-16,8-3-3 0,-8 3 7 0,0 0-8 0,7-4 4 16,-7 4 2-16,7-2-9 0,-7 2 11 0,0 0-7 15,9-2 0-15,-9 2 5 0,0 0-2 0,6-3 3 16,-6 3-2-16,0 0 3 0,9-3-5 0,-9 3-6 15,6-2 10-15,-6 2 0 0,7-4-10 0,-7 4 12 16,5-5-5-16,-5 5 1 0,0 0 4 16,6-2 0-16,-6 2-4 0,0 0 3 0,0 0-5 0,0 0 6 15,0 0-4-15,0 0 6 0,0 0-5 0,10-2-3 16,-10 2 2-16,0 0 3 0,0 0-2 0,0 0-1 16,0 0 5-16,0 0-3 0,0 0-3 0,0 0 2 15,0 0 5-15,0 0-2 0,0 0-2 0,0 0-1 16,0 0 0-16,0 0 0 0,0 0-3 0,0 0 3 15,0 0-3-15,0 0 8 0,0 0-6 0,0 0 0 16,9 4 4-16,-9-4 0 0,0 0 6 0,0 0 4 16,0 0 2-16,0 0 0 0,8 1 6 0,-8-1-4 15,0 0-5-15,0 0 5 0,0 0-7 0,0 0-1 16,10 0 6-16,-10 0-12 0,0 0 5 0,0 0 13 16,0 0-16-16,0 0 1 0,0 0-5 0,0 0 1 15,0 0 5-15,0 0-4 0,0 0 0 0,8-5 2 16,-8 5-6-16,0 0 1 0,0 0 6 0,0 0-3 15,0 0 0-15,0 0 2 0,0 0 2 0,0 0-2 16,0 0 6-16,0 0 3 0,8-1-6 0,-8 1 8 16,0 0 1-16,0 0-3 0,0 0-3 0,0 0 0 15,0 0 6-15,0 0-7 0,0 0 5 0,0 0-1 16,0 0 3-16,0 0-7 0,0 0 5 0,0 0 2 16,0 0 0-16,0 0-12 0,0 0 5 0,0 0-1 15,0 0 3-15,0 0-3 0,0 0-2 16,0 0-2-16,0 0-4 0,0 0-1 0,0 0 5 0,0 0 5 15,0 0-2-15,0 0-10 0,0 0 7 0,0 0 2 16,0 0 0-16,0 0 2 0,0 0-10 0,0 0 5 16,0 0 3-16,0 0 7 0,0 0-10 0,0 0 6 15,0 0-9-15,0 0 5 0,0 0 0 16,0 0 1-16,0 0 2 0,0 0-3 0,0 0 4 16,0 0-13-16,0 0 15 0,0 0-13 0,0 0 5 15,0 0 7-15,0 0-13 0,0 0 6 0,0 0 4 16,0 0 0-16,0 0-4 0,0 0 5 0,0 0 0 0,0 0-3 15,0 0 3-15,0 0-8 0,0 0 13 0,0 0-11 16,0 0 4-16,0 0-8 0,0 0 2 0,0 0-8 16,0 0 10-16,0 0-3 0,0 0 7 0,0 0-8 15,0 0 6-15,0 0-6 0,0 0 0 0,0 0 1 16,0 0-10-16,0 0-10 0,0 0-12 0,0 0-14 16,0 0-25-16,0 0-24 0,0 0-49 0,0 0-153 15,0 0 67-15</inkml:trace>
  <inkml:trace contextRef="#ctx0" brushRef="#br0" timeOffset="190727.49">32734 9496 22 0,'0'0'36'0,"0"0"-7"0,0 0-1 0,0 0-1 15,0 0 0-15,0 0-4 0,0 0 4 0,0 0-2 16,0 0-5-16,0 0 2 0,0 0-7 16,0 0 4-16,0 0 7 0,0 0-12 0,0 0 6 0,0 0-1 15,0 0 4-15,0 0 2 0,0 0-5 0,0 0 2 16,0 0 4-16,0 0 0 0,0 0-6 0,0 0-1 15,0 0 4-15,0 0-1 0,0 0-6 0,0 0 3 16,0 0-6-16,0 0 7 0,0 0-5 0,0 0-2 16,0 0-2-16,0 0 3 0,0 0 1 15,0 0 1-15,0 0 10 0,0 0-16 0,0 0 10 16,0 0-3-16,0 0 13 0,0 0-4 0,0 0-4 0,0 0 1 16,0 0 4-16,0 0 2 0,0 0-4 0,0 0 2 15,0 0-2-15,0 0 1 0,0 0 7 16,0 0-5-16,0 0-8 0,0 0 2 0,0 0-11 15,0 0 1-15,0 0-7 0,0 0 5 0,0 0-5 16,0 0 6-16,0 0 2 0,0 0-7 0,0 0-2 0,0 0 0 16,0 0 5-16,0 0-7 0,0 0-7 0,0 0-6 15,0 0-9-15,0 0-23 0,0 0-11 0,0 0-19 16,-11 12-24-16,11-12-70 0,0 0-182 0,0 0 81 16</inkml:trace>
  <inkml:trace contextRef="#ctx0" brushRef="#br0" timeOffset="199690.73">22280 10017 20 0,'0'0'17'0,"0"0"1"0,0 0-4 0,0 0-5 16,0 0 0-16,0 0-7 0,0 0 6 0,0 0-1 16,0 0-2-16,0 0 0 0,0 0 1 0,0 0-5 15,-10 3 4-15,10-3 7 0,0 0 1 0,0 0-4 16,0 0 1-16,0 0-2 0,0 0-4 0,0 0 7 16,0 0-1-16,-12 2 1 0,12-2-1 0,0 0 4 15,0 0-8-15,0 0 1 0,0 0 2 0,0 0-1 16,0 0-1-16,0 0-2 0,0 0 5 0,0 0-3 15,0 0-4-15,0 0 0 0,0 0 3 0,0 0-3 16,0 0-1-16,0 0 1 0,0 0 0 0,0 0-3 16,0 0 2-16,0 0 5 0,0 0-4 0,0 0-7 15,0 0 5-15,0 0 7 0,0 0-7 0,0 0 5 16,0 0-2-16,0 0-3 0,0 0 7 0,0 0 3 16,0 0-2-16,0 0-1 0,0 0-10 0,0 0 0 15,0 0 8-15,0 0-2 0,0 0 1 0,0 0-2 16,0 0 2-16,0 0 1 0,0 0-1 0,0 0 0 15,0 0-3-15,0 0-2 0,0 0 0 0,0 0 4 16,0 0-3-16,0 0 1 0,0 0 1 0,0 0 1 16,0 0-4-16,0 0 0 0,0 0 5 0,0 0-7 15,0 0 2-15,0 0-4 0,0 0 8 0,0 0-4 16,0 0 4-16,0 0-2 0,0 0-9 0,0 0 12 16,0 0-4-16,0 0-2 0,0 0 4 0,0 0 1 15,0 0-6-15,0 0 4 0,0 0 1 0,0 0 1 16,0 0 3-16,0 0-4 0,0 0 1 0,0 0-3 15,0 0 2-15,0 0 0 0,0 0-5 0,0 0 1 16,0 0 1-16,0 0 2 0,0 0-2 0,0 0 0 16,0 0 4-16,0 0-2 0,0 0 2 0,0 0 1 15,0 0-5-15,0 0 9 0,0 0-6 0,0 0 5 16,0 0-1-16,0 0-2 0,0 0-2 0,0 0-5 16,0 0 6-16,0 0-4 0,0 0-5 0,0 0 6 15,0 0 3-15,0 0-7 0,0 0 6 0,0 0-1 16,0 0 0-16,0 0 4 0,0 0-2 0,0 0-6 15,0 0 5-15,0 0-4 0,0 0-4 0,0 0-4 16,0 0-5-16,0 0-12 0,0 0-5 0,0 0-10 16,0 0-29-16,0 0-76 0,0 0 35 0</inkml:trace>
  <inkml:trace contextRef="#ctx0" brushRef="#br0" timeOffset="201835">31598 6564 8 0,'0'0'24'0,"0"0"-30"0,0 0-6 0,0 0 3 16</inkml:trace>
  <inkml:trace contextRef="#ctx0" brushRef="#br0" timeOffset="208254.17">33361 6263 14 0,'0'0'102'0,"0"0"-7"15,0 0-5-15,0 0-8 0,0 0 5 0,-88-2-11 16,88 2 4-16,0 0-15 0,0 0 2 0,-40 9 5 16,40-9-10-16,0 0 0 0,-34 9-10 0,34-9-3 15,0 0 0-15,-35 12 0 0,35-12-6 0,0 0-2 16,-32 14 2-16,32-14-3 0,0 0-1 0,-30 13-19 16,30-13 16-16,0 0-6 0,-28 10-2 0,28-10 3 15,0 0-3-15,0 0 5 0,0 0 0 0,-28 10-1 16,28-10 1-16,0 0-1 0,0 0 2 0,0 0-4 15,0 0 4-15,0 0-1 0,0 0-4 16,0 0 6-16,0 0 23 0,0 0 8 0,0 0-1 0,0 0-4 16,0 0-5-16,0 0-10 0,102 0-3 0,-102 0-3 15,92-13-11-15,-39 8 4 0,1-1-7 0,-4-3 7 16,-9 3-42-16,-4 3-43 0,-1-4-38 0,2-1-59 16,-1 3-60-16,-37 5-115 0,63-6-349 0,-34 0 156 15</inkml:trace>
</inkml:ink>
</file>

<file path=ppt/ink/ink1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09:12.636"/>
    </inkml:context>
    <inkml:brush xml:id="br0">
      <inkml:brushProperty name="width" value="0.05292" units="cm"/>
      <inkml:brushProperty name="height" value="0.05292" units="cm"/>
      <inkml:brushProperty name="color" value="#FF0000"/>
    </inkml:brush>
  </inkml:definitions>
  <inkml:trace contextRef="#ctx0" brushRef="#br0">8631 4561 174 0,'0'0'177'16,"-14"-4"-16"-16,8 0-3 0,-2 4 1 0,8 0-5 16,-13-4-5-16,13 4-4 0,-9-6-3 0,3 5-10 15,6 1-10-15,0 0-10 0,-8-5-11 0,8 5-10 16,0 0-10-16,-5-3-11 0,5 3-10 0,0 0 1 16,0 0-7-16,0 0-2 0,23-7-14 0,-6 0 1 15,3 2-8-15,8 0-3 0,2 0-10 0,-1 0-34 16,2 0-24-16,-3-1-43 0,0 2-34 0,0 0-38 15,-7 0-29-15,-1 0-135 0,-8 1-347 0,1 2 154 16</inkml:trace>
  <inkml:trace contextRef="#ctx0" brushRef="#br0" timeOffset="175.41">8569 4745 30 0,'0'0'178'0,"0"0"-18"0,0 0-13 16,0 0-16-16,17 5-13 0,-6-5-13 0,3-3-20 16,4 3-9-16,3-4-33 0,7 2-34 0,2-5-32 15,-2 7-42-15,1-3-101 0,-8-1-179 0,10-2 78 16</inkml:trace>
  <inkml:trace contextRef="#ctx0" brushRef="#br0" timeOffset="2738.14">10266 4641 177 0,'0'0'205'15,"0"0"-7"-15,0 0-8 0,0 0-11 0,0 0-8 16,0 0-11-16,0 0-6 0,0 0-23 0,0 0-15 15,0 0-10-15,7-8-7 0,0 6-11 0,-1-1-7 0,4 0-8 16,3-1-5-16,-1 1-6 0,7-6-6 0,-4 1-5 16,4 2-4-16,-1-4-4 0,1 2-4 15,6-6-5-15,-7 6 0 0,-1-1-3 0,-1-3-3 16,-2-1-6-16,0 3 1 0,-1 0-19 0,-6 0-1 16,1 2 0-16,1-2 1 0,-4 2-2 0,0-2-1 0,-1 1 0 15,-1 1-1-15,-3 1 2 0,0 7 1 0,-3-13-8 16,-1 7 3-16,-4-1-1 0,-2 3-3 0,-1 1 0 15,-2 3 2-15,-6-2-4 0,-8 7 2 0,-1 4 0 16,0 2 2-16,-2 4 0 0,0 1 6 16,3 2 2-16,1 5 0 0,-1 3 5 0,1-1 2 0,1 0-4 15,4-1-2-15,3 1 1 0,4-3 0 0,5-5 2 16,2 1-3-16,5-1 1 0,3-2-3 0,3 1 0 16,5-1 1-16,5-2-8 0,3 1-19 0,9-1-32 15,6-3-22-15,3-3-36 0,15 3-27 16,2-7-28-16,-12-1-33 0,11-1-123 0,0-1-349 15,-15-3 156-15</inkml:trace>
  <inkml:trace contextRef="#ctx0" brushRef="#br0" timeOffset="3009.02">11196 4459 1585 0,'6'-18'19'0,"-2"0"44"16,-2 1 4-16,-2 6 10 0,0 1-11 0,1 0-11 0,-2 3-7 15,1 7 1-15,0-12 2 0,0 12 4 0,0-9-5 16,0 9-2-16,0 0-4 0,0 0-7 16,-2-7-3-16,2 7-2 0,0 0 15 0,-5 21 8 15,3-4 2-15,-3 3-1 0,0 7-1 0,1 1-5 16,-2 1-5-16,0-1-2 0,0 3-7 0,1-3 0 16,1 1-3-16,0-3-2 0,1 1-6 0,-2-2-1 15,3-6-1-15,0 0-5 0,1 0-9 0,-3-1-21 16,3 0-21-16,0-3-27 0,-2-6-19 0,3 3-30 15,-1-2-37-15,0-4-28 0,1-6-27 0,0 13-168 16,0-13-398-16,-3 4 176 0</inkml:trace>
  <inkml:trace contextRef="#ctx0" brushRef="#br0" timeOffset="3253.41">11085 4478 1353 0,'5'-14'13'16,"0"2"20"-16,-1 0-25 0,5 3-1 0,0 2-8 15,1 2 4-15,8 0 17 0,0 0 2 0,2 3 15 16,3 4-5-16,4 3 13 0,-6-2-5 0,-1 4 5 16,7 3-5-16,-4 3 10 0,-6 0-1 0,-1 0-7 15,2 6 0-15,-3-4 2 0,-3 1-8 0,-1 2 3 16,-4 0-5-16,-3 0-2 0,-2 0 0 0,-4 1 2 16,-2-1-4-16,-3 0-6 0,-7 3 5 0,-2 0-3 15,0-6-8-15,-4 3 1 0,-1-1-4 0,-2-2-12 16,2 0-17-16,1-4-23 0,2-1-34 0,1-1-42 15,-1-2-26-15,5-1-39 0,3-1-113 0,3-1-314 16,7-4 138-16</inkml:trace>
  <inkml:trace contextRef="#ctx0" brushRef="#br0" timeOffset="3602.06">11604 4559 55 0,'7'-4'159'0,"-7"4"-8"0,8 0-7 0,-8 0 6 16,0 0 13-16,5 15 8 0,-5-3-7 0,3 5-8 16,-7 2-14-16,4 6-14 0,1 0-10 0,-3-6-11 15,1 5-7-15,1-4-9 0,0-1-4 0,0-2-1 16,1 1-11-16,-1 0-8 0,0-6-10 0,1 0-1 16,-2-5-4-16,1 3-8 0,1-3-4 0,-1-7-2 15,1 10-5-15,-1-10 3 0,3 9-4 0,-3-9 5 16,0 0 6-16,1 8 2 0,-1-8 0 0,0 0-7 15,0 0-3-15,0 0-2 0,0 0-8 0,13-14-1 16,-8 6-5-16,3-1 0 0,4-4-3 0,3 3 0 16,2-3-8-16,-1 3 5 0,0 0-9 0,1 3 5 15,-1 1-5-15,-3 5 3 0,-3 1-7 0,1 0 3 16,2 4 3-16,-6 0-2 0,2 2 0 0,-1 3-4 16,-1 0 0-16,0 3-18 0,-2 1-34 0,-2 3-32 15,-2 2-35-15,-1 1-62 0,-1-1-49 0,-2 9-183 16,-6-5-447-16,0-3 198 0</inkml:trace>
  <inkml:trace contextRef="#ctx0" brushRef="#br0" timeOffset="7082.22">10258 5192 50 0,'0'0'80'0,"0"0"-1"0,0 0-18 15,0 0 1-15,0 0-12 0,0 0 2 0,0 0 3 16,0 0-14-16,0 0-8 0,0 0 9 0,0 0-20 16,0 0 9-16,0 0-11 0,0 0-2 15,0 0 0-15,0 0 0 0,0 0-5 0,0 0 0 0,0 0-6 16,0 0 3-16,0 0 5 0,0 0-1 0,0 0-12 16,0 0 4-16,0 0-2 0,0 0 3 0,0 0-4 15,0 0 5-15,0 0-6 0,0 0 0 0,0 0-1 16,0 0-1-16,0 0 5 0,0 0-1 0,0 0-4 15,0 0 5-15,0 0-9 0,0 0 5 0,0 0-1 16,0 0 3-16,0 0-1 0,0 0-5 0,0 0 1 16,0 0 3-16,0 0-6 0,26-1 14 0,-26 1-12 15,0 0 0-15,0 0 13 0,0 0-9 0,0 0 0 16,0 0 1-16,0 0-7 0,0 0 8 0,0 0-6 16,0 0 6-16,0 0-5 0,0 0 1 0,0 0 11 15,0 0-8-15,0 0-2 0,9 2 3 0,-9-2-6 16,0 0 11-16,0 0-8 0,0 0-1 0,0 0 0 15,0 0 3-15,0 0-1 0,0 0 12 0,0 0-7 16,0 0 6-16,0 0 0 0,0 0-4 0,0 0-4 16,0 0 4-16,0 0-5 0,0 0 1 0,0 0 2 15,0 0-1-15,0 0 6 0,0 0-3 0,0 0 0 16,0 0-3-16,0 0 0 0,0 0-4 0,0 0 7 16,0 0-8-16,0 0 2 0,0 0 0 0,0 0 1 15,0 0 0-15,0 0 1 0,0 0 0 0,0 0-5 16,0 0 0-16,0 0 1 0,0 0 8 0,0 0-7 15,0 0 4-15,0 0-2 0,0 0 7 0,0 0-12 16,0 0 5-16,0 0-2 0,0 0 0 0,0 0 6 16,0 0-3-16,0 0 5 0,0 0-4 0,0 0-4 15,0 0 4-15,0 0 1 0,0 0 2 0,0 0-10 16,0 0 3-16,0 0-2 0,0 0 1 0,0 0 5 16,-30 4-5-16,30-4 0 0,-10 2 9 0,10-2-9 15,-12 2-4-15,5-1 2 0,7-1 5 0,-10 0 6 16,10 0 2-16,-12 0 2 0,12 0 2 0,-13 0 5 15,13 0-7-15,-11 2 2 0,11-2 9 0,-13 1-1 16,13-1 13-16,0 0 2 0,-12-3 3 0,12 3 0 16,0 0-2-16,-9 2-5 0,9-2-3 0,0 0-3 15,-11-2-6-15,11 2-5 0,0 0 2 0,-10 0-1 16,10 0 1-16,0 0 1 0,0 0 1 0,-12-1 2 16,12 1 4-16,0 0-5 0,0 0-5 0,0 0 1 15,0 0-3-15,0 0 1 0,0 0-4 0,0 0-1 16,0 0-3-16,0 0-3 0,0 0 5 0,0 0 2 15,0 0 10-15,23 7 8 0,-5-4 5 0,10 1-3 16,4 1 3-16,3-2-3 0,4-1 5 16,18 4-1-16,1-2 2 0,2-2-4 0,-1 2-3 0,4 0 3 15,1 0-2-15,25-1-3 0,-27 2 3 0,1 1 2 16,1-1-2-16,0 2-2 0,27 3-4 0,-27-3 2 16,1 0 3-16,-5-2-5 0,4 3-1 0,-1-2 4 15,-1-1-2-15,1-3-1 0,-2 4-2 0,-1-5 2 16,-1-2-1-16,-1 2 3 0,-1-2-2 0,-19-3-3 15,3 1 0-15,-7 0-1 0,-1 1-1 0,-3 0-3 16,-9-1-1-16,-2 3 0 0,-6-2-5 0,1 1 3 16,-5 0-3-16,-1 0 0 0,-8 1-3 0,12 0 1 15,-12 0-10-15,7-2-12 0,-7 2-20 0,0 0-18 16,0 0-31-16,0 0-32 0,0 0-17 0,-24 8-30 16,8-2-20-16,-6 0-23 0,-4 1-140 0,-4 1-369 15,1-2 164-15</inkml:trace>
  <inkml:trace contextRef="#ctx0" brushRef="#br0" timeOffset="7937.37">10606 5442 8 0,'0'0'147'16,"0"0"-8"-16,-2-8-7 0,2 8-5 0,0 0-8 16,0 0 0-16,0 0-17 0,0 0-2 0,0 0-13 15,0 0-6-15,0 0-11 0,0 0-7 0,0 0-3 16,2-9-12-16,-2 9 6 0,0 0-12 0,0 0-6 16,0 0-2-16,0 0-6 0,0 0 1 0,0 0-11 0,0 0 6 15,0 0-2-15,0 0-10 0,0 0 1 16,0 0-1-16,0 0 2 0,0 0-3 0,0 0-3 15,0 0-1-15,0 0 2 0,0 0 5 0,0 0-4 16,0 0-1-16,0 0 1 0,0 0 2 0,0 0-1 16,0 0 5-16,0 0-2 0,0 0 0 0,0 0-2 15,0 0 1-15,0 0 0 0,0 0-3 0,0 0-3 0,0 0 1 16,0 0-2-16,0 0 2 0,0 0-1 16,0 0-6-16,0 0 2 0,0 0 1 0,0 0 1 15,0 0 0-15,0 0-3 0,0 0 10 0,0 0-9 0,0 0-3 16,0 0 2-16,0 0-3 0,0 0 0 0,0 0 2 15,0 0 1-15,0 0-2 0,0 0 3 16,0 0-1-16,0 0 4 0,0 0-3 0,0 0-3 0,0 0 1 16,0 0 0-16,0 0 3 0,0 0-1 15,0 0 5-15,0 0-7 0,0 0 4 0,0 0 1 0,0 0 1 16,0 0-4-16,0 0 0 0,0 0-1 0,0 0 0 16,0 0-5-16,0 0 5 0,0 0-2 0,0 0-2 15,0 0-1-15,0 0 0 0,0 0 6 16,0 0-2-16,0 0-5 0,0 0 6 0,0 0-4 15,0 0 2-15,0 0 0 0,0 0 1 0,0 0-2 0,0 0 4 16,0 0-4-16,0 0 2 0,0 0 0 0,0 0 0 16,0 0-2-16,0 0 2 0,0 0-2 15,0 0 2-15,0 0 3 0,0 0-3 0,0 0 8 16,0 0-9-16,0 0 5 0,0 0-1 0,0 0-1 16,0 0-1-16,0 0 3 0,0 0-3 0,0 0 2 0,0 0-3 15,0 0 0-15,0 0 0 0,0 0 2 0,0 0 0 16,0 0-3-16,0 0 0 0,0 0 0 0,0 0-1 15,0 0 0-15,0 0 4 0,0 0-4 16,0 0 5-16,0 0-5 0,0 0 1 0,0 0 0 0,0 0-7 16,0 0-14-16,0 0-10 0,0 0-23 0,0 0-15 15,0 0 3-15,0 0-29 0,0 0-28 0,0 0-23 16,0 0-105-16,0 0-271 0,0 0 120 0</inkml:trace>
  <inkml:trace contextRef="#ctx0" brushRef="#br0" timeOffset="9276.24">11128 5482 47 0,'-5'-9'164'0,"0"0"9"0,1 0-8 15,0-1-11-15,1-6 3 0,-1 7 3 16,0-1-11-16,1 2 4 0,2 1-3 0,1 7-9 16,-4-12-11-16,3 6-13 0,1 6-15 0,0 0-14 15,-3-10-12-15,3 10-6 0,0 0-9 0,0 0-6 16,0 0 0-16,4 32-1 0,-2-13-5 0,-2 6 3 0,-4 4-7 15,1 0-1-15,2 2-3 0,-4-2-4 16,1 3-4-16,-2-4-1 0,2 1-5 0,0-3-2 16,4-9-2-16,-5 3-2 0,1-5 0 0,1-1-2 15,2-3-4-15,-2 0 4 0,3-1-6 0,-1-4-2 16,1-6-1-16,0 12 3 0,0-12-3 0,0 9 4 0,0-9-1 16,0 0 5-16,5 4 1 0,-5-4 2 15,12-3-6-15,-12 3 4 0,20-5-5 0,-7 0-4 16,4-1-6-16,1 0 1 0,1 1 1 0,1-2-6 15,5-2-20-15,3 3-16 0,-8 0-27 0,0 2-29 0,2 0-32 16,-3 2-28-16,10-1-42 0,-10 1-42 0,-5 2-135 16,-3-1-401-16,2-1 177 0</inkml:trace>
  <inkml:trace contextRef="#ctx0" brushRef="#br0" timeOffset="9666.43">11541 5557 196 0,'0'-5'197'16,"0"5"-13"-16,0 0-15 0,0 0-19 0,0 0-12 0,0 0 6 15,0 0 7-15,0 0 2 0,9 18-1 0,-8-3-13 16,2 2-11-16,-1 0-10 0,-1 1-6 0,1 0-9 16,-1 0-9-16,1-2-8 0,4 2-6 0,-6-5-7 15,2-1-6-15,-2 1-7 0,0-2-6 0,2 0-6 16,-1-1-2-16,-1-2-5 0,1-1-1 0,-1-7-1 15,3 10-3-15,-3-10 1 0,0 9 6 0,0-9 1 16,0 0 9-16,0 8 1 0,0-8 5 0,0 0-2 16,0 0-4-16,0 0-1 0,0 0-11 0,0 0-6 15,0 0-4-15,0 0-2 0,0 0-4 0,6-22-2 16,-3 12-2-16,8-3-8 0,0 0-8 16,0-3-4-16,5 2-4 0,-3 0 0 0,3 0-5 0,-2 3 2 15,4 3 1-15,-1 1-2 0,0 0 8 0,-4 4-7 16,-2 3 1-16,1 0-1 0,-2 0 1 0,4 3-1 15,-5 3-1-15,2-1-2 0,-3 3 5 0,2 1 4 16,-4-1-18-16,1 3-26 0,-3-3-23 0,0 4-37 16,-3-2-36-16,-1 4-45 0,3-2-51 0,-3 1-232 15,0-4-505-15,-3 0 225 0</inkml:trace>
  <inkml:trace contextRef="#ctx0" brushRef="#br0" timeOffset="13926.96">13151 4317 93 0,'0'0'155'0,"7"-6"-3"0,-7 6-1 0,2-6-7 15,-2 6-13-15,4-4-15 0,-4 4-13 0,0 0-11 16,0 0-9-16,0 0-3 0,0 0-9 0,16 9-5 16,-13-3-6-16,1-1 2 0,0 8-15 0,0-2 6 15,0 3-13-15,-2-3 2 0,2 4 2 0,-1-4-4 16,-1 5-4-16,0 1-1 0,0-5-2 0,-2 0-6 16,2-1 0-16,0-1-3 0,-2-2-3 0,0-1-1 15,0-7-1-15,0 12-6 0,0-6 4 0,0-6-3 16,2 7 6-16,-2-7 6 0,0 0 10 0,0 9 10 15,0-9 9-15,0 0 3 0,0 0-1 0,0 0-6 16,0 0-3-16,0 0-10 0,0 0-2 0,0 0-3 16,1-25-2-16,3 12-11 0,-1 1 3 0,3-4-5 15,-1 1 1-15,3-2-8 0,1 1 1 0,1-1-2 16,-1 0 0-16,4 1-6 0,3 2 0 0,-1 1-1 16,3 2 1-16,-3 4-4 0,0 0 1 0,-2 5-7 15,-1-1 5-15,1 3-2 0,-1 5 4 0,-2 2-1 16,1 3 1-16,1 3-2 0,-1-1 4 0,-2 5-1 15,0-4 2-15,-4 6 0 0,1-3 0 0,-1 3 1 16,-3-2-1-16,2 2 1 0,3-2-1 0,-2 3-8 16,-3-2-35-16,2-3-32 0,-1 1-38 0,3-5-41 15,-2 2-44-15,0-3-17 0,0 2-129 0,-2-4-366 16,5 1 162-16</inkml:trace>
  <inkml:trace contextRef="#ctx0" brushRef="#br0" timeOffset="14150.24">13706 4635 74 0,'0'0'169'0,"9"-7"-1"0,3 2-5 0,-6 2-7 0,3-3-5 16,2 1-6-16,-2-3-9 0,0 2 5 0,0-4-11 16,5-1-5-16,-6 3-2 0,1-2-6 0,1 0-8 15,-4 0-6-15,1-1-9 0,3 1-4 0,-6-2-8 16,0 2-4-16,-2 1-5 0,3 3 8 0,-3-2-10 15,0 3 0-15,-2 5-2 0,4-10-10 0,-4 10-5 16,0-5-10-16,0 5-6 0,0 0-2 0,0 0-7 16,0 0 0-16,-9 19-2 0</inkml:trace>
  <inkml:trace contextRef="#ctx0" brushRef="#br0" timeOffset="15037.87">13845 4556 23 0,'0'0'137'0,"0"0"-15"15,1-17 7-15,-1 17-14 0,2-15-5 0,-2 15-6 16,2-17 0-16,-2 17 1 0,0-11-4 0,0 11-5 15,0-11-11-15,0 11-1 0,0 0-6 0,2-11-4 16,-2 11-5-16,0 0-3 0,0 0-7 0,0 0-12 16,2-10 1-16,-2 10-12 0,0 0 1 0,0 0-11 15,0 0 1-15,0 0-3 0,0 0-5 0,0 0 6 16,0 0 1-16,0 0 4 0,-8 37-3 16,2-25-1-16,4-1-1 0,-2 4 0 0,-1 2-3 15,3-5 4-15,0 0-10 0,0 4 4 0,0-4-5 0,2 3 1 16,0-3-2-16,2 0-3 0,2-2-3 0,0 1 1 15,3-2-1-15,0-1 0 0,0 0 2 0,2-3-8 16,7 4-11-16,-3-5-23 0,0-1-28 0,1 1-39 16,4-1-36-16,-2-3-45 0,-3 0-117 15,-13 0-321-15,27-7 142 0</inkml:trace>
  <inkml:trace contextRef="#ctx0" brushRef="#br0" timeOffset="15382.42">14106 4232 1331 0,'2'-13'35'0,"0"-5"-8"0,0 6 5 16,1 2-5-16,-2 1-10 0,0-1-5 0,1 3-4 16,1 0 0-16,1 1-6 0,3 0 13 0,-3 1 11 15,1 0-6-15,-1 1-1 0,-4 4 4 0,12-3-6 16,-12 3-2-16,12 0 4 0,-3 3 5 15,-3 1-2-15,3 3 5 0,-3 2-1 0,1 1 2 0,0 5-2 16,-5-1 5-16,0 5 0 0,-2 0 3 0,-2 0 3 16,-6 0-4-16,-2 4 5 0,1-5-2 15,1-3-5-15,-2 2 1 0,1-3-1 0,1-3 0 16,0-1-8-16,5-4 1 0,-1 1-2 0,2-1-6 16,2-6 0-16,-4 10-1 0,1-7-2 0,3-3 4 15,0 0-2-15,0 11-1 0,0-11-9 0,9 6-7 0,-2-4-14 16,11-2-20-16,9-2-20 0,1 0-41 0,7-2-17 15,-1 2-36-15,1-1-38 0,-5 2-94 0,3 1-306 16,-5 2 135-16</inkml:trace>
  <inkml:trace contextRef="#ctx0" brushRef="#br0" timeOffset="15863.88">13136 5223 114 0,'-23'1'138'0,"9"2"4"15,1-2-3-15,-1-1-1 0,5 1-12 0,3-1-14 16,6 0-13-16,-7 4-4 0,7-4-4 0,0 0-2 15,36 2-1-15,0-3-9 0,24 1 2 0,3-3-7 16,34-3-4-16,1-1 2 0,2-1-8 16,-6-1 9-16,-1-3-6 0,-27 8-4 0,-2-1-6 0,1-1-3 15,-9 1-4-15,-2 2-6 0,-5 0-2 0,-11 1-7 16,-3-2-2-16,-4 0-5 0,2 4-3 0,-3-3-1 16,-13 3-3-16,-5-1-6 0,1 1-13 0,-5-2-16 15,0 2-32-15,-8 0-22 0,13 0-14 0,-13 0-29 16,7 4-28-16,-7-4-32 0,0 0-132 0,0 0-327 15,-15 12 146-15</inkml:trace>
  <inkml:trace contextRef="#ctx0" brushRef="#br0" timeOffset="16878.77">13780 5461 76 0,'0'0'139'0,"-1"-14"0"16,1 14-1-16,0-8-6 0,0 8 1 0,0-8 2 0,0 8 4 15,0 0-3-15,-2-8-6 0,2 8-5 16,0 0-10-16,0 0-9 0,0 0-13 0,0-10-11 15,0 10-11-15,0 0-11 0,0 0-7 0,0 0-3 16,0 0-5-16,0 0 2 0,0 0 1 0,0 28 3 0,-2-19-2 16,4 4-4-16,-2 4 0 0,0 2 2 15,2-3-1-15,-4 2-4 0,2 0-4 0,-2-1 0 16,2 0-6-16,0 0-1 0,0-1-2 0,0 0-6 16,0-3 2-16,0 0-4 0,0 0-5 0,0 0 2 0,0-1 0 15,0-1-2-15,-4 0-8 0,4 0-20 0,0 0-34 16,-2 0-21-16,0-1-27 0,-1 0-33 0,-1-1-37 15,0-2-39-15,-4 1-151 0,0-3-382 16,1-1 170-16</inkml:trace>
  <inkml:trace contextRef="#ctx0" brushRef="#br0" timeOffset="17079.43">13679 5473 48 0,'11'0'140'16,"1"0"-10"-16,0 2-3 0,1 1-7 0,6-1-3 16,-1 1-8-16,3 1-5 0,0 0-15 0,7 4-2 15,-3-2-15-15,2 3-6 0,0-2-11 16,-10-1-21-16,2 1-33 0,-2 1-16 0,-5-3-34 0,5 4-32 16,-5-2-28-16,-1 0-66 0,-5-2-188 0,0-2 83 15</inkml:trace>
  <inkml:trace contextRef="#ctx0" brushRef="#br0" timeOffset="17294.18">14034 5427 169 0,'2'-9'195'0,"-2"9"4"0,-2-12-5 0,2 12-9 0,0-7-18 16,0 7-20-16,0 0-10 0,0-10-21 15,0 10-11-15,0 0-8 0,0 0 5 0,0 0-8 16,7 34-3-16,-5-15-6 0,2 5-12 0,-4 2 0 0,0 1-9 15,-2 1-4-15,-2 1-7 0,2-1-5 0,-3-1-4 16,3-2-15-16,-3-5-21 0,2 0-21 16,1-1-23-16,0 0-35 0,-2-3-41 0,2 0-35 0,2-4-41 15,0-1-140-15,0-4-356 0,0-1 158 0</inkml:trace>
  <inkml:trace contextRef="#ctx0" brushRef="#br0" timeOffset="17507.3">14196 5566 147 0,'2'-6'214'0,"-2"6"-25"0,2-7-13 0,-2 7-4 0,0 0-7 15,0 0-9-15,0 0 8 0,11 14 1 0,-6-5-16 16,-5 3-13-16,3 4-12 0,-1 1-13 16,-1 2-8-16,2 0-12 0,-1-1-9 0,0 1-7 0,0-1-5 15,1 0-18-15,-1-3-20 0,2 2-18 0,-4-1-26 16,2-5-24-16,1 0-35 0,0 1-39 0,-2-2-29 15,-2 0-19-15,1-3-33 0,0-7-121 0,-10 13-338 16,6-10 150-16</inkml:trace>
  <inkml:trace contextRef="#ctx0" brushRef="#br0" timeOffset="17720.14">14277 5543 10 0,'15'-6'164'0,"-1"4"-1"15,1 0-5-15,2 3 1 0,0 3 7 0,-1 4-4 16,1 2-13-16,-4 2-9 0,0 2-8 0,-2 2-12 16,3 7-5-16,-6-6-8 0,0 8-8 0,-5-7-9 15,0 1-6-15,-6 6-13 0,-3-6-4 0,-4 4-8 16,-2-1-1-16,-7 0-11 0,-2-1-8 0,-4-3-27 16,0-1-24-16,0-3-22 0,-3 0-36 0,0-4-37 15,0-1-52-15,-1 0-173 0,-2-4-359 0,4-2 159 16</inkml:trace>
  <inkml:trace contextRef="#ctx0" brushRef="#br0" timeOffset="18689.3">25117 4725 125 0,'0'0'184'0,"-4"-7"-18"0,4 7-18 0,0 0-11 16,0 0-21-16,0 0-10 0,0 0-13 0,0 0 5 16,0 0 10-16,0 0-5 0,-9 24 0 0,5-7 0 15,-1 1-27-15,1 7 2 0,-2 1-12 0,1 2-4 16,0 1-6-16,3 0-5 0,-1-3-9 0,-1 0 1 15,3 0-5-15,0 0-1 0,-1-7-3 0,2 0-6 16,-3 2 1-16,2-5-7 0,1 2 0 0,-1 2-1 16,1-4-5-16,0 1-12 0,0-1-13 0,0-3-28 15,1-1-24-15,0 4-23 0,-1-5-26 0,0-1-26 16,0 0-32-16,-1-1-117 0,1-9-309 0,-5 10 136 16</inkml:trace>
  <inkml:trace contextRef="#ctx0" brushRef="#br0" timeOffset="18942.47">25192 4737 29 0,'17'-6'128'16,"-2"0"-12"-16,-2 5-10 0,1-2-12 0,-2 5 1 15,-2 0-13-15,-1 4-12 0,0-3 3 0,-3 8-8 16,1 0-10-16,-6 3 2 0,1 2-8 0,-4 4 1 15,-1-1-7-15,-2 0 5 0,-4 5-12 0,0 0 3 16,-6-2-7-16,2-5 0 0,-5 3-8 0,0 0 6 16,-3-2-13-16,6-5-1 0,-3-1 14 0,0 1-14 15,2-4-15-15,-5 1-24 0,6-3-11 0,3 0-30 16,2-1-24-16,-1-2-30 0,3 3-67 0,-2-2-199 16,5-3 88-16</inkml:trace>
  <inkml:trace contextRef="#ctx0" brushRef="#br0" timeOffset="19294.32">25309 5264 147 0,'0'0'134'16,"2"14"20"-16,-2-14-10 0,0 17-17 0,0-17-8 15,-2 12-8-15,2-12-7 0,-2 14-6 0,2-14-6 16,0 8-6-16,0-8-5 0,-2 8-4 0,2-8 8 15,0 0 1-15,0 0 3 0,2 8 2 0,-2-8-5 16,0 0-7-16,0 0-13 0,0 0 3 0,0 0-14 16,9-17 0-16,-5 7-8 0,0 1-12 0,1-1-4 15,2-1 3-15,4-1-9 0,-3-1-3 0,6 0-2 16,-6 1 1-16,4 2-5 0,2 0-1 0,-3 3-5 16,1 1-1-16,-5 3-4 0,4 0 1 0,0 0-6 15,-4 3 0-15,-7 0-3 0,17 3 3 0,-7 2 3 16,-2 2 2-16,-1 0-2 0,0 2-2 0,-2 2-2 15,-1 3 5-15,-1 2-4 0,1 1-1 0,-4-2-2 16,4 3-10-16,-6-5-15 0,0 2-22 0,2 2-22 16,0-1-13-16,2 0-32 0,-2-4-30 0,2 0-42 15,-2-3-118-15,0 1-332 0,0-10 148 0</inkml:trace>
  <inkml:trace contextRef="#ctx0" brushRef="#br0" timeOffset="19577.12">25751 5296 48 0,'0'0'167'0,"0"0"-15"0,0 0-13 15,0 0-9-15,0 0-6 0,0 0-9 0,-13 15-11 16,13-15-8-16,-2 12-7 0,2-4-6 0,0-8-8 16,5 10-3-16,-1-5-6 0,2-1-3 0,-2 1-11 15,4-1 0-15,1 0-3 0,1-2 1 0,0-1-5 16,3 0 2-16,-2-3-3 0,3 0 5 0,-5-2-4 15,2-2 10-15,-1 3-5 0,-2-5 9 0,-4 0-11 16,3-2 2-16,-5 0-10 0,-2 0-2 0,0-2-7 16,-2-2-6-16,-2 4-6 0,-1-7-4 0,1 3-11 15,-4 2-3-15,2 3-9 0,0-1-19 0,3 5-21 16,-1-1-30-16,-2 2-38 0,6 4-36 0,-5-6-11 16,5 6-138-16,0 0-324 0,0 0 144 0</inkml:trace>
  <inkml:trace contextRef="#ctx0" brushRef="#br0" timeOffset="19736.91">26304 5166 25 0,'9'0'118'0,"0"-2"-17"0,-2 1-20 15,3-1-26-15,-10 2-23 0,13 2-26 0,-7-1-9 16,-6-1-25-16,6 6-37 0,-3-1-70 0,-3-5 31 15</inkml:trace>
  <inkml:trace contextRef="#ctx0" brushRef="#br0" timeOffset="19862.97">26250 5293 2 0,'0'0'115'0,"0"0"-8"0,12 13-9 15,-12-13-9-15,17 4-6 0,-3-3-17 0,3 2-9 16,12-3-32-16,1-4-56 0,1 3-72 0,1-2-109 15,-1-1 49-15</inkml:trace>
  <inkml:trace contextRef="#ctx0" brushRef="#br0" timeOffset="20298.9">27422 5019 2390 0,'5'-17'-35'0,"-2"0"69"0,-2 0-3 0,-1 5 7 16,1 1 2-16,-1 4 0 0,2 0-10 0,-2 7-11 16,0-10-10-16,0 10 2 0,0 0-3 0,4-7-3 15,-4 7-3-15,0 0 5 0,0 0-4 0,7 27 0 16,-3-9 0-16,-2 1 5 0,6 5-2 0,-4 1-1 16,0-6-1-16,1 5 1 0,-3-5-3 0,0-1 2 15,2 0-1-15,-1-1 2 0,-1 0 1 0,-2-7-3 16,3 1-1-16,-3 0 4 0,2-3-1 0,-2-2 1 15,0-6 0-15,0 10 2 0,0-10 1 0,0 0 10 16,0 0-1-16,-5 6 2 0,5-6-4 0,0 0-2 16,0 0 3-16,0 0 0 0,-9-19-1 0,7 8-1 15,0 0-4-15,4-5-2 0,0 5-3 0,2-8-1 16,1 3 2-16,0 0-2 0,2-3-1 0,3 2 0 16,-1 1-2-16,1 0-2 0,3 3 0 0,-1-2-1 15,-1 4-3-15,0 4 1 0,-2 0-1 0,0 1 6 16,0 4-5-16,4-1 2 0,-4 3-7 0,-2 3 2 15,2-1 0-15,1 4 2 0,0 1 2 0,-1 1 0 16,2 5 0-16,-4 1-2 0,-1 1-8 0,-1 0-15 16,-1 4-32-16,0-2-31 0,-2 3-49 0,0-1-42 15,-2-2-33-15,-2 8-147 0,0-8-392 0,-2 0 174 16</inkml:trace>
  <inkml:trace contextRef="#ctx0" brushRef="#br0" timeOffset="20590.64">27851 5346 164 0,'16'-12'202'0,"1"-1"-3"0,2-3 1 15,0 3-11-15,-2-5-9 0,2-2-8 0,-5 7-18 16,1-3-15-16,2-1-10 0,-3 1-13 0,-1 2-3 16,-1-1-10-16,0-1-6 0,-2 3-10 0,-1 3 4 15,-3 0 1-15,-3 2-6 0,2 0-4 0,-2 1-3 16,-1 1-7-16,1 0-7 0,-3 6-10 0,5-7-7 15,-5 7-9-15,0 0-8 0,0 0 3 0,0 0-6 16,0 0-3-16,0 0-4 0,-8 23-4 0,3-13 2 16,0 2-5-16,1-2 3 0,0 5-5 0,0-4 1 15,2 2-2-15,2 1 1 0,0-1-5 0,2-1-6 16,5 1-12-16,-2-3-15 0,4 3-27 0,1-3-32 16,4 0-47-16,2 0-40 0,2-3-39 0,4-2-35 15,-3-2-135-15,-2-1-411 0,4-3 183 0</inkml:trace>
  <inkml:trace contextRef="#ctx0" brushRef="#br0" timeOffset="20768">28193 4781 132 0,'-5'-6'186'0,"5"6"-13"0,-5-6-22 16,5 6-17-16,-4-6-16 0,4 6-10 0,0 0-15 15,0 0-16-15,0 0-30 0,0 0-43 0,0 0-41 16,12 18-51-16,-1-6-95 0,-3-3-199 0,6 0 88 16</inkml:trace>
  <inkml:trace contextRef="#ctx0" brushRef="#br0" timeOffset="21052.79">28685 4630 101 0,'6'-3'159'0,"2"1"-17"15,-8 2-10-15,12 0-6 0,-6 5-7 0,-6-5-12 16,13 10-4-16,-8-3-2 0,0 3-5 0,-2 2-11 16,-2 1-6-16,-1 3-1 0,-1 4-6 0,-3-2-6 15,-4-1-8-15,3 0-3 0,-2 2-4 0,0-3 0 16,2-2-5-16,0-3-1 0,-1 1-5 0,2-3-1 15,-2 0-8-15,3 0-1 0,0 0-5 0,2-2 1 16,1 1-3-16,0-8-1 0,4 15-2 0,2-8-1 16,1 2-1-16,5-2-4 0,10 0-24 0,7-2-28 15,4 2-35-15,2-4-60 0,-1 1-189 0,0-1-347 16,-2 0 154-16</inkml:trace>
  <inkml:trace contextRef="#ctx0" brushRef="#br0" timeOffset="21352.21">27335 5576 81 0,'-3'2'226'0,"3"-2"-21"15,29 0-22-15,12 0-17 0,20-4-14 0,34-6-18 16,1 0-9-16,5 2-9 0,-5-1-11 0,6 1-3 16,-8 3-11-16,5-3-6 0,-2 3-11 0,-33 2-10 15,-1 0-5-15,-5 2-14 0,-4-2-9 0,-17 1-15 16,-3 2-19-16,-4 0-18 0,-7-3-13 0,-4 3-9 16,-6-1-6-16,-3 1-6 0,-2-2-11 0,0 1-23 15,-8 1-13-15,0 0-25 0,8-3-23 0,-8 3-86 16,0 0-251-16,0 0 111 0</inkml:trace>
  <inkml:trace contextRef="#ctx0" brushRef="#br0" timeOffset="21754.41">27546 5921 28 0,'5'-6'219'16,"-1"2"-22"-16,-4 4-7 0,4-6-18 0,-1 3-16 0,-3 3-12 16,0 0 0-16,0 0 1 0,0 0-3 15,0 0 3-15,0 0-6 0,-2 22-7 0,0-10-9 16,-7 5-12-16,3 0-9 0,-2 6-2 0,-1-7-15 16,2 2-9-16,0 0-8 0,0 0-3 0,1 1-9 15,1-4-5-15,-1 2-12 0,1-6-16 0,3 2-25 16,1-1-27-16,-3-5-35 0,2 4-35 0,0-4-25 15,2-7-40-15,0 8-33 0,0-8-166 0,0 0-392 16,0 0 174-16</inkml:trace>
  <inkml:trace contextRef="#ctx0" brushRef="#br0" timeOffset="21920.72">27483 5961 128 0,'0'0'178'0,"11"-2"-23"0,-11 2-15 15,13 1-7-15,-1 0-17 0,1-1-9 0,4 4-14 0,2 0-9 16,0-1-6-16,3 2-9 0,-2 2-21 16,2-2-22-16,4 5-36 0,-7-4-35 0,2 0-43 15,6 2-114-15,-10-2-220 0,2-3 98 0</inkml:trace>
  <inkml:trace contextRef="#ctx0" brushRef="#br0" timeOffset="22115.78">27912 5878 65 0,'0'-9'244'0,"0"1"-11"0,0 8-6 16,0-11-18-16,0 11-21 0,0-9-22 0,0 9-18 15,0 0-16-15,0 0-18 0,0 0-11 0,0 0-8 16,0 0-3-16,0 0-7 0,4 23-3 0,1-10-7 16,-7 3-8-16,2 2-6 0,-3 2-6 0,3-1-16 15,0 7-16-15,0-7-26 0,-2 0-30 0,4 8-35 0,-2-8-42 16,0-1-35-16,0 1-39 0,6-2-143 0,-5-6-354 15,2 1 157-15</inkml:trace>
  <inkml:trace contextRef="#ctx0" brushRef="#br0" timeOffset="22315.83">28161 6043 46 0,'5'-5'263'0,"-5"5"-26"0,5-7-20 16,-5 7-22-16,4-6-17 0,-4 6-16 0,0 0-11 15,0 0-5-15,0 0 3 0,0 0-12 0,0 0-11 0,-2 29-11 16,2-15-7-16,-2 3-12 0,-2 0-8 0,-2-1-16 16,6-2-7-16,-2 3-23 0,0 0-22 0,2-6-24 15,0 1-37-15,-1 3-24 0,1-4-34 16,1 1-42-16,-1-1-34 0,0-2-173 0,-1-2-377 16,1-7 166-16</inkml:trace>
  <inkml:trace contextRef="#ctx0" brushRef="#br0" timeOffset="22533.73">28245 6001 64 0,'18'-4'180'0,"3"0"-5"0,-2 6-1 0,-6-1-15 16,1 2-14-16,-1 4-1 0,-2-3-13 15,-1 8-5-15,-4 0-3 0,0 3-9 0,-4 3-8 16,-3-2-7-16,-4 3-8 0,-7 4-9 0,-3 1-7 0,-4-1-8 15,-4-2-6-15,-5 0 0 0,1-3-17 0,0 0-14 16,0-3-26-16,2-1-33 0,-1-2-42 16,1-1-46-16,5-2-40 0,1-2-157 0,0-3-340 15,1-1 151-15</inkml:trace>
  <inkml:trace contextRef="#ctx0" brushRef="#br0" timeOffset="23075.07">25043 4549 25 0,'0'-6'149'15,"0"6"-19"-15,-3-9-16 0,3 9-10 0,0 0-9 16,0 0 2-16,-28 22-9 0,13 0-4 0,-5 2-2 16,-1 6-5-16,1 12 5 0,-1 3-13 0,3 5 0 15,3-1-4-15,3 6 0 0,1 2 9 0,3 2 4 16,1 0-12-16,-5 20-6 0,6-21-4 0,1 0 2 15,2 24-7-15,0-24-6 0,3-2-3 0,0 1-2 16,3-1-2-16,0-1-6 0,2-2-2 0,1-5-1 16,4 4-3-16,1-4-1 0,2-2-4 0,6-1-2 15,0-2-10-15,-3-12-10 0,11 9-19 0,0-2-18 16,-4-7-34-16,-1-5-30 0,3-2-28 0,1-2-29 16,2-1-120-16,-1-3-302 0,2-6 134 0</inkml:trace>
  <inkml:trace contextRef="#ctx0" brushRef="#br0" timeOffset="23880.08">26065 4492 11 0,'59'-8'95'0,"38"-10"1"0,11 4-14 16,9 3 2-16,11-2-10 0,1 0 2 0,1 0-3 15,8 2 0-15,3 1-8 0,5-1 1 0,5 4-24 16,2-3 9-16,-5 2-7 0,-4 1-3 0,3 3-6 16,-4 0 1-16,-2 4-3 0,-6-2-3 0,-8 2-14 15,-3 0 7-15,-8-1-4 0,-10 4 11 0,-1-2-10 16,-9 1 6-16,-2 3 0 0,-30-1-1 0,-1 0-2 16,-2 1-4-16,-2 0 2 0,-5 0-12 0,-6 2 1 15,-10-2 4-15,-6 1-13 0,-3 0 9 0,-7-3 1 16,-2 2 1-16,-3-2-4 0,-1 1 3 0,-4 1-4 15,2 0 9-15,-3-1-2 0,0 3-6 0,1-3 6 16,-1 5 6-16,-1-1-1 0,4 3-1 0,-1 2-3 16,-1-1 3-16,-1 1-4 0,-2 4 7 0,2 6-1 15,-2 2-8-15,-1-1 6 0,-3 4-3 0,-1 1-3 16,-2 0 6-16,-1 3-1 0,-4 1 4 0,1 2-3 16,1 10 8-16,-3 1 3 0,0-10-2 0,-1 16 2 15,-2-4-1-15,-1-3-1 0,2 2 2 0,-3 2-1 16,0-3-2-16,1 2-1 0,-4 6 3 0,3-2 1 15,2 3-12-15,2 0 4 0,1 3 3 0,-1 0-3 0,2 0-1 16,2-2 2-16,-2-2-5 0,-1 0-1 16,-1-4-4-16,-1-3 0 0,-3 1-4 0,1-2 10 15,2-13-6-15,-4 14 0 0,1-14-3 0,-3-1-4 16,-12 10 1-16,9-11-5 0,-2-1 2 0,-3-1-6 16,-3-1 2-16,0-1-2 0,-3 0-7 0,-10 7-2 15,8-9-5-15,-14 2-1 0,8-7 1 0,-11 1-2 0,-4 6 0 16,-2-11 7-16,-3-3-5 0,0 1 2 15,-5-2 1-15,-5-1 1 0,-28 2 0 0,25-5-5 16,-27-2-1-16,-2-3 2 0,-5-1 0 0,-1-2 2 16,-7 0-1-16,-1 0 5 0,-6-3-1 0,-4 1 5 0,-8 0 1 15,-5 1 2-15,-5-1 2 0,4 1 2 16,-12 2 2-16,7-1 17 0,-5 5-1 0,3-1 4 16,-1 0 4-16,8 2-4 0,5 3-2 0,5-2-4 15,11 2 7-15,6-2-3 0,11 2-11 0,31 0-7 16,0-2-17-16,2 2-36 0,7-4-23 0,4 1-19 0,16-2-30 15,0-2-33-15,3 0-129 0,1-2-307 16,3-1 137-16</inkml:trace>
  <inkml:trace contextRef="#ctx0" brushRef="#br0" timeOffset="27505.84">15205 4583 1679 0,'-1'-15'-13'0,"-6"-3"10"0,2 2 40 0,-1 6-33 15,3-3 19-15,1 8 3 0,-1-3 2 0,3 8-5 16,-5-9-10-16,4 4-1 0,1 5-3 0,0 0 3 16,-5-7-7-16,5 7-1 0,0 0 1 0,0 0 6 0,0 0 6 15,-14 26 13-15,7-8 2 0,2 7 2 16,-2 2 2-16,1 4-2 0,2 2-4 0,-2 11-1 16,1-10 5-16,2 2 2 0,3 11-3 0,-5-2 2 15,3-10-5-15,0 0 4 0,-1-1-2 0,-1 0-4 16,-1-1 4-16,2 3-5 0,-2-3-2 0,1 1 1 0,0-2-1 15,-2 1-4-15,3-1-2 0,1 0-3 0,-2 15 1 16,2-12 6-16,2-2 0 0,0 13-1 16,2-11 3-16,-2-2-6 0,2 2-2 0,1-3 1 15,1 2-4-15,0 0 1 0,3-2-1 0,-2 0-3 0,3 0-1 16,-3-4 2-16,4 1-2 0,0-5 2 16,-4-5-4-16,0-1 0 0,-2-1-4 0,2-2-5 15,1-3-8-15,-3-1-7 0,2-1-14 0,0 0-9 16,-1-2-15-16,-1-2-16 0,-2-1-22 0,-1-5-23 15,8 7-26-15,-2-7-36 0,-6 0-33 0,18-6-107 0,-9-2-342 16,0-1 151-16</inkml:trace>
  <inkml:trace contextRef="#ctx0" brushRef="#br0" timeOffset="27931.2">15478 5278 1446 0,'-7'-9'36'0,"2"-1"-30"15,1 2 15-15,-1-1-6 0,2 4 1 0,3 5 1 16,-5-12-15-16,5 12 8 0,-5-7-2 0,5 7 9 16,-3-4-2-16,3 4 5 0,0 0-6 0,-1-10 2 15,1 10-1-15,0 0-3 0,9-9-6 0,-3 3 8 16,2 0-7-16,0 1 0 0,3-3 1 0,-1 2 0 15,1 1-4-15,-1-1 5 0,0-1-5 0,-1 0 1 16,1 2-1-16,-1-4 2 0,-2 1-5 0,0 0 9 16,1 1-7-16,-2 0 8 0,-3 1 2 0,-1 0-2 15,1-2-1-15,0 3 1 0,-2-2-5 0,-1 7 6 16,3-13-4-16,-3 5 2 0,0 8 4 0,0-9-2 16,0 9 2-16,0 0-6 0,-4-8 1 0,4 8-2 15,0 0 3-15,0 0 5 0,0 0-6 0,-17 12 0 16,8-2 1-16,0 3-4 0,1 1 0 0,2 3 1 15,0-1 1-15,1 0-5 0,2-1 10 0,3 2-8 16,1-2 0-16,2 2 3 0,2 0 1 0,4-3-5 16,0 2-16-16,4-3-21 0,1 1-22 0,1-4-39 15,4-2-32-15,0-1-25 0,1-2-115 16,-3-1-288-16,1-4 127 0</inkml:trace>
  <inkml:trace contextRef="#ctx0" brushRef="#br0" timeOffset="28124.33">15838 5084 89 0,'0'0'137'0,"0"0"-6"0,0 0-9 0,0 0 6 0,0 0-12 16,0 0-2-16,17 16-5 0,-10-9-6 0,1 0-13 16,0 3-5-16,1-2-14 0,2 1-4 0,1 1-4 15,-1-1-9-15,-1-1-28 0,0 1-3 0,0-3-19 16,-1 2-24-16,3-2-34 0,-2-1-34 0,-1 1-18 15,0-4-105-15,-9-2-228 0,10 4 100 0</inkml:trace>
  <inkml:trace contextRef="#ctx0" brushRef="#br0" timeOffset="28284.33">16077 5067 75 0,'0'0'164'0,"-4"-11"-13"0,4 11-2 15,-4-9-16-15,4 9-6 0,-4-4-17 16,4 4-10-16,0 0-8 0,-19 10-2 0,7 3-3 0,-2 2-7 15,-2 4-11-15,3-2-7 0,-4 3-8 0,1 4-4 16,0 0-27-16,5-7-25 0,3 1-41 0,0-3-36 16,3 0-25-16,-1 1-128 0,4-5-250 15,-1 1 110-15</inkml:trace>
  <inkml:trace contextRef="#ctx0" brushRef="#br0" timeOffset="28530.49">16286 4904 131 0,'1'-5'209'0,"-1"5"-19"0,2-10-21 0,-2 10-24 16,0 0-11-16,2-4-13 0,-2 4 0 0,0 0 1 0,7 30-6 16,-6-11-2-16,3 11-5 0,-2-2-9 15,1 1-15-15,-2 0-3 0,2 0-9 0,-1-1-2 16,-1-1-10-16,2-2-4 0,0 1-9 0,-1-7-3 15,-1 1-3-15,2-1-7 0,-2-2-25 0,2 1-22 16,-3-1-29-16,1-1-51 0,-1-4-14 0,1-3-37 0,-1-9-21 16,-1 13-142-16,1-13-331 0,-5 8 147 15</inkml:trace>
  <inkml:trace contextRef="#ctx0" brushRef="#br0" timeOffset="28730.23">16433 5024 100 0,'8'1'122'0,"-8"-1"-4"0,16 6 2 16,-6-3-6-16,-2 3-4 0,0 1-17 15,0 2-6-15,-2 0-1 0,-1 1-8 0,-1 0 0 16,-3 3-12-16,-1-2-5 0,-1 1 1 0,-2-1-19 16,-3-1 7-16,-2 1-4 0,-3 0-11 0,-3 2-11 15,-2-3-20-15,2 0-25 0,-2-2-42 0,-1 1-43 16,-1-2-113-16,-1-1-235 0,5-4 104 0</inkml:trace>
  <inkml:trace contextRef="#ctx0" brushRef="#br0" timeOffset="29777.17">17296 4515 61 0,'0'0'189'0,"1"-7"-17"15,-1 7-13-15,0 0-18 0,2-7-13 0,-2 7-15 16,0 0-10-16,0 0-14 0,0 0-7 0,0 0 1 16,0 0 10-16,-3 41 0 0,-6-13-1 15,2 7-7-15,-3 12-2 0,-1 3-21 0,-1 3-2 0,2 0-3 16,1 2-7-16,0-4-2 0,3-2-5 16,0-3-4-16,3-14-2 0,1 0-3 0,2 3-3 15,2-2-2-15,-1-4-1 0,4 2-1 0,0-4-4 16,2 2-2-16,4-1 0 0,-2-4 1 0,3-2-4 15,-1-3-2-15,2 1-13 0,-2-4-9 0,2 0-33 16,0-3-25-16,2-1-34 0,1-3-27 0,0-1-41 0,-4-2-158 16,0-1-349-16,5-1 156 0</inkml:trace>
  <inkml:trace contextRef="#ctx0" brushRef="#br0" timeOffset="30160.54">17633 4942 100 0,'5'-4'168'16,"-5"4"-16"-16,10-5-15 0,-1-1-11 0,3 0-13 16,5 0-8-16,2-3-6 0,6-1-14 0,-2-3-5 0,3 0-12 15,1 2-4-15,-8-1-6 0,5-3-7 16,-7 3-2-16,-1 0-10 0,0-1-4 0,-2 0 1 15,-4 0-6-15,-1-3-3 0,1 0 3 0,-4 0-6 16,-3 0 9-16,-2-1-3 0,-2-1-6 0,-2 4 5 0,0 1 5 16,-4 4 13-16,2-2-4 0,-1 2-4 0,-3 0 3 15,-1 6-9-15,-1 0-8 0,-1 3 0 16,-2 3 0-16,1 3-9 0,-5 2 8 0,-3 10-6 16,1 1 6-16,1 5-4 0,-2 1 0 0,3 2 1 15,6-3-4-15,0 4 1 0,2-2-1 0,3-1-2 0,4 2-2 16,1-8 1-16,5 0 5 0,-1-1-7 0,4 0 2 15,8 3 3-15,-2-6-2 0,4-1-5 0,2-2-14 16,8 2-28-16,1-4-29 0,4-2-44 0,0-6-46 16,2 2-39-16,-2-3-125 0,1-2-341 15,-3-1 152-15</inkml:trace>
  <inkml:trace contextRef="#ctx0" brushRef="#br0" timeOffset="30515.19">18167 4679 141 0,'0'0'154'0,"0"0"-27"15,4-4-1-15,-4 4 7 0,0 0 10 0,17 16-9 16,-10-7-8-16,5 6-9 0,-1 1-12 0,0 1-6 16,-1 0-9-16,3 0-18 0,-2 4 2 0,-3-3-5 15,2 0-2-15,-2-4-9 0,-2 2-7 0,1-2-3 16,-2-1-4-16,1-4-4 0,-2 2-3 0,0-6 0 15,-3 2-9-15,2-2 3 0,-1 0 6 0,-2-5 12 0,4 5 15 16,-4-5 10-16,0 0 5 0,0 0-9 16,0 0-7-16,0 0-9 0,0 0-4 0,6-13-5 15,-2 1-3-15,0-1-4 0,0-3-3 0,2-1-8 16,1-6-3-16,3-2-3 0,-1 2 1 0,0-4-5 16,0 1-1-16,2 1-4 0,-6 0 5 0,3 6-6 15,-2 4 1-15,-1 4-4 0,-1 3-1 0,-1 1-3 16,-1 1-13-16,1-1-19 0,-3 7-25 0,2-7-34 15,-2 7-22-15,0 0-22 0,0 0-12 0,0 0-6 16,0 0-59-16,4 17-148 0,-4-17-384 0,-1 18 170 16</inkml:trace>
  <inkml:trace contextRef="#ctx0" brushRef="#br0" timeOffset="30754.59">18533 4767 28 0,'0'0'146'0,"0"0"-2"16,0 0 8-16,0 0-3 0,4 14 5 0,-4-7 7 16,0 4-5-16,0 4-5 0,-2 3-16 0,1 3-7 15,-3-4-8-15,3 8-12 0,-4-7-7 0,2 1-11 16,2-1-7-16,-1 1-11 0,0-3-8 0,0-1-3 16,-1-1-3-16,2-1-6 0,0-3-4 0,-1 1-8 15,2-2-17-15,0 1-9 0,2-2-16 0,-1-1-19 16,-1-7-32-16,0 0-24 0,0 16-23 0,0-16-16 0,0 0-19 15,0 4-26-15,0-4-135 0,0 0-320 16,0 0 142-16</inkml:trace>
  <inkml:trace contextRef="#ctx0" brushRef="#br0" timeOffset="30978.92">18623 4750 104 0,'12'0'127'0,"2"3"8"0,1 3 0 15,2 1 1-15,0 1-9 0,-1 3 1 0,0 2-10 16,0-1-5-16,-3 3-7 0,0-2-12 0,-3 0-7 16,-1 2 5-16,-3 1-6 0,-2-1-6 0,0-2-8 15,-4 1-4-15,-4-1-3 0,-1 2-5 0,-3 1-5 16,-4-1-3-16,-8 2 0 0,-4 1-8 0,0-2-4 16,-2-3-6-16,-3 0-22 0,1 0-19 0,1-3-31 15,-1-1-45-15,9-2-46 0,-1-1-39 0,0-1-132 16,1 0-324-16,1-1 143 0</inkml:trace>
  <inkml:trace contextRef="#ctx0" brushRef="#br0" timeOffset="31289.6">17979 5295 229 0,'-19'0'227'0,"8"1"-23"16,3-1-23-16,2 3-14 0,6-3-10 0,0 0-5 15,23 5-11-15,9-2-7 0,21-3-13 0,10-3-10 16,34 1-10-16,4-5-5 0,-6 4-14 0,2-6-9 16,-5 5-4-16,-30 0-7 0,3-2-4 0,-6 3-9 15,-6 0-3-15,-14 0-1 0,1 0-5 0,-4-1-6 16,-3 2 5-16,-5 1-12 0,-8 0 2 0,-1 2-6 15,-7-2 1-15,-2 1-2 0,-3 0-1 0,-7 0 0 16,11-2-4-16,-11 2-4 0,7-4-21 0,-7 4-42 16,0 0-46-16,0 0-43 0,0 0-46 0,0 0-205 15,-26-12-422-15,8 9 187 0</inkml:trace>
  <inkml:trace contextRef="#ctx0" brushRef="#br0" timeOffset="38172.18">18374 5499 115 0,'0'0'214'0,"-2"-10"-9"0,2 10-7 16,-3-7-7-16,3 7-9 0,0 0-15 15,-2-5-17-15,2 5-16 0,0 0-16 0,0 0 6 0,-1-9-19 16,1 9-12-16,0 0-11 0,0 0-6 0,0 0-7 16,0 0-8-16,-2 31-3 0,2-17-5 0,0 4-5 15,-1 0-2-15,0 7-5 0,-1 0-3 16,2 0-3-16,-2-6-2 0,-1 7-1 0,4-3-10 0,-2-2-3 15,-1-3 5-15,0 0-4 0,1 0 0 0,1-2-6 16,-1-2-5-16,-3 0-18 0,1-2-18 0,3 3-21 16,-3-3-27-16,-1-2-28 0,1 3-35 0,2-5-32 15,-2-1-42-15,0 1-124 0,-1-2-364 0,4-6 161 16</inkml:trace>
  <inkml:trace contextRef="#ctx0" brushRef="#br0" timeOffset="38445.78">18546 5583 53 0,'2'-6'165'0,"-2"6"-15"0,0 0-15 0,0 0-8 16,0 0-4-16,0 0-11 0,0 0-11 0,-22 11-7 16,12-3-5-16,1 2-3 0,-1-2-7 0,0 2-10 15,-2 2-3-15,5-2-6 0,-3-1-3 0,2 0-2 16,-1-1-6-16,2-1-2 0,0 2-10 0,0-1 3 15,2 1-8-15,0-1-1 0,0 0-2 0,2-1-5 16,0 1-3-16,1 2-1 0,0 0-4 0,2-2 1 16,1 2-2-16,0-2 0 0,4-1 1 15,0 3-2-15,2-1-1 0,2-3-13 0,4 1-16 0,-2-1-21 16,10-2-44-16,-2-2-17 0,10-1-44 0,2-2-139 16,0 0-304-16,2-3 135 0</inkml:trace>
  <inkml:trace contextRef="#ctx0" brushRef="#br0" timeOffset="38645">18831 5514 106 0,'-3'-8'212'0,"3"8"-22"16,0 0-14-16,0-7-19 0,0 7-10 0,0 0-4 15,17-7-13-15,-3 6-15 0,6-1-8 0,10-2-11 16,-1 2-9-16,2 1-12 0,-2 1-12 0,-1 0-22 15,-9 0-28-15,0 1-37 0,-6 1-38 0,0-2-37 16,-1 0-31-16,-5 2-20 0,0 0-83 0,-7-2-251 16,0 0 112-16</inkml:trace>
  <inkml:trace contextRef="#ctx0" brushRef="#br0" timeOffset="38835.85">19025 5489 92 0,'0'0'152'0,"0"0"-12"0,0 0-6 0,-5 4 14 15,5-4 5-15,0 15 4 0,1-5-4 0,0 1 7 16,-1 5 1-16,0 0-9 0,0 4 5 0,-2-1-21 16,2 2-7-16,-2 3-16 0,0 0-8 0,-1 0-10 15,3-4-11-15,-2-2-5 0,1 1-4 0,-1-1-12 16,1 0-7-16,-2-2-25 0,3 1-29 0,0-5-34 16,0-1-39-16,-1 1-53 0,1-2-51 0,1 0-213 15,-1-5-420-15,0-5 186 0</inkml:trace>
  <inkml:trace contextRef="#ctx0" brushRef="#br0" timeOffset="39095.85">19774 5235 78 0,'-5'-3'249'0,"5"3"-16"0,-8-7-14 16,8 7-7-16,-6-4-11 0,6 4-17 15,0 0-18-15,-3-6-16 0,3 6-15 0,0 0-17 16,20-10-10-16,-2 6-17 0,0 0-18 0,4-1-26 0,1 2-31 16,-2 0-41-16,7-1-42 0,-7 2-41 0,1 0-37 15,-1 1-24-15,-4-2-126 0,-4 1-319 0,0-4 142 16</inkml:trace>
  <inkml:trace contextRef="#ctx0" brushRef="#br0" timeOffset="39345.99">20215 4866 223 0,'5'-3'210'0,"-5"3"-8"0,0 0-18 15,2-6-20-15,-2 6-16 0,0 0-15 0,0 0-18 16,0 0-9-16,0 0-6 0,4 18-6 0,-1-6 3 16,-2 6-4-16,-1 9-6 0,-1-2-8 15,-1 3-9-15,1-1-5 0,-3 1-5 0,3 1-7 0,-4 1-3 16,4-4-7-16,-3 5 2 0,4-4-8 0,-3 3-13 16,2-2-24-16,-2 0-28 0,2-1-41 0,-1 0-47 15,0-8-55-15,0 6-179 0,0-9-379 0,1-6 167 16</inkml:trace>
  <inkml:trace contextRef="#ctx0" brushRef="#br0" timeOffset="39821.96">20717 4688 104 0,'-3'-6'169'0,"3"6"-15"0,0 0-13 15,0 0-6-15,0 0-8 0,27 16-3 16,-11 0-3-16,1 4-5 0,0 2-26 0,0 7-7 0,-2 4-5 15,0 10 2-15,-4 1-6 0,-4 1-6 0,-4 1-6 16,-2 1-9-16,-5-1-2 0,-1 1-1 16,-4 0-10-16,-2 2 0 0,2-15-1 0,-7 12-6 0,-3 1-5 15,-1-4-7-15,3-11-16 0,-8 8-16 16,2-10-20-16,-2-1-35 0,2-5-43 0,-4 0-52 0,-3-1-124 16,2-6-309-16,-3-1 137 0</inkml:trace>
  <inkml:trace contextRef="#ctx0" brushRef="#br0" timeOffset="40520.47">21264 4491 38 0,'-4'-10'193'0,"0"4"-2"0,4 6-5 0,-2-9-10 16,2 9-11-16,0 0-14 0,-2-10-19 0,2 10-14 15,6-6-10-15,2 2-7 0,5 0-18 0,5-1-2 16,0 2-30-16,4 0-4 0,6 0-3 0,0 2-5 16,-9-1-5-16,3 1 1 0,-2 0-7 0,0 2-2 15,-3-1-4-15,0 1-4 0,-2 1-2 0,-3-1 1 16,-1 0-5-16,-3 1-5 0,0 1 6 0,-2-1-4 15,0 2-4-15,1 4 0 0,-2-3-2 0,-1 5 4 16,-2 0 1-16,4 1 0 0,-4 3 1 0,1 2-3 16,0 4-5-16,-4 7 2 0,-1-1 2 0,0 3 4 15,1 1-3-15,-3 1 0 0,0 2-1 0,1 0 2 16,0 2 5-16,-1 12-4 0,0-13 5 0,-6 11 5 16,5-10-9-16,-1 11 6 0,2-10-4 0,-4 9-4 15,2-10 0-15,-1 11 4 0,1 2-2 0,1-1-1 16,1-1 3-16,3-11 3 0,-4 1-6 0,3 10 3 15,0-12-1-15,2 2 1 0,1 0-6 0,4-2 2 16,-2-2 3-16,0 3 0 0,1-1-2 0,0-2-1 16,1-1-1-16,-1-2 0 0,0-3-1 0,1 1 1 15,-4-8 0-15,-1-2-1 0,0 1 1 0,-2-6-1 16,-4 2-3-16,-2 1 0 0,-1-1 0 0,-5-2 2 16,-2 1 3-16,-7 2-7 0,-2-4 1 0,-3-1-2 15,0-1-1-15,-3-1 0 0,3 0 2 0,-7-3 3 16,3 3-4-16,-3-4-2 0,-2-1-2 0,3 2-6 15,0-2-10-15,0 1-18 0,3-3-32 0,1 1-25 16,7-1-42-16,2 1-36 0,1-1-156 0,1-2-357 16,-2-1 158-16</inkml:trace>
  <inkml:trace contextRef="#ctx0" brushRef="#br0" timeOffset="43912.08">7339 4306 95 0,'-14'-1'137'15,"-1"1"-6"-15,2-1-3 0,1 1-3 0,-2 0-6 16,3 0-13-16,-1-2-9 0,12 2-8 0,-14 0-7 16,14 0-9-16,-9 0-5 0,9 0-8 0,0 0-3 15,-11 0-8-15,11 0-7 0,0 0-4 16,0 0 0-16,0 0-2 0,0 0-4 0,0 0-10 0,0 0 8 15,42 0-8-15,-13-1-1 0,2-1-13 0,2 1-15 16,2 0-15-16,-2 1-24 0,0 0-19 16,-3 0-18-16,-9 2-20 0,-1 0-14 0,-3-1-94 0,-4 2-228 15,-1-2 102-15</inkml:trace>
  <inkml:trace contextRef="#ctx0" brushRef="#br0" timeOffset="44242.25">7444 4313 34 0,'0'0'124'0,"0"0"-12"16,0 0-12-16,0 0-15 0,0 0 0 15,0 0 0-15,-9 7 3 0,9 1-1 0,0 3 2 0,1 1-12 16,2 5 0-16,-3 2-3 0,1 6 3 0,0 1-11 16,-2 1-1-16,1 1-3 0,-4 3 2 0,4-2-7 15,-2 3 0-15,-3 1-2 0,3-4-11 0,-2 0 1 16,1 0-3-16,0-3-6 0,-3 0 3 15,1 0-7-15,1-8-7 0,-4 8 3 0,3-9-6 16,2 2-1-16,-2-3-3 0,-4 0 8 0,0-1 8 0,0 0-4 16,-1-2 0-16,1-4-4 0,0 0 1 0,2-2 3 15,-5-1 5-15,3 0-4 0,-4-2-1 0,-1-1-3 16,1-2-5-16,-4 1-2 0,-4-4-1 0,3 1 0 16,-2-3-2-16,2 0-6 0,0 0-2 15,3-3-9-15,-1-2-20 0,7 2-27 0,-2 0-22 0,2-1-37 16,1 0-27-16,4 0-17 0,1 2-165 0,1-2-342 15,2 8 151-15</inkml:trace>
  <inkml:trace contextRef="#ctx0" brushRef="#br0" timeOffset="44542.52">7628 4723 141 0,'4'-6'209'0,"-4"6"-18"0,0 0-16 16,0 0-12-16,4-5-23 0,-4 5-17 0,0 0-14 0,0 0-6 15,0 0-9-15,0 0-8 0,5 21 1 0,-5-9-5 16,2-1-10-16,0 7 0 0,0 0-3 16,-1 0-4-16,1 0-6 0,-2 1-7 0,1 0-3 0,0 7-8 15,-1-9-1-15,0 1-2 0,0 0-3 16,0-2-3-16,-1 1-3 0,0 0-3 0,-2-1-3 15,1-4 0-15,2 3-5 0,-3-5-4 0,0-1-3 0,1 3-15 16,2-6-8-16,-1 3-25 0,-2-1-36 16,3-8-25-16,-4 13-32 0,3-8-31 0,1-5-34 15,-9 9-99-15,9-9-318 0,0 0 141 0</inkml:trace>
  <inkml:trace contextRef="#ctx0" brushRef="#br0" timeOffset="44783.6">7643 4725 21 0,'9'-4'153'0,"3"2"-1"16,-2 1 0-16,4 1-13 0,-1 0-13 0,0 1-8 0,1 3-15 16,-2 1-1-16,1 0-14 0,-3-2-10 0,2 3-6 15,-2 2 0-15,-5-2-12 0,0 3-6 16,-3 0 1-16,-5 1-5 0,-1 1 0 0,-1 1-3 15,-6 2-4-15,-1-1-6 0,-2 0 0 0,-4 1-3 16,-2 3-20-16,3-7-12 0,-1 1-35 0,3-4-47 16,-2 0-25-16,6-2-38 0,-5 2-107 0,6-2-270 15,-1-2 119-15</inkml:trace>
  <inkml:trace contextRef="#ctx0" brushRef="#br0" timeOffset="45658.43">22382 5251 5 0,'0'0'153'0,"0"0"-7"0,0 0-8 0,0 0-13 15,18-9-2-15,1 5-15 0,3 3-13 0,10-4-6 16,0 0-8-16,2 2-2 0,-2 0-16 0,2 0-4 15,-4 1-14-15,-2 0-14 0,2 2-20 16,-11-1-18-16,4 2-16 0,-1-2-22 0,-1 1-24 0,-3 0-14 16,4 1-29-16,-8-1-57 0,-3 0-183 0,2-1 81 15</inkml:trace>
  <inkml:trace contextRef="#ctx0" brushRef="#br0" timeOffset="45904.46">23102 5074 177 0,'2'-5'180'0,"-2"5"1"16,4-9-4-16,-4 9-11 0,3-9-8 15,-3 9-15-15,0 0-17 0,1-5-15 0,-1 5-11 0,0 0-18 16,0 0-8-16,0 0-8 0,0 0-6 0,0 0-5 16,0 27-5-16,-1-16-1 0,-3 7-3 0,1 0-3 15,-1 0-6-15,2 3-4 0,-2 2-6 0,1-3 2 16,2-1-2-16,-3 1-1 0,3-1-3 0,-3-1-1 15,2-1-2-15,1 0-22 0,-1 2-14 0,1-4-22 16,0-4-33-16,1 5-35 0,1-5-26 0,-1-2-36 16,0 3-125-16,0-12-317 0,0 16 141 0</inkml:trace>
  <inkml:trace contextRef="#ctx0" brushRef="#br0" timeOffset="46290.18">23111 4951 68 0,'-13'-4'146'15,"-5"2"-3"-15,-1 3-8 0,0 3-20 0,-7 3-6 16,-2 9-3-16,2-1-5 0,-1 7-10 0,1 2-7 16,0 1-13-16,-6 11-4 0,9-6-3 0,3-2-4 15,2 5-5-15,5-1-10 0,-1 1-2 0,6-2-2 16,3 1-1-16,4-3-3 0,5 0-3 15,3 0-3-15,5-2-3 0,7 1-2 0,5-2 2 0,4-3-2 16,13 5 0-16,3-4-1 0,3-5-1 0,-10-7-3 16,14 0 0-16,2-7-4 0,-14-4-2 0,11 0 2 15,-12-2-6-15,-3-3 6 0,-2-5-6 0,-2 1-1 16,-6-7 1-16,1-2-1 0,-4-1-2 0,-3-3-2 16,0-6-2-16,-6-3-3 0,-5-2 5 15,-2 0 0-15,2-11 2 0,-7 7-3 0,-2-10 0 0,-6 11-1 16,0 1-5-16,-2-1 2 0,-5 5-1 0,-6-2-2 15,-4 4 3-15,-4 4-6 0,-3 3-6 0,-12-2 1 16,7 12-9-16,-15 1-12 0,0 7-10 16,-2 8-18-16,2 1-25 0,-4 10-25 0,2 2-42 15,-1 5-110-15,3 2-282 0,1 5 125 0</inkml:trace>
  <inkml:trace contextRef="#ctx0" brushRef="#br0" timeOffset="48722.7">7041 6876 107 0,'0'0'150'0,"0"0"-14"16,0 0-12-16,0 0 0 0,0 0-22 0,0 0-9 15,0 0-14-15,0 0-3 0,0 0-11 0,0 0-2 16,0 0-20-16,0 0 10 0,0 0-1 0,0 0 6 15,0 0-2-15,0 0 0 0,20 13 2 0,-10-11 0 16,1-2-9-16,2 1-1 0,1 3-3 0,9-4-8 16,-4 0-4-16,3 0-4 0,0-1 3 0,6 1-3 15,-9-3-6-15,4 0-3 0,-3 2-1 0,1-2-13 16,1-1-9-16,-3 1-14 0,-3 1-17 0,1-2-18 16,-6 2-15-16,1-1-9 0,-3 0-16 0,-1 2-10 15,-8 1-4-15,11-3-14 0,-11 3-89 0,5-3-227 16,-5 3 100-16</inkml:trace>
  <inkml:trace contextRef="#ctx0" brushRef="#br0" timeOffset="49138.02">7288 6883 23 0,'0'0'152'0,"0"0"2"0,0 0-7 15,0 0-3-15,0 0-2 0,0 0-7 0,0 0-5 0,0 0 1 16,0 0-7-16,0 0-6 0,0 0-7 0,0 0-12 15,-8 2 2-15,8-2-5 0,0 0-7 16,0 0-12-16,0 0-2 0,0 0-11 0,0 0-6 16,0 0-10-16,0 0-5 0,0 0-7 0,0 0-3 0,0 0 1 15,2 14-5-15,-1-3-3 0,1-2 1 0,1 9-1 16,-3-2-3-16,2 1-1 0,0 1-3 0,-1 3-4 16,-1-5 2-16,0 3 1 0,1 1 3 15,-1 0-6-15,-1 4 4 0,-2 0-2 0,3-5 1 0,-2-1-1 16,1-1-2-16,-1 2-2 0,-3-2 0 0,4-2-1 15,-4 2 1-15,1-3-5 0,-1 0 5 0,1-3-5 16,1 0-2-16,1-1 0 0,-3-1 3 0,1 0-3 16,-1 0 5-16,-1-2-5 0,-1-1 3 0,3 0 0 15,-3-1 1-15,-1 0 5 0,0-2 0 0,-2-2 3 16,-1 1 2-16,-1-2-1 0,-2 0 6 0,-3-2-4 16,1-2-5-16,-1 1 1 0,-1-3 1 0,2 3-5 15,-2-1 1-15,5 1-2 0,0 0 4 0,3-3-15 16,1 2-7-16,0 1-19 0,4-1-20 0,0 0-32 15,5 4-34-15,-9-4-39 0,9 4-39 0,-8-4-43 16,8 4-146-16,0 0-409 0,-5-4 182 0</inkml:trace>
  <inkml:trace contextRef="#ctx0" brushRef="#br0" timeOffset="49720.21">7625 7392 166 0,'0'0'170'0,"0"0"3"0,0 0-12 16,0 0-19-16,0 0-6 0,0 0-17 0,16-14-10 15,-6 7-7-15,5-1-2 0,1-1-7 0,0 1-5 0,3-3-7 16,-2 1-7-16,-1-1-4 0,-1 0-2 0,-1-1 3 16,-2 0-10-16,-2 6-1 0,0-6-4 15,-4 5-6-15,2-4-3 0,-3 2-4 0,-3-1-3 16,2 0 0-16,0 4-1 0,-4 6-3 0,-4-13-1 0,4 13-7 16,-5-11-2-16,1 7-4 0,-2-2 1 15,6 6-4-15,-15-4-1 0,7 3-2 0,-4 2 0 0,-3 3 3 16,-2 1-7-16,-2 2 2 0,-6 6 1 15,4 0 1-15,0 4-5 0,4-1 1 0,0 0 1 0,-3 4-1 16,8-2 0-16,3-2-1 0,-2 1 3 0,3 0-1 16,0 1-1-16,5-2-5 0,-2-3 6 0,2 0-4 15,2 0 2-15,3 2 3 0,2-6-3 0,4 2 0 16,5 0 4-16,-1-1-4 0,6 0-5 0,3-3-21 16,8-1-29-16,3 2-30 0,3-7-44 0,2-1-48 15,-1 0-40-15,-1 0-173 0,0-4-409 0,-1-2 181 16</inkml:trace>
  <inkml:trace contextRef="#ctx0" brushRef="#br0" timeOffset="49944.56">8420 7271 168 0,'0'0'239'15,"0"0"-22"-15,0 0-16 0,0 0-9 0,0 0-14 16,0 0-10-16,0 0-19 0,0 0-11 0,0 0-14 16,13-1-8-16,-13 1-14 0,19-2-8 0,-5 2-9 15,4-1-12-15,1-1-25 0,2-2-42 0,-5 4-37 16,5-1-49-16,-3-1-44 0,-4 1-45 0,-3 1-147 16,1-1-342-16,-2 1 152 0</inkml:trace>
  <inkml:trace contextRef="#ctx0" brushRef="#br0" timeOffset="50112.68">8350 7438 192 0,'0'0'181'0,"0"0"-11"0,-6 4-4 16,6-4-1-16,0 0-6 0,0 0-5 16,0 0-11-16,11 7-12 0,0-6-9 0,6-1-16 15,2 0-10-15,3 2-33 0,0-4-39 0,6 1-52 0,-1-2-62 16,1 1-76-16,-6 0-99 0,-3 1-287 0,0-2 127 15</inkml:trace>
  <inkml:trace contextRef="#ctx0" brushRef="#br0" timeOffset="52114.36">10282 7360 25 0,'0'0'93'0,"0"0"-8"0,-6 5-10 16,6-5 0-16,0 0-1 0,0 0-17 0,0 0 10 16,0 0-4-16,-4 5-17 0,4-5 12 0,0 0 3 15,0 0 5-15,0 0-11 0,0 0-6 0,0 0-5 16,0 0 2-16,0 0-4 0,0 0-7 0,0 0 0 15,0 0 0-15,0 0-8 0,0 0 3 0,0 0-8 16,0 0 2-16,0 0 0 0,0 0 7 0,0 0-5 16,0 0 13-16,0 0 10 0,0 0-4 0,0 0 3 15,0 0 0-15,0 0-2 0,0 0 1 0,22-7 0 16,-22 7-6-16,13-5-2 0,-7 1-4 0,4 2-6 16,0-2 2-16,1 1 0 0,-1-3-4 0,3 2 0 15,-3-3-6-15,1 1-3 0,2-1 4 0,-3 0-4 16,1-1-1-16,1 3 2 0,-3-3-7 0,0 0 7 0,1 0-5 15,-1-2 4-15,-2 1-5 0,2-1-1 16,-2 2 0-16,-1-2 4 0,0 1-4 0,-2 0-3 16,1 2 3-16,-1-5-1 0,-3 6-3 0,-1-1 4 15,2-2-5-15,-2 9 0 0,-1-14-2 0,1 14-4 0,-2-10 2 16,2 10 3-16,-8-10-2 0,4 7-6 16,4 3 2-16,-11-5-2 0,3 4-1 0,-3 1 4 15,0 3-2-15,-1-1-4 0,-2 2 1 0,-3 3 1 16,2 2 5-16,-3 3 0 0,-4 6 3 0,3-2-2 15,-2 4 2-15,5-1 3 0,4-1-4 0,1-3 3 0,0 0 1 16,1 1-1-16,4-2 2 0,3-2 7 16,-1 4-10-16,2-4 6 0,1-1 3 0,1 1-1 15,1-3 4-15,1 0-1 0,4 0 1 0,-1 1 1 0,2-3-3 16,2 0 4-16,2 0-2 0,5 0 0 0,2-3-6 16,2 1-1-16,3-2-7 0,4 1-19 0,-5-3-24 15,6 4-20-15,-1-4-34 0,-4 1-31 0,5-4-17 16,-7 2-28-16,0-1-27 0,-2-2-99 0,-6 1-319 15,6 1 142-15</inkml:trace>
  <inkml:trace contextRef="#ctx0" brushRef="#br0" timeOffset="52516.28">11085 7068 19 0,'-3'-11'192'15,"3"11"-1"-15,0-6-7 0,0 6 1 0,0 0-10 16,-4-10-4-16,4 10-12 0,0 0-10 0,0-7-14 15,0 7-14-15,0 0-13 0,0 0-16 0,0 0-9 16,0 0-9-16,0 0-9 0,0 0-10 0,0 0-7 16,0 0-3-16,2 29 4 0,-4-14 10 0,4 10-2 15,-5 0 3-15,2 1-5 0,-4 0-4 0,1 0-6 16,0 0-3-16,3-3-4 0,-3-4 1 0,0 0-5 16,2-2-2-16,-2 1-3 0,1 1-2 0,2-5-5 15,0 1-3-15,-2-1 2 0,3-4-1 0,-1 1-4 16,0 0-15-16,1-2-18 0,-1 1-26 0,-1-4-37 15,2-6-27-15,-2 10-25 0,2-10-27 0,0 8-10 16,0-8-28-16,0 0-148 0,0 0-372 0,0 0 166 16</inkml:trace>
  <inkml:trace contextRef="#ctx0" brushRef="#br0" timeOffset="52770.46">11006 7056 90 0,'20'-3'157'0,"8"3"-3"0,3 3-1 0,1 1 5 16,0 4-12-16,-2 3-2 0,0 3-12 16,-2 3-3-16,-1 1-10 0,-3 4-6 0,-3-1-11 15,-2 1-13-15,0 0-5 0,-4 1-8 0,-3-1-5 0,-3-3 1 16,-4-1-5-16,-3 2-2 0,0-4 1 0,-6 3-5 16,-6 3-5-16,-2 0 1 0,-4 1-5 0,0-11-5 15,-6 5-5-15,1-1-1 0,-5-3-4 0,-1-1-1 16,2 2-3-16,-1-4-5 0,6-4-8 0,-1 2-16 15,2-4-18-15,-3 0-35 0,4-1-36 0,-1-3-34 16,9 0-48-16,0 0-212 0,10 0-408 0,-17-5 181 16</inkml:trace>
  <inkml:trace contextRef="#ctx0" brushRef="#br0" timeOffset="53122.78">11439 7467 137 0,'6'-2'200'0,"-6"2"-5"16,14-4 3-16,-6 4-8 0,3-6-15 0,2 3-11 15,-4-3-4-15,5 2-20 0,3-3-9 0,-2 0-11 16,1 1-10-16,-1-2-6 0,0 0-13 0,1-2-8 16,-2 1-9-16,0-4-4 0,-1 4-7 0,-1-4-6 15,-2 6-5-15,-3-2 3 0,1 0 0 0,-1 1 1 16,-2 0-5-16,-2 0 2 0,-2 2-1 0,-1 6-12 15,-1-11-12-15,1 11 1 0,-5-6-5 0,5 6-3 16,-15-1 2-16,3 4-3 0,-6 4 0 0,0 4-1 16,-6 4 1-16,-2 2 2 0,3 0-4 0,4 4-2 15,-3-1-4-15,10-6 5 0,-1 2-6 0,4-1 0 16,2-2-5-16,4 4 5 0,3-1 1 0,1-2-2 16,4-4 2-16,7 3-1 0,2-2-3 0,2-2-2 15,11 2-14-15,2-3-18 0,3-1-22 0,1-3-31 16,1-2-38-16,-1 0-33 0,-1-1-34 0,-1-1-30 15,-12 1-193-15,-5-3-440 0,3 3 195 0</inkml:trace>
  <inkml:trace contextRef="#ctx0" brushRef="#br0" timeOffset="53461.89">10496 7819 28 0,'-13'5'190'0,"5"-1"-11"0,6 1-5 16,2-5 3-16,11 10-6 0,12-6-5 0,14 4-8 0,22-3-9 15,36-5-12-15,7-2-7 0,7-2-4 0,3-4-14 16,-1-1-9-16,-2 0-10 0,-7 5-9 0,-8-2-9 15,-29 0-1-15,-2 0-7 0,-9 2-1 0,0-1-4 16,-20 1-3-16,1 1-5 0,-3 0-2 0,-5 2-7 16,-6-2 0-16,-2 4-5 0,-5-2-10 0,-3 0 1 15,1 1-3-15,-6 0-5 0,-6 0-3 0,11 0-9 16,-11 0-3-16,0 0-16 0,7-2-26 16,-7 2-39-16,0 0-45 0,0 0-38 0,0 0-47 0,-32-3-194 15,15 3-428-15,-12 3 190 0</inkml:trace>
  <inkml:trace contextRef="#ctx0" brushRef="#br0" timeOffset="54268.12">11091 8117 176 0,'-2'-6'189'0,"2"6"-5"0,0 0-8 15,0 0-6-15,2-10-2 0,-2 10-9 0,0 0-13 16,0 0-15-16,0 0-13 0,0 0-11 0,3-6-12 15,-3 6-11-15,0 0-11 0,0 0-8 0,0 0-7 16,0 0-9-16,0 0-2 0,0 0-4 0,0 0-7 16,0 0-2-16,0 0-3 0,0 0-2 0,0 0-1 15,0 23-5-15,0-23 0 0,0 0-6 0,0 10 1 16,0-10 2-16,0 0-8 0,0 0 4 0,0 0 0 16,0 7-4-16,0-7 0 0,0 0 8 0,0 0-2 15,0 0 10-15,0 0-2 0,0 0 10 0,0 0 6 16,0 0 7-16,0 0 0 0,0 0 1 0,0 0 2 15,0 0-6-15,0 0 2 0,0 0-5 0,0 0-4 16,0 0-4-16,0 0-1 0,0 0-5 0,0 0-3 16,0 0-4-16,0 0-2 0,0 0-3 0,0 0 0 15,0 0-8-15,0 0 5 0,0 0-5 0,0 0-3 16,0 0-5-16,0 0 0 0,0 0 2 0,0 0-6 16,0 0 11-16,-1 12-8 0,3-2-2 0,-3 1 1 15,2 6 1-15,-1 3 1 0,-1 6-2 0,1 0-2 16,-1 0 3-16,-2 0 1 0,-1 0 2 0,0-2-1 15,0 2 1-15,-1-8-4 0,3 0 5 0,-1-1-7 0,1-1 5 16,2-1 1-16,-1-6-1 0,-2 1-1 16,3-2 2-16,-3-1-1 0,3-7 1 0,-2 10-3 15,2-10 3-15,0 8 1 0,0-8-1 0,0 0 0 16,-1 8 0-16,1-8 0 0,0 0 0 0,0 0 9 0,0 0-9 16,0 9 2-16,0-9-2 0,0 0-2 15,9 0-1-15,-9 0-6 0,13-2-16 0,-2 2-11 16,3-3-6-16,1-1-16 0,4 1-16 0,-2 1-19 15,2 0-17-15,0 1-19 0,2-1-27 0,0-2-13 0,-1 1-17 16,3 1-30-16,-3 1-147 0,4-2-390 0,-7 0 172 16</inkml:trace>
  <inkml:trace contextRef="#ctx0" brushRef="#br0" timeOffset="55020.18">11444 8378 150 0,'0'0'166'0,"0"0"-10"0,0 0-4 0,1-7-2 15,-1 7-12-15,0 0-6 0,0 0-10 0,0 0-2 16,0 0-11-16,0 0-7 0,0 0-7 0,0 0-8 16,0 0-8-16,0 0-7 0,0 0-10 0,0 0-6 15,0 0-4-15,0 0-5 0,1-10-4 0,-1 10-6 16,0 0-6-16,0 0-6 0,0 0-3 0,0 0-1 15,0 0-2-15,0 0-3 0,0 0 0 0,0 0-4 16,0 0-1-16,0 0-3 0,0 0 3 0,0 0-9 16,0 0 2-16,0 0 2 0,0 0 0 0,0 0 1 15,0 0-1-15,0 0 2 0,0 0-4 0,0 0 0 16,0 0 0-16,0 0 2 0,0 0-1 0,0 0 0 16,0 0-2-16,0 0-2 0,0 0 0 0,0 0 1 15,0 0-5-15,0 0 3 0,0 0 1 0,0 0 1 0,0 0-2 16,0 0-1-16,0 0 1 0,10 16 7 15,-10-16 5-15,0 0 5 0,5 4 2 0,-5-4 3 16,0 0 0-16,6 1 1 0,-6-1 3 0,9 3 4 0,-9-3 1 16,11 0 2-16,-11 0-3 0,12-2 1 0,-3 2-1 15,-9 0-2-15,17-3-2 0,-6-2-1 16,-1 1-6-16,0 0 2 0,-3 1-1 0,0-1 2 16,2 2-1-16,-2-1 0 0,-7 3 3 0,11-5-1 0,-7 0-5 15,1 1-1-15,0-2 3 0,-5 6-2 0,8-10 8 16,-8 10-9-16,2-8-3 0,-2 8 0 0,0-8-4 15,0 8-2-15,-2-9-3 0,2 9 7 0,-6-9-8 16,-1 6 0-16,7 3-4 0,-14-1 1 0,5 1-2 16,-2 3-2-16,-1 3 0 0,-2 2 0 0,-1 3 2 15,0 1 0-15,-3 7-1 0,1 0-2 0,0 3 1 16,2-2 4-16,1 5 1 0,5-7 3 16,0-1-1-16,3-1-2 0,1-2-2 0,1 2 6 0,4-3-4 15,4 3 4-15,3-5 1 0,7 1-1 0,2-3 1 16,3 0-3-16,10-3-6 0,6-3-14 0,1-2-13 15,17-1-27-15,-3-2-28 0,-15 1-40 0,1-2-36 16,-1-2-23-16,-3 0-33 0,-4-1-172 0,-1 2-419 16,-5-2 185-16</inkml:trace>
  <inkml:trace contextRef="#ctx0" brushRef="#br0" timeOffset="56165.92">12607 7261 88 0,'-4'-7'151'0,"4"7"-8"15,-5-8 6-15,5 8-5 0,-2-7-4 0,2 7-3 16,0 0-13-16,0 0-7 0,-2-7-18 0,2 7-17 15,0 0-4-15,0 0-7 0,0 0-9 0,0 0-2 16,0 0 3-16,5 33-3 0,-1-19-4 0,0 2-5 16,-2 2 0-16,1 0-6 0,2 0-2 0,-1 0 2 15,-2-4 1-15,0 2-3 0,3 1-3 0,-5-6-1 16,2 6 0-16,0-5-3 0,-2-3-3 0,0 0-5 16,2 0 0-16,-2-2-1 0,0-7-1 0,2 9-4 15,-2-9 7-15,1 9 7 0,-1-9 8 0,-1 9 21 16,1-9 0-16,0 0 3 0,0 0-4 0,0 0 2 15,0 0-14-15,0 0-6 0,0 0-6 0,0 0-2 16,0 0-5-16,1-33-4 0,4 21 0 0,1-1-4 16,3-2-10-16,0 1 3 0,3-1-5 0,-1 2 1 15,1-2-3-15,3 3-3 0,-2-1-1 0,1 2-1 16,-4 4-3-16,2 0-3 0,-3 1-2 0,0 2 1 16,-3 1-2-16,2 3-1 0,-8 0-3 0,15 3 2 15,-10 0 0-15,4 4 0 0,-2-1 2 0,-1 4 0 0,-1 0 5 16,-1 0-7-16,-2 1 2 0,2 7 0 0,0-7 2 15,-2 6-1-15,0 0-1 0,0-1-6 0,0-1-25 16,0-1-22-16,1 3-27 0,-1-2-25 0,2 1-31 16,-2-6-30-16,1 1-18 0,4-2-26 0,-2 1-161 15,1 0-404-15,0-1 179 0</inkml:trace>
  <inkml:trace contextRef="#ctx0" brushRef="#br0" timeOffset="56493.05">13131 7583 205 0,'0'0'222'0,"5"-5"-10"0,-5 5-6 0,0 0-5 16,4-5-6-16,-4 5-10 0,0 0-10 15,2-8-10-15,-2 8-3 0,0 0-11 0,3-5-19 0,-3 5-10 16,0 0-11-16,4-9-12 0,-2 5-7 0,2-2-3 16,-1 0-17-16,3-2-6 0,-1-1-8 0,2 0-6 15,-3 0 2-15,1 0-12 0,1-1 6 0,-1-1-13 16,2-2-3-16,-2 2 0 0,-3 0-4 0,4-1-2 15,-4 0-5-15,1 1 0 0,-1 0-1 0,3 0-6 16,-5 3 2-16,4 3-7 0,-4 5 0 0,0-11-4 16,0 11-3-16,0 0-1 0,0-7-4 0,0 7 0 15,0 0 0-15,0 0-1 0,0 0 2 0,0 0 3 16,-7 21-3-16,5-11-2 0,-3 2 4 0,5 0-2 16,-2 0 4-16,2-1-3 0,2 2 7 0,0-2-31 15,1-3-20-15,-1 3-17 0,5 0-25 0,-2-1-34 16,5-2-25-16,-1-2-35 0,5-2-52 0,2 2-179 15,2-5-447-15,-3 0 198 0</inkml:trace>
  <inkml:trace contextRef="#ctx0" brushRef="#br0" timeOffset="56648.92">13286 7217 30 0,'0'0'178'0,"-5"-8"-22"15,5 8-39-15,0 0-30 0,-6-3-30 0,6 3-22 16,0 0-39-16,0 0-60 0,0 0-35 0,18-3-107 16,-9-1 47-16</inkml:trace>
  <inkml:trace contextRef="#ctx0" brushRef="#br0" timeOffset="56934.7">13551 6909 12 0,'0'0'176'0,"9"-3"-23"16,-9 3-11-16,12 4-3 0,-6 1-3 0,1-1-9 15,1 2-11-15,0 4-15 0,2 5-1 16,-3 0-6-16,0 2-7 0,0 0-10 0,-2 8-4 0,-3-2-5 16,-2-3-5-16,0 5-2 0,-2-6-7 0,-3 1 2 15,0 3-8-15,0-3-3 0,-1-5 3 0,1-1-4 16,-1-3 2-16,2-1-5 0,-2-2 0 0,2-1-4 15,2 0-4-15,0-2-5 0,2-5 1 0,-2 6-5 16,2-6 2-16,-1 10-6 0,1-10 3 0,0 0-4 16,11 7-1-16,-1-4-16 0,5-1-19 15,4 0-20-15,8 0-33 0,2 1-19 0,3-3-33 0,-1 1-36 16,-2 1-161-16,-2 0-347 0,-9 0 154 0</inkml:trace>
  <inkml:trace contextRef="#ctx0" brushRef="#br0" timeOffset="57268.36">12666 7908 85 0,'-30'7'171'16,"11"-1"-14"-16,0 0-15 0,7-5-8 0,4 2-10 15,4 1 4-15,4-4 15 0,0 0-4 0,29 7 0 16,2-7-13-16,21-3 0 0,11 0-9 0,31-6-5 16,5-1-10-16,-5 5-1 0,0-4-10 0,-1 3-5 15,-30 2-9-15,-1 1-8 0,1-5-7 0,-6 3-2 16,-3 2-10-16,-17 0-4 0,-1 3-6 0,-4-2-3 0,-3 0-4 16,-8 2-2-16,-1-2 0 0,-3 2-8 0,-4 0-2 15,-3-1 1-15,-1 1-5 0,-1 1-2 16,-8-1-1-16,10-1-4 0,-10 1-3 0,9 0-9 15,-9 0-12-15,0 0-12 0,0 0-36 0,7-1-46 0,-7 1-49 16,0 0-45-16,0 0-185 0,0 0-418 0,-18-12 186 16</inkml:trace>
  <inkml:trace contextRef="#ctx0" brushRef="#br0" timeOffset="58020.28">13046 8138 135 0,'0'0'205'0,"-8"-5"-5"0,8 5-17 16,0 0-11-16,0 0-17 0,-2-5-20 0,2 5-17 16,0 0-12-16,0 0-15 0,0 0-1 0,0 0-5 15,-6 14 2-15,6-2-2 0,-4-2-1 0,3 7 3 16,-3 1-5-16,0-2-8 0,-2 4-5 0,2-4-4 16,0 1-9-16,1 2 1 0,1-2-5 0,-2 1-7 15,2-7-1-15,0 0-4 0,0 1-5 0,2-1-3 16,-1 2 0-16,-1-1-8 0,2-3-15 0,0 0-23 15,0-9-20-15,0 13-32 0,0-13-18 0,0 10-28 16,0-10-23-16,0 0-44 0,0 0-173 0,-5 3-381 16,5-3 169-16</inkml:trace>
  <inkml:trace contextRef="#ctx0" brushRef="#br0" timeOffset="58194.86">13044 8214 106 0,'0'0'163'0,"13"1"-12"16,-4 2-4-16,2-1-11 0,0 2-1 16,0 1-22-16,3-2-8 0,1 3-6 0,2-2-10 15,2 3-12-15,-1-1-19 0,-1 0-20 0,0-2-33 0,1 2-22 16,0 0-45-16,-2-1-36 0,-3-1-110 0,-1-2-225 16,1 1 100-16</inkml:trace>
  <inkml:trace contextRef="#ctx0" brushRef="#br0" timeOffset="58393.06">13402 8154 202 0,'0'0'197'0,"0"0"-12"0,-2-13-23 16,2 13-15-16,0 0-15 0,0 0-13 0,0 0 9 0,0 0 1 16,0 0-7-16,0 0-4 0,2 27-6 0,-4-10-2 15,4 1-15-15,-4 3-5 0,0 3-9 0,2 1-5 16,0 1-7-16,0-11-15 0,-4 9-18 0,2-4-21 15,0-3-35-15,4 3-33 0,-2-2-42 0,2-3-27 16,-2 0-40-16,2-4-160 0,0 2-347 0,0-5 154 16</inkml:trace>
  <inkml:trace contextRef="#ctx0" brushRef="#br0" timeOffset="58708.63">13555 8517 148 0,'0'0'158'0,"0"0"3"0,0 0-2 15,-4 10-3-15,4-10 2 0,0 0-13 0,-2 9 6 16,2-9 0-16,0 0 3 0,0 0 1 0,0 0 5 16,0 0-1-16,0 0-17 0,0 0-10 0,0 0-11 15,0 0-6-15,0 0-8 0,2-30-3 0,2 19-10 16,1-1-11-16,4-3-3 0,-4-2-10 0,8-1-2 16,1-5-9-16,-3 3 2 0,4-1-12 0,-1 3-2 15,-1-4-10-15,5 3-2 0,-3 6-8 0,-1 2 3 16,-5 2-9-16,0 0-2 0,1 4-3 0,-4-1-3 15,1 4-5-15,-1 1 0 0,-6 1 1 0,12 2-8 0,-5 5 3 16,1 2-1-16,-3 2 3 0,2 6 3 16,-3-1-3-16,-2 3 1 0,1 6 1 0,-1 2-2 15,-2-1 1-15,0-7 1 0,-2 1-11 0,0-1-24 16,2-2-25-16,0-2-38 0,-1 1-44 0,-1 1-47 16,0-6-42-16,2-2-51 0,-2-1-169 0,0-2-477 0,2-6 211 15</inkml:trace>
  <inkml:trace contextRef="#ctx0" brushRef="#br0" timeOffset="58861.51">13572 8397 208 0,'-5'-5'200'0,"5"5"-16"0,0 0-13 0,0 0-9 0,0 0-15 16,24 5-9-16,-10-2-16 0,6 0-13 0,9 1-9 15,2 3-23-15,3-2-44 0,3 1-54 0,1-6-55 16,2 4-79-16,-2-2-79 0,-1-4-252 0,-4 4 111 15</inkml:trace>
  <inkml:trace contextRef="#ctx0" brushRef="#br0" timeOffset="59342.54">14727 7444 98 0,'-3'-6'229'0,"3"6"-27"0,-3-9-17 16,3 9-18-16,0 0-21 0,0 0-4 15,0 0 6-15,-7 20-6 0,5 1 1 0,-2 8 0 16,-1 7-16-16,0-3-3 0,-3 15 0 0,-1 0-7 16,-1-3-15-16,2-9-7 0,4-1-8 0,-3 10-6 0,0 1-10 15,0-12 3-15,0-1-6 0,3 2-6 16,-1-2-6-16,-1-1-2 0,1-2-4 0,0 1-1 15,1-2-4-15,4-3-6 0,-2 1-2 0,0-2-1 16,2-6-6-16,1 2 3 0,0-3-3 0,1 0-3 0,-2-3 0 16,4-3-3-16,-1 1 0 0,0-4-5 15,3 1 1-15,-1-2-2 0,3-2 1 0,3-2-3 16,1 1-6-16,7-4-11 0,2-1-26 0,9-4-36 16,3 1-39-16,1-4-39 0,3 1-41 0,1-4-27 0,1-3-33 15,-5-2-188-15,15-4-464 0,-15 4 206 0</inkml:trace>
  <inkml:trace contextRef="#ctx0" brushRef="#br0" timeOffset="59710.9">15140 7946 2125 0,'0'-13'9'0,"-2"7"13"0,2 6 10 16,0-13 0-16,0 13-7 0,0-15-6 0,3 11-3 15,1-1-2-15,1-5 0 0,4 4 0 0,4-1 12 16,-3-2 6-16,3-2 5 0,3 2 1 0,1-1-5 16,-2 1 7-16,1-2-1 0,1 2 0 0,-1-4 2 15,-1 2-1-15,-2-1 4 0,0 0-2 0,-2 1 2 16,-2 0-2-16,0 0-2 0,-5-1-5 0,1 3-3 16,-2-2 6-16,-2-2-7 0,0 3-6 0,-1 1-1 15,-2 1-7-15,-1 0-2 0,3 8-2 0,-8-9-5 16,2 5 2-16,-2 1-4 0,-2 3-3 0,-3 3 3 15,-2 5-4-15,-2 1 3 0,-4 8-1 0,-1 2-1 16,1 4-2-16,1-2 6 0,0 2-2 0,5 0 1 16,4 1-2-16,5-5-1 0,1-2 7 0,0 1-6 15,7 3 1-15,-2-4 0 0,6 2 2 0,3-3-10 16,4 1-24-16,6 1-23 0,3-1-41 0,-3-7-37 16,5 1-42-16,6-3-27 0,-3 0-42 0,-7-5-149 0,3 0-421 15,-1-2 186-15</inkml:trace>
  <inkml:trace contextRef="#ctx0" brushRef="#br0" timeOffset="59906.1">15577 7747 170 0,'0'0'185'0,"1"-9"-19"0,-1 9-14 16,4-3-9-16,-4 3 3 0,0 0-2 0,0 0-3 15,12 19-9-15,-6-9 3 0,-1 3-11 0,3 0-12 0,-1 0-10 16,1 2-7-16,3 0-12 0,-2-2-15 0,0 2-23 15,3-2-21-15,-5-1-37 0,3-3-27 0,1 2-27 16,-5-2-29-16,1-2-25 0,0-1-17 16,-3-1-28-16,1 0-89 0,-5-5-276 0,8 4 124 0</inkml:trace>
  <inkml:trace contextRef="#ctx0" brushRef="#br0" timeOffset="60072.25">15749 7749 78 0,'-1'-8'166'0,"0"0"5"0,1 8-21 15,-4-11-13-15,4 11-12 0,-4-4 0 0,4 4 9 16,-15 9 0-16,1 2-13 0,-7 4 4 0,-1 6-11 16,-2 0-7-16,-1 0-12 0,1 0-8 0,-1 3-11 15,1-1-9-15,1-1-26 0,0-1-31 0,5 0-36 16,4-8-45-16,4 0-42 0,3-1-37 0,0-3-135 16,5-2-307-16,2-1 137 0</inkml:trace>
  <inkml:trace contextRef="#ctx0" brushRef="#br0" timeOffset="60320.13">15979 7615 94 0,'3'-4'213'16,"-3"4"-22"-16,4-6-11 0,-4 6 9 0,0 0 7 15,0 0 16-15,4 31-5 0,-4-11 2 0,-6 10-14 16,-1-1-12-16,3 2-11 0,-4 2-9 0,3-1-17 15,-1 0-18-15,1-1-2 0,-3 1-25 0,2-2 0 16,1-1-11-16,1-2-13 0,-1-1-4 0,1-6-8 16,0 3-8-16,1-4-16 0,2-2-22 0,0-4-23 15,-3 3-30-15,3-4-33 0,-2-3-35 0,1 1-22 16,0-6-43-16,2-4-19 0,-7 7-31 0,7-7-205 16,-8 3-456-16,8-3 202 0</inkml:trace>
  <inkml:trace contextRef="#ctx0" brushRef="#br0" timeOffset="60518.14">15944 7827 132 0,'5'-3'152'15,"0"1"6"-15,-5 2 9 0,10 0-15 0,-10 0-1 0,13 5 0 16,-7 1-5-16,2 2-1 0,-4-2-4 0,2 5-10 16,-2 2-3-16,-2-4-9 0,0 3-9 0,-2-2-10 15,-2 1-8-15,4 0-9 0,-4 0-7 16,0 0-4-16,-1-3-8 0,-4 3-7 0,2-2-12 0,-2-1-21 15,-1 1-24-15,0 0-41 0,-3-1-54 0,1-3-55 16,1 1-53-16,-4-3-149 0,3-1-380 0,-4 1 168 16</inkml:trace>
  <inkml:trace contextRef="#ctx0" brushRef="#br0" timeOffset="60994.46">16946 7437 107 0,'-3'-9'256'0,"0"4"-27"0,3 5-27 16,-2-8-28-16,2 8-17 0,0 0-9 0,0 0 0 16,0 0-10-16,-5 29 7 0,2-5 4 0,-1 8-1 15,2 15-8-15,-4 5-5 0,0 0-4 0,4 0-14 16,-5 2-8-16,1-5-4 0,0 5 0 0,1-2-12 0,2-7-4 15,2-10-8-15,1 1-5 0,-2-1-1 16,2-3 10-16,2-1-20 0,-1 0-7 0,0-3 9 16,-2-1-22-16,5-3 0 0,-3-4-9 0,2-3 3 15,2-2 3-15,-3-3-14 0,2-1 3 0,-1 0-9 0,0-4 3 16,4 2 0-16,-4-2-6 0,3-1-6 0,-2-1 7 16,2-1 0-16,3-1-7 0,6-2-5 0,-2-1-18 15,5 0-19-15,-1-5-28 0,3 1-39 16,-1-2-42-16,2-1-53 0,6-6-62 0,-3 1-59 0,0-1-168 15,-1-4-519-15,1 0 229 0</inkml:trace>
  <inkml:trace contextRef="#ctx0" brushRef="#br0" timeOffset="61344.39">17427 7825 173 0,'0'0'213'0,"0"0"-17"0,4-9-18 16,-4 9-7-16,7-10-12 0,-1 7-8 0,4-4-13 16,-1 1-10-16,1-1-12 0,6-2-8 0,-5 2-6 15,3-4-8-15,2 1-3 0,-1 1-5 0,-2-3-1 16,1 0-7-16,-3 2-3 0,-2-5-5 0,1 2 7 16,-5 2-8-16,-1 2-8 0,0-2-6 0,-2 0-1 15,-4 2-7-15,0 0-3 0,2 9-8 0,-8-12 1 16,-1 5-10-16,0 1-1 0,0 3-1 0,-5-1-5 15,0 6 0-15,-4 3-2 0,1-2 0 0,-8 10-2 16,1 1 3-16,1 2 0 0,1 4 1 0,0 1-3 16,4-1 1-16,7-4 8 0,2 0-10 0,-3 8 3 15,9-6-5-15,0 1 2 0,4-3-1 0,3 3-1 16,4-3-1-16,2 0 0 0,3 1-9 0,10-1-24 16,1-3-25-16,3 1-39 0,3-4-44 0,4 1-43 15,0-6-43-15,2 0-227 0,0-3-477 0,0-2 211 16</inkml:trace>
  <inkml:trace contextRef="#ctx0" brushRef="#br0" timeOffset="61696.12">17990 7665 123 0,'0'0'214'0,"2"-8"-21"0,-2 8-17 0,0 0-1 16,0 0-5-16,0 0-5 0,7 20-7 0,-6-10 3 0,3 2-6 15,-1-1-11-15,-1 1-12 0,3 6-5 0,-1-2-10 16,1 1-10-16,-1-3-4 0,2 2-9 0,-1 0-9 16,-1-4-5-16,1-1-14 0,2 1-2 15,-3-2-10-15,2 0 3 0,-4-4-9 0,3 1-4 0,-1 1-1 16,0-3-1-16,0 0 1 0,-4-5 4 0,5 7 12 16,-5-7 14-16,8 2 7 0,-8-2 4 0,0 0-8 15,0 0-11-15,18-14-5 0,-11 6-5 16,5-5-9-16,-2-1-2 0,3-4-5 0,1-4-14 0,-1 0 10 15,2-1-4-15,-1-1-7 0,-1-1-7 0,0 1 2 16,-1 0-1-16,-3 6-2 0,-2 3-1 0,-2 0-3 16,0 5-1-16,0 3-9 0,-2 2-21 0,-1-2-22 15,-2 7-35-15,4-7-39 0,-4 7-35 0,0 0-15 16,0 0-26-16,0 0-20 0,0 0-45 0,-5 25-223 16,1-14-518-16,-1-1 230 0</inkml:trace>
  <inkml:trace contextRef="#ctx0" brushRef="#br0" timeOffset="61980">18455 7827 23 0,'1'-8'285'15,"-1"8"-10"-15,-2-9-9 0,2 9-6 0,-2-11-9 16,2 11-9-16,-4-6-12 0,4 6-27 0,0 0-13 15,0 0-26-15,-1-9-19 0,1 9-16 0,0 0-16 16,0 0-8-16,0 0-7 0,0 0-14 0,-2 26-2 16,0-15-9-16,1 3-6 0,0 5-2 0,1-2-11 15,-4-1-2-15,1 2-1 0,0-2-11 0,0 1-2 16,1 0-2-16,-1-5 11 0,0 3-21 0,2-4-9 16,0-1-18-16,0-3-24 0,1 1-28 0,0-8-36 0,-3 13-42 15,2-9-32-15,1-4-37 0,0 0-32 16,0 0-238-16,0 0-509 0,0 0 226 0</inkml:trace>
  <inkml:trace contextRef="#ctx0" brushRef="#br0" timeOffset="62195.25">18466 7703 27 0,'11'0'211'0,"0"-4"-11"0,7 6-1 15,-1 3-5-15,0 1-5 0,1 1-5 0,-1 2-10 16,-3 1-7-16,0 3-15 0,-1 0-6 0,-3 2-7 15,2 1-13-15,-7-3-3 0,2 3-15 0,-3-4-5 16,-3 6-10-16,-2-7-8 0,0 1 3 0,-7 4-15 16,1-3-4-16,-4 2-6 0,-4-3-10 0,1 2-1 15,-9 2-9-15,-1-5-16 0,6-3-35 0,-8 3-35 16,6-4-49-16,1 1-52 0,1-5-61 0,-3 1-228 16,2 3-469-16,0-6 208 0</inkml:trace>
  <inkml:trace contextRef="#ctx0" brushRef="#br0" timeOffset="62472.39">17733 8190 198 0,'-13'1'235'0,"3"1"-25"0,2 1-17 16,3 1-20-16,5-4-6 0,1 9-11 0,-1-9-4 15,21 9-5-15,7-2-5 0,9 0-12 0,19-1-6 16,7-2-4-16,30 1-7 0,-25-3-9 0,21 2-7 16,-24-6-13-16,-2 1-4 0,-3 0-11 0,-5-1-3 15,-3 2-7-15,-12 0-9 0,-5-3-5 0,-6 1-3 16,-1 2-5-16,-7 0-10 0,-9 0-12 0,2 0-14 16,-2 0-34-16,-4 0-45 0,-1 0-30 0,-7 0-29 0,0 0-32 15,0 0-37-15,0 0-179 0,0 0-415 16,-28 13 184-16</inkml:trace>
  <inkml:trace contextRef="#ctx0" brushRef="#br0" timeOffset="62700.24">18023 8329 114 0,'-14'2'276'0,"9"2"-30"15,5-4-24-15,-13 3-16 0,8 1-6 0,-4 3-4 16,1 0-1-16,-2 6-1 0,1 3-8 0,-5 6-16 15,1 3-5-15,4 1-17 0,-1 0-4 0,4 0-17 16,1 3-8-16,1 3-17 0,0-6 3 0,4 0-19 16,-1 1-10-16,1-2-6 0,0-5-8 0,1-2-8 15,1 0-32-15,-2-3-22 0,2 2-31 0,-2-1-43 16,-2-5-49-16,2-2-46 0,-1-2-46 0,1-7-42 16,-4 11-179-16,4-11-473 0,-6 3 209 0</inkml:trace>
  <inkml:trace contextRef="#ctx0" brushRef="#br0" timeOffset="62930.01">18086 8459 250 0,'-2'-5'231'0,"2"5"-14"0,0 0-20 16,0 0-1-16,-20 11 3 0,4-1-14 0,1 5-3 15,-5 1-4-15,-1 3-8 0,2-2-15 0,2-6-15 16,5 4-11-16,-4-1-17 0,6 0-9 0,4-4-9 15,-2-1-7-15,4 3-7 0,2-2-13 0,3-1-2 16,2-3-5-16,2 3-7 0,6-2-8 0,1-2-17 16,5 2-16-16,4-4-32 0,8 1-31 0,2-6-39 15,0 2-49-15,-2-4-57 0,-2 1-39 0,-7-2-183 16,2-1-452-16,-4-1 201 0</inkml:trace>
  <inkml:trace contextRef="#ctx0" brushRef="#br0" timeOffset="63104.28">18275 8545 146 0,'0'0'253'0,"9"-6"-22"0,-9 6-16 0,15-1-3 0,-2 1-14 15,0 0-18-15,6 1-16 0,0-2-15 16,3 1-14-16,-1-1-14 0,9 3-11 0,-5 0-21 16,-3-1-23-16,-2-2-28 0,0 1-33 0,-3-2-31 15,1 4-41-15,-6-2-33 0,1-3-39 0,-2 2-39 0,-2 0-123 16,-9 1-325-16,15-3 144 0</inkml:trace>
  <inkml:trace contextRef="#ctx0" brushRef="#br0" timeOffset="63298.17">18578 8507 5 0,'-12'0'189'0,"12"0"-25"16,0 0-4-16,0 0-7 0,-8 6 3 0,8-6 5 16,-5 8 8-16,4-1 7 0,-1 2-1 15,-1 3-1-15,2-1-12 0,-5 4-10 0,5-3-17 16,-4 7-11-16,1-3-11 0,-2 3-11 0,1-2-10 0,-2 0-8 15,4 1-6-15,-1-2-9 0,-3 1 4 0,6 0-20 16,-4-5-21-16,1 4-15 0,2-5-18 0,0-2-34 16,0 3-29-16,-1-5-39 0,2 1-35 0,1-8-34 15,0 11-30-15,0-11-174 0,2 10-407 0,-2-10 180 16</inkml:trace>
  <inkml:trace contextRef="#ctx0" brushRef="#br0" timeOffset="63556.66">19217 8295 84 0,'-4'-8'285'0,"4"8"-25"0,-3-6-26 0,3 6-26 0,0 0-21 16,9-10-7-16,1 6-14 0,7-2-5 15,3 1-15-15,10 0-13 0,4 1-14 0,6-1-10 0,-2 2-14 16,16 0-5-16,-17 2-13 0,-1 1-13 16,-4 0-21-16,-2 0-18 0,-3 0-29 0,-8 1-32 15,-4 1-26-15,-3-1-38 0,-2 2-32 0,0-4-33 16,-10 1-197-16,12-5-391 0,-12 5 174 0</inkml:trace>
  <inkml:trace contextRef="#ctx0" brushRef="#br0" timeOffset="63800.24">19909 7993 1811 0,'12'-19'42'0,"-3"3"6"0,-3 1 3 0,2 1 10 15,-3 4 5-15,-1 0 3 0,-2 1 15 0,0 2-6 16,0 4-6-16,-2 3 1 0,5-8-2 0,-5 8-5 16,0 0-12-16,4-6 0 0,-4 6 11 0,0 0 0 15,1 21 8-15,-1-3-3 0,0 2-3 0,-2 6-4 16,2 2 1-16,-4-2-7 0,3 1-4 0,-2-2-2 15,2 3-4-15,0-3-7 0,-1-6-3 0,0 0 1 16,2 0-4-16,-2 0-10 0,0-1-6 0,2 0-20 16,-3-2-32-16,2-1-33 0,0-4-43 0,-1 1-50 15,2-3-62-15,0 0-64 0,0-9-162 0,0 0-485 16,0 0 215-16</inkml:trace>
  <inkml:trace contextRef="#ctx0" brushRef="#br0" timeOffset="64100.65">20336 7824 211 0,'0'0'250'0,"0"0"-26"0,14 3-23 16,-6 5-19-16,1 2-17 0,11 8-11 0,-1 3-8 15,1 3-6-15,-1 4-3 0,-1 0-11 0,1 0-11 16,-1 4-4-16,-6-2-8 0,4 1-7 0,-6-1-9 16,-1 1-6-16,-5-3-7 0,-4-2-5 0,-1 2-5 15,-5-2-9-15,0-2 1 0,-7 1-9 0,0-3-4 16,-4-1 1-16,-4 2 4 0,-4-2-15 0,-2-1-15 16,-4-1-17-16,-2-2-27 0,1 4-33 0,-12 2-52 15,12-9-61-15,4 0-55 0,-1-3-188 0,5 1-449 16,7-6 199-16</inkml:trace>
  <inkml:trace contextRef="#ctx0" brushRef="#br0" timeOffset="64917.53">21058 7559 118 0,'-9'-5'164'0,"9"5"-6"0,-6-4-6 15,6 4-1-15,0 0-1 0,-5-5-4 0,5 5-12 16,0 0-1-16,0 0-8 0,0 0-5 0,-4-7-7 16,4 7-9-16,0 0-11 0,0 0-8 0,18-7-10 15,-5 7-8-15,7-6-4 0,11 3-4 0,1 0-3 16,-1 2-8-16,0-2-9 0,-1 2-7 0,-1 1-2 15,-8 0-3-15,-1-1 0 0,-2 1-7 0,-7 1 5 0,2-2-2 16,-1 1-4-16,-5 0-1 0,-7 0-1 16,13 0-4-16,-13 0-1 0,10 1 1 0,-10-1-2 15,9 4-6-15,-5-2 4 0,0 5 1 0,-1-3 0 0,0 6-1 16,0 0 2-16,-1 0 1 0,0 7 4 16,-1 4 5-16,-2 5 4 0,1 6 0 0,-2-1-2 15,0 5 0-15,-1 9 2 0,-3 2 1 0,2 2 1 16,-2 0 2-16,2 2 4 0,-1-3-1 0,0 2-2 0,0 1 0 15,-1-4 2-15,3 2-3 0,-3-2 10 0,4-11-14 16,-1-2-1-16,-3 16-4 0,2-4-2 0,2 0 5 16,-1-12-2-16,0 0-7 0,1 0 1 0,-2-1-1 15,1 0-2-15,0-2 1 0,-4 0 0 0,4-6-6 16,-3 2 1-16,0-7 4 0,-1-3-7 0,1 2-1 16,-5-4 0-16,0 2 1 0,-1-6 0 0,-1 0-1 15,-1 0-4-15,-3-4 3 0,-3-2 1 0,0 0 1 16,-6-2-1-16,4-3-3 0,0-1 0 0,-7-1 8 15,1-3-5-15,0-1-8 0,-3-1-8 0,3-1-5 16,0-2-9-16,1-1-13 0,0 0-11 0,4-2-27 16,0 0-31-16,6 1-43 0,6-3-49 0,1 1-64 15,3-3-156-15,5 2-455 0,2-2 201 0</inkml:trace>
  <inkml:trace contextRef="#ctx0" brushRef="#br0" timeOffset="65179.9">22110 8283 2838 0,'0'0'0'0,"3"-18"-3"0,-3 18-5 15,-4-12 4-15,4 12 4 0,-4-9-6 0,4 9 2 16,-3-9 6-16,3 9 4 0,0 0 14 0,0 0 9 15,1-9 1-15,-1 9-11 0,10-4 4 0,1 1-2 16,9-1-1-16,12 3-3 0,7-1 2 0,16-3-5 16,1 1-12-16,0 2-23 0,-3 1-35 0,-2-3-36 15,-14 4-38-15,1-3-39 0,-3 0-32 0,-4 1-194 16,-2-3-427-16,-4 1 189 0</inkml:trace>
  <inkml:trace contextRef="#ctx0" brushRef="#br0" timeOffset="65450.08">22928 7927 137 0,'6'-3'190'0,"1"0"-20"0,-1 1-11 15,-6 2-10-15,14 9-2 0,-6 0 7 0,-2 4-4 16,-2 5 6-16,-1 6 0 0,-5 4-4 0,0 0-11 16,-5 0-15-16,-4 1-10 0,-3 1-6 0,-5-2-10 15,-2 2-5-15,-4-4-7 0,2 2 0 0,-4-4-18 0,4-2-3 16,-2-1-9-16,10-8-3 0,2 1-9 15,6-8 2-15,-1 3 5 0,3-5 4 0,1 0 6 0,4-4 6 16,0 0-3-16,0 0-6 0,20 7-9 0,1-10-1 16,11-1-3-16,6-2-8 0,11-5-13 0,3-1-11 15,-1 5-23-15,1-4-21 0,0 1-28 0,-1 3-29 16,-14-1-46-16,1 0-44 0,0-3-45 0,0 1-43 16,-5-3-162-16,0-1-460 0,0 0 203 0</inkml:trace>
  <inkml:trace contextRef="#ctx0" brushRef="#br0" timeOffset="65814.42">23176 7756 170 0,'-41'-7'221'0,"-9"4"-13"0,9 4-13 16,-15 8-7-16,-4 5-4 0,4 8 1 0,-3-1-10 15,-20 22-8-15,25-9-8 0,-16 21-3 0,22-14-5 16,-16 18-17-16,21-17-8 0,3 4-11 0,2 3-8 0,9 1-8 15,3 1-10-15,7-3-7 0,5 0-3 0,5-2-9 16,8-8-8-16,6-4-3 0,5 2-3 16,5-2-5-16,8-5-2 0,16 7-2 0,8-5-8 15,7-4-2-15,6-4 0 0,33-1-4 0,0-8-4 0,0-9 0 16,-3-1-5-16,3-5-4 0,1-14-7 16,-31 6-4-16,31-9 1 0,-34 4-3 0,1-6-1 0,0-5-6 15,20-13 3-15,-30 6-6 0,2-6 4 16,9-20-8-16,-21 13 0 0,-6-3 2 0,-7-2-5 0,-5-2 3 15,-10-1 2-15,-6 1 0 0,-9-3-4 0,-9-1 4 16,-8 0 2-16,-11 4-4 0,-25-13 7 0,-13 9-7 16,14 24 4-16,-37-7 0 0,-6 11-4 15,-6 8-3-15,-5 14-10 0,-1 6-31 0,-5 8-35 0,-9 5-62 16,5 5-73-16,-4 13-288 0,4-2-552 0,7-6 245 16</inkml:trace>
  <inkml:trace contextRef="#ctx0" brushRef="#br0" timeOffset="92067.63">10454 9396 101 0,'0'0'107'0,"0"0"3"0,1 7-10 0,-1-7-6 16</inkml:trace>
  <inkml:trace contextRef="#ctx0" brushRef="#br0" timeOffset="94101.96">7742 9526 1481 0,'-9'1'65'0,"9"-1"-23"15,-22-2-9-15,10 2-2 0,2 0-9 0,10 0-13 16,-12-3 8-16,12 3 9 0,-11 0-5 0,11 0 3 15,0 0 1-15,0 0 2 0,0 0 3 0,0 0 3 16,35-8 12-16,-7 5-4 0,4 0-2 0,2-1-1 16,3 3 1-16,4-5-4 0,-4 2-6 0,0 1 0 15,-3 0-6-15,-1 1 0 0,-4 2-4 0,-7-1 2 16,-5 3-14-16,0-3-9 0,-5 2-20 0,1-1-20 16,-2 0-20-16,-3 1-15 0,3 1-20 0,-4-1-24 15,-7-1-15-15,10 2 1 0,-6 0-11 0,-4-2-93 0,0 0-260 16,0 0 116-16</inkml:trace>
  <inkml:trace contextRef="#ctx0" brushRef="#br0" timeOffset="94377.36">8138 9494 281 0,'0'0'16'0,"-13"-3"26"0,7 2 10 0,-3-2 1 16,9 3 23-16,-13-4-6 0,6 3 11 0,7 1-4 0,-11-4-1 15,11 4-18-15,0 0 11 0,-10 0 8 0,10 0-13 16,-5 6 3-16,5-6 24 0,-4 17 1 0,1-5 3 16,1 6 0-16,2 1 3 0,-4 8-4 0,3-3-5 15,-1 6-7-15,4-6-3 0,-4 4-4 16,5-1-1-16,-3-2-7 0,-1 1 0 0,-1 0-5 0,0 1-6 15,-1-6-4-15,-1 2-4 0,1 2-6 0,-1-5 2 16,-1-1-7-16,-5 5-1 0,-1-1 1 16,2-6-5-16,-3 6-1 0,-3-3-5 0,-2 1 3 0,1-6-5 15,-4 3-2-15,4-7-4 0,-3 1 1 0,1 0-3 16,2-3 1-16,-1-3-4 0,0-2 1 0,4-2-1 16,-6-2-2-16,6 0-3 0,-4-3-13 0,3-2-9 15,4 0-9-15,-7-2-29 0,4-4-17 0,4 4-13 16,0-3-27-16,3 2-38 0,1-2-22 0,4 1-18 15,1 1-16-15,0 8-115 0,1-11-344 0,3 5 153 16</inkml:trace>
  <inkml:trace contextRef="#ctx0" brushRef="#br0" timeOffset="94834.33">8278 9935 209 0,'3'-7'229'0,"-2"1"-11"0,2-1-10 0,-2 1-6 16,-1 6-13-16,1-10-17 0,-1 10-19 0,3-5-14 15,-3 5-19-15,0 0-9 0,0 0-11 0,0 0 1 16,3 20 6-16,-1-1 7 0,-3 5-9 0,1 4-3 15,0 0-9-15,-3 2-6 0,-1-1-8 0,1-1-7 16,-3-2-7-16,2 0-7 0,-2 0-5 0,2-3-3 16,-1 2-8-16,4-6-1 0,-3-4-7 0,2 1-4 15,-1-2-9-15,2-3-18 0,-2 1-30 0,3-2-31 16,-1-4-33-16,1-6-26 0,-4 12-31 0,4-12-14 16,0 7-17-16,0-7-46 0,0 0-159 0,0 0-415 15,0 0 184-15</inkml:trace>
  <inkml:trace contextRef="#ctx0" brushRef="#br0" timeOffset="95188.39">8160 10146 145 0,'0'0'159'16,"0"0"-5"-16,0 0-1 0,0 0-3 0,24-1-13 0,-6 2-15 16,0 0-1-16,1-1-9 0,1 0-8 15,2 0-10-15,0 2-12 0,-3-2-8 0,1 0-7 16,-3 1-1-16,-3 0-9 0,0 2-5 0,-3-1-10 15,-3 0-4-15,-1-1-2 0,-2 1 0 0,-1 4-2 0,2-2 7 16,-5 3 10-16,2 1 4 0,-2 0-2 16,-1 2-4-16,-1 0-3 0,-1 0-9 0,2-1 3 15,-2-2-6-15,2 4 0 0,0-2-7 0,1 2 0 16,-1-5-4-16,0-6 3 0,4 13-4 0,-1-8-4 0,2 0-1 16,1-1 4-16,2-1-3 0,-1-1-4 0,4-2 1 15,-2-2 0-15,3-1-2 0,-1-2 0 0,1-3-1 16,-1 3 1-16,1-7-2 0,0 3-6 0,-2-3 5 15,-2 2-4-15,-2 0 3 0,2-1-1 0,-4 0-3 16,0 0-1-16,-3 2-4 0,0-1 0 0,-2 4-7 16,1 6-16-16,-3-14-19 0,-1 11-24 0,4 3-13 15,-10-4-22-15,10 4-37 0,-10 1-3 0,10-1-29 16,-9 6-24-16,4 0-117 0,1-2-338 0,4-4 150 16</inkml:trace>
  <inkml:trace contextRef="#ctx0" brushRef="#br0" timeOffset="95418.37">8718 10074 47 0,'1'-9'205'0,"1"-1"-10"15,-2 3-5-15,2 0 3 0,-2 7-2 0,2-13-16 16,-2 13-11-16,1-8-24 0,-1 8-14 0,0 0-11 16,0 0 12-16,0 0 15 0,15 23-5 0,-12-8-5 15,3 10-9-15,-3-5-9 0,-2 6-12 0,-1 3-9 16,-1-4-9-16,2 3-10 0,-5-3-7 0,0 0-8 15,-1 1-2-15,1-8-15 0,0 0-14 0,1 0-31 0,0-6-23 16,1 0-29-16,0 1-34 0,0-4-33 16,-1-2-26-16,2 2-28 0,1-9-17 0,-4 7-23 15,4-7-133-15,0 0-379 0,0 0 168 0</inkml:trace>
  <inkml:trace contextRef="#ctx0" brushRef="#br0" timeOffset="96050.04">8635 10194 34 0,'0'-9'152'0,"0"9"-3"0,0 0-6 16,14-7 4-16,-1 7-7 0,1 0-6 0,6 2-12 16,-1-1-15-16,3-1-5 0,8 1-9 15,-5 2-12-15,3-3-1 0,-6 0-12 0,0 0-3 16,-6 2-8-16,4-2-3 0,-8 0-3 0,0 1-7 0,-3-2 1 16,-1 2 5-16,-8-1 7 0,11 2 7 0,-11-2 1 15,8 0 0-15,-8 0-4 0,0 0-4 0,0 0-8 16,0 0-2-16,1 7 2 0,-1-7-2 0,-15 16 2 15,4-6-4-15,-2 2 1 0,1 0-3 0,2 3-5 16,0-2-5-16,4-2-1 0,-3 2-1 0,5-2-6 16,2-1-3-16,-1 1 1 0,3-1-1 0,2-2-2 15,0-1-3-15,2-1 3 0,2 1-2 0,6-1-3 16,-2-4 1-16,0 2 0 0,4-6-5 0,-1 2-3 16,1-2 2-16,0 0 3 0,0-1-5 0,-2-2-1 15,-1-1 0-15,1-1 2 0,-3-1-1 0,-1 1 1 16,0-1-7-16,-3-1 6 0,2 0-4 15,-3 0 2-15,-3 1-1 0,2 0-1 0,-3 1 2 0,0 7-2 16,0-10 2-16,0 10 0 0,-2-10 0 0,2 10-3 16,0 0-3-16,0 0 2 0,0 0-2 0,0 0 4 15,0 0-3-15,-9 18 6 0,9-18-5 0,-1 17 0 16,0-6-2-16,1-3 2 0,1 3-1 0,-1-5 1 16,1 3 1-16,2-2 3 0,2-1-4 0,4-2 1 15,1 2 3-15,0-5-1 0,3 1 2 0,1-4-2 16,4 1-4-16,1-3 2 0,2-3-6 0,-6 0 8 15,3-2-7-15,-3-2-4 0,-1 0 7 0,-1 1-1 0,-1-2-3 16,-3-3-4-16,-2-1 5 0,-2 1-3 16,2-1 4-16,-4-2 1 0,0 1 3 0,-2-1-5 15,2-1-1-15,-2 0 3 0,1 2 0 0,-2 7 1 16,0-6-1-16,0 5 9 0,1 2-3 0,-1 3-1 16,0 6-3-16,0-13-1 0,0 13-3 0,2-5 1 0,-2 5 2 15,0 0 19-15,0 0 7 0,3 24-8 16,-2-11 2-16,-1 5 3 0,0 6-3 0,0 2 2 15,-2-7-1-15,-1 5-2 0,1 3-3 0,-1-8 2 0,-1 6-5 16,3-6-3-16,-2 0 2 0,-2-2-12 0,4-1-20 16,0-1-27-16,-1-2-43 0,1-2-46 15,1-2-54-15,1-1-54 0,-1-8-219 0,3 11-501 16,3-7 221-16</inkml:trace>
  <inkml:trace contextRef="#ctx0" brushRef="#br0" timeOffset="96229.32">9753 10094 28 0,'0'0'229'0,"14"-3"-20"0,-6 1-14 0,2 2-23 0,3 0-15 16,-3 2-21-16,4-1-20 0,-2 1-38 0,0 3-41 15,1-3-52-15,0 0-32 0,-1 2-37 0,-2 0-119 16,-5 0-217-16,2 1 96 0</inkml:trace>
  <inkml:trace contextRef="#ctx0" brushRef="#br0" timeOffset="96369.45">9803 10223 100 0,'0'0'198'0,"-6"3"-4"0,6-3-3 0,0 0-2 16,-3 7 3-16,3-7 1 0,0 0-5 0,0 0-14 15,14 8-17-15,-1-7-18 0,-1 0-12 0,5 1-30 16,3-1-43-16,3-4-54 0,-2 5-82 0,10-6-74 15,1 2-171-15,-1-2-352 0,-2-2 156 0</inkml:trace>
  <inkml:trace contextRef="#ctx0" brushRef="#br0" timeOffset="96978.67">11319 9888 56 0,'-18'-1'235'0,"5"-1"-2"0,3 0-9 16,3 1-15-16,0-1-16 0,7 2-22 0,0 0-15 16,0 0-12-16,0 0-17 0,30-15-19 0,2 11-9 15,4-1-8-15,17-2-6 0,-1 2-15 0,2 0-5 16,-2 2-8-16,-14-1-6 0,0 1-10 0,-3 1-15 16,0 2-23-16,-7-2-24 0,-8 2-24 0,-1 0-24 15,-8 1-30-15,-2 0-16 0,0 0-9 0,-9-1-6 16,9 3-3-16,-9-3 1 0,0 0 8 0,0 0 14 15,0 0 6-15,0 0 6 0,-30 5 25 0,19-4 21 16,-2 1 17-16,0-2 12 0,0 0 11 0,2-2 2 16,-1 1 26-16,0 2 7 0,1-2 8 0,2 1 8 15,9 0-2-15,-12-1 6 0,12 1 7 0,-9 0 3 16,9 0-10-16,0 0 10 0,-8 4 17 0,8-4 7 16,-2 11 8-16,-1-2 6 0,2 3-4 0,2 7 10 15,2 7 8-15,-3 1 1 0,0 4-7 0,0 2-9 16,0-1-3-16,0 1 3 0,0 1-11 0,-3-3-6 15,2 1-3-15,-1-2-12 0,-2 0 0 0,-2-2-6 0,1-3-6 16,1 0-2-16,-2-8 2 0,-2-2-4 16,-1-5 1-16,1 1 2 0,-2-2 0 0,1-1 3 0,-2-1-11 15,-5 0 1-15,-1-4 1 0,1 0-9 0,-2-4-1 16,0-1-4-16,4-2-7 0,-2-1-1 0,-1-3-18 16,7 0-23-16,-3-3-29 0,0-1-43 0,6-1-39 15,0 3-24-15,6-3-51 0,1 0-39 0,1 3-162 16,3-2-445-16,4 1 198 0</inkml:trace>
  <inkml:trace contextRef="#ctx0" brushRef="#br0" timeOffset="97222.53">11925 10209 18 0,'0'0'238'0,"8"-2"2"0,-8 2 0 0,7-3-12 16,-7 3-13-16,0 0-6 0,0 0-28 0,0 0-16 15,11 5-10-15,-11-5 2 0,2 10 2 0,-2 2-2 16,-2 3-16-16,2 4-9 0,0 2-3 0,-2-2-19 16,1 5-8-16,1-4-9 0,-3 0-12 0,3 0-5 15,-4 4 6-15,3-7-21 0,0 0-5 0,1 1-8 16,-2-1-7-16,0-2-14 0,0 2-27 0,2-7-33 16,-2 2-29-16,-2-1-34 0,2-1-36 0,-2-2-34 15,1-2-30-15,-1 0-44 0,-1-2-196 0,1 0-473 16,4-4 209-16</inkml:trace>
  <inkml:trace contextRef="#ctx0" brushRef="#br0" timeOffset="97447.98">11985 10197 188 0,'14'-3'207'15,"-1"0"0"-15,0 3-10 0,0 3-12 0,0 0-4 0,4 5-8 16,-7 0-15-16,1 1-16 0,-4 1 1 0,-3 1-8 15,1 1-10-15,-4 0-12 0,-1 3-1 16,-4 0-10-16,-4 0 0 0,-2-1-11 0,-1-1-5 16,-2-1-11-16,-1-2 0 0,-1 1-10 0,-2-1-8 0,3-3-14 15,1 0-23-15,3-2-26 0,-3-2-33 0,7 1-38 16,-2-3-43-16,8-1-56 0,-9-1-76 0,9 1-134 16,0 0-417-16,-1-11 184 0</inkml:trace>
  <inkml:trace contextRef="#ctx0" brushRef="#br0" timeOffset="97630.28">12477 10194 56 0,'12'0'221'0,"-5"0"-3"0,6 2-4 16,-1-1-11-16,1-1-18 0,7 2-15 0,-3-1-22 15,2 0-10-15,0 2-16 0,2-2-24 0,-2 1-28 16,0 1-39-16,-1 0-39 0,-5-2-40 0,1 0-32 15,0-2-36-15,-1 0-37 0,-2-1-93 0,-4 1-265 16,2-2 119-16</inkml:trace>
  <inkml:trace contextRef="#ctx0" brushRef="#br0" timeOffset="97804.61">12742 10096 87 0,'-2'-6'209'0,"2"6"-7"15,-4-5-13-15,4 5-15 0,0 0-11 0,0 0 16 16,0 0 14-16,-12 11 1 0,10-3 3 0,-2 2-16 15,2 3-15-15,-1 2-9 0,-1 1-7 0,2 3-18 16,-4-2-11-16,4 3-12 0,0-2-9 0,0-1-13 0,2-1-22 16,-2 1-27-16,0-2-42 0,0 1-43 15,2-3-59-15,-1 3-60 0,2-4-72 0,-1-2-184 16,0 1-458-16,-1-3 203 0</inkml:trace>
  <inkml:trace contextRef="#ctx0" brushRef="#br0" timeOffset="98130.9">13641 9988 21 0,'11'-5'184'0,"7"-1"-9"16,2 3-15-16,9 1-13 0,0-2-18 0,3 1-5 15,2-1-19-15,-2 1-7 0,-3 2-23 0,4 1-24 16,-13 1-31-16,1-2-22 0,-1 2-25 0,-7-1-26 15,-4 0-16-15,3 0-16 0,-6 1-91 0,-6-1-190 16,9-2 84-16</inkml:trace>
  <inkml:trace contextRef="#ctx0" brushRef="#br0" timeOffset="98390.06">13913 9941 85 0,'-10'-1'127'0,"10"1"-12"0,0 0-6 15,0 0-11-15,0 0 1 0,-9 5 7 0,9-5 13 16,-2 14-5-16,2-2 3 0,2 3 3 0,-2 4-2 15,1 0-5-15,-1 8 0 0,0 1-11 0,0-1-6 16,-1 3 0-16,1-2-12 0,0 2-2 0,-2-2-6 0,0 0-6 16,0-1-5-16,-2-1-3 0,1-3-4 15,-3-3-2-15,0-2-5 0,0-1 1 0,1-2 1 16,-1-3 3-16,0-1-2 0,-4-2 1 0,1 0 0 0,1-1 4 16,-4-2-6-16,-1-2 0 0,-1-1-4 0,-4 1-7 15,4-3-3-15,1-1-2 0,2-2-3 0,-3 0-7 16,3-2-5-16,2-1-18 0,-2 1-19 0,2 0-29 15,0-1-51-15,2 0-56 0,3-1-56 0,1 1-61 16,3 5-135-16,0 0-436 0,3-16 193 0</inkml:trace>
  <inkml:trace contextRef="#ctx0" brushRef="#br0" timeOffset="98735.72">14087 10442 65 0,'12'0'227'16,"-1"-3"-12"-16,3 1-5 0,-1 0-2 0,8-1-10 16,-4-2-16-16,2 1-10 0,-2-1-14 0,4-2-11 15,1 3-3-15,-4-3 1 0,2-2-20 0,-1 1-9 16,-2-2-5-16,-3-1-9 0,-1 2-4 0,-3-1-5 16,0 2-5-16,-3-3-4 0,-2 1-5 0,-1 1 6 15,-2 0-18-15,-2 3 0 0,0 6-13 0,-3-14-3 16,-3 9-3-16,0 2-6 0,-6 0-7 0,-1 5 1 15,-5 2-8-15,0 1-3 0,-9 9 5 0,4 1 0 16,-2 3-8-16,5 1 1 0,0 0-1 0,7-3 6 16,3 1-8-16,-1 0 2 0,3-2-3 0,5 1 7 15,0 0-3-15,3 1 0 0,4-2-7 0,5-2 0 0,3-2 2 16,0 1 2-16,13 1-1 0,1-3-7 16,5-4-7-16,2-2-19 0,1-1-15 0,1-3-24 15,-1 0-28-15,-4 0-31 0,1-2-32 0,-9 1-42 16,0-3-39-16,-2 2-52 0,-8 0-186 0,2-2-503 0,-4 3 223 15</inkml:trace>
  <inkml:trace contextRef="#ctx0" brushRef="#br0" timeOffset="99314.03">8856 11591 103 0,'0'0'211'0,"-10"-1"-2"16,10 1-6-16,-7-3-6 0,7 3-14 15,0 0-14-15,0 0-13 0,-6-6-11 0,6 6-18 0,0 0 3 16,0 0-8-16,0 0-14 0,23 0-9 0,-6-2-12 16,4 1-9-16,9-2-6 0,0 3-18 15,1 0-25-15,0-2-38 0,1 1-40 0,1 0-54 16,-5-2-45-16,-7 3-48 0,0-1-134 0,-3-1-357 0,1 1 159 16</inkml:trace>
  <inkml:trace contextRef="#ctx0" brushRef="#br0" timeOffset="99482.3">8912 11762 109 0,'-5'3'220'0,"1"1"-20"16,4-4-12-16,-5 7-2 0,5-7-11 0,0 0-13 16,17 11-17-16,1-9-14 0,12 2-15 0,4-4-21 15,19 0-41-15,-13-3-48 0,20 0-66 0,1-5-62 16,-3 5-146-16,-3-2-290 0,0-2 128 0</inkml:trace>
  <inkml:trace contextRef="#ctx0" brushRef="#br0" timeOffset="102002.79">10976 11854 174 0,'0'0'183'0,"0"0"3"0,0 0-5 0,-3-5-5 0,3 5-11 16,0 0-11-16,0 0-19 0,0 0-11 0,8-6-9 16,-1 2-13-16,0-2-12 0,2 2-9 0,4-1-6 15,0 2-9-15,0-4-9 0,0 1-1 0,2 1-6 16,-2-2-10-16,-2 1 5 0,-2-1-7 0,1 2-2 16,-3-1-4-16,0 1-3 0,1-3-1 0,-2-1-5 15,0 0 1-15,-3 0-3 0,0 1 0 0,-2-2 1 16,-1 3-2-16,0 7-3 0,-1-12-1 0,-2 7-3 15,3 5-1-15,-13-9 1 0,2 6-3 0,-2 1-2 0,-1 2-3 16,-4 2 2-16,-1 0-2 0,1 4 2 16,-2 2-2-16,-4 3 2 0,-3 7 2 0,5-2 4 15,-1 2-6-15,1 2 4 0,1-1 0 0,4 2-5 16,3-5-1-16,5 1 1 0,1 0-3 0,4 2 1 0,2-4 3 16,7 3-1-16,1-2 2 0,3-2 1 15,7-2-3-15,10 2-10 0,3-6-21 0,5 1-15 16,3-4-24-16,3-3-36 0,11-3-28 0,1-2-25 15,-16 0-29-15,1-2-23 0,-3 0-109 0,-3-2-341 0,-3 1 151 16</inkml:trace>
  <inkml:trace contextRef="#ctx0" brushRef="#br0" timeOffset="102203.61">11431 11695 70 0,'-2'-8'184'0,"0"1"2"0,2 7-10 16,-1-11-11-16,1 11-12 0,0-8-21 15,0 8-11-15,0 0-3 0,0 0 4 0,0 0 0 0,0 0-4 16,13 22-4-16,-7-8-14 0,3 3-10 0,-1-1-9 16,3 3-2-16,1 1-13 0,0-2-6 0,3 3-9 15,-5-5-17-15,3-1-21 0,-2-1-26 0,0-2-28 16,2 4-20-16,-4-6-38 0,-1-1-28 0,2-2-21 16,-3-1-31-16,-3-1-103 0,1-3-304 0,-5-2 134 15</inkml:trace>
  <inkml:trace contextRef="#ctx0" brushRef="#br0" timeOffset="102381.74">11609 11699 84 0,'-3'-4'184'0,"-3"1"-9"16,-2 1 3-16,8 2-8 0,-16 5 1 0,0 5-4 16,4 3-13-16,-7 5-10 0,-2 5-12 0,-2 3-13 15,2 0-10-15,-3 2-13 0,5 0-8 0,0-1-12 16,3 4-26-16,2-5-28 0,0-2-35 0,6 1-40 15,1-7-48-15,5-1-27 0,0-3-47 0,0-4-101 16,4 0-297-16,2-2 133 0</inkml:trace>
  <inkml:trace contextRef="#ctx0" brushRef="#br0" timeOffset="102626.4">11801 11753 1590 0,'7'-27'31'16,"0"0"26"-16,-4 3 24 0,0 7 1 0,-2 5 4 15,1 3 3-15,-2 2-10 0,2-1-13 0,-2 8-12 16,0-9-7-16,0 9 1 0,0 0 18 0,0 0 12 0,0 0 16 16,4 34 12-16,-1-8 1 0,-2 2-7 15,-1 3-8-15,2 2-7 0,1 2-9 0,-3-2-9 16,-3 1-5-16,2 0-3 0,-1 0-10 0,-1-5-2 16,3 1-5-16,-4-1-2 0,2 1-10 0,-1-5-15 15,-1 0-17-15,4-5-23 0,-4-2-30 0,-1 1-29 0,3-4-32 16,1-4-35-16,1 1-24 0,-2-9-21 15,0 5-34-15,0 0-186 0,2-8-450 0,0 0 200 16</inkml:trace>
  <inkml:trace contextRef="#ctx0" brushRef="#br0" timeOffset="102822.01">11866 11840 171 0,'10'-7'181'0,"-1"6"-7"0,4 0-3 15,-2 2-7-15,2 0-12 0,-2 3-14 0,1 0-13 16,-4 1-8-16,-1 0-7 0,3 3-11 0,-6-2-11 16,-2 2-7-16,-1 3-8 0,-2-1-6 0,-3 4-7 15,-6-1-5-15,-2 2-15 0,-2-2-32 16,-2 0-29-16,1 0-33 0,-1-3-36 0,0-1-56 0,0 1-149 16,-2-3-317-16,7-4 141 0</inkml:trace>
  <inkml:trace contextRef="#ctx0" brushRef="#br0" timeOffset="103288.18">12544 11498 1690 0,'0'-25'19'0,"3"1"-10"0,-3 5 27 0,-1 3 14 16,1 5 5-16,0 2 3 0,0 0-10 15,0 9-15-15,0-10-7 0,0 10-4 0,0 0-3 0,0 0 22 16,0 0 14-16,0 0 14 0,19 41 18 0,-13-8 1 15,3 15 2-15,-4 5 0 0,0 1-3 0,2 5-8 16,-1 1-1-16,-6-2-9 0,-4 1-9 0,1-5-8 16,-3-1-5-16,-6-3-4 0,3-15-8 0,1 10-2 15,3-11 1-15,-7-1-5 0,3-2-2 0,3 1 4 16,-3-4-6-16,0-2-5 0,4 0-2 0,1-8-3 16,0 0-3-16,0-2 2 0,3-3-4 0,-3-3 3 15,4 1-2-15,2 1 0 0,0-3 0 0,-1 0 5 16,3-2 2-16,4-2-4 0,1 2 0 0,3-3 0 15,7 0 1-15,9-2 1 0,1-3-2 0,4 0-11 0,3-3-20 16,1 2-26-16,1-3-24 0,-2-1-43 0,-1 1-48 16,-3 0-50-16,1-2-65 0,-5-1-177 0,-1-1-487 15,-9 1 216-15</inkml:trace>
  <inkml:trace contextRef="#ctx0" brushRef="#br0" timeOffset="104778.96">13501 11714 42 0,'0'0'132'0,"0"0"-8"0,-4 5-9 16,4-5 4-16,0 0-4 0,-5 4-5 15,5-4-11-15,0 0 3 0,-8 3-4 0,8-3-2 16,0 0-6-16,0 0-1 0,-3 6-4 0,3-6 1 15,0 0-4-15,0 0-7 0,0 0-2 0,0 0-9 0,0 0-2 16,0 0 0-16,0 0-5 0,0 0-3 0,0 0-5 16,0 0-5-16,0 0-5 0,0 0-2 0,0 0-2 15,0 0-3-15,0 0-3 0,0 0-3 16,0 0-3-16,0 0 2 0,0 0-2 0,0 0-4 0,0 0 3 16,0 0-1-16,0 0-1 0,0 0 2 0,0 0 1 15,0 0-1-15,0 0 1 0,0 0-1 0,0 0-4 16,0 0 0-16,0 0-1 0,0 0-2 0,0 0-1 15,0 0-2-15,0 0-2 0,0 0 2 0,0 0-1 16,0 0 0-16,0 0-1 0,0 0-3 0,0 0 1 16,0 0 1-16,0 0-1 0,0 0 1 0,0 0-3 15,0 0 2-15,0 0 0 0,0 0 2 0,0 0 0 16,0 0 5-16,0 0-2 0,0 0 3 0,0 0-2 16,0 0-2-16,0 0 2 0,0 0-3 0,0 0-3 15,0 0 0-15,0 0-1 0,0 0 2 0,0 0 2 16,0 0-5-16,0 0-2 0,0 0 1 0,0 0 0 15,0 0 0-15,0 0 3 0,0 0-3 0,0 0 2 16,0 0 2-16,0 0-1 0,0 0 3 0,0 0-2 16,0 0 3-16,18-11-5 0,-11 8-2 0,2-1-11 15,2 1 2-15,1-5 2 0,-1 2 1 0,0 3-1 16,1-4-1-16,3 1 6 0,-3 0-2 0,-2 0-1 16,3-1-2-16,-3 0-1 0,-1-2 4 0,0 2 7 15,-3-2-8-15,2 2-2 0,-2-1 4 0,0 0-4 0,-3 2 1 16,1 1 1-16,-4 5-1 0,0-11-1 0,0 11-1 15,2-10-1-15,-2 10 0 0,0 0-2 16,-8-10-1-16,1 7 2 0,7 3-2 0,-14 0 5 16,3 0-5-16,-2 2 4 0,-5 2 0 0,-1 6 0 0,2-1-3 15,-10 5 1-15,2 2 3 0,2 0 1 0,2 2-2 16,2 2 4-16,4 0 2 0,-1 2-1 0,3-2 0 16,5-2 4-16,0-1-7 0,3 0 4 0,1-2 0 15,4 2-1-15,4-1 3 0,0 0 1 0,5-2-3 16,-1 1 2-16,3-4 2 0,7 1 0 15,1-4-3-15,8 3 1 0,3-6-19 0,1 0-18 0,1-2-30 16,3-1-30-16,-3-1-35 0,4-2-42 0,-4-2-33 16,0-1-188-16,-6-1-423 0,-2 2 187 0</inkml:trace>
  <inkml:trace contextRef="#ctx0" brushRef="#br0" timeOffset="105753.53">14047 11569 18 0,'-6'-11'190'0,"4"4"-10"0,2 7 4 0,-3-10-3 0,1 4-5 15,2 6-10-15,0 0-14 0,-2-9-14 16,2 9-21-16,0 0-14 0,-5-5-8 0,5 5-7 15,0 0-10-15,0 0 7 0,0 0-2 0,11 25-4 0,-8-15-6 16,6 6-6-16,-3-1-3 0,4 3-2 0,-2-1-9 16,-3 0-1-16,5 0-5 0,4 5-7 15,-7-6-6-15,2-1 4 0,3-1-7 0,-4 0-2 16,-1-1-4-16,0-3 1 0,-2 1-6 0,3-1 0 0,-3-1-1 16,3 1-1-16,-2 0-3 0,0-3 1 0,-2 0-4 15,-1-2 0-15,1-1-3 0,-4-4 1 0,6 8-4 16,-6-8 3-16,3 5 0 0,-3-5 1 0,5 5-2 15,-5-5 4-15,0 0 6 0,5 4 17 0,-5-4-1 16,0 0 4-16,6-14-13 0,-4 3 3 0,4 0-11 16,-1-5 3-16,3 0-6 0,0-9-1 0,3 0 2 15,3 2 0-15,-3-3 0 0,0 1-4 0,3 1-5 16,-1-2 2-16,1 3 0 0,-6 5-6 0,2 0 3 16,-3 4 2-16,2-2-3 0,-5 7-1 0,0 1-7 15,-2 1-16-15,1 2-22 0,-3 5-30 0,2-7-24 16,-2 7-6-16,0 0-10 0,0 0-18 0,0 0-16 15,0 0-31-15,12 20-41 0,-12-9-146 0,0 1-394 16,0 0 174-16</inkml:trace>
  <inkml:trace contextRef="#ctx0" brushRef="#br0" timeOffset="106006.51">14598 11635 11 0,'0'0'181'0,"0"0"-18"0,0 0-4 0,0 0 6 16,0 0 7-16,0 0-1 0,0 0-11 16,-3 29-8-16,1-15-11 0,-2 5-5 0,2-2-11 15,0 2-5-15,1-1-15 0,-4 0-8 16,3 2-1-16,4-1-11 0,-4-1-7 0,2-3-2 0,-2-3-16 16,2 3-4-16,0-4-6 0,2 1 5 0,0 0-16 15,0-2-6-15,1-2-17 0,-3-1-18 0,2 1-21 16,-2-1-20-16,0-7-29 0,1 10-16 0,-1-10-13 0,0 0-20 15,2 8-28-15,-2-8-44 0,0 0-126 0,0 0-345 16,0 0 153-16</inkml:trace>
  <inkml:trace contextRef="#ctx0" brushRef="#br0" timeOffset="106216.28">14669 11601 158 0,'12'3'158'0,"-3"0"7"0,4 1-2 15,1 4-9-15,1-2-3 0,-1 4-13 0,2-1 1 16,-1 2-5-16,-2 2-10 0,-6-3-13 0,5 3-13 16,-5-1-13-16,-1-1-2 0,-1 5-2 15,-4 0-8-15,-5-3-8 0,2 4-3 0,-7 1-6 0,0-2-5 16,-9 3-8-16,0 0-10 0,-4-2-25 0,2-1-33 16,-3-3-25-16,5-3-48 0,0-1-28 0,0-1-33 15,0 1-154-15,1-2-339 0,0-1 151 0</inkml:trace>
  <inkml:trace contextRef="#ctx0" brushRef="#br0" timeOffset="106440.4">14122 12181 114 0,'-7'1'176'0,"2"2"-5"0,5-3 1 0,0 0-3 15,0 0-11-15,0 0-9 0,20 9-13 0,8-11-10 16,7 1-14-16,14 1-10 0,3-4-9 0,5 1-8 16,5-2-9-16,-3 1-10 0,-5 2-17 0,-1-2-21 15,-14 2-23-15,-3 0-29 0,-7 0-31 0,-9 2-28 16,1 2-32-16,-8-2-14 0,-4 3-135 0,-3 0-285 16,-1-2 126-16</inkml:trace>
  <inkml:trace contextRef="#ctx0" brushRef="#br0" timeOffset="106654.73">14474 12211 154 0,'0'0'172'0,"0"0"-3"16,-8 4 18-16,7 2 9 0,1-6-10 0,2 14-1 16,0-3-1-16,-2 2-10 0,0 4-13 0,0 1-15 15,-2 1-15-15,2 0-13 0,2-1-9 0,-4 1-5 0,1 0-14 16,1 0-11-16,-1 0 3 0,-1-2-18 0,0 0-18 15,-3-2-12-15,5-1-24 0,0 0-32 16,0-3-28-16,-1-2-39 0,0 1-38 0,-1-3-41 16,2-7-50-16,-3 9-134 0,3-9-380 0,0 0 168 0</inkml:trace>
  <inkml:trace contextRef="#ctx0" brushRef="#br0" timeOffset="106872.11">14622 12317 44 0,'-11'-1'215'0,"11"1"-5"0,-14 3-4 0,3 2 0 16,-2 3-1-16,-1 0-11 0,-1 4-2 15,1 0-6-15,0 1-11 0,3 1-10 0,2 2-20 0,-4-2 0 16,6 2-23-16,1 0-12 0,3 0-6 0,2 0-15 16,2-3 1-16,2-3-19 0,1 2-6 0,5-2-13 15,1-3-20-15,2 0-29 0,3-1-31 0,4-3-40 16,1-1-44-16,8-2-36 0,-7-2-32 0,7-4-42 15,-6 2-156-15,-2-3-410 0,0-1 181 0</inkml:trace>
  <inkml:trace contextRef="#ctx0" brushRef="#br0" timeOffset="107044.18">14830 12429 185 0,'0'0'195'0,"0"0"-7"0,0 0 4 0,8-5-4 0,-8 5-9 16,16-1-16-16,-5 0-15 0,3 0-14 0,5-1-12 15,-3 0-13-15,5 0-15 0,-3 1-23 0,3 1-32 16,-4 0-33-16,-6-1-38 0,5 1-27 0,-5-2-26 16,0 1-21-16,-2-1-18 0,-4 1-32 0,-5 1-87 15,10-4-261-15,-10 4 116 0</inkml:trace>
  <inkml:trace contextRef="#ctx0" brushRef="#br0" timeOffset="107206.8">15054 12350 90 0,'0'0'145'0,"0"0"9"0,0 0 7 15,0 0 9-15,0 0 8 0,0 0 5 0,-4 22-6 16,4-13 13-16,-1 1-5 0,-3 0-5 0,4 3-12 16,0 3-12-16,-3 2-13 0,1 1-16 0,0 0-11 15,0 0-10-15,0 6-13 0,-3-6 1 0,2 0-30 0,0-1-29 16,1 0-42-16,-3-1-38 0,2-2-51 0,1-2-56 16,-1-3-56-16,1-1-194 0,0-2-434 15,2-7 192-15</inkml:trace>
  <inkml:trace contextRef="#ctx0" brushRef="#br0" timeOffset="109222.36">13250 11354 122 0,'-16'5'150'0,"-2"7"-5"0,-3 4 2 15,-2 8 1-15,0 5-13 0,-9 16 0 16,1 3-1-16,2 3-9 0,-7 23-12 0,13-21 2 16,5 4-8-16,0 1-5 0,8-6-7 0,0 0-13 15,6 0-6-15,8-1-4 0,6-5-6 0,5 1-8 0,8-5-5 16,6 5-2-16,5-5-2 0,4-4-12 16,7 2-17-16,2-4-25 0,4 0-44 0,27 5-47 15,-19-16-33-15,0-2-59 0,-1 0-124 0,5-7-338 16,0-1 150-16</inkml:trace>
  <inkml:trace contextRef="#ctx0" brushRef="#br0" timeOffset="112420.93">15435 11879 50 0,'0'0'157'0,"0"0"-4"0,22 0-12 0,-9-1-7 0,4 0-9 15,5-1-12-15,-1-1-15 0,8 0-6 0,0 1-3 16,-7 0-17-16,6 0-9 0,-9 2-13 0,0-1-19 16,1 1-38-16,-4 0-24 0,0 0-34 0,-5 0-25 15,1 1-107-15,-6-1-211 0,6 0 94 0</inkml:trace>
  <inkml:trace contextRef="#ctx0" brushRef="#br0" timeOffset="112669.32">15983 11617 213 0,'0'0'209'16,"1"-9"-12"-16,-1 9-18 0,3-7-17 0,-3 7-19 16,0 0-14-16,0 0-13 0,0 0-3 0,0 0 1 15,7 17-7-15,-7-5 7 0,2 5-7 0,-2 8-11 16,0 0-8-16,-1 1-8 0,2 1-6 0,-2-2-7 15,0 0-9-15,1 1-2 0,0-7-9 0,0 4-4 0,-3-4-2 16,2 1-12-16,-1-1-15 0,0-1-25 16,-1 1-25-16,1-1-50 0,-1-1-39 0,-1-1-39 15,3-4-42-15,-3-1-122 0,0-1-356 0,3 1 158 16</inkml:trace>
  <inkml:trace contextRef="#ctx0" brushRef="#br0" timeOffset="113025.08">16377 11605 111 0,'0'0'148'0,"0"0"4"0,0 0-7 0,0 0-5 15,18 10-6-15,-9-4-7 0,-2 1-6 0,1 2-11 16,1 0-3-16,4 3-12 0,-3 3-6 0,-1 0-8 16,0 1-6-16,-3 1-9 0,1 1 1 0,-1 5-3 15,-5 3-6-15,-1-1-8 0,-3 1-2 0,-3 0-4 16,-3-2-4-16,-2 0-8 0,1 0-2 0,-3 0 1 15,-1-2-8-15,0 2-7 0,1-8-28 0,-1 6-33 16,-3-2-34-16,2 1-49 0,1-9-48 0,-1 3-118 16,-2-2-319-16,3-2 141 0</inkml:trace>
  <inkml:trace contextRef="#ctx0" brushRef="#br0" timeOffset="114488.08">16437 11349 5 0,'-10'-4'110'0,"10"4"13"15,-8-2-12-15,8 2-2 0,-8-4-7 0,8 4-1 16,-9-3-14-16,9 3 1 0,-8-6 3 0,8 6-2 16,-8-3-1-16,8 3-1 0,-7-4-3 0,7 4 2 15,0 0-9-15,0 0-1 0,-5-4-1 0,5 4-6 0,0 0-10 16,0 0-4-16,0 0-5 0,0 0-8 16,0 0-4-16,0 0-2 0,21-11 2 0,-7 7-10 15,2 1-2-15,4-2-1 0,0 1-5 0,-2 1-4 0,2-1-1 16,-3 1 2-16,0 2-1 0,-3-1-3 0,-2 1-1 15,0 0-4-15,-1-1 2 0,-3 0-1 16,0 1 0-16,-8 1-2 0,14-1-1 0,-9-1-1 16,-5 2-4-16,0 0-1 0,9 0 0 0,-9 0-1 0,0 0 4 15,0 0-2-15,9-1-2 0,-9 1 1 0,0 0-1 16,0 0-1-16,0 0 2 0,4 9-3 16,-4-9 3-16,0 8 4 0,0-8-8 0,-2 12 2 15,4-1 1-15,-2 0-1 0,0 5 7 0,1 0-1 0,0 1-1 16,2 2 2-16,1 5 0 0,-2 4-2 0,2-2 0 15,-1 3-1-15,2 3 2 0,-1-3-2 0,-1 1 3 16,0 4-3-16,3 1 3 0,1 10 1 0,-3-11 0 16,-2 0-3-16,2 2 3 0,0-2-10 0,1 1 8 15,-5 0 2-15,1-3-4 0,-2 1 3 0,-2 2-3 16,6-3-3-16,-7 0 7 0,2 1-5 0,-1-2 5 16,-1-1-2-16,2 3 0 0,-2-5-1 0,-2 2-1 15,4-1-3-15,-3-1 5 0,2-2-3 0,1-7 2 16,1 6-4-16,-2-5 1 0,0-2 5 0,2-2-2 15,-1 1-2-15,-1 0 2 0,-1-3-3 0,-2 2 3 16,1-4-4-16,-3 2 5 0,-2 0 1 0,-2-1 0 16,1-3-3-16,-2 1 5 0,-4-4-4 0,2 0-3 15,-2-2 3-15,-3 1-2 0,1 1-2 0,-3-5 3 16,-7 0-1-16,2 1 1 0,-2-4 4 0,-1-1-6 16,3 2 0-16,5-2 0 0,1 0-2 0,-2-1-7 15,1-1-17-15,4 1-28 0,0-2-12 0,7 3-33 16,0-3-35-16,0-1-47 0,2-1-121 0,3-2-326 15,2 2 144-15</inkml:trace>
  <inkml:trace contextRef="#ctx0" brushRef="#br0" timeOffset="117705.65">17524 11049 101 0,'-1'-10'146'0,"1"10"-11"0,0-9-10 0,0 9-5 15,0 0-9-15,-2-7-8 0,2 7-10 0,0 0-7 16,0 0-14-16,0 0 1 0,0 0-4 0,0 0-3 15,0 0 6-15,0 0-2 0,0 0-7 0,-3 32-6 16,3-20 8-16,-1 2-5 0,-2 2 1 0,1 1-4 16,0 2-7-16,-1 5 5 0,1-4-6 0,1 6-4 15,-1-2-3-15,-1 3-1 0,-1 0-2 0,3-1 3 16,-2 0-8-16,1 4 0 0,-1-2 3 0,0 2-7 16,1-1 2-16,-1 0-3 0,3 4 0 0,-2 0-1 15,1 1-2-15,2 0-2 0,-1 2 4 0,2 9-5 16,-2-11-2-16,2 0-3 0,-6 12 0 0,3-13-2 15,-1 1-1-15,2 2-2 0,0-2 0 0,-1 1 2 16,0 1-6-16,0 0 4 0,2 10 0 0,0-11-4 16,-1 13 6-16,1-3-5 0,-1-9 2 0,0 0-1 15,-1-2 0-15,1-1-3 0,-2 2 2 0,0-3-3 16,1 1 1-16,-3 0-1 0,-1-3 1 0,-1 1-1 16,-1-1-2-16,2-5-1 0,-3 1-2 0,3-2 5 15,1-5-3-15,2-2-1 0,-2 0 1 0,0-2-1 16,4-3-1-16,-2 0-2 0,1-2 1 0,1 0-2 15,-2-4 5-15,2-6-1 0,0 13 1 0,2-7 4 16,-2-6 7-16,3 10-2 0,1-7 1 0,2 1 2 16,1-4-2-16,5 2 0 0,1-2-3 0,4 0-3 15,4-2 5-15,7-1-4 0,1 1-8 0,-1-2-8 16,3 2-24-16,-1-1-32 0,1 0-36 0,-2 0-37 0,1-4-43 16,-1 1-61-16,-9 2-133 0,6-2-404 0,-5-2 180 15</inkml:trace>
  <inkml:trace contextRef="#ctx0" brushRef="#br0" timeOffset="131196.29">18928 11072 18 0,'1'-7'196'0,"-1"7"-7"0,1-9-4 0,-1 9-13 15,3-7-12-15,-3 7-8 0,0 0-15 0,0 0-21 0,1-10-6 16,-1 10-11-16,0 0-13 0,0 0 3 0,0 0 4 16,0 0 0-16,0 30-1 0,-5-14-4 0,2 3 0 15,-3-1 0-15,1 7-11 0,1-1-9 0,-1-5-6 16,1 6-6-16,-1 0-3 0,0-7-7 0,1 2-1 15,3-4-5-15,-2 0-6 0,1 2 0 0,0-1-7 16,1 2 4-16,1-1-6 0,-1-6-1 0,1 1-6 16,0-2-5-16,-1 3-15 0,-1-7-18 0,1 3-27 15,1-2-28-15,-1 2-25 0,1-10-21 0,-2 14-20 16,2-14-11-16,-1 6-22 0,1-6-25 0,0 0-114 16,0 0-337-16,0 0 149 0</inkml:trace>
  <inkml:trace contextRef="#ctx0" brushRef="#br0" timeOffset="131436.09">18837 11147 83 0,'9'-4'128'0,"3"1"-3"0,5-1 1 16,4 3 0-16,6 3 0 0,3 4 0 0,0 1-3 16,-1 2-15-16,2 3-5 0,-2-2-5 0,-3 4-9 15,-1 3-9-15,-3-2-8 0,-8 1-11 0,0-3-3 16,-5 3-8-16,-1 1-4 0,-2-2-1 0,-1 0-5 0,-5 2-6 15,0-2-1-15,-4 3 0 0,-5-2-4 0,-2 0-4 16,-7 4 0-16,3-6 1 0,-8 3-5 16,0 0-2-16,-1-5-5 0,-1-2-9 0,-2 2-16 15,7-5-20-15,2-3-24 0,5-1-33 0,0-2-31 0,3 0-35 16,-1-2-117-16,4 1-291 0,7 0 129 16</inkml:trace>
  <inkml:trace contextRef="#ctx0" brushRef="#br0" timeOffset="131812.51">19454 11237 160 0,'7'-1'177'0,"-7"1"3"0,10 5 0 0,-5-1-6 0,3-1-4 16,-5 3-6-16,3 4-4 0,-1 1-11 0,2 3-7 15,1 2-11-15,-4 1-7 0,0 0-8 0,1 0-17 16,-3 2-8-16,2-4 0 0,-1 0-5 0,-1-4-14 15,0 3-7-15,1 1-8 0,0-3-3 0,-2-2-8 16,0-4-3-16,1 2-2 0,-2-8-9 0,1 12 2 16,0-8-6-16,-1-4 2 0,4 7-5 0,-4-7 1 15,2 6 3-15,-2-6 1 0,0 0-6 0,0 0-2 16,0 0 2-16,0 0-6 0,0 0-2 0,10-17-1 16,-6 9-4-16,3-4 4 0,0 4-3 0,2-2-2 15,3 0-2-15,2-2-1 0,0 3-4 0,-2 2 1 16,-3 1-4-16,4 2 2 0,-3 1-1 0,0 2-4 15,2 1 4-15,-2 4 1 0,-1 0-1 0,0 2 4 16,-3 3-3-16,1-2-3 0,-2 3 2 0,-1 2 0 16,-2 5-5-16,-1 0-12 0,-1-3-15 0,-1 1-21 15,-3 2-29-15,0-6-39 0,2 5-32 0,-3-5-42 16,0 5-61-16,-2-5-129 0,1-2-416 0,-2 1 184 16</inkml:trace>
  <inkml:trace contextRef="#ctx0" brushRef="#br0" timeOffset="132104.62">19003 11769 96 0,'-5'2'208'0,"5"-2"-11"0,0 0-11 15,0 0-9-15,27 1-8 0,2-1-6 16,6 0-9-16,16-3-12 0,3-2-6 0,8 1-5 15,1-3-7-15,26-3-8 0,-29 4-4 0,2 1-10 0,-4-1-4 16,0-1-5-16,-7 2-6 0,-15 0-5 16,-3 0-6-16,-4 4-8 0,-9-2-5 0,-2 0 0 0,-6 3-8 15,-3 0 0-15,-2-3-8 0,-1 3 2 16,-6 0-14-16,10 0 2 0,-10 0-4 0,9-2-6 0,-9 2-13 16,0 0-15-16,0 0-20 0,0 0-27 0,0 0-34 15,0 0-47-15,0 0-54 0,0 0-47 0,-27 13-188 16,15-7-451-16,-1-3 200 0</inkml:trace>
  <inkml:trace contextRef="#ctx0" brushRef="#br0" timeOffset="134142.7">19109 11994 47 0,'3'-16'169'0,"-3"7"2"0,1-3-5 0,0 0-4 15,-2 2-5-15,1 1 0 0,0 9-7 0,0-13-10 16,1 7-12-16,-1 6-16 0,0 0-11 0,2-9-13 16,-2 9-5-16,0 0 0 0,0 0 4 0,3 29-3 15,-1-11-7-15,-1 6 1 0,-1 2-7 0,1 6-3 16,-2-2-6-16,0-2-6 0,-1 0 0 0,0 3-10 15,1-3-7-15,-1-2 1 0,2-7-7 0,0 0-2 16,-1 0-3-16,1-1 0 0,0-2-1 0,0-5-6 0,0 2 1 16,1-3-4-16,-1-3 1 0,2-1-5 0,-2-6-2 15,1 11 2-15,-1-11 0 0,0 8 3 16,0-8 3-16,1 7 2 0,-1-7 1 0,0 0-1 16,0 0-2-16,7 6 0 0,-7-6-2 0,0 0 3 0,20-6-4 15,-11 4-4-15,3-3 0 0,3 3-1 0,1-1-4 16,4 2-8-16,-1-3-13 0,1 2-22 0,2 2-28 15,-2-2-30-15,2 0-24 0,0 0-33 16,-1-2-36-16,-1 3-27 0,0-1-177 0,-1-1-421 0,1 0 186 16</inkml:trace>
  <inkml:trace contextRef="#ctx0" brushRef="#br0" timeOffset="134543.25">19605 12111 2 0,'0'0'178'0,"0"0"-11"16,0 0-13-16,0 0 3 0,0 0 1 0,0 0-2 15,0 0 1-15,4 32-14 0,-4-17-8 0,-1 2-7 16,2 2-10-16,-1 7-12 0,0-1-6 0,0-6-6 16,1 2-7-16,0-3-7 0,1 0-6 0,-2 0-6 15,0-3-1-15,2 2-7 0,1-2-3 0,-1-3-9 16,0-2-3-16,-1-3-4 0,0 0-5 0,1-2-4 15,-2-5 2-15,2 10-6 0,-2-10 5 0,1 6 3 16,-1-6 6-16,0 0 5 0,3 6 4 0,-3-6-2 16,0 0-7-16,0 0-3 0,0 0-5 0,11-14-4 15,-7 6-1-15,3 0-4 0,0-3-3 0,3-2-4 16,-2 4-2-16,4-5-1 0,2 4 0 0,-5 0-2 16,1 1-4-16,1 2-2 0,-2 3 0 0,0-1 0 15,3 2-5-15,-6 2 2 0,2-1 0 0,-8 2-1 16,15 3 6-16,-10 3-6 0,3-1-2 0,-3 5-1 15,-1-2 0-15,-3 4 8 0,3-2-7 0,-3 2-5 16,-1-1-9-16,-1 5-12 0,0-3-26 0,-2 0-32 16,1 0-29-16,0-4-35 0,1 1-37 0,0 0-54 15,1-5-175-15,0-5-446 0,0 11 197 0</inkml:trace>
  <inkml:trace contextRef="#ctx0" brushRef="#br0" timeOffset="134746.04">20088 12259 216 0,'0'0'216'0,"0"0"-15"16,0 0-21-16,0 0-14 0,0 0-23 15,0 0-12-15,0 0-16 0,0 0-24 0,0 0-33 16,0 0-36-16,0 0-39 0,0 0-40 0,0 0-51 0,0 0-119 15,0 0-245-15,0 0 109 0</inkml:trace>
  <inkml:trace contextRef="#ctx0" brushRef="#br0" timeOffset="135040.17">20234 12085 41 0,'0'0'203'16,"2"-10"4"-16,-2 10-1 0,3-7-9 0,-3 7-6 15,4-6-16-15,-4 6-14 0,0 0-21 0,0 0-13 16,0 0 2-16,0 0 7 0,0 0-14 0,10 14 5 16,-10-3-9-16,1 0-8 0,-1 6-10 0,-1 3-3 15,2 0-7-15,-2 4-8 0,0 1-7 0,-3-4-9 16,1-3-4-16,0 0-4 0,1 1-8 0,-3-2-5 15,4 0-7-15,-2-4-7 0,2 3-12 0,0-4-19 16,-1 1-27-16,0-3-35 0,-1-1-36 0,2-2-41 16,0-1-18-16,1-6-31 0,-3 11-34 0,3-11-163 15,0 0-418-15,0 0 185 0</inkml:trace>
  <inkml:trace contextRef="#ctx0" brushRef="#br0" timeOffset="135217.75">20242 12111 81 0,'0'0'179'0,"-2"-6"-15"0,2 6-7 16,0 0 2-16,0 0-2 0,0 0-13 0,0 0-6 15,0 0-17-15,23 5-5 0,-12-2-11 0,2 2-9 16,0-1-12-16,4 0-14 0,0 3-25 0,-1-1-25 16,0-1-36-16,1 0-31 0,0-3-37 0,-3 2-29 15,-2-1-23-15,-1 1-104 0,-3-6-260 0,-8 2 115 16</inkml:trace>
  <inkml:trace contextRef="#ctx0" brushRef="#br0" timeOffset="135416.47">20530 12043 29 0,'0'0'174'0,"0"-13"4"16,2 7 6-16,-2 6 2 0,0 0-10 0,1-10-14 16,-1 10-15-16,0 0-12 0,0 0-6 0,0 0 17 0,0 0-1 15,0 0-1-15,4 26-3 0,-4-11-3 0,-2 2-14 16,1 2-10-16,0 5-15 0,-2-4-7 15,1 5-8-15,-2 0-12 0,0-5-7 0,0-2-14 0,2 3-18 16,0-2-25-16,-1-1-28 0,0-1-36 0,0-1-48 16,2 0-40-16,0-3-40 0,0-3-45 0,-2 1-142 15,3-6-399-15,0-5 176 0</inkml:trace>
  <inkml:trace contextRef="#ctx0" brushRef="#br0" timeOffset="135624.67">20728 12194 25 0,'2'-4'231'0,"-1"-2"-16"0,-1 6-16 0,0 0-16 0,0 0 4 16,0 0 1-16,0 0 0 0,0 0-8 0,0 0-10 15,0 0-7-15,-8 30-12 0,7-18-14 0,-3 3-14 16,3 2-10-16,-3 0-15 0,4-1-7 0,-1 2-9 16,-3-1 3-16,3-3-30 0,1 1-14 0,-1-1-24 15,1-4-25-15,-2 2-23 0,2-2-31 0,-1-1-36 16,0 0-33-16,1-9-26 0,-3 11-24 0,2-6-36 15,1-5-123-15,-7 4-368 0,7-4 163 0</inkml:trace>
  <inkml:trace contextRef="#ctx0" brushRef="#br0" timeOffset="135845.75">20721 12182 113 0,'7'-7'155'0,"4"5"10"0,3 1-4 0,-1 2-1 16,4 3 13-16,1 1-1 0,1 4-7 0,6 5 4 15,-2 1-12-15,-3 1-11 0,-5-5-9 16,4 7-5-16,-8-3 5 0,-3-1-14 0,-2-3-10 0,0 3-5 16,-4-1-4-16,-1 0-8 0,-4 2-10 0,1-3-8 15,-5-1-7-15,-2 4-2 0,-3-2-13 0,-1 0-3 16,-4-1-4-16,2-4-13 0,-3 1-9 0,1 0-21 16,-2-3-22-16,1 1-35 0,-3-3-36 0,0-1-47 15,5-3-53-15,2 0-49 0,-3-3-182 0,4 1-452 0,4-3 199 16</inkml:trace>
  <inkml:trace contextRef="#ctx0" brushRef="#br0" timeOffset="136746.16">21545 11818 104 0,'0'0'149'16,"0"0"-4"-16,0 0-3 0,0 0-2 0,0 0-7 16,9-1-8-16,-9 1-7 0,0 0-4 0,0 0-6 15,0 0-6-15,0 0-4 0,0 0-9 0,0 0-5 16,0 0-3-16,0 0-9 0,0 0-4 0,0 0-5 15,0 0 0-15,0 0-7 0,0 0-6 0,0 0 0 0,0 0-3 16,0 0-8-16,0 0-3 0,0 0-2 16,0 0-5-16,0 0 0 0,0 0-1 0,0 0-3 15,0 0 3-15,0 0 0 0,0 0 3 0,0 0 0 16,0 0 0-16,0 0-1 0,0 0 4 0,0 0-5 0,0 0 1 16,0 0-1-16,0 0 1 0,0 0-2 0,0 0-2 15,0 0-5-15,0 0 2 0,0 0-1 16,0 0-1-16,0 0 0 0,0 0 0 0,0 0-6 0,0 0 1 15,0 0-1-15,0 0-4 0,0 0 3 0,0 0 0 16,0 0-6-16,0 0 1 0,0 0 1 16,0 0-1-16,0 0 6 0,0 0 2 0,0 0 0 15,-24-4-3-15,24 4 0 0,-8-2 2 0,8 2-3 0,0 0 0 16,-14-3-4-16,14 3 0 0,-6-1 2 0,6 1 3 16,0 0 3-16,-12-3 0 0,12 3 11 0,0 0-12 15,0 0 0-15,-6-1 1 0,6 1-3 0,0 0-1 16,0 0-4-16,0 0 1 0,0 0-1 0,0 0-1 15,0 0 7-15,22-6-9 0,-5 6 2 0,1 0-7 16,1-1 3-16,3 2 4 0,-1-3-7 0,-1 3 1 16,0-1 7-16,1 0-9 0,-1 1-3 0,-1-1 6 15,-7 1-2-15,7-1 1 0,-6 2 1 0,1-4-1 16,-1 2 3-16,-2-1-6 0,2 1-1 0,-4-2 6 16,1 3-12-16,2-2 0 0,-2 1-14 0,-1-1-5 15,-9 1-18-15,15-3-19 0,-4 3-21 0,-11 0-30 16,16-1-32-16,-9 1-25 0,-7 0-19 0,12-2-27 15,-12 2-175-15,9-3-426 0,-9 3 188 0</inkml:trace>
  <inkml:trace contextRef="#ctx0" brushRef="#br0" timeOffset="137772.59">21742 11655 95 0,'0'0'120'0,"0"0"-9"16,0 0-14-16,0 0 13 0,0 0-27 0,0 0 7 16,0 0-5-16,0 0-12 0,0 0-10 0,0 0-5 15,0 0-4-15,0 0-1 0,0 0-5 0,0 0 0 16,0 0-9-16,0 0-7 0,0 0 3 0,0 0 0 16,0 0-6-16,0 0 1 0,0 0-4 0,0 0-2 15,0 0-6-15,0 0 9 0,0 0-10 0,0 0-1 16,0 0-9-16,0 0 16 0,0 0-6 0,0 0-3 15,0 0 3-15,0 0-1 0,0 0-4 0,0 0 10 16,0 0 2-16,0 0-2 0,0 0 3 0,0 0 0 16,0 0 5-16,0 0-2 0,0 0-6 0,0 0 6 15,0 0-4-15,0 0 10 0,0 0-2 0,0 0 2 16,0 0 1-16,0 0 0 0,0 0 0 0,0 0 1 16,0 0 3-16,0 0-1 0,0 0-3 0,0 0-6 15,0 0-3-15,0 0-3 0,4-9-1 0,-4 9-4 16,0 0 1-16,0 0 2 0,0 0 0 0,0 0 2 0,0 0 2 15,-4-10-2-15,4 10 3 0,0 0-4 0,0 0-2 16,0 0 1-16,0 0-7 0,0 0-3 0,0 0-3 16,0 0-7-16,0 0 6 0,0 0 7 15,0 0 5-15,0 0 3 0,-3 31 13 0,3-16-6 0,-2 10 3 16,-2 0 2-16,0 1-2 0,0-1-5 0,1-5-1 16,-3 4-1-16,3 0 4 0,-1-3-2 0,0 3-2 15,1-6-3-15,1-2 0 0,0 0-4 16,-1-1-1-16,0 0-2 0,2 1 4 0,0-5-6 0,-1 0-11 15,1 1-14-15,1-2-17 0,0 0-38 0,0 1-38 16,0-2-55-16,0-9-61 0,-1 13-199 16,-1-6-454-16,2-7 202 0</inkml:trace>
  <inkml:trace contextRef="#ctx0" brushRef="#br0" timeOffset="138198.43">22567 11213 208 0,'2'-10'223'0,"2"-3"-4"0,-3 1-11 16,1 3-6-16,0 2-7 0,-1 0-14 0,-1 7-18 16,4-9-20-16,-4 9-17 0,2-3-7 0,-2 3-4 15,0 0-6-15,0 0-3 0,4 25-6 0,-5-10-7 16,2 3-4-16,-3 1-8 0,0 6-3 0,0 1-4 15,-1-1-3-15,1-6-9 0,-2 6-6 0,3-1-6 16,-3-5-3-16,2 1-5 0,0 5-5 0,2-6-2 16,-3-2-4-16,3 0-8 0,2 0-7 0,-2-1-28 15,1 1-24-15,-1-2-32 0,0-2-26 0,0-3-30 16,0 2-32-16,0-6-23 0,1 1-19 0,-1-7-28 16,-2 9-143-16,2-9-398 0,0 0 176 0</inkml:trace>
  <inkml:trace contextRef="#ctx0" brushRef="#br0" timeOffset="138462.81">22569 11132 73 0,'7'-6'143'0,"4"1"-9"0,1 2 17 0,5 4-4 16,5 4-3-16,5 3 1 0,-2 3-4 0,1 4-3 0,1 2-9 15,-2 4-9-15,1-2-9 0,-3 1-9 0,-7 1-8 16,1 2-5-16,-4-1-6 0,-6-3-7 0,0 0-5 15,-3 6-11-15,-3-7-2 0,-5 1-6 16,-1 1 1-16,-5-4-5 0,-1 1 1 0,-1-2-5 0,-5-1-4 16,-5 6-3-16,1-5 0 0,-4-3-5 0,0 1-4 15,1-3-2-15,3-4-4 0,2 0-2 0,0 0-5 16,2 0-16-16,3-2-18 0,1-3-32 16,2 2-33-16,2-3-36 0,2 1-43 0,7-1-59 0,-11-1-120 15,11 1-371-15,0 0 164 0</inkml:trace>
  <inkml:trace contextRef="#ctx0" brushRef="#br0" timeOffset="138802.51">23065 11469 11 0,'11'0'191'15,"1"-2"-5"-15,2-3-8 0,2 2-7 0,2-4-11 16,-1 4-15-16,1-3-10 0,1-1-8 0,1 1-6 15,-2-2-6-15,1 0-10 0,-1-1-8 0,1 1-2 0,-1-3-5 16,-2 0-8-16,-1 0-7 0,-5 3-3 16,2-3-5-16,-3 2-2 0,-3 0-4 0,-1 1 5 15,-1-2-1-15,-3 4-10 0,-1 6-8 0,-4-12-3 0,-1 6-1 16,-2 3-7-16,-5 3 4 0,-1 0-4 0,-3 5 3 16,-3 2 3-16,-6 7 5 0,2 1 0 15,0 5-2-15,2-1-2 0,0-1 2 0,3 2-4 16,5 7-4-16,3-11 8 0,1 3-14 0,3 0 0 0,3 0-3 15,2 0 0-15,5-1-2 0,2-1-4 0,4-2-3 16,2 1 0-16,5-4-15 0,4 2-17 0,-1-5-24 16,5 3-28-16,1-4-38 0,-6-1-38 0,-2 1-34 15,0-5-33-15,-5 1-28 0,-3-2-171 0,1 1-442 16,-3-2 196-16</inkml:trace>
  <inkml:trace contextRef="#ctx0" brushRef="#br0" timeOffset="139051.16">22542 11821 160 0,'-15'5'184'0,"6"-1"-2"16,5 1-7-16,4-5-9 0,0 0-4 0,21 11-8 16,8-9-9-16,5 1-6 0,21-3-5 0,8-1-9 15,29-4-6-15,-4-4-8 0,3 3 1 0,-30-1-10 16,5-1-3-16,-4 1-3 0,-2-1-7 0,-3 3-9 15,-18 1-6-15,-5 1-8 0,-6-2-9 0,-7 3-5 16,-3-1-3-16,-5 2-7 0,-1 1-9 0,-4-1-12 16,-2 0-20-16,-6 1-35 0,0 0-36 0,12 1-45 15,-12-1-55-15,0 0-35 0,0 0-185 0,0 0-421 16,-31 6 186-16</inkml:trace>
  <inkml:trace contextRef="#ctx0" brushRef="#br0" timeOffset="139526.57">22709 12065 237 0,'0'0'244'0,"0"0"-20"0,0-7-17 0,0 7-21 15,0 0-20-15,0 0-11 0,0 0 2 0,0 0 5 16,0 0-3-16,7 20-8 0,-6-3-6 0,-1 1-10 0,-1 6-11 15,-4 2-6-15,1 5-11 0,0-5-3 16,-2 0-8-16,-2 0-9 0,3-1-8 0,-2-6 6 16,1 5-17-16,2-6-13 0,0 0-1 0,2-3-6 15,-1 1-6-15,1-2-2 0,0-5-2 0,1 2-6 0,1-6 0 16,1 3 5-16,-1-8-2 0,2 9 2 16,0-4 4-16,-2-5-1 0,12 4-9 0,-1-5-2 15,2-2-3-15,9 0-5 0,-3-2-1 0,3 1 3 16,6-3-6-16,-2 2-8 0,-5 1-15 0,7-1-17 0,-7-1-24 15,-2 3-17-15,-1 0-26 0,-1-1-38 0,-4 2-30 16,0 0-29-16,-3 1-34 0,1 0-33 0,-4 2-201 16,-7-1-492-16,12-1 218 0</inkml:trace>
  <inkml:trace contextRef="#ctx0" brushRef="#br0" timeOffset="139896.12">23130 12261 201 0,'1'-6'217'0,"-1"6"-10"16,3-8-16-16,-3 8-16 0,0 0-13 0,0 0 10 16,0 0 15-16,0 0-6 0,0 0-8 0,1 28-7 15,-4-11-4-15,0 7-10 0,-3-5-15 0,4 1-8 16,-3 4-15-16,1-5-7 0,0-2-10 0,0 1-7 16,2 0-11-16,0-1-2 0,1 0-7 0,0-1-6 15,0-6-8-15,1 0-7 0,0-1-7 0,1-2 3 16,-1 0-8-16,0-7 2 0,0 10-8 0,0-10 13 15,-1 8-1-15,1-8 5 0,0 0 5 0,0 0-3 16,0 0 8-16,3 4-20 0,-3-4 0 0,0 0 8 16,0 0-16-16,18-19-5 0,-10 11-2 0,2-4 1 15,2 0-11-15,-3 4 0 0,6-5-1 0,0 1-3 16,2 2 2-16,2 0 0 0,-4 2-6 0,1 2 2 16,-5 4-5-16,3 2-4 0,-3-3 4 0,0 4 2 15,-2 1-6-15,1 2-3 0,-3-1 1 0,-1 2 8 0,-2 2-2 16,0 1 2-16,-2 1-13 0,1 3-8 0,-4-5-14 15,1 3-33-15,-2-1-30 0,2 1-40 16,-2-1-47-16,-1 1-50 0,3-10-50 0,-1 13-249 16,-1-9-572-16,2-4 254 0</inkml:trace>
  <inkml:trace contextRef="#ctx0" brushRef="#br0" timeOffset="140094.97">23605 12492 114 0,'0'0'263'16,"0"0"-18"-16,0 0-10 0,0 0-6 15,0 0-12-15,4-7-16 0,-4 7-16 0,0 0-23 0,0 0-14 16,0 0-12-16,0 0-16 0,0 0-24 0,0 0-30 16,0 0-43-16,13 9-48 0,-13-9-57 0,0 0-67 15,6 2-215-15,-6-2-395 0,0 0 175 0</inkml:trace>
  <inkml:trace contextRef="#ctx0" brushRef="#br0" timeOffset="141832.28">23172 12580 35 0,'0'0'60'0,"0"0"-2"15,0 0-7-15,0 0-2 0,0 0 2 0,0 0-2 16,0 0-8-16,0 0 3 0,0 0-5 0,0 0-7 0,0 0 1 15,0 0-7-15,0 0 12 0,0 0-7 0,0 0 7 16,0 0-8-16,0 0-15 0,0 0 21 16,0 0-1-16,0 0 6 0,0 0-6 0,0 0 7 15,0 0 2-15,0 0 1 0,0 0-4 0,0 0 3 0,0 0 2 16,0 0 0-16,0 0-5 0,0 0 6 16,0 0-6-16,0 0 10 0,0 0-4 0,0 0-5 15,0 0 14-15,0 0 7 0,0 0 1 0,9 5-4 16,-9-5-2-16,17-3-4 0,-6 2-8 0,2-1-5 0,5-2 2 15,-3 1-1-15,3-3-9 0,0 3-1 0,1-2 0 16,-2 1-3-16,2-4 2 0,-1 3-3 0,-3 0-1 16,2-1-3-16,-6 2 1 0,-1-2 7 15,0 0 6-15,-3 1-6 0,-1-1 4 0,1-1-12 0,-1 1 4 16,-2-2-3-16,-2-1 0 0,0 3-3 0,-2 6 1 16,-2-13-1-16,2 13-1 0,-3-11 0 0,-4 4-2 15,2 0-4-15,-1 1 3 0,-3 0-2 0,-1 1-2 16,-1 0 0-16,1 2 1 0,-2-1-2 0,1 2 1 15,0-1-2-15,-2 3 0 0,1 0-1 0,0 1 0 16,-1 1-1-16,-1-2 3 0,-3 5-6 0,-1-1 1 16,2 1-1-16,2-2 3 0,2 3-3 0,-2 2 4 15,1-1 3-15,4 0 3 0,-5 4-6 0,5-2 2 16,2 5-1-16,0-5 5 0,-3 5 0 0,5-3 1 16,0 4 5-16,1 0-4 0,3 1 2 0,1 2 5 15,2-4 3-15,3 1 3 0,-1-3-7 0,6 2 4 16,1-1-7-16,-1-2 3 0,4 1 0 0,1-2-4 15,2-1 1-15,0-1-1 0,0-3-4 0,4 2-2 16,-3-1-2-16,3-2 1 0,-3-2-2 0,3 2 4 16,-2-3-7-16,-1-1 2 0,1 0-2 0,-4-3-5 15,5 2-2-15,-6 0-16 0,3-3-17 0,-4 2-21 16,3-1-29-16,-4 0-30 0,1-1-32 0,-1-2-48 16,-2 1-28-16,1 0-24 0,-2-1-146 0,-2-2-422 15,-1 2 186-15</inkml:trace>
  <inkml:trace contextRef="#ctx0" brushRef="#br0" timeOffset="142265.37">23226 12568 61 0,'0'0'174'0,"0"0"-5"0,0 0-4 15,0 0-16-15,21-13-2 0,-9 8-11 0,-1 0-3 0,1-1-10 16,-2 0-9-16,2 0-3 0,-2 0-7 0,0-1-10 16,1 1-4-16,0-2-3 0,-3-2-2 15,0 2 0-15,-3 1-9 0,1-5-8 0,-1 4 0 0,-3-1 1 16,0 0-8-16,-2 2-4 0,0 7-5 0,0-13-5 16,0 13 7-16,-4-12-7 0,0 5-5 0,0 4-1 15,4 3-2-15,-13-6-2 0,6 6-4 0,-5 0-2 16,-6 2-1-16,-1 2 1 0,-1 1-2 0,-5 5-4 15,4-2 2-15,-4 5-1 0,1 2 0 0,0 1 6 16,0-1 4-16,3 4-1 0,-1 2 6 0,3-2 1 16,2 0 1-16,5-2-4 0,3 0-1 0,2-3 5 15,5 2 4-15,2 1-2 0,2-4-2 0,5 2 2 16,4 0-5-16,5-3 0 0,0 0-4 0,9-2-1 16,3 0-2-16,2-3-8 0,4-3 4 0,-1 3-8 15,1-5 0-15,5-2-4 0,-5-2 2 0,2 0-29 16,-3-1-9-16,0 1-20 0,-2-1-24 0,-2-1-29 15,-2-1-34-15,-5 1-31 0,-1 0-28 0,-2-2-31 16,-3 1-40-16,1-2-199 0,-1 0-492 0,-4 1 218 16</inkml:trace>
  <inkml:trace contextRef="#ctx0" brushRef="#br0" timeOffset="142481.64">23802 12453 236 0,'0'0'273'16,"-3"-9"-4"-16,3 9-7 0,0 0-12 0,0 0-17 15,-2-7-7-15,2 7-24 0,0 0-22 0,0 0-7 16,0 0-27-16,0 0-20 0,0 0-24 0,0 0-17 16,0 0-19-16,0 0-26 0,0 0-31 0,0 0-24 15,0 0-47-15,0 0-50 0,0 0-39 0,0 0-44 16,0 0-196-16,0 0-423 0,0 0 187 0</inkml:trace>
  <inkml:trace contextRef="#ctx0" brushRef="#br0" timeOffset="142808.15">24033 12126 124 0,'2'-7'250'0,"-2"7"-8"16,1-12-4-16,1 6-4 0,-2 6-12 0,2-7-10 15,-2 7-22-15,0 0-19 0,1-7-20 0,-1 7-12 16,0 0 1-16,0 0-9 0,0 0 1 0,1 25-5 16,-1-13 0-16,1 5-4 0,-1 2-4 0,0 0-10 15,2 5-8-15,-2-4-5 0,0 0-9 0,0-1-4 16,0-1-13-16,0 2-3 0,-2-2-8 0,1 0-5 15,2-1-5-15,-1-1 7 0,2-3-16 0,-2 3-7 16,0-2-1-16,-2-3-8 0,1 1-16 0,2-3-19 16,-1 2-27-16,0-4-26 0,0-7-27 0,0 11-39 15,0-5-35-15,0-6-44 0,0 0-40 0,2 8-53 16,-2-8-162-16,0 0-502 0,0 0 222 0</inkml:trace>
  <inkml:trace contextRef="#ctx0" brushRef="#br0" timeOffset="142993.31">24067 12201 94 0,'0'0'187'15,"0"0"-11"-15,0 0 0 0,0 0-1 0,0 0 7 16,0 0-15-16,0 0-4 0,28 6-16 0,-14-2-12 16,5 2-11-16,1-3-13 0,10 3-12 0,-2 1-10 0,0-1-22 15,1-1-24-15,-2 1-33 0,-6-2-41 16,0 0-48-16,0-3-31 0,-8 3-41 0,1-3-145 15,-4 1-321-15,1-2 143 0</inkml:trace>
  <inkml:trace contextRef="#ctx0" brushRef="#br0" timeOffset="143191.29">24469 12129 188 0,'0'0'215'0,"0"-7"-5"0,0 7-7 15,0 0-14-15,0 0-16 0,0 0-17 0,0 0 14 16,0 0 15-16,0 0-2 0,0 0-1 0,-9 33-8 15,9-16-16-15,-4 2-12 0,1 7-18 16,-1-2-10-16,0-3-13 0,0-2-11 0,-1 5-4 0,1-3-13 16,2-4-6-16,-2 0-33 0,2 2-36 0,0-3-36 15,-1 1-34-15,1-5-47 0,0 0-51 0,2-2-51 16,-2 0-40-16,-1-1-143 0,2-2-433 0,1-7 192 16</inkml:trace>
  <inkml:trace contextRef="#ctx0" brushRef="#br0" timeOffset="143558.51">24546 12423 151 0,'0'0'212'0,"0"0"-1"0,0 0 1 0,-12 20-10 15,7-14-8-15,0 1-7 0,0 2-10 0,0 1-12 16,0-1-12-16,1-1-14 0,0-2-9 0,0 0-16 16,1 1-5-16,3-7-7 0,-3 7-12 0,3-7 18 15,-4 5 1-15,4-5 4 0,0 0-8 0,0 0-11 16,0 0-7-16,0 0-8 0,0 0-6 0,15-22-1 15,-10 12 7-15,1 0-16 0,-1-6-3 0,4 0-11 16,1-2-4-16,3-6-1 0,-1 3-13 0,3-3 2 16,-1-1-4-16,0 2-7 0,0 0 6 0,2 0-5 15,0-1-10-15,-5 8 2 0,2 2-1 0,-1 1 0 16,-5 6 3-16,-1-2-9 0,-2 5-8 0,3 0 3 16,-7 4 0-16,10 1 15 0,-4 3-3 0,1 5 6 15,0 5 1-15,0 1 0 0,-3 1 1 0,-2 3 5 16,1 6-2-16,-5-7 0 0,4 6 1 0,-1-5-3 15,-1-1-3-15,0 1 12 0,-1-2-13 0,2 0-3 16,0 1 7-16,1-2-14 0,-2-4-10 0,0-2-14 16,0 1-19-16,0-3-31 0,2 3-38 0,-2-5-32 0,0-6-41 15,-2 11-38-15,2-11-46 0,-2 6-45 16,2-6-206-16,-7 4-553 0,7-4 244 0</inkml:trace>
  <inkml:trace contextRef="#ctx0" brushRef="#br0" timeOffset="143708.93">24635 12389 12 0,'0'0'210'0,"-6"-3"-27"16,6 3-12-16,0 0-4 0,0 0-4 0,0 0 1 0,0 0-10 15,0 0-14-15,15-7-17 0,-3 6-11 0,-1 1-18 16,7-2-25-16,0 1-38 0,1-1-39 0,0-2-52 16,3 1-47-16,-3-3-49 0,0 0-88 0,1-1-264 15,-4 0 117-15</inkml:trace>
  <inkml:trace contextRef="#ctx0" brushRef="#br0" timeOffset="144370.41">24720 11262 112 0,'0'0'204'0,"-7"-6"-14"16,7 6-17-16,0 0-18 0,0 0-10 0,0 0-7 16,14-10-11-16,-2 7-3 0,7 0-11 0,3 0-2 0,10-1-11 15,-2 3-3-15,0 0-11 0,0 0-1 16,0 2-10-16,-4-1-7 0,2 4-3 0,-6-3 0 15,0 2-9-15,-2 1-7 0,0-2 0 0,1-1-1 16,-2 2-6-16,0-1-2 0,0 1 1 0,0 2-3 0,-3-2 0 16,0 0 0-16,2 3-2 0,-5-4-2 15,1 2-3-15,-3 1 5 0,-1-2-2 0,2 1 0 16,-3 1-3-16,2-2 1 0,-1 3-2 0,-3 0 9 16,3-1-9-16,-2 3 4 0,-2 0-2 0,3 1 3 0,-2-1-1 15,-1 3-10-15,0 0 2 0,-2-2 3 0,3 7-6 16,-2-5 3-16,0 5 2 0,-1 2 1 0,2 1 5 15,-4 8 2-15,-2-2-2 0,-2 2 4 0,2 1-5 16,0 1-2-16,-3 0-4 0,-2 4 2 0,3 1 3 16,-5 0 0-16,5 2-6 0,-6 11-1 0,4-13 2 15,1 2 2-15,-4 10-3 0,5-10 5 0,-1-1-8 16,1 11-1-16,-2-13-3 0,2 2-2 0,1 1 0 16,1-1-3-16,-3 1 0 0,2 0-8 0,-3-1 5 15,-3 0-4-15,4-1 4 0,-3-1 2 0,3 1-2 16,1-2 0-16,-2-1-3 0,0 1-1 0,-2-5 1 15,0 0-5-15,0-1-3 0,1-2 6 0,0-6-1 16,1 0 2-16,-1-3-2 0,-3 0-4 0,3-4-2 16,0-2 8-16,-1-1 1 0,-2 1-6 0,4-2 3 15,-6 2 2-15,0-6 0 0,-2 2-3 0,2-2-2 16,-4-1-4-16,1-2 8 0,-5 0-2 0,0 0 1 16,-1-3-4-16,0 2-7 0,-1-2-2 0,-3 0-17 15,-5-1-4-15,7-3-24 0,-6 1-27 0,0 1-27 16,6-2-36-16,1 4-45 0,0-3-50 0,4-1-54 15,-4 0-206-15,10 1-538 0,2-3 239 0</inkml:trace>
  <inkml:trace contextRef="#ctx0" brushRef="#br0" timeOffset="144790.67">25833 11836 2 0,'-7'1'293'0,"7"-1"-28"0,-14 2-9 0,14-2-11 16,-7 1-11-16,7-1-11 0,-9 3-16 0,9-3-21 15,0 0-20-15,0 0-11 0,-7 3-15 0,7-3-12 16,0 0-21-16,0 0-25 0,2 12-32 0,-2-12-47 16,8 7-56-16,-2-4-68 0,5 0-73 0,-1-1-202 0,1 0-429 15,2-2 190-15</inkml:trace>
  <inkml:trace contextRef="#ctx0" brushRef="#br0" timeOffset="146929.03">26446 11654 117 0,'0'0'186'0,"-2"-9"-10"0,2 9-10 0,0 0-3 16,0 0-15-16,0 0-1 0,-1-8-3 0,1 8-6 16,0 0-7-16,0 0 0 0,0 0-10 0,0 0-3 15,0 0-9-15,-2-9-1 0,2 9-10 0,0 0-1 16,0 0-6-16,0 0-3 0,0 0-6 0,0 0 0 16,0 0-5-16,0 0-2 0,0 0-7 0,0 0-4 15,0 0-4-15,0 0-9 0,0 0-3 0,0 0-7 16,2-9-7-16,-2 9-6 0,0 0-3 0,0 0-4 15,0 0-3-15,0 0 1 0,7 20-1 0,-1-10 1 16,-1 0-1-16,1 6 2 0,2 0-1 0,-2 0-1 16,-1 3-5-16,1 0 3 0,1 5-4 0,-2-6 9 15,-1 0-11-15,1-1 3 0,-3 0 9 0,2-2-15 16,-1-4 0-16,-1 2 3 0,-2-2-3 0,4 0-2 16,-2-2 0-16,-2 1 3 0,0-10-1 0,0 11-4 15,3-6 2-15,-3-5 3 0,0 8 4 0,0-8 11 16,0 0 12-16,0 0 2 0,0 8 0 0,0-8-3 15,0 0-6-15,0 0-3 0,0 0 3 0,0 0-10 16,0 0 8-16,-14-19-4 0,14 9-3 0,0-1-5 16,0-4 0-16,3 0-2 0,1-4-1 0,0 0-9 15,6-3 4-15,1-3 1 0,3 0-3 0,-3 0 2 16,4 1-5-16,5 3-1 0,-3 2-1 0,2 1-5 16,-5 8 6-16,-1 0-4 0,4 3-3 0,-7 0 5 15,-1 3-7-15,-1 3 1 0,0 3 2 0,1 1 4 0,0 4-8 16,0 3 4-16,-4 2 0 0,-1 5 2 15,0 2 1-15,-4 9 6 0,0 0-5 0,-2-3 1 16,0 2-2-16,-2-3 3 0,1 3-3 0,1-8-14 0,-2 2-19 16,1-4-34-16,1 2-35 0,0-3-31 0,1 0-41 15,-1-5-53-15,5-2-45 0,-3 1-201 0,2-3-516 16,3-2 228-16</inkml:trace>
  <inkml:trace contextRef="#ctx0" brushRef="#br0" timeOffset="147218.41">26897 12003 129 0,'0'0'234'0,"2"-5"-3"0,-2 5-5 16,5-8-4-16,-3 3-6 0,-2 5-13 0,5-9-12 15,-5 9-13-15,6-8-18 0,0 2-11 0,-1 1-8 16,2-2-20-16,-2 2-6 0,1 0-7 0,1-3-8 16,-1-1-6-16,4 0-5 0,-4 0-9 0,-1 0-2 15,-1-1-7-15,1-1-5 0,2-1-2 0,-1 2-6 16,-3 0-4-16,1-1 2 0,-2 2 4 0,-2 1 2 15,0 8 3-15,4-10-11 0,-4 10-9 0,1-8 10 16,-1 8-20-16,0 0-1 0,0 0-8 0,0 0-5 16,0 0 0-16,-13 21 9 0,8-12-6 0,0 3-6 15,1 0-8-15,1 2 11 0,1 3-5 0,2-1-3 16,0-3-10-16,4-2-20 0,-3 2-17 0,8-1-32 16,-2-2-29-16,3-1-31 0,-1 0-44 0,5 1-44 0,1-4-51 15,-2-2-245-15,0-1-553 0,-9-1 244 16</inkml:trace>
  <inkml:trace contextRef="#ctx0" brushRef="#br0" timeOffset="147382.94">27013 11594 11 0,'-4'-7'194'0,"4"7"-23"0,-6-6-17 16,6 6-10-16,0 0-27 0,0 0-33 15,0 0-38-15,0 0-40 0,0 0-47 0,0 0-107 16,0 0-160-16,0 0 71 0</inkml:trace>
  <inkml:trace contextRef="#ctx0" brushRef="#br0" timeOffset="147710.76">27279 11226 146 0,'0'0'180'0,"11"-3"-7"0,-11 3-4 0,14 4-1 16,-3 0-13-16,-2 2-15 0,-1 2-8 0,4 1-8 16,-1 2-7-16,-5 1-11 0,2-2-10 0,-4 3-9 15,2-2-5-15,-5 1-6 0,3 4-4 0,-4 0-2 16,0 0-4-16,-4-4 1 0,3 4 1 0,-5-1-11 15,0-2-1-15,-2 1-1 0,-3-1-4 0,5-2 2 16,-1-3-12-16,2 1-2 0,2-2-3 0,-1-2-4 16,0 1 0-16,0-1-2 0,4-5-1 0,-1 9-2 15,1-9-4-15,5 9 2 0,0-6-8 0,6 0-1 16,6 1-10-16,0-1-25 0,3-2-31 0,8 2-33 16,-1 3-39-16,3-4-46 0,-1-1-42 0,-1 5-169 0,-1-2-408 15,-8-1 181-15</inkml:trace>
  <inkml:trace contextRef="#ctx0" brushRef="#br0" timeOffset="147930.24">27545 11882 133 0,'0'0'275'0,"-10"4"-22"15,10-4 2-15,-5 3-1 0,5-3-6 0,0 0-16 16,-8 5-13-16,8-5-22 0,0 0-19 0,-3 3-21 15,3-3-13-15,0 0-12 0,0 0-16 16,0 0-10-16,0 0-9 0,-3 8-13 0,3-8-19 0,0 0-29 16,0 0-41-16,0 0-40 0,8 10-43 0,-8-10-47 15,0 0-45-15,6 6-37 0,-6-6-202 0,9 2-453 16,-9-2 201-16</inkml:trace>
  <inkml:trace contextRef="#ctx0" brushRef="#br0" timeOffset="148334.44">27793 11915 177 0,'0'0'240'0,"0"0"-3"0,0 0-2 16,0 0 0-16,0 0-6 0,0 0-17 0,0 0-19 15,11-10-19-15,-11 10-14 0,12-5-15 0,-4-1-14 16,4 2-5-16,-1-1-7 0,0-1-8 0,1-1-3 15,-4 0-4-15,4 0-8 0,-3-3-8 0,-1 3-8 16,1-3-4-16,0 0-2 0,-4-1-12 0,2-2-4 16,2 1 10-16,-2-4-21 0,-5 4-6 0,-2 0 3 15,-2 0-8-15,2 1-1 0,-3 0 0 0,-1 0-7 16,1 3-3-16,-1 1 0 0,1 0 3 0,-3 4-14 16,6 3 1-16,-18-4 1 0,9 5-5 0,-4 2-2 15,-5 4-4-15,-3 3 1 0,1 5 8 0,-2 0 1 16,1 6-1-16,2-2 3 0,2 1 2 0,4-5 4 15,-1 2-1-15,5 0-3 0,1 1-1 0,1-2-4 0,2 1 6 16,3-1-2-16,2 0 4 0,2-4 7 0,3-1-17 16,6 2 7-16,0-1-4 0,8-2 5 15,-2-2-5-15,8 2-16 0,4-5-7 0,3 0-37 16,-1-2-13-16,1-2-30 0,-1 0-31 0,-2-2-34 0,2 1-45 16,-4-1-33-16,3-3-53 0,-3 2-236 0,0-3-563 15,-5 0 249-15</inkml:trace>
  <inkml:trace contextRef="#ctx0" brushRef="#br0" timeOffset="148472.14">28267 11976 36 0,'0'0'267'15,"0"0"-23"-15,0 0-20 0,0 0-4 0,0 0-9 16,0 0-20-16,0 0-17 0,0 0-19 0,0 0-26 16,0 0-32-16,0 0-46 0,0 0-49 0,0 0-66 15,0 0-58-15,5-12-181 0,-5 12-327 0,6-6 144 16</inkml:trace>
  <inkml:trace contextRef="#ctx0" brushRef="#br0" timeOffset="152244.07">6497 11300 5 0,'0'0'141'0,"0"0"-4"0,0 0-11 0,0 0-5 16,0 0 2-16,0 0-12 0,28-10-3 16,-15 7-5-16,5 0-3 0,-2-2-7 0,3 1-6 15,2 1-7-15,-2-1-7 0,2 0 0 0,-1 0-12 0,-1-1-6 16,0 0-4-16,-1 1-11 0,1 3 0 16,0-1-10-16,0-1-6 0,-2 2-21 0,1-2-21 0,-5 2-22 15,-3-1-28-15,0 1-15 0,-2 0-16 0,-8 1 2 16,12 1-5-16,-12-1 6 0,7 3-10 0,-7-3-74 15,0 0-194-15,0 0 86 0</inkml:trace>
  <inkml:trace contextRef="#ctx0" brushRef="#br0" timeOffset="152500.6">6785 11251 53 0,'0'0'80'0,"0"0"-5"0,-13-1-5 16,13 1-16-16,-8 1 0 0,8-1-6 0,0 0 7 16,-6 4 12-16,6-4 4 0,0 0-2 0,1 13-2 15,1-4 15-15,0 3 2 0,-1 0-3 0,4 6-4 16,-2 2-1-16,0-1 2 0,-1 6-13 0,-1 6-6 15,0-2 2-15,-2 1-7 0,0-2-6 0,-1 1-2 16,1 0-7-16,-1-2 4 0,-4 1-4 0,3-3-8 16,-4-6 1-16,4-2-3 0,-4-1 1 0,2 0-5 15,-2-2 2-15,0-2 3 0,2-2 2 0,-3-2-4 16,0 0-2-16,-2 0-1 0,-1-4-3 0,-2 0 1 16,0-1-15-16,2 0 11 0,-3-1-4 0,-3-3-4 0,4 0 3 15,2-2-16-15,0 0-10 0,0-3-10 16,2-1-26-16,1 2-22 0,4-5-37 0,-1 2-33 15,0-1-22-15,3 3-99 0,-1-1-281 0,3 7 126 16</inkml:trace>
  <inkml:trace contextRef="#ctx0" brushRef="#br0" timeOffset="152851.84">7073 11562 123 0,'1'-11'212'0,"-1"11"-11"0,2-6-17 0,-2 6-12 16,0 0-17-16,1-6-17 0,-1 6-14 0,0 0-14 15,0 0-12-15,0 0-6 0,0 0 2 0,6 21 3 16,-4-9-2-16,-1 5-4 0,-2 1-8 0,1 5-3 16,-2 3-8-16,1-2-4 0,0-5-9 15,0 6-1-15,-2 1-8 0,2-7-3 0,-2 0-5 0,2-2-4 16,-2 0-3-16,1 0-2 0,-2-1-8 0,3-6-5 16,-2 2-15-16,2-2-19 0,0 0-27 0,-2-3-29 15,2 0-37-15,-2 0-33 0,3-7-39 0,-2 9-180 16,2-9-388-16,-8 6 172 0</inkml:trace>
  <inkml:trace contextRef="#ctx0" brushRef="#br0" timeOffset="153185.9">6986 11726 119 0,'12'-3'171'0,"4"2"-9"0,2 0-6 16,2-1-14-16,-1 2-6 0,-1 2-17 0,1 0-11 15,-6 1-7-15,4 1-9 0,-4-1-13 0,0 4-2 16,-2-1-2-16,0 0-3 0,-1 0-9 0,0 0-7 16,0-1 0-16,-3 1-10 0,-1 0-1 0,-2 0-2 15,1-2-7-15,0 0 0 0,-1 1-3 0,-4-5-4 16,9 7-9-16,-9-7 8 0,6 4 4 0,-6-4 1 16,7 2-2-16,-7-2-2 0,0 0 0 0,10-9-4 15,-6 5 8-15,-4 4-3 0,4-15-4 0,-2 5-2 0,-1 4-2 16,-1-5-1-16,0 0 2 0,0 0 0 0,-1 1-3 15,0-2-4-15,-2 5-1 0,0-3 0 16,0 5-5-16,-1-5 0 0,2 3-8 0,-2 0-6 0,4 7-13 16,-7-9-15-16,7 9-15 0,-5-4-12 0,5 4-12 15,0 0-18-15,-16 6-13 0,16-6-33 0,-9 11-45 16,4-5-126-16,2 2-331 0,-1-3 147 16</inkml:trace>
  <inkml:trace contextRef="#ctx0" brushRef="#br0" timeOffset="153424.12">7458 11543 183 0,'0'0'200'0,"0"-7"-17"0,0 7-23 0,0 0-15 16,0 0-16-16,0 0 7 0,0 0 13 0,0 0-7 15,3 26-5-15,-3-6-2 0,-2 5 1 0,2 1-20 16,-1 0-7-16,1 0-12 0,-1 0-7 0,-1-2-9 15,1 1-4-15,-1-6-5 0,-1-1-9 0,2 2-10 16,1-4-5-16,0 1-19 0,-3-4-20 0,2-1-32 16,-2-1-31-16,2 0-29 0,1-1-46 0,0-10-16 15,0 10-38-15,-4-6-161 0,4-4-373 0,0 0 166 16</inkml:trace>
  <inkml:trace contextRef="#ctx0" brushRef="#br0" timeOffset="153893.01">7324 11705 34 0,'16'-4'143'0,"5"2"-8"0,0-2-1 0,9 1-12 16,-1 1-10-16,1-3-8 0,-1 1-16 0,-1 1-7 16,0-2-7-16,-1 1-6 0,-6 2-6 0,-1-1-7 15,-5 0 3-15,-2 3-1 0,-3-3 9 0,1 3 7 16,-11 0 3-16,10-3-1 0,-10 3 3 0,7-1-11 0,-7 1-3 15,0 0-8-15,0 0-1 0,0 0-2 16,-8 19 2-16,-1-10-8 0,0 4 4 0,-4 3-4 0,1-4 1 16,1 2-6-16,1 0-2 0,2-3-4 15,0 2-3-15,6-1-4 0,-2-2-1 0,3 1-1 0,-1 0-5 16,0-1-1-16,2 0 2 0,5-3-3 0,-1-2-6 16,1 2 6-16,1-5-6 0,3 1-4 15,1-1-2-15,2 0-1 0,-2-2-8 0,2-4-3 16,-2 3-2-16,3-5-3 0,-4 1 1 0,1 0 2 0,-2-1 1 15,-1-1-1-15,0-2 2 0,-1-1-3 0,-1 1 1 16,-2-2-2-16,-1 2 5 0,1-1-3 0,-2 0 1 16,0 3 2-16,-1 7-2 0,1-11 2 15,-1 11-1-15,0-6-8 0,0 6 6 0,0 0-2 0,0 0 3 16,0 0 2-16,0 0 4 0,0 0 0 0,0 0 2 16,-3 23 1-16,0-12 2 0,3 0 1 0,4-2-1 15,-3 3 0-15,2-1 2 0,1-2 1 0,0 3 0 16,2-3-4-16,-1-1-9 0,3 1-20 0,-1-2-24 15,0-2-24-15,1 0-26 0,2-2-30 0,1-3-31 16,1-1-33-16,0-1-115 0,-1-1-332 0,-1-1 147 16</inkml:trace>
  <inkml:trace contextRef="#ctx0" brushRef="#br0" timeOffset="154062.59">7973 11573 163 0,'1'-6'199'0,"-1"6"-20"0,2-8-18 0,-2 8-1 15,0 0 7-15,0 0 16 0,0 0-5 0,6 22-9 16,-6-5-8-16,-3 2-10 0,2 8-12 0,-1 2-11 16,-1-2-12-16,0 5-9 0,3-5-12 0,-2 2-15 15,2 0-32-15,-2 0-45 0,0-2-53 0,-2-2-70 16,3-4-70-16,-2-3-182 0,3-1-402 0,-1 0 179 16</inkml:trace>
  <inkml:trace contextRef="#ctx0" brushRef="#br0" timeOffset="155970.44">6774 13741 94 0,'0'0'122'0,"-23"-4"-9"0,23 4-1 16,0 0-13-16,-13 0-12 0,13 0 1 0,-11 0-5 16,11 0-8-16,-12 2-1 0,12-2-2 0,-7 0 0 0,7 0-4 15,0 0-8-15,-9 2-1 0,9-2-8 0,0 0 2 16,0 0-11-16,0 0 0 0,-12 0-4 0,12 0 4 15,0 0-6-15,0 0-2 0,0 0-3 0,0 0 2 16,-6 2 2-16,6-2-3 0,0 0-2 0,0 0-3 16,0 0 5-16,0 0 4 0,23 2 2 0,-10-3-5 15,7 1-2-15,8 0-1 0,4-3-6 0,1 1-3 16,2-1-2-16,1 3-4 0,2-2-14 0,0 2-18 16,2-3-17-16,-3 2-24 0,-4-1-28 0,2 0-27 15,-6 1-31-15,-8 2-128 0,-1-4-295 0,-6 3 130 16</inkml:trace>
  <inkml:trace contextRef="#ctx0" brushRef="#br0" timeOffset="156620.07">6993 13709 59 0,'0'0'159'0,"0"0"-13"0,0 0-9 15,0 0-16-15,0 0-10 0,0 0 2 0,0 0-2 16,0 0-9-16,0 0-1 0,-3 9-2 0,3 1-4 15,0 3-3-15,0 5-7 0,-1 8-4 0,1 0-1 16,0 2-6-16,1 1 17 0,-2-1-6 0,2 1-6 16,0 1-3-16,1 2-5 0,-1-1-9 0,2-1-8 15,-2-2-5-15,-1-3 5 0,1 1-16 0,-2 1 0 16,1-6-6-16,1-3-1 0,-1 0-1 0,3 0-4 16,-2-2-4-16,3-1-4 0,-2-3 1 0,0 0-4 15,-1 0 1-15,0-1-3 0,0-1 0 0,2 0 0 16,0 0-2-16,-2 0-3 0,0-4-3 0,0 0 2 0,-1-6-2 15,6 7 0-15,-6-7 0 0,1 9 0 0,-1-9 1 16,0 0 3-16,1 7 0 0,-1-7 1 16,0 0-3-16,0 0-1 0,0 0-2 0,0 0 0 15,0 0 3-15,0 0-3 0,0 0 0 0,-22-12-1 0,16 8-3 16,-2 1 0-16,2 0 0 0,-3-3 3 16,-2 3-3-16,0-3 1 0,1 1 1 0,-3 2-2 15,2-2 0-15,-3 0-2 0,1 1 1 0,1 1-1 16,-2 0 4-16,3-1-4 0,-3 2-1 0,4-1 2 15,-1 0 0-15,0 2-1 0,3 0 2 0,2-1-2 0,6 2 2 16,-12 0 0-16,12 0-2 0,-7-3 0 16,7 3 0-16,0 0-1 0,-11 0-1 0,11 0 0 15,0 0 3-15,0 0 5 0,0 0 3 0,0 0 2 16,0 0 3-16,23 13-2 0,-10-9 0 0,1-2 1 16,5 1 0-16,2 2-3 0,-2 0-2 0,10-1-3 0,0-4-7 15,-1 3-22-15,-7 0-29 0,1-3-37 0,5 3-40 16,0-3-26-16,-4 0-31 0,-2-2-25 15,1 1-125-15,0 1-367 0,-3-3 164 0</inkml:trace>
  <inkml:trace contextRef="#ctx0" brushRef="#br0" timeOffset="156895.97">7817 14170 109 0,'0'0'239'0,"0"0"-8"16,0 0-20-16,0 0-17 0,3-6-18 0,-3 6-17 15,0 0-15-15,7-2-14 0,-7 2-13 0,14-3-14 0,-3 2-8 16,0 0-12-16,2 1-17 0,-3 0-26 0,2 0-32 15,-1 0-35-15,-1 2-33 0,2-3-27 16,-2 1-24-16,0 0-34 0,-10 0-135 0,15 2-302 16,-15-2 134-16</inkml:trace>
  <inkml:trace contextRef="#ctx0" brushRef="#br0" timeOffset="157073.96">7832 14229 153 0,'0'0'187'0,"-6"2"-7"0,6-2-7 16,0 0-6-16,-6 3-11 0,6-3-7 0,0 0-5 0,0 0-6 16,0 0-9-16,0 0-6 0,20 7-20 0,-8-7-8 15,4 2-13-15,3-2-23 0,3 0-34 16,5-2-36-16,0 0-42 0,1-1-47 0,1 1-38 16,1 3-156-16,-12-4-318 0,1 2 141 0</inkml:trace>
  <inkml:trace contextRef="#ctx0" brushRef="#br0" timeOffset="157568.67">9273 13976 166 0,'0'0'171'16,"0"0"-5"-16,-7-4-12 0,7 4-7 0,0 0-8 0,0 0-8 15,0 0-8-15,0 0-8 0,0 0-12 0,0 0-9 16,0 0-4-16,0 0-7 0,32-4-8 0,-9 3-8 16,10-1-8-16,6-1-2 0,16 0-6 0,1 1-13 15,-3-1-15-15,-2-2-21 0,-13 5-40 16,-2-1-38-16,1 0-35 0,-7 2-38 0,-10 0-131 0,0-2-304 16,-7 1 135-16</inkml:trace>
  <inkml:trace contextRef="#ctx0" brushRef="#br0" timeOffset="158051.01">9498 13949 194 0,'0'0'200'0,"-2"13"-5"0,2-3-5 0,0 5-13 0,3 6-14 16,1 5-14-16,-1 2-7 0,0 2-12 0,0 1-12 15,-3-1-12-15,0 0-8 0,0-1-12 0,-2 3-6 16,1-7-8-16,0 4-4 0,-2-4-9 16,1-5-5-16,-1-2-8 0,1 1 4 0,-1-2-10 15,1-5-5-15,-1 5-2 0,2-4-6 0,-2-2-5 0,1-1 0 16,-1 1-1-16,2-3-2 0,-1-2-5 0,2-6 2 16,-2 10 1-16,2-10 0 0,-3 9-5 0,3-9 5 15,-1 5-1-15,1-5 5 0,-4 6 0 0,4-6-1 16,0 0 0-16,-11 4-2 0,3-4-4 15,8 0 2-15,-19-1-3 0,9 1-4 0,-3-3-3 0,0 1 3 16,0 1 0-16,2 0-4 0,1-2 0 0,-2 2 1 16,-2-2-2-16,2 1 3 0,0 0-3 0,5 1 1 15,0 0-3-15,7 1 2 0,-14-4 1 0,14 4-1 16,-11-1 1-16,11 1-2 0,-9-3 4 16,9 3 3-16,-6-2 3 0,6 2-4 0,0 0 0 0,0 0 2 15,0 0-3-15,0 0 5 0,0 0 2 0,0 0 1 16,0 0-1-16,36 2 4 0,-17-1-5 0,3 1 1 15,1-1-1-15,5-1 0 0,2 3-3 0,-1-2 0 16,0-1-11-16,2 0-17 0,-3 0-25 0,0 2-24 16,-6-2-38-16,-1 0-33 0,0 2-36 0,2-4-22 15,-1 1-37-15,-6 1-135 0,0-1-397 16,0-3 176-16</inkml:trace>
  <inkml:trace contextRef="#ctx0" brushRef="#br0" timeOffset="158413.17">9992 14385 47 0,'7'-3'183'0,"-7"3"-14"0,0 0 6 16,0 0 11-16,0 0-5 0,0 0-11 16,0 0-14-16,-13 25-10 0,8-16-11 0,0 0-11 0,-1 1-4 15,1 2-9-15,-1-5-10 0,2 4-11 0,0-4-5 16,0 3-6-16,3-3-3 0,0 1-4 0,1-8-6 15,-1 15-5-15,2-8-5 0,1 0-7 0,1-1 1 16,-3-6-3-16,15 9-9 0,-7-3 1 0,2-3-2 16,8 0-9-16,-5 0-1 0,6-2 0 0,2 0-2 15,-1-3-2-15,2-1-2 0,-4 0-4 0,1-4-2 16,-1 3 0-16,-2-3-1 0,3 1-4 0,-3-3 5 16,0-1-7-16,-3-2 4 0,1 2-2 15,-5-2 2-15,-4 2-5 0,-1-3 4 0,-1 0-4 0,-3 3 0 16,-1-1-5-16,-3-1 0 0,-3 1 1 0,-2 3 0 15,-5-2-2-15,3 4 1 0,-6 0-1 0,0 0 0 16,-2 5-11-16,-1 1-15 0,-2 0-21 0,0 4-31 16,1-1-31-16,0 3-53 0,3-2-43 0,-1 3-220 15,9-3-460-15,0 1 204 0</inkml:trace>
  <inkml:trace contextRef="#ctx0" brushRef="#br0" timeOffset="160421.87">10974 14027 63 0,'0'0'135'0,"-1"-7"-4"16,1 7-8-16,0 0-6 0,0 0-9 0,-3-9-3 16,3 9-6-16,0 0-15 0,0 0 6 0,0 0-9 15,3-10 1-15,-3 10-10 0,0 0-6 0,0 0-2 16,0 0-6-16,0 0-2 0,0 0-12 0,0 0 2 15,0 0-6-15,0 0-7 0,0 0-2 0,0 0-2 16,0 0-7-16,0 0 1 0,0 0-3 0,0 0-1 16,0 0 0-16,0 0-10 0,0 0 4 0,0 0-4 15,0 0-2-15,0 0 3 0,0 0-4 0,0 0-1 16,1-7 1-16,-1 7 1 0,0 0 1 0,0 0-3 16,0 0-2-16,0 0-3 0,0 0 2 0,0 0 2 15,0 0-2-15,0 0-1 0,0 0 1 0,0 0-1 16,0 0 1-16,0 0-2 0,0 0 3 0,0 0-2 15,0 0 2-15,0 0 14 0,0 0-19 0,0 0 0 16,0 0 5-16,0 0-4 0,0 0 2 0,0 0 1 16,0 0-3-16,0 0 5 0,0 0-4 0,0 0-4 15,0 0-3-15,0 0 1 0,0 0-3 0,0 0 5 16,0 0 0-16,0 0 2 0,0 0 0 0,0 0-5 16,0 0 5-16,0 0 4 0,0 0 1 0,0 0-1 0,0 0-1 15,0 0 2-15,0 0-4 0,0 0 5 0,0 0-2 16,0 0 1-16,0 0 7 0,0 0 0 0,0 0-3 15,0 0-2-15,0 0-1 0,0 0-9 16,0 0-9-16,0 0-16 0,0 0-16 0,0 0-27 0,0 0-10 16,0 0-26-16,0 0 8 0,0 0-7 0,0 0-18 15,0 0-92-15,0 0-235 0,0 0 105 0</inkml:trace>
  <inkml:trace contextRef="#ctx0" brushRef="#br0" timeOffset="161604.28">10935 14330 100 0,'0'0'130'0,"0"0"-14"0,0 0 7 16,0 0-24-16,0 0 3 0,0 0-3 0,0 0-3 15,0 0-1-15,0 0-7 0,0 0-1 0,0 0-3 16,0 0-8-16,0 0-6 0,0 0-5 0,21-10-1 16,-15 6-3-16,1-1-1 0,2-2 12 0,2 1-3 15,-3-2-6-15,-1 0-6 0,2 3-2 0,-4-4-3 16,4 1-3-16,-3-1-5 0,0 2-5 0,0-3 0 16,-1 0-5-16,-3 3 5 0,0-2-1 0,0 2-5 15,-2 7 1-15,0-15-3 0,0 15-6 0,-3-11-3 16,3 11-1-16,-5-9-2 0,0 7-4 0,5 2-1 15,-13-4-1-15,3 6-3 0,-2 0-1 0,-1 3 2 16,-1 3-3-16,-1 1 3 0,1 1 1 0,0 3 1 16,0 2-4-16,1 1 3 0,3-2-3 0,0 2-1 15,1 0 1-15,4 1-1 0,2 0 0 0,4-1-2 16,5-2 0-16,1 2-1 0,2 0 4 0,4-3-2 16,2 1-13-16,2-2-15 0,7-1-24 0,2 0-25 15,0-2-29-15,1-1-25 0,4-3-22 0,-7-3-29 16,-2 0-155-16,-2-2-357 0,-2-3 158 0</inkml:trace>
  <inkml:trace contextRef="#ctx0" brushRef="#br0" timeOffset="161796.1">11297 14215 5 0,'0'0'148'0,"-1"-8"-23"15,1 8-6-15,0 0-1 0,0 0 8 16,0 0 1-16,0 0-4 0,0 0-10 0,28 15-1 15,-20-6-1-15,-1 0-7 0,4 0-16 0,0 4-3 16,2 1-10-16,-3-1-9 0,1 1-19 0,1 1-25 16,-1-3-35-16,-3-2-30 0,5 3-22 0,-6-3-31 0,0-1-29 15,1-2-104-15,-3 0-248 0,-3-1 110 16</inkml:trace>
  <inkml:trace contextRef="#ctx0" brushRef="#br0" timeOffset="161992.69">11498 14183 101 0,'0'0'173'0,"-3"-7"-10"15,3 7-13-15,0 0 3 0,0 0 0 0,-20 12-2 0,6 1-9 16,1 1-11-16,-6 5-12 0,-2 2-10 0,3 3-4 16,0 1-15-16,0 1-10 0,3-2-14 15,0-1-32-15,2 0-32 0,4-6-42 0,1 1-26 16,3-3-39-16,2 1-34 0,1-3-123 0,0-3-285 15,-1-4 126-15</inkml:trace>
  <inkml:trace contextRef="#ctx0" brushRef="#br0" timeOffset="162217.34">11646 14082 76 0,'0'0'192'15,"2"-6"-16"-15,-2 6 7 0,0 0 4 0,0 0-1 16,6 22 2-16,-5-6-9 0,2 9-14 16,-3 2-6-16,-3 2-17 0,3 0-10 0,-3 0-14 15,1 2-11-15,1 1-8 0,1-3-10 0,-1-1-12 0,-1 3-7 16,2-3-13-16,-2-1-24 0,-2 2-30 16,0-4-31-16,1-4-42 0,-3-2-42 0,1-1-35 15,2-3-38-15,-2-2-161 0,-1-3-376 0,-1-2 167 16</inkml:trace>
  <inkml:trace contextRef="#ctx0" brushRef="#br0" timeOffset="162424.59">11730 14236 54 0,'8'0'193'0,"-8"0"-21"16,15 8-9-16,-7-4-9 0,1 5-10 0,-3 0-8 15,1 1-12-15,-4 0-11 0,3 2-12 16,-5 2-7-16,1 1-14 0,-3-2-5 0,-1 3-7 16,-4-2-22-16,-1 2-21 0,-2-3-33 0,0 1-40 0,0-4-32 15,0-1-50-15,2 0-116 0,-1-2-267 0,1-3 118 16</inkml:trace>
  <inkml:trace contextRef="#ctx0" brushRef="#br0" timeOffset="162739.99">12084 14030 30 0,'5'-6'202'0,"-2"2"-22"0,-3 4-1 16,0 0 13-16,0 0-1 0,0 0-2 0,13 14-7 0,-11 2-7 15,2 2-8-15,0 9-8 0,-4 1-6 16,0 1-4-16,1 4-11 0,1-1-9 0,-4 1-6 0,1 1-9 15,1-1-8-15,0-3-11 0,-2 3-9 16,4-1-5-16,-6-1-9 0,4 1-6 0,0-2-6 0,-2-1-7 16,4 3-9-16,-2-4 3 0,0-4-6 0,2 1-1 15,0-9-13-15,-2 2 4 0,0-3-5 0,0-2 2 16,5 2-3-16,0-5-5 0,-1 1 1 16,0-2-2-16,3-1-7 0,3 0-11 0,0-4-17 15,4-1-16-15,2 0-28 0,2-3-29 0,10-3-36 0,2-1-36 16,2-3-50-16,1-1-48 0,-4-1-191 0,2-3-488 15,3-1 216-15</inkml:trace>
  <inkml:trace contextRef="#ctx0" brushRef="#br0" timeOffset="163956.29">12888 14434 1751 0,'-7'-6'26'0,"1"1"30"0,1 1 13 0,5 4-20 16,-6-7-14-16,2 3-3 0,4 4-3 0,-4-9-3 15,4 9-7-15,0-11-2 0,0 11 9 0,10-15-4 16,-6 6 0-16,5 1 0 0,-2-1 1 0,3 2-3 16,2-6 0-16,0 2-1 0,-1-2 5 0,-4 2 12 15,3 1-1-15,-2 0 2 0,-2 0 3 0,-1 2-5 16,1-2 6-16,-3 0 3 0,1 1-4 0,1 1 3 15,-3 2-1-15,-1 0-11 0,-1 6 1 0,-1-11-5 16,1 11-2-16,-7-8-3 0,7 8-2 0,-9-4-4 16,0 4-3-16,9 0 1 0,-14 1-6 0,4 2 0 15,1 1 4-15,-3 0-4 0,1 0-3 0,2 3-3 16,0-1 3-16,0 0 0 0,3 0 1 0,-1 1-1 16,1-1-2-16,0-1 0 0,2-1 0 0,-1 2 0 15,1 0-1-15,4-6-1 0,-6 7 0 0,6-7 0 16,-2 6 1-16,2-6 1 0,-2 7-2 0,2-7 4 15,0 0-4-15,-3 5 0 0,3-5 2 0,0 0-1 16,0 0-3-16,0 0 5 0,0 0-3 0,0 0 3 16,0 0 1-16,0 0 1 0,0 9-1 0,0-9-4 15,0 0 4-15,0 0-2 0,0 0 1 0,0 0 0 16,0 0 0-16,0 0 3 0,0 0 1 0,0 0-2 16,0 0 0-16,0 0 4 0,0 0-4 0,0 0-2 15,0 0-3-15,0 0 6 0,0 0-6 0,0 0-2 16,0 0 2-16,0 0-1 0,0 0 0 0,0 0 0 15,0 0 2-15,0 0-4 0,0 0 1 0,0 0-1 16,0 0 3-16,0 0-2 0,0 0 0 0,0 0 1 16,0 0 1-16,0 0-2 0,0 0 3 0,0 0 0 15,0 0-1-15,0 0-2 0,0 0 1 0,0 0 0 16,0 0 1-16,0 0-2 0,0 0 3 0,0 0-2 16,0 0 1-16,0 0-3 0,0 0-1 0,0 0 1 15,0 0-3-15,0 0-1 0,0 0-1 0,0 0 2 16,0 0 0-16,0 0 0 0,0 0 2 0,0 0-2 15,0 0 5-15,0 0-4 0,0 0 3 16,0 0 2-16,0 0-3 0,0 0 0 0,0 0 3 0,0 0-5 16,0 0 2-16,0 0 1 0,0 0 1 0,0 0 1 15,0 0-3-15,0 0 0 0,0 0 2 0,0 0-2 16,0 0-1-16,0 0 1 0,0 0 0 0,0 0-3 16,0 0 2-16,0 0 0 0,0 0 3 0,0 0 0 15,0 0 3-15,0 0-3 0,0 0 0 0,0 0-1 16,0 0 3-16,0 0 5 0,0 0-7 0,0 0-3 15,0 0-3-15,0 0-8 0,0 0-11 0,0 0-6 16,0 0-3-16,0 0-7 0,0 0-3 0,0 0-2 16,0 0 1-16,0 0-3 0,0 0 0 0,0 0 0 15,0 0 3-15,0 0 2 0,0 0 4 0,0 0 2 16,0 0 6-16,0 0 4 0,0 0-2 0,0 0 6 16,0 0 1-16,18-11 5 0,-18 11-3 0,0 0 1 15,6-3 1-15,-6 3 0 0,0 0-5 0,0 0 3 16,7-5 0-16,-7 5 5 0,0 0 6 0,0 0-5 15,0 0 0-15,5-6 5 0,-5 6-1 0,0 0 2 16,0 0 3-16,0 0 3 0,2-6 0 0,-2 6 3 16,0 0 0-16,0 0-1 0,0 0 4 0,0 0-2 15,0 0-1-15,0 0 2 0,0 0 2 0,0 0 1 16,0 0-3-16,0 0 3 0,0 0-1 0,0 0 1 0,0-9 0 16,0 9 2-16,0 0 4 0,0 0 1 15,0 0 6-15,0 0 3 0,0 0 2 0,0 0 1 16,0 0 4-16,0 0-1 0,0 0 1 0,0 0-1 15,0 0 1-15,0 0 1 0,0 0 1 0,0 0-1 16,0 0-2-16,0 0-4 0,0 0 4 0,0 0-3 16,0 0-7-16,0 0 1 0,0 0-3 0,0 0-3 15,0 0 1-15,-23 11-1 0,19-7-2 0,-2 0 3 16,1 5 0-16,-2 0-1 0,0-1 2 0,1 1 5 16,3 4 2-16,-3-1 4 0,-2 3 0 0,4 1-2 15,0-4 4-15,-1 3-2 0,1 1-2 0,0-1 0 0,4-2-2 16,0-1 1-16,0-2-1 0,0 2 2 0,2-1-2 15,2 0 3-15,1-4 3 0,1 2-3 16,4-4-2-16,1 1 4 0,4 3-6 0,1-3 1 16,4-2-5-16,0-1 0 0,1-1-2 0,-1-2-4 15,0 0-7-15,1-2-11 0,1 1-14 0,-2-1-20 0,0-1-19 16,1 0-27-16,-2 1-32 0,0 0-40 16,0-3-33-16,0 1-22 0,-6 1-186 0,5-2-432 0,-2-2 191 15</inkml:trace>
  <inkml:trace contextRef="#ctx0" brushRef="#br0" timeOffset="164556">13369 14160 130 0,'0'0'178'0,"0"0"-7"0,6-5-10 0,-6 5-8 0,0 0-11 16,0 0-5-16,0 0-18 0,3-5-6 15,-3 5-11-15,0 0-9 0,0 0-10 0,0 0-10 16,0 0-5-16,0 0 16 0,0 0 1 0,14 7-10 16,-14-7-4-16,8 10-3 0,-1-2 2 0,0 2-1 0,0 0-5 15,-1 2-4-15,5 2-5 0,-5-1-4 0,0-2-5 16,3 3 0-16,0 0-8 0,2-1-1 0,-6-1-7 15,3-2-1-15,-3 0-5 0,1 0 0 0,0 1-1 16,-2-3-1-16,2 1-4 0,-1-2 0 16,1 0 1-16,-3-1-8 0,0 0 1 0,1-2 0 0,-4-4 1 15,2 7-1-15,-2-7 1 0,5 5-1 0,-5-5 12 16,0 0 8-16,4 5 1 0,-4-5-4 16,0 0-3-16,0 0 0 0,0 0-5 0,9-21-3 0,-5 9 1 15,1 2-1-15,2-6-5 0,1 0 3 0,-1 0-1 16,1-2-6-16,-2 1 1 0,3-7-5 0,-3 0 0 15,1 0 4-15,0 5-3 0,-2 2 0 16,3 0 0-16,-1-1-3 0,0 2-2 0,-2 7-5 0,-3-2-17 16,0 4-24-16,-2 1-44 0,0 6-42 15,7-6-5-15,-7 6-28 0,0 0-27 0,0 0-29 0,16 14-161 16,-10-7-412-16,-3 2 182 0</inkml:trace>
  <inkml:trace contextRef="#ctx0" brushRef="#br0" timeOffset="164782.01">13896 14243 36 0,'0'0'215'0,"0"0"-5"0,0 0-13 16,3-4-14-16,-3 4 0 0,0 0 0 0,0 0 1 16,0 0-3-16,-9 28-9 0,5-16-19 0,-1 4-6 15,-1 1-15-15,-2-2-14 0,4 3-11 0,-1-1-9 16,-1 1-10-16,2-1-9 0,1-5-3 0,2 4-13 15,-3-5-16-15,4-3-14 0,0 0-31 0,-2 2-31 16,2-1-31-16,0-1-44 0,0-8-36 0,0 0-27 16,0 12-28-16,0-12-171 0,0 0-396 0,0 0 176 15</inkml:trace>
  <inkml:trace contextRef="#ctx0" brushRef="#br0" timeOffset="164986.37">13942 14185 132 0,'11'-2'177'0,"2"5"5"0,5 1 6 16,-1 2 3-16,-4 6-12 0,3 1-13 0,-3 2-6 15,-2 2 5-15,1-1-6 0,-4 3-17 0,-1 5-12 16,-3-5-17-16,-2 0-7 0,-4 0-9 0,-4 4-8 16,1-4-10-16,-8 4-10 0,-1-3-19 0,-1-5-31 15,-8 2-39-15,1 1-42 0,-5-3-53 0,2-4-25 16,-2 0-45-16,-4-2-161 0,2 0-373 0,-3-5 165 15</inkml:trace>
  <inkml:trace contextRef="#ctx0" brushRef="#br0" timeOffset="165177.81">13256 14640 58 0,'8'14'227'0,"3"-9"0"0,0-2-12 0,9 0-2 15,9 1-22-15,7-1-8 0,2 0-16 0,16-3-15 16,3-2-12-16,5-1-10 0,-3 0-17 0,1-3-18 16,-5 1-30-16,-4-1-40 0,-12 1-50 0,-4 1-51 15,-3 0-40-15,-5 1-49 0,-10 3-139 0,-5 0-328 16,-3-1 145-16</inkml:trace>
  <inkml:trace contextRef="#ctx0" brushRef="#br0" timeOffset="165470.79">13578 14728 35 0,'4'15'233'0,"-1"-6"-9"0,1 3-7 16,2 3-16-16,0-2-12 0,0 2-10 0,1 2-17 16,1-1-11-16,0-1-8 0,-1 0-13 0,-1 1-11 15,3 0-12-15,-5-5-29 0,4-1-8 0,0 1 0 16,-1-4-8-16,-3 3 0 0,3-2-3 0,-2-4 3 15,-1-1 5-15,1 3 5 0,-5-6 0 0,11 1-4 16,-2-1-3-16,-9 0-6 0,18-7-3 0,-2-1-9 16,-1-1-5-16,3-3 2 0,2-4-3 0,3 0-7 15,0-3-5-15,-3 0-4 0,-1 1-3 16,-2-1 0-16,-2 4-3 0,-1-1-9 0,-3 0-21 16,0 2-22-16,1 0-17 0,-6 6-37 0,-2 1-42 15,-4 7-62-15,5-10-60 0,-5 10-182 0,0 0-469 0,0 0 209 16</inkml:trace>
  <inkml:trace contextRef="#ctx0" brushRef="#br0" timeOffset="165654.84">14001 14916 21 0,'8'-1'223'15,"3"-1"-6"-15,1-2-22 0,1 2-15 0,3-3-13 16,2 1-21-16,0 1-18 0,-5 1-20 0,1-1-28 15,-1 1-32-15,-2 0-24 0,-1 1-44 16,-10 1-18-16,15-5-17 0,-15 5-15 0,11-3-17 16,-8 1-15-16,-3 2-93 0,9-5-210 0,-9 5 94 0</inkml:trace>
  <inkml:trace contextRef="#ctx0" brushRef="#br0" timeOffset="165816.47">14200 14866 529 0,'2'-7'-17'0,"-2"7"16"16,0 0 20-16,0 0 5 0,0 0 10 0,0 0 6 16,2-14 10-16,-2 14 9 0,0 0-3 15,0 0 13-15,0 0-22 0,0 0 9 0,0 0 23 16,0 0 17-16,0 0-1 0,0 0-8 0,0 0 13 15,-6 27 5-15,3-17 2 0,-1 2 12 0,2 1-6 0,-2-2-6 16,3 7-2-16,-3-1-7 0,3-1-11 16,-3 0-2-16,0 1-14 0,3-1-7 0,-3 0-11 15,0-2-18-15,2 2-28 0,-1-4-37 0,2-2-43 16,1-10-56-16,-2 15-53 0,1-9-179 0,1-6-391 16,0 0 173-16</inkml:trace>
  <inkml:trace contextRef="#ctx0" brushRef="#br0" timeOffset="166010.24">14562 14668 1904 0,'4'-6'41'0,"-2"-3"-19"0,1 3-16 0,-3 6-8 15,6-8 1-15,2 6 2 0,-2-2 3 0,5 1-2 16,3 1-5-16,4-1 2 0,2 1-7 0,3 0-18 15,5-2-28-15,-1-1-27 0,0 0-39 0,-7 0-36 16,1 3-99-16,-3-3-276 0,0-3 122 0</inkml:trace>
  <inkml:trace contextRef="#ctx0" brushRef="#br0" timeOffset="166230.26">15018 14341 192 0,'0'-7'207'0,"0"7"-10"0,0 0-14 0,2-9-19 16,-2 9-20-16,0 0-2 0,0 0 20 0,0 0-8 16,9 19 7-16,-3-9-3 0,-5 8-18 15,2-2-18-15,-1 1-10 0,-2 3-7 0,1 0-12 16,-1 4-11-16,0 2-6 0,-1 1-8 0,-1-9-5 0,1 1-12 16,-2 1-15-16,-3-1-24 0,3-4-36 15,-2 3-45-15,-3-2-45 0,3-2-57 0,-1-3-51 16,-1-2-149-16,1-1-402 0,1-3 179 0</inkml:trace>
  <inkml:trace contextRef="#ctx0" brushRef="#br0" timeOffset="166752.2">15427 14240 1968 0,'-4'-16'60'0,"-1"-1"-3"16,3 5-21-16,-2 2 10 0,3-2 1 0,-2 5-9 0,1-1-4 16,2 8-3-16,0-10-6 0,0 10 1 0,0-9-7 15,0 9-2-15,5-8 0 0,2 7-3 0,2-3 0 16,4 0 3-16,5 0-3 0,2 3 2 0,0-1 0 16,1 2-1-16,0 0 3 0,-2 0 7 15,0 1 6-15,-2 0 6 0,1 0-1 0,-6 1-4 0,1 0 1 16,-4 1-7-16,1-2 7 0,0 3-4 0,-2-1 3 15,0 1 1-15,1 3 7 0,-2 1 4 0,1 0-1 16,-3 4 1-16,2 2-3 0,0 2-2 0,0 0-3 16,-3 2-1-16,-2 1 3 0,2 5-5 15,-4-4 1-15,3 4-2 0,-3 3-5 0,-3-1 4 0,0 0-2 16,0-2 1-16,-4 2 0 0,2 1-6 0,-3 1-1 16,1-3-1-16,-2 3 1 0,-3-1-1 0,3 1-3 15,-1-2-1-15,-1 2 2 0,2 1-6 0,-1 0 3 16,2-1-4-16,-5 3-21 0,1-3-1 0,2 2 1 15,1-1 2-15,-1-1 1 0,-1 1 1 0,2-2-2 16,-1 1-1-16,2 0 1 0,-1-1 6 0,0-4 0 16,2-3-2-16,0-4 0 0,-2 2 0 0,0-4 3 15,1 0-2-15,-1-3 3 0,3-2 3 0,-3-2-2 16,1 1-2-16,-2-3-5 0,-1 0 7 0,0-2 3 16,-1-2-2-16,-1 0 2 0,-1-2-1 0,0-3-4 15,-5 3-5-15,1-4-11 0,-2 1-20 0,0-3-18 16,2 3-38-16,-7-7-34 0,4 3-39 0,4-1-43 15,-2-1-37-15,1-2-213 0,3 1-496 0,2-3 220 16</inkml:trace>
  <inkml:trace contextRef="#ctx0" brushRef="#br0" timeOffset="168812.64">15284 14328 14 0,'5'-5'142'0,"-5"5"-3"0,7-5-8 16,-7 5 4-16,0 0-18 0,0 0-11 0,7-2-9 0,-7 2-7 16,0 0 3-16,0 0-9 0,0 0-1 15,0 0-1-15,0 0-7 0,0 0 4 0,5-4-3 16,-5 4-4-16,0 0-4 0,0 0 0 0,0 0-8 15,0 0-2-15,0 0 1 0,0 0-5 0,0 0-6 16,0 0-3-16,0 0-9 0,0 0 4 0,-14-8-8 0,14 8-4 16,0 0 5-16,-11-2-8 0,11 2-2 15,0 0 0-15,0 0 1 0,-8-3-2 0,8 3-4 16,0 0 2-16,0 0-4 0,0 0 1 0,0 0-3 16,0 0-2-16,0 0 0 0,-6-3-1 0,6 3-6 15,0 0 3-15,0 0-2 0,0 0-4 0,0 0 0 0,0 0 1 16,0 0-3-16,0 0 3 0,0 0-2 0,0 0 0 15,0 0-1-15,0 0 2 0,0 0-2 16,0 0 4-16,0 0-2 0,0 0-1 0,0 0-2 16,0 0 1-16,0 0 1 0,0 0 0 0,0 0 1 15,0 0-4-15,0 0 2 0,0 0 3 0,0 0-2 16,0 0 1-16,0 0-5 0,0 0 3 0,0 0-3 16,0 0 6-16,0 0 3 0,0 0-7 0,0 0 0 15,0 0 2-15,0 0 0 0,0 0 0 0,0 0 0 0,0 0-5 16,0 0 4-16,0 0-2 0,0 0 3 0,0 0-1 15,0 0 3-15,0 0-1 0,0 0-3 0,0 0 1 16,0 0-1-16,0 0-1 0,0 0 4 0,0 0-1 16,0 0-2-16,0 0 3 0,0 0-2 0,0 0 0 15,0 0 1-15,0 0-2 0,0 0 6 16,0 0-4-16,0 0-2 0,0 0-1 0,0 0 5 0,0 0-4 16,0 0 2-16,0 0 2 0,0 0 0 0,0 0-1 15,0 0-1-15,0 0-1 0,0 0-2 0,0 0 3 16,0 0-1-16,0 0 0 0,0 0 1 0,0 0-1 15,0 0-1-15,0 0 1 0,0 0 0 16,0 0-1-16,0 0-1 0,0 0 2 0,0 0-5 0,0 0 6 16,0 0-1-16,0 0 2 0,0 0-2 0,0 0-1 15,0 0 2-15,0 0-3 0,0 0 4 0,0 0 1 16,0 0-5-16,0 0 3 0,0 0-1 0,0 0 1 16,0 0-1-16,0 0 0 0,0 0 3 15,0 0-2-15,0 0 0 0,0 0 0 0,0 0 0 0,0 0 3 16,0 0 0-16,0 0 1 0,0 0-5 0,0 0 0 15,0 0 4-15,0 0-4 0,0 0-1 0,0 0 2 16,0 0-2-16,0 0 4 0,0 0-1 0,0 0-1 16,0 0-3-16,0 0 3 0,0 0 2 0,0 0-5 15,0 0-1-15,0 0 4 0,0 0-1 0,0 0-2 16,0 0-2-16,0 0 3 0,0 0-2 0,0 0 3 16,0 0-1-16,0 0 1 0,0 0-6 0,0 0 7 15,0 0-1-15,0 0 0 0,0 0-2 0,0 0 1 16,0 0 0-16,0 0-3 0,0 0 4 0,0 0 2 15,0 0 0-15,0 0-3 0,0 0 5 0,0 0-5 16,0 0 4-16,0 0-1 0,0 0 2 0,0 0-4 16,0 0-1-16,0 0 1 0,0 0 4 0,0 0-3 15,0 0 0-15,0 0 4 0,0 0-4 0,0 0 6 16,0 0-9-16,0 0 6 0,0 0-3 0,0 0 1 16,0 0 1-16,0 0-2 0,0 0 4 0,0 0-2 15,0 0-1-15,0 0 2 0,0 0-6 0,0 0 4 16,0 0-1-16,0 0 1 0,0 0-2 0,0 0 8 15,0 0-5-15,0 0-3 0,0 0 4 0,0 0 4 16,0 0-3-16,0 0 8 0,0 0-1 0,0 0-1 16,0 0 3-16,0 0-5 0,0 0 2 0,0 0 0 15,0 0-5-15,0 0 2 0,0 0 2 0,0 0-2 16,0 0 2-16,0 0-1 0,0 0 2 0,0 0 3 16,0 0-2-16,0 0-7 0,0 0 7 0,0 0-2 15,0 0 3-15,0 0-8 0,0 0-2 0,0 0 0 16,0 0-1-16,0 0 2 0,0 0-2 0,0 0 1 15,0 0-2-15,0 0 0 0,0 0 1 0,0 0-1 16,0 0 0-16,0 0 1 0,0 0-2 0,0 0 3 16,0 0-3-16,0 0 5 0,0 0-5 0,0 0 0 15,0 0-1-15,0 0 2 0,0 0-1 0,0 0 0 16,0 0 0-16,0 0-2 0,0 0 0 0,0 0 4 16,0 0-2-16,0 0 1 0,0 0 1 0,0 0-2 15,0 0 0-15,0 0 3 0,0 0-2 0,0 0 0 16,0 0-1-16,0 0 1 0,0 0 1 0,0 0-1 15,0 0 5-15,0 0-5 0,0 0-2 0,0 0 3 16,0 0-2-16,0 0-1 0,0 0 1 0,0 0 1 16,0 0-2-16,0 0 2 0,0 0-7 0,0 0 9 15,0 0-3-15,0 0-2 0,0 0 4 0,0 0-4 16,0 0 4-16,0 0 1 0,0 0-3 0,0 0 0 16,0 0-3-16,0 0 5 0,0 0-4 0,0 0 0 15,0 0 1-15,0 0 1 0,0 0-1 0,0 0-2 16,0 0-1-16,0 0 4 0,0 0 1 0,0 0 6 15,0 0-10-15,0 0 3 0,0 0 0 0,0 0 0 16,0 0 0-16,0 0-1 0,0 0-3 0,0 0 4 16,0 0 0-16,0 0-4 0,0 0 0 0,0 0 0 15,0 0 2-15,0 0-1 0,0 0 4 0,0 0-2 16,0 0 1-16,0 0-2 0,0 0 1 0,0 0 1 0,0 0 0 16,0 0-1-16,0 0 0 0,0 0 3 15,0 0-5-15,0 0 4 0,0 0-1 0,0 0 0 16,0 0 0-16,0 0 1 0,0 0-2 0,0 0 2 15,0 0-5-15,0 0 4 0,0 0 0 0,0 0 1 16,0 0-5-16,0 0-5 0,0 0-3 0,0 0-8 0,0 0-7 16,0 0-8-16,0 0-19 0,0 0-16 15,0 0-27-15,0 0-33 0,0 0-17 0,0 0-18 16,0 0-10-16,0 0-145 0,0 0-346 0,0 0 153 16</inkml:trace>
  <inkml:trace contextRef="#ctx0" brushRef="#br0" timeOffset="181656.92">11189 15007 5 0,'0'0'116'0,"-12"-2"-5"0,4 1-10 0,8 1-2 15,-14 0 1-15,14 0-6 0,-10-2 0 16,10 2-9-16,-9 0-6 0,9 0 0 0,0 0-10 0,0 0-4 16,0 0-5-16,-9-1-6 0,9 1-4 0,0 0-1 15,0 0-9-15,0 0 4 0,0 0-6 16,0 0-1-16,0 0-3 0,0 0 4 0,21 12-5 0,-14-10 6 16,6 1-2-16,5 1 2 0,4-3 6 15,7 5-3-15,3-4-4 0,4-1 3 0,0 2 2 0,4-2-1 16,18 3-3-16,-4 1-3 0,4 0 4 0,0-1-2 15,-1 2 0-15,3-3 1 0,2 1-5 0,-1 2 2 16,2 0-2-16,2 1 0 0,27 5-3 0,-32-6-1 16,5 2-3-16,0 2 1 0,25-2-1 0,-29 2-1 15,27 2-2-15,-21-3-1 0,-2 2 2 0,31 0-4 16,-4 5 0-16,-4-2 0 0,-23-5 4 0,30 6-1 16,-3 0-2-16,0-2-1 0,2 1 7 0,-4 0-1 15,2 2-2-15,4-4-4 0,-3 7 0 0,8-6-2 16,-6 1 0-16,3-2-4 0,3 4 0 0,-4-4-2 15,-3 2 5-15,5 0-2 0,2-1-1 0,-5 0-2 16,5 1 1-16,2-1 1 0,-5-3-5 0,-4 0 3 16,-4 0 2-16,0-2-4 0,-25 1 2 0,32-4-22 15,-6 2 3-15,-27-1 2 0,28 1 2 0,-29-4-5 16,-1 0 6-16,3 1 4 0,-3-4 8 0,2 5-2 16,0-4 6-16,-2-1 3 0,0 3 0 0,-4-5-1 15,1 2 2-15,-7 2 1 0,-17-2 1 0,3 0-2 16,-3 0 1-16,-3 0 0 0,-4 0 0 0,-10 0-4 15,1 0 0-15,-4 1-7 0,-4-1 4 0,-3 0 5 16,0 0-8-16,-8 0 0 0,10 0 5 0,-10 0-2 16,9 2 3-16,-9-2-2 0,0 0 0 0,0 0-1 15,9 1-3-15,-9-1-1 0,0 0 0 0,0 0 3 16,0 0-6-16,0 0-4 0,0 0 4 0,0 0-7 16,0 0 7-16,0 0-1 0,0 0 1 0,0 0-6 15,9 0-3-15,-9 0 4 0,0 0-2 0,0 0-5 16,0 0 1-16,0 0-3 0,0 0-2 0,0 0-7 15,0 0-7-15,0 0-19 0,0 0-13 0,0 0-15 16,0 0-23-16,-15 11-30 0,15-11-38 0,0 0-43 16,-18-8-32-16,8 4-171 0,-8-5-441 0,-6-4 196 15</inkml:trace>
  <inkml:trace contextRef="#ctx0" brushRef="#br0" timeOffset="184008.31">18465 13218 19 0,'0'0'50'0,"0"-7"4"0,0 7-11 0,-5-11 3 0,5 11-4 15,-4-6 1-15,4 6-8 0,-9-5 0 0,9 5-3 16,-11-7-12-16,2 5 0 0,0 1-3 0,-2-2 2 15,-2 3-2-15,0-1 1 0,-5 1 3 0,1-3-7 16,-2 3 1-16,2-3-1 0,0 2 2 0,-3-1-4 16,2-1-3-16,-1 1 10 0,3-1-5 0,-3 1 9 15,-1 1 3-15,1-4-7 0,0 2-1 0,1-1 3 16,0 0 3-16,0-1-8 0,0 1 8 0,5 0 2 16,-3 3 10-16,2-2 4 0,1-1-1 0,4 3 1 15,0-3 6-15,2 2 0 0,7 2-2 0,-12-2-7 16,12 2 2-16,-6-4-9 0,6 4 4 0,0 0-7 15,0 0-3-15,0 0-4 0,0 0 3 0,0 0-2 16,0 0-5-16,0 0 2 0,0 0 2 0,0 0-9 16,16 17 6-16,-5-13-5 0,1 0-2 0,6 3 5 15,4-3 2-15,5 1-3 0,2-4-10 0,3 5 6 16,3-3 4-16,-1 3 1 0,2-4 4 0,4 0-2 16,10 3 2-16,-12-4 8 0,0 2-1 0,12 0-3 0,1-2 5 15,0-1-1-15,-1-1-4 0,-10 1-1 0,-3 1 1 16,1-1 2-16,17 1 1 0,-5 0 0 0,-9 0 0 15,10 2-1-15,0-3 0 0,3 0 0 0,-1 2-1 16,1-2-5-16,1 0 2 0,3 2-1 0,3 0-3 16,-4-1 1-16,5 1 2 0,-2-2-2 0,0 3-2 15,1-1 1-15,3-1-5 0,0 0 1 0,1 2-5 16,25-3 3-16,-32 4 1 0,4-3-4 0,2 2 1 16,-3-1-1-16,4-2-1 0,0 0 1 0,2 3 0 15,26-3 3-15,-31 2 2 0,1 0-1 0,28 1-9 16,-27 0 11-16,4-3 1 0,-3 3 5 0,24 0-6 15,-26 0 6-15,1 0-4 0,2 1 3 0,24-4-3 16,-29 4-4-16,3-1 3 0,3 2-4 0,-2-1 3 16,25-5 1-16,-28 7-3 0,-1-1-2 0,3 1-2 15,3-5 3-15,-5 5-2 0,1-2 2 0,-1 0-4 16,1 0 0-16,-4 0-1 0,-2-2 2 0,2 3-2 16,-1-2-2-16,-2 0 0 0,-3-1-2 0,1 0-1 15,-1 4 5-15,-2-4-1 0,-12 0 1 0,14-2-5 16,-14 1 1-16,1-1 4 0,11 1 2 0,-14 1-3 15,14-2 2-15,-12 1-3 0,13 0 2 0,-14 0 1 16,1-1-2-16,13 0 0 0,-1-2 2 0,-11 3-5 16,10-1 3-16,-10-2-2 0,12 0-1 0,3 2 1 15,-4-1-1-15,-13 0-3 0,16-1 1 0,-2 0 1 16,1 0 3-16,-1 2-2 0,0-2 0 0,-15 0 1 16,13-1 4-16,-9 3-5 0,9 0-4 0,-9-1 2 15,10-2-1-15,0 3-1 0,-11 0 2 0,-1-1-6 16,1 1 7-16,16 0-1 0,-17 1 3 0,12 0-3 15,-14 1 0-15,1 0 2 0,13-2 1 0,-15 1-2 16,2 2 7-16,-2-3-5 0,1 1 3 0,0 2-1 16,0-3 2-16,-1 1-3 0,0-1 2 0,-2 1-3 0,2 0 2 15,-3-1 1-15,-1 0 0 0,-1 2 1 16,-2-3-1-16,1 2 0 0,-1-2 1 0,-1 1-2 16,-1 0 1-16,-8 0-1 0,8-1-1 0,-5 2 2 0,-4-2 5 15,10 1 1-15,-9-2 3 0,-6 3-1 0,5-3 0 16,0 2 7-16,-4-3-6 0,1 2-1 0,-1-1-2 15,-3 0 0-15,2 1 9 0,1 0-6 16,-3-2 4-16,1 0 2 0,-5 3 8 0,-7 0-2 0,14-1-3 16,-6 0 2-16,-1-2-5 0,3 1-5 0,-3 0 0 15,3 1-4-15,-4 0 1 0,3 0 0 0,-9 1-3 16,14-2-1-16,-6 1 3 0,-8 1-2 0,14 0-5 16,-5-1 0-16,-9 1 2 0,18 0-1 0,-9 0-1 15,2 0 3-15,0 0-4 0,1 0-5 0,1-1 3 16,-2 0 2-16,1 1 8 0,1 0-9 0,-1-2-3 15,-2 2-1-15,3-2 4 0,-1 2-2 0,-2-1 1 16,2 2-3-16,2-3 4 0,0 2 0 0,0 0-3 16,5-2-4-16,-1 2 5 0,1 0 2 0,-2 0-4 15,0 2 3-15,2-4-2 0,-1 2-2 0,-2 0 6 16,2-2-5-16,0 1 4 0,-4 0-1 0,-1-1-3 16,2 1 1-16,-2 0 0 0,0-1-2 0,0 2 5 15,1-1-1-15,-3 1-1 0,2-2 1 0,0 2-4 16,-2 0 6-16,1 0 0 0,-1-2-3 0,-11 2 1 15,11 0-3-15,-4 2 0 0,-7-2 5 0,9-3 6 16,-9 3-9-16,0 0-1 0,11 0 1 0,-11 0 2 16,0 0 2-16,0 0-5 0,0 0 3 0,12 0-4 15,-12 0 1-15,0 0 1 0,0 0-3 0,0 0 2 16,0 0-3-16,0 0 6 0,0 0-4 0,6-1 0 16,-6 1-1-16,0 0 3 0,0 0-1 0,0 0-1 15,0 0-12-15,0 0-12 0,0 0-16 0,0 0-21 16,0 0-25-16,0 0-30 0,0 0-25 0,0 0-5 15,0 0-24-15,0 0-15 0,0 0-35 0,0 0-152 16,-29 7-402-16,9-5 178 0</inkml:trace>
  <inkml:trace contextRef="#ctx0" brushRef="#br0" timeOffset="-36498.44">8175 7945 22 0,'0'0'39'0,"0"0"15"16,0 0-2-16,-6-7-6 0,6 7-6 0,0 0-3 16,0 0-4-16,0 0-3 0,0 0-6 0,-4-5 4 15,4 5-3-15,0 0 2 0,0 0-13 16,0 0-1-16,0 0-1 0,0 0-2 0,-5-6 7 0,5 6-8 16,0 0-5-16,0 0 4 0,0 0-2 0,0 0-4 15,-6-5 0-15,6 5-11 0,0 0-4 0,0 0-10 16,0 0 4-16,0 0 2 0,0 0-15 0,0 0-42 15,0 0-80-15,0 0 36 0</inkml:trace>
  <inkml:trace contextRef="#ctx0" brushRef="#br0" timeOffset="-35368.52">20728 8788 6 0,'0'0'27'0,"0"0"0"0,0 0-2 15,0 0 3-15,0 0-4 0,0 0-1 0,0 0 3 16,0 0-8-16,0 0 0 0,0 0 0 16,0 0 0-16,0 0-7 0,0 0 1 0,7 2 0 15,-7-2-7-15,0 0 2 0,0 0 0 0,0 0-9 16,0 0 5-16,0 0-9 0,0 0-4 0,0 0-3 0,0 0-7 15,0 0-24-15,0 0-48 0,0 0 21 0</inkml:trace>
  <inkml:trace contextRef="#ctx0" brushRef="#br0" timeOffset="-31761.3">15637 10304 11 0,'0'0'43'0,"0"0"1"0,0 0-5 16,0 0-2-16,0 0-4 0,0 0-7 0,-3-9 2 15,3 9-2-15,0 0-2 0,0 0-10 0,0 0 6 16,0 0-2-16,0 0-4 0,-6-7 0 0,6 7-3 15,0 0 6-15,0 0-8 0,0 0 3 0,-3-7-3 16,3 7 6-16,0 0 3 0,0 0 0 0,0 0-4 16,-2-7 4-16,2 7-3 0,0 0-5 0,0 0 1 15,0 0 3-15,0 0 0 0,0 0-8 0,0 0-10 16,0 0 11-16,0 0-4 0,0 0-12 0,0 0 7 16,0 0-6-16,0 0-1 0,0 0-2 0,0 0 0 15,0 0-7-15,0 0 1 0,0 0-5 0,0 0-8 16,0 0-49-16,0 0-85 0,-1 22 38 0</inkml:trace>
  <inkml:trace contextRef="#ctx0" brushRef="#br0" timeOffset="-29575.4">16052 8319 7 0,'-7'-5'29'0,"7"5"-2"16,-7-3-12-16,7 3-4 0,0 0-10 0,-10-5-3 15,10 5-13-15,0 0-16 0,0 0 7 0</inkml:trace>
  <inkml:trace contextRef="#ctx0" brushRef="#br0" timeOffset="-24323.19">27393 12043 44 0,'0'0'51'0,"0"0"-6"16,0 0-1-16,0 0-4 0,0 0-8 0,0 0 0 15,0 0-5-15,0 0 9 0,0 0-10 0,0 0 5 16,0 0-4-16,0 0 4 0,0 0 7 0,0 0 0 15,0 0-9-15,0 0 4 0,0 0-1 0,0 0-7 16,0 0-4-16,0 0-5 0,0 0-11 0,0 0-5 16,0 0-20-16,0 0-19 0,0 0-9 0,0 0-9 15,0 0-34-15,0 0-96 0,0 0 43 0</inkml:trace>
  <inkml:trace contextRef="#ctx0" brushRef="#br0" timeOffset="-21880.95">6993 14400 31 0,'0'0'34'0,"0"0"-4"0,0 0-11 0,0 0 0 0,0 0-9 16,0 0-13-16,0 0-21 0,0 0-25 0,0 0 11 15</inkml:trace>
  <inkml:trace contextRef="#ctx0" brushRef="#br0" timeOffset="-21281.11">10422 14618 24 0,'0'0'22'0,"0"0"-4"0,0 0-1 0,0 0-7 16,7 5-6-16,-7-5-5 0,0 0-2 0,0 0-13 15,5 7-16-15,-5-7 7 0</inkml:trace>
  <inkml:trace contextRef="#ctx0" brushRef="#br0" timeOffset="-18636">15651 14650 14 0,'0'0'76'0,"0"0"-8"0,0 0-9 0,0 0-1 16,0 0-7-16,0 0-2 0,0 0-12 0,0 0-2 0,0 0-4 15,0 0 0-15,0 0-11 0,0 0 5 0,0 0-4 16,0 0 0-16,0 0-6 0,0 0 3 0,13-5 3 15,-13 5-6-15,0 0-6 0,0 0 4 0,0 0-2 16,0 0 4-16,0 0-11 0,0 0 1 16,0 0 2-16,0 0-7 0,0 0 6 0,0 0-4 0,0 0 1 15,0 0 3-15,0 0-4 0,0 0 1 0,0 0 0 16,0 0 0-16,0 0-2 0,0 0 3 16,0 0-6-16,0 0-1 0,0 0-6 0,0 0-2 0,-2 9-7 15,2-9-12-15,0 0-4 0,0 0-5 0,-6 13-4 16,6-13-53-16,-6 9-103 0,2-4 45 0</inkml:trace>
  <inkml:trace contextRef="#ctx0" brushRef="#br0" timeOffset="-13510.5">22854 13514 59 0,'0'0'90'0,"0"0"-13"0,0 0 7 0,0 0-12 16,6-2-9-16,-6 2 0 0,0 0-11 0,13 12 4 16,-9-2-8-16,-2 0 5 0,6 5-3 0,-3 3 8 15,5 7-4-15,-3 3-4 0,-2 2 0 0,-3 1 1 16,2 4-6-16,-1 0-5 0,-3 13-7 0,1-3 9 15,0-9-5-15,2 0-14 0,-1 0-1 0,3 11 6 16,-2-15-8-16,1 4 1 0,-3-4-6 0,3-1-3 16,-1-1-2-16,1-2 3 0,-3-1 3 0,1-1-10 15,1-8 4-15,-3-1 4 0,2-1-4 0,0-3-3 16,0-2 0-16,-2 0-2 0,0-4-7 0,0 0 2 16,1-1 0-16,-1-6 10 0,0 0 11 0,2 12 12 15,-2-12 8-15,0 0-8 0,0 0-2 0,0 0-2 0,0 0-2 16,0 0-9-16,0 0 1 0,0 0 6 15,11-30-4-15,-6 18-3 0,2-3-11 0,2-2 8 16,-2 1 3-16,9-8 10 0,-1 1-5 0,2-1-1 16,3-1-3-16,1 1 3 0,-1 0-8 0,-1 0-1 15,4-1-2-15,1 5 1 0,1 0-2 0,-3-4-2 0,2 4 4 16,0 0-4-16,-2 4-5 0,-7 3 2 16,0 3-7-16,1 1-15 0,-6 2-5 0,0 2-35 15,-3 0-36-15,-1 2-16 0,-6 3-2 0,8 0-12 16,-8 0-4-16,0 0-104 0,0 0-248 0,-18 29 110 15</inkml:trace>
  <inkml:trace contextRef="#ctx0" brushRef="#br0" timeOffset="-13329.76">22653 14260 102 0,'-20'-1'137'0,"-1"-3"-10"0,5 2-18 15,2-2-10-15,2 2-7 0,-2 0-15 0,5 1-14 16,1 0-24-16,2-2-31 0,6 3-42 0,-14 1-23 16,14-1-70-16,-13 3-139 0,13-3 62 0</inkml:trace>
  <inkml:trace contextRef="#ctx0" brushRef="#br0" timeOffset="-12828.25">25215 13369 27 0,'-6'-7'44'0,"2"3"-2"0,-2-3 2 0,-1 2 7 15,-3 0-7-15,4 0 18 0,1 1-2 0,-1-1 4 16,6 5 1-16,-8-5 0 0,5 1 13 0,3 4-4 15,-6-5-15-15,6 5-5 0,0 0-7 0,0 0 1 0,22-9-8 16,4 3 3-16,10 1 1 0,19-2-13 16,10 0-2-16,31-3-2 0,5-1-1 0,0 3-2 15,0-2 11-15,5 0-15 0,-7-1 4 0,2 1-31 0,-2-1 24 16,2-5 6-16,0 0-7 0,-7 3 16 0,0-3-1 16,-2 2 0-16,-4 0 2 0,-23 5-5 0,27-10 1 15,-27 10-4-15,0-1 0 0,-2-1-3 16,-2 3-3-16,-5-4-1 0,-4 2 0 0,-14 4-8 0,-2-1 4 15,-4 2 0-15,-3 0-12 0,-2 0 10 0,-10-1-3 16,-3 5-9-16,-3-2-10 0,-3 2-27 0,-2-2-23 16,-6 3-19-16,0 0-28 0,0 0-29 0,0 0-75 15,-29 2-228-15,0 2 101 0</inkml:trace>
  <inkml:trace contextRef="#ctx0" brushRef="#br0" timeOffset="-12418.54">22773 14769 129 0,'16'-10'132'0,"-5"5"-22"0,10-1 0 16,4-3-14-16,4 0-9 0,5-1-22 15,1 1 4-15,1 0-18 0,0 2-16 0,-1 1-27 16,-5-2-14-16,-3 6-22 0,-6-2-19 0,-4 2-14 16,-5-1-64-16,-4 2-136 0,-2 0 60 0</inkml:trace>
  <inkml:trace contextRef="#ctx0" brushRef="#br0" timeOffset="-11828.48">23117 14662 103 0,'0'0'113'0,"0"0"-16"16,-10-1-9-16,10 1-10 0,0 0 6 0,-5 6-11 15,5-6-1-15,-4 9-1 0,4-9 3 0,0 15 10 0,0-6-2 16,0 5-11-16,2 2-1 0,0 2-7 16,-1-2-5-16,2 9-10 0,-2-7 1 0,-1 1-11 15,1 2-1-15,0-2-4 0,-1 0-3 0,2-2-1 16,-2-1-3-16,1 1-1 0,-2-4-3 0,-1-1-3 15,0 0-3-15,-2 1-1 0,-1 1-1 0,-2-4-4 16,1-1 0-16,-4 3-1 0,1-5-3 0,1 3-9 16,-3-3 3-16,3-1-4 0,-1 0-4 0,1-2-3 15,0-1 5-15,0-1 0 0,1 0-1 0,7-2 4 0,-11 2-2 16,11-2 0-16,0 0-4 0,-10-4-1 0,10 4-1 16,0 0 1-16,-3-9 1 0,3 9 0 15,0 0-1-15,9-15 6 0,1 8-2 0,-1 0 0 0,3 2 7 16,3-4-10-16,-1 1 0 0,-1 4 2 15,-2-2 3-15,2 2 2 0,0-2 1 0,-1 3 2 0,1 0-1 16,0 0-7-16,1 0 4 0,-2 0 0 0,1 2-1 16,-1-3-2-16,-1 2 4 0,-1-1-5 0,1 2 11 15,0-2-4-15,-4 1-1 0,2 0 2 16,-9 2 1-16,12-2 0 0,-7 0 1 0,-5 2-1 0,11-5 1 16,-11 5 5-16,8-5-1 0,-4 1 2 15,-4 4 0-15,5-6 0 0,-5 6 5 0,4-3 1 0,-4 3 10 16,0 0-12-16,0 0 4 0,6-4-5 15,-6 4-1-15,0 0-6 0,0 0 1 0,0 0-3 0,0 0 0 16,0 0-3-16,8 14 7 0,-6-8-3 0,1 0 1 16,1 0-3-16,2 1 5 0,4 2 0 0,-2-4 0 15,2 1-1-15,3-2 3 0,0-1-2 0,5-1-1 16,0-2 0-16,-1-2 0 0,2-2-3 0,1-3 3 16,-5 1-1-16,4-4 3 0,-1 1-8 0,-5-3 7 15,0 1-3-15,-2-2 1 0,-4 3-3 0,-2-7 3 16,-2 7-3-16,-2-3 3 0,-4 1-8 0,-1-1 7 15,-5-1-7-15,-2 2 9 0,1 5-5 0,-4-3 6 16,-3 2-9-16,0 3-16 0,-2 4-13 0,0 0-12 16,6 2-27-16,0 1-28 0,1 2-19 0,-1 1-127 15,0 2-263-15,7-3 117 0</inkml:trace>
</inkml:ink>
</file>

<file path=ppt/ink/ink1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36:39.773"/>
    </inkml:context>
    <inkml:brush xml:id="br0">
      <inkml:brushProperty name="width" value="0.05292" units="cm"/>
      <inkml:brushProperty name="height" value="0.05292" units="cm"/>
      <inkml:brushProperty name="color" value="#FF0000"/>
    </inkml:brush>
  </inkml:definitions>
  <inkml:trace contextRef="#ctx0" brushRef="#br0">5451 13475 88 0,'-2'-13'100'0,"-3"-4"-4"0,1 2-8 15,-1 0 1-15,0-2-13 0,4 5 12 0,-2 2-13 16,-1-1-5-16,3 0-14 0,0 5 6 0,1-2-27 16,0 8 8-16,0-11-2 0,0 11-7 0,1-7 2 15,-1 7-9-15,0 0-5 0,6-4 6 0,-6 4-7 16,0 0-5-16,17 11 2 0,-10-1 3 0,4 4 4 15,3 8-7-15,-3 1-4 0,2 6-3 0,-1 1 5 16,2 17 2-16,0-1 11 0,-3 8-1 0,3-1-4 16,-1 4 1-16,2 0-10 0,-1-1 7 0,3 3 5 15,1 20-2-15,-3-26-15 0,-1 4 6 0,2-2 0 16,0-3-3-16,-1 1-7 0,1-2 2 0,2-3 4 16,-5-2-10-16,3 0 6 0,-3 4-1 0,0-3-1 15,-3-2 2-15,-4-9 5 0,0-3-9 0,0 3-2 16,3-2-19-16,-5-2-10 0,-1-3-15 0,0 1-16 15,1-3-24-15,-3-3-13 0,1-6-19 0,0 0-91 16,-2-4-220-16,-1-4 98 0</inkml:trace>
  <inkml:trace contextRef="#ctx0" brushRef="#br0" timeOffset="1225.25">6087 12818 8 0,'34'-7'77'0,"17"3"-11"0,7-2 0 0,-2 3-10 16,3-3-3-16,3 0-8 0,33 1-5 0,-2-3-1 15,2 2 4-15,3-1-4 0,4 1-3 0,1-2-8 16,0 3 2-16,-1-2-3 0,5-1 1 0,1 0-5 16,3-1 1-16,3 1-6 0,6 1 7 0,3-2-7 15,-3 1 6-15,3 0 2 0,2-4 6 0,4 2 6 16,4 4 4-16,1-2-5 0,0-1 1 0,-1 3 0 15,9-1-2-15,-5-1 9 0,9-1-5 0,2 2-11 16,-4-5 3-16,1 2-3 0,4 1 8 0,5-2-9 16,3 2 1-16,4-5-2 0,-4 3-9 0,7 1 5 0,-1 0 9 15,7-2-12-15,-2-2-3 0,1 3-8 16,-5 0 2-16,6-2 1 0,-1 0 1 0,-2 3-7 16,-3 1 6-16,-4 0-1 0,-2 5 4 0,5-3-1 15,0 2 1-15,-6-2-4 0,4 1 5 0,-6 3 5 0,3-4 1 16,1 2 1-16,-2 0 0 0,-4 4 0 15,5 3 0-15,-7 0 3 0,4-2-5 0,1 0-4 16,-2 7 0-16,-8-2 1 0,1 2-6 0,0-1 5 16,0 1 3-16,-5-1-6 0,-3 2-2 0,-2 1-4 0,0 0 0 15,-3-2 6-15,-1 1-5 0,-2-1-2 0,0 3 1 16,-6 0-1-16,-2 3 2 0,-7-3-4 0,-3 0 9 16,4 4-8-16,-1 1-4 0,-1-3 4 15,-3 2-2-15,-5 2-4 0,0-5 8 0,-2 5-3 16,-1 1 0-16,-3-3-7 0,-4 3 4 0,-3 0 1 0,-2 2-2 15,-29-7-1-15,31 12 0 0,-35-9 0 0,0 2 1 16,1 6-1-16,-1-2 2 0,-5 3-5 0,2 2 2 16,-6-1 0-16,-2 4 2 0,-2 0-4 15,-2 2 4-15,-3 4-2 0,-4-1-2 0,0 3 3 0,-4 4 1 16,-4-1-2-16,1 2 2 0,-6 0-1 0,0 5-3 16,-1 0 2-16,-4-2 0 0,-2 1-1 0,1 1 4 15,-5 1-3-15,-2-2 2 0,-1 3-5 0,-3-1 2 16,-5 0 2-16,1 2 3 0,-4 4-5 0,-3 0 2 15,-3 1 5-15,1 0-3 0,-4 4-1 0,-2-2-2 16,-2 2-1-16,3-3-1 0,-3-1 6 0,0 0-3 16,-2 3 7-16,-2-2 2 0,3 1 8 0,-2-4-1 15,-3 5-1-15,3 0 4 0,-4-3-1 0,-5 22-13 16,9-29 1-16,0 4 3 0,4-2-1 0,-5-2 3 16,0-5 0-16,0 3-2 0,4-12 2 0,-3 11-4 15,-3-1 3-15,3-13-4 0,-8 9 5 0,-1 0-7 16,0-2 4-16,2-10-3 0,-12 7-1 0,-2-2 1 15,-1 1 0-15,-6-3-1 0,-2-5 1 0,-7 0-4 16,0-1 3-16,-2 3-3 0,-27 6 1 0,23-12-3 16,-23 7 5-16,22-7-2 0,-30 4-3 0,1 0 4 15,0-9-3-15,5 5 0 0,-7-1 0 0,-4-2 0 16,-6-1 24-16,0 1 1 0,2-3-6 0,-11 0 1 16,-1 2-2-16,-4 0-4 0,-4-2-2 0,-10 0-2 15,-5-2-2-15,6 1-2 0,-6 1-3 0,-4-9 3 16,2 2 4-16,-3 5-4 0,0 4-5 0,-7-4-1 15,-2 0-3-15,5-6 2 0,-11 5 8 0,0 0-10 16,0-2-5-16,0-1 2 0,-4 4 1 0,-3-2 1 16,0-2 3-16,-2 1-2 0,-2 0 4 0,-1-6 2 15,-1 9 1-15,-3-5-1 0,-1 3 1 0,-4-2 2 16,5-3 1-16,-7 6-3 0,-6-3-1 0,-3 2 2 16,5-4 2-16,-7 4-2 0,-4 2-4 15,3-2-2-15,-2 0-1 0,-1-3 2 0,-1-4-9 0,1 0 5 16,2-1-1-16,3 1-6 0,-1-10 6 0,-2 0 2 15,0-1-8-15,-1 1 7 0,5-2 4 0,1-2 0 16,0 1 2-16,0-1-4 0,5 6 2 16,-3-6 3-16,2 4 3 0,5-1 5 0,2 1 0 15,1 2 3-15,4-2 1 0,4 1 1 0,0 3-4 16,2 0 0-16,3 1 2 0,8-4 2 0,4 4-1 16,6-2-2-16,4 0-3 0,5-1-3 0,7 3-7 0,8-1-10 15,6-5-10-15,9-1-29 0,7 4-38 16,4-8-71-16,30 5-63 0,-35-7-133 0,38 3-383 15,-26-20 170-15</inkml:trace>
  <inkml:trace contextRef="#ctx0" brushRef="#br0" timeOffset="23887.78">12965 14502 49 0,'0'0'58'0,"0"-8"-3"16,0 8-5-16,0 0-7 0,-7-6-1 0,7 6 2 15,-6-3-11-15,6 3 2 0,-10 0-11 0,10 0-1 0,-13-1-6 16,13 1 4-16,-9-2-1 0,9 2-7 0,0 0 3 16,-14 0-2-16,14 0-8 0,0 0-3 15,0 0 5-15,0 0-1 0,-9-1-3 0,9 1-1 16,0 0-6-16,0 0 4 0,0 0 12 0,0 0-20 15,0 0-1-15,16-19 1 0,-12 16 6 0,-4 3-4 16,6-9 4-16,-4 6-4 0,-2 3 3 0,6-8 1 16,-6 8-3-16,0-9 3 0,0 9-3 0,0 0 2 15,-8-8-3-15,8 8 8 0,-12-3-6 0,12 3 8 16,-13-1-2-16,6 1-7 0,7 0 4 0,-16 0 4 16,9 1-8-16,7-1 2 0,-12 0 0 0,12 0 6 15,-8 0-4-15,8 0 0 0,0 0 3 0,0 0-5 0,0 0 0 16,0 0 1-16,0 0 2 0,0 0 1 0,0 0-10 15,0 0 2-15,0 0-2 0,0 0 2 16,18-12 6-16,-11 8-5 0,-1 1 2 0,1 1 0 16,0-1 3-16,-7 3 0 0,11-3-2 0,-11 3 4 15,6-2-8-15,-6 2 6 0,0 0-1 0,0 0 2 16,0 0 2-16,0 0-9 0,0 0 0 0,0 0 5 0,0 0 0 16,-15 14-4-16,15-14 2 0,-11 8 0 0,10-6 4 15,1-2-5-15,-6 5-2 0,6-5 4 16,0 0-5-16,0 0-1 0,0 0-1 0,14 7 2 15,-14-7-10-15,13-1-3 0,-13 1-2 0,18-3 1 16,-7-1-1-16,-2 3 0 0,-3 0-7 0,4 0-20 16,-10 1-51-16,9-1 23 0</inkml:trace>
</inkml:ink>
</file>

<file path=ppt/ink/ink1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6:04:26.152"/>
    </inkml:context>
    <inkml:brush xml:id="br0">
      <inkml:brushProperty name="width" value="0.05292" units="cm"/>
      <inkml:brushProperty name="height" value="0.05292" units="cm"/>
      <inkml:brushProperty name="color" value="#FF0000"/>
    </inkml:brush>
  </inkml:definitions>
  <inkml:trace contextRef="#ctx0" brushRef="#br0">13807 14830 27 0,'0'0'61'0,"-7"-5"7"0,7 5-7 0,0 0-4 0,-6-4 1 0,6 4-4 16,0 0-1-16,-5-6-3 0,5 6-3 0,0 0-9 16,0 0-4-16,0 0-8 0,0 0 4 0,-6-4-3 15,6 4 1-15,0 0-11 0,0 0 1 16,0 0-6-16,0 0 1 0,0 0 4 0,0 0-7 15,-8-6-3-15,8 6 11 0,0 0-8 0,0 0-6 16,0 0 15-16,0 0-10 16,0 0 8-16,0 0-9 0,-8-1 10 0,8 1-3 15,0 0-5-15,0 0 3 0,0 0-1 0,-9-8-2 16,9 8-4-16,0 0 2 0,-10-7 9 0,8 4 5 16,2 3 4-16,-7-7-11 0,7 7 8 0,-6-7-1 15,6 7 7-15,-7-8-3 0,5 3 6 0,2 5 4 16,-7-9 8-16,7 9-10 0,-5-10-3 0,3 5 1 15,2 5 9-15,-4-10 8 0,4 10 7 0,-4-8 0 0,4 8-4 0,-3-6 2 16,3 6-5-16,-4-6-5 0,4 6-7 16,0 0-1-16,-4-6-4 0,4 6-4 0,0 0-4 15,0 0-2-15,0 0-4 0,0 0-2 0,0 0-5 16,0 0 1-16,0 0 1 0,-8 24-5 0,8-13 4 16,0 5 6-16,-4 4 0 0,2 5 3 0,-1 3 4 15,-1-3 2-15,2 6-3 0,0-5 2 0,2 3-3 0,0-4-3 0,0 0 1 16,2-5-6-16,-2-2 7 0,2 1-3 0,-2 2 6 15,0-3-4-15,0 0 1 0,0-1 5 0,2-2-4 16,-2 2 2-16,0-7 1 0,-2 0-3 0,2 3 1 16,2-3 1-16,-4 2-1 0,2-5 1 0,0 1-5 15,-2-1-2-15,2-7 0 0,-2 11 0 0,2-5-2 16,0-6-2-16,-2 11-2 16,2-11 4-16,-3 6-6 0,3-6-2 0,-5 5 0 15,5-5 0-15,0 0-7 0,0 0 4 0,-2 9-16 16,2-9-21-16,0 0-16 0,0 0-26 0,0 0-32 15,0 0-23-15,0 0-22 0,0 0-25 16,0 0-12-16,0 0-125 0,0 0-339 0,0 0 151 16</inkml:trace>
  <inkml:trace contextRef="#ctx0" brushRef="#br0" timeOffset="821.4">13854 14770 63 0,'0'0'139'0,"0"0"-18"15,0 0-11-15,0 0-11 0,3-7-13 0,-3 7-13 16,0 0-5-16,0 0-1 0,0 0-17 0,0 0-1 16,0 0-9-16,0 0-3 0,0 0-1 15,0 0 4-15,0 0-7 0,0 0-6 0,0 0-5 16,0 0 3-16,0 0-7 0,6 20-1 0,-6-20 2 15,0 0 3-15,0 0-9 0,-2 11-1 0,2-11 4 0,0 0 0 0,0 0-1 16,0 0-3-16,-2 8-3 0,2-8 1 0,0 0 2 16,0 0-3-16,0 0 7 0,0 0-6 0,0 0 9 15,0 0-12-15,0 0 12 0,0 0-8 0,0 0-3 16,0 0-15-16,0 0-16 0,0 0-14 0,0 0-15 16,0 0-15-16,0 0-7 0,0 0-10 0,0 0 0 15,0 0 10-15,18-11 6 0,-14 6 6 0,3 2 7 0,0-1 11 0,-1 1 0 16,1-1 10-16,-2-1 9 0,3 0 3 0,1-2 8 15,-1 2 3-15,0-1 9 0,-8 6 24 0,11-9-14 16,-6 4-5-16,-5 5 13 0,13-9-4 16,-6 6 7-16,-7 3 6 15,7-10 10-15,-3 4 2 16,-4 6 10-16,8-4 1 0,-8 4 5 0,0 0 2 16,6-8 0-16,-6 8-1 0,2-4-7 0,-2 4-7 0,0 0-1 15,0 0-4-15,0 0-3 0,0 0-7 0,0 0 6 16,0 0-4-16,-22 16 0 0,13-7-12 0,-7 2 6 15,3 1-4-15,-4-1 4 0,6-2-4 16,-4 1 0-16,1 2 3 0,-1-2-1 0,1 0 1 16,1 2-1-16,-3-2-6 0,1 1 8 0,0 0-13 15,0-1 5-15,1 3-1 0,1-3 2 0,-1 2-6 16,6-4-1-16,-1 0-1 0,2-2 7 0,-2 2-9 0,4-5 4 16,-3 1-8-16,5 0 10 0,3-4-6 15,-8 5 4-15,8-5-3 0,-8 5 2 0,8-5-6 16,-4 4 12-16,4-4-4 0,0 0 5 0,-5 4-2 15,5-4 1-15,0 0-4 0,0 0 3 0,-6 5-5 16,6-5-4-16,0 0 3 0,0 0-3 0,0 0-2 16,0 0 0-16,0 0 1 0,0 0 1 0,0 0-3 0,0 0 0 15,0 0-2-15,13 6 4 0,-13-6-2 16,9 4 2-16,-9-4 6 0,9 1-9 0,-2 0 4 16,-7-1-4-16,11 3 2 0,-2-1-1 0,-2 1 3 15,2 1-3-15,-1-2-5 0,4 2 5 0,-3 1 3 16,0-1-1-16,4 0 1 0,-2-1 2 0,1 4 1 0,-1-2-3 15,0 0 3-15,1-1-2 0,1 2 2 16,1 1-2-16,-5-2-1 0,4-1-3 0,-1 1 2 16,0-1 2-16,-3 0-1 0,1-1 0 0,1 1-1 15,0 1 4-15,-2-2-20 0,-4-2-12 0,3 2-24 16,-3 0-25-16,-5-3-18 0,11 3-19 0,-8 1-6 16,-3-4-121-16,6 6-256 0,-6-6 113 0</inkml:trace>
  <inkml:trace contextRef="#ctx0" brushRef="#br0" timeOffset="1251.73">13969 14670 81 0,'0'0'101'0,"-22"12"-3"0,12 2-3 0,-3 1-8 15,-1 4-15-15,-6 3-5 0,2-1-3 0,0 2-6 16,-2 1 1-16,2 0-14 0,-4-4-5 0,1 2-2 16,1-3-5-16,2-1-3 0,2-3 0 0,1-2-4 15,2-1 2-15,1-3 1 0,3-2 5 0,0 2-19 16,-2-3 3-16,2-1-4 0,5 0-2 0,-1-1 5 15,5-4-2-15,-7 5 3 0,7-5-4 0,0 0 3 16,0 0-5-16,-7 2 16 0,7-2-20 0,0 0 9 16,0 0 0-16,0 0 0 0,23-17 5 0,-14 11-1 15,5 2-2-15,-2-1 7 0,5-3-1 0,-2 2 1 16,3 1 4-16,-5 3-8 0,4-1 3 0,0 1-4 16,-3 0-2-16,3 1-4 0,0 2-2 0,-4-1 1 15,7 3 4-15,-3-2-5 0,0 1-2 0,3-1 1 16,-6 0-1-16,-4 2-7 0,5 0-13 0,-3 1-14 15,0 2-22-15,-1-3-15 0,-2 3-18 0,1-1-26 16,-2 1-20-16,-3 2-89 0,-3-2-231 0,0 2 102 16</inkml:trace>
  <inkml:trace contextRef="#ctx0" brushRef="#br0" timeOffset="2005.98">13666 14705 74 0,'0'0'134'0,"0"0"-10"15,-5-6-2-15,5 6-4 16,0 0-8-16,0 0-5 0,0 0-17 0,-7-7-6 16,7 7-2-16,0 0-13 0,0 0-9 15,0 0-7-15,0 0-4 0,0 0-5 0,0 0-5 0,0 0-5 16,0 0 4-16,0 0 3 0,-7 23 7 0,7-12-12 15,0 7 2-15,-2 1-6 0,2 4 6 0,0 3-6 16,2-1 7-16,-2 1-6 0,3 0-4 16,1-7 0-16,-2 8-5 0,6-3 0 0,-2 0-1 0,0-6 8 0,-1 0-14 15,4-1 4-15,-4 1-3 0,2 0 5 0,-1-4-7 16,-2 1 0-16,-1-4 1 0,4 0 1 0,-3-3-10 16,-1-1 3-16,1 0 2 0,-4-2 0 0,0-5-6 15,6 10 1-15,-5-5 2 0,-1-5-2 0,0 0 6 16,2 7-1-16,-2-7 5 0,0 0 8 0,0 0 2 15,0 9-2-15,0-9-3 0,0 0-3 0,0 0 0 0,0 0-3 16,0 0 3-16,0 0-4 0,-15-16-3 0,12 10 1 0,-2 0-4 16,1-6-5-16,1 2-1 0,1-5-1 0,-4 0-4 15,3-3-8-15,1-3-2 0,0-7-3 0,2 2 4 16,-4-3-1-16,4 3 0 0,-3-5-1 0,0 7 2 16,4-4-1-16,-2 3 4 0,-1 6-2 0,0 0 5 15,0 1 0 1,0-1 0-16,0 7 2 0,0 1 2 0,1-9 3 15,1 20 1-15,-4-15 1 0,4 11 1 16,0 4-2-16,0 0-2 0,0-10-1 0,0 10-9 16,0 0 10-16,0 0 0 0,0 0-1 0,0 0 1 15,2 28 2-15,-2-10 1 0,-2 8 2 0,0 5 7 16,0-1 3-16,0 5-7 0,2-5 4 0,-8 3 0 16,8-2-5-16,0-2 2 0,2-1-5 0,-2 0 3 0,3-3-1 0,-3-6-1 15,3 0 0-15,-3 0 2 0,2-3 0 0,0 2 0 16,4 0-7-16,-4-7-11 0,1 2-18 0,-3-1-23 15,4-1-20-15,-2 0-29 0,1 2-28 0,0-4-24 16,-1 1-138-16,-2 0-315 0,0-10 141 0</inkml:trace>
  <inkml:trace contextRef="#ctx0" brushRef="#br0" timeOffset="2544.62">13960 14730 22 0,'0'0'135'0,"-3"-7"-1"0,3 7-14 16,0 0-9-16,-2-6-8 0,2 6-10 0,0 0-12 15,0 0 8-15,-4-8-21 0,4 8-5 0,0 0-4 0,0 0-11 16,-13 3 3-16,13-3-4 0,-12 6-4 0,3 1-8 16,0 1-3-16,-4 2 4 0,1 0-1 0,0 3 3 0,-2 2-3 15,-5 5-10-15,2-1 1 0,-2 4 4 0,2-2-7 16,-1 1-1-16,1 1-2 0,2-1-4 16,2-2-11-16,-1-5 6 0,3 1 0 0,1-3 5 15,0 1-4-15,1-5-6 16,2 0 4-16,-2-2 2 0,2-3-4 0,3 3 1 15,-3-4-2-15,0 2 3 0,7-5 4 0,-9 3 0 16,5-1-6-16,4-2-2 0,0 0 5 0,0 0-6 0,0 0 0 16,0 0-2-16,0 0-6 0,0 0 1 15,-7-11 2-15,7 11 0 0,0 0 2 0,0 0-2 16,18-9-1-16,-11 8 4 0,-7 1-1 0,11 0-2 16,-2 0-5-16,3 3 10 0,-1-2 4 0,2 3-5 0,5-2 0 15,0-2 4-15,-7 4-4 0,10-2-2 0,-2-1 9 16,2 1-8-16,-1 0 10 0,-2 0 3 0,2-2-8 0,-2 2-3 15,0-1 4-15,1-1-5 0,-2 1-2 16,-5-1-8-16,1 2-8 0,-2-2-23 0,0 1-22 16,-2 1-20-16,0-1-14 0,-5 2-14 0,-4-3-3 15,14 2-21-15,-9-1-84 16,-5-1-234-16,8 4 104 0</inkml:trace>
  <inkml:trace contextRef="#ctx0" brushRef="#br0" timeOffset="2961.36">13973 14753 19 0,'0'0'124'0,"-4"-4"-12"0,4 4-11 0,0 0-26 15,0 0 20-15,-16 12-15 0,7-5-2 0,2 2-6 16,-6 6-6-16,0-2-4 0,-3 0-10 0,2 0-2 15,-8 5-10 1,1 0 0-16,1 1-4 0,0 0-1 0,-3-4-1 16,4 2-11-16,-4 0 6 0,7-5-11 0,1 1 0 15,0-3 4-15,0 0-1 0,7-1-6 0,-2-4-3 16,3 1 5-16,1-2 0 0,2 0-15 0,-1 0 13 16,5-4-2-16,-8 4-2 0,8-4-3 0,-4 5 0 15,4-5-1-15,0 0-8 0,-8 4 5 0,8-4-3 16,0 0-3-16,0 0 2 0,0 0 2 0,0 0 1 0,0 0 1 0,20 6-1 15,-15-2-1-15,5 0 7 0,-1 1 4 16,1 2 3-16,3-1 0 0,1 3 1 0,-1-3-3 0,0 4-8 16,3-2 9-16,2 1 1 0,-2 0-7 0,0-2 3 15,1-3-2-15,2 1 1 0,0-1-2 16,0-1-10-16,1 0-17 0,-2-3-17 0,2 0-8 0,0-1-19 16,-2-1-17-16,0 0-7 0,-2 1-9 0,-3-3-13 0,-1 1-74 15,1-3-197-15,1 2 88 0</inkml:trace>
  <inkml:trace contextRef="#ctx0" brushRef="#br0" timeOffset="3077.23">14095 15099 314 0,'4'-5'9'0,"-4"5"7"15,6-6 2-15,-6 6 22 0,1-5 4 0,-1 5 14 16,0 0 8-16,0 0-6 0,0 0 0 16,-7-11 6-16,7 11 2 0,0 0-1 0,-6-6-7 15,6 6-5-15,0 0 5 16,0 0-15-16,0 0-2 0,-6-7-17 0,6 7-10 16,0 0-25-16,0 0-23 0,0 0-20 0,0 0-44 15,0 0-71-15,0 0-182 0,0 0 81 0</inkml:trace>
  <inkml:trace contextRef="#ctx0" brushRef="#br0" timeOffset="5470.88">14456 12340 6 0,'0'0'39'0,"0"0"-6"0,0 0-1 0,-2-7-7 0,2 7 3 15,0 0 6-15,0 0-6 0,0 0 2 0,-5-6 4 16,5 6-3-16,0 0 0 0,0 0-5 0,0 0 6 16,0 0 1-16,0 0-4 0,-4-8 0 0,4 8-3 15,0 0-3-15,-3-6 6 0,3 6 0 0,0 0-3 16,0 0 4-16,0 0-6 0,-4-6 2 0,4 6 3 15,0 0 3 1,0 0-9-16,0 0 7 0,-2-9-4 0,2 9-10 0,0 0 11 16,0 0-10-16,0 0-15 0,0 0 23 0,0 0-1 15,0 0-13-15,0 0 5 0,0 0-4 16,0-9 3-16,0 9-6 0,0 0-1 0,0 0 7 16,0 0-4-16,0 0 4 0,0 0-6 0,0 0 4 0,0 0-3 15,0 0 12-15,0 0-9 0,0 0 1 0,0 0-3 16,0 0 8-16,0 0-4 0,0 0-1 0,0 0-1 0,0 0-9 15,0 0-1-15,0 0 3 0,0 0 3 0,0 0-5 0,0 0 0 16,0 0 5-16,0 0-5 0,0 0 3 0,0 0-5 16,0 0 2-16,0 0-3 0,0 0 8 15,0 0-7-15,0 0 1 0,0 0 1 0,0 0 5 16,0 0-4-16,0 0-1 0,0 0 4 0,0 0-9 16,0 0 4-16,0 0 5 15,0 0-2-15,0 0-9 0,0 0 11 0,7-3 2 16,-7 3-6-16,0 0-3 0,0 0-4 0,0 0 2 15,0 0 6-15,0 0 2 0,0 0 0 0,0 0-7 16,0 0 3-16,0 0-6 0,0 0 5 0,0 0 5 0,0 0 5 16,0 0-10-16,0 0 8 0,0 0 4 0,0 0-9 15,0 0 4-15,2-8-1 0,-2 8-8 16,0 0 3-16,0 0 1 0,2-7 0 0,-2 7 2 0,0 0-2 0,2-9-7 16,-2 9 5-16,0 0 3 0,0 0 0 0,0 0-2 15,0 0 0-15,2-7 3 0,-2 7-3 0,0 0 0 16,0 0 3-16,0 0 5 15,0 0-13-15,0 0 5 0,0 0 0 0,0 0-13 16,0 0 10-16,0 0 2 0,0 0 1 0,0 0-7 0,0 0-3 0,0 0 9 16,0 0-6-16,0 0-1 0,0 0 3 0,0 0 11 0,0 0-6 0,0 0-6 15,3 26 3-15,-3-18 0 0,1 0-3 0,-1 4 9 16,1-2-2-16,-1 3 9 0,2-2-7 0,-2 3 12 16,0 4-6-16,3 0 10 0,-3 0-6 0,-3 1 6 15,6 0 10-15,-6 1-8 0,3 5 1 0,-2-6-2 16,2 0-2-16,2 0 2 0,-4-2-4 0,2 0-1 15,0-1 1-15,0 0-2 16,0-3 6-16,0 2 5 0,0-3 3 0,-2 0-5 16,3 0-1-16,-1-2 1 0,-3 2 5 0,2-1 5 15,1-2-13-15,-2-2-1 0,0 0-1 0,2-7-2 16,0 12 2-16,-2-6-6 0,2-6 5 0,-2 10-6 16,2-10 1-16,0 8-1 0,0-8 0 0,0 0 0 15,-1 9-4-15,1-9 0 0,0 0 2 0,0 0-5 16,0 8 1-16,0-8-2 0,0 0 3 0,0 0 0 0,0 0-3 0,0 0 3 15,0 0-3-15,0 0-3 0,0 0 2 0,0 0 0 16,0 0 1-16,0 0-2 0,0 0 1 0,0 0 1 16,0 0 0-1,0 0-5-15,0 0-6 0,-1 8-10 0,1-8-8 16,0 0-13-16,0 0 1 0,0 0-29 0,0 0-9 16,0 0-14-16,0 0-18 0,0 0-17 0,0 0-8 15,0 0-21-15,0 0-111 0,0 0-282 0,15-13 125 16</inkml:trace>
  <inkml:trace contextRef="#ctx0" brushRef="#br0" timeOffset="6467.5">14645 12305 33 0,'1'-6'48'0,"-1"6"3"16,2-8-6-16,-2 8-1 0,0 0-4 0,2-9 6 31,-2 9 1-31,0 0-16 0,4-7 4 0,-4 7-8 0,0-6-1 0,0 6 3 0,0 0-3 0,5-7-8 15,-5 7 1-15,3-6-1 16,-3 6-2-16,3-5-1 0,-3 5 2 0,0 0-7 16,6-6-1-16,-6 6 2 0,6-6-6 15,-6 6 4-15,4-4-4 0,-4 4-1 0,0 0-1 16,5-5 0-16,-5 5 7 0,0 0-3 0,0 0-7 16,8-3-1-16,-8 3 2 0,0 0 6 0,6-4-6 15,-6 4 7-15,0 0-8 0,8-1 0 0,-8 1 10 16,0 0-11-16,11-1 0 0,-11 1 6 0,0 0-7 0,0 0 11 0,11-1-6 15,-11 1-3-15,0 0 7 0,0 0-2 0,8-1-4 16,-8 1 5-16,0 0 6 0,0 0 12 0,0 0 0 16,0 0 3-16,0 0 6 0,0 0-5 0,0 0 4 15,0 0 2-15,0 0-11 0,0 0-5 0,0 0-8 16,0 0 4-16,0 0 0 0,0 0 1 0,0 0-5 16,-26 9 7-1,19-4-4-15,1 1 1 0,-3 4 6 0,0-1 5 16,-3 4-2-16,1-1 6 0,-2 4-6 0,-3-2-4 0,3 1 2 15,-1-3 1-15,1 2 3 0,-1 1-1 0,5-2-1 16,-1 0 2-16,-3 0-4 0,3 0 3 0,1-1-8 16,-1-2 3-16,4 1-7 0,-1-2 8 0,0 0-5 15,0 1 0-15,3-2 2 0,0-2-1 16,-1-1-4-16,3-1-4 0,2-4 2 0,-5 9 2 0,5-9 0 0,-4 5-1 0,4-5 3 16,-5 4 3-16,5-4 1 0,0 0 8 15,-3 5 0-15,3-5 2 0,0 0 1 0,0 0-4 16,0 0-2-16,0 0 0 0,-8 2-4 0,8-2-2 15,0 0-3-15,0 0 0 0,0 0-1 0,0 0-2 0,0 0-2 16,0 0-2-16,0 0 2 0,0 0 2 0,0 0-10 16,0 0 5-1,0 0-2-15,0 0-1 0,0 0-3 0,0 0 2 16,0 0 1-16,0 0-3 0,0 0 2 0,0 0 4 16,0 0-4-16,0 0 0 0,0 0 0 0,0 0 0 15,0 0-1-15,0 0 9 0,0 0-11 0,0 0 4 16,0 0-1-16,0 0-2 0,0 0 0 0,0 0 1 15,0 0-2-15,0 0-1 0,0 0 2 0,0 0-1 16,0 0 0-16,0 0 3 0,0 0-2 0,0 0 2 0,0 0 1 0,0 0-1 16,0 0-1-16,0 0-3 0,0 0 1 0,19-10 0 15,-19 10 0-15,0 0 6 0,0 0-8 0,8-3 4 16,-8 3-2-16,0 0 1 0,13-2 2 0,-7 0-2 16,2 0 2-16,-8 2 4 0,15-3 2 0,-7 2-1 15,1 1-1-15,1-2 0 0,0 1 2 0,3 0 1 16,-4 1-3-16,5-2 2 0,-1 2 0 0,-3 0 1 0,3 0-2 0,0 0-1 15,0 2-2-15,-1 0 1 0,1 0 1 0,-3-1-3 16,2 2 2-16,0-3 1 0,-1 3-4 0,0 0 2 16,3 0 1-16,-5-2-4 0,5 3 3 0,-4-2-1 15,2 1 1-15,-1 2-4 0,1-3-18 0,-2 2-11 16,0 1-32-16,1 0-25 0,-2 0-11 0,2 1-17 16,-5-4-21-1,2 5-21-15,-2-3-95 0,-2 0-273 0,1 0 121 16</inkml:trace>
  <inkml:trace contextRef="#ctx0" brushRef="#br0" timeOffset="6598.76">14931 12616 3 0,'0'0'139'0,"0"0"-9"0,0 0-14 0,0 0-11 15,0 0-20-15,0 0-41 0,0 0-39 0,0 0-25 16,0 0-36-16,0 0-37 0,-6 11-99 0,6-11 45 15</inkml:trace>
</inkml:ink>
</file>

<file path=ppt/ink/ink1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47:45.985"/>
    </inkml:context>
    <inkml:brush xml:id="br0">
      <inkml:brushProperty name="width" value="0.05292" units="cm"/>
      <inkml:brushProperty name="height" value="0.05292" units="cm"/>
      <inkml:brushProperty name="color" value="#FF0000"/>
    </inkml:brush>
  </inkml:definitions>
  <inkml:trace contextRef="#ctx0" brushRef="#br0">14105 6106 53 0,'0'0'78'0,"0"0"-13"16,0 0-8-16,0 0-5 0,0 0 0 0,0 0 1 15,0 0-13-15,0 0 2 0,0 0-1 0,0 0-3 16,0 0-1-16,0 0-4 0,0 0 9 0,0 0-5 16,0 0 3-16,0 0 2 0,0 0-4 0,0 0 0 15,0 0-8-15,0 0 3 0,0 0 3 0,0 0-3 16,0 0 17-16,0 0-25 0,0 0 1 0,0 0-3 15,0 0 1-15,0 0-7 0,0 0 4 0,0 0-4 16,0 0 2-16,0 0-3 0,0 0 3 0,0 0 3 16,0 0 0-16,0 0-7 0,0 0 2 0,0 0 0 15,0 0 2-15,0 0-13 0,0 0 5 0,0 0-2 16,0 0-2-16,0 0 0 0,0 0 1 0,0 0-4 16,0 0 2-16,0 0-5 0,0 0 6 0,0 0 2 15,0 0-5-15,0 0 0 0,0 0 3 0,0 0-4 16,0 0 4-16,0 0-8 0,0 0 4 0,0 0-6 15,0 0 8-15,0 0-5 0,0 0-5 0,0 0 11 16,0 0-3-16,0 0-3 0,0 0 5 0,0 0-4 16,0 0-2-16,0 0 1 0,0 0 1 0,0 0 2 15,0 0-2-15,0 0-5 0,0 0 3 0,0 0 2 16,0 0-4-16,0 0 1 0,0 0-5 0,0 0-10 16,0 0-11-16,0 0-14 0,0 0-18 0,0 0-19 15,0 0-13-15,0 0-10 0,0 0-76 0,0 0-191 16,0 0 85-16</inkml:trace>
  <inkml:trace contextRef="#ctx0" brushRef="#br0" timeOffset="462.27">15862 5487 38 0,'0'0'54'0,"0"0"-11"15,0 0-7-15,0 0-4 0,0 0-19 0,0 0-16 16,0 0-33-16,0 0-38 0,0 0 16 0</inkml:trace>
  <inkml:trace contextRef="#ctx0" brushRef="#br0" timeOffset="1401.92">18735 5799 21 0,'0'0'22'0,"0"0"-6"0,0 0-14 15,0 0-13-15,0 0-11 0,0 0 6 0</inkml:trace>
  <inkml:trace contextRef="#ctx0" brushRef="#br0" timeOffset="7754.12">10597 7454 33 0,'0'0'43'0,"0"0"-15"15,0 0-16-15,0 0-15 0,0 0-17 16,0 0-19-16,0 0 8 0</inkml:trace>
  <inkml:trace contextRef="#ctx0" brushRef="#br0" timeOffset="8123.85">11486 7102 16 0,'0'0'66'0,"0"0"-8"16,0 0-9-16,0 0-5 0,0 0-16 0,0 0-19 0,0 0-14 15,0 0-16-15,0 0-20 0,0 0-45 0,0 0 21 16</inkml:trace>
  <inkml:trace contextRef="#ctx0" brushRef="#br0" timeOffset="8859.89">11451 8586 28 0,'0'0'87'0,"0"0"-8"0,0 0 0 0,0 0-9 15,0 0-5-15,0 0-9 0,0 0-6 0,0 0 8 16,0 0-22-16,0 0-5 0,0 0-1 0,0 0-1 16,0 0 0-16,0 0-4 0,0 0-1 0,0 0-4 15,0 0 0-15,0 0-1 0,0 0-6 0,0 0-3 16,0 0 1-16,0 0-5 0,0 0-7 0,0 0 7 15,0 0-5-15,0 0 2 0,0 0-9 0,0 0 3 16,0 0 0-16,0 0-1 0,0 0-8 0,0 0 6 16,0 0-7-16,0 0 6 0,0 0-4 0,0 0 2 15,0 0 4-15,0 0-3 0,0 0 0 0,0 0-3 16,0 0 6-16,0 0-2 0,0 0 1 0,0 0 3 16,0 0 3-16,0 0-11 0,0 0 9 0,0 0 2 15,0 0 2-15,0 0 2 0,0 0-6 0,0 0 1 16,0 0 5-16,0 0-4 0,0 0 3 0,0 0 0 15,0 0 4-15,0 0-3 0,0 0-4 0,0 0 3 16,0 0-4-16,0 0 2 0,0 0-5 0,0 0-1 16,0 0 7-16,0 0-3 0,0 0 3 0,0 0-4 15,0 0-1-15,0 0-5 0,0 0 4 0,0 0-4 16,0 0-9-16,0 0-6 0,0 0-2 0,0 0-9 16,0 0-11-16,0 0-13 0,0 0-32 0,0 0-97 15,0 0 43-15</inkml:trace>
  <inkml:trace contextRef="#ctx0" brushRef="#br0" timeOffset="10643.08">13877 8939 66 0,'0'0'76'0,"0"0"6"0,0 0-14 0,0 0-9 16,0 0 1-16,0 0 2 0,0 0-9 0,0 0-5 15,0 0-3-15,0 0 0 0,0 0-6 0,0 0-9 16,0 0-3-16,0 0 4 0,0 0 1 0,0 0-11 16,0 0 2-16,0 0-3 0,0 0-5 0,0 0-8 15,0 0-9-15,0 0 1 0,0 0-2 0,0 0-16 16,0 0-11-16,0 0-11 0,0 0-16 0,0 0-69 15,0 0-137-15,0 0 60 0</inkml:trace>
  <inkml:trace contextRef="#ctx0" brushRef="#br0" timeOffset="11570.82">17574 8063 28 0,'0'0'24'0,"7"4"-6"0,-7-4-10 0,0 0-13 0,0 0-8 15,0 0-12-15,5 6 5 0</inkml:trace>
  <inkml:trace contextRef="#ctx0" brushRef="#br0" timeOffset="12103.72">18249 8575 78 0,'0'0'64'0,"0"0"-14"16,0 0-12-16,0 0-10 0,9 0-25 0,-9 0-20 16,0 0-24-16,0 0-45 0,0 0 21 0</inkml:trace>
  <inkml:trace contextRef="#ctx0" brushRef="#br0" timeOffset="12373.02">19305 8183 37 0,'0'0'49'0,"0"0"-6"0,0 0-16 0,0 0-15 0,0 0-17 15,0 0-23-15,0 0-29 0,0 0 13 16</inkml:trace>
  <inkml:trace contextRef="#ctx0" brushRef="#br0" timeOffset="15513.4">7774 7419 6 0,'0'0'58'15,"0"0"-4"-15,0 0-8 0,0 0-11 0,0 0-23 16,0 0-15-16,0 0-32 0,0 0-38 0,0 0 18 15</inkml:trace>
  <inkml:trace contextRef="#ctx0" brushRef="#br0" timeOffset="-174393.28">7390 5321 29 0,'0'0'41'0,"-2"-6"2"0,2 6-3 0,0 0 1 15,-3-6 1-15,3 6-1 0,0 0-4 16,-4-7-3-16,4 7-1 0,0 0-5 0,-2-7-7 15,2 7 2-15,0 0-6 0,0 0-1 0,0 0-5 0,0 0-2 16,0 0-5-16,-4-8 5 0,4 8-16 0,0 0-9 16,0 0-7-16,0 0 0 0,0 0-1 0,0 0-5 15,-12 0 0-15,12 0-4 0,0 0 5 16,-9 6-24-16,9-6-55 0,-10 3 25 0</inkml:trace>
  <inkml:trace contextRef="#ctx0" brushRef="#br0" timeOffset="-173857.73">7063 5359 69 0,'0'0'78'0,"-9"-3"-5"0,9 3-3 0,-5-3-1 15,5 3 8-15,0 0-17 0,-8-3 2 0,8 3 7 0,-7-3-11 16,7 3 6-16,-8-4-5 0,8 4-9 0,-8-5 7 16,8 5-1-16,0 0-5 0,-10-4-1 0,10 4 1 15,-6-3 0-15,6 3-3 0,0 0-2 0,0 0-2 16,-7-4-8-16,7 4-2 0,0 0-2 16,0 0-6-16,0 0-5 0,0 0-1 0,0 0-7 0,0 0 3 15,0 0-4-15,0 0-3 0,0 0-4 0,28-4 2 16,-12 2 0-16,4 2 3 0,8-2-2 15,4 0 0-15,0-1-3 0,0 0-1 0,3 2 0 0,2-2 5 16,0 0-5-16,-1 1 1 0,3 0-2 0,-2 0 2 16,1-1 0-16,-2 1 3 0,-2 1-9 0,-2-2 2 15,-4 2-8-15,-7 1 13 0,0 0-5 0,-2 0 6 16,-1 0-7-16,-5-1-1 0,-2 0 4 0,1 2-5 16,-3-1 0-16,-9 0 4 0,13-1-7 0,-13 1 4 15,10 0 3-15,-10 0-3 0,7 1 5 16,-7-1-3-16,0 0-3 0,8 0 3 0,-8 0 0 0,0 0 7 15,0 0-8-15,0 0 1 0,0 0-2 0,0 0 2 16,9 0-1-16,-9 0 0 0,0 0-4 0,0 0 0 16,0 0 2-16,0 0 6 0,0 0-4 0,0 0-2 15,0 0-1-15,0 0 5 0,0 0-3 0,0 0 0 16,0 0 3-16,0 0 2 0,0 0-3 0,0 0-8 16,0 0 2-16,0 0-21 0,0 0-18 0,0 0 4 15,0 0-28-15,0 0-11 0,0 0-9 0,0 0-14 16,0 0-9-16,0 0-68 0,0 0-193 0,0 0 85 15</inkml:trace>
  <inkml:trace contextRef="#ctx0" brushRef="#br0" timeOffset="-173570.73">7491 5355 26 0,'27'2'19'0,"-5"-2"-10"0,-2 2-14 0,1 0-4 0,-1 0-8 16,-3-4 3-16</inkml:trace>
  <inkml:trace contextRef="#ctx0" brushRef="#br0" timeOffset="-173394.37">7678 5325 15 0,'0'0'-3'0,"-7"-4"-2"0,7 4 0 0</inkml:trace>
  <inkml:trace contextRef="#ctx0" brushRef="#br0" timeOffset="-171093.12">7179 7927 5 0,'0'0'74'0,"-6"-6"-1"0,6 6-8 0,0 0 5 15,-7-4-7-15,7 4-2 0,0 0 0 16,-8-4 6-16,8 4-15 0,-7-2 0 0,7 2 2 0,-9-3 3 15,9 3-3-15,-11-2-4 0,11 2-5 16,-13-3 3-16,5 3-2 0,8 0 10 0,-12-1 1 16,12 1 15-16,-9-2-3 0,9 2 4 0,-9-1-3 0,9 1-6 15,0 0-12-15,0 0-3 0,0 0-6 16,0 0-4-16,0 0-5 0,0 0 0 0,0 0-6 0,0 0-6 16,23-4 0-16,-2 2-1 0,14-1-4 15,21-9 2-15,6 3 2 0,32-13-4 0,1 3-15 16,-1-3-28-16,8-1-50 0,-6 4-42 0,-4 0-38 0,-4 3-95 15,-33 2-271-15,-2 2 120 0</inkml:trace>
  <inkml:trace contextRef="#ctx0" brushRef="#br0" timeOffset="-169563.25">8321 10821 5 0,'0'0'58'0,"0"0"-14"0,0 0-12 16,0 0-32-16,0 0-24 0,0 0-25 0,19 12 12 15</inkml:trace>
  <inkml:trace contextRef="#ctx0" brushRef="#br0" timeOffset="-167959.73">14925 10469 70 0,'0'0'84'0,"0"0"-8"16,6 2-11-16,-6-2-3 0,0 0-14 0,0 0 13 15,0 0-18-15,0 0-9 0,0 0 7 0,0 0-4 16,0 0-11-16,0 0 8 0,0 0-17 0,0 0 5 16,0 0-5-16,0 0 2 0,0 0-2 0,0 0-4 15,0 0 3-15,0 0-9 0,0 0-3 0,0 0 10 16,0 0-5-16,0 0-3 0,0 0 2 0,0 0-1 15,0 0 1-15,0 0-4 0,0 0 2 0,0 0 0 16,0 0 0-16,0 0 3 0,0 0-1 0,0 0 0 0,0 0-3 16,0 0-6-16,3 6 2 0,-3-6 6 15,0 0-5-15,0 0-5 0,0 0-3 0,0 0 9 16,0 0 3-16,0 0-3 0,0 0-3 0,0 0-1 0,0 0 2 16,0 0 2-16,0 0-3 0,0 0 2 0,0 0-3 15,0 0-1-15,0 0-5 0,0 0 3 16,0 0-3-16,0 0 3 0,0 0-13 0,0 0-6 0,-9 9-18 15,9-9-3-15,0 0-8 0,-8 6-13 0,8-6-47 16,-3 4-120-16,3-4 53 0</inkml:trace>
  <inkml:trace contextRef="#ctx0" brushRef="#br0" timeOffset="-164372.58">11968 12119 11 0,'0'0'28'0,"0"0"-3"16,0 0-5-16,0 0-1 0,0 0 1 0,0 0-5 15,0 0-7-15,0 0 1 0,0 0-1 0,0 0 0 16,0 0-2-16,0 0 1 0,0 0-7 0,0 0-1 15,0 0 6-15,0 0-3 0,0 0 1 0,0 0-5 16,0 0 4-16,0 0 2 0,0 0 7 0,0 0-8 16,0 0-3-16,0 0 1 0,0 0 3 0,0 0-4 15,0 0 6-15,0 0-3 0,0 0-1 0,0 0 2 16,0 0-1-16,0 0-1 0,0 0-1 0,0 0-3 16,0 0-4-16,0 0 1 0,0 0-5 0,0 0-6 15,0 0-2-15,0 0-12 0,0 0-33 0,0 0 14 16</inkml:trace>
  <inkml:trace contextRef="#ctx0" brushRef="#br0" timeOffset="-162308.78">17913 9245 15 0,'0'0'70'0,"0"0"-9"0,0 0-15 16,0 0-7-16,0 0-19 0,0 0-17 16,0 0-18-16,0 0-10 0,-17-17-11 0,12 11-39 15,-1-2 17-15</inkml:trace>
  <inkml:trace contextRef="#ctx0" brushRef="#br0" timeOffset="-159058.72">27193 12376 5 0,'0'0'69'0,"0"0"-5"0,-10-3 1 0,10 3-5 15,0 0-7-15,-12 2-7 0,12-2-6 0,-11 0 0 16,4 1-9-16,7-1 8 0,-18 1-8 0,7-1-13 16,-1 1 15-16,-1-1-5 0,-1 3-2 0,1-3 3 15,0 0 0-15,-6 2-9 0,1 0 15 0,-1-1 1 16,-4-1-3-16,4 1 3 0,0 0 4 0,-4 0 2 15,1 0 18-15,2 2-13 0,-7-5-4 16,4 2 17-16,6 2-8 0,-2-2 5 0,3 1 21 0,1-2 3 16,1 1-3-16,3 0-8 0,-2 1-8 0,6-1 5 15,7 0-9-15,-12 0-8 0,12 0-6 0,0 0-5 16,-10-1-4-16,10 1-5 0,0 0-3 0,0 0-3 16,0 0 2-16,0 0-1 0,38-7-1 0,-11 3-5 15,4 1 2-15,3-1 4 0,16-3-7 0,1 1 2 16,0 1-7-16,6-2 1 0,1 0 2 0,-4 0-1 15,2 4-2-15,-2-2 0 0,2 0-1 0,-1 1-1 16,-3-1 2-16,3 2 4 0,-3 3-3 0,-12 0-1 16,10 0 3-16,-12 0 3 0,-1 0 2 0,1-3-4 15,-6 3-5-15,5 0 5 0,-4-1-9 0,-4 1 10 16,-11 1-1-16,5-1 2 0,-1 0-3 0,-4 0-2 16,-2 0 1-16,-3 0 0 0,1 0 2 0,-3 0 8 15,-4 0-2-15,4 1 0 0,-4 1-4 0,-7-2-1 16,10-2-2-16,-10 2-1 0,7 2 0 0,-7-2-3 15,0 0-4-15,0 0 1 0,0 0-15 0,0 0-20 16,0 0-41-16,0 0-31 0,0 0-34 0,0 0-19 0,0 0-35 16,0 0-166-16,-40-7-381 0,18 8 169 15</inkml:trace>
  <inkml:trace contextRef="#ctx0" brushRef="#br0" timeOffset="-157306.52">17470 11033 12 0,'0'0'33'0,"-4"6"-8"0,4-6-2 0,-7 7 5 16,7-7-8-16,-5 7-4 0,3-2 1 0,-2-1-1 15,4-4 3-15,-6 7-7 0,6-7 0 0,-6 8-4 16,6-8 4-16,-4 4-1 0,4-4-2 0,-6 7-1 15,3-3-1-15,3-4-3 0,-5 5 10 0,5-5-9 16,-5 6 3-16,5-6-1 0,-1 7-4 0,1-7-5 16,0 0-9-16,0 0-7 0,0 0-32 0,0 0-54 15,0 0 24-15</inkml:trace>
  <inkml:trace contextRef="#ctx0" brushRef="#br0" timeOffset="-156076.58">17748 10862 30 0,'0'0'88'15,"-8"-3"-2"-15,8 3-17 0,-9-1-2 0,9 1 2 16,0 0-3-16,-13 0-3 0,13 0-10 0,0 0-3 16,-8 1-8-16,8-1-5 0,0 0 0 0,0 0-9 15,0 0-3-15,-9 1-2 0,9-1-5 0,-5 5 3 0,5-5-2 16,-9 9-5-16,2-5 4 0,2 3-6 16,-1-1-1-16,-3 4-5 0,3-3 7 0,-3 3-3 15,0-1 1-15,-1 0-2 0,-2 1-2 0,3 0 1 16,0-1-9-16,0-1 10 0,0 2-6 0,-1-2 7 0,-2 2 6 15,5 0 2-15,0-1-11 0,-1-1 8 0,-2 0 7 16,4 0-7-16,0-1-8 0,-2 1-1 16,4-3-5-16,0 2 7 0,1-1-1 0,-1-2-2 15,1 2-1-15,3-6-1 0,-5 10-5 0,4-4 7 0,1-6 0 16,-2 11-2-16,0-4-4 0,2-7 2 0,-1 12-1 16,-1-5-2-16,1-1 1 0,0 1 9 0,1-7-5 15,-1 15-3-15,-1-8 3 0,2-7 1 16,-2 15 1-16,0-5-7 0,1-2 0 0,-1 3 9 15,2-3-1-15,-2 2 5 0,2-1 1 0,-2 1 2 0,0-1-6 16,2 1-1-16,-1-3-1 0,1-7 3 0,-1 16 4 16,1-6 2-16,0 1 2 0,0 0 4 0,0-1-11 15,-1 4 2-15,2-3-3 0,-2 2 10 0,2-1-12 16,-1-1 5-16,0 2 3 0,0-3-2 0,0 7-25 16,0-4 18-16,0 2 7 0,1-3-4 0,-1-2-5 15,1 2 0-15,-1-2 4 0,2 1 1 0,-1 1 4 16,2-2 2-16,-2 3-9 0,0-1-2 0,3-1-14 15,-3 1 20-15,2-1-4 0,-1 1 0 0,1-1 5 16,1 1-3-16,-2 2-5 0,1-3 1 0,1 5-1 16,0 2 2-16,-2-1-5 0,1 0 1 0,-1 1-4 15,1-2 9-15,-2 0-8 0,2 2-3 0,-1 0 5 16,2 0 6-16,-4-1-1 0,2-3-1 0,-2 0-2 16,2 2-1-16,-1-3-1 0,0-1-4 0,1 4 2 15,-1-4 6-15,-2 3-7 0,2 1 2 0,-1-3 1 16,-1 3 5-16,1-4 3 0,0 1-5 0,0 4-4 15,0-1 6-15,0-3-10 0,0 3 2 0,1-1 1 16,-1 2 2-16,1-1 8 0,0 0-10 0,1 0 5 16,-1-4 0-16,2 3-17 0,-2-2 19 0,0-1-2 15,1 1-3-15,-1-1-3 0,4-1 6 0,-1 4-4 0,-2-2 7 16,2-2-9-16,0 0 7 0,-2-1 0 16,2 0 0-16,-1 3-7 0,-1 0 7 0,2 0-5 0,0-2 3 15,-3 1-7-15,1-2 4 0,0 3 3 16,-1-2 0-16,2 0-2 0,-2-1 8 0,2 0-3 0,-2 2-8 15,3-3-1-15,-1-1-1 0,-1 0 10 16,-1-1-3-16,2 1 0 0,1 2 2 0,-2-3-2 16,-1-2 1-16,2 5-15 0,-3-10 15 0,3 12 0 15,-2-6 11-15,0 4 2 0,-1-3 7 0,0-7-9 0,3 13 2 16,-3-7 0-16,0 4-1 0,0-10 7 0,-3 12-8 16,3-5-2-16,-1 2 4 0,1-9 4 0,-1 13-6 15,-1-7 0-15,2-6 4 0,-4 13-1 16,3-7-2-16,0 0-6 0,1-6 0 0,-3 11-1 0,0-5 1 15,3-6 5-15,-3 8-3 0,3-8-4 0,-2 7-2 16,2-7 1-16,0 0 0 0,0 9-2 0,0-9 2 16,0 0-4-16,0 0 1 0,0 0 0 0,0 0 3 15,-2 8-8-15,2-8 7 0,0 0-1 0,0 0-2 16,0 0 6-16,0 0-7 0,0 0 11 0,0 0-8 16,0 0-2-16,0 0-1 0,0 0 0 0,0 0-8 15,0 0-16-15,0 0-13 0,0 0-21 0,0 0-24 16,0 0-4-16,0 0 4 0,-1-27-12 0,1 15-5 15,1 2-2-15,-1-4 0 0,-1 2-8 0,1 0-7 16,-1-3-60-16,-2-4-191 0,1 2 85 0</inkml:trace>
  <inkml:trace contextRef="#ctx0" brushRef="#br0" timeOffset="-155469.75">17394 12121 39 0,'-3'5'96'0,"3"-5"-13"0,-3 9 2 16,-1-3-11-16,1 1 2 0,1 0-13 0,1 3 7 15,-1-3-18-15,1 2-1 0,0 2 5 0,1 0-11 16,0 0-6-16,1 0 0 0,0 0-1 0,-1 2 4 15,2-1 5-15,-2 3-13 0,1 3-8 0,-1-1 10 16,1 0-11-16,0 1 13 0,1-2-5 0,-4-1-5 16,4 2-10-16,-2 0 8 0,1-5-3 0,3 5-2 15,-3-2 7-15,-1-3-4 0,2 0-6 0,0 0-3 16,-1 0 2-16,0 0 3 0,2 0-7 0,-2 1 5 16,2 0-2-16,-1 0 1 0,1 1-6 0,0-2 5 0,-1-1-6 15,1 0 3-15,0 1-6 0,-1-2 6 16,0 0-6-16,1-1-1 0,-2 1 3 0,2 1 6 15,-1-1 9-15,-1-1-6 0,3 1 2 0,-2-1-1 16,0 2-3-16,1-2 5 0,-2 1-7 0,3 0-5 0,-2 1 2 16,0-1 0-16,0-1-4 0,-1-2 0 0,1 0-4 15,-1-1 3-15,0 1 2 0,-1-7-3 0,2 11-1 16,0-5 9-16,-2-6-9 0,3 9-1 0,-2-3 1 16,-1-6-3-16,4 7 4 0,-4-7-4 0,2 8 2 15,-2-8 0-15,5 5 2 0,-5-5 3 0,4 3-7 16,-4-3-2-16,4 6 6 0,-4-6-1 0,0 0 2 15,12 1-3-15,-12-1 1 0,7 2-2 16,-7-2 6-16,12 1 16 0,-12-1-1 0,15-3 2 0,-2-1-5 16,4-1-3-16,-1-2 1 0,2 0-5 0,3-3-2 15,1-2 3-15,5 2-5 0,-1 0-2 0,0 0 4 16,2-1-1-16,0 3-4 0,-3-2-6 0,-3 6-5 16,5-1-13-16,-8 3-19 0,3 0-13 0,-1 1-20 15,0 2-25-15,1 2-2 0,1-2-18 0,3 4-14 16,1-1-117-16,-6 2-266 0,0-2 118 0</inkml:trace>
  <inkml:trace contextRef="#ctx0" brushRef="#br0" timeOffset="-155122.25">24920 11469 4 0,'5'3'24'15,"-1"1"-13"-15,-4-4-14 0,8 6-3 0,-8-6-7 0,0 0 3 16</inkml:trace>
  <inkml:trace contextRef="#ctx0" brushRef="#br0" timeOffset="-153941.36">24842 11146 3 0,'0'0'39'0,"0"0"-8"0,0 0-5 0,0 0 6 16,0 0-10-16,0 0-1 0,0 0-2 0,0 0-4 15,0 0 0-15,0 0-1 0,0 0-9 0,0 0 6 16,0 0 0-16,-14 3 2 0,14-3-6 0,-10 3 2 16,5-1 1-16,5-2 6 0,-10 4 4 0,5-2-2 15,5-2-4-15,-8 7 12 0,3-5-10 0,5-2-4 16,-8 2 5-16,8-2-3 0,-6 4-6 16,6-4 0-16,0 0 1 0,-5 6 8 0,5-6-6 15,0 0-2-15,0 0-3 0,0 0 7 0,2 10-4 0,-2-10-5 16,9 6 9-16,-9-6-5 0,9 4 5 0,-3-2-2 15,3-1-4-15,0-1 7 0,3 1-8 0,-2-1 1 16,3 0 4-16,-1-1-4 0,1 0-5 0,2-1 9 16,-3 1 0-16,2-2-1 0,-1 2-7 0,6 1 4 15,-6-1 5-15,3 0-10 0,0-2 0 0,-1 3 3 16,3-1 3-16,-4 0-8 0,-1 1 1 0,-2 0 0 16,1 0 1-16,-3 0-3 0,0 1-4 0,-9-1 6 15,13 1 1-15,-13-1 0 0,9 2-2 0,-9-2-4 16,7 3 3-16,-7-3 5 0,5 5-10 0,-5-5 9 15,6 3-4-15,-6-3 3 0,5 6-4 0,-5-6-4 16,4 4 5-16,-4-4 0 0,6 5 0 0,-6-5 4 16,6 8-7-16,-2-5 5 0,-1 2-4 0,-3-5-5 15,5 6 4-15,-2-1 5 0,-3-5-6 0,5 8 7 16,1-3-7-16,-3 0 13 0,-3-5-8 0,7 8-5 16,-3-3 4-16,0-1 0 0,1 0-3 0,-5-4 6 15,8 9-7-15,-3-5 8 0,-5-4-2 0,7 9-5 16,-3-5 1-16,0 2-5 0,1-3 8 0,-5-3-6 15,8 10-2-15,-4-4 10 0,-2-2-2 0,1 2-5 16,1 1 8-16,-4-7-4 0,2 11-7 0,0-4 3 0,0-2 6 16,-2 2-3-16,0 4 5 0,0-11-9 0,1 15 2 15,-2-6 3-15,1 0 1 0,0 1-2 0,0 3-1 16,0-1 8-16,0-1-3 0,1 2-2 16,1 1 0-16,0 4 4 0,-1 0-3 0,2 0-10 0,0 0 10 15,-1 1-3-15,2 5 8 0,1 3-10 0,0-2-1 16,1-1 6-16,-2 2-1 0,3 2-12 15,-2 0 7-15,-1 2-3 0,1-1-4 0,1 2-2 16,-3 2 2-16,-1-2 2 0,5 0-11 0,-4 1-3 0,0 1 5 16,2-2 0-16,-1 3-2 0,-1-1-5 0,-1-3 3 15,-2 3 11-15,4-4 0 0,2-1 2 0,0 3-2 16,-6-4 2-16,4 0 4 0,-1-3 3 0,-3-3-3 16,-1-3 0-16,1 0 3 0,-1 1 2 0,0-2 2 15,-3-1-3-15,1 2 5 0,-2-1-10 0,-1-3 11 16,0 0 1-16,-3 1 3 0,2-1 6 0,-5-2-7 15,1 1 5-15,-5 0-1 0,5-2 1 16,-7 0-4-16,1-3-5 0,-2 1-9 0,2-1 1 0,-2-1-10 16,-1 0-48-16,-6 1-68 0,-2-2 32 0</inkml:trace>
  <inkml:trace contextRef="#ctx0" brushRef="#br0" timeOffset="-153266.75">17855 13017 104 0,'0'0'117'0,"0"0"-10"16,0 0-5-16,0 0-15 0,0 0-10 0,0 0-26 15,0 0-9-15,32 6-20 0,-21-2-13 0,6-2-17 16,3 1-19-16,0 2-18 0,8-1-62 0,-1 1-115 16,-6-2 51-16</inkml:trace>
  <inkml:trace contextRef="#ctx0" brushRef="#br0" timeOffset="-152993.22">23201 12971 1 0,'147'-5'81'0,"-6"2"5"15,-12-6-4-15,-1 2-11 0,-6 3-7 0,0-6-14 16,-5 5-9-16,-5 0-11 0,-1-1-13 0,-5 3-12 16,3 0-10-16,-10 1-14 0,-2 1-25 0,-3-2-33 15,-30-1-84-15,26-2 38 0</inkml:trace>
  <inkml:trace contextRef="#ctx0" brushRef="#br0" timeOffset="-152684.37">27541 12800 52 0,'10'1'100'0,"-10"-1"-7"15,0 0-8-15,0 0-10 0,0 0-16 0,8 0 4 16,-8 0-10-16,0 0-4 0,7 4-26 0,-7-4-14 16,0 0-33-16,6 3-31 0,-6-3-42 0,0 0-106 15,0 0 47-15</inkml:trace>
  <inkml:trace contextRef="#ctx0" brushRef="#br0" timeOffset="-149603.84">22778 14818 36 0,'0'0'70'0,"0"0"9"15,-10-2-20-15,10 2 2 0,0 0-11 0,0 0-6 0,0 0 3 16,0 0-9-16,0 0 2 0,0 0-4 15,0 0-8-15,19-14-2 0,-8 10 4 0,1-2-4 16,0 0-6-16,6-3-4 0,0 2 7 0,1 1-7 16,-4-1 5-16,3-1-13 0,0 2 3 0,0 0-1 15,1-1 4-15,-2 3-6 0,-1-2 3 0,1 1-4 0,-1 1 3 16,-3 0-8-16,5-3-3 0,-6 5-1 0,2-2-6 16,-3 0-11-16,-2 1 4 0,1 1-10 15,-2 0-13-15,-2 0-4 0,-6 2-4 0,9-1-8 16,-9 1-2-16,10-1-35 0,-10 1-97 0,0 0 43 15</inkml:trace>
  <inkml:trace contextRef="#ctx0" brushRef="#br0" timeOffset="-149056.09">23121 14673 37 0,'2'16'64'0,"-2"-16"-5"0,0 0 6 0,0 0 5 16,2 11 0-16,-2-11-6 0,0 11-8 0,0-11-2 16,1 10 15-16,0-1-7 0,1 0-12 0,-1 1 1 15,0-1-6-15,-2 2-8 0,0-1 6 16,1 3-6-16,-2-1-5 0,2 2-1 0,-1-2-2 0,0 3-18 16,-1-3 10-16,1-1-1 0,0 0-1 0,-1 3 0 15,1-2-8-15,0 0 9 0,0-2-9 0,-3 0 5 16,3 2-8-16,-1-2 2 0,1 0 4 0,-1 0-9 15,0-3 4-15,1-1 1 0,0 1-1 0,1-7-7 16,-3 12 5-16,3-12 1 0,-1 8-1 0,1-8 8 16,-1 10-13-16,1-10 0 0,-3 6 9 0,3-6-3 15,0 0 18-15,-4 6-1 0,4-6-8 0,-5 4 8 16,5-4-14-16,-9 2 11 0,9-2 1 0,-10 0 0 16,10 0-4-16,-12 1-3 0,12-1 3 0,-19-1-11 15,9 1 2-15,-5 0 7 0,-1 0-6 0,-3 0-4 16,5 1 1-16,-6-1-7 0,-1 2-2 0,1-1 0 15,-2 2 3-15,0-1-11 0,4 1-5 0,-1 0-18 16,4-1-25-16,3-2-23 0,2 2-28 0,-1-2-107 16,2 4-233-16,-2-4 104 0</inkml:trace>
  <inkml:trace contextRef="#ctx0" brushRef="#br0" timeOffset="-136241.09">9519 13975 8 0,'0'0'34'0,"0"0"-3"0,0 0-6 15,-3-7-5-15,3 7-13 0,0 0-17 0,0 0-10 16,0 0-21-16,0 0 10 0</inkml:trace>
  <inkml:trace contextRef="#ctx0" brushRef="#br0" timeOffset="-135257.72">9202 13973 18 0,'0'0'38'16,"-14"2"1"-16,14-2 3 0,0 0-7 0,0 0 6 15,0 0-6-15,0 0-7 0,0 0 6 0,0 0-1 16,0 0-8-16,0 0 3 0,0 0-2 0,0 0 5 0,-10-7-8 16,10 7 5-16,0 0-4 0,0 0-8 0,0 0-3 15,0 0-2-15,0 0 2 0,0 0-4 16,0 0 6-16,0 0-5 0,0 0 2 0,0 0-6 15,32-11 7-15,-20 7 0 0,4-2-7 0,2 2 10 16,-1-3-7-16,2 1 3 0,1 0-2 0,1 1 2 16,0 1-6-16,-1 1 4 0,3 0-5 0,-3 3 1 15,-1-4-2-15,0 4 7 0,-1-1 2 0,-4 1-8 0,-1-3 2 16,1 2-3-16,-2 1-10 0,0 1 2 16,-12-1 5-16,21 0-4 0,-13 1 19 0,-2-1-19 15,-6 0 7-15,10 0-5 0,-10 0-2 0,8 0 3 16,-8 0 5-16,0 0-1 0,0 0 17 0,0 0-12 15,0 0 6-15,0 0-7 0,0 0 11 0,0 0-15 16,0 0 1-16,0 0 2 0,0 0 5 0,0 0-11 16,0 0 5-16,0 0 2 0,0 0-8 0,0 0 4 15,0 0-6-15,0 0-3 0,15-4-3 0,-15 4-12 16,0 0-3-16,0 0-9 0,0 0 0 0,0 0-8 16,7 3-5-16,-7-3-8 0,0 0-11 0,0 0-36 15,6 3-109-15,-6-3 48 0</inkml:trace>
  <inkml:trace contextRef="#ctx0" brushRef="#br0" timeOffset="-134591.75">9509 13896 5 0,'0'0'42'0,"0"0"-7"0,0 0-3 15,0 0-4-15,0 0-1 0,0 0 10 0,0 0 10 16,0 0 4-16,0 0-3 0,10 17-13 0,-7-11 3 16,0 1-6-16,0 1-2 0,0 4-2 0,1-1-5 15,-1-1-1-15,1 5-2 0,0 4 4 16,0-3 2-16,-3 1-5 0,3 2-2 0,-1 0-2 0,-1-2 2 15,3 1-4-15,-2-2 3 0,-1 2 0 0,0-2-4 16,2-1-4-16,-3 2-3 0,0-1-7 0,2-5 4 16,-3 0 5-16,1 1-2 0,0-2 4 0,1 2-16 15,-1 0 10-15,0-3 4 0,2 3-2 0,-1-2 4 16,1 2-8-16,-1-5 3 0,1 4 0 16,-2-2-1-16,2 1-6 0,-1-1 5 0,1-1-1 0,-2 2-3 15,0-2 3-15,1-3 1 0,-1 2 1 0,2 0 0 16,-3-7 1-16,1 10-19 0,-1-10 22 0,-1 13-7 15,2-7 0-15,-1-6 1 0,0 14-3 16,-1-8 5-16,1-6-7 0,0 10-1 0,-3-5 6 16,3-5-6-16,-1 10 1 0,-1-5 3 0,2-5-2 15,-2 11-11-15,-1-6 14 0,3-5 3 0,0 0 2 16,-5 7-1-16,5-7 2 0,0 0 1 0,-9 6 5 0,9-6-1 16,-7 4 6-16,7-4-12 0,-8 2 10 15,8-2-9-15,0 0 19 0,-12 1-4 0,5 0-11 16,7-1 6-16,-12-1-7 0,12 1-5 0,-15 1 7 15,15-1-4-15,-21 1 3 0,9-1-4 0,1 2 5 16,11-2-7-16,-24 1 0 0,13-2-1 0,-1 1 4 16,-1-2-6-16,2 0 16 0,11 2-28 0,-22-4 14 0,13 3-1 15,-2-1-2-15,-1-1 14 0,12 3-21 0,-16-4 9 16,7-2 2-16,-2 4-6 0,4-3-3 16,-2 0 3-16,9 5-2 0,-13-6-3 0,6 1 9 15,7 5 1-15,-12-10-2 0,12 10-5 0,-9-6 7 16,4 0-11-16,5 6-10 0,-7-7-22 0,7 7-17 15,0 0-10-15,-7-10-29 0,7 10-66 0,-3-4-171 16,3 4 76-16</inkml:trace>
  <inkml:trace contextRef="#ctx0" brushRef="#br0" timeOffset="-133776.72">9408 13944 3 0,'8'-3'33'0,"1"-4"6"0,1 3-8 15,3-4-5-15,2-1-4 0,3 4 4 0,-3-3-10 16,5 2 4-16,-3-2-3 0,-1 3-3 0,2 0-2 15,-7 1-2-15,1 1 5 0,0 0-2 0,-1 2 0 16,-4-2-5-16,2 1 1 0,-9 2-3 0,13-5 2 16,-8 4 1-16,-5 1-5 0,0 0-4 0,13 3 2 15,-13-3-2-15,0 0 4 0,6 3-3 0,-6-3 0 16,0 0 1-16,4 5-4 0,-4-5 7 0,0 0-16 16,0 0 6-16,-11 14-4 0,6-10 2 15,-2 1 2-15,2 1-1 0,-1-2-3 0,-1-1 0 0,-2 4 8 16,3-6-2-16,0 2-1 0,0 0 1 0,6-3-4 15,-12 6 4-15,12-6 4 0,-9 3-5 0,5 0 2 16,4-3-3-16,-7 5 5 0,7-5 1 0,-8 7-3 16,5-3 3-16,3-4-4 0,-4 7 4 15,4-7 1-15,-2 10 3 0,2-10 2 0,1 13 1 16,-1-5 3-16,0 1 10 0,3 3-14 0,-1 1 8 0,1 5-7 16,2 2 8-16,-4 4 5 0,4 3-2 0,-2-1-6 15,-1 1-1-15,1 1 8 0,1-2-6 16,-2-1-3-16,2 1-3 0,2 1 0 0,-2-7-3 15,0 5 6-15,0-5-1 0,-2-1-3 0,1 0-7 16,-2 0 11-16,1-3-3 0,0 1-4 0,-1-1-1 16,4 0 4-16,-2-1-1 0,-1-2-3 0,1-2 7 15,-2 2-12-15,1-7 5 0,-1 1 2 0,0 2-2 0,0 1 3 16,-1-3-3-16,0-7 1 0,0 14 6 16,0-9 1-16,0-5 3 0,-3 9 3 0,3-9 2 15,-7 7 3-15,1-5-3 0,0 1-11 0,-2-2 3 16,-4 0 2-16,0 1-8 0,-6-4 7 0,0-2 0 15,-1 4 0-15,-1-1 2 0,-1-1-6 0,3 2-1 16,0 0 0-16,-1 0 3 0,1-2-3 0,0 1 2 16,1 0-1-16,5 2 1 0,-1-2-8 0,13 1-8 15,-18 1-18-15,18-1-18 0,-13 0-16 0,8 0-65 16,5 0-132-16,0 0 59 0</inkml:trace>
</inkml:ink>
</file>

<file path=ppt/ink/ink1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12:31.310"/>
    </inkml:context>
    <inkml:brush xml:id="br0">
      <inkml:brushProperty name="width" value="0.05292" units="cm"/>
      <inkml:brushProperty name="height" value="0.05292" units="cm"/>
      <inkml:brushProperty name="color" value="#FF0000"/>
    </inkml:brush>
  </inkml:definitions>
  <inkml:trace contextRef="#ctx0" brushRef="#br0">7977 4214 120 0,'-11'-1'119'0,"11"1"-7"16,-13-2 4-16,13 2-9 0,-13-1 3 0,8 0 3 0,5 1 2 16,-12 0-7-16,12 0-2 0,0 0 1 0,-11-1-9 15,11 1-4-15,0 0-13 0,0 0-11 0,-8-1-9 16,8 1-6-16,0 0-6 0,0 0-8 0,0 0-2 15,0 0-5-15,40-14-4 0,-11 6-7 16,4 0-2-16,3-2-8 0,14-4-9 0,-14 7-14 16,2-3-19-16,-3 5-31 0,3-5-21 0,-6 4-19 0,-2 3-11 15,-1-2-23-15,-3 3-104 0,-8 1-256 0,-6-2 114 16</inkml:trace>
  <inkml:trace contextRef="#ctx0" brushRef="#br0" timeOffset="497.62">8294 4110 84 0,'0'0'84'0,"0"0"1"0,-12 2-3 15,12-2-2-15,0 0-7 0,-5 12 7 0,5-12 9 16,-3 17 1-16,0-5-10 0,0 0-6 0,1 5-8 15,-1 1 6-15,1 6-6 0,-2 2 1 0,0-1-5 16,0 2-15-16,3 1 15 0,-2 1-7 0,1-3-6 16,-2 1 1-16,4-1-1 0,-8 0-8 0,3-2-4 15,1 1-3-15,0-1-5 0,-1 3-2 0,3-9 0 16,-3 1 0-16,1-2-5 0,1-5-5 0,-2 1 2 16,3-1-4-16,-1-3-2 0,3-9 2 0,-1 12-3 15,1-12 1-15,-3 11-2 0,3-11 3 0,0 0-1 16,-1 11 0-16,1-11-2 0,0 0-2 0,-9 6-1 15,9-6-2-15,-12 1 0 0,12-1-2 0,0 0-5 16,-21-4-4-16,21 4 3 0,-17-3-8 0,6 0-2 16,0 1 3-16,0 1-1 0,-2-2 2 0,2 1-2 15,0 0 1-15,11 2-1 0,-20-2 12 0,20 2-17 16,-18-1 10-16,9 1 1 0,9 0 4 0,0 0-3 16,-17 1 4-16,17-1-2 0,0 0 2 0,-12-2-2 15,12 2-2-15,0 0-2 0,0 0 4 0,-8 6-2 16,8-6 6-16,0 0 2 0,0 0 7 0,0 0-7 15,23 11 4-15,-12-7-11 0,7-2 7 0,0 0 3 16,3-1-5-16,0 2-3 0,6-4-8 0,3 1-19 16,-1-2-11-16,-1-1-34 0,4-1-24 0,-1-1-17 15,1-2-20-15,2 1-106 0,-3 1-256 0,-2-1 113 16</inkml:trace>
  <inkml:trace contextRef="#ctx0" brushRef="#br0" timeOffset="869.59">8712 4528 96 0,'0'0'154'0,"0"0"-8"16,0 0-10-16,0 0 5 0,0 0-4 0,0 0-16 16,-32 21-2-16,20-4-3 0,3-1-3 0,-4 6-10 15,2-5-9-15,2 1-11 0,-1-2-7 0,1 0-6 16,4 1-7-16,0 0-4 0,1-1-4 0,1-6-1 15,2 2-8-15,1-2-7 0,0-10 0 0,5 19-8 16,2-12 1-16,3 0-4 0,-1-2 2 0,2-1-7 16,3-6-3-16,2 2 0 0,3 0-3 0,0-2 1 15,3-3-3-15,2-4 0 0,1-2-4 0,0-2-3 16,-9 1 6-16,3 2-4 0,-4-4 0 16,-3 1-1-16,-1 1 5 0,-5 1-6 0,-1-1 0 0,-1 0-2 15,0 1-3-15,-4-1 0 0,0 12 0 0,-9-21-2 16,4 10-2-16,-3 2 0 0,-2 1-1 0,-2 3-1 15,-3-3 0-15,-3 4 1 0,-2 2-2 0,2 2-3 16,-3 0-16-16,2 3-8 0,0 1-12 0,0 2-35 16,6-2-14-16,3-2-31 0,1 6-36 15,2 0-20-15,1-3-99 0,6-5-301 0,0 0 133 0</inkml:trace>
  <inkml:trace contextRef="#ctx0" brushRef="#br0" timeOffset="1105.33">9798 4477 74 0,'0'0'202'0,"0"0"-13"0,0 0-12 0,0 0-17 16,0 0-14-16,0 0-18 0,0 0-11 0,0 0-15 15,0 0-8-15,14-8-10 0,0 6-7 0,3 0-20 0,2 1-18 16,3-2-38-16,-1 2-35 0,-1 0-51 0,1-2-40 16,-3 3-110-16,-8 0-252 0,2 0 112 0</inkml:trace>
  <inkml:trace contextRef="#ctx0" brushRef="#br0" timeOffset="1273.23">9751 4639 2 0,'-9'1'174'0,"9"-1"-9"0,-7 3-10 16,7-3-15-16,0 0-8 0,0 0-14 0,0 0-11 15,0 0-10-15,19 7-2 0,-1-8-14 0,4 1-19 0,10-2-25 16,1-2-48-16,2 1-57 0,2-2-57 16,-3 0-69-16,0-5-210 0,-3 1 93 0</inkml:trace>
  <inkml:trace contextRef="#ctx0" brushRef="#br0" timeOffset="8739.18">11315 4175 27 0,'0'0'170'0,"0"-8"-10"0,0 8-22 15,0 0-15-15,0 0-18 0,0 0-7 0,0 0 0 16,0 0-21-16,0 0-1 0,0 0 4 0,0 0-7 16,0 0-2-16,-13 24 2 0,9-14-10 15,-1 6-6-15,0 1-1 0,-1-1-12 0,-1 0 2 16,3 0-4-16,-2 0-5 0,1 1-2 0,-1-1-8 16,2-5-1-16,-2 4 2 0,2-4-9 0,1 0-2 15,-1-1 2-15,2 1-7 0,-2-1 2 0,4-10 0 16,-5 11-2-16,5-11 2 0,-2 12-1 0,2-12-2 15,0 0-1-15,-3 10 5 0,3-10-7 0,-2 4 5 16,2-4 5-16,0 0 15 0,0 0 3 0,0 0 7 16,0 0-3-16,0 0-5 0,0 0-6 0,0 0-4 15,0 0-2-15,8-22 2 0,-3 11-6 0,0-2-5 0,0 1 1 16,2-6-1-16,0 2 0 0,2-2 0 16,1-8-5-16,1 2-2 0,-2 6-3 0,2-5-1 15,1 0 2-15,-1-2 0 0,0 1-2 0,-4 7 0 16,6 2-2-16,-4-3-3 0,1 4 6 0,-1 0-4 15,-1 5 0-15,-1-2-2 0,-2 1 2 0,2 3-1 16,-3 1-3-16,-2 0 1 0,-2 6 1 0,7-6-4 16,-7 6 2-16,6-3-2 0,-6 3-1 0,0 0 7 15,16 9-2-15,-9-4 5 0,-1 5 1 0,3 4 3 16,1 5 7-16,-2-3-3 0,1 1 2 0,-4 1 2 16,4 1-8-16,-2-2 7 0,-1 1-2 0,-1 1-1 15,5 3 3-15,-8-4 0 0,2-2-3 0,-2-4 0 16,1 3-5-16,-2 1 2 0,1-3-1 0,1-3-1 0,-1 1-1 15,0 0 0-15,-1 0-11 0,-1-2-19 16,0-9-9-16,0 15-20 0,0-15-24 0,1 12-27 16,-1-12-13-16,0 0-25 0,-1 11-32 0,1-11-140 15,0 0-339-15,-13 0 150 0</inkml:trace>
  <inkml:trace contextRef="#ctx0" brushRef="#br0" timeOffset="8899.69">11307 4295 71 0,'0'0'159'0,"0"0"-18"0,0 0-15 15,0 0-9-15,0 0-13 0,54 2-4 0,-22-4-22 16,5 0-13-16,15-3-45 0,5 0-30 0,1 2-60 16,-5 1-81-16,-2-2-162 0,-14 2 72 0</inkml:trace>
  <inkml:trace contextRef="#ctx0" brushRef="#br0" timeOffset="9386.82">12077 4227 131 0,'0'0'179'0,"4"-10"-10"0,-4 10-7 15,3-7-10-15,-3 7-2 0,5-5-13 0,-5 5-11 16,0 0-16-16,4-5-10 0,-4 5-16 0,0 0-10 16,0 0-3-16,0 0-7 0,12 10-7 0,-10-3 1 15,2 6-1-15,3 1 4 0,-4 1-1 0,1 3-4 16,0 0-4-16,-4 0-3 0,0-1-7 0,1-1-1 16,2-1 0-16,-2 1-4 0,-1-4-3 0,0-3-5 15,0-2 6-15,0-7-2 0,0 10-1 0,0-10 9 16,0 10 11-16,0-10 13 0,0 0 7 0,0 0 8 15,0 0-2-15,0 0-10 0,-2 9-9 0,2-9-2 16,0 0-9-16,0 0 1 0,-7-22-9 0,7 11-4 16,0 1-7-16,0-3-2 0,0 1-5 0,4-7-6 15,-1 3-4-15,1-4-3 0,2-4-5 0,4 0-3 16,-5 7 4-16,5-1-8 0,-1 0-3 0,1 3 0 16,1-1-3-16,2 2-4 0,3 2 4 0,-1 5 2 15,-3 1-12-15,-2 2 2 0,4 2-1 0,0 2 7 16,-3 2-8-16,0 3 3 0,1 1-3 0,2 4 4 15,-3 4 2-15,1 0 7 0,-2 3-5 0,-1-2 7 16,0 2-3-16,-2 0 8 0,-2 0-8 16,-1 0 1-16,0-3-16 0,0-2-18 0,-3 0-21 0,2 3-30 15,-2-3-35-15,-1-3-39 0,2 1-26 0,-2-10-43 16,-2 18-131-16,2-18-393 0,-2 14 175 0</inkml:trace>
  <inkml:trace contextRef="#ctx0" brushRef="#br0" timeOffset="9683.31">12506 4455 49 0,'0'0'188'0,"9"-5"2"0,-9 5-12 0,12-7-2 16,-4 1-12-16,-1 2-3 0,0-2-9 16,2-2-6-16,0 1-5 0,-2 0-2 0,2-2-7 15,-2 2-6-15,-1-3 1 0,-1 1-3 0,-3 2-5 16,2-1-4-16,-1-2-8 0,4 0-12 0,-5-1-4 0,0 2-4 15,-2 9-2-15,2-13-1 0,-2 13-5 0,2-9-6 16,-2 9-10-16,0 0-10 0,0 0-5 0,0 0-6 16,1-11-6-16,-1 11-3 0,0 0-6 15,0 0-2-15,0 0-4 0,0 0-4 0,0 0 1 16,-5 38 1-16,5-26-7 0,0-3 7 0,-2 2-6 16,4 1 1-16,-2-1-15 0,2-1-22 0,-1 1-38 15,3-1-35-15,0-1-36 0,-4-9-34 0,12 14-51 16,-6-7-43-16,1-2-179 0,-7-5-475 0,15 6 209 0</inkml:trace>
  <inkml:trace contextRef="#ctx0" brushRef="#br0" timeOffset="9831.98">12585 4102 2005 0,'-9'-7'9'0,"4"1"7"0,5 6-11 16,-11-8-52-16,11 8-31 0,-8-3-19 0,8 3 0 15,0 0-21-15,0 0-5 0,0 0-124 0,0 0-265 16,0 0 118-16</inkml:trace>
  <inkml:trace contextRef="#ctx0" brushRef="#br0" timeOffset="10099.68">12856 3928 119 0,'0'0'152'0,"14"-1"2"16,-5 2-8-16,-4 3 2 0,6 2-7 0,-4 2-5 16,6 5-7-16,-6 2-4 0,0 0 4 0,-3 5-12 15,-2 1-1-15,-2 2-11 0,-2 2-8 0,-2-1-5 16,0-7-13-16,-1 1-2 0,-2-2 0 0,2 0-6 16,-1-6-4-16,2-2-2 0,2-3 0 0,-6 3 0 15,8-2-6-15,0-6-8 0,-4 7 1 0,4-7-8 16,0 0-4-16,-1 8-3 0,1-8-6 0,0 0-5 15,0 0-11-15,13 4-19 0,-3-4-30 0,4 0-40 16,6-1-33-16,11-2-48 0,1 5-33 0,1-5-190 16,-3 4-409-16,-1-1 182 0</inkml:trace>
  <inkml:trace contextRef="#ctx0" brushRef="#br0" timeOffset="10478.67">13310 4407 141 0,'0'0'258'16,"-8"4"-27"-16,8-4-22 0,0 0-19 0,0 0-14 15,0 0-16-15,0 0-12 0,-5 3-17 0,5-3-10 16,0 0-10-16,0 0-7 0,0 0-11 0,36-14-8 16,-23 9-6-16,1-2-8 0,4 0-6 0,0-3-6 15,2 2-5-15,-6-3-4 0,2-1-5 0,-3 2 0 16,0-3-4-16,-3 5-5 0,-2-5-5 0,-3 2 5 15,3-1-7-15,-3 2 2 0,-4-2 9 0,1 2-8 16,-4 1 2-16,2 0 3 0,0 9-6 0,-3-15 4 16,3 15-8-16,-11-10-3 0,6 8-2 15,-6-1-3-15,0 6 6 0,0-1-11 0,-8 6 7 0,-2 5-5 16,-4 2 2-16,2 2 0 0,2 0-4 0,2 3 2 16,2 1 0-16,2-6 2 0,1 6-1 0,4-6 5 15,3 0-1-15,3 1-1 0,3 2-6 0,1-6 0 16,5 4 0-16,4-1-1 0,7 0-1 0,-1-4 3 15,14 0-13-15,5 1-13 0,2-5-14 16,16-1-33-16,-1 3-37 0,-13-5-39 0,1-6-66 0,13 1-50 16,-19 1-200-16,-1 1-487 0,-3-6 215 0</inkml:trace>
  <inkml:trace contextRef="#ctx0" brushRef="#br0" timeOffset="11572.89">14425 3814 163 0,'-1'-10'184'15,"1"10"-16"-15,-2-8-12 0,2 8-7 0,0 0-18 16,0 0-18-16,0 0-6 0,0 0-9 0,0-8-13 15,0 8-10-15,0 0-7 0,0 0-10 0,0 0-4 16,0 0-7-16,0 0 4 0,0 0-2 0,0 0-1 0,0 36 1 16,-2-20-5-16,2 3-4 0,0 1 3 15,-2 8-4-15,0 1-4 0,1 3 5 0,0-1-6 16,0 2 0-16,-1 1-2 0,0 0-5 0,0 0 3 16,2-1-4-16,-2 1-3 0,4-3 0 0,-4 2-2 15,2-2 1-15,0 0 4 0,-1 1-7 0,-1-2 2 16,2-1 4-16,-5 3-7 0,3-4-1 0,0 0-1 0,0 0-2 15,-1-1 0-15,1-3 0 0,-2 4-1 0,0-9-3 16,3 1 3-16,-5-2 3 0,4-1-9 16,-1 1 2-16,1-5-1 0,0 0 1 0,2 2-3 15,-3-5-1-15,3 3 4 0,0-4-4 0,0-2 2 16,0 0-1-16,4 0 1 0,-2-1 0 0,2-1 0 0,2 2 0 16,-1-3 1-16,5 0 0 0,1 1-1 15,1-3 0-15,-1 0-5 0,7-4-24 0,1 0-25 16,2-3-27-16,5-5-42 0,1 1-36 0,4-5-47 15,-2 3-156-15,-2-4-382 0,0 2 169 0</inkml:trace>
  <inkml:trace contextRef="#ctx0" brushRef="#br0" timeOffset="12095.66">15328 3985 126 0,'0'0'167'16,"-2"-10"-9"-16,2 10-4 0,-2-10-6 0,2 10-6 15,-3-12-2-15,1 8-13 0,2 4-3 0,0 0-7 16,-3-10-2-16,3 10-7 0,0 0-8 0,-2-7-3 16,2 7-6-16,0 0-6 0,0 0-4 0,0-9-5 15,0 9-5-15,0 0-7 0,0 0-8 0,-3-10-4 16,3 10-6-16,0 0-5 0,-3-8-2 16,3 8-4-16,-2-7-3 0,2 7-4 0,0 0 7 0,-3-7-14 15,3 7 1-15,0 0 2 0,-2-8 0 0,2 8-2 16,0 0-3-16,-4-8-2 0,4 8 3 0,-3-6-6 15,3 6 0-15,0 0-6 0,0 0 3 0,0 0-7 16,0 0-1-16,0 0-4 0,0 0 1 0,0 0-2 16,0 0 1-16,0 0-1 0,0 0 2 0,0 0-1 15,0 26 2-15,2-10-1 0,-2 3 2 0,-3 0 2 16,3 7 2-16,-1-2-2 0,-2-5 0 0,1 5 1 16,1-6-2-16,1 3 2 0,-3-2 2 0,0-2-3 15,2 2 2-15,-2 1-3 0,3-4-3 0,0-4-10 16,-1 0-11-16,1 0-13 0,-1-1-20 0,0-2-28 15,1-1-21-15,0-8-29 0,0 10-20 0,0-10-12 16,1 9-2-16,-1-9-17 0,0 0-121 0,0 0-330 16,0 0 146-16</inkml:trace>
  <inkml:trace contextRef="#ctx0" brushRef="#br0" timeOffset="12331.74">15251 3905 72 0,'6'-9'109'0,"-1"5"-12"0,6 1 1 16,0 2 5-16,6 1 7 0,3-1-4 0,2 3-12 16,5 4-11-16,1 2 8 0,-1 2 0 0,-8 0-8 15,5 3-1-15,-7 0-6 0,-1-2-6 0,-3-1-4 16,-1 5-4-16,-6-1-5 0,2 1-4 0,-5 3-6 16,-3 0-1-16,-2 0-3 0,-11 5-4 0,2 0-3 15,-7-3-4-15,-3 1-3 0,1-4-1 0,-2-1-12 16,2 1-15-16,1-7-32 0,1-1-25 0,4-2-30 15,2-2-33-15,-1 0-42 0,1 0-84 0,0-4-265 16,3-1 118-16</inkml:trace>
  <inkml:trace contextRef="#ctx0" brushRef="#br0" timeOffset="12709.24">15719 3996 5 0,'0'0'194'16,"9"-3"-26"-16,-9 3-9 0,0 0-4 0,7 9 0 16,-5-4-13-16,0 4-3 0,-1 3-3 0,2 3-7 0,0 4-5 15,-6 0-3-15,3 0-5 0,0-2-10 0,0 3-5 16,0-4-12-16,0 2-8 0,0-5-11 16,-1 1 0-16,1-2-6 0,0 1 1 0,1-5-13 15,-1 2-5-15,0-5-6 0,0-5-2 0,3 11 1 16,-3-11-3-16,1 8-1 0,-1-8 8 0,0 0 7 15,0 0-9-15,0 0 2 0,0 0-7 0,0 0-4 0,0 0-5 16,0 0-4-16,7-26-2 0,0 12-8 0,-1-2-3 16,2 0-4-16,2 1-2 0,2 2-5 15,-1 1-2-15,2 2 2 0,-3 3 1 0,2 2-8 16,0 1 4-16,0 1 1 0,-1 3-2 0,0 3 8 16,-2 1-10-16,1 1 0 0,-1 2 1 0,0 2 2 15,-3 1-1-15,3-1 1 0,-1 5-1 0,-1 1-14 0,-1-4-16 16,-3 2-25-16,-1 2-42 0,0-1-31 15,-1 1-36-15,-1-3-31 0,-5 4-28 0,-2-2-117 16,-2-3-372-16,-3 3 165 0</inkml:trace>
  <inkml:trace contextRef="#ctx0" brushRef="#br0" timeOffset="12958.3">15321 4489 7 0,'0'0'217'0,"-13"2"-17"0,13-2-19 16,0 0-15-16,0 0-8 0,0 0-5 0,0 0-3 16,41 15-8-16,-9-15-7 0,25 0-5 0,3-3 2 15,3-4-10-15,2 4-9 0,1-1-11 0,-2 0-8 16,-9 0-8-16,0-3-9 0,-18 7-4 0,2-1-9 16,-7-2-10-16,-4 2-3 0,-10-1-9 0,1 2-1 15,-7-1-3-15,-1 0-11 0,-11 1-9 0,16-2-7 16,-16 2-14-16,11-2-8 0,-11 2-26 0,0 0-30 15,0 0-38-15,0 0-43 0,0 0-55 0,0 0-166 16,0 0-399-16,0 0 177 0</inkml:trace>
  <inkml:trace contextRef="#ctx0" brushRef="#br0" timeOffset="14212.22">15335 4801 31 0,'0'0'180'15,"0"0"-4"-15,0 0-9 0,0 0-7 0,0 0-7 16,0 0-9-16,0 0-13 0,0 0-9 0,0 0-9 16,2-12-10-16,-2 12-8 0,0 0-9 0,0 0-7 15,0 0 2-15,0 0-16 0,0 0-9 0,0 0-5 16,0 0-3-16,0 0-2 0,0 0-8 0,0 0-4 15,0 0-1-15,0 0-6 0,0 0-4 0,0 0 2 16,0 0-6-16,0 0-3 0,0 0 3 0,0 0-2 16,0 0 5-16,0 0 5 0,0 0 2 0,0 0 1 15,0 0 1-15,1 29-1 0,-1-29 1 0,-1 12 1 16,1-4-4-16,0 3 3 0,0 1-21 0,0 4-2 16,0-4 0-16,-2 4 0 0,0 0 4 0,0 2-2 15,1-3-2-15,-1 2-4 0,2 1 8 0,-2-2-3 16,0 0 0-16,-1-3-2 0,2-1 1 0,0-2 1 15,-2 0-3-15,3-3 3 0,0-7-4 0,0 15 3 16,0-15 0-16,0 12 0 0,0-7-1 0,0-5 1 16,0 0 5-16,0 9 1 0,0-9 1 0,0 0 1 15,0 0-1-15,0 9 2 0,0-9 0 0,0 0-3 16,0 0-1-16,0 0-1 0,0 0 0 0,0 6-1 16,0-6 2-16,0 0-2 0,0 0-5 0,0 0 1 15,0 0 1-15,9 5-4 0,-9-5 3 0,0 0-7 16,13 0-14-16,-7 0-20 0,-6 0-17 0,14 0-25 15,-14 0-25-15,14 0-32 0,-1-2-36 0,-3-1-31 0,1 2-177 16,0-3-407-16,1 1 181 0</inkml:trace>
  <inkml:trace contextRef="#ctx0" brushRef="#br0" timeOffset="14697.68">15594 5015 175 0,'-3'-8'205'15,"3"8"-10"-15,0-8-2 0,0 8-10 0,0 0-9 16,0 0-15-16,0-11-16 0,0 11-11 0,0 0-19 15,0 0-17-15,0 0-10 0,0 0-11 0,0 0-5 16,0 0 0-16,0 0-1 0,5 23-1 0,-4-11-6 16,2 1-2-16,-2-1-4 0,-1 1-4 0,0 3-3 15,0-4-4-15,0 0-3 0,1-2-4 0,-1 2 6 16,0-1-11-16,2-2-3 0,-2-1 0 0,0-8-7 16,0 12 0-16,0-12-2 0,0 10 0 0,0-10-1 15,1 6 6-15,-1-6 4 0,0 0 8 0,0 0 4 16,0 10 2-16,0-10-3 0,0 0 2 0,0 0-5 15,0 0 3-15,0 0-14 0,0 0-3 0,0 0-5 16,8-25 0-16,-5 17-2 0,3-1-3 0,-2-1-4 16,7-3-5-16,-2-1-2 0,-3 5 2 0,3 0-7 15,-1 1-2-15,-1 1-2 0,0 3-2 0,-1 0-7 16,2 2 0-16,0 0 1 0,-8 2 5 0,12 2-2 16,-12-2 1-16,16 7 1 0,-10-2-1 0,1 2-12 15,-1 0-4-15,-1 2-8 0,0 0-15 0,0 3-16 16,-2-3-33-16,1 0-29 0,-2-1-44 0,2-1-43 15,-3 0-190-15,-1-7-438 0,4 15 195 0</inkml:trace>
  <inkml:trace contextRef="#ctx0" brushRef="#br0" timeOffset="14874.7">15962 5083 130 0,'0'0'231'0,"0"0"-11"0,2-6-19 0,-2 6-17 0,0 0-21 16,0 0-16-16,5-7-28 0,-5 7-27 0,0 0-31 16,0 0-38-16,0 0-28 0,0 0-41 0,0 0-54 15,0 0-39-15,0 0-75 0,0 0-232 0,17 15 104 16</inkml:trace>
  <inkml:trace contextRef="#ctx0" brushRef="#br0" timeOffset="15168.49">16105 4866 94 0,'0'0'202'0,"0"0"-8"0,1-9-12 0,-1 9-13 15,0 0-12-15,0 0-17 0,0 0-11 0,0 0-19 16,0 0-10-16,0 0-2 0,0 0-2 0,0 0-12 15,0 0 0-15,9 25 8 0,-8-14 1 0,0 2-13 16,1-1-3-16,-2 5-3 0,0 0-4 0,-2 0-5 16,2-1-6-16,0 1-5 0,0-2 0 15,-1 2-2-15,-1-5-9 0,0-2-6 0,2 3 0 0,-1-4-7 16,1 4-10-16,0-4-15 0,0 0-27 0,1 0-31 16,-1-9-37-16,0 0-40 0,-1 16-35 0,1-16-35 15,0 0-154-15,-3 9-383 0,3-9 170 0</inkml:trace>
  <inkml:trace contextRef="#ctx0" brushRef="#br0" timeOffset="15352.25">16110 4901 62 0,'7'-2'151'0,"-7"2"3"0,0 0-8 0,16 5-5 16,-10 0-16-16,3-1-1 0,4 1-26 0,-3-2-12 15,2 3-4-15,7 0-10 0,-5-1-21 0,2 0-18 0,2-1-49 16,-5-1-41-16,5 0-34 0,-4 1-103 0,-4-2-210 16,2-1 93-16</inkml:trace>
  <inkml:trace contextRef="#ctx0" brushRef="#br0" timeOffset="15543.6">16416 4813 206 0,'-1'-10'223'0,"1"10"-20"16,0 0-22-16,0-8-21 0,0 8-21 0,0 0-6 16,0 0 1-16,0 0-6 0,3 23 0 0,-2-7-7 15,0 0-13-15,-1 0-9 0,0 3-12 0,-2 7-3 16,2-7-8-16,0-2-11 0,-2 2-20 0,2-3-17 0,0 1-31 16,-2-2-27-16,1-2-53 0,2-3-45 15,-1 0-57-15,-1 0-136 0,1-10-346 0,0 13 154 16</inkml:trace>
  <inkml:trace contextRef="#ctx0" brushRef="#br0" timeOffset="17905.82">16709 4923 17 0,'-5'-8'154'0,"5"8"-3"16,-4-6-8-16,4 6-13 0,0 0-7 0,0 0-15 0,0 0-8 15,5-10-10-15,4 7-9 0,1 2-3 0,1-1 0 16,4 4-5-16,-2-2-3 0,2 1 0 16,2 2-5-16,1 0-4 0,2 3-6 0,-3 0-3 15,-1 1-4-15,0 2-3 0,-7-2-3 0,1 2-4 16,-1 1-1-16,0 3-4 0,-3-3-1 0,-1 2-2 0,-2-1 0 15,-2 1-4-15,-2-1 3 0,1 2-4 0,-4 0-2 16,-1-1-1-16,-4 3-6 0,0-2-1 0,-1 1 5 16,-3-1-4-16,1-2-1 0,-2 1-10 15,0 0-4-15,-2-4-15 0,0 0-6 0,0 0-17 16,-2-2-5-16,-1 0-8 0,-2 2-14 0,3-4-22 0,2 0-29 16,-2-1-23-16,4-2-143 0,2-1-303 0,1-1 135 15</inkml:trace>
  <inkml:trace contextRef="#ctx0" brushRef="#br0" timeOffset="18925.8">16744 4914 8 0,'-4'-6'135'16,"4"6"-7"-16,0 0-6 0,0 0-1 0,-5-7-13 15,5 7-4-15,0 0-7 0,0 0-8 0,0 0-7 16,0 0-7-16,0 0-1 0,-3-6-12 0,3 6 0 16,0 0-11-16,0 0-1 0,0 0-9 0,0 0-1 0,0 0 6 15,0 0-2-15,0 0 0 0,0 0-4 16,-2 25 6-16,2-15 1 0,-3-1-7 0,2 6-3 15,-1 1 3-15,1 1 5 0,0 0 0 0,-2 0-1 16,1-1-5-16,-1 0-7 0,2 1 0 0,0-1-2 16,-2 3-4-16,3-3-1 0,-1 1-5 0,1 0 3 15,0-6-2-15,-3 2-2 0,3-1-6 0,3-4 1 16,-1 2-1-16,-2-3-1 0,2-2-3 0,-1 3-14 16,-1-8-16-16,1 12-17 0,-1-6-25 0,0-6-30 15,3 6-24-15,-3-6-31 0,2 6-29 0,-2-6-96 0,0 0-294 16,0 0 130-16</inkml:trace>
  <inkml:trace contextRef="#ctx0" brushRef="#br0" timeOffset="19473.84">17429 4359 69 0,'0'0'152'0,"-8"0"-7"16,8 0 1-16,0 0-1 0,0 0-21 0,0 0-5 16,0 0-4-16,0 0-5 0,0 0-3 0,0 0-4 15,46 0-5-15,-15-2-12 0,1 0-7 0,0 0-9 16,1-1-7-16,0 2-4 0,3-1-11 0,-6 1-3 15,-3-2-11-15,-6 2-17 0,-1 0-15 0,-7 1-43 16,0 0-29-16,-2-1-38 0,0 1-32 0,-3 1-124 16,-8-1-284-16,11 1 127 0</inkml:trace>
  <inkml:trace contextRef="#ctx0" brushRef="#br0" timeOffset="19697.43">17639 4257 32 0,'0'0'188'0,"0"0"-11"16,0 0-11-16,0 0-13 0,-5-6-19 0,5 6-10 15,0 0-7-15,0 0 17 0,0 0-7 0,3 22-4 16,-2-13-13-16,0 5-8 0,2 1-7 0,-3 2-8 16,1 1-8-16,1 2-9 0,-1-3 1 15,-2 1-11-15,1 0-9 0,1 1-5 0,-1 0-20 0,0-1-26 16,0-1-41-16,0-1-39 0,1-4-47 0,-2 2-43 15,0 2-139-15,1-6-335 0,-2 0 148 0</inkml:trace>
  <inkml:trace contextRef="#ctx0" brushRef="#br0" timeOffset="20927.89">19472 3613 90 0,'0'0'128'0,"0"0"0"0,-6-3-4 0,6 3-4 15,0 0-4-15,0 0-17 0,0 0 5 16,-4-8-16-16,4 8 2 0,0 0-3 0,0 0-8 16,0 0-6-16,0 0 1 0,0 0-2 0,0 0-7 15,0 0 0-15,0 0 1 0,0 0 2 0,0 0-5 16,0 0-4-16,0 0 0 0,-4-4-3 0,4 4-2 0,0 0-6 16,0 0-7-16,0 0-4 0,0 0-5 15,0 0-4-15,0 0 0 0,0 0-9 0,0 0-5 16,0 0 1-16,0 0 2 0,0 0-7 0,0 0 2 15,3 27-1-15,-3-15-2 0,0 2 2 0,-3 3 0 16,2 0 1-16,-1 0-6 0,0 9 2 0,-4-7 0 16,3 0-2-16,1 0 2 0,-1 1-2 0,0 5 3 15,3-7-2-15,-2 0 2 0,1 0-6 0,1 0 6 16,-2-3-4-16,0 1 0 0,2 0-8 0,0-4-9 16,-2 0-15-16,2-2-35 0,0 2-36 0,-1-5-15 15,1-7-30-15,-4 13-12 0,3-8-24 0,-4-1-102 16,-1-1-302-16,6-3 134 0</inkml:trace>
  <inkml:trace contextRef="#ctx0" brushRef="#br0" timeOffset="21209.77">19388 3627 90 0,'34'1'142'15,"3"1"-9"-15,0 4-3 0,-1 4-4 0,0 0-1 16,0 3-18-16,-3 2-14 0,-4 3-3 0,-2 1-6 16,-4 0-9-16,-2 3-5 0,-7-2-3 0,0 4-5 15,-5 0-4-15,-8-4-5 0,0-1-5 0,-5 5-6 16,-2-4 1-16,-3 3-6 0,-2-6-1 0,-5 3-2 16,-3-1-2-16,-1-2-2 0,-3-2-5 0,-2 1-3 15,0-5-2-15,4-3-3 0,-7 2-4 0,3-3 0 16,-2 2-5-16,6-2-10 0,1-4-21 0,-1 0-17 15,8-3-26-15,0 2-23 0,1-1-40 0,1-4-134 16,11 3-285-16,-13-2 127 0</inkml:trace>
  <inkml:trace contextRef="#ctx0" brushRef="#br0" timeOffset="21553.71">19936 4002 135 0,'21'-7'159'0,"3"-6"0"15,-6 1-12-15,0 3-12 0,1-3-5 0,-4 2-3 16,2-1-16-16,-3 2-3 0,-3-4-7 0,1-2-11 16,-6 6-13-16,-1-3-4 0,-2 4-1 15,1-1-8-15,-4 9-2 0,-2-12-8 0,2 12-3 0,-7-11-3 16,-1 6-6-16,-5 4-2 0,2 2-7 0,-8 3 4 15,-4 4-3-15,-3 2-2 0,0 5 2 0,1 0 2 16,-2 4 1-16,5 2 7 0,1 1-2 0,2 2 3 16,0-4-6-16,4 2-6 0,6-6-1 0,4 3-4 15,3-3 2-15,2-1 2 0,3 1 3 0,6-2-2 16,3 0-11-16,3-1 4 0,11-1-4 0,-1-2-3 16,6-3-9-16,-2 1-17 0,1-4-28 0,-1-1-30 15,-1 0-40-15,-1-1-49 0,-8-1-33 0,-1 0-175 16,-6-1-391-16,-2 0 174 0</inkml:trace>
  <inkml:trace contextRef="#ctx0" brushRef="#br0" timeOffset="21847.83">19298 4335 11 0,'-6'4'146'0,"6"-4"1"16,0 0 2-16,0 0-2 0,38 11-11 0,1-10-5 15,16-3-4-15,10-2 0 0,34-2-8 0,-4-5-3 0,6 3 0 16,-4-5-6-16,-7 4-5 0,-29 3-8 0,3-1-10 16,-10 2-11-16,0-1 6 0,-15 3-19 15,-1-2-4-15,-6 5-10 0,-4-1 1 0,-9-1-11 0,-3 0-2 16,-5 1-10-16,0 1-10 0,-3-1-19 15,-8 1-18-15,0 0-17 0,16 2-19 0,-16-2-22 16,0 0-34-16,0 0-38 0,0 0-38 0,0 0-101 0,-27 16-311 16,10-11 138-16</inkml:trace>
  <inkml:trace contextRef="#ctx0" brushRef="#br0" timeOffset="22693.51">19167 4800 79 0,'-4'-8'136'0,"4"8"-1"0,0 0-2 0,-4-8-4 15,4 8-6-15,-3-6-8 0,3 6-6 0,0 0-8 16,-1-8-1-16,1 8 0 0,-1-9-5 0,1 9-3 16,-1-8 0-16,1 8-4 0,0 0-2 0,0-10 3 15,0 10-5-15,0 0 1 0,0 0-15 0,-2-9-3 16,2 9-11-16,0 0-8 0,0 0-8 0,0 0 0 16,0 0-11-16,0 0-1 0,0 0-1 0,0 0-1 15,0 31-3-15,0-14-2 0,-1 1 6 0,0 1-2 16,-2 8-4-16,-1-9-3 0,-1 9 0 0,-1-3 1 15,2-4-3-15,2-3-2 0,-2 1-3 0,0 0 1 16,0-2-2-16,3-5-1 0,-3 7-2 0,3-9 0 16,-1 2-3-16,1-4 3 0,1 0-1 0,0-7 0 15,0 12 3-15,0-12-2 0,1 10-1 0,1-4 3 16,-2-6 0-16,5 7-1 0,-5-7-3 0,6 4-2 16,1-2 3-16,0-1 1 0,6-1 0 0,-2 0 1 15,7-1-11-15,-4 0-19 0,4-1-32 0,0 0-37 16,1 0-37-16,1-1-31 0,6-3-35 0,-5 3-159 15,-3-1-383-15,2 2 170 0</inkml:trace>
  <inkml:trace contextRef="#ctx0" brushRef="#br0" timeOffset="23034.14">19513 5043 155 0,'6'-2'174'0,"-6"2"-7"0,6-5-13 0,-1 2-8 0,-5 3-18 16,12-6-5-16,-5 2-8 0,3-1-10 0,-1 1-10 16,1 0-8-16,-1-1-8 0,-1 0-3 0,-2 0-2 15,2 1-6-15,-2-6-4 0,-1 0-10 0,-2 5 1 16,1-5-15-16,-2 0 11 0,0 1-9 0,-2-1-2 16,-3 1-6-16,-1 0-4 0,0 2 3 0,-1 4 10 15,1-4-11-15,-1 2-1 0,-4 3-12 0,9 2 4 16,-16-3-3-16,4 6-1 0,0 0-3 0,-5 4 4 15,2 3-4-15,-3 1 8 0,5 1-4 16,0 1 1-16,0 2-2 0,3-1-4 0,2 1 4 0,1 0 0 16,3-3 0-16,1 0 2 0,1 0-5 0,3 0 1 15,3 0 8-15,0 0-2 0,7 0-12 0,1 0 3 16,6-1-19-16,0-3-24 0,8 1-40 0,1-1-34 16,3-2-49-16,0-1-42 0,-2-2-167 15,3 0-389-15,-4-1 173 0</inkml:trace>
  <inkml:trace contextRef="#ctx0" brushRef="#br0" timeOffset="23309.03">20069 4931 119 0,'0'-8'229'0,"0"8"-16"16,0 0-20-16,0 0-15 0,0-8-21 0,0 8-14 15,0 0-16-15,0 0-8 0,0 0-7 0,0 0 7 16,0 0-3-16,-3 35-8 0,2-19-11 16,-5-1-6-16,3 2-4 0,1-3-9 0,-2 5-4 15,-1-4-7-15,1 0-5 0,0 1-3 0,-1-4-9 0,2 4 0 16,0-2-9-16,-1-2 9 0,2-1-9 16,-1-2-11-16,0 3-16 0,2-6-14 0,-2 2-28 0,3-8-32 15,-4 10-29-15,4-10-32 0,0 0-35 16,-2 9-38-16,2-9-169 0,0 0-393 0,0 0 174 15</inkml:trace>
  <inkml:trace contextRef="#ctx0" brushRef="#br0" timeOffset="23477.92">20037 4941 173 0,'0'0'159'0,"0"0"-21"0,3-6-11 15,-3 6-9-15,0 0-5 0,0 0 6 0,0 0-14 0,0 0-3 16,23 10-9-16,-13-6-4 0,3 0-13 0,6 0-8 15,-3 0-7-15,2 1-19 0,3 0-25 16,-3 0-35-16,2-3-34 0,8 1-23 0,-9-2-38 16,1 2-111-16,-1-3-243 0,-3 0 108 0</inkml:trace>
  <inkml:trace contextRef="#ctx0" brushRef="#br0" timeOffset="23649.89">20377 4860 120 0,'-1'-7'168'0,"1"7"-14"15,0 0-17-15,0 0-10 0,0 0 3 0,0 0-4 16,0 0 1-16,3 25 8 0,-3-14-8 0,2 5-2 16,-2 2-11-16,0 1-12 0,1 0-9 0,0 1-8 15,-1-1-9-15,-1 6-8 0,1-5-13 0,0-5-35 16,1 2-28-16,-3-2-46 0,2-2-59 0,1-1-42 16,-2-1-139-16,1 0-317 0,0-11 140 0</inkml:trace>
  <inkml:trace contextRef="#ctx0" brushRef="#br0" timeOffset="24009.49">20518 5131 28 0,'0'0'188'0,"0"0"3"0,0 0-5 16,-7 13-8-16,7-13-9 0,-4 11-3 0,2-7-8 15,2-4-1-15,-5 7-12 0,5-7 0 0,-3 6 9 16,3-6 2-16,0 0 2 0,0 0-2 0,0 0-7 15,0 0-15-15,0 0-10 0,0 0-14 0,-10-15-12 16,10 15 0-16,1-16-9 0,2 3-16 0,-1 3-7 16,0-2-6-16,3-5-5 0,-2-2-6 0,5 2-4 15,2-8-7-15,1-1-4 0,0 2-3 0,-2 7-8 16,5-4-2-16,-2 4-4 0,0 2-2 0,0 2 1 16,0 0-2-16,-2 8-3 0,-1-2-3 0,-2 5-5 15,1 2-1-15,3 2-1 0,-3 5 0 0,1 1-1 16,2 6 2-16,-2 2 5 0,-2 2 1 0,3 5-1 15,-5-5 0-15,-1 3 2 0,0-2-2 0,0 0 0 16,-3-2 1-16,0 3 1 0,2-4-6 0,-2 1-12 16,0-1-27-16,1-1-24 0,-1-4-24 0,-1-1-27 15,1 1-25-15,-1-11-41 0,-1 13-28 0,1-13-31 16,-4 8-221-16,4-8-495 0,-8 5 219 0</inkml:trace>
  <inkml:trace contextRef="#ctx0" brushRef="#br0" timeOffset="24153.84">20583 5073 171 0,'0'0'191'16,"-3"-6"-16"-16,3 6-14 0,0 0-15 0,0 0-17 15,0 0-7-15,0 0-14 0,0 0-10 0,14-4-8 16,-4 4-11-16,2-2-21 0,8-2-57 0,7 0-47 16,3-1-61-16,-2 0-123 0,1-1-248 0,0-2 110 15</inkml:trace>
  <inkml:trace contextRef="#ctx0" brushRef="#br0" timeOffset="24869.01">21002 3773 39 0,'0'0'185'0,"-4"-9"-13"16,4 9-17-16,0 0-23 0,9-9-24 0,-2 5-3 16,6 0 0-16,3 0-9 0,7 1-7 0,-2 1-8 15,9-1-9-15,-8 1-9 0,7 2 1 0,-6 1-6 16,-1-1-6-16,-3 0-4 0,3 1-6 0,-3 2-3 16,-5-3 1-16,0 3-2 0,-1-1-12 0,-3 2-2 15,3-1 1-15,-4 0-3 0,0 1-4 0,1 1-2 16,-5-1 8-16,3 3-3 0,-2 1-2 0,2-1 4 15,-2 3 3-15,-1 2-2 0,3 3 3 0,-2 0-2 16,2 1 0-16,-2 0-1 0,-3 1-2 0,1 9 1 16,-2-7-2-16,0 6-1 0,-1-1-1 0,0 3 4 15,-2 1 0-15,1 2 4 0,0-2-4 0,0 3 3 16,-4 1 2-16,3-2 3 0,-3 4-6 0,0-1-2 16,1 2 5-16,1-2-6 0,-3 13-4 0,1-14 4 15,2 0-1-15,-2 17-1 0,4-4 3 0,-2 1-3 16,1-11 8-16,1 1-8 0,0 10-4 0,-1-10 1 15,3 10-6-15,-3-12 2 0,2 0 3 0,-2-2-2 16,1-1-2-16,-1 3 0 0,0-3-2 0,-1-2 2 16,0 2-5-16,0-4-1 0,0 1 3 0,-3-3-3 15,0 0 2-15,3 1 0 0,-1-8 2 0,0 1-2 16,-2 0-1-16,0-1-1 0,-2-2-1 0,1 2 4 16,1-3 0-16,-3 2 0 0,-1-2-2 0,-2 1 2 15,-2 0 0-15,-2-3-5 0,-2-1 2 0,-7 2 0 16,-3-1 0-16,1-1 1 0,1 0-3 0,-5-4-2 15,0-1 2-15,0-2 0 0,-3-2 3 0,0 1-11 16,-4 1-14-16,0-5-13 0,0 0-22 0,-2 1-32 16,1-4-25-16,1 3-41 0,1-4-36 0,2 0-41 15,-1 1-132-15,4-2-389 0,3 0 172 0</inkml:trace>
  <inkml:trace contextRef="#ctx0" brushRef="#br0" timeOffset="26026.09">7296 5300 101 0,'0'0'110'15,"0"0"-9"-15,0 0-14 0,0 0-6 0,0 0 10 16,0 0-12-16,0 0-2 0,24 10 6 0,-7-8-9 16,2 1 2-16,4-1-2 0,10 2-3 0,1 0 7 15,5 0 3-15,13 4-10 0,-2-3-8 0,2 3 0 16,3-3-5-16,3 0-6 0,3 0-4 0,-1 0-1 15,4-3-6-15,1 4-3 0,25-1 2 0,6-6 1 16,0 0 3-16,1 2-3 0,4-1-4 0,7 0 4 16,7-4-9-16,0 5 2 0,0 3-9 0,0-4-1 15,7 0 1-15,3 3-3 0,3 0-1 0,-3 0-3 16,-2 3-1-16,3-2-2 0,5-1-6 0,4 1 3 16,2 1-1-16,6-1 0 0,-4-4-1 0,3 2-5 15,6 3 4-15,-1-1 3 0,10-2-1 0,1-1-2 0,-1-2-1 16,1-3 0-16,10 1 3 0,2 6-5 0,3-1 6 15,1 3-1-15,0-2-2 0,6-2 3 16,4-1 1-16,0 3 2 0,0-2-2 0,7 0 2 16,2 2 1-16,0-2 0 0,1 3-4 0,7-2 0 0,0 1-1 15,8-6 2-15,-5 6-5 0,5-3 1 0,0 4 1 16,4-3 3-16,2 2-5 0,1-1 3 16,-2 4 7-16,2-4 4 0,1 3-3 0,-4-2-2 15,2 1 0-15,-2-3 10 0,-2 1 10 0,0 1-3 0,0 1 1 16,1-1-1-16,-2-3-7 0,-4 2 3 0,3-2-2 15,5 0-5-15,-9 0-3 0,-3-2 1 0,-4 4 4 16,3 1 0-16,-3 1-5 0,-5-3 8 0,-2 4 0 16,-5-4 0-16,-2 5 3 0,-6-4 0 15,-2 3-9-15,-8-1 7 0,-2 1-8 0,-7-1-2 0,-4-2 2 16,-7 4-1-16,-8-4-3 0,-4 1 4 0,-9 0-4 16,-2-3-1-16,-2 2-1 0,-7 0-4 15,-2-2-1-15,-12 3 0 0,-9-1 6 0,-2-4 4 0,-28 2-7 16,30 0 1-16,-5 3 1 0,-29-3-2 0,1 0-7 15,2-3 2-15,-5 6-2 0,-3-4 1 0,-3-1-5 16,-14-1 3-16,-5 1-4 0,1-1-1 0,-5 0-6 16,-9 0-3-16,-5 2 1 0,3-5 0 0,-6 5-5 15,-3-1-11-15,-4 0-20 0,-4 2-18 0,4-10-27 16,-4 10-31-16,-9-10-38 0,-1 2-45 0,-17-1-42 16,-8 0-189-16,-20-3-471 0,-34-5 209 0</inkml:trace>
  <inkml:trace contextRef="#ctx0" brushRef="#br0" timeOffset="28550.02">7360 5319 148 0,'0'0'139'0,"-2"-10"-10"0,1 1 1 0,0 2 8 0,1-4-3 16,-2 0-10-16,2-3-1 0,-1 3 13 0,-2-3 1 16,1-5-12-16,1 1-11 0,-4-7-13 0,3 1 5 15,1-1-4-15,-1 0-10 0,-1-1-23 0,-2-1-6 16,1-2-6-16,-1 0-1 0,1-2-10 0,-1-2-6 0,0 1-5 15,0-1-2-15,1 0-3 0,-1-15-4 16,0 16 1-16,-2-2-2 0,2 1 4 0,0-2-3 16,0 2-2-16,0 2-3 0,0 1-3 0,0 1-1 15,3 0 0-15,0 1-5 0,1 0-1 0,-1 0-1 16,2 0-3-16,0 0 2 0,2 0-2 0,0 0-4 0,3 0-1 16,3-3 2-16,0 0-3 0,1 0-2 15,-1 0 2-15,3 1-2 0,1-2 3 0,2 2-2 16,1-1-3-16,5 1 2 0,-2 1-5 0,1 0 3 15,1 0 6-15,-2 2-6 0,4 3 0 0,-2 2 1 16,0 0-1-16,-5 1 1 0,-2 7 1 0,1-1-1 16,-4 0-2-16,0-1 1 0,3 4 0 0,-4-3 2 0,-1 4-2 15,1 1 4-15,-4 1 0 0,1 0 1 16,-2 0-2-16,0 1-1 0,1-1 0 0,0 1 2 16,-2 0 1-16,0 0 0 0,0 2 1 0,0 1-2 15,-2-2 0-15,-1 7 1 0,4-14 0 0,-3 8 3 16,-1 6 0-16,1-9 2 0,-1 9 0 0,2-13 1 15,-1 7-7-15,-1 6 5 0,0 0 1 0,-1-14 3 16,1 14-5-16,0-9-1 0,0 9 0 0,2-8 0 16,-2 8-3-16,1-8 0 0,-1 8 0 0,2-9-2 15,-2 9-2-15,1-10 2 0,4 4 2 0,-5 6-4 16,4-5-4-16,0 0 3 0,-4 5 28 0,7-9-3 16,-1 6-4-16,-3-1 2 0,-3 4-6 0,13-8 2 15,-7 4-7-15,4 0 0 0,0-1-1 0,-1-2-3 16,2 5-2-16,2-1 3 0,1-1 0 0,5-2-1 15,-2 1-3-15,2-1 0 0,10 2-1 0,-1-2 2 16,3 1-2-16,1 1 2 0,3-1-2 0,0 2-2 16,4-3-1-16,13 3 4 0,0-4-2 0,0 0 1 15,4 2 0-15,0 0-2 0,4 0-2 0,3 1 2 16,2 1 1-16,26-1 0 0,-25-2 0 0,25 0-2 16,-25 5-1-16,31-8 1 0,-3 2 0 0,-2 4 1 15,6-6-3-15,-1 1 7 0,3 4-5 0,5-4 3 16,-2 3-2-16,0 0-4 0,4 1 2 0,2-3 2 15,-2-1 0-15,5 3-1 0,1 0 0 0,4 1 1 16,3 2 4-16,-1-3-9 0,0 0 2 0,-6 0 5 16,16 1-3-16,4-2 2 0,4-1-3 0,-2 3 0 15,5-2-1-15,2 1 2 0,4 0 0 0,9 0 3 16,-1 1-5-16,6-3 3 0,1 5-3 0,-1 0 4 16,1-4-3-16,6 2 2 0,-2-1 0 0,1 2 2 15,3-1 2-15,-1 1-1 0,1 2-4 0,4 3 2 16,-6 0-1-16,-2-5 2 0,7-3-5 0,3 6-3 15,-7 0 1-15,8 1-5 0,0-5 5 0,0 3-2 16,3-2-1-16,-3 2-5 0,2 2 4 0,2-2 1 16,4-3 2-16,-8 4 0 0,2-3-2 0,-6 6 4 15,5-6 2-15,-2 5-1 0,-3-2-1 0,0 3 3 16,-1-6 0-16,0 6-1 0,2-2 2 0,-5-2-5 16,2-2-1-16,-4-1 3 0,1 1 0 0,1-2 1 15,-3 1-4-15,-8 4 1 0,1-3-2 0,-1 1 5 16,0-1-3-16,-4 0 1 0,-4 2-3 0,-2 0 5 15,-2 1 2-15,-3-4-1 0,1 9-2 0,-4-9 2 16,0 8 0-16,-5-7-2 0,4 2 2 0,-5 5 0 16,-2-4 2-16,-3 0-3 0,0 2 1 0,-8 3-4 15,0-1 1-15,-10 0 2 0,1-3 2 0,-7 7-8 16,-1-1 5-16,-2-1-4 0,-7-6 9 0,0 5-2 16,-3 1-5-16,-25 0 0 0,33 5 2 0,-37-6 1 15,6 1 1-15,20 0 0 0,-23-2-1 0,-1-1 2 16,-1 1 0-16,0 0-2 0,-2 1 2 0,-6-1-3 15,1 0 1-15,-5 0 0 0,-11 0 3 0,-3-2-3 16,0 2 3-16,-3-1-3 0,-3-1 3 16,-3 2 0-16,-1 0 2 0,-8-2-4 0,2 0 0 15,-5 1-1-15,-3-1 3 0,0 0-3 0,-2 2 2 0,-2-1-1 16,-1-1 5-16,0 1-6 0,-1 0 3 0,-7-3-3 16,9 1 3-16,-9-1 0 0,8 4-3 15,-3-3 3-15,-5-1 0 0,0 0-1 0,5 6 0 0,-5-6 1 16,4 5-2-16,-4-5 2 0,0 0-1 0,3 7 3 15,-3-7-4-15,0 0 4 0,-7 11 0 16,7-11 0-16,-2 10 0 0,-1-4 1 0,1 1 0 0,-1 2 0 16,-1 3-3-16,-1-2 8 0,1 2-7 0,0 0 0 15,-2 4 2-15,1-2 0 0,1-2 1 0,1 0-1 16,2 0-1-16,0 3 4 0,-2 2-1 0,3 2-2 16,3-3 3-16,-4 2 0 0,-1-1-4 15,4 0 8-15,-2 2-4 0,0 0 2 0,0 0-3 16,-2 0 1-16,4 9 2 0,-5-3-3 0,3-1-2 0,0 2 2 15,-1-2 1-15,-1 5 0 0,2-3 4 0,-2 1-3 16,2 1 4-16,-4-2-4 0,2 3 0 0,-1-4-1 16,1 3 2-16,-2-1-5 0,0 0 8 0,-1-1-5 15,-1 3 0-15,1-4-1 0,-1 3 2 16,1 1 4-16,0-4-3 0,-3 2 3 0,2 0-3 16,-3 1 0-16,1 1 0 0,2-2 0 0,-1 1-3 15,-4-2 5-15,6 2-2 0,-3 0-1 0,0 1 0 16,-2-2 3-16,1 3-5 0,0-1 5 0,-1-2-4 0,1 1 1 15,-2 4 1-15,-1-1 1 0,3-1-2 16,-1 0 0-16,0 0 4 0,1-2-6 0,0 2 1 16,-3-3 0-16,1 1 2 0,3-1 0 0,-3 0-4 15,0-2 0-15,1 2 1 0,0-3 0 0,4-5-2 0,-3 5 5 16,1-6-4-16,0 0 0 0,1 6 3 16,-1-6-3-16,0 1-2 0,1-2-1 0,0 1 6 15,0-1-2-15,-1-1 1 0,-1 2 2 0,3-4 2 16,-2 2 0-16,1-1 1 0,-1-5-3 0,4 1-2 15,0-2 2-15,4-9-2 0,-12 16 0 0,7-8-2 16,5-8 5-16,-7 11-5 0,4-4 1 0,3-7-5 0,-5 12 2 16,5-12-1-16,0 0 7 0,-5 15-5 15,5-15 1-15,-3 9-8 0,3-9 12 0,0 0-4 16,0 0-2-16,0 0 3 0,0 0-1 0,0 0-1 16,-5 12 1-16,5-12 0 0,0 0-2 0,0 0-2 15,0 0 3-15,0 0-5 0,-2 6-1 0,2-6 1 16,0 0 3-16,0 0-3 0,0 0 2 0,0 0 0 0,0 0 1 15,0 0-1-15,0 0 1 0,0 11-3 16,0-11-1-16,0 0 3 0,0 0 2 0,0 13-1 16,0-13 0-16,0 0-2 0,1 13 0 0,-1-13 3 15,-1 13 1-15,1-13-2 0,0 12 1 0,0-12-1 16,-3 13 1-16,3-13 1 0,-6 12-2 0,6-12 3 16,-3 13-1-16,3-13-6 0,-1 9 1 0,1-9 2 15,-3 13-1-15,3-13 2 0,-4 14-3 0,4-14 1 16,-1 10 3-16,1-10-3 0,-2 14 4 0,2-14-1 15,0 15 1-15,0-15-2 0,0 13 1 0,0-13-2 16,0 11 1-16,0-11 0 0,0 0 0 0,0 14-5 16,0-14 7-16,0 0-5 0,0 0 6 0,-2 9-2 15,2-9 2-15,0 0-3 0,0 0 0 0,0 0 1 16,0 0-3-16,-2 11 5 0,2-11 0 0,0 0-5 16,0 0 1-16,-7 6-3 0,7-6 3 0,0 0-4 15,-7 7 6-15,7-7 0 0,0 0-2 0,-5 6 0 16,5-6 0-16,0 0 0 0,0 0 3 0,-5 11-3 15,5-11 3-15,0 0-4 0,0 0 5 0,0 0-1 16,0 0-4-16,-6 5 3 0,6-5-3 0,0 0 0 16,0 0 2-16,0 0 4 0,0 0-5 0,0 0-6 15,0 0-6-15,0 0-6 0,0 0-5 0,0 0-16 16,0 0-15-16,0 0-21 0,0 0-19 0,0 0-15 16,0 0-23-16,0 0-18 0,0 0-25 0,-19-18-8 15,19 18-7-15,-10-7-8 0,10 7-115 0,-16-10-339 16,8 6 151-16</inkml:trace>
  <inkml:trace contextRef="#ctx0" brushRef="#br0" timeOffset="28690.66">23017 5560 84 0,'0'0'100'0,"0"0"-14"0,0 0-7 0,-9 7-13 16,9-7-34-16,0 0-38 0,0 0-68 15,-11 6-80-15,11-6 36 0</inkml:trace>
  <inkml:trace contextRef="#ctx0" brushRef="#br0" timeOffset="29117.78">22900 5560 8 0,'0'0'84'0,"19"-1"-23"0,-5-1-15 16,5 1-9-16,3-1-14 0,6-2-15 0,1 0-53 15,1 3-48-15,-1-4 21 0</inkml:trace>
  <inkml:trace contextRef="#ctx0" brushRef="#br0" timeOffset="31487.56">13780 6248 56 0,'0'-8'171'0,"0"8"-21"0,0 0-11 15,0 0-18-15,0 0-2 0,0 0-9 0,0 0-9 16,0 0-1-16,7 27-5 0,-5-2 3 0,-2 1-10 16,0 0-1-16,0 4-4 0,-4 2-7 0,2-3-6 0,-1 3-12 15,2-4 2-15,-3 1-7 0,4 0-2 0,0-2-6 16,-2-1-4-16,0-7-2 0,2 2-3 0,0-3-5 15,0 1-9-15,2-3-22 0,0-4-18 16,-2-1-23-16,2 0-19 0,-2-3-13 0,0-8-26 0,2 9-9 16,-2-9-21-16,4 6-26 0,-4-6-82 0,0 0-255 15,0 0 113-15</inkml:trace>
  <inkml:trace contextRef="#ctx0" brushRef="#br0" timeOffset="32027.56">13798 6254 121 0,'11'-4'121'0,"5"1"-8"0,4-2-3 0,-2 5-4 15,5-1-3-15,-3 5-8 0,0-2-6 0,-2 5-16 16,0 2-5-16,-4 0-10 0,-4 1 2 0,-1 4-6 16,-2-4-9-16,-4 2-1 0,-1 5-7 0,-4-6-2 15,-2 6-4-15,-2-3 4 0,-3 0-3 0,-1 1-6 16,-4-3-2-16,3-1-6 0,-2-2 6 0,-2 2-3 15,3-4-3-15,-5-3-2 0,4 2 2 0,-1-3-4 16,1 1 6-16,3-3 3 0,-5 0-4 0,5-1 5 16,2 1-2-16,8-1 5 0,-15-2 0 0,15 2-4 15,-11 0 1-15,11 0-1 0,-10 0 0 0,10 0-13 16,0 0 2-16,-8 1 0 0,8-1-5 0,0 0 2 16,0 0-8-16,0 0 9 0,18 11-2 0,-9-8 0 15,4 1 0-15,5-1-1 0,1 3 0 0,0 1 3 16,8-2-8-16,-7-1 2 0,7 1 5 0,-7-3-7 15,1 2 4-15,1-1-1 0,-4-1-4 0,2 0 4 16,-2 0-2-16,0 0-3 0,-5-1-6 0,1 0-2 16,-1-1-3-16,-1 0-3 0,1-1-3 0,-4-2 0 15,5 0 7-15,-1-1-11 0,-3-2 3 0,1-1-1 16,0 0 6-16,-2-2 3 0,4-4-3 0,-6 3 3 16,2-3 5-16,-5 1 0 0,1-4 9 0,-5 3-6 15,4-2 9-15,-3 4 4 0,-1-2-3 0,-3 2 10 16,-1 3 6-16,2 1 8 0,1 1 0 0,1 6-6 0,-11-10-7 15,5 9 1-15,6 1-1 0,-13 1-1 16,1 5 2-16,1 3-4 0,-1 2 2 0,-2 2-4 16,2 3-3-16,0-1 2 0,5 0 1 0,1 1-5 15,2-1 2-15,1 1-10 0,3 0-7 0,5 0-16 0,-1-5-29 16,5 2-36-16,4 0-17 0,0-3-25 16,2 0-29-16,-4-2-113 0,1-5-291 0,5 2 129 15</inkml:trace>
  <inkml:trace contextRef="#ctx0" brushRef="#br0" timeOffset="32334.32">14409 6413 123 0,'0'-7'200'0,"0"7"-5"16,0-11-15-16,0 11-16 0,-2-10-22 0,2 10-18 0,0 0-11 16,0 0-3-16,0 0-6 0,0 0 0 0,15 21-8 15,-10-6-4-15,0 2-8 0,1-1-7 0,-2 3-6 16,1-3-6-16,0 3-7 0,-1-4-6 0,3 0-3 15,0 0-3-15,-1-4-7 0,0 1-2 0,-1-2 2 16,1-3-3-16,-2-1-1 0,0 0 1 0,0-2 1 16,-1 1 14-16,-3-5 13 0,6 5 4 15,-6-5-6-15,0 0 10 0,0 0-20 0,0 0-7 0,15-13-2 16,-11 3-6-16,0 0-6 0,-2-6-1 0,3-2-7 16,1-2-7-16,1 1-11 0,2-5 2 0,-2-1-24 15,1-1-32-15,-2 6-29 0,2 1-24 0,-1 2-25 16,5-1-24-16,-1 4-10 0,0 4-7 0,-1 2-3 15,0 4 4-15,1 3 4 0,0 3 2 0,-2 4-106 16,-2 1-288-16,0 4 127 0</inkml:trace>
  <inkml:trace contextRef="#ctx0" brushRef="#br0" timeOffset="33211.28">14743 6490 53 0,'1'6'85'0,"1"0"6"0,-2-6 4 0,6 8 20 16,-3-6 11-16,-3-2 10 0,7 3 4 0,-7-3-1 15,0 0-2-15,13-6 0 0,-7 2-8 0,-1-4 2 16,1 1-5-16,2-2-9 0,-3-3-3 0,-1 0-1 15,1 2-7-15,0-5-7 0,-2-1-5 0,2 0-1 16,-4 7-3-16,1-4 0 0,-2 2-3 16,0-1-2-16,0 2-4 0,0 10-7 0,-3-16-7 0,0 11-6 15,3 5-5-15,-2-10-6 0,2 10-4 0,-4-6-8 16,4 6-7-16,0 0-3 0,-12 3-4 0,6 5 0 16,-6 4 0-16,3 2-7 0,-1 4 0 0,-2-2-2 15,4 2-4-15,1-1 1 0,2 1 2 0,0 1-3 16,3-2-5-16,2-2 2 0,2 1-2 0,3-2 0 15,1 1 2-15,1-3-1 0,0-1 3 0,5-3-2 16,1 2-3-16,2-3-1 0,3-1-7 0,-1-2-3 16,2-3-2-16,1-2-10 0,-2 1-4 0,0-4-6 15,1-1-3-15,-2-2-2 0,-1-3-1 0,0 1 1 16,-2-4 1-16,-3 0-3 0,0-1 0 0,0-2-2 16,-4 0 4-16,0 1 1 0,-2-4 1 0,-4 1 0 15,2 0 7-15,-3 1-3 0,-3 0 6 0,0 1 4 16,3 4 3-16,-1 3 5 0,-2 2 3 0,3 7 8 0,-1-12-5 15,1 12-5-15,0-9 2 0,0 9-4 16,0 0 4-16,6-4-3 0,-6 4 2 0,0 0-1 16,18 5 9-16,-12-1-6 0,3 3 1 0,1 0 1 15,-3 2-4-15,2 0 1 0,-3 1 4 0,3 0-5 0,-2 1 3 16,-4 0 6-16,1 0-5 0,0 1 11 0,-2 3-5 16,2-4 2-16,-1 0-1 0,-2-3-3 0,-1 3 1 15,3-1 0-15,-2-2 2 0,-1-1 3 16,0 0 0-16,5-1-2 0,-1 0 3 0,-4-6-1 15,3 9 2-15,3-6-3 0,-6-3 1 0,13 5 4 0,-6-5-3 16,1 0 3-16,4-2-2 0,-1-2-1 16,1-2-2-16,-1 0 2 0,2-1-2 0,-1-1 1 15,1-2-1-15,-2-2-1 0,0-1 0 0,-3-1-2 16,0 1-1-16,-3 0 2 0,0 4-2 0,-3-7-2 0,0 5 7 16,0 1-6-16,-2 2 3 0,1 2 1 0,-1 6 0 15,3-11-4-15,-3 11-3 0,0 0-5 0,-1-8 1 16,1 8 3-16,0 0 1 0,0 0-1 0,0 0 2 15,-7 35-4-15,5-19 4 0,2 4-1 0,0-2 3 16,0 1-2-16,0 0 1 0,0 5 1 0,-3-5 0 16,6-2 0-16,-3 0 3 0,1 0-2 0,-1 0-2 15,0-8-1-15,0 4 1 0,0-2 1 0,1-2 0 16,-2-3-7-16,1-6-2 0,0 13-2 16,0-13 1-16,3 8 2 0,-3-8 8 0,0 0-5 0,3 5 0 15,-3-5-2-15,0 0 4 0,0 0-4 0,22-15 2 16,-13 10 0-16,-1-4 4 0,1 1-5 0,5-4 2 15,-1-2-2-15,1 0-2 0,1-2-5 0,5 0 3 16,-4-4-6-16,3 3-2 0,-6 1 1 0,-1 0 4 16,0 0 2-16,-3 0 1 0,1 1-1 0,-6 4 4 15,1 1 10-15,-1 1 3 0,-3 1-1 0,2 1 6 16,-3 7-4-16,-3-10-1 0,3 10-2 0,-9-4 3 16,9 4 1-16,0 0 1 0,-25 12 1 0,13-2 0 15,1-2-1-15,0 5 4 0,1-1-2 0,3 0 0 16,-1 2-2-16,2 2-2 0,0 0 1 0,5 1-18 15,1-4-36-15,3 2-41 0,2-5-58 0,8 2-72 16,4-2-195-16,12 0-443 0,9-3 196 0</inkml:trace>
  <inkml:trace contextRef="#ctx0" brushRef="#br0" timeOffset="33635.58">15896 6789 112 0,'4'-13'267'0,"1"2"-24"16,7-2-26-16,1-1-19 0,6-5-12 0,2-1-13 0,3 0-11 16,-2 0-15-16,1-3-13 0,3 0-9 0,-3-3-16 15,1 2-9-15,3-3-9 0,-4 0-10 0,10-12-8 16,-8 11-5-16,-4 1-9 0,0 3-3 0,-2-3-5 15,-5 4-3-15,0 1-2 0,-6 6 3 0,-2 6 4 16,-2 3-4-16,0-2 4 0,-3 2-10 0,0 2-11 16,-1 5-4-16,0 0-1 0,0 0-6 0,0 0-1 15,0 0-5-15,-31 18 2 0,10 0-4 16,-1 1-1-16,1 3 3 0,0 0-4 0,3 1-3 0,4-1-2 16,4-4-5-16,5 0-1 0,2 3 1 0,2-1-8 15,4-4 6-15,2 3 0 0,7-2-5 0,-3 0-1 16,4-2 0-16,-1-1 2 0,-1 2-1 0,1-3-4 15,-2-1 3-15,-4-1-3 0,2 0 0 0,-3-2-3 16,3-1-3-16,-5 2 1 0,0-4-4 0,0 1-5 16,-2-1-3-16,-1-6-10 0,-3 12-16 0,-1-6-31 15,-1-1-28-15,-2-1-30 0,0-2-30 0,1 1-17 16,6-3-185-16,-15 2-404 0,15-2 179 0</inkml:trace>
  <inkml:trace contextRef="#ctx0" brushRef="#br0" timeOffset="34006.78">16613 6493 76 0,'3'-5'240'0,"-3"5"-17"0,0 0-12 16,0 0-14-16,-12-7-10 0,12 7-7 0,-18 7-16 16,1 0-11-16,0 2-19 0,-1 1-5 0,0 3-11 15,1-2-10-15,1 3-13 0,2-2-8 0,1 1-7 16,2-1-13-16,3-1-6 0,0-1 0 0,4 0-9 15,2 2-5-15,3-2-9 0,-1-3-3 0,5 3-11 16,2-5-6-16,2 3-10 0,1-2-5 0,2-3-6 16,1-3 1-16,6 0-4 0,-2-1 6 0,1-2-6 15,-1 0 6-15,-2-6-4 0,-5 1 2 0,3 1-1 16,-5-2 6-16,5-4-6 0,-6 4 9 0,-1-2-1 16,3-5 4-16,-3 1 1 0,-4 3 4 0,1 1 1 15,-2 2 13-15,3 2 4 0,-4 0 5 0,0 7-7 0,4-10-2 16,-4 10-12-16,2-7 3 0,-2 7-4 15,0 0-1-15,0 0-1 0,5 20 3 0,-3-9-5 16,-1 1 3-16,0 4-2 0,2-2-1 0,-1 5 0 16,1-3-3-16,6 0-10 0,-4 0-18 0,-1 0-27 0,1-4-35 15,3 2-33-15,0-1-47 0,0-4-51 0,-2 0-205 16,3-5-451-16,3 0 200 0</inkml:trace>
  <inkml:trace contextRef="#ctx0" brushRef="#br0" timeOffset="34234.25">16975 6306 177 0,'0'-25'242'0,"0"9"1"15,0 1 1-15,0 3-2 0,-1 2-8 0,2 4-19 16,-1 6-18-16,0-10-30 0,0 10-17 0,0 0-15 16,0 0-6-16,0 0-6 0,0 38-3 0,-1-11-8 15,2 2-10-15,-1 5-3 0,1-4-18 0,-1 5 7 16,3-5-18-16,-3 2-2 0,0-3-9 0,1-1 0 15,-2-1-21-15,1-2-25 0,2 1-24 0,-2-8-32 16,2 0-38-16,-1-2-43 0,-2 0-39 0,-1-4-38 16,2 1-35-16,-2-3-189 0,2-10-461 0,-5 15 205 15</inkml:trace>
  <inkml:trace contextRef="#ctx0" brushRef="#br0" timeOffset="34807.3">16931 6595 1777 0,'2'-12'25'0,"-1"-1"12"15,2 4-7-15,-2-1-15 0,1 4-8 0,4-3 1 16,-3 4-8-16,1-2 15 0,4 2 0 0,0 0 4 16,2 2 6-16,0 2 4 0,-2 0-1 0,2 2-5 15,1 1 1-15,0 1 0 0,-1 3-2 0,1 2 0 16,-2-1-4-16,0 0 1 0,-1 3 0 0,-1 1-4 16,-1-1 1-16,-1 0 0 0,0 1-3 0,0 0-3 15,0 0 2-15,-1-3 1 0,0 3-8 0,0-4 6 16,1 0 2-16,-1-2-5 0,0 1 2 0,2-2-2 15,0 0 3-15,1-3-1 0,-7-1-3 0,14 0-2 16,-3-5 1-16,-2 0 0 0,1-1-1 0,0-3-1 16,-1-2-2-16,1 1 4 0,-2-5-4 0,0 1 6 15,1-1 0-15,-3 0-1 0,2-2 4 0,0 1 0 16,-2 1 1-16,-1 0 5 0,0 0 1 0,0 6 0 16,-1-1 9-16,0-1 0 0,-1 8 4 0,-3 3-9 15,4-8-6-15,-4 8-1 0,0 0-1 0,0 0-2 16,0 0 4-16,9 24 4 0,-9-11 0 0,1 1 0 15,-1 3 4-15,0 1-2 0,1 2-1 0,-2-2 0 16,0-1 2-16,1 2 1 0,0-2-7 0,0-4-1 16,1-2 2-16,0 1-1 0,3-1-1 0,-2-2-5 15,3-1 3-15,-2 0-2 0,1-3-1 0,0 0 6 16,-4-5-9-16,11 4-1 0,-3-4-3 0,-8 0-9 16,15-4 5-16,-7-1 0 0,1 0 2 0,-1-3-1 15,-1 0-4-15,5-6-2 0,-6 3 4 0,3-4 2 0,-1 4-2 16,1-6 1-16,1 2 0 0,0-1-2 15,0 1-1-15,-1 0-2 0,2 1 5 0,-3 6-8 16,5-3 5-16,-8 4-1 0,-1 2-2 0,0 2-2 16,-4 3 0-16,10-2 4 0,-10 2-1 0,12 6 2 0,-7 0 8 15,4 3-1-15,-4 1 0 0,-1 1 6 0,0 4-5 16,-2-3-2-16,1-1 3 0,1 0 0 0,-3 3-1 16,1-2 1-16,1 0-1 0,1 0-9 0,-1-1-12 15,0-2-32-15,-2 0-46 0,6-1-54 0,1-5-59 16,-2 1-217-16,-6-4-458 0,22 2 202 0</inkml:trace>
  <inkml:trace contextRef="#ctx0" brushRef="#br0" timeOffset="35154.14">17959 6506 2106 0,'-6'-10'21'16,"0"1"28"-16,-1 1-1 0,1 2-23 0,-4 1-2 15,3 3 4-15,-3 0 11 0,-2 4 12 0,1 0-2 16,-7 5 6-16,2 1 10 0,0 4 8 0,0 1-4 15,2 3-5-15,-4 2-5 0,4-3-2 0,5 2-7 16,-1-2-4-16,4-2-4 0,2-2-1 0,3 0-4 16,1-1-6-16,4 1-3 0,0-4-3 0,3 0-10 15,5-3-2-15,-1 2-5 0,4-5 1 0,-3-1-10 16,2-1 1-16,0-1-7 0,0-2 6 0,3-2-1 16,-6 3 1-16,-1-6 3 0,-1 1-1 0,3-4 0 15,-3 4 1-15,-3-4 1 0,1-4-3 0,-3 7 0 16,3-6 2-16,-3 5 8 0,0 1 5 0,0 3 4 15,-1 0 0-15,0 1 1 0,-3 5-5 0,5-8-8 16,-5 8 0-16,0 0 2 0,0 0 1 0,0 0 4 16,9 13-3-16,-8-4 0 0,2 2 1 0,-2 2 10 15,2-1-9-15,-1 2-9 0,1 2-12 0,-1-2-23 16,0 0-39-16,0 3-41 0,1-8-48 0,2 2-54 16,0-4-60-16,-1-1-146 0,0-1-454 0,-4-5 200 15</inkml:trace>
  <inkml:trace contextRef="#ctx0" brushRef="#br0" timeOffset="35390.58">18250 6296 154 0,'2'-10'268'0,"-2"0"4"16,3 1-15-16,-1 2-19 0,-2 7-26 0,0-7-20 15,0 7-16-15,0 0-7 0,0 0-3 16,1 31-5-16,-1-10 3 0,-1 5-14 0,-2 3-19 15,2 0-5-15,0 0-10 0,-2-1-13 0,2-1-6 0,-2 0-9 16,2 0-6-16,1-2-3 0,0-1-8 0,-1-7-29 16,1 1-11-16,1 3-34 0,-1-6-31 15,-1-2-27-15,1 1-49 0,-1-5-51 0,2-1-46 16,-1 0-50-16,0-8-195 0,-3 9-490 0,3-9 216 16</inkml:trace>
  <inkml:trace contextRef="#ctx0" brushRef="#br0" timeOffset="35650.11">18116 6473 48 0,'0'0'186'0,"0"0"-18"0,0 0-3 0,14-5-9 0,-6 4-8 16,4 2-14-16,5-1-13 0,0 1-11 0,2 0-14 16,3-1-7-16,-3 1-9 0,3-1-9 0,1 2-9 15,-4-1 0-15,1 1-7 0,-2 1-7 0,-4-3-6 16,0 2-3-16,-3 0-10 0,0 2 4 0,0-1 1 15,-4 0 1-15,-2 1 8 0,0 1 2 0,0 1 1 16,-1 0 2-16,-1 4 4 0,-1-2 0 0,-1 5 3 16,-1-1-2-16,2 4-3 0,-4-3-1 0,0 3-1 15,-1 0-7-15,0-2-2 0,1-3-2 0,0 1-24 16,-1-2-42-16,1 3-53 0,-1-2-43 0,2 0-69 16,-2-3-182-16,3-8-406 0,-5 12 179 15</inkml:trace>
  <inkml:trace contextRef="#ctx0" brushRef="#br0" timeOffset="35810.28">18486 6310 56 0,'-4'-10'200'0,"2"-1"-35"15,1 5-34-15,1 6-39 0,-2-10-41 0,2 10-42 16,0 0-46-16,-6-3-75 0,6 3-120 0,0 0 53 15</inkml:trace>
  <inkml:trace contextRef="#ctx0" brushRef="#br0" timeOffset="36308.25">18613 6421 93 0,'0'7'188'0,"0"-7"-8"0,0 0 0 15,-1 16 9-15,-3-9 3 0,-1 3-6 0,0 2-10 16,0 1-13-16,0-4-11 0,-3 7-18 0,2 0-11 15,1-1-11-15,2-3-12 0,0 1-7 0,1-1-8 16,2-2-9-16,0 3-8 0,0-4-7 0,4 0-6 16,-3-1-6-16,3 1 1 0,2-1-14 0,-2-4-6 15,1 1-5-15,2-4-4 0,-7-1 0 0,7 2-2 16,-7-2-3-16,0 0 0 0,13-10 1 0,-9 6-6 0,2-3-3 16,-1-4 3-16,-1 1-5 0,0 1-3 15,0-1 2-15,0 0 5 0,3-2-7 0,1-2 3 16,-3 2-2-16,0 0 7 0,3-1 4 0,-2 3 0 15,1 2-7-15,-2-1-1 0,0 5 0 0,0 0 0 0,-5 4-4 16,11 0 3-16,-11 0 2 0,13 7-2 16,-7 0 2-16,-1 4-3 0,2 1 2 0,-3 1 13 0,-1 1-12 15,3 1 6-15,-3-2-3 0,-1-2 0 16,1 1-1-16,-1 2 4 0,1-7-5 0,-2 1 3 16,0-3-1-16,-1-5 5 0,3 10 0 0,-3-10 9 0,1 7 5 15,-1-7 5-15,0 0-7 0,0 0 2 0,0 0-12 16,0 0 2-16,16-17-4 0,-11 7-4 0,4 2 5 15,-4-3-4-15,4-4-4 0,0 3-1 16,2-2 0-16,-1 1 3 0,2 1-7 0,-1 1 2 0,1-2-5 16,-1 6 0-16,-2 2-1 0,2 1-2 0,0 2 4 15,-5 1-4-15,-6 1-1 0,17 6-2 0,-11-1 1 16,2 2 2-16,-2 1 3 0,1 1 0 16,-3 2-1-16,-3 1-1 0,3 0-6 0,-3 3-10 0,-1-3-29 15,-4 0-33-15,1 0-43 0,0 2-52 0,-1-3-52 16,-2 3-248-16,0-4-514 0,1-1 227 0</inkml:trace>
  <inkml:trace contextRef="#ctx0" brushRef="#br0" timeOffset="37753.68">19905 6306 2742 0,'4'-10'0'0,"3"2"6"0,-6-2-9 16,-1 2-7-16,0 8 6 0,-8-13-2 0,6 9 7 15,2 4-2-15,-12-3 9 0,2 3 3 0,-1 4 8 0,-5 5 11 16,-6 6 8-16,-2 6 5 0,2 5-2 0,-1 0 2 16,-1 3 5-16,5 0-13 0,2-1 0 0,7-1-5 15,1 1 0-15,4-2-1 0,4-2-5 0,-1 1-1 16,6-6-2-16,2-3-6 0,5 1 8 0,-2-1-10 15,5-4-13-15,3 0-18 0,2-4-16 0,5 2-18 16,-2-6-17-16,-1-2-16 0,9 0-7 0,-11-5-6 16,1 1-1-16,2-1 6 0,-3-2 0 0,1-4 4 15,-4 1 11-15,-1-1 11 0,1-1 3 0,-3-2 10 16,-3-2 1-16,3 0 10 0,-4 0 5 0,-2-3 20 16,0 3-2-16,-1-1 19 0,-2 3 6 0,1-3 4 15,-1 3 11-15,-2 2 12 0,1 4 2 0,-3-1 4 16,0 7-9-16,4-6-2 0,-4 6 1 0,0 0 17 15,0 0 3-15,0 0 6 0,-3 29 5 0,-2-13-3 16,-1 2-6-16,-2 5-6 0,2-4-2 0,1-3-5 16,1 1 2-16,1-1-11 0,3-6 5 0,-1 5-6 15,2-1-2-15,0-5-3 0,2 2-1 0,1-1 0 16,0-4-2-16,2-3-6 0,0 1-1 0,5-3-8 16,-1-1 0-16,3-1-2 0,-2-3 5 0,2-1-7 15,1-4-1-15,-3 2-1 0,-2-2 0 0,3-4 1 16,-4 2 2-16,2-6 0 0,-4 7-3 0,-1-6 2 15,4-1 2-15,-4 1-2 0,-1-2-1 0,1 0-4 16,-2 1 5-16,-2 4 12 0,4 2 3 0,-5 4 4 16,0 0 2-16,0 7-6 0,2-10-4 0,-2 10-4 15,0 0 0-15,0 0 0 0,0 0 8 0,0 0 11 16,0 0-5-16,-3 27-4 0,2-15-1 0,1-1-3 16,0 5 2-16,-2 1 0 0,2-2 2 0,2 1-2 15,0 0 1-15,1-5 2 0,1 4-3 0,1-3 0 16,-2 0 1-16,4-2-2 0,2-2 1 0,1 1-5 15,2-4 1-15,4 1 2 0,1 0 1 0,-6-2 0 0,9-2-7 16,-1-2 2-16,-3-3-1 0,-4 0 0 0,4-1 1 16,-4-3-2-16,3-1-1 0,-4 1-2 15,2-4-4-15,-1 0-3 0,-3-2-1 0,0-2 3 16,-1-2-3-16,-3-2-2 0,-3 1 3 0,2-7-2 0,-4 5-6 16,0-1-1-16,-2-3 2 0,-2-3 1 15,0 6-5-15,-1 4 2 0,0 0 8 0,-2 1-4 0,4 4 5 16,0 2-1-16,0 0-1 0,-2 2-1 15,4 2 7-15,1 6-5 0,-3-9 0 0,3 9-2 0,-2-7-2 16,2 7-1-16,0 0 2 0,0 0 0 0,0 0 0 16,0 0 1-16,0 0 7 0,15 0-4 0,-15 0 0 15,28 9 2-15,-7-3 1 0,7 1-2 0,0 0 1 16,-1-2-2-16,-9 1 11 0,3-2-9 0,-4 2 1 16,1-1-2-16,-5 0 2 0,-1 1 0 0,-3 1 4 15,0 3 4-15,2 0 5 0,-6 0 6 0,0 5 5 16,-3-2-3-16,-2 2 0 0,2-1 0 0,-4 0 1 15,0 1-7-15,1-2-1 0,-2-1-2 0,3 1 10 16,-1-1-8-16,1 0 0 0,2-2-4 0,0 2 3 16,1-3-3-16,1 1-1 0,4-2 1 0,1-1 0 15,0 0-3-15,2-2 3 0,3 0-4 0,3-3 2 16,-3 0-3-16,0-2 1 0,0 0-2 0,0-2-3 16,0 0 0-16,-4-3-3 0,2 0-3 0,1-2-3 15,-2-4 4-15,1 4-7 0,-3-8 8 0,-3 4-2 16,1-4-4-16,-4-3-1 0,2 2 5 0,-3-2-3 15,-4-1-3-15,-1 2 4 0,1-2 0 0,1 3 1 16,0 2-3-16,1 4 6 0,-3-2 0 0,2 3 0 16,0 3-3-16,1 6 1 0,0-13-2 0,0 13 4 15,4-7-4-15,-4 7-1 0,8-4 1 0,-8 4 1 16,14 0 0-16,-14 0 5 0,18 7-7 0,-9 0 5 16,0 0-3-16,3 1 2 0,-6 2-1 0,4 4 0 15,-3-3 4-15,-3 3-3 0,2 2 1 0,-1 0 16 16,0-1-14-16,-1 1 1 0,-3-3-4 0,2-2 2 15,0 1 3-15,-1 0 0 0,3-1-3 0,-1-1 4 16,0-1-1-16,2-2 5 0,3-1 5 0,3 1-3 0,-3-3-4 16,2-1 0-16,2-3-2 0,1-1 3 0,4-1-2 15,-5-2 2-15,6-1-2 0,-1-3-2 16,-2 0 3-16,0-3-1 0,-2 0-1 0,-4-3 1 16,1 0-3-16,-2-3 0 0,-1-1 1 0,-3 1 4 0,-1-2-3 15,-3 1-3-15,2 0 6 0,-6 2 1 16,1 0 7-16,-1 4-7 0,-1 2-3 0,-1 1 2 0,0 4-3 15,-3 3 0-15,8 2 1 0,-19 3-4 16,3 4 4-16,2 3 2 0,-3 3-7 0,3 2-15 0,-3 8-21 16,7-4-31-16,-2-4-38 0,6 5-43 0,-1-4-41 15,4 1-31-15,2 2-35 0,1-2-159 0,0 0-451 16,4-1 200-16</inkml:trace>
  <inkml:trace contextRef="#ctx0" brushRef="#br0" timeOffset="37964.41">21414 6641 189 0,'8'-9'204'0,"-1"-1"4"0,2-3-9 16,-2-3-3-16,4 0-12 0,-1 0-4 0,1-5-9 16,1 4 2-16,1-6-8 0,-2 6-4 0,1 1-20 15,-1 1 5-15,3 1-15 0,-5 5-15 0,0 1-10 16,1 3-6-16,-2 1-13 0,2 2-13 0,-3 4-6 16,3 0-7-16,0 5-6 0,-2 0-3 0,-1 3-4 15,0 3-2-15,-2 2-5 0,-3 0 0 0,2 1-9 16,0 0-5-16,-3 2-1 0,3-3-24 0,-4-2-23 15,3-2-42-15,-2 2-53 0,0-1-57 0,2-4-64 16,-3-1-233-16,2-2-510 0,-2-5 226 0</inkml:trace>
  <inkml:trace contextRef="#ctx0" brushRef="#br0" timeOffset="38191.3">21944 6215 87 0,'1'-9'268'16,"0"4"-18"-16,-1 5-28 0,0-8-17 0,0 8 6 16,0 0 14-16,0 0 7 0,-11 35-12 0,6-12-9 15,-3 2-18-15,3 1-20 0,-4 3-4 0,1-1-30 16,3-1-8-16,0 0-12 0,1 0-10 0,2 0 3 16,-5-2-27-16,6-6-8 0,0-1-14 0,1 0-13 15,-3-1-26-15,3-1-33 0,0 0-39 0,-1-6-45 16,1 2-52-16,0-5-51 0,-1 0-55 0,1-7-222 15,-3 6-511-15,3-6 227 0</inkml:trace>
  <inkml:trace contextRef="#ctx0" brushRef="#br0" timeOffset="38339.83">21810 6406 165 0,'0'0'242'0,"2"-7"-26"0,-2 7-20 16,10-4-16-16,-2 1-20 0,2 0-15 0,8 0-16 15,1 2-19-15,4-1-38 0,7 1-52 0,2-1-68 16,1-1-44-16,0 3-158 0,-1-4-269 0,-2 1 119 0</inkml:trace>
  <inkml:trace contextRef="#ctx0" brushRef="#br0" timeOffset="39127.42">13771 6883 106 0,'-29'4'107'16,"1"0"-4"-16,-1-3-13 0,10 3-4 0,0-3-2 0,4 1 3 15,1 0-20-15,1 0-4 0,3-2-7 16,2 3 1-16,3-2-8 0,5-1-8 0,-10 3 7 15,10-3 14-15,0 0 15 0,0 0 4 0,0 0 10 16,21 15 5-16,6-9-1 0,7 1 7 0,16-3-4 0,4-1 0 16,9-1-13-16,33 1-1 0,-31-2-8 15,32-1 0-15,1 0-6 0,8 0-1 0,-2-2-8 16,10 2 3-16,1 5 0 0,3-2-7 0,7-1 0 16,2 6-2-16,10-6 0 0,10 1-5 0,5-1-1 15,1 6-7-15,7 0-3 0,3-5 2 0,8 6 2 16,5 0-3-16,3-2-4 0,8 2 1 0,3-1-3 15,8-1 0-15,2 2-3 0,8-1 0 0,0 1 0 16,9 1-1-16,-3 1-1 0,2 0-2 0,1 0 4 0,6-3 7 16,-1 2-13-16,-6 1-3 0,2-5 4 0,1 2 0 15,1 2-1-15,-7-1-5 0,-1-3 4 0,-5 1 4 16,2 0 5-16,-6 0 2 0,-10-1 2 0,-4 3 0 16,-6 0 7-16,-10-1 9 0,-10 1-13 0,-7-3 1 15,-11 2 3-15,-6-2 1 0,-9 4 8 0,-15-4-5 16,-9 3-9-16,-12-6 10 0,-32 1-5 0,-3 2-2 15,-4-2-7-15,-17 1 5 0,-4-2-8 0,0 1-4 16,-6 1 8-16,-10-2-35 0,0 2-20 0,-3 0-6 16,-1-2-25-16,-4 0-38 0,0 3-48 0,-1-2-48 15,-1 2-74-15,0 0-84 0,-4 0-218 0,-4-6-607 16,0 0 268-16</inkml:trace>
  <inkml:trace contextRef="#ctx0" brushRef="#br0" timeOffset="96114.16">9509 7803 104 0,'0'0'192'0,"-6"-4"-4"0,6 4-6 15,-7-6-5-15,7 6-4 0,-5-5-5 0,5 5-11 0,0 0-11 16,0 0-8-16,-4-5-13 0,4 5-10 0,0 0-12 16,0 0-7-16,0 0-9 0,0 0-10 0,0 0-11 15,0 0-4-15,0 0-6 0,0 0-9 16,12-9 0-16,-2 6-5 0,4 1-6 0,5-3 0 0,9-1-6 15,0-2-9-15,1 3-9 0,0 1-13 0,-3 0-23 16,-6-1-25-16,0 2-32 0,-1 2-28 16,-6 0-28-16,0-1-12 0,0 2-25 0,-4 0-153 15,-9 0-353-15,10 3 156 0</inkml:trace>
  <inkml:trace contextRef="#ctx0" brushRef="#br0" timeOffset="96522.93">9597 7784 163 0,'0'0'152'0,"-6"4"-13"0,6-4-15 0,0 0-5 15,-1 12-3-15,1-12-7 0,1 18-2 0,-1-4-4 16,4 1-3-16,-3 5-15 0,0 5-1 0,0 0-13 16,2-1 0-16,-2 2-7 0,-2 0-7 0,2 3 0 15,-1-5-10-15,-1 0-1 0,1-5-8 0,0 1-7 16,0-3 0-16,0 0-5 0,-1 1 5 0,-1-2-6 15,1-1-5-15,1 0-3 0,-1-3 2 0,0-2-2 16,-2 3-2-16,2-6 4 0,0 1-5 0,-1-1 0 16,2-7-5-16,-2 11 5 0,2-11 0 0,-3 11-3 15,3-11 3-15,-6 4-1 0,6-4-4 0,-9 0 2 16,9 0-6-16,-13 0 4 0,13 0-3 0,-14-4 9 16,6 1 8-16,-2-2-1 0,1 2 3 0,3 0 5 15,-2 1 6-15,8 2-1 0,-11-5 3 0,11 5-2 16,-11-2-3-16,11 2 2 0,-10-4-6 0,10 4-5 15,-6-2-3-15,6 2 0 0,0 0-7 0,0 0-3 0,0 0 3 16,0 0-5-16,0 0 1 0,0 0-3 16,0 0 1-16,0 0-2 0,0 0 4 0,0 0-4 15,33 13-8-15,-11-12-21 0,-1-1-22 0,11 1-28 16,0-1-28-16,0 0-30 0,-1-2-27 0,0-3-23 0,-1 3-161 16,-8 0-370-16,-1-2 164 0</inkml:trace>
  <inkml:trace contextRef="#ctx0" brushRef="#br0" timeOffset="96687.92">10014 8139 134 0,'9'-3'137'0,"5"0"-5"16,-2-1-15-16,5 1-11 0,1-1-6 0,1 1-16 0,-1 0-12 15,-1 2-28-15,2 2-22 0,-7-2-30 0,2 2-30 16,-5 0-23-16,-2 0-80 0,0 1-151 15,-7-2 67-15</inkml:trace>
  <inkml:trace contextRef="#ctx0" brushRef="#br0" timeOffset="96837.67">10065 8203 41 0,'-6'3'195'16,"6"-3"-6"-16,-12 1-19 0,6 1-7 0,6-2-15 0,-8 1-4 15,8-1-18-15,0 0-18 0,-6 3-3 0,6-3-8 16,0 0-16-16,0 0-2 0,12 12-19 0,-1-8-30 15,7 0-35-15,3 1-19 0,11-2-49 0,3-2-56 16,-1 1-123-16,19-2-271 0,-3 0 121 16</inkml:trace>
  <inkml:trace contextRef="#ctx0" brushRef="#br0" timeOffset="97151.93">11577 7722 60 0,'-9'-4'187'0,"-1"1"-9"15,10 3-15-15,-9-4-17 0,9 4-13 0,-8-1-12 16,8 1-11-16,0 0-12 0,0 0-7 0,0 0-13 16,32-3-4-16,-11 2-8 0,6-2-9 0,6 1-9 15,-3 4-18-15,2-2-19 0,-1-2-28 0,-4 1-26 16,-7 1-27-16,-1 0-17 0,-6 0-21 0,-4 0-20 16,1 0-72-16,-2 1-217 0,-8-1 97 0</inkml:trace>
  <inkml:trace contextRef="#ctx0" brushRef="#br0" timeOffset="97816.31">11681 7699 85 0,'-12'0'120'0,"12"0"-7"0,-8 2 5 15,2 3-3-15,1 1 4 0,1 1-1 0,-1 3-2 16,2 3-8-16,1 4 1 0,-1 3 3 0,-1 4-2 16,3 1-15-16,0 1-3 0,-2-1-7 0,3 2-10 15,3 0 0-15,-3 1-9 0,0 0-4 0,1-2-4 16,2 0-10-16,-1-6-2 0,-2-1-2 0,0 0-5 0,0-2-8 15,-2 0 0-15,2-2 1 0,-2-3-5 0,1 4-1 16,-3-7-7-16,2 2 4 0,-1-4-5 16,1 0 1-16,-2-3-2 0,0 4 0 0,1-4 0 15,-3 1-1-15,-2-1-5 0,2-3 2 0,6-1-1 0,-14 3 0 16,2-3 0-16,2-1-2 0,1-1-6 0,-6 1 4 16,3-5-3-16,3 5 6 0,-1-3-7 0,1 2 1 15,1-2 3-15,1 1-1 0,7 3 3 0,-12-5 2 16,12 5-3-16,-6-1 1 0,6 1-3 0,0 0 0 15,-9-4-1-15,9 4-1 0,0 0-6 0,0 0 5 16,0 0 0-16,0 0 3 0,0 0-2 0,34 5-1 16,-18-5-1-16,4 0-1 0,3 0-7 0,8 2-14 15,-2-1-21-15,2-1-18 0,-4 0-13 0,2-3-28 16,1 3-16-16,-2-1-12 0,-7-2 5 0,0 0-14 16,-2 1 2-16,-1 0 7 0,0-4 12 0,-1 3 11 15,-5 1 6-15,2-3 14 0,-1 0 8 0,-3 0 16 16,-1-1 12-16,-1 0 14 0,-1 2 26 0,-1 1 16 15,-2-3 24-15,-4 6 12 0,4-7 7 0,-4 7-5 16,2-6 1-16,-2 6 16 0,0 0 3 0,0 0-4 16,0 0 5-16,0 0-11 0,0 0-1 0,0 0-5 15,0 0 10-15,0 0-1 0,0 0 0 0,-18 16 6 16,16-9-7-16,0-2-2 0,1 6-7 0,2-2-1 16,2 0-3-16,0 0 0 0,3 0-8 0,-1 1-2 15,2-1 0-15,2-3-4 0,3 3-3 0,1-5-1 0,3 1 0 16,1-1-3-16,4-3 2 0,-2 4 0 0,2-7-4 15,2-2 3-15,-3 0-2 0,0-1-1 16,7-5 1-16,-9 1-3 0,-3 0-3 0,-3-1 1 16,-2 0 0-16,-4 0 4 0,0-2-12 0,-3 1 3 0,-2-2-1 15,-3 0 2-15,-4-4-3 0,-2 3 6 0,-4-1-3 16,-1 1 3-16,-1 0-3 0,-2 5-1 0,-2 1-4 16,1 0 0-16,-2 4-4 0,1 1-2 15,0 3-16-15,-2 2-19 0,2 3-27 0,0 1-24 0,-1 4-31 16,2-1-36-16,4 0-50 0,1 2-161 0,2-2-391 15,5 0 173-15</inkml:trace>
  <inkml:trace contextRef="#ctx0" brushRef="#br0" timeOffset="97975.32">12213 8107 116 0,'4'-10'261'0,"-4"10"-28"16,2-6-27-16,-2 6-18 0,0 0-22 0,0 0-34 15,2-5-36-15,-2 5-40 0,0 0-28 0,0 0-42 16,0 0-26-16,0 0-31 0,0 0-39 0,0 0-99 16,0 0-224-16,-1 21 100 0</inkml:trace>
  <inkml:trace contextRef="#ctx0" brushRef="#br0" timeOffset="100611.6">12833 7629 70 0,'0'0'104'0,"0"0"0"15,0 0-8-15,-2-7-9 0,2 7-5 0,0 0-4 16,0 0-7-16,0 0 0 0,0 0-10 0,0 0 1 15,0 0-7-15,0 0 2 0,0 0-3 16,0 0-3-16,0 0 2 0,0 0-4 0,0 0-1 0,0 0-7 16,-1-9 0-16,1 9-5 0,0 0-2 0,0 0-4 15,0 0-5-15,-2-8 2 0,2 8 1 0,0 0 2 16,0 0-10-16,-5-8 0 0,5 8-1 0,0 0 7 16,0-10 2-16,0 10-6 0,-2-8 1 0,2 8-4 15,0 0 0-15,-2-12 1 0,2 12 3 0,-1-10-8 16,1 10 14-16,0-10 3 0,0 10-4 0,-2-6 4 15,2 6-7-15,0 0 1 0,-2-10-2 0,2 10 0 16,0 0 0-16,0 0-6 0,0 0-1 0,0-9-3 16,0 9-1-16,0 0-4 0,0 0-2 0,0 0-3 15,0 0-1-15,0 0-4 0,0 0 3 0,0 0 3 16,0 0-4-16,0 0 1 0,-4 27 0 0,4-15-5 16,-2 4 1-16,0 2 5 0,1 1 0 0,-3 5-2 15,2-5 4-15,0 8-3 0,-4-4-1 0,4 3 5 16,0 1-2-16,-2 0 2 0,1-1 2 0,1 1-2 0,0 2 2 15,0 1 5-15,-4-1 0 0,2 3 5 16,-5-1 4-16,3 0-3 0,-1-2-5 0,1 1 1 16,1-2 1-16,0-2-2 0,1-1 0 0,0-2 1 15,-1 4-5-15,5-9 2 0,-2-2-4 0,0 3 2 0,2-1 2 16,0-3 0-16,2-4-1 0,0 2 0 16,3-4-2-16,-1 4 2 0,3-4-4 0,2 4 0 15,-2-3 5-15,-1-1-4 0,3 0 4 0,1-2-7 16,-4-5 4-16,1 4-4 0,4-3 4 0,0 3-3 0,-2-4 1 15,0 1 0-15,0-2-5 0,2 0-8 0,-2-2-15 16,3 0-23-16,-3-1-19 0,1 0-24 16,0-1-22-16,3-1-33 0,-2-2-23 0,1 3-157 15,-3-3-347-15,1-2 154 0</inkml:trace>
  <inkml:trace contextRef="#ctx0" brushRef="#br0" timeOffset="100966.46">13193 8154 65 0,'0'0'161'0,"8"-5"-18"15,-8 5 6-15,9-4-11 0,-1 0-1 0,2 1-13 16,1-2-12-16,0 1-8 0,5-2-13 0,1-1-8 16,0 1-11-16,-2 0-1 0,3-3-9 0,-3 1-6 15,2 0-5-15,-2-3-5 0,-5 4-6 0,2-4 0 16,-3 2-6-16,1-4-1 0,-4 3-6 0,1-2 0 15,-3-1-5-15,-4 6-1 0,2-8-2 0,-2 5-4 16,0-1 4-16,-2 2 1 0,-2-1-1 0,2 4 5 16,-3 0-1-16,-1 4 1 0,-1-2-10 0,7 4 4 0,-16-2-2 15,16 2-2-15,-21 6 0 0,11 1 3 16,-1 4 11-16,-1 1 0 0,3 4-5 0,3-1-1 16,1 0-2-16,-2 5-3 0,5-4-1 0,2 1 5 15,0-2-4-15,7 0-2 0,0 0 0 0,-1 1-1 16,5-4-5-16,1 1-14 0,1-4-24 0,5 2-27 0,0-3-26 15,7 0-22-15,-5-2-15 0,0-2-33 16,7 0-19-16,-4-3-111 0,-5-1-306 0,-1 0 135 16</inkml:trace>
  <inkml:trace contextRef="#ctx0" brushRef="#br0" timeOffset="101318.62">13670 7971 98 0,'0'-10'135'0,"0"10"-8"0,4-5-9 15,-4 5 18-15,0 0-7 0,0 0-8 0,13 11-12 16,-7-4 7-16,0 5-7 0,1-3-13 0,2 6-8 16,2-2-4-16,-2 2-11 0,4-1-9 0,-3 2-3 15,-1 1-9-15,3-5-19 0,-2 2-22 0,-1-3-18 16,2 0-27-16,-1-2-23 0,-2-3-15 0,1 0-6 16,-1-3-16-16,-2 0-1 0,1-2-5 15,-1-1-8-15,-6 0-3 0,0 0-57 0,14-4-181 0,-10-1 585 16,1 0-289-16,-3-3 19 0,0 0 13 0,3-4 10 15,-4 0 15-15,0-5 13 0,1 1 8 0,-2-1 8 16,0-1 3-16,0 1-2 0,0 1 21 0,0 2 23 16,0 4 13-16,0 2 8 0,-2 2 2 0,2 6-9 15,-2-11-7-15,2 11-16 0,0 0-7 0,0 0-2 16,-12 4 10-16,1 9-5 0,-2 3 1 0,-2 5-9 16,-6 3-5-16,0-3-4 0,4 3-2 0,-1 0-4 15,-1-2-10-15,4 1-17 0,1-5-24 0,5-3-29 16,1 0-23-16,-1 0-31 0,6-5-45 0,-2 1-147 15,3-2-307-15,2-2 136 0</inkml:trace>
  <inkml:trace contextRef="#ctx0" brushRef="#br0" timeOffset="101557.85">14089 7782 188 0,'4'-7'210'0,"-4"1"-15"15,0 6-15-15,2-10-25 0,-2 10-14 0,0 0 1 16,0 0 12-16,0 0 2 0,4 40-13 0,-4-14-10 16,2 6-8-16,-2 1-11 0,-4 2-5 0,2 11-13 15,-1-13-8-15,3-2-9 0,-3 1-7 0,1-4-7 0,2 1-3 16,-4-4-9-16,4 0-2 0,-4-6-12 16,4 1-14-16,-1-4-25 0,-1 3-33 0,2-9-34 15,-2 3-26-15,2-2-29 0,0-3-25 0,0-2-21 16,0-6-30-16,-6 8-127 0,6-8-352 0,0 0 157 0</inkml:trace>
  <inkml:trace contextRef="#ctx0" brushRef="#br0" timeOffset="101751.46">14143 7922 127 0,'10'-3'142'0,"-1"2"-1"0,0 2-15 0,0 1-3 0,2 2-11 16,-2 0-4-16,-1 4-12 0,0 0-8 0,-5 1-4 15,3 1-4-15,-2 0-2 0,-4 2 1 0,0 1-8 16,-2 2-11-16,-3-4 4 0,-3 5-5 0,-4-3-11 16,4 0-3-16,-5-1-16 0,3-2-31 0,1-2-27 15,1 1-31-15,-2-1-45 0,1-3-156 0,0 1-283 16,2-2 125-16</inkml:trace>
  <inkml:trace contextRef="#ctx0" brushRef="#br0" timeOffset="102979.16">15154 7758 95 0,'-6'-4'140'0,"6"4"-1"15,0 0-11-15,0 0-5 0,-5-4-7 0,5 4-6 16,-5-4-6-16,5 4-10 0,0 0-6 0,0 0-14 0,0 0-6 16,0 0-7-16,0 0-13 0,0 0-1 15,0 0-2-15,0 0-1 0,-12 7 2 0,12-7 1 16,-5 12-3-16,-1-3 4 0,1 1-10 0,-4 5 0 0,2 2 0 16,0 2-7-16,1 0 0 0,-3 4 4 15,1 3 3-15,2 0-6 0,-2 1-5 0,3 1 3 16,-4-1-3-16,8 1-6 0,1 1 7 0,-1-1 3 15,-2 2 0-15,1-2-6 0,-1-1 5 0,-1-1-8 0,3 0-3 16,0-6 6-16,1 4-2 0,-2 2-4 0,0-2 2 16,2-5 0-16,0 2 2 0,-3-2-2 0,2-2 0 15,1-1-3-15,1 3-2 0,-1-7-2 16,-1-1 0-16,1 2-5 0,0-1 4 0,0-2-4 0,-1-2-1 16,1 2 0-16,0-10 1 0,1 12 0 15,-1-12 0-15,0 9-2 0,0-9 3 0,1 7 0 0,-1-7-3 16,0 0 0-16,5 5-3 0,-5-5 3 0,11-1-10 15,-11 1-22-15,19-7-14 0,-4-1-16 0,2-1-18 16,-1 1-27-16,9-5-30 0,-3 0-16 0,0-1-30 16,1-2-140-16,-5 4-343 0,4-2 152 0</inkml:trace>
  <inkml:trace contextRef="#ctx0" brushRef="#br0" timeOffset="103244.72">15489 8080 35 0,'0'0'88'0,"0"0"-3"0,0 0-15 0,0 0-2 15,0 0-13-15,0 0 0 0,0 0-6 0,0 0-11 16,0 0-2-16,0 0-12 0,0 0 5 0,0 0-11 16,0 0-9-16,0 0-14 0,0 0-15 0,0 0-14 15,0 0-66-15,0 0-109 0,0 0 48 0</inkml:trace>
  <inkml:trace contextRef="#ctx0" brushRef="#br0" timeOffset="103692.51">15213 7800 5 0,'0'0'138'0,"0"0"-3"0,0 0-14 0,0 0-14 15,0 0 0-15,0 0-11 0,0 0-5 0,0 0-2 0,0 0 4 16,-18 13-7-16,9-3 6 0,0 2-1 0,-4 4 4 16,-3 4-14-16,-1 4-1 0,0 3-6 15,-1 0-6-15,0 2 3 0,0-1 1 0,3 3 1 16,-1-3-5-16,3 2-1 0,1 0-5 0,3-1 1 0,3 0-5 15,-2-2-1-15,3-1 2 0,3-6-4 0,-1-1-3 16,0 1-4-16,1-1-5 0,2 0-3 0,0-2-2 16,2 0-2-16,2-2-4 0,-1-2 4 15,1-2-8-15,1 1-2 0,1-2-2 0,3 3-3 0,-2-4 0 16,3-1-1-16,1-1-2 0,-2-1 1 0,5 0-3 16,-2-1-3-16,-1-1-6 0,6-2-13 15,-6 0-18-15,7 1-29 0,1-4-22 0,-6 1-31 0,8-4-33 16,4-3-28-16,-4 0-30 0,-1 2-158 0,7-5-383 15,1 1 170-15</inkml:trace>
  <inkml:trace contextRef="#ctx0" brushRef="#br0" timeOffset="104119.06">15545 8082 63 0,'0'0'195'0,"0"0"-8"0,-2-11-2 0,2 11-12 0,0 0-17 16,2-13-4-16,1 9-13 0,2-2-18 0,0 0-10 16,2-1-12-16,3 0-8 0,-1-1-6 0,7-3-13 15,-3 1-1-15,0-2-9 0,1 2 0 0,1 0-7 16,-3-2-6-16,1 0-1 0,-5 1-4 0,5-2 1 15,-6 0-4-15,2 0-1 0,-2 2 2 0,-3 0-1 16,-2-2 2-16,2 2-12 0,-3 0 4 0,-1 0 6 16,2 2-2-16,-2 9-1 0,-3-17-5 0,-1 11-7 15,2 1 4-15,2 5-2 0,-8-8-8 0,2 5-3 16,6 3-1-16,-16 2-5 0,4 0 2 0,0 4 1 16,-5 4-2-16,2 1 0 0,-5 6-1 0,2 3 1 15,-2 0-1-15,5 5-2 0,1-3 0 0,5-5-1 16,-1 6 2-16,5-4-4 0,1-3 3 0,4 1-6 15,0 1 7-15,3-2-1 0,2 0-2 0,2 0-2 0,2-1-10 16,3-3-6-16,3 1-26 0,1-3-34 16,1 1-31-16,8-1-30 0,1-2-35 0,-4-3-31 15,6-2-183-15,-7-1-413 0,0-1 183 0</inkml:trace>
  <inkml:trace contextRef="#ctx0" brushRef="#br0" timeOffset="104493.65">16083 7828 218 0,'-3'-4'238'16,"3"4"-17"-16,-3-6-14 0,3 6-26 16,-4-7-21-16,4 7-20 0,0 0-11 0,0 0-18 0,0 0-4 15,0 0-12-15,7 21-8 0,-1-11-7 0,-4 6-6 16,6 0-11-16,-2 2-4 0,0-2-5 0,1 0-6 15,2 1-2-15,-4-1-2 0,0-5-8 0,0 1-5 16,0-1 2-16,0-2-4 0,3 1-2 0,-6-2-1 16,2-2-5-16,0 1-2 0,0-3 1 0,-4-4 0 15,5 7 4-15,-5-7 11 0,4 4 7 0,-4-4 3 16,0 0 0-16,0 0-5 0,0 0-7 0,15-17 4 16,-11 8-10-16,0-3-6 0,4-6 2 0,-1-1-3 15,1-5-3-15,0 5 0 0,-1-4-5 0,3-3 3 16,-2 2-4-16,-1 5 0 0,-1 1-5 0,0 2-8 15,-1-2-7-15,-1 8-13 0,0 1-21 0,-1-2-27 16,-2 7-41-16,-1 4-34 0,3-8-21 0,-3 8-6 16,0 0 4-16,0 0-16 0,0 0-17 0,4 19-101 15,-4-9-328-15,0 2 146 0</inkml:trace>
  <inkml:trace contextRef="#ctx0" brushRef="#br0" timeOffset="104696.15">16378 7897 120 0,'5'-4'186'0,"-5"4"-3"0,4-7 0 16,-4 7-7-16,0 0-5 0,0 0-12 0,0 0-17 0,0 0-18 16,0 0-14-16,0 0-10 0,0 0-9 0,0 0-1 15,4 22 3-15,-5-8 3 0,1 2-6 16,-2 3-12-16,1 1-4 0,-3-4-11 0,0 1-2 16,3 1-3-16,-3-1-9 0,3-5-7 0,0 5-4 0,-1-4-14 15,0-3-20-15,1 3-16 0,1-1-37 0,-2-3-30 16,2-2-38-16,0-7-40 0,0 11-30 0,0-11-147 15,0 0-363-15,2 6 161 0</inkml:trace>
  <inkml:trace contextRef="#ctx0" brushRef="#br0" timeOffset="104902.98">16497 7869 44 0,'10'-2'164'0,"1"-1"2"16,0 2-9-16,-3 1-4 0,1 2-9 0,1 4-4 15,-1 0-5-15,0 1-11 0,-3 4 2 0,3 0-7 16,-5 0 0-16,-2 5-7 0,-2 2-9 16,0 1-12-16,-2-3-6 0,-2 2-12 0,-4 0 0 0,1-1-8 15,-4 0-7-15,-5 1-6 0,-2 1-12 0,3-5-26 16,-5 4-38-16,1-5-36 0,1-2-49 0,0 0-28 16,-1-1-32-16,1-1-141 0,-1-1-335 15,-1-3 147-15</inkml:trace>
  <inkml:trace contextRef="#ctx0" brushRef="#br0" timeOffset="105072.27">15932 8307 52 0,'-6'4'226'0,"6"-4"-15"16,0 0-9-16,0 0-8 0,27 6-5 0,-7-4-13 16,8-2-12-16,7 0-13 0,2-3-15 0,14 1-11 15,-1-2-14-15,3 3-10 0,0-2-33 0,-3 3-33 16,-13 0-45-16,0 0-53 0,-3-3-64 0,-1 4-48 15,-15-1-120-15,3 0-319 0,-10 0 142 0</inkml:trace>
  <inkml:trace contextRef="#ctx0" brushRef="#br0" timeOffset="105405.72">16189 8388 40 0,'0'0'272'0,"-6"5"-30"15,6-5-22-15,-2 10-22 0,1 0-24 16,1 0-8-16,1 5-11 0,-1 4-7 0,2-1-10 16,-4 8-14-16,2-1-11 0,-1 0-10 0,0 1-11 0,0 0-7 15,1 0-10-15,1 0-4 0,-1-7-7 0,-1 0-5 16,3-3-8-16,-1-2-3 0,1-2-7 16,3 4-1-16,-3-7-6 0,3 2 4 0,-1-5-6 15,-1-1-2-15,-1 3-5 0,2-5 5 0,-4-3 3 0,9 3 6 16,-9-3-3-16,10-3-6 0,-2 0 2 0,1-8-2 15,2 0-2-15,1-3 1 0,-1-1-2 0,5-8-1 16,-1-1-5-16,-1-1-2 0,4 0-4 0,-4-3 1 16,4 1-7-16,-4 1 2 0,3 1-1 0,-6 8-1 15,-1 1-11-15,2 0-8 0,-6 4-23 0,1 5-28 16,-2-2-37-16,-1 4-42 0,1 0-35 0,-5 5-41 16,5-8-32-16,-5 8-144 0,0 0-422 0,0 0 186 15</inkml:trace>
  <inkml:trace contextRef="#ctx0" brushRef="#br0" timeOffset="105568.13">16499 8578 104 0,'8'3'192'0,"-8"-3"-3"0,13 3-2 0,-4-1-1 16,2-2-2-16,3 0-10 0,4-2-11 0,3 0-19 16,-2-1-14-16,8 1-15 0,0 0-13 0,-4 0-19 15,-2 0-27-15,9 1-42 0,-10-2-31 0,1 3-44 16,-5-7-38-16,3 5-19 0,-7 0-27 0,1 0-120 15,-13 2-285-15,14-3 127 0</inkml:trace>
  <inkml:trace contextRef="#ctx0" brushRef="#br0" timeOffset="105745.65">16768 8531 73 0,'-10'0'175'0,"10"0"-19"16,0 0-9-16,0 0-7 0,0 0 6 0,-8 5 18 15,7 2 7-15,1-7 0 0,-4 15-13 0,1-3-15 16,1-1-8-16,-2 0-11 0,0 5-9 0,3-1-10 15,-3 3-9-15,0-1-5 0,2-1-14 0,-4 0-5 16,4 1-8-16,-3-5-14 0,0 4-19 0,4-4-20 16,-2-1-33-16,3 2-32 0,-1-5-36 0,2 1-47 15,0-2-68-15,-1-7-147 0,2 10-380 0,-2-10 168 0</inkml:trace>
  <inkml:trace contextRef="#ctx0" brushRef="#br0" timeOffset="105981.71">17229 8344 132 0,'0'0'231'0,"-1"-9"-23"15,1 9-14-15,0 0-14 0,6-7-12 0,-6 7-12 16,9-3-11-16,3 1-14 0,-1 1-14 0,6 1-11 15,5 0-8-15,-2 0-13 0,1 0-15 0,-1 0-18 16,0 1-25-16,0 3-34 0,1-4-43 0,-3 0-34 0,1-2-51 16,2 2-169-16,-3-3-330 0,-4 1 146 15</inkml:trace>
  <inkml:trace contextRef="#ctx0" brushRef="#br0" timeOffset="106225.87">17797 8002 2 0,'0'-9'233'16,"1"3"-4"-16,-1 6-12 0,1-9-5 0,-1 9-9 15,2-8-8-15,-2 8-21 0,0 0-20 0,0 0-15 16,0 0-10-16,0 0-9 0,0 0 6 0,0 0-4 16,-6 36-5-16,2-11-14 0,1 1-9 0,-4 0-5 15,4 1-8-15,0-1-11 0,-1-2-8 0,3-5 0 0,-2 1-7 16,1 3-6-16,0-3 4 0,2-4-15 0,-1 1-16 15,1 0-21-15,0-2-27 0,0 0-36 0,-1-2-37 16,2-3-41-16,0-4-44 0,1 2-53 16,-2-8-164-16,2 12-434 0,-2-12 192 0</inkml:trace>
  <inkml:trace contextRef="#ctx0" brushRef="#br0" timeOffset="106536.31">18101 7982 9 0,'0'-11'194'0,"0"11"-6"16,1-8 6-16,-1 8-2 0,3-11-4 0,-3 11-8 15,1-6-15-15,-1 6-14 0,1-8-22 0,-1 8-9 16,0 0-14-16,0 0-10 0,0 0-9 0,0 0-7 15,23 18-5-15,-13-3-4 0,1 0-6 0,1 9-2 16,0 1-3-16,-2 1-1 0,-2 0 2 0,-3 3-3 16,0-3-5-16,-2 2-4 0,-3-2 2 0,-2 0-10 15,-3 0-3-15,0-1-4 0,-5 2 3 0,-2-2-7 16,1 0-3-16,-4-2-11 0,-2 1-24 0,-2-3-29 16,-2-1-45-16,-3 2-61 0,-2-4-62 0,0 1-211 15,-1-2-449-15,-1-3 198 0</inkml:trace>
  <inkml:trace contextRef="#ctx0" brushRef="#br0" timeOffset="107323.43">18484 7753 1 0,'0'0'195'0,"-6"-6"-11"0,6 6-13 0,0 0-18 0,-5-5-11 16,5 5-12-16,0 0-11 0,0 0-13 0,0 0-9 15,0 0-12-15,0 0-4 0,19-4-8 0,-8 6-4 16,2-2-3-16,6 1-8 0,2 0-3 0,6-2-5 16,-6 0-5-16,1 2-1 0,-3-1-4 0,2 3-3 15,-2-2 0-15,-1-2-3 0,-4 2-2 0,-3 0-7 16,3 0 3-16,-3 1-7 0,-4-1-2 0,2 0-2 15,-1 1-2-15,-2 1-1 0,1-1 0 16,-7-2 0-16,10 6-4 0,-4-1 2 0,-1 0-2 0,-1 0 2 16,0 2 4-16,0 3 3 0,-1-1-2 0,-1-1 4 15,2 4-1-15,1 5 19 0,-3 1 5 0,2 1 1 16,-4 7-4-16,2 0-4 0,-4 0-3 0,5 3-5 16,-4 0 0-16,-1 4 1 0,1 2-4 0,1 0 1 15,-4 14 0-15,2-4-2 0,0 0 3 0,-1 4-2 16,3-2-2-16,-3 0-6 0,2-1-1 0,-4 1 1 15,3-13-1-15,-1 3-3 0,-1-2 1 0,0-2-1 0,0 2-1 16,-2-1-3-16,1-2 2 0,1 0-5 16,-4-2 2-16,3-3-2 0,-3-2-1 0,2-5 0 15,1-2 0-15,-6 5 0 0,3-8 2 0,0-1-2 16,-1 0 0-16,1-4 1 0,-7 2-1 0,3 1-3 0,-1-7 3 16,-4 2-3-16,-5-1 0 0,3 0 6 15,-2-4-6-15,1 1-8 0,-3-3-12 0,2-1-16 16,-7-1-29-16,2-1-32 0,-1-2-44 0,-4-2-29 15,3-2-39-15,-1-1-203 0,-2-3-443 0,-2-1 196 16</inkml:trace>
  <inkml:trace contextRef="#ctx0" brushRef="#br0" timeOffset="108349.97">8890 7603 41 0,'-1'-6'164'0,"1"6"-20"15,-2-7-20-15,2 7-17 0,0 0-13 0,0 0-5 16,0 0-2-16,0 0 1 0,1 45 1 0,-1-17-16 16,1 6 13-16,-1 16-11 0,-1 3 0 0,-3 5 5 15,-1 29-4-15,1-30 1 0,-1 1-1 0,0 23-2 16,1-26-7-16,-1 0-4 0,-3 3-6 16,5-3-4-16,4-1-1 0,-2-1-2 0,1-5-6 0,-2 0-2 15,6-2-2-15,-3-14-9 0,6 1 4 0,-5-2-5 16,1-1-3-16,2 2-2 0,0-6-1 0,0-1-9 15,-1-5-14-15,1-1-20 0,-1-1-20 0,-3-3-29 16,2-1-35-16,-2-4-37 0,-1-1-39 0,0-9-126 16,-4 9-330-16,4-9 146 0</inkml:trace>
  <inkml:trace contextRef="#ctx0" brushRef="#br0" timeOffset="109663.65">8961 7654 137 0,'0'-7'133'16,"0"7"-8"-16,4-11-16 0,3 6-11 0,3-2-6 15,5-1-14-15,4 2 1 0,10-3-13 0,4-1 1 16,17-2-12-16,8 0 2 0,5 2-5 0,27-8 7 15,1 8-8-15,-2-3 4 0,3 2 2 0,0 1-11 16,4 0-4-16,3-1-1 0,-1 1-6 0,0 0-4 0,5 1-3 16,3 3-2-16,0-2-4 0,0 2-1 15,-3 3-5-15,6-5-2 0,2 1 3 0,4 0-3 16,8-1-1-16,0-2-5 0,7 2-1 0,0 1 3 16,5-2-1-16,4 1 3 0,6 1-7 0,-4 3 3 0,5 3-4 15,-6 0-1-15,1 0-1 0,1 0 4 0,1 1-4 16,1 2 6-16,0 2-4 0,-5-3-1 0,3 2 3 15,-4-1 2-15,6-1-1 0,0 0 0 16,-3 1-4-16,1-3 5 0,3 2-7 0,-1-2 7 0,1 3-7 16,5-2 9-16,-2-1-8 0,-5 0 2 0,0 1 1 15,3-3-3-15,-3 3 1 0,5-5-4 0,-2 5-3 16,-5-1 1-16,3 1-1 0,-3-3 6 16,-5 2-10-16,5 0 7 0,-3 1 2 0,-8 2 0 0,-1-2-6 15,-2-1 10-15,-3 6-5 0,4-2-2 0,-6-1 5 16,1 2-3-16,-4-1-10 0,-4 3 14 0,0-5-7 15,-1 3 4-15,-7-2-1 0,0 1-3 0,-2 1 1 16,-1-2 4-16,-7 2-8 0,-3 1 6 0,-3-4-2 16,-27 2 4-16,27 1-1 0,-26 3 9 0,1-4-7 15,29 5-4-15,-32-4-1 0,-1 0 0 0,4 0 4 16,-1 1 0-16,-3 0-4 0,2-3 0 0,-5 1 2 16,0 0-3-16,0-2-4 0,-1 2 5 0,0-1 2 15,-2 0-2-15,1-1-2 0,0 1 5 0,-5 0-1 16,-1-2-6-16,-14 0 4 0,0 0-3 0,-3 0 4 15,1 0 5-15,-1 3-10 0,-1-3 1 0,-4 3 5 16,-2-2 1-16,-5-1-3 0,0 3 4 0,-3 0-5 16,-1-2 9-16,-4 1-3 0,-3 0-6 0,-3 0 1 15,3 0 1-15,-3-1 0 0,-2 1 2 0,0 1-4 16,-6-3 1-16,11 5 1 0,-7-2 5 0,-4-3-5 16,6 7 1-16,-2-1 0 0,0 0 5 0,-1 3 4 15,-1 1 0-15,1 1-1 0,-1 4 1 0,2 4 2 16,0 0 3-16,-2 1-5 0,3 4 1 0,-2-4 4 15,-2 8-2-15,2-2 3 0,-3 2 0 0,3-2 0 16,-3 3-2-16,-3 1 8 0,3 2 5 0,0 3 0 0,-1-1 1 16,-1-1-2-16,0 13 3 0,2-10 1 15,5 11-1-15,-4-13 3 0,3 14 0 0,-4-3-2 16,1-10-6-16,3 14 2 0,-3 1 0 0,2 2-3 0,-3 0-3 16,0-2 0-16,1 3 1 0,2-1 1 0,-3 0-5 15,-2-1 3-15,6 4-7 0,-4-5 5 16,2-1-3-16,-2-15-2 0,0 15 0 0,-4-1-2 0,2-11 0 15,0 9 0-15,2 1 0 0,-5-13-1 0,0-1-5 16,0 1 6-16,-2-1-3 0,3-1 0 0,-1 0-4 16,-4-4 3-16,4-2-1 0,0 1-2 0,-1-4 6 15,0-6-4-15,1 1-5 0,-2-1 8 0,-1-1-7 16,2-1 2-16,-2-1-3 0,-5 0 2 0,3 0 0 16,-5-2 0-16,-1 2 1 0,-1-5 1 0,-5 2-1 15,-5 5-1-15,-3-6 2 0,-1 2 2 0,-3-7-4 16,-6 4 3-16,-9 0-1 0,-5 0 0 0,-1-4-4 15,-2 2 4-15,-2 0-1 0,1-3-2 0,-7-4 4 16,0 0-5-16,-28-2 6 0,26 4 0 0,-30-5 0 16,-1-1-1-16,-1 2-2 0,4-3 1 0,-4 3-1 15,-1-1 2-15,-4 1 1 0,-4 0-2 0,-7-5 0 16,-4 5 0-16,-6-5-2 0,-1 2-1 0,-3 1 0 16,-10-1 4-16,-1-1-2 0,-6-2 0 0,-2 2-5 15,0-2 3-15,-3 4-3 0,-8-4 4 0,0 1-1 16,-5 0 1-16,-1 1-5 0,-3 0 3 0,0-2 1 15,-8 1-1-15,2 2 4 0,-3 1-8 0,-3-1 1 16,-4 2 3-16,-1-1-2 0,-5 2 0 0,-1 0 1 16,0 0 4-16,2-2-2 0,-2 2 0 0,7 4-2 15,2-4 3-15,-4 1 1 0,-3-6-4 0,5 6 0 16,8-2 4-16,4 2-2 0,5-1 4 0,3 1 2 16,9 0 2-16,7-2-2 0,7 0 7 0,10-5 3 15,4 3 7-15,9 0-2 0,3-2-2 0,2 3-1 16,10-2 3-16,5 2-2 0,0 1 2 0,32 0-3 15,-29-4-1-15,33 4-1 0,-2 3 1 0,1-3-5 0,1 3-1 16,-1 0 3-16,3-1-6 0,1-1-1 16,7 2 1-16,12-2-1 0,4 1-5 0,-1 1-6 0,5-3-6 15,2 2-6-15,3-3-12 0,8 2-15 16,6-2-17-16,-1 1-18 0,2-1-20 0,5 3-19 0,-1-3-20 16,2 1-18-16,2-3-25 0,0-2-17 0,1 2-151 15,-1-3-376-15,4 9 167 0</inkml:trace>
  <inkml:trace contextRef="#ctx0" brushRef="#br0" timeOffset="110368.72">8937 8768 26 0,'0'0'89'0,"-8"-3"-14"0,8 3-1 0,-8-2-8 0,8 2-8 16,0 0 2-16,0 0-2 0,-14 5 4 0,12 1 4 15,2-6-9-15,-4 12 1 0,4-3 1 0,-1 3 3 16,3 3-6-16,-2 5 6 0,3-1-4 0,-1 6 3 16,1 7 2-16,1-3 4 0,1 6-1 0,-3 1-7 15,3 13-6-15,-2-13 0 0,-2 10-4 0,2-11-6 16,-2-1-7-16,0 0-5 0,1-3-2 16,-2 1 9-16,0-2-12 0,0-3 2 0,2-3-13 15,-3-6 4-15,1 0 3 0,0-1-5 0,1-1 5 0,-1-6-6 16,2 0 3-16,-4-1-5 0,2-9 6 0,2 13-4 15,-1-9-2-15,-1-4 0 0,0 0 3 0,1 11 2 16,-1-11 4-16,0 0 0 0,3 5-1 0,-3-5-2 16,0 0 4-16,12-1-3 0,0-2 5 0,2-1-4 15,5-4 6-15,9 0-4 0,4-2 0 0,4 2-4 16,15-3 5-16,3 2-5 0,3 2 4 0,6 0-2 16,25-2 3-16,-24 3-1 0,2 1-1 0,29 2-1 15,-32 1-1-15,30 2-7 0,-29 0 1 0,1 3-1 16,28 1 3-16,-30 0-12 0,1 2-7 0,0 0-14 15,0 3-5-15,2-2-10 0,0-1-12 0,0 1-9 16,23 2-23-16,-29-5-17 0,1 2-5 0,3-2-17 16,28-4 5-16,-30-1 15 0,28 1-6 0,-26-4-26 15,28-6-136-15,-26 3-283 0,24-5 126 0</inkml:trace>
  <inkml:trace contextRef="#ctx0" brushRef="#br0" timeOffset="110973.74">21228 8545 47 0,'0'0'234'0,"0"0"-21"0,0 0-28 0,30-6-24 15,-9 4-27-15,10-2-27 0,3 0-28 0,4 1-25 16,13-1-42-16,0-1-31 0,-12 0-59 0,0 3-111 16,-2-4-203-16,1 1 90 0</inkml:trace>
  <inkml:trace contextRef="#ctx0" brushRef="#br0" timeOffset="111314.28">22401 8207 56 0,'3'-8'252'0,"-1"-3"-20"0,-2 1-15 0,0 3-17 15,0 7-6-15,-5-11-14 0,2 8-16 0,3 3-15 0,-11-6-16 16,2 7-9-16,-2 2-9 0,-6 3-13 0,-1 4-7 16,2 0-14-16,-2 1-5 0,4 6-5 0,-2-4-10 15,6 4-9-15,1-1-2 0,4 1-5 0,1 1-5 16,6 1 2-16,3 7-8 0,1-11-4 0,4 2-4 15,1-2-1-15,3 0-3 0,4 4-2 0,3 0-3 16,-7-5 0-16,2 0 0 0,-5 0-5 0,4-1 3 16,-3 0-7-16,-4-3-1 0,0-1-4 0,-1 0 0 15,-4 1 0-15,-2-3 2 0,-1 3-2 0,-1-3-1 16,-7 2 4-16,-1 1 6 0,-1-2-11 0,-6 0 3 16,-2 0-6-16,2-3-3 0,-3 0-16 0,1-1-11 15,5-3-19-15,-1 1-22 0,4-2-21 0,-1 0-37 16,1-3-39-16,10 3-47 0,-10-7-155 0,7 3-402 15,3 4 179-15</inkml:trace>
  <inkml:trace contextRef="#ctx0" brushRef="#br0" timeOffset="111887.43">22718 8222 79 0,'5'-4'230'0,"1"0"-23"0,-6 4-25 16,5-4-18-16,-5 4-13 0,0 0-7 0,7 12 4 0,-3-2-3 15,-1 6-2-15,-2 3-10 0,0 5-10 0,-1 2-7 16,1 2-5-16,-1-2-11 0,-2 0-4 16,2 1-10-16,0 0-8 0,2-3-8 0,-2-6-3 15,2-1-4-15,-1-6-6 0,-2 3-8 0,2-3-3 0,-1 1-3 16,0-3-4-16,0-3 2 0,0-6-7 16,1 10-3-16,-1-10 0 0,2 7 1 0,-2-7-1 15,0 0-6-15,0 0-3 0,0 0 0 0,0 0-1 16,0 0-5-16,15-16 0 0,-9 9-6 0,1-2-5 0,-2-1-12 15,4-6 4-15,1-1-5 0,2 5-2 0,-2-5-5 16,4 2 7-16,-4-1-7 0,3 7 2 16,1-2 1-16,-4 1-1 0,2 7 4 0,-3-1-3 15,-2 1-4-15,0 2 7 0,-7 1-3 0,15 1 2 0,-6 3 4 16,0 1-1-16,-2 0 0 0,2 4 2 0,0-1-3 16,2 0 5-16,-2-2-3 0,1 2 6 15,1-1 0-15,1 1-3 0,-1-3 6 0,6 2-3 0,-5-6-1 16,0 2 3-16,0-1-3 0,-2-4 3 0,3 2 4 15,-2-3-4-15,-1 0 1 0,-1 0 3 0,0-1-3 16,-3-1 0-16,1-2-2 0,-2 1 3 0,0-2-7 16,0 5 4-16,-5 3 2 0,7-6 3 0,-3 1-2 15,-4 5-6-15,0 0 2 0,7-5-4 0,-7 5 2 16,0 0-2-16,0 0 4 0,0 0 0 0,11 8-1 16,-11-8 4-16,6 6-6 0,-2 0 3 0,1-2 4 15,1 0-3-15,1 0 2 0,0-2 1 0,0 1-2 16,2 0 5-16,-9-3-2 0,15 0 2 0,-9-2 4 15,-6 2-2-15,13-5 8 0,-8 2-7 0,-1-1 2 16,0-2-2-16,-4 6-2 0,3-12-1 0,-3 5-6 16,0 7-11-16,-7-17-12 0,3 13-14 0,-2-3-24 15,-2 2-39-15,2 0-29 0,6 5-29 0,-10-5-27 16,3 3-36-16,7 2-151 0,-11-1-401 0,11 1 178 16</inkml:trace>
  <inkml:trace contextRef="#ctx0" brushRef="#br0" timeOffset="112304.97">23557 8361 140 0,'3'-3'209'0,"1"-4"-4"0,2 3-4 0,-6 4 0 15,3-6-3-15,-3 6-10 0,0 0-5 0,4-10-14 16,-4 10-14-16,0 0-16 0,0 0-15 0,0 0-9 0,0 0-8 16,0 0-9-16,0 0 5 0,-17 20-10 15,11-10-6-15,-2 6-2 0,1-3-15 0,2 1-4 16,2 0-7-16,1 1-11 0,-1 2-3 0,3-6-2 15,1 1-8-15,2-2-6 0,2 0-13 0,3 0-14 16,-1-3-19-16,3 1-22 0,7-2-21 0,-2-2-27 0,8-1-37 16,-3-3-9-16,8 0-19 0,-7-5-1 15,0-2-16-15,-3 0 7 0,1-2 6 0,-5-2 16 16,0 0 3-16,-2-3 18 0,-1-2 9 0,-3-3 20 0,1 2 10 16,-2-8 25-16,1 8 14 0,0-9 14 0,-2 2 17 15,-1 1 19-15,2-2 2 0,-1 7 19 0,-2 0 18 16,0 1 11-16,-1 1 15 0,0 5 17 0,0 1 13 15,-2 2-4-15,0 2-9 0,-1 6-11 0,3-10-9 16,-3 10 2-16,0 0 18 0,0 0 2 0,0 0 5 16,2 26-2-16,-2-10 2 0,0 9-5 0,-3 0-3 15,0 0-8-15,0 1-12 0,-1 5-2 0,2-6-7 16,-1 2-7-16,1-1-3 0,0-1-3 0,-1 0-20 16,1-6-18-16,-3-2-29 0,4 2-40 0,-1 0-43 15,0-2-54-15,2-7-28 0,-1-1-52 0,0 1-159 16,-1-4-428-16,2-6 190 0</inkml:trace>
  <inkml:trace contextRef="#ctx0" brushRef="#br0" timeOffset="112498.58">23992 8316 151 0,'-3'-6'195'0,"-3"2"-18"0,6 4-8 0,-12-5-6 15,3 5-2-15,9 0-3 0,-22 6-9 0,8 3 3 16,-1 0-20-16,2 4-8 0,0 0-8 0,2 0-14 15,3 2-10-15,4-4-9 0,0 5-6 0,3-4-5 0,2 2-8 16,3-3-8-16,1 0-22 0,4 3-26 16,5-4-33-16,2 0-33 0,4-2-35 0,0-5-35 15,1 4-32-15,10-4-169 0,-10-3-356 0,9-2 158 16</inkml:trace>
  <inkml:trace contextRef="#ctx0" brushRef="#br0" timeOffset="112691.97">24285 8182 26 0,'6'-14'213'16,"-3"4"-5"-16,1 0 1 0,0 3-11 0,-3 2-15 0,-1 5-18 16,4-8-20-16,-4 8-16 0,0 0-1 15,0 0 5-15,0 0 8 0,2 19-5 0,-2-3-3 16,-1 4-12-16,-1 7-2 0,-2-1-17 0,0 1-12 0,0 1-4 16,0-2-12-16,2 3-3 0,0-2-12 0,1-3-21 15,-3 3-18-15,4-1-45 0,-1-7-45 0,1 0-52 16,0-8-54-16,1 8-49 0,-2-8-161 15,2 3-416-15,3-4 185 0</inkml:trace>
  <inkml:trace contextRef="#ctx0" brushRef="#br0" timeOffset="113283.9">24415 8529 115 0,'4'-5'217'0,"1"-1"-15"0,2-2-14 0,4-1-15 15,-3 1-1-15,5-2-1 0,-2 1-5 0,-3 2-16 16,2 0-8-16,0-1-11 0,-1-1-7 0,2-1-10 15,-4 2-15-15,2-1 0 0,-2-1-3 0,0 1-3 16,-2-1-6-16,0 1-8 0,-1 0-6 0,0-1-4 16,-4 4-4-16,0 6-6 0,0-8-9 0,0 8-6 15,0 0-4-15,0 0 2 0,-16 1-9 0,5 8 0 16,-3-1-3-16,1 6 0 0,-2-3-1 16,2 4-6-16,5-2-4 0,-2 2 1 0,2-1 1 0,2 0-3 15,4-2 1-15,2 0 0 0,1 0-2 0,6-1-1 16,0 0-5-16,2-3 0 0,5-1 3 0,4 2 0 15,-1-3-5-15,1-2-4 0,1-2-3 0,0 0-9 16,1-2-5-16,-2-2-1 0,1-2 0 0,-1-3 0 16,-1 1 5-16,-1-4-4 0,-1 2 4 0,-1-1 2 15,-3-4 1-15,-2 5-5 0,1-6 4 0,-1 1-1 16,2-2 2-16,-4 4-3 0,-3 0 8 0,2 1-5 16,-1 0 3-16,-3 3-1 0,0 3 7 0,1-2-4 15,-3 6-3-15,4-7 0 0,-4 7-3 0,0 0 14 16,0 0 5-16,0 0-3 0,0 0 3 0,-2 23 0 15,0-12-2-15,-1 0 1 0,1 0 1 0,2 2 1 16,1-2 0-16,2 0-8 0,2-3 5 0,0 1 3 0,2-1 0 16,0-1-2-16,4-4 1 0,3 1-4 15,3-5 4-15,1-2-5 0,-1 0-2 0,2-3 0 16,-1 1 1-16,-2-3 0 0,2 1 8 0,-5-2-14 16,-2 1 1-16,3-2 1 0,-3 2 1 0,0-1-2 0,-2 4 2 15,0-4-6-15,0 4 13 0,-4 4-15 0,-1-3 8 16,-4 4-10-16,9-2-4 0,-9 2 3 15,3 11 3-15,-3 0 8 0,-1 9 6 0,-6 5-2 16,-5 8 7-16,-6 13 1 0,-3-3-3 0,-1 3 0 0,-1-3 3 16,-3-3-7-16,3-11 5 0,8 3 0 15,0-5-4-15,0 1 2 0,-1-2 0 0,7-2-12 0,0 0-17 16,3-7-27-16,-1-3-31 0,4 1-54 16,-1-2-46-16,2-4-47 0,0-2-54 0,-1-1-189 0,3-6-504 15,0 0 223-15</inkml:trace>
  <inkml:trace contextRef="#ctx0" brushRef="#br0" timeOffset="113493.13">25224 8145 54 0,'-1'-7'262'0,"1"7"-29"0,-1-13-23 0,1 13-21 15,0-10-22-15,0 10-17 0,0 0-15 16,0 0-20-16,0 0-20 0,0 0-27 0,0 0-35 16,0 0-34-16,0 0-40 0,13 18-50 0,-8-10-56 15,1 2-92-15,-3 0-258 0,-1-1 114 0</inkml:trace>
  <inkml:trace contextRef="#ctx0" brushRef="#br0" timeOffset="114380.87">25278 8115 66 0,'0'0'177'0,"0"0"-19"0,0 0-15 15,0-8-16-15,0 8-16 0,0 0-14 0,0 0-3 16,0 0-17-16,0 0-1 0,0 0-11 0,0 0-7 16,0 0-7-16,-5 26-5 0,5-14-21 0,0 1-20 15,4 3-34-15,1 0-26 0,-1 4-44 0,-2 5-101 16,0-2-214-16,-1-4 94 0</inkml:trace>
  <inkml:trace contextRef="#ctx0" brushRef="#br0" timeOffset="114737.84">25405 8486 92 0,'11'-17'175'0,"3"3"-4"16,-2-1-11-16,6-8-15 0,1 3 8 0,0 1-13 15,-1-1-7-15,-1 0-12 0,-2 5-9 0,-2 3-7 16,-2 2-8-16,0 0-3 0,-5 5-11 0,1-3 0 15,-4 3-13-15,1 2-5 0,-4 3-9 0,7-7 0 16,-7 7-14-16,4-4-3 0,-4 4-7 0,0 0-4 16,0 0 0-16,0 0-6 0,0 0 2 0,0 0-5 0,0 0-2 15,0 0 0-15,-4 23-3 0,1-17-3 16,3 6-3-16,0-5 2 0,3 5-3 0,-1 0-1 16,3-1 5-16,2 6-5 0,1-2-2 0,1 1 3 15,0 0-4-15,-2 1 1 0,1-2 2 0,2 2-2 0,-3-1-2 16,-3 0-1-16,-2 0-4 0,1-4 3 15,-4 2 0-15,-1 4-3 0,-2-2-5 0,-2-5-18 16,-1 2-27-16,-3 0-11 0,2-3-17 0,1 0-17 0,-2-5-24 16,4 2-25-16,1-4-20 0,-1 3-119 0,5-6-308 15,-4 2 136-15</inkml:trace>
  <inkml:trace contextRef="#ctx0" brushRef="#br0" timeOffset="115424.23">26197 8440 140 0,'17'-11'180'0,"1"0"-9"0,-3 0 2 16,4 0-5-16,-8-3-7 0,3 3 0 0,-6 1-4 15,-3 0-13-15,1 0-9 0,-1-2-16 0,-2 2-10 16,-1-3-15-16,-2 3-2 0,0 0-7 0,-2-2-12 16,-4 2-5-16,2 0-5 0,-2 3-7 0,-1 1-7 15,-2 1-6-15,2 1-3 0,-4 1-3 0,2 3-7 16,-3 3-2-16,-1 4 3 0,-5 4-5 0,3 0 3 15,-6 6-6-15,6 6 2 0,1-2-4 0,5-2-3 16,3-2-1-16,0 2 3 0,6-1-3 0,2 1-4 16,4-1 5-16,0 0-3 0,6-3 0 0,10 2 1 15,-6-3-16-15,10-1-4 0,4-5-11 0,3 2-10 16,4-6-9-16,-1-2 0 0,2-2-8 0,-3-2 8 16,1-1-6-16,1-3-8 0,-1-1 9 0,-3-1 6 15,-5-2 2-15,3 1 2 0,0-4 2 0,-7-2 3 16,-3 1 7-16,1-3 3 0,-8 4 13 0,2 0 5 15,-6-3 2-15,-1 0 5 0,-1 0-1 0,-4-1 8 0,-2 6 5 16,1-1 3-16,-3 3 4 0,0 2 4 16,-3-2-3-16,-1 3 0 0,-2 0-8 0,-2 5 0 15,8 1-5-15,-20 0 2 0,2 6 0 0,1-1-2 16,-2 6 0-16,-4 4-1 0,1-1 0 0,2 3 0 0,6-3-9 16,3 1 6-16,3-4-4 0,1 3-1 0,0-3 2 15,7-2 2-15,0 0-2 0,2 1-2 16,-2-5 1-16,7 2 4 0,0-2-8 0,1 1 0 15,1-2-1-15,3-4 1 0,-1 2 0 0,3-5-3 0,-3-1-1 16,2 1 3-16,3-4-1 0,-5 0-1 0,1 2 1 16,-1-1 2-16,-1-1-4 0,0 1 2 0,-1 2-4 15,-1-2 1-15,-3 1-4 0,-1 4 2 0,-4 1-2 16,10-3-2-16,-10 3-3 0,9 6 2 0,-5 2 1 16,2 3 3-16,-2 5-1 0,-2 2 8 0,-2 10 2 15,0-2 5-15,-2 6 0 0,-2-4-3 0,2 5 1 16,-2-4 4-16,2-3-5 0,0 0 3 0,2-7 0 15,0 1-5-15,0-4-2 0,0-3 4 0,0-3-3 16,0 1 0-16,0-5 0 0,0-6 2 0,0 13 5 16,2-8-7-16,-2-5 0 0,2 10 7 0,-2-10-2 15,2 5-1-15,-2-5 2 0,8 2 0 0,-8-2-3 16,0 0 0-16,21-12 4 0,-7 2-15 0,0-3-17 16,6-4-29-16,3-5-27 0,-2 1-48 0,2-4-33 15,2-1-41-15,2 1-53 0,-5-1-140 0,1-3-421 16,4 3 188-16</inkml:trace>
  <inkml:trace contextRef="#ctx0" brushRef="#br0" timeOffset="115760.08">27080 7917 112 0,'1'-8'190'0,"1"4"-14"15,-2 4-16-15,7-5-16 0,-7 5 9 0,0 0 4 16,11 14-2-16,-7-4-9 0,-1 2-18 0,5 4 3 0,-2 3-8 15,2 3-9-15,-6 5-11 0,1-2-9 0,-1-9-9 16,0 2-10-16,-2-2-1 0,4-4-14 0,-3-2 0 16,-1-3-4-16,0 1-4 0,0-8 15 15,2 9 16-15,-2-9 15 0,0 0 9 0,0 0-10 0,0 0-5 16,0 0-9-16,0 0-12 0,14-16-9 0,-6 4-9 16,1-5 2-16,1 1-10 0,5-7-2 15,3 1-8-15,0 1-5 0,0-1-3 0,-5 8-4 0,8-4-2 16,-5 6-1-16,-3 1-6 0,5 1 0 0,-7 5-8 15,0 1-5-15,-1 4 7 0,1 3-6 0,0 3 1 16,0 3 1-16,0 6 1 0,0 2 9 0,-1 6-12 16,-2 4-7-16,-5 0-8 0,3-1-25 0,-3 4-27 15,0-3-39-15,1-1-34 0,-2 2-51 0,3-3-46 16,-1 1-256-16,3-2-533 0,-3-4 236 0</inkml:trace>
  <inkml:trace contextRef="#ctx0" brushRef="#br0" timeOffset="116193">23679 8961 101 0,'-28'3'207'0,"7"0"-20"15,3-1-11-15,4 0-8 0,6-2-11 0,0 2-13 16,8-2 2-16,-5 5 6 0,5-5-2 0,17 9-4 16,15-3-9-16,25 2-7 0,38-3-8 0,12-1-11 15,13 1-20-15,18-9-7 0,9 3-7 0,17-2-6 16,10 2-10-16,3-1-5 0,6-2-9 0,2 8-3 16,0-3 3-16,-3 0-16 0,-7 2-14 0,-4-1-13 15,-7 3-13-15,-5-3-25 0,-6-3-26 0,-7 1-30 16,-11 1-30-16,-7-5-32 0,-11 0-44 0,-14-2-172 15,-4-2-398-15,-6-2 177 0</inkml:trace>
  <inkml:trace contextRef="#ctx0" brushRef="#br0" timeOffset="116302.42">27351 8868 137 0,'-16'-3'181'15,"2"1"-60"-15,-6-3-68 0,7 5-62 0,-6 0-72 16,4-3-87-16,-3-1 38 0</inkml:trace>
  <inkml:trace contextRef="#ctx0" brushRef="#br0" timeOffset="117293.21">23908 8220 81 0,'0'0'131'0,"0"0"-8"15,3-8-6-15,-3 8-1 0,0 0-12 0,0-9 1 16,0 9-4-16,0 0-1 0,0 0-14 0,0 0-4 16,1-7-19-16,-1 7 1 0,0 0-6 0,0 0-2 15,0 0-6-15,0 0 5 0,0 0-7 16,15 13-2-16,-11-9-3 0,0 5-3 0,-1 1 4 0,2 6-3 15,-2-1 7-15,-1 5-1 0,-1 0-1 0,-2 4-6 16,-1 2-5-16,0 1 2 0,-1-1-3 0,1 1-9 16,-1-6 2-16,2-1-1 0,0 3-3 0,-1-1 0 15,1-4-4-15,0 1 0 0,1 0-1 0,0-7-6 16,-1 5 6-16,1-3-6 0,0-4-11 0,1 5-21 16,-1-2-17-16,1-2-27 0,-1 0-22 0,1-4-33 15,-1-7-34-15,0 12-145 0,0-12-323 0,-2 7 144 16</inkml:trace>
  <inkml:trace contextRef="#ctx0" brushRef="#br0" timeOffset="117610.93">24088 8270 132 0,'0'0'128'0,"-11"1"-1"0,11-1-3 0,-17 4-13 16,7-1-9-16,-2 3-10 0,2-2-13 0,-3 3-3 16,1-1-10-16,1 0-3 0,-6 4-7 0,3-2-10 15,-3 2-13-15,7-4 9 0,-2 0-10 0,2 0 5 0,2-1-8 16,3-2-5-16,0 1-1 0,5-4 0 16,-8 6-5-16,8-6-3 0,-7 7-3 0,7-7 1 15,-5 4-3-15,5-4 5 0,-2 10-7 0,2-10 1 0,2 11 3 16,0-1 5-16,1-2 8 0,4 0-1 0,0-2-3 15,2 4-4-15,5 0 0 0,0 2-1 0,4-2-5 16,-2 1-7-16,3-3-22 0,-1 2-16 16,8-1-22-16,0 1-26 0,-6-4-16 0,-1 0-140 0,2 0-256 15,0-2 114-15</inkml:trace>
  <inkml:trace contextRef="#ctx0" brushRef="#br0" timeOffset="117938.52">23871 8207 77 0,'-4'-7'140'0,"4"7"-19"0,0 0 2 16,0 0 2-16,0 0-3 0,-4 18-5 0,6-7-8 15,-4 7-4-15,4-1-8 0,-1 5-6 0,0 3-11 16,-1 2-3-16,1 3-6 0,3-2-9 0,0-1-5 16,-1 0-6-16,2 0-4 0,-1-1-5 0,-2-2-5 15,1 2-15-15,-2-1-22 0,0-7-23 0,-1 0-44 0,2 0-18 16,-1-3-34-16,-2 1-128 0,-1-4-267 0,0-2 118 15</inkml:trace>
  <inkml:trace contextRef="#ctx0" brushRef="#br0" timeOffset="118100.9">23936 8419 11 0,'0'0'129'0,"0"0"-27"0,-6-4-9 0,6 4-30 16,0 0-21-16,0 0-29 0,0 0-47 0,0 0-37 16,0 0-74-16,-5 16 32 0</inkml:trace>
  <inkml:trace contextRef="#ctx0" brushRef="#br0" timeOffset="-205998.49">23003 6606 5 0,'0'0'76'15,"0"0"-9"-15,0 0-12 0,0 0 3 0,0 0-8 16,0 0-18-16,0 0 9 0,0 0-9 0,0 0-3 0,0 0-1 16,0 0-4-16,0 0 8 0,11 8-1 15,-8-5-8-15,4 0 10 0,-1 1-10 0,-1-1-6 16,2 2 9-16,-7-5-4 0,9 6-2 0,-4-1 2 16,-3-1 2-16,3-1 5 0,-5-3-3 0,8 7-2 0,-8-7 2 15,7 4 2-15,-7-4 6 0,6 3 0 0,-6-3 8 16,5 3 15-16,-5-3-5 0,0 0-6 15,13-8-4-15,-1-4-4 0,10-6-4 0,9-5-4 0,16-13-8 16,30-21-2-16,2 4-16 0,5 1-6 0,11-5-25 16,10-2-13-16,7 1-24 0,8-1-21 0,9-1-105 15,-2 2-207-15,2 4 92 0</inkml:trace>
</inkml:ink>
</file>

<file path=ppt/ink/ink1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6:04:47.252"/>
    </inkml:context>
    <inkml:brush xml:id="br0">
      <inkml:brushProperty name="width" value="0.05292" units="cm"/>
      <inkml:brushProperty name="height" value="0.05292" units="cm"/>
      <inkml:brushProperty name="color" value="#FF0000"/>
    </inkml:brush>
  </inkml:definitions>
  <inkml:trace contextRef="#ctx0" brushRef="#br0">16377 8565 18 0,'0'0'49'0,"-4"-5"-2"16,4 5 3-16,0 0-10 0,0 0-9 0,0 0 10 16,-5-6-10-16,5 6 4 0,0 0-3 0,0 0 6 15,-6-5-11-15,6 5-2 0,0 0-7 0,0 0 3 16,-11-2-6-16,11 2-1 0,0 0 5 0,-9-1-7 15,9 1-6-15,-10 0-1 0,10 0 11 0,-10 0-3 16,10 0 3 0,-9 1-4-16,9-1 6 0,-10 0-6 0,10 0-1 15,-9-4 2-15,9 4 0 0,-9-4 9 0,9 4-5 0,-7-2 0 16,7 2-3-16,-8-4 1 0,8 4-4 0,-8-4-5 16,8 4 1-16,-7-4-1 0,7 4 6 0,-6-3-7 15,6 3 1-15,0 0-2 0,-8-5 8 0,8 5 1 16,0 0 2-16,-5-5-6 0,5 5 13 0,0 0-13 15,0 0 4-15,-6-6 0 0,6 6 1 0,0 0 3 0,0 0-2 16,-4-9-6-16,4 9 3 0,0 0-2 0,-4-5 8 16,4 5-2-16,0 0-4 0,-1-8 0 0,1 8-1 15,0 0 0-15,-3-7 12 0,3 7 8 0,0 0-12 0,-2-8 1 16,-1 0 3-16,3 8-1 0,0 0 3 0,0 0 4 16,0-11 5-16,0 11-6 0,0 0-8 15,-1-12-1-15,1 12 5 0,1-7 13 0,-1 7 4 0,0 0-1 0,-1-10-7 16,1 10 0-16,0 0-2 0,-1-8-3 0,1 8-3 0,0 0-6 15,1-12-1-15,-1 12-2 0,0 0 2 16,-2-9 5-16,2 9 3 0,0 0-4 0,1-7-2 16,-1 7-5-16,0 0 3 0,0 0-6 0,0 0 7 15,0 0-13-15,0 0 2 0,0 0-5 0,0 0 3 16,0 0-4-16,0 0-12 16,0 0 15-16,0 0 1 0,0 0-7 0,0 0-4 15,0 0 8-15,0 0 0 0,5 29 1 0,-3-19 0 16,2 1-1-16,0 0-4 0,1 4 2 0,2 1 0 15,-1 0-3-15,0 1 4 0,-1 2 3 0,1 1-3 16,0 4 1-16,-2-4 5 0,0 0-8 0,1-1 1 16,-2 0 4-16,1 8-2 0,1-4-2 0,-1-5 7 15,-1 2-3-15,0-1-2 0,-1-1 0 0,2-1 2 0,-2 2-2 0,1-2-3 16,-3 0 3-16,2 0 2 0,0-3-3 0,-1 1 0 16,-1 1 2-16,0-4-1 0,0 1 1 0,0-1 1 15,1 1-6-15,-2 0 4 0,1-3 1 0,-1 1-2 16,1 1 1-16,1-1-1 0,-1-3-1 0,1 0 2 15,-1-1 5-15,0-7-8 0,2 12 3 0,-2-12 0 16,0 9 2-16,0-9-7 16,0 9 5-16,0-9-2 0,1 6 2 15,-1-6-4-15,0 0 4 0,0 0-8 0,0 9-2 0,0-9-8 16,0 0-5-16,0 0-10 0,0 0-4 0,0 0-12 0,0 0-13 16,0 0-16-16,0 0-14 0,0 0-11 15,0 0-1-15,0 0 5 0,14-19-5 0,-8 13-8 0,-1-2-90 0,-1-2-215 16,-1 1 95-16</inkml:trace>
  <inkml:trace contextRef="#ctx0" brushRef="#br0" timeOffset="741.97">16455 8446 40 0,'0'0'63'0,"0"0"2"0,0-8 3 16,0 8-9-16,0 0-3 0,-1-10-12 0,1 10 15 15,0 0-3-15,-2-7-6 0,2 7-1 0,0 0-8 0,-1-8-3 16,1 8-6-16,-3-9-1 0,3 9 4 0,0 0-12 16,0-12 6-1,0 12-9-15,0 0 2 0,2-10-2 0,-2 10-3 16,0 0-12-16,0-9 17 0,0 9 2 0,0 0 10 16,-3-8-4-16,3 8 3 0,0 0-9 0,0 0 13 15,0 0-12-15,-1-7-3 0,1 7 1 0,0 0-6 16,0 0-6-16,0 0 6 0,0 0-8 0,0 0 5 15,0 0-9-15,0 0 7 0,0 0-1 0,-9 19 3 16,5-10 9-16,-2 5-10 0,1 3 4 0,-2-1 2 16,-2 9-9-16,0-9 7 0,3 2-6 0,-3 4 2 15,1-5 2-15,1 0-5 0,-1-2 3 0,0 3-2 16,1-4 0-16,-2 0-2 0,1 2 5 0,3-6-9 0,-2 0-1 16,4-1 5-16,-4 0 1 0,2-1 9 15,1 1-15-15,0-3 1 0,-1 1-4 0,3-1 4 16,-2 1-1-16,0-2-6 0,4-5 0 0,-6 10 5 15,3-7-4-15,3-3 5 0,-4 8-1 0,4-8 0 0,-5 6 1 16,5-6 2-16,-2 4-3 0,2-4-3 0,0 0-1 16,-3 8-1-16,3-8-4 0,-3 5 2 0,3-5 4 15,-2 6 6-15,2-6-6 0,0 0 4 0,-4 7-14 16,4-7 8-16,0 0 1 0,0 9 2 16,0-9-1-16,0 0 4 0,5 10-3 0,-5-10-6 0,5 4 6 15,1 0-2-15,-3 1 2 0,4-2 3 0,4 1 7 16,-1 1 3-16,2 0 3 0,1 0-3 0,0-2-1 15,4 1 15-15,-1 2-16 0,-2-2-2 0,3 2-3 16,-1-1-1-16,-4 0 7 0,2-2-5 0,-3 2-2 16,2-1 10-16,1-2-12 0,-2 1 3 0,-1 0-3 15,-1 1 4-15,1 0-8 0,-1-2 3 0,0 2 2 16,-4-2-1-16,2 0-7 0,-1 2-13 0,0-1-11 16,-2 0-16-16,-5-3-6 0,9 3-18 0,-3 0-7 15,-6-3-12-15,7 2-9 0,-7-2-11 0,0 0-13 16,0 0-67-16,0 0-201 0,0 0 89 0</inkml:trace>
  <inkml:trace contextRef="#ctx0" brushRef="#br0" timeOffset="1216.79">16410 8445 65 0,'0'0'121'0,"-4"-7"-12"0,4 7-5 0,0 0-9 16,-5-6-9-16,5 6-13 0,0 0-5 0,0 0-4 16,0 0-12-16,0 0-4 0,0 0 2 0,0 0-12 15,-7 19 4-15,1-3-4 0,3 1-2 0,-1 2-4 16,-4 4 3-16,-1 2-2 0,1 2-3 0,1-2-3 0,-1-3-5 15,-1-5 2-15,1 2 1 0,1-1-2 16,0-2-7-16,-3-2-3 0,4 0-17 0,-1-2 16 16,3-4 5-16,-1 1-2 0,-1-1-3 0,2-3-3 15,2 1 14-15,2-6 3 0,-7 6 2 0,7-6 8 16,-4 5-5-16,4-5 7 0,0 0-3 0,-2 6 0 16,2-6-4-16,0 0-3 0,0 0-4 0,0 0 1 15,0 0-4-15,0 0-9 0,0 0-1 0,0 0-1 16,-5 5-2-16,5-5-3 0,0 0 5 0,0 0-8 15,13 7 6-15,-7-6-1 0,0 1-2 0,6 1 0 16,-2 0-1-16,3 1 3 0,0-2-3 0,-2 2-2 0,4-1-3 16,-2 1 4-16,1-1-1 0,2 1-8 0,-4 2-15 0,1-2-15 0,-1 1-16 15,0 0-23-15,-1 0-8 0,1 0-17 0,-3 1-13 16,0 2-15-16,-1-2-90 0,-2 0-234 0,-1-2 104 16</inkml:trace>
  <inkml:trace contextRef="#ctx0" brushRef="#br0" timeOffset="1770.66">16612 8599 47 0,'0'0'99'0,"0"0"-11"0,0 0-3 0,0 0-5 15,-9 1 3-15,9-1-14 16,0 0-2-16,0 0 5 0,0 0-5 0,0 0-2 16,0 0-1-16,0 0-13 0,0 0 0 0,0 0-4 15,0 0-5-15,0 0-6 0,0 0 3 0,0 0 2 16,0 0-4-16,0 0-3 0,27-4 8 0,-16 0-12 15,9 1 2-15,-3-3 2 0,3 4-1 0,-3-5-6 16,3 3 11-16,-2-1-13 0,1 1 5 0,-3 1-6 16,-3 1-5-16,-1 0 4 0,-1-1-1 0,2 2-8 0,-3-1 3 0,2 0-2 15,-1-1 1-15,-4 3-7 0,-7 0 1 16,11-2 1-16,-11 2 0 0,10-2 2 0,-10 2-10 0,8-2 4 16,-8 2-4-16,0 0-9 0,0 0-13 0,0 0-11 15,10 1-12-15,-10-1-18 0,0 0-3 0,0 0-12 16,0 0-11-16,0 0-5 0,0 0-7 0,0 0 5 15,-25 11-4 1,17-9 3-16,-1 3-59 0,2-1-166 0,-4-1 73 0</inkml:trace>
  <inkml:trace contextRef="#ctx0" brushRef="#br0" timeOffset="2149.53">16804 8575 268 0,'0'0'-3'0,"-13"-1"0"16,13 1 11-16,-12 0 4 0,12 0 9 0,-9-1 3 16,9 1 4-16,0 0-1 0,-10-2 7 0,10 2 3 0,0 0 3 15,-10-3 7-15,10 3 0 0,0 0-1 0,-8-1 10 16,8 1 4-16,0 0 1 0,0 0 7 0,-9-3-5 0,9 3 3 15,0 0-4-15,0 0 4 0,0 0-10 0,0 0-4 16,0 0-4-16,0 0-10 0,0 0-7 0,0 0 5 16,0 0-6-16,0 0-1 0,0 0-6 0,0 0 6 15,-5 9-5-15,5-9 10 0,2 13-4 0,-1-4 6 16,0 2-3-16,2 1 2 0,-3 1-2 0,2 2 1 16,2 2-2-16,-3 1 8 0,1 0 1 0,0-1-6 0,-1 0-3 0,1 0 1 15,2 0-3-15,-2-2-3 0,1-2 0 0,1-1-1 16,-1 5-5-16,0-5 7 0,2-1-5 0,-1 0-2 15,-2 0 3-15,2 1-4 0,0-2-4 0,-1 0 3 16,-1 0 1-16,1-1-3 0,-1-1-7 0,3 1 2 16,-2-2 1-16,-2 0-2 0,3 0-3 0,-3-1 4 15,-1-6-6-15,4 14 6 16,-3-10-4-16,1 2-4 0,-2-6 1 0,2 11 0 16,-2-5 1-16,0-6-4 0,3 9-14 0,-3-9-10 15,1 7-15-15,-1-7-12 0,0 0-11 0,-1 10-20 16,1-10-17-16,0 0-18 0,0 0-5 0,0 0-29 15,0 0-130-15,0 0-301 0,-5 4 133 0</inkml:trace>
  <inkml:trace contextRef="#ctx0" brushRef="#br0" timeOffset="2550.63">16626 8679 59 0,'0'0'90'0,"-10"-1"-8"0,10 1-12 15,-10 0 2-15,10 0 6 0,0 0-11 0,-12 1 1 0,12-1-9 16,0 0-10-16,0 0-4 0,-9-1-2 16,9 1 7-16,0 0 12 0,0 0-8 0,0 0 0 15,0 0-1-15,0 0-3 0,0 0-18 0,0 0 10 16,17-17-5-16,-7 11-5 0,4 0-2 0,-2 0-3 16,0 2 10-16,4-3-11 15,1 2 0-15,-5 0-3 0,-2 1 4 0,3 0-10 16,-1 0-5-16,0 0-2 0,0 1-3 0,-2 0-13 15,-1 2-14-15,-1-1-24 0,1 0-6 0,-9 2-8 16,12-2 1-16,-5 1-16 0,-7 1-1 0,7-1-4 16,-7 1-5-16,0 0 6 0,8 4-1 0,-8-4 4 15,0 0-46-15,0 0-130 0,0 0 58 0</inkml:trace>
  <inkml:trace contextRef="#ctx0" brushRef="#br0" timeOffset="2851.63">16782 8604 1 0,'0'0'16'16,"0"0"1"-16,-9 2 2 0,9-2 2 0,-9 0 0 15,9 0 2-15,-10 3 2 0,10-3 6 0,-8 2 0 16,8-2 3-16,0 0 7 0,-10 3-7 0,10-3 0 16,0 0-1-16,-9 1-2 0,9-1 13 0,-8 4-7 0,8-4 3 0,0 0-3 15,-6 3 4-15,6-3 2 0,0 0-6 0,-8 5 4 16,8-5-9-16,-2 8 9 0,-1-2-2 16,3-6-5-16,-2 13 2 0,0-4 18 0,2 3-3 15,0-1-1-15,0 6-5 0,0 1-1 0,3 0 3 0,-2 0-2 16,1-1-1-16,0 2 7 0,-1 0-9 0,4-2-3 15,-1 1 3 1,-1-2-13-16,1 0 3 0,-1-1 5 0,1 0-14 16,0-2 5-16,-1 0 0 0,2-3-4 0,-4 1-9 15,4 0 0-15,-4 0 2 0,2-1-2 0,-2-1-21 16,-2 3-13-16,2-3-10 0,-2 2-15 0,2-1-32 16,-1-2-21-16,0 2-20 0,-2 0-108 0,-2-6-242 15,4-4 108-15</inkml:trace>
  <inkml:trace contextRef="#ctx0" brushRef="#br0" timeOffset="3723.21">16268 8474 25 0,'0'0'43'0,"4"-6"-5"16,-4 6 2-16,0 0 2 0,3-7-5 0,-3 7-1 15,0 0-5-15,0 0-3 0,2-9-4 0,-2 9 8 16,0 0-3-16,0-10-2 0,0 10-3 0,0 0 1 0,1-9 0 0,-1 9-6 15,2-8-4-15,-2 8-4 0,0 0 5 0,2-7-4 16,-2 7-1-16,0 0 3 0,1-8-2 0,-1 8-3 16,0 0-1-16,0 0 2 0,0 0-3 0,2-9 8 15,-2 9 1-15,0 0 1 0,0 0 4 0,0 0-4 16,-3-11-3-16,3 11 15 0,0 0-6 0,0 0-3 16,-4-7 8-1,4 7-4-15,0 0 11 0,0 0-5 0,-3-6-2 0,3 6-4 16,0 0-16-16,0 0 10 0,0 0 3 0,0 0-16 15,0 0 5-15,0 0 1 0,0 0-3 0,0 0 6 16,0 0-4-16,0 0 6 0,-7 19 3 16,9-11-4-16,-2 5 1 0,0 5 7 0,0-2-6 0,1 2 6 15,0 3 5-15,-1-2 22 0,3 5-22 0,-1 4-1 16,-1 0 5-16,2-2-4 0,-1 2 1 0,1 0-4 0,1 2 9 16,0-3-3-16,-4-1-4 0,5-1 2 0,-1-1-1 15,2-3 3-15,-3-2-5 0,0 1 0 0,0-1-2 0,0-1 2 16,0-2-4-16,-1 1-5 0,0-1-2 0,0 0 3 15,-1-3 0-15,0-1-4 0,0-1 0 0,1 1-8 16,-1-3 12-16,0 0-6 0,2-2-3 16,-3-7-2-16,1 13 4 15,0-7-2-15,-1-6-7 0,2 10-8 0,-2-10-13 16,1 7-2-16,-1-7-15 0,0 0-20 0,2 5-4 16,-2-5-10-16,0 0-1 0,0 0-7 0,0 0-10 15,0 0-19-15,0 0-17 0,0 0-78 0,0 0-218 16,17-14 96-16</inkml:trace>
  <inkml:trace contextRef="#ctx0" brushRef="#br0" timeOffset="4239.89">16443 8423 101 0,'0'0'104'15,"0"0"-3"-15,0 0-13 0,0 0 3 0,0 0-6 16,-5-7-13-16,5 7-7 0,0 0-12 0,0 0-3 16,0 0 1-16,0 0-9 15,0 0-8-15,-19 12-1 0,14-4 3 0,-3 7 5 16,-2 2-2-16,0 7 1 0,-2-1-12 15,0 4 1-15,0-2 7 0,-1 1-8 0,3 0-3 0,-2-2 2 16,1 2-3-16,2 0 0 0,0-4-7 0,1-4 3 16,1-2-2-16,0 0-4 0,2-5 1 0,0 1 6 15,0-2-13-15,0-1 1 0,2-4-5 16,2 3 4-16,1-8 0 0,-5 10 2 0,5-10-4 0,-4 7 1 0,4-7-3 16,-4 4-2-16,4-4 6 0,0 0 3 0,-2 6-5 0,2-6 8 15,0 0-4-15,0 0-1 0,0 0-1 0,0 0 0 16,0 0-4-16,0 0 4 0,0 9-1 0,0-9-11 15,0 0 4-15,0 0 4 0,0 0-6 16,9 3 3-16,-9-3 0 0,10 4 4 0,-1-2-1 0,1 0 4 16,2 1 8-16,2-1-6 15,2 5 4-15,1-4 2 0,1 2-3 16,-3-2 0-16,4 1 1 0,-3 1-1 0,3-3 0 16,0 3-6-16,0-3 9 0,1 2-13 0,-1-2 8 15,0 2-13-15,0-1-20 0,-3 0-21 0,2 0-20 0,0 1-27 16,-5 0-8-16,-2 0-13 0,-1 0-116 15,-2 0-245-15,-1-1 108 0</inkml:trace>
  <inkml:trace contextRef="#ctx0" brushRef="#br0" timeOffset="4409.26">16616 9017 23 0,'0'0'92'0,"0"0"-15"0,0 0-24 15,0 0-13-15,0 9-28 0,0-9-37 0,0 0-21 32,-4 9-49-32,4-9 22 0</inkml:trace>
</inkml:ink>
</file>

<file path=ppt/ink/ink1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52:54.696"/>
    </inkml:context>
    <inkml:brush xml:id="br0">
      <inkml:brushProperty name="width" value="0.05292" units="cm"/>
      <inkml:brushProperty name="height" value="0.05292" units="cm"/>
      <inkml:brushProperty name="color" value="#FF0000"/>
    </inkml:brush>
  </inkml:definitions>
  <inkml:trace contextRef="#ctx0" brushRef="#br0">13467 4519 88 0,'0'0'80'0,"0"0"2"0,0 0-9 0,0 0-5 16,0 0-3-16,0 0-2 0,0 0-3 0,0 0-3 0,0 0 1 15,0 0-1-15,0 0-1 0,0 0-7 0,0 0-3 16,0 0-9-16,0 0 0 0,0 0 0 16,0 0-3-16,0 0-14 0,0 0-3 0,0 0-9 15,0 0-26-15,8 5-33 0,-8-5-24 0,0 0-12 16,0 0-57-16,0 0-155 0,0 0 68 0</inkml:trace>
  <inkml:trace contextRef="#ctx0" brushRef="#br0" timeOffset="2695.51">16981 5224 2 0,'0'0'64'0,"0"0"2"16,0 0-10-16,0 0 5 0,0 0-20 16,0 0-2-16,0 0-3 0,0 0-1 0,0 0-2 0,0 0 1 15,0 0-9-15,0 0 0 0,0 0-2 0,0 0-1 16,0 0-16-16,0 0-5 0,0 0-9 0,0 0-20 15,0 0-21-15,0 0-32 0,0 0-88 16,0 0 39-16</inkml:trace>
  <inkml:trace contextRef="#ctx0" brushRef="#br0" timeOffset="5047.5">20878 5206 59 0,'0'0'62'0,"0"0"-5"0,0 0-6 15,0 0-7-15,0 0 1 0,0 0-9 0,0 0 1 16,0 0-6-16,0 0-4 0,0 0-6 16,0 0 7-16,0 0-8 0,0 0 0 0,0 0 2 0,0 0-10 15,0 0-1-15,0 0 0 0,0 0-2 0,0 0-5 16,0 0-3-16,0 0 18 0,0 0-17 0,0 0 3 15,0 0 4-15,0 0 1 0,0 0-9 0,0 0 7 16,0 0 0-16,0 0-3 0,0 0-9 0,0 0 6 16,0 0-2-16,0 0 3 0,0 0-2 0,0 0-3 15,0 0 5-15,0 0 1 0,0 0-2 0,0 0 3 16,0 0-10-16,0 0-3 0,0 0-1 0,0 0-4 16,0 0-5-16,0 0-3 0,0 0-3 15,0 0-1-15,-10 9-5 0,10-9-5 0,0 0-7 0,0 0-35 16,-9 3-83-16,9-3 37 0</inkml:trace>
  <inkml:trace contextRef="#ctx0" brushRef="#br0" timeOffset="7480.22">20156 3932 26 0,'0'0'44'0,"0"0"-10"0,0 0-3 0,0 0-2 16,0 0-3-16,0 0-8 0,0 0-4 16,0 0-14-16,5 4-9 0,-5-4-6 0,0 0-18 15,0 0-36-15,-14 13 16 0</inkml:trace>
  <inkml:trace contextRef="#ctx0" brushRef="#br0" timeOffset="10221.07">16025 4559 68 0,'0'0'65'16,"0"0"-14"-16,0 0-16 0,0 0-17 0,0 0-20 16,0 0-38-16,0 0-42 0,0 0 19 0</inkml:trace>
  <inkml:trace contextRef="#ctx0" brushRef="#br0" timeOffset="10766.39">20152 3917 10 0,'0'0'-2'0,"0"0"-2"0,0 0 1 0</inkml:trace>
  <inkml:trace contextRef="#ctx0" brushRef="#br0" timeOffset="11534.73">15354 5161 20 0,'0'0'44'0,"0"0"6"0,0 0-32 0,0 0-10 15,0 0-9-15,0 0-23 0,0 0-25 0,0 0 12 16</inkml:trace>
  <inkml:trace contextRef="#ctx0" brushRef="#br0" timeOffset="12162.66">19275 5163 13 0,'0'0'32'0,"0"0"-2"0,0 0-3 0,0 0-7 0,0 0 2 16,0 0-6-16,0 0 2 0,0 0 4 16,0 0-11-16,0 0-10 0,0 0-5 0,0 0-15 15,0 0-13-15,0 0-34 0,0 0 15 0</inkml:trace>
  <inkml:trace contextRef="#ctx0" brushRef="#br0" timeOffset="41284.94">15418 5273 33 0,'0'0'41'0,"0"0"-6"0,0 0-6 16,0 0-6-16,0 0-1 0,0 0 0 0,0 0-5 0,0 0 4 15,0 0-8-15,0 0 2 0,0 0-3 0,0 0-3 16,0 0 8-16,0 0-12 0,0 0 2 16,0 0-2-16,0 0 6 0,0 0-7 0,0 0-1 15,0 0 2-15,0 0-1 0,0 0 0 0,0 0-4 16,0 0 0-16,0 0-8 0,0 0 3 0,0 0-3 0,0 0-5 16,0 0-3-16,0 0-1 0,0 0-3 0,0 0-4 15,0 0-17-15,0 0-45 0,0 0 19 16</inkml:trace>
  <inkml:trace contextRef="#ctx0" brushRef="#br0" timeOffset="49344.66">15326 5106 8 0,'0'0'14'0,"0"0"-3"15,0 0 1-15,0 0-4 0,0 0 0 0,0 0 3 16,0 0-1-16,0 0-7 0,0 0 2 0,0 0 3 15,0 0 0-15,0 0-5 0,0 0 0 0,0 0 0 16,-6-6 3-16,6 6-4 0,0 0 1 16,0 0 11-16,0 0 4 0,0 0-10 0,0 0 0 0,-4-7 5 15,4 7-4-15,0 0 0 0,0 0 0 0,-2-5-1 16,2 5 5-16,0 0-5 0,0 0-1 0,0 0 0 16,-4-7 5-16,4 7 0 0,0 0 6 0,0 0-4 15,0 0-2-15,-3-8-1 0,3 8 1 16,0 0 4-16,0 0-14 0,0 0 8 0,0 0 2 15,0 0 1-15,0 0-4 0,-1-8 3 0,1 8-5 0,0 0 6 16,0 0 1-16,0 0 0 0,0 0-2 0,0 0-2 16,0 0 1-16,0 0-5 0,0 0 1 0,0 0 4 15,0 0-1-15,0 0 1 0,0 0-10 0,0 0 6 16,0 0 2-16,0 0-3 0,0 0-3 16,0 0 6-16,0 0-1 0,4-9-3 0,-4 9-2 0,0 0-1 15,0 0 5-15,0 0-5 0,0 0 1 0,0 0-3 16,0 0 0-16,0 0 0 0,0 0-3 0,0 0 0 15,0 0-12-15,0 0 5 0,0 0 4 16,0 0 2-16,0 0-5 0,0 0 11 0,0 0-16 16,0 0 11-16,0 0 0 0,0 0 4 0,0 0-7 15,0 0 6-15,0 0-6 0,0 0 4 0,0 0 1 16,0 0 0-16,0 0 6 0,0 0-6 0,0 0 10 0,0 0-9 16,0 0-4-16,0 0 12 0,0 0-6 0,0 0-1 15,0 0-2-15,0 0-1 0,0 0 2 16,0 0 2-16,0 0 2 0,0 0 3 0,0 0-2 15,0 0 7-15,0 0-4 0,0 0-5 0,0 0-1 16,0 0 3-16,0 0-1 0,0 0-4 0,0 0 6 16,0 0-8-16,0 0 5 0,0 0 2 0,0 0-6 0,0 0-1 15,0 0-6-15,0 0 16 0,0 0-5 0,0 0-3 16,0 0-2-16,0 0 4 0,0 0-4 0,0 0 0 16,0 0-3-16,0 0 2 0,0 0 0 0,0 0 3 15,0 0-8-15,0 0 8 0,0 0 2 16,0 0-4-16,0 0-2 0,0 0-4 0,0 0 10 15,0 0-4-15,0 0 3 0,0 0-2 0,0 0-2 0,0 0 3 16,0 0-2-16,0 0 5 0,6 19-3 0,-6-19 0 16,0 0-3-16,5 7-1 0,-5-7-1 15,0 0 3-15,4 6-3 0,-4-6 9 0,0 0-12 16,5 5 6-16,-5-5-1 0,3 6 4 0,-3-6-3 16,0 0 3-16,4 4 1 0,-4-4 5 0,0 0-8 15,0 0-3-15,2 7 6 0,-2-7-3 0,0 0-1 0,2 7 4 16,-2-7-2-16,0 0-1 0,3 4 2 15,-3-4-1-15,0 0-2 0,0 0 2 0,3 6 4 16,-3-6-6-16,0 0 4 0,0 0-6 0,2 7 6 16,-2-7-2-16,0 0 3 0,0 0-4 0,0 0 8 15,0 0 0-15,0 0-17 0,0 0 12 0,4 5-5 16,-4-5 4-16,0 0 0 0,0 0 1 0,0 0 1 16,0 0 5-16,0 0-17 0,0 0 15 0,0 0-9 15,0 0 5-15,0 0-6 0,0 0 2 0,0 0 5 16,0 0-2-16,0 0 2 0,0 0 4 0,0 0-6 15,0 0 2-15,0 0 0 0,0 0-5 0,0 0 5 16,0 0-4-16,0 0-4 0,0 0 8 0,0 0 2 16,0 0-2-16,0 0 5 0,0 0-6 0,0 0-5 15,0 0-5-15,0 0 12 0,0 0-2 0,0 0 0 16,0 0 2-16,0 0-4 0,0 0 3 0,0 0-5 16,0 0 7-16,0 0-7 0,0 0 1 0,0 0 4 15,8 3-3-15,-8-3 4 0,0 0-6 0,0 0 1 16,0 0 4-16,0 0-1 0,0 0 3 0,0 0-6 15,0 0 0-15,0 0 2 0,0 0-1 0,0 0-1 16,0 0-3-16,0 0 4 0,0 0 2 0,0 0-6 16,0 0 2-16,0 0 0 0,0 0-4 0,0 0 7 15,0 0-1-15,9-1 3 0,-9 1-1 0,0 0-3 16,9 1 0-16,-9-1 3 0,11 0-4 0,-11 0 8 16,10 1-16-16,-10-1 8 0,12 0 5 15,-12 0-7-15,11 0 4 0,-11 0 4 0,10 0 0 0,-3 0-2 16,-7 0 1-16,10 1 2 0,-10-1-2 0,12 0-1 15,-12 0 5-15,9 0 1 0,-9 0-3 0,10 0-4 16,-10 0 7-16,0 0-5 0,9 1-3 0,-9-1 7 16,0 0-2-16,0 0 1 0,9 0 6 0,-9 0 6 15,0 0-16-15,0 0 7 0,0 0-2 0,0 0-5 16,0 0 10-16,0 0-10 0,10 0 0 0,-10 0-2 16,0 0 14-16,0 0-5 0,0 0-3 0,0 0-3 15,0 0 6-15,0 0-10 0,0 0 2 0,0 0-2 16,0 0 1-16,0 0 7 0,0 0-1 0,0 0 0 15,0 0-5-15,0 0 4 0,0 0 6 0,0 0-13 16,0 0 4-16,0 0-4 0,0 0 4 16,0 0-2-16,8 0 0 0,-8 0-2 0,0 0-4 0,0 0 7 15,0 0 6-15,0 0-1 0,0 0-6 0,0 0 5 16,0 0 4-16,0 0 0 0,0 0 8 0,0 0 6 16,0 0-13-16,0 0-5 0,0 0 14 0,0 0-5 15,0 0-8-15,0 0 7 0,0 0 3 0,0 0-14 16,0 0 11-16,0 0-2 0,0 0 0 0,0 0-8 15,0 0 7-15,0 0-7 0,0 0 3 16,0 0 4-16,0 0-3 0,0 0 10 0,0 0-3 0,0 0-13 16,0 0 7-16,0 0-6 0,0 0 6 0,0 0-13 15,0 0 5-15,0 0 6 0,0 0 7 0,0 0-5 16,0 0-18-16,0 0 2 0,0 0-13 0,0 0 0 16,0 0-2-16,0 0-7 0,0 0 0 0,0 0-3 15,0 0 0-15,0 0 0 0,0 0 9 0,0 0-5 16,0 0 6-16,0 0 5 0,0 0 0 0,0 0-1 15,0 0-9-15,0 0-7 0,0 0-3 0,0 0 0 16,0 0-5-16,0 0-3 0,0 0-2 16,0 0-30-16,0 0-83 0,0 0 38 0</inkml:trace>
  <inkml:trace contextRef="#ctx0" brushRef="#br0" timeOffset="59854.12">20207 5266 26 0,'0'0'50'0,"0"0"-11"0,0 0 1 0,0 0-10 16,0 0-13-16,0 0-14 0,0 0-18 0,0 0-17 0,0 0-35 15,0 0 16-15</inkml:trace>
  <inkml:trace contextRef="#ctx0" brushRef="#br0" timeOffset="75294.27">9595 8325 92 0,'0'0'96'0,"0"0"12"0,0 0-24 0,0 0 7 16,0 0-13-16,0 0 0 0,0 0-7 0,0 0-5 15,0 0-7-15,0 0-10 0,0 0-1 0,0 0-3 16,0 0-14-16,0 0 9 0,0 0-12 0,0 0-3 16,0 0-5-16,0 0-9 0,0 0-21 0,0 0-12 15,0 0-23-15,0 0-17 0,0 0-23 0,0 0-65 16,0 0-162-16,0 0 72 0</inkml:trace>
  <inkml:trace contextRef="#ctx0" brushRef="#br0" timeOffset="76188.75">11887 8228 81 0,'0'0'99'0,"0"0"-9"16,0 0-14-16,0 0 8 0,0 0-19 15,0 0 3-15,0 0-7 0,0 0-2 0,0 0-5 16,0 0-16-16,0 0 11 0,0 0-9 0,0 0 6 15,0 0-5-15,0 0 1 0,0 0-2 0,0 0-4 0,0 0-1 16,0 0 0-16,0 0-3 0,0 0 11 16,0 0-7-16,0 0-1 0,0 0 6 0,0 0-5 15,0 0 4-15,0 0-13 0,0 0 2 0,0 0 3 16,0 0-2-16,0 0-2 0,0 0-4 0,0 0-2 0,0 0 0 16,0 0-5-16,0 0 3 0,0 0-8 15,0 0 4-15,0 0 1 0,0 0-5 0,0 0 1 16,0 0-1-16,0 0-6 0,0 0 2 0,0 0-9 15,0 0 11-15,0 0-6 0,0 0 5 0,0 0-2 0,0 0-4 16,0 0 3-16,0 0 0 0,0 0 0 16,0 0 3-16,0 0 2 0,0 0 0 0,0 0 0 15,0 0-1-15,0 0-3 0,0 0 4 0,0 0-3 16,0 0 2-16,0 0-5 0,0 0 3 0,0 0-6 0,0 0 8 16,0 0-5-16,0 0-2 0,0 0 5 0,0 0-6 15,0 0-1-15,0 0 1 0,0 0-12 0,0 0-24 16,0 0-28-16,0 0-20 0,0 0-37 0,0 0-29 15,0 0-99-15,0 0-267 0,0 0 119 0</inkml:trace>
  <inkml:trace contextRef="#ctx0" brushRef="#br0" timeOffset="76886.78">13884 8188 19 0,'0'0'57'0,"0"0"-10"0,0 0-20 0,0 0-14 0,0 0-15 16,0 0-3-16,0 0-5 0,0 0-15 16,4 5-26-16,-4-5 12 0</inkml:trace>
  <inkml:trace contextRef="#ctx0" brushRef="#br0" timeOffset="77358.83">16255 8192 33 0,'0'0'42'0,"7"-2"-14"16,-7 2 3-16,0 0-19 0,6-5-9 0,-6 5-2 15,0 0-26-15,0 0-28 0,0 0 13 0</inkml:trace>
  <inkml:trace contextRef="#ctx0" brushRef="#br0" timeOffset="77724.38">16777 9239 89 0,'4'6'95'0,"-4"-6"-9"15,0 0-13-15,0 0-5 0,0 0-8 0,0 0-16 16,2 5 5-16,-2-5-36 0,5 5-13 0,-5-5-20 16,8 3-22-16,-8-3-45 0,0 0-92 0,8 7 41 15</inkml:trace>
  <inkml:trace contextRef="#ctx0" brushRef="#br0" timeOffset="79133.92">21429 8531 49 0,'0'0'111'15,"0"0"2"-15,0 0-1 0,0 0-10 0,0 0 6 16,0 0-5-16,0 0-1 0,0 0-7 16,0 0-4-16,0 0 3 0,0 0-5 0,0 0-3 0,0 0-6 15,0 0-3-15,0 0-10 0,0 0-7 0,-9 6-2 16,9-6-11-16,0 0-2 0,0 0-5 0,0 0 0 16,0 0-7-16,-12-1 0 0,12 1-2 0,0 0-5 15,-7 1-4-15,7-1 0 0,0 0-4 0,-9 2 1 16,9-2-7-16,0 0 2 0,-10 0-6 0,10 0 5 15,0 0-1-15,-9 4-3 0,9-4-1 0,-8 2-2 16,8-2 4-16,0 0-1 0,-10 1-3 0,10-1-4 16,-11 0 4-16,11 0 3 0,-10 0-3 0,10 0 1 15,-11 1 5-15,11-1 8 0,-12-1 3 0,12 1 2 16,-9-1 0-16,9 1 9 0,-11 0 3 0,11 0-5 16,0 0 1-16,-10 0-5 0,10 0-3 0,0 0-1 15,0 0 0-15,0 0-7 0,-10-2 1 0,10 2-6 16,0 0-2-16,0 0-1 0,0 0-4 0,0 0 3 0,0 0-8 15,0 0 0-15,0 0 4 0,0 0-3 16,0 0 2-16,0 0 0 0,30 2-2 0,-30-2-1 16,18-2 2-16,-5 4-1 0,-2-2 1 0,-1-2 1 15,1 1-1-15,-1 1-2 0,0 0-6 0,0 0 1 0,-10 0 4 16,13 0-2-16,-13 0 2 0,13-3-1 0,-13 3-1 16,7 2 1-16,-7-2 6 0,0 0-4 15,9-3 2-15,-9 3 1 0,0 0 3 0,0 0 0 16,0 0 2-16,9 1 0 0,-9-1-2 0,0 0-1 0,0 0 2 15,0 0 1-15,0 0 4 0,7-3-3 0,-7 3 1 16,0 0-4-16,0 0 3 0,0 0-3 0,0 0-1 16,0 0 0-16,0 0-3 0,0 0-4 0,0 0-4 15,0 0-22-15,0 0-28 0,0 0-29 0,4 10-40 16,-4-10-43-16,0 0-39 0,3 8-123 0,-3-8-358 16,3 4 158-16</inkml:trace>
  <inkml:trace contextRef="#ctx0" brushRef="#br0" timeOffset="90080.88">16599 8568 7 0,'0'0'46'0,"-2"-8"-3"0,2 8 2 0,0 0-4 15,0 0 4-15,0 0-5 0,0 0-7 0,0 0-6 16,-4-6-1-16,4 6 4 0,0 0 0 0,0 0 1 16,0 0-2-16,0 0 2 0,0 0 5 0,0 0-2 15,0 0 0-15,0 0 0 0,-7-4-7 0,7 4 3 16,0 0 0-16,0 0 4 0,0 0-2 0,0 0-2 15,0 0-8-15,0 0 12 0,0 0-2 0,0 0 3 16,0 0 0-16,0 0 0 0,0 0-9 0,0 0 5 16,0 0 2-16,0 0-4 0,-10-1-6 0,10 1-5 15,0 0-22-15,0 0 15 0,0 0 3 0,0 0-8 16,0 0 7-16,0 0-4 0,0 0-4 0,0 0 16 16,0 0-7-16,0 0-9 0,0 0-2 0,-11 1 5 15,11-1-2-15,0 0-1 0,0 0 5 0,-9 1-1 0,9-1 0 16,0 0 0-16,-10 2-6 0,10-2-8 15,0 0 4-15,-12-2 4 0,12 2-2 0,0 0 7 16,-10-1-4-16,10 1 9 0,0 0-10 0,-12 1 1 16,12-1-6-16,0 0 6 0,0 0-9 0,0 0 6 0,0 0-5 15,-7 0 6-15,7 0-2 0,0 0 4 16,0 0-6-16,0 0-1 0,0 0 1 0,0 0 5 16,0 0-8-16,0 0 15 0,0 0-10 0,0 0-2 0,0 0-2 15,0 0 7-15,0 0-17 0,0 0 16 0,0 0-8 16,0 0 2-16,0 0 4 0,0 0-4 0,0 0 10 15,0 0-2-15,0 0-6 0,29 2 0 0,-17-2-3 16,0-2 5-16,1 1 1 0,1 1-2 0,-1-1 6 16,0 1-7-16,-1-1-4 0,1 1 11 0,-1-2-9 15,1 2 9-15,-3-1-13 0,0-1 13 0,-1 1-5 16,-1 0 3-16,-8 1-4 0,15-4 2 0,-10 3 9 16,-5 1-5-16,8-1-3 0,-8 1 4 0,0 0-5 15,0 0 3-15,10 1 2 0,-10-1-3 0,0 0 5 16,0 0 0-16,0 0-4 0,0 0 6 0,0 0-4 15,10 0 2-15,-10 0-10 0,0 0 1 16,0 0 1-16,0 0-1 0,0 0 3 0,0 0-5 0,0 0 1 16,0 0 7-16,7-4-3 0,-7 4 1 0,0 0-4 15,0 0 5-15,0 0 4 0,0 0-7 0,7-1-1 16,-7 1 0-16,0 0 5 0,7-3-8 0,-7 3 11 16,0 0-9-16,10-2 0 0,-10 2 12 0,8-1-18 15,-8 1 3-15,9-1 5 0,-9 1-4 0,13-3 1 16,-6 1 8-16,-1 1-9 0,2-3 1 0,2 3 10 15,-2-2-6-15,-2 2-7 0,-6 1 3 0,15-2 1 16,-9-1 2-16,-6 3-14 0,10-1 15 0,-10 1 0 16,6-2 1-16,-6 2-19 0,0 0 17 0,10-4-3 15,-10 4 5-15,0 0-8 0,0 0 5 0,7-1-6 16,-7 1 8-16,0 0-4 0,0 0 5 0,0 0-6 0,0 0 2 16,0 0-2-16,0 0-7 0,0 0-4 15,0 0-3-15,0 0-3 0,10-1-7 0,-10 1-2 16,0 0 3-16,0 0-9 0,0 0-9 0,0 0 3 15,0 0-12-15,0 0-2 0,10 4-10 0,-10-4-7 0,0 0-4 16,4 7-62-16,-4-7-149 0,0 0 67 16</inkml:trace>
  <inkml:trace contextRef="#ctx0" brushRef="#br0" timeOffset="91125.81">16735 8589 3 0,'0'0'96'0,"0"0"-6"0,0 0-6 16,0 0-8-16,0 0-14 0,0 0 8 0,0 0-14 15,0 0-13-15,0 0 10 0,0 0-8 0,0 0 3 16,0 0-11-16,0 0 7 0,0 0-13 0,0 0 5 16,0 0-7-16,0 0 5 0,0 0-3 0,0 0 0 15,0 0-9-15,0 0-4 0,0 0 4 0,0 0-4 16,0 0-7-16,0 0 2 0,0 0 0 0,0 0-1 15,0 0-9-15,0 0 3 0,0 0 1 0,0 0-5 16,0 0 6-16,0 21 0 0,0-21-14 0,2 12 12 0,1-2-6 16,-3-3 5-16,1 4 4 0,0 0-3 15,-1 1-6-15,2 0 2 0,0-2 0 0,-1 4-3 16,-1-2 7-16,2 0-4 0,0 1-4 0,1-1 13 16,-1-2-9-16,0 1 6 0,0 1 1 0,1 0-6 0,-1-1-14 15,0 0 10-15,3 0-4 0,-3 0 6 0,-2-3 10 16,3 4-6-16,-1-5 0 0,0 1 7 0,-1-3-5 15,0 4-3-15,1-2-3 0,-1-1 3 0,-1-6 6 16,2 13 12-16,-2-7 3 0,0-6-2 0,2 11 1 16,-2-11-3-16,0 10-4 0,0-10 10 15,1 9-6-15,-1-9-4 0,0 9 0 0,0-9-3 0,3 8 0 16,-3-8-2-16,0 6-1 0,0-6 5 0,0 0-5 16,0 0-3-16,-2 9 1 0,2-9 3 0,0 0 6 15,0 0 0-15,3 7 0 0,-3-7-7 0,0 0 1 16,0 0-2-16,0 0 5 0,0 0-2 0,0 0-6 15,0 0-6-15,0 0 5 0,0 0 5 0,0 0-11 16,0 0 8-16,0 0-3 0,0 0-1 0,0 0 2 16,0 0 0-16,0 0 2 0,0 0 0 0,0 0-10 15,0 0 5-15,0 0-1 0,-3 8 2 0,3-8 0 0,0 0-3 16,0 0 5-16,0 0-4 0,0 0-4 16,0 0-4-16,0 0 2 0,0 0 7 0,2 9-2 15,-2-9 1-15,0 0 2 0,0 8-5 0,0-8-4 16,0 0 5-16,1 10 5 0,-1-10-3 0,0 7-2 15,0-7-2-15,0 0 2 0,2 6 2 0,-2-6-10 16,0 0 6-16,0 0 0 0,0 0 5 0,0 9-1 16,0-9-3-16,0 0 1 0,0 0 3 0,0 0-4 15,0 0 2-15,4 5 1 0,-4-5 1 0,0 0-3 0,0 0-2 16,0 0 6-16,0 0-2 0,0 0 8 0,0 0-3 16,0 0 1-16,0 0-2 0,0 0 5 0,0 0-5 15,0 0 1-15,0 0-2 0,0 10-3 16,0-10 3-16,0 0-1 0,0 0-5 0,-2 9 2 0,2-9 0 15,0 0 3-15,0 0 0 0,-2 8 4 0,2-8-8 16,0 0 4-16,0 0-3 0,0 0 2 0,0 0 2 16,0 0-6-16,0 0-5 0,-2 7-12 0,2-7-24 15,0 0-24-15,0 0-23 0,0 0-18 0,-3 6-15 16,3-6-119-16,-10 1-262 0,0-1 116 0</inkml:trace>
  <inkml:trace contextRef="#ctx0" brushRef="#br0" timeOffset="102414.48">8073 8291 84 0,'-2'-9'113'0,"2"9"1"16,-1-9-5-16,1 9-5 0,-1-8-9 0,1 8-5 16,0 0 0-16,-1-10 9 0,1 10-5 0,0 0-3 15,-3-7-6-15,3 7-7 0,0 0-6 0,0 0-8 16,0 0-5-16,-1-9-9 0,1 9-7 0,0 0-3 15,0 0-3-15,0 0-5 0,0 0-6 0,0 0-3 16,0 0-6-16,0 0-1 0,0 0 2 0,0 0-5 16,0 0-8-16,0 0 1 0,0 0-3 0,0 0 0 15,0 0 2-15,0 0-4 0,0 0 0 0,0 0-2 16,0 0 2-16,0 0 0 0,14 15 0 0,-14-15 2 16,7 4-4-16,-3 1 3 0,-4-5-3 0,5 7 9 15,-1-4-11-15,-4-3 0 0,4 8 7 0,0-5-5 16,-4-3 0-16,5 7 0 0,-2-2 9 0,-3-5-6 15,6 7-3-15,-2-4 0 0,0 1 0 0,-4-4-1 16,5 7 4-16,-5-7-1 0,5 8-2 0,-5-8 5 16,5 4-4-16,-5-4 3 0,5 6-1 0,-5-6 1 15,0 0-2-15,0 0-2 0,5 3 7 0,-5-3-2 16,0 0-3-16,0 0-1 0,7 3-2 0,-7-3 2 16,0 0 1-16,0 0 11 0,0 0-9 0,0 0-2 15,0 0 1-15,0 0-2 0,6 1 0 0,-6-1 0 16,0 0 8-16,0 0-3 0,0 0-7 0,0 0 0 15,0 0 0-15,0 0 1 0,0 0 2 0,0 0-1 16,0 0 0-16,0 0 2 0,0 0 1 0,0 0-1 16,0 0 10-16,8-7-10 0,-8 7-7 0,6-12 11 15,0 2-6-15,5-6 3 0,1-7-4 0,5-2 1 16,2-4-5-16,9-12 6 0,4 0-5 0,-1-6-4 16,5-2-25-16,17-19-36 0,-1 0-10 0,2 3-24 15,3 1-25-15,0-2-12 0,-13 24-77 0,16-21-234 16,-21 18 104-16</inkml:trace>
  <inkml:trace contextRef="#ctx0" brushRef="#br0" timeOffset="103110.96">7918 8177 12 0,'0'0'67'16,"0"0"-9"-16,0 0-7 0,0 0-2 0,13 8-8 15,-13-8-4-15,5 7-1 0,0-3-3 0,0 3-10 16,-1-3 5-16,1 2-5 0,3 1 1 0,-2 2-6 16,2-3 1-16,0 3-4 0,-2 1 3 0,3-1-5 15,-2-1 2-15,1 3-7 0,-1-5 3 0,0 2-4 16,1 0 3-16,-4-5-3 0,1 3 3 0,0-3 1 16,0 1-3-16,-5-4 1 0,4 5 0 0,-4-5-4 15,0 0 4-15,8 3-2 0,-8-3 0 0,0 0 1 16,0 0 4-16,6 3 1 0,-6-3-1 0,0 0 3 15,13-3 3-15,-13 3-5 0,12-11 8 16,1 0-12-16,3-3-3 0,5-8 2 0,6-4-2 0,11-13-14 16,6-3-28-16,2-2-19 0,22-19-69 0,-10 2-133 15,0-1 58-15</inkml:trace>
  <inkml:trace contextRef="#ctx0" brushRef="#br0" timeOffset="103858.86">7844 8217 92 0,'-1'-7'83'0,"1"7"-3"0,0 0-9 16,0 0-12-16,0 0-8 0,0 0-4 0,0 0-7 15,0 0-3-15,0 0-2 0,0 0-9 0,0 0 0 16,16 15-3-16,-8-9-2 0,-1 1 0 16,1 1-7-16,1 0 3 0,1-1-3 0,-2 0 2 15,1-2-4-15,-4 0 4 0,3 0-4 0,-2-2-5 0,-1 1 2 16,0-2 3-16,-5-2 3 0,9 5-10 0,-2-3 5 16,-7-2-3-16,7 4 1 0,-7-4-3 0,7 0 0 15,-7 0 5-15,10 0 4 0,-10 0-2 0,14-3 1 16,-6-2-3-16,3 0 1 0,2-2-3 15,2-4 0-15,8-4-2 0,0 0-1 0,0-3 1 0,0-5 2 16,6-2-4-16,6-9-4 0,5-2-12 0,0-5-19 16,-1 1-14-16,3-1-9 0,2-2-27 0,-1 2-51 15,1-2-142-15,-2 0 63 0</inkml:trace>
  <inkml:trace contextRef="#ctx0" brushRef="#br0" timeOffset="104525.76">7921 8187 39 0,'0'0'56'0,"0"0"-1"16,0 0-11-16,0 0-6 0,0 0-6 16,0 0-4-16,0 0-5 0,0 0-9 0,0 0-8 0,0 0-5 15,0 0 5-15,0 0-3 0,0 0-7 0,-11-9-5 16,11 9 3-16,0 0 0 0,-6-4 1 0,6 4 0 16,0 0-1-16,-4-6-2 0,4 6 5 0,0 0 0 15,0 0 4-15,-6-5-3 0,6 5-3 16,0 0 5-16,0 0 2 0,0 0 2 0,-4-6-7 0,4 6 8 15,0 0 0-15,0 0 5 0,0 0-5 0,0 0 6 16,0 0 0-16,0 0-5 0,0 0-4 0,0 0 2 16,0 0-1-16,0 0-1 0,0 0-2 15,0 0-3-15,0 0 1 0,0 0 4 0,0 0 0 16,0 0-3-16,10 17 0 0,-6-9 10 0,0 0-5 0,1 1-2 16,0 1-1-16,-1-1 5 0,1-1-5 0,1 1 2 15,-1 0 0-15,-1-3 1 0,0 0 1 0,-1-1-3 16,1 1 4-16,-4-6-3 0,6 8 2 0,-6-8 0 15,6 7 6-15,-6-7 1 0,4 4 5 16,-4-4 0-16,8 2-2 0,-8-2-5 0,10-2 0 0,3-1-1 16,2-6 5-16,9-6-2 0,3-2 5 0,12-12-5 15,4-7-4-15,1-3 9 0,19-19-9 0,-15 16-6 16,17-18-6-16,-3 1-22 0,-18 18-10 0,4 0-15 16,0 1-30-16,2-1-86 0,-8 3 38 0</inkml:trace>
  <inkml:trace contextRef="#ctx0" brushRef="#br0" timeOffset="105042.47">8010 8087 32 0,'5'24'65'0,"-1"-15"-8"0,-1 3-8 16,2 3 1-16,-2-1-11 0,3 4 1 0,-3 0-2 15,1-1-8-15,1 0-1 0,-1-2-4 0,-1-5 3 0,-1-2-1 16,1-1 4-16,-2-1 6 0,-1-6 22 16,4 9 9-16,-4-9 16 0,4 5-9 0,-4-5 1 15,6 1-8-15,-6-1-3 0,15-14-14 0,5-3-3 16,0-8-6-16,13-12-7 0,5-3-3 0,2-8 1 16,3 2-11-16,20-19-18 0,0 3-38 0,-18 19-17 0,16-20-41 15,-16 21-10-15,17-19-75 0,-21 20-192 16,4-2 85-16</inkml:trace>
  <inkml:trace contextRef="#ctx0" brushRef="#br0" timeOffset="106661.75">10323 9227 28 0,'0'0'18'0,"12"-4"-1"0,-2 3-1 15,2-1 1-15,4-1-1 0,6 3-2 0,5-3 2 16,6-2-4-16,5 4-3 0,12-3-4 0,5 3-1 16,0-2-33-16,0-1-32 0,9-1 15 0</inkml:trace>
  <inkml:trace contextRef="#ctx0" brushRef="#br0" timeOffset="167142.68">7959 8116 34 0,'0'0'89'0,"0"0"-13"0,0 0-10 0,0 0-5 15,0 0-7-15,0 0-2 0,0 0-12 0,0 0 0 0,0 0-10 16,0 0 1-16,0 0-2 0,0 0-1 0,0 0-2 16,0 0-5-16,0 0 1 0,0 0-6 15,0 0 9-15,15 15-11 0,-15-15-2 0,3 5 1 16,-3-5-3-16,0 0 0 0,2 6-1 0,-2-6 3 16,0 0 2-16,0 0 1 0,0 0-6 0,4 5-2 15,-4-5-6-15,0 0 10 0,0 0-4 0,0 0-2 0,0 0-4 16,0 0 0-16,0 0 10 0,0 0-12 0,0 0 3 15,0 0 4-15,0 0-9 0,0 0 9 16,0 0-3-16,0 0 0 0,4 7-6 0,-4-7 5 16,0 0-5-16,4 5 4 0,-4-5 2 0,6 8-6 15,-2-4-1-15,-1 1 5 0,0 2-6 0,0 0 2 16,2 2-2-16,0-1 7 0,0 0-4 0,-1 1 4 16,1-2 6-16,-1 0-6 0,0-3-1 0,0 2 8 15,-2 0-6-15,-2-6-4 0,8 7 2 0,-6-4 10 16,-2-3 17-16,6 7 6 0,-6-7 19 0,5 2 9 0,-5-2-2 15,0 0-3-15,0 0-5 0,0 0 0 0,14-6-8 16,-8-4 5-16,3-5-13 0,4-5-2 16,7-9-5-16,9-10 4 0,1-10-6 0,19-21-2 0,-16 21-7 15,20-24-21-15,0 6-5 0,-16 20-9 0,17-23-27 16,-14 23-31-16,14-17-32 0,-16 22-27 0,-3 4-73 16,0 1-224-16,-15 12 99 0</inkml:trace>
</inkml:ink>
</file>

<file path=ppt/ink/ink1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24:19.637"/>
    </inkml:context>
    <inkml:brush xml:id="br0">
      <inkml:brushProperty name="width" value="0.05292" units="cm"/>
      <inkml:brushProperty name="height" value="0.05292" units="cm"/>
      <inkml:brushProperty name="color" value="#FF0000"/>
    </inkml:brush>
  </inkml:definitions>
  <inkml:trace contextRef="#ctx0" brushRef="#br0">9509 10005 13 0,'0'0'32'0,"0"0"-7"0,0 0 3 0,-9-2-2 15,9 2-1-15,0 0-3 0,0 0-4 0,0 0 3 16,0 0-3-16,0 0-6 0,0 0 1 0,0 0-3 15,0 0 4-15,0 0-4 0,0 0 1 16,0 0-3-16,0 0 4 0,0 0-1 0,0 0-8 0,25-3 1 16,-25 3 3-16,19 1-2 0,-6 1-2 0,0-1 3 15,4-1-3-15,2 1 2 0,-2 1-2 0,1-2-4 16,0 2 2-16,0-1-1 0,2-1 0 0,-3 2-2 16,4-1 7-16,0-1-2 0,-2 2 1 0,0 0-4 15,3 0 4-15,-2 1-1 0,2-2-3 0,1-1 6 16,-1 3-5-16,0-3-2 0,-1 3 0 0,9-1 6 15,-2 0-3-15,1 2 1 0,-8-2-5 0,7-2 3 16,0 2-1-16,1-1 9 0,3 0-4 0,0 2 1 16,1-3 1-16,3 2 0 0,-1-1 1 0,0 1-3 15,1 1 2-15,0-3-10 0,0 2 10 0,1 0-4 16,-2 0 4-16,0 3-1 0,1-3 0 0,-2-1-6 16,1 4 2-16,-1-1 1 0,1 0-1 0,2-1-7 15,1 0 5-15,1-1 6 0,-2-2-14 0,14 3 10 16,-11-1-3-16,-1 0 5 0,1 1-2 0,-2-1 3 15,2 0-1-15,12-1-1 0,-12 2 0 0,-1-1-4 16,-2 0 3-16,3 1 2 0,0 0 0 0,0-3-2 16,-1 2 0-16,13 1-2 0,-15-2 5 0,3 1-6 15,1 0-1-15,10 2 3 0,-13-2 5 0,13 1-2 16,-12 0-3-16,0-2 1 0,13 1-1 0,-13 1-3 16,1 1 5-16,12-2 3 0,-12 1-6 0,-1-2-2 0,12 2 8 15,-12-2-5-15,0 3-1 0,2 0 3 16,9-3-1-16,-13 2-4 0,3 1 3 0,-3-1 1 15,1-3 4-15,16 2-5 0,-16 1 0 0,3 1-2 16,10 0 2-16,-13-1 1 0,2-1 1 0,-1-1 6 0,12 3-9 16,-12 0 1-16,13 0 0 0,-13-2-2 0,0 1 4 15,13-2-8-15,-14 0 6 0,-2 0-4 16,2 0 0-16,16 0 3 0,-20-1-1 0,5 0 0 16,-1 2 6-16,0-2-8 0,14 2 3 0,-14-1 2 15,-1-1 2-15,1 0-1 0,2-1-3 0,-1 2 2 16,0-1 2-16,2 0-7 0,-3 0-5 0,13 0 16 15,-12 2-12-15,-1-2 3 0,-1 0-1 0,1 2 5 0,-1-2-1 16,-1 0-4-16,-2 3-2 0,1-3 6 16,1 1-6-16,0 0 1 0,-3-1 5 0,4 0-10 0,-3 0 10 15,-1 0-3-15,1 0 1 0,1 0-2 0,0-1 2 16,-4-2-2-16,2 2 7 0,-1-1 1 16,1 2-2-16,-1-2 11 0,4 1-11 0,-4 1 1 15,-2-1-5-15,2-2 2 0,-2 1 5 0,2 1-5 0,-3-1 3 16,-3-1-2-16,-5 1-9 0,1 0 7 0,-1-1-1 15,0 0 6-15,0 1 0 0,2 0-1 0,-4-1 3 16,1 3-2-16,-4-2-1 0,3 1 4 0,-1 0-6 16,-5-2 0-16,0 3 2 0,1-2 7 0,-1 0-10 15,1 1 6-15,-5-1 7 0,2 2-12 0,-2-2 3 16,-9 2 0-16,11 0-2 0,-11 0 4 0,9 0 3 16,-9 0 4-16,0 0-3 0,0 0-1 0,11 0 5 15,-11 0-5-15,0 0 1 0,0 0-5 0,0 0 0 16,10 0-12-16,-10 0-8 0,0 0-17 0,0 0-3 15,0 0-16-15,0 0-68 0,0 0-127 0,-25 18 56 16</inkml:trace>
  <inkml:trace contextRef="#ctx0" brushRef="#br0" timeOffset="1394.97">9722 11361 27 0,'0'0'38'0,"0"0"-10"0,0 0-2 16,0 0-2-16,0 0-4 0,0 0 2 0,0 0-2 16,0 0-3-16,0 0-3 0,0 0 1 15,0 0-1-15,26 6-1 0,-20-5 1 0,2 0-3 16,1 1-3-16,3 0 2 0,-2-2-5 0,3 2-2 15,3-2 3-15,5 1 5 0,-1-1-3 0,2 2 4 0,9-4 2 16,-2 1-3-16,3 1-4 0,4-3 1 0,-2 2-1 16,6-2 2-16,-3 0 0 0,1 1-1 15,13 0-2-15,-11 0 4 0,14-2-14 0,-15 3 8 0,14-2-1 16,-14 2-1-16,15 1-6 0,-4-4 12 0,-12 5-3 16,13-3-2-16,0 3 3 0,-12-1 2 0,14-1-5 15,0 2 0-15,-2-1 4 0,4-1-6 0,0 1 1 16,1-1 2-16,-2 1-4 0,2 0 3 0,-1 0 0 15,1 1-3-15,0 1 3 0,-3-3-2 0,0 2 4 16,1-1-3-16,-3 3-5 0,2-3-3 0,0 3 10 16,1-5-1-16,1 6 0 0,1-4-1 0,-1 1-2 15,0 1-1-15,2-1 5 0,-2 2-1 0,-1-2-3 16,1 1 1-16,-1 1 0 0,-1-2 2 0,-1-1 3 16,0 3-5-16,-3 0 1 0,-8-2 0 0,13 1-4 15,1 0 5-15,0-2-6 0,1 1 12 0,-2 1-9 16,-3 0 2-16,5-2 4 0,-2-2-1 0,1 4-4 15,0-1-2-15,1 0 0 0,-2-1 5 0,-2 1-5 16,2 1 5-16,0-1-2 0,-2-1 1 0,0 0 0 16,1 3-5-16,1-2 4 0,2 1 3 0,-1 0 4 15,0-1-9-15,-1 0 4 0,0 1-10 0,5 0 11 16,-3 0 2-16,-3-2-2 0,3 3 1 0,-2-2 2 16,-3 1-5-16,0-1 2 0,0 1 0 0,-11-2 3 15,13 1 1-15,1 1-6 0,2 1 3 0,-3-2 5 16,-1 0-11-16,0 1-1 0,-1-1 5 0,1 0 2 15,0 1 0-15,-12-2-1 0,8 0-3 0,-8-2 6 16,-2 2-4-16,14-2 6 0,-16 2-8 0,1 0 8 16,0 0-5-16,4-3 13 0,9 2-9 0,-10 0 2 15,-3-2 9-15,-3 3-15 0,2-2 1 0,0 0 3 16,-3 2-1-16,-1-1 0 0,-1-1 1 0,-2 0-7 16,-8 0 4-16,0 2 0 0,-3-4 2 0,-1 2-2 15,-4 1-1-15,-2 0 0 0,-3-1-1 0,-8 2 0 16,11 0-1-16,-4 2-6 0,-7-2 7 0,0 0-3 15,11-2-5-15,-11 2-11 0,0 0-5 0,0 0-2 16,7 4-13-16,-7-4-22 0,0 0-67 0,-6 13-132 0,6-13 59 16</inkml:trace>
  <inkml:trace contextRef="#ctx0" brushRef="#br0" timeOffset="3658.12">9689 12500 12 0,'0'0'22'0,"-10"-2"-3"0,10 2-11 0,0 0 4 15,-13 0 3-15,13 0-1 0,-7 2 0 0,7-2-5 16,-9 1 1-16,9-1-4 0,-7 3 2 0,7-3-4 16,-7 3 3-16,7-3-3 0,-7 4 4 0,7-4-2 15,-6 6 3-15,6-6-6 0,0 0-3 16,-4 4 0-16,4-4 2 0,0 0-1 0,0 0 6 0,-2 7-2 15,2-7 1-15,0 0 0 0,0 0-1 0,10 11-3 16,-7-9 7-16,-3-2 2 0,11 6 1 0,-6-2-4 16,1 0 0-16,3-1-4 0,-2 2 1 0,3 0 0 15,1 0 2-15,0 0-11 0,0-2 1 0,2 2 9 16,-2 1 0-16,3-1-7 0,-1-1 10 0,5 3 0 16,1-4 2-16,3 0 0 0,6 1 0 0,0 0-2 15,1-3 1-15,2 3-6 0,-3-1 3 0,3 0-2 16,0-3 3-16,1 4-2 0,1-4 2 0,-1 0 0 15,0 2-2-15,1-2-1 0,-1 0-2 0,1 0 6 16,2-2-4-16,-1 1 3 0,2 1 1 0,1-3-2 16,0 3 1-16,0-3-1 0,0 3-4 0,2-3 6 15,-1 0 3-15,0 2-7 0,-1-1 10 0,2 0-7 16,-1 1-3-16,-2 0 2 0,2 0-1 16,2-1 1-16,-1 2-2 0,1 2 4 0,-2-1-7 0,1 1 3 15,1 1-5-15,-1-2 2 0,1 2 4 0,1-2 4 16,8 2-12-16,-10-3 7 0,-1 3-1 0,0-1-4 15,-1 0 1-15,0 1 2 0,3 0 1 0,0-1-4 16,11 0 6-16,-14 0-2 0,14-2-1 0,-10 1 3 16,-3-2 5-16,14 1-4 0,-12-2-5 0,11 1 4 15,-11 1-1-15,12-3 1 0,-12 1-3 0,14 0 0 16,-4-2-4-16,1 2 4 0,-12-1 3 0,0-1-6 16,13-1 3-16,-14 2 3 0,13 1-8 0,-15-1 5 15,5 1-2-15,-5-1 2 0,2 2-1 0,2-1-1 16,10-4 2-16,-14 5-2 0,-1 1-3 0,3-3 3 15,1 3 3-15,-1-1-1 0,-2-1-2 0,2 2 0 16,1-1 7-16,-1 0-8 0,0 1 2 0,0 0 1 16,1-3 1-16,-1 3 0 0,-3-1-2 0,-1 0 2 15,2 1-1-15,-3 0 1 0,-1-2 0 0,1 2-6 16,-3 2 6-16,-1-2 1 0,2 0-2 0,1 1 2 16,1-2-2-16,-3 2 5 0,1 0-4 0,-2-1 6 15,0 0-4-15,-1 0-3 0,1 0 0 0,-2-1 1 16,4 0-1-16,-3 1 5 0,-1 0 0 0,-3-2 4 15,3 2-5-15,0 0-9 0,0-1 3 0,0 0 2 16,-5 2 1-16,6 0 0 0,-7-1 4 0,6-1 0 16,-6 1-9-16,0-1 6 0,-2 0-4 0,2 1 7 15,-1-1-5-15,2 0 0 0,-4-1 3 0,0 2-4 16,2-1 2-16,-1 1 0 0,-6 0-1 0,5-2 6 16,-5 2-8-16,4-2 3 0,-5 0-2 0,2 1 4 0,-5-1-3 15,0 1 5-15,1 0-1 0,2 1 8 16,-7-2 3-16,-5 2 5 0,13-1-4 0,-13 1 6 15,10-2-3-15,-10 2-4 0,8-1-4 0,-8 1-2 16,0 0 6-16,0 0-12 0,0 0-13 0,0 0-19 0,0 0-25 16,0 0-30-16,0 0-82 0,0 0-174 0,-33 6 77 15</inkml:trace>
  <inkml:trace contextRef="#ctx0" brushRef="#br0" timeOffset="5675.99">9804 13905 11 0,'0'0'25'0,"18"3"3"0,-7-2-5 16,0-1 2-16,-1 3-1 0,3-2 2 0,0-1 1 15,0 4-7-15,7-3 6 0,-3 2-5 0,3-2-2 16,2 1 3-16,-2-1 2 0,8 0-2 0,1 3-8 16,-3-2 0-16,2 0-3 0,-1 3 2 0,1-4 2 15,0 0-5-15,2 2 2 0,-2 0-5 0,1-2 6 16,2 0-7-16,0 2 0 0,1-2 3 0,-2 0-9 16,3 0 9-16,1 1-4 0,-1-1 3 0,0 1-5 15,2 0 2-15,-3 1 0 0,2-1-4 0,0-1-1 16,-1 0 6-16,1 2-1 0,-1-2-2 15,2-1-4-15,1 0 5 0,-1 0 0 0,1 2-1 0,2-1 4 16,-2 0 0-16,0 1-5 0,3-2 3 0,-1 2-7 16,3-1 9-16,-3 1-6 0,2-2 2 0,11 1-6 15,-14 1 6-15,0 0 1 0,0-2-1 0,3 1 3 16,-2-1 2-16,0 0-8 0,-2 1 1 16,2-2 2-16,1 0-3 0,-2-1 4 0,15 2 8 0,-12-1-9 15,-2 0 2-15,4 0 1 0,7-1-2 0,-9 2-2 16,12-1 11-16,-1-1-3 0,-13 0-1 15,3 0-1-15,11 2 3 0,-14-2-5 0,14 2-1 0,-16 0 3 16,2 0 1-16,3-1-1 0,-2 1 4 0,0 1-5 16,12 1 9-16,0-1-7 0,-12 0-4 0,-1 1 7 15,2-2-2-15,12 2-5 0,-13-1 0 0,13 1-6 16,-12-2 7-16,12 2-3 0,0-2-1 0,-16 0 4 16,18 0 0-16,-16 0-7 0,2-1 7 15,0 0-2-15,12-1 3 0,-12 1-5 0,10-1 4 16,2-2-2-16,-1 1 4 0,1-1 2 0,0 2 4 0,-14-2 1 15,14 2-1-15,-12 2-6 0,12-2 4 0,-2-1-3 16,-10 2 1-16,12 0-1 0,-13 1-2 0,-1-1-3 16,2 1-4-16,12 0 11 0,-16-2-10 0,0 1-1 15,2 1 8-15,1-1 1 0,-6 0 0 0,4 1-1 16,-2 0 7-16,3-3-9 0,-4 2 1 0,-3-1 4 16,0 1 9-16,-3 0-12 0,-5 1 13 0,-3 0-17 15,-3-3 2-15,1 1 8 0,-4 2 2 0,-1-2 0 16,-2 1 6-16,-2 0-12 0,1 1 6 0,-2 0-5 15,-8 0 5-15,12-3-5 0,-12 3-4 0,0 0 5 16,11-1-3-16,-11 1 14 0,0 0-17 0,0 0-2 16,0 0 6-16,0 0-5 0,9 1-10 0,-9-1-17 15,0 0-24-15,0 0-30 0,0 0-119 0,0 0-210 16,0 0 94-16</inkml:trace>
  <inkml:trace contextRef="#ctx0" brushRef="#br0" timeOffset="8024.19">11834 15277 13 0,'12'0'24'0,"0"-1"0"0,1 4-3 0,5-1-1 15,0-2-2-15,-2 3-1 0,2-3-4 16,1 1 1-16,2 0-1 0,-1-1-1 0,8 0 3 15,-7 1 1-15,6 1 0 0,-1-2-2 0,-2-2-1 16,3 2-1-16,2-1 4 0,-4 0-6 0,6 1 6 0,-4 0 1 16,0-1-3-16,4-2 1 0,-1 2 5 0,-1-2-13 15,2 2-7-15,-4 1 9 0,1-3-1 0,1 1 4 16,2 1 2-16,-2 0-7 0,3-2 4 16,-1 2-4-16,3-1-1 0,-1 2 5 0,-1-1-6 15,1 0 6-15,1-1-7 0,2 2 0 0,-3 0 3 16,2 2 2-16,-1-1-4 0,1-1-1 0,-1 1-9 0,-1 1 9 15,3-1-1-15,-4-1 0 0,4 3 0 16,0-3-1-16,-2 2-2 0,2-1 7 0,-3 0 2 16,-1-1-4-16,1 2 14 0,1 0-8 0,0-2-5 15,1 2 11-15,-1-1-9 0,2 0 6 0,-2-1 2 16,0 0-4-16,1 4-3 0,-3 0-1 0,4-2 9 0,-1 0-11 16,-1 0 0-16,1 1 6 0,3-3-5 0,-5 1-6 15,3-1 5-15,0 1-1 0,0 1 0 16,-3-2-5-16,4 2 6 0,-3-1-4 0,-1-1 14 15,1 2 1-15,-1-2-17 0,-1 1-3 0,1-1 16 16,-1 0-9-16,3 1-5 0,-1-2 7 0,-2-2-11 0,-1 3 6 16,2 0 4-16,0-3-7 0,0 3 5 0,-1 0 1 15,4-2-5-15,-1 0-4 0,-3 0 0 0,2 1 11 16,-1-1-8-16,1 0 1 0,0 1 0 16,2 1 10-16,-6-1-4 0,1 1-4 0,1 0 1 15,1 0 6-15,-1 0 6 0,-2 1 1 0,2-1-17 16,-2-1 19-16,1-1-9 0,3 5-1 0,-3-4-2 0,4-1 6 15,0 1-4-15,-2 2-4 0,2-3 1 16,-3 2 4-16,6-2-1 0,-1 0 4 0,1 1-8 16,1 0 10-16,12-2-4 0,-12 3 2 0,12-1 1 15,-15-2 5-15,3 1-14 0,1 1 10 0,12-2-7 16,-11 0 3-16,-4 3 4 0,3-1 1 0,12-3-1 0,-15 3-20 16,3 1 17-16,-1-3-5 0,0 5 0 0,12-2-5 15,-13-2 12-15,-1 1 2 0,3-2-6 16,14 3 0-16,-15-3 8 0,12 3-3 0,-14 0-1 15,3-2 1-15,1 1 1 0,9-2-1 0,-11 2 0 16,-2-4-2-16,16 4-4 0,-16 0 8 0,0-4 12 0,-1 3-10 16,2 1-10-16,-1-2 9 0,-2-2 1 0,-1 1 1 15,2 2-4-15,-2-1 8 0,-2-1-2 16,-1 2 3-16,0-1-4 0,-3-2 2 0,1 4 0 16,-6-3 0-16,-2 0-2 0,-2 3 1 0,0-1-8 15,-2 0 2-15,0 2 2 0,-4-1 7 0,1-1-13 0,-1 1 10 16,-3 0-10-16,2 1-3 0,-4-2-1 0,-8 2-5 15,11 0-5-15,-11 0-22 0,11-1-11 0,-11 1-10 16,10 4-15-16,-7 0-19 0,1-1-29 16,-4-3-109-16,4 10-236 0,-3-5 105 0</inkml:trace>
</inkml:ink>
</file>

<file path=ppt/ink/ink1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56:39.138"/>
    </inkml:context>
    <inkml:brush xml:id="br0">
      <inkml:brushProperty name="width" value="0.05292" units="cm"/>
      <inkml:brushProperty name="height" value="0.05292" units="cm"/>
      <inkml:brushProperty name="color" value="#FF0000"/>
    </inkml:brush>
  </inkml:definitions>
  <inkml:trace contextRef="#ctx0" brushRef="#br0">24669 9499 72 0,'0'0'138'15,"2"-8"0"-15,-2 8-9 0,0 0 3 0,3-6-11 16,-3 6-11-16,0 0-5 0,0 0-6 0,0 0-12 16,0 0-2-16,0 0-10 0,0 0-9 0,0 0-4 0,0 0-10 15,0 0-5-15,0 0-8 0,0 0-1 16,0 0-1-16,0 0-8 0,0 0-10 0,0 0-1 15,0 0-5-15,0 0 2 0,0 0 0 0,0 0-7 16,5 16 3-16,-5-16 2 0,2 6-8 0,-2-6 3 16,4 7 4-16,-4-7 0 0,4 6-5 0,-4-6 1 0,4 6 1 15,-4-6-6-15,1 6 4 0,-1-6 0 0,4 5 0 16,-4-5-3-16,0 0 5 0,0 0-2 16,0 0-3-16,4 5 3 0,-4-5 0 0,0 0 6 0,0 0 3 15,0 0-3-15,0 0-1 0,16-13-3 16,-5-1-2-16,10-8-21 0,6-6-17 0,9-11-45 0,23-27-18 15,-2 2-32-15,1-4-146 0,1-4-292 0,-5-3 129 16</inkml:trace>
  <inkml:trace contextRef="#ctx0" brushRef="#br0" timeOffset="19484.12">18731 14768 129 0,'0'-7'190'0,"0"7"-17"16,0 0-16-16,0 0-1 0,4-8-7 0,-4 8-11 15,0 0-8-15,0 0-6 0,0 0-14 0,0 0-5 0,0 0-13 16,0 0-9-16,0 0-9 0,0 0-6 0,0 0-4 16,0 0-10-16,1-6-3 0,-1 6-2 0,0 0-8 15,0 0-5-15,0 0-8 0,0 0 1 0,0 0 1 16,9-10-10-16,2 1 6 0,12-10-10 16,15-13-27-16,3-8-42 0,24-22-49 0,2-4-45 15,2-3-38-15,-2 1-119 0,-3-12-330 0,-2-7 146 0</inkml:trace>
  <inkml:trace contextRef="#ctx0" brushRef="#br0" timeOffset="20498.84">17086 13543 61 0,'0'0'85'0,"0"0"-2"0,0 0-21 0,0 0 1 16,23-27-9-16,-8 13-16 0,10-5-26 0,0-1-14 15,12-13-32-15,-1 1-37 0,-9 6-76 0,10-9 34 16</inkml:trace>
  <inkml:trace contextRef="#ctx0" brushRef="#br0" timeOffset="21500.5">16747 12297 1205 0,'-12'2'10'0,"1"-2"-6"15,2 0-21-15,2 1 21 0,7-1-11 0,0 0-10 16,0 0 17-16,0 0-17 0,0 0 12 0,0 0 3 16,0 0-5-16,34-22-2 0,-4 6-7 0,2-2-12 15,15-8-4-15,4-1-13 0,7-4-20 0,20-8-95 16,-21 12-172-16,22-20 76 0</inkml:trace>
</inkml:ink>
</file>

<file path=ppt/ink/ink1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25:45.861"/>
    </inkml:context>
    <inkml:brush xml:id="br0">
      <inkml:brushProperty name="width" value="0.05292" units="cm"/>
      <inkml:brushProperty name="height" value="0.05292" units="cm"/>
      <inkml:brushProperty name="color" value="#FF0000"/>
    </inkml:brush>
  </inkml:definitions>
  <inkml:trace contextRef="#ctx0" brushRef="#br0">5182 11600 9 0,'0'0'25'0,"0"0"-2"0,0 0-7 15,0 0-7-15,0 0 5 0,0 0-2 0,0 0-7 16,-12 1 2-16,12-1-3 0,0 0 2 0,0 0-6 16,0 0 4-16,0 0 0 0,0 0-2 0,0 0-10 15,0 0 2-15,0 0-6 0,-9 3-7 0,9-3-22 16,0 0 10-16</inkml:trace>
  <inkml:trace contextRef="#ctx0" brushRef="#br0" timeOffset="1115.95">5191 11584 1 0,'0'0'72'0,"-9"-9"-15"0,9 9-5 0,0 0-9 16,0 0 2-16,0 0-9 0,0 0-7 0,-9-3 0 15,9 3 2-15,0 0-4 0,0 0-5 0,0 0 4 16,-13 3-2-16,13-3-1 0,0 0-7 0,-13 0 1 15,13 0-5-15,-9 2 2 0,9-2 4 0,-11 2 0 16,11-2-5-16,-12-1-2 0,12 1 2 0,-10-1 2 16,10 1-4-16,-11-2 6 0,11 2 9 0,-9 0-1 15,9 0-8-15,-9-2-3 0,9 2 9 0,0 0-5 16,-14-1 3-16,14 1-1 0,-9-1-4 0,9 1 3 0,0 0-2 16,-13 0 12-16,13 0-4 0,-10-2 0 15,10 2-1-15,0 0 6 0,-12 0-6 0,12 0 2 16,0 0-5-16,-11 2 1 0,11-2 4 0,0 0-5 15,-12-3-6-15,12 3 2 0,0 0-2 0,-10 1 10 0,10-1-14 16,0 0 2-16,-6 2 6 0,6-2-11 0,0 0 3 16,0 0 0-16,0 0-6 0,0 0 6 0,0 0-9 15,0 0 1-15,0 0-2 0,0 0 2 16,0 0 2-16,0 0-5 0,0 0 3 0,0 0 0 0,0 0 6 16,0 0-9-16,0 0-6 0,0 0 10 15,15 11-1-15,-9-9-13 0,3-1 15 0,-2 1 2 16,0 0 1-16,4-1-5 0,1 0 0 0,0 2 0 0,2-3 9 15,-1 2 5-15,-2-2-8 0,3 1-1 0,-1 0-2 16,1 1 6-16,-1-1-6 0,2-1 1 0,2 0 0 16,-3 0-3-16,3 0 1 0,0 2 5 0,0-4-4 15,1 4 3-15,0-4-9 0,-2 2 17 0,2 0-12 16,0-1 5-16,0-2 3 0,-4 3-8 0,4 0 1 16,0-1 0-16,0 1-9 0,1-2 9 0,-2 2-1 15,0 0-2-15,0 0-4 0,-3 0 2 0,4 0-1 16,-3 2 5-16,2 0-1 0,2-2 8 0,0 0-7 15,-1 0 6-15,0 2-12 0,-5-1 5 0,5-1 1 16,-5 3 5-16,4-3-7 0,-2 3-4 0,1-5 7 16,1 5 1-16,2-2-1 0,-1 0-2 0,-4 2-2 15,-1-2-2-15,5 2 0 0,-6-2 8 0,4 0-9 16,-3-2 7-16,4 2-3 0,0-1-5 0,-4 2 4 16,1-1-7-16,0 0 7 0,0-1 2 0,0 2-3 15,0-1 0-15,4-2 1 0,-5 2-1 0,1 0-1 16,-1 0-2-16,4 1 4 0,-4-2 0 0,1 2-3 15,2-2 5-15,0 1-3 0,0 2-2 0,-1-2-1 16,4 1 0-16,-5-2 7 0,0 0-2 0,-1 0 5 16,2 0-13-16,2 0 16 0,1 0-12 0,-2 1 6 15,-3-1-6-15,0 3 1 0,1-4 5 0,-1 1-5 16,-1 1 0-16,3-1-4 0,-3-1 1 0,1 1-2 16,-1 0 6-16,2-2 1 0,-4 4-3 0,0-1 8 15,4-1-5-15,-3 0-1 0,0 1 2 0,0-2-6 16,1 0 10-16,1 1-5 0,-6 0-2 0,4-2 8 15,0 1-2-15,1 1-7 0,-5 0 2 0,3-2 1 0,2 1-1 16,-4 0 4-16,3-1-1 0,-2 2-5 0,3 0 7 16,-3-1-6-16,1-1 5 0,-2 2-5 0,3-2 6 15,-1 1-2-15,1 1-2 0,-1-1-1 0,0 0-3 16,-2-1 11-16,-1 0-5 0,2 1 6 0,-9 1-6 16,14-1 5-16,-6 1 4 0,1-2 3 15,-9 2-2-15,14-2-3 0,-14 2 4 0,13-1-1 16,-7 1 0-16,-6 0 0 0,10-3-3 0,-10 3 4 15,9 0 0-15,-9 0 3 0,8-2-3 0,-8 2 0 0,0 0-3 16,9 0 2-16,-9 0-4 0,0 0 1 0,0 0 0 16,9-2 1-16,-9 2-5 0,0 0 1 0,0 0-2 15,0 0 2-15,6-3 0 0,-6 3-11 0,0 0 2 16,0 0-8-16,0 0-16 0,0 0-12 0,0 0-14 16,0 0-22-16,0 0-19 0,0 0-26 0,0 0-19 15,0 0-125-15,0 0-283 0,0 0 124 0</inkml:trace>
  <inkml:trace contextRef="#ctx0" brushRef="#br0" timeOffset="3870">6804 11643 15 0,'0'0'90'0,"0"0"-18"15,0 0 1-15,3-6-4 0,-3 6-8 0,0 0 6 16,0 0-5-16,0-10-5 0,0 10-4 0,0 0-7 15,0 0-6-15,0 0 1 0,0-8 0 0,0 8-4 16,0 0 3-16,0 0-3 0,0 0 5 0,-1-11-12 16,1 11-2-16,0 0-1 0,0 0 0 0,0 0-8 15,1-10 7-15,-1 10 8 0,0 0-9 0,0 0 1 16,-1-8 3-16,1 8-2 0,0 0 4 0,0 0-8 16,0 0 3-16,-1-8-7 0,1 8 6 0,0 0-14 15,0 0 3-15,0 0 6 0,0 0-3 0,-1-9 0 16,1 9 3-16,0 0-5 0,0 0 5 0,0 0-7 15,0 0 2-15,0 0-6 0,0 0 0 0,0 0-3 16,0 0-5-16,0 0 8 0,0 0-3 0,0 0 5 16,0 0-11-16,0 0 7 0,0 0 2 0,0 0-15 15,0 0 7-15,0 0-2 0,0 0-5 0,0 0 12 0,0 0-4 16,0 0-6-16,0 0 3 0,0 0 1 16,0 0 0-16,0 0-2 0,0 0 4 0,0 0-3 0,10 0-2 15,-10 0 4-15,0 0 2 0,0 0-3 0,0 0 9 16,0 0-13-16,0 0 7 0,0 0-8 0,0 0 4 15,0 0 2-15,0 0 11 0,14 2-10 16,-14-2-4-16,0 0 4 0,0 0 1 0,0 0-2 0,0 0 9 16,0 0 2-16,0 0-2 0,0 0 11 0,0 0-12 15,0 0 2-15,0 0 2 0,0 0-5 0,0 0-1 16,0 0 11-16,0 0-5 0,0 0-11 16,0 0 13-16,0 0-10 0,0 0-3 0,0 0 11 0,0 0-9 15,0 0-4-15,0 0 0 0,0 0 1 0,0 0-4 16,0 0 11-16,0 0-11 0,0 0-4 0,0 0 9 15,6 6-3-15,-6-6-2 0,0 0 3 0,3 8 0 16,-3-8-5-16,4 5 5 0,-4-5-1 0,4 7 1 16,-4-7 4-16,3 4-2 0,-3-4-7 0,5 5 7 15,-5-5 2-15,4 5-5 0,-4-5 1 0,0 0 1 16,4 6-7-16,-4-6 7 0,0 0-2 0,3 5 1 16,-3-5 2-16,0 0 4 0,0 0-11 0,0 0 7 15,0 0-4-15,0 0 7 0,0 0-5 0,3 4 9 16,-3-4-10-16,0 0 10 0,0 0-3 0,0 0 0 15,0 0 6-15,0 0 4 0,0 0 9 0,0 0 0 16,0 0 6-16,0 0 0 0,0 0-2 0,0 0-4 0,0 0-3 16,0 0-2-16,0 0 0 0,0 0-4 15,6-19-3-15,-6 19 2 0,2-7-6 0,-2 7 0 16,5-8 1-16,-3 3-1 0,-2 5-3 0,7-9 2 0,-4 5-4 16,2-1 1-16,-1-1 1 0,1 1-4 15,1-3-1-15,2 3-3 0,0 1 3 0,-1-5 0 16,1 3 2-16,1 0-1 0,-1 0-4 0,-2-2 3 15,0 5 2-15,4-1 0 0,-2-2 0 0,-1 3-2 0,-2-2 0 16,2 2-1-16,0-2 1 0,-2 0 0 0,0 0 2 16,1 2-5-16,-6 3 3 0,9-8 7 15,-5 5-7-15,-4 3-1 0,8-6 5 0,-8 6-2 0,4-4-2 16,-4 4-2-16,0 0 3 0,6-4-2 0,-6 4 2 16,0 0-3-16,0 0 3 0,6-4-2 0,-6 4-3 15,0 0 2-15,0 0-2 0,0 0 0 0,0 0 1 16,0 0-2-16,0 0 9 0,0 0-8 0,0 0-5 15,0 0 5-15,0 0-3 0,0 0 2 0,0 0 0 16,0 0 0-16,11 6-3 0,-11-6 1 0,3 7-1 16,1-1 3-16,-1 0 1 0,1 1 1 0,0-1-2 15,1 2-1-15,1 0 2 0,-1 0-2 0,0 1 6 16,0 2 0-16,2-2-3 0,-1 0-4 0,-1-2 6 16,0 2 1-16,2 0 1 0,-2-4-2 0,0 1-1 15,0 0 4-15,0-1-5 0,-1 0 3 0,0 0 1 16,-4-5 1-16,6 5 2 0,-2-1-4 0,-4-4 1 15,6 6-2-15,-6-6 3 0,4 6 1 0,-4-6 0 16,5 3 2-16,-5-3-4 0,0 0 2 0,6 3 0 16,-6-3 2-16,0 0 1 0,0 0-2 0,0 0 3 15,0 0-5-15,11-12 0 0,-8 8-2 0,-3 4-7 0,5-11 10 16,-1 5 0-16,-2 0 3 0,3-3-4 16,-1 1-3-16,0-1 3 0,2 1 5 0,-1 1-7 15,-1-3 1-15,0 4-5 0,0 1 5 0,0-4-4 16,0 4 6-16,1 0-7 0,0-1 0 0,-3 0 4 15,-2 6 3-15,7-6-3 0,-7 6-4 0,4-8 0 16,-4 8 0-16,3-6 0 0,-3 6-2 0,0 0 5 16,8-4-2-16,-8 4 1 0,0 0 0 0,8-2-1 15,-8 2-2-15,0 0 8 0,11-1-9 0,-11 1 3 0,9 0 1 16,-1 3-2-16,-8-3 0 0,9 5 3 0,-3-2-2 16,1 0-1-16,-1 4-3 0,0-4 2 15,1 2 4-15,-2-1-2 0,1 4-3 0,-1-3 5 16,-1 0-1-16,1 1 1 0,-1-1-3 0,1-1 5 0,-2 1-2 15,1 0-3-15,2 0 5 0,-4-1-4 0,-2-4-1 16,4 9 1-16,-4-9-1 0,4 7-1 16,-4-7 7-16,4 7-4 0,-4-7 2 0,0 0 4 15,5 3-3-15,-5-3-1 0,0 0 2 0,4 6 2 0,-4-6-2 16,0 0 0-16,0 0 0 0,0 0 6 0,0 0-7 16,0 0 1-16,0 0 0 0,0 0-3 0,13-12 4 15,-11 8 0-15,2-1 1 0,0-1-3 16,1-2-2-16,0 1 5 0,2-2-5 0,-5 2 1 0,2 1 0 15,0 1 2-15,1-4 0 0,-1 0-2 0,1 3 2 16,-1 0-5-16,0 0 3 0,-1 1-2 0,3-1 0 16,-6 6 3-16,6-10-5 0,-2 8 0 0,-4 2 3 15,5-7-6-15,-5 7-3 0,7-3 7 0,-7 3-3 16,7-3 2-16,-7 3-1 0,0 0 0 0,0 0-3 16,15 7-6-16,-10-3 5 0,-1 2 6 0,0-1 0 15,0 2-1-15,-3 0 1 0,3-1-1 16,0 0 0-16,1 3 0 0,0 1 2 0,-2-4 1 0,0 0-4 15,1 4 1-15,0-4 3 0,-1 2-3 0,-1-3 1 16,-2-5-1-16,5 7 4 0,-3-2-1 0,-2-5-1 16,5 5 4-16,-5-5 2 0,3 6-4 0,-3-6-2 0,0 0 1 15,0 0 4-15,3 6-2 0,-3-6 4 16,0 0-1-16,0 0 5 0,0 0-3 0,0 0 2 16,0 0-3-16,0 0 3 0,13-12-5 0,-9 9 3 15,0-4-7-15,1-2 3 0,0 2 1 0,0-1 1 0,0 0-5 16,0-2 1-16,0 1 1 0,0 0 1 15,2 1-2-15,-2-1-2 0,0 3 0 0,-1 1 0 0,0 0 0 16,-4 5-4-16,7-8 5 0,-4 5-2 16,-3 3-1-16,4-6-2 0,-4 6 4 0,0 0-2 0,0 0-5 15,0 0 10-15,10-2-7 0,-10 2 5 16,0 0-6-16,9 6 3 0,-9-6-2 0,9 5 4 0,-5-1-7 16,-1 0 11-16,1 3-3 0,0-1-3 0,0-2-3 15,-1 3 5-15,2-3 1 0,-2 2-3 0,-3-6 1 16,7 11 0-16,-5-6 2 0,1 1-1 0,-3-6-4 15,5 8 7-15,-4-3-5 0,2 0 3 0,-3-5 3 16,6 7-4-16,-6-7 6 0,4 6-5 0,-4-6 0 16,4 4 0-16,-4-4-3 0,4 3 6 0,-4-3-3 15,0 0 0-15,5 6 4 0,-5-6-1 0,0 0 2 16,6 3-6-16,-6-3 5 0,12-1-4 0,-12 1 5 16,14 0-1-16,-3-2 0 0,0 0-2 0,-1 2-1 15,3-2-3-15,2-1 1 0,4 2 1 0,-5 0-3 16,4-1 6-16,1 4 0 0,2-4-2 0,-1 1-2 15,1 1 4-15,2-1-3 0,6-2 0 0,-1 3-4 16,0 0 2-16,0-3 1 0,2 3-1 0,2 2 5 16,-3-1 0-16,3-1-7 0,0 2 8 0,0-1-4 15,1-1 6-15,0 0-7 0,1 2 4 0,-1 0-6 16,0-4 6-16,2 2-4 0,-1 0 2 0,0 2-3 16,2-2 4-16,0 0-2 0,3 0 2 0,-2 0 2 15,1-2 0-15,0 1-5 0,-1 2 0 0,-1 1 0 16,2-1 2-16,-4-1-1 0,0-1 1 0,2-2 0 15,-2 2 5-15,1 1-2 0,1 1-3 0,-2 0 1 16,2-1 1-16,0 2 3 0,-2-4 1 0,-2 4-1 16,1-1 1-16,1 0-5 0,0-1 3 0,0-2 1 0,0 2-3 15,-2-3 3-15,-1 6-3 0,-1-3 2 16,1-3-2-16,0 2 5 0,-2 0 2 0,3 3-1 16,-1-2 3-16,2 4 1 0,-2-4-10 0,-2 1 8 15,3 0-2-15,-1 1 4 0,-1-1-6 0,0 2-2 16,-2-3 4-16,-8 3-4 0,2 0 1 0,-3 0 1 15,2 1 0-15,-4-4 0 0,1 4-5 0,-4-2 3 0,-1 1 0 16,-1-2 0-16,-1 0-1 0,-4-2-1 16,-1 2-2-16,-6-1-3 0,13 1 2 0,-13-1 5 15,9 2-2-15,-9-2 2 0,0 0 0 0,7 1-9 0,-7-1-2 16,0 0-9-16,0 0-13 0,7 2-11 0,-7-2-11 16,0 0-35-16,0 0-17 0,0 0-13 15,0 0-25-15,0 0-22 0,0 0-123 0,-27-1-309 0,15 2 137 16</inkml:trace>
  <inkml:trace contextRef="#ctx0" brushRef="#br0" timeOffset="7164.36">6582 10727 114 0,'0'-9'122'0,"0"9"-3"16,0-9 3-16,0 9 0 0,2-8-16 0,-2 8-12 15,0 0 3-15,-2-10 0 0,2 10-1 0,2-8-1 16,-2 8-10-16,0 0-7 0,0 0-11 0,0 0-5 16,0 0-12-16,0 0-8 0,0 0 1 0,0 0-7 15,0 0-6-15,0 0-2 0,0 0-2 0,0 0-3 16,0 0 1-16,4 26-2 0,-4-13-4 0,1 0 0 15,-2-1-4-15,1 0 2 0,0 7-2 0,0 0 1 16,-2-2 1-16,2 1-1 0,-1-1-6 0,2 1 4 16,-2-2-9-16,1 0-1 0,-1-5-4 0,1 5 13 15,0-5-7-15,1 6 4 0,-1-6 0 0,-1 1-7 16,1 0 3-16,1-1 2 0,0-1-4 0,-2-1-5 16,1 0 5-16,1-1 3 0,-1-8-2 0,0 11 3 15,0-3-4-15,0-8-2 0,2 9 2 0,-2-9 1 16,1 9-6-16,-1-9-14 0,0 0-11 0,0 10-21 15,0-10-16-15,0 8-16 0,0-8-21 0,0 0-22 16,0 0-30-16,-4 10-85 0,4-10-256 0,0 0 114 16</inkml:trace>
  <inkml:trace contextRef="#ctx0" brushRef="#br0" timeOffset="7971.24">6855 10801 122 0,'0'0'119'0,"0"0"-3"0,0 0-20 0,0 0 5 16,0 0-3-16,0 0-11 0,0 0-2 0,-16 23-5 16,11-12 1-16,-1-1-17 0,1 0-3 0,-2 3-6 15,2-3 5-15,3 2-10 0,-2-2-6 0,1 0 1 16,1 2-7-16,0-2-1 0,1 1 4 0,1-1-4 15,0-1 4-15,0 0-3 0,1-2-5 0,-1-7-4 16,3 13 5-16,0-7-7 0,2 2-1 0,-1-2 3 16,2-2-3-16,0 0 1 0,2-1-5 0,0 0-2 15,-1-2 5-15,5-1-8 0,-2 1 3 0,0-2-6 16,2 0 5-16,-1-2-3 0,1-1 0 0,-2-1-4 16,0-1 0-16,-1-1-2 0,1-2 0 0,-1 2 1 15,-1-2-1-15,0-1-5 0,-2 0 2 0,-1 0-2 16,-1 0 0-16,-1-2-2 0,-2 2-6 0,-1-2-4 15,0 1 4-15,0 3 5 0,-1-2-2 0,-2 2-2 16,0 1 0-16,-3 0-2 0,1-1 0 0,-3-1 2 16,5 4 2-16,-3 0-9 0,6 5 3 0,-10-9 9 15,6 8-5-15,4 1 2 0,-10-6-2 0,10 6 2 16,-5-4 1-16,5 4-4 0,0 0 3 0,-6-4-4 16,6 4 1-16,0 0 1 0,0 0-5 0,0 0 4 15,0 0 7-15,0 0-2 0,0 0-2 0,0 0-3 16,0 0 2-16,25 2 3 0,-15 2 2 0,1-2-4 15,1 0-2-15,1 0 1 0,1 1-4 0,3 1 3 16,-3-1-1-16,-3 2-1 0,3-2 3 0,-3 1-2 16,-1 0 2-16,1 1 2 0,0 0 2 0,-4 1-1 0,1 1-5 15,0 1-1-15,-1 0 2 0,-2-1-1 0,1 1 1 16,-3 2-1-16,0 1 5 0,-1 0-2 16,0-1-4-16,-1 2 4 0,-2-2-1 0,1 0 1 15,0 0-1-15,-2 1-4 0,0-1 7 0,1 1 0 0,1-1-1 16,1-1-3-16,1 1 6 0,0-2 2 15,0-1-9-15,-1 0 2 0,2-1 4 0,1 1-1 16,0-3 1-16,1 1-4 0,0-2 2 0,3 1-1 16,-2 0 6-16,2-1 3 0,-2-3-4 0,6 0-2 15,-2 0-1-15,1 0 0 0,2-3 6 0,-3-1-2 0,2-1-5 16,-1 1 1-16,0-3-2 0,-1-1 4 16,-3 0-3-16,0-1 1 0,-2 0 3 0,1-3-4 15,-2 2-2-15,2-4 1 0,-3 3 5 0,-2-6-4 16,-3 3-1-16,0 1 2 0,-1-2 1 0,-4 1-1 0,0 1-3 15,-2 3 1-15,1 1-1 0,-2-1 3 0,1 3 0 16,0-2-3-16,-1 2 2 0,-2 2-1 16,2 0-6-16,-1 2 3 0,0 0 0 0,4 2 1 15,7 1-1-15,-17 0-9 0,9 1-23 0,2 2-16 0,6-3-29 16,-10 7-18-16,6-2-22 0,4-5-35 0,-4 11-97 16,4-11-273-16,3 9 121 0</inkml:trace>
  <inkml:trace contextRef="#ctx0" brushRef="#br0" timeOffset="8504.25">7531 11083 33 0,'0'0'113'0,"0"0"-7"0,5 4-1 0,-5-4 1 0,0 0-7 16,8 3-3-16,-8-3-4 0,0 0-1 0,9 1-10 16,-9-1-1-16,11-1 2 0,-11 1-8 0,8-4-8 15,-8 4 2-15,9-3-6 0,-9 3-4 0,7-6-5 16,-2 1-5-16,-1-2-4 0,-4 7-2 0,7-11-1 16,-2 2-1-16,-1 0-4 0,1-2-3 0,-3 0 3 15,3 0-5-15,-1 0 0 0,-3 2-2 0,1-3-1 16,-1 0-1-16,0 1-7 0,-1-1 2 0,0 0-2 15,-1 0-1-15,2 3-2 0,-1-3 1 0,-1 3-2 16,1 1-1-16,1-2-5 0,-1 10-2 0,2-14 2 16,-1 7 1-16,-1 7 0 0,4-10-1 0,-4 10-4 15,5-7 1-15,-3 2 1 0,6 1-3 0,-2 1 1 16,3 0-4-16,2-1-3 0,-1 2 3 0,-1 2 1 16,2 2-4-16,1-2 2 0,-1 3-1 0,2 0-2 0,-4 1 4 15,1 1-2-15,0 2 0 0,-2-1 0 16,-2 1-2-16,1 1 3 0,-3 1-1 0,0 0 1 15,-1 0 0-15,0 2 4 0,-2-3-5 0,0 3 0 16,-1 0 4-16,-1 0-3 0,0-1 3 0,-2-1 0 0,2 2 2 16,-1-5-6-16,0 4 3 0,1-3-3 0,1-7 0 15,0 12 2-15,1-5 2 0,-1 1 1 16,0-8-1-16,7 11 1 0,-6-5-4 0,4 0-11 16,1-1-14-16,2 1-14 0,1-2-13 0,1 0-30 15,2 0-24-15,0-1-12 0,5-3-26 0,1 0-21 0,-1 0-85 16,2-3-270-16,-1 1 120 0</inkml:trace>
  <inkml:trace contextRef="#ctx0" brushRef="#br0" timeOffset="11241.66">7133 12033 95 0,'0'0'138'16,"0"-12"2"-16,0 12 4 0,3-10-5 0,-3 10-8 16,0-10-3-16,0 10-7 0,1-7-7 0,-1 7-9 0,0 0-7 15,-1-11-13-15,1 11-8 0,0 0-15 0,0 0-6 16,0 0-6-16,0 0-3 0,0 0-7 0,0 0-4 16,0 0-4-16,0 0 2 0,0 36-6 0,-1-23-1 15,-2 2-4-15,-1 3-4 0,3-2 2 0,0 1 2 16,-3 2-7-16,3-3-5 0,-2 1 3 0,2-2 5 15,-1 2-7-15,2-5 0 0,0 3-6 0,-2-3-1 16,2 0 4-16,-1-1-3 0,1 0 0 0,-2-2 0 16,4 2 4-16,-4-1-7 0,4-3 2 0,-2 0 1 15,-2 3-2-15,2-10-8 0,-1 14-16 0,0-7-8 16,1-7-4-16,-3 13-18 0,2-6-20 0,-2 0-18 16,3-7-16-16,-3 9-15 0,3-9-9 0,-2 7-10 15,2-7-93-15,0 0-250 0,0 0 112 0</inkml:trace>
  <inkml:trace contextRef="#ctx0" brushRef="#br0" timeOffset="11641.79">7138 11969 94 0,'16'-6'129'16,"2"2"-16"-16,0 2 4 0,2 2-11 0,-1 1-3 15,-6 2-11-15,1 0-11 0,1 4-9 0,1 2-3 16,-6-1-7-16,-1 2-6 0,-4 0-5 0,3 0-9 16,-6 2-4-16,-1 1 4 0,-1 2-9 0,-1-4-3 15,-4 7-3-15,-1-4 3 0,-2 0-4 0,0-3-4 16,-1-1-9-16,-1 0 7 0,-1 2-2 0,-3-1 1 16,3-5-4-16,0 1 5 0,-2-2-7 0,2-1-1 15,-3 0-1-15,2-1-6 0,0-3 12 0,0 2-11 16,2-1 9-16,2-2-1 0,8 1 3 0,-17-4 4 15,12 3 5-15,5 1 5 0,-10-1 3 0,10 1-5 16,0 0-2-16,-11-3-1 0,11 3-5 0,0 0-3 16,0 0-5-16,0 0 2 0,0 0-3 0,0 0-2 15,0 0 2-15,0 0-3 0,0 0-3 0,0 0 0 16,17 20 0-16,-9-12 3 0,0-1 1 0,1 0 0 16,0 1-3-16,0 1 2 0,2-1-2 0,2 5-2 15,-4-4-24-15,5 1-18 0,-5-1-23 0,1-1-29 16,1-1-23-16,0 2-15 0,-1-2-21 0,0-1-92 15,-3-1-259-15,2-1 114 0</inkml:trace>
  <inkml:trace contextRef="#ctx0" brushRef="#br0" timeOffset="11948.27">7469 12121 106 0,'0'0'176'0,"2"-13"0"0,-1 8-9 15,-1 5-4-15,-3-9-10 0,3 9-13 0,0 0-16 0,0 0-17 16,-2-11-11-16,2 11-8 0,0 0-12 16,0 0-7-16,0 0-7 0,0 0-3 0,0 0-2 0,-6 32-1 15,3-15-5-15,-1 2-8 0,0 1 3 0,0 5-3 16,4 1-3-16,-2-2 0 0,-1 2-2 16,2-7-2-16,1 1 1 0,0 4-6 0,0-4-3 15,0-2 0-15,0 0-6 0,-1 1-1 0,1-3-4 0,-3 1 1 16,3-2-2-16,3 0-1 0,-6-2 1 0,3-1-3 15,-1-2 1-15,1 1-5 0,-3-3 0 0,3 2-1 16,0-1-7-16,-1-1-15 0,0-1-20 0,1-7-25 16,-1 12-27-16,-2-6-15 0,3-6-28 0,-6 8-23 15,6-8-28-15,-8 5-114 0,0-5-318 0,8 0 141 16</inkml:trace>
  <inkml:trace contextRef="#ctx0" brushRef="#br0" timeOffset="12111.7">7380 12401 101 0,'14'-1'136'15,"-4"1"-9"-15,2-2-13 0,-1 2-9 0,3-2-9 16,6 1-12-16,1 0-14 0,-2 0-14 0,1 1-27 16,-3 0-41-16,-2 0-22 0,-3-2-43 0,0 2-56 15,-6-1-144-15,-6 1 65 0</inkml:trace>
  <inkml:trace contextRef="#ctx0" brushRef="#br0" timeOffset="13003.94">5164 11551 107 0,'-4'-6'111'15,"4"6"-7"-15,-4-9 6 0,4 9-9 0,-2-7-7 16,2 7 7-16,-4-8-8 0,4 8 3 0,-4-6-11 15,4 6-3-15,0 0-6 0,0 0-12 0,0 0-9 16,0 0-8-16,-4-7-11 0,4 7 4 0,0 0-9 16,0 0-4-16,0 0 3 0,-4 18-7 0,3-7 6 15,0 1-11-15,1 4 0 0,0 4 2 0,0-1-5 0,1 7 3 16,-1 0 0-16,3-1-1 0,-2 5 0 16,0 2 11-16,0-2-2 0,1 0 2 0,-1 0-2 15,-1 0-4-15,3 1-2 0,-1 0-2 0,0-3 1 16,-1-1-3-16,0 1 1 0,0-1 3 0,1 0-3 15,1 2 4-15,-1 1 7 0,0-2-7 0,1 1 5 0,-1 1-2 16,2-1-5-16,-1-1 2 0,1 1 2 16,-2-4-4-16,1 3-2 0,-1-3-4 0,2 1 5 15,-3 0-4-15,-1 0 0 0,1 1 14 0,5-1-1 0,-6-2-3 16,0 2-4-16,0-1 0 0,1 1 0 0,2-2 6 16,-2 1-6-16,-1-5 2 0,0 0-7 15,0-1 5-15,1 0-6 0,-1-1-1 0,1-1-2 16,-1-1-1-16,3 2 1 0,0 0 1 0,-2-3-4 15,-1-3-2-15,1 0 7 0,0 2-7 0,1-3 0 0,-2 5 3 16,0-5-1-16,1 1-2 0,-1 0-1 0,0-2 4 16,0 1-3-16,0 1 1 0,0-2 4 0,-1 1-7 15,1-2 4-15,-2 0-5 0,2 1 1 0,2-2-1 16,-2-8 2-16,-2 13-1 0,2-6 1 16,2-1-3-16,-2-6-8 0,-2 11-9 0,2-11-14 0,-1 11-24 15,1-11-36-15,-1 10-36 0,1-10-45 0,-1 8-194 16,1-8-394-16,-7 5 175 0</inkml:trace>
  <inkml:trace contextRef="#ctx0" brushRef="#br0" timeOffset="13979.88">4908 12924 32 0,'-14'3'46'0,"8"-2"-6"0,-6 1-7 16,12-2 8-16,-16 3-7 0,6 1-3 0,-1-2 1 15,2 0-3-15,0 0-7 0,-2 0 5 0,2-2-1 16,1 2-7-16,-2 0-1 0,2-1-4 0,8-1 9 16,-14 0-1-16,5 2-1 0,2-1 6 0,7-1-3 15,-14 0-6-15,5 1 5 0,9-1 5 0,-14-1-11 16,7 2 6-16,7-1 3 0,-15-1-2 0,9 2-2 16,6-1-4-16,-13 3 13 0,13-3-3 0,-13-2 6 15,13 2 2-15,-12-1-1 0,12 1-2 0,-10 0-5 16,10 0 2-16,-10-1 12 0,10 1-18 0,-9-1 10 15,9 1 3-15,-10-2-1 0,10 2-4 0,0 0 3 16,-9 0-6-16,9 0 4 0,0 0-2 0,0 0 6 16,-10 0-3-16,10 0-1 0,0 0-2 0,0 0-8 15,0 0-1-15,0 0 1 0,0 0-3 0,0 0-3 16,-8-4-6-16,8 4-1 0,0 0-4 0,0 0 0 16,0 0 6-16,0 0-1 0,0 0-7 0,0 0 5 15,0 0-4-15,29 6 4 0,-16-4 1 0,-1-1 2 16,7 2-1-16,1-1 4 0,1 4-1 0,8-4-2 15,3-1 1-15,-2 2 6 0,0 0-6 0,5-1 6 16,3 2-1-16,2-4-2 0,11 2 6 0,-13-2-13 16,0 0 5-16,13 0-7 0,-11-1 5 0,12 2-3 15,-13-1-2-15,1 0 3 0,13-1 1 0,-16 0-3 16,2-1-2-16,1 2 4 0,-1-2-7 0,-3 0 7 0,1 0 4 16,1 0-2-16,-4 2 2 0,0-2 3 15,-1 2-6-15,-5 0 1 0,-7-3 1 0,8 3-1 16,-9 0-1-16,-2-2 3 0,-1 0-2 0,-3 2-1 15,-3-2 0-15,1 4-2 0,-2-2-1 0,-2-2 0 16,-8 2-2-16,14 2 2 0,-14-2-3 0,14-2 1 0,-14 2-1 16,8 2 0-16,-8-2-3 0,9-2 3 0,-9 2-4 15,0 0-5-15,10 2-8 0,-10-2-17 16,0 0-20-16,0 0-22 0,0 0-23 0,10-2-16 16,-10 2-13-16,0 0-7 0,0 0-136 0,0 0-287 0,0 0 128 15</inkml:trace>
  <inkml:trace contextRef="#ctx0" brushRef="#br0" timeOffset="14681.6">5118 13216 46 0,'0'0'114'0,"0"0"-3"16,0 0 1-16,0 0-16 0,0 0-5 0,0 0-7 16,0 0-6-16,0 0-2 0,0 0-8 0,0 0-8 15,0 0-4-15,0 0-6 0,0 0-3 0,0 0-6 16,0 0-4-16,0 0-3 0,0 0-2 16,0 0-7-16,0 0-2 0,-14-9 5 0,14 9-7 0,0 0 0 15,0 0-1-15,0 0 2 0,0 0-2 0,-13 2-1 16,13-2 3-16,0 0-3 0,0 0 3 0,-10 0-5 15,10 0-1-15,0 0-3 0,-9 2 5 0,9-2-3 16,0 0 4-16,-13 0-5 0,13 0 0 0,-8 1 1 16,8-1-3-16,-7 2-2 0,7-2-2 0,0 0 1 15,-12 3 2-15,12-3-8 0,0 0 4 0,-6 2-6 16,6-2 6-16,0 0-2 0,0 0-3 0,0 0 2 16,0 0-3-16,0 0 0 0,0 0 2 0,0 0 7 15,0 0 6-15,0 0 9 0,0 0 2 0,27 5 8 16,-13-3-5-16,4 0-3 0,2-2 0 0,1 2-2 15,9-2 2-15,2-2-3 0,4 0-1 0,-2 0-7 16,0 1 4-16,0-1-5 0,-3 2-2 0,0-3 4 16,-3 2 0-16,0-2-4 0,-8 1-3 0,3 1 5 15,-1 1 4-15,-5-3 0 0,3 3 1 0,-1 0-1 16,-2-1-2-16,-3 1-1 0,-3-2 0 0,0 4-3 16,0-2 0-16,-1 0-3 0,-4 1 8 0,-6-1-10 15,12-1-1-15,-12 1-1 0,10 1 3 0,-10-1-4 0,7 3 1 16,-7-3-5-16,6 1-7 0,-6-1-4 15,0 0-5-15,0 0-9 0,0 0-6 0,0 0-15 16,0 0-20-16,0 0-18 0,0 0-28 0,0 0-30 16,0 0-32-16,-16 11-106 0,16-11-301 0,-16 0 133 15</inkml:trace>
  <inkml:trace contextRef="#ctx0" brushRef="#br0" timeOffset="15207.72">5140 13260 137 0,'-2'-10'133'0,"2"10"-12"0,0 0-3 0,0 0-7 15,0 0-16-15,0 0-9 0,2-9-6 0,-2 9-8 16,0 0-3-16,0 0-7 0,0 0-6 0,0 0-13 16,0 0 1-16,0 0-11 0,0 0-1 0,0 0-7 15,0 0 2-15,0 0-6 0,0 0 1 0,0 0-5 0,0 0 3 16,0 0-4-16,0 0 1 0,0 0-5 15,0 0-2-15,11 17-4 0,-8-11 1 0,-3-6 3 16,4 7 0-16,-1-2-3 0,-3-5 2 0,4 10 2 16,-3-6-4-16,-1-4-10 0,3 10-11 0,-2-5-13 15,-1-5-17-15,2 12-18 0,-2-12-22 0,0 12-29 16,1-8-88-16,-1-4-216 0,0 0 97 0</inkml:trace>
  <inkml:trace contextRef="#ctx0" brushRef="#br0" timeOffset="17370.05">5393 14046 48 0,'0'0'78'16,"-2"-9"9"-16,2 9-2 0,0 0-11 0,-2-9-7 15,2 9-3-15,-1-7-7 0,1 7-1 0,0 0-8 16,-2-8 9-16,2 8-3 0,0 0-1 0,-4-6-5 16,4 6 4-16,0 0-5 0,0 0 0 0,0 0-5 15,0 0-4-15,0 0-12 0,0 0 0 0,0 0-2 16,0 0 4-16,0 0-8 0,0 0-1 0,2-11-5 15,-2 11 2-15,0 0-2 0,0 0 0 0,0 0 0 16,0 0 0-16,0 0-1 0,0 0 3 0,0 0-4 16,1-9 4-16,-1 9 0 0,0 0-10 0,0 0 5 15,0 0-7-15,0 0-10 0,0 0-2 0,0 0-15 16,0 0-20-16,0 0-10 0,0 0-1 0,0 0-5 16,0 0-11-16,0 0-14 0,0 0-17 0,0 0-53 15,0 0-168-15,0 0 75 0</inkml:trace>
  <inkml:trace contextRef="#ctx0" brushRef="#br0" timeOffset="18413.03">5629 14384 8 0,'0'0'25'0,"-6"-4"-3"0,6 4 1 0,0 0-9 15,-8-5 3-15,8 5-5 0,0 0-2 0,0 0 2 16,-11 0-11-16,11 0-10 0,-11 4 6 0,4-1 1 15,-1-3-7-15,-1 4-1 0,0 0 3 0,-1 0-1 16,1 1-8-16,2-2-18 0,-1-1 8 0</inkml:trace>
  <inkml:trace contextRef="#ctx0" brushRef="#br0" timeOffset="26692.16">5363 13190 20 0,'0'0'62'15,"0"0"-9"-15,0 0-5 0,0 0-4 0,0 0-4 16,0 0-9-16,0 0 6 0,0 0-8 0,0 0-4 16,0 0-1-16,0 0-4 0,0 0-3 0,0 0-3 15,0 0 0-15,0 0-4 0,0 0 2 0,0 10-6 16,0-10 7-16,-7 7-5 0,0-5-6 0,2 3 1 16,-2-2 2-16,1 1-5 0,-1 2 3 0,1 0-6 15,0-3-2-15,0 2-6 0,1 1 4 0,5-6-3 16,-8 8 1-16,5-5 1 0,-2 2 2 0,5-5-6 15,-7 6-7-15,4 0 1 0,3-6-3 0,-4 7-3 16,4-7 0-16,-2 7 0 0,2-7 5 0,0 0 1 16,0 0 0-16,4 11 4 0,-4-11 3 0,0 0-4 15,2 5 4-15,-2-5-2 0,0 0 6 0,3 7-1 16,-3-7 1-16,0 0 0 0,0 0-1 0,0 0 8 16,5 5-4-16,-5-5 3 0,0 0 6 0,0 0 3 15,0 0 4-15,0 0 6 0,0 0 5 0,0 0 8 16,0 0-4-16,0 0-1 0,0 0 3 0,0 0 1 15,0 0-6-15,0 0 0 0,0 0-1 0,0 0 5 16,0 0-3-16,0 0 6 0,0 0-2 0,0 0 8 16,0 0-1-16,4-17 0 0,-4 17-6 0,0 0 6 15,0 0-11-15,0 0 8 0,0 0-10 0,0 0 0 16,0 0-4-16,0 0-3 0,0 0 0 0,0 0 0 16,0 0-3-16,0 0 8 0,0 0 2 0,0 0 0 15,0 0 2-15,0 0 3 0,0 0 0 0,0 0 3 16,0 0-1-16,0 0 2 0,0 0 1 0,0 0-3 15,0 0-2-15,0 0 2 0,0 0-6 0,0 0-1 16,0 0-2-16,-2-12-2 0,2 12-2 0,0 0 3 16,0 0-11-16,0 0 7 0,0 0-5 0,-5-9 4 15,5 9-7-15,0 0 4 0,0 0 5 0,-2-7 22 16,2 7-23-16,0 0 1 0,0 0 0 0,0 0 1 16,0 0-1-16,-3-6 2 0,3 6-5 0,0 0 0 15,0 0 0-15,0 0 0 0,0 0-2 0,0 0-1 16,-1-11-3-16,1 11 2 0,0 0-3 0,0 0-3 15,0 0 5-15,0 0 0 0,-3-6 1 0,3 6-1 16,0 0 0-16,0 0 3 0,0 0-5 0,0 0 2 16,0 0 1-16,0 0-5 0,0 0 1 0,0 0 4 15,0 0-8-15,0 0 8 0,0 0-6 0,0 0 4 16,0 0-5-16,0 0 4 0,0 0 4 0,0 0-2 16,0 0 5-16,0 0 2 0,0 0-1 0,0 0-3 15,0 0-1-15,-2-8 0 0,2 8-3 0,0 0 1 16,0 0 9-16,0 0-10 0,0 0-2 0,0 0 7 15,0 0-4-15,0 0 0 0,0 0 4 0,0 0-2 16,0 0-1-16,0 0 0 0,0 0-2 0,0 0 2 16,0 0 0-16,0 0-1 0,0 0 3 0,0 0-3 15,0 0-2-15,0 0 0 0,0 0 1 0,0 0 0 16,0 0 0-16,0 0 0 0,0 0-2 0,0 0 3 16,0 0-1-16,0 0-5 0,0 0 5 0,0 0-2 15,0 0 4-15,0 0-9 0,0 0-1 0,0 0 0 16,0 0 3-16,0 0-4 0,0 0-1 0,0 0-1 15,0 0-2-15,0 0 2 0,0 0-2 0,0 0 2 16,0 0 2-16,0 0-1 0,0 0-1 0,0 0 3 16,2 25-1-16,-2-25 0 0,0 10 0 0,0-3 15 15,0-7-11-15,2 12-5 0,-1-6 0 0,-1-6 1 16,0 14 1-16,0-6 0 0,0-8-4 0,0 13 3 16,-1-6-1-16,1 1 7 0,-2 1-9 0,1-2 2 15,1-7 2-15,1 15 0 0,-1-8 0 0,0-7 1 16,0 15-2-16,-1-8-1 0,1-7 2 0,-1 14 0 15,-1-5-1-15,1 0 1 0,0-1 0 0,1-8 10 0,-1 13-12 16,-1-5 1-16,2-8-2 0,-2 13 4 16,0-7 0-16,2 1 0 0,0-7-2 0,-2 13 2 15,1-6-4-15,1-7 4 0,-2 13-2 0,1-5 0 16,-1 0 3-16,0-1-2 0,0 1 0 0,1 1-1 0,-2 1 1 16,2-2 3-16,-2 1-2 0,-1 2 1 15,3-3 0-15,-3 1 4 0,1 2-6 0,2-5 6 16,-1 4-6-16,0-3-1 0,-3 1-1 0,4 1 2 15,-1 0 0-15,0-1 3 0,1-1-6 0,1-7 3 16,-4 14 3-16,3-7-1 0,0-1-4 0,-1 3 2 0,1-2 3 16,1-7-1-16,-3 12-1 0,3-5-3 0,0-7 4 15,-1 12 1-15,1-3-4 0,0-1 4 16,-1 0-3-16,1 3 0 0,0-11 1 0,0 14 0 16,-2-9-1-16,2-5 2 0,0 15 0 0,-1-8 2 15,1-7 0-15,-1 14 5 0,1-9 5 0,0-5-2 16,-1 12-1-16,-2-6 1 0,3-6-1 0,-1 15 2 15,0-10-6-15,1-5 0 0,-2 13 2 0,2-5-3 16,0-8-1-16,0 11 3 0,0-11 0 0,0 12 1 16,2-5 3-16,-2-7-15 0,-2 12-1 0,2-12-2 15,-1 12 3-15,1-6 0 0,0-6 2 0,0 9-2 0,0-9 2 16,0 12-3-16,0-12 8 0,0 14-2 16,-1-8 5-16,1-6-1 0,-1 12 2 0,1-12-9 15,0 13 6-15,0-7 3 0,-3 3-3 0,2-3 1 16,1-6 3-16,-2 12 3 0,2-7-6 0,0-5 0 15,0 13-3-15,-1-6 2 0,1-7-1 0,0 12 3 0,-1-7-2 16,1-5 4-16,0 14-3 0,1-7-2 0,-1-7-4 16,-2 14 2-16,2-8 4 0,0-6-3 0,-2 14 3 15,2-8-1-15,0-6 3 0,-1 13-1 16,1-7-2-16,-1 2-2 0,1-8 0 0,-2 11-1 16,1-5 1-16,1-6 0 0,-1 11 3 0,1-11-3 0,1 12-1 15,0-5 3-15,-1-7 2 0,2 11-3 0,-1-6 1 16,-1-5-2-16,0 12-1 0,1-7 3 0,-1-5 1 15,3 13-4-15,-2-8 2 0,-1-5-5 16,1 11 2-16,1-5-1 0,-2-6 3 0,1 13 0 16,-2-7 2-16,1-6-5 0,0 16 4 0,1-12-2 0,0 3 1 15,-1-7-1-15,2 15 4 0,-2-10-3 0,0-5-1 16,2 12-1-16,-1-7 1 0,-1-5 1 16,0 13 0-16,0-7 3 0,0-6-5 0,0 14-1 0,0-7 1 15,0-7-3-15,3 10-1 0,-2-2 4 16,-1-2-1-16,0-6 1 0,4 16 0 0,-4-9 1 15,2 1 1-15,-2-2 0 0,2 2-1 0,-1 0-3 0,0 1 3 16,-1 1 1-16,2-3 1 0,-2 4-5 0,1-2 1 16,-1 0 3-16,-1 1 0 0,2-4 0 0,-1-6-1 15,1 18-1-15,1-11 1 0,-2 0 0 16,1 1 1-16,0 1-1 0,-1 0-1 0,1 1 2 0,-1-1 3 16,3 1 1-16,-2 0 1 0,1 0 2 0,0 0-5 15,-1 1 3-15,2 0-3 0,1-1 5 0,-2 0 1 16,1 1-2-16,-2 0-2 0,2-2 0 0,-1 1 3 15,-2 2-3-15,3-3-1 0,-1 2 0 0,1 0 3 16,0 0 1-16,-1 0 1 0,1 1-4 16,0-1 5-16,0-1-4 0,-2 2 6 0,2-2 0 15,-2 1-2-15,2 0 5 0,-2 0-4 0,3-3 0 0,-3 3-2 16,0-2 0-16,2 0 1 0,-1 1 4 0,1 1-4 16,1-1-2-16,-2-1-3 0,0 3 11 15,0-3-7-15,1 1 0 0,-1 0 0 0,1 0-3 16,-1 2 1-16,1-2 1 0,0-1-2 0,-2 1-1 15,0 0 0-15,0 0-2 0,-1 0 4 0,3 0-5 16,-2 0 2-16,2-1-1 0,-2-1-2 0,-1 2 3 16,1 3-1-16,0-2 1 0,-1 1-1 0,0-2-2 0,0-1 3 15,0 4 1-15,0 0 0 0,-1-2 1 16,1 0-3-16,0-3 1 0,0 2-1 0,-1 2 4 16,1-2-2-16,-1 0-2 0,-2 1 4 0,2-2-6 15,0 3 2-15,1-2-1 0,0 0-1 0,0-1 0 16,0-2 2-16,-2 3-1 0,2-1-2 0,0 0 1 15,0-9-5-15,0 14 2 0,0-6 4 0,0 0-5 0,-1-1 2 16,1-7 2-16,0 15 0 0,-1-7 35 16,1-8-10-16,0 13 1 0,0-6 4 0,-1 0-12 15,1-7-2-15,1 13-3 0,-1-6 3 0,0-7-5 16,-1 13-4-16,1-6 1 0,0-7-2 0,-3 13 1 16,4-5-3-16,-1-8-2 0,-1 12 2 0,1-12-1 15,1 13 1-15,-1-7 1 0,2 1-5 0,-2-7 3 16,0 15-3-16,-2-10-5 0,2-5-3 0,-1 13 9 15,1-13 0-15,-1 12 2 0,1-12-5 0,0 10 3 16,0-3 0-16,0-7-2 0,0 10-2 0,0-10 1 16,0 12 1-16,0-12-3 0,-2 9 3 0,2-9-2 15,-1 11 5-15,1-11-8 0,0 9 8 0,0-9-6 16,1 8 2-16,-1-8-2 0,2 10 4 0,-2-10-1 16,0 10-4-16,0-10 0 0,0 8 1 0,0-8 5 15,1 7-5-15,-1-7 6 0,1 8-4 0,-1-8 1 16,0 0-3-16,0 12-1 0,0-12 0 0,0 0 1 15,-1 7 1-15,1-7 0 0,0 0-11 0,1 10 12 16,-1-10 1-16,0 0-2 0,0 0 3 0,3 8 0 16,-3-8-2-16,0 0 2 0,1 5 1 0,-1-5-2 15,0 0-1-15,0 0 4 0,0 0-5 0,1 8 0 16,-1-8-4-16,0 0 1 0,0 0 2 0,0 0 1 16,0 0 3-16,0 0-4 0,0 0 10 0,0 0-7 15,0 0 4-15,0 0-4 0,0 0 0 0,0 0-1 16,0 0 2-16,0 0-14 0,0 0-2 0,0 0 13 15,0 0 3-15,0 0-6 0,0 0 1 0,0 0-5 16,0 0 6-16,0 0-3 0,0 0 0 0,2 7 2 16,-2-7-1-16,0 0-1 0,0 0 3 0,0 0-2 15,8 1 1-15,-8-1-1 0,7 2 7 0,-7-2-7 16,0 0 1-16,14-1 1 0,-14 1-6 0,11-1 1 16,-11 1-1-16,11-1-8 0,-11 1 20 0,14-1-5 15,-7 1-5-15,4-1 2 0,0-1 3 0,1 0-3 16,1 2 2-16,-1 0-1 0,1-1 2 0,5 1-4 15,-1-1 1-15,2 0-2 0,-6 0 6 0,6 1-4 16,-1-3 3-16,-1 4 0 0,4-2-1 0,7-1-2 16,-9 1-4-16,3 2 6 0,-2-2-3 0,1 0 3 15,6 2 3-15,1-4-6 0,-1 3 7 16,-5 0-1-16,-1-1 1 0,11-1-4 0,-1 2 7 0,1-2-9 16,-4 0 3-16,6 0-2 0,-2 1 5 0,-1 0-3 15,3-2 1-15,1 2-2 0,-2 0 1 0,0 1 0 16,2-3 6-16,1 5-4 0,-3-4-3 0,4 2-2 15,-1 0 3-15,-3 0-2 0,1 0 3 0,2-1-2 16,0-2 1-16,1 3 2 0,0-1 2 0,0-1-7 16,2 3 1-16,-2-2 2 0,1-1 4 0,3 2-4 15,9-2 1-15,-11 3 0 0,11-2-1 0,-13 1 2 16,16 0 5-16,0 1-6 0,-16-1 1 0,3-3-2 16,11 3 1-16,3 0 2 0,-15 0-2 0,12-1 5 15,4 4 1-15,-15-3-6 0,15 1 2 0,-1-1-4 16,1 0 2-16,0 0-2 0,-1 1 5 15,0 1 0-15,1-2-4 0,0 0 4 0,0-2-6 0,-1 1 3 16,1 2-2-16,0 1 2 0,0-2-1 0,1 2-1 16,0-1 2-16,-1-2 4 0,3 2 0 0,2 2-1 15,1-2-5-15,2 3 3 0,26-3-3 0,-26 2 4 16,-1-3-3-16,4 2 0 0,28 2 0 16,-31-4-3-16,30 0 4 0,-28-2-8 0,26 6 10 15,-25-2 3-15,28-1-5 0,-1-2-5 0,-2 2 6 0,1-4-2 16,0 3-7-16,-2 0-2 0,4-4-4 15,3-1-25-15,-1 1-7 0,2-2-25 0,2 2-25 0,3 1-6 16,-6-5-27-16,4 2-15 0,-9-3-23 0,7 4-9 16,-3-2-26-16,-3 1-9 0,-27 4-15 0,23-3-117 15,-28 1-369-15,-2 4 163 0</inkml:trace>
  <inkml:trace contextRef="#ctx0" brushRef="#br0" timeOffset="27488.97">3998 12666 79 0,'0'0'128'0,"-11"0"-3"0,11 0-9 0,0 0-7 0,0 0-8 16,0 0-8-16,0 0-10 0,0 0-9 15,0 0-4-15,0 0-3 0,0 0-9 0,0 0-4 16,0 0 3-16,0 0-3 0,0 0-1 0,28 0 3 16,-15 0-12-16,6-2-4 0,3 0-1 0,6 2 0 0,0-2-7 15,0-1 0-15,-6 3-5 0,-2 0-2 16,3 0 3-16,-2-2-12 0,-3 2-20 0,-1 0-22 16,-2 3-18-16,-2-3-23 0,-1 2-25 0,-2 0-26 15,-1-2-107-15,-2 3-244 0,-7-3 108 0</inkml:trace>
  <inkml:trace contextRef="#ctx0" brushRef="#br0" timeOffset="27707.72">4198 12467 121 0,'-4'-9'177'15,"4"9"-8"-15,-1-8-13 0,1 8-22 0,0 0-13 16,0 0-14-16,0 0-11 0,0 0-10 0,0 0-9 15,0 0-5-15,-2 31-7 0,4-12-7 0,-4 7-5 16,0 2-5-16,2 0-2 0,-3 3-1 0,-2 2-8 0,1-3-1 16,-2 1-13-16,1 2-22 0,1-4-16 0,-1 2-29 15,-2-3-29-15,1 3-36 0,-3 2-38 16,3-2-77-16,-1-2-241 0,1-2 106 0</inkml:trace>
  <inkml:trace contextRef="#ctx0" brushRef="#br0" timeOffset="28016.45">4080 13909 158 0,'0'0'192'0,"0"0"-11"0,0 0-16 0,0 0-15 16,0 0-17-16,0 0-14 0,0 0-9 0,0 0-9 15,18 6-8-15,-3-6-6 0,5 2-20 0,10-2-31 0,4-2-53 16,3 0-47-16,15 0-54 0,-16 0-115 15,5-2-251-15,-4-1 112 0</inkml:trace>
  <inkml:trace contextRef="#ctx0" brushRef="#br0" timeOffset="31986.64">4834 13549 25 0,'-6'1'53'0,"6"-1"-5"0,0 0-1 16,-7 4-4-16,7-4 0 0,-8 4-4 0,8-4-3 16,-6 5 1-16,6-5-4 0,-7 5 5 0,7-5-6 15,-8 4 9-15,8-4-15 0,-8 7 4 0,5-4-7 16,3-3-1-16,-8 4-4 0,8-4 7 0,0 0 1 16,-8 3-1-16,8-3-1 0,0 0-1 0,-5 4-1 15,5-4 0-15,0 0 3 0,0 0-3 0,0 0 5 16,0 0-2-16,0 0 1 0,0 0-3 0,0 0 2 15,18-16 0-15,-2 7-3 0,3-2-3 0,6-5 6 16,4 1-9-16,5-2 0 0,0-1 2 0,15-7-11 16,-3 0 4-16,2-1-7 0,0 1 6 0,3 2-1 15,-4-4 0-15,0 4-1 0,3-1 1 0,-4-3-3 16,0 4 7-16,-13 6-11 0,1-2 1 0,-2 1-2 16,-1-2 3-16,0 1-4 0,0-1 7 0,-2 4-6 15,1 0 2-15,-1 0 5 0,-1 0-3 0,3-1-2 16,-3-2 0-16,0 3-1 0,-1 0 2 0,1-1 2 15,1 2-8-15,0-1 2 0,-1-1 4 0,0 2-4 16,-1 1 10-16,-1 2-12 0,0-2 2 0,-2 0-5 16,1 3 2-16,-2-3-2 0,-3 5 7 0,-3 1 2 15,0 1 0-15,-2-1-3 0,-3 2 4 0,0 0-11 16,-2 1 6-16,0 0-3 0,-1 1 4 0,-2 0 5 16,-2 2-1-16,-5 2-5 0,10-4 3 0,-10 4 0 15,8-5-2-15,-8 5-6 0,6-3 9 16,-6 3 3-16,0 0-8 0,6-3-2 0,-6 3 3 0,8-2 2 15,-8 2-1-15,0 0-1 0,9-3 1 0,-9 3 2 16,0 0-3-16,5-2 12 0,-5 2-10 0,7-4-6 16,-7 4 9-16,0 0-5 0,7-3 0 0,-7 3 2 15,0 0-1-15,8-2-4 0,-8 2 0 0,0 0 5 16,0 0 0-16,5-3 0 0,-5 3-1 0,0 0-1 16,0 0 2-16,0 0-1 0,0 0 4 0,0 0-9 15,0 0 5-15,0 0-7 0,9-2 10 0,-9 2 18 16,0 0-20-16,0 0-3 0,8-2 5 0,-8 2-4 15,0 0-2-15,0 0 0 0,0 0 5 0,0 0-3 16,0 0 0-16,0 0 6 0,0 0-6 0,11 0-5 16,-11 0 8-16,0 0-9 0,0 0 6 0,0 0-1 15,0 0 8-15,0 0-4 0,0 0-3 0,0 0 3 16,0 9 1-16,0-9 0 0,0 0 4 0,0 0-2 16,-8 13 8-16,5-7-5 0,-4 2 1 0,2 1 1 15,0 0-2-15,-2 1 0 0,-1 2 2 0,0 2 0 16,0 0 1-16,1 0-4 0,-4 2 4 0,4-4-1 15,-1 3 0-15,2-4-1 0,-1-1 4 0,4 1-6 16,-1-1 1-16,0-1-8 0,0 0 2 0,-1-1 0 16,2-2 0-16,1 1-3 0,0 1 3 0,-1-2 0 15,3-6-2-15,-4 11 3 0,1-7 8 0,3-4-12 0,-1 14-9 16,1-14-19-16,-4 9-12 0,4-9-24 16,0 9-24-16,0-9-17 0,-1 9-12 0,1-9-71 15,-3 8-204-15,3-8 91 0</inkml:trace>
  <inkml:trace contextRef="#ctx0" brushRef="#br0" timeOffset="32273.84">6271 12712 123 0,'-8'-5'157'0,"2"-6"-4"0,-1 4-14 16,-1-1-9-16,0 2-6 0,1-3-13 0,0 3 0 16,-1-1-11-16,0 1-15 0,1-1-3 0,-1 0-9 15,3 4-6-15,-2-3 0 0,0 1-7 0,0 0-7 0,1 2-4 16,6 3-6-16,-9-7-6 0,9 7-3 16,-10-4-3-16,10 4-13 0,-5-3-14 0,5 3-9 15,0 0-15-15,-7-3-20 0,7 3-19 0,0 0-18 16,0 0 1-16,0 0-2 0,0 0-11 0,0 0-18 15,0 0-22-15,0 0-67 0,0 0-211 0,0 0 94 16</inkml:trace>
  <inkml:trace contextRef="#ctx0" brushRef="#br0" timeOffset="83069.72">10252 11310 98 0,'0'-9'115'15,"0"9"-4"-15,-2-12-6 0,2 12-2 0,-1-14-8 16,1 14-14-16,0-10 8 0,-1 4 3 0,1 6-4 15,-2-11-1-15,2 11-4 0,0-11-6 0,0 11-12 16,-1-8-1-16,1 8 2 0,0 0-1 0,-1-11 3 16,1 11-4-16,0 0 1 0,0 0-5 0,-1-10-3 15,1 10 0-15,0 0-6 0,0 0-4 0,1-8-3 16,-1 8-5-16,0 0-2 0,0 0-3 0,0 0-4 16,0 0-7-16,0 0 2 0,0 0-9 0,0 0-4 0,0 0 2 15,0 0-1-15,0 0-4 0,0 0 0 16,0 0-3-16,0 0-1 0,0 0 2 0,1 27-4 15,0-11 4-15,2 0 0 0,-3 4-3 0,1 4 5 16,1 5-1-16,-2 1 0 0,-3 2 1 0,2 0-1 0,-2 2 3 16,-1 1-2-16,-1 0 1 0,0 12-2 0,0-13 2 15,-1 2-1-15,-1-3-3 0,1 3 4 16,1-1-4-16,0-1 1 0,2-2 0 0,-1 0-1 0,3-3-3 16,0-2 0-16,1-2 2 0,-2-5 1 0,4-1 0 15,-2-2 1-15,0 0-3 0,0-2-1 16,2 0 1-16,0-2-2 0,-1-2 1 0,0-4 3 15,0 0-2-15,1-1-7 0,-2 3-2 0,0-9-6 0,1 10-4 16,-1-10-1-16,1 8-13 0,-1-8-10 0,0 0-21 16,0 0-23-16,0 0-41 0,0 0-25 0,0 0-26 15,0 0-123-15,0 0-323 0,-14-26 144 0</inkml:trace>
  <inkml:trace contextRef="#ctx0" brushRef="#br0" timeOffset="83699.52">10259 11188 19 0,'0'0'143'16,"0"0"-6"-16,-1-9-1 0,1 9-14 0,0 0-4 15,0 0-8-15,0 0-11 0,0-8-14 0,0 8-1 16,0 0-16-16,9-2 10 0,-9 2-7 0,14 3 1 0,-4 0 2 16,4 0-8-16,-1 1-9 0,6 2 2 15,-1 0-3-15,3 3-3 0,5 0-3 0,4 2 0 0,-2-1-2 16,1 0-10-16,1 2 4 0,2-2-6 15,-2 4 3-15,2-3 0 0,0 0-10 0,1 5-1 0,2-5 0 16,-2 3-3-16,-3-1-2 0,2-1-2 0,-2 2-3 16,3-4-1-16,-2 2 0 0,-4-1-3 0,3-3 1 15,-4 2-6-15,-5-3 4 0,-2 0-5 16,8 1 3-16,-9-2-2 0,2 2-3 0,-1-1-1 0,-1-1 4 16,-1 1-3-16,-2 0-1 0,-4-1 1 0,-2 1-1 15,1-2-1-15,0 1-3 0,-3 1 0 0,0-1 2 16,-1-2 2-16,-1 0-8 0,0-1 7 0,-5-3-5 15,5 6-1-15,-5-6 1 0,6 6 4 0,-6-6-1 16,0 0-1-16,-2 9 2 0,2-9 3 0,-11 7-2 16,1 0-1-16,-1-1-2 0,-3 1 2 0,-4 2 0 15,-2 0-3-15,-6 2 2 0,-2 1-2 0,1 3 1 16,-6 1 4-16,0-1-2 0,-13 6-3 0,0 2 3 16,1 0 2-16,-2-1-5 0,0 1 1 0,1-1 1 15,2-1 1-15,10-6-2 0,-12 4-2 0,10-4 7 16,1 1-5-16,0 0-3 0,4-2 3 0,-2-2-3 15,2 2-1-15,3-4 1 0,1 2 1 0,-1-1-1 16,9-3 4-16,-6 5-12 0,8-7-6 0,1 3-16 16,0-2-10-16,1 0-16 0,2-1-16 0,1-2-39 15,1 1-25-15,-1-2-23 0,0 4-139 0,2-4-324 0,0 1 144 16</inkml:trace>
  <inkml:trace contextRef="#ctx0" brushRef="#br0" timeOffset="84448.52">11332 11279 51 0,'0'0'93'0,"-2"-7"-17"0,2 7-8 0,0 0 7 15,0 0 1-15,2-13 3 0,-2 13-3 0,0 0 3 0,2-10 11 16,-2 10-9-16,2-6-2 0,-2 6-5 16,2-8-10-16,-2 8 4 0,1-9-4 0,-1 9-5 15,3-11-5-15,-3 11-5 0,2-10 9 0,1 5 4 16,-3 5 0-16,4-11-7 0,-3 7-3 0,-1 4-3 0,5-10 5 15,-5 10-2-15,4-7-7 0,-4 7 0 0,3-6-9 16,-3 6 2-16,0 0-11 0,0 0-5 16,5-4-1-16,-5 4-4 0,0 0 2 0,0 0 1 0,5 23-1 15,-4-6 2-15,0 8 1 0,-1 3-2 0,-2 5 2 16,-2 13-2-16,-2 0-1 0,-4 2 2 0,6 3-2 16,-5-2-2-16,2 0 3 0,-2-1-6 15,3 0 2-15,-1-13-3 0,4 12-2 0,1-13 2 0,0-1 2 16,-1 2-3-16,3-3-1 0,0 0-6 0,-1-5 7 15,3 0-6-15,-2-7-1 0,2 0 1 0,0-1 0 16,2-2-2-16,0 0-3 0,0-2-16 0,-2 1-12 16,1 0-20-16,-1-4-24 0,1-2-26 0,-2 0-31 15,1 0-25-15,0-4-168 0,-2-6-346 0,0 9 153 16</inkml:trace>
  <inkml:trace contextRef="#ctx0" brushRef="#br0" timeOffset="85257.83">11376 11565 69 0,'-12'0'104'0,"12"0"-14"0,-11-1-13 16,11 1 9-16,0 0-6 0,-12 0-3 16,12 0-3-16,0 0-4 0,-7 1-2 0,7-1-3 0,0 0-4 15,0 0-3-15,0 0-2 0,0 0-6 0,0 0-1 16,0 0-3-16,0 0-2 0,0 0 4 16,0 0 0-16,0 0 0 0,0 0 1 0,30 3-8 15,-13-3 5-15,3 3-4 0,1-2 0 0,8 0-9 0,1 1 1 16,3 1-4-16,-1-3-5 0,0 1 2 0,1 1-5 15,4-1-5-15,-1 2-1 0,0-1 2 0,0 3-3 16,1-3 1-16,0 2 0 0,-1-1-2 0,-2 0-7 16,3 2 1-16,-2-3 2 0,-1 2 3 0,1-1-7 15,-3 0 2-15,0 2-3 0,1-1 1 0,-2-2-5 16,3 3 9-16,-1-2 12 0,3 0-1 0,5-1-2 16,9-2 1-16,-11 2 1 0,0 0-6 0,-1-1-3 15,12 3 1-15,-10-3 1 0,-2 2 0 0,14 1-1 16,-12-1-7-16,10 1 4 0,2-1-1 0,-14 1 0 15,14-2-2-15,-1 1 1 0,1 2-4 0,-12-3 1 16,12 2 1-16,0-1-1 0,-1-1-3 0,-12-2-1 16,14 2 5-16,1-1-3 0,-2-2 2 0,1 3 1 15,-3 0 1-15,-10-1-3 0,12-1-3 0,-14-1 7 16,16 1-3-16,-16 0-2 0,12-2 0 0,-10 1-1 16,-2 0 4-16,1 1-1 0,-1-2-1 0,0 2-1 15,-4 0 1-15,1 0 5 0,-3 0 0 0,1 0 5 16,-3 0-4-16,-10 0 0 0,8 2 1 0,-10-2 0 0,-1-2-2 15,-1 4 2-15,-5-2 0 0,-4 0 0 16,2 0-1-16,-9 0 1 0,11 0-3 0,-4 0 5 0,-7 0 2 16,10 0-1-16,-10 0-5 0,0 0 1 0,14 1 1 15,-14-1-3-15,11-1-3 0,-11 1 3 16,10 0-3-16,-10 0-2 0,5-4 4 0,-5 4-4 16,0 0-4-16,0 0-14 0,10-1-10 0,-10 1-18 0,0 0-15 15,0 0-24-15,0 0-39 0,0 0-29 0,0 0-40 16,-27 5-119-16,17-4-333 0,-3 0 149 15</inkml:trace>
  <inkml:trace contextRef="#ctx0" brushRef="#br0" timeOffset="87510.16">14196 11714 102 0,'0'0'120'0,"2"-7"5"0,-2 7-2 16,0 0 3-16,-2-13-8 0,2 13-6 0,0 0-4 15,0 0-17-15,0-11-1 0,0 11-15 0,0 0-12 16,0 0-7-16,0 0-5 0,0 0-8 0,0 0 0 16,0 0-8-16,0 0 4 0,0 0 6 0,10 30 4 15,-5-16-3-15,2 2-6 0,4 9-6 0,-5-6 7 16,4 7-3-16,-3 0 0 0,0 0-11 0,1 3 3 15,-3-2-10-15,2 2 6 0,-3-3-2 0,3 2 1 16,-3 1-1-16,2 2-5 0,-3-4-2 0,5 8 2 16,-2-5 1-16,1 5 0 0,-1-1 0 0,-4 0-3 15,1 12-3-15,0-10-4 0,-4 10 3 0,2-10-2 0,-2-1-2 16,-1 10 3-16,2-11-1 0,-3 4 1 16,1-5-5-16,-2 2 3 0,-1-1-5 0,1 13 1 15,0-15 1-15,-1 1-5 0,0 1 1 0,-2-2 3 16,1-1-6-16,3 0 3 0,-1 1 3 0,0-5-3 0,2 1-4 15,-2-1 4-15,2-3 2 0,-2-3-4 0,4-2 2 16,-4-1-3-16,4 1 0 0,0-4 9 0,0-1-10 16,2-2 6-16,-2-2 2 0,2 1-5 0,-2-2-3 15,3 0 3-15,-2-3-6 0,-1-6-1 0,3 12-2 16,0-7-6-16,-1 0-8 0,-2-5-2 0,0 10-11 16,0-10-15-16,2 5-17 0,-2-5-11 0,0 0-9 15,5 8-6-15,-5-8-7 0,0 0-18 16,4 5-6-16,-4-5-25 0,4 3-83 0,-4-3-248 0,0 0 110 15</inkml:trace>
  <inkml:trace contextRef="#ctx0" brushRef="#br0" timeOffset="88181.81">13940 12977 33 0,'-30'11'144'0,"-1"5"-8"16,2 1-5-16,-2 2 1 0,3 1-9 0,-1 5-9 0,-7 8-7 16,0 6-7-16,7-2-10 0,-2 2-4 0,4 0-9 15,0 3-5-15,6-1-7 0,-4 0 0 0,10-12-6 16,1 5-4-16,3 0-3 0,-2 9-5 16,3-11-1-16,0 2-6 0,5 3-4 0,1-4-2 0,-4 15 14 15,12 0 13-15,0-2 1 0,5-1-5 0,2-10-4 16,5 8-5-16,-1-9-1 0,8 6 7 0,4-1-4 15,-4-10-5-15,3-3-4 0,8 9-4 0,4-5-1 16,2-4-4-16,6-3-2 0,0 2-1 0,6-8-2 16,-3-1 0-16,7-3-1 0,-1-1-3 0,5-3 0 15,3-5-2-15,2-3-2 0,-2 0-3 0,4-5 2 16,23-4-3-16,-32 1-3 0,5-3 1 0,1-3-2 16,0-3-4-16,-3-2 3 0,2-1 3 0,-3-5-6 15,-1-2 6-15,-7 1-8 0,4-5-2 0,-7-2 5 16,-3-4-2-16,-4-2-2 0,-1-5 0 0,-8 0 1 15,-1-1-1-15,-3-6 0 0,-4 1 0 0,-3-1-3 16,-2 0 1-16,-9-2 1 0,-4 1-2 0,0-4 0 16,-7 3 0-16,-5-2-1 0,-2 5-3 0,-5 1-3 15,-2 0-6-15,-4 3 1 0,-4 3 3 0,-2 2-9 16,-9 2-1-16,-2 1 5 0,0 6-1 0,4 8 0 16,-11-6 4-16,-4 5-1 0,-3 5-6 0,-1 4 1 15,-1 2-2-15,-4 5 3 0,2 2 1 0,-7 4-6 16,6 5-8-16,-2 1 0 0,-1 2 0 0,6 2-5 15,-1 3-10-15,16-1-13 0,0 1-10 0,0 1-18 16,2 1-17-16,5 2-15 0,5 2-14 0,-1 3-18 16,2 2-21-16,3 1-109 0,2-1-300 0,0-2 133 15</inkml:trace>
  <inkml:trace contextRef="#ctx0" brushRef="#br0" timeOffset="88579.7">14483 13308 14 0,'4'-3'177'0,"-4"3"-14"0,5-7-22 0,-5 7-18 15,0 0-9-15,0 0 4 0,0 0 8 0,0 0-6 16,-9 31-4-16,-4-7 5 0,-1 5-17 0,0 2 2 16,-10 11-8-16,-4 1-11 0,2-2-4 0,-1 3-8 15,-2-1-6-15,-2-3-8 0,4 2-3 0,8-13-7 16,-1 2-5-16,2 0-5 0,-2-2-2 0,4-3-5 15,-2-3-1-15,5 1-5 0,-1-1-2 0,5-7-2 16,-1 1-5-16,4-3 1 0,-2 0-11 0,3-3-15 16,-1 0-13-16,3-3-27 0,-1 1-32 0,-1-3-31 15,5-6-21-15,-2 9-26 0,2-9-18 0,0 0-114 16,-3 2-312-16,3-2 138 0</inkml:trace>
  <inkml:trace contextRef="#ctx0" brushRef="#br0" timeOffset="88867.96">14455 13327 64 0,'0'0'99'16,"6"-4"-7"-16,-6 4-7 0,0 0-7 0,5-5-1 15,-5 5 0-15,0 0-8 0,0 0 0 0,0 0 2 16,0 0 7-16,-23 12 0 0,14-5-1 0,-7 2-6 16,2 2-5-16,-6-1-4 0,-7 5-6 0,0-1-1 15,0 1-6-15,1 1-7 0,-1-2 0 0,2 2-6 16,0-1-1-16,0-1-4 0,-2-1-6 0,5 2-13 0,4-6-9 16,3 1-24-16,-2 1-21 0,6-5-36 15,0 1-32-15,2-1-115 0,-2 0-244 0,4-4 108 16</inkml:trace>
  <inkml:trace contextRef="#ctx0" brushRef="#br0" timeOffset="89070.61">14519 13343 83 0,'7'0'148'0,"-7"0"-3"16,13 0-12-16,-6 0-15 0,-7 0-8 0,12 6-6 0,-4 0-10 15,-1 1-5-15,-1 3-4 0,2 0-12 0,0 4-4 16,-1 1-11-16,3 2 0 0,-4 2-11 16,1 0-20-16,2 6-32 0,-5-2-23 0,4-3-32 15,0-2-38-15,-2-1-111 0,-2 2-225 0,1-2 99 16</inkml:trace>
  <inkml:trace contextRef="#ctx0" brushRef="#br0" timeOffset="91020">14208 14362 59 0,'0'0'103'0,"0"0"5"0,0 0-1 16,0 0-16-16,6 15 8 0,-6-4-4 15,2-2-14-15,-2 2-4 0,0 0-13 0,0 5 6 16,3-4 2-16,-3 7 1 0,2-1-10 0,-2 0 1 15,1 2 6-15,-1 6-4 0,0-6-9 0,-4 5-1 0,2 0 2 16,0 1-3-16,-1-7 7 0,1 5-6 0,1 1-5 16,0 0 1-16,0 1-5 0,1 0-3 15,0 0-1-15,2-2 2 0,-3-4-2 0,0 4-5 0,-1 1-3 16,0-1-4-16,4 2 0 0,-4-7-3 0,2 1 4 16,0-1-6-16,0-1 2 0,2 1-5 0,0-3 1 15,-1 3 0-15,-1 0-2 0,1-3-5 0,-1 2 1 16,0-2-3-16,0 0 0 0,1 1-3 0,1-4 0 15,-2 5 4-15,0-5-7 0,3-3 1 0,-3 5 1 16,2-3-2-16,-4 1-4 0,4-1 4 0,-2-1-1 16,0 0 0-16,0 0-2 0,0 0-1 0,2-1 2 15,-4-1-3-15,0 2 2 0,4-1-1 16,-4 0-2-16,2 2 2 0,-3-3-19 0,6 2 5 0,-1-2-1 16,-4 3 4-16,-1-3-1 0,3 1 0 15,0-2 0-15,0 1 1 0,0-9 2 0,-2 11 0 0,2-11 1 16,2 12 2-16,-4-6-1 0,2-6 2 0,2 12-1 15,-2-12 0-15,-3 9 0 0,3-9-4 0,0 0 5 16,0 0-2-16,0 11 0 0,0-11-2 0,0 0 4 16,0 7-1-16,0-7 4 0,0 0-4 15,0 0 3-15,0 0 2 0,0 0-3 0,0 0 2 0,0 0 0 16,-1 7-1-16,1-7 4 0,0 0 5 0,0 0-2 16,0 0-1-16,0 0-3 0,0 0 3 0,0 0-1 15,0 0-1-15,0 0-1 0,0 0 4 0,0 0-8 16,0 0 7-16,0 0-6 0,0 0 1 0,0 0-1 15,0 0-1-15,-16-13 0 0,16 13 0 16,0 0 2-16,-10-1-4 0,10 1 3 0,-8-2-4 0,8 2 3 16,-9-1-4-16,9 1 1 0,-14-2 1 0,3 2 5 15,2 1-5-15,-2-2-4 0,-2 1 4 0,0-1 2 16,-1 1-1-16,1 0-2 0,-2 0-2 16,-2-1 5-16,1-1 1 0,-1 2-4 0,-6 2 1 15,4-2-1-15,0-2 0 0,-2 5-2 0,-8-2 5 0,2 0 0 16,0 1-6-16,7 0 5 0,-2-1 0 0,-6 1-1 15,6-1-1-15,-7 2 0 0,4-2 4 0,-4-1-7 16,7 1 5-16,-5 2 0 0,-3-1-1 0,3-3-1 16,5 3 2-16,-3-2 2 0,-2-2-4 0,5 1 2 15,1 0-1-15,-8 2 1 0,10-1 0 16,-2 0 3-16,0 0-2 0,2 0-2 0,-4-1 1 0,2-1-4 16,0 0 6-16,-2 0-4 0,-4 1 1 0,6 1 0 15,2-3 0-15,-4 2 2 0,2-1-3 0,-6 0 3 16,4 1-3-16,-7-1 1 0,1 0 0 15,2 1 0-15,-2 1-1 0,2 0-1 0,-2 0 2 16,8 1 0-16,-7-2 1 0,-2 1 5 0,-1 0-9 16,2-1 2-16,8 3 2 0,-6 0 1 0,-2-2-1 0,8 1-2 15,1 0 2-15,-2 0-3 0,2 0 5 0,0-1-3 16,1 1 2-16,2 1 3 0,-5-1-5 16,1 2-5-16,1 0 3 0,-1-2 3 0,-1 3 1 15,3-2-1-15,-4 1-1 0,2 0 1 0,0 0-2 16,0 0 4-16,-6 1-6 0,6 2 3 0,-2-5 0 15,4 2 3-15,-2 0-4 0,2 0 2 0,-2 1 0 0,3-2-2 16,-2 3 2-16,4-1-3 0,-2 0 3 0,0-2 1 16,-2 2-2-16,3-2 1 0,-2 1-3 0,2 1 3 15,0-1-3-15,-3 1 3 0,4 1-3 16,-4-1 4-16,-7 3-2 0,7-2 7 0,-5 1-6 16,-2 2-3-16,5-2 1 0,4-2 0 0,-4 0-6 15,5-1 5-15,-3 2-3 0,1-1-2 0,1-1 7 0,-1-1-4 16,1 0 2-16,0 0 2 0,1 2 0 15,-1-2-1-15,-2 0-1 0,1 1 5 0,1-2-3 16,1 3-2-16,-1-2 1 0,-2 1-2 0,0 0 4 16,3-2-3-16,-1 2 1 0,-3 0 4 0,2-1-3 15,-2 0 1-15,4 1-5 0,-4 0 5 0,3-1 0 0,-1 2 2 16,0-1-5-16,-1-3 3 0,0 0-2 16,2 0 1-16,0 0-1 0,0 0-1 0,0 0 1 15,0 0 4-15,-1 0-7 0,7 0 5 0,-6-3 0 16,2 2-1-16,-5-1-1 0,4-1 2 0,-5 2-4 15,8 1 3-15,-4 0-5 0,-1-2 10 0,4-1-2 16,-3 1-2-16,0 1 0 0,1 0-2 0,3-1 1 0,2 1 3 16,0-2-2-16,-2-1 1 0,2 3 1 15,1 0-4-15,0 0 5 0,0-2-6 0,1 2-1 16,-1 1 5-16,3-2-1 0,-2 2 2 0,10 0-2 16,-17 0-2-16,9 0-7 0,8 0-3 0,-14 2-18 15,7-1-14-15,7-1-10 0,-12 1-29 0,12-1-10 16,-10 4-22-16,10-4-13 0,-6 3-8 0,6-3-12 15,-7 3-117-15,7-3-286 0,0 0 127 0</inkml:trace>
  <inkml:trace contextRef="#ctx0" brushRef="#br0" timeOffset="91974.36">9397 15775 83 0,'0'0'96'0,"0"-8"12"0,0 8-32 16,0 0-3-16,0 0-7 0,0 0 18 0,0 0-5 15,0 0 14-15,0 0-15 0,1 31 0 0,-1-20-3 16,1 2 3-16,1 3-5 0,1 2-6 0,0 1-4 16,1 0-4-16,1 8-3 0,-1-8-3 0,2 7 0 15,1 0 0-15,0-3-3 0,-2 5 1 0,0-5 1 16,-1 6-10-16,-1-2-7 0,1-1 4 0,-3-1-3 15,3-8 0-15,-2 2 15 0,2 2-2 0,-3-2-4 16,2 0-6-16,-2-2-3 0,2-1-1 0,-2-1-7 16,0-3 0-16,1 4-8 0,-4-7-9 0,4 2-15 15,-2-2-16-15,-2-2-21 0,1 1-15 0,1 2-18 0,0-10-22 16,-4 9-22-16,4-9-19 0,-5 6-29 16,0-2-87-16,5-4-274 0,0 0 122 0</inkml:trace>
  <inkml:trace contextRef="#ctx0" brushRef="#br0" timeOffset="92171.93">9123 16341 163 0,'28'-4'155'0,"-7"-2"-9"0,11 1-13 16,0-2-13-16,1-1-12 0,5 3-6 0,1 1-10 15,-1-1-18-15,-2 1-25 0,-2 3-32 0,1 1-42 16,-7 0-32-16,-7 1-35 0,-2 1-73 0,-7 2-177 16,1-1 78-16</inkml:trace>
  <inkml:trace contextRef="#ctx0" brushRef="#br0" timeOffset="92341.13">9389 16518 10 0,'0'0'152'0,"0"0"-5"16,0 0-10-16,32-6-11 0,-18 2-17 0,5 1-8 15,0 1-13-15,-2-2-20 0,1 3-27 0,-5 0-41 0,-1 1-39 16,-1-1-24-16,-5 3-84 0,-2 3-158 0,-4-5 71 16</inkml:trace>
  <inkml:trace contextRef="#ctx0" brushRef="#br0" timeOffset="92482.36">9322 16707 94 0,'0'0'146'0,"20"-2"-14"0,-6-1-16 16,5-4-7-16,3 2-16 0,7-2-23 0,-1-3-31 16,4 1-55-16,-2 2-52 0,-4 1-52 0,1-2-129 15,0 0 58-15</inkml:trace>
  <inkml:trace contextRef="#ctx0" brushRef="#br0" timeOffset="94747.56">8871 10685 36 0,'3'-17'133'0,"-3"5"-4"0,0 2-1 0,1-3-3 15,-2 4-6-15,1-2-2 0,-1 2-2 0,1-1 0 0,0 10 1 16,-3-11-5-16,3 11-8 0,0-9-11 0,0 9-9 16,-2-7-10-16,2 7-8 0,0 0-10 0,0 0-3 15,0 0-6-15,0 0-5 0,0 0 4 0,0 0-1 16,-3 27-3-16,3-11-3 0,1 10-6 0,1 2 6 16,-2 4-3-16,0-1-3 0,-2 15 5 0,1-1 5 15,-2 2 0-15,0 0 1 0,0 0-2 0,-2 1-1 16,1-13-4-16,3 11-1 0,2-11-1 0,0 0 1 15,3-3-3-15,1 2-3 0,-3-4-5 0,1-2-2 16,3 1-1-16,-3-1-3 0,3-4-2 0,-3-5-2 16,1 6 1-16,1-9-3 0,-4-4 0 0,3 5-1 15,-1-1-2-15,0-3 0 0,0-1 2 0,-1-2-6 16,0-1-5-16,-2 0-11 0,2 0-6 0,-2-9-12 16,1 13-14-16,-1-13-9 0,0 0-24 0,-3 7-27 15,3-7-34-15,0 0-41 0,0 0-182 0,0 0-390 16,-15-20 173-16</inkml:trace>
  <inkml:trace contextRef="#ctx0" brushRef="#br0" timeOffset="95271.71">8878 10576 39 0,'-7'-4'124'15,"7"4"-8"-15,0 0-10 0,0 0-2 0,0 0-7 0,0 0-9 16,0 0-2-16,0 0-5 0,-6-1-5 16,6 1-7-16,0 0 3 0,0 0-4 0,0 0-12 15,0 0-10-15,0 0 4 0,0 0-2 0,0 0 14 16,0 0 5-16,29 4-6 0,-9-3 6 0,8 2-3 0,5 0-11 16,6 2 4-16,13-6-7 0,1 3 0 0,4 0-4 15,0-2-7-15,-1 0-3 0,3-2-4 16,-4 2-1-16,5-1-6 0,-1-1-1 0,-3 2-3 15,2-2 0-15,-5 1 0 0,-13 0-6 0,12 2 4 0,-15-1-5 16,3-1 0-16,-3-1-5 0,4 1-1 0,9 2-1 16,-12-1 3-16,-2-1-3 0,-3 6-1 0,-1-5 4 15,-3 0-2-15,0 2-1 0,-10 0-2 0,0 1-2 16,-6-2-1-16,1 2 0 0,0-2-1 0,-4 1-2 16,0 1 2-16,-3 0 1 0,-2-1-4 0,1 0 3 15,-6-2-2-15,9 3-5 0,-9-3-11 0,7 4-20 16,-7-4-21-16,0 0-30 0,6 5-23 0,-6-5-37 15,3 7-159-15,-3-7-330 0,0 0 146 0</inkml:trace>
  <inkml:trace contextRef="#ctx0" brushRef="#br0" timeOffset="96475.62">10562 10207 46 0,'-13'-2'123'0,"2"2"5"0,1 2-9 0,-3 2-3 16,0 1-7-16,-2 3-1 0,-3 3 0 0,-5 5-2 15,0 1-9-15,4 1 0 0,-4 3-7 0,2 1-6 16,5-2-5-16,-2 3-2 0,2 1-4 0,1 0-3 15,1-2-14-15,1 5-1 0,4 1-3 0,2-1-2 16,-1 2 2-16,0-1-4 0,3 4-1 0,1 0 0 16,2-2-5-16,2-2-4 0,2-1 1 0,2-1-1 0,4-1 0 15,-1-6-2-15,1-1 0 0,6 6-6 0,3-4-2 16,-3-5-3-16,8 2 0 0,2-1-5 0,1-3 5 16,2-3-5-16,-1 0-1 0,3-3 1 15,2-2-4-15,5-1-3 0,-2-1 3 0,3-3-4 0,-1-2-1 16,3-2-3-16,0-1-4 0,-2-3 1 0,0 1 4 15,14-3-4-15,-14-1-1 0,11-5 1 16,-13 4-6-16,-3-1 0 0,2-3 4 0,-4-2-5 16,1-1-2-16,-3-5-3 0,-2 2 5 0,-2 1-1 0,-2-5 0 15,-4-1 1-15,-4 1-2 0,-3-3-1 0,-1-2 1 16,-3 2-6-16,-6-3 6 0,-1 0-4 0,-6-2 1 16,-5-10 0-16,2 13 3 0,-2 0-1 0,-4 2-5 15,-1 0 8-15,-2 1-3 0,-1 4 0 0,1 1 3 16,-6 2 0-16,0 2-3 0,-4 1 0 0,-2 4 2 15,-2 2 1-15,1 3-1 0,-4 3 0 0,-1 1 0 16,0 4-1-16,-2 1 3 0,0 3-5 0,2 2 3 16,0 4-1-16,3-1-9 0,-2 3-1 0,5 1-8 15,-1 3-15-15,2 0-8 0,3 2-13 0,4 1-18 16,4 0-10-16,4-3-19 0,7-1-23 0,2 1-21 16,3 2-142-16,4 0-314 0,1-2 138 0</inkml:trace>
  <inkml:trace contextRef="#ctx0" brushRef="#br0" timeOffset="96889.47">10581 10465 11 0,'0'0'180'0,"-3"-6"-20"0,3 6-7 0,0 0-20 15,0 0-14-15,0 0 0 0,0 0 0 16,0 0-1-16,0 0-3 0,19 22-5 0,-12-7-10 16,4-1-7-16,-2 2-2 0,3 7-11 0,0-5-10 0,-2-2-3 15,4 6-4-15,-5-5-2 0,-1-3-10 16,1 0 0-16,1 1-2 0,-2-5-6 0,-2 0-3 16,0 1-6-16,1 0 3 0,-2-3-9 0,1 0-1 15,-2-2 1-15,-1 1-2 0,-3-7 0 0,5 6-2 0,-3-2 4 16,-2-4 13-16,7 4 11 0,-7-4-6 0,0 0-3 15,0 0 1-15,14-11-10 0,-9 0-2 16,4 1-5-16,-2-5-4 0,1-2-3 0,1-1 3 16,1 0-5-16,-3-6-3 0,2 1-2 0,-2-3 2 0,2 2-4 15,-2 6-1-15,0 0-2 0,-1 0 2 0,-3 0-2 16,4 4-1-16,-6 5 1 0,1-2-1 0,1 6-6 16,-2 0 0-16,-1 5-6 0,0 0-10 15,0-12-19-15,0 12-9 0,0 0-17 0,0 0-12 0,0 0-31 16,0 0-36-16,0 0-36 0,0 0-213 0,-4 24-420 15,4-15 186-15</inkml:trace>
  <inkml:trace contextRef="#ctx0" brushRef="#br0" timeOffset="97996.06">11325 10555 19 0,'-11'-2'152'0,"11"2"-13"16,-9-2-8-16,9 2-7 0,0 0-11 16,-9-1-1-16,9 1-17 0,0 0-9 0,0 0-7 0,0 0-6 15,0 0-5-15,0 0-12 0,0 0 2 0,0 0 2 16,0 0-10-16,0 0 2 0,25 5-5 16,-9-3-4-16,5-2-1 0,9 0 4 0,3 1-8 0,3 0-7 15,4 2-2-15,-1-3 3 0,12 0-4 0,-10 0 0 16,12-2-1-16,0 4-4 0,-1-2-3 0,-12 0-2 15,12 3 1-15,-1-1-4 0,-12-2 2 0,12 4-2 16,-10-4-6-16,-3 3 4 0,14-1 0 0,-16 0 0 16,3-2-5-16,-2 0 0 0,0 0-5 0,0 1 3 15,-1 1-6-15,-3-2 3 0,1 0-5 0,-5-2-2 16,-6 2 7-16,6 2-8 0,-9-4-3 0,0 4-2 16,-4-2 3-16,-2 0-8 0,-3 0 1 0,-3 0-9 15,0 0 1-15,-8 0-7 0,11 0-1 0,-11 0-2 16,8 1-14-16,-8-1-4 0,0 0 7 0,0 0-5 15,10 1-13-15,-10-1 1 0,0 0-12 0,0 0 5 16,0 0 2-16,0 0-6 0,0 0-4 0,0 0 4 16,0 0 4-16,0 0-1 0,0 0 1 0,2 7 21 15,-2-7 10-15,0 0-4 0,0 0 6 0,0 0 6 16,0 0 8-16,0 0 8 0,0 0 8 0,0 0 4 16,0 0 6-16,0 0 11 0,0 0 4 0,0 0 8 0,0 0 4 15,0 0 3-15,0 0 19 0,-9-21 3 16,9 21 11-16,0 0-2 0,-7-4 4 0,7 4 2 15,0 0-6-15,-2-6 4 0,2 6-3 0,0 0-1 0,0 0-4 16,0 0-7-16,0 0-8 0,0 0-2 0,0 0-8 16,0 0 7-16,0 0 2 0,0 0 1 15,-9 13 2-15,5-4 2 0,4 0 1 0,0 4-6 16,2-1-1-16,-2 2 2 0,0 3-1 0,-2-1-1 0,2 0 2 16,0 0-2-16,-4 4 0 0,4-4-2 0,-1 1 2 15,2 4 0-15,-1 5 2 0,-3-7-9 0,0 5 1 16,3-4-4-16,-4 0 1 0,0 3-4 0,4-4-1 15,-1 7-4-15,0-3-4 0,2 3-1 0,-2-9 3 16,1 2-4-16,0 1 1 0,1-2-3 0,-2 0 2 16,1 1 1-16,0 0-4 0,-1 0 0 0,2 0 0 15,0-4-5-15,2 3 2 0,-3-1-1 0,0 0-1 16,0 0-4-16,2-1 2 0,-2 1 2 0,0 0 4 16,2 1-8-16,-4 0 1 0,2-3-1 0,2 1 4 15,-2 2-6-15,-2-2 2 0,2 1-1 0,0 2-1 16,-2 0 1-16,-2-2-3 0,3 2 0 0,-1 0 2 15,0 0-3-15,0-4 0 0,2 0 1 0,-4 1-5 16,4-1 4-16,-1-2 0 0,1-3-2 0,1 2 4 16,-2 1-4-16,2-4-2 0,1 0 4 0,-2 0-1 15,0 1-1-15,0-4 0 0,0-6-3 0,0 13-10 16,0-13-10-16,-2 12-15 0,2-12-13 0,0 10-14 16,0-10-25-16,-1 8-34 0,1-8-21 0,-2 9-15 15,2-9-34-15,0 0-37 0,0 0-153 0,0 0-413 16,0 0 182-16</inkml:trace>
  <inkml:trace contextRef="#ctx0" brushRef="#br0" timeOffset="98180.15">12668 11690 134 0,'0'0'215'0,"0"0"-11"16,0 0-19-16,0 0-20 0,0 0-15 0,0 0-18 15,0 0-15-15,0 0-18 0,0 0-15 0,0 0-24 16,0 0-34-16,0 0-38 0,0 0-58 0,0 0-37 16,0 0-124-16,0 0-250 0,0 0 112 0</inkml:trace>
  <inkml:trace contextRef="#ctx0" brushRef="#br0" timeOffset="110482.12">15025 14491 69 0,'6'-6'79'0,"-6"6"-8"0,5-6-9 15,-2 0 2-15,-3 6 1 0,2-6 6 0,-2 6-18 16,4-5 9-16,-4 5 10 0,0 0-7 0,0-10 4 16,0 10 1-16,0 0-5 0,0 0 8 0,0-9-5 15,0 9-3-15,0 0-12 0,0 0 6 0,-5-8 7 16,5 8 6-16,0 0-4 0,-6-3-3 0,6 3-3 15,0 0-8-15,0 0-5 0,0 0-7 0,0 0-3 16,0 0 2-16,-18 7-7 0,11 1-1 0,-2-1-1 16,2 4-4-16,-5 1-4 0,2 2 0 0,0 2 4 0,-1 0-5 15,-2 4 0-15,1 3-4 0,1-2 3 16,0-4-5-16,2 7-5 0,0-5-2 0,2 0 1 16,1-4 1-16,1 3-4 0,3 1-13 0,-2-4-1 15,4-1 2-15,-2-3-3 0,0 1 4 0,4 1 2 16,-2-3 0-16,2-1 1 0,3 1-4 0,0-2 2 0,3-3 4 15,0 1-2-15,4-1 2 0,-1-4-2 16,4 2 1-16,3-4 1 0,1-2-1 0,3-3-7 16,-2 0 9-16,5-3-3 0,0-1-1 0,1-1 0 15,-8 2 8-15,5-6-4 0,-3 4 4 0,2-5-1 16,-7 3-3-16,-2 0 5 0,1-4 2 0,0-3-4 16,-5 6-5-16,1-5 1 0,-3 0-1 0,-6-1 3 0,1 2 0 15,-1-3-2-15,-1-3 1 0,-3 7-3 16,-1-2-6-16,0 1 10 0,-2 2-6 0,-4 0 2 15,-2 2 0-15,-2 1-2 0,4 0 4 0,-6 5-5 16,4 0 1-16,0 3 2 0,-2 1 0 0,-3 0-1 16,3 2 2-16,2 2-3 0,-8 1 1 0,4 2-1 0,-2 0-7 15,1 4-10-15,1 2-4 0,0-2-22 0,4 1-18 16,0-2-23-16,3 1-13 0,-3 1-16 16,6 1-9-16,1 0-24 0,1-1-97 0,0 1-264 15,4-9 117-15</inkml:trace>
  <inkml:trace contextRef="#ctx0" brushRef="#br0" timeOffset="110756.55">15523 14537 61 0,'0'0'137'0,"0"0"-9"16,0 0-1-16,0 0-9 0,0 0-15 0,8-1-9 16,-8 1-5-16,0 0-14 0,0 0-8 0,0 0 0 15,0 0 10-15,11 0-4 0,-5 3-8 0,-6-3-5 16,17 0-2-16,-5 0-8 0,1 0-4 0,4 0-5 16,1 0-3-16,3-3 1 0,0 1-13 0,0 2-18 15,1-2-25-15,-2 2-35 0,1-1-42 0,0 0-47 16,-3 1-84-16,-2 0-242 0,1-4 108 0</inkml:trace>
  <inkml:trace contextRef="#ctx0" brushRef="#br0" timeOffset="111223.98">15956 14345 37 0,'0'-6'145'0,"0"6"-17"16,0 0-2-16,3-12-4 0,-3 12 7 0,0 0-14 15,0-9 0-15,0 9-9 0,0 0-3 0,1-6 4 16,-1 6-11-16,0 0-4 0,0 0-5 0,0 0-9 16,4-9-4-16,-4 9 3 0,0 0-1 0,0 0-2 15,0 0-3-15,0 0-8 0,0 0-1 0,-1-9-8 16,1 9-5-16,0 0-11 0,0 0-5 0,0 0-3 16,0 0-4-16,0 0 8 0,0 0-10 0,0 0 7 15,0 0-1-15,2 28 6 0,-2-16-4 0,-1 1 2 16,1 3-1-16,-5 1-2 0,5 2-2 0,-1 0-5 15,-2 0-1-15,1 7-1 0,-1-8-2 0,-1 0 1 16,4 1-3-16,1-1 1 0,-2 0-1 0,0-1-6 16,2-1 0-16,-1 1 0 0,0-3-1 0,1 2-4 15,-1-3-1-15,3-4-6 0,-2 2-24 16,1-1-26-16,-2-1-37 0,0 1-34 0,1-4-38 0,-1 3-46 16,0-9-163-16,-4 9-399 0,4-9 177 0</inkml:trace>
  <inkml:trace contextRef="#ctx0" brushRef="#br0" timeOffset="111543.89">16135 14486 87 0,'0'0'163'15,"0"0"-21"-15,0 0-3 0,2 22-11 0,-2-22-8 16,2 16-11-16,1-9-11 0,1 3-6 0,1-1-8 15,1 0-5-15,2-2-3 0,-1-1 0 0,2 3 0 16,4-8-2-16,-1 3-1 0,-1-3-3 0,2 1 4 16,-2-4 0-16,5 1-5 0,-5-3-7 0,3 1 3 15,2-7-2-15,-1 2 3 0,-6 1-7 0,0 0 0 16,1-3-10-16,-5 1 0 0,0-2-6 0,-3 1-3 16,-2 1-7-16,-3-1-2 0,-2 1-2 0,-3-1-4 15,-2 1-3-15,-2 3-3 0,-3-1-7 0,-3 0-6 16,-2 3-7-16,-1 2-11 0,3 2-18 0,-2 1-17 15,0 3-14-15,3 0-22 0,0 0-23 0,5 3-26 16,1-2-27-16,1 2-24 0,1-1-121 0,3 3-329 16,6-9 146-16</inkml:trace>
  <inkml:trace contextRef="#ctx0" brushRef="#br0" timeOffset="112095.67">16474 14491 125 0,'8'4'139'16,"-8"-4"-5"-16,6 7 4 0,-1-5-7 0,-5-2-12 15,6 7-4-15,-4-3-7 0,-2-4-8 0,5 9-3 16,-1-3-2-16,-4-6-6 0,5 7-9 0,-5-1-7 16,0-6-6-16,0 0 2 0,4 5-2 0,-4-5 3 15,0 0 11-15,5 6 2 0,-5-6 6 0,0 0 1 16,0 0 0-16,0 0-9 0,0 0-5 0,0 0-7 15,0 0-8-15,0 0 4 0,0 0-14 0,0 0-8 16,0-24-6-16,0 24-2 0,-3-15-6 0,3 5 3 16,0 0-9-16,4 1 2 0,-3-1-4 0,4-1 5 15,-2 0-10-15,0 5-2 0,-2-1 1 0,-1 7-4 16,4-11-2-16,-2 7-2 0,-2 4-5 0,3-8 2 16,-3 8-5-16,7-2 2 0,-7 2-1 0,0 0-3 15,18 7 2-15,-10 0 2 0,0 2-6 0,-2-1 5 16,0 1 0-16,0 1 0 0,-2-1-2 0,3 2 3 15,-3 0 0-15,1 0-1 0,-2-4 2 0,-1 4 1 16,-1-6-4-16,1 1 5 0,-1 1-6 0,-1-7 7 16,3 10-2-16,-3-10 6 0,0 0-1 0,1 6 1 15,-1-6-2-15,0 0 1 0,0 0-2 0,0 0-3 16,0 0 1-16,0 0 2 0,-4-28-3 0,5 18 1 16,1 0 1-16,1-3 0 0,1 0-7 0,6-1 1 15,-1 0 1-15,3 1-1 0,2 0-1 0,-2-1-1 16,-2 7-3-16,-1 0 6 0,1 2-6 0,-4 3 0 15,2-1 0-15,-8 3-2 0,14 1 2 0,-8 4 2 16,4 2-3-16,-6-1 6 0,3 3 3 0,1 6-3 16,-6 2-1-16,3-5 0 0,-4-1-1 0,1 1-6 15,0 6-17-15,-3-2-18 0,1 0-24 0,-3-1-41 16,-2 2-33-16,2-7-53 0,-1 2-38 0,0-3-133 16,0 1-396-16,4-10 176 0</inkml:trace>
  <inkml:trace contextRef="#ctx0" brushRef="#br0" timeOffset="112505.73">17011 14504 65 0,'0'0'144'0,"0"0"-3"0,0 0-7 0,1 14-2 16,-1-14-2-16,-1 12-3 0,1-12-6 0,-4 14-2 15,1-6-9-15,2-2-8 0,1-6-13 0,-2 13 3 16,0-8-4-16,2-5 1 0,-1 9 4 0,1-9-12 15,-1 8 0-15,1-8 4 0,0 0 0 0,0 0 14 16,0 9 13-16,0-9 5 0,0 0-8 0,0 0-11 16,0 0-7-16,0 0-7 0,0 0-11 0,0 0-5 15,5-26-5-15,-4 16-10 0,2 2-5 0,1-3-3 16,-3-2-4-16,5-2-6 0,-2 1-6 0,1-2 3 16,0-1-7-16,2-1-4 0,-1 1-2 0,4 1 0 15,-1-1-5-15,1 1 4 0,2 3-8 0,-2 1 2 16,-2 3-5-16,1 2 6 0,-2 0-8 0,-2 6-2 15,3-1-5-15,-8 2 2 0,17 4 1 0,-8 2 0 16,-2 1 1-16,2 2-5 0,-1 1 4 0,0 5-1 16,-3-1 5-16,1 1 0 0,-3 2-1 0,-1-1-1 15,-1-3 3-15,1-1-1 0,-2 3 1 0,0 2-3 16,1-6 2-16,-2 1 2 0,-1-1-13 0,2 0-12 16,-1-2-23-16,0-3-22 0,1-6-29 0,-1 13-32 15,-2-8-30-15,3-5-24 0,-6 9-31 0,6-9-21 16,-8 2-172-16,0 1-434 0,8-3 193 0</inkml:trace>
  <inkml:trace contextRef="#ctx0" brushRef="#br0" timeOffset="112659.92">17057 14476 46 0,'-2'-7'140'16,"2"7"-3"-16,0 0-9 0,0 0-3 0,9-6-4 15,-2 2-6-15,5 1-4 0,5 1-24 0,4-4-1 16,8 2-6-16,-1-3-24 0,-1 4-24 0,-6-1-44 15,0-3-48-15,-3 3-44 0,-6 0-78 0,-2 1-196 16,-3-1 87-16</inkml:trace>
  <inkml:trace contextRef="#ctx0" brushRef="#br0" timeOffset="114064.98">11518 10274 61 0,'0'0'73'0,"0"0"-11"0,0 0 2 16,-8-5 8-16,8 5-7 0,0 0-1 0,0 0 3 15,0 0-15-15,-3-7-2 0,3 7 2 0,0 0-4 16,0 0 1-16,0 0-12 0,0 0 5 0,0 0-14 16,-7-4 1-16,7 4-2 0,0 0-4 0,0 0 0 15,0 0-6-15,0 0 4 0,0 0-3 16,0 0-8-16,0 0 2 0,0 0-6 0,0 0 8 0,0 0-1 15,0 0-9-15,0 0 0 0,0 0 5 0,0 0-14 16,0 0 3-16,0 0-9 0,0 0-30 0,0 0-13 16,0 0-20-16,0 0-82 0,0 0-167 0,0 0 75 15</inkml:trace>
  <inkml:trace contextRef="#ctx0" brushRef="#br0" timeOffset="114537.95">11926 10028 65 0,'-14'1'148'0,"7"1"-11"0,-3 2-3 0,-3 2 0 16,4-1-13-16,-2 3-15 0,2 0 8 0,-5 3-6 15,5 1-15-15,-3 3 1 0,2 0-5 0,1-1-3 16,0 2-9-16,-2 0-1 0,3 1 0 0,2-1-6 16,2 0-10-16,1 0-6 0,2-6 0 0,0 4-7 15,1-3-1-15,5 0-5 0,-3-1-2 0,1-2-3 0,2 2-3 16,2-1-3-16,1-1-2 0,0-2-1 16,-1 0-4-16,2-3 0 0,2 0-3 0,-1-2 1 0,4-1-1 15,-1-1 0-15,5-3-2 0,-5 0-3 16,3-1 1-16,-1-5-2 0,1 2-5 0,-1-3 1 0,2 1 1 15,-7-2 1-15,2-2-6 0,-1-1 2 0,-2-1 0 16,-2 0-3-16,-3 0 3 0,0-3-1 16,-1 0-4-16,-3 0 5 0,-3 4-8 0,-3-4 0 0,-1 1 3 15,-3 1-3-15,2 0 3 0,-3 3-2 0,-2 3 0 16,1-1 2-16,-1 2-6 0,-3 2 1 0,5 3 4 16,-8 2 2-16,2 0-7 0,-1 1 4 0,7 4-3 15,-3 0 0-15,1 1-4 0,0 0 5 0,1 1-12 16,4 2-10-16,-1 1-20 0,1 0-27 0,6 2-19 15,-2-2-18-15,4-7-30 0,11 16-17 0,0-7-31 16,-2-2-96-16,8 5-305 0,9-2 134 0</inkml:trace>
  <inkml:trace contextRef="#ctx0" brushRef="#br0" timeOffset="114724.2">12272 10217 146 0,'0'0'158'0,"12"1"-9"16,-12-1-5-16,0 0-15 0,16-4-5 0,-5 0-11 16,0 1-15-16,3-1-6 0,-1 0-15 0,5 2-5 15,-2-1-13-15,3 0-8 0,-2 0-23 0,3 1-19 0,1 1-31 16,-2-4-29-16,2 2-20 0,-1-1-29 16,-2 2-102-16,4-1-217 0,-6-1 97 0</inkml:trace>
  <inkml:trace contextRef="#ctx0" brushRef="#br0" timeOffset="114943.66">12729 9979 15 0,'-2'-5'179'0,"2"5"-7"0,0 0-6 0,-1-9-21 0,1 9-12 16,0 0-20-16,0 0-15 0,0 0-2 15,0 0 6-15,0 0 15 0,0 0 3 0,0 38-12 16,0-21-1-16,-2 9-7 0,0-1-6 0,0 3-10 15,0-2-5-15,0 1-10 0,-1 1-4 0,-1-1-9 0,-2-2-5 16,4-2-6-16,0 3-5 0,0-10-18 0,0 2-28 16,2 0-36-16,-2-1-41 0,0 0-31 15,2-5-35-15,-1 3-182 0,0-4-358 0,1-1 159 0</inkml:trace>
  <inkml:trace contextRef="#ctx0" brushRef="#br0" timeOffset="115239.56">12841 10239 3 0,'0'0'154'0,"0"0"-6"0,0 0-11 0,0 0-4 0,0 0-5 16,0 0-6-16,13 10-11 0,-13-10-3 0,10 5 4 16,-4-1-8-16,1-2-3 0,4 0-1 0,1 3-2 15,1-5-6-15,-1 1-3 0,3-1-2 0,-1-3-5 16,-3-1-6-16,0 0-3 0,3-1-10 0,-1 0 4 15,-2-2 0-15,-2-1-7 0,-2-1 2 0,1 0-9 16,-5-1-4-16,2 0 1 0,-3 1-3 0,-2-1-2 16,0-2-9-16,-2 1-4 0,-5-1-6 0,2 4 1 15,-4-2-4-15,1 5-1 0,-4-3-8 0,1 3 3 16,-3 4-8-16,1-2-14 0,0 3-16 0,-1 1-24 16,1 2-30-16,1 3-32 0,1 2-29 0,2-1-41 15,0 1-201-15,4 1-408 0,1 1 182 0</inkml:trace>
  <inkml:trace contextRef="#ctx0" brushRef="#br0" timeOffset="115607.23">13243 10064 95 0,'0'0'228'0,"0"-9"-5"16,0 9-16-16,0 0-17 0,0-9-22 0,0 9-15 15,0 0-16-15,0 0-8 0,0 0-4 0,0 0 5 0,0 0-19 16,13 26-10-16,-5-14-6 0,-4 4-9 0,1 1-2 16,1-2-11-16,1 2-8 0,0-2-6 15,-3-1-4-15,3 4-2 0,1-4-5 0,-5-3-1 16,4 0-4-16,-4 0-3 0,3-2-7 0,-2-1-1 0,-2-1 2 16,3-2-4-16,-1 0-4 0,-4-5 10 0,2 6 10 15,-2-6 9-15,8 5-1 0,-8-5-6 0,0 0 8 16,19-11-13-16,-9 5-7 0,3-8 1 15,-2-1-6-15,-1 1-3 0,5-7 2 0,-1-1-7 0,1-4 0 16,-6 9-7-16,5-10 4 0,-5 3-3 0,4-2-1 16,-4 2-7-16,2 2 3 0,-1 6-4 0,-2 4-3 15,-5 2-8-15,1 1-17 0,0 2-26 0,-1 2-37 16,-3 5-37-16,4-7-23 0,-4 7-15 0,0 0-20 16,0 0-19-16,0 0-25 0,-20 29-175 0,9-15-430 15,0 0 191-15</inkml:trace>
  <inkml:trace contextRef="#ctx0" brushRef="#br0" timeOffset="118669.9">11599 13819 80 0,'0'0'100'15,"0"0"-6"-15,0 0-8 0,0 0-11 0,0 0 8 16,0 0-15-16,0 0-4 0,0 0-16 0,0 0 3 16,0 0-8-16,0 0-1 0,0 0-4 0,0 0-4 15,0-8-17-15,0 8 5 0,0 0 4 0,0 0-3 16,0 0-6-16,0 0 2 0,0 0 3 0,0 0-11 16,0 0 4-16,0 0-8 0,0 0-7 0,0 0-9 0,0 0 16 15,0 0 2-15,0 0-6 0,0 0 4 16,0 0 1-16,0 0-3 0,0 0-8 0,0 0 15 15,0 0-1-15,0 0-2 0,0 0-20 0,0 0 12 16,0 0-3-16,0 0-1 0,0 0 6 0,0 0-4 0,0 0 10 16,0 0-5-16,0 0-14 0,0 0 6 0,0 0-7 15,0 0 8-15,0 0-4 0,0 0 7 0,0 0-3 16,0 0-7-16,0 0 3 0,0 0 0 16,0 0 7-16,0 0 2 0,0 0 2 0,0 0-2 15,0 0-5-15,0 0 3 0,0 0 3 0,0 0 0 0,0 0-12 16,0 0 21-16,0 0-16 0,0 0 1 0,0 0 8 15,0 0-10-15,0 0 8 0,0 0-9 16,0 0 7-16,0 0-3 0,0 0 10 0,0 0-7 16,0 0 1-16,0 0 1 0,0 0-4 0,0 0 1 0,0 0-2 15,0 0 3-15,0 0 0 0,0 0-2 0,0 0 2 16,0 0-2-16,0 0 5 0,0 0-5 0,0 0-3 16,0 0 0-16,0 0 4 0,0 0 0 0,0 0-1 15,0 0-4-15,0 0-7 0,0 0 7 16,0 0-11-16,0 0 4 0,0 0-5 0,0 0-6 0,0 0-4 15,0 0-7-15,0 0-14 0,0 0-8 0,0 0-4 16,0 0-10-16,0 0-48 0,0 0-127 0,0 0 55 16</inkml:trace>
  <inkml:trace contextRef="#ctx0" brushRef="#br0" timeOffset="119334.88">11910 13701 42 0,'0'0'115'0,"0"0"-3"0,-8-2-1 0,8 2-9 0,0 0-6 15,0 0-7-15,0 0-12 0,-9-1-3 0,9 1-11 16,0 0-7-16,0 0-11 0,0 0-3 0,0 0-2 15,0 0-6-15,0 0 7 0,0 0-6 0,30-3-4 16,-10 3 0-16,0-3-4 0,8 0 4 0,4 0-11 16,-5 2-2-16,4-4-10 0,-3 4-8 0,1-3-14 15,0 1-11-15,-8 0-28 0,8 0-21 0,-2 0-20 16,-10 2-86-16,0-3-195 0,0 1 86 0</inkml:trace>
  <inkml:trace contextRef="#ctx0" brushRef="#br0" timeOffset="119794.04">12257 13659 95 0,'-8'3'122'0,"6"1"-4"0,-1 1-14 15,3-5 2-15,-9 14 0 0,8-1-6 0,-1 2-5 16,-2 9 1-16,4-4-17 0,2 4 8 0,0 4-11 16,-4-1 1-16,5 0 5 0,-1 1-4 0,-1 3-9 15,4-4-2-15,-5 3-6 0,3-2 1 0,-1 1-12 16,-2-3-1-16,0-6-20 0,0-1-1 0,0 1-6 16,0-4-1-16,-2-3 0 0,2 0-1 0,0-3-9 15,0 2 3-15,0-4 2 0,0 0-3 0,0-8 0 16,0 10 0-16,0-10 0 0,-5 7-5 0,5-7 1 15,-9 4-3-15,9-4-6 0,-11-3 1 0,11 3-6 16,-16-8-2-16,7 2 2 0,1-1 1 0,-2 1 1 16,3-1-3-16,-2-1 6 0,1 1-2 0,0 0 2 0,2 2 0 15,2 0 0-15,4 5 5 0,-5-6 1 0,1 0-6 16,4 6 7-16,0 0-6 0,-7-7 4 16,7 7-7-16,0 0 0 0,0 0 2 0,0 0-1 15,14-4 2-15,-14 4 1 0,20 1 0 0,-3-1-7 16,4 0 7-16,-3 3-9 0,4-4-16 0,7 1-14 15,-3-3-10-15,2 3-17 0,0-2-21 0,1-1-17 16,0-1-19-16,0 0-14 0,-9-1-100 0,0 2-253 16,1-1 112-16</inkml:trace>
  <inkml:trace contextRef="#ctx0" brushRef="#br0" timeOffset="120052.72">12688 13927 135 0,'0'0'157'0,"-4"-9"12"15,4 9-6-15,-6-9-1 0,6 9-1 0,-3-8-5 16,3 8-18-16,0 0-14 0,-7-7-11 0,7 7-14 16,0 0-12-16,0 0-3 0,0 0 7 0,-7 19 6 15,5-7-8-15,-2 7-11 0,-3 8-2 0,0 3-9 16,-4 0-2-16,2 2-1 0,-2 0-8 0,4-1-4 16,0 1-3-16,-1-2-6 0,3 1 6 0,-2-3-14 15,5 1-3-15,-1-4-3 0,-1-1 0 0,4 1-4 16,0-6-3-16,-2 0-3 0,0-2 5 0,0-3-14 15,4 2-13-15,-4-4-17 0,2-1-24 0,2 0-22 16,-2-11-27-16,-3 17-42 0,3-17-27 0,-4 16-33 16,0-10-161-16,4-6-385 0,-12 7 171 0</inkml:trace>
  <inkml:trace contextRef="#ctx0" brushRef="#br0" timeOffset="120199.07">12462 14408 129 0,'6'-4'150'0,"3"-1"-12"0,5 0-18 0,2-3-11 16,10-2-15-16,-5 3-9 0,9-3-43 0,-2-2-42 15,4 1-48-15,-6 0-89 0,3-1-148 0,1 1 66 16</inkml:trace>
  <inkml:trace contextRef="#ctx0" brushRef="#br0" timeOffset="120334.21">13032 14172 105 0,'-7'-9'151'0,"7"9"-8"16,0 0-15-16,0 0-10 0,-8-4-9 0,8 4-33 15,0 0-37-15,0 0-51 0,0 0-51 0,0 0-70 16,4-12-143-16,-4 12 64 0</inkml:trace>
  <inkml:trace contextRef="#ctx0" brushRef="#br0" timeOffset="126209.63">2090 12890 45 0,'0'0'103'0,"-6"-10"4"0,2 5-8 15,-2-4-3-15,1 1-6 0,1 3-4 0,-1-4 8 16,-1 2-2-16,3 2 2 0,-2-1 2 0,1 1 2 16,4 5-1-16,-5-10-5 0,5 10-4 0,-4-8-11 15,4 8-7-15,-4-5-8 0,4 5-7 0,0 0-8 0,0 0-8 16,-4-6-1-16,4 6-7 0,0 0 3 15,0 0-6-15,0 0-10 0,8 19 0 0,-4-10-2 16,1 3-2-16,4 3 0 0,1 2-2 0,2 9 4 16,0-4-9-16,2 2 2 0,-1 4-2 0,-1-1 2 15,0-3-3-15,2 2 1 0,-2-1 0 0,-1 0-2 16,0-1-2-16,-2 0 2 0,1-6 0 0,-3 0 0 16,2-1-6-16,-3 2 5 0,1-4-7 0,-1-4 9 15,2 5 0-15,-3-5-7 0,-1 0 1 0,-1-4 2 16,1 1 1-16,-1 0 1 0,0-1-2 0,-1-3-2 15,-2-4 4-15,4 8 0 0,-4-8 5 0,3 6-3 16,-3-6 4-16,0 0 8 0,4 6 13 0,-4-6 5 16,0 0-1-16,0 0-9 0,0 0 3 0,5-20-3 15,-4 9-9-15,4-5 1 0,2-2 1 0,0-9-4 16,1 1-4-16,1-5 3 0,2-3-2 0,-2 2 0 16,7 0-1-16,-4 0-2 0,0 0 1 0,5 2-3 15,-5 0-1-15,0 0-3 0,-5 3 3 0,4 5-4 16,-2 5 3-16,-2 0 0 0,-2 5-3 0,1 0 1 15,-2 4-2-15,-1 2 1 0,-1 0-2 0,1 0-1 16,-3 6-5-16,2-8-7 0,-2 8-12 0,5-6-7 16,-5 6-12-16,0 0-2 0,0 0-21 0,0 0-11 15,0 0-12-15,0 0-19 0,0 0-26 0,0 0-22 16,13 19-124-16,-11-12-305 0,2 3 136 0</inkml:trace>
  <inkml:trace contextRef="#ctx0" brushRef="#br0" timeOffset="126994.43">3179 13331 15 0,'0'0'188'15,"0"0"-15"-15,10-5 3 0,-10 5-3 0,0 0-13 16,0 0-14-16,11-3-13 0,-11 3-19 0,0 0-17 16,0 0-33-16,0 0-53 0,0 0-34 0,0 0-53 15,0 0-58-15,0 0-70 0,0 0-219 0,0 0 98 16</inkml:trace>
  <inkml:trace contextRef="#ctx0" brushRef="#br0" timeOffset="152995.84">11013 10796 5 0,'0'0'34'0,"0"0"-6"0,0 0 0 0,0 0-2 16,5 4-4-16,-5-4-3 0,0 0-4 0,0 0-3 15,0 0 1-15,0 0 1 0,6 4-4 0,-6-4 2 16,0 0-2-16,0 0-4 0,0 0 5 0,5 5-11 16,-5-5-1-16,0 0-7 0,0 0-2 0,0 0-6 15,0 0-1-15,0 0-19 0,0 0-38 0,0 0 16 16</inkml:trace>
  <inkml:trace contextRef="#ctx0" brushRef="#br0" timeOffset="157704.29">19090 7899 76 0,'0'0'81'0,"0"0"1"16,0 0-9-16,-5-4-6 0,5 4 1 0,0 0 0 15,-8-3 1-15,8 3 1 0,0 0-11 0,-6-5-1 16,6 5-10-16,0 0-11 0,0 0 0 0,0 0 3 0,-12-1-8 16,12 1-1-16,0 0-6 0,-6-2-1 15,6 2-4-15,0 0 5 0,0 0-4 0,0 0-2 16,0 0-9-16,0 0 7 0,0 0-6 0,-10-1 3 15,10 1-5-15,0 0 6 0,0 0 1 0,0 0-5 0,0 0-3 16,0 0 6-16,0 0 4 0,21 7 1 0,-8-5-1 16,5 1-2-16,4-2 2 0,7 2-8 0,3-3 9 15,1 1 0-15,5-1-1 0,13 2-2 16,-13-1 4-16,16-1-5 0,-4 2-4 0,2-1 0 0,-1-4-3 16,0 5-4-16,3-4 5 0,1 4-1 0,0 1 0 15,1-2-6-15,0 1-1 0,2 0 4 16,-2-2-2-16,1 0 1 0,3 0-3 0,0 0 3 15,3 1 0-15,2-2 2 0,2 3 3 0,24 0-9 0,-25 0 7 16,-5 0-11-16,6-1 7 0,22 2-9 0,-29-1-3 16,0-1 13-16,0 0-7 0,-2-2-7 15,-2 2 5-15,3 1-2 0,-5-5 6 0,-2 2-3 0,-1 1 7 16,-12 0 1-16,12 0-9 0,-13 1 0 0,2-2 2 16,12 1 3-16,-14 0-1 0,0-2-2 0,0 1-2 15,-3-1 13-15,-4 2-6 0,-1-1 1 0,-9-1-1 16,1 2-4-16,-2 0 0 0,-7 0 6 0,0-1-7 15,-3 0 5-15,-2-1 1 0,-8 2 5 0,14-1-1 16,-14 1 5-16,8 0 1 0,-8 0-8 0,6-2 7 16,-6 2-3-16,0 0-21 0,0 0-10 0,0 0-11 15,0 0-30-15,0 0-16 0,0 0-28 0,-24 10-106 0,11-5-231 16,-1-3 102-16</inkml:trace>
  <inkml:trace contextRef="#ctx0" brushRef="#br0" timeOffset="158343.71">21716 7703 19 0,'-9'-7'135'0,"9"7"-11"0,-7-3 4 16,7 3-11-16,-7-3-10 0,7 3-8 0,0 0-9 16,0 0-11-16,-7-3-10 0,7 3-6 0,0 0-4 15,0 0-9-15,0 0 1 0,0 0-8 0,0 0-4 16,0 0-2-16,15 19-1 0,-7-14-5 0,-1 2 9 16,5 0-16-16,-3-1 3 0,4 5-5 0,2-2-2 15,-5 0-3-15,0 0 3 0,0 1-8 0,1 1 1 16,-1 2-2-16,-2-3-1 0,1 2-1 0,-4 1-2 15,0 3 1-15,-1-5-6 0,-2 1 2 0,1 4 2 16,-7 0 4-16,-1 2 1 0,0-4-9 0,0 3 2 16,-3-1 3-16,-3 2 3 0,-2 5-5 0,-3-3 1 0,4-4-8 15,-8 6-19-15,1 0-18 0,1-3-18 0,0-1-26 16,1 2-16-16,1-5-32 0,-2 1-78 16,9-3-226-16,1-4 100 0</inkml:trace>
  <inkml:trace contextRef="#ctx0" brushRef="#br0" timeOffset="158923.73">22045 8107 106 0,'0'0'174'0,"0"0"-12"16,-4-6-17-16,4 6-3 0,0 0-30 0,0 0-3 15,0 0-11-15,-1-6-10 0,1 6-10 0,0 0-11 16,0 0-1-16,0 0 5 0,0 0-11 0,0 0-7 16,14 19 1-16,-12-14-3 0,3 4-9 0,2-2-2 0,-3 0-6 15,2 0 1-15,2 3-4 0,-3-1 4 0,2 0-1 16,-2 1-4-16,-1-1 0 0,2 1-9 16,-3-1-3-16,0 1 0 0,0 0-1 0,0-3-3 15,1 2-4-15,-3 1 6 0,3 0-5 0,-1-3 2 0,-1 1-5 16,1-1 5-16,1 0-6 0,-2-1 0 0,-2-6 4 15,4 9-2-15,-1-4-1 0,-3-5 0 0,6 5 2 16,-6-5 3-16,5 3 9 0,-5-3-1 16,0 0-8-16,0 0 8 0,13-1 3 0,-13 1 0 0,14-11 0 15,-4 5-1-15,-1-1 0 0,5-8-1 0,-1 4-3 16,1-2 2-16,-1-2-2 0,-2 1-2 16,3-2-1-16,-2 2 2 0,1-1-3 0,-4-1-5 15,2 0 3-15,-2 1-4 0,0 3 0 0,-1-2 1 0,-3 2-1 16,1 2-1-16,1 2-14 0,-4-2-11 0,1 4-14 15,-1 0-16-15,-3 6-17 0,4-9-24 0,-4 9-19 16,4-8-28-16,-4 8-22 0,2-4-18 0,-2 4-119 16,0 0-318-16,0 0 141 0</inkml:trace>
  <inkml:trace contextRef="#ctx0" brushRef="#br0" timeOffset="159818.81">19174 6391 12 0,'-5'-7'109'15,"5"7"-5"-15,0 0-18 0,-2-7 7 0,2 7-18 16,0 0-2-16,0 0-20 0,-4-7-5 0,4 7-6 16,0 0-3-16,0 0 4 0,0 0-6 0,0 0-3 15,0 0 2-15,-3 21 3 0,3-10-4 0,0 2 1 16,-2 4 0-16,-3 1-5 0,2 7-8 0,0-7 6 16,0 8-1-16,-2-7-1 0,0 7-5 0,-1-1-3 15,3-6 2-15,-1 7 0 0,0-3 0 0,0 2-5 16,0 1 3-16,2 1 2 0,-1-5-1 0,-1 4 9 15,3 2-1-15,1 3 1 0,-1-5-8 0,-1 3 2 16,1-1-6-16,1 1 0 0,0-1-1 0,-1 0 1 16,1-1-5-16,0 0 5 0,0 2-6 0,-1 0 3 15,2 2-2-15,-1-2-5 0,0 2 3 0</inkml:trace>
  <inkml:trace contextRef="#ctx0" brushRef="#br0">19063 7674 1103 0,'0'12'72'0,"1"-2"-175"0,-1 0 64 0,0 2 43 0,0-1 32 16,3 1 228-16,-4 4-272 0,2 0 28 16,0-6-48-16,1 3 44 0,-1-3-18 0,0 2 43 0,-1-3-62 15,0 1 26-15,0 0-27 0,0 1 56 0,0-2-65 16,0 1 36-16,-1-1-18 0,1 1 39 0,-3-3-77 16,2 3-2-16,-2-4 21 0,1 3-33 15,1 1-58-15,-3-3 138 0,2-1-140 0,2-6 125 16,-5 10-76-16,4-4 105 0,1-6-74 0,-2 7-34 15,2-7 73-15,0 0-66 0,2 10 92 0,-2-10-114 16</inkml:trace>
  <inkml:trace contextRef="#ctx0" brushRef="#br0" timeOffset="161842.14">19255 6767 25 0,'-4'-8'73'0,"3"1"6"0,1 7-5 15,-5-13-2-15,2 7-1 0,0 1-8 0,3 5-11 16,-5-10 1-16,5 10 7 0,-3-9-17 0,3 9-10 16,-4-7 9-16,4 7-11 0,-4-5-3 0,4 5-1 15,0 0-4-15,-4-6-4 0,4 6 3 0,0 0-1 16,-5-6-6-16,5 6 5 0,0 0-3 0,-4-5 5 15,4 5-5-15,0 0 3 0,0 0-2 0,0 0 5 16,-6-3-3-16,6 3-1 0,0 0 9 0,0 0-12 16,0 0 0-16,0 0 12 0,-7-7-4 0,7 7 4 15,0 0-6-15,0 0 3 0,-5-3-3 0,5 3-1 16,0 0 2-16,0 0-2 0,-5-6-1 0,5 6-1 16,0 0-1-16,-5-5 0 0,5 5 0 0,0 0 5 15,-4-6-1-15,4 6-3 0,0 0-1 0,0 0-4 16,-6-3 3-16,6 3 0 0,0 0-2 0,0 0-3 15,0 0 1-15,0 0-2 0,0 0-3 0,0 0 0 16,0 0-2-16,0 0-1 0,0 0 3 0,0 0-2 16,-5-6-4-16,5 6 4 0,0 0-6 0,0 0 2 15,0 0-1-15,0 0 1 0,0 0 2 0,0 0 3 0,2 22-4 16,-3-15-4-16,2 4-4 0,-1 1 4 0,4 4 4 16,-4 2 3-16,0-1 3 0,3 9 1 0,-1-3-1 15,1 6 0-15,-2-3-1 0,2 3 3 16,-1 0 0-16,2 2-5 0,0-3 5 0,-3 3-6 0,3-2 7 15,1 2-4-15,-1-1-2 0,1 1 1 0,-1-1-3 16,1 1-2-16,3 0 2 0,-3 1 5 0,2 0-2 16,0-1-6-16,-2 0 7 0,1-1-5 0,-1-2 5 15,-1 2-2-15,-1 1 0 0,1-2 1 0,-2 1 3 16,-1-5-7-16,1 2 3 0,-5-2-2 0,1 1-3 16,0-7 2-16,1 0 2 0,1-1-2 15,-3 0 5-15,2 1-4 0,-1-3 1 0,0 1 1 0,1-3 0 16,-3 1-1-16,3-2-2 0,-1 3 0 0,0-5-3 15,2 0 3-15,-2-1-5 0,2 0 4 0,-2-1-7 16,2-9-3-16,0 14-8 0,0-8-20 0,0-6 7 16,-1 8-1-16,1-8-2 0,0 0 3 0,0 0-4 15,0 11-4-15,0-11-21 0,0 0-20 0,0 0-22 16,0 0-15-16,0 0-11 0,-1-29-84 0,1 18-226 16,1-7 101-16</inkml:trace>
  <inkml:trace contextRef="#ctx0" brushRef="#br0" timeOffset="162370.07">19254 6582 55 0,'-3'-18'88'0,"2"2"-11"16,-4 0 8-16,3 2-3 0,0 2-8 0,-1 2-6 16,2 1 19-16,-4 1-16 0,2-1-4 0,1 3-16 15,-1-2 19-15,3 8-11 0,-4-10-2 0,4 10-4 16,-3-8-3-16,3 8-1 0,-3-4-9 0,3 4-4 16,0 0-8-16,0 0 0 0,0 0-7 0,-3-9 7 0,3 9-9 15,0 0-8-15,0 0 6 0,0 0-6 16,0 0 3-16,0 0-5 0,0 0 2 0,0 0-7 15,0 0 2-15,0 0-5 0,4 25 10 0,-2-18 2 0,-2 2-6 16,0-9-4-16,1 17 4 0,0-4 0 0,0 2-2 16,3 2 8-16,-2 2 4 0,1 1 0 0,2 6-3 15,-1 4-2-15,1-1 0 0,-1 1 2 16,0 4 6-16,0 1-3 0,0 10 2 0,2 3-4 0,-1-3 1 16,-1-9-4-16,1 12 5 0,-1 0-13 0,1 0 5 15,0 0 0-15,3 2 5 0,-2-2-4 0,-1-2 4 16,-1 3 1-16,-2-1 0 0,-2 0 0 15,-2 0-1-15,2 3 2 0,-5-1-7 0,3 0 5 0,-6-2 0 16,4-1-6-16,-1-12-3 0,1-1 3 0,-1 0 2 16,0 1-1-16,1-2 1 0,-1-4-4 0,-1 0-2 15,1-2 3-15,1-2-3 0,1-4-13 0,2-3-3 16,-2-1-5-16,2-6-11 0,0 2-19 0,1-3-11 16,0-1-9-16,0-2-7 0,0-7-8 0,1 10-7 15,-1-10-23-15,4 3-113 0,-4-3-242 0,0 0 108 16</inkml:trace>
  <inkml:trace contextRef="#ctx0" brushRef="#br0" timeOffset="162814.09">19204 6454 67 0,'0'0'95'0,"0"0"-8"16,0 0-13-16,0 0 0 0,0 0-15 0,0 0-7 15,0 0-3-15,0 0 6 0,0 0 8 0,0 0 2 16,-18 17 5-16,14-7-8 0,-2 2 9 0,-3 3-2 16,0 1 0-16,-2 2 1 0,-2 5-5 0,-3-2-12 15,2 2 4-15,-3 0-4 0,0-5-6 0,4-1-4 16,-1-3-4-16,-2 7-5 0,-3-3 3 0,6-3-11 15,0 0 4-15,0-2-5 0,-3 0-7 0,2-1-1 16,3 1-17-16,-2-1-19 0,4-3-7 0,1 0-33 16,-1-2-8-16,2 1-25 0,0 0-26 0,2-1-101 15,-1-3-238-15,6-4 105 0</inkml:trace>
  <inkml:trace contextRef="#ctx0" brushRef="#br0" timeOffset="163027.07">19159 6619 81 0,'0'0'99'16,"18"6"-6"-16,-8-4-8 0,2 5-16 0,4 1 5 16,1 0-10-16,0 1-5 0,5 6-4 0,0-2-6 15,1 2 6-15,0 2-28 0,1-1-12 0,-2 0-10 16,1 1-17-16,2-3-9 0,-3 3-10 0,-1-1-8 15,1 1-10-15,1 1-16 0,-4-1-38 0,-2-3-110 16,5 1 49-16</inkml:trace>
  <inkml:trace contextRef="#ctx0" brushRef="#br0" timeOffset="164189.91">18358 6663 14 0,'0'0'106'0,"0"0"-9"16,0 0-14-16,0 0-3 0,0 0-7 0,0 0-14 0,0 0 2 15,0 0-5-15,0 0-2 0,0 0-10 0,27-7-3 16,-15 5-1-16,9 2-4 0,-2-5-11 15,2 3 1-15,0-2 0 0,6 2-4 0,-5-1-11 16,-4 2-13-16,-1 0-12 0,-2 0-12 0,-3 1-1 16,1-1-14-16,-4 2-3 0,0-1-2 0,-3 1-12 0,-6-1 6 15,11 2 2-15,-11-2 1 0,5 3 2 0,-5-3 6 16,0 0 6-16,7 4 3 0,-7-4 8 16,0 0 5-16,0 0 7 0,0 0 9 0,0 0 4 0,0 0 17 15,-21 4-1-15,21-4 0 0,-13 0 8 0,13 0 7 16,-13 0 7-16,13 0 2 0,-9-2 17 0,9 2-8 15,0 0 9-15,-14 0-4 0,14 0-8 0,0 0-5 16,-9 2-2-16,9-2 9 0,0 0-19 0,-5 7 6 16,5-7 2-16,-5 11-3 0,2-4 7 0,1 2 3 15,-2 3 3-15,2 2-9 0,-1-1-3 0,0 3 0 16,2 0 3-16,-3 0-9 0,2 0-3 0,-1 0 0 16,3-3 4-16,-3 3-9 0,1-4-4 0,2-1 2 15,-1-1-6-15,1 0 9 0,-2 1-7 0,0 0-4 16,1 0-10-16,-2-2 4 0,2-3 5 0,-2 3-6 15,3-9-2-15,-2 12-7 0,-2-6-10 0,3 0 6 16,1-6-5-16,-6 8 1 0,1-2 19 0,-1-3-30 16,6-3 2-16,-10 5-2 0,5-4 8 0,5-1 3 15,-13 0 15-15,13 0-23 0,-13 1 7 0,13-1-2 16,-10-5 3-16,10 5 4 0,-10-2 1 0,10 2 0 0,-7-2 10 16,7 2-2-16,0 0 1 0,-7-3 1 0,7 3-3 15,0 0 2-15,0 0-4 0,0 0-4 16,0 0 3-16,0 0 4 0,0 0-2 0,0 0-3 0,29 0 3 15,-16-2 4-15,5 4-3 0,-2-4-2 0,3 4-15 16,2-2-15-16,-2-2-19 0,1 2-12 0,0 0-8 16,-1-1-6-16,1 2-13 0,3-3-3 15,-5 0-57-15,0 1-162 0,-4-2 72 0</inkml:trace>
  <inkml:trace contextRef="#ctx0" brushRef="#br0" timeOffset="164442.34">18796 6831 123 0,'-5'-6'113'0,"5"6"-6"0,-5-10 8 16,1 5 5-16,4 5-9 0,-5-8-7 0,5 8-3 16,-5-6-17-16,5 6-3 0,-5-4-12 0,5 4 7 15,0 0-25-15,0 0-6 0,0 0-8 0,0 0 1 16,-18 14 3-16,13-5 0 0,-3 3-1 0,0 5 2 16,-2 6-2-16,4-4-4 0,-6 7-2 0,3 0-3 15,3-3-6-15,1 4-2 0,0-3 0 0,2-5-3 16,2 0 1-16,1 6 1 0,0-7-7 0,-1 3 1 15,2-1 0-15,0 5-2 0,-1-6 0 0,-1-1-6 16,4-1-19-16,-3-1-15 0,0 1-9 0,1-2-22 16,-1-3-14-16,0-3-30 0,0 2-8 0,0-2-21 15,1-1-97-15,-1-8-245 0,-4 10 109 0</inkml:trace>
  <inkml:trace contextRef="#ctx0" brushRef="#br0" timeOffset="164593.14">18631 7088 15 0,'11'-4'112'15,"1"-2"-16"-15,5 1-4 0,3 0-13 0,2 0-12 0,7-2-23 16,-3 5-28-16,2-2-39 0,0 4-60 16,0-1-91-16,-1 1 41 0</inkml:trace>
  <inkml:trace contextRef="#ctx0" brushRef="#br0" timeOffset="164738.9">19020 7125 105 0,'0'0'92'0,"0"0"-25"16,0 0-27-16,0 0-28 0,0 0-24 0,0 0-39 15,0 0-55-15,0 0 24 0</inkml:trace>
  <inkml:trace contextRef="#ctx0" brushRef="#br0" timeOffset="165949.91">22627 8350 126 0,'-1'-8'127'0,"1"8"-22"0,0-11-4 0,0 11-2 15,-2-6-13-15,2 6-7 0,-7-9-3 0,7 9-4 16,-5-6 1-16,5 6 1 0,-7-4-8 15,7 4-7-15,-9-3-6 0,9 3 0 0,-9-2-7 0,9 2 2 16,0 0 2-16,-13 9-1 0,6-4-5 0,2 0-2 16,-3 2-2-16,1 1 1 0,-1-1-8 0,2 2 2 15,-3 4 1-15,1 3 0 0,2-1 0 0,-1 0 8 16,-1 0-2-16,3 5-2 0,-1-2 3 0,3 1-7 16,-3 6-1-16,4-5-4 0,1 4-1 0,-1 3 1 15,2-8-4-15,-1 9-2 0,1-3-5 0,0 0-2 16,-1-1-1-16,-3-5-6 0,0 1 4 0,3-1-4 15,-2 0 0-15,-1-4-3 0,2-3 1 0,-2 0-7 16,0-2-18-16,2 1-4 0,-1-1-3 0,-2-2-10 16,1-1-12-16,0-1-13 0,4-6-23 0,-6 8-28 15,3-4-8-15,3-4-34 0,-11 3-122 0,11-3-296 0,0 0 131 16</inkml:trace>
  <inkml:trace contextRef="#ctx0" brushRef="#br0" timeOffset="166115.01">22501 8596 35 0,'10'-5'142'0,"1"1"-16"0,1 0-25 0,0 0-24 16,-1-1-32-16,6-2-19 0,-2 0-29 0,-1 2-18 0,-2 0-67 15,-1 2-96-15,5-5 43 0</inkml:trace>
  <inkml:trace contextRef="#ctx0" brushRef="#br0" timeOffset="170034.81">2733 13146 35 0,'0'0'108'16,"-1"-13"-7"-16,0 6 4 0,1 7-2 0,-4-9-5 16,4 9 12-16,-4-9-19 0,4 9-2 0,-4-7-9 0,4 7-9 15,-5-3-18-15,5 3 3 0,-5-4-10 16,5 4-10-16,0 0-2 0,-15 2 0 0,4 5-4 16,2-1 0-16,-2 2-8 0,-1 5 2 0,2 3-2 15,-3 1-6-15,1 5-3 0,0 4 0 0,3-2-2 16,-1 4 0-16,3-2-8 0,0 3 0 0,3 0-1 15,2 1 7-15,2 2-1 0,-2-1-3 0,5 4-1 16,-1-3 0-16,5 2-9 0,-2-2 8 0</inkml:trace>
  <inkml:trace contextRef="#ctx0" brushRef="#br0" timeOffset="170133.76">2589 14047 724 0,'-3'4'15'0,"-1"3"-247"0,-1-1 399 0,-1-1-553 0,1-1 161 0</inkml:trace>
  <inkml:trace contextRef="#ctx0" brushRef="#br0" timeOffset="170316.59">2589 13528 9 0,'20'-6'66'0,"-2"-2"-13"0,3 3-1 16,-2 1-5-16,-1-1-21 0,2 2-24 0,-2 0-45 15,-4 1-46-15,0 2 20 0</inkml:trace>
  <inkml:trace contextRef="#ctx0" brushRef="#br0" timeOffset="170829.73">2568 13258 28 0,'-1'-8'67'0,"1"8"-1"15,0 0 3-15,-4-7-6 0,4 7 8 0,0 0-11 16,0 0 1-16,0 0-22 0,-4-6 15 0,4 6-9 15,0 0-2-15,0 0-8 0,0 0-3 0,0 0-3 16,0 0-3-16,0 0-6 0,0 0-3 0,0 0 11 16,-6 25-9-16,5-15 4 0,-1 4 5 0,1 5-7 15,-3 0-6-15,2 1 3 0,-1 5-4 0,1 2 7 16,0-1-3-16,0-7-15 0,2 8 6 0,2-2 0 16,0 0 4-16,-1 1-2 0,0-1-2 0,3-6-1 15,1 5 0-15,-1-6 2 0,2 7-14 0,1 0 10 16,-2-7-8-16,1 9 14 0,-1-2-11 0,4 0 10 15,-2-2-12-15,-1 2 14 0,-1-1-9 0,-2-5 0 16,2-2-4-16,-3-2 6 0,1 4-6 0,0-4 0 16,-3 2-10-16,0-3 2 0,-2 0-17 0,2-2-8 15,-4 3 3-15,1-4-32 0,-1-1-12 0,-3 1-79 16,1-1-166-16,-4-2 73 0</inkml:trace>
  <inkml:trace contextRef="#ctx0" brushRef="#br0" timeOffset="171038.97">2604 13560 50 0,'12'-6'65'0,"-2"1"-4"0,2 0-11 0,5 0-1 15,1 0-15-15,-1-1-20 0,3 1-14 16,3 0-11-16,-5-2-41 0,5 3-57 0,-3-1 25 16</inkml:trace>
  <inkml:trace contextRef="#ctx0" brushRef="#br0" timeOffset="171182.06">3038 13403 75 0,'0'0'101'0,"0"0"-30"16,0 0-22-16,0 0-12 0,10-4-21 0,-10 4-13 16,0 0-29-16,22 0-29 0,-14 0-59 0,-8 0 27 0</inkml:trace>
  <inkml:trace contextRef="#ctx0" brushRef="#br0" timeOffset="194180.19">19355 7890 39 0,'0'0'48'0,"0"0"-1"0,0 0-2 0,0 0-8 15,0 0-4-15,0 0-1 0,0 0-1 0,0 0 5 16,0 0-7-16,0 0-2 0,0 0-6 0,0 0-2 16,0 0 6-16,0 0-7 0,0 0 1 0,0 0-3 15,0 0-1-15,0 0 1 0,0 0-5 0,-11-12-1 16,11 12 0-16,0 0 4 0,0 0-6 0,0 0 2 16,0 0-1-16,0 0-2 0,0 0-2 0,0 0-3 15,0 0 9-15,0 0-3 0,0 0-2 0,-7-4 2 16,7 4-7-16,0 0 2 0,0 0-1 0,0 0 4 15,-7-3 5-15,7 3-5 0,0 0-3 0,-7-4-4 16,7 4 2-16,0 0 3 0,0 0 0 0,0 0-14 16,-7-3 14-16,7 3 9 0,0 0-7 0,0 0 5 15,-6-7 3-15,6 7-7 0,0 0-5 0,0 0 7 16,0 0 2-16,-8-2-1 0,8 2 7 0,0 0-8 16,-5-3-4-16,5 3 6 0,0 0 4 0,0 0 2 15,0 0 6-15,0 0-10 0,0 0 5 0,0 0 2 16,0 0-3-16,0 0 2 0,0 0-10 0,0 0 11 15,0 0-9-15,0 0 5 0,0 0-10 0,0 0 3 16,0 0 1-16,-10-1-4 0,10 1 3 0,0 0-9 16,0 0-5-16,0 0 18 0,0 0-4 0,0 0-1 15,0 0-4-15,0 0-3 0,0 0 1 0,0 0 0 16,0 0-5-16,0 0 5 0,0 0 7 0,0 0-7 16,0 0 0-16,0 0 4 0,0 0-4 0,0 0-3 15,0 0 3-15,0 0-9 0,0 0 7 0,0 0 0 16,0 0-7-16,0 0 11 0,0 0-4 0,0 0-3 15,0 0 1-15,0 0 8 0,0 0-5 0,0 0-2 16,0 0 2-16,0 0 0 0,0 0-3 0,0 0-1 16,0 0-5-16,0 0 9 0,0 0 2 0,0 0-4 15,0 0 8-15,0 0-3 0,0 0-5 0,15 13 1 16,-15-13 4-16,0 0 4 0,0 0-3 0,5 3-12 16,-5-3 0-16,0 0 3 0,0 0 7 0,5 4-6 0,-5-4 1 15,0 0 0-15,6 5-7 0,-6-5 4 16,0 0 12-16,0 0-7 0,10 0 4 0,-10 0 1 15,0 0-5-15,7 3-2 0,-7-3-2 0,7 4 12 0,-7-4-5 16,5 3 4-16,-5-3-12 0,8 1 11 16,-8-1 1-16,12 5 3 0,-8-4 0 0,-4-1 4 0,13 2-5 15,-5-1-3-15,-8-1 7 0,12 3 0 16,-4-3-6-16,0 0 1 0,-8 0 4 0,14 1-1 0,-14-1-4 16,13 2 5-16,-5-1 4 0,0 1-3 0,0-1-10 15,-8-1 10-15,13 2-7 0,-7-2 7 16,-6 0-15-16,13 0 9 0,-7 1-2 0,-6-1 0 15,14 2 1-15,-14-2 3 0,11 1-3 0,-5-1-8 0,-6 0 4 16,11 1 2-16,-11-1-1 0,11 2 3 0,-4-2 8 16,-7 0-10-16,12 3 8 0,-12-3-5 0,11 1 5 15,-6-1-7-15,-5 0 2 0,14 0 3 0,-14 0-5 16,12 0 7-16,-6 0 2 0,-6 0-7 0,13 2-4 16,-13-2 9-16,12 1-5 0,-8 2 0 0,-4-3-1 15,10 2-2-15,-10-2 0 0,10 0-1 0,-10 0 3 16,10 0-1-16,-10 0 1 0,10 0-3 0,-10 0-3 15,11 1 6-15,-11-1-1 0,9 1-5 0,-9-1 2 16,11 3-3-16,-11-3 10 0,12 0-5 0,-6 1 1 16,-6-1 3-16,15-1 8 0,-7 1-7 0,-8 0-1 15,13-1-1-15,-13 1-4 0,14-2 5 0,-7 4-4 16,-7-2 5-16,16 0-2 0,-11 0-12 0,-5 0 22 16,14-2-18-16,-14 2 13 0,11 2-15 0,-11-2 9 15,9-2-7-15,-9 2 5 0,11 0-6 0,-11 0 7 16,9 0-5-16,-9 0 3 0,10-1-1 0,-10 1-1 15,9 1 4-15,-9-1-5 0,9 0 3 0,-9 0 11 16,9 0-14-16,-9 0 3 0,0 0 1 0,11-1-2 16,-11 1 1-16,8 1 2 0,-8-1-4 0,0 0-1 15,10 3 4-15,-10-3 2 0,0 0-1 0,9 0-4 16,-9 0 10-16,8 1-8 0,-8-1 5 0,0 0 1 16,11 0-10-16,-11 0 13 0,9 0-3 0,-9 0-4 15,0 0 2-15,10-1-3 0,-10 1 1 0,0 0-4 16,8-1 3-16,-8 1-8 0,0 0 6 0,0 0-14 0,0 0-3 15,0 0-9-15,13 0-20 0,-13 0-15 0,0 0-15 16,0 0-11-16,0 0-16 0,0 0-10 0,6 2-18 16,-6-2-68-16,0 0-212 0,0 0 94 15</inkml:trace>
  <inkml:trace contextRef="#ctx0" brushRef="#br0" timeOffset="196723.81">19670 7932 18 0,'0'0'81'0,"0"0"-5"15,0 0-15-15,-7-5 3 0,7 5-1 0,0 0-10 16,0 0-2-16,0 0-3 0,0 0 3 0,0 0-4 16,0 0-6-16,0 0-3 0,0 0 7 0,0 0-11 15,0 0 5-15,0 0 1 0,0 0-4 0,0 0 1 16,0 0-5-16,0 0 2 0,0 0-4 0,0 0 5 15,0 0-8-15,0 0-6 0,0 0-3 0,0 0-10 16,0 0 11-16,0 0-5 0,0 0-6 0,0 0 0 16,0 0 8-16,0 0-4 0,0 0-10 0,0 0 8 0,0 0-1 15,28 2-2-15,-28-2-3 0,11-1 1 16,-11 1 3-16,13 1 3 0,-13-1-8 0,14 0-1 16,-8 0 7-16,2 0-3 0,2 0-1 0,-1 0 3 15,1 0-6-15,-2 0-4 0,4 0 3 0,-2 0 3 16,0 0 2-16,2-1 4 0,-2 1-3 0,-10 0-6 0,19 0 0 15,-11 0 8-15,-1 1-1 0,4-2 1 16,-11 1 10-16,16 0-2 0,-6 0-1 0,2 0 3 16,-3 0-4-16,1 0 3 0,-10 0 3 0,17 0 0 15,-10 0-14-15,-7 0 5 0,16 0 1 0,-10-1 4 16,-6 1-2-16,14 0-4 0,-14 0-6 0,13 0 6 16,-7 0 1-16,-6 0-2 0,14-2 2 0,-6 2 0 0,0-1-1 15,-8 1-1-15,13 0 2 0,-13 0 0 0,13-2-4 16,-13 2 2-16,11 0-4 0,-11 0 2 0,10 0 3 15,-10 0-6-15,11 0-3 0,-11 0 4 16,11 0 4-16,-11 0-5 0,10 0-1 0,-10 0 4 16,11-1 0-16,-11 1-10 0,9 0 15 0,-9 0-3 0,11 0-2 15,-11 0-1-15,10 0 1 0,-10 0 6 0,9 0-9 16,-9 0-2-16,9 0 5 0,-9 0 2 0,0 0-5 16,14 0 1-16,-14 0 0 0,7-2-4 0,-7 2 3 15,8 0 6-15,-8 0-5 0,0 0 0 16,14 0-3-16,-14 0 5 0,8-1-3 0,-8 1 2 0,0 0-3 15,11 0 0-15,-11 0-1 0,0 0-3 0,8-1 6 16,-8 1-4-16,0 0 2 0,0 0-4 0,9-2 1 16,-9 2 1-16,9 2 0 0,-9-2-3 0,0 0 2 15,0 0-1-15,14-2 2 0,-14 2 7 0,8 0-10 16,-8 0-1-16,9 0-4 0,-9 0 8 0,0 0-2 16,7 2 4-16,-7-2 3 0,0 0 0 0,12-2-4 15,-12 2 0-15,0 0-1 0,7-1 3 16,-7 1 1-16,0 0 1 0,0 0-2 0,11-1 1 0,-11 1 2 15,0 0-5-15,10-1-1 0,-10 1 3 0,0 0-3 16,9-1 3-16,-9 1 2 0,8-2 0 0,-8 2-1 16,0 0 4-16,11-1-4 0,-11 1 4 0,9-2-2 15,-9 2 2-15,0 0-2 0,12 0 2 0,-12 0-2 16,7 0 2-16,-7 0 0 0,0 0-1 0,9-4 7 16,-9 4-7-16,8-2 2 0,-8 2-2 0,0 0 0 15,9-3 1-15,-9 3-5 0,9-1 3 0,-9 1-4 0,7-4-1 16,-7 4-2-16,9-2 6 0,-4-2-4 0,-5 4 4 15,12-2-3-15,-7 0-2 0,-5 2 2 16,9-4-2-16,-9 4 2 0,11-2-1 0,-7 0-1 16,-4 2 2-16,10-3-2 0,-4-1-2 0,-6 4-2 0,11-3 4 15,-11 3 4-15,10-3 2 0,-5 0-1 0,-5 3 0 16,8-2-2-16,-8 2 2 0,10-4-1 0,-10 4 4 16,7-6 0-16,-7 6-5 0,7-4 6 0,-3 0-2 15,-4 4-4-15,10-5 3 0,-10 5-4 0,8-5 4 16,-8 5-1-16,8-3 3 0,-8 3-2 0,5-4 0 15,-5 4-2-15,6-7 2 0,-6 7-2 0,7-2 0 16,-7 2 2-16,3-6 1 0,-3 6 1 0,6-3-4 16,-6 3 0-16,9-6 1 0,-6 4-1 0,-3 2 1 15,9-7-4-15,-4 5-3 0,-5 2 7 0,7-6-3 16,-7 6 1-16,5-5-1 0,-5 5 0 0,6-5 2 16,-6 5 0-16,8-5-4 0,-4 1-1 0,-4 4 1 15,6-8 1-15,-2 5 2 0,-4 3-3 0,7-8 2 16,-4 6 5-16,-3 2-4 0,9-7 4 0,-9 7-2 15,7-6 5-15,-4 3 3 0,-3 3 0 0,6-6-3 16,-6 6-5-16,5-7 1 0,0 2 4 16,-5 5-7-16,5-7 4 0,-5 7 0 0,6-9 1 0,-3 6-4 15,-3 3 1-15,8-9-2 0,-5 4 2 0,2 0-1 16,-1 0-2-16,0-2 1 0,0 2 1 0,0-1-5 16,0 1 3-16,-2 0-4 0,-2 5 0 0,7-10 2 15,-2 3-2-15,-2 3 1 0,1-3 2 0,0 3 0 16,-4 4-3-16,7-12 2 0,-2 6-1 0,1-1 1 15,-3 1 0-15,0 1-3 0,3-1 3 0,-6 6-4 16,6-11 3-16,-5 6-1 0,-1 5 3 0,7-10 0 16,-6 4-3-16,4-1-1 0,-5 7 3 0,5-12-3 15,-1 7 2-15,-1-1 2 0,-1 0-2 0,3-2 0 16,-2-3-1-16,1 4 0 0,-1 1 1 0,2-5 5 16,-2 3-5-16,1 1-7 0,0 0 10 0,1 1-6 15,-2-2 0-15,0 1 1 0,1 0 1 0,0 0 2 0,-2 1-2 16,1 0 4-16,1-1-5 0,1 0 4 15,-2-3-3-15,-1 4-1 0,2 0 0 0,0-1 1 0,-2 0 5 16,2 1 1-16,-3-1 2 0,2-1-3 16,-3 8 1-16,6-14-1 0,-3 7 1 0,-2-2-2 0,2 3 1 15,-1-1 3-15,-2 7-3 0,4-13-5 0,-3 4 4 16,2 1-1-16,-3 8 0 0,1-13-1 16,2 3 2-16,-2 2-5 0,0 1 1 0,2-3 0 0,-2 3 2 15,0-1-1-15,1 1 1 0,-1-3-3 0,0 4 1 16,2-4 0-16,-2 4 1 0,1-4-3 0,-1 3 2 15,0 0-3-15,-1 7 4 0,4-14 2 0,-3 6-4 16,0 2 1-16,-1 6 1 0,2-15 1 0,-1 10-4 16,-1-5 2-16,1 2 1 0,-1 8 2 0,1-14-2 15,-1 4-4-15,2 3 3 0,-2 7 0 0,1-13 8 16,-1 5-5-16,0 8 0 0,0-11-2 0,0 11 6 16,-1-12-9-16,1 12 7 0,1-10-3 0,-1 10 2 15,-3-11-1-15,3 11-2 0,0-11 0 0,0 11 2 16,0-13 0-16,2 7-2 0,-2 6-1 0,0-12 1 15,0 12 0-15,0-10-2 0,0 10 2 0,1-9-1 16,-1 9 2-16,-1-10 0 0,1 10-4 0,0-8 6 16,0 8-5-16,0 0 1 0,1-11 0 0,-1 11-3 15,1-9 4-15,-1 9 0 0,0-10 0 0,0 10 0 16,0-9 1-16,0 9-2 0,0-9 0 0,0 9-3 16,3-8 0-16,-3 8 4 0,0-12 1 0,0 12 0 15,0-10-4-15,0 10 3 0,0-10-4 0,1 4 10 16,-1 6-8-16,0-11 3 0,0 11-3 0,0-11 2 15,0 11-4-15,3-12 4 0,-2 7-3 0,-1 5 1 16,1-9-2-16,-1 9 4 0,2-13-3 0,-2 7 5 16,0 6-5-16,3-10 3 0,0 3-3 0,-3 7 1 0,1-11 0 15,-1 11 2-15,3-11-2 0,-2 6 1 0,-1 5-1 16,0-9 2-16,0 9-1 0,4-10 3 16,-3 5-4-16,-1 5 3 0,3-12-3 0,-3 12 5 15,2-11-7-15,-2 4 4 0,0 7-4 0,4-9 5 16,-3 2-2-16,-1 7-2 0,3-12 1 0,-2 6 2 0,1-1-4 15,-2 7 4-15,5-15-3 0,-4 8-1 16,3 1 2-16,-2-1 0 0,1-1-2 0,-1 0 2 16,-2 8 0-16,3-11 1 0,-2 3 0 0,2 1 2 0,-3 7 1 15,4-12-5-15,-3 6 5 0,-1 6 0 0,4-16-4 16,-2 9 1-16,2-1 1 0,-4 1 0 16,3-3 0-16,-1 4 2 0,-1-1 0 0,1-1 2 15,0 1-4-15,1-1 1 0,-3 8-2 0,2-13 0 16,0 5-2-16,2-1 5 0,-2 3-1 0,1-2-2 0,-3 8 2 15,1-11-3-15,0 3-1 0,2 2 3 0,-3 6-1 16,1-12 0-16,-1 12 0 0,1-13-2 0,1 5 1 16,-1 3-1-16,-1 5 2 0,1-11-1 15,0 5-1-15,1-2 2 0,-2 8-1 0,1-12 2 0,-1 6 0 16,0 6-2-16,4-10 5 0,-4 10-5 16,1-9 0-16,-1 9-3 0,3-10 4 0,-3 10 1 0,1-8-2 15,-1 8 0-15,3-9 1 0,-3 9 0 0,1-6-5 16,-1 6 2-16,0 0 3 0,0-10-2 0,0 10 1 15,0 0 3-15,2-5-1 0,-2 5-1 0,0 0 3 16,0 0-1-16,0-8-2 0,0 8 1 16,0 0-3-16,0 0 0 0,3-12 0 0,-3 12 3 0,0 0 1 15,-1-10 1-15,1 10 1 0,-3-7 0 0,3 7 0 16,0 0-4-16,0-14 1 0,0 14 0 0,0-7 7 16,0 7 0-16,-2-7 4 0,2 7-2 0,0 0 2 15,-3-10-4-15,3 10-3 0,-3-8-4 0,3 8 2 16,-2-9 2-16,2 9-2 0,-3-7 2 0,3 7-4 15,0 0 2-15,-1-9 0 0,1 9 1 0,0 0-5 16,-3-7 3-16,3 7 5 0,0 0-8 0,0 0-5 16,0 0-9-16,-3-8-20 0,3 8-18 0,0 0-24 15,0 0-18-15,0 0-6 0,0 0-1 0,0 0-17 16,0 0-17-16,-12 23-19 0,8-11-12 0,3 6-17 16,-7 6-117-16,6-5-326 0,-2 2 145 0</inkml:trace>
  <inkml:trace contextRef="#ctx0" brushRef="#br0" timeOffset="197755.26">20939 7439 26 0,'0'0'69'0,"-1"-12"-4"0,1 12-2 16,-3-13-7-16,3 5 0 0,0 8-9 0,0-11 1 15,0 11-8-15,0-10-4 0,0 10 0 0,0-11 0 16,0 11-4-16,0-7 2 0,0 7 6 0,0 0-4 16,-1-9-17-16,1 9 2 0,0 0 4 0,0 0 1 15,0 0-1-15,-2-8 6 0,2 8-7 0,0 0-6 16,0 0-9-16,0 0 14 0,0 0-11 0,0 0 1 16,0 0-3-16,0 0-4 0,0 0-3 0,-2-7 4 0,2 7-2 15,0 0-7-15,0 0 9 0,0 0-1 16,0 0-1-16,0 0-12 0,-5 25 8 0,5-19 6 15,0-6 1-15,-3 16 1 0,3-6-9 0,-3-1 5 16,2 2-6-16,-2 0 2 0,3 0-1 0,-1-1 3 0,-1 1-8 16,2 2 4-16,-1-2-1 0,1-1 1 15,-1 3 12-15,0-3-16 0,1 1 5 0,0 0 6 16,-2-2-7-16,1 1 0 0,0 3 2 0,-1-2-1 16,1-1 1-16,0 2 7 0,-2-1-11 0,2 0 3 0,-1-2 3 15,0 0-2-15,0 1 1 0,1 0-6 0,-2 0 8 16,2-1-1-16,-2 2-4 0,1-1 0 15,-1-1 1-15,2 0 6 0,-1 1-9 0,0 0 10 16,0-4-4-16,0 2-1 0,1 2 1 0,-3-1-6 0,1 0 0 16,2 0-13-16,-1 0 15 0,0 0 3 0,0 1 8 15,0-1-6-15,1 1-10 0,0 1 11 0,0-4-4 16,-1 3-21-16,1-4 24 0,1 3-3 16,-1 0-2-16,1-1 2 0,-2 1 11 0,4-2-24 0,-4 3 19 15,1-2-6-15,1-8-9 0,0 14 8 0,0-7-12 16,-1 2 7-16,0-2-6 0,1 5 9 0,-3-6 1 15,2 2-2-15,1-8-2 0,-5 15 2 0,3-7 0 16,0 4-9-16,-1-5 4 0,2 1 1 0,-2-1-6 16,2 0 6-16,1-7 0 0,-4 13-15 0,3-7 5 15,1-6 6-15,-3 12 4 0,2-6-7 0,1-6 0 16,-2 13 6-16,2-13 1 0,-2 10 0 0,1-5-7 16,1-5-3-16,-2 10 0 0,2-10-5 0,-2 9-12 15,2-9-1-15,-2 7-13 0,2-7-3 0,0 0-5 16,-3 9-36-16,3-9-100 0,0 0 45 0</inkml:trace>
  <inkml:trace contextRef="#ctx0" brushRef="#br0" timeOffset="199519.01">20727 8358 19 0,'0'0'62'0,"0"0"-4"16,0 0-9-16,0 0 2 0,0 0-10 0,0 0-15 0,4-7 5 16,-4 7-5-16,0 0-14 0,0 0-1 0,0 0 1 15,0 0-9-15,0 0-7 0,0 0-5 0,6-2-5 16,-6 2-4-16,0 0-11 0,0 0-26 15,0 0-59-15,0 0 26 0</inkml:trace>
  <inkml:trace contextRef="#ctx0" brushRef="#br0" timeOffset="201497.78">20735 8342 35 0,'0'0'66'0,"0"0"-5"0,1-7-8 0,-1 7-7 16,0 0 10-16,0 0-8 0,0 0-3 0,0 0 0 15,0 0 1-15,0 0-4 0,0 0-1 0,0 0 8 16,0 0-5-16,-4-12-12 0,4 12-3 0,0 0 8 16,0 0-7-16,-2-9 3 0,2 9 2 0,0 0 2 15,0 0 1-15,-3-8-10 0,3 8 4 0,0 0 1 16,0 0-2-16,-1-9-2 0,1 9-10 0,0 0 9 16,-1-7-1-16,1 7 3 0,0 0-7 0,-2-8 4 15,2 8-4-15,0 0-2 0,0 0 0 0,0 0 4 16,0-11-4-16,0 11-5 0,0 0-4 0,0 0 8 15,0 0-4-15,3-8-2 0,-3 8 1 0,0 0 1 16,0 0 4-16,0 0-13 0,0 0-3 0,0 0 7 16,0 0-7-16,0 0 1 0,0 0 3 0,0 0 0 15,0 0-3-15,0 0 5 0,18 12 0 0,-16-6-1 16,1-1 2-16,1 4-5 0,0-1 1 0,-1 2 5 16,1-1-6-16,0-2 4 0,0 2 0 0,1 0 2 0,-1 2-1 15,0-2-3-15,0-1 3 0,-1 2 0 16,1-2-10-16,1 0 4 0,0 1-2 0,0-2 3 15,-3 0-1-15,2 0 1 0,-3-2-3 0,-1-5 0 16,5 10 0-16,-5-10-5 0,3 9 10 0,-2-4-5 0,-1-5 2 16,0 0-2-16,4 5-5 0,-4-5-3 0,0 0 10 15,0 0 2-15,0 0 3 0,2 8 10 0,-2-8 3 16,0 0 5-16,0 0-2 0,0 0-3 0,0 0-3 16,0 0-1-16,0 0-4 0,0 0 4 0,5-19-4 15,-5 19 1-15,4-14-2 0,-3 5 0 0,3-3-8 16,0 2 6-16,0 0-6 0,1-1 1 0,3-3-1 15,-2 0 0-15,1 3 1 0,0-3-4 0,-2 4 1 16,3 1 0-16,-3 0-2 0,0 1-2 0,0 0 1 16,-1 3 0-16,0-3 2 0,0 3 2 0,-4 5-4 15,6-10 2-15,-6 10-4 0,3-6 0 0,-3 6 0 16,2-6-1-16,-2 6-14 0,0 0-18 0,0 0-15 16,4-5-16-16,-4 5-12 0,0 0-19 0,0 0-13 15,0 0-10-15,0 0-8 0,0 0-105 0,0 0-251 16,5 17 111-16</inkml:trace>
  <inkml:trace contextRef="#ctx0" brushRef="#br0" timeOffset="202005.09">20905 8517 109 0,'0'0'121'0,"2"-8"-4"0,-2 8-9 16,4-8-23-16,-4 8 3 0,4-6-9 0,-4 6-12 15,5-7-3-15,-5 7-4 0,0 0-4 0,3-5-3 16,-3 5-13-16,0 0-1 0,0 0-9 16,0 0 2-16,0 0-1 0,0 0-6 0,0 0-7 0,15 12 6 15,-12-8 13-15,-1 4-11 0,-1-2 1 16,3 0-6-16,-4-6-2 0,4 13-2 0,-3-4-10 15,2-2 9-15,1 1-1 0,-2 0 5 0,-1-1-7 0,2-3-10 16,0 3 8-16,-3-7-1 0,4 10-1 0,-2-5 1 16,-2-5 5-16,3 9-7 0,-3-9-8 0,2 7 7 15,-2-7 3-15,2 5-2 0,-2-5-1 0,0 0 8 16,2 5 12-16,-2-5-1 0,0 0 10 0,0 0 6 16,0 0 1-16,0 0-1 0,0 0-5 0,0 0-5 15,0 0 7-15,0 0-5 0,0 0-7 0,9-20 4 16,-8 10-9-16,0 1-2 0,3-2-1 0,-1 2-3 15,-1-1 0-15,1-2-5 0,1 2 3 0,-1 0-8 16,3 0 8-16,-4 1-3 0,2-1-5 0,0 0 2 16,-1 2 0-16,-1 2 0 0,1 0-1 0,-3 6-2 15,5-9 0-15,-5 9-4 0,2-8-12 0,-2 8-8 16,3-6-9-16,-3 6-10 0,0 0-15 0,0 0-16 16,5-5-4-16,-5 5-1 0,0 0-14 0,0 0-8 15,0 0 0-15,0 0-11 0,0 0-14 0,10 11-99 16,-8-3-238-16,-2-8 105 0</inkml:trace>
  <inkml:trace contextRef="#ctx0" brushRef="#br0" timeOffset="202292.06">20971 8603 39 0,'0'0'92'0,"-5"3"-6"15,5-3-7-15,0 0-2 0,0 0-5 0,-1 9 2 0,1-9 3 16,-3 10-12-16,2-3 1 0,1-7 0 0,-1 13-1 16,-1-7-10-16,0 1-6 0,-1-1 8 0,3-6-4 15,-3 15-2-15,1-8-4 0,1 0-4 16,0 0-6-16,-1 2-2 0,1-2-8 0,1-7 1 0,-1 13-1 16,0-7-6-16,1-6-1 0,-2 14 2 0,2-9-9 15,0-5-1-15,0 13 5 0,2-7 0 16,-2-6-9-16,0 11 7 0,0-5-9 0,0-6-15 15,1 11-5-15,-1-11-15 0,0 9-33 0,0-9 2 0,0 12-14 16,0-12-20-16,0 7-102 0,0-7-213 0,0 0 94 16</inkml:trace>
  <inkml:trace contextRef="#ctx0" brushRef="#br0" timeOffset="202754.49">21214 8573 45 0,'0'0'97'0,"0"0"-8"0,0 0-6 0,0 0-5 16,0 0-3-16,0 0 1 0,0 0 3 0,0 0-5 16,-5 23-9-16,5-23-2 0,-4 10-16 0,2-3 3 15,2-7 1-15,-3 12-4 0,3-6-1 0,0-6-5 16,0 11-1-16,0-11-12 0,0 10 4 0,0-10-6 0,3 9 7 16,-3-9-6-16,5 4 1 0,-5-4 6 0,6 6-9 15,-2-3-5-15,-4-3 5 0,8 3-8 16,-8-3 7-16,12-3-2 0,-12 3 5 0,12-6 3 15,-7 1-3-15,0 0 1 0,-1-1 4 0,2 0 1 0,-1-1 4 16,1-1-12-16,-3-3-3 0,1 2-3 0,0 1-1 16,-3-3-5-16,-1 2 2 0,0-1-2 0,0 1 2 15,0 9-1-15,0-13 3 0,0 13-5 16,-1-9 1-16,1 9-2 0,0 0-3 0,0 0-4 0,-2-9-11 16,2 9-12-16,0 0-25 0,0 0-7 0,0 0-25 15,-8-2-15-15,8 2-18 0,0 0-26 0,-11 11-97 16,11-11-250-16,-7 8 110 0</inkml:trace>
  <inkml:trace contextRef="#ctx0" brushRef="#br0" timeOffset="203086.57">21361 8600 33 0,'3'3'114'0,"-3"-3"-7"0,5 6-7 15,-3-1-10-15,1 1-5 0,1-1-1 0,0 2-5 16,-1 0-5-16,2-1-13 0,-2 1-5 0,-1-1-2 16,1 0-3-16,1 1-3 0,-1 0-9 0,-1-3 8 15,-2-4-2-15,5 10-18 0,-2-5 15 0,-3-5-5 16,2 7-8-16,-2-7-3 0,4 5 1 0,-4-5-3 16,0 0 0-16,0 0-7 0,1 7 7 0,-1-7 1 15,0 0 3-15,0 0 13 0,0 0-3 0,0 0-3 16,0 0 0-16,0 0-8 0,0 0 8 0,0 0-9 15,0 0-2-15,0 0-4 0,-2-29-4 0,2 21 2 16,0 8-7-16,1-18-7 0,0 9 4 0,3-1-9 16,-1 1-10-16,1-1-5 0,1 1-15 0,1 1-8 15,2-1-12-15,-1 1-7 0,-1 0-19 0,-1 1-23 0,1 3-26 16,0 1-96-16,-1 0-239 0,2-1 107 16</inkml:trace>
  <inkml:trace contextRef="#ctx0" brushRef="#br0" timeOffset="203617.69">21609 8543 76 0,'0'0'133'0,"0"0"-13"0,0 0-10 0,0 0-5 16,0 0-5-16,0 0-5 0,0 0-6 0,9 13-8 15,-9-13-10-15,5 12 4 0,-1-3-6 0,0-2-15 16,1 1 6-16,-1 3-8 0,-1-3 1 0,3 3-8 16,-3-1-3-16,3 0-3 0,-3-1 1 0,1 1-2 15,1 0-3-15,0-2-2 0,-1 0-6 0,1 2 2 16,-2-4-4-16,1 0-1 0,-2 0 4 0,3 0-2 16,-2-1-6-16,-1 2-5 0,1-2 0 0,1-1-5 15,-4-4-6-15,5 9-8 0,-2-5 0 0,-3-4-31 16,2 9-12-16,-2-9-5 0,3 7-3 0,-3-7-15 15,5 3-3-15,-5-3 5 0,5 3 3 0,-5-3 7 16,0 0 10-16,0 0-5 0,0 0 4 0,0 0 4 16,14-9 2-16,-9 2 9 0,0 0 0 0,3-2 2 15,-2 0 9-15,-1-1 6 0,1-1 17 0,-1 0-4 16,3-1 12-16,-4 0 6 0,2 3 3 0,-1-4 26 16,-1 4-6-16,1-1 11 0,-2 0 1 0,0 1 6 15,-1 2 10-15,2-2 0 0,-1 0 7 0,-2 3-6 16,2 0-4-16,-3 6 3 0,2-15 2 0,0 8-2 15,-1 1-6-15,-1 6 0 0,4-8-6 0,-4 8-1 16,1-8-8-16,-1 8-4 0,0 0-7 0,1-7 1 16,-1 7-6-16,0 0-4 0,0 0-5 0,4-6-15 15,-4 6-10-15,0 0-9 0,0 0-16 0,0 0 3 0,0 0-16 16,0 0-16-16,0 0-11 0,0 0-18 16,0 0-17-16,4 20-12 0,-4-20-11 0,1 8-15 15,0-2-79-15,-1-6-239 0,-1 10 106 0</inkml:trace>
  <inkml:trace contextRef="#ctx0" brushRef="#br0" timeOffset="203838.13">21874 8635 68 0,'0'0'126'0,"0"0"-13"0,0 0-1 0,2 8 15 0,-2-8-8 16,0 11-4-16,0-11-11 0,0 11-6 0,0-2-11 15,0-1-6-15,-1 2-7 0,2 1-6 0,-2-5-12 16,1 4-5-16,0 0 0 0,0 0-10 0,-1 1-5 16,1 0 1-16,-2 1-3 0,2-3-12 0,-2 2-19 15,2-1-17-15,-2 0-30 0,1-1-15 0,0 0-14 16,0 1-37-16,-2-2-111 0,-2 1-239 0,2-4 106 16</inkml:trace>
  <inkml:trace contextRef="#ctx0" brushRef="#br0" timeOffset="204082.55">21969 8733 55 0,'0'0'121'0,"0"0"-9"0,0 0-5 0,0 0-12 15,0 0-3-15,-25 13-11 0,17-8-7 0,0 1-3 16,2 0-9-16,-2-1 0 0,1 1-10 0,3-1-2 15,-1 0-12-15,1 1-1 0,0-1 4 0,4-5-10 16,-3 11-5-16,3-11 0 0,2 12-11 0,2-8-9 16,0 0-18-16,6 1-5 0,2 0-16 0,0-2-7 15,5 1-14-15,2-1-11 0,0-1-15 0,-2 0-13 0,1-1-51 16,-6-1-155-16,1 2 69 0</inkml:trace>
  <inkml:trace contextRef="#ctx0" brushRef="#br0" timeOffset="205497.84">20869 7683 15 0,'0'0'13'0,"0"0"-8"0,0 0-5 0,0 0 0 16,0-11 0-16,0 11 0 0,0 0-6 0,4-8 5 16,-4 8-4-16,0 0 7 0,1-9 0 0,-1 9 2 15,1-8 0-15,-1 8 5 0,3-5-6 0,-3 5 4 16,1-9-6-16,-1 9 2 0,3-8 2 0,-3 8 4 16,2-10 2-16,-2 10 3 0,3-8-3 0,-3 8-1 15,1-8-3-15,-1 8 5 0,4-9-8 16,-4 9 3-16,3-7 4 0,-3 7-2 0,2-9 7 0,-2 9-1 15,3-6 6-15,-3 6 3 0,0 0-5 0,1-8 4 16,-1 8-5-16,0 0 9 0,0-9 0 0,0 9 0 16,0 0-6-16,0 0 6 0,1-9-11 0,-1 9-13 15,0 0 14-15,0 0-3 0,0-7 0 0,0 7-3 16,0 0 1-16,1-8-6 0,-1 8 7 0,0 0-6 16,0 0 1-16,0 0-6 0,2-9 7 0,-2 9-8 15,0 0 4-15,0 0 3 0,0 0-5 0,0 0 2 16,1-9-4-16,-1 9 0 0,0 0-1 0,0 0-2 15,0 0 4-15,0 0-6 0,0 0 12 0,1-8 1 16,-1 8 4-16,0 0-5 0,0 0 4 0,0 0-1 16,0 0-1-16,0 0 1 0,4-6-3 0,-4 6 2 15,0 0-1-15,0 0-6 0,0 0-6 0,0 0-3 16,0 0-4-16,0 0-1 0,0 0-9 0,0 0-2 16,0 0-7-16,0 0-4 0,0 0-2 0,0 0 9 15,0 0-15-15,12 1 0 0,-12-1-29 0,0 0-75 16,0 0 32-16</inkml:trace>
  <inkml:trace contextRef="#ctx0" brushRef="#br0" timeOffset="207104.09">20979 7470 87 0,'0'0'82'0,"-3"-6"-11"0,3 6-2 0,0 0 7 0,-2-9-12 15,2 9-2-15,0 0 4 0,-3-6-6 0,3 6-1 16,0 0-6-16,0 0-2 0,-2-7-6 0,2 7 0 16,0 0 11-16,0 0-14 0,0 0-5 15,0 0-6-15,0 0-3 0,0 0-2 0,0 0-6 0,0 0 7 16,0 0-14-16,-2-7 13 0,2 7-15 0,0 0 4 16,0 0-1-16,0 0-8 0,0 0-3 0,0 0 5 15,0 0-9-15,0 0-1 0,0 0 8 0,0 0 0 16,0 0 4-16,0 0-11 0,0 0 8 0,0 0-8 15,0 0 3-15,0 0 1 0,0 0 5 0,0 0-11 16,0 0-9-16,0 0 10 0,0 0 6 0,0 0-6 16,0 0-3-16,0 0 4 0,0 0 4 0,0 0-1 15,0 0-1-15,0 0 0 0,0 0 0 0,0 0 7 16,0 0-10-16,0 0 8 0,0 0-12 0,0 0 13 16,0 0-6-16,-4 20 0 0,4-20 6 0,0 0-3 15,0 0-4-15,0 0 0 0,0 0-1 0,0 0 5 0,0 0-1 16,0 0 1-16,0 0-9 0,0 0 11 15,0 0 0-15,0 0-5 0,0 0-2 0,0 0 7 16,0 0-10-16,0 0 2 0,0 0 8 0,0 0-6 16,0 0-2-16,-11-13 0 0,11 13 3 0,0 0-4 0,0 0 5 15,0 0 5-15,0 0-9 0,-6-3 8 16,6 3 0-16,0 0 0 0,0 0 5 0,0 0 4 16,0 0-15-16,0 0 3 0,0 0-4 0,0 0 4 15,0 0-6-15,0 0 4 0,0 0-4 0,0 0 2 16,0 0-4-16,0 0 8 0,0 0 4 0,0 0-11 15,0 0 6-15,0 0 1 0,0 0-2 0,0 0-2 0,0 0-4 16,0 0 2-16,7 21 3 0,-7-21-1 16,2 8 2-16,-2-8-4 0,1 10 12 0,-1-10-12 0,4 9 13 15,-3-5 1-15,-1-4-13 0,1 12 5 16,0-6 1-16,-1-6-3 0,2 11 8 0,-1-4-6 16,-1 1 0-16,1-2-2 0,-1-6 4 0,0 16 1 0,0-9-3 15,0 3-2-15,-1-1 5 0,1 3 0 0,1-2 6 16,-1-1-5-16,-1-1 5 0,1-8-12 0,-1 13 3 15,1-4 1-15,0 1 5 0,-2-1 0 0,2-2-9 16,0 4 4-16,0-4 4 0,0 4 3 0,0-3-8 16,0 1 0-16,-1 0 0 0,1-9 7 0,-1 15-1 15,1-8 1-15,-1 2-9 0,1-9 3 0,-2 14 0 16,2-6-7-16,0-8 4 0,0 12 2 0,0-3 1 16,0-9 4-16,0 12 3 0,0-5 0 0,0-7-9 15,3 9 3-15,-3-1-1 0,1-2-1 0,-1-6-1 16,0 13 4-16,0-9-2 0,0-4-2 0,1 13 2 15,-1-13-1-15,2 9 2 0,-2-9 2 0,-2 10-7 16,2-10 6-16,2 10 3 0,-2-10-2 0,-2 9-10 16,2-9-5-16,0 10 8 0,2-2-1 0,-2-8 1 15,-2 10 3-15,2-10-3 0,2 13 5 0,-2-7-4 16,1 1 6-16,-1-7-4 0,1 11 5 0,1-6-7 16,-2-5 7-16,1 10-22 0,-1-10 19 0,1 7 1 15,-1-7-3-15,0 8 5 0,0-8-9 0,0 0 4 16,2 9-7-16,-2-9 3 0,0 0 7 0,0 0-15 15,0 0 18-15,0 0-1 0,0 9-1 0,0-9 11 0,0 0 5 16,0 0 8-16,0 0 0 0,0 0 1 0,0 0 1 16,0 0-2-16,0 0-5 0,0 0-3 0,0 0-5 15,0 0 5-15,0-27-3 0,0 27-7 16,0-15 0-16,-2 8 2 0,2-3-6 0,2-2-8 0,-4 2 9 16,2-2-1-16,0 1-3 0,2-2-4 0,-2-2-3 15,0-2-1-15,-2 1 2 0,2 1 0 16,-1 4-4-16,0-6 0 0,-1 6 4 0,1 0 4 15,0-1-5-15,-2 0-2 0,2 1 1 0,0-1 2 0,-3 2 2 16,1 0-2-16,2 0-2 0,1 0-1 16,-1 0 4-16,0 2-3 0,1-1-2 0,0 9 3 0,-2-14 1 15,2 4-3-15,0 1 3 0,2-1-3 0,-2 3 4 16,0-3-4-16,0 10 1 0,2-12-6 0,-1 6 9 16,-1 6 5-16,2-13-7 0,-1 3 2 0,1 5-1 15,-2 5-1-15,2-13 2 0,-2 7 1 0,0 6 4 16,1-11-7-16,-1 11-1 0,1-11 0 0,-1 11-1 15,0-12 0-15,0 12 5 0,1-9-6 0,-1 9 1 16,2-9 1-16,-2 9 9 0,0 0-8 0,1-10-4 16,-1 10 5-16,0 0 3 0,0 0-7 0,0-9 7 15,0 9 0-15,0 0-2 0,0 0-1 0,0 0 1 16,0 0 1-16,0 0-6 0,1-8 2 0,-1 8 2 16,0 0-1-16,0 0 4 0,0 0-5 0,0 0 2 15,0 0 6-15,0 0-8 0,0 0 1 0,0 0-8 16,0 0 5-16,0 0-2 0,0 0 1 0,0 0 2 15,0 0-4-15,0 0 0 0,0 0 7 0,0 0-5 16,0 0 2-16,0 0-3 0,0 0 4 0,0 0-1 16,0 0 6-16,0 0-5 0,0 0 1 0,0 0-8 15,0 0-1-15,0 0 11 0,0 0-3 0,-5 23 0 16,5-23-3-16,-1 9 5 0,1-9 3 0,-1 12-4 0,1-12-10 16,-2 13 15-16,0-6-2 0,2 3 1 15,-1-1-6-15,1 4 9 0,-2-1-7 0,2 2 5 16,-1-1-7-16,2 0 8 0,-1 0-9 0,2 3 5 15,-2-3 5-15,0 1-8 0,0 3 6 0,1-2-4 0,1-3 0 16,-4-1 2-16,2 2-3 0,2-1 2 0,-2 0-2 16,0 0-1-16,0-1 1 0,0-1 4 15,0 0-1-15,0 0 4 0,2-1-7 0,-2-1 2 16,0-8 2-16,-2 12-6 0,2-12 2 0,2 11 0 0,-2-11 4 16,0 8-1-16,0-8 1 0,0 0 0 15,-2 7 2-15,2-7-3 0,0 0 3 0,0 0-2 0,0 0 1 16,0 8 8-16,0-8 0 0,0 0 1 15,0 0 4-15,0 0 0 0,0 0-3 0,0 0 5 0,0 0-7 16,0 0-2-16,0 0-1 0,0 0-2 0,0 0 3 16,0 0-1-16,0 0-7 0,0 0-1 0,0 0 2 15,0 0-22-15,0 0-9 0,0 0-21 0,0 0-14 16,0 0-30-16,0 0-18 0,0 0-10 0,0 0-15 16,0 0-10-16,0 0-94 0,0 0-259 0,-16-2 115 15</inkml:trace>
  <inkml:trace contextRef="#ctx0" brushRef="#br0" timeOffset="207314.81">20942 7880 22 0,'0'6'51'0,"0"-6"-10"16,0 17-12-16,-1-7-15 0,-1-2-27 0,1 2-11 15,0-3-26-15,1-7 11 0</inkml:trace>
  <inkml:trace contextRef="#ctx0" brushRef="#br0" timeOffset="-208844.25">2821 14519 76 0,'-21'20'108'0,"4"-1"-12"0,0 2 0 15,5-6-5-15,-2 6 2 0,5-3-14 0,0-4-5 16,1 5-9-16,2-2-3 0,0 2-6 16,4-3-2-16,-1-1-11 0,2-1 3 0,1 1-3 15,0-4 5-15,1 1-11 0,2-3 3 0,2 1-4 16,1-2-2-16,1 0-1 0,3-2 0 0,-2 2-7 0,1-5-1 16,1 0 2-16,3 0 8 0,-2-3-2 0,6-6-10 15,-2 0 8-15,4-1 3 0,-3-1 1 0,2-4 5 16,-1 0 5-16,3-8-5 0,-5 6-4 15,-1-1 1-15,1-6 2 0,-4 6-4 0,-1-2-5 16,-3-3-2-16,0 3-3 0,-6-2 0 0,2 0-1 16,-5 4-2-16,0-3 0 0,-3 2-7 0,0 4 4 0,-4-6-5 15,0 5 0-15,0 3 6 0,-4-1-8 0,3 3 5 16,-2 0-1-16,-1 3-4 0,-3-1 0 16,-1 3-5-16,-1 2 1 0,2 2-1 0,-2 2-1 15,1 6-1-15,-1-2-5 0,3 4 0 0,-3-5-13 16,7 5-7-16,-1-2-17 0,4 2-26 0,2 3-24 0,1-2-38 15,1 4-34-15,0 2-131 0,1-2-315 0,1 0 140 16</inkml:trace>
  <inkml:trace contextRef="#ctx0" brushRef="#br0" timeOffset="-208657.82">3165 14636 4 0,'13'-5'128'16,"6"0"-8"-16,-1-3-21 0,0 2 0 0,1 2-43 15,-7-2-19-15,7 2-20 0,-1 0-24 0,1 0-12 16,-3 0-21-16,2 2-43 0,-5-1-89 0,0 2 39 16</inkml:trace>
  <inkml:trace contextRef="#ctx0" brushRef="#br0" timeOffset="-208433.08">3543 14309 151 0,'2'-7'176'16,"-2"7"-1"-16,2-10-9 0,-2 10-9 0,2-6-13 16,-2 6-15-16,0 0-17 0,2-7-8 0,-2 7 2 15,0 0 1-15,0 0-7 0,18 17 1 0,-13-6-12 16,0 3-9-16,2 2-5 0,0 3-10 0,-3 0-4 15,1 6-8-15,-2-6-8 0,-1 9-9 0,1-4-15 16,-3-6-23-16,-1 8-19 0,2-7-19 0,-1-1-29 16,1 2-28-16,2-3-38 0,-3-4-35 0,1 3-117 15,-1-3-310-15,3-4 137 0</inkml:trace>
  <inkml:trace contextRef="#ctx0" brushRef="#br0" timeOffset="-208147.01">3775 14526 137 0,'0'0'150'15,"0"0"-8"-15,0 0-6 0,6-8-6 0,-6 8 0 16,0 0-7-16,9 1-8 0,-9-1-7 0,8-1-6 16,-8 1-2-16,15-3-3 0,-9 3-5 0,2-2 2 15,1-2-8-15,-3 3 2 0,1-3-6 0,-7 4-4 16,11-7-5-16,-7 3 3 0,1-1-2 15,-2-1 3-15,-3 6-5 0,2-10-7 0,-2 10-4 0,0 0-10 16,-7-13-5-16,2 8-5 0,-2 1-1 0,1-2-11 16,-3-1-18-16,4 5-8 0,-7-3-15 0,5 2-13 15,-4 2-23-15,3 0-25 0,8 1-23 0,0 0-12 16,-19-2-50-16,19 2-21 0,-10 3-21 16,10-3-102-16,0 0-327 0,-11 4 144 0</inkml:trace>
  <inkml:trace contextRef="#ctx0" brushRef="#br0" timeOffset="-207830.49">3951 14279 8 0,'5'-7'183'16,"-5"7"-18"-16,4-5-6 0,-4 5 1 0,0 0 4 16,9 1-3-16,-9-1-13 0,10 12 0 0,-3-6-7 15,1 6-13-15,0-2-13 0,3 3-8 0,0 0-11 0,2 2-6 16,-4 2-11-16,3-1-1 0,0-4-13 0,-2 5-4 15,2-6-1-15,-1 3-1 0,-2-3-7 16,3 0 2-16,-3-2-10 0,1 0-4 0,-4-1-1 16,-1-4-2-16,3 1-4 0,-8-5-1 0,10 9-1 15,-4-6 2-15,-6-3 7 0,0 0 2 0,15 0 1 16,-15 0-1-16,10-8-1 0,-3 0-10 0,1-2 0 16,-1 0-1-16,0-5-4 0,2-3-2 0,-1 0-2 0,0-6-6 15,-1 0-11-15,1-2-4 0,-4 2-15 16,1-1-11-16,0-2-17 0,-1 10-15 0,1-2-21 15,0 1-38-15,-1 2-37 0,0-1-34 0,-1 5-40 16,-3 1-151-16,3 1-409 0,-3 10 182 0</inkml:trace>
  <inkml:trace contextRef="#ctx0" brushRef="#br0" timeOffset="-207701.88">4503 14115 92 0,'0'0'127'0,"0"0"-19"0,0 0-41 16,0 0-48-16,0 0-51 0,0 0-32 0,0 0-69 16,0 0 31-16</inkml:trace>
  <inkml:trace contextRef="#ctx0" brushRef="#br0" timeOffset="-187614.91">9243 11869 52 0,'0'0'49'0,"0"0"-4"0,0 0-1 0,0 0-6 15,0 0-1-15,0 0-2 0,0 0 2 0,0 0-6 16,0 0-5-16,0 0 3 0,0 0-11 0,0 0 5 16,0 0 0-16,0 0-1 0,0 0 1 0,0 0-4 15,0 0-4-15,0 0 1 0,0 0 0 0,0 0-4 16,9 0-6-16,-9 0 5 0,13 0 3 0,-3 0-2 16,2 0-4-16,-1-1-8 0,3 1-2 0,3-1-3 15,0 1-9-15,0 1-10 0,-4-1-11 0,5 0-10 16,0 1-45-16,-7-1-97 0,0 2 43 0</inkml:trace>
  <inkml:trace contextRef="#ctx0" brushRef="#br0" timeOffset="-187003.51">9310 11868 2 0,'0'10'29'0,"0"1"-12"0,0 1-8 15,-3 7-19-15,3 0-11 0,0 0 6 0</inkml:trace>
  <inkml:trace contextRef="#ctx0" brushRef="#br0" timeOffset="-176892.85">20937 7560 13 0,'0'0'22'0,"0"0"-1"0,0 0 1 0,-3-7-6 16,3 7 2-16,0 0-4 0,0 0 3 0,0 0-6 16,1-11 0-16,-1 11-3 0,0 0 6 0,0 0 4 15,-1-9-2-15,1 9-4 0,0 0-1 0,0 0 4 16,0 0-3-16,3-11 4 0,-3 11-6 0,0 0 4 16,0 0-2-16,0 0 1 0,0 0 3 0,-2-8-7 15,2 8 0-15,0 0-2 0,0 0-4 0,0 0 4 16,0-10-7-16,0 10 7 0,0 0 3 0,0 0-7 15,2-9 0-15,-2 9 6 0,0 0-5 0,0 0 1 16,0 0-9-16,0 0 10 0,0 0-3 0,1-7-1 16,-1 7 3-16,0 0-2 0,0 0-4 0,0 0 6 15,0 0-3-15,0 0 4 0,0 0 0 0,0 0-4 16,0 0 4-16,0 0-6 0,0 0 6 0,0 0 3 16,0 0-3-16,-3-10 2 0,3 10-5 0,0 0-6 15,0 0 8-15,0 0 2 0,0 0 0 0,-2-8-4 16,2 8 0-16,0 0 4 0,0 0-2 0,0 0-6 15,0 0 11-15,0 0 0 0,0 0-4 0,0 0-5 16,0 0 5-16,0 0 1 0,-3-6-6 0,3 6 1 16,0 0 3-16,0 0 4 0,0 0-6 0,0 0-8 15,0 0 7-15,0 0 5 0,0 0-10 0,0 0 11 16,0 0-3-16,0 0-7 0,0 0 7 0,0 0-3 16,0 0 1-16,0 0-2 0,0 0-2 0,0 0 2 15,0 0 3-15,0 0-16 0,0 0 8 0,0 0-1 16,0 0 6-16,0 0 3 0,0 0-9 0,0 0 1 15,0 0-4-15,0 0-4 0,0 0-2 0,0 0 8 0,0 0-8 16,0 0-2-16,0 0 1 0,0 0-1 0,0 0 4 16,0 0-4-16,2 25 5 0,-2-25-1 0,0 0 1 15,0 0 2-15,0 0 3 0,0 0 2 0,2 6-2 16,-2-6 3-16,0 0-1 0,0 0 2 0,0 0 2 16,0 0-4-16,0 0-1 0,5 5 0 0,-5-5 8 15,0 0 1-15,0 0 4 0,0 0 3 0,0 0-4 16,0 0 2-16,0 0 3 0,0 0 1 0,0 0-7 15,0 0 7-15,0 0 13 0,0 0-10 0,0 0 9 16,0 0-6-16,0 0 7 0,0 0-7 0,0 0 5 16,0 0 5-16,0 0-6 0,0 0 5 0,0 0-2 15,0 0-5-15,0 0 1 0,0 0-6 0,0 0 4 16,0 0-4-16,0-22-3 0,0 22-3 0,0 0 6 16,0 0-15-16,0 0 16 0,0 0-18 0,0 0 7 15,0 0-2-15,0 0 5 0,0 0-8 0,0 0-1 16,0 0 0-16,0 0 1 0,0 0 9 0,0 0 0 15,0 0-9-15,0 0 3 0,0 0-8 0,0 0 8 16,0 0-7-16,7 19 1 0,-6-12 5 0,-1-7-2 16,0 10-3-16,1-4 5 0,1 1-6 0,-1 1-2 15,0-2 13-15,-1 2-10 0,1 2 4 0,1-4 3 16,-1 5-5-16,-1-2 7 0,2-2-5 0,0 4-2 16,-1-3 6-16,0-1-1 0,0 6-7 0,-1-6 5 15,2 5-2-15,-4-3-1 0,2 0 0 0,0 1-1 16,-1 0 5-16,1 1-12 0,-1-3 11 0,0 3-4 15,-1-1 0-15,0-3 7 0,-1 3-3 0,2-4 0 16,-3 3-4-16,2-1 7 0,0-2-3 0,2-6 2 16,-3 13-7-16,1-7 1 0,0 1 0 0,2-7 5 15,-2 11-4-15,1-4 5 0,1-7-4 0,-1 7 4 16,1-7-11-16,-1 11 6 0,1-11-1 0,0 0-3 16,1 10 5-16,-1-10-2 0,1 8 1 0,-1-8 5 0,0 0-8 15,4 4 6-15,-4-4 0 0,0 0-2 16,0 0 4-16,0 0-8 0,3 9 0 0,-3-9 6 15,0 0-5-15,0 0 1 0,0 0 0 0,0 0 2 0,0 0-8 16,3 6 14-16,-3-6-8 0,0 0 2 16,0 0-1-16,0 0-6 0,0 0 9 0,0 0-4 0,0 0 2 15,0 0-6-15,0 0 5 0,0 0 0 16,0 0-5-16,0 0-2 0,0 0 4 0,0 0-10 16,0 0 1-16,0 0 0 0,0 0 1 0,0 0 4 0,0 0-2 15,0 0-3-15,0 0-4 0,0 0 4 0,0 0 1 16,0 0 7-16,0 0-4 0,0 0 4 15,0 0-6-15,0 0 4 0,0 0-2 0,0 0 6 16,0 0-4-16,3 5 1 0,-3-5-3 0,0 0 6 0,0 0 0 16,0 0-4-16,0 0 4 0,0 0-1 0,0 0 4 15,0 0-2-15,0 0-7 0,0 0 4 0,0 0 3 16,0 0-2-16,0 0-1 0,0 0 4 0,0 0-3 16,0 0-2-16,0 0 4 0,0 0-4 0,0 0 5 15,0 0 0-15,0 0-4 0,0 0 3 0,0 0-3 16,0 9 5-16,0-9 0 0,3 6 1 0,-3-6 11 15,1 7-4-15,-1-7-1 0,2 11 1 0,-2-11 2 16,5 8 1-16,-5-8-6 0,0 9-1 0,2-4 0 16,-2-5-9-16,0 10 17 0,0-10-13 0,0 0 0 15,0 11 3-15,0-11 2 0,0 7-7 0,0-7 4 16,0 0-5-16,0 9-7 0,0-9 14 0,0 0 0 16,0 0 1-16,0 0-10 0,0 9 9 0,0-9 1 15,0 0 3-15,0 0-7 0,0 0 6 0,0 0 0 16,0 0 5-16,0 0-6 0,0 0 7 0,-4 7 4 15,4-7-8-15,0 0-3 0,0 0 4 0,0 0 1 0,0 0-1 16,0 0 2-16,0 0-12 0,0 0 11 16,0 0-11-16,0 0 3 0,0 0 2 0,0 0-1 15,0 0 12-15,0 0-16 0,0 0 5 0,0 0 1 16,0 0 3-16,0 0-1 0,0 0-2 0,0 0-3 16,0 0-4-16,0 0 5 0,0 0 1 0,0 0 1 15,0 0 0-15,0 0-5 0,0 0 2 0,0 0-1 16,0 0-9-16,-3-23 5 0,3 23 4 0,0 0-1 15,0 0 3-15,0 0-7 0,0 0 10 0,0 0-11 16,0 0 8-16,0 0 2 0,0 0-4 0,0 0-3 16,0 0 2-16,0 0 3 0,0 0 2 0,0 0-2 0,0 0-2 15,0 0-4-15,0 0 7 0,0 0-7 16,0 0 13-16,0 0-14 0,0 0 5 0,0 0-3 0,0 0 11 16,0 0-1-16,0 0-3 0,0 0-8 0,0 0 7 15,0 0-10-15,0 0 4 0,2-12 4 0,-2 12-2 16,0 0 1-16,0 0 4 0,0 0-12 0,0 0 7 15,0 0 6-15,1-8-12 0,-1 8 12 16,0 0-8-16,0 0 3 0,0 0-2 0,0 0-8 0,0 0 11 16,0 0 2-16,0 0-2 0,0 0 0 0,0 0 4 15,0 0-3-15,0 0-9 0,0 0 10 0,4-6 3 16,-4 6-4-16,0 0-5 0,0 0 5 0,0 0-4 16,0 0 2-16,0 0 3 0,0 0 0 0,0 0 1 15,0 0-2-15,0 0-2 0,0 0 1 0,0 0 2 16,0 0-7-16,0 0 2 0,0 0-3 0,0 0 13 15,0 0-11-15,0 0-2 0,0 0 6 0,0 0-3 16,0 0 0-16,0 0-2 0,0 0 4 0,0 0 0 16,0 0-2-16,0 0 6 0,0 0-7 0,0 0-3 15,0 0 3-15,0 0-1 0,0 0 0 0,0 0 3 16,0 0-9-16,0 0 12 0,0 0-8 0,0 0 2 16,0 0 9-16,0 0-4 0,0 0-5 0,0 0 0 15,0 0 6-15,0 0-2 0,0 0-1 0,0 0-1 16,0 0 1-16,0 0-2 0,0 0 8 0,0 0-8 15,0 0 14-15,0 0-18 0,0 0 8 0,0 0-14 16,0 0 12-16,0 0-1 0,0 0-1 0,0 0-4 16,0 0 4-16,0 0-5 0,0 0-1 0,0 0 1 15,0 0-17-15,0 0 0 0,0 0-4 0,0 0-15 0,0 0-8 16,0 0-8-16,0 0-5 0,0 0-7 0,0 0-11 16,0 0-45-16,0 0-135 0,0 0 60 0</inkml:trace>
  <inkml:trace contextRef="#ctx0" brushRef="#br0" timeOffset="-175290.31">20569 7869 18 0,'0'0'15'0,"6"-5"5"0,-6 5-7 16,10-4 0-16,-3-1 0 0,-1 4-1 0,-6 1 0 15,10-7-2-15,-3 6 1 0,0-3-6 0,0 0-1 16,-1-1-1-16,2 4 1 0,-2-4 3 0,4 2-2 16,-3 0 0-16,1 0-4 0,-1-1 5 0,-1 0-7 15,1-1-1-15,-1 2-6 0,1 0 2 16,-1-1-4-16,0 1 2 0,1-1 1 0,-7 4-3 0,10-7 3 15,-2 5 1-15,-4-2-1 0,1 0-2 0,0 0 4 16,0 0-11-16,0 0 16 0,3 2-1 0,-8 2-3 16,7-7 2-16,-1 3-3 0,-3-1 6 0,-3 5-12 15,8-8 11-15,-3 4-5 0,-5 4 2 0,9-4-5 16,-5 1-8-16,-4 3 4 0</inkml:trace>
  <inkml:trace contextRef="#ctx0" brushRef="#br0" timeOffset="-172582.4">20924 7542 7 0,'0'0'15'0,"5"-7"5"0,-5 7 2 0,3-6 6 16,-3 6 3-16,0 0-5 0,0-10-1 0,0 10-2 15,0 0-9-15,1-9 1 0,-1 9-1 0,1-7 0 16,-1 7-4-16,0 0 3 0,0-13-3 0,0 13 1 16,3-8-5-16,-3 8-2 0,0-9 0 0,0 9 3 15,0-8-3-15,0 8 0 0,1-8 6 0,-1 8 0 16,1-9 0-16,-1 9-3 0,3-9-6 0,-3 9-1 15,1-10 3-15,-1 10-10 0,1-10 11 0,-1 10 2 16,2-10-3-16,-2 10 3 0,1-9-6 0,-1 9 8 16,1-9-5-16,-1 9 3 0,2-8-5 0,-2 8 0 15,1-7 0-15,-1 7 2 0,2-6-3 0,-2 6 5 16,0 0-5-16,0 0 3 0,2-9-7 0,-2 9 11 16,0 0-1-16,0 0 1 0,1-7-4 0,-1 7 0 15,0 0 0-15,0 0-4 0,2-8-1 0,-2 8 3 16,0 0 3-16,2-10-4 0,-2 10 1 0,2-7-4 15,-2 7 3-15,1-8 0 0,-1 8 4 0,2-10 5 16,-2 10 2-16,2-8-1 0,-2 8-1 0,2-8-2 0,-2 8-2 16,1-8 9-16,-1 8-6 0,1-7-6 0,-1 7 3 15,3-6-1-15,-3 6-6 0,0 0 12 16,4-9-6-16,-4 9 0 0,0 0-1 0,1-9 2 16,-1 9-4-16,0 0 0 0,3-9 1 0,-3 9 2 15,0 0-6-15,0 0 7 0,0-10-1 0,0 10-3 16,1-8 3-16,-1 8-6 0,0 0 2 0,1-7-1 15,-1 7 4-15,0 0 0 0,3-9 3 0,-3 9-6 16,0 0 5-16,2-7 0 0,-2 7 0 0,0 0-10 16,1-11 6-16,-1 11 10 0,0 0-2 0,2-11-4 0,-2 11 3 15,0-7-6-15,0 7 5 0,1-10 2 0,-1 10 10 16,1-7-12-16,-1 7-4 0,0 0 9 16,0-10 3-16,0 10-4 0,3-7 1 0,-3 7-5 0,0 0 5 15,0-11-1-15,0 11-6 0,0 0 7 0,2-10-1 16,-2 10-8-16,3-8 2 0,-3 8-4 0,2-5 1 15,-2 5 4-15,0 0 2 0,4-9-7 0,-4 9 2 16,2-7 1-16,-2 7 0 0,0 0-7 16,2-7 5-16,-2 7-5 0,3-11 2 0,-3 11-1 15,1-10 1-15,-1 10 2 0,1-6-2 0,-1 6 13 0,3-8-3 16,-3 8-5-16,0 0 6 0,1-10-3 0,-1 10-2 16,0-6-7-16,0 6 4 0,0 0-2 15,3-13 3-15,-3 13 4 0,0-7 0 0,0 7 6 16,0 0 3-16,0 0-8 0,-2-13-5 0,2 13 5 0,0-7-6 15,0 7 8-15,0 0-8 0,2-10-4 0,-2 10 8 16,1-7-2-16,-1 7-6 0,0 0 4 0,1-11-2 16,-1 11 0-16,1-7 1 0,-1 7-4 0,0 0 3 15,3-11-11-15,-3 11 25 0,0-7-16 0,0 7-5 16,0 0 8-16,1-11 1 0,-1 11 4 0,0 0-14 16,3-9 5-16,-3 9 5 0,1-4-2 0,-1 4-2 15,3-9 8-15,-3 9-7 0,0-9 4 0,0 9-3 16,2-8 5-16,-2 8-7 0,0 0-2 0,2-9-5 15,-2 9 9-15,1-7-6 0,-1 7 9 0,0 0-2 16,1-9-2-16,-1 9 1 0,0 0 10 0,3-8-12 16,-3 8 7-16,0 0-3 0,2-6-3 0,-2 6-2 15,0 0 7-15,0 0-2 0,0-10-9 0,0 10 11 16,5-5-3-16,-5 5 2 0,0 0-3 0,0 0 1 16,3-10 4-16,-3 10-7 0,0 0 3 0,0 0-2 15,2-8 0-15,-2 8 4 0,0 0-5 0,4-6-2 16,-4 6-1-16,0 0 5 0,4-10-3 0,-4 10-5 15,1-8 14-15,-1 8-5 0,0 0 0 0,4-8 2 16,-4 8-1-16,0 0 0 0,0-7-1 0,0 7 0 16,3-10-1-16,-3 10-1 0,2-7-1 0,-2 7 7 15,5-8-3-15,-5 8-5 0,2-8-2 0,-2 8 2 16,1-9 2-16,-1 9 0 0,2-8-3 0,-2 8 3 16,2-9 0-16,-2 9-3 0,1-9 3 0,-1 9 1 0,1-8-1 15,-1 8-6-15,3-6 4 0,-3 6-9 16,1-8 13-16,-1 8-4 0,2-9 6 0,-2 9 4 15,2-5-8-15,-2 5 0 0,4-7 6 0,-4 7-7 0,0 0-1 16,1-9 5-16,-1 9-4 0,0 0-3 16,2-7 1-16,-2 7 5 0,2-7 0 0,-2 7-1 15,0 0-4-15,4-10 6 0,-4 10 0 0,1-8 1 16,-1 8-2-16,3-6-1 0,-3 6 7 0,0 0-11 16,2-13-3-16,-2 13 5 0,1-7 10 0,-1 7-10 0,0-10 3 15,0 10-5-15,4-7 13 0,-4 7-9 0,2-10-4 16,-2 10 2-16,2-7-11 0,-2 7 12 15,0-10 4-15,0 10-1 0,3-9-4 0,-3 9 3 16,2-9 5-16,-2 9-10 0,2-9 10 0,-2 9-4 16,1-8-4-16,-1 8-1 0,1-10-1 0,-1 10 5 0,0-6 2 15,0 6-2-15,0 0-5 0,1-13 0 0,-1 13 3 16,2-8-3-16,-2 8 10 0,0-9-11 16,0 9 13-16,2-9-13 0,-2 9 7 0,3-12-4 15,-2 9 5-15,-1 3 5 0,1-10-7 0,-1 10-2 0,2-10 0 16,-1 3 4-16,-1 7 9 0,1-9-10 0,-1 9 6 15,0-12-9-15,0 12 7 0,0-9-2 0,0 9-6 16,0-12-1-16,1 7 5 0,-1 5-5 0,-1-10 6 16,1 10-3-16,1-13-8 0,-1 13 8 0,-1-11 1 15,1 11-3-15,0-9 6 0,0 9-3 0,1-9 4 16,-1 9-5-16,-1-9 1 0,1 9-2 0,0 0 0 16,1-13 6-16,-1 13-3 0,0 0-3 0,-1-10 2 15,1 10-1-15,1-10 7 0,-1 10-6 16,0 0 0-16,-1-9 2 0,1 9 2 0,0 0-3 0,1-8 8 15,-1 8-10-15,0 0-5 0,0-12 14 0,0 12-11 16,2-7 4-16,-2 7-2 0,1-8-2 0,-1 8 3 16,0-8 1-16,0 8-5 0,3-10 13 0,-3 10-16 15,0-9 6-15,0 9 1 0,0-8-1 16,0 8-2-16,1-6-5 0,-1 6 13 0,1-9-9 0,-1 9 3 16,0 0 6-16,0-11-21 0,0 11 14 0,1-8 5 15,-1 8-6-15,-1-10-2 0,1 10 2 0,0 0 0 16,0-12 3-16,0 12-6 0,0-10 14 0,0 10-5 15,0-9-3-15,0 9 3 0,0-9 0 0,0 9-3 16,0 0 3-16,-1-12 4 0,1 12-6 0,-3-7-4 16,3 7 2-16,-1-8 5 0,1 8-11 0,-1-7 12 15,1 7-9-15,-2-9 6 0,2 9-7 0,0 0 8 16,-2-12-6-16,2 12-3 0,-3-8 9 0,3 8-6 16,-1-9-2-16,1 9 9 0,-1-7 6 0,1 7 2 15,0 0-6-15,-3-10 0 0,3 10-2 0,-1-9-2 16,1 9-3-16,0 0 2 0,-1-7-1 0,1 7 9 15,0 0-6-15,1-12-1 0,-1 12-7 0,-1-7 8 16,1 7-5-16,0 0-1 0,2-10 4 0,-2 10 4 16,0 0-6-16,0 0-2 0,0-8 5 0,0 8-6 15,0 0-9-15,0 0 10 0,0-9 0 0,0 9 8 16,0 0-8-16,0 0-2 0,3-9 8 0,-3 9-8 16,0 0 3-16,0 0-4 0,0-9 10 0,0 9-9 15,0 0 7-15,2-7-2 0,-2 7 2 0,2-7-1 16,-2 7-3-16,0 0 2 0,3-9-2 0,-3 9 3 15,2-8-4-15,-2 8 8 0,0 0-5 0,0 0-2 16,-2-11-4-16,2 11 1 0,0 0 8 0,-1-10-6 16,1 10 4-16,0 0 2 0,0 0 1 0,0-9-1 15,0 9-4-15,0 0 2 0,0 0-4 0,0-11-11 16,0 11 10-16,0 0 1 0,0-11-1 0,0 11 1 16,-1-7 3-16,1 7-6 0,0 0 3 0,0-10 2 15,0 10 2-15,0 0-7 0,1-11 6 0,-1 11 0 16,0 0-1-16,1-6 9 0,-1 6-12 0,0 0-2 0,-1-10 11 15,1 10 2-15,0 0-16 0,0 0 5 0,0 0-5 16,0-11 7-16,0 11-2 0,0 0 4 16,0 0 1-16,0-10-3 0,0 10-1 0,0 0-1 15,-1-7 4-15,1 7 1 0,0 0-5 0,0 0 4 16,-4-10-2-16,4 10-2 0,0 0 5 0,-4-9-4 16,4 9 0-16,0 0 2 0,-2-6-3 0,2 6-5 15,0 0 6-15,0 0-2 0,-2-8 1 0,2 8-1 16,0 0 3-16,0 0 6 0,0 0 2 0,-2-10-5 15,2 10-3-15,0 0-3 0,0 0 5 0,0-9 0 0,0 9 1 16,0 0-5-16,0 0 1 0,0 0 6 0,1-10-6 16,-1 10 3-16,0 0-5 0,0 0 2 15,1-6 10-15,-1 6-9 0,0 0-2 0,0 0 4 16,0 0 4-16,0 0-4 0,0 0-7 0,-1-11 4 16,1 11-1-16,0 0 0 0,0 0 5 0,0 0-3 0,0 0 7 15,0 0-7-15,0 0 6 0,0 0 0 0,1-9-4 16,-1 9 2-16,0 0-9 0,0 0-2 0,0 0 15 15,0 0-3-15,0 0 0 0,0 0-8 16,0 0 2-16,-2-8-5 0,2 8 7 0,0 0-1 16,0 0 8-16,0 0-10 0,1-8 6 0,-1 8 3 0,0 0-10 15,0 0 3-15,1-9 1 0,-1 9-1 0,0 0-6 16,0 0 4-16,0 0 2 0,0 0 4 16,0 0-6-16,0-8 1 0,0 8-2 0,0 0 3 0,0 0 5 15,0 0-4-15,0 0-4 0,0 0 0 16,0 0 4-16,0 0-1 0,0-9 0 0,0 9-3 0,0 0 5 15,0 0 1-15,0 0-19 0,0 0 14 0,0 0 1 16,0 0 8-16,2-9-7 0,-2 9 1 16,0 0 0-16,0 0 7 0,0 0-6 0,0 0 0 15,0 0-2-15,0 0 5 0,0 0-5 0,0 0 6 0,0 0-4 16,0 0-1-16,0 0 6 0,1-7-9 0,-1 7 10 16,0 0-7-16,0 0-4 0,0 0 5 0,0 0-2 15,0 0 3-15,0 0-3 0,0 0 2 16,0 0-2-16,0 0-15 0,0 0 16 0,0 0 2 0,0 0-1 15,0 0-5-15,0 0 8 0,0 0-1 0,0 0-7 16,0 0 5-16,0 0 4 0,0 0-7 0,0 0 1 16,0 0 1-16,0 0 6 0,0 0-12 0,0 0 6 15,0 0-5-15,0 0 3 0,0 0-4 0,0 0 0 16,0 0 2-16,0 0 3 0,0 0 2 16,0 0 3-16,0 0-4 0,0 0 5 0,0 0-5 0,0 0-13 15,0 0 0-15,0 0 6 0,0 0-5 0,0 0-7 16,0 0 5-16,0 0-9 0,0 0-7 0,0 0-3 15,0 0-8-15,1 24-4 0,-1-24 0 0,-2 9-11 16,2-9-46-16,-4 13-109 0,3-7 50 0</inkml:trace>
  <inkml:trace contextRef="#ctx0" brushRef="#br0" timeOffset="-154953.22">20941 7672 4 0,'0'0'55'0,"0"0"-6"0,0 0 0 16,2-8-6-16,-2 8-1 0,0 0-5 0,0 0 3 16,0 0-2-16,-2-11-2 0,2 11-4 0,0 0-2 15,0-11 10-15,0 11-15 0,0 0 6 0,0 0-5 16,1-10 5-16,-1 10-2 0,0-8-7 0,0 8-7 16,2-8-1-16,-2 8-1 0,4-7 1 0,-4 7-5 15,4-6 8-15,-4 6-1 0,0 0 4 0,4-7 9 16,-4 7-4-16,4-6 2 0,-4 6-7 0,0 0-2 15,3-7 8-15,-3 7-2 0,0 0-6 0,3-10 9 16,-3 10-7-16,1-6-6 0,-1 6 14 0,0 0 0 16,2-8-14-16,-2 8 8 0,0 0-6 0,1-9 11 0,-1 9 6 15,0 0-7-15,1-8 9 0,-1 8-11 16,0 0 7-16,0 0-4 0,0 0-3 0,0 0-5 16,2-7-6-16,-2 7-1 0,0 0 3 0,0 0-3 15,0 0-2-15,0 0 4 0,0 0-7 0,0 0-3 0,0 0-1 16,0 0 0-16,0 0 6 0,0 0-10 15,0 0 2-15,0 0-3 0,0 0 0 0,0 0 0 16,0 0-2-16,0 0 0 0,0 22 6 0,1-15 1 0,0 2-5 16,-2 3 1-16,1-1-3 0,0 0 1 0,0 0 4 15,0 3 0-15,0 1 3 0,-1 2 8 0,-1-4-16 16,1-2 9-16,1 2-1 0,-1-1 9 0,2 4-22 16,-1-1 10-16,-1 0-4 0,1-3 10 0,0 4 0 15,1 0-3-15,-1-1 0 0,1-2-1 0,-1 2 4 16,2-3-7-16,-2 4 4 0,-2 0-3 0,2 0 4 15,-1-3-7-15,1 3 1 0,0-4 0 0,-1-3 2 16,1 3-4-16,-2-1 6 0,2 0 2 0,-1-1 1 16,0-4-8-16,1-6 6 0,-3 13-7 0,3-8 10 15,0-5-5-15,-2 11 2 0,2-11-2 0,-2 7 4 16,2-7 7-16,0 0 3 0,-2 8 5 0,2-8 7 16,0 0 7-16,0 0 4 0,0 0-2 0,0 0-6 15,0 0 8-15,0 0-11 0,0 0-3 0,0 0-4 16,0 0-3-16,-8-26-1 0,7 16-2 0,1-4 0 15,-1-2 1-15,2-1-5 0,0 0 0 0,1-1 4 16,-2-1-8-16,1 1-1 0,0-1 4 0,0 0-6 16,-1-1 3-16,3 2-5 0,-1-1 3 0,0 0 1 15,-2 1-4-15,2-1-7 0,-1-7 7 0,2 9 2 16,-3 0-5-16,1 5 5 0,1-4 1 0,-1 0-1 16,-1 5-3-16,0 0 0 0,0-1-1 0,1-1 0 0,-1 3-1 15,0 4-1-15,0-3-1 0,0 9 3 16,0-13 0-16,0 13-8 0,0-10 4 0,0 10 5 15,-1-7-4-15,1 7 0 0,0 0 0 0,1-9-8 0,-1 9 8 16,0 0 5-16,0 0-6 0,0 0-4 16,0 0 1-16,0 0 1 0,0 0 1 0,0 0 1 15,7 28 3-15,-5-17 2 0,0 6-4 0,-1 1 1 16,1 1 5-16,0-1-2 0,3 7-4 0,-5-4 6 0,1 4-9 16,-1 1 5-16,1-2 1 0,-1 3 1 0,-1-9-2 15,0 1 1-15,1 1-5 0,-2-1 6 0,4-3-2 16,-4 1-1-16,4 1 1 0,-2-1-1 0,0 0-5 15,0-5-4-15,0 1-4 0,1-1-3 0,0-3 1 16,-1 2-6-16,-1-3 5 0,1-8 0 16,1 13 2-16,0-7 8 0,-1-6-3 0,2 6 5 0,-2-6 3 15,0 0-2-15,0 9-1 0,0-9 5 0,0 0 5 16,0 0-5-16,0 0 3 0,0 0-4 0,1-33 2 16,-1 18-1-16,0-1 4 0,-1-10-4 0,2 7 1 15,0-1 4-15,1-7-4 0,-2 0 9 0,-2 0-7 16,2-1-3-16,-1 1-1 0,0 2 4 0,1-2 2 15,0 8 5-15,0 2-4 0,-2-3 0 0,2 4-7 16,-1 1 5-16,1 4-2 0,0 3 3 0,1 1-1 16,-1 7 0-16,0-12-9 0,0 12 6 0,-1-11-1 0,1 11-11 15,0 0 6-15,3-5 0 0,-3 5 3 0,0 0 1 16,0 0-3-16,6 22 5 0,-3-10 5 16,-1 4-5-16,1 0 1 0,2 2-5 0,-1 0 4 15,0 1 0-15,-1-2 0 0,0 2-2 0,0-1 1 16,-1 0-10-16,1-1 2 0,-2 1-8 0,3-5-19 0,-2 2-18 15,1 0-2-15,2-3-16 0,-4-1-12 16,2 2-16-16,-2-1-20 0,-1 4-89 0,0-5-226 16,-2 0 100-16</inkml:trace>
  <inkml:trace contextRef="#ctx0" brushRef="#br0" timeOffset="174216.06">26859 12886 99 0,'0'0'131'0,"-5"-6"4"15,5 6-14-15,0 0-14 0,0 0 1 0,-6-4-14 16,6 4 1-16,0 0-15 0,0 0-4 16,0 0-4-16,0 0-3 0,0 0-1 0,-19 9-11 0,15-2 7 15,-3 0 1-15,1 3-1 0,0 0-8 0,0 1-2 16,-3 2-3-16,3 6-8 0,-2-6-3 0,0 2-4 16,1 2-3-16,3-2-4 0,-1 0-4 15,1 3 0-15,1-2-2 0,1-5-1 0,2 5-4 16,0-5-4-16,0 0 4 0,5 1-3 0,-3-3-2 0,2 0-1 15,1-1-6-15,-1-2 3 0,3 2 5 0,-1-5-8 16,4 2 0-16,-1-4 0 0,5-2-1 0,-1 0-5 16,0-2 8-16,5-1-3 0,-3-5 3 0,4 2 1 15,-1 0-8-15,-5-5 7 0,3 0-3 0,-5-2 0 16,0 1 1-16,1-4 0 0,-5-1-1 0,-1 4 1 16,0-3-5-16,-3 0 4 0,-1 0-3 0,-6-2-3 15,3 0 8-15,-7-5-8 0,-1 7 6 0,-3 1-5 16,-1 0 1-16,0 2 0 0,-5 2 0 0,-7-3-2 15,4 6-4-15,2 2 2 0,-8 0 5 0,8 5-2 16,0 2-3-16,-2 0 0 0,1 4-2 0,2 1 2 16,0 1 1-16,5-1-3 0,-1 4-5 0,5-1-12 15,3 2-28-15,-1 0-13 0,2 2-23 16,5-1-31-16,3 2-29 0,3 1-131 0,3-1-298 0,9-1 132 16</inkml:trace>
  <inkml:trace contextRef="#ctx0" brushRef="#br0" timeOffset="174395.5">27339 12966 136 0,'13'-4'154'16,"4"-3"-15"-16,0 2-6 0,4-2-17 0,1 3-11 15,6-4-16-15,-2 4-18 0,0-2-25 0,4-1-36 16,-5 2-27-16,-2 1-26 0,-2 2-22 0,0-2-81 15,-2 0-158-15,0 0 70 0</inkml:trace>
  <inkml:trace contextRef="#ctx0" brushRef="#br0" timeOffset="174726.52">27798 12736 29 0,'0'0'155'0,"0"0"-16"16,0 0-6-16,0 0-18 0,-7-4 9 15,7 4 6-15,0 0-14 0,0 0 1 0,-5 14-6 16,5-14 3-16,0 13-12 0,0-6-7 0,2 4-7 0,-2-2-4 16,5 1-13-16,0 1-5 0,0-1 6 0,3 0-10 15,1 3-9-15,2-4 1 0,2 4-6 16,2 0-6-16,-2-1 0 0,0 0 0 0,1 0-1 0,-1-5-1 16,1 5-8-16,-3-5-5 0,-2 1-2 0,0 0-2 15,0 1-2-15,-1-2 4 0,-4-3-5 0,2 2 2 16,-3-2-2-16,-2 2 0 0,-1-6 1 0,0 0-3 15,-6 15 2-15,-3-7-4 0,-2-3-3 0,-4 4 2 16,-2-1-3-16,0-1-1 0,-2-2-2 0,1 3-6 16,1-2-4-16,-2-1-5 0,0-1-21 0,6-1-15 15,-2-2-18-15,3-2-20 0,0 0-25 0,1 1-17 16,5-3-4-16,6 3-21 0,-13-10-13 0,11 2-9 16,-1-1-101-16,0-3-291 0,3-5 130 15</inkml:trace>
  <inkml:trace contextRef="#ctx0" brushRef="#br0" timeOffset="175111.83">27793 12790 39 0,'9'-8'106'0,"0"2"-16"16,4-1 7-16,3 0-4 0,2 1-2 0,0 0-4 15,11-1 2-15,-4 1-4 0,3-1-4 0,1 2-7 16,-1 1 0-16,2 0-8 0,-10 1 5 0,2 2-8 16,-1 1 0-16,-2 1-11 0,-3-1 6 0,-3 1-6 15,1 3-2-15,-5 0-4 0,-2-2 0 0,0 2-3 16,-2-1-9-16,-1 5 16 0,1 0 4 0,-4 2-1 15,-2-1-5-15,0 3-1 0,-3-1-4 0,4 0 0 16,-4-1-1-16,-1 1-6 0,3 1 0 0,-1-1-3 16,1 0 2-16,4-1-6 0,-2 2-3 0,0-1 0 15,4-2-5-15,-2-2 1 0,2 2-2 0,0-4-1 16,1 3-1-16,-1-5 1 0,6 3 1 0,2-1-6 16,-2-5 1-16,0 2 0 0,7-2 3 0,-6 0-6 15,4-2 1-15,-3 0 3 0,2-2-6 0,-4-1 1 16,3-2-1-16,-3 1-9 0,-1-2 10 0,-1-2 2 15,-3 2-6-15,0-3-1 0,-5 3 2 0,0-2-1 16,0-3-4-16,-6 1 4 0,0-3-4 0,0 4 2 16,-3-2-2-16,4 4 0 0,-5 1-3 0,2-1-4 15,1 2 0-15,-2 2-8 0,1 0-10 0,2 0-8 0,-1 3-12 16,7 2-15-16,-14-2-12 0,14 2-18 16,-11 4-38-16,6 1-9 0,2 0-33 0,-2 4-141 15,1-2-334-15,4 2 147 0</inkml:trace>
  <inkml:trace contextRef="#ctx0" brushRef="#br0" timeOffset="175365.78">28478 13004 81 0,'0'0'163'0,"0"0"-9"0,18-9-2 0,-8 4-7 0,0-2-1 15,2 1-16-15,-1-2-6 0,0 3-11 16,6-5-9-16,-4 2-12 0,4-1 0 0,-6 2-10 0,3 0-1 15,-2 0 0-15,-2 2-4 0,-1-2 4 0,-1 3-4 16,-3-1 0-16,-1 1-10 0,-4 4-3 0,6-5-9 16,-6 5-5-16,1-7-3 0,-1 7-6 0,0 0-14 15,0 0-24-15,0 0-21 0,-26 2-15 0,14 2-22 16,-2 1-11-16,-1-1-27 0,3 1-5 0,-2-1-26 16,4 2 1-16,-3-1-10 0,4 0-10 0,0-1-98 15,-1 1-263-15,5-3 116 0</inkml:trace>
  <inkml:trace contextRef="#ctx0" brushRef="#br0" timeOffset="175725.83">28528 12822 118 0,'0'0'141'0,"0"0"-12"0,0 0 1 0,0 0 8 16,0 0-6-16,0 0-8 0,0 0-5 0,-12 22-4 15,11-12-4-15,-2-1-6 0,1 1-9 0,-1-1-11 16,2 1-4-16,0 1-10 0,1-3-7 0,1 3-3 16,0-3-1-16,2-1 1 0,-3-1-3 0,5 1-2 15,-1 0-5-15,2 0-3 0,1-3 0 0,0 0-3 16,4-1-6-16,-2-2 1 0,2-2-3 0,0-1-4 16,-2-2-1-16,3 3-3 0,-3-3 0 0,1-2-7 15,-2 0 1-15,2-1 3 0,-4 1 0 0,2-3 0 16,1 0-2-16,-5-1-5 0,0-1 1 0,-2 1-1 15,0-1-2-15,-4 0-5 0,1 0 2 0,-3 0 0 16,3 2 0-16,-3-3-7 0,-2 4-3 0,-1-1-8 0,2 2-6 16,-1 1-11-16,-3 1-8 0,-1 2-14 15,-1 1-14-15,0 2-19 0,-1 1-15 0,1 2-27 16,0 0-14-16,1 1-28 0,1 1-26 0,2 2-122 16,-1-4-334-16,4 4 149 0</inkml:trace>
  <inkml:trace contextRef="#ctx0" brushRef="#br0" timeOffset="176219.09">28713 13014 28 0,'13'-1'184'0,"-5"-1"-3"0,1-4 3 16,2 2-18-16,5-4 0 0,1 0-8 0,-1-2-17 15,1-1-12-15,-4-1-15 0,3 1-5 0,-1 0-7 16,0-3-10-16,-1 1 1 0,0-1-6 0,-1 0-4 0,2-7-8 15,-3 4-5-15,-3 0-8 0,1-2-6 0,-2 3-4 16,0-2-5-16,-1 0-2 0,-2 0-7 16,3 2-1-16,-4 6 2 0,-2 0 2 0,1 3-2 15,-1 1-5-15,0 0 1 0,-2 6-8 0,2-7-3 0,-2 7-1 16,0 0-8-16,0 0 2 0,0 0 0 0,5 18 7 16,-5-7 6-16,0 5-8 0,-1 0 0 0,0 2-1 15,1-3-4-15,0 4 0 0,0-6-3 16,1 1-1-16,-1-1-3 0,3-1 2 0,2-2 2 0,-1 0 9 15,1-2-6-15,2 1 1 0,2-5-4 0,0 0 1 16,3 0 1-16,-3-1-2 0,3-2 4 0,0-2-7 16,1 0 2-16,-2-4-1 0,1 1 0 0,-2 0 0 15,0-2 0-15,1-2-4 0,0 1 7 0,-2 0-8 16,0-1-1-16,0-2-1 0,-3 2 0 0,1-5 19 16,-4 4-1-16,0-2-7 0,1 2 0 0,0-2-3 15,-1 4 2-15,0 0-2 0,-3 7-2 0,3-8-6 16,-3 8-2-16,2-6 1 0,-2 6-2 0,0 0 0 15,0 0-4-15,0 0 10 0,3 19-5 0,-2-7-1 16,-2 1-1-16,-2 0-1 0,2 4 5 0,1-1-7 16,-1 0-21-16,2-1-17 0,0-1-26 0,2-3-27 15,-2 0-23-15,0 2-32 0,3-4-20 0,1 1-18 16,0-3-25-16,4 1-10 0,-1-2-141 0,-2-3-392 16,1-1 174-16</inkml:trace>
  <inkml:trace contextRef="#ctx0" brushRef="#br0" timeOffset="176597.54">29413 12885 44 0,'0'0'139'16,"0"0"-4"-16,0 0 13 0,0 0 19 0,13 7 8 15,-9-1-12-15,-4-6-13 0,1 13-5 0,-1-8-10 16,3 7-2-16,-3-3-8 0,1 0-13 0,-1-2-6 16,0-7-13-16,0 15-8 0,0-10 0 0,0-5 7 15,0 9 11-15,0-9 1 0,0 0 3 0,0 0-14 16,0 0-10-16,0 0-7 0,0 0-8 0,0 0-5 15,0 0-4-15,1-27-6 0,1 18 0 0,-1 0-9 16,2-1-5-16,0-3-1 0,4-3-6 0,-3 0-3 0,3-3-5 16,0 1 1-16,6-6-7 0,-2-1 2 15,0 0-3-15,2-2-5 0,1 0 3 0,-3 0-1 16,3 2-5-16,0 3 0 0,-3 5-7 0,-1 2 6 16,-3 3-5-16,1 3-5 0,-2 1 1 0,-4 2 0 15,3 5 0-15,-5 1 9 0,0 0-3 0,13 14 7 16,-6-3 5-16,-1 5 2 0,-1 4 1 0,-1 6 1 15,1 0 6-15,-1 0-7 0,-1 1 2 0,-2-3 1 16,3-4-4-16,2 4 0 0,-2 0 4 0,-3-3-10 16,-1-3-3-16,1 0 0 0,2-1-17 0,-2-6-32 0,2 1-24 15,-2-1-27-15,0-2-42 0,2 0-39 16,-3-9-38-16,3 12-31 0,-3-8-26 0,0-4-154 0,0 0-455 16,0 0 201-16</inkml:trace>
  <inkml:trace contextRef="#ctx0" brushRef="#br0" timeOffset="177182.58">29508 12876 41 0,'0'0'149'0,"0"0"4"0,0 0-6 0,15-4-5 16,-6 0-14-16,2 2-13 0,3-2-11 0,0 3-4 0,3-3-12 16,-4 1-11-16,6 0-5 0,-1 1-7 0,0-1-8 15,-5 1-6-15,5-1-2 0,0 2-7 16,-5 0-3-16,-2-1-6 0,2 2 4 0,-3 2-3 15,2-2 2-15,-1 4 3 0,-2-3 8 0,-1 1 2 0,1 2-1 16,-4 1 9-16,1-2-1 0,-2 2 1 0,-1 0-5 16,1 0 1-16,-1 0-7 0,1 0 4 0,0 1 0 15,0-1-4-15,-4-5-3 0,5 7-1 16,-5-7-2-16,0 8-2 0,0-8 7 0,2 5 10 0,-2-5 7 16,0 0 0-16,0 0-6 0,0 0-5 0,0 0-6 15,0 0-6-15,0 0 0 0,0 0-2 0,0 0-5 16,-9-25-4-16,7 17-4 0,2 8-1 0,0-15-6 15,0 5 2-15,0 0-7 0,2 0-1 0,0-1-5 16,3 0-1-16,1 1-5 0,1 0-3 0,0 0-3 16,1 2 3-16,0-2-3 0,-2 4-3 0,3 1 0 15,-1 3 1-15,-1 0 2 0,-7 2 1 0,14 4-1 16,-7 0 3-16,0 2-3 0,2 1 2 0,-2 3-1 16,-2-1 2-16,0 0 2 0,-1 2 3 0,1-2-2 15,-1-1 0-15,-2 1 0 0,3-3-1 0,-3-2 5 16,-2-4 3-16,3 9 0 0,-3-9 2 0,3 6 4 15,-3-6-1-15,0 0 2 0,1 6-3 0,-1-6-4 16,0 0 2-16,0 0-8 0,0 0 5 0,0 0-9 16,4-22-7-16,-2 15-1 0,0 1-6 0,2-4-4 15,2 1-4-15,2-2-1 0,0 0-8 0,1-2-7 16,5 2 6-16,-3 1-2 0,-1 1 5 0,0 3 2 16,1 0 2-16,-1 1 0 0,1 3 7 0,-3 1 0 15,-8 1 2-15,17 3 1 0,-10 2 1 0,2 1 2 16,-2 2 3-16,-2 1 2 0,1 0 2 0,-2 1-1 15,1 1 4-15,-1-3-5 0,1 2-11 0,-2 0-26 16,1-2-30-16,-2-1-32 0,1 0-38 0,0-2-36 16,0 0-173-16,-3-5-385 0,4 7 171 15</inkml:trace>
  <inkml:trace contextRef="#ctx0" brushRef="#br0" timeOffset="177426.15">30284 12561 156 0,'0'0'219'0,"0"0"0"15,9 17-14-15,-8-5 1 0,3 7-1 0,-3 5-12 16,-1 3-15-16,0 2-11 0,0 0-14 0,1-1-13 16,1-1-11-16,-2 1-13 0,0-3-12 0,1 0-8 15,0-4-9-15,1-2-11 0,-2 1-11 0,1 5-26 16,0-6-15-16,0-1-22 0,-1-1-27 0,0-2-20 15,-1-3-28-15,2 0-22 0,-1-2-25 0,0 0-21 0,0-2-16 16,0-8-9-16,-1 10-14 0,1-10-117 0,0 0-320 16,-5 5 141-16</inkml:trace>
  <inkml:trace contextRef="#ctx0" brushRef="#br0" timeOffset="177601.55">30312 12811 18 0,'13'-24'106'0,"-2"2"6"0,1 7-1 16,0 1 8-16,-3 5 11 0,0 0 4 15,1 2-10-15,-3 3-1 0,1 2 2 0,-3 1 4 16,-5 1-3-16,11 3-6 0,-6 1-3 0,2 3-5 16,-5 0-9-16,0 1-9 0,-1 2-10 0,0 1-7 0,-3 0-7 15,0 0-5-15,0-1-26 0,-3 2-35 0,-2-2-39 16,-3 5-44-16,2-5-41 0,-1 0-41 16,0 0-148-16,-2-2-333 0,6-3 149 0</inkml:trace>
  <inkml:trace contextRef="#ctx0" brushRef="#br0" timeOffset="177924.36">30470 12837 156 0,'17'-7'153'0,"2"-5"2"16,-5 5-17-16,4-4-6 0,-3 0 1 0,3 1-4 0,-5-2-9 16,1 1-8-16,-6 3 6 0,1-6-8 0,-1 5-8 15,2-5-11-15,-5 3-4 0,1 0-9 16,-2 3 0-16,-3 0 3 0,1 1-2 0,0 1-11 15,-2 6-5-15,3-8 0 0,-3 8-15 0,0 0-8 0,0 0-1 16,0 0-7-16,0 0-4 0,0 0-1 0,0 0-1 16,0 0-5-16,-13 21-5 0,12-11 1 0,-1 0-3 15,4 0-3-15,-1-1 3 0,1 1-6 0,-2 0-2 16,2 1-1-16,0 0 1 0,0-2-3 0,-1 3 1 16,-1-2 0-16,3 0 0 0,-3-1-2 0,-2-2 1 15,4 0 2-15,-2-7-3 0,-3 15-1 0,3-5-1 16,-3-3 2-16,1 1 1 0,-1-2-7 0,-3 2-17 15,1-2-22-15,-4 1-23 0,1 0-27 0,-1-1-39 16,0-1-41-16,-1 0-22 0,0-2-124 0,-1 0-345 16,3-3 153-16</inkml:trace>
  <inkml:trace contextRef="#ctx0" brushRef="#br0" timeOffset="178060.64">30748 12811 14 0,'7'-3'71'0,"-7"3"-36"0,0 0-55 0,0 0-22 0,0 0 9 15</inkml:trace>
  <inkml:trace contextRef="#ctx0" brushRef="#br0" timeOffset="187148.81">26919 13666 20 0,'-17'-8'41'0,"-2"-2"-9"16,-1 1-1-16,3 0-20 0,2 2 2 0,2 1-9 15,-1-2-30-15,1 3-27 0,3-1 12 0</inkml:trace>
  <inkml:trace contextRef="#ctx0" brushRef="#br0" timeOffset="187513.52">26777 13487 2 0,'-9'4'69'0,"-1"-2"-1"0,3-1 3 0,0 2-6 0,7-3-3 15,-11 3 0-15,4-1-8 0,7-2 0 16,-8 6-5-16,4-2 3 0,4-4-10 0,-2 10 5 0,2-10 8 16,8 9-1-16,3-3 8 0,16 4 7 15,2-2-2-15,11-1 7 0,19-3-7 0,33-2 1 0,4 1 1 16,5-8-1-16,10-1-5 0,3-4-6 0,8 1 0 15,-1-4 11-15,9 3-6 0,9-1 4 0,14 1 4 16,4-1-1-16,5 0-5 0,6-3 7 0,6 3-5 16,-1 4-6-16,0 1 7 0,-5 3-12 0,-6 1-8 15,-5 3-9-15,-7 2-16 0,-7 1-7 0,-3-1-12 16,-8 1-8-16,-13 0-1 0,-2 0-8 0,-5-2-15 16,-2 2 3-16,-11 1-10 0,-2-3-11 0,-6 2-11 15,-27-1-12-15,-3-3-14 0,2 4-20 16,0-4-30-16,-11 1-22 0,-17 1-112 0,-3-3-288 0,-2-3 128 15</inkml:trace>
  <inkml:trace contextRef="#ctx0" brushRef="#br0" timeOffset="188353.31">21487 12739 19 0,'0'0'90'0,"0"0"-13"0,0 0 9 15,0 0 0-15,0 0 5 0,0 0 6 16,3 19-11-16,0-9 4 0,-1 3-6 0,2 4-7 0,0 2 0 15,2 5-7-15,-1 4-9 0,2-3-4 0,-3 2-4 16,-1 2-2-16,4-2-5 0,-3-1-2 16,2-2-6-16,-1 2-1 0,-1-8-1 0,-1-2-9 15,0-2-2-15,0-4-8 0,1 0 14 0,-4-1-8 16,2-3-9-16,0-1 12 0,-2-5 6 0,5 8 13 16,-5-8 7-16,2 6 3 0,-2-6-8 0,0 0-5 15,0 0-2-15,0 0-1 0,0 0-6 0,12-25-4 16,-6 12-1-16,1-6-8 0,3 2 1 0,3-9 0 0,-2 0-2 15,2-2-7-15,1 4 4 0,0-4-1 0,-1 0-3 16,1-1 1-16,-3 0-6 0,1 3 3 0,-3 0-7 16,1 1-9-16,-2 1 2 0,-1 8-15 0,-2 1-7 15,-1 3-14-15,-1 1-12 0,-1 1-18 16,2 2-34-16,-1 4-23 0,-3 4-3 0,7-7 1 0,-7 7-8 16,0 0-94-16,0 0-249 0,13 8 110 0</inkml:trace>
  <inkml:trace contextRef="#ctx0" brushRef="#br0" timeOffset="188943.18">21928 12990 33 0,'-5'15'133'0,"-1"3"-15"0,-2 0-11 0,2 4 4 0,1-3-14 16,-3 4-3-16,4-2-5 0,-2-2-1 0,2 0-5 15,0 6-8-15,2-9-10 0,0 1-1 0,2-4-9 16,0-1-7-16,0-1-3 0,-1 0-6 0,1-4-3 16,0-7-3-16,-1 11-2 0,1-11 0 0,0 9 4 15,0-9-2-15,0 8-1 0,0-8 3 0,0 0 18 16,2 5 5-16,-2-5-2 0,0 0-6 0,0 0-2 16,0 0-12-16,0 0 3 0,0 0-7 0,-5-28-1 15,4 13-3-15,1-1-5 0,3-3 0 0,-2 2-2 16,1-3-2-16,4-8-2 0,-3 3-3 0,5 1-4 15,1-3 3-15,1 0-2 0,3 3 0 0,-2-2-2 16,0 9-6-16,1 0 3 0,0 4-3 0,1-3 3 16,-3 5-1-16,0 2-4 0,2 3 3 0,-3 1-3 15,1 2-3-15,-1 3 1 0,-2-2 0 0,-7 2 4 16,12 4-6-16,-7 1 3 0,0 3-4 0,0 1 10 16,-2 3-4-16,-4 4-3 0,-1 3 4 0,-7 3-2 15,2 2-4-15,-1 1 1 0,-1-7-2 0,-2 4-2 0,4-5-7 16,-1-2-2-16,3-4 2 0,0-1-3 15,2-3-7-15,0 1-4 0,0-2 5 0,3-6 4 16,2 11-5-16,-1-4 1 0,-1-7 1 0,8 9-4 16,-1-7 5-16,0 2 4 0,3 0-2 0,0-1 5 15,0 1 2-15,-1-1 7 0,3 0-4 0,-1-2-2 16,-2 3 5-16,3-1-2 0,-6 0 0 0,1 1-2 16,0-1 9-16,-2 0-8 0,-5-3 3 0,9 7 0 15,-6-2-2-15,-3-5 0 0,-2 13 6 0,-4-5-4 16,-1 1 2-16,-2-1 1 0,-2 4 5 0,-4-2-5 0,1-1-5 15,-3-1 6-15,6-1 0 0,-3-2-10 0,2 1-2 16,-3 1-10-16,5-4-22 0,-1 0-8 16,5 0-8-16,-2-1-17 0,8-2-12 0,-9 4-29 15,9-4-102-15,-9-1-237 0,9 1 106 0</inkml:trace>
  <inkml:trace contextRef="#ctx0" brushRef="#br0" timeOffset="189198.54">22300 12995 53 0,'6'-6'121'0,"-6"6"-12"0,0 0-9 0,3-3-4 16,-3 3 10-16,0 0 9 0,0 0 4 0,10 22-7 0,-8-9 0 16,-2 5-5-16,0 6-8 0,0 4-13 0,-2-1-5 15,1-1-6-15,1 2-7 0,0-1-6 0,0 0-8 16,-1-1-7-16,1-1-6 0,1-1 14 0,-2 0-7 15,0-6-8-15,2-1-3 0,-1-1-20 0,-1-3-15 16,2-1-26-16,-1-2-12 0,1 0-25 0,0-1-18 16,-1-2-18-16,0-7-11 0,2 10-15 0,-2-10-8 15,0 8-87-15,0-8-235 0,0 0 105 0</inkml:trace>
  <inkml:trace contextRef="#ctx0" brushRef="#br0" timeOffset="189536.31">22366 12987 48 0,'10'-5'104'0,"0"0"-4"0,0 1 13 0,3 2-3 0,-3 4-5 15,-2 1-2-15,2 0-9 0,-1 6-10 0,-1-1 4 16,-2 1-17-16,-1 4 4 0,2 2-10 0,-5 1-1 16,1 2-8-16,-5-3-1 0,0 3-6 0,-1-7-3 15,1 1-7-15,-3 1 1 0,1-4-6 16,-1 1 2-16,-2-2-5 0,2-2-1 0,-4 0-4 0,4-1 5 15,-2-2 6-15,1 3 11 0,6-6-17 0,-11 3 1 16,11-3-6-16,-9-1-3 0,9 1 2 0,0 0-1 16,-10-1-3-16,10 1 3 0,0 0-8 0,0 0-1 15,0 0-2-15,0 0-4 0,0 0 0 0,0 0 7 16,0 0 3-16,0 0-3 0,0 0 0 0,0 0-2 16,21 15-3-16,-14-11-1 0,2 1 3 0,1 2-3 15,1-1-1-15,1 0-5 0,2 0-3 0,0 2-18 16,4-2-18-16,-1 1-24 0,0-1-25 0,4-1-11 15,-2-3-25-15,4 0-24 0,-5-2-15 0,2-3-87 16,1 2-267-16,6-4 118 0</inkml:trace>
  <inkml:trace contextRef="#ctx0" brushRef="#br0" timeOffset="189701.17">22973 13082 27 0,'0'0'136'0,"7"-5"2"0,-3 0 5 0,0 0-5 15,5 1-3-15,-1 0-14 0,1-2-9 0,2-1-9 16,-1 5-13-16,1 1-7 0,1-2-15 0,1 2-8 0,0-1-33 16,0 2-40-16,-2-4-28 0,3 7-35 15,-4-2-47-15,-1 5-65 0,-1-3-204 0,-3 0 90 16</inkml:trace>
  <inkml:trace contextRef="#ctx0" brushRef="#br0" timeOffset="189857.59">23061 13243 41 0,'0'0'145'0,"0"7"1"0,0-7-3 0,0 0-8 15,11 2-14-15,2-4-13 0,0 1-4 0,5-3-19 0,1-2-27 16,3 0-42-16,-1 0-38 0,-3 1-36 16,4-3-37-16,-4 3-60 0,0-4-167 0,0 1 74 15</inkml:trace>
  <inkml:trace contextRef="#ctx0" brushRef="#br0" timeOffset="190222.23">23742 12650 123 0,'19'-3'180'0,"-1"2"6"0,0 1-34 0,-4 3-5 16,0-2-16-16,1 6-1 0,-2 0-10 0,0 2-9 15,-3 1-10-15,-1 0-12 0,0 4 0 0,-5-3-9 16,0 1-3-16,-2 4-8 0,-2 0-6 0,-1 1-10 0,-3-1 0 16,-1 0-6-16,-4-2-7 0,-1 2 1 15,-3-2-6-15,-2 2-1 0,1-2-2 0,0-4-1 0,0 3-2 16,3-5-5-16,1-1 1 0,-1 3-3 16,2-3-5-16,1-1-1 0,3-2-1 0,0 1-3 15,1-1-2-15,-1 5 0 0,1-4 0 0,1 1-1 0,1 4 8 16,2-10 3-16,-1 16 5 0,1-3-3 0,0-1 3 15,1 1-3-15,3 2 3 0,-3 0-2 16,-1 2 1-16,-1 0 5 0,2 1-11 0,0 6-2 0,-1-5 1 16,-1 5-6-16,2 2-4 0,0 3-23 0,-2-3-20 15,-3 5-33-15,-2-3-21 0,1 2-31 0,-1-2-26 16,-1 0-22-16,-2 1-14 0,2-1-132 0,-1-3-339 16,3-1 150-16</inkml:trace>
  <inkml:trace contextRef="#ctx0" brushRef="#br0" timeOffset="196124.48">9650 12849 1572 0</inkml:trace>
</inkml:ink>
</file>

<file path=ppt/ink/ink1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57:37.143"/>
    </inkml:context>
    <inkml:brush xml:id="br0">
      <inkml:brushProperty name="width" value="0.05292" units="cm"/>
      <inkml:brushProperty name="height" value="0.05292" units="cm"/>
      <inkml:brushProperty name="color" value="#FF0000"/>
    </inkml:brush>
  </inkml:definitions>
  <inkml:trace contextRef="#ctx0" brushRef="#br0">27171 7799 85 0,'0'0'123'0,"0"0"-2"15,0 0-13-15,0 0-7 0,0 0-2 0,0 0-8 16,0 0-4-16,0 0-6 0,0 0 1 0,0 0-5 16,0 0-1-16,0 0 3 0,0 0-5 0,0 0 9 15,0 0-9-15,0 0-3 0,-3-7-6 0,3 7-1 16,0 0-5-16,0 0-7 0,-4-9 8 0,4 9-8 15,-4-5 0-15,4 5-3 0,0 0 8 0,-5-9-4 16,5 9-5-16,-4-4-6 0,4 4-1 0,0 0-3 16,-7-6-1-16,7 6-5 0,0 0 0 0,0 0-1 15,-3-6-2-15,3 6-9 0,0 0-2 0,0 0-6 16,0 0-3-16,0 0-1 0,0 0-2 0,0 0-7 16,0 0 4-16,0 0-3 0,-6 16 3 0,6-4-3 15,2 7 2-15,0 6 1 0,0 4-2 16,0 1-2-16,-1 3 2 0,4 0-4 0,-1 1 1 0,-2 1-3 15,1-3 8-15,1 2-1 0,-2-3-4 0,2-2 4 16,-1 0-1-16,1-4 0 0,1 0-1 0,-3-1 0 16,-1-5 0-16,1 0-6 0,0-1 8 0,2 0-1 15,-4-2-1-15,2-1 0 0,1-3 0 0,-3 4 2 0,2-7-7 16,-2 0 5-16,2 1 0 0,-2-3-1 16,0-7 5-16,2 9-5 0,0-2 3 0,-2-7 5 15,0 9-3-15,0-9-2 0,0 0 5 0,0 0 0 16,0 0-12-16,0 10-12 0,0-10-37 0,0 0-56 0,0 0-40 15,0 0-33-15,0 0-149 0,-11-19-360 16,9 10 159-16</inkml:trace>
  <inkml:trace contextRef="#ctx0" brushRef="#br0" timeOffset="544.97">27083 7731 140 0,'0'0'165'0,"0"0"-10"0,-7-3-13 16,7 3-12-16,0 0-15 0,0 0-6 16,-6-4-23-16,6 4 1 0,0 0-11 0,0 0-3 0,0 0-14 15,0 0-5-15,0 0-6 0,23 11-6 16,-11-8-6-16,3 4-2 0,4-1 0 0,6 2-3 0,2 1-6 15,2-2 0-15,1 0-8 0,-3 1 7 16,4-1-2-16,0-1-2 0,-1 1 13 0,1 1-6 0,1-3 2 16,1 3 2-16,1-3 0 0,-1 1 0 15,-3-2-8-15,1 4 1 0,0-2-5 0,-1 3 0 0,-3-4-5 16,2 3 2-16,-2 0-1 0,1-3 0 16,-2 2 2-16,2-1-2 0,-9 0-4 0,1-1-2 0,-2 1-3 15,5-2 4-15,-6 3 0 0,4-2-2 0,-3 1 16 16,-1-2-20-16,-3 0 1 0,-5-1 1 0,2 3-4 15,1-3-1-15,-3 1 2 0,-1-2-1 0,-3-1 2 16,0 3-2-16,-5-4-1 0,10 4 2 16,-7 0-4-16,-3-4 4 0,0 0-3 0,9 3 1 0,-9-3 3 15,0 0-6-15,7 2 5 0,-7-2-1 0,0 0-1 16,0 0 4-16,-3 9-4 0,3-9 4 0,-15 11 1 16,2 0-1-16,-10 2 4 0,-2 3-1 0,-6 0 3 15,1 3-2-15,-16 5 1 0,-2 2-1 0,-1-1-3 16,-2 1 0-16,-1-1 7 0,-3-2 0 0,-1 3-8 15,5-1 1-15,-1-4-1 0,2 1-3 0,17-2 0 16,-12 2-16-16,0 2-25 0,13-6-25 0,4-2-37 16,1 0-33-16,8-7-36 0,-5 4-138 0,8-6-332 15,4-2 147-15</inkml:trace>
  <inkml:trace contextRef="#ctx0" brushRef="#br0" timeOffset="1029.43">28096 7645 69 0,'0'0'187'0,"-3"-7"-1"0,3 7-12 15,-4-6-10-15,4 6-9 0,-4-7-13 0,4 7-12 16,0 0-11-16,-2-7-9 0,2 7-16 0,0 0-11 16,0 0-12-16,-3-7-7 0,3 7-7 0,0 0-8 15,0 0-3-15,0 0-7 0,1 27-6 0,1-6-2 16,-2 10-1-16,0 1-2 0,0 4 1 0,2 12-5 16,-2 3-1-16,-2 0 12 0,7 1-5 0,-4-4-2 15,-1 0-3-15,-2-13 0 0,2 12-2 0,-4-12-6 16,4-1 0-16,0 1-1 0,0 0-4 0,0 11-1 15,0-11 3-15,0-3-1 0,0 0 2 0,4-2-6 16,-2-1-26-16,1-1-28 0,-3-2-56 0,0-8-50 16,0 0-202-16,-1-3-381 0,-1 2 169 0</inkml:trace>
  <inkml:trace contextRef="#ctx0" brushRef="#br0" timeOffset="1496.75">28083 8086 33 0,'0'0'183'15,"0"0"-5"-15,0 0-14 0,0 0-14 0,0 0-14 16,0 0-15-16,23-13-2 0,-2 7 5 0,11-1-7 15,7-1-14-15,16-2-12 0,1-3-8 0,3 2-9 16,-1 1-8-16,-2-3-6 0,-1 4-5 0,-4-3-7 16,1 5-5-16,-1-2-4 0,-15 3-4 0,3 1-4 15,-1 0-3-15,-1 0-1 0,0 0-4 0,-4 0-4 16,-3 0-3-16,-2 2 2 0,-9 2-1 0,0-2 1 16,-2 2-8-16,-5 1 1 0,0-2 0 0,-1 1-1 15,-4 1-3-15,-7 0 2 0,13-2-2 0,-13 2-5 16,7 0-13-16,-7 0-26 0,0 0-24 0,0 0-41 15,0 0-33-15,0 0-51 0,0 0-107 0,-20 10-316 16,1-5 140-16</inkml:trace>
  <inkml:trace contextRef="#ctx0" brushRef="#br0" timeOffset="2096.96">25852 8210 92 0,'-13'-1'149'0,"13"1"-10"0,-13-3-3 15,13 3-11-15,-10 0 5 0,10 0-9 0,-11-1-1 16,11 1-9-16,0 0-4 0,-11-2-10 0,11 2-8 16,0 0-8-16,0 0 0 0,-7 0-20 0,7 0 0 15,0 0-7-15,0 0-9 0,0 0-3 0,0 0-7 16,0 0-5-16,0 0 2 0,0 0-5 0,0 0 0 15,41 0-1-15,-12 0 6 0,3-2-10 0,2 1-4 16,6-2-2-16,14-3 1 0,2-2-6 0,-1 1 5 16,6-1 4-16,-2 0-8 0,5 0-3 0,-1-1-1 15,-2 2 0-15,2 0-2 0,-3 0-1 0,-3 0 4 16,4-1-4-16,-1 1 1 0,-6 2-2 0,0-3-2 16,-16 4-1-16,14 0-16 0,-16 1-14 0,0 0-28 15,2 0-35-15,-4 0-30 0,-1 1-30 0,-1 1-145 16,-5 0-321-16,-3-1 142 0</inkml:trace>
  <inkml:trace contextRef="#ctx0" brushRef="#br0" timeOffset="2646.02">26742 8729 8 0,'0'0'176'0,"-7"-3"-9"16,7 3-13-16,0 0-18 0,0 0-6 0,0 0-11 15,18-9-12-15,-7 7-9 0,2-2-10 0,4-1-10 16,1 0-5-16,1-1-14 0,-2 1-7 0,2 2-10 15,0 1-22-15,-8 0-37 0,7 0-49 0,-5 1-38 16,-3 2-116-16,-4-1-239 0,-6 0 106 0</inkml:trace>
  <inkml:trace contextRef="#ctx0" brushRef="#br0" timeOffset="2845.09">26852 8599 63 0,'-6'-7'231'0,"6"7"-7"16,0 0-8-16,0-6-16 0,0 6-20 0,0 0-25 16,0 0-17-16,0 0-20 0,0 0-9 0,0 0-9 15,0 0-15-15,0 23-4 0,0-5-5 0,2 6 7 16,-2 2-8-16,0 2-11 0,0 2-19 0,-2-2-44 16,2 2-54-16,-1-1-55 0,1-2-55 0,1-2-157 15,-1-5-347-15,4-1 153 0</inkml:trace>
  <inkml:trace contextRef="#ctx0" brushRef="#br0" timeOffset="3097.92">28454 8722 129 0,'10'-3'260'0,"-10"3"4"15,0 0-9-15,0 0-23 0,0 0-24 0,0 0-19 16,0 0-19-16,0 0-16 0,7-6-16 0,-7 6-17 16,11-4-23-16,-6 1-16 0,3 1-37 0,3-1-50 15,-1 1-57-15,2-2-62 0,4-4-57 16,-4 7-149-16,-1-4-356 0,-3 1 159 0</inkml:trace>
  <inkml:trace contextRef="#ctx0" brushRef="#br0" timeOffset="3629.16">27710 8754 225 0,'-14'-2'248'0,"10"-1"-3"0,4 3-6 0,0 0-8 16,-9-3-13-16,9 3-18 0,0 0-16 0,0 0-20 16,-4-4-15-16,4 4-21 0,0 0-12 0,0 0-17 15,0 0-6-15,0 0-14 0,0 0-7 0,0 0-6 16,0 0-9-16,0 0-4 0,0 0-6 0,0 0-4 15,13 19-4-15,-9-15-8 0,1 2-2 0,0-1 1 16,-1 0-7-16,0 2-3 0,1 0 2 0,-1 1-5 16,3-1 0-16,0 1 1 0,-1-1-4 0,-1 1-2 15,-1-2-2-15,0 1-3 0,1 0 4 0,3 1-2 16,-6-1 0-16,2-2-4 0,0 3-2 0,-1-4 2 16,1 1 2-16,2-1-4 0,-4 2 0 0,-2-6 5 15,9 6 1-15,-6-2-7 0,-1 2 1 0,-2-6 1 16,5 6 1-16,-5-6-3 0,4 4 4 0,-4-4-2 15,0 0 3-15,0 0-1 0,3 6 2 0,-3-6-1 16,0 0 18-16,0 0-6 0,0 0 1 0,12-12-3 16,-10 3 0-16,2-1-4 0,3-6-1 0,-1-1-4 15,4-1 4-15,2-6-5 0,0-1 0 0,-2 0 2 16,2 0-5-16,0-1 0 0,-1 2-2 0,-2 8 4 16,-2-1 2-16,0 0-8 0,-1 3 3 0,-1 2-1 15,-1 2 2-15,-1 4-1 0,-2 0-6 0,2-2-2 16,-3 8-10-16,5-9-16 0,-5 9-25 0,2-7-26 15,-2 7-44-15,0 0-58 0,0 0-56 0,0 0-233 16,0 0-510-16,0 0 226 0</inkml:trace>
  <inkml:trace contextRef="#ctx0" brushRef="#br0" timeOffset="3792.62">28000 8620 156 0,'0'-11'179'16,"0"11"-27"-16,0 0-27 0,0 0-43 0,0 0-42 15,0 0-57-15,0 0-103 0,0 0-129 0,0 0 57 16</inkml:trace>
  <inkml:trace contextRef="#ctx0" brushRef="#br0" timeOffset="7629.36">26836 7402 24 0,'0'0'79'0,"-9"1"-3"15,9-1-4-15,-9 1 6 0,9-1 0 0,-12 2-17 16,6-1-10-16,6-1 0 0,-9 3-7 0,9-3-5 15,-10 4 2-15,10-4-6 0,-10 1 7 0,10-1 0 16,-7 0 3-16,7 0 4 0,0 0-5 0,-8 2 0 16,8-2 8-16,0 0-4 0,0 0 2 0,0 0-2 15,-7 2 0-15,7-2-3 0,0 0 6 0,0 0-6 16,0 0-6-16,0 0-3 0,0 0-7 0,0 0-5 16,0 0 0-16,0 0-1 0,0 0 0 0,0 0 1 15,24-4-6-15,-10 3 3 0,5-3-3 0,2-1-1 16,11 0 0-16,-1 0 0 0,3-3 7 0,1 2-14 15,4-1-2-15,-1 0 5 0,11-5 1 0,-10 7-8 16,-1-2 6-16,0 0-5 0,3-1-3 0,-3 2 4 16,11-3-2-16,-11 2 0 0,0 3 0 0,-4-1 0 15,0-1 0-15,2 1-5 0,-5-2 4 0,2 2-3 16,-5 1 1-16,3-1 2 0,-6-2 0 0,4 4-2 16,-8 0-6-16,0-2 1 0,-2 0 6 0,0 2-1 15,-2 0-1-15,-1-1-1 0,-3 0-2 0,0 1 3 16,1 2-1-16,-1-1 0 0,-1-1-1 0,-1 2 0 15,0-3 7-15,-1 2-2 0,0-1-5 0,-3 2 23 16,-7 1-21-16,14-2-6 0,-8-1 2 0,-6 3 1 16,13-1 0-16,-5-1-2 0,-8 2 3 0,11-1-1 15,-11 1 0-15,11-3 0 0,-11 3 0 0,0 0-1 16,12 0 0-16,-12 0-3 0,8 0 0 0,-8 0 3 16,0 0 3-16,0 0-5 0,9 0 9 0,-9 0-8 15,0 0 2-15,0 0-1 0,0 0-2 0,10 0-2 16,-10 0 5-16,0 0-4 0,0 0 5 0,0 0-2 15,0 0-1-15,0 0-1 0,0 0 5 0,0 0-2 16,0 0 2-16,1 7-1 0,-1-7-3 0,0 0 5 16,-11 14-1-16,4-7 3 0,-2 1-5 0,-2 1 4 15,2 0-1-15,3-1 1 0,-8 5 3 0,5-5-2 16,-4 2 0-16,1 3 1 0,1-1 1 0,0 1-3 16,-1-2-2-16,0 0 1 0,5 0 3 0,-3-3-3 0,4 1 2 15,-1 0 19-15,-1 1-20 0,0-1-10 16,1 0-20-16,-1-1-25 0,3 1-32 0,1-1-34 15,-1-2-25-15,0-1-108 0,3 0-273 0,2-5 121 16</inkml:trace>
  <inkml:trace contextRef="#ctx0" brushRef="#br0" timeOffset="7864.91">27955 7192 50 0,'-4'-11'231'0,"-4"4"-14"0,2 0-11 0,-5 0-15 16,-1 0-17-16,-4 0 4 0,-4 1-9 15,3-2-14-15,-2 1-9 0,-3 1-16 0,4-1-11 16,-3 1-9-16,1-1-9 0,5 1-7 0,-2 1-11 0,5 3-6 16,1-2-7-16,1 0-6 0,5 4-6 0,5 0-9 15,-12-5-6-15,12 5-18 0,-10-3-27 16,10 3-44-16,-4-2-48 0,4 2-69 0,0 0-60 15,0 0-146-15,2-12-400 0,-2 12 177 0</inkml:trace>
  <inkml:trace contextRef="#ctx0" brushRef="#br0" timeOffset="33560.01">12636 11562 23 0,'0'0'64'0,"0"0"-8"15,0 0-5-15,0 0 2 0,0 0-1 0,0 0 2 16,0 0-13-16,0 0 1 0,0 0-5 16,0 0-1-16,0 0-8 0,0 0 0 0,0 0-5 15,5 3-3-15,-5-3 1 0,0 0-2 0,0 0-6 16,0 0 6-16,0 0-7 0,0 0 2 0,0 0-2 0,0 0 1 15,0 0-5-15,0 0 5 0,0 0-10 16,0 0 4-16,0 0-1 0,0 0 2 0,0 0-5 0,0 0 4 16,0 0-2-16,0 0 4 0,0 0-8 15,0 0 2-15,0 0-6 0,0 0 0 0,0 0-21 0,0 0-20 16,0 0-19-16,0 0-49 0,0 0-120 0,0 0 53 16</inkml:trace>
  <inkml:trace contextRef="#ctx0" brushRef="#br0" timeOffset="48929.18">14056 8141 30 0,'0'0'33'0,"5"5"-1"0,-5-5-2 0,0 0-3 16,5 6-4-16,-5-6 4 0,0 0 1 0,0 6 6 15,0-6 2-15,0 0-2 0,0 0 7 16,0 0 0-16,0 0 0 0,8 2-6 0,-8-2 0 0,0 0 12 15,0 0 4-15,0 0-3 0,18-6-2 0,-11-2-8 16,4 0 10-16,5-2-14 0,6-7-15 0,5-3-24 16,16-10-10-16,9-3-19 0,22-13-41 15,4 1-47-15,6-6-132 0,-1 3 59 0</inkml:trace>
  <inkml:trace contextRef="#ctx0" brushRef="#br0" timeOffset="49579.18">13710 9695 41 0,'0'0'57'0,"0"0"1"16,17 4-10-16,-17-4-2 0,6 2-4 0,-6-2 9 15,0 0 7-15,9 3-3 0,-9-3 2 0,0 0-4 16,8 1-7-16,-8-1 8 0,0 0-3 16,0 0 10-16,12-4 0 0,-12 4-9 0,13-8-10 0,1-3 2 15,6-9-8-15,9-6-8 0,12-13 3 0,24-23-31 16,5-5-30-16,5-6-47 0,6-5-85 0,10-3-174 16,11-9 78-16</inkml:trace>
  <inkml:trace contextRef="#ctx0" brushRef="#br0" timeOffset="102080.62">4237 14490 14 0,'0'0'19'0,"0"0"-25"0,0 0-6 15,0 0 3-15</inkml:trace>
</inkml:ink>
</file>

<file path=ppt/ink/ink1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01:32.389"/>
    </inkml:context>
    <inkml:brush xml:id="br0">
      <inkml:brushProperty name="width" value="0.05292" units="cm"/>
      <inkml:brushProperty name="height" value="0.05292" units="cm"/>
      <inkml:brushProperty name="color" value="#FF0000"/>
    </inkml:brush>
  </inkml:definitions>
  <inkml:trace contextRef="#ctx0" brushRef="#br0">10860 6586 5 0,'0'0'119'0,"1"-9"-18"0,-1 9-6 15,0 0-17-15,0 0-1 0,0 0-9 16,0 0-9-16,0 0-7 0,0 0-4 0,0 0-4 15,0 0-11-15,0-10 4 0,0 10-9 0,0 0-9 16,0 0 1-16,0 0-2 0,0 0 4 0,0 0-1 16,0 0-3-16,0 0 11 0,0 0-11 0,0 0-16 15,0 0 10-15,8 17-11 0,-8-17 12 0,0 0-10 16,1 9 2-16,-1-9-4 0,0 0 7 0,1 9-4 16,-1-9-7-16,0 0 10 0,0 0-8 0,2 7-2 15,-2-7 6-15,0 0-5 0,0 0 7 0,0 0 4 16,1 6 2-16,-1-6-7 0,0 0 5 0,0 0 3 15,0 0-12-15,0 0-2 0,0 0 5 0,0 0 1 16,0 0-3-16,0 0-4 0,0 0 7 0,0 0 2 16,0 0-5-16,0 0 4 0,0 0-4 0,0 0 4 15,0 0 1-15,0 0 3 0,0 0 3 0,0 0-5 16,0 0 4-16,0 0-4 0,0 0 10 0,0 0-3 16,0 0-1-16,0 0-4 0,0 0 3 0,0 0-8 15,0 0 2-15,20-13 2 0,-3 2 1 0,9-10-6 16,13-11-13-16,12-4-20 0,21-19-57 0,1-1-106 15,-4-1-208-15,4-3 93 0</inkml:trace>
  <inkml:trace contextRef="#ctx0" brushRef="#br0" timeOffset="2383.39">10731 7974 9 0,'0'0'107'0,"0"0"-7"0,0 0-5 15,0 0-15-15,0 0-8 0,0 0-5 0,0 0-11 0,0 0-2 16,0 0-13-16,0 0-1 0,0 0-6 0,-5-4-1 16,5 4-7-16,0 0 6 0,0 0-15 15,0 0 3-15,0 0-4 0,0 0-3 0,0 0 8 16,0 0-8-16,0 0 1 0,0 0-7 0,0 0-1 15,0 0 2-15,25 8-4 0,-18-7-1 0,-7-1 5 0,12 1 1 16,-5-1-6-16,1 1 2 0,-1 0-1 0,-7-1 6 16,19 0-10-16,-6 2 0 0,0-2-1 0,5-2 3 15,-2 1 3-15,4 0-2 0,-1 0 4 0,1-4 6 16,9 4-14-16,-7-2 7 0,9-2-10 16,0-2 3-16,2 1 9 0,0 0-6 0,2-1-4 0,2 0 5 15,-1 0 2-15,2-3-2 0,12 0 8 0,-1-2-11 16,-10 5-4-16,13-5 3 0,-4-2 5 0,2 5-3 15,4-5-4-15,-2 2-2 0,1 3 7 16,1-2 2-16,3 2-9 0,-2-1 7 0,2 1 0 16,1 0-6-16,-1-1 3 0,3 1 4 0,-3-2 5 0,3 2-4 15,-1 2 3-15,1 0-4 0,-5-1 2 0,6 0 2 16,2-4 3-16,-2 6 6 0,4-2-5 16,-1 0 8-16,1-1-10 0,0 0 6 0,25 0-11 15,-30 4 10-15,-1-3 0 0,2 1 1 0,-2-1-2 0,5 3-4 16,-6-3 7-16,4 3-1 0,1 0 2 0,-2-3 2 15,0 2-7-15,1-2 5 0,1 2-4 0,3-2 11 16,-3-1 2-16,-2 2-4 0,1 0 0 0,-3-1 0 16,-4 3-2-16,0-1-2 0,-3 0-1 0,-2-2 1 15,3 4-4-15,0 2 7 0,-14-2-9 0,13-3 1 16,-14 3-2-16,-2 0-1 0,1 2 1 0,-2 1-1 16,-1-1-3-16,1 1 6 0,-3 1 8 0,-3 1 2 15,-2-2-5-15,-7 2-4 0,0-1 0 0,1-1 6 16,-4 1-11-16,-3-1 3 0,-1 2-1 0,-4-1 1 15,3 0-3-15,-4 0-1 0,-8 0 11 0,12 0 8 16,-6 1 3-16,-6-1 9 0,0 0 4 0,10-1-1 16,-10 1 3-16,0 0 3 0,9 1 0 0,-9-1-2 15,0 0-1-15,0 0-4 0,0 0 4 0,0 0-3 16,0 0-6-16,0 0-7 0,0 0-1 0,0 0-1 16,0 0-6-16,0 0-1 0,0 0-5 0,0 0-2 15,0 0-10-15,0 0-15 0,0 0-21 0,0 0-25 16,0 0-31-16,0 0-33 0,0 0 2 0,0 0-9 15,0 0-18-15,2 9-7 0,-1-2-137 0,0 2-314 16,2-3 138-16</inkml:trace>
  <inkml:trace contextRef="#ctx0" brushRef="#br0" timeOffset="3652.77">20500 7938 47 0,'0'0'62'0,"0"0"-8"0,0 0-6 0,0 0-3 16,0 0-6-16,0 0 1 0,0 0-11 0,0 0-2 15,14-1 0-15,-14 1-4 0,0 0-6 0,18 4 0 16,-8-3 1-16,0 0 5 0,4 2-9 0,-1-1-1 16,5 0-2-16,2 2 3 0,8-2 2 0,1 0-4 15,3-2-6-15,-2 2 5 0,5-2-3 0,0 3-1 16,1-2 1-16,1-1 3 0,2 0 0 0,12 0 6 15,0 1-5-15,3-3 6 0,-2-1-7 0,3-1 2 16,2 0 2-16,0-1-2 0,3 0 4 0,2 0 1 16,-3-1 1-16,1 0 8 0,-1 0-10 0,2 0-4 15,1-1 3-15,-1 1 0 0,-1 5 6 0,3-6-4 16,-5 1-1-16,5 3 0 0,-2-2-5 0,1 1 6 16,3 3-10-16,1-1-1 0,-2-2 1 0,-1 1 0 15,2 2-1-15,-9 1 4 0,3-2 2 0,0 1 3 16,0-1 2-16,3 1 0 0,-2 1-1 0,0-2-1 15,3 1-2-15,0-2 8 0,-1-1 0 0,1 3 0 16,0 1-5-16,-3-3 5 0,-2 2-8 0,-3 2-2 16,1-1-7-16,-3 2 7 0,1-1-3 0,-2-1 14 15,0 4-11-15,-2-3-3 0,1 2-4 0,-12-1 6 16,-1 0-10-16,13 3 4 0,-12-3-3 0,1 2 6 0,12 0-4 16,-15-1 6-16,2 0-4 0,12 1 0 0,-15 0 13 15,1 1-2-15,-1-1-1 0,1-1 2 16,-5-2 0-16,3 1-3 0,1 1 2 0,-2-2 1 15,2 2-4-15,-2-3 4 0,-2 0 7 0,1 2-14 0,-3-1 0 16,0 0 1-16,0 0-5 0,-1-1 4 16,-10 1-3-16,3-2-1 0,0 1 11 0,-2 3 4 15,3-3-3-15,-1 2-1 0,0 0-4 0,-2-1 0 16,1 2 0-16,0-3-2 0,0 2-2 0,-1-2 1 16,3 1 0-16,-3-1-4 0,0 0 6 0,3 0-6 0,-3 0-3 15,-1 0 3-15,3 0-1 0,-4-1 0 0,0 1-4 16,1 0 8-16,-2-2-7 0,1 1-2 0,-3-1 7 15,-1 2 6-15,-1-3-2 0,-2 2-1 16,3 0 0-16,-3-1-3 0,3 2-1 0,-3-2 2 0,2 0 0 16,-2-1 0-16,1 1-6 0,2-1 3 0,-1 0-3 15,-4 2 2-15,2-2 1 0,2 0-3 0,-1 3 4 16,-1-3-6-16,-3 3 0 0,1-4 3 16,-9 4-2-16,12-2-1 0,-5 2 2 0,-7 0 0 0,10-2-1 15,-10 2 1-15,9-2-2 0,-9 2 1 0,0 0-2 16,8-2 5-16,-8 2-4 0,0 0-1 0,0 0 2 15,7-1-2-15,-7 1-10 0,0 0-10 0,0 0-18 16,0 0-20-16,0 0-23 0,0 0-21 16,0 0-26-16,0 0-146 0,0 0-296 0,0 0 132 0</inkml:trace>
  <inkml:trace contextRef="#ctx0" brushRef="#br0" timeOffset="26865.76">14849 11555 14 0,'0'0'76'0,"0"0"-7"15,0 0-6-15,0 0-11 0,0 0-5 0,0 0 0 16,0 0-10-16,0 0 1 0,0 0-3 0,0 0 4 15,0 0 1-15,0 0 8 0,0 0 2 0,0 0-5 16,0 0 3-16,0 0 12 0,0 0-8 0,0 0 2 16,0 0-6-16,0 0 5 0,0 0 4 0,0 0-9 15,0 0-3-15,0 0-6 0,0 0 1 0,0 0 2 16,0 0 0-16,0 0-5 0,0 0-3 0,0 0-4 16,0 0 2-16,0 0-1 0,0 0-6 0,0 0-4 15,0 0 0-15,0 0 2 0,7-4-7 0,-7 4-5 16,0 0-4-16,0 0-2 0,0 0 2 0,0 0-7 15,0 0 3-15,0 0 1 0,0 0-12 0,0 0 5 16,7 14 3-16,-7-14 1 0,4 7 0 0,0-1 2 16,-1-2-2-16,-3-4 2 0,5 5-9 0,-2 0 8 15,-3-5-6-15,5 5 10 0,-5-5-7 0,2 4 0 16,-2-4 1-16,0 0 7 0,8 4-11 0,-8-4 4 16,0 0 2-16,0 0 3 0,19-11-1 0,-4 1-3 15,7-9-9-15,2-3-18 0,15-13-38 0,1-4-49 16,3 2-127-16,3-3-258 0,-3-5 115 0</inkml:trace>
  <inkml:trace contextRef="#ctx0" brushRef="#br0" timeOffset="27649.79">12846 11884 29 0,'0'0'99'16,"0"0"2"-16,-9-2 0 0,9 2-4 0,0 0-2 0,-9-1-11 16,9 1-7-16,0 0-3 0,0 0-9 0,0 0-12 15,0 0-8-15,0 0-4 0,0 0-2 16,0 0-3-16,28-2-5 0,-5 2 1 0,7-2-5 15,7-2 2-15,17 0-10 0,1 0-18 0,3-2-28 16,3 0-29-16,4-1-24 0,-2 4-89 0,29 3-183 0,-29-3 81 16</inkml:trace>
  <inkml:trace contextRef="#ctx0" brushRef="#br0" timeOffset="36533.05">23769 14219 94 0,'0'0'124'0,"0"0"0"0,0 0-7 0,0 0-14 16,0 0-2-16,0 0-9 0,0 0-11 0,0 0-3 16,0 0-13-16,0 0-13 0,0 0 1 0,0 0 3 15,0 0-12-15,11-2 3 0,-11 2-13 0,8-3 3 16,3-4 1-16,6-2-13 0,10-10-2 0,15-12-32 15,4-6-44-15,28-27-28 0,5-4-32 0,-2-2-76 16,9-6-205-16,-2-10 91 0</inkml:trace>
</inkml:ink>
</file>

<file path=ppt/ink/ink1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03:00.056"/>
    </inkml:context>
    <inkml:brush xml:id="br0">
      <inkml:brushProperty name="width" value="0.05292" units="cm"/>
      <inkml:brushProperty name="height" value="0.05292" units="cm"/>
      <inkml:brushProperty name="color" value="#FF0000"/>
    </inkml:brush>
  </inkml:definitions>
  <inkml:trace contextRef="#ctx0" brushRef="#br0">6474 10197 122 0,'-5'-3'133'0,"5"3"-18"0,0 0-5 0,0 0-12 0,-8-7-6 16,8 7-10-16,-5-5 2 0,5 5-8 15,-8-2 4-15,8 2 6 0,-6-5 1 0,6 5-12 0,-6-4-2 16,6 4 13-16,-8-4-19 0,8 4-7 15,-8-6-10-15,8 6-5 0,-7-3 3 0,7 3-7 16,-7-4 0-16,7 4-9 0,-6-5 1 0,6 5-6 16,0 0 5-16,-7-4-5 0,7 4 1 0,0 0-2 15,-7-3-6-15,7 3-2 0,0 0-2 0,0 0-2 16,0 0-1-16,0 0-3 0,0 0 1 0,0 0-4 16,0 0-6-16,-7-3 2 0,7 3-4 0,0 0 1 15,0 0 0-15,0 0-2 0,0 0-2 0,0 0 1 16,0 0 4-16,0 0-1 0,0 0-1 0,0 0 0 15,0 0 4-15,31 5-1 0,-26-4-2 0,-5-1 2 0,17 0-1 16,-7 1-1-16,3-1 0 0,-2 0 0 0,1 1-1 16,2-1-1-16,-3 2 2 0,8-4 3 0,-3 2-4 15,3 0 2-15,0-1-1 0,-1 1 1 0,1 0-1 16,-1 0-1-16,4 0 4 0,-3-1-2 16,0-2-3-16,0 3 5 0,-1 0-3 0,1-2 1 0,0 2-1 15,0 0-1-15,-2 0 2 0,0 0-1 0,2-1 4 16,0 4-4-16,-1-5-1 0,0 2 6 0,0-1-7 15,1 1 4-15,-1 0-2 0,1 0 2 16,-1 0-1-16,-1 0-1 0,1 0-3 0,-2 0 1 0,2 0 4 16,1 0-4-16,-2 1 3 0,1-1-2 0,-2 0-1 15,4 0 4-15,-3 2-1 0,0 0-2 0,-2-2 2 16,2 3 0-16,2-1 2 0,-2-1-6 0,1 0 6 16,0 0-3-16,1 1 0 0,0-2 3 15,-1 0-1-15,1 1 0 0,-1-2 1 0,1-1-2 16,3 1 2-16,-3 0-2 0,0 0 1 0,0-1 3 0,2 0 4 15,0 1 8-15,6-4-1 0,0-1-1 0,-6 4-4 16,0-3 0-16,1 1-1 0,9-1 0 0,-3 1-4 16,0-2-1-16,-1 3 4 0,-5 0-3 15,4 1-2-15,-3-1-3 0,7 1 2 0,-2-1 3 0,0 1-2 16,-6 2-2-16,7 0-1 0,1-2 5 0,-2 0-4 16,1 2 0-16,-1-1 1 0,0 1-1 0,0-1 1 15,3-1-1-15,-2 0 16 0,1 2 0 0,-1-1-4 16,2-2 3-16,1 1-4 0,-2 0-2 15,1-1 3-15,1 0-2 0,-1-2 0 0,-1 5-7 16,2-2 4-16,-2-1-2 0,0-1-1 0,0 1 1 0,-1 0 0 16,1 1-2-16,-1 1-1 0,-3 1-2 0,-3-1 5 15,5-1-6-15,-1 2-1 0,-6-2 1 0,7 4 2 16,-7-2-1-16,7 0 2 0,-6 0-4 0,-3 0 2 16,9 0 2-16,-6 2-1 0,-1-1-4 0,2 0 2 15,3 2-1-15,-3-3 2 0,4 3-1 0,0-1 1 16,2 0-1-16,0-1 0 0,-8-2 2 0,1-1 0 15,6 1 0-15,1 1-2 0,-1-2-1 0,0 2 1 16,-1-2 2-16,1 2-2 0,-2-4 2 0,2 1-2 16,-1 3 0-16,-5-2-1 0,7-2 7 0,-2 3-8 15,0-2 3-15,-6 0-1 0,6-1 0 0,-5 2 1 16,6-1-3-16,-6 1 1 0,5 0 2 0,-6-1-2 16,7 0-1-16,-6 3 0 0,0-3 4 0,6-1-4 15,0 0 4-15,-7 2-4 0,0 1 1 0,0-1-1 16,0 1 1-16,6-1 1 0,1-1-1 0,-7 1 2 15,7 0 0-15,0-2-1 0,0 4 2 0,-6-3-2 16,0 0-3-16,5-3 2 0,-6 5 2 0,2-2-1 16,4 1 3-16,-4 0 0 0,3-1-5 0,2 1 0 15,-1 0 1-15,-6 1-1 0,2-1-1 0,3 1 5 16,1 1-4-16,-6 0 6 0,8 0-4 0,-1 0-3 16,-7 0 0-16,1-1 0 0,5-1 2 0,-7 1 2 15,8 0-5-15,1 2 4 0,-4 0 1 0,-3 1 0 16,0-4 0-16,-1 4-3 0,9-2 2 0,-3-2-1 15,1 2 1-15,0 2 1 0,1 0 1 0,-2-3-4 16,2 5 5-16,1-4 10 0,-1-1-3 0,-2 2-2 16,1 0 2-16,3-2-3 0,-3 3 0 0,2-3-3 15,-4 3 4-15,2-2-3 0,3 0 0 0,-3 2-5 16,2 0 3-16,-2 2-2 0,0 0 2 0,0-1 0 16,0 0-1-16,0-2-1 0,1-1-1 0,-2 2-2 15,0 2 5-15,-5-3-3 0,7 1-2 0,-8-1 2 16,8 3-1-16,0 0 1 0,0-3 1 0,-4 2 1 15,3 0-3-15,2 1-1 0,-3-2 2 0,-6 2 0 16,7-1-1-16,0 1 1 0,-8-3 0 0,2 3 2 16,-1-3-3-16,8 5 2 0,-2-3-3 0,-5-1-1 15,5 0 5-15,0 2-2 0,-6-2 3 0,8 2-3 16,-2 2 0-16,-1-5 3 0,-5 2-4 0,7-2 12 16,0 0-12-16,1 2 0 0,-2-3-2 0,0 2 0 15,-7-1 3-15,2-2-1 0,1 2-3 0,4-1 3 16,-5 0 0-16,7 0-10 0,-6 1-14 0,4 1-5 15,0-1 0-15,2-1-14 0,1 0-3 0,-1 0-10 16,-1 0-17-16,-1 0-14 0,0 0-13 0,-2 0-17 16,4 0-18-16,-8 2-23 0,8-1-18 0,-3 2-93 15,-5-2-291-15,-1 1 129 0</inkml:trace>
  <inkml:trace contextRef="#ctx0" brushRef="#br0" timeOffset="2271.21">14976 9996 43 0,'0'0'63'0,"0"0"-15"0,0 0 1 16,0 0-8-16,3 13-2 0,-3-13 1 0,0 0 8 16,9 6-8-16,-9-6-1 0,7 5 6 0,-7-5-3 15,11 6-4-15,-4-3-9 0,-7-3 4 0,18 4 7 16,-8 0-3-16,3-2 0 0,0 1-9 0,6 1 1 16,-2-2-7-16,3 3-1 0,2-4 5 0,-2 3-1 15,8-2-7-15,3-1 4 0,0 2 2 0,-2-2-9 16,3-1 0-16,0 2-3 0,-1-1-1 15,7-2 2-15,-4 2 2 0,0-1 0 0,3 0-2 0,0 0-2 16,-2 0 10-16,-1-1 1 0,3 1-5 0,-3-2-2 16,1 2-3-16,0-3 1 0,-2 3-5 0,0 0-1 15,-1-2 6-15,4 3-6 0,-4-1-1 0,2 1 0 16,-1-2-5-16,-1 2 9 0,-2 1 1 0,0-4 1 16,1 4-8-16,0-2 3 0,-2 0-7 0,-1 1 6 15,2-1-6-15,0 0 3 0,0 0-2 0,-1 3-1 16,-2 0 4-16,1-2 0 0,-6 1-4 0,1-2 2 15,-1 1 0-15,4 1-1 0,1 0-4 0,-6 0 7 16,-2-1-4-16,1 1-2 0,2-1 14 16,-1 0-12-16,-1 0-3 0,0 1 8 0,1-1-7 15,-1 0 6-15,1-1-4 0,-1 0 1 0,2 1-3 0,-1-1 9 16,0-1-9-16,2 1 1 0,-1 0-1 0,-1 0 12 16,0 0-10-16,1 1 0 0,-1 1 2 0,0-2 3 15,7 2 4-15,-6 1-2 0,-1-1-2 0,-1 0-4 16,3 1 0-16,3 0 3 0,-4-2-1 0,-1 2 1 15,7-1 0-15,-5 1 9 0,5 1-1 0,-1 0 4 16,1-2-5-16,-1 2-5 0,-4-1-2 0,6 1 6 16,-2-1-4-16,1 0 3 0,-6 1 1 0,6-1-7 15,-3 1 0-15,4-1 5 0,-3-1 0 0,2 1 1 16,-6-2-1-16,9-1 0 0,1 2-1 0,-3 0 10 16,2 0 0-16,-1 2-1 0,2-4-4 0,0 3 2 15,2-3-2-15,-1 4-2 0,1 0 0 0,0 0 4 16,1-2-11-16,4 2 4 0,-4-3 1 0,4 3-5 15,-2 2 6-15,0-2-2 0,1 1-4 0,1-2 3 16,-4 1 0-16,3-1 0 0,-1 3 7 16,1-2 5-16,0 0-1 0,16 1 1 0,-14-3-1 0,-2 2-1 15,14-1-4-15,-13 0 4 0,13-1-5 0,-12 0-2 16,12-1 6-16,-14 1-5 0,15 2 0 0,-15-7-5 16,14 3 8-16,-3 0 10 0,-11 0-2 0,1 0-3 15,-2 0-7-15,1 0 1 0,3-3-1 0,10 5 3 16,-14-2-3-16,3 1-3 0,-3 1 4 0,3 0-4 15,0-2 3-15,-1 0-3 0,-2 2-4 0,1-1 3 16,2-1-5-16,-1 2 3 0,0-1-4 0,-1 0 2 16,2 1-1-16,-2-1-1 0,-1 1 2 0,0-1 4 15,-1 0 7-15,1 1 0 0,-1-2-2 0,-3 0 2 16,0-2-5-16,3 1 2 0,-1 4-4 0,-1-3 1 16,-1 0-3-16,2-2 5 0,-1 2-2 0,-1-1 0 15,1 1-1-15,0 0 0 0,-1-1-1 0,-1 1-1 16,0 1 3-16,0-1-2 0,2-1 3 15,-1 2-3-15,-1-1-3 0,-1 0 6 0,0 1-3 0,1-1-4 16,-2 2 8-16,0-1-7 0,1-1 0 0,0 1 1 16,-3-1 1-16,0 1-1 0,0-1 1 0,0 0-2 15,-6 2 0-15,6-2 0 0,0 0 5 0,0 1-6 16,3 1 4-16,-3-1-4 0,2-1 3 0,-1 0 0 16,-1 0 4-16,5 1-5 0,-3 0 0 0,0-2 4 15,1 1-3-15,1 1 1 0,0-2 10 0,-1 1-8 16,2-1 10-16,0 0 2 0,1-2-1 0,-2 0-2 15,3-1 2-15,-2 0-4 0,0 2-5 0,-1 0 1 16,3-2 0-16,-3 1-1 0,0-1-3 0,0-1 0 16,-2 1-1-16,1 1 0 0,4 0 0 0,-3-3-4 15,2 3 4-15,-1-2-3 0,0 2 3 0,-2-1-1 0,1-1-2 16,-1 1-3-16,1 2 1 0,0-2-2 16,-2 1 6-16,3 0-1 0,-1 0-3 0,-2-1-1 15,3 1-1-15,-1 0 3 0,1 1-1 0,-3 0 1 16,-2 0-3-16,1 0 0 0,-1-2 0 0,4 2 2 15,-2 0 0-15,-2 1-1 0,-1-1-2 0,1 0 1 16,1 0 2-16,-1 0-1 0,0 0 3 0,2-2-5 0,-9 2 1 16,10 0 0-16,-3 1 3 0,2 1-3 15,-10-2 2-15,8 1 1 0,0 1-2 0,-1-4 1 16,0 4-2-16,-5 0 2 0,0 0-5 0,4 0 6 0,4 0-1 16,-10-1-1-16,3 1 3 0,5 1-6 0,-6 0 5 15,6 1-1-15,-6-2 0 0,-2 1-1 16,3 0-1-16,-1 1 1 0,0-2 4 0,5 0-2 15,-6-2 2-15,0 2 0 0,0 0 0 0,1-1-2 16,0 1 5-16,-2 0-2 0,1 3-1 0,-1-5 2 0,2 1 2 16,-3 1-1-16,9-3 1 0,-6 3-3 15,-2 0 1-15,0-1-3 0,1 1 2 0,0 0-1 0,-1 1 3 16,1-1-4-16,7 0 0 0,-10 2 3 16,3-4-4-16,1 2 2 0,-3 2-2 0,2-2 0 15,0 0 1-15,0 1-2 0,1-1-2 0,-1 0 4 0,1 1 0 16,4-1 3-16,-3 2-6 0,-2-2 5 0,-1 0-5 15,8 0 3-15,-7 0-1 0,8 1-1 0,-8 1 2 16,0-2 0-16,7-2 2 0,-6 4 7 16,0-4 4-16,0 2-1 0,0 0-1 0,6-1-1 0,-1 4 1 15,1-3-2-15,-9 0-6 0,4 0 1 0,4 0 0 16,0 0-1-16,-4 0-1 0,4 0 0 0,1 0-1 16,0 2-2-16,0 0-2 0,0-2 5 0,2 2-2 15,-4-4 0-15,3 1 1 0,-8 1 1 16,10 0-2-16,-2 1 11 0,1-1 5 0,0-1 1 0,-1 1-4 15,-1-1-3-15,0-1 2 0,2 4-2 0,-3-4-4 16,0 2 2-16,1 2-3 0,-6-2-1 0,5-2 2 16,-7 2-3-16,2 0-2 0,5 2 3 15,-7-2-2-15,2 0 0 0,6-2 0 0,-6 5 5 0,-2-3 6 16,-1 0 1-16,10-1-1 0,-8 1-4 0,0 1 0 16,0 0 1-16,1-2-4 0,-2 2-1 0,1 2-2 15,-1-3 4-15,0 0 4 0,-2 0 5 16,1 0-2-16,-2-1 0 0,-3 2-3 0,3-1 1 15,-3 0-1-15,-1 1-5 0,-2-1 2 0,3 2-3 16,-3-2 2-16,-2 0-5 0,1 0 3 0,0 0-2 0,1 0 5 16,-3-2 9-16,-8 2-2 0,15 0 0 0,-9 2-5 15,-6-2 2-15,12 0 5 0,-12 0-5 0,9 0 4 16,-9 0 0-16,7 0 0 0,-7 0-1 0,0 0-2 16,12 0 5-16,-12 0-7 0,10 0-6 0,-10 0 4 15,9 0-4-15,-9 0-2 0,10 0-3 0,-10 0 0 16,10 0 2-16,-10 0 0 0,13 0-1 0,-3 0-1 15,-3 0 1-15,2 0 8 0,3 2-3 0,1-2 1 16,0 2-9-16,1-2 0 0,6 0 1 0,-2 0 8 16,2 0-6-16,-1 0-4 0,2-2 2 0,0 2-2 15,0-2-1-15,0 0 3 0,-1 1-2 0,3 0-1 16,-3-2-1-16,3 0 4 0,-1 1-2 0,-2 2 9 16,9-1 12-16,-6-1 2 0,-3 0-9 0,0 0 11 15,0 1-14-15,1 0-1 0,-4-2 1 0,-3 3 3 16,-1-1 4-16,0 0-1 0,-1 1-3 0,-1-1 5 15,-1 1 1-15,1 0 5 0,-11 0-2 0,13-2 9 16,-6 0 10-16,-7 2 7 0,0 0-3 0,0 0 10 16,15-1-3-16,-15 1 3 0,0 0 2 15,7 0 0-15,-7 0-23 0,0 0 10 0,0 0 2 0,8 0-5 16,-8 0-8-16,0 0 0 0,0 0-1 0,0 0-10 16,0 0-3-16,0 0 4 0,0 0-9 0,0 0-1 15,0 0-14-15,8 0 20 0,-8 0-7 0,0 0-3 16,0 0 1-16,0 0-14 0,0 0 14 0,0 0-3 15,0 0-1-15,0 0 5 0,0 0-5 0,0 0 1 16,0 0 1-16,0 0-3 0,0 0 3 0,0 0-3 16,0 0 5-16,0 0-20 0,0 0-29 0,0 0-12 15,0 0-43-15,0 0-52 0,0 0-76 0,0 0-87 16,0 0-76-16,-20-17-251 0,20 17-687 0,-15-12 304 16</inkml:trace>
  <inkml:trace contextRef="#ctx0" brushRef="#br0" timeOffset="3082.79">26701 10216 10 0,'0'0'172'0,"0"0"-25"15,0 0-12-15,-6 2-19 0,6-2-4 0,0 0-1 16,0 0-9-16,0 0-8 0,0 0 1 0,20 4-2 0,-20-4-1 16,20 1 0-16,-9 2 2 0,7-5 3 15,1 1-7-15,2 1-10 0,0-2-3 0,10 2-3 16,-1-2-7-16,5 1 3 0,-1 0-2 0,2-1-7 15,3 0-3-15,-2-1-8 0,15 0-4 0,-13 0-5 0,0 0-2 16,14-1-4-16,-15 4-1 0,14-5 2 0,1 0-1 16,-2 3-4-16,-12-3 2 0,13 2-5 0,-15 1 3 15,15-2 6-15,-13 0-2 0,-1 0-1 0,1 2-4 16,0-1-2-16,13 1 8 0,-15 1-9 0,0 0 0 16,13-4-4-16,-10 2-2 0,-2 1 1 0,14 0-1 15,0-1 4-15,-16 3 0 0,15-3 21 0,-12-1-8 16,12-1 0-16,-11 3-7 0,-2-1 1 15,15-2 0-15,-18 2-8 0,5-1-1 0,-7 2 9 0,4 0 4 16,0-3-4-16,-3 3 5 0,-1-1-9 0,-1-1-3 16,-2 2-2-16,2-1-3 0,0 2 1 0,-3 0 1 15,4-2-5-15,-3 2 2 0,1-1-2 0,0 0-1 16,-1 0 5-16,-3 1-4 0,1-1-2 0,-6 1 11 16,0-1-7-16,0 4-6 0,-4-5 5 0,3 3-1 15,-2 1-6-15,-2-1-2 0,-3 0 2 0,5-1 3 16,-7 0 0-16,2 1-2 0,-3 0 4 0,1 0-2 15,-1 0 14-15,2 0-5 0,-3 0 1 0,-10 0-9 16,14 0 8-16,-5 1 1 0,-9-1-5 0,12-1 6 16,-12 1-9-16,11 1-1 0,-4 0-7 0,-7-1 2 15,9 2 4-15,-9-2-3 0,0 0-3 0,0 0 1 16,11 1 0-16,-11-1-6 0,0 0 5 0,0 0-5 16,0 0-1-16,10 1-8 0,-10-1-1 0,0 0-14 15,0 0-3-15,4 4-14 0,-4-4-21 0,0 0-12 16,0 0-22-16,0 0-35 0,0 0-51 0,-19 6-77 15,7-4-296-15,-4-1-597 0,-12 2 264 0</inkml:trace>
  <inkml:trace contextRef="#ctx0" brushRef="#br0" timeOffset="5005.96">4952 11273 106 0,'0'0'131'16,"-10"-2"-16"-16,10 2-4 0,-9-2-1 0,9 2 4 16,-8-4 4-16,8 4-4 0,-7-3-8 0,7 3-5 15,0 0-11-15,-10-4-7 0,10 4-11 0,-6-3-5 16,6 3 6-16,0 0-5 0,-6-5-8 15,6 5-9-15,0 0 1 0,0 0-7 0,-6-4-1 0,6 4-9 16,0 0-9-16,0 0-2 0,0 0-2 0,0 0-4 16,0 0-7-16,0 0 1 0,0 0 2 15,0 0-6-15,0 0-1 0,0 0-2 0,0 0-1 0,28 5 6 16,-17-5-6-16,7 3 2 0,-6-2-1 16,9-1-1-16,-3 0-1 0,2 1 0 0,8 1 3 0,-1-2-3 15,4 0 2-15,-1-2-2 0,2 2 4 0,2 0-5 16,0-1 0-16,-1-1 7 0,3 3-5 0,1-2-1 15,-1 1-2-15,1 1 4 0,0 0-6 16,2-2 3-16,-2 2 3 0,1 0-2 0,2-1 1 16,-1 3-4-16,1-3 4 0,-2 1-5 0,0 1 7 15,13-2-3-15,-13 2-2 0,-1-2 1 0,1 1-2 16,2 1 3-16,-2 0-1 0,0 1-1 0,-2 0 1 16,15 0-1-16,-14 0 1 0,0-2 2 0,4 1-5 15,-2 0 5-15,-1 1 1 0,0-2-3 0,3 1 2 16,-1 0-3-16,-2 0 1 0,2-1 2 0,-2 3 4 15,0-4-2-15,1 3 1 0,0 0-4 0,-4 0 6 0,1 0-7 16,-1 1 5-16,1 0-8 0,0 0 4 0,1 1 10 16,-2 0-1-16,-1-1 2 0,-1 2-1 0,2-4 0 15,-1 4-1-15,-2 0 15 0,2-1 1 0,-2-1 3 16,-2 0 14-16,2-4-5 0,0 3-3 16,0-5 9-16,0 1 6 0,-1-2 5 0,2 1-10 15,1-2-1-15,-2 2 10 0,1-3-6 0,2-1 1 0,-2 0-6 16,2 1-3-16,-1-2 6 0,2 0-10 0,-1 1-1 15,0 0 2-15,-2-2-4 0,2 1-6 16,0 1 0-16,-2 0-4 0,-2 1-4 0,2-1-2 16,-1 2 0-16,0 0-4 0,0-1-4 0,1 2 15 15,-2-1-13-15,1 0-3 0,-1 3 1 0,0-3 0 16,-1 3-2-16,1-1-3 0,0 0 2 0,2 1 0 16,-1 1 0-16,-1-3 10 0,1 3-4 0,-3-2 3 15,3-2 2-15,0 3-1 0,0 0-5 0,-1-2 0 16,-3 3-2-16,1-3 3 0,1 2-1 0,-1-2 0 15,-2 1 1-15,1-1 13 0,-6 1-8 0,-2 2 1 0,3-2-7 16,-2-1 2-16,7 3 0 0,-9-2 4 0,3 0 1 16,-1-1-1-16,0-1-2 0,1 2 1 15,-1-2-8-15,1 2 3 0,-3-1 3 0,3 0-6 0,-2-1 3 16,-2 2-5-16,3-2 1 0,-5 3-2 16,2-2 7-16,0 0-14 0,-5 2 1 0,0-1 4 15,1 2-2-15,-3 0 0 0,1-3 0 0,-12 3 0 0,18 0 0 16,-9 0-2-16,-9 0 1 0,15-1-4 0,-15 1 3 15,12 0 2-15,-5 0-3 0,-7 0 0 16,9 1-4-16,-9-1-1 0,8 1 9 0,-8-1-7 16,7 2 5-16,-7-2-5 0,9 2 2 0,-9-2-1 15,7 1 10-15,-7-1-12 0,0 0 1 0,9 0 2 0,-9 0 4 16,0 0-5-16,0 0 3 0,9 3 2 0,-9-3-2 16,0 0-1-16,0 0 3 0,0 0-11 0,7 1 8 15,-7-1 2-15,0 0-1 0,0 0 2 0,0 0 4 16,0 0 0-16,0 0-5 0,0 0 1 15,0 0-4-15,0 0 3 0,0 0-4 0,0 0 2 16,0 0 10-16,0 0-25 0,0 0-13 0,0 0-18 0,0 0-26 16,0 0-27-16,0 0-29 0,0 0-34 0,0 0-42 15,0 0-47-15,0 0-247 0,0 0-539 16,0 0 239-16</inkml:trace>
  <inkml:trace contextRef="#ctx0" brushRef="#br0" timeOffset="10541.06">11254 12321 17 0,'-5'12'25'0,"5"-12"-2"16,0 0-4-16,-3 10-5 0,3-10-4 0,0 0 3 16,-1 11-5-16,1-11-5 0,1 6-2 0,-1-6 1 15,1 8 0-15,-1-8 3 0,0 0-2 0,0 9-2 16,0-9 0-16,0 0-2 0,2 9 1 0,-2-9 0 16,0 0 2-16,2 7-11 0,-2-7-15 0,4 3-25 15,-4-3 12-15</inkml:trace>
  <inkml:trace contextRef="#ctx0" brushRef="#br0" timeOffset="10906.78">12452 12264 4 0,'18'-3'22'0,"1"-1"-15"16,-2 1-13-16,0 2-6 0,2-3 3 0</inkml:trace>
  <inkml:trace contextRef="#ctx0" brushRef="#br0" timeOffset="12634">13162 12171 4 0,'0'0'124'0,"0"0"-4"0,0 0-10 0,-17 6 7 16,17-6 2-16,-9 1 7 0,9-1 4 15,-10 0-5-15,10 0-8 0,0 0-4 0,-11 0-1 0,11 0-1 16,0 0-1-16,-12-1-8 0,12 1-10 0,0 0-4 15,-8-4-2-15,8 4-7 0,-9-6-7 0,3 4-6 16,6 2-7-16,-10-3-7 0,10 3-8 0,-13-6-1 16,6 4-5-16,-4 1-4 0,2 1-4 0,0 0-1 15,-3-2-8-15,1 4-4 0,1-1 2 0,10-1-6 16,-17 0 1-16,8 1-1 0,3-1-1 0,-2 3-3 16,8-3 0-16,-13 0 0 0,13 0-2 0,-8 1-2 15,8-1 3-15,-7 1-1 0,7-1-4 0,0 0 4 16,-14 2-3-16,14-2-1 0,0 0 0 0,-8 0-2 15,8 0-1-15,0 0-1 0,0 0 4 0,0 0 0 16,0 0-3-16,0 0-1 0,0 0 0 0,-10 1 5 16,10-1-1-16,0 0 1 0,0 0-2 0,0 0 0 15,0 0 4-15,0 0-1 0,0 0-1 0,0 0-1 16,0 0 2-16,0 0-5 0,0 0 6 0,0 0-5 16,0 0 1-16,0 0 3 0,0 0-5 0,0 0 0 15,0 0 3-15,0 0-3 0,0 0 1 0,0 0-2 16,0 0 1-16,0 0 2 0,0 0-2 0,0 0 1 15,0 0-1-15,0 0 0 0,0 0 3 0,0 0-3 16,0 0-3-16,27 2 3 0,-27-2 8 0,7 2-9 16,-7-2 2-16,0 0 3 0,0 0-4 0,13 0-1 15,-13 0 1-15,7 0-3 0,-7 0 4 0,10 0-1 16,-10 0 0-16,10 2 4 0,-3-2 2 0,-7 0-2 16,14 2-2-16,-7-2 1 0,1 1-1 0,1-1 0 15,3 1 1-15,-1 1 1 0,3-2 2 0,-1 0 15 16,-2 0 1-16,5 2-2 0,3-2-3 0,0-2-3 15,-1 4 2-15,0-4-1 0,2 2-3 0,-2 0-3 16,0 0 1-16,2-3 0 0,-2 0-1 0,3 2-1 16,3-2 1-16,-4 3-1 0,9-3 0 0,0-1-4 15,-10 2 2-15,12-4 0 0,-4 2 0 0,2 1 1 16,-9 0-2-16,1-1 4 0,8-1-5 0,-2 0 2 16,2 1 0-16,-2 0-1 0,0-2 10 0,0 2 2 15,0-1 3-15,2 0-7 0,0 1-3 0,-8 0 2 0,8 1-4 16,-2-3 5-16,0 1-7 0,-1 0 2 15,-3 2 0-15,6-3-2 0,-8 3 5 0,8-2-9 16,-9 1 0-16,9 0 2 0,-9 3 0 0,3-3-4 16,-3 0 4-16,0 0 0 0,1 3-4 0,6-3 0 0,-5 4 2 15,-4-2-5-15,3 0 4 0,0 2 0 0,-1-1 1 16,-1 1-2-16,1-1 1 0,0 1 0 16,0 0 2-16,1 2-4 0,-1 0 4 0,1-4-1 15,0 4 0-15,-1-2-2 0,0 0 0 0,3-2 1 16,4 4 1-16,-7-2-3 0,0 0 0 0,1 1 0 0,0-2 1 15,-2 1 0-15,3 0 1 0,-3 1-2 0,3 0 2 16,-2-1-2-16,0 0 5 0,0 0-5 16,-1-1 3-16,3 2-3 0,-4-1 0 0,5 2 2 15,-3-2-2-15,0 0 1 0,1 2 3 0,-1-2-1 0,1 0-2 16,0 0 4-16,0 1-4 0,-1-1 2 16,7 0-3-16,-5 0 0 0,-3 0 0 0,2 0 2 15,-1 0-1-15,3 0 0 0,-3 0 0 0,7 2 1 16,0-1 0-16,-5-1-3 0,0-1 4 0,5 2-3 15,-6-2 3-15,9 2 0 0,-8-2-5 0,5-1 3 0,3 2 0 16,-3 0 3-16,0-1-2 0,1 2 0 0,1-4 1 16,-2 3-3-16,1-2 1 0,0 1 0 0,-1 1 2 15,-7-1 0-15,9-1 1 0,-3 1-3 0,1 1 0 16,1-1 3-16,-6 0-1 0,6-1-2 0,1-1-2 16,-2 1-1-16,-4 1 3 0,7-1 3 0,-1 2-4 15,0-2 0-15,0 4 1 0,0-2 1 0,0-2-1 16,1 1-2-16,-2-2 3 0,1 2-3 0,-1-2 4 15,2 1 1-15,-3 1 0 0,2 1-3 16,-1 0 3-16,3-1-3 0,-2-2-1 0,1 3 2 0,-1-3-1 16,2 0 2-16,-2 0 1 0,0 1-3 0,-2-1-2 15,1 1 3-15,-5 0 0 0,8 1-2 0,-9-1 2 16,7-2 1-16,-2 3 0 0,1-1-1 16,2 0 0-16,-1-1 0 0,-1-1 0 0,0 2 1 0,1 1 0 15,1-3 1-15,-1 1 0 0,3 1-1 0,-2-2 0 16,-1 2-2-16,-1-1 0 0,0 0-2 0,2 2 2 15,-1-3-2-15,1 1 2 0,0 1 0 0,2 1 0 16,-4 0 2-16,2-2 1 0,0 2-6 0,0-3 6 16,-2-1-5-16,-7 1 4 0,8 0-3 0,-4 2 2 15,3 1-4-15,-6 0 3 0,6-1-2 0,-5 2 4 16,4 0-3-16,-5 0 5 0,6-2-4 0,0 4 3 16,0-2-5-16,0 0 5 0,-1 0-3 0,1 0 2 15,-9 0 0-15,8 0-1 0,-5 2-1 0,5 0 0 16,-7-2 2-16,7 0-2 0,3 0-1 0,-9 0 5 15,6 0-3-15,1 0 1 0,-1 3-2 0,1-3 6 16,-9 0-6-16,9-1 5 0,-1 1 0 0,-5 0-1 16,0 0-1-16,6 0-1 0,-1-3-2 0,-6 3 5 15,1-1-4-15,-1 1 3 0,7 1-2 0,-5 0-2 16,-3-3 2-16,2 2 4 0,5 0-6 0,-6 0 2 16,10-2-1-16,-3 2 0 0,-7 2-2 0,7-2 4 15,-7 0-3-15,8 0 0 0,-7 1 0 0,7 0 2 16,-1 2-3-16,-8-3 0 0,2-1 6 0,5 1-3 15,-4 1 1-15,2-2 1 0,4 1 2 0,-8 1-5 16,1-2-3-16,6 1 3 0,-7-2-1 0,-1 4-1 16,2-4 1-16,-3 1 1 0,1 2 1 0,2 1 0 15,-3-1-5-15,3-1 4 0,-2 0-2 0,0 0 1 16,0 0-3-16,0 0 4 0,-3 0 0 0,2 0 0 16,-2 0-5-16,-3 0 6 0,3 0-4 0,0 0 1 15,-4 2 2-15,1-2-5 0,0-2 5 0,0 2-4 16,-1 0-3-16,0 2 1 0,0-1 2 0,0-1-6 15,-1-1-2-15,1 2-9 0,-4-2-2 0,2 1-5 16,0-2-11-16,-1 2-15 0,-10 0-18 0,15 2-18 16,-8-2-24-16,-7 0-39 0,14 0-30 0,-14 0-46 15,7 0-157-15,-7 0-418 0,0 0 185 0</inkml:trace>
</inkml:ink>
</file>

<file path=ppt/ink/ink1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31:45.574"/>
    </inkml:context>
    <inkml:brush xml:id="br0">
      <inkml:brushProperty name="width" value="0.05292" units="cm"/>
      <inkml:brushProperty name="height" value="0.05292" units="cm"/>
      <inkml:brushProperty name="color" value="#FF0000"/>
    </inkml:brush>
  </inkml:definitions>
  <inkml:trace contextRef="#ctx0" brushRef="#br0">3762 13950 5 0,'0'0'37'0,"0"0"1"15,0 0 0-15,0 0-4 0,0 0 2 0,0 0-5 16,0 0-3-16,0 0-3 0,0 0-7 0,0 0 4 16,0 0-5-16,0 0-1 0,0 0 5 0,0 0-13 15,0 0 2-15,0 0 2 0,0 0 2 0,0 0-5 16,0 0 2-16,0 0 1 0,0 0-4 0,0 0 3 16,0 0 2-16,0 0 2 0,0 0-6 0,0 0 5 0,0 0 12 15,0 0 0-15,0 0-10 0,0 0 10 16,0 0-6-16,0 0-7 0,0 0 6 0,0 0 2 15,0 0-3-15,0 0 2 0,0 0 1 0,0 0 0 16,0 0 4-16,0 0-17 0,0 0 2 0,0 0-5 16,0 0 6-16,0 0-6 0,0 0 6 0,0 0-9 15,0 0-6-15,0 0-11 0,0 0-21 0,0 0-11 16,0 0-21-16,0 0-43 0,0 0-121 0,0 0 53 16</inkml:trace>
  <inkml:trace contextRef="#ctx0" brushRef="#br0" timeOffset="802.58">6772 13784 24 0,'0'0'57'0,"0"0"-6"0,2-8-3 0,-2 8-10 16,0 0 3-16,0 0-7 0,0 0-9 0,0 0-3 15,0 0-6-15,0 0-12 0,0 0-7 0,0 0-11 16,0 0-9-16,0 0-7 0,0 0-19 0,0 0-52 15,0 0 24-15</inkml:trace>
  <inkml:trace contextRef="#ctx0" brushRef="#br0" timeOffset="2548.57">8817 8251 21 0,'0'0'34'0,"0"0"8"16,2-19-2-16,-2 19 0 0,0 0-4 0,0 0 6 15,0 0-7-15,0 0 0 0,5-8-3 0,-5 8-1 0,0 0-6 16,0 0 4-16,0 0 0 0,0 0-2 16,0 0-3-16,0 0 2 0,0 0-10 0,0 0 7 15,0 0-8-15,0 0 8 0,3-7-13 0,-3 7 6 0,0 0 4 16,0 0-4-16,0 0-4 0,0 0-7 0,0 0 7 16,0 0-2-16,0 0-9 0,0 0 4 0,0 0-12 15,0 0 1-15,0 0-12 0,0 0-2 0,0 0-24 16,0 0-15-16,0 0-38 0,14 12-104 15,-10-6 47-15</inkml:trace>
  <inkml:trace contextRef="#ctx0" brushRef="#br0" timeOffset="11302.87">12783 14482 2 0,'0'0'44'0,"0"0"-2"16,0 0-14-16,0 0 4 0,0 0-7 0,0 0 3 15,0 0-8-15,0 0 1 0,0 0-2 0,0 0-3 16,0 0 5-16,0 0-15 0,0 0 10 0,0 0 1 15,0 0 3-15,0 0-2 0,0 0-8 0,0 0 5 16,0 0 1-16,0 0-3 0,0 0-3 0,0 0 5 16,0 0-5-16,0 0 4 0,0 0-3 0,0 0-3 15,0 0 8-15,0 0-13 0,0 0 4 0,0 0-4 16,0 0 3-16,0 0 1 0,0 0-3 0,0 0 0 16,0 0-6-16,0 0 6 0,0 0-3 0,0 0-6 15,0 0-3-15,0 0-7 0,0 0-4 0,0 0 2 16,0 0-11-16,0 0-10 0,0 0-32 0,0 0-77 15,0 0 34-15</inkml:trace>
  <inkml:trace contextRef="#ctx0" brushRef="#br0" timeOffset="35322.35">8926 8272 11 0,'0'0'11'0,"0"0"0"0,0 0-5 0,0 0 4 16,0 0-1-16,0 0-2 0,0 0-4 0,0 0 2 16,0 0-1-16,0 0 2 0,0 0-8 0,0 0 3 15,0 0 0-15,5 6 0 0,-5-6-8 0,2 9 6 16,-2-9 4-16,1 12-1 0,-1-7-5 0,0-5 3 15,-3 13-5-15,2-3 3 0,1-1 2 0,-1-3-1 16,1-6-11-16,-1 18-13 0,1-7 6 0</inkml:trace>
  <inkml:trace contextRef="#ctx0" brushRef="#br0" timeOffset="38399.18">8749 14308 5 0,'0'0'55'0,"0"-9"-6"0,0 9-23 16,0 0-18-16,0 0-21 0,-7-9-9 15,7 9-23-15,-14-4 9 0</inkml:trace>
  <inkml:trace contextRef="#ctx0" brushRef="#br0" timeOffset="41571.68">9487 14108 1 0,'0'0'22'0,"0"0"-2"0,0 0-4 15,0 0-10-15,0 0-11 0,0 0-5 16,-19 9-12-16,19-9 6 0</inkml:trace>
  <inkml:trace contextRef="#ctx0" brushRef="#br0" timeOffset="93085.77">8221 13153 13 0,'0'0'13'0,"0"0"2"0,0 0-1 0,0 0-2 16,0 0 2-16,0 0 3 0,0 0-3 0,0 0 3 16,0 0-5-16,0 0 4 0,0 0-2 0,0 0 0 15,0 0-2-15,0 0-1 0,0 0-3 0,0 0 10 16,0 0-8-16,0 0 1 0,0 0-6 0,0 0 5 16,0 0-2-16,0 0 0 0,0 0-2 0,0 0 1 15,0 0-2-15,0 0 4 0,0 0-5 0,0 0 2 16,0 0 2-16,0 0-7 0,0 0 2 0,0 0-2 15,0 0 8-15,0 0-5 0,0 0-2 0,0 0-3 16,0 0 2-16,0 0-1 0,0 0 0 0,0 0 0 16,0 0 1-16,0 0 0 0,0 0-3 0,0 0-1 15,0 0 4-15,0 0 7 0,0 0-4 0,0 0-4 16,0 0 0-16,0 0-1 0,-1 22-4 0,1-22 2 16,0 0 0-16,0 0 0 0,0 7 0 0,0-7-1 15,0 0 2-15,0 0-8 0,-3 10 1 0,3-10 0 16,0 0 0-16,-3 6-1 0,3-6 1 0,0 0 4 15,0 0-2-15,0 0 5 0,0 0-4 0,-2 6 1 16,2-6-5-16,0 0-3 0,0 0-7 0,0 0-16 16,-4 7-38-16,4-7 16 0</inkml:trace>
  <inkml:trace contextRef="#ctx0" brushRef="#br0" timeOffset="123579.65">19109 12669 27 0,'0'0'32'0,"0"0"-4"16,0 0 4-16,0 0-5 0,0 0-2 15,0 0 3-15,-5-5-5 0,5 5 4 0,0 0-6 16,0 0-10-16,0 0 12 0,0 0-7 0,0 0-4 15,0 0-13-15,0 0 10 0,0 0 0 0,0 0-6 16,0 0 4-16,0 0 1 0,0 0 1 0,0 0-5 16,0 0 4-16,0 0 1 0,0 0 0 0,0 0-2 15,0 0 3-15,0 0-3 0,0 0 1 0,0 0-2 16,0 0 0-16,0 0 2 0,0 0-4 0,0 0 9 16,0 0-9-16,0 0 1 0,0 0-14 0,0 0 15 0,0 0-6 15,0 0 3-15,0 0 0 0,0 0-6 0,0 0 0 16,0 0 0-16,0 0-5 0,0 0 1 15,0 0-3-15,0 0-3 0,0 0-3 0,0 0-12 16,0 0 0-16,-1 21-3 0,1-21-26 0,-1 9-60 16,1-9 26-16</inkml:trace>
  <inkml:trace contextRef="#ctx0" brushRef="#br0" timeOffset="125312.43">19176 12698 22 0,'0'0'45'16,"-4"-9"-8"-16,4 9 0 0,0 0-4 0,0 0-16 16,0 0 8-16,0 0-6 0,0 0 3 0,0 0-1 15,0 0-6-15,0 0-2 0,0 0-1 0,0 0-1 0,0 0-2 16,0 0-1-16,0 0-1 0,0 0 0 16,0 0-1-16,0 0-6 0,0 0 0 0,0 0 1 15,0 0-4-15,0 0-1 0,0 0-4 0,0 0 1 16,0 0-3-16,0 0-2 0,0 0-2 0,0 0 0 15,0 0-8-15,0 0-24 0,0 0-50 0,0 0 23 16</inkml:trace>
  <inkml:trace contextRef="#ctx0" brushRef="#br0" timeOffset="126362.56">21123 12314 6 0,'0'0'9'0,"0"0"0"0,0 0 8 15,0 0-8-15,0 0 4 0,0 0 3 0,0 0-5 16,0 0-1-16,0 0 2 0,0 0-3 0,0 0-4 15,0 0 3-15,0 0-6 0,0 0 5 0,0 0-1 16,0 0-3-16,0 0 5 0,0 0-2 16,0 0-6-16,0 0 8 0,0 0-5 0,0 0 0 15,0 0 8-15,0 0 2 0,0 0-9 0,0 0 1 0,0 0 3 16,0 0-1-16,0 0 1 0,0 0-1 0,0 0-5 16,0 0-1-16,0 0 6 0,0 0-1 15,0 0-4-15,0 0 3 0,0 0-4 0,0 0 7 16,0 0 1-16,0 0-3 0,0 0 3 0,0 0 6 15,0 0-11-15,0 0 7 0,0 0 0 0,0 0-2 0,0 0-1 16,0 0-2-16,0 0-5 0,0 0 8 0,0 0-10 16,0 0-3-16,0 0-4 0,0 0 2 0,0 0-9 15,0 0-4-15,0 0-6 0,0 0-25 0,-15 23-53 16,15-23 24-16</inkml:trace>
  <inkml:trace contextRef="#ctx0" brushRef="#br0" timeOffset="127999.43">18152 12047 2 0,'0'0'17'0,"0"0"-8"15,0 0-3-15,0 0 2 0,0 0-3 0,0 0-5 16,0 0-9-16,0 0-8 0,0 0 5 0</inkml:trace>
  <inkml:trace contextRef="#ctx0" brushRef="#br0" timeOffset="129531.86">18920 12118 8 0,'0'0'10'16,"0"0"6"-16,0 0-3 0,0 0 3 0,0 0-6 0,0 0 1 15,0 0 0-15,0 0-1 0,0 0 0 0,0 0-6 16,0 0 2-16,0 0-1 0,0 0 1 0,0 0 4 16,0 0 1-16,0 0-1 0,0 0 0 15,0 0-2-15,0 0-2 0,0 0-2 0,0 0 0 16,0 0 8-16,0 0-5 0,0 0-5 0,0 0 3 0,0 0-1 15,0 0 2-15,0 0-5 0,1-8 2 0,-1 8 1 16,0 0 1-16,0 0 6 0,0 0-5 0,0 0-4 16,0 0-2-16,3-6 4 0,-3 6-1 15,0 0 7-15,0 0-4 0,0 0 5 0,0 0-8 0,0 0 0 16,0 0-2-16,0 0 0 0,0 0 0 0,0 0-3 16,4-8 6-16,-4 8-2 0,0 0-2 0,0 0 1 15,0 0 4-15,0 0-11 0,0 0 8 16,0 0-1-16,0 0-1 0,0 0 3 0,0 0-5 15,0 0 6-15,0 0-3 0,0 0-2 0,0 0 4 0,0 0-3 16,0 0-2-16,0 0 1 0,0 0 3 0,0 0-1 16,0 0-1-16,0 0-1 0,0 0 0 15,0 0-2-15,0 0-3 0,0 0 4 0,0 0-4 16,0 0 8-16,0 0-6 0,0 0 7 0,0 0 0 0,0 0 2 16,0 0-4-16,0 0 0 0,0 0-6 0,0 0 2 15,0 0 6-15,0 0-3 0,0 0-3 0,0 0 4 16,0 0 1-16,0 0-1 0,0 0 6 0,0 0 0 15,0 0-8-15,0 0-1 0,0 0 3 0,0 0 0 16,0 0-7-16,0 0 8 0,0 0 1 0,0 0-1 16,0 0 3-16,0 0-11 0,0 0 6 0,0 0 3 15,0 0-5-15,0 0 2 0,0 0-1 0,0 0-2 16,0 0-2-16,0 0 2 0,0 0-3 0,0 0-1 16,0 0-2-16,0 0 2 0,0 0-9 0,0 0-4 15,0 0-2-15,0 0-16 0,0 0-42 0,0 0 19 16</inkml:trace>
  <inkml:trace contextRef="#ctx0" brushRef="#br0" timeOffset="133872.31">22954 9901 30 0,'0'0'34'0,"0"0"-3"0,0 0 3 0,0 0-11 0,0 0-1 15,0 0-1-15,0 0 0 0,0 0-7 0,0 0 1 16,10 10-4-16,-10-10 0 0,0 0 2 0,0 0-7 16,0 0 3-16,0 0 1 0,0 0-6 0,0 0 2 15,0 0 5-15,0 0-9 0,0 0 2 0,3 5 1 16,-3-5-6-16,0 0 5 0,0 0 1 0,0 0 1 15,0 0-3-15,0 0-1 0,0 0-1 0,0 0 5 16,0 0-8-16,0 0 5 0,0 0 3 0,0 0-3 16,0 0 1-16,0 0 3 0,0 0-4 0,0 0 1 15,0 0-1-15,0 0-2 0,0 0 3 0,0 0 2 16,0 0-4-16,0 0 2 0,0 0 0 0,0 0 0 16,0 0-1-16,0 0 0 0,0 0-1 0,0 0-2 15,0 0 5-15,0 0-3 0,0 0 3 0,0 0-2 16,0 0-1-16,0 0 0 0,0 0 5 0,0 0 0 15,0 0-2-15,0 0 2 0,0 0 3 0,0 0 2 16,0 0-8-16,0 0 2 0,0 0-4 0,0 0 1 0,0 0-6 16,0 0-5-16,0 0 0 0,0 0-4 15,0 0 7-15,7 2-12 0,-7-2-6 0,0 0-12 16,6 3-32-16,-6-3-72 0,0 0 33 0</inkml:trace>
  <inkml:trace contextRef="#ctx0" brushRef="#br0" timeOffset="137245.63">21123 12016 37 0,'0'0'62'0,"0"0"-4"0,0 0-8 15,3-9-7-15,-3 9-4 0,0 0-8 0,0 0-5 16,0 0-9-16,0 0-13 0,2-7 0 0,-2 7-1 16,0 0-3-16,0 0-1 0,0 0-6 0,0 0-8 15,0 0-13-15,0 0-3 0,0 0-18 0,8-2-53 16,-8 2 24-16</inkml:trace>
  <inkml:trace contextRef="#ctx0" brushRef="#br0" timeOffset="137871.47">22846 9737 27 0,'0'0'51'0,"4"-4"-2"0,-4 4-13 0,0 0-6 15,0 0-12-15,0 0-4 0,0 0-11 0,0 0-16 16,0 0-24-16,0 0-38 0,0 0 17 0</inkml:trace>
  <inkml:trace contextRef="#ctx0" brushRef="#br0" timeOffset="138611.04">15402 12366 21 0,'0'0'49'16,"7"0"-1"-16,-7 0-2 0,9 3-8 0,-9-3-3 15,7 0-8-15,-7 0 13 0,0 0-9 0,8 2-1 16,-8-2-4-16,0 0 2 0,0 0-8 0,0 0-3 16,0 0-2-16,6-7-16 0,-6 7-10 0,2-11-12 15,-2 1-17-15,-1 0-26 0,-1-1-72 0,0-4 32 16</inkml:trace>
</inkml:ink>
</file>

<file path=ppt/ink/ink1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6:59:15.726"/>
    </inkml:context>
    <inkml:brush xml:id="br0">
      <inkml:brushProperty name="width" value="0.05292" units="cm"/>
      <inkml:brushProperty name="height" value="0.05292" units="cm"/>
      <inkml:brushProperty name="color" value="#FF0000"/>
    </inkml:brush>
  </inkml:definitions>
  <inkml:trace contextRef="#ctx0" brushRef="#br0">12607 14307 21 0,'0'0'15'0,"0"0"-7"0,0 0-16 15,0 0-7-15,0 0 3 0</inkml:trace>
  <inkml:trace contextRef="#ctx0" brushRef="#br0" timeOffset="98814.67">15746 11908 10 0,'0'0'23'0,"0"0"-9"0,0 0-9 16,0 0-14-16,0 0-10 0,0 0 5 0</inkml:trace>
  <inkml:trace contextRef="#ctx0" brushRef="#br0" timeOffset="99724.33">15624 12743 1 0,'0'0'75'0,"0"0"-10"0,0 0-16 0,0 0-17 0,12-14-19 16,-12 14-23-16,3-7-28 0,-3 7-41 0,0 0 19 16</inkml:trace>
  <inkml:trace contextRef="#ctx0" brushRef="#br0" timeOffset="100200.49">15530 12773 43 0,'0'0'67'0,"0"0"-9"16,0 0-23-16,0 0-20 0,0 0-29 0,5-22-20 15,-5 22-38-15,-2-11 17 0</inkml:trace>
  <inkml:trace contextRef="#ctx0" brushRef="#br0" timeOffset="100420.24">15533 12052 35 0,'0'0'58'0,"0"0"-13"0,0 0-15 15,0 0-13-15,0 0-17 0,0 0-11 0,0 0-18 16,0 0-32-16,0 0 14 0</inkml:trace>
  <inkml:trace contextRef="#ctx0" brushRef="#br0" timeOffset="100640.46">15518 12713 51 0,'0'0'86'0,"0"0"-11"0,0 0-14 15,0 0-6-15,0 0-34 0,0 0-25 0,0 0-54 16,0 0-63-16,0 0 29 0</inkml:trace>
  <inkml:trace contextRef="#ctx0" brushRef="#br0" timeOffset="109542.52">22914 9899 17 0,'2'-9'38'0,"-2"9"-6"16,4-8 2-16,-4 8-10 0,4-9-9 0,-1 4-6 15,-3 5-7-15,7-9-8 0,-4 5-22 0,1-1-30 16,-1-1 13-16</inkml:trace>
  <inkml:trace contextRef="#ctx0" brushRef="#br0" timeOffset="115586.25">22989 13605 31 0,'0'0'78'0,"0"0"-9"0,-5-5-3 0,5 5-11 0,0 0-11 15,0 0 1-15,0 0-8 0,0 0-2 0,0 0-4 16,0 0-6-16,0 0-2 0,0 0-13 0,0 0-2 16,0 0-10-16,0 0-10 0,0 0-19 0,0 0-19 15,0 0-27-15,0 0-84 0,0 0 37 0</inkml:trace>
  <inkml:trace contextRef="#ctx0" brushRef="#br0" timeOffset="116138.05">24695 13737 2 0,'0'10'96'0,"0"-10"-16"15,0 0-8-15,0 0-2 0,0 0-10 0,0 0-2 16,0 0-9-16,0 0-7 0,0 0-6 16,0 0 3-16,0 0-11 0,0 0-8 0,0 0-12 0,-5 8-27 15,5-8-29-15,-9 2-52 0,9-2-106 0,-11 2 47 16</inkml:trace>
  <inkml:trace contextRef="#ctx0" brushRef="#br0" timeOffset="116521.02">23319 13932 19 0,'0'0'20'16,"0"0"-10"-16,0 0-19 0,0 0-8 0,22-6 3 15</inkml:trace>
  <inkml:trace contextRef="#ctx0" brushRef="#br0" timeOffset="118270.14">24716 5443 9 0,'0'0'27'0,"0"0"-4"15,0 0-3-15,0 0 0 0,0 0-5 16,0 0 3-16,0 0-2 0,-3-12-3 0,3 12-1 16,0 0 0-16,0 0-3 0,0 0-2 0,0 0 2 15,0 0-3-15,0 0-1 0,0 0-4 0,0 0 2 16,0 0 0-16,0 0 2 0,0 0 0 0,0 0 0 0,0 0-2 16,0 0-3-16,0 0 7 0,0 0 2 15,0 0-1-15,0 0 2 0,0 0 2 0,0 0 1 16,0 0-5-16,0 0 7 0,0 0 0 0,0 0-2 15,0 0 7-15,0 0-2 0,0 0 1 0,0 0 6 16,0 0-5-16,0 0 5 0,0 0-7 0,0 0 8 16,10 1-3-16,-10-1 9 0,0 0-7 0,0 0-3 0,0 0-4 15,0 0-8-15,0 0-2 0,0 0 3 16,0 0 0-16,0 0-4 0,0 0 1 0,0 0 2 16,0 0-3-16,0 0-3 0,0 0-3 0,0 0 7 15,0 0-7-15,0 0-2 0,0 0 4 0,0 0 0 0,0 0 2 16,0 0-2-16,0 0-3 0,0 0 5 0,0 0-2 15,0 0-5-15,0 0 1 0,0 0 5 16,0 0-5-16,0 0 1 0,0 0 5 0,0 0-3 16,0 0-3-16,0 0 2 0,0 0-2 0,0 0 4 15,0 0-10-15,0 0 5 0,0 0 8 0,0 0-1 16,0 0-2-16,0 0-11 0,0 0-4 0,0 0-4 0,0 0-7 16,0 0-4-16,0 0-5 0,0 0 1 15,0 0-2-15,0 0 2 0,0 0 1 0,0 0-4 0,0 0-7 16,0 0-34-16,0 0-82 0,0 0 36 15</inkml:trace>
  <inkml:trace contextRef="#ctx0" brushRef="#br0" timeOffset="145852.22">3761 13962 24 0,'0'0'31'0,"0"0"1"0,0 0 4 0,0 0-6 16,0 0-3-16,0 0-3 0,0 0 0 0,0 0-6 0,0 0-2 16,0 0 3-16,0 0 3 0,0 0-2 0,0 0-6 15,0 0 5-15,0 0-1 0,0 0 4 16,0 0 11-16,0 0-23 0,0 0-1 0,0 0 5 15,0 0 1-15,0 0-8 0,0 0 3 0,0 0-3 16,0 0 1-16,0 0 2 0,0 0-4 0,0 0-1 16,0 0 2-16,0 0-7 0,0 0-1 0,0 0 4 15,0 0-2-15,0 0-1 0,0 0-11 0,0 0-5 16,0 0-13-16,0 0-18 0,0 0-27 0,0 0-78 16,0 0 35-16</inkml:trace>
  <inkml:trace contextRef="#ctx0" brushRef="#br0" timeOffset="146756.31">3744 13959 56 0,'0'0'78'0,"0"0"-16"0,0 0-10 0,0 0-38 15,0 0-29-15,0 0-27 0,0 0-44 0,0 0 19 16</inkml:trace>
  <inkml:trace contextRef="#ctx0" brushRef="#br0" timeOffset="-162878.06">26926 8716 24 0,'0'0'153'0,"-2"5"-2"16,2-5-1-16,0 0-12 0,0 0-2 0,-1 7-7 15,1-7-2-15,0 0-8 0,0 0 7 16,0 0 0-16,-4 7-1 0,4-7-2 0,0 0-8 15,0 0-7-15,0 0-6 0,0 0-2 0,0 0-2 0,0 0-2 16,0 0-5-16,0 0-4 0,19-17-5 0,-11 13-2 16,-1-5-9-16,-1 1-6 0,4-2-7 15,-1-6-9-15,2 3-3 0,2-3 1 0,-2 1-9 0,0-2-1 16,1 2-5-16,-1-9-4 0,-1 7 3 16,3-5-9-16,-3-1-3 0,-2 6 1 0,3-7-4 0,-5 5-3 15,-3 1 2-15,1 1-4 0,0-1 2 0,-1-1 2 16,-3 0-8-16,0-1-1 0,0 4-1 15,-3-2-2-15,-1 2 4 0,2 1-4 0,-2 3-1 16,1 1 2-16,-3 2-2 0,-1 0 1 0,2-1-3 0,1 5 2 16,-1-2-4-16,1 3 4 0,4 4-4 0,-5-10 0 15,-1 6 1-15,6 4-1 0,-9-4-1 0,9 4-3 16,-9-3 22-16,9 3-4 0,-9 0-4 0,9 0 1 16,-12 6-3-16,3-1 1 0,1 2-2 0,1 0 2 15,-2 2-4-15,4 0 2 0,-1 1-3 0,-1 0-3 16,5-2 1-16,-5 0 0 0,4 2 3 0,1-2-5 15,0-2 2-15,2-6 1 0,-2 13-3 0,2-13 1 16,4 12-1-16,-2-6 6 0,1 0-5 0,2-2 1 16,-1 2-2-16,3-3-1 0,-1 4 5 0,1-3 1 15,4 0-4-15,-2-1 4 0,0-1-1 0,5 0 0 16,-5 1-2-16,5-1 4 0,-1-2-2 0,-2 0 1 16,3 2-2-16,-1-1 0 0,-1-1 1 0,1-1-1 15,3 2 0-15,-3-1-2 0,0 0 3 0,-3 1-2 16,0-1 0-16,-1 2 3 0,1-2-2 0,-1 0 0 15,-9 0-3-15,13 2 0 0,-8-1-2 0,2 2 2 16,-7-3-1-16,10 3 0 0,-5-1 1 0,-5-2-2 16,10 6 2-16,-6-4 2 0,0 4-4 0,1-1 2 15,-3 1 2-15,4 3-3 0,0 0 3 0,-5 1-2 16,4 1 2-16,-1 0 2 0,-4 1 6 0,4 3 1 16,-3-3 0-16,-1 1 2 0,-1 3 0 0,2-4-2 15,-1 1-1-15,-1 0-2 0,1-3-1 0,1 3-1 0,-2-3 6 16,2 2-2-16,-1-2-5 0,0 1-2 15,0-1 2-15,2 1-1 0,-2-3 4 0,2-1-3 16,-2-7-2-16,0 13 3 0,2-6 4 0,0-2-4 16,-2-5-3-16,4 11 1 0,-3-6 1 0,-1-5-4 15,2 9-18-15,0-5-12 0,-2-4-23 0,5 9-33 0,-5-9-46 16,3 7-52-16,-3-7-36 0,2 6-48 16,-2-6-143-16,0 0-447 0,0 9 198 0</inkml:trace>
  <inkml:trace contextRef="#ctx0" brushRef="#br0" timeOffset="-159484.55">27622 8490 38 0,'0'0'169'0,"0"0"-2"0,0 0-3 16,0 0-2-16,0 0-9 0,-13 0-6 0,13 0-16 15,0 0-9-15,0 0-10 0,-5-3-14 0,5 3-10 16,0 0-5-16,0 0-9 0,0 0-7 0,0 0-4 16,0 0-3-16,0 0 1 0,0 0-13 0,0 0 0 15,0 0-8-15,0 0-1 0,0 0-9 0,25-6-5 16,-16 0-22-16,3 5-27 0,-4-4-27 0,1 1-36 16,3 0-32-16,-2 1-31 0,-3 2-26 15,1-1-89-15,0 1-285 0,-8 1 126 0</inkml:trace>
  <inkml:trace contextRef="#ctx0" brushRef="#br0" timeOffset="-159331.33">27631 8587 140 0,'0'0'146'0,"-7"6"-9"0,7-6 0 16,-6 4-6-16,6-4-5 0,0 0 0 0,-4 3-15 15,4-3-8-15,0 0-12 0,0 0-5 0,0 0-16 16,0 0-33-16,26-3-57 0,-8-7-50 0,2 2-57 15,-2 0-77-15,9-9-221 0,2 2 97 0</inkml:trace>
  <inkml:trace contextRef="#ctx0" brushRef="#br0" timeOffset="-157847.22">28188 8057 69 0,'0'0'120'15,"0"0"-9"-15,0 0-7 0,0 0-10 0,0 0-13 16,0 0-6-16,0 0-12 0,0 0 4 0,0 0-15 15,0 0 2-15,0 0-6 0,0 0-7 0,0 0-3 0,0 0-6 16,0 0 5-16,0 0 3 0,0 0-3 16,0 0-7-16,0 0-3 0,0-9 6 0,0 9-12 15,0 0 4-15,0 0 2 0,0 0 5 0,0 0 1 16,0 0 1-16,0 0 1 0,0 0-2 0,0 0 0 0,0 0 3 16,0 0-12-16,0 0 5 0,0 0-7 0,0 0 1 15,0 0-6-15,0 0 2 0,0 0 2 0,0 0 5 16,-17 22 0-16,12-11 0 0,-2-2-5 15,3 4 7-15,-5 0-5 0,2 0-2 0,-2 1-2 0,6-3 2 16,-3-2 8-16,1 2 5 0,1-2 2 0,0 0-2 16,-2 2 7-16,2-4 0 0,-1 0 0 0,1-2-2 15,0 2-1-15,0-3-6 0,2 4 3 16,2-8 2-16,-10 6 2 0,8-3-3 0,2-3 0 16,-7 5-2-16,7-5-2 0,-4 2-4 0,4-2 0 0,0 0-1 15,-4 6 0-15,4-6-6 0,0 0 2 0,0 0-5 16,0 0-4-16,0 0 2 0,-7 4-4 0,7-4 1 15,0 0-4-15,0 0 0 0,0 0-9 16,0 0-1-16,0 0-1 0,0 0 1 0,0 0-2 0,0 0 1 16,19 1-3-16,-19-1-6 0,14 2 1 0,-1-4-4 15,-3 1-2-15,3 1 2 0,0-3-4 0,-1 2 0 16,1-1-2-16,5-1 2 0,-5 2-5 16,1-2 1-16,-1 0 1 0,-2 2 0 0,2-2 5 0,-3-2-2 15,3 4 2-15,-3-4 5 0,-1 4-2 0,0-2 3 16,0-1 2-16,-4 0 3 0,5 0-3 0,-5 1 4 15,-5 3-3-15,8-8 5 0,-5 2-1 0,-1 0 4 16,-2 6 1-16,3-14 3 0,-3 14 8 0,-3-10-6 16,-1 0-3-16,0 2-2 0,-2 2 10 0,1-2 2 15,-3 0 0-15,-2-1 0 0,0 2-3 0,0 1-2 16,-1-1-2-16,1 0 0 0,-1 1-2 0,3 2 4 16,-2-1-4-16,1 0 0 0,0 2-3 0,4 0-1 15,5 3-16-15,-13-4-25 0,13 4-39 0,-9-2-48 16,9 2-40-16,-5-2-37 0,5 2-121 0,0 0-350 15,0 0 155-15</inkml:trace>
  <inkml:trace contextRef="#ctx0" brushRef="#br0" timeOffset="-157501.84">28337 7963 97 0,'0'0'215'0,"0"-8"-16"15,0 8-12-15,0 0-4 0,4-6-10 0,-4 6-19 16,0 0-14-16,0 0-18 0,0 0-14 0,0 0-16 15,0 0-8-15,0 0-8 0,0 0-9 0,16 14-5 16,-9-7-5-16,1 3-7 0,-1 0-5 0,5 3-2 16,0-1-5-16,-4-2-5 0,1 0 0 0,0-1-7 15,-1-1 3-15,0 0 25 0,-3-4-3 0,1-1 8 16,-2 1 3-16,1-1 6 0,-5-3 8 0,9 6 5 16,-9-6 2-16,9 1 0 0,-9-1-8 0,0 0-8 15,13-8-5-15,-11 2 0 0,5-1-9 0,-2-2-5 16,-3 0-3-16,2 0-4 0,0-1-9 0,-1-5 4 15,2 0-8-15,-4-1-5 0,0 0-5 0,2 1 1 16,-3-2-3-16,2 2-10 0,-2 3-13 0,2 2-8 16,-2 0-17-16,0 2-12 0,2 1-17 0,-2 7-25 15,2-10-32-15,-2 10-34 0,0-7-25 0,0 7-1 16,6-7-16-16,-6 7-10 0,10-2-1 0,-10 2-143 16,15 2-377-16,-7-2 166 0</inkml:trace>
  <inkml:trace contextRef="#ctx0" brushRef="#br0" timeOffset="-157251.31">28734 7912 56 0,'0'0'110'0,"0"0"4"16,0 0 4-16,0 0 4 0,0 0-3 0,0 0-4 15,0 0-2-15,0 0-9 0,0 0-6 0,0 0-2 16,0 0-6-16,0 0-6 0,0 0-7 0,0 0-6 15,0 0-1-15,0 0-11 0,0 0-7 0,-15-16 0 16,15 16-10-16,0 0-7 0,0 0-1 0,-7-4-2 16,7 4-5-16,0 0-3 0,0 0-4 0,0 0-12 15,-5-5-26-15,5 5-24 0,0 0-25 0,0 0-24 16,0 0-15-16,0 0-14 0,-16 8-14 0,11-4-94 16,5-4-246-16,-6 7 109 0</inkml:trace>
  <inkml:trace contextRef="#ctx0" brushRef="#br0" timeOffset="-156900.83">28233 8501 168 0,'0'0'172'0,"0"0"-5"0,0 0-6 0,0 0-7 16,0 0-1-16,32-17-14 0,-5 4-14 0,6-1-10 15,-1-3-14-15,15-4-6 0,0-1-11 0,-13 8-11 16,1-2-5-16,0 2-8 0,-2 2-6 0,-1 0-4 16,-12 5-7-16,6-1-30 0,-12 4-52 0,-2 0-60 15,-4 4-47-15,-3 0-140 0,-5 0-308 0,0 0 136 16</inkml:trace>
  <inkml:trace contextRef="#ctx0" brushRef="#br0" timeOffset="-156448.45">28487 8591 115 0,'0'9'200'16,"0"-9"8"-16,-2 6-5 0,2-6-4 0,-3 12-7 16,0-5-8-16,-2 3-5 0,-2 5-12 0,-2-1-10 15,1 3-6-15,-2-1-15 0,1 1-6 0,-3-3-8 16,-1 0-8-16,2 1-7 0,0-1-12 0,0-1-4 15,1-1-3-15,2-1-9 0,-1-1-12 0,2-1-4 16,-2 0-5-16,5-2-6 0,-1-2-9 0,-2 1-3 16,4-4-3-16,3-2-7 0,-8 8 1 0,8-8-9 15,-4 5-14-15,4-5-9 0,0 0 3 0,0 0-1 16,0 0-4-16,0 0 2 0,15 6-1 0,-15-6-1 16,20-6 1-16,-9 1-1 0,6 0-2 0,-1 0 1 15,1-3 2-15,2-1-4 0,-4 2 1 0,1-2 2 16,-3 3 0-16,0-5 3 0,3 1-3 0,-3 1 3 15,2-1 0-15,-5 3 0 0,-2-2 0 0,0 2 2 16,-1-1 4-16,-5 1 7 0,4 0 0 0,-3 1 1 16,-1-1-3-16,-2 7 1 0,2-13 9 0,-4 7-3 15,2 6-6-15,-5-12 1 0,-1 7-2 0,0-1-2 16,-3 1 3-16,-1-1-5 0,0 4 3 0,-4-1-3 16,4 0 3-16,-3 0 2 0,0 1-13 0,3 2-10 15,0-3-12-15,10 3-20 0,-13-1-26 0,13 1-33 16,-10-1-36-16,10 1-26 0,0 0-26 0,0 0-9 15,0 0-9-15,0 0-20 0,25-10-133 0,-9 3-390 16,4-1 173-16</inkml:trace>
  <inkml:trace contextRef="#ctx0" brushRef="#br0" timeOffset="-156026.89">28672 8545 109 0,'0'0'168'16,"8"-6"-11"-16,-8 6-9 0,0 0-4 0,5-3-7 15,-5 3-2-15,0 0-10 0,6-5-7 0,-6 5-12 16,7-5-10-16,-7 5-8 0,6-7-5 0,-6 7-11 15,8-5-11-15,-3 3-4 0,-5 2-9 0,10-9 0 0,-5 7-3 16,-5 2-3-16,7-6-8 0,-3 3-4 0,-4 3 4 16,0 0-6-16,5-6 2 0,-5 6-6 15,0 0-4-15,0 0 0 0,7-3 3 0,-7 3-4 16,0 0 0-16,0 0-1 0,0 0 2 0,0 0 2 0,0 0 3 16,0 0 2-16,0 0 0 0,0 0-5 15,0 0-2-15,-21 10 3 0,21-10 2 0,-6 10 3 16,4-3 0-16,-1 2-2 0,1 3-4 0,-2-2-4 15,3 0 1-15,2 2-3 0,1-1 1 0,-2 1-4 16,0 1 3-16,0-4-5 0,3 2 1 0,-2-2-3 0,2 2 0 16,-3-1 0-16,4-1 1 0,-3 0-3 0,-1-2 4 15,1 2 2-15,-1-9-3 0,2 14 2 16,-2-8 0-16,0-6 0 0,-4 13-3 0,2-10 0 16,-1 2 0-16,3-5-1 0,-4 8 3 0,4-8-2 15,-5 6 2-15,5-6-4 0,0 0-3 0,0 0-1 0,0 0-1 16,0 0 2-16,0 0-3 0,0 0 3 0,0 0 2 15,0 0-9-15,0 0 4 0,0 0-3 16,6-25 0-16,2 19 2 0,-3 0-1 0,4 0-7 16,2 1-8-16,-2 0-16 0,2-2-20 0,0 0-22 0,0 1-31 15,0-1-36-15,5-4-30 0,-5 5-23 0,1 0-162 16,-3-1-386-16,0 1 172 0</inkml:trace>
  <inkml:trace contextRef="#ctx0" brushRef="#br0" timeOffset="-155885.39">28751 8503 44 0,'0'0'184'0,"-6"-8"-17"0,6 8-18 15,-1-9-15-15,1 9-15 0,0 0-13 16,13-21-13-16,-4 13-28 0,3-4-40 0,2 0-36 0,1 1-39 16,-2-1-122-16,0 2-184 0,3 0 82 0</inkml:trace>
  <inkml:trace contextRef="#ctx0" brushRef="#br0" timeOffset="-152295.22">19145 13439 33 0,'0'0'93'0,"0"0"-5"0,0 0-13 16,0 0-4-16,0 0-4 0,0 0-10 0,0 0-7 15,0 0-2-15,0 0 3 0,0 0-17 0,0 0-7 16,0 0-6-16,0 0-10 0,0 0-8 0,0 0-18 16,0 0-13-16,0 0-15 0,0 0-15 0,0 0-40 15,0 0-106-15,0 0 47 0</inkml:trace>
  <inkml:trace contextRef="#ctx0" brushRef="#br0" timeOffset="-151096.04">20843 13358 112 0,'0'0'131'0,"0"0"-11"16,0 0 2-16,11 2-6 0,-11-2-12 0,0 0-4 15,0 0-1-15,0 0-21 0,9-1-3 0,-9 1-8 16,0 0-2-16,0 0-12 0,0 0-1 0,0 0-9 16,0 0-1-16,0 0-8 0,8 1-4 0,-8-1-1 15,0 0-7-15,0 0-13 0,0 0-24 0,0 0-25 16,0 0-24-16,0 0-31 0,0 0-121 0,0 0-232 15,0 0 104-15</inkml:trace>
  <inkml:trace contextRef="#ctx0" brushRef="#br0" timeOffset="-150618.47">19208 13522 59 0,'0'0'87'15,"0"0"-8"-15,0 0-8 0,0 0-15 0,0 0-3 16,0 0-4-16,0 0 3 0,0 0-12 0,0 0-13 16,0 0-13-16,0 0-19 0,0 0-14 0,0 0-18 15,0 0-51-15,0 0-95 0,19 9 42 0</inkml:trace>
  <inkml:trace contextRef="#ctx0" brushRef="#br0" timeOffset="-149439.49">19192 12707 51 0,'0'0'72'0,"0"0"-6"0,0 0-4 0,0 0-7 16,0 0-1-16,0 0-7 0,0 0-3 15,0 0-11-15,0 0-3 0,0 0-4 0,0 0-5 0,0 0-8 16,0 0-10-16,0 0-3 0,0 0-12 0,0 0-6 15,0 0-6-15,0 0-10 0,0 0-2 0,0 0-2 16,0 0-32-16,0 0-74 0,0 0 33 16</inkml:trace>
  <inkml:trace contextRef="#ctx0" brushRef="#br0" timeOffset="-147529.52">21062 12069 12 0,'0'0'23'0,"0"0"-5"0,0 0-3 0,0 0-3 16,0 0 0-16,0 0 0 0,0 0 1 0,0 0-4 15,0 0 1-15,0 0 3 0,0 0-2 0,0 0 6 16,0 0-6-16,0 0 3 0,0 0-10 0,0 0 4 15,0 0 0-15,0 0-2 0,0 0 0 0,0 0 6 16,0 0-8-16,0 0 2 0,0 0 2 0,0 0-7 16,0 0 8-16,0 0-5 0,0 0 2 0,0 0-6 15,0 0 4-15,0 0-1 0,0 0 2 0,0 0 5 16,0 0-4-16,0 0 0 0,0 0-1 0,0 0 3 16,0 0 1-16,0 0-3 0,0 0 2 0,0 0-3 15,0 0 3-15,0 0-3 0,0 0-2 0,0 0 4 16,0 0-4-16,0 0 2 0,0 0-2 0,0 0-2 15,0 0 2-15,0 0-2 0,0 0 4 0,0 0-5 16,0 0 4-16,0 0-3 0,0 0 4 0,0 0-5 16,0 0 6-16,0 0-7 0,0 0 2 0,0 0-1 15,0 0-6-15,0 0-3 0,0 0-13 0,0 0-42 16,0 0-69-16,0 0 31 0</inkml:trace>
  <inkml:trace contextRef="#ctx0" brushRef="#br0" timeOffset="-146113.02">27267 8668 11 0,'0'0'90'0,"0"0"-8"0,0 0-1 16,0 0-16-16,0 0-2 0,0 0-10 16,0 0-3-16,0 0-11 0,0 0-16 0,0 0-17 15,0 0-21-15,0 0-31 0,0 0-38 0,0 0-91 16,0 0 40-16</inkml:trace>
  <inkml:trace contextRef="#ctx0" brushRef="#br0" timeOffset="-145338.33">28748 8690 53 0,'0'0'68'0,"0"0"-2"0,0 0 1 0,0 0-12 16,0 0-1-16,0 0-4 0,0 0-7 0,0 0 2 15,0 0 1-15,0 0-10 0,0 0 9 16,0 0-11-16,0 0-1 0,0 0-1 0,0 0 1 0,0 0-6 16,0 0-6-16,0 0 10 0,0 0-8 0,0 0-10 15,0 0 10-15,0 0-14 0,0 0 8 0,0 0-5 16,0 0-1-16,0 0 1 0,0 0-17 0,0 0 17 15,0 0 1-15,0 0-6 0,0 0 6 0,0 0-10 16,0 0 10-16,0 0 2 0,0 0-1 0,0 0 1 16,0 0-1-16,0 0-1 0,0 0 1 0,0 0-2 15,0 0-7-15,0 0 7 0,0 0-7 0,0 0 4 16,0 0-2-16,0 0 0 0,0 0 1 16,0 0 1-16,0 0-12 0,0 0 14 0,0 0-11 0,0 0 6 15,0 0-20-15,0 0 24 0,0 0-3 0,0 0-5 16,0 0 0-16,0 0-4 0,0 0-5 0,0 0 5 15,0 0 6-15,0 0-5 0,0 0-7 0,0 0 1 16,0 0 8-16,0 0-2 0,0 0-4 0,0 0 3 16,0 0 5-16,0 0-6 0,0 0-2 0,0 0-1 15,0 0 3-15,0 0 0 0,0 0-8 0,0 0 10 16,0 0-10-16,0 0 1 0,3-9-8 0,-3 9-4 16,0 0 8-16,0 0-3 0,0 0-4 0,0 0 6 15,0 0-4-15,6-2 1 0,-6 2-10 0,0 0-11 16,0 0-4-16,0 0-4 0,0 0-12 0,0 0-7 15,0 0-50-15,0 0-123 0,0 0 54 0</inkml:trace>
  <inkml:trace contextRef="#ctx0" brushRef="#br0" timeOffset="-144848.25">27555 8658 20 0,'0'0'36'0,"0"0"-11"0,0 0-8 16,0 0-13-16,0 0-21 0,0 0-19 0,-2 7 8 15</inkml:trace>
  <inkml:trace contextRef="#ctx0" brushRef="#br0" timeOffset="-143590.49">28768 8803 8 0,'0'0'10'0,"0"0"-4"0,8-2 3 0,-8 2-5 15,0 0 1-15,0 0 6 0,0 0-5 16,0 0 1-16,0 0-3 0,0 0 1 0,0 0-2 15,0 0 1-15,0 0-2 0,0 0-1 0,0 0 2 16,0 0-3-16,0 0-4 0,0 0 4 0,0 0 3 16,0 0 1-16,0 0 1 0,0 0-6 0,0 0 7 0,0 0-6 15,0 0 2-15,0 0-5 0,0 0 1 0,0 0 4 16,0 0-4-16,0 0 6 0,0 0-5 0,0 0-1 16,0 0 2-16,0 0-1 0,0 0 1 15,5-5 3-15,-5 5-3 0,0 0 1 0,0 0-1 0,0 0-2 16,0 0 2-16,0 0 4 0,0 0-4 0,0 0 2 15,0 0-2-15,0 0-2 0,0 0 1 16,0 0 2-16,0 0 4 0,0 0-5 0,0 0 1 16,0 0 1-16,0 0-4 0,0 0 7 0,0 0-3 15,0 0-1-15,0 0-3 0,0 0 3 0,0 0-3 0,0 0 2 16,0 0 0-16,0 0 6 0,0 0-1 0,0 0 4 16,0 0-4-16,0 0 2 0,0 0-1 0,0 0-1 15,0 0 0-15,0 0 6 0,0 0-4 0,0 0 4 16,0 0 7-16,0 0-3 0,0 0 1 15,0 0 2-15,0 0-2 0,0 0-4 0,0 0 1 0,0 0 0 16,0 0 0-16,0 0-2 0,0 0-2 16,0 0 2-16,0 0-3 0,0 0 3 0,0 0 0 15,0 0-1-15,0 0-10 0,0 0 11 0,0 0-8 16,0 0 3-16,0 0-5 0,0 0 3 0,0 0 4 0,0 0-3 16,0 0-2-16,0 0-2 0,0 0 1 0,0 0-3 15,0 0-5-15,0 0 0 0,0 0-3 0,0 0-3 16,0 0-2-16,0 0-4 0,0 0-8 0,0 0-33 15,0 0-63-15,0 0 29 0</inkml:trace>
  <inkml:trace contextRef="#ctx0" brushRef="#br0" timeOffset="-142644.78">27398 8535 27 0,'0'0'31'0,"-2"-10"-6"0,2 10 1 0,0 0-3 0,0 0-5 16,0 0-4-16,0 0 5 0,0 0-8 15,0 0-6-15,0 0-1 0,2-8-3 0,-2 8-6 16,0 0-5-16,0 0-8 0,0 0-11 0,0 0-31 16,0 0 14-16</inkml:trace>
  <inkml:trace contextRef="#ctx0" brushRef="#br0" timeOffset="-141915.96">27294 8615 31 0,'0'0'92'0,"-2"-7"-15"0,2 7-7 0,0 0-14 16,0 0-11-16,0 0-19 0,0 0-24 0,0 0-42 15,0 0-21-15,0 0-64 0,0 0 29 0</inkml:trace>
  <inkml:trace contextRef="#ctx0" brushRef="#br0" timeOffset="-139883.34">3731 13943 22 0,'3'-12'82'0,"-3"12"-12"16,0 0 3-16,0 0-6 0,0 0-6 0,0 0 2 15,0 0-9-15,0 0-6 0,0 0-5 16,0 0 0-16,0 0-11 0,0 0-2 0,0 0-6 15,0 0 3-15,0 0-3 0,0 0-6 0,0 0-3 16,0 0 8-16,0 0-17 0,0 0-8 0,0 0-4 16,6-7-11-16,-6 7-4 0,0 0-1 0,0 0-12 15,12-1-2-15,-12 1-14 0,0 0-2 0,0 0-46 16,13 1-106-16,-13-1 47 0</inkml:trace>
  <inkml:trace contextRef="#ctx0" brushRef="#br0" timeOffset="-138282.6">3758 13931 70 0,'0'0'70'0,"0"0"-2"0,0 0-7 0,0 0-7 15,0 0-4-15,0 0-7 0,0 0 1 0,0 0-3 16,0 0-10-16,0 0 6 0,0 0-12 0,0 0-5 16,0 0-2-16,0 0-15 0,0 0-2 0,0 0-26 15,0 0-9-15,0 0-17 0,0 0-37 0,0 0-95 16,0 0 42-16</inkml:trace>
  <inkml:trace contextRef="#ctx0" brushRef="#br0" timeOffset="-99044.02">28452 9109 135 0,'0'0'133'0,"0"0"2"0,-9 0-1 16,9 0-7-16,0 0 3 0,0 0-6 0,0 0-6 16,0 0 2-16,0 0-6 0,-11 1-10 0,11-1-4 15,0 0-3-15,0 0-7 0,0 0-6 0,0 0 2 16,0 0-6-16,0 0-6 0,0 0-2 0,-12-5-6 16,12 5-7-16,0 0 5 0,0 0-4 0,0 0-7 15,0 0-2-15,0 0-9 0,0 0-4 0,-7-2-6 16,7 2-1-16,0 0-3 0,0 0-3 0,20-6-2 15,1 0-4-15,8-3-1 0,7-4-4 0,16-7 0 16,8-1-10-16,31-6-15 0,2-5-28 0,-1 2-40 16,2-3-58-16,3 0-49 0,-9 2-189 0,0-2-406 15,-6-2 181-15</inkml:trace>
</inkml:ink>
</file>

<file path=ppt/ink/ink1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06:07.633"/>
    </inkml:context>
    <inkml:brush xml:id="br0">
      <inkml:brushProperty name="width" value="0.05292" units="cm"/>
      <inkml:brushProperty name="height" value="0.05292" units="cm"/>
      <inkml:brushProperty name="color" value="#FF0000"/>
    </inkml:brush>
  </inkml:definitions>
  <inkml:trace contextRef="#ctx0" brushRef="#br0">19491 8176 4 0,'0'0'34'0,"0"0"1"0,0 0-4 16,0 0-2-16,0 0-10 0,0 0 1 15,0 0 5-15,0 0-3 0,0 0-6 0,0 0 2 16,0 0-4-16,0 0 0 0,0 0-5 0,0 0 0 16,0 0 2-16,0 0 0 0,0-8 2 0,0 8-12 0,0 0 8 15,0 0-5-15,0 0 6 0,0 0-6 16,0 0 2-16,0 0-2 0,0 0-1 0,0 0 2 0,0 0-4 16,0 0 0-16,0 0 1 0,0 0 2 0,0 0-4 15,0 0 1-15,0 0 0 0,0 0-4 0,0 0 5 16,0 0 0-16,0 0 6 0,0 0-4 15,0 0-2-15,0 0 9 0,0 0-4 0,0 0 0 16,0 0-4-16,0 0-3 0,0 0 6 0,0 0 4 16,0 0-9-16,0 0-4 0,0 0 9 0,0 0-2 15,0 0-1-15,0 0-7 0,0 0 8 0,0 0-2 0,0 0 0 16,0 0-7-16,0 0 5 0,0 0 2 0,0 0-1 16,0 0-2-16,0 0-2 0,0 0 1 0,0 0-6 15,0 0-7-15,0 0 1 0,0 0-6 0,0 0-5 16,0 0 2-16,0 0-7 0,0 0-24 0,0 0-58 15,0 0 26-15</inkml:trace>
  <inkml:trace contextRef="#ctx0" brushRef="#br0" timeOffset="7172.78">27061 10711 110 0,'0'0'108'0,"0"0"-5"0,-7-4-16 0,7 4-21 16,0 0 7-16,-5-6 7 0,5 6-6 0,0 0 4 15,-8-2-5-15,8 2-8 0,0 0-5 0,-7-5 2 16,7 5-15-16,-10-5-4 0,10 5-2 0,-8-3-2 16,8 3-4-16,0 0-4 0,-13-3-9 0,13 3 9 15,-10 0-4-15,10 0 6 0,0 0 3 0,-9-1 2 16,9 1-3-16,-6-3-12 0,6 3 11 0,0 0 4 16,0 0 4-16,-9-2-1 0,9 2 4 0,0 0-5 15,0 0 3-15,0 0-5 0,-10 0-1 0,10 0-13 16,0 0-3-16,0 0 0 0,0 0-7 0,0 0-3 15,0 0-1-15,34-2 0 0,0 2-3 0,5 0 6 16,21-6-1-16,32-3-3 0,0 0-1 0,2-5-8 16,1 1-34-16,-5 2-43 0,0-3-54 0,-26 5-169 15,-3 1-324-15,2 0 144 0</inkml:trace>
</inkml:ink>
</file>

<file path=ppt/ink/ink1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06:20.651"/>
    </inkml:context>
    <inkml:brush xml:id="br0">
      <inkml:brushProperty name="width" value="0.05292" units="cm"/>
      <inkml:brushProperty name="height" value="0.05292" units="cm"/>
      <inkml:brushProperty name="color" value="#FF0000"/>
    </inkml:brush>
  </inkml:definitions>
  <inkml:trace contextRef="#ctx0" brushRef="#br0">29776 6104 14 0,'0'0'14'0,"0"0"-6"0,0 0-2 0,0 0-8 16,0 0-5-16,0 0-7 0,0 0 2 0</inkml:trace>
  <inkml:trace contextRef="#ctx0" brushRef="#br0" timeOffset="1433.78">29842 6168 17 0,'0'0'50'0,"0"0"-6"0,0 0-6 16,0 0-4-16,0 0-4 0,0 0-5 0,0 0-1 15,0 0-11-15,0 0-4 0,0 0-9 0,0 0-7 16,0 0-11-16,0 0-8 0,0 0-14 0,0 0-41 16,0 0 19-16</inkml:trace>
  <inkml:trace contextRef="#ctx0" brushRef="#br0" timeOffset="12646.87">23796 6013 2 0,'0'0'4'0,"0"0"2"0,0 0-2 0,0 0 2 16,0 0 1-16,0 0-1 0,0 0-3 0,0 0-3 16,0 0 3-16,0 0-1 0,0 0 0 0,0 0 0 15,0 0 0-15,0 0-1 0,0 0-1 0,12-5 3 16,-12 5-4-16,0 0 2 0,0 0-2 0,0 0-1 15,0 0 3-15,0 0-2 0,0 0 4 0,0 0-3 16,0 0-2-16,0 0 1 0,0 0-2 0,0 0 3 16,0 0-2-16,0 0-3 0,0 0 1 0,0 0-2 15,0 0 6-15,0 0-5 0,0 0 4 0,0 0-3 16,0 0 3-16,0 0-1 0,0 0 3 0,0 0-4 16,0 0 4-16,0 0-3 0,0 0 3 0,0 0 0 15,0 0-1-15,0 0 2 0,0 0 0 0,0 0 0 16,0 0-1-16,0 0-1 0,0 0 0 0,0 0-1 15,0 0 4-15,0 0 0 0,0 0-1 0,0 0-3 16,0 0 2-16,0 0-3 0,0 0 4 0,0 0-3 16,0 0 5-16,0 0-5 0,0 0-5 0,0 0-6 15,0 0 3-15</inkml:trace>
  <inkml:trace contextRef="#ctx0" brushRef="#br0" timeOffset="14105.65">23794 6032 6 0,'0'0'10'0,"0"0"-2"0,0 0 1 0,0 0 0 15,0 0-2-15,0 0-4 0,0 0 4 0,0 0-6 16,0 0 6-16,0 0-1 0,0 0-1 0,0 0-2 15,0 0 0-15,0 0-1 0,0 0 1 0,0 0-5 16,0 0 4-16,0 0-3 0,0 0 3 0,-1-22-1 16,1 22-2-16,0 0 3 0,0 0-4 0,0 0 4 15,0 0-6-15,0 0 3 0,0 0 1 0,0 0-1 16,0 0 1-16,0 0 1 0,0 0-1 0,0 0-1 16,0 0 3-16,0 0 4 0,0 0 1 0,0 0 0 15,0 0 7-15,0 0-6 0,0 0 0 0,0 0 1 16,0 0-3-16,0 0 2 0,0 0-1 0,0 0 2 15,0 0-2-15,14 14 0 0,-14-14 1 0,0 0 3 16,0 0-5-16,0 0 4 0,0 0-6 0,0 0 0 16,0 0 4-16,0 0-4 0,0 0 0 0,0 0-3 15,0 0 0-15,0 0 0 0,0 0 0 0,0 0 3 16,0 0-5-16,0 0 0 0,0 0 0 0,0 0-2 16,0 0 2-16,0 0-1 0,0 0 7 0,0 0-4 15,0 0-2-15,0 0 0 0,0 0 0 0,0 0-5 16,0 0 6-16,0 0-4 0,0 0 1 0,0 0 1 15,0 0 4-15,0 0-2 0,0 0 0 0,-23 1 1 16,23-1 0-16,0 0 4 0,0 0-4 0,0 0-2 16,0 0 5-16,0 0-8 0,0 0 3 0,0 0 1 15,0 0 0-15,0 0 1 0,-1 9 3 0,1-9-4 16,0 0-3-16,0 0 4 0,0 0-2 0,0 0 5 16,0 0-1-16,0 0 1 0,0 0-5 0,0 0 1 0,0 0 3 15,0 0-3-15,0 0-1 0,0 0 3 16,0 0-4-16,0 0 4 0,0 0 3 0,0 0-1 15,0 0-4-15,0 0 6 0,0 0-4 0,0 0 0 16,0 0 2-16,0 0 0 0,0 0-2 0,0 0 0 16,0 0-2-16,0 0 0 0,0 0 0 0,0 0 0 0,0 0-1 15,0 0 3-15,0 0-1 0,0 0 0 0,0 0-1 16,0 0 1-16,0 0-2 0,0 0 2 16,0 0-3-16,0 0 3 0,0 0-3 0,0 0 3 15,0 0-1-15,0 0-2 0,0 0 2 0,0 0 0 16,0 0-2-16,0 0 0 0,0 0 5 0,0 0-1 0,0 0-5 15,0 0 5-15,0 0-5 0,0 0 0 16,0 0 2-16,0 0 0 0,0 0 2 0,0 0 2 16,0 0 1-16,0 0-5 0,0 0 2 0,0 0-1 15,0 0 0-15,0 0 3 0,0 0-6 0,0 0 2 16,0 0 4-16,0 0-4 0,0 0-2 0,0 0 0 16,0 0 0-16,0 0 5 0,0 0-2 0,0 0-4 15,0 0 5-15,0 0-1 0,0 0 4 0,0 0-3 16,0 0 1-16,0 0-4 0,0 0 4 0,0 0 0 15,0 0-4-15,0 0-1 0,0 0 2 0,0 0 5 16,0 0-1-16,0 0-1 0,0 0 0 0,0 0-4 0,0 0 3 16,0 0-2-16,0 0 2 0,0 0 1 15,0 0 0-15,0 0-1 0,0 0 5 0,0 0-3 16,0 0 3-16,0 0-1 0,0 0-3 0,0 0 3 16,0 0-3-16,0 0 3 0,0 0 0 0,0 0 6 15,0 0-6-15,0 0 4 0,0 0-9 0,0 0 7 0,0 0-5 16,0 0 5-16,0 0-5 0,0 0-2 15,0 0 7-15,0 0 2 0,0 0-7 0,0 0 6 16,0 0 4-16,0 0-6 0,0 0 3 0,0 0-3 16,0 0 2-16,0 0-4 0,0 0-1 0,0 0 2 15,0 0-3-15,0 0 1 0,0 0-3 0,0 0 3 0,0 0-2 16,0 0-1-16,0 0 2 0,0 0-2 0,0 0-1 16,0 0 3-16,0 0 1 0,0 0-8 0,0 0 2 15,0 0 3-15,0 0-5 0,0 0-7 0,0 0-6 16,0 0-12-16,0 0-8 0,-4 4-23 15,4-4-67-15,0 0 30 0</inkml:trace>
  <inkml:trace contextRef="#ctx0" brushRef="#br0" timeOffset="29604.49">24155 5218 73 0,'0'0'59'0,"0"0"-4"0,0 0-11 16,0 0 6-16,0 0-10 0,0 0-5 16,0 0-2-16,0 0-5 0,0 0-3 0,0 0-3 15,0 0 1-15,0 0-1 0,0 0-8 0,0 0 0 16,0 0-1-16,0 0-3 0,0 0 7 0,0 0 24 16,0 0-20-16,0 0 8 0,0 0-12 0,0 0 7 15,0 0-10-15,0 0 9 0,0 0-6 0,19 3-1 16,-9-11-19-16,12-8-25 0,6-7-25 0,9-8-64 15,3-4-125-15,8-7 57 0</inkml:trace>
  <inkml:trace contextRef="#ctx0" brushRef="#br0" timeOffset="70654.69">9683 6344 33 0,'0'0'46'15,"-9"-2"4"-15,9 2-11 0,-12-2-1 0,12 2 6 16,-12-2 3-16,12 2 3 0,-12 0-3 0,12 0-8 16,-13-1 3-16,5 0-8 0,8 1-6 0,-15-1-2 15,8 0 4-15,7 1-12 0,-16-2 1 0,16 2 1 16,-12-1-4-16,3 1 7 0,9 0 8 0,-13-3 8 16,13 3-8-16,-14-1-10 0,14 1 19 0,-10 0-2 15,10 0 12-15,-8-2-1 0,8 2-5 0,0 0 2 16,-9-1-1-16,9 1-7 0,0 0-5 0,0 0-3 15,-9-2-5-15,9 2-4 0,0 0 1 0,0 0 5 16,0 0-2-16,0 0 13 0,0 0-7 0,0 0-8 16,0 0 2-16,30 3 1 0,-17-3-4 0,0 2-1 15,6-2 0-15,1 0-10 0,1 0-2 0,7 0 4 16,-1 0-3-16,-4-2-2 0,7 2 2 0,-1-3-3 16,2 2 1-16,-3 0-5 0,3 1 3 0,-2-2 0 15,2-1 1-15,2 3-6 0,0-2 1 0,-2 2-2 16,1-2 7-16,2 2-10 0,1 0 3 0,-1 0 2 15,2 0 4-15,2-1-4 0,1 1 4 0,-1-2-8 16,0 0 15-16,1 1-9 0,13-3-9 0,-15 3 9 16,0 0-4-16,14-2 0 0,-11 3 3 0,-2-5 0 15,1 3-4-15,-4-1 2 0,3 0 0 0,0 1 2 16,3-2 3-16,-3 1-8 0,14-1 5 0,-13 1-6 16,13-1 3-16,-15-2 3 0,17 3-2 0,-3-3-2 15,-1 3 5-15,-12-2-7 0,13-1 5 0,2 1 8 16,-15-2-6-16,13-3-3 0,2 4 4 0,-15-1-8 15,17-3 10-15,-19 6 0 0,1-3 0 0,11-1-5 16,-9 5 8-16,-1 0 0 0,13-5-2 0,-15 6 1 16,5 0 5-16,-1 2-1 0,0-3-5 0,10 0 0 15,-10 2-1-15,-1-2 5 0,-1 5 4 0,0-2-1 16,-4-2 2-16,6 4-1 0,-7-4 0 0,4 6 3 16,-6-4-12-16,3 0 4 0,-2 1-4 0,-1-2 1 15,0 1 2-15,-1 0-1 0,1 0-4 0,-4-1 21 16,2 2 4-16,-7-2-7 0,7 1-2 0,-2-1 6 15,1 2-12-15,-6-1 1 0,-2 2-4 0,1-2 4 16,-1 2-4-16,0-5-1 0,4 3-2 0,-5 0 1 16,0-1-4-16,4 1 2 0,0 0-5 0,-3 0 7 15,0-3-5-15,3 3-3 0,-3 0 1 0,0 0 3 16,0 2-4-16,-1-1 1 0,-2-1-2 0,4-1 2 16,-4 2 4-16,2-1-3 0,1 0-3 0,-7 1 2 15,5 0-4-15,0 1 4 0,2-1-1 0,-4-1 0 16,-2 0 0-16,3-1 2 0,2-1-3 0,-1 5 3 15,-1-4 15-15,-3-1-1 0,-1 2-3 0,0 0 2 16,4 2-3-16,-5-2 3 0,0-2-1 0,1 2-2 16,2-1-2-16,-5 0 2 0,3 0 7 0,-3-1 5 15,-1 2-1-15,-9 0 4 0,13 0-1 0,-3-1-5 16,-10 1-1-16,19-1-1 0,-11 1-3 0,0-2 8 16,-8 2-15-16,13-1 2 0,-3-1-2 0,-4 1-3 15,-6 1 3-15,13-1-6 0,-13 1 2 0,10 0 0 16,-10 0-1-16,9 0-2 0,-9 0-1 0,0 0 0 15,9 1 1-15,-9-1-2 0,0 0 1 0,0 0 0 16,8-1-8-16,-8 1-14 0,0 0-13 0,0 0-18 16,0 0-17-16,0 0-34 0,0 0-35 0,6 7-49 15,-6-7-184-15,0 0-400 0,-23 19 177 0</inkml:trace>
  <inkml:trace contextRef="#ctx0" brushRef="#br0" timeOffset="73525.25">3701 7457 40 0,'-8'-2'63'0,"8"2"-8"0,-15-3-11 15,7 1-2-15,8 2-8 0,-16-1-8 0,8 0 2 16,8 1-1-16,-16 0-1 0,7 0-1 0,9 0-5 16,-16 0-1-16,8 0-3 0,8 0-2 0,-16 0 2 15,8 0-2-15,8 0-3 0,-14 0 1 0,14 0-5 16,-13 1-3-16,7-1 2 0,6 0-2 0,-8 1 13 15,8-1-19-15,0 0-3 0,-10 4 8 0,10-4-7 16,0 0 9-16,0 0-9 0,0 0 5 0,0 0 9 16,0 0 18-16,0 0-15 0,0 0 29 0,19 10 9 15,-9-7-16-15,1 0-3 0,2-1-2 0,3 0-3 16,2-3-4-16,3 1-3 0,7 0 0 0,-5 0 1 16,4-3-1-16,4-2 5 0,2 0 13 15,0-1 1-15,-2 1 13 0,1-2-29 0,1 0 0 0,2 1 9 16,-3 0-9-16,3-2 0 0,4 3-4 0,-2-1 4 15,2-5-10-15,11 4 1 0,-10 1 3 0,-2 2-8 16,-1-1 1-16,3 1-6 0,1 2 8 16,9 0-2-16,-13 0-4 0,-3 2 6 0,1 0-7 0,-3 0 1 15,2 6-8-15,-3-5 9 0,1 4-4 16,-4-2 1-16,-6 2-4 0,8 1 4 0,-3 0-1 0,3 1-3 16,0-1 2-16,0 3 2 0,-3-2-2 0,3-2-3 15,-3 3 7-15,1-1-4 0,-6-2-3 0,5 2 1 16,2 0 7-16,-3-1-3 0,1-3 1 0,1 5-1 15,-2-4-2-15,3 2-1 0,0-3 4 16,0 2-4-16,2 0 1 0,-2-1 0 0,5 0 3 16,-2 1-2-16,0-1 3 0,1-2-5 0,-1 5 4 0,1-3-5 15,2-2 4-15,-1 0-6 0,2 1 3 0,1 1 8 16,0-4-6-16,1 3-10 0,16 2 11 0,-14-2-6 16,13 1 6-16,3-2-1 0,-2-1 0 15,0-2 0-15,3-1 0 0,0-2 3 0,-1-1-6 16,0-1 1-16,-2 2-1 0,2-3 2 0,-1-2 4 15,-2 5 6-15,5-4 1 0,-2-1-8 0,4 5 1 0,-3 0 0 16,1-3 0-16,1 4-1 0,0-3 3 16,1 1 2-16,3 0 0 0,-2 1-5 0,-1-4 2 15,1 2 0-15,-2 2-3 0,-3 1-1 0,1-4 9 16,4 1-4-16,0-1-1 0,-1 2 1 0,4 2 1 16,-2-4 3-16,0 0 4 0,0 3 1 0,0-1-2 15,3-6 3-15,-2 4-1 0,-2-1-2 0,-1-3-1 0,3 4-2 16,-3-3-3-16,3 0 1 0,-1-2 2 0,1 5-2 15,-2-2-6-15,1 1 4 0,-2 3-6 0,-3-1 2 16,1 0 8-16,2 0-5 0,-3 2 5 16,0-2-10-16,-3 2 7 0,-1 1-4 0,3-1 3 15,2-1 0-15,-2-2 5 0,-3 1-5 0,5 0 6 16,-4-2 6-16,3-1-2 0,-2 3-2 0,1 1 1 16,-1-1-1-16,2 0 1 0,-17 2-3 0,9-2-1 0,-12 0 1 15,0 2-1-15,-1-2-2 0,-3 2 1 16,-1 0 0-16,-1 0 0 0,-2 0-4 0,1 1 2 15,-14 1 1-15,-2 1 0 0,-2 0 3 0,1-1-13 16,-4 1 4-16,-9 1 0 0,0 0 4 0,15-2 20 16,-15 2 9-16,0 0 1 0,14 0 0 0,-14 0 1 0,0 0 13 15,0 0 8-15,0 0 10 0,12 0-5 0,-12 0 4 16,0 0 10-16,0 0 7 0,0 0-5 16,0 0-10-16,0 0-2 0,0 0-7 0,0 0-4 15,0 0-11-15,0 0-3 0,0 0-7 0,0 0-5 16,0 0-2-16,0 0-4 0,0 0-5 0,0 0-4 15,0 0 2-15,0 0-14 0,0 0-15 0,0 0-20 16,0 0-24-16,0 0-28 0,0 0-32 0,0 0-28 16,0 0-34-16,0 0-28 0,0 0-27 0,0 0-187 15,0 0-450-15,0 0 199 0</inkml:trace>
  <inkml:trace contextRef="#ctx0" brushRef="#br0" timeOffset="74354.97">13232 7439 68 0,'0'0'65'0,"0"0"2"0,29-1-12 0,-18 1-7 15,2 1-4-15,6 1-3 0,1-4-2 0,0 2-2 16,11 0 5-16,1-2 5 0,9 0-6 0,10-2 1 15,1 0-6-15,2 0-5 0,2 3-3 0,2-4 3 16,3 1 0-16,3-2-6 0,0 2 10 0,-3 1-7 16,4-2-6-16,0 2 0 0,0 0 1 0,30-4-2 15,-32 6 4-15,1-4-16 0,26 0 10 0,-27-1 1 16,2 1 16-16,2 0-13 0,-4 2-2 0,5 0 9 16,23-4-3-16,-34 2-1 0,5 1 4 0,-1 2-2 15,4-2-3-15,1 2 1 0,-1-1 3 0,-1 1-3 16,0 1-1-16,-3-1 0 0,0 0-1 0,-1 1-13 15,0 0 10-15,-2-2-6 0,-3 2 0 0,-1-2-2 16,-1 1-3-16,0 1-1 0,-1 0 1 0,-11-2 2 16,10 3 8-16,0-4-6 0,-12 2 8 0,-2 0-2 15,3 0 3-15,-1 2-6 0,-1-3-5 0,-1 0 9 16,0 1 4-16,-2 1-3 0,-3-2 5 0,1 0-8 16,-2 2-3-16,-1-1 2 0,2-2-6 0,-4 1 2 15,2 0 6-15,-3-1 0 0,2 1-7 0,-1-4 1 16,-7 3 0-16,5 0-3 0,1-1-2 0,-5-1 2 15,9 2 3-15,-5-2-7 0,1 2 4 0,-5 0-1 16,-2 0-4-16,-2 0 4 0,2-2-2 0,-3 3 11 16,-1-1 1-16,-2 1-4 0,-4-1-4 0,0 2 1 15,-1 0-1-15,0 1-4 0,-2-2 2 0,-7 3-1 16,11-4 0-16,-5 3-6 0,-6 1 3 0,9-2 0 16,-9 2-3-16,0 0 2 0,8 0-2 0,-8 0-2 15,0 0-16-15,0 0-20 0,9 0-5 0,-9 0-19 16,0 0-11-16,0 0-25 0,0 0-50 0,0 0-145 15,-28 6-313-15,10-5 139 0</inkml:trace>
  <inkml:trace contextRef="#ctx0" brushRef="#br0" timeOffset="75244">2796 8548 16 0,'0'0'78'0,"0"0"-6"0,0 0-9 15,0 0-6-15,0 0-2 0,0 0-5 0,0 0-6 16,6-9-5-16,-6 9-4 0,10-1-8 0,-10 1 2 15,18 0-3-15,-7 1 2 0,6 1 2 0,3-1-5 16,8-1 8-16,1 1 0 0,4 2-7 0,7 0 4 16,12-1-2-16,5 3 4 0,3-5-1 0,5 2 2 15,33-6 15-15,-2 3-3 0,-1-5-12 0,2 4-4 16,1-8-4-16,-1 2 4 0,8 2 5 0,4-5 6 16,2-6 4-16,4-2-6 0,3 0-5 0,-1 2 5 15,-5 2 3-15,-4-1 0 0,-2 2-1 0,-4 2 2 16,-1 0 2-16,-1 4 0 0,-4-2-7 0,-2 1 1 15,-29 5 2-15,26-3 0 0,-26 3-1 0,-1 2-8 16,27-1 0-16,-31 1 9 0,7 1-2 0,-7-1-1 16,-2 0-3-16,2 1 0 0,-3 1-6 0,-6 0 0 15,-12 1 0-15,0-3-2 0,-5 2 7 0,-2 0-1 16,-4 0 2-16,-7 0-7 0,-5-2-4 0,-3 2 0 16,1-1-4-16,-14 1-1 0,16 1-5 0,-16-1-4 15,14 2 6-15,-14-2 0 0,0 0-1 0,11 1-2 16,-11-1-9-16,0 0 7 0,0 0-16 0,0 0-19 15,0 0-39-15,0 0-46 0,5 8-48 0,-5-8-191 16,0 0-379-16,0 0 168 0</inkml:trace>
  <inkml:trace contextRef="#ctx0" brushRef="#br0" timeOffset="75414.85">6706 8087 146 0,'0'0'163'0,"0"0"-51"0,0 0-56 0,0 0-80 15,0 0-52-15,-16 19-82 0,-8-5 36 0</inkml:trace>
</inkml:ink>
</file>

<file path=ppt/ink/ink1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24:40.173"/>
    </inkml:context>
    <inkml:brush xml:id="br0">
      <inkml:brushProperty name="width" value="0.05292" units="cm"/>
      <inkml:brushProperty name="height" value="0.05292" units="cm"/>
      <inkml:brushProperty name="color" value="#FF0000"/>
    </inkml:brush>
  </inkml:definitions>
  <inkml:trace contextRef="#ctx0" brushRef="#br0">22672 9833 23 0,'0'0'31'0,"0"0"-4"0,0 0 1 16,0 0-5-16,0 0 1 0,0 0 3 0,0 0-8 16,0 0 8-16,0 0 1 0,0 0-1 0,0 0-8 15,0 0 2-15,0 0 0 0,0 0-3 0,0 0-1 16,0 0-6-16,0 0 3 0,0 0-3 0,0 0-2 15,0 0-3-15,0 0-1 0,0 0 4 0,0 0-5 16,0 0-9-16,0 0 7 0,0 0-14 0,0 0-9 16,0 0-10-16,0 0-4 0,0 0-24 0,0 0-61 15,0 0 27-15</inkml:trace>
  <inkml:trace contextRef="#ctx0" brushRef="#br0" timeOffset="11281.97">7232 10285 2 0,'0'0'2'0,"0"0"1"15,0 0 1-15,0 0-1 0,0 0-1 16,0 0-1-16,0 0 1 0,0 0-2 0,0 0 2 0,0 0-1 15,0 0 0-15,0 0 0 0,0 0 1 0,0 0 0 16,0 0-3-16,0 0 14 0,0 0-11 0,0 0-2 16,0 0 3-16,0 0 2 0,0 0-3 0,0 0 6 15,0 0-5-15,0 0 0 0,0 0-2 0,0 0 5 16,0 0-7-16,0 0 3 0,0 0 0 0,0 0 0 16,0 0-2-16,0 0 1 0,0 0 1 0,0 0-4 15,0 0 2-15,0 0 1 0,1-14-4 0,-1 14 3 16,0 0 6-16,0 0-8 0,0 0 1 15,0 0 0-15,5-11 2 0,-5 11-3 0,0 0 2 0,0 0 0 16,5-5-1-16,-5 5-1 0,0 0-2 0,0 0 4 16,0 0-2-16,7-3 3 0,-7 3-4 0,0 0 2 15,0 0-1-15,0 0 2 0,6-3-1 0,-6 3 1 16,0 0 0-16,0 0 1 0,8-4-12 16,-8 4-12-16,0 0 6 0</inkml:trace>
  <inkml:trace contextRef="#ctx0" brushRef="#br0" timeOffset="131369.99">7179 9946 15 0,'-9'-1'18'0,"9"1"2"0,0 0 0 16,-7-2-4-16,7 2 10 0,0 0-1 0,0 0-2 15,-12 0 1-15,12 0-1 0,0 0-1 0,-9-2-4 16,9 2 1-16,0 0-4 0,-9-2 2 0,9 2-2 16,0 0 1-16,-12 0 2 0,12 0 1 0,-8-2-2 15,8 2-2-15,0 0 9 0,-10-2-7 0,10 2 0 16,0 0 0-16,-12-2 5 0,12 2-2 0,0 0-5 15,-8-2 0-15,8 2 4 0,0 0-15 0,0 0 12 16,0 0-4-16,-9-3 1 0,9 3-6 0,0 0 3 16,0 0 4-16,0 0-7 0,0 0 1 0,0 0-4 15,0 0 5-15,0 0-4 0,0 0 5 0,0 0-4 16,0 0-1-16,0 0-4 0,0 0 3 0,0 0-6 16,0 0 5-16,32 5 2 0,-23-3-4 0,4-1 2 15,5 0-1-15,0 1-2 0,0 1 4 0,4 2 1 16,-1-5-1-16,1 3 9 0,5-1-7 0,1-1 5 15,3 1-3-15,-4-2-2 0,-5 2 2 0,5-2 4 16,0 1-18-16,-5 0 14 0,6-1-2 0,-6 1 0 16,-2-3-3-16,1 3 5 0,-5 1 1 0,2-2-8 15,-5 1-2-15,0-1 6 0,1 0-4 0,-1 0-1 16,-3 3 7-16,-1-3-1 0,-2 3-11 0,-7-3 9 16,13 1 0-16,-8 1-2 0,-5-2-7 0,0 0 14 15,13 0-7-15,-13 0 3 0,6 0-1 0,-6 0-1 16,0 0 3-16,0 0 7 0,0 0-27 0,0 0 26 0,0 0 4 15,0 0-1-15,0 0-1 0,0 0-14 0,0 0 3 16,0 0 4-16,0 0-4 0,0 0 6 16,0 0 6-16,-26 1-7 0,26-1-6 0,-15 2 6 15,4-2-4-15,1 3-1 0,-2-2-18 0,-2 0 18 16,3 1-7-16,-3 0 3 0,2 1 3 0,-6-1-2 0,0 0 3 16,-2-1-8-16,2 1 5 0,-2 0-9 15,-1 0 6-15,2 1 0 0,-3-2 4 0,1 1-7 16,-7 2-3-16,7-4-2 0,-1-2 8 0,-1 2 0 0,2 0-1 15,0 0 1-15,-2-1-3 0,1 0 3 0,3-1 0 16,0 1 3-16,2-3-7 0,2 3 17 0,2 1-10 16,-1-2 5-16,3 0 13 0,-2-1-11 0,3 1 3 15,2-2-8-15,2 3 1 0,6 1 3 0,-13-5 12 16,13 5-10-16,-10-4 3 0,10 4-10 0,-7-1 4 16,7 1 2-16,0 0-2 0,-7-3 2 15,7 3-5-15,0 0 1 0,0 0-6 0,0 0-11 0,0 0 26 16,0 0-11-16,0 0-8 0,23-3 14 0,-9 2-4 15,-2 1 2-15,6-3-5 0,2 3 3 0,0 0-7 16,7 3 4-16,-5-5 2 0,7 5 2 0,2-6 3 16,-2 2-8-16,0 2 6 0,1 2 16 0,-2-7-24 15,1 4 8-15,-1 3-8 0,-6 0 8 0,0-2-9 16,6 2 9-16,-9-5-5 0,2 4-3 0,-5-1 8 16,-3-2-10-16,0-1 1 0,0 1 10 0,-5 1-8 15,0-1 4-15,-8 1 1 0,12 1 3 0,-12-1-3 16,11 0-1-16,-11 0-1 0,8 3 8 0,-8-3-2 15,0 0 7-15,0 0-2 0,0 0 0 0,0 0-5 16,8-2 6-16,-8 2-9 0,0 0 10 0,0 0-7 16,0 0 1-16,0 0-2 0,0 0 6 0,-34-4-5 15,25 3-12-15,-3 2 11 0,1-1 6 0,0 0-9 16,-7-1 10-16,1 1-5 0,-1 1-7 0,6 2-2 16,-6-2 4-16,0-2-1 0,5 2 0 0,-5 1-6 15,0-1 4-15,1 3-4 0,-2 1 4 0,-2-1-14 0,2-1 12 16,-1-1 0-16,3 2 0 0,2-3-5 15,-1 0 8-15,3 0-5 0,0-3 7 0,2 3-2 16,2-2 1-16,0 2-1 0,9-1-12 0,-13 0 7 16,13 0 0-16,-11 1 4 0,11-1 6 0,-10-2-3 0,10 2 1 15,0 0 2-15,-11 0-3 0,11 0-1 0,0 0-12 16,0 0 13-16,0 0 2 0,0 0-19 16,0 0 23-16,0 0-12 0,0 0 4 0,30-2-4 15,-19 2 7-15,2 0-3 0,6 1 0 0,2-1 4 0,-1 0-1 16,0-1-4-16,2 1 1 0,6 1-3 0,-6-1 10 15,9 1-8-15,-1-1-1 0,1 0-14 0,-3 0-10 16,-1 2-13-16,1 2-20 0,0 2 5 0,-1-3-16 16,1 2-27-16,-8 3-54 0,0-2-161 0,9-3 71 15</inkml:trace>
  <inkml:trace contextRef="#ctx0" brushRef="#br0" timeOffset="135301.53">23258 11133 13 0,'0'0'34'16,"0"0"-3"-16,0 0-5 0,0 0-4 0,0 0 2 16,0 0-4-16,0 0 8 0,0 0-5 0,0 0 2 15,0 0-3-15,0 0 1 0,0 0-4 0,0 0 3 16,0 0 4-16,0 0-5 0,0 0 6 0,0 0 3 15,0 0 4-15,0 0-8 0,0 0 7 0,0 0-1 16,0 0 9-16,0 0-6 0,0 0-6 0,0 0-4 16,0 0-1-16,0 0 0 0,0 0-8 0,0 0-11 15,0 0 9-15,0 0 3 0,0 0-7 0,0 0 3 0,0 0-2 16,0 0-5-16,0 0 5 0,0 0-7 16,0 0 8-16,0 0-13 0,0 0 15 0,0 0-11 15,0 0 7-15,0 0-10 0,0 0 2 0,0 0 7 16,0 0-12-16,0 0 5 0,0 0-1 0,0 0 2 0,0 0 7 15,0 0-13-15,0 0 5 0,0 0 3 0,0 0-6 16,0 0-2-16,0 0 1 0,0 0 7 0,0 0-9 16,0 0 5-16,0 0-3 0,0 0-1 0,0 0 6 15,0 0-3-15,0 0 0 0,0 0 3 0,0 0-4 16,0 0-3-16,15 14 7 0,-15-14 0 0,0 0-4 16,0 0 3-16,0 0-3 0,0 0 0 0,0 0 1 15,0 0 0-15,0 0-4 0,0 0 5 0,0 0-4 16,0 0 7-16,0 0-5 0,0 0 8 0,0 0 3 15,0 0-5-15,0 0 3 0,0 0 0 0,0 0 0 16,0 0 1-16,0 0-3 0,0 0-2 0,0 0 4 16,0 0-11-16,0 0 9 0,0 0-11 0,0 0 5 15,0 0 7-15,0 0-5 0,0 0 3 0,0 0 6 16,0 0-6-16,0 0-9 0,0 0 3 0,4 5 16 16,-4-5-14-16,0 0-5 0,0 0 4 0,0 0 12 15,0 0-8-15,0 0-8 0,0 0 6 0,0 0-2 16,0 0-1-16,0 0 5 0,1 7-2 0,-1-7 1 15,0 0-4-15,0 0-5 0,0 0 2 0,0 0 3 16,0 0-3-16,0 0-3 0,0 0 5 0,0 0 11 16,0 0-10-16,0 0 1 0,0 0-4 0,0 0-3 0,0 0 15 15,0 0-4-15,0 0 3 0,0 0-6 16,0 0-16-16,0 0 10 0,0 0 7 0,0 0-8 16,0 0 4-16,0 0 2 0,0 0 0 0,0 0-7 15,0 0 5-15,0 0 4 0,0 0 2 0,0 0-7 16,0 0 6-16,0 0 1 0,0 0-5 0,0 0 9 0,0 0-7 15,0 0-4-15,0 0 3 0,0 0 1 16,0 0-5-16,0 0 7 0,0 0 0 0,0 0-3 16,0 0-5-16,0 0 8 0,0 0-5 0,0 0 3 0,0 0-1 15,0 0-8-15,0 0 3 0,1 8-18 0,-1-8-9 16,0 0-2-16,0 0 1 0,0 0 0 0,-2 10-2 16,2-10-11-16,0 0-2 0,-3 8-17 15,3-8-43-15,0 0-117 0,-4 5 52 0</inkml:trace>
  <inkml:trace contextRef="#ctx0" brushRef="#br0" timeOffset="137066.37">15561 15200 55 0,'0'0'68'0,"-5"-3"0"0,5 3-9 0,0 0 0 16,0 0-8-16,-3-7-8 0,3 7-4 0,0 0-3 16,-6-6-4-16,6 6-2 0,0 0-6 0,-5-4 0 15,5 4 1-15,0 0 6 0,-9-3-14 0,9 3 3 16,0 0-5-16,-12-2-6 0,12 2 4 0,-11-3 0 15,4 2-6-15,7 1 3 0,-14-2-4 0,7 0 5 16,7 2-3-16,-12-2 7 0,12 2-1 0,-12-4 1 16,12 4 1-16,-14-2 15 0,9 1-14 0,5 1-7 15,-12-2-2-15,12 2 2 0,-11 0 10 0,11 0 2 16,-12 0-6-16,12 0-4 0,-13 0 6 0,13 0-11 16,-10-2 5-16,10 2-1 0,0 0-2 0,-11 0 9 15,11 0 4-15,-9-1-18 0,9 1 2 0,-8 3 5 16,8-3-5-16,0 0 2 0,0 0-9 0,-13 0 8 15,13 0-6-15,0 0 2 0,-6 2 1 0,6-2 8 16,0 0-12-16,0 0 8 0,0 0 6 0,0 0-5 0,0 0 2 16,0 0-2-16,0 0 22 0,-8 1-28 0,8-1-1 15,0 0-2-15,0 0 3 0,0 0 2 16,0 0-1-16,0 0 7 0,0 0 3 0,0 0 0 16,0 0-3-16,0 0 9 0,23 8-2 0,-11-3 6 15,-3-4-5-15,2 2-4 0,3 2 4 0,3-3-8 16,1 0-4-16,1 1 4 0,-2 0 3 0,2 1 1 15,1 0-8-15,-2-1-4 0,4-1 1 0,-2-1 10 0,-1 2 1 16,2-3 1-16,-2 1-1 0,2-1 8 16,-2 2-1-16,-1 2 7 0,-3-4 5 0,-2 0-3 0,5 2-3 15,-6 0 5-15,2 0-5 0,-3-1-4 16,-4 1-1-16,2-1-3 0,-1 1-5 0,0-1-1 0,-2 1-9 16,-6-2-9-16,9 3-6 0,-9-3-2 0,8 4-11 15,-6 2-22-15,-2-6-40 0,-1 13-61 16,-8-6-111-16,0 1-277 0,-4-4 123 0</inkml:trace>
  <inkml:trace contextRef="#ctx0" brushRef="#br0" timeOffset="26659.1">16415 9965 4 0,'0'0'33'0,"5"-14"-2"0,-5 14-7 16,0 0-1-16,0 0-8 0,3-10 5 0,-3 10-4 16,0 0-5-16,0 0-3 0,0 0 6 0,0 0 0 15,0 0-16-15,0-8 4 0,0 8-7 0,0 0-8 16,0 0-20-16,0 0-35 0,0 0 15 0</inkml:trace>
  <inkml:trace contextRef="#ctx0" brushRef="#br0" timeOffset="30946.14">20500 9874 1 0,'0'0'5'0,"0"0"4"15,0 0-2-15,0 0 2 0,0 0-2 0,0 0 8 0,0 0-7 16,0 0-2-16,0 0-1 0,0 0 1 16,0 0-3-16,0 0 5 0,0 0-4 0,0 0 1 15,0 0 5-15,0 0-7 0,0 0 4 0,0 0-3 0,0 0 3 16,0 0-3-16,0 0 3 0,0 0-1 0,0 0 1 16,0 0-3-16,0 0 4 0,0 0-5 0,0 0 3 15,0 0-2-15,0 0 0 0,0 0-3 16,5-22 1-16,-5 22 2 0,0 0-3 0,0 0-3 0,0 0 2 15,0 0 0-15,0 0 1 0,0 0 1 0,0 0-2 16,0 0 3-16,0 0-2 0,0 0 2 0,0 0-3 16,0 0-3-16,1-7 2 0,-1 7 0 0,0 0 1 15,0 0 4-15,0 0-2 0,0 0-1 0,0 0 0 16,0 0 0-16,0 0-2 0,0 0 5 0,0 0-6 16,0 0 5-16,3-6-4 0,-3 6 4 0,0 0-4 15,0 0-5-15,0 0 6 0,0 0-4 0,3-6 4 16,-3 6-3-16,0 0 2 0,0 0 2 0,0 0-3 15,0 0 4-15,0 0-1 0,0 0-3 0,0 0-3 16,0 0 7-16,0 0-7 0,0 0 5 0,0 0 0 16,0 0-3-16,0 0 3 0,0 0-4 0,0 0 0 15,0 0 2-15,0 0-1 0,0 0-4 0,6-4 3 16,-6 4 2-16,0 0-2 0,0 0 3 0,0 0-7 16,0 0 8-16,0 0-5 0,0 0 2 0,0 0-8 15,0 0 2-15,0 0 2 0,0 0-2 0,0 0-8 16,0 0-18-16,0 0 8 0</inkml:trace>
  <inkml:trace contextRef="#ctx0" brushRef="#br0" timeOffset="85831.37">15262 13501 16 0,'0'0'18'16,"0"0"1"-16,0 0-4 0,0 0 3 0,0 0-4 15,0 0 1-15,0 0 2 0,0 0-10 0,0 0 10 16,0 0-5-16,0 0 2 0,0 0-2 0,0 0 5 16,0 0-6-16,0 0-2 0,0 0-7 0,0 0 11 15,0 0-2-15,0 0 4 0,0 0-3 0,-6-4 8 16,6 4-10-16,0 0 4 0,0 0-2 0,0 0-2 16,0 0-3-16,0 0 3 0,0 0-2 0,0 0 0 15,0 0 3-15,0 0-1 0,0 0-5 0,0 0-2 16,0 0 4-16,0 0-2 0,0 0 4 0,0 0 5 15,0 0-8-15,0 0-2 0,0 0 6 0,0 0-5 16,0 0 7-16,0 0-6 0,0 0 0 0,0 0-2 16,0 0 1-16,0 0-3 0,0 0 3 0,0 0 1 0,0 0 1 15,-8-3-5-15,8 3-5 0,0 0 11 16,0 0 0-16,0 0-8 0,0 0 6 0,0 0-2 16,0 0 3-16,0 0-3 0,0 0 3 0,-10-1 1 15,10 1-2-15,0 0 5 0,0 0-5 0,0 0-5 0,0 0 2 16,0 0 3-16,-10-1 1 0,10 1 2 0,0 0-5 15,0 0 5-15,0 0-6 0,-9-1 0 16,9 1 0-16,0 0 0 0,0 0-3 0,0 0 3 16,0 0 1-16,-10-1 5 0,10 1-4 0,0 0 4 15,0 0-2-15,0 0 0 0,-7-3 4 0,7 3-7 0,0 0 3 16,0 0 3-16,0 0-5 0,0 0-2 16,0 0 1-16,0 0 4 0,0 0-3 0,0 0-2 0,-11 0 7 15,11 0-2-15,0 0 2 0,0 0 2 0,0 0 3 16,0 0 1-16,0 0-13 0,0 0 2 0,0 0 3 15,0 0-1-15,0 0-2 0,0 0 4 0,0 0 0 16,0 0-5-16,0 0-1 0,0 0 0 0,0 0 3 16,0 0-4-16,0 0 6 0,0 0-3 15,0 0 0-15,0 0-6 0,0 0 2 0,0 0 7 16,0 0-6-16,0 0-3 0,0 0 0 0,0 0 1 0,0 0 2 16,0 0-7-16,0 0-4 0,0 0 3 0,0 0 3 15,0 0 1-15,0 0-4 0,0 0 12 0,0 0 0 16,27 3-12-16,-27-3 10 0,10 2-3 0,-4-1 3 15,-6-1-10-15,13 2 6 0,-5 1-2 0,-1-1-1 16,1-1 1-16,1 0 0 0,-1 1-3 0,3 1 2 16,-2-3-3-16,3 4 6 0,-3-4 0 0,2 0-2 15,-1 1 3-15,2-1-2 0,-5 2 3 0,4-2-2 16,0 0 5-16,-1-2-4 0,1 4-4 0,-2-2 3 16,2 0-3-16,1 0 5 0,-2-2-3 0,-1 2 2 15,0 0-2-15,2 0 3 0,-1 0-10 0,-1 0 8 16,3 0-7-16,-3-1 2 0,2 1 4 0,1 1-1 15,-2-1-5-15,-1-1 2 0,2 1 6 0,-2 0-2 16,2 0 3-16,0 0 7 0,1-2-6 0,-5 2 4 16,4-1-7-16,-1 0 2 0,-10 1-1 0,15-3-3 15,-5 1 0-15,-1 1 18 0,3 0-14 0,-5 1-5 16,2-1 5-16,2 1 0 0,0-1-3 0,-3 0 4 16,2 1-2-16,-10 0-5 0,15 0 3 0,-7 1 2 15,2-1-7-15,2 0 7 0,-2 0-5 0,-10 0 2 16,19-1 3-16,-9 1 0 0,1 0-6 0,1-2 6 15,-1 2 2-15,0-1-7 0,-1 0 8 0,2 0-1 16,-1 0-2-16,0 1 5 0,-4-1-8 0,-7 1 5 16,16 0-4-16,-6-1-4 0,-10 1-1 0,13-2 11 15,-6 1-3-15,-7 1 2 0,9 0 1 0,-9 0-6 16,9-1-5-16,-9 1 7 0,10-2 3 0,-10 2-2 16,8-1 2-16,-8 1 11 0,0 0 0 0,9-2 2 15,-9 2 4-15,0 0-2 0,0 0 4 0,8-4 8 16,-8 4-2-16,0 0-10 0,0 0-4 0,2-5 8 15,-2 5-5-15,0 0-1 0,0 0 5 0,0-9-2 16,0 9 1-16,0 0 12 0,0 0-13 0,0 0 2 16,-1-9-4-16,1 9-1 0,0 0-3 0,0 0-4 15,0 0 1-15,0 0 4 0,0 0-2 0,0 0-8 16,0 0 2-16,0 0-5 0,0 0 3 0,0 0-4 0,-3-10-9 16,3 10-1-16,0 0-3 0,0 0-14 15,0 0-12-15,0 0-5 0,0 0-17 0,0 0-9 16,0 0-12-16,0 0-16 0,0 0-64 0,0 0-173 0,0 0 76 15</inkml:trace>
  <inkml:trace contextRef="#ctx0" brushRef="#br0" timeOffset="86813.62">15361 11779 33 0,'-7'-3'48'16,"7"3"-3"-16,0 0-2 0,0 0-12 0,0 0-3 15,0 0-1-15,0 0 1 0,0 0-4 0,0 0-11 16,0 0 10-16,0 0-9 0,0 0 2 0,0 0-2 16,0 0 6-16,0 0 7 0,25-1-9 0,-11 2 5 15,5-1 0-15,2 0 5 0,10-3 0 0,1 1-17 16,4 2 14-16,1-2 1 0,3 1-3 0,10-2-8 16,-10 0 2-16,12-1-4 0,-13 3 7 0,-2-1-17 15,2 1 5-15,-1-1 1 0,3 1-5 0,-5 0 7 16,-1 1 1-16,0-3-6 0,-2 2 2 0,-1 0-2 15,-4-1-1-15,-5 2-7 0,-1 0 0 0,-4 0 9 16,-5-2-9-16,-1 4 3 0,0-4 8 0,-1 2 2 16,-3 0 1-16,-8 0-17 0,14-1 9 0,-14 1 3 15,9 0 9-15,-9 0-6 0,0 0 8 0,10 0 0 16,-10 0-4-16,0 0-7 0,0 0 6 0,7-3-8 16,-7 3-10-16,0 0-12 0,0 0-18 0,0 0-14 15,0 0-15-15,0 0-61 0,-37 2-135 0,25-2 60 16</inkml:trace>
  <inkml:trace contextRef="#ctx0" brushRef="#br0" timeOffset="87574.08">15368 10874 35 0,'0'0'47'0,"0"0"-11"0,0 0-2 16,-5-6-9-16,5 6 6 0,0 0 2 0,0 0-7 15,0 0 4-15,0 0 1 0,0 0-9 0,-6-3 3 16,6 3 1-16,0 0-4 0,0 0 2 0,0 0 3 15,0 0-9-15,0 0 12 0,0 0-9 0,0 0-1 16,0 0-5-16,0 0 6 0,0 0-3 0,0 0-3 0,0 0-3 16,-6-5 0-16,6 5-3 0,0 0 7 15,0 0-5-15,0 0-8 0,0 0 13 0,25-6 2 16,-10 5 1-16,6-2 4 0,2 0-6 0,8 1 0 16,3-2-3-16,2 2-1 0,3-4-2 0,-1 5 2 0,1-3-8 15,1 0 8-15,11 3 2 0,-14-4-19 16,1 3 12-16,-2 0 3 0,-1 2 0 0,-1-1-8 15,-1-1 10-15,1 0-5 0,-1 2-7 0,-4-2 4 16,2 2 4-16,-4 0-11 0,-7-3 9 0,-1 0-3 0,-2 2 1 16,-5 1-2-16,-1-1 3 0,-3 1-12 15,-8 0 9-15,13-2-1 0,-13 2-9 0,10 2 9 16,-10-2 2-16,0 0 4 0,9 0-10 0,-9 0 2 16,0 0 2-16,0 0 0 0,7 0 0 0,-7 0-4 0,0 0-16 15,0 0-15-15,0 0-18 0,0 0-23 0,0 0-62 16,0 0-145-16,0 0 65 0</inkml:trace>
  <inkml:trace contextRef="#ctx0" brushRef="#br0" timeOffset="-159977.72">15730 13273 70 0,'0'0'84'0,"0"0"-11"0,0 0-5 0,0 0-5 16,0 0-13-16,0 0-8 0,0 0-3 0,0 0-16 15,0 0 4-15,0 0-12 0,0 0 1 0,0 0-10 16,0 0-4-16,0 0 0 0,0 0-2 0,0 0-4 16,0 0-4-16,0 0-3 0,0 0-6 15,0 0-12-15,0 0-16 0,0 0-33 0,0 0-84 0,0 0 37 16</inkml:trace>
</inkml:ink>
</file>

<file path=ppt/ink/ink1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10:45.345"/>
    </inkml:context>
    <inkml:brush xml:id="br0">
      <inkml:brushProperty name="width" value="0.05292" units="cm"/>
      <inkml:brushProperty name="height" value="0.05292" units="cm"/>
      <inkml:brushProperty name="color" value="#FF0000"/>
    </inkml:brush>
  </inkml:definitions>
  <inkml:trace contextRef="#ctx0" brushRef="#br0">15100 9933 47 0,'0'0'70'0,"0"0"-9"0,0 0 6 0,0 0-1 16,0 0-3-16,0 0-4 0,0 0-10 0,0 0 4 0,0 0-6 15,0 0-3-15,0 0 5 0,0 0-1 0,0 0 0 16,0 0-9-16,0 0 4 0,0 0-7 0,0 0 5 15,0 0-17-15,0 0-2 0,0 0 4 0,0 0 1 16,0 0-7-16,0 0-2 0,0 0 3 0,0 0 0 16,0 0-2-16,0 0-3 0,0 0-6 0,0 0 1 15,0 0 1-15,12-22 2 0,-12 22-6 0,3-7-2 16,-3 7-4-16,6-8 1 0,-4 4 0 0,-2 4 10 16,8-9-1-16,-5 6-14 0,-3 3 5 0,8-9 11 15,-5 6-3-15,0-2 8 0,-3 5-4 0,7-8 1 16,-7 8-7-16,4-8 13 0,1 5-2 0,-5 3 2 15,5-7 2-15,-5 7 0 0,3-5 5 0,-3 5 0 16,0 0 1-16,0 0-10 0,1-9 0 0,-1 9 2 16,0 0-3-16,0 0-2 0,0 0 0 0,0 0-3 15,0 0-5-15,0-8 2 0,0 8-7 0,0 0-3 16,0 0 0-16,0 0-2 0,0 0-1 0,0 0 3 16,0 0-3-16,0 0-2 0,0 0-2 0,0 0 2 15,0 0 3-15,0 0-8 0,0 0 9 0,0 0-2 16,0 0-5-16,0 0 4 0,-3 29-2 0,3-19 0 15,0-1 7-15,-1 2-5 0,1 0 4 0,-2 3 4 16,0 0-1-16,1-4 2 0,2 0-2 0,-1 2 0 0,-1-2-3 16,2 2-1-16,-1-3 13 0,0 1-11 0,0-3 5 15,2 1-6-15,-2 0-2 0,0-8 2 16,-2 13-1-16,2-13-2 0,0 10 6 0,0-10-3 16,0 10 1-16,0-10-13 0,0 0 13 0,0 9-3 0,0-9 2 15,0 0 5-15,0 7-2 0,0-7 2 0,0 0 1 16,0 0-3-16,-1 7 3 0,1-7-1 0,0 0 2 15,0 0 0-15,0 0-8 0,0 0 8 16,0 0 5-16,0 0-6 0,0 0 0 0,-10 3-2 0,10-3 3 16,-8 1-8-16,8-1 4 0,0 0 3 0,0 0-4 15,0 0 4-15,-14-4-7 0,14 4 8 0,0 0-3 16,-8-1-4-16,8 1-1 0,0 0 2 16,0 0-4-16,0 0 6 0,-9-2-6 0,9 2 0 0,0 0 8 15,0 0-5-15,0 0-4 0,0 0 5 0,0 0-6 16,0 0 0-16,0 0 0 0,0 0 4 0,0 0 0 15,0 0 0-15,0 0-2 0,0 0 2 0,0 0 1 16,0 0 0-16,0 0-4 0,0 0 6 0,0 0 1 16,0 0-8-16,0 0 6 0,0 0-2 0,28-4-7 15,-21 4 10-15,-7 0-7 0,13-3-18 0,-6 2-13 16,1 0-21-16,-8 1-27 0,14-2-26 0,-6 0-22 16,-8 2-96-16,11-3-247 0,-11 3 110 0</inkml:trace>
  <inkml:trace contextRef="#ctx0" brushRef="#br0" timeOffset="428.04">15305 9886 3 0,'-6'-5'146'16,"6"5"3"-16,0 0-20 0,0 0-10 0,0 0-26 0,0 0 11 15,0 0-14-15,0 0-8 0,0 0-12 16,0 0 1-16,0 0-10 0,0 0-13 0,0 0-3 16,0 0 6-16,0 0-14 0,0 0-4 0,0 0-7 15,0 0 4-15,0 0-10 0,0 0 1 0,-2 20-1 0,1-12 1 16,1-8 5-16,-2 14-1 0,2-4-3 0,0-2-2 15,-1 0 7-15,1-8-10 0,0 18-2 16,-1-11 0-16,1 1-1 0,0-8-1 0,0 14-3 16,0-6 1-16,0-8-3 0,1 11 0 0,-1-3 1 15,0 1 5-15,1-2-6 0,-1-7-2 0,2 11-7 0,-1-3 6 16,-1-8-2-16,-1 14-1 0,1-8 5 0,0-6-2 16,0 11-1-16,0-11-4 0,-2 11 9 0,2-11-6 15,2 10 2-15,-2-10-2 0,0 10-12 16,0-10-16-16,0 9-31 0,0-9-10 0,0 0-24 0,-3 11-19 15,3-11-14-15,-5 5-95 0,5-5-235 0,-6 4 104 16</inkml:trace>
  <inkml:trace contextRef="#ctx0" brushRef="#br0" timeOffset="750.41">15265 9871 108 0,'0'0'108'16,"4"-7"-22"-16,-4 7-11 0,4-8-4 0,-4 8-4 15,3-4-12-15,-3 4 2 0,8-2-9 0,-8 2 4 16,9-1-13-16,-9 1 6 0,8-3-1 0,-8 3-16 16,0 0 12-16,13 4-6 0,-13-4-6 0,10 4 5 15,-6-2 3-15,-4-2-2 0,6 3 1 0,-6-3 9 16,5 8 2-16,-4-4-10 0,-1-4-2 0,0 9 0 15,0-9 0-15,-2 11 0 0,2-11 0 0,-4 10-3 16,1-4 1-16,0-2-2 0,-1 1-2 0,4-5-1 16,-10 10-7-16,8-4 2 0,-3-2-9 0,5-4 2 15,-6 9-1-15,6-9 0 0,-5 5-8 0,5-5 1 16,-4 5-22-16,4-5-19 0,0 0-24 0,-6 6-28 16,6-6-24-16,0 0-23 0,-3 10-74 0,3-10-225 15,0 0 99-15</inkml:trace>
  <inkml:trace contextRef="#ctx0" brushRef="#br0" timeOffset="1364.75">15427 10005 87 0,'0'0'104'15,"0"0"-11"-15,0 0-7 0,4 9 2 0,-4-9-4 16,-1 10-10-16,1-10 14 0,-1 15-9 0,-1-8-4 16,0 0-7-16,0 1-9 0,1 2 14 0,-1-3-7 15,2 0-7-15,0-7-4 0,-3 12-5 16,2-6 7-16,1-6-6 0,-3 8 7 0,3-8 2 0,-2 7 8 0,2-7 11 15,0 0 5-15,0 0 4 0,-2 8 4 0,2-8-5 16,0 0-10-16,0 0-7 0,0 0-5 16,0 0-7-16,0 0-9 0,0 0-4 0,0 0-7 15,-7-25-5-15,7 15 0 0,1 0-5 0,0-6-5 0,-1 6-2 16,2-2-2-16,1-3 1 0,0-3-4 16,-2 2-3-16,4-1-3 0,-3-1 1 0,3 6-3 15,-3 1 1-15,1 1 0 0,-2 0 2 0,3-1-6 16,-1 3 0-16,-1 5-4 0,-2 3 2 0,4-13 1 15,-4 13 3-15,4-8-7 0,-2 4 3 0,-2 4-5 0,4-6 2 16,-4 6-1-16,0 0 0 0,4-5-4 16,-4 5 2-16,0 0-5 0,0 0 3 0,15 6 1 15,-8-3 2-15,-4 1-5 0,3 0 5 0,0 2-4 0,-1 3 1 16,3-3 2-16,-3 2 3 0,1 1-3 0,-2 0 3 16,3 1 3-16,-4 1 0 0,0-1 2 0,3 1-2 15,-2-1-2-15,0-1 3 0,-3-2-4 0,2 2 2 16,-1-1 2-16,0-5 3 0,0 4-2 15,1-1-2-15,-1 0-1 0,-2-6 1 0,5 10 0 16,-5-4-1-16,0-6 0 0,3 6 2 0,-3-6-3 16,4 7 4-16,-4-7-3 0,1 6 2 0,-1-6 1 0,0 0-16 15,0 0-7-15,0 0-21 0,0 0-27 0,0 0-48 16,0 0-44-16,0 0-44 0,0 0-151 0,-15 4-381 16,15-4 168-16</inkml:trace>
  <inkml:trace contextRef="#ctx0" brushRef="#br0" timeOffset="1526.74">15440 10033 67 0,'0'0'148'0,"0"0"4"0,0 0-18 16,0 0-9-16,0 0-18 0,0 0-9 0,0 0-9 16,0 0-1-16,0 0-15 0,22-7-21 0,-14 4-28 15,-1 0-24-15,5 0-45 0,-3-1-45 0,-2 3-81 16,2-1-185-16,-1-4 83 0</inkml:trace>
  <inkml:trace contextRef="#ctx0" brushRef="#br0" timeOffset="4474.04">14124 9909 28 0,'0'0'33'16,"0"0"-1"-16,0 0 1 0,0 0-5 0,0 0-2 16,0 0 3-16,0 0-9 0,0 0 5 0,0 0-2 15,0 0-2-15,0 0 2 0,0 0-4 0,0 0 1 0,0 0 3 16,0 0-7-16,0 0 5 0,0 0-10 0,0 0 0 16,0 0 3-16,0 0-1 0,0 0 6 15,0 0-5-15,0 0-1 0,0 0-2 0,0 0 0 16,0 0 2-16,0 0-1 0,0 0-8 0,0 0 1 0,0 0 6 15,0 0-8-15,0 0 4 0,0 0 2 0,0 0-5 16,0 0 3-16,0 0 1 0,0 0-5 16,0 0-3-16,0 0-4 0,0 0 2 0,0 0 0 15,0 0-11-15,0 0-9 0,0 0-17 0,0 0-5 16,0 0-40-16,0 0-89 0,0 0 41 0</inkml:trace>
  <inkml:trace contextRef="#ctx0" brushRef="#br0" timeOffset="8522.53">15786 11653 123 0,'0'0'120'0,"0"0"-10"0,0 0-10 15,0 0-10-15,-3-16-8 0,3 16-6 0,0 0-3 16,0 0-14-16,0 0-8 0,0 0-1 16,0 0-10-16,0 0-15 0,0 0-18 0,0 0-20 15,0 0-17-15,0 0-13 0,0 0-25 0,0 0-16 0,0 0-44 16,0 0-139-16,0 0 61 0</inkml:trace>
  <inkml:trace contextRef="#ctx0" brushRef="#br0" timeOffset="9078.04">16336 11543 30 0,'0'0'46'16,"0"0"-5"-16,0 0-8 0,0 0 2 0,0 0-9 15,0 0 5-15,0 0-4 0,0 0-4 0,0 0 0 16,0 0-1-16,0 0-9 0,0 0 0 0,0 0-3 16,0 0-20-16,0 0-9 0,0 0-39 0,0 0-62 15,0 0 28-15</inkml:trace>
  <inkml:trace contextRef="#ctx0" brushRef="#br0" timeOffset="9730.98">16404 11433 11 0,'0'0'93'0,"0"0"-6"16,0 0-13-16,0 0-8 0,0 0-11 0,0 0 3 0,0 0-6 15,0 0 1-15,0 0-5 0,0 0-8 16,0 0-2-16,0 0-3 0,0 0 8 0,0 0-1 15,0 0-13-15,0 0-4 0,0 0 1 0,0 0 8 0,0 0 3 16,0 0-2-16,0 0-6 0,0 0-2 0,0 0-3 16,0 0 1-16,0 0 0 0,0 0-9 0,0 0 9 15,0 0-9-15,0 0 6 0,0 0-1 16,0 0-5-16,0 0 1 0,0 0 0 0,0 0-6 0,0 0-3 16,0 0 2-16,0 0 0 0,0 0-6 0,0 0 2 15,0 0 2-15,0 0-3 0,0 0 1 0,0 0-4 16,0 0 6-16,0 0-4 0,6-3-5 0,-6 3 6 15,0 0-11-15,0 0-2 0,0 0 6 0,0 0 7 16,0 0 2-16,0 0 1 0,0 0 4 0,0 0-12 16,0 0-2-16,0 0-1 0,0 0 5 0,0 0-5 15,0 0-8-15,0 0 13 0,0 0-6 0,0 0 8 16,8 9-2-16,-8-9 5 0,0 0-5 0,4 4 8 16,-4-4-11-16,0 0 1 0,0 0-2 0,0 0 3 15,3 4 0-15,-3-4 1 0,0 0 0 0,0 0 2 16,0 0-8-16,0 0 6 0,4 6 12 0,-4-6-14 15,0 0-1-15,0 0 1 0,0 0 1 0,0 0 6 16,0 0-7-16,0 0 2 0,7 2 2 0,-7-2 0 16,0 0-7-16,0 0-6 0,0 0-4 0,12-5-10 15,-12 5-15-15,12-7-23 0,-3 1-29 0,0 1-105 16,0-4-211-16,0 0 93 0</inkml:trace>
  <inkml:trace contextRef="#ctx0" brushRef="#br0" timeOffset="32139.75">14664 9844 35 0,'0'0'31'0,"0"0"-11"0,0 0-6 0,0 0-12 15,0 0-7-15,0 0-12 0,-24 8-17 16,24-8 8-16</inkml:trace>
  <inkml:trace contextRef="#ctx0" brushRef="#br0" timeOffset="37159.75">8248 9792 12 0,'0'0'18'0,"0"0"1"0,0 0 2 0,0 0-10 15,0 0 2-15,0 0 0 0,0 0-7 0,0 0 2 16,0 0 1-16,0 0-3 0,0 0 3 0,0 0-5 16,0 0-2-16,0 0 1 0,0 0 0 0,0 0 1 15,0 0-3-15,0 0-1 0,0 0 1 0,0 0-5 16,0 0 2-16,0 0-12 0,0 0 2 0,0 0-11 15,0 0-22-15,0 0 9 0</inkml:trace>
  <inkml:trace contextRef="#ctx0" brushRef="#br0" timeOffset="45439.75">10621 11447 23 0,'0'0'24'0,"0"0"7"16,0 0-3-16,0 0-3 0,0 0 3 0,0 0-7 15,0 0-2-15,0 0 1 0,0 0-6 0,0 0 0 16,0 0-1-16,0 0-4 0,0 0 0 0,0 0-5 16,0 0 3-16,0 0-2 0,0 0 5 0,0 0-6 15,0 0 3-15,0 0 5 0,0 0-7 0,0 0-5 16,0 0 5-16,0 0-2 0,0 0 0 0,0 0 3 16,0 0-6-16,0 0 3 0,0 0-3 0,0 0 4 15,0 0-6-15,0 0 8 0,0 0 0 0,0 0-6 16,0 0-2-16,0 0-2 0,0 0 12 0,0 0-5 15,0 0 0-15,0 0-6 0,0 0 1 0,0 0-1 16,0 0-11-16,0 0-4 0,0 0-12 0,0 0-21 16,0 0-55-16,0 0 24 0</inkml:trace>
</inkml:ink>
</file>

<file path=ppt/ink/ink1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14:46.842"/>
    </inkml:context>
    <inkml:brush xml:id="br0">
      <inkml:brushProperty name="width" value="0.05292" units="cm"/>
      <inkml:brushProperty name="height" value="0.05292" units="cm"/>
      <inkml:brushProperty name="color" value="#FF0000"/>
    </inkml:brush>
  </inkml:definitions>
  <inkml:trace contextRef="#ctx0" brushRef="#br0">21416 7660 5 0,'0'0'53'0,"0"0"-9"15,-2-5 1-15,2 5-2 0,0 0-3 0,0 0-6 16,0 0 4-16,0 0-8 0,-7-6-1 0,7 6 8 16,0 0-8-16,0 0-9 0,0 0 3 0,-4-7-2 15,4 7 8-15,0 0-6 0,0 0-6 0,0 0 4 16,-6-4 0-16,6 4-7 0,0 0 6 0,0 0-4 15,0 0-1-15,0 0-3 0,-5-3 3 0,5 3-7 16,0 0 6-16,0 0 4 0,0 0-4 0,0 0-12 16,-10-2 1-16,10 2 12 0,0 0-1 0,0 0-3 15,0 0-6-15,-8-2 2 0,8 2 8 0,0 0-4 16,-7-3 1-16,7 3-2 0,0 0 4 16,0 0 0-16,-10-3 5 0,10 3-6 0,0 0 5 0,-7-3-3 15,7 3-2-15,0 0-4 0,-9 0 8 0,9 0-5 16,0 0 2-16,0 0-1 0,-8-4 6 0,8 4-10 15,0 0-1-15,0 0 13 0,-10 0-14 0,10 0 1 16,0 0 1-16,0 0-4 0,-9-3 5 0,9 3-7 16,0 0-3-16,0 0 4 0,0 0-5 0,-11 3 11 15,11-3-11-15,0 0 8 0,0 0-6 0,0 0 2 16,0 0-2-16,0 0-1 0,-10-3 4 0,10 3-2 16,0 0 2-16,0 0-2 0,0 0-7 0,0 0 11 15,0 0-5-15,0 0 1 0,0 0 3 0,-6 3-2 16,6-3 3-16,0 0 3 0,0 0-10 0,0 0 9 15,0 0-6-15,0 0-1 0,0 0-8 0,0 0 12 16,0 0 0-16,0 0-11 0,0 0 8 0,0 0 3 16,0 0-2-16,0 0-10 0,0 0 10 0,0 0 0 15,0 0-6-15,0 0 2 0,0 0 2 0,0 0-5 16,0 0 2-16,0 0-1 0,0 0 4 0,0 0-11 16,0 0 14-16,0 0-10 0,0 0 6 0,0 0-3 0,0 0 13 15,0 0-12-15,0 0 1 0,0 0-1 16,0 0 3-16,0 0 2 0,0 0-5 0,0 0-2 15,0 0 0-15,0 0 5 0,0 0 7 0,0 0-2 16,0 0-6-16,0 0 2 0,24 2 0 0,-24-2 0 16,11 0 4-16,-11 0 1 0,12 0-20 0,-4 0 19 15,-8 0-8-15,14 0 5 0,-5 0-3 0,2 0 6 16,0 2-1-16,1-4 1 0,0 2-4 0,1 0-11 16,-2-2 19-16,1 2-10 0,0 0 10 0,1 2 6 15,1-2-8-15,-2-2-1 0,3 4 10 0,-2 0-24 0,-1-2 8 16,3 0 5-16,-2 0-5 0,0 0-2 0,0 2 3 15,5-2-3-15,-5 1 6 0,2-1 3 16,-3 4-5-16,2-4-7 0,0 2 2 0,3-1 2 16,-3 0 3-16,-3 1-4 0,4-2 5 0,1 0-7 0,3 0 0 15,-2 1 3-15,-3-1 9 0,4 2-14 0,-1-2 10 16,1 0-3-16,-1 0-4 0,3-2 2 0,-2 2 2 16,5-1-7-16,-2-1 19 0,-1 2-1 0,3-1-3 15,4 0 0-15,-5 1 1 0,-3-2-1 0,4 2-1 16,0-1-4-16,4 1-2 0,0-3 2 0,-7 3-3 15,7-1 1-15,-5 2-2 0,6-1 10 0,-8 0-6 16,7-1-6-16,-5 1 7 0,-1-2-2 0,0 4-13 16,2-4 15-16,-4 2 5 0,2-2-2 0,-2 0 0 15,1 2 2-15,-2 0-2 0,0-3-3 0,-3 2 6 16,-1 0-6-16,-2 0 1 0,2 1 0 0,-1-2 2 16,-2 2-2-16,2-3 0 0,-4 2 1 15,4 1 0-15,-3 0-7 0,0 0 4 0,3-1 5 0,-2-1-4 16,0 2 1-16,0-2-6 0,1 1 3 0,-2 0 1 15,1-1-5-15,2 1 3 0,-1-2 4 0,-1 3 0 16,1-2-13-16,-1 1 15 0,2 1-6 0,1 0 1 16,0-3-1-16,0 1-4 0,4 0 4 0,-4 2-3 15,-1-1 7-15,5 0-1 0,-2-2-5 0,2 3-2 16,-5 0 2-16,5-1-2 0,-7 0-1 0,5-1 8 16,-3 2-6-16,1 0 4 0,4-2-4 0,-7 0 7 15,3 2-4-15,0 0 2 0,-1-2-7 0,0 2 4 16,-1 0-4-16,1 0 2 0,-1-1 8 0,3 2-4 15,-3-2 7-15,-1 1-7 0,-1 0 1 0,-2 0-2 16,2-2 0-16,2 2 9 0,-5-1-9 0,-7 1 9 16,18-1-6-16,-11 2 0 0,-7-1 0 0,13 0 0 15,-6 0-1-15,-7 0 5 0,9 0-2 0,-9 0 6 16,9 0-1-16,-9 0-3 0,0 0 3 0,10 0-5 16,-10 0 2-16,0 0 3 0,12-1-2 0,-12 1-1 15,0 0-4-15,11 1 0 0,-11-1-3 0,8-1-3 16,-8 1 0-16,11-2 2 0,-11 2 0 0,9 0-2 15,-9 0 3-15,11 0 2 0,-11 0-4 0,12 0 13 16,-12 0 0-16,11-2-8 0,-6 0 3 0,-5 2 0 16,11 2-2-16,-11-2 0 0,12-2 3 0,-6 2-2 15,-6 0-5-15,13 0-1 0,-5 0 5 0,-8 0-2 0,10 0 1 16,-10 0 4-16,16 0 3 0,-9-2 4 16,1 1-4-16,-8 1-4 0,13 0 2 0,-13 0-3 15,15 1 1-15,-9-1-3 0,-6 0-2 0,13-1 3 16,-13 1-1-16,11-3 3 0,-11 3-2 0,12-1-7 0,-12 1 3 15,9 0 11-15,-9 0 1 0,9 0-1 0,-9 0-4 16,7-1-1-16,-7 1 2 0,0 0-2 16,0 0-2-16,14-1 1 0,-14 1 1 0,7-1-4 15,-7 1-2-15,0 0 1 0,0 0 3 0,0 0-5 0,0 0 3 16,9 1-4-16,-9-1 5 0,0 0-2 16,0 0-1-16,0 0-3 0,0 0 1 0,0 0 3 0,0 0 3 15,11-1-3-15,-11 1 3 0,0 0 4 0,0 0 3 16,0 0-2-16,0 0-4 0,0 0-1 15,0 0 2-15,8-3-2 0,-8 3 1 0,0 0 1 0,0 0-3 16,0 0 2-16,0 0-2 0,0 0-1 0,0 0-1 16,0 0 3-16,0 0 1 0,0 0 1 0,0 0 1 15,0 0 0-15,0 0-2 0,0 0-2 0,0 0 3 16,0 0-1-16,0 0-8 0,0 0 6 0,0 0 2 16,0 0-5-16,0 0 2 0,0 0-2 0,0 0 2 15,0 0-1-15,0 0 1 0,0 0-5 16,0 0-3-16,0 0 3 0,0 0 3 0,0 0-1 15,0 0 2-15,0 0 2 0,0 0-3 0,0 0 2 0,0 0 0 16,0 0-4-16,0 0 6 0,0 0-3 0,0 0-4 16,0 0 2-16,0 0 1 0,0 0-2 0,0 0 3 15,0 0-2-15,0 0 3 0,0 0 0 0,0 0 5 16,0 0 1-16,0 0 1 0,0 0-6 0,0 0 9 16,0 0-1-16,0 0-2 0,0 0 0 0,0 0-2 15,0 0-2-15,0 0 1 0,0 0-2 0,0 0-3 16,0 0 2-16,0 0-1 0,0 0-3 0,0 0-1 15,0 0 2-15,0 0 2 0,0 0-4 0,0 0-2 16,0 0 4-16,0 0 1 0,0 0-4 0,0 0 2 16,0 0 1-16,0 0-3 0,0 0 0 0,0 0 0 15,0 0 0-15,0 0 1 0,0 0-2 0,0 0 1 16,0 0 1-16,0 0-2 0,0 0 0 0,0 0 3 16,0 0 2-16,0 0-4 0,0 0 1 0,0 0 1 15,0 0-5-15,0 0 5 0,0 0-1 0,0 0 4 16,0 0-3-16,0 0 0 0,0 0-3 0,0 0 0 15,0 0 0-15,0 0 2 0,0 0 0 0,0 0 2 0,0 0-4 16,0 0 4-16,0 0-4 0,0 0 4 0,0 0 1 16,0 0-3-16,0 0 0 0,0 0 1 0,0 0-1 15,0 0 0-15,0 0-6 0,0 0-5 16,0 0-20-16,0 0-12 0,0 0-33 0,0 0-36 0,0 0-25 16,0 0-31-16,0 0-201 0,0 0-398 0,0 0 176 15</inkml:trace>
  <inkml:trace contextRef="#ctx0" brushRef="#br0" timeOffset="4847.59">24506 8018 61 0,'0'0'113'0,"0"0"-3"0,1-9-5 0,-1 9-5 16,0 0 2-16,2-9-7 0,-2 9 3 0,0 0-4 16,0-8 1-16,0 8 4 0,0 0-4 0,0 0-7 15,0 0-4-15,0-10-5 0,0 10-8 0,0 0-4 16,0 0-8-16,0 0-3 0,0 0-5 0,0 0-2 15,0 0-3-15,0 0-6 0,0 0-5 0,0 0-2 16,0 0-7-16,0 0 5 0,0 0-3 0,0 0 6 16,0-8-2-16,0 8 2 0,0 0 0 0,0 0 3 15,0 0-3-15,0 0-3 0,0 0-2 0,0 0-1 16,0 0 0-16,0 0 1 0,0 0 1 0,0 0-2 16,-3-7-1-16,3 7 6 0,0 0 1 0,0 0 1 15,0 0-1-15,-4-9-3 0,4 9-1 16,0 0 1-16,0 0 4 0,-5-8-2 0,5 8-1 0,0 0-1 15,0 0-6-15,0 0 4 0,0 0-10 0,0 0 1 16,0 0-5-16,0 0 1 0,0 0-8 0,0 0 1 16,-1-7 0-16,1 7-4 0,0 0-6 0,0 0 2 15,0 0 3-15,0 0-6 0,0 0 1 0,0 0 0 16,0 0-3-16,0 0 7 0,6 22-7 0,-3-16 0 16,-2 5-4-16,0-1 4 0,3 4-1 0,-1-5 2 15,2 8 0-15,0-2 1 0,4 1 0 0,-4 0-1 16,2 0 0-16,2-1 3 0,-3 0-3 0,1 2 3 15,1-1-2-15,-3-4 2 0,3 1-3 0,1 1 4 16,-4-2-5-16,-1-3 1 0,2 1 2 0,1-3 0 0,-1 5 2 16,0-2-3-16,1-3 2 0,-2 2-2 15,0-4 3-15,-1 3-2 0,0-3 0 0,-2 1 2 16,2 0-2-16,-1-3 1 0,-3-3 0 0,6 10 2 16,-3-7-1-16,-3-3 1 0,5 6-1 0,-4-2-1 15,-1-4 2-15,7 6-2 0,-7-6 0 0,0 0 0 0,0 0 3 16,0 0 0-16,2 6-3 0,-2-6 11 0,0 0-9 15,0 0 4-15,0 0 0 0,0 0 3 16,0 0 12-16,0 0 3 0,5 3-2 0,-5-3-1 16,0 0-2-16,0 0-1 0,0 0 0 0,0 0-1 0,6-19 1 15,-6 19-2-15,2-11-1 0,0 3-1 0,0 2-1 16,3-4 1-16,-3-2-5 0,1 1 1 16,1-1 17-16,3-5 4 0,-3 3-8 0,4-1-4 15,-3-3 1-15,3 3-5 0,-3-1-6 0,1 1 4 0,-1-2 1 16,4 0-2-16,-3 1-6 0,3 0-1 0,-6 0-1 15,5 4 6-15,-3-2-5 0,0-1 3 0,0 3-5 16,1-3 1-16,0 4 1 0,0 1 1 16,0-1-5-16,-2 0 3 0,0 2-3 0,1 1 0 0,-3 2 3 15,0 1-3-15,1-1 0 0,-3 6-1 16,2-9-1-16,-2 9 2 0,4-6-2 0,-4 6-1 0,2-6 2 16,-2 6-3-16,0 0-1 0,0 0 1 15,2-7 0-15,-2 7-1 0,0 0 1 0,0 0 3 16,0 0-2-16,0 0 0 0,0 0-2 0,0 0 1 0,0 0-3 15,0 0 3-15,0 0 0 0,0 0-4 0,0 0 6 16,0 0-1-16,0 0-8 0,0 0-12 0,0 0-16 16,0 0-19-16,0 0-22 0,0 0-37 0,0 0-44 15,0 0-40-15,-8 27-39 0,4-19-177 0,1 0-448 16,1 2 198-16</inkml:trace>
  <inkml:trace contextRef="#ctx0" brushRef="#br0" timeOffset="5498.08">24997 8183 98 0,'0'0'212'15,"0"0"-4"-15,0 0-15 0,0 0-12 0,0 0-15 16,0 0-14-16,0 0-12 0,0 0-13 0,0 0-15 16,0 0-9-16,0 0-12 0,0 0-5 0,0 0-9 15,-11-9-5-15,11 9-7 0,0 0-9 0,0 0 0 16,0 0-3-16,-12 13-1 0,12-13-5 0,-9 8-6 16,4 0-2-16,1-4-7 0,-1 4-1 0,1 2-4 15,-1-2-5-15,1 0-1 0,0 1-3 0,-1-1 0 16,3 2 1-16,-2 0 6 0,1-2 4 0,1-1-4 15,0 3-1-15,0 1-4 0,2-2-5 0,0-1 4 16,0 3-5-16,1-2-2 0,2-2 0 0,-1 0-1 16,-2 1 1-16,3 0-2 0,1-1 1 0,3 1-5 15,-4-3 4-15,1 0-3 0,2 3 1 0,-1-4 0 16,1 0 1-16,0-1-2 0,0 1-2 0,2-4 3 16,0 2 0-16,-8-2-1 0,20-2 2 0,-10 1-2 15,2-3 2-15,-1 1 2 0,0-3 13 0,1 1 3 16,-3-1 9-16,1-1 3 0,6 0-6 0,-9-1-6 15,2 0-2-15,0 1-1 0,-2-2 1 0,-1 1 8 16,-1-1-2-16,3-1-3 0,-4 1-2 0,0 0-1 16,-1-1 5-16,0 2 1 0,-2 0-1 0,3-1-1 15,-4 1-6-15,0 8 2 0,-2-15-8 0,0 8 5 16,0-2-5-16,-1 2-4 0,3 7 6 0,-6-12-12 16,-3 5 3-16,6 1 1 0,-6-1-5 0,3-1-1 15,-2 3-3-15,-1-3 4 0,1 3-3 0,-3 2-3 16,-1-1 2-16,2-2-1 0,0 3-1 0,-1-1 6 15,0 2-5-15,2-1-1 0,-2 2 2 0,3 0-3 16,8 1-1-16,-16-2 5 0,5 0-6 0,11 2-6 16,-13-1 0-16,6 1-10 0,7 0-9 0,-10 1-17 15,10-1-14-15,-9 3-18 0,4-1-19 0,5-2-38 16,-9 9-37-16,6-6-40 0,3-3-30 0,-4 11-191 16,4-5-468-16,0-6 207 0</inkml:trace>
  <inkml:trace contextRef="#ctx0" brushRef="#br0" timeOffset="5849.1">25421 8161 97 0,'0'0'254'0,"0"0"-7"0,0 0-6 0,0 0-12 15,0 0-17-15,0 0-18 0,0 0-20 0,0 0-19 16,0 0-11-16,0 0-18 0,0 0-10 0,0 0-16 16,0 0-8-16,0 0-12 0,0 0-6 0,0 0-11 15,0 0-3-15,0 0-10 0,0 0-2 0,0 0-6 16,0 0-3-16,0 0-7 0,0 0 1 0,0 0-4 16,0 0 0-16,10-1-3 0,-10 1-3 0,10-2-4 15,-10 2 2-15,15-3-7 0,-3 2 4 0,-5 1-7 0,4-2 2 16,1-1 1-16,-2 2-5 0,0 0-2 0,-1-1 0 15,-2 0 0-15,1 0 0 0,2 2-4 16,-10 0 2-16,15-2-10 0,-9 2-10 0,-6 0-21 16,14 0-24-16,-14 0-29 0,12 3-25 0,-12-3-28 15,11 4-25-15,-11-4-21 0,9 3-21 0,-7 0-148 0,-2-3-386 16,6 5 170-16</inkml:trace>
  <inkml:trace contextRef="#ctx0" brushRef="#br0" timeOffset="6547.8">25475 8267 148 0,'0'0'190'0,"0"0"-4"0,0 0-9 0,0 0-6 16,0 0-11-16,0 0-3 0,0 0-9 0,0 0-7 15,0 0-4-15,0 0-10 0,0 0-5 0,0 0-4 0,0 0-6 16,0 0 1-16,0 0-9 0,0 0-2 16,0 0 0-16,-6 4-3 0,6-4-2 0,0 0-1 15,0 0-4-15,0 0-4 0,0 0 2 0,0 0 4 16,0 0-10-16,0 0-1 0,0 0-5 0,0 0 8 0,0 0-5 15,0 0 12-15,0 0-9 0,0 0-2 16,0 0 1-16,-7 2-27 0,7-2-5 0,0 0 2 16,0 0 1-16,-10 1-8 0,10-1-1 0,0 0-1 0,-10 0-6 15,10 0-5-15,0 0-8 0,0 0 3 16,-12 3 8-16,12-3-17 0,0 0-14 0,-6 1 12 0,6-1 4 16,0 0-9-16,0 0-4 0,0 0 4 0,0 0-4 15,-10 0 7-15,10 0-11 0,0 0-2 0,0 0 6 16,0 0-4-16,0 0-6 0,0 0 7 15,0 0-2-15,0 0-3 0,0 0 7 0,0 0-7 0,0 0-1 16,0 0-4-16,0 0-2 0,0 0 10 0,0 0-11 16,0 0 5-16,0 0-4 0,0 0 0 0,0 0 9 15,0 0-2-15,0 0-2 0,25 6 5 0,-16-4-3 16,3-2-5-16,-2 0 9 0,3 0-8 16,1 0 8-16,-1 0-7 0,0 0 3 0,-1-2-16 0,1 1 24 15,-2 1-8-15,1-1 0 0,-4 1 3 0,-8 0-2 16,15 0 5-16,-9 0-1 0,-6 0-4 0,13 0-6 15,-13 0 10-15,10-1 2 0,-10 1-18 0,7-3 16 16,-7 3-4-16,0 0-4 0,11 0 6 0,-11 0 7 16,0 0-14-16,0 0 3 0,12-1-1 0,-12 1 0 15,0 0-10-15,0 0 11 0,9 0 0 0,-9 0 0 16,0 0-3-16,0 0-2 0,0 0 12 0,0 0-5 16,0 0-4-16,0 0-1 0,0 0 8 0,0 0-14 15,0 0-8-15,0 0-25 0,6-4-36 0,-6 4-35 16,0 0-32-16,0 0-39 0,0 0-78 0,0 0-93 15,0 0-198-15,-32 18-600 0,19-16 265 0</inkml:trace>
  <inkml:trace contextRef="#ctx0" brushRef="#br0" timeOffset="8086.05">25960 7915 149 0,'-4'-4'214'0,"4"4"-6"16,-6-8 0-16,6 8-3 0,-6-6-7 0,6 6-12 16,-4-5-20-16,4 5-17 0,0 0-16 0,-5-6-15 15,5 6-15-15,0 0-11 0,0 0-10 0,0 0-10 16,0 0-9-16,0 0-5 0,0 0-10 0,0 0-4 16,0 0-6-16,0 0-5 0,0 0-4 0,0 0-3 15,11 23-1-15,-5-17-6 0,0 3-1 0,-1 0 2 16,3 3-1-16,0 0-7 0,-2-1-2 0,3 0 0 15,-1 1 0-15,4 1-1 0,-3 2-2 0,0-1-1 16,-1 0-1-16,2 0 6 0,-1-1-2 0,-3-1-4 16,2-3-1-16,-2 2 0 0,1-1-2 0,-1 0 4 15,-1-1-3-15,4 1-1 0,-4 0 1 0,3-1 2 16,-3 1-5-16,1-2 3 0,0 0-1 0,-2-3 0 16,1 1 3-16,1 0-2 0,-2-3 2 0,-2 2-4 15,4-1-2-15,-6-4 1 0,6 9 4 0,-6-9 0 16,5 4 3-16,-5-4-5 0,4 4 1 0,-4-4 1 15,2 5 0-15,-2-5 20 0,0 0 7 0,0 0 10 16,0 0 12-16,7 3 4 0,-7-3-7 16,0 0 2-16,0 0-8 0,0 0-4 0,10-15-2 0,-6 10-8 15,2-4 3-15,-1 3-1 0,1-4-4 0,2 1 0 16,-2-3-4-16,1-3-3 0,1 0-4 0,-3 2 2 16,5-3-4-16,-2 1 2 0,-3 4-2 0,1-5-1 15,4 2-1-15,-8 3-5 0,4-2 1 0,-3-2 3 16,-1 2-4-16,-2 2-1 0,6-3 16 0,-3-2-15 15,2 3 0-15,-5 1 6 0,4-5-2 0,-2 2 7 16,0 2-10-16,-2 3 5 0,0-3-5 0,1 3-1 16,1-3 0-16,0 2 1 0,-2 3-6 0,2 0 2 15,0 2 0-15,-2 6 2 0,0-11-3 0,0 11-1 16,0-8-1-16,0 8 1 0,4-6-4 0,-4 6-2 16,0 0 0-16,0 0 1 0,0 0 2 0,0 0-5 15,0 0-1-15,-2-10-3 0,2 10 4 0,0 0 0 16,0 0-1-16,0 0-3 0,0 0 4 0,0 0-10 15,0 0-24-15,0 0-13 0,0 0-14 0,9 19-17 16,-6-13-22-16,0 1-47 0,-1 0-45 0,2 1-44 16,0 2-232-16,-4 1-513 0,2-2 226 0</inkml:trace>
  <inkml:trace contextRef="#ctx0" brushRef="#br0" timeOffset="8535.9">26555 8063 19 0,'0'0'174'0,"-13"1"-17"16,13-1-4-16,-14-1-12 0,14 1-1 0,-13 0-7 15,6 1 5-15,7-1-5 0,-11 0-9 0,11 0-8 16,-9 0-5-16,9 0 0 0,0 0-4 0,-9 0-8 16,9 0-3-16,0 0-9 0,0 0-7 0,0 0-9 15,0 0-8-15,-11 0-2 0,11 0-7 0,0 0-4 16,0 0-8-16,0 0-1 0,0 0-8 0,0 0-1 16,0 0-6-16,0 0-4 0,0 0 5 0,0 0-8 15,0 0-2-15,0 0 2 0,0 0-4 0,34 0 1 16,-21 0-4-16,0-3 3 0,5 2-2 0,1-2-1 15,0 0-1-15,4 0-1 0,-4-1-4 0,-2 3 1 16,-1-1 1-16,-3 0 0 0,0 1-2 0,1 1 0 16,-3-3-1-16,-3 3 2 0,0-1-4 0,-8 1 0 0,13-2-1 15,-8 0-1-15,-5 2 3 0,11-1-3 16,-11 1 3-16,0 0 0 0,11-1-2 0,-11 1-1 16,0 0 1-16,7-2-1 0,-7 2 1 0,0 0-13 15,0 0-16-15,0 0-28 0,0 0-32 0,0 0-29 0,0 0-22 16,0 0-25-16,0 0-37 0,0 0-148 0,0 0-377 15,0 0 167-15</inkml:trace>
  <inkml:trace contextRef="#ctx0" brushRef="#br0" timeOffset="9031.2">26639 8060 2 0,'0'0'213'0,"0"0"-7"16,0 0-5-16,0 0-9 0,0 0-10 0,0 0-8 16,0 0-12-16,0 0-7 0,0 0-10 0,0 0-10 0,0 0-10 15,0 0-7-15,0 0-8 0,0 0-8 0,0 0-10 16,0 0-12-16,0 0-8 0,0 0-5 0,0 0-12 15,0 0-2-15,0 0-10 0,0 0-5 16,0 0-6-16,0 0-5 0,0 0-3 0,0 0-1 16,0 0-5-16,0 0-1 0,-1 16-2 0,1-16-4 0,-4 14 1 15,6-4-4-15,0 1-1 0,-1 1 5 16,-1 0-4-16,0 1 3 0,0 0-5 0,0 5 0 16,0-1 4-16,0-1-3 0,0 0-2 0,0-2 1 15,0 0-1-15,0-2 1 0,0 1-2 0,0 1 2 0,0-3-3 16,0-1-2-16,2 1 4 0,-2 0-1 0,2-2 1 15,-2 2 29-15,0 0 0 0,0 0-3 0,0-5-2 16,2 1 0-16,-2-7-4 0,2 10-1 0,-2-10-2 16,0 12 1-16,0-12-1 0,0 7-5 15,0-7 0-15,0 7 0 0,0-7 0 0,0 0-1 0,0 9-4 16,0-9 7-16,0 0 0 0,0 0 2 0,0 0-10 16,0 0 3-16,0 0-5 0,0 0 4 15,0 0-19-15,0 0-24 0,0 0-40 0,0 0-81 16,-6 5-99-16,6-5-249 0,0 0-542 0,-21-1 240 15</inkml:trace>
  <inkml:trace contextRef="#ctx0" brushRef="#br0" timeOffset="12383.07">27081 7949 5 0,'0'0'110'0,"0"0"-5"16,0 0 0-16,0 0-15 0,0 0-4 0,0 0-9 15,0 0 3-15,0 0 2 0,0 0-14 0,0 0 1 16,0 0 2-16,0 0-7 0,0 0-6 0,0 0 5 15,0 0-4-15,0 0-4 0,0 0-1 0,0 0-3 16,0 0-6-16,0 0 1 0,0 0-3 0,0 0-1 16,0 0-1-16,0 0-3 0,0 0 0 0,0 0 2 15,0 0-4-15,0 0 8 0,0 0-9 0,0 0 0 16,0 0 1-16,0 0-3 0,0 0-1 0,0 0-2 0,-1-8-4 16,1 8-7-16,0 0 3 0,-4-8 0 15,4 8-5-15,0 0 8 0,-4-8 3 0,4 8 2 16,-2-7-3-16,2 7-5 0,0 0 1 0,0-10-4 15,0 10 4-15,-3-6 4 0,3 6 3 0,0 0 0 0,-1-9 5 16,1 9 2-16,0 0 0 0,-3-7-3 16,3 7-2-16,0 0 0 0,0 0-9 0,0 0-3 0,0 0-1 15,0 0-2-15,0 0-8 0,0 0 0 16,0 0-5-16,0 0-1 0,0 0 1 0,0 0 16 0,0 0-3 16,0 0 5-16,4 39-10 0,-4-22 0 0,1-1-3 15,-1 0-1-15,0 3-3 0,0-1 1 0,2 0-2 16,-2-2 0-16,0 0 4 0,2 0-3 15,-2-3-4-15,-2 0 3 0,2-1-1 0,2-2 1 0,-2 1-2 16,4 0 0-16,-4-1-1 0,0 0 2 0,0-4 0 16,3 0 3-16,-3-6-2 0,0 12 0 0,1-7 2 15,-1-5-2-15,1 9 0 0,-1-9 3 0,0 0-5 16,0 9 3-16,0-9-19 0,0 0-28 16,0 6-35-16,0-6-44 0,0 0-58 0,0 0-60 0,0 0-127 15,0 0-397-15,0 0 175 0</inkml:trace>
  <inkml:trace contextRef="#ctx0" brushRef="#br0" timeOffset="12664.34">27043 7938 78 0,'2'-11'181'0,"-2"11"-7"16,2-8-14-16,-2 8-16 0,0 0-20 0,0 0-11 15,5-6-13-15,-5 6-9 0,0 0-13 0,9 0-4 16,-9 0-10-16,11 1 0 0,-11-1-12 0,13 5-3 16,-5-3-5-16,0 2-4 0,1-1-9 0,3 1 0 15,1 0-5-15,-4 2 3 0,5-1-8 0,-1-2 3 16,1 3-4-16,1 1-2 0,1-2-1 0,-1 1-1 16,4-1 1-16,-2 2-2 0,-1-4-1 0,2 1-7 15,-4-2-23-15,3 3-36 0,-1-2-25 0,-3 0-31 16,1-1-30-16,-1 0-117 0,-3-2-275 0,-3 1 123 15</inkml:trace>
  <inkml:trace contextRef="#ctx0" brushRef="#br0" timeOffset="12905.14">27451 7863 12 0,'-2'-7'232'0,"2"7"-11"0,0 0-10 15,0 0-23-15,-2-6-20 0,2 6-22 0,0 0-15 16,0 0-8-16,0 0-18 0,0 0-10 0,0 0-11 16,-2 21-4-16,2-12-10 0,0 4-10 0,0 3-1 15,-1 2-8-15,1-2-4 0,-1 1-6 0,1 1-2 16,-1-1-4-16,1 2-1 0,0 0-4 0,0 0-2 16,0-3 2-16,-2 3-15 0,4 0-39 0,-6-2-37 15,4-2-49-15,0-1-37 0,0-5-36 0,0 4-119 16,0-4-327-16,0-1 144 0</inkml:trace>
  <inkml:trace contextRef="#ctx0" brushRef="#br0" timeOffset="13331.34">27585 8126 65 0,'0'0'178'0,"0"0"-2"0,0 0 5 0,0 0-30 0,0 0-14 16,0 0 3-16,0 0-10 0,0 17-13 0,0-17-8 15,-3 11-12-15,3-11-8 0,-5 7-11 0,5-7-9 16,0 9-5-16,0-9-3 0,0 0 8 0,-2 7 1 16,2-7 0-16,0 0 4 0,0 0 10 0,0 0 3 15,0 8 11-15,0-8 8 0,0 0 10 0,0 0 5 16,0 0-7-16,0 0-10 0,0 0-8 0,0 0-13 16,0 0-3-16,0 0-14 0,-3-24-7 0,3 24-1 15,1-18-6-15,1 7-10 0,-2-2-5 0,7-3-4 16,-3 0-4-16,-1 0-3 0,1-1 2 0,2 1-7 15,-1 1 0-15,0 3 5 0,0 1-8 0,1 2 2 16,-2-1 0-16,-1 2-8 0,1 3-4 0,1 0-2 16,-1 0 1-16,-4 5-5 0,8-4 2 0,-8 4-4 15,12 1-3-15,-12-1 1 0,9 10-4 0,1-4 7 16,-4 4-3-16,1 0-1 0,4 5-2 0,-4 1 4 16,0-1 2-16,1-2-2 0,-1 2-3 0,0-4 6 15,-2 4-3-15,1-3 2 0,-1-1 0 0,-1 0 1 16,2-1-1-16,-2 0-2 0,-2-1 1 0,2 0 3 15,-1 1 0-15,-1-4-9 0,0 0-26 0,-2-6-21 16,4 11-26-16,-4-6-31 0,0-5-43 0,2 9-47 16,-2-9-35-16,0 0-40 0,0 7-167 0,0-7-480 15,0 0 213-15</inkml:trace>
  <inkml:trace contextRef="#ctx0" brushRef="#br0" timeOffset="13503.01">27664 8138 114 0,'0'0'213'0,"0"0"-13"16,0 0-18-16,0 0-19 0,0 0-19 0,0 0-11 15,0 0-15-15,17-12-12 0,-9 11-7 0,-1-1-12 16,7-1-11-16,-1 0-8 0,1 1-38 0,0 0-47 16,4-4-51-16,-1 4-57 0,3 0-130 0,-7-1-274 15,2 0 121-15</inkml:trace>
  <inkml:trace contextRef="#ctx0" brushRef="#br0" timeOffset="13811.31">27966 7929 40 0,'0'0'266'0,"-2"-10"-1"15,2 10-1-15,-2-7-16 0,2 7-19 0,-4-7-18 16,4 7-18-16,0 0-20 0,0 0-20 0,-3-9-15 15,3 9-18-15,0 0-16 0,0 0-13 0,0 0-10 16,0 0-9-16,0 0-8 0,0 0-4 0,0 0-8 16,0 25-5-16,0-13 1 0,3 2-5 0,-2-3-4 15,0 5-2-15,1-4 1 0,-1 4-3 0,-2-3-1 16,2-1-3-16,0 0-4 0,-1 3-1 0,0-2-3 16,2-1 2-16,-4-2-6 0,2 1-1 0,0 0-1 15,0 0 2-15,0-1 1 0,0-10-3 0,0 11-14 0,-1-5-15 16,1-6-14-16,0 12-22 0,0-12-27 15,-4 10-26-15,4-10-32 0,-4 7-44 0,4-7-30 16,0 0-43-16,0 0-144 0,0 0-427 0,0 0 190 16</inkml:trace>
  <inkml:trace contextRef="#ctx0" brushRef="#br0" timeOffset="13989.03">27960 7946 27 0,'0'0'181'0,"0"0"-7"15,0 0-14-15,0-8-15 0,0 8-14 0,0 0-16 0,0 0-12 16,0 0-6-16,0 0-12 0,12 1-6 0,-12-1-7 16,0 0-9-16,19 7-3 0,-11-5-10 15,1 1 2-15,1 1-8 0,1-1-11 0,0 2-32 16,0-1-46-16,-2-1-48 0,5 0-46 0,-5 1-94 16,2-2-252-16,-3 0 112 0</inkml:trace>
  <inkml:trace contextRef="#ctx0" brushRef="#br0" timeOffset="14236.26">28261 7899 207 0,'0'0'276'16,"0"0"-5"-16,0 0-12 0,0-13-11 16,0 13-16-16,0 0-14 0,0 0-20 0,0 0-18 15,0 0-23-15,0 0-15 0,0-7-22 0,0 7-11 16,0 0-14-16,0 0-12 0,0 0-4 0,0 0-10 0,0 0-9 15,0 30-3-15,1-20-4 0,-1 3-4 0,0 0-3 16,1 2-5-16,-1-2-6 0,0 3-5 0,0-5-1 16,0 3-12-16,2 1-21 0,-2-2-30 0,2-1-36 15,-2 4-46-15,0-4-70 0,0-1-54 16,0 2-212-16,0-3-490 0,0-2 218 0</inkml:trace>
  <inkml:trace contextRef="#ctx0" brushRef="#br0" timeOffset="14485.79">28485 7986 232 0,'0'0'302'0,"0"-9"-11"0,0 9-17 16,0 0-28-16,0 0-29 0,2-7-23 0,-2 7-23 16,0 0-18-16,0 0-16 0,0 0-17 15,0 0-13-15,0 0-9 0,0 0-13 0,0 22-7 0,0-22-7 16,0 14-9-16,-2-6-6 0,2-8-6 0,-1 17-2 15,2-10-3-15,-2 0-6 0,0 2-6 0,1-9 3 16,0 13-8-16,0-6 3 0,0-7-5 16,-1 13-7-16,2-5-21 0,-1-8-24 0,-1 10-32 0,1-10-46 15,0 10-46-15,0-10-39 0,0 0-45 0,0 8-181 16,0-8-449-16,0 0 199 0</inkml:trace>
  <inkml:trace contextRef="#ctx0" brushRef="#br0" timeOffset="14731.38">28497 7938 123 0,'8'-5'217'0,"1"1"-8"0,-3 2-10 0,2-1-19 0,1 1-17 16,1 1-15-16,0 2 4 0,-1 2-12 16,0-1-7-16,1 4 1 0,2 0-10 0,-3 1-9 0,0 2 0 15,-3 0-7-15,0 1 0 0,0 2-9 0,-3-5-6 16,0 6-8-16,0-1 4 0,-3-1-5 15,-2 2-11-15,0-1-2 0,-5-1-5 0,0 3-5 0,-2-2-5 16,2 1-9-16,-4-2-2 0,-3 0-16 0,-2 1-17 16,1-1-27-16,-2-2-24 0,-2 1-39 0,1-2-55 15,2-1-59-15,-3 0-64 0,1-1-172 0,0-1-463 16,5-1 205-16</inkml:trace>
  <inkml:trace contextRef="#ctx0" brushRef="#br0" timeOffset="15451.96">27608 8454 181 0,'-17'0'182'15,"-1"0"-13"-15,5-2-10 0,-2 1-6 0,2 1-4 16,0 0-9-16,1-2-5 0,0 3-4 0,0-1-3 15,12 0-5-15,-13 0-1 0,13 0-6 0,-11 0-12 16,11 0-9-16,0 0-8 0,-12-1-9 0,12 1-6 16,-5 2-7-16,5-2-2 0,0 0-9 0,0 0-5 15,0 0-5-15,0 0 5 0,0 0-11 0,-11 1 4 16,11-1-1-16,0 0 0 0,0 0-2 0,0 0 4 16,0 0 3-16,0 0-3 0,0 0 3 0,0 0 1 15,0 0 1-15,0 0 0 0,0 0 0 0,0 0 1 16,0 0 0-16,-11 2-3 0,11-2-4 0,0 0-3 15,0 0-3-15,-9 0-7 0,9 0-1 0,-8 1-3 16,8-1-2-16,-13-1 1 0,13 1-6 0,-11 3 2 16,11-3 11-16,-10 0-3 0,10 0 4 0,0 0-8 15,-10 1-1-15,10-1-5 0,0 0 6 0,0 0-14 16,-8 1 2-16,8-1-3 0,0 0 11 0,0 0-15 16,0 0-1-16,0 0-1 0,0 0-1 0,0 0-3 15,0 0 1-15,0 0 4 0,52-2 7 0,-17-3-2 16,22 3 2-16,1-3-3 0,5-5-5 0,4 3 5 15,25-3 1-15,0-1-1 0,-29 3-2 0,30-1-8 16,-4 0 7-16,-26 1-1 0,27 2 4 0,-23 0-2 16,-8 3-4-16,-3-2 0 0,-6 3-2 0,-10-2 0 15,-6 1 6-15,2 1-3 0,-7 2 0 0,-9 0-3 16,1 0 1-16,-2-4-4 0,-3 4 7 0,-3-2-2 16,-3 1 16-16,-4 2-2 0,-6-1 23 0,15 0-15 15,-15 0 5-15,7 0 7 0,-7 0 2 0,0 0 5 16,0 0 1-16,9-1-8 0,-9 1-1 0,0 0 0 15,0 0-35-15,0 0-31 0,0 0-44 0,0 0-41 0,0 0-43 16,0 0-50-16,0 0-67 0,-27 10-73 0,17-6-182 16,-2 0-576-16,-6 3 255 0</inkml:trace>
  <inkml:trace contextRef="#ctx0" brushRef="#br0" timeOffset="16008.27">27544 8874 191 0,'-5'-7'247'0,"5"7"8"0,-2-12-11 0,2 12-12 16,-3-5-13-16,3 5-12 0,-4-5-21 16,4 5-20-16,0 0-19 0,0 0-16 0,0 0-17 15,-2-10-12-15,2 10-13 0,0 0-10 0,0 0-12 0,0 0-7 16,0 0-6-16,-4 26-3 0,4-10-4 0,2-4-4 15,-2 5-1-15,0-1 0 0,0-1-8 0,0 0 0 16,0 2-3-16,0-5-3 0,2 0-5 0,-2 0-4 16,-2 0 1-16,4 0-3 0,-4-1 0 15,2-1-2-15,0-1 1 0,0 0-1 0,0-9-2 0,0 11-10 16,0-11-15-16,-2 11-25 0,2-11-28 0,-2 7-41 16,2-7-40-16,0 0-48 0,0 0-43 0,0 0-181 15,0 0-451-15,0 0 200 0</inkml:trace>
  <inkml:trace contextRef="#ctx0" brushRef="#br0" timeOffset="16230.6">27539 8884 115 0,'-2'-7'217'0,"2"7"-6"0,0 0-16 0,2-10-18 0,-2 10-18 16,0 0-14-16,0 0-14 0,0 0-6 0,10-2-18 15,-10 2-11-15,0 0-1 0,17 6 5 0,-8-3-10 16,3 2-7-16,1-1-8 0,1-2-7 0,3 2-8 15,0 0-6-15,0 0-4 0,1-1 4 0,-1 0-11 16,0-2-6-16,1 1-4 0,-7 0-8 0,4-1-32 16,-3 1-40-16,-1 1-44 0,3-3-40 0,-4 0-40 15,1 0-35-15,-6 1-110 0,-5-1-341 0,16-2 150 16</inkml:trace>
  <inkml:trace contextRef="#ctx0" brushRef="#br0" timeOffset="16438.41">27905 8754 51 0,'-2'-9'254'0,"2"9"-12"0,-4-7-10 0,4 7-21 0,0 0-23 15,-1-6-21-15,1 6-15 0,0 0-2 0,0 0-10 16,0 0-7-16,-8 25-2 0,3-14-16 0,5 3-9 16,-2 0-12-16,0 4-10 0,1-1-5 0,1-1-6 15,0 2-8-15,-2-2-5 0,2 0-5 0,0 1-5 16,0-2-4-16,2 2-36 0,-1-2-37 0,-1 2-64 15,0-1-71-15,2-5-63 0,-4 0-173 0,4-1-430 16,-1 0 191-16</inkml:trace>
  <inkml:trace contextRef="#ctx0" brushRef="#br0" timeOffset="16782.34">28047 9090 96 0,'0'0'278'0,"9"-6"-5"0,-5 3-11 0,3-2-9 16,1 1-16-16,-4-1-15 0,0-3-13 0,6 1-19 16,-2-2-14-16,1-1-10 0,-1 1-11 0,-3 0-7 15,7-5-8-15,-4 3 1 0,-5 2-3 0,3-1-2 16,1-3-6-16,-5 2-3 0,4 1-6 0,-3 0-6 0,0 1 5 16,-1-1 1-16,1 2-17 0,-2 0-6 0,-1 8-5 15,1-13-4-15,-1 7-7 0,0 6-6 16,1-10-3-16,-1 10-8 0,0 0-4 0,2-8-12 15,-2 8-7-15,0 0-8 0,0 0-9 0,0 0-3 16,0 0-4-16,0 0 16 0,0 0-16 0,0 0-1 16,0 0 1-16,0 0-5 0,-5 27-4 0,2-17 11 0,3 1-13 15,0-4-2-15,0 3 5 0,-2-3-4 16,4 3-2-16,-2-3 3 0,0-7-3 0,4 12-2 16,-3-5-4-16,2 1-20 0,-1-4-19 0,1 2-29 0,3-1-31 15,2-1-28-15,0 0-36 0,-3-1-67 0,1-1-79 16,-6-2-78-16,12 1-211 0,-12-1-649 0,0 0 287 15</inkml:trace>
  <inkml:trace contextRef="#ctx0" brushRef="#br0" timeOffset="16962.05">28191 8790 2716 0,'-10'-8'137'0,"2"2"-93"0,2-2-22 16,-2 4 34-16,4-5 21 0,-1 6 13 0,-1-2-2 15,6 5-18-15,-7-8-9 0,7 8-13 0,-5-4-4 16,5 4-19-16,-5-3-23 0,5 3-30 0,0 0-43 16,0 0-50-16,0 0-72 0,0 0-57 0,0 0-220 15,0 0-509-15,0 0 226 0</inkml:trace>
  <inkml:trace contextRef="#ctx0" brushRef="#br0" timeOffset="17331.45">28455 8593 2771 0,'0'0'138'0,"3"-9"-59"0,-3 9-45 16,2-10-25-16,-2 10-3 0,4-7 9 0,-4 7 6 16,3-4 8-16,-3 4-3 0,0 0-6 0,0 0-4 15,7-5 0-15,-7 5 0 0,0 0-5 0,0 0-1 16,18 7-2-16,-13-4 5 0,0 2-7 0,2 1-3 15,-1 1 2-15,-1-2-2 0,-2 4-1 0,2 0 3 16,-1 2-1-16,-3 0 2 0,1 0-1 0,-2 1 6 16,-2-1 15-16,-2 2 4 0,3-1 2 0,-4-2 12 15,2 3-4-15,-1-5-9 0,0-1 4 0,1 0 3 16,-1 1-1-16,-1 0-1 0,2-4-4 0,-1 4 2 16,2-3-7-16,2-5 1 0,-6 10-5 0,6-10-3 15,-2 8-3-15,2-8 0 0,-3 5 2 0,3-5-8 16,0 0 1-16,2 10 4 0,-2-10-2 0,10 5 5 15,-1-4-3-15,4-1 6 0,6-2-5 0,11-3 2 16,8-2-26-16,10-5-26 0,-8 4-45 0,8-5-75 16,2 2-99-16,0-3-77 0,-13 4-196 0,3 2-569 15,7-8 252-15</inkml:trace>
  <inkml:trace contextRef="#ctx0" brushRef="#br0" timeOffset="18788.03">24783 8492 77 0,'0'0'70'0,"0"0"-6"16,0 0-7-16,0 0 0 0,0 0-8 0,0 0-11 16,0 0 0-16,0 0-6 0,0 0 5 0,0 0-6 0,0 0-7 15,0 0-4-15,0 0 6 0,0 0-16 0,0 0-12 16,0 0-21-16,0 0-29 0,0 0-41 15,0 0-99-15,0 0 44 0</inkml:trace>
  <inkml:trace contextRef="#ctx0" brushRef="#br0" timeOffset="21730.77">26511 8349 31 0,'0'0'81'0,"0"0"-7"0,0 0-8 0,0 0 0 16,4 6 1-16,-4-6-20 0,0 0 15 0,0 0-18 15,0 0 7-15,0 0 3 0,0 0-1 0,0 0-4 16,0 0-2-16,0 0-9 0,0 0 4 0,0 0-15 16,0 0 1-16,0 0-12 0,0 0 0 0,0 0 17 15,0 0-21-15,0 0-18 0,0 0-24 0,0 0-38 16,0 0-82-16,0 0-163 0,0 0 72 0</inkml:trace>
  <inkml:trace contextRef="#ctx0" brushRef="#br0" timeOffset="67686.36">8818 7425 2 0,'0'0'15'0,"0"0"-2"0,0 0 1 0,0 0 1 16,0 0-3-16,0 0 5 0,0 0-12 0,0 0 0 16,0 0 1-16,0 0 2 0,0 0-1 0,0 0 0 0,0 0 3 15,0 0-1-15,0 0-4 0,0 0 2 0,0 0 2 16,0 0-4-16,0 0 3 0,0 0-4 0,0 0 0 16,0 0-1-16,0 0 0 0,0 0-5 15,0 0 0-15,0 0 3 0,0 0-2 0,0 0 3 16,0 0 1-16,0 0-6 0,0 0 7 0,0 0-4 15,0 0 2-15,0 0 0 0,0 0-4 0,0 0 8 16,0 0-8-16,0 0 1 0,0 0 2 0,0 0-3 16,0 0 2-16,0 0 0 0,0 0 1 0,0 0-2 15,0 0-1-15,0 0 2 0,0 0-4 0,0 0 12 16,0 0-7-16,0 0 2 0,0 0-2 0,0 0 0 16,0 0-3-16,0 0 2 0,0 0 2 0,0 0-2 15,0 0 0-15,0 0 1 0,0 0-6 0,0 0 0 16,0 0 5-16,0 0 3 0,0 0-5 0,0 0 5 0,0 0-1 15,0 0 0-15,0 0-2 0,0 0 2 16,0 0-6-16,0 0 3 0,0 0-5 0,0 0 4 16,0 0 0-16,0 0 0 0,0 0 2 0,0 0 1 15,0 0-2-15,0 0 5 0,0 0-6 0,0 0 5 16,0 0-8-16,0 0 9 0,0 0-2 0,0 0-5 16,0 0-1-16,0 0 0 0,0 0 1 0,0 0 1 15,0 0-4-15,0 0-1 0,0 0 0 0,0 0 0 16,0 0-3-16,0 0 3 0,0 0-1 0,0 0 1 15,0 0 0-15,0 0 1 0,0 0-5 0,0 0-6 16,0 0-17-16,0 0 7 0</inkml:trace>
  <inkml:trace contextRef="#ctx0" brushRef="#br0" timeOffset="71783.75">23215 7570 28 0,'2'-10'112'0,"-2"10"-7"0,0 0-15 16,0 0-7-16,0 0-3 0,0 0-10 0,0 0-13 0,4-6-13 15,-4 6-13-15,0 0-22 0,0 0-14 0,0 0-18 16,5-5-30-16,-5 5-52 0,0 0-114 0,0 0 51 15</inkml:trace>
  <inkml:trace contextRef="#ctx0" brushRef="#br0" timeOffset="73667.59">13319 9145 39 0,'0'0'34'0,"0"0"0"16,0 0-13-16,0 0-9 0,0 0-6 0,0 0-18 15,0 0-11-15,0 0-24 0,0 0 11 0</inkml:trace>
  <inkml:trace contextRef="#ctx0" brushRef="#br0" timeOffset="74318.98">13495 9181 23 0,'0'0'22'0,"0"0"0"15,0 0-5-15,0 0-7 0,0 0-2 0,0 0-2 0,0 0-8 16,8-10-4-16,-8 10-1 0,0 0-9 16,0 0-17-16,0 0 8 0</inkml:trace>
  <inkml:trace contextRef="#ctx0" brushRef="#br0" timeOffset="111085.62">13133 11477 18 0,'0'0'54'0,"0"0"-2"16,0 0-10-16,0 0-1 0,0 0-5 0,0 0-2 15,0 0-3-15,0 0 1 0,0 0-8 0,0 0-3 16,0 0 1-16,0 0-13 0,0 0-14 0,0 0 0 16,9 1-16-16,-9-1-2 0,0 0-5 0,0 0-28 15,7 4-61-15,-7-4 28 0</inkml:trace>
  <inkml:trace contextRef="#ctx0" brushRef="#br0" timeOffset="111347.06">13922 11504 28 0,'0'0'33'0,"8"4"-10"15,-8-4-14-15,7 4-8 0,-7-4-17 0,9 6-17 16,-4-2 8-16</inkml:trace>
  <inkml:trace contextRef="#ctx0" brushRef="#br0" timeOffset="115548.16">11839 15916 11 0,'0'0'61'0,"-5"-8"0"15,5 8-7-15,0 0 5 0,0 0-10 0,0 0 7 16,0 0-12-16,0 0-2 0,-6-9-4 0,6 9 0 15,0 0-5-15,0 0-9 0,0 0 5 0,0 0-7 16,-15 1 8-16,15-1-14 0,0 0-9 0,0 0-2 16,-18 9-4-16,18-9-7 0,-14 6-13 0,7-3 11 15,-2 0-7-15,-2 0 8 0,1 1-2 0,2 0 1 16,-3-1-4-16,-1 0 7 0,0 0-3 0,2 1 3 16,-3 0 2-16,0 0-1 0,0-3-6 0,1 2 15 15,-1 1-3-15,0-2-2 0,0 2 0 0,-1-1-7 16,1-1-17-16,1 2-3 0,-1-1-6 0,0-1-11 15,0 2-29-15,2 0-77 0,-3-3 34 0</inkml:trace>
  <inkml:trace contextRef="#ctx0" brushRef="#br0" timeOffset="117875.89">11254 16028 25 0,'0'0'94'15,"0"0"-11"-15,0 0-11 0,-16-1 0 0,16 1-7 16,0 0 5-16,0 0-7 0,-19-1-12 0,19 1-2 16,0 0-1-16,-13 0-3 0,13 0-3 0,0 0-12 15,-12-4 2-15,12 4 1 0,0 0 9 0,-13 0-7 16,13 0 13-16,0 0 1 0,-12-1 2 0,12 1-4 16,0 0 2-16,-11-3 3 0,11 3-4 0,0 0-1 15,0 0 1-15,0 0 3 0,-12-3 3 0,12 3-1 16,0 0 3-16,0 0-4 0,0 0 2 15,-10-6-6-15,10 6 7 0,0 0-3 0,0 0 4 0,-4-4-2 16,4 4 3-16,0 0-3 0,0 0 2 0,0 0-1 16,0 0-5-16,0 0 0 0,-2-6-2 0,2 6-9 15,0 0 1-15,0 0-5 0,0 0-2 0,0 0-5 16,0 0-3-16,0 0-3 0,0 0 1 0,0 0-2 16,0 0-5-16,0 0-2 0,0 0-5 0,0 0 2 15,0 0 0-15,0 0-3 0,0 0-1 16,0 0-3-16,0 0 0 0,0 0 0 0,0 0-3 15,0 0 3-15,0 0 0 0,0 0-1 0,0 0-2 0,0 0 3 16,0 0-4-16,0 0 1 0,0 0-2 0,20-1 4 16,-20 1-2-16,9 0 2 0,-9 0-4 0,13 1 4 15,-6 2 0-15,-7-3-3 0,13 0 1 0,-13 0-2 16,17 2 3-16,-7 2-3 0,0-4 3 0,2 1-1 16,-2 1-2-16,3 2 4 0,-2-4-3 15,3 6 0-15,0-5 0 0,-2 3-1 0,1-1-1 16,-2 1 5-16,3-2-3 0,-1 2 3 0,2-2-1 15,-3 2-1-15,6 2-3 0,-5-3 6 0,-2 0-6 0,7 3 3 16,-3-2 0-16,3 2-1 0,-2-2-1 0,-4 0-1 16,0-2 3-16,6 4 0 0,-2-2 6 0,3-1-6 15,-1 3 2-15,-6-3-5 0,7 0 2 16,-1 1-2-16,1-1 4 0,0 1-4 0,0-1 2 16,4 0 2-16,-2-3 4 0,8 5-3 0,-8-1-2 15,6-4 2-15,-6 2-3 0,0 0 4 0,2 0-5 16,6 1 0-16,-8-2-1 0,0 0 4 0,0 2-5 15,6 1 2-15,2-2-1 0,-10 1 2 0,4-2-2 16,0 1 3-16,4 1-3 0,-4-3 2 0,3 2 3 16,-5 0-3-16,2-2 3 0,5 2-2 0,-6-2 1 15,5 0-1-15,0 2 0 0,-4-3 1 0,4 2-4 16,-6 0 2-16,0 0 0 0,7-3 3 0,1 2-2 16,-8 0-2-16,10 0 1 0,-11-1 3 0,2 1-2 15,5-4 1-15,3 5-3 0,-1-5 3 0,0 2 0 16,0 2 0-16,0-1-2 0,-1-2 0 0,3 1-1 15,-1 1 2-15,-1-1-1 0,2-2 2 0,0 6-2 16,-1-7-2-16,-2 3 2 0,3 0 3 0,-1 0-3 16,-3 1 3-16,4-4-5 0,-2 2 2 0,1-1-1 15,-1 0 1-15,2 1 1 0,-4 2-1 0,3-4 3 16,-1 3-1-16,-2-1-1 0,4 3 1 0,1-3-2 16,-1 0 0-16,1 1 3 0,-1-3-2 0,0 2-1 15,1 0 0-15,1 0 1 0,1 3 2 0,-2-3-3 16,3 1 1-16,-3 1-5 0,4 0 7 0,-4-2-3 15,1 3 3-15,-1-1 1 0,-1-2 0 0,1 1-1 16,-1 1 1-16,0 2 15 0,-3-2 0 0,1 2 1 16,-3 0-3-16,3 0-3 0,0 4-3 0,-1-3 1 15,1-1-1-15,0-2-4 0,1-1 2 16,-2 1-2-16,0 2 1 0,-1-1-2 0,0 2 0 16,-5-2-1-16,5 4-1 0,0-4 1 0,4 1 0 0,-2 3-1 15,-6-6-2-15,5 2-2 0,1 0 5 0,-8-3-3 16,9 6 4-16,-1-3-6 0,0 2 5 0,-6-1-4 15,6-1-1-15,1-1 3 0,-10 1 0 0,11-2-1 16,-11 2-2-16,3 0 3 0,4 2-2 16,1-2-2-16,-9 1 2 0,3-1-2 0,1 1 5 15,-1 1 0-15,6-1-2 0,-1 0-3 0,-6-1 2 16,8 1-1-16,-3 2 1 0,-9 1-3 0,6-3 5 16,-3 1-3-16,1-2 1 0,1 2-3 0,-2-2 3 0,3 4-1 15,-2-3 5-15,0 2-4 0,9-1 3 0,-8 0-5 16,4 1 4-16,-4-1-1 0,6 1-1 0,-8 0-1 15,0 1 3-15,10 0-2 0,-8-4 4 16,6 5-3-16,-1-4 3 0,-8 0-2 0,4 2 2 16,-3 1 1-16,10 1-1 0,-11-4 1 0,3 0-2 15,7 0 1-15,-7-1 1 0,7 0-1 0,0-2 0 16,-9 2-2-16,0 0 2 0,10-1-3 0,-3-1 7 16,-7 1-5-16,8-1-3 0,-1 2 1 0,1-1 1 15,2-2 1-15,-2-1-4 0,0 5 2 0,-6-2 0 16,8 0-1-16,-2-3-2 0,-1 3 2 0,3 1 2 15,-7-3-7-15,6 2 6 0,0 0-2 0,1-2 1 16,2-1 1-16,-4 2-1 0,1 0-1 0,2 2 3 16,0-1-1-16,-1-1 1 0,1-1-1 0,-2 2-1 15,2-3-1-15,0 2 2 0,-2 2 0 0,2-1 0 16,-2-2 0-16,2 3-2 0,2-3 0 0,3 3-1 16,-3 0 3-16,0-2-2 0,1 4 5 0,0-5-7 15,3-1 6-15,0 2-2 0,-1 1-3 0,1-1 1 16,-1 1 0-16,2-2 2 0,-2 3-1 0,1-3 3 15,1 1-5-15,-1 1 3 0,3-3-1 0,-3-1 0 16,0 4 0-16,-2 1 1 0,1-3-1 0,-1 0 0 16,5 2 3-16,-6 0-1 0,6-2 1 0,-4 2-1 15,1-3 4-15,-2 2-2 0,1-2-1 0,1 0-2 16,2 3 0-16,-1-2 0 0,0 1 0 0,1 1 4 16,-1-1 2-16,13-3 3 0,-16 3-4 0,-2-2 2 15,0 2-1-15,2 1-3 0,-2-2 1 0,-2 3 2 16,1-3 0-16,1 0-5 0,-5 4 5 0,3-3 4 15,-1 2 5-15,0-5 1 0,-2 5-5 0,3-3 6 16,-1 2-1-16,-3-1-6 0,-5 0 1 0,6 2 1 16,-1 0-2-16,1-1-2 0,-8 1-1 15,2-3 0-15,0 3 0 0,-2 0-5 0,2 0 0 0,-1 1-7 16,0-1 9-16,6-1 0 0,-8 1-1 0,1 0 0 16,0-1-2-16,-1 2 2 0,1-1-4 0,-2 1 1 15,-3-1 2-15,2-1-1 0,1 1 4 0,-5 1-4 16,5 1-3-16,-2-2 2 0,-2 0-4 0,-1 1 4 15,0 0-1-15,2 0 2 0,2-1-12 16,-1 0 11-16,2 0-2 0,0 0 3 0,1-1-2 16,-2 0 2-16,2 1-5 0,-5 0 6 0,7 0-6 15,-4 1 10-15,5-1-6 0,5 0-4 0,-5 0 1 0,0 0 3 16,-1-2-10-16,1 2 11 0,6-3-3 0,-7 2 0 16,0 0-2-16,1-1 6 0,6 2-4 15,-6 0 5-15,6 0-5 0,-7-3 2 0,7 2 2 16,-7 0-2-16,2 2 0 0,5-3-2 0,-6 1 1 15,-1-2 2-15,8 2-2 0,-7 1 2 0,0 0-4 16,-1-2 4-16,2 1-2 0,-5 0-2 0,3 1 3 16,-2-2 0-16,1 1-1 0,-1 1 2 0,-2-1-2 15,2 0 0-15,1 1 6 0,-1 0-5 0,-2 0-1 16,-4 0 7-16,1 0-9 0,0 0 2 0,0 0 0 16,-1 0 4-16,-1 0-4 0,-12 0 3 0,20 0-13 15,-7-2 9-15,-2 4 4 0,-11-2-1 0,19 0-1 16,-19 0 1-16,16 0 0 0,-16 0-2 0,10 1 2 15,-10-1-4-15,13 1 3 0,-13-1-2 0,0 0 0 16,13 0 4-16,-13 0-1 0,0 0-1 0,11 4 0 16,-11-4-1-16,0 0-3 0,0 0 0 0,0 0 3 15,0 0 1-15,12 3 9 0,-12-3-2 0,0 0 2 16,0 0 3-16,0 0-2 0,0 0 0 0,0 0-14 16,0 0 18-16,0 0 2 0,0 0 5 0,0 0 3 15,0 0-4-15,0 0 3 0,0 0-3 0,0 0 3 16,0 0-5-16,0 0 3 0,0 0-3 0,0 0-11 15,0 0 19-15,0 0-14 0,0 0 9 0,0 0-6 16,0 0 0-16,0 0 5 0,0 0-8 0,0 0 0 16,0 0 0-16,0 0 6 0,0 0-11 0,0 0 2 15,12-2 6-15,-12 2-4 0,0 0-4 0,0 0 0 16,0 0 2-16,0 0-9 0,0 0 6 0,0 0 1 16,0 0-17-16,0 0 14 0,0 0-1 0,0 0 1 15,0 0-1-15,0 0-4 0,0 0 4 0,0 0-1 16,0 0 3-16,0 0-7 0,0 0-2 0,0 0 3 15,0 0 1-15,0 0-3 0,0 0 0 0,0 0 3 16,0 0 4-16,0 0-7 0,0 0-3 0,0 0-11 16,0 0-8-16,0 0-10 0,0 0-25 0,0 0-17 15,0 0-15-15,0 0-18 0,0 0-21 0,0 0-20 16,0 0-27-16,0 0-23 0,0 0-32 0,0 0-22 16,0 0-14-16,0 0-151 0,0 0-452 15,0 0 199-15</inkml:trace>
  <inkml:trace contextRef="#ctx0" brushRef="#br0" timeOffset="118820.13">21517 15990 75 0,'0'0'122'16,"0"0"-14"-16,0 0-11 0,0 0-11 0,0 0-5 16,0 0-14-16,0 0 6 0,0 0-6 0,0 0-4 15,0 0-4-15,0 0 4 0,0 0-6 0,0 0 2 16,0 0 4-16,0 0-7 0,0 0-2 0,45 3 5 16,-33-2 3-16,0 0-3 0,0-1-5 0,5 0-9 15,1 2-5-15,4-2 1 0,0 1 12 0,6-6-3 16,4 6 8-16,-4-1-4 0,5 0-6 0,3-1-2 15,0 1-7-15,0-3-3 0,2 3-6 0,-1 0 1 16,0-1-8-16,-1-1 4 0,15 1-4 0,-13 2 0 16,14-4-5-16,0 3 0 0,1 0 4 0,0 0-2 15,2-1 6-15,-5 1 5 0,3 1 0 0,1-2 0 16,1 1 1-16,-3-2-3 0,3 5 2 0,-1-3-4 16,2-4 4-16,-1 5 7 0,5 1 2 0,2-1-9 15,0 2-1-15,1-3 2 0,1 0-4 0,1 2 0 16,0-4-3-16,-1 1 1 0,0 2 6 0,30-1-4 15,-35 0-1-15,5 2-2 0,1-5 1 0,2 4 0 16,-2-1 1-16,28-2 1 0,-29 1 1 0,4-4-6 16,-3 3 6-16,26 2 6 0,-31-5-4 0,6 3-5 15,25 0 6-15,-32-1-2 0,6 0-5 0,0-1-1 16,26-3-1-16,0 4 0 0,-30-1 5 0,0 3 0 16,1-2-11-16,1 3 0 0,0-3 5 0,-2 3-5 15,1-3 0-15,0-3 0 0,0 5 1 0,-1-1-8 16,-2-1 13-16,1 2-3 0,-5 4 2 0,1-7 5 15,1 2-9-15,-3 2-4 0,-14-2 1 0,12 1 1 16,-14 1-5-16,16 0-1 0,-18-2 0 0,0 1-1 16,-3 1-9-16,-1 0 17 0,0 0-9 15,-4-1 2-15,-5 1 2 0,0 1 3 0,-6 0-7 16,2-1-5-16,-8 0-6 0,3 0 9 0,-3 0-3 0,-11 0 5 16,11 2 2-16,-11-2 6 0,13 0 3 15,-13 0-3-15,0 0-6 0,0 0 5 0,14 0-14 0,-14 0 15 16,0 0-4-16,0 0-6 0,0 0 0 15,0 0-11-15,0 0-19 0,0 0-21 0,0 0-31 16,0 0-44-16,-49 6-55 0,30-6-96 0,-10 4-265 16,-2-4-578-16,-7 0 255 0</inkml:trace>
  <inkml:trace contextRef="#ctx0" brushRef="#br0" timeOffset="128485.28">3942 5924 185 0,'-2'-6'186'0,"2"6"-17"0,-8-7-5 16,4 3-7-16,4 4-1 0,-11-5-8 16,4-1-14-16,2 2 3 0,0 0 22 0,-3 1 8 15,8 3 0-15,-10-7-3 0,5 6-10 0,5 1-8 0,-7-3-6 16,7 3-14-16,0 0-1 0,-8-5-15 0,8 5-14 16,0 0-3-16,-5-3-17 0,5 3-5 0,0 0-7 15,0 0-6-15,0 0-4 0,0 0-6 0,-7-5-13 16,7 5-6-16,0 0-7 0,0 0 4 15,0 0-11-15,0 0-4 0,0 0-2 0,0 0 2 16,0 0-4-16,18 13-3 0,-10-9 4 0,2 4-3 16,5 1 1-16,1 2-2 0,0 0-1 0,1 1 1 0,1 1 3 15,3 4-5-15,0-2-1 0,-5-3 4 0,0 2-5 16,6 3 2-16,-7-5 2 0,3 1-1 16,-2-2-1-16,-2 0 1 0,2-1-1 0,-2-1-2 15,-1 4-2-15,-3-7 5 0,0 0-1 0,0 1-1 16,-1-1-1-16,-2-2 3 0,2 2-3 0,-3-4-9 15,0 0 14-15,-6-2 1 0,9 3-2 0,-9-3 0 0,9 4-14 16,-9-4 14-16,8 5-1 0,-3-3-7 16,-5-2-10-16,0 0-10 0,8 2-6 0,-8-2-19 15,0 0-20-15,0 0-28 0,0 0-29 0,0 0-34 16,11-11-40-16,-11 11-34 0,2-8-215 0,-2 8-486 16,0 0 215-16</inkml:trace>
  <inkml:trace contextRef="#ctx0" brushRef="#br0" timeOffset="128936.07">4245 5756 118 0,'0'-7'211'0,"0"7"1"0,-1-13-2 0,1 13-11 0,0-9-12 15,0 9-17-15,-3-6-21 0,3 6-15 0,0 0-17 16,0 0-15-16,-2-8-12 0,2 8-11 0,0 0-8 15,0 0-2-15,-12 24-2 0,1-2 0 0,-6 4-8 16,2 3-2-16,-3 3-5 0,0-1-2 0,-10 9-6 16,7-11 0-16,5-1-9 0,-5 3-1 0,2-4-1 15,1-3-5-15,4-8-2 0,-1 3-1 0,5-2-5 16,2-4 2-16,2-2-2 0,-2-2-4 0,3 1-2 16,-2-4-2-16,2 4 0 0,1-4 0 0,2-2-2 15,2-4-4-15,-5 10-2 0,5-10-11 0,-3 6-16 16,3-6-10-16,-2 8-23 0,2-8-9 0,0 0-34 15,0 0-16-15,1 9-24 0,-1-9-27 16,6 4-29-16,-6-4-137 0,0 0-359 0,0 0 159 16</inkml:trace>
  <inkml:trace contextRef="#ctx0" brushRef="#br0" timeOffset="129569.11">3862 6146 139 0,'0'0'180'0,"-13"4"-18"0,13-4-8 16,0 0-9-16,-13 2-10 0,13-2-11 0,-11 2-12 16,4 0-3-16,7-2-4 0,-9 1-6 0,9-1-2 15,-10 2-11-15,10-2-4 0,-9 2-8 0,9-2-3 16,-8 6-5-16,8-6 1 0,-6 1-5 0,6-1 2 15,0 0-10-15,-11 4-3 0,11-4-3 0,-8 0-8 16,8 0-2-16,-8 1 11 0,8-1 2 0,-10 2-1 16,10-2-6-16,-9 3-3 0,4 0-5 15,5-3 0-15,-9 4-5 0,9-4 0 0,-10 0 1 16,10 0 5-16,-8 1-7 0,8-1-2 0,0 0-6 0,0 0-1 16,0 0-3-16,0 0-1 0,0 0-2 0,0 0-1 15,0 0-1-15,23-14 0 0,3-4-4 16,4 2 1-16,3-4 1 0,12-7-3 0,5-4-3 0,-1 5-2 15,0-3 7-15,1 1 3 0,0 1 0 16,0 0 13-16,-6 1-2 0,-14 10 7 0,0-1 3 16,-2 2 5-16,-3 0 3 0,-1 0 1 0,-6 6-4 0,-2 1 6 15,-5 3 3-15,-2-1 3 0,0 0 9 0,-2 3-2 16,-2 0-5-16,-5 3-5 0,9-6-4 0,-6 3-20 16,-3 3 21-16,0 0-6 0,7-3-2 0,-7 3-5 15,0 0-4-15,0 0-4 0,6-3 2 16,-6 3-10-16,0 0-9 0,0 0-22 0,0 0-28 0,0 0-43 15,0 0-33-15,0 0-7 0,0 0-35 16,8 10-71-16,-6-2-54 0,-3 1-209 0,1-1-537 16,1 3 237-16</inkml:trace>
  <inkml:trace contextRef="#ctx0" brushRef="#br0" timeOffset="130535.49">3229 10282 36 0,'-9'-7'228'0,"-2"1"7"0,2-3-7 0,1 2-13 16,-1 0-16-16,0 0 4 0,1 1-19 0,1-1 0 16,-1 3-8-16,3-1-9 0,1 1-11 0,4 4-12 15,-8-8-10-15,5 4-18 0,3 4-13 0,0 0-12 0,-8-4-14 16,8 4-8-16,0 0-13 0,0 0-7 16,0 0-7-16,0 0-3 0,0 0 3 0,0 0-15 15,19 12 0-15,-5-2-1 0,3 0-8 0,1 2 1 16,-2 1-3-16,7 2-2 0,-6-3 2 0,5 3-10 15,-5-4 7-15,-1 0-3 0,2 0 0 0,-3-1-1 0,2 0-1 16,-2-1-3-16,0 1 2 0,-3-3-2 16,3 1 2-16,-2 1-4 0,1 2 1 0,-2-6 2 15,-3 2-3-15,2-1 5 0,-3-1-4 0,1 2 0 16,-2-1 2-16,2-1 11 0,-2-2-14 0,-2 2-8 16,0-1-20-16,0-1-13 0,0 2-18 0,-5-5-11 15,8 5-13-15,-8-5-21 0,5 6-31 0,-5-6-32 0,0 0-14 16,8 3-26-16,-8-3-18 0,0 0-145 15,0 0-399-15,0 0 177 0</inkml:trace>
  <inkml:trace contextRef="#ctx0" brushRef="#br0" timeOffset="130782.38">3428 10197 122 0,'-3'-3'227'0,"-1"-4"-8"0,-1 3-7 16,5 4-7-16,-7-8-14 0,7 8-21 0,-7-4-18 15,7 4-17-15,-7-3-14 0,7 3-17 0,0 0-8 16,-10 10-12-16,3 0-12 0,-1 7-3 0,-4 9-5 16,-1 0-8-16,1 3 0 0,-1 0-4 0,-2 1-2 15,0-2-8-15,1 0-1 0,4-1-8 0,-2 0-1 16,0 0-2-16,3-2-3 0,0 0-5 0,0-7-2 16,1 6-15-16,2-8-17 0,1 4-20 0,-2-6-29 15,2-2-57-15,2 0-41 0,0-1-48 0,0 1-147 16,3-12-383-16,-3 19 170 0</inkml:trace>
  <inkml:trace contextRef="#ctx0" brushRef="#br0" timeOffset="131265.07">3058 10551 191 0,'0'0'191'0,"0"0"-16"0,-9 0-7 16,9 0-6-16,0 0-5 0,-9-1-9 0,9 1-14 15,0 0-8-15,0 0-9 0,-10-1-11 0,10 1-9 16,0 0-12-16,0 0-5 0,0 0-13 0,0 0-6 15,0 0-6-15,0 0-6 0,0 0-5 0,0 0-5 16,0 0 15-16,19-13 8 0,-3 3 2 0,11-9-3 16,15-10 1-16,6-3-4 0,4-4-4 15,22-14-3-15,-24 14-6 0,0-1 0 0,22-14-4 16,-25 18 4-16,-4 5 10 0,0-2-10 0,-15 7-6 16,-3 4-1-16,1 0-3 0,-3 2-4 0,-7 8 8 0,5-8 0 15,-8 5 0-15,-1 1-3 0,-4 6-8 0,0-1 1 16,-3 3-4-16,-5 3 12 0,9-7-14 0,-9 7 3 15,6-6 7-15,-6 6-16 0,0 0 0 0,9-3 1 16,-9 3-6-16,0 0 2 0,0 0-4 0,0 0 0 16,0 0-3-16,6-6-6 0,-6 6 1 0,0 0 0 15,0 0-7-15,0 0-18 0,0 0-11 0,0 0-9 16,0 0-28-16,0 0-18 0,0 0-35 0,0 0-45 16,8 21-52-16,-8-21-34 0,-1 17-174 0,-3-6-463 15,0-1 206-15</inkml:trace>
  <inkml:trace contextRef="#ctx0" brushRef="#br0" timeOffset="158981.5">18772 14831 40 0,'0'0'120'0,"0"0"-4"0,0 0 8 16,0 0-10-16,0 0-2 0,0 0-3 0,0 0-1 15,0 0-4-15,0 0 1 0,0 0 3 0,0 0-4 16,0 0 5-16,0 0 1 0,0 0-7 0,0 0-1 16,0 0-3-16,0 0 0 0,0 0-7 0,0 0-2 15,0 0-2-15,10-6-9 0,-10 6 0 0,0 0-5 16,0 0-2-16,0 0-18 0,0 0-3 0,0 0-3 16,0 0-1-16,0 0 1 0,12 1-5 0,-12-1-4 15,0 0 0-15,6 5-5 0,-6-5-2 16,6 8-6-16,-2-3 0 0,1-1-3 0,-1-1-1 0,-4-3-4 15,9 11-2-15,-8-7 0 0,4-1-2 0,0 3-5 16,-5-6 4-16,8 5 0 0,-3-3-7 0,-5-2-1 16,12 3-5-16,-12-3-11 0,19-12-21 0,-4 1-34 15,5-11-41-15,5-4-37 0,7-18-42 0,1 2-36 16,-1-3-167-16,-2-4-422 0,-1-3 186 0</inkml:trace>
  <inkml:trace contextRef="#ctx0" brushRef="#br0" timeOffset="160164.34">11818 14811 75 0,'0'0'95'0,"0"0"-18"15,0 0 6-15,0 0-6 0,0 0-6 0,4 4 0 16,-4-4 1-16,0 0-7 0,6 7 2 0,-4-3-1 15,-2-4-5-15,1 9-7 0,2-4-6 0,-3-5-5 16,5 9 1-16,-3-5-3 0,3 1-3 0,-5-5 5 16,7 8 2-16,-4-4-15 0,-3-4 6 0,6 7-8 15,-2-4-4-15,-4-3-4 0,9 6 2 0,-9-6 4 16,7 2-10-16,-7-2 10 0,0 0 5 0,7 1-3 16,-7-1-11-16,0 0 2 0,0 0 2 0,9 0 8 15,-9 0-12-15,0 0-2 0,0 0-4 0,11-3-1 16,-11 3 0-16,0 0 1 0,9-3 3 0,-9 3-2 15,9-3-4-15,-9 3-2 0,8-1-9 0,-8 1 5 16,10 0-4-16,-10 0 9 0,9 0 4 0,-9 0-12 16,10 1 9-16,-10-1-8 0,12 3 0 0,-12-3 0 15,9 0 0-15,-9 0-2 0,7 2 4 0,-7-2-2 0,10 1 0 16,-10-1 1-16,0 0 4 0,13-3 0 0,-5 0-7 16,0 0 6-16,7-7-5 0,1-2 1 15,8-6 0-15,3-4-9 0,12-12-18 0,-1-2-25 16,21-28-19-16,-17 23-21 0,18-20-31 0,3 0-108 15,-22 16-249-15,25-23 110 0</inkml:trace>
</inkml:ink>
</file>

<file path=ppt/ink/ink1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17T10:45:48.179"/>
    </inkml:context>
    <inkml:brush xml:id="br0">
      <inkml:brushProperty name="width" value="0.05292" units="cm"/>
      <inkml:brushProperty name="height" value="0.05292" units="cm"/>
      <inkml:brushProperty name="color" value="#FF0000"/>
    </inkml:brush>
  </inkml:definitions>
  <inkml:trace contextRef="#ctx0" brushRef="#br0">5859 5569 5 0,'-10'1'8'15,"10"-1"4"-15,-10-1-1 0,10 1 3 0,0 0 3 16,-12 0 6-16,12 0-3 0,0 0-5 0,0 0 4 16,-7-1-6-16,7 1 0 0,0 0-1 0,0 0 5 15,0 0-10-15,0 0 2 0,0 0 0 0,0 0-3 16,0 0 6-16,0 0 10 0,0 0-1 0,34-5 0 15,-12 2 2-15,7-1 4 0,3-1-3 0,4-1 0 16,1-1-6-16,13-2 6 0,0-2-9 0,1 2 1 16,1-1-6-16,-2 3 2 0,2-3 1 0,-1 3-5 15,-11 1 2-15,12 0-1 0,-12 2 6 0,-1-2-5 16,14 3-2-16,-14-1 7 0,-4 1-14 0,5 1 5 16,-4 0 2-16,1 1-5 0,-3 0 3 0,1 2 0 15,-2-1-4-15,-1-1 5 0,-3 3 0 0,1 0 0 16,-3-1-6-16,-7 1 4 0,-2 0-6 0,0 3 5 15,-5-3 0-15,1 0-3 0,-1-2 2 0,-1 1 1 16,-2 3-3-16,-2-3 1 0,0-1-5 0,-1 2 9 16,-7-2-9-16,9 0 6 0,-9 0-2 0,9 3-2 15,-9-3 2-15,7 2-2 0,-7-2 5 0,0 0-1 16,0 0 0-16,0 0 4 0,9 0 1 0,-9 0 4 16,0 0-1-16,0 0-6 0,0 0 4 0,0 0 0 15,0 0-4-15,0 0 6 0,0 0-3 0,0 0 2 16,0 0 1-16,0 0-3 0,0 0 0 0,0 0-5 0,0 0 1 15,0 0-1-15,0 0 4 0,0 0-3 16,0 0 1-16,0 0-9 0,0 0 2 0,0 0 2 16,0 0 4-16,0 0-5 0,0 0 1 0,0 0 0 15,0 0 3-15,0 0 0 0,0 0 2 0,0 0-5 16,0 0 0-16,0 0 3 0,0 0-6 0,0 0 8 16,0 0 1-16,0 0-3 0,0 0-4 0,0 0-1 15,0 0 0-15,0 0 9 0,0 0-10 0,0 0 7 16,0 0-5-16,0 0-2 0,0 0 10 0,0 0-16 15,0 0-4-15,0 0-2 0,0 0-4 0,0 0 2 16,0 0-8-16,0 0-7 0,0 0-3 0,0 0 0 0,0 0 0 16,0 0-1-16,0 0-6 0,0 0-8 15,-16 14-32-15,16-14-88 0,-6 10 38 0</inkml:trace>
  <inkml:trace contextRef="#ctx0" brushRef="#br0" timeOffset="6497.46">7035 10939 5 0,'0'0'19'0,"0"0"-7"15,0 0 0-15,0 0 2 0,0 0 0 0,0 0 1 16,0 0 2-16,0 0-6 0,-9-2-2 0,9 2 3 16,0 0-6-16,0 0 7 0,0 0-6 0,0 0 4 15,0 0 1-15,0 0-1 0,0 0 7 0,-9-1-5 16,9 1 2-16,0 0 1 0,0 0-5 0,0 0-2 16,0 0 2-16,0 0 0 0,0 0-6 0,0 0 4 15,0 0-5-15,0 0 4 0,0 0-2 0,0 0-4 16,0 0-2-16,0 0 1 0,0 0 1 0,0 0 2 15,0 0-2-15,0 0-6 0,0 0 4 0,0 0-3 16,0 0 0-16,0 0 0 0,0 0 1 0,-8 5-6 16,8-5-3-16,0 0-1 0,0 0-6 0,2 10-30 15,-2-10-51-15,0 0 24 0</inkml:trace>
  <inkml:trace contextRef="#ctx0" brushRef="#br0" timeOffset="8180.77">14773 11285 16 0,'0'0'39'0,"0"0"-12"0,0 0-11 15,0 0-21-15,0 0-11 0,0 0-17 16,5-3 8-16</inkml:trace>
  <inkml:trace contextRef="#ctx0" brushRef="#br0" timeOffset="9164.44">9389 15067 3 0,'9'3'-1'0</inkml:trace>
  <inkml:trace contextRef="#ctx0" brushRef="#br0" timeOffset="9922.94">15359 14836 32 0,'3'-10'173'0,"0"6"-19"15,-3 4-21-15,0-11-26 0,1 5-22 0,-1 6-6 0,0 0-21 16,0-7-25-16,0 7-16 0,4-6-3 16,-4 6-19-16,0 0-18 0,0 0 3 0,0 0-17 0,0 0-97 15,-5 26-144-15,1-14 64 0</inkml:trace>
</inkml:ink>
</file>

<file path=ppt/ink/ink1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17:57.314"/>
    </inkml:context>
    <inkml:brush xml:id="br0">
      <inkml:brushProperty name="width" value="0.05292" units="cm"/>
      <inkml:brushProperty name="height" value="0.05292" units="cm"/>
      <inkml:brushProperty name="color" value="#FF0000"/>
    </inkml:brush>
  </inkml:definitions>
  <inkml:trace contextRef="#ctx0" brushRef="#br0">19780 5015 53 0,'0'0'44'0,"0"0"-15"0,0 0-10 15,0 0-24-15,0 0-19 0,0 0-25 16,0 0 11-16</inkml:trace>
  <inkml:trace contextRef="#ctx0" brushRef="#br0" timeOffset="1641.63">19903 4817 10 0,'0'0'18'0,"0"0"-10"0,0 0-14 0,0 0-7 16,0 0 3-16</inkml:trace>
  <inkml:trace contextRef="#ctx0" brushRef="#br0" timeOffset="9116.14">20487 9360 25 0,'0'0'36'0,"0"0"-8"0,0 0-5 16,0 0-10-16,0 0-5 0,0 0-5 0,0 0-16 15,0 0-8-15,0 0-22 0,0 0 9 0</inkml:trace>
  <inkml:trace contextRef="#ctx0" brushRef="#br0" timeOffset="9742.01">20500 9374 14 0,'0'0'59'0,"0"0"-5"0,0 0-1 0,0 0-11 15,0 0 0-15,0 0-3 0,0 0-8 0,0 0-3 16,0 0 0-16,0 0-4 0,0 0-2 0,0 0-4 16,0 0-6-16,0 0 2 0,0 0 2 0,0 0-1 15,0 0-3-15,0 0-1 0,0 0-6 0,0 0-1 16,0 0 10-16,0 0-8 0,0 0-2 0,0 0 5 15,0 0-5-15,0 0 3 0,0 0-3 0,0 0 4 16,0 0-7-16,0 0 2 0,0 0 4 0,0 0-8 16,0 0 8-16,0 0-6 0,0 0-7 0,0 0 8 15,0 0 1-15,0 0 1 0,0 0-1 0,0 0 4 16,0 0-6-16,0 0 1 0,0 0-5 0,0 0 2 16,0 0 1-16,0 0-2 0,0 0 2 0,0 0-2 15,0 0 4-15,0 0-6 0,0 0 0 0,0 0 4 16,0 0 8-16,0 0-3 0,0 0-12 0,0 0 7 15,0 0 1-15,0 0 3 0,0 0-4 0,0 0 5 16,0 0-6-16,0 0-4 0,0 0 1 0,0 0-4 0,0 0-2 16,7 0-7-16,-7 0-13 0,0 0-10 0,0 0-47 15,0 0-94-15,0 0 42 0</inkml:trace>
  <inkml:trace contextRef="#ctx0" brushRef="#br0" timeOffset="10725.48">20265 9254 33 0,'0'0'65'0,"0"0"-6"15,0 0-11-15,0 0 1 0,5 2-13 0,-5-2-12 16,0 0-3-16,0 0-19 0,7 2-13 0,-7-2-14 0,0 0-26 16,7 5-54-16,-7-5 25 0</inkml:trace>
  <inkml:trace contextRef="#ctx0" brushRef="#br0" timeOffset="10923.38">20582 9328 45 0,'0'0'26'15,"0"0"-10"-15,0 0-9 0,0 0-23 0,1 7-17 16,-1-7 8-16</inkml:trace>
  <inkml:trace contextRef="#ctx0" brushRef="#br0" timeOffset="11286.58">20639 9374 50 0,'0'0'68'16,"0"0"-2"-16,0 0-10 0,0 0 0 0,0 0 2 15,0 0-3-15,0 0-2 0,0 0-1 0,0 0-11 16,0 0-3-16,0 0 1 0,0 0-8 0,0 0-3 16,0 0 4-16,0 0-9 0,0 0 0 0,0 0-3 15,0 0-7-15,0 0-1 0,0 0-6 0,0 0 9 16,0 0-5-16,0 0 1 0,0 0-3 0,0 0 7 15,0 0 0-15,0 0-13 0,0 0-2 0,0 0 7 16,0 0-1-16,0 0-9 0,0 0 5 0,0 0 5 16,0 0-2-16,0 0-6 0,0 0 2 0,0 0-9 15,0 0 9-15,0 0 0 0,0 0-9 0,0 0-5 16,0 0 6-16,0 0 3 0,0 0-14 0,0 0-10 16,0 0-6-16,0 0-3 0,0 0-2 0,0 0-17 0,0 0-56 15,0 0-121-15,0 0 54 0</inkml:trace>
  <inkml:trace contextRef="#ctx0" brushRef="#br0" timeOffset="13859.84">19683 14181 39 0,'0'0'62'0,"0"0"-14"15,0 0-4-15,-3 11-4 0,3-11-12 16,2 9-5-16,-2-9-6 0,2 6-9 0,-2-6-13 16,4 9-7-16,-1-4-13 0,-3-5-20 0,5 10-48 15,-4-5 21-15</inkml:trace>
  <inkml:trace contextRef="#ctx0" brushRef="#br0" timeOffset="14387.05">20158 15162 41 0,'0'0'43'0,"0"0"-3"15,0 0-3-15,0 0-7 0,0 0-1 0,0 0-2 16,0 0-5-16,0 0-4 0,0 0-6 0,0 0 2 16,0 0-11-16,0 0-3 0,0 0 2 0,0 0-5 15,0 0-7-15,0 0 0 0,0 0-10 0,0 0-4 16,0 0-19-16,-2-25-44 0,2 25 20 16</inkml:trace>
  <inkml:trace contextRef="#ctx0" brushRef="#br0" timeOffset="15182.06">20229 15104 10 0,'0'0'60'15,"0"0"-7"-15,4 5 1 0,-4-5-7 0,0 0-11 16,0 0 2-16,0 0-7 0,2 6 1 0,-2-6-2 16,0 0-7-16,0 0-11 0,0 0-2 0,0 0-4 15,0 0-9-15,0 0-6 0,0 0-10 0,0 0-10 16,0 0-35-16,0 0-69 0,0 0 31 0</inkml:trace>
  <inkml:trace contextRef="#ctx0" brushRef="#br0" timeOffset="16489.34">20408 14647 8 0,'0'0'49'0,"0"0"-8"0,0 0 1 16,0 0-22-16,0 0-10 0,0 0-14 0,0 0-24 15,-12 21-30-15,8-14 14 0</inkml:trace>
  <inkml:trace contextRef="#ctx0" brushRef="#br0" timeOffset="16787.05">19628 14657 25 0,'0'0'72'16,"10"-7"-5"-16,-10 7-15 0,0 0-15 0,11 0-15 16,-11 0-10-16,9 0-14 0,-9 0-15 0,12 2-28 15,-7 0-49-15,-5-2 22 0</inkml:trace>
  <inkml:trace contextRef="#ctx0" brushRef="#br0" timeOffset="17017.97">20267 14644 52 0,'0'0'80'0,"0"0"-8"15,0 0-9-15,0 0-1 0,0 0-16 0,0 0-22 16,0 0-4-16,0 0-12 0,1 6-24 0,-1-6-53 0,0 0-74 16,0 0 32-16</inkml:trace>
</inkml:ink>
</file>

<file path=ppt/ink/ink1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4:55:40.951"/>
    </inkml:context>
    <inkml:brush xml:id="br0">
      <inkml:brushProperty name="width" value="0.05292" units="cm"/>
      <inkml:brushProperty name="height" value="0.05292" units="cm"/>
      <inkml:brushProperty name="color" value="#FF0000"/>
    </inkml:brush>
  </inkml:definitions>
  <inkml:trace contextRef="#ctx0" brushRef="#br0">28984 6168 25 0,'0'0'59'0,"-4"-5"-8"0,4 5-3 16,-6-7 4-16,6 7-9 0,-5-6-6 0,5 6-1 16,-10-8-6-16,3 6 8 0,7 2-14 0,-8-5-5 15,2 3 7-15,-2-3 1 0,8 5-2 0,-11-4 1 16,4 1-4-16,7 3-6 0,-12-5 6 0,8 4 4 16,4 1 4-16,-12-6-3 0,5 3-7 0,-1 1 2 15,0 0-5-15,1-1 3 0,7 3-6 0,-14-4 4 16,7 2-2-16,7 2 3 0,-13-2 4 0,7 0-12 15,-1-1 5-15,7 3-6 0,-11-4-4 0,11 4 2 16,-9 0 11-16,9 0 0 0,0 0-5 0,-10-2 3 16,10 2-5-16,0 0 0 0,0 0-1 0,0 0-5 15,-8-2 5-15,8 2-1 0,0 0 2 0,0 0-3 16,0 0 1-16,0 0-7 0,0 0-2 0,0 0-7 16,0 0 3-16,0 0 7 0,36 7 8 0,-9-3-4 15,3-1-3-15,5 1-1 0,18-3-10 0,3 4 23 16,2-2-11-16,5 0 6 0,4 3 0 0,22-5-6 15,-22 2-7-15,26 2 8 0,-2 3 3 0,-25-2-7 16,31-1 4-16,-6 5-5 0,1-2-7 0,1-5 9 16,-26 1-4-16,30 2-3 0,-1 4-2 0,-33-5 0 15,33 0-1-15,-2 3-1 0,-1 0-4 0,-2-4 1 16,-25 2-2-16,31 2-9 0,-1-1 1 0,-4-1-4 16,-27-1-3-16,27 0 5 0,-25 0 4 0,-1 3 1 15,-2-1-5-15,-1 0 1 0,-2-1-1 0,-1 0 6 16,-1 4-2-16,-4-6 4 0,-4 4 6 0,-14-1-3 0,3-4 4 15,-7 1 8-15,-1-1-7 0,-1 1-4 16,-11 0-2-16,1-2 9 0,-2 0 0 0,-5 0-4 16,-3-1 3-16,1-2 2 0,-5 2-1 0,1-1 9 15,-8 0-12-15,14 1 1 0,-14-1-3 0,9-2-8 0,-9 2-13 16,0 0-21-16,8-1-66 0,-8 1-123 16,0 0 54-16</inkml:trace>
  <inkml:trace contextRef="#ctx0" brushRef="#br0" timeOffset="1070.08">30688 4549 6 0,'2'-7'68'0,"-2"7"-4"0,3-12 0 0,-2 5-7 16,0 1-3-16,-1 6-7 0,1-10 11 0,-1 10-10 15,0-9 2-15,0 9-2 0,0-9-4 16,0 9-7-16,0 0-7 0,0 0 1 0,2-8-1 0,-2 8-6 15,0 0 0-15,0 0-9 0,0 0 4 0,0 0-11 16,0 0 2-16,0 0-6 0,0 0-8 0,0 0 11 16,0 0 1-16,0 0-7 0,0 0-1 15,0 0 1-15,0 0 5 0,-5 25-1 0,3-17 3 0,-1 8-14 16,0-4 10-16,1-1 2 0,-1 2-7 0,-1 3 7 16,4-1-2-16,-4 2 2 0,2 2-1 0,0-1-3 15,1 1-2-15,-1 0-3 0,-1 1 4 0,-1 5-3 16,-1-6 9-16,3 6-6 0,0 2 4 15,1-1-3-15,-2-2 7 0,2 1-3 0,-1 1-1 16,2 1-7-16,-2-1 1 0,1 0 1 0,-2-1-2 16,-2 1 7-16,0 1 2 0,3-2-2 0,-1-2 8 0,2 3-6 15,-2 0-12-15,1-2 19 0,-1 5-10 0,1-3 3 16,0 1 3-16,0-1-1 0,2 0-5 0,-3-1 0 16,-1-1 0-16,-1 4-6 0,4-2 11 15,0-7-15-15,-4 7-1 0,1-6 17 0,1 6-5 16,1-3-3-16,0-2 2 0,0-2 4 0,-2 5-7 0,-2 1 4 15,3-5-7-15,-1 0 13 0,3 4-10 0,-2-6 1 16,3 2 7-16,-2 0 4 0,-1-1-5 0,2 0-5 16,0 0 3-16,1 0 2 0,-2 1-4 0,1-4-5 15,1 2 7-15,-1-1-1 0,0 0-2 0,-2-1 0 16,2-3 3-16,-2 0 6 0,3 2-8 0,-2-2-3 16,-1 0 0-16,1 2-5 0,-1-2 6 0,2-3-6 15,-2 7 5-15,1-5 0 0,0-1 5 0,0 2-3 16,-2-1-6-16,3-1 7 0,1-11-8 0,-3 13 7 15,1-4 1-15,2-9-3 0,-3 14 2 0,3-14 0 16,-2 11-1-16,2-11 4 0,-2 10-10 0,2-10 4 16,-2 10 3-16,2-10-2 0,0 0 10 0,-2 14-8 15,2-14 1-15,0 0-6 0,-1 13 2 0,1-13 0 16,-2 10 0-16,2-10 4 0,0 0-3 16,-3 14 3-16,3-14-7 0,0 0 1 0,1 14-1 0,-1-14-6 15,0 0-6-15,-1 12-9 0,1-12-7 0,0 0 1 16,1 15-16-16,-1-15-1 0,0 7-3 0,0-7 3 15,0 0-15-15,-2 10 5 0,2-10-12 0,0 0-48 16,0 6-126-16,0-6 56 0</inkml:trace>
  <inkml:trace contextRef="#ctx0" brushRef="#br0" timeOffset="1394.76">30663 5895 1 0,'-1'-12'62'0,"1"12"-2"15,0 0-10-15,-1-8 0 0,1 8-5 0,0 0-2 16,0 0-5-16,0 0-5 0,0 0-7 0,-3-9 2 16,3 9-12-16,0 0 9 0,0 0-9 0,0 0-17 15,0 0-7-15,0 0-8 0,-1-9 0 0,1 9-5 16,0 0-2-16,0 0-4 0,0 0 3 0,0 0-1 16,0 0-6-16,0 0 5 0,0 0-21 0,0 0-48 15,-17 3 21-15</inkml:trace>
  <inkml:trace contextRef="#ctx0" brushRef="#br0" timeOffset="1919.03">30621 5866 41 0,'0'0'-2'16,"0"0"8"-16,0 0-1 0,0 0 2 0,0 0 12 16,0 0 6-16,0 0 3 0,0 0 1 0,0 0 10 15,0 0-6-15,-7-7 8 0,7 7 4 0,0 0-7 16,0 0 0-16,0 0 6 0,0 0 3 0,0 0-9 16,0 0 10-16,-2-7-1 0,2 7-7 0,0 0-7 15,0 0-2-15,0 0-11 0,0 0 3 0,0 0-1 16,0 0-5-16,0 0-3 0,0 0 0 0,0 0 5 15,0 0-15-15,0 0 3 0,0 0 3 0,0 0-9 16,0 0-3-16,0 0 11 0,0 0-7 0,0 0-1 16,-6 16 3-16,4-10 16 0,2-6-20 0,-2 12 4 15,2-3-6-15,-4-2-12 0,0 0 6 0,3 2 11 16,0 4 1-16,-2-2 4 0,1 0-11 0,-1 1 8 16,-2 2-8-16,0 2 13 0,2-5-7 0,-3 5-2 15,3 1 6-15,0 0 2 0,-1 0 2 0,-1 2-8 16,-1-1 4-16,0 1-4 0,0-1 9 0,-3 5-8 15,0 2-5-15,-3-2 4 0,5-3 3 0,0-4-10 16,2 2 12-16,0-1 0 0,-3 0-1 0,1 1-8 16,2 1 0-16,-2 1 7 0,1-3 0 0,1 2-4 15,-4 5 11-15,5-3-13 0,-1-1 8 16,-2-2 6-16,0 6-13 0,6-3 3 0,-2-2 1 0,-1 5 14 16,2-5-22-16,-2 7 16 0,0-5-14 0,-3 3 28 15,1-1-26-15,2 2-3 0,0-5 6 0,-1 3-7 16,0 0 2-16,0 5 0 0,-2-3 15 15,-4 1-11-15,2-2 0 0,-2 1 2 0,2-2-4 0,1-4-2 16,-3 7 8-16,-1-3 1 0,1 2-9 0,-3-3 7 16,5-5 2-16,0 1-7 0,0 0 1 0,1 0-1 15,2 0 1-15,-3-1 4 0,1 1-4 0,3-3-1 16,0-1 3-16,1-4-10 0,0 4 15 0,2-6-9 16,0 3-5-16,2-11-11 0,-6 16 4 0,6-16-11 15,-1 9-17-15,-1-3-8 0,2-6-10 0,-5 7-12 16,5-7-19-16,-7 6-48 0,7-6-149 0,0 0 67 15</inkml:trace>
  <inkml:trace contextRef="#ctx0" brushRef="#br0" timeOffset="3363.34">29500 6056 6 0,'0'0'19'16,"-9"-10"6"-16,9 10 1 0,-12-2-4 0,4 1-4 16,0-1-2-16,-2-3-2 0,-1 1-3 0,-1 3 6 15,-2-3-8-15,1 2-1 0,-1 1-1 0,-3-1 2 16,0-1 1-16,3 1 3 0,-4-1-2 0,-3-1 7 16,5 2-5-16,2 0 5 0,-3-1 2 0,3 2 0 15,0-1-4-15,1-1 2 0,-1 1 1 0,2 0-4 16,-3 0-5-16,2 0 7 0,1-1-3 0,0 3 0 15,1-3 3-15,1 1 5 0,-1 0-4 0,3 1 5 16,8 1-5-16,0 0-6 0,-19-2 2 0,16 0 11 16,3 2-11-16,0 0-3 0,-11-1-2 0,11 1-4 15,0 0 4-15,0 0 9 0,0 0-8 0,0 0-2 16,22 13-5-16,-2-8-1 0,11 1 16 0,5 3-7 16,5-4 3-16,14 2 0 0,1 0 1 0,3-1 3 15,-3-1-1-15,0 0-2 0,-2 0-9 0,4-2 9 16,-1 3 1-16,-3-2-8 0,-1 4 14 0,-1-5-13 15,0 0 6-15,-15-1-4 0,2-2 3 0,0 0-2 16,-1 4-7-16,1 0-3 0,-1-1-1 0,-2-2 13 16,-4 3-12-16,-2-3 10 0,-2 3-10 0,-8-3 2 15,1 1 1-15,-5 3-2 0,-4-5-1 0,-1 0 1 16,1 2 0-16,-3 0-2 0,-9-2 1 0,13 2-5 16,-13-2 2-16,9 3 13 0,-9-3-20 0,0 0 8 15,0 0 1-15,0 0-8 0,0 0 9 0,0 0-4 16,0 0-1-16,0 0 7 0,-23 18-6 0,3-14-12 15,-7 1 2-15,-1 1-5 0,-3-2 3 0,-2 3-4 16,0-4 10-16,-2 0-15 0,-15 2 3 0,9-3 2 16,-9 1 8-16,10-3 3 0,-10 2-1 0,-8 0 0 15,7-2 5-15,-2 1-4 0,1 2-2 0,-3-5 3 16,4 4 3-16,12-5 3 0,-11 3-2 0,11-2-5 16,1-1 5-16,3 0 0 0,2 1 7 0,3-2-5 15,7 3 10-15,2-2-7 0,1 0 5 0,1 0-8 16,7-1 9-16,-1 1 8 0,13 3 5 0,-15-1-4 15,15 1-6-15,-11-2-1 0,11 2-4 0,0 0 3 16,0 0 0-16,0 0-12 0,0 0 10 0,52-12-1 16,-18 5-4-16,17 6 8 0,4-2-11 0,2 0 9 15,2 1-2-15,6-1-3 0,2 5 7 0,25-1 1 16,-30-2 1-16,2 1-2 0,-2 0 3 0,2-1 6 16,-1 2-17-16,-7 2 4 0,-3 0 3 0,0 1-6 15,-16-1 5-15,-1 1-9 0,-3-2 8 0,-1-1-1 16,-5 2-2-16,-4-3 4 0,-3 0-5 0,-2 2 7 15,-4-1-8-15,-3-2-2 0,-11 1 0 0,16 1 9 16,-16-1-9-16,13-1-1 0,-13 1 3 0,9 2-6 16,-9-2 11-16,0 0-10 0,0 0 9 0,0 0 1 15,0 0-3-15,0 0 0 0,0 0-1 0,0 0-3 16,-41 3-9-16,14-3-1 0,-6 0-1 0,-4-1-4 16,-15 2-4-16,0-1 3 0,-1-3-6 0,-2 5 3 15,0-5 3-15,0-5-3 0,1 7-2 0,1-2 9 16,-2 2 3-16,3-3-1 0,13 1 9 0,-1 3-11 15,3-6 7-15,4 5-2 0,2-4 10 0,3 4-4 16,6-2 5-16,6 0-4 0,2 3 10 0,3-2-14 16,11 2 11-16,-13-1-7 0,13 1 5 0,0 0-4 15,0 0 12-15,0 0-8 0,45 9 2 0,-5-4 4 16,20 0 4-16,31 0 4 0,5 5-4 0,-2 2-3 16,5-3 16-16,-6 0-7 0,-28-4-3 0,0 0-2 15,0-2 12-15,-2-1-14 0,-5 5 8 0,-7-6-7 16,-12 1-1-16,-4 1 5 0,-3 1-6 0,-3-3-1 15,-11 0 1-15,-5 1-1 0,-2 0 1 0,-3-2-1 16,0 0 1-16,-8 0-11 0,10-2-2 0,-10 2-2 16,9 0-10-16,-9 0-17 0,0 0-23 0,0 0-9 15,0 0-6-15,0 0-16 0,-28-16-4 0,12 12-84 16,3 1-185-16,-4-3 82 0</inkml:trace>
  <inkml:trace contextRef="#ctx0" brushRef="#br0" timeOffset="4781.99">30873 4853 32 0,'0'0'77'0,"0"0"-16"0,0 0-4 16,0 0 17-16,0 0-34 0,0 0-3 15,0 0-7-15,0 0 0 0,0 0-1 0,0 0-4 0,0 0-8 16,0 0 1-16,0 0 1 0,0 0 5 0,0 0-11 15,0 0-9-15,-13 21-14 0,9-17-2 0,4-4-4 16,-6 7 3-16,1-5 6 0,5-2-5 16,-8 4 1-16,8-4 2 0,0 0 1 0,-11-2-7 0,11 2 5 15,0 0-2-15,-14-10 4 0,10 4 5 16,-1-1-6-16,0-2 2 0,2 1 3 0,-1 0 0 16,3-3 6-16,-2 1 4 0,2-1 2 0,0 1-1 0,-3-3 3 15,3 2 1-15,-1 0 1 0,2 11 11 0,-2-22-1 16,2 13 0-16,-1-3 0 0,1 12 4 0,-2-16 9 15,1 6 8-15,1 10 0 0,0 0 2 16,-1-19-15-16,1 19 21 0,0-10-15 0,0 10 3 16,0 0 0-16,0 0-6 0,0-14-1 0,0 14-9 15,0 0 1-15,0-11-6 0,0 11 3 0,0 0-4 0,0 0 2 16,0 0-4-16,0 0-5 0,0 0 1 16,0 0-13-16,0 0 10 0,0 0-7 0,-3-9-2 15,3 9-2-15,0 0 4 0,0 0-1 0,0 0-2 16,0 0-8-16,0 0 3 0,0 0 1 0,0 0 0 15,0 0 1-15,0 0-9 0,-21 17-3 0,21-17-3 16,-7 7 4-16,7-7 4 0,-8 8-5 0,8-8 5 16,-6 6-4-16,6-6 16 0,-8 6-9 0,8-6-2 0,-3 7 3 15,3-7-6-15,0 0 8 0,-8 5 0 16,8-5 12-16,0 0-13 0,0 0 0 0,0 0 1 16,0 0 7-16,-8 5-2 0,8-5-9 0,0 0 7 15,0 0-6-15,0 0 3 0,0 0 1 0,0 0 4 16,0 0-4-16,0 0 0 0,0 0 3 0,0 0-4 15,0 0 9-15,0 0-6 0,0 0 4 0,0 0-2 16,0 0-3-16,0 0 12 0,-8 5-10 0,8-5 0 16,0 0 3-16,0 0-6 0,0 0 2 0,0 0 0 15,0 0 2-15,0 0-1 0,0 0-6 0,-1 14 7 16,1-14-3-16,-4 13 1 0,4-13-1 0,-3 17 7 16,-1-6-2-16,1 0-1 0,2 0 7 0,-4 6-5 15,-2 1 8-15,0 2 2 0,-2 6-4 16,1 0 9-16,2 3 0 0,-8-1-2 0,2-1-3 0,-1 3 6 15,-1 3-6-15,3-2 1 0,-8 14 4 0,2-3-2 16,0 3 2-16,-2 1 0 0,4-1 4 0,-4 3 2 16,5-3-10-16,-4 2 5 0,5 2-6 0,-5-2 4 15,4 2-6-15,-1-2 3 0,1-3 15 0,-3 3-5 16,7-12-12-16,-4 7 1 0,5-9-2 0,-2 2 3 16,-1-3-7-16,2-2 2 0,-2 0-2 0,1 0 4 15,0-3-4-15,1 1-3 0,-1-1 7 0,0 0-4 16,1-5-5-16,3-3 3 0,-2-2 1 0,2 0 4 15,1 1-6-15,-3-5 9 0,5 0-4 0,-2 0-2 16,2 0-3-16,4-13 0 0,-7 19 8 0,6-11-4 16,1-8-9-16,-4 13 3 0,4-13 3 0,0 0-3 15,-1 12 5-15,1-12-1 0,0 0 1 0,0 0 5 16,0 0 0-16,0 0 12 0,0 0-2 0,0 0 1 16,0 0-6-16,0 0-4 0,0 0-2 0,0 0 7 15,22-37-11-15,-15 19 3 0,6-7-15 0,1-1 0 16,4-3-17-16,-2-1 8 0,-1-2-9 0,10-12-10 15,-8 12 1-15,9-10 7 0,-5-1-18 0,2 0-2 16,0-2 7-16,0-1-8 0,-1 2-1 0,-1-1 3 16,3-3 5-16,-5 3-5 0,-1-1 2 0,4 2 1 15,-5 1 10-15,-3 12 0 0,-2-3 4 0,3 4-1 16,-4-1 9-16,2 2 20 0,0 0-19 0,-1 2-3 16,-2 3 1-16,-1-2 5 0,-2 7 4 0,1-5-2 15,1 1-1-15,-4 6 3 0,2-1 8 0,-1 0-5 16,-1 1-2-16,0 2 7 0,2 0-7 15,-3 3 5-15,0 0-4 0,-1 2 1 0,1-1 7 0,1 3 2 16,-1-2-5-16,-1 3-4 0,-1-2 3 0,-1 3 8 16,2 0-5-16,-3 6 3 0,4-12-7 0,-1 9 13 15,-3 3-9-15,3-7 2 0,-3 7-7 0,4-7 8 16,-4 7-7-16,0 0 0 0,0 0-6 16,3-7 0-16,-3 7-6 0,0 0-9 0,0 0 1 15,0 0-14-15,0 0-6 0,0 0-25 0,0 0-76 16,0 0 35-16</inkml:trace>
  <inkml:trace contextRef="#ctx0" brushRef="#br0" timeOffset="5839.63">30712 4985 22 0,'0'0'31'16,"0"0"3"-16,0 0 4 0,-10-2-2 0,10 2 0 16,0 0 3-16,0 0-6 0,0 0 1 0,0 0-2 15,0 0-7-15,0 0-4 0,0 0-6 0,0 0 0 16,0 0-2-16,-6 5-1 0,4 2-1 0,2-7-2 0,-13 23 6 15,7-4 2-15,-2 8 1 0,-3 1 1 16,2 5 7-16,-5 10-8 0,-2 5 2 0,5-1 4 16,-1 2 2-16,-2-1-6 0,3 1 3 0,-3-3-2 15,2 3 1-15,2-1-9 0,5 0 9 0,0-1-8 16,2-11 0-16,-2 8 11 0,5-8-5 0,-1-3-13 16,-1 0 3-16,0 1 4 0,1-2-5 0,1-4-4 15,-2-1 4-15,4 1 3 0,-1-7 0 0,-2-3-7 0,1-18 8 16,0 24-15-16,0-24 7 0,0 16 6 15,0-16-5-15,0 0 0 0,-2 17 3 0,2-17-11 16,0 0 7-16,0 0-1 0,0 0 2 0,0 0 2 16,0 0-4-16,0 0-5 0,15-37 2 0,-10 19-1 15,1-8 7-15,2 0-12 0,-1-4-1 0,1 0-11 16,1-3 11-16,1-12-14 0,4-1 9 0,-2-3-3 16,1 1 1-16,-2-2 2 0,0 3-3 0,0 1-1 15,-1 0 1-15,0-1 3 0,-2 15 3 0,2-14-4 16,-1 11 3-16,-4 2-5 0,2-1 12 0,2 2-4 15,-2 3 0-15,-2 2 2 0,0-2 0 0,-1 3 1 16,-1 7-1-16,1 0 0 0,-2 3 7 0,0 4-2 16,-1 1 1-16,0 2 14 0,0 2-17 0,2 1 5 15,-3 6-10-15,1-11 3 0,-1 11-6 0,0 0 0 16,4-6 1-16,-4 6 1 0,0 0-1 0,0 0 3 16,0 0 1-16,0 35-5 0,-1-16 5 0,-3 8-4 15,-4 5 4-15,0 13 2 0,-4 2 9 0,-2 5 7 16,-1 1 4-16,-1 0-5 0,-1 2 2 0,2 3 0 15,1 0 11-15,-1-1-9 0,3-8-1 0,-2 2 0 16,3-6-3-16,3 1 4 0,3-11-3 0,-4-3-6 16,1 0 1-16,2 0 0 0,1-3-1 0,2 0 0 15,-1-5 1-15,1-3-1 0,1-4 1 0,-2 2-4 16,3-7 4-16,1-12-6 0,-2 20 2 0,2-20 2 16,-3 14 15-16,3-14-14 0,0 0 9 0,0 0 16 15,0 0-3-15,0 0-9 0,0 0 2 0,0 0-14 16,0 0-1-16,0 0-5 0,0-54 5 0,4 28-2 15,1-4-9-15,-4-2 6 0,7-16-2 0,-6 2-8 16,5-6 4-16,-1 1-12 0,-2-2 5 0,0-5 2 16,5 1-1-16,-3 1 1 0,2-1-5 0,0 4 10 15,4-1-6-15,0 4 8 0,-2 6-8 0,-1 10 4 16,0 1-3-16,1 4 2 0,2 3-2 0,-3 2 4 16,-4 7 2-16,-1 6-1 0,1 2-8 0,0 0-1 15,-5 9-11-15,5-10-5 0,-1 8 12 16,-4 2-13-16,0 0 7 0,0 0 8 0,14 16-8 15,-12-5 5-15,5 7 4 0,-6 8-1 0,-2 2 4 0,-1 7 4 16,-4-1 0-16,1 14 1 0,-3 2 7 0,-1-1-4 16,-1-1 1-16,0 1 1 0,0-3-4 0,-2 0 3 15,6-10 3-15,-1 10-5 0,0-13 9 16,0 1-2-16,2-3-3 0,0 0 3 0,1 1-6 16,2-6 11-16,-1 3-8 0,-2-3 0 0,4-1-5 15,-4-7 3-15,3-3-5 0,1 1 2 0,0-5 1 16,1-11 2-16,-3 13 3 0,3-13 7 0,0 0 9 0,0 0-16 15,0 0-2-15,0 0 2 0,0 0-4 0,0 0-2 16,0 0-3-16,-6-62 5 0,7 32-2 16,0-3 7-16,2-3-7 0,2-12 1 0,3-2-2 15,-1 0 0-15,-1 0 3 0,1 1 0 0,3 4 7 16,-3 9-7-16,3-8 2 0,-3 12-2 0,0 6 13 16,-3 7-8-16,1 3 11 0,-4 4 3 0,2 1-8 15,-3 11-8-15,4-14-5 0,-4 14-6 0,0 0 1 16,0 0 6-16,0 0-1 0,0 0-3 0,-17 36 9 15,6-12-5-15,-2 3 2 0,1 2-7 0,0 1-11 16,-1 1-1-16,-3 2-16 0,-4 12-10 0,6-13-5 16,-5 11-57-16,7-10-115 0,-2 1 52 0</inkml:trace>
  <inkml:trace contextRef="#ctx0" brushRef="#br0" timeOffset="7141.51">30644 4779 47 0,'-32'16'59'0,"0"0"-2"0,0 0-5 0,-1-1-6 15,1-2-3-15,3 0 4 0,1 1-15 0,2-1 7 0,8-4-11 16,0 0 2-16,7-4-14 0,-2 0-12 16,4 0-16-16,0 0-14 0,3-1-51 0,-1-2-84 0,7-2 37 15</inkml:trace>
  <inkml:trace contextRef="#ctx0" brushRef="#br0" timeOffset="7341.69">30745 4742 28 0,'5'3'93'0,"3"0"-18"0,-2 0-1 15,3 3-10-15,3 2-3 0,-3-1-6 0,5 3-11 16,0 0 5-16,0 3-29 0,2-4-17 0,-1 2-19 16,1 0-17-16,0-1-54 0,-1-1-93 0,-4-3 42 15</inkml:trace>
  <inkml:trace contextRef="#ctx0" brushRef="#br0" timeOffset="7948.13">29940 4513 53 0,'-12'-5'96'0,"12"5"-14"0,0 0 5 0,0 0-6 0,0 0-6 16,23-10-5-16,-11 5-2 0,0 4-11 0,0-2-6 15,-3 0-3-15,2 0 13 0,-1-1-18 16,-10 4-2-16,15-7 4 0,-10 2-1 0,-5 5-7 16,12-7-1-16,-9 3-2 0,1 0 1 0,0-1 6 15,0 0-10-15,-4 5-8 0,5-8 7 0,-5 8 7 16,5-3-4-16,-5 3 1 0,4-4-9 0,-4 4-2 0,0 0-3 15,0 0-8-15,0 0 3 0,0 0-5 0,0 0-2 16,0 0-5-16,0 0 14 0,0 0-17 16,-11 34-1-16,3-17 5 0,-1 1 4 0,-4 7 3 15,3 1-5-15,-3 4 4 0,-1-2 1 0,1 0 2 16,1-1-4-16,0 0 3 0,2 0-5 0,-2-5 2 16,6-3 1-16,-2-2-5 0,-1-1 0 0,2-1 3 15,3-3-3-15,-1 0 1 0,1-3-1 0,0-1 6 16,4-8-1-16,-6 12 1 0,6-12-3 0,-5 7 4 15,5-7-6-15,-8 3 4 0,8-3 0 0,0 0 0 16,0 0-3-16,0 0 2 0,-24-9-7 0,17 5 3 16,-1-3-2-16,8 7 7 0,-10-9-7 0,5 4 1 15,5 5-2-15,-5-8 4 0,5 8-6 0,0 0 3 16,-9-9-5-16,9 9 2 0,0 0-7 0,0 0-2 16,-8-7 7-16,8 7-2 0,0 0 8 0,0 0-13 15,0 0 1-15,0 0 5 0,0 0 0 0,0 0 5 16,32 13-7-16,-20-9-3 0,1-1-12 0,6 1-31 15,1-2-19-15,2 1-20 0,6 1-20 0,-1-1-20 16,0-1-81-16,-8-1-230 0,2-1 102 0</inkml:trace>
  <inkml:trace contextRef="#ctx0" brushRef="#br0" timeOffset="8102.5">30242 4695 24 0,'0'0'86'16,"3"-10"0"-16,-3 10-14 0,0 0-12 0,0 0-14 16,17 2-25-16,-17-2-20 0,13 1-35 0,-5 2-27 15,-8-3-65-15,20 2 29 0</inkml:trace>
  <inkml:trace contextRef="#ctx0" brushRef="#br0" timeOffset="9175.11">31573 6102 53 0,'0'0'96'0,"2"-10"-11"15,-2 10-5-15,0 0-14 0,0-10 4 0,0 10-15 16,0 0-5-16,0 0-4 0,0 0-14 0,0-8-1 16,0 8-3-16,0 0-4 0,0 0-12 0,0 0 7 15,0 0-6-15,0 0 3 0,0 0 1 0,0 0-2 16,0 0-8-16,0 0 1 0,0 0 2 15,0 0-3-15,0 0-1 0,0 0-3 0,0 0 5 0,0 0 9 16,0 0-11-16,0 0 3 0,0 0-1 0,0 0-9 16,0 0 2-16,0 0 4 0,0 0 18 0,0 0-19 15,0 0-1-15,0 0-1 0,0 0-1 0,0 0 7 16,0 0-21-16,0 0 14 0,0 0 1 0,0 0-13 16,0 0 6-16,0 0 5 0,0 0-8 0,0 0 12 15,0 0 0-15,0 0-6 0,0 0-1 0,0 0 5 16,2 26-4-16,-2-26 5 0,2 10-6 0,-1-5 11 15,4-1-1-15,-3 2 1 0,2 2 0 0,0-3 3 16,1 3-3-16,-1-2 3 0,0-1 11 0,0 5-16 16,2-2-7-16,0-1 5 0,0 2-1 0,-1-3 6 15,1 2-5-15,0-2 0 0,-2 2 4 0,0 1-2 16,1-1-5-16,-1 1 1 0,-3 0 10 0,1 1-8 16,-2 0 3-16,-3 0 1 0,-1 2 0 0,-2 3-2 15,-6 2 0-15,0 5-3 0,-3 1-24 0,-2-1-12 16,-1 1-21-16,2-1-21 0,-3 2-77 0,1-2-165 15,4-6 72-15</inkml:trace>
  <inkml:trace contextRef="#ctx0" brushRef="#br0" timeOffset="9561.41">31463 6608 28 0,'0'0'155'0,"2"-6"-13"0,-2 6-21 0,0 0-24 0,0 0-4 15,0 0-12-15,0 0-10 0,0 0-3 16,5 18-3-16,-3-6-14 0,0 1-1 0,0 3-1 0,1 1-3 16,-2-2-5-16,-1 2-7 0,0 1 1 0,0-1 2 15,1 1 2-15,-1-3-13 0,2 2 7 0,-2-5-7 16,0 0 1-16,1-2-10 0,-1-2 1 0,1-1 0 15,0-1-2-15,-1-6-1 0,0 13 3 16,0-13 6-16,2 5 21 0,-2-5 12 0,0 0 19 0,0 0 16 16,1 8 9-16,-1-8 5 0,0 0-6 0,0 0-12 15,0 0-8-15,22-11-15 0,-8-1 5 0,0 2-18 16,4-2-4-16,5-6-4 0,2-2-8 0,1 3-2 16,-1-3-3-16,3 1-6 0,-1 0-2 0,1 1-5 15,-3-1-8-15,2 2-18 0,-4 2-9 0,-6 5-25 16,-1-1-25-16,-6 7-35 0,0-2-47 0,-3 1-40 15,-2 1-18-15,-5 4-121 0,0 0-353 0,0 0 157 16</inkml:trace>
  <inkml:trace contextRef="#ctx0" brushRef="#br0" timeOffset="10638.83">30538 6189 33 0,'0'0'49'0,"0"0"-4"0,0 0-1 0,0 0-6 0,0 0-1 15,0 0-10-15,0 0 6 0,0 0-5 16,0 0-2-16,0 0-1 0,0 0-2 0,0 0-3 16,0 0-10-16,0 0 2 0,0 0-2 0,0 0-3 15,0 0 2-15,0 0-1 0,0 0 3 0,0 0-4 16,0 0 0-16,0 0 4 0,0 0 4 0,0 0-15 0,0 0 1 16,0 0-5-16,0 0 12 0,0 0-5 0,0 0-2 15,0 0-5-15,0 0 3 0,0 0 7 16,0 0 0-16,0 0 0 0,0 0 1 0,0 0-8 15,0 0 9-15,0 0-2 0,0 0 0 0,0 0 3 16,0 0-2-16,0 0-3 0,0 0 1 0,0 0-3 0,0 0 1 16,0 0 1-16,0 0 1 0,0 0-2 0,0 0-15 15,0 0 12-15,0 0 0 0,0 0 2 0,0 0-4 16,0 0-9-16,0 0-12 0,0 0-3 16,0 0-23-16,0 0-35 0,0 0-91 0,0 0 40 15</inkml:trace>
  <inkml:trace contextRef="#ctx0" brushRef="#br0" timeOffset="11533.1">30552 6204 91 0,'0'0'104'0,"0"0"-19"0,0 0-8 16,0 0-12-16,0 0-12 0,0 0-17 0,0 0-22 15,0 0-17-15,0 0-29 0,0 0-50 0,0 0-88 16,0 0 38-16</inkml:trace>
  <inkml:trace contextRef="#ctx0" brushRef="#br0" timeOffset="14019.28">30708 6248 37 0,'-15'-14'30'0,"15"14"-7"16,0 0-12-16,0 0-16 0,0 0-11 0,0 0-18 15,-10-2 8-15</inkml:trace>
  <inkml:trace contextRef="#ctx0" brushRef="#br0" timeOffset="18895.72">29943 7899 22 0,'1'-6'149'0,"1"-1"-2"16,1 0-1-16,-3 7 0 0,4-10-22 15,-4 10 1-15,2-12-16 0,-2 12-19 0,2-5-5 0,-2 5-6 16,0 0-14-16,2-6-4 0,-2 6-11 0,0 0-10 15,0 0 4-15,0 0-6 0,0 0-9 0,0 0-2 16,0 0-1-16,0 0-6 0,0 0-1 0,-4 30 4 16,3-23-7-16,-2 2 4 0,-2 1-4 0,2 0-2 15,0-1 1-15,-1 2-9 0,3-1-8 0,-3-1-3 16,1 3-9-16,2-4-22 0,-1 1-25 0,-1 1-13 16,-1 0-9-16,1-1-23 0,0 1-17 0,-2-1-86 15,0 0-224-15,1-4 100 0</inkml:trace>
  <inkml:trace contextRef="#ctx0" brushRef="#br0" timeOffset="19233.3">30026 7732 53 0,'0'0'110'0,"6"-4"-15"15,-6 4-7-15,0 0-20 0,8 0 5 0,-8 0-11 16,0 0-8-16,7 7-10 0,-7-7 5 0,0 0-7 16,0 12-4-16,0-12-7 0,-1 11 2 0,1-11 3 15,-4 11-14-15,2-6-9 0,-1 1 15 0,3-6-14 16,-5 8 2-16,2-3-3 0,3-5-1 0,-5 7 4 16,3-2 0-16,2-5-9 0,0 0 5 0,-4 6-2 15,4-6 7-15,0 0 3 0,0 0-18 0,-4 10-1 16,4-10 6-16,0 0-8 0,0 0 13 0,0 0-5 0,0 0 2 15,5 11-2-15,-1-8-6 0,1 0 5 0,0 1-1 16,3 0-7-16,2 4-1 0,0-5-11 16,1 4-14-16,3-4-6 0,-3 3-8 0,6-1-5 15,0 0-18-15,0-1-14 0,-4 1-60 0,1-4-152 16,-1 3 68-16</inkml:trace>
  <inkml:trace contextRef="#ctx0" brushRef="#br0" timeOffset="19369.37">30347 7914 29 0,'0'0'44'0,"7"4"1"15,-7-4-9-15,0 0-18 0,9 3-22 0,-9-3-24 16,6 4-31-16,-6-4 14 0</inkml:trace>
  <inkml:trace contextRef="#ctx0" brushRef="#br0" timeOffset="19509.28">30313 8002 10 0,'0'0'93'0,"0"0"-16"0,0 0-21 16,0 0-28-16,0 0-22 0,0 0-29 0,0 0-19 16,21 4-44-16,-12-7 19 0</inkml:trace>
  <inkml:trace contextRef="#ctx0" brushRef="#br0" timeOffset="19881.97">30666 7852 124 0,'0'0'120'0,"0"0"-6"0,0 0-11 0,0 0-1 16,10 12-13-16,-9-5-13 0,3 0-3 0,-2 2-8 16,-2 3-7-16,3-2-5 0,1 0-10 0,-4 2-2 15,3-1-4-15,0 1 2 0,0 1-9 0,-2-6-3 16,3 5-1-16,-1-5 1 0,-2 0-12 0,2 1 8 16,-1-2-5-16,-2-6 4 0,3 9 4 0,-3-9 7 15,5 8 10-15,-3-4 11 0,-2-4 10 0,0 0 8 16,0 0-3-16,7 4 0 0,-7-4-8 0,0 0-5 15,14-7-3-15,-8 2-6 0,4 0-7 0,1-4 1 16,3-1-8-16,-3-1-2 0,7 0-3 0,-4 1-7 16,3-1 2-16,-1 0-5 0,0 1-1 0,-3 0 3 15,-1 0-13-15,1 3-7 0,-3 0-20 0,-2 1-19 16,3 0-44-16,-2-1-33 0,1 3-47 0,-2 0-142 16,-3 0-331-16,-5 4 146 0</inkml:trace>
  <inkml:trace contextRef="#ctx0" brushRef="#br0" timeOffset="20079.54">30601 8113 39 0,'0'0'159'0,"0"0"-1"0,0 0-12 0,11 7-7 16,0-3-14-16,9-2-11 0,8 1-16 0,1 0-8 15,3 0-9-15,0 0-18 0,-1 2-13 0,0-2-34 16,-3-1-47-16,-9 2-43 0,0-1-122 0,-9 2-212 16,-2-4 94-16</inkml:trace>
  <inkml:trace contextRef="#ctx0" brushRef="#br0" timeOffset="20248.91">30579 8377 58 0,'29'-2'118'0,"-2"1"-27"0,-5 0-28 0,5-3-42 16,-7 4-32-16,-1 0-46 0,-7-2-62 0,1-1 28 16</inkml:trace>
  <inkml:trace contextRef="#ctx0" brushRef="#br0" timeOffset="20617.8">30561 8519 68 0,'-2'13'134'0,"-1"4"4"15,0 1-9-15,2-4-10 0,-1 4 8 0,0-2-16 16,1 2-14-16,-2-1-11 0,2 1-4 0,-3-3-9 15,3-3-5-15,-3 2-7 0,1-2-4 0,-1 0-8 16,1-3-4-16,-1 3-6 0,-1-2-5 0,0-3-4 16,-3 0-3-16,2 2-2 0,0-5-2 0,-1 0-2 15,1 0-10-15,-3-3 0 0,0 2-10 0,1-1 5 16,8-2-7-16,-18-2 2 0,11 2 4 0,7 0 3 16,-13 0-6-16,13 0-5 0,-12-2 5 0,12 2 2 0,-9-2 5 15,9 2 2-15,-7-3 0 0,7 3 3 16,0 0 2-16,0 0 2 0,-9-3-5 0,9 3-5 15,0 0 6-15,0 0 0 0,0 0-1 0,0 0 0 16,0 0 0-16,28 4-4 0,-17-2 1 0,2-2 0 0,-1 2 1 16,6 0-2-16,-1-2-6 0,1 0-23 0,0 0-24 15,-4 0-29-15,4 0-20 0,0 0-41 16,0 0-124-16,-5-2-279 0,5-2 124 0</inkml:trace>
  <inkml:trace contextRef="#ctx0" brushRef="#br0" timeOffset="20819.24">30635 8401 98 0,'9'-6'118'0,"2"1"-16"0,2 2-21 0,5-3-14 0,11 3-24 15,-1-2-9-15,2 1-42 0,2 0-27 16,-1 2-49-16,-2 2-90 0,3-4 40 0</inkml:trace>
  <inkml:trace contextRef="#ctx0" brushRef="#br0" timeOffset="21210.1">30451 8779 35 0,'0'0'68'0,"0"0"-8"15,0 0-9-15,0 0-4 0,0 0-4 0,-10-3-4 16,10 3-16-16,0 0-20 0,0 0-21 0,0 0-41 16,0 0-63-16,0 0 28 0</inkml:trace>
  <inkml:trace contextRef="#ctx0" brushRef="#br0" timeOffset="22084.82">30776 8758 43 0,'0'0'80'0,"0"0"-12"0,0 0-13 0,0 0-17 16,0 0-27-16,0 0-16 0,0 0-23 0,0 0-16 16,0 0-48-16,0 0 22 0</inkml:trace>
  <inkml:trace contextRef="#ctx0" brushRef="#br0" timeOffset="25002.17">30101 7880 15 0,'0'0'108'0,"0"0"-15"16,0 0 0-16,0 0-14 0,0 0 8 0,0 0-22 15,0 0-5-15,0 0-13 0,0 0 4 0,0 0-7 16,0 0 1-16,0 0-13 0,-8-23-4 0,8 23 5 16,0 0-8-16,-5-6-10 0,5 6 2 0,-2-5 8 15,2 5-10-15,0 0 4 0,-7-4-2 0,7 4-10 16,0 0 14-16,0 0-11 0,-5-6-4 0,5 6-4 16,0 0 2-16,0 0 3 0,0 0-2 0,0 0 1 15,-6-4-9-15,6 4 0 0,0 0 6 0,0 0-5 16,0 0-5-16,-8-5-2 0,8 5 4 0,0 0 3 15,-8-2-8-15,8 2 4 0,0 0 4 0,-10-1-4 16,10 1 2-16,0 0-2 0,-10-1 3 0,10 1 0 16,-8-1 1-16,8 1 2 0,-9-3-5 0,9 3-2 15,-10-1 1-15,10 1-3 0,0 0 6 0,-9-2 0 16,9 2 4-16,0 0 2 0,0 0 4 0,-8-4-5 16,8 4 9-16,0 0-2 0,0 0 0 0,0 0 1 15,-6-4 6-15,6 4-10 0,0 0 8 0,0 0-1 16,0 0 3-16,0 0-4 0,0 0 4 0,0 0-5 15,0 0-5-15,0 0 8 0,0 0-14 0,0 0 3 16,0 0 0-16,0 0-2 0,0 0 0 0,0 0 3 16,0 0-5-16,0 0-1 0,0 0-1 0,0 0 2 15,-10 10-4-15,10-10 17 0,-5 13 7 0,2-3-17 16,-2 0 7-16,0 2 2 0,0 4 4 0,0-2-4 16,-2 2 1-16,2 2 5 0,-1 1 3 0,-2-1-4 15,2-1 1-15,1 2-7 0,-3-4 8 0,4 5 1 16,-1-5-2-16,0 0-3 0,3-3 0 0,0-2-5 15,-2 2-6-15,2-1-1 0,-2-2 7 0,1-2 1 0,1 2-1 16,1-3-3-16,-2 0 5 0,3-6-9 16,-1 10 5-16,1-10-4 0,-4 4-10 0,4-4-3 15,0 0-12-15,0 0-4 0,-1 10-22 0,1-10-11 16,0 0-35-16,0 0-108 0,0 0-220 0,0 0 98 16</inkml:trace>
  <inkml:trace contextRef="#ctx0" brushRef="#br0" timeOffset="25407.24">30077 7716 45 0,'7'-1'118'0,"1"1"-11"0,-8 0-12 0,15 0-8 0,-15 0-7 16,12 3-11-16,-8 1-14 0,1-1 0 0,-1 3-3 15,1 1-11-15,-4 0 4 0,-1 2-13 16,-1 0 1-16,1-9-5 0,-6 17 4 0,2-7-7 16,-2-1-1-16,0-2-3 0,0-1 4 0,-4 1-7 15,2-1 4-15,0 2-11 0,-3-3 3 0,0 0 1 0,2-2 2 16,-2 1-14-16,1 0 9 0,2-3 1 16,2 0-2-16,6-1 8 0,-16 1 0 0,10 0 8 15,6-1 4-15,-10 0-20 0,10 0 17 0,0 0-1 16,-12-1 0-16,12 1-5 0,0 0-2 0,0 0-9 15,0 0 5-15,0 0-4 0,0 0 0 0,0 0-8 0,0 0 4 16,0 0 0-16,23 10 0 0,-12-6 0 16,-5-1 4-16,4 2-1 0,-2 2-2 0,2 0 3 0,-1 0 0 15,0 2-4-15,0 0-1 0,1 0-4 16,-1 1 0-16,1 3 3 0,3 0 3 0,-2-2-9 0,0 2-22 16,3 0-26-16,-5-5-19 0,0 2-33 0,2-4-36 15,-2 3-71-15,-1-4-225 0,2-1 99 0</inkml:trace>
  <inkml:trace contextRef="#ctx0" brushRef="#br0" timeOffset="26193.17">29387 6197 22 0,'0'0'87'16,"-9"0"-11"-16,9 0-19 0,0 0-9 0,0 0-8 15,0 0-29-15,0 0-17 0,0 0-27 0,0 0-18 16,0 0-55-16,0 0 26 0</inkml:trace>
  <inkml:trace contextRef="#ctx0" brushRef="#br0" timeOffset="26778.82">31176 8035 123 0,'0'0'142'15,"0"0"-13"-15,0 0-10 0,9 0-9 0,-9 0-13 16,11 0-13-16,-3 0-6 0,3 2-3 0,1 0-13 0,-2-2-22 16,3 3-26-16,-3-3-34 0,-1 3-45 15,4-2-32-15,-7 1-52 0,2 0-161 0,0-1 72 16</inkml:trace>
  <inkml:trace contextRef="#ctx0" brushRef="#br0" timeOffset="26962.97">31149 8210 142 0,'0'0'159'0,"0"0"-27"15,0 0-5-15,0 0-12 0,0 0-18 0,14 5-16 16,-14-5-42-16,23 4-37 0,-6-1-42 16,0 0-103-16,-4-2-154 0,6 1 68 0</inkml:trace>
  <inkml:trace contextRef="#ctx0" brushRef="#br0" timeOffset="27575.99">32055 8089 16 0,'0'0'168'0,"0"0"-17"15,-11 14-18-15,3-8-11 0,0 0-15 0,-1 1-9 16,-3-1-8-16,-4 4-11 0,1-2-11 0,-3 1 0 15,-8 3-3-15,6-5-9 0,1-2-7 0,-9 4-7 16,6-4-1-16,-6 1-7 0,0-2 3 0,7 2-3 16,2-2-3-16,-3-5-3 0,2 2-5 0,1-4-2 15,0 3 0-15,6-3-1 0,0-1 0 0,2 0 0 16,0-2-5-16,0 3-2 0,2-4-3 0,0 0 2 16,0 1-1-16,5-1-6 0,-1-2-1 15,2 3 0-15,3 6-7 0,-1-12-4 0,1 12 5 0,4-16 1 16,0 7-13-16,1-2-3 0,3 2 4 0,-2 1-3 15,2 1 2-15,-1-1 3 0,2 4 3 0,-2 0-12 16,0 0 6-16,0 0 1 0,0 0 9 0,1 3-5 16,-2-1 0-16,-6 2 0 0,16-1 2 0,-10 1-3 15,3 4 10-15,0 0-2 0,0-2-5 0,-3 1 7 16,3 4-2-16,-1-3 4 0,1 4-1 0,-1-2-11 16,-1 2 16-16,5-1-9 0,-5 2 6 0,2 0-5 15,3-1 7-15,-2 1-3 0,3 0 4 0,-2-1-4 16,4 1 2-16,0 1-2 0,-1-2-3 0,0-1 0 15,4 0 7-15,-7-4-6 0,7 3 8 0,-5-2-8 16,0-1 9-16,2 0-11 0,-3-2 4 0,2 1-5 16,-2-1 5-16,-1-1 1 0,-2 0-5 0,-2-3-2 15,5 0-10-15,-7 1-8 0,3 0-9 0,-1-4 17 16,0 1-7-16,-4 0-9 0,0-1 4 0,-3 6 3 16,3-13 5-16,-2 3 3 0,0 1-10 0,0-1 3 15,-1 10 4-15,-5-14-8 0,1 7 11 0,1 2-5 16,-5-2-1-16,0 4 11 0,-2-3-4 0,-3 4 4 15,1 0 2-15,-3 2 5 0,1 0-23 0,3 2-26 16,-2-1-32-16,-2 4-79 0,1 0-174 0,5 0 77 16</inkml:trace>
  <inkml:trace contextRef="#ctx0" brushRef="#br0" timeOffset="29178.39">31024 8815 118 0,'-5'-5'121'0,"5"5"-1"0,0 0-20 0,0 0-10 15,0 0-19-15,0 0-15 0,0 0-17 0,0 0-15 16,19-3-25-16,-19 3-22 0,13 2-24 0,-13-2-65 15,15 1-120-15,-10 1 53 0</inkml:trace>
  <inkml:trace contextRef="#ctx0" brushRef="#br0" timeOffset="29350.84">30980 8887 19 0,'0'0'117'0,"0"0"-12"0,0 0-10 0,0 0-20 0,12 5-24 16,-12-5-22-16,12 2-33 0,-5 0-36 0,-7-2-35 15,13 0-80-15,-4 0 35 0</inkml:trace>
  <inkml:trace contextRef="#ctx0" brushRef="#br0" timeOffset="29977.3">31394 8788 103 0,'0'0'110'0,"-11"7"0"16,4-2-20-16,4-2-4 0,-4 1-10 0,2-1 5 15,0 2-18-15,5-5 1 0,-5 11-9 0,2-6-8 16,2 1 0-16,1-6 1 0,-1 11 5 0,1-11 4 16,4 10-4-16,-2-5-8 0,-2-5-1 0,8 8-4 15,-2-6-10-15,4 2 7 0,-2-2-5 0,-3 2 3 16,3-3-2-16,1 0-2 0,-9-1 1 0,14-1-5 16,-6 0-1-16,3-3-2 0,-2 3 0 0,-1-3 5 15,1-2-2-15,0 1 1 0,-2-3 1 0,-2-1 0 16,3 0-9-16,-2 0 3 0,1-1-9 0,-5 1 5 15,2-1-6-15,-1 1 5 0,1-2-5 0,-2 0-5 16,-2 6 2-16,0 5-5 0,-5-13-17 0,3 4-19 16,2 9-24-16,-8-9-25 0,1 5-26 0,-4-1-29 15,-2 4-111-15,0-2-265 0,-5 2 119 0</inkml:trace>
  <inkml:trace contextRef="#ctx0" brushRef="#br0" timeOffset="32780.5">30455 6145 25 0,'3'-7'39'0,"-3"7"-4"0,0 0 1 16,0 0-7-16,0 0-2 0,0 0-7 0,0 0-6 16,2-5-1-16,-2 5-9 0,0 0-7 0,0 0-3 15,0 0-13-15,0 0-17 0,0 0-39 0,0 0 17 16</inkml:trace>
  <inkml:trace contextRef="#ctx0" brushRef="#br0" timeOffset="33428.14">30603 6181 11 0,'0'0'59'0,"0"0"0"0,0 0-10 16,0 0 3-16,0 0 7 0,0 0 1 0,0 0-4 15,0 0 6-15,0 0-6 0,0 0 1 0,0 0 5 16,0 0-10-16,0 0-1 0,0 0 2 0,0 0-1 16,0 0-4-16,0 0-6 0,0 0 11 0,0 0-16 15,0 0-1-15,0 0-1 0,0 0-3 0,0 0-4 16,0 0 3-16,0 0-2 0,0 0 0 0,0 0-1 16,0 0 2-16,0 0-10 0,0 0 1 0,0 0-4 15,0 0 10-15,0 0-1 0,0 0 2 0,0 0-8 16,0 0 2-16,0 0-3 0,0 0 1 0,0 0-4 15,0 0 5-15,0 0-10 0,0 0 6 0,0 0-3 16,0 0-2-16,0 0-1 0,0 0-1 0,0 0 1 16,0 0-1-16,0 0-5 0,0 0 3 0,0 0-2 15,0 0-3-15,0 0-2 0,0 0 4 0,0 0-5 16,0 0 7-16,0 0 0 0,0 0-1 0,0 0-3 16,0 0 13-16,0 0-18 0,0 0-10 0,0 0-10 15,0 0-11-15,0 0-29 0,0 0-9 0,0 0-16 16,0 0-2-16,0 0-7 0,0 0-23 0,0 0-71 15,0 0-204-15,0 0 90 0</inkml:trace>
  <inkml:trace contextRef="#ctx0" brushRef="#br0" timeOffset="39731.11">29782 9307 30 0,'0'0'105'0,"0"0"-4"0,0 0-2 0,2-8-5 16,-2 8-9-16,0 0-9 0,0 0-5 0,0 0-7 16,5-5-5-16,-5 5-14 0,0 0 8 0,0 0-15 15,0 0 1-15,0 0-7 0,0 0 4 0,0 0-4 16,0 0-4-16,0 0-2 0,0 0-3 0,0 0 1 16,0 0-2-16,0 0 1 0,0 0-6 0,0 0 2 15,0 0 1-15,-2 23 0 0,2-23-11 0,-7 18 0 16,6-11 3-16,-3 5 5 0,0-3-8 0,0 2-1 15,-2 1-8-15,2-3 10 0,-1 3-1 0,1 0-5 16,-1-2-3-16,-1 6 1 0,2-6-22 0,0 0-14 16,0 3-12-16,0-1-8 0,-1-2-11 0,0 1-9 15,-1-2-16-15,-3 2-75 0,4-3-179 0,1-3 79 16</inkml:trace>
  <inkml:trace contextRef="#ctx0" brushRef="#br0" timeOffset="40130.15">29861 9271 64 0,'9'-10'129'0,"1"4"-7"0,-2-2-4 15,2 3-11-15,-5 2-1 0,1-3-10 0,0 2-8 0,-6 4-11 16,11-4-5-16,-5 1-11 0,-6 3-1 0,0 0-5 15,14 1-7-15,-14-1-10 0,8 5 0 0,-4-1-5 16,-4-4 0-16,2 7-6 0,-2-7-5 0,2 8 3 16,-2-8-3-16,-3 14-8 0,-1-10 8 0,0 4-2 15,-2-1-14-15,0 1 3 0,-1 0 7 0,0-3-12 16,-3 0 7-16,1-1-6 0,-2 1 6 16,0-1-4-16,1 0-2 0,-1-1-5 0,1 2 8 0,2-1-2 15,2-4 1-15,0 4 1 0,6-4-1 0,-10 3-4 16,10-3 0-16,-7 3-5 0,7-3 4 0,-4 5-2 15,4-5 0-15,-4 5-1 0,4-5 7 0,-1 9-4 16,1-9-3-16,3 10 7 0,0-5-6 0,3 2 5 16,-1 0-3-16,5 0 1 0,0 0-4 0,0 0 0 15,4-2 0-15,2 2-6 0,3-1-25 0,0 1-27 16,0-3-9-16,2 1-23 0,-3 1-33 0,1-4-85 16,0 3-226-16,-6-2 100 0</inkml:trace>
  <inkml:trace contextRef="#ctx0" brushRef="#br0" timeOffset="40282.91">30206 9469 46 0,'11'2'102'16,"-11"-2"-16"-16,12-2-11 0,-12 2-20 0,0 0-24 15,11 2-29-15,-11-2-27 0,7 2-37 0,-7-2-68 16,0 0 31-16</inkml:trace>
  <inkml:trace contextRef="#ctx0" brushRef="#br0" timeOffset="40418.17">30229 9578 54 0,'10'0'22'0,"-10"0"-35"0,14 0-14 0,-5 0 7 0</inkml:trace>
  <inkml:trace contextRef="#ctx0" brushRef="#br0" timeOffset="40764.75">30574 9526 89 0,'-5'3'124'16,"-3"1"-9"-16,3 2-9 0,-1-3-2 0,-1 2-15 16,1 4-1-16,0-1-11 0,0 1-11 0,5-2-8 15,-4 1-6-15,5 1 1 0,0-9-11 0,1 13 1 16,-1-6-10-16,3-1-2 0,1-1-7 0,0 0 7 16,-4-5-13-16,10 8 6 0,-5-6 0 0,2 1-3 15,-7-3-4-15,12 1-1 0,-3-2-7 0,-9 1 5 16,15-5-6-16,-8 1 11 0,3 0 1 0,-4-1-12 15,1-2-5-15,-1 1 3 0,0-2 0 0,-1-2-1 16,-1 3 5-16,-1-2-2 0,1 1-5 0,-4-4 2 16,-2 1 1-16,2 2 5 0,0 9 0 0,-2-16-5 15,-3 8-13-15,1 2-1 0,-4 2 9 0,1-2-1 16,-5 2-18-16,3 0-1 0,-5 1-20 0,3 2-15 16,-3-1-21-16,1 2-34 0,-1 3-88 0,2-2-211 15,4 0 94-15</inkml:trace>
</inkml:ink>
</file>

<file path=ppt/ink/ink1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18:59.247"/>
    </inkml:context>
    <inkml:brush xml:id="br0">
      <inkml:brushProperty name="width" value="0.05292" units="cm"/>
      <inkml:brushProperty name="height" value="0.05292" units="cm"/>
      <inkml:brushProperty name="color" value="#FF0000"/>
    </inkml:brush>
  </inkml:definitions>
  <inkml:trace contextRef="#ctx0" brushRef="#br0">28835 6025 22 0,'0'0'54'0,"0"0"-7"15,0 0-6-15,0 0-3 0,0 0-3 0,0 0-5 0,0 0 1 16,0 0-3-16,14-5-8 0,-14 5 0 0,0 0-7 15,0 0 5-15,0 0-2 0,6-3-2 16,-6 3-6-16,0 0 0 0,0 0-1 0,0 0-7 16,0 0-3-16,0 0-8 0,0 0-9 0,0 0-2 15,0 0-2-15,0 0-3 0,0 0 2 0,0 0 1 0,0 0 3 16,0 0-2-16,0 0 6 0,0 0 2 0,0 0-1 16,0 0 6-16,0 0-2 0,0 0 2 15,0 0-3-15,-24 5 5 0,24-5 10 0,-13 3-7 16,5-3 1-16,8 0 2 0,-14 3-3 0,6-2 5 0,-2 1 0 15,-1 1 0-15,-2-1 2 0,-1 0 3 0,2-1-1 16,-2 1-1-16,0-1 6 0,0 1-1 16,2-1 2-16,0 0 8 0,-1-1 5 0,6 1 4 15,7-1 2-15,-15-2 0 0,15 2-2 0,-12-2-4 16,4 2-1-16,8 0-2 0,-15-1 11 0,8 0 5 0,7 1-4 16,-14-3 0-16,9 2 12 0,5 1 4 0,-13-3-4 15,13 3 4-15,-7-3-3 0,7 3-10 0,-9-2-3 16,9 2-1-16,0 0 1 0,-12-4-4 15,12 4-9-15,-6-3 6 0,6 3-10 0,0 0-1 16,-9-2 4-16,9 2-1 0,0 0-7 0,-9-1 9 0,9 1-17 16,0 0 5-16,0 0-1 0,0 0 3 0,0 0-6 15,0 0-4-15,0 0-3 0,0 0 6 0,0 0-3 16,0 0 15-16,0 0-10 0,0 0 9 16,0 0 8-16,0 0 1 0,0 0 1 0,17 12 4 0,-8-9 18 15,1 0 16-15,1-1 5 0,1 2-15 0,2-1-5 16,2 1-5-16,5 0-3 0,-3-3-3 0,5 1 19 15,4 2-1-15,3-2 9 0,-2 2-6 16,2-1-15-16,-1 0-3 0,-7-1 5 0,6 1-13 16,0-2-5-16,-2-1-2 0,3-1-6 0,-7 2 3 0,6 0-2 15,1 1-2-15,-1-1-2 0,0-2-3 0,2 1-1 16,-1-2 1-16,2 2-5 0,0-1 0 0,-3 0 1 16,-8 0-2-16,10-2-2 0,-9 3 4 0,1 1-5 15,-1-1 0-15,-1 0-2 0,2 0 3 0,-6 0-1 16,3 3 2-16,0-3-3 0,0 0-2 0,-2 0-2 15,-4 0 4-15,5 1 1 0,-3-1 0 16,3 0-2-16,-1 3 1 0,-2-3-3 0,-3 0 2 0,3 0-1 16,-2 1 0-16,0-1 1 0,1 2 1 0,2-1-4 15,-2 0 5-15,-1 1 0 0,1 0-3 0,-2-1 18 16,6 0-17-16,-2 2-3 0,2 0 4 0,-1-3-4 16,1 1 0-16,-3 1 5 0,0 1-4 0,2-2 4 15,5 1-1-15,-3 0-3 0,-6-1 0 0,6 2-2 16,-2-2 3-16,3 0 6 0,-1 1-6 0,0-2 2 15,3 0-1-15,5 0 14 0,-8 0-13 0,3-2-2 16,-2 4-4-16,-1-1 5 0,0 1 0 0,3-2-3 16,-5 0 1-16,2 0 4 0,-6 0-4 0,1 0 4 15,0 2-4-15,0-1 1 0,-3-1-3 0,3 4 2 16,-3-4 0-16,0 0 0 0,3 0 3 0,-2 3-1 16,-1-3 5-16,2 0-7 0,-3 2 2 0,3-3-1 15,-1 3 2-15,-5-2 1 0,6 0-2 0,-1 0-2 16,-1 1 0-16,0 2-1 0,0-1 3 0,-1-2 1 15,0-2-1-15,0 5 1 0,-1-2-3 0,-9-1 2 16,16 0 2-16,-9 0-5 0,-7 0 6 0,16 0 1 16,-11 0-4-16,-5 0-1 0,9 0 1 0,-9 0 0 15,10 0-1-15,-10 0-1 0,0 0 7 0,0 0-4 16,10 0 0-16,-10 0 3 0,0 0 5 0,7 2-14 16,-7-2 0-16,0 0-10 0,0 0-14 0,0 0-24 15,0 0-16-15,0 0-19 0,0 0-20 0,0 0-23 16,0 0-15-16,0 0-112 0,0 0-278 0,0 0 124 15</inkml:trace>
  <inkml:trace contextRef="#ctx0" brushRef="#br0" timeOffset="1480.15">30753 4789 6 0,'0'0'27'0,"-4"-7"8"15,4 7 6-15,-4-8 16 0,4 8-12 0,-4-7-4 16,4 7-7-16,-4-8-3 0,4 8-5 0,-2-8 19 15,2 8-3-15,-3-5-1 0,3 5-8 0,0 0 3 16,-1-12-4-16,1 12-2 0,0 0-5 16,-1-7 0-16,1 7 12 0,0 0-11 0,-2-9 2 15,2 9-6-15,0 0-5 0,0 0 1 0,-2-6-10 16,2 6 6-16,0 0-7 0,0 0 3 0,0 0 1 0,0 0-8 16,-19 12 2-16,8-3 1 0,-4 3 10 0,-5 3 17 15,-5 4-5-15,-1 1 3 0,-4 1-4 16,0 0 2-16,-10 7 0 0,12-9-2 0,0-3-2 0,1 1 1 15,3-3 1-15,1 1-3 0,6-6-5 16,1 1 0-16,1-2-5 0,4 0 3 0,-1-1-1 16,1-1-1-16,-1 0-5 0,3 0 5 0,0-2-8 15,3 0 4-15,-2-1-1 0,5 1-4 0,3-4 16 0,-8 4-15 16,8-4-5-16,-5 4-9 0,5-4-22 16,0 0-22-16,-5 3-19 0,5-3-19 0,0 0-20 15,-4 6-62-15,4-6-184 0,0 0 82 0</inkml:trace>
  <inkml:trace contextRef="#ctx0" brushRef="#br0" timeOffset="1776.65">30791 4687 49 0,'0'0'72'0,"0"0"-4"0,0 0-6 0,0 0-11 15,10 8 11-15,-10-8 1 0,3 10-3 0,0-5-5 16,-1 2-8-16,1-1 1 0,2 2-4 0,0-1-4 16,1 2-3-16,2-1 1 0,2 1 3 0,3 2-17 15,1 0 7-15,1 1-6 0,1-3-3 0,8 5-8 16,-5-3 29-16,-2 1-29 0,7 4-19 0,-4 3-32 15,-2-2-28-15,0 1-16 0,-6-2-56 0,-2 1-149 16,-2 2 65-16</inkml:trace>
  <inkml:trace contextRef="#ctx0" brushRef="#br0" timeOffset="4876.74">30603 6234 54 0,'0'0'100'0,"-4"7"1"16,4-7 1-16,0 0-6 0,0 0-15 0,0 0-6 15,0 0 0-15,0 0-13 0,0 0-7 0,0 0-6 0,-5 6 21 16,5-6-11-16,0 0 5 0,0 0 2 0,0 0 0 16,0 0 0-16,-3 10-24 0,-1-3-27 0,1-2 8 15,3-5 2-15,-5 8-3 0,5-8-1 16,-4 7 4-16,4-7-5 0,-4 5-4 0,4-5-2 16,0 0-2-16,-1 7 5 0,1-7-2 0,0 0-3 0,0 0 3 15,-3 5 2-15,3-5 5 0,0 0-2 0,0 0-1 16,0 0-3-16,0 0 3 0,0 0 5 0,0 0-9 15,-5 5 3-15,5-5-6 0,0 0 4 16,0 0 0-16,0 0 2 0,0 0-1 0,0 0-1 0,0 0 0 16,0 0 12-16,0 0-12 0,0 0-5 0,0 0-2 15,0 0 0-15,0 0 1 0,0 0-3 0,0 0-3 16,0 0 2-16,0 0-1 0,0 0-3 0,0 0 0 16,0 0 3-16,0 0 0 0,0 0-1 15,0 0 3-15,0 0 3 0,0 0 2 0,0 0 0 0,0 0 0 16,0 0 3-16,0 0 2 0,0 0-3 0,0 0 5 15,0 0-4-15,0 0 0 0,0 0 2 0,0 0-4 16,0 0 1-16,0 0-1 0,0 0 1 0,0 0-3 16,0 0-4-16,0 0 5 0,0 0-3 15,0 0-1-15,0 0-3 0,0 0 3 0,0 0-2 0,0 0-1 16,0 0 1-16,0 0-8 0,7-25 1 0,-7 25-11 16,0-11 5-16,0 11-19 0,0-11-18 15,0 11-14-15,-5-13-20 0,3 5-31 0,-1-3-31 16,-1 2-16-16,2-4-111 0,0 1-290 0,-2-6 128 0</inkml:trace>
  <inkml:trace contextRef="#ctx0" brushRef="#br0" timeOffset="12828.12">29857 11787 70 0,'-8'-12'157'0,"8"12"-5"0,0 0-11 0,-6-6-8 16,6 6-10-16,0 0-6 0,-5-5-8 0,5 5-8 16,-7-5-5-16,7 5-6 0,-11-2 2 0,11 2 5 15,-12-2-4-15,5 2 5 0,7 0-11 0,-16 0-3 16,16 0-9-16,-16 2 4 0,7-1 0 0,1-1-8 16,0 2-1-16,-4 0-4 0,0 0-8 0,-1 1-4 15,1-1 12-15,-1-2-4 0,0 3-6 0,2 0-6 16,-2-2-7-16,0 0-1 0,0 0-5 0,2 2 7 15,1-3-1-15,0 1-1 0,-1-1 9 0,3 3-6 16,8-3-1-16,-12 0-4 0,12 0-7 0,-11 1-4 16,11-1-4-16,-7 1-3 0,7-1-1 0,0 0-4 15,0 0 3-15,-11 1-8 0,11-1-2 0,0 0-4 16,0 0 2-16,0 0-5 0,0 0 4 0,0 0 0 16,0 0 1-16,0 0-2 0,27 6 0 0,-13-6-1 15,7 1 0-15,-1-1-4 0,11 0 7 0,3 1-4 16,1-2-2-16,2 0-1 0,3 0 1 0,12-2-2 15,0 2 4-15,0-1-1 0,4-3-21 0,-3 2 4 16,1 2-1-16,0-5 1 0,1 1 0 0,0 0 6 16,-2 1-3-16,-3 1 7 0,5 0-8 0,-4 1 2 15,-11 1 7-15,12-3-2 0,-13 2 0 0,12-1 1 16,-14 2 1-16,0-1-2 0,0 0 0 0,0 0 1 16,3 2-1-16,-5-3 3 0,4 1-1 0,-1 0 2 15,2-1-2-15,11 1 0 0,-12 0 0 0,-3 1 0 16,1 0 1-16,-2-2 1 0,3 2 0 0,-1 1 2 15,0-4 0-15,2 2 0 0,-1 0-1 0,-2 2 4 16,3-1-1-16,0-2-3 0,-2 2 9 0,1-2-6 16,3 3 0-16,-5-2-1 0,1 2 1 0,-3 2-2 15,2-2 3-15,-1 2-1 0,-5-1 1 0,2 3 3 16,0-4-4-16,-5-1 2 0,3 2 6 0,-9-2-1 16,1 2-2-16,-3-2-2 0,3 1 3 0,-3 0 3 15,-6 1-6-15,1-2 3 0,0-1-1 0,-3 2 2 16,1 0-1-16,-2-2 1 0,-3 2 2 0,-7 0-1 15,12-2-3-15,-12 2 2 0,11 0-3 0,-11 0-1 16,0 0-2-16,11 0 2 0,-11 0-3 0,9-2-4 16,-9 2-12-16,0 0-9 0,9-1-11 0,-9 1-11 0,0 0-19 15,0 0-28-15,8-2-39 0,-8 2-36 16,0 0-51-16,0 0-218 0,0 0-469 0,0 0 208 16</inkml:trace>
  <inkml:trace contextRef="#ctx0" brushRef="#br0" timeOffset="13850.2">30681 10768 64 0,'0'0'211'0,"0"-13"-12"0,0 13-15 0,0-11 4 15,0 11-16-15,-2-11-5 0,2 11-3 0,-3-11-15 16,3 11-9-16,-2-9-10 0,2 9-1 0,-3-9-5 16,3 9-3-16,-1-8-10 0,1 8-12 0,-2-10-4 15,2 10-6-15,0 0-1 0,-1-8-1 0,1 8-6 16,0 0-2-16,-2-7-2 0,2 7 2 0,0 0-13 15,0 0-6-15,0 0-7 0,0 0-7 0,-2-9-4 16,2 9-4-16,0 0-6 0,0 0 2 0,0 0-6 16,0 0-5-16,0 0-4 0,0 0 1 15,0 0-12-15,0 0 0 0,0 0-3 0,0 0-1 0,0 0-2 16,0 0-3-16,0 0-5 0,0 0 4 0,0 0 0 16,0 0-2-16,3 28 1 0,-2-17 6 0,-1 5-6 15,0 0 3-15,0 2-3 0,1 2 4 0,2-4-1 16,-2 4-3-16,2 3 1 0,-1 2 4 0,-2-1-6 15,2 4 3-15,0 0-2 0,0-1-19 0,-1 2 4 16,-1-1 0-16,0 2 4 0,-3-2 1 0,5-2 1 16,1 0 0-16,-3 0 4 0,4 1 12 0,-3-1 12 15,-4-2 0-15,1 2-5 0,6 1 1 0,-4-2 14 16,0 1-2-16,0-3-3 0,1 4 2 0,1-3 0 16,-2 3 2-16,1 0 10 0,1 0-4 0,1 1-2 15,1-1-2-15,-3 0 0 0,2 0 7 0,-1-2-2 16,4 3 0-16,-3-5-2 0,2 4-4 0,-1 0 8 15,0-2-9-15,1 2 1 0,-1-2-1 16,-1-6 6-16,2 8-8 0,-3-9-2 0,1 0 1 0,-1 1-4 16,0-1 3-16,-1-1 1 0,0-1-13 0,0 3 4 15,1-3 1-15,-1 3-2 0,0-2 4 0,-1-2-4 16,0 0-7-16,2 1 9 0,-1-3 4 16,-2 3-1-16,2 0-3 0,-1-1 3 0,0 2-1 0,-1-5-4 15,1 5 8-15,-2-5-7 0,2 3 1 0,0 2 1 16,2-6 2-16,-2 6-1 0,1-6-9 0,-1 6 10 15,0-5 4-15,1 5-5 0,0-6-7 0,1 6 2 16,-1-2-2-16,0-3 6 0,-1 0 8 0,0 0-10 16,0 5-8-16,2-5 16 0,-2 0-12 0,2 5-5 15,1 0 3-15,-2-5 0 0,3 3 1 0,-2 1 11 16,1 1 5-16,1-2-10 0,-3-2 0 0,0-2 5 16,4 1-3-16,-2 1-1 0,-3-1-6 0,4 3 9 15,-2-1-10-15,2-3 4 0,-1 1-5 16,-1 0 18-16,1-1-16 0,-1 0-1 0,0-2-5 0,0 2 5 15,1-3-2-15,-2 2 3 0,0-3-8 0,-1-7 4 16,3 11 0-16,-3-5-1 0,0-6 3 0,3 10-1 16,-3-10-3-16,0 7 0 0,0-7 2 0,1 7-1 15,-1-7 10-15,0 0-18 0,0 0-12 0,1 8-17 16,-1-8-44-16,0 0-44 0,0 0-45 0,0 0-39 16,0 0-52-16,-23-13-60 0,13 7-305 0,-2-6-674 15,1 1 299-15</inkml:trace>
  <inkml:trace contextRef="#ctx0" brushRef="#br0" timeOffset="14948.2">30686 10639 8 0,'0'0'82'0,"0"0"-11"16,0 0 7-16,-5-7-5 0,5 7-5 0,0 0 4 16,0 0-6-16,0 0-9 0,-2-8 6 0,2 8-12 15,0 0 1-15,-5-5 6 0,5 5 5 0,0 0-10 16,0 0 7-16,-6-6-3 0,6 6 3 0,0 0 2 15,0 0-3-15,-6-3 1 0,6 3-1 0,0 0 0 16,0 0-1-16,0 0-5 0,0 0-1 0,0 0-7 16,-5-6-5-16,5 6-7 0,0 0 1 0,0 0-7 15,0 0-5-15,0 0-1 0,0 0-6 0,0 0-1 16,0 0 0-16,0 0 0 0,0 0-3 0,-14 10 0 16,11-5 14-16,-2 0 4 0,-4 2-1 0,4-1 3 15,-1 2-6-15,2-3-3 0,-3 4 1 0,-1-1-5 16,0 0 6-16,0 0-7 0,-1 1-3 0,-2 0-1 15,2-1 9-15,-1 0-9 0,0-2-4 0,-1 1 0 16,2 2-1-16,2-4-1 0,0 0 0 0,2 0-2 16,0-1 1-16,0 0-1 0,5-4-13 0,-5 5-34 15,5-5-37-15,-8 5-36 0,8-5-38 0,-2 6-21 16,2-6-100-16,0 0-298 0,0 0 132 0</inkml:trace>
  <inkml:trace contextRef="#ctx0" brushRef="#br0" timeOffset="15128.87">30602 10677 42 0,'10'1'115'16,"-10"-1"-10"-16,0 0-7 0,12 1-1 0,-5 3-8 16,0-2-12-16,2 2-3 0,-1-3-14 0,3 5 2 15,-1-1-3-15,-1 4-9 0,4 2-11 0,-4-3-22 16,0 2-43-16,1 2-50 0,-2-2-71 0,-1 0-160 15,-3 0 71-15</inkml:trace>
  <inkml:trace contextRef="#ctx0" brushRef="#br0" timeOffset="16760.08">29695 11843 11 0,'0'0'110'0,"0"0"-12"16,0 0 0-16,0 0-12 0,0 0-3 0,0 0-2 16,-4-8 5-16,4 8-1 0,0 0-1 0,0 0-11 15,0 0-8-15,0 0-3 0,-5-6-9 0,5 6-6 16,0 0-5-16,0 0-7 0,0 0 2 0,0 0-9 15,0 0-2-15,-2-8 0 0,2 8-2 0,0 0-7 16,0 0 5-16,0 0-8 0,0 0 2 0,0 0-1 16,0 0-1-16,0 0 1 0,0 0 11 0,-1-10-2 15,1 10 2-15,0 0 3 0,0 0 1 0,0 0 6 16,0 0 4-16,0 0 4 0,0 0-1 0,0 0 0 16,0 0-3-16,0 0-6 0,0 0-5 0,-1-7 2 15,1 7-7-15,0 0-2 0,0 0-1 0,0 0-3 16,0 0-1-16,0 0 1 0,0 0-4 0,0 0-4 15,0 0 1-15,0 0-5 0,0 0 0 0,0 0-1 16,0 0-1-16,0 0 0 0,0 0-4 0,0 0 0 16,0 0 0-16,0 0 0 0,0 0 3 0,0 0 2 15,14 0-1-15,-14 0 1 0,11 1 2 0,-11-1 3 16,16 2 4-16,-5-4-3 0,2 2 0 0,0-1-3 16,1 0 2-16,5-1-2 0,1 2 3 0,0-1-4 15,0-2 3-15,2 2-3 0,5-4 1 0,-6 4 0 16,0 0-3-16,2-1-2 0,-2 0 0 0,-1-1-2 15,1 3 3-15,1-1-2 0,-4 2 0 0,0-2 5 16,2 1-2-16,-3-2-3 0,2 1 3 0,-2 0-4 16,2 1 1-16,-6 0 1 0,1 0-3 0,0 1 0 15,0 0 1-15,-1-1-2 0,-1-1 1 0,1 0 0 0,-1 1-1 16,0 1 2-16,0-1-1 0,-2-1 5 16,2 1-3-16,-2 0 0 0,0-2 1 0,0 2-5 15,-10 0 3-15,18-2-1 0,-10 2 1 0,-8 0-1 16,14 0 1-16,-7 0-5 0,-7 0 3 0,11-1 1 15,-11 1 0-15,9 0 0 0,-9 0-4 0,8 1 9 16,-8-1-5-16,11 2-1 0,-11-2 1 0,9 1 1 16,-9-1-2-16,10 0 1 0,-10 0 1 0,13 0 3 15,-8 1-1-15,-5-1-5 0,9 0 3 0,-9 0 1 16,9 0-4-16,-9 0 1 0,10 1 1 0,-10-1 3 16,0 0 2-16,8 1-7 0,-8-1 2 0,0 0 1 0,0 0 0 15,0 0 0-15,9 0 4 0,-9 0-2 0,0 0 0 16,0 0-1-16,0 0 0 0,0 0 2 0,0 0-1 15,0 0 1-15,-31 2-5 0,21-2 1 16,-2 1 1-16,-2 2-2 0,3-2 3 0,-3-2 2 16,0 1-1-16,-4 0-1 0,1 3-2 0,-1-1 0 0,2-2-1 15,0 3 2-15,0-1-1 0,-1-1 0 0,6 0-2 16,-2 2 3-16,3-2 2 0,-1 2-19 16,1-2 2-16,3 1 0 0,7-2 3 0,-13 3 4 15,7-1-3-15,6-2 8 0,-9 0-5 0,9 0 2 16,0 0-1-16,-11 0-1 0,11 0 3 0,0 0-7 0,0 0 19 15,0 0-1-15,0 0 1 0,0 0 2 0,0 0 1 16,37-5-1-16,-26 5 0 0,3-3 4 0,2 2 6 16,3-4-3-16,-1 3-1 0,1-1-3 0,2 0 1 15,-3 1-2-15,1 0 0 0,-1-2 5 16,-3 0-1-16,4 1-3 0,2 0 1 0,-7 0 0 0,3 2 2 16,-2-2-5-16,-2 0-5 0,4 1 3 15,-2-1-2-15,4 0 1 0,-1 1-3 0,-2 0 1 16,5-2-1-16,-5 1 1 0,2 3-4 0,-5-2 1 0,5 0 1 15,-4 0 3-15,1 0-4 0,-3 0 7 0,2 1-7 16,-1-1-1-16,-3 0-3 0,-1 2 4 0,-2-1-2 16,-7 1 2-16,11-1-1 0,-11 1-2 15,9 1 0-15,-9-1 7 0,0 0-6 0,11-3-1 16,-11 3 0-16,0 0 3 0,0 0-6 0,0 0 3 16,0 0-4-16,0 0-2 0,0 0-12 0,0 0-13 15,0 0-20-15,-24 8-24 0,24-8-35 0,-13 0-28 0,5 1-36 16,8-1-164-16,-12 0-366 0,4 0 162 0</inkml:trace>
  <inkml:trace contextRef="#ctx0" brushRef="#br0" timeOffset="18526.48">30743 11014 6 0,'0'0'120'0,"-4"-9"-29"0,4 9 7 16,-4-6 0-16,1 1 7 0,3 5-7 0,-2-8-5 15,2 8-2-15,-3-8 6 0,3 8 5 0,-4-9-12 16,4 9-4-16,-2-5 8 0,2 5 0 0,0 0-6 15,-3-9-9-15,3 9-3 0,0 0 1 0,0 0-4 16,0-10 4-16,0 10-5 0,0 0-12 0,0 0-1 16,0 0-8-16,0 0-1 0,0 0-6 0,0 0-3 15,-1-10-7-15,1 10-3 0,0 0-3 0,0 0-3 0,0 0-5 16,0 0-2-16,0 0-6 0,0 0 0 16,0 0-3-16,0 0-4 0,0 0 1 0,0 0-3 15,0 0 4-15,0 0-4 0,0 0 2 0,0 0-1 16,0 0-3-16,-1 27 3 0,1-27-3 0,0 11 5 15,-1-5-4-15,1-6-2 0,0 13 3 0,0-5-3 16,-2-1-1-16,2 3 2 0,0-2 2 0,0 3 0 16,-1-1 0-16,1 0 4 0,-1 1-2 0,1 0 0 15,0 1 0-15,1-2 1 0,-1 0-3 0,-1 1-1 16,1 0 2-16,0 0 1 0,0 0 0 0,1 2-1 16,0-2 6-16,1 1-5 0,-2 2 20 0,2 1 2 15,-2-3-10-15,0 0 3 0,0 0-4 0,-1 0-1 16,2-1 2-16,0 2-3 0,2-1 0 0,-3 0 0 15,0 0-4-15,1 0 2 0,-1 0-2 0,0 0-1 16,1 0 5-16,1-1 1 0,-2 0-7 0,1 1 14 0,-2-3 1 16,2 3-2-16,-1-1 0 0,0 1 2 15,0 0-4-15,2-2 4 0,-3 3-6 0,5-4 1 16,-4 2-5-16,1-1 0 0,-1-1 0 0,3 3 0 16,-4-3-1-16,2 1 2 0,-1-1-4 0,2 1-1 15,0-1 3-15,-1-1-1 0,-1 1 1 0,0-1 3 16,1 2-8-16,1-1 5 0,-1 0 2 0,0-1-3 15,-1 0 3-15,2-1 1 0,-1 0-3 0,0 0 0 16,0 3 4-16,-1-2 2 0,0-8 14 0,4 13-2 16,-4-6-1-16,1 0 1 0,1 0 1 0,-2-7-8 15,1 15 0-15,0-9-5 0,-1-6 3 0,0 10-5 0,1-4 1 16,-1-6-1-16,0 0-3 0,-1 12 0 16,1-12-2-16,1 8 1 0,-1-8-2 0,0 0 3 15,0 9-4-15,0-9 0 0,0 0 0 0,0 0 3 16,3 6-2-16,-3-6 3 0,0 0 4 0,0 0 8 15,0 0 9-15,0 0 2 0,0 0 8 0,0 0 5 16,0 0 10-16,0 0 9 0,0 0 11 0,0 0 8 16,0 0-9-16,0 0 2 0,0 0-15 0,0 0-12 15,0 0-2-15,0 0-7 0,0 0-4 0,-3-31 0 16,5 24-7-16,-4-3-9 0,1-1-3 0,1 0 2 16,1-1-17-16,-1 1-7 0,2-6 4 0,-2 0-3 15,1 2-13-15,2-4 5 0,-2 1-4 0,1-2-4 16,-2 3 15-16,3-8-8 0,-2-2-12 0,1 8 0 15,-4-5 1-15,2-1-4 0,-1 6 6 0,0 1 5 16,-1 0 3-16,4-1-9 0,-2 4 7 0,1-2 0 16,-4-1-3-16,5 3 6 0,-5-1 1 0,1 1-2 0,0 3 7 15,1-1-4-15,-3-2 3 0,2 4-3 0,0-1 4 16,-3 0-5-16,4 3 2 0,0-4 0 16,-2 3 2-16,2 0 6 0,-2 4-8 0,2-5-3 15,0 3 7-15,-2-1 1 0,2-1 5 0,0 3-5 16,1-3 1-16,0 10 1 0,-2-15-1 0,1 9-1 0,-2-1 1 15,3-3-6-15,0 10 1 0,-2-13-5 0,2 6 9 16,0 7 1-16,-1-13-3 0,-1 5 6 16,2 8-3-16,-2-12 0 0,2 6-1 0,0 6 7 0,-3-14-4 15,3 14-6-15,0-13 6 0,-1 7 0 16,1 6 4-16,0-11-3 0,0 11 2 0,-1-11-1 16,1 11-3-16,-3-11 1 0,3 11-2 0,-1-8-4 0,1 8-5 15,0 0 7-15,-3-12 3 0,3 12-3 0,-1-7-1 16,1 7 8-16,-1-7-6 0,1 7 0 15,0 0 5-15,0 0-4 0,0 0 6 0,0-9-7 16,0 9 4-16,0 0 4 0,0 0 7 0,0 0-10 0,0 0-4 16,0 0 8-16,0 0-1 0,0 0-5 0,0 0-1 15,0 0 2-15,0 0-9 0,0 0 6 0,-3-7-7 16,3 7 1-16,0 0 3 0,0 0-9 16,0 0 9-16,0 0-9 0,0 0 5 0,0 0 11 15,3 23-9-15,-3-23-2 0,1 17 1 0,-1-9-3 0,1 6 7 16,-2-2 1-16,4 3-3 0,-2 2 0 0,0 2-7 15,-1-1 8-15,2 1 1 0,-2 1 3 0,1-2-5 16,1 0-2-16,1 0 5 0,-2 0 2 0,0 1-4 16,-1-2 2-16,2 2 1 0,-2-1-4 15,1-2 5-15,0 3 5 0,0-2-10 0,-1-1 2 0,2 3 1 16,-2-6-3-16,0-1 4 0,1 4-3 16,-1-1 5-16,1-3 0 0,2 0-3 0,-3-2-2 0,1 1 5 15,0-1-1-15,2 1 1 0,-3-4-4 16,1 1 2-16,1-2 2 0,0 2 2 0,-2-8-7 15,0 13 3-15,2-7-3 0,-1 1 3 0,-1-7 3 0,1 11 0 16,3-6-5-16,-4-5 5 0,1 11-2 0,-1-11-1 16,3 8-3-16,-3-8 4 0,2 8 2 0,-1-2 0 15,-1-6-5-15,0 0 1 0,4 10 0 0,-4-10 3 16,2 6 2-16,-2-6 0 0,2 6-2 16,-2-6 7-16,3 7-12 0,-3-7 5 0,0 0 0 0,2 7-5 15,-2-7 4-15,0 0-5 0,0 0-19 0,2 7-27 16,-2-7-22-16,0 0-19 0,0 0-25 0,0 0-36 15,0 0-52-15,0 0-64 0,0 0-67 16,-15 1-170-16,15-1-546 0,0 0 242 0</inkml:trace>
  <inkml:trace contextRef="#ctx0" brushRef="#br0" timeOffset="19875.07">29831 11807 65 0,'0'0'90'16,"0"0"-3"-16,0 0-13 0,0 0-11 0,0 0 0 15,0 0-7-15,-12 1-6 0,12-1-7 0,0 0 6 0,0 0 9 16,-9 2-16-16,9-2-5 0,0 0-1 16,-11 1 5-16,11-1-5 0,0 0 14 0,-10 0-7 15,10 0 16-15,0 0-15 0,-9 0 16 0,9 0-21 16,0 0 14-16,-10 0 4 0,10 0-1 0,0 0-1 16,0 0-2-16,-11-3 0 0,11 3-6 0,0 0 1 0,0 0-5 15,0 0-4-15,0 0 1 0,-8 3-7 0,8-3-4 16,0 0 3-16,0 0 6 0,0 0 1 0,0 0 0 15,0 0 2-15,0 0-4 0,0 0-2 16,0 0 0-16,0 0-2 0,32-4 0 0,-13 4 1 16,0-2-5-16,4 1-5 0,7 0 2 0,0-2-2 15,1 1 3-15,0 2-7 0,1-3 1 0,2 1-3 0,-1 0 2 16,-1 0-3-16,-2 0 7 0,0 0-10 0,-3 2 1 16,-5 0-1-16,-2 0-1 0,-1-2 0 15,1 1 3-15,-2 1 2 0,-5 0 1 0,-1-1-6 16,1-1-1-16,-6 2-1 0,-7 0-5 0,15 2 3 0,-9-2-1 15,-6 0-2-15,13 0 1 0,-13 0-3 0,10-2 1 16,-10 2-2-16,0 0 0 0,11 2 0 16,-11-2 3-16,5 1-7 0,-5-1 1 0,0 0 4 0,0 0 2 15,0 0-4-15,8 1-4 0,-8-1 4 16,0 0-2-16,0 0 3 0,0 0-3 0,0 0 0 16,0 0 0-16,0 0 4 0,0 0-3 0,0 0 5 15,0 0 4-15,0 0-3 0,0 0-4 0,-25 8 0 16,14-5 2-16,0 0-2 0,-1-2-7 0,0 2 5 15,-4-3 3-15,1 3-1 0,-5 0-1 0,0-2 0 16,0 1-1-16,-2 0 5 0,3 0-6 0,1 1-1 0,-1-1 2 16,2 0-2-16,3-1 3 0,0 0-2 15,2 0 0-15,1 1-1 0,1-2 0 0,10 0 3 0,-14 0-4 16,9 1 1-16,5-1-1 0,-9 0 0 16,9 0-1-16,0 0 1 0,0 0 1 0,0 0 1 15,0 0-3-15,0 0 4 0,22 4-1 0,-4-4-1 0,1-1 11 16,-1 0 5-16,5-1 0 0,6 1 1 0,-1-4-4 15,1 1 1-15,-2 0-1 0,1 2 2 16,2-1-8-16,-1 0 7 0,1-1 1 0,-9 1-5 16,7 1 1-16,-6 1 5 0,-8-3-4 0,4 2-2 15,-4 1-1-15,4 0 2 0,-5 0-1 0,0 0-3 0,-2-1 0 16,1 2 0-16,-2-1 6 0,-4 2-4 16,-6-1-7-16,12-1 2 0,-12 1-3 0,0 0 2 0,11 0-2 15,-11 0 0-15,0 0-3 0,8-1 5 16,-8 1-4-16,0 0 7 0,0 0-5 0,0 0 2 15,0 0 8-15,0 0-11 0,0 0 3 0,0 0 4 0,0 0-5 16,0 0 3-16,0 0-2 0,0 0 1 0,-22 12-3 16,16-9 0-16,-1-1-3 0,7-2 5 15,-15 6-1-15,10-3 2 0,5-3-4 0,-10 3 1 16,10-3-1-16,-8 1 3 0,8-1-3 0,0 0 3 16,-7 2-1-16,7-2-1 0,0 0-3 0,0 0-1 0,0 0 3 15,0 0 4-15,0 0-6 0,0 0 5 0,0 0-4 16,0 0 4-16,21 5 0 0,-11-8 0 0,3 2-2 15,0 0 4-15,1-1-5 0,-1 1 0 16,5-1 1-16,-7 1 3 0,1-2-3 0,2 2-2 16,-1-1 1-16,-1 1 0 0,-1-1 0 0,-2 0 4 0,-1 2-3 15,0-2-1-15,-8 2 0 0,12-1 1 0,-12 1 1 16,10 0-1-16,-10 0 0 0,7-2-2 0,-7 2-8 16,0 0-3-16,0 0-10 0,0 0-5 15,11-2-14-15,-11 2-18 0,0 0-24 0,0 0-23 0,0 0-59 16,0 0-25-16,0 0-190 0,0 0-413 0,0 0 182 15</inkml:trace>
  <inkml:trace contextRef="#ctx0" brushRef="#br0" timeOffset="21994.68">31769 12041 2 0,'-4'-8'163'0,"4"8"15"0,-2-9-4 15,2 9-16-15,-3-10-6 0,3 10 3 0,-1-6-4 16,1 6 0-16,0 0-2 0,-2-10-5 0,2 10-3 16,0 0-7-16,-1-7-6 0,1 7-4 0,0 0-2 15,0 0 1-15,0 0-14 0,0 0-2 0,0 0-3 16,-1-10-13-16,1 10-11 0,0 0-5 0,0 0-1 16,0 0-5-16,0 0-6 0,0 0-9 0,0 0-4 15,0 0-8-15,0 0-3 0,0 0 2 0,0 0-10 16,0 0-8-16,0 0-3 0,0 0-1 0,0 0 0 15,0 0-4-15,0 0-1 0,0 0-3 0,0 0-1 16,0 0 2-16,21 14-5 0,-15-9 5 0,-1-1-4 16,0 1 0-16,0 0-3 0,3-2-2 0,-2 1 3 15,-1-1-2-15,0 3-2 0,-1-3 2 0,-4-3-2 16,11 4 3-16,-5 0-2 0,-2 0 2 0,-4-4-2 16,7 5 1-16,-7-5-5 0,10 3 5 0,-6 1-6 15,-4-4 5-15,7 5-5 0,-7-5 4 0,5 3 4 16,-5-3-4-16,6 4 0 0,-6-4-1 0,5 3 2 15,-5-3-2-15,0 0 2 0,9 4-1 0,-9-4-2 16,0 0 4-16,0 0-2 0,7 2 3 0,-7-2-2 16,0 0 3-16,0 0-5 0,0 0 0 0,0 0 4 15,0 0-4-15,0 0 1 0,0 0 2 0,0 0 1 16,0 0 1-16,0 0 8 0,0 0 0 0,0 0-2 16,0 0 1-16,10-7-1 0,-10 7 2 0,4-5-3 15,-4 5 0-15,6-6-2 0,-2 1-3 0,-4 5 11 16,8-9-3-16,-5 4-12 0,0-3 1 0,2 2 0 15,3-3-2-15,-3 2 1 0,1-3 1 0,1 0 1 16,-1-1-4-16,2 2-1 0,-2-3-1 0,2-2 5 16,-3 4 1-16,4 0 1 0,-3 0-6 0,1 0 1 15,-2 1-1-15,0 2 1 0,-1-3-6 0,1 4-8 16,-3-4 1-16,2 5-5 0,-3-2-8 0,-1 7-12 16,4-14-36-16,-3 7-14 0,-1 7-17 0,3-12-40 15,-3 4-46-15,0-2-49 0,0 0-242 0,-3 1-520 16,2 0 231-16</inkml:trace>
  <inkml:trace contextRef="#ctx0" brushRef="#br0" timeOffset="22499.2">30749 10656 101 0,'0'0'163'0,"0"0"-16"0,4-8-12 15,-4 8-16-15,4-5-9 0,-4 5-14 0,3-7-8 16,-3 7-14-16,4-5-7 0,-4 5-7 0,5-5-10 16,-5 5 0-16,4-4-6 0,-4 4-11 0,0 0-15 15,0 0-27-15,8-4-34 0,-8 4-52 0,0 0-107 16,0 0-218-16,4-6 97 0</inkml:trace>
  <inkml:trace contextRef="#ctx0" brushRef="#br0" timeOffset="23210.06">30901 10464 22 0,'-8'-2'189'0,"8"2"-14"16,-6-4-10-16,6 4-9 0,0 0-13 0,-9-3-11 15,9 3-8-15,0 0-8 0,0 0-6 0,0 0-12 16,-6-4-10-16,6 4-13 0,0 0-8 0,0 0-5 15,0 0-3-15,16-9-4 0,-9 6-4 0,0 1-15 16,3-2 2-16,1 0-3 0,-2 0-8 0,-2 2-1 16,0 0-9-16,-1 0-14 0,-6 2-22 0,11-4-17 15,-11 4-27-15,10-2-16 0,-10 2-20 0,7-4-13 16,-7 4-4-16,0 0-8 0,0 0 2 0,3-5 4 16,-3 5 4-16,0 0 12 0,0 0 9 0,0 0 9 15,0 0 16-15,0 0 18 0,0 0 19 0,-20-5 10 16,20 5 8-16,0 0 14 0,-8-3 9 0,8 3 15 15,0 0 0-15,-8-2 7 0,8 2 0 0,0 0-2 16,0 0-3-16,0 0-2 0,0 0-6 0,0 0-7 16,0 0 6-16,-10 6 7 0,10-6 12 0,-5 10-2 15,4-3 6-15,-2-1-9 0,0 7 27 0,2-2 6 16,-1 0-13-16,0-1-5 0,0 0 0 0,2 2-3 16,-2-1-9-16,2 1 3 0,0-2-4 0,-2 0 0 15,2 2-7-15,1-4-4 0,-1-1 2 0,1 4-8 16,-1-1 10-16,0-10-8 0,0 10-2 0,2-4 0 15,-2-6-9-15,1 10 8 0,-1-10-7 0,1 8 2 16,-1-8-6-16,0 9 10 0,0-9-9 0,0 0 6 16,0 8-4-16,0-8-5 0,0 0 8 0,0 7-7 0,0-7 3 15,0 0 0-15,0 0-2 0,0 0 8 16,-6 7-7-16,6-7 4 0,-7 3 0 0,7-3-6 16,-10 4 3-16,10-4-3 0,-7 0 13 0,7 0 3 15,0 0-4-15,-9 1 1 0,9-1 3 0,0 0-1 16,0 0 1-16,-9 2 3 0,9-2-1 0,0 0 1 0,0 0-1 15,0 0-8-15,0 0 8 0,0 0-2 16,0 0-3-16,0 0-4 0,0 0-1 0,0 0-1 16,0 0-1-16,0 0-2 0,0 0-1 0,0 0-1 15,0 0 2-15,28 0-7 0,-17 0-5 0,0 2-37 16,1-1-31-16,6 0-48 0,-5 1-41 0,5 1-141 16,-5 0-327-16,-1 0 145 0</inkml:trace>
  <inkml:trace contextRef="#ctx0" brushRef="#br0" timeOffset="25406.45">30707 11764 36 0,'0'0'82'0,"0"0"-12"15,0 0-9-15,0 0-4 0,0 0-8 0,0 0-5 16,0 0 0-16,0 0-10 0,0 0-9 0,0 0-6 15,0 0-11-15,0 0-16 0,0 0-29 0,0 0-44 16,0 0-88-16,0 0 39 0</inkml:trace>
  <inkml:trace contextRef="#ctx0" brushRef="#br0" timeOffset="25854.9">30773 11753 24 0,'0'0'65'0,"0"0"-19"0,0 0-29 0,0 0-24 0,0 0-18 15,0 0-25-15,0 0 11 0</inkml:trace>
  <inkml:trace contextRef="#ctx0" brushRef="#br0" timeOffset="26709.38">30918 11927 80 0,'1'-7'148'15,"-1"7"-15"-15,0 0 1 0,0 0-3 0,0 0 6 16,0 0-15-16,0 0-2 0,0 0-5 0,0 0-2 16,0 0-6-16,-8-11-9 0,8 11-11 0,0 0-5 15,0 0-6-15,-9-4-7 0,9 4-1 0,0 0-9 16,0 0-7-16,0 0 0 0,0 0-11 0,-12 3-5 16,12-3-4-16,0 0-1 0,0 0-3 0,0 0 0 15,-8 6-5-15,8-6-8 0,0 0 4 0,-7 7-3 16,7-7-4-16,-3 7 1 0,3-7-1 0,-3 8-2 15,3-8-2-15,-2 7-3 0,2-7-1 0,-2 8-5 16,2-8 8-16,0 0 1 0,2 13 1 0,-2-13-1 16,1 9 8-16,-1-9 0 0,4 7 0 0,-4-7 1 15,3 7 0-15,-3-7-5 0,4 7 9 0,0-4-1 16,-4-3-1-16,7 3-2 0,-7-3 4 0,7 3 2 16,-7-3 0-16,9 2-3 0,-9-2-2 0,8 3 0 15,-8-3 0-15,9 0-1 0,-9 0 7 0,9-1 1 16,-9 1-6-16,10-4-1 0,-10 4-1 0,9-6 1 15,-5 3-4-15,-4 3 2 0,8-8-3 0,-5 4-4 16,2 0 2-16,-5 4-3 0,5-12 3 0,-2 9-2 16,-3 3-3-16,4-12 0 0,-2 7 5 0,-2 5-5 15,3-9-2-15,-3 9 1 0,0-10-2 0,0 10 2 16,3-7 6-16,-3 7-8 0,-2-9-1 0,2 9-2 16,0 0-1-16,-2-11 1 0,2 11 3 0,0 0-2 15,-2-8 2-15,2 8-3 0,0 0 0 0,-5-7-2 16,5 7 1-16,0 0-1 0,-4-6 2 0,4 6-1 15,0 0-1-15,0 0-1 0,-7-4 2 0,7 4-6 16,0 0 4-16,0 0-2 0,0 0 2 0,-12 0-5 16,12 0-3-16,0 0-5 0,-10 6-11 0,10-6-13 15,-5 4-19-15,5-4-17 0,-4 5-20 0,4-5-38 16,-6 7-25-16,6-7-33 0,-5 6-160 0,5-6-380 16,-7 6 168-16</inkml:trace>
  <inkml:trace contextRef="#ctx0" brushRef="#br0" timeOffset="36838.44">30776 11850 8 0,'0'0'75'0,"0"0"-6"0,0 0-3 0,0 0-11 0,0 0-2 16,0 0-6-16,0 0-12 0,0 0-3 15,0 0-4-15,0 0 10 0,0 0-19 0,0 0-13 0,0 0-8 16,0 0-14-16,0 0-19 0,0 0-11 0,0 0-26 16,0 0-78-16,0 0 34 0</inkml:trace>
  <inkml:trace contextRef="#ctx0" brushRef="#br0" timeOffset="37398.75">29936 12079 40 0,'0'0'50'0,"0"0"-3"0,0 0-7 0,0 0 2 16,0 0-4-16,0 0 4 0,0 0-7 0,0 0 13 15,0 0-7-15,0 0-20 0,0 0 6 0,0 0-9 16,0 0 6-16,0 0-3 0,0 0-2 0,0 0 5 16,0 0-7-16,0 0-2 0,0 0-2 0,0 0 1 0,0 0-9 15,0 0 4-15,0 0 2 0,0 0-3 16,0 0 2-16,0 0-5 0,0 0-5 0,0 0 3 16,0 0 5-16,0 0-2 0,0 0-11 0,0 0 4 15,0 0-3-15,19-11-8 0,-19 11 1 16,0 0-10-16,7-3-9 0,-7 3-5 0,0 0-4 0,7-3-15 15,-7 3-28-15,0 0-89 0,7-4 41 0</inkml:trace>
  <inkml:trace contextRef="#ctx0" brushRef="#br0" timeOffset="38627.31">29619 12201 23 0,'0'0'78'0,"-2"10"-3"16,2-10-8-16,0 0-5 0,0 0-10 0,0 0 0 16,0 0-7-16,0 0 4 0,0 0-6 15,0 0 2-15,0 0-12 0,0 0-2 0,0 0 2 16,0 0-9-16,0 0 3 0,0 0-6 0,0 0-5 16,0 0 2-16,0 0-2 0,0 0-2 0,0 0-9 15,0 0-10-15,0 0-5 0,0 0-14 0,0 0-17 0,0 0-9 16,0 0-8-16,0 0-50 0,24-13-115 15,-24 13 52-15</inkml:trace>
  <inkml:trace contextRef="#ctx0" brushRef="#br0" timeOffset="64406.12">11093 13671 29 0,'-3'5'31'0,"3"-5"-7"0,-3 9-13 16,3-9-19-16,-3 12-7 0,0-2-15 0,-2 0 6 16</inkml:trace>
  <inkml:trace contextRef="#ctx0" brushRef="#br0" timeOffset="65509.68">11048 14253 28 0,'0'0'112'15,"0"0"-2"-15,-13-3 3 0,13 3-9 0,0 0-4 16,-10-1-6-16,10 1-6 0,0 0 2 0,-10-1 4 15,10 1 6-15,0 0-7 0,-9-3 2 0,9 3-7 16,0 0-4-16,0 0-2 0,0 0-9 0,-9 0-4 16,9 0-8-16,0 0-2 0,0 0-6 0,0 0-5 15,-9-2-6-15,9 2-2 0,0 0-4 0,0 0-4 16,0 0-3-16,0 0-2 0,-12 0-1 0,12 0-4 16,0 0-5-16,0 0 1 0,-7-4 0 0,7 4-3 15,0 0-2-15,0 0 1 0,-10-4-2 0,10 4-1 16,-7-3-3-16,7 3 1 0,-11-3-2 0,11 3 0 15,-7-4 4-15,7 4-7 0,-10-3-2 0,10 3 3 16,-10-5-6-16,5 3 4 0,5 2 1 0,-12-6-4 16,7 2 6-16,5 4 2 0,-13-3-8 0,8-1 3 15,5 4-9-15,-10-6 7 0,5 3 1 0,5 3-5 16,-10-3 6-16,3 0 3 0,7 3-6 0,0 0 1 16,-10-4-2-16,10 4 3 0,-9-2-2 0,9 2 7 15,-8-2-7-15,8 2-1 0,-9-2 1 0,9 2 2 0,0 0-4 16,-11-1 4-16,11 1-1 0,0 0 5 0,0 0-4 15,-10 0-3-15,10 0 5 0,0 0-4 16,0 0 0-16,-8-2-2 0,8 2-1 0,0 0 0 16,0 0 0-16,0 0 2 0,0 0-3 0,0 0 4 15,0 0-3-15,0 0 1 0,0 0 4 0,0 0-5 0,0 0 3 16,0 0-1-16,0 0-2 0,0 0-1 16,0 0 2-16,0 0 0 0,0 0 2 0,23 12 0 15,-17-9 3-15,1-2 1 0,3 3-3 0,1 0 3 16,2 0 12-16,6-1 2 0,-1 1-1 0,3-4-1 15,7 4 10-15,0 1 3 0,0-2 0 0,1-2-6 16,1 2 1-16,2-2-1 0,0 0-2 0,0 0-2 16,0-1-7-16,2 1 2 0,-2 0-1 0,3 0 0 0,-3 1-3 15,0-2 5-15,1 1-7 0,-3 0-1 16,3 2 0-16,1-1 0 0,0 2-3 0,-3-1 2 16,3 1-1-16,-5 0 0 0,3 2-1 0,-2-1-1 15,1 0-2-15,0-2 1 0,-2 4 1 0,-2-2 2 0,2-3-2 16,2 3-4-16,-2 0 6 0,2-1-4 0,-3-1 2 15,1 0 0-15,1 1 12 0,1 0 11 16,0 1-3-16,-2-2 0 0,5 3-4 0,-2-2-2 16,1 0 1-16,-2 1 0 0,1-1-3 0,1-2-2 15,0 3 1-15,1-1 5 0,-1 2 2 0,1-2 1 16,1 1 1-16,1 1-2 0,0-1-1 0,3-1-2 16,-1 1-1-16,11-1-1 0,-12 1 1 0,13-1 0 15,-12-1-1-15,-1 1 1 0,14-1-2 0,-10-2-5 16,10 0 6-16,-10 1-6 0,10-3-1 0,1 1 2 15,0-1 2-15,-1 1-8 0,-10 0 3 0,10-2-1 16,1-2 2-16,2 4-1 0,-5-4-4 0,5 3 0 16,0-4-2-16,-2 4-1 0,0-1 0 0,0 1 3 15,2-2 0-15,-1 0 2 0,-3 1-2 0,4-2-5 16,-3-1 6-16,-10 3-6 0,-3 2 12 0,14-3-10 16,-1 3-1-16,1-3-2 0,-12 3 7 0,16 0-4 15,-18 0 1-15,14-3-1 0,-14 6 1 0,14-3-2 16,-12 1 0-16,-1 1 3 0,10-1-2 0,-11 1 1 15,-2-2 2-15,2 1-2 0,0-2-2 0,0 1 1 16,-4-2 3-16,5 2-5 0,-4-1 2 0,2 2-1 16,-4 2 3-16,1 0-2 0,-5-3-3 0,6 1 4 15,-12 1 0-15,5 0 6 0,-13-2-2 0,4 0-15 16,-1 1 3-16,-6 0-8 0,-2 1-13 0,-1-1-13 16,1 0-9-16,-10-1-4 0,12 2-6 0,-10-1-13 15,-2-1-18-15,0 0-26 0,0 0-28 0,0 0-29 16,0 0-21-16,0 0-30 0,-17 16-126 0,0-13-378 15,-1-1 168-15</inkml:trace>
  <inkml:trace contextRef="#ctx0" brushRef="#br0" timeOffset="66144.35">8842 14050 50 0,'-12'5'99'0,"6"-4"3"15,6-1 5-15,-11 2 2 0,11-2 6 0,-9 1-5 16,9-1 0-16,-8 2-9 0,8-2-7 16,0 0-8-16,-10 2-3 0,10-2-14 0,0 0-9 15,0 0 2-15,0 0-14 0,-5 3-6 0,5-3-3 16,0 0-1-16,0 0-5 0,0 0 10 0,25 7-2 0,-4-4-6 16,4-2 3-16,10 2-7 0,0 0 0 0,18-3-2 15,3 3-3-15,6 1-2 0,3-3 4 0,2-1-5 16,23 0-21-16,-25 3-34 0,27-3-30 0,-28 4-44 15,2-3-34-15,1 4-122 0,-8 0-283 16,-1 0 126-16</inkml:trace>
</inkml:ink>
</file>

<file path=ppt/ink/ink1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20:39.919"/>
    </inkml:context>
    <inkml:brush xml:id="br0">
      <inkml:brushProperty name="width" value="0.05292" units="cm"/>
      <inkml:brushProperty name="height" value="0.05292" units="cm"/>
      <inkml:brushProperty name="color" value="#FF0000"/>
    </inkml:brush>
  </inkml:definitions>
  <inkml:trace contextRef="#ctx0" brushRef="#br0">21154 11590 25 0,'0'0'89'0,"0"0"-7"0,-3-5-10 0,3 5-11 16,0 0-2-16,0 0-6 0,-6-6-15 0,6 6 9 15,0 0 0-15,0 0-5 0,-4-6-7 0,4 6 2 16,0 0-5-16,0 0-11 0,0 0-1 0,0 0-2 15,0 0-5-15,0 0 1 0,0 0 3 0,0 0-17 16,-1-8-4-16,1 8-20 0,0 0-2 0,0 0-13 16,0 0-15-16,0 0-59 0,0 0-122 0,0 0 54 15</inkml:trace>
  <inkml:trace contextRef="#ctx0" brushRef="#br0" timeOffset="753.72">25046 11636 104 0,'0'0'102'0,"0"0"2"16,0 0-1-16,0 0-13 0,0 0 6 15,0 0-8-15,0 0-1 0,0 0-1 0,0 0 5 16,0 0-14-16,5-6-2 0,-5 6-1 0,0 0 9 0,0 0-9 16,0 0 2-16,0 0-1 0,0 0-3 0,0 0-2 15,0 0-2-15,0 0-2 0,0 0-9 0,0 0-3 16,0 0-4-16,0 0-4 0,0 0-4 0,0 0-8 15,0 0-3-15,0 0-5 0,0 0-7 0,0 0-16 16,0 0-22-16,0 0-30 0,0 0-46 0,0 0-39 16,0 0-41-16,-23 0-101 0,23 0-298 15,-20 2 133-15</inkml:trace>
  <inkml:trace contextRef="#ctx0" brushRef="#br0" timeOffset="1571.54">21106 11700 2 0,'0'0'125'16,"0"0"-4"-16,0 0-1 0,0 0-19 0,0 0-5 15,0 0-16-15,0 0 1 0,0 0-14 0,0 0 0 16,0 0-6-16,0 0-3 0,0 0-3 0,0 0-3 16,0 0-3-16,0 0-11 0,0 0 1 0,0 0-8 15,0 0 1-15,0 0-5 0,0 0-1 0,0 0-8 16,0 0-19-16,0 0-12 0,0 0-13 0,0 0-24 16,0 0-5-16,26-12-21 0,-18 11-15 0,2-1-82 15,-2 2-186-15,1-3 82 0</inkml:trace>
  <inkml:trace contextRef="#ctx0" brushRef="#br0" timeOffset="2487.15">25142 11590 36 0,'0'0'133'15,"0"0"-20"-15,0 0 12 0,0 0-9 0,0 0-5 16,0 0-8-16,0 0-4 0,0 0-9 0,0 0-2 15,0 0-18-15,0 0 1 0,0 0-3 0,0 0-3 16,0 0-2-16,0 0-8 0,0 0-4 0,0 0 0 16,0 0-2-16,0 0-7 0,0 0-3 0,8-1-1 0,-8 1 1 15,0 0 0-15,0 0-6 0,0 0-1 16,0 0-3-16,0 0-1 0,0 0-9 0,0 0 2 16,0 0-3-16,0 0-4 0,0 0 0 0,0 0 1 0,0 0 0 15,0 0-6-15,0 0 0 0,0 0 4 0,0 0-4 16,0 0-8-16,0 0-18 0,0 0-36 15,0 0-24-15,0 0-42 0,0 0-57 0,0 0-90 16,0 0-287-16,-28 0 128 0</inkml:trace>
  <inkml:trace contextRef="#ctx0" brushRef="#br0" timeOffset="3347.89">21268 11654 57 0,'0'0'103'0,"0"0"-13"0,0 0 0 15,0 0-12-15,0 0 5 0,0 0-8 0,0 0 3 16,0 0-6-16,0 0 0 0,0 0-7 0,0 0-4 16,0 0-11-16,0 0-2 0,0 0-6 0,0 0-6 15,0 0 1-15,0 0 5 0,0 0-12 0,0 0 0 16,0 0-14-16,0 0-11 0,0 0-15 0,0 0-24 15,0 0-46-15,0 0-18 0,0 0-75 0,0 0-188 16,0 0 83-16</inkml:trace>
  <inkml:trace contextRef="#ctx0" brushRef="#br0" timeOffset="4569.02">21242 8335 33 0,'0'0'46'0,"0"0"-10"0,0-10-2 16,0 10 2-16,0 0-3 0,0 0-1 0,0 0-3 15,0 0-3-15,0 0-2 0,0 0-1 0,0 0-4 16,0 0-5-16,0 0 0 0,-1-9 0 0,1 9 0 16,0 0-6-16,0 0-3 0,0 0-10 0,0 0-12 15,0 0-5-15,0 0-11 0,0 0-28 0,0 0-66 16,0 0 30-16</inkml:trace>
  <inkml:trace contextRef="#ctx0" brushRef="#br0" timeOffset="5431.87">21002 11597 5 0,'0'0'85'0,"0"0"-3"0,0 0-27 16,0 0 11-16,5-3-2 0,-5 3-10 15,0 0-1-15,0 0 0 0,0 0-5 0,0 0-6 16,4-5 0-16,-4 5-10 0,0 0-1 0,0 0-6 0,0 0-10 16,0 0-24-16,0 0-17 0,0 0-35 0,0 0-49 15,0 0-118-15,0 0 52 0</inkml:trace>
  <inkml:trace contextRef="#ctx0" brushRef="#br0" timeOffset="6641.59">21109 8655 7 0,'0'0'2'0,"0"0"0"0,0 0 4 0,0 0-2 0,0 0-5 15,0 0 3-15,0 0 3 0,0 0-3 16,0 0-3-16,0 0 1 0,0 0 1 0,0 0 0 15,0 0 0-15,0 0 3 0,0 0-3 0,0 0 1 16,0 0-3-16,0 0-6 0,0 0 17 0,0 0-11 16,0 0 1-16,-12 5-7 0,12-5 8 0,0 0-1 15,0 0-1-15,0 0-5 0,0 0-6 0,0 0 3 16</inkml:trace>
  <inkml:trace contextRef="#ctx0" brushRef="#br0" timeOffset="7272.98">21077 11421 22 0,'0'0'12'0,"0"0"-18"0,-5 6-6 16,5-6 3-16</inkml:trace>
  <inkml:trace contextRef="#ctx0" brushRef="#br0" timeOffset="7577.71">21125 11794 51 0,'0'0'96'16,"0"0"-7"-16,0 0-8 0,0 0-10 0,0 0 1 16,0 0-12-16,0 0-9 0,0 0-4 0,0 0-18 15,0 0-12-15,0 0-24 0,0 0-25 0,0 0-28 16,0 0-35-16,0 0-102 0,0 0 46 0</inkml:trace>
  <inkml:trace contextRef="#ctx0" brushRef="#br0" timeOffset="9832.61">21097 11819 7 0,'0'0'57'0,"0"0"-17"0,0 0-12 16,0 0-11-16,0 0-17 0,0 0-26 0,0 0-26 15,0 0 12-15</inkml:trace>
  <inkml:trace contextRef="#ctx0" brushRef="#br0" timeOffset="16497.64">11665 12098 34 0,'0'0'27'0,"0"0"-13"0,0 0-16 16,0 0-11-16,0 0-12 0,0 0 5 0</inkml:trace>
  <inkml:trace contextRef="#ctx0" brushRef="#br0" timeOffset="22655.36">16848 16047 59 0,'0'0'106'0,"0"0"-13"0,0 0-14 0,6 4-8 15,-6-4-6-15,0 0-6 0,0 0-7 0,0 0 3 16,0 0-12-16,0 0 1 0,0 0-8 0,2 6 0 15,-2-6-2-15,0 0-11 0,0 0 10 0,0 0-9 16,0 0 5-16,0 0-5 0,0 9 5 0,0-9-5 16,0 0 5-16,0 0-4 0,0 0-5 0,0 0 3 15,0 0-7-15,0 0 0 0,0 0-4 0,0 0 3 16,0 0-3-16,0 0 7 0,0 0-2 0,0 0 8 16,0 0-3-16,0 0 2 0,0 0-3 0,0 0-5 15,0 0-1-15,0 0-5 0,0 0 13 0,0 0-13 16,0 0-5-16,0 0 13 0,0 0-8 0,0 0-4 15,0 0-7-15,0 0 6 0,0 0 2 0,0 0 12 16,0 0-23-16,0 0 0 0,0 0-5 0,0 0-11 16,0 0-11-16,0 0-8 0,0 0-11 0,0 0-5 15,6 3-19-15,-6-3-18 0,0 0-89 0,0 0-194 16,0 0 86-16</inkml:trace>
  <inkml:trace contextRef="#ctx0" brushRef="#br0" timeOffset="23159.57">17509 15385 78 0,'0'0'135'0,"0"0"-2"16,0 0-15-16,0 0-5 0,0 0-15 0,0 0-10 16,0 0-2-16,0 0-12 0,0 0 0 0,0 0 2 15,0 0 2-15,6-4-2 0,-6 4-8 16,0 0 3-16,0 0-7 0,12 2-7 0,-12-2-1 0,0 0-11 15,0 0 0-15,8 6-6 0,-8-6-6 0,7 4 0 16,-7-4-7-16,4 8 2 0,-4-8-5 0,4 4-3 16,-1 0-6-16,-3-4-19 0,1 9-28 0,-1-9-16 15,4 4-26-15,-4-4-31 0,2 7-23 0,-2-7-113 16,0 0-263-16,0 0 117 0</inkml:trace>
  <inkml:trace contextRef="#ctx0" brushRef="#br0" timeOffset="23493.27">17670 15387 118 0,'0'0'155'0,"0"0"-9"0,0 0-11 15,0 0-14-15,0 0-9 0,0 0-15 0,0 0-2 16,0 0 0-16,0 0-4 0,0 0-1 15,5 14-9-15,-3-8-12 0,-2-6-5 0,5 8-7 0,-3-5 5 16,2 3 7-16,-4-6-9 0,6 11-4 0,-4-6-7 16,0 0-3-16,2 2-7 0,-4-7 2 0,7 9-7 15,-6-6 0-15,-1-3-4 0,5 4-7 0,-5-4-3 16,3 5 3-16,-3-5 2 0,0 0 5 0,0 0 8 16,10 3 3-16,-10-3-1 0,0 0-4 0,14-13-5 15,-10 3-1-15,10-4-2 0,2-7-4 0,2 2-1 16,-1-7-5-16,4-2-12 0,2-2-24 0,8-10-34 15,0-1-35-15,5 1-39 0,1 0-40 0,-1 1-174 16,-2 4-366-16,2-2 162 0</inkml:trace>
  <inkml:trace contextRef="#ctx0" brushRef="#br0" timeOffset="24425.79">21220 11633 46 0,'0'0'91'0,"0"0"-5"16,0 0 1-16,0 0-2 0,0-8-2 0,0 8-2 16,0 0-32-16,0 0 12 0,0 0-15 0,0 0 8 0,0 0-6 15,-3-7-6-15,3 7-8 0,0 0-9 16,0 0-11-16,0 0-15 0,0 0-22 0,0 0 1 16,0 0-20-16,0 0-26 0,15 1-62 0,-15-1-140 0,10 6 63 15</inkml:trace>
  <inkml:trace contextRef="#ctx0" brushRef="#br0" timeOffset="25027.3">24987 11560 38 0,'0'0'57'16,"0"0"-6"-16,0 0 2 0,0 0-2 0,0 0-11 15,0 0-5-15,0 0-4 0,0 0-2 0,0 0 3 16,0 0-5-16,0 0-9 0,0 0 1 0,0 0-3 16,0 0 0-16,0 0-11 0,0 0 0 0,0 0-13 15,0 0-2-15,0 0-6 0,0 0-11 0,0 0-2 0,0 0-44 16,10-1-77-16,-10 1 34 0</inkml:trace>
  <inkml:trace contextRef="#ctx0" brushRef="#br0" timeOffset="25919.97">21269 11680 1 0,'0'0'66'0,"0"0"-15"0,0 0-15 0,0 0-10 16,0 0-24-16,19 10-33 0,-12-9-33 0,3 2 15 0</inkml:trace>
  <inkml:trace contextRef="#ctx0" brushRef="#br0" timeOffset="26696.99">21816 11695 19 0,'0'0'6'0,"0"0"-11"16,0 0-4-16,0 0 2 0</inkml:trace>
  <inkml:trace contextRef="#ctx0" brushRef="#br0" timeOffset="27184.26">21403 8419 29 0,'0'0'39'0,"0"0"-2"0,0 0-10 0,0 0 2 16,-6-2-7-16,6 2-11 0,0 0-3 0,0 0-11 15,0 0-31-15,0 0-35 0,0 0 16 0</inkml:trace>
  <inkml:trace contextRef="#ctx0" brushRef="#br0" timeOffset="28073.21">21361 8693 11 0,'0'0'14'0,"0"0"-7"0,0 0-9 0,0 0-3 16,0 0-6-16,0 0 2 0</inkml:trace>
  <inkml:trace contextRef="#ctx0" brushRef="#br0" timeOffset="81889.03">19287 15138 38 0,'0'0'51'0,"0"0"-8"0,0 0 2 0,0 0-7 16,0 0-1-16,0 0-5 0,0 0-7 0,0 0 1 15,0 0 0-15,0 0-7 0,0 0-5 0,0 0 0 16,0 0 0-16,0 0-3 0,0 0 5 0,0 0-2 16,0 0-2-16,0 0-3 0,0 0-2 0,0 0 3 15,0 0-4-15,0 0 5 0,0 0 4 0,0 0-12 16,0 0 9-16,0 0-6 0,0 0 8 0,0 0 0 16,0 0-1-16,0 0 0 0,0 0 0 0,0 0-1 15,0 0 8-15,0 0-3 0,0 0 2 0,0 0-1 16,0 0-1-16,0 0 1 0,0 0 11 0,0 0-6 15,0 0 8-15,0 0-14 0,0 0 8 0,0 0-3 16,0 0 4-16,0 0-2 0,0 0 5 0,0 0 5 16,0 0-3-16,0 0-3 0,0 0 10 0,0 0-10 15,0 0 8-15,0 0 7 0,0 0 7 0,-8-20-3 16,8 20 1-16,0 0-1 0,0 0 6 0,-2-7-10 16,2 7-3-16,0 0 0 0,0 0 2 0,-4-9-6 15,4 9 5-15,-5-5 26 0,5 5 0 0,-7-7-5 16,7 7-6-16,-6-6-5 0,6 6-5 0,-9-7 4 15,9 7-1-15,-9-4-2 0,4 1-2 16,5 3-5-16,-10-4-3 0,10 4-6 0,-9-4 1 16,9 4-5-16,-12-3-4 0,12 3 0 0,-11-1-5 0,11 1 5 15,-11-1-9-15,11 1-2 0,-13 2-2 16,7-1-1-16,6-1 2 0,-14 3-1 0,7-2-4 16,0 1 1-16,-2 4 0 0,3-5 0 0,-2 2-5 0,8-3 0 15,-11 7-1-15,6-4-2 0,1 0 1 0,-3 2 0 16,2 0 2-16,0 0-4 0,1 0 1 15,-1-1-3-15,5-4 4 0,-8 12 0 0,6-7-1 16,-1 2-2-16,-2-1 2 0,3 1 2 0,2-7 0 16,-3 11-1-16,2-6-3 0,1-5 6 0,-1 14-1 15,1-9-5-15,0-5 4 0,4 13-8 0,-3-8 7 0,1 1 0 16,3 2 0-16,-1-3 1 0,1 3 1 0,2-1 2 16,-1 1-1-16,2-1-2 0,1-1-2 15,0 1 4-15,0 0-1 0,2-2-1 0,-2 1 2 0,3 2 0 16,0-3 3-16,-1 3-5 0,1-3 2 15,0 2-6-15,-1-3 6 0,1 2 0 0,-2-2 0 16,2 0-3-16,-2-1 0 0,0 3 2 0,-3-4 2 16,-2 2-6-16,1-3 2 0,-6-1 2 0,11 6-2 15,-7-3 0-15,-4-3-3 0,8 6 5 0,-7-1 1 0,-1-5-1 16,0 9 2-16,0-9-2 0,-7 10 4 16,3-4-5-16,-5 1 4 0,-1 0-2 0,-1 2 0 15,-4-1 1-15,-2 3-1 0,2-3-4 0,-2 1 3 16,1-2 0-16,-1-1 2 0,6 0-3 0,-1 1 1 15,1-4 1-15,4 0 0 0,-3 0-4 0,2-2 6 16,1 0-4-16,7-1-1 0,-13 3 3 0,13-3-13 0,-6 1-14 16,6-1-28-16,0 0-45 0,0 0-57 15,-9 0-44-15,9 0-159 0,0 0-385 0,0 0 170 16</inkml:trace>
  <inkml:trace contextRef="#ctx0" brushRef="#br0" timeOffset="82205.86">19464 15019 22 0,'0'0'247'0,"0"0"-23"0,2-8-14 15,-2 8-22-15,0 0-17 0,0 0-19 0,0 0-16 16,0 0-17-16,0 0-9 0,0 0-18 0,0 0-9 15,0 0-7-15,0 0-9 0,0 0-11 16,0 0-5-16,9 34-2 0,-7-22-6 0,1 4-1 16,-1 2 20-16,1-1-3 0,-1 4-7 0,4-3-2 0,-5-2-7 15,3 2-4-15,0 1-3 0,-2-4-5 0,3 1-5 16,-1 0 1-16,-1 0-2 0,-3 1 0 0,1 1-3 16,3-1-2-16,-3-3-9 0,-2 2-11 0,2-4-27 15,-2-1-34-15,3-2-40 0,-2-9-45 0,3 19-32 16,-1-13-27-16,-2-6-120 0,6 13-352 0,-6-13 156 15</inkml:trace>
  <inkml:trace contextRef="#ctx0" brushRef="#br0" timeOffset="82555.62">19674 15230 7 0,'0'0'159'16,"0"0"4"-16,0 0-3 0,0 0-10 0,0 0-15 15,5 24-6-15,-5-24-8 0,3 22-7 0,-1-12-10 16,0 2-6-16,2-2-12 0,-2 0-13 0,3-1-4 16,1 1-8-16,-2-2 4 0,3 0 12 0,2-2 1 15,1 0 8-15,-1-1 11 0,1-3 3 0,1-2-3 16,2 0 0-16,0-2 1 0,0 2-3 0,-2-2-7 16,2-1-2-16,-3-4-6 0,1-1-5 0,-1 3-2 15,-2-1-4-15,-2-2-8 0,0 2-7 0,1-1 0 16,-4 1-2-16,0-1 0 0,-2-2-9 0,-1 0-4 15,0 9-3-15,-1-14-4 0,-3 4-3 0,0 1-7 16,-3 2-1-16,2-3-2 0,-3 3-4 0,3 2-9 16,-5-2-3-16,2 1-4 0,-1 1-6 0,1 2-5 15,-2-1-7-15,2 2-15 0,8 2-18 0,-14-1-15 16,14 1-13-16,-15 5-12 0,15-5-23 0,-13 5-29 16,13-5-39-16,-5 11-42 0,1-5-192 0,4-6-450 15,-1 11 199-15</inkml:trace>
  <inkml:trace contextRef="#ctx0" brushRef="#br0" timeOffset="82839.22">19981 15036 225 0,'0'0'246'0,"0"-9"-12"0,0 9-11 15,1-9-18-15,-1 9-18 0,0 0-18 0,1-7-17 16,-1 7-20-16,0 0-15 0,0 0-16 15,0 0-7-15,0 0 2 0,0 0 7 0,5 21-6 16,-5-6-2-16,2 4-4 0,0 4 6 0,-2 3-9 16,2-7-2-16,-1 0-15 0,2 7 1 0,-2-6-7 15,0 6-7-15,0-1-3 0,2 0-3 0,-3-2-8 16,1-3-2-16,-1-1-8 0,0 1 2 0,0-2-7 16,1 2-10-16,-1-3 9 0,0 1-6 0,3 0-19 15,-2 0-24-15,-1-1-23 0,0-2-26 0,-1 3-23 16,0-3-34-16,1-3-49 0,0-1-44 0,-2-1-45 15,0 2-144-15,2-12-443 0,-4 13 196 0</inkml:trace>
  <inkml:trace contextRef="#ctx0" brushRef="#br0" timeOffset="83410.89">20074 15237 145 0,'8'-3'130'16,"-8"3"-7"-16,0 0-9 0,11-1-1 0,-11 1 2 15,0 0-17-15,0 0-6 0,16 8 2 16,-16-8-3-16,6 6-6 0,-6-6-2 0,3 7-1 16,-3-7-5-16,-2 17-5 0,2-17-10 0,-5 16-5 15,1-5-7-15,-1-2-5 0,-1-1-2 0,-2-1-4 16,4 0-1-16,4-7-8 0,-9 11-4 0,7-4 3 0,2-7-10 15,-8 7 5-15,8-7-13 0,0 0 11 0,-11 7-10 16,11-7 5-16,-5 6-11 0,5-6 9 0,0 0-1 16,0 0-4-16,-7 5 4 0,7-5-8 15,0 0-3-15,0 0-3 0,0 0 0 0,0 0 4 16,0 0-3-16,0 0-2 0,0 0 2 0,17 8-1 16,-17-8 2-16,15 1-1 0,-5 1-2 0,3-2 3 15,4-3 0-15,1 0-2 0,-2 2 3 0,3-2 2 16,1 0 4-16,-3-1-2 0,9-8 1 0,-1 2 2 15,-1-3 1-15,-4 6-3 0,-1-2-3 0,4-4 3 16,-5 4 0-16,1 0 0 0,-2-3-2 0,-2 2-4 16,-1 1 8-16,-1-3 4 0,-4 4 8 0,-1-3-2 15,-3 4-2-15,-1-4 3 0,-1 2-4 0,0 0-1 16,-3 9-1-16,0-16 2 0,0 16-6 0,-6-16 3 16,2 10-2-16,-3-1-2 0,0 3-1 0,7 4 0 15,-14-8 1-15,14 8 2 0,-17-1-4 0,4 2 1 16,13-1 3-16,-18 8 0 0,9 0 5 0,-1 1 2 15,0 6-1-15,1-2-3 0,0 2-1 0,1-3 0 16,2 4-2-16,1-1-5 0,1-1 4 0,3-2 1 16,-2-1-4-16,7 6 4 0,-3-7-2 0,1 2-16 15,1-1-21-15,3-1-21 0,4 3-36 0,-1 2-48 16,2-5-52-16,-2 0-184 0,1-4-396 0,1 1 175 16</inkml:trace>
  <inkml:trace contextRef="#ctx0" brushRef="#br0" timeOffset="84239.87">21232 15147 157 0,'0'0'226'0,"-4"-9"-13"0,-1 5-23 0,5 4-13 15,-10-5-14-15,6 3-6 0,4 2-13 0,-13-5-9 0,6 4-13 16,-4-1-10-16,1 1-9 0,-1 2-11 0,-1 3-4 15,1-1 1-15,2 1-13 0,-2 3-6 0,1 1-9 16,1 1-7-16,0-1-2 0,0 2-4 16,-1 3-7-16,4 0-2 0,-1-4-5 0,-2 6 0 15,6-4-6-15,1-1-7 0,0 1-2 0,2 1 0 16,1-2-2-16,-1-2 0 0,3 3 3 0,-1-4-3 16,3 3-6-16,0-4 2 0,-1 0 0 0,3-3 1 15,-2 0-3-15,1 2 1 0,-6-5-1 0,14 2 0 0,-7 0-4 16,-7-2 3-16,15-5 1 0,-4 2 0 15,-2-2 0-15,0-3-1 0,1 3-3 0,-3-4 2 16,1 1-3-16,-2-2 2 0,4-4-3 0,-3-2 1 16,-1 1-2-16,0-2 1 0,1-3 3 0,-1-4-5 15,-2 3 0-15,0-4 1 0,1-1 0 0,-2-2 1 16,-5 1 1-16,1-3-5 0,-2 1 4 0,2-1-3 16,-3 4 4-16,2 1 11 0,-1 6 4 0,-2 1 0 15,1 4 1-15,0 2 9 0,2 1 1 0,-1 3-4 16,2 3-5-16,1 5-5 0,-1-10-5 0,1 10-2 15,0 0-1-15,0 0-5 0,0 0 2 0,0 0-4 16,-4 29-2-16,3-8 2 0,2 3-4 0,1 4 2 16,-3 2 1-16,2 1-1 0,2-1-1 0,0-1 2 15,0 2 3-15,-1-2-4 0,1-2-3 0,-1-2 6 16,0-4-1-16,1-3 4 0,1 1-6 0,-1 0-2 16,0-3 1-16,2 0 2 0,0 1-2 0,2-2 2 15,-1-4 3-15,2 3-4 0,-2-5 0 0,2 0-22 16,-3 0-24-16,1-2-17 0,1 1-23 0,-1-1-19 15,2-2-23-15,-1-2-45 0,4-1-35 0,0-2-34 16,-1-2-147-16,-10 2-419 0,27-8 185 16</inkml:trace>
  <inkml:trace contextRef="#ctx0" brushRef="#br0" timeOffset="84704.57">21606 15015 33 0,'-5'-6'164'0,"5"6"-5"0,0 0-6 0,-3-5 0 15,3 5-10-15,0 0-6 0,0 0-7 16,-9-3-8-16,9 3-7 0,0 0-8 0,-12-3 1 16,12 3-8-16,-11-3 2 0,11 3-10 0,-11 0-10 15,11 0-2-15,-16 0-6 0,9-1-3 0,7 1-3 16,-14-1-1-16,5 1-7 0,9 0-4 0,-14 1-1 16,6-1-2-16,8 0-3 0,-16 0 0 0,10 0-4 15,6 0 7-15,-13 1-13 0,13-1-1 0,-12 0-5 16,12 0-6-16,0 0-1 0,-9 2-6 0,9-2 0 15,0 0 0-15,-7 1-7 0,7-1-2 0,0 0 0 16,0 0-2-16,0 0 1 0,0 0 0 0,0 0-2 16,33 0 3-16,-20 0 1 0,7-1-2 0,1-3 0 15,7 0 1-15,1 1-6 0,-1 0 1 0,-6 0-3 16,-2-2 1-16,1 2-10 0,-1 0-20 0,-3 0-15 16,-3 1-21-16,-1-1-22 0,-2 2-44 15,-1 0-26-15,-3-1-33 0,-7 2-32 0,14-2-145 0,-14 2-393 16,0 0 174-16</inkml:trace>
  <inkml:trace contextRef="#ctx0" brushRef="#br0" timeOffset="85139.5">21686 14920 38 0,'0'0'169'0,"0"0"-22"16,0 0-8-16,0 0 8 0,0 0-2 0,-2 17-4 15,2-17-6-15,2 17 2 0,-1-5-5 0,-1 1-4 0,3 2-8 16,-2 3-9-16,-1 0 2 0,2-1-9 16,1-1-8-16,-1 3-10 0,2-3-4 0,-4-1-6 15,3-1-9-15,-2-3-7 0,0 1-9 0,1 0 0 16,0-1-9-16,0-2-3 0,-1 2-2 0,0-2-6 16,0-3-3-16,1 1-1 0,-1 0-3 0,-1-7 1 15,1 11-2-15,-1-11 5 0,2 8-10 0,-2-8 0 16,-2 9 0-16,2-9-2 0,-4 6 0 0,4-6-1 15,-7 6-4-15,7-6-2 0,-9 5-3 0,9-5 5 16,-10 2-3-16,3-1-2 0,7-1-2 0,-10 0-3 16,10 0 4-16,0 0 2 0,-15-3-5 0,15 3 0 15,-9-1-1-15,9 1 1 0,0 0 1 0,-9-4-4 16,9 4 3-16,0 0-5 0,0 0 3 0,0 0-1 16,-7-4 1-16,7 4-5 0,0 0 4 0,0 0-5 15,0 0 4-15,23-4 1 0,-23 4 0 0,19 0 2 16,-8 0-3-16,1 0 0 0,3 0 1 0,-3-1 2 15,2 2-3-15,-2-1 2 0,1 0-2 0,-2 2-13 16,1-2-16-16,-1 1-27 0,-1-1-30 0,-10 0-48 16,18 1-47-16,-11 0-46 0,-7-1-137 0,0 0-396 15,15 3 176-15</inkml:trace>
  <inkml:trace contextRef="#ctx0" brushRef="#br0" timeOffset="85441.55">21251 15535 65 0,'0'0'212'0,"0"0"-1"0,15 5-12 15,-2-2-15-15,5-3-1 0,1 0-8 0,11-3-8 16,-1 1-18-16,3 1-7 0,0-3-8 0,3-2-6 15,-2 3-5-15,0-1-10 0,-2-1-9 0,-1-2-3 0,0 2-16 16,-2 1-9-16,-6 1-5 0,6-2-1 16,-7 0-3-16,0 2-8 0,1-1-2 0,4-2-7 15,-6 1-5-15,0 3-4 0,-1-2-3 0,-5 1-8 16,0-1-1-16,0 3-3 0,0-1-15 0,-2-2-25 16,-2 3-26-16,-1 1-31 0,-9 0-15 0,14 1-31 15,-14-1-47-15,8 7-46 0,-7-3-198 0,-1-4-441 16,0 0 196-16</inkml:trace>
  <inkml:trace contextRef="#ctx0" brushRef="#br0" timeOffset="86004.87">21514 15821 92 0,'-11'1'213'0,"5"-1"-11"0,-4 4-12 0,-1 0-12 16,2 0-13-16,1 0-10 0,-2-1-10 16,0 4-9-16,1-2-13 0,0 1-5 0,-1 0-12 0,1 0-1 15,0 0-16-15,1 2-8 0,2 1-6 0,-2 2-9 16,2-3-10-16,1 3-2 0,-3-3-7 16,4 1-3-16,2 1-4 0,-1 1-6 0,2-3-3 0,0-2-5 15,3 4-2-15,-2-10-1 0,3 13 1 0,2-4-3 16,-3-5-1-16,6 5 18 0,-4-4 0 0,2-3-2 15,2-1 0-15,1 1-1 0,2 0 2 16,1-4-1-16,1-1 1 0,-3-1-2 0,1 1-1 16,1-3 9-16,-3 2-10 0,2-3 1 0,-2 0-9 0,2-1 0 15,-4-1 6-15,2-1-2 0,1-3 0 16,-5 3 0-16,3-6-1 0,0 1-4 0,-3-2-4 16,-1 1 3-16,0-1 2 0,-1-2-5 0,-1 2 5 15,-1-2-1-15,2 1 10 0,-3-2 4 0,1 5-7 16,-1 4 13-16,-1-2-2 0,1 4 5 0,-2 1 1 15,2 8-2-15,-1-14 0 0,1 14 5 0,-1-11-16 16,1 11-1-16,-2-7-8 0,2 7-4 0,0 0-1 16,0 0-4-16,0 0-6 0,0 0 1 0,0 0-4 15,8 26 1-15,-7-14 4 0,2 0-8 0,2 4 10 16,-3 0-2-16,0 3 6 0,0-2 2 0,0 1-8 16,-1-1 1-16,0-1-4 0,2-3 2 0,1 3-2 15,-3-4 0-15,3-1 3 0,-2-1 7 0,3 2-11 16,-1 0-3-16,-1-2 3 0,2-1-9 0,-1-2-29 15,0 0-28-15,0 0-40 0,-2-1-30 0,3 0-23 16,-2-1-31-16,-3-5-31 0,7 7-44 0,-3-5-42 16,-4-2-193-16,0 0-529 0,0 0 234 0</inkml:trace>
  <inkml:trace contextRef="#ctx0" brushRef="#br0" timeOffset="86371.48">21755 15793 209 0,'0'0'218'0,"0"0"-12"0,0 0-15 16,0 0-8-16,0 0-5 0,0 0 2 0,0 0-2 15,0 0-11-15,15 16-11 0,-11-6-12 16,1 0-2-16,1 1-13 0,1-1 8 0,-1 1-18 16,1 3 2-16,-1 0-12 0,4-1-7 0,-5 0-11 15,2-3-9-15,-1 0-5 0,3 4-2 0,-1-6-8 0,-2 1-6 16,0-3-1-16,-2-1-5 0,-4-5-2 15,10 10 2-15,-5-7-1 0,-5-3 0 0,10 9 4 16,-10-9 6-16,9 5 1 0,-9-5 6 0,12-1-14 16,-12 1 8-16,0 0-8 0,13-9 1 0,-8 1-5 15,-5 8-10-15,10-18 2 0,-5 6-3 0,3-1-3 16,-3-4-11-16,0-1 3 0,4-6-4 0,0-1 4 16,2 0-15-16,0-1 0 0,-1 4-2 0,1-3-3 15,-5 8-1-15,1-1-1 0,-1 3-8 0,-1 3-11 16,0 1-14-16,0 2-14 0,0 0-23 0,-4 3-26 15,3 0-29-15,-4 6-37 0,0 0-26 0,7-9-29 16,-7 9-35-16,7-5-43 0,-7 5-241 0,0 0-570 16,13-8 252-16</inkml:trace>
  <inkml:trace contextRef="#ctx0" brushRef="#br0" timeOffset="86573.65">22522 15421 106 0,'0'0'240'0,"0"0"-7"15,0 0-10-15,12-6-17 0,-12 6-16 16,12-4-18-16,-12 4-19 0,16-4-17 0,-5-1-10 16,-1 4-15-16,1-4-10 0,0 1-27 0,0 1-25 15,0-3-33-15,-11 6-46 0,17-4-59 0,-17 4-53 16,18-7-171-16,-18 7-339 0,9-4 151 0</inkml:trace>
  <inkml:trace contextRef="#ctx0" brushRef="#br0" timeOffset="86770.56">22505 15530 85 0,'0'0'213'16,"-2"6"-2"-16,2-6-10 0,0 0-10 0,0 0-4 15,8 5-27-15,-8-5-6 0,11 2-18 0,-11-2-14 16,12-3-10-16,-2 0-23 0,2-1-39 0,-1-2-45 16,1 1-69-16,5-2-80 0,-11 1-141 0,4 0-309 15,2 1 137-15</inkml:trace>
  <inkml:trace contextRef="#ctx0" brushRef="#br0" timeOffset="87322.43">23682 14801 198 0,'-3'-11'268'15,"3"11"-15"-15,-2-11-11 0,2 11-11 0,-2-6-7 16,2 6-21-16,0 0-20 0,-2-7-19 0,2 7-17 16,0 0-15-16,0 0-15 0,0 0-12 0,0 0-12 15,0 0-7-15,0 0 9 0,0 0 9 0,0 30-1 16,2-12-11-16,0 1 1 0,-1-2-8 0,0 9 0 15,1-3-7-15,-1 1-3 0,1 2-1 0,1-6-3 16,-2-1 2-16,2 1-7 0,-2-2-11 0,0 0-1 16,2-2-6-16,-3 3 1 0,4-4-7 0,-3 2-9 15,-1-3 5-15,1-5-10 0,1 4 6 0,0-2-28 16,-1 1-47-16,-2-2-28 0,0-1-33 0,-3 1-24 16,0-2-32-16,-1 2-29 0,5-10-46 0,-8 9-33 15,3-5-226-15,5-4-531 0,-12 5 236 0</inkml:trace>
  <inkml:trace contextRef="#ctx0" brushRef="#br0" timeOffset="87539.74">23350 15334 203 0,'0'0'205'0,"0"0"-2"0,9 11-4 0,2-11-1 0,7 3-7 16,4-3-10-16,7 0-7 0,2-4-10 0,3 3-6 15,1-3-13-15,4-1-11 0,-3-1-12 0,0 0-10 16,1 0-17-16,0 2-4 0,0-3-11 0,-2 1-4 16,-1 0-2-16,-2 0-19 0,-4 3-4 15,-9-1-22-15,3 4-28 0,-4-3-28 0,-4 2-33 0,-2 1-41 16,-1 0-58-16,-1 3-48 0,-1-2-192 0,-2 2-430 16,-7-3 190-16</inkml:trace>
  <inkml:trace contextRef="#ctx0" brushRef="#br0" timeOffset="87866.71">23636 15502 129 0,'0'0'281'0,"0"0"2"0,0 0-8 0,-9-3-13 15,9 3-20-15,0 0-27 0,0 0-19 0,0 0-22 16,0 0-17-16,0 0-14 0,0 0 3 15,-4 9 1-15,4-9-11 0,4 18-4 0,-4-6-9 16,3 4-5-16,-2 0-4 0,3 3-11 0,-4 1-6 16,3 5-6-16,0-1 36 0,-3-3-14 0,2 4-6 0,1-1-13 15,-2 0-8-15,5-5-7 0,-4 0-6 0,1-2-15 16,-1 0 7-16,1 0-11 0,1 1-6 16,1-6-2-16,-4 1-5 0,-1-1-3 0,1-2-4 15,2 2-2-15,-1-4 2 0,-2 1-12 0,2 0-9 16,-2-9-20-16,-2 14-26 0,0-9-35 0,2-5-33 15,-4 10-33-15,3-4-27 0,1-6-23 0,-5 8-25 0,5-8-32 16,0 0-38-16,-7 2-36 0,7-2-185 16,0 0-540-16,0 0 239 0</inkml:trace>
  <inkml:trace contextRef="#ctx0" brushRef="#br0" timeOffset="88538.36">23632 15563 180 0,'-2'-10'224'0,"-2"0"-5"0,2 4-12 0,2-4-21 15,0 10-11-15,2-12-9 0,-1 4-11 0,2-1-6 16,0 1-9-16,5 1-11 0,0-3-4 0,1 3-8 16,6-4-8-16,-4 5-8 0,5 0-2 0,0 0-10 15,-5 2-10-15,3 0-14 0,-3 0-3 0,1 1-9 16,-1 3-5-16,0 0-3 0,-3 2-6 0,0-1-2 15,0 5 14-15,-1 0-4 0,-3 1 5 0,3-2 1 16,-2 4 5-16,-3-1-10 0,1 2-4 0,-2-1-2 16,-1-1-3-16,-1 1 0 0,0 0-5 0,-3 0-2 15,1-2-2-15,-2 2-5 0,-4-1-1 0,1 2 0 16,1-2-1-16,-2 0-8 0,-3 1-12 0,2-5 18 16,-1 3-7-16,-5 0 3 0,5-1-6 0,-1-2-13 15,1 0 18-15,-1-2-6 0,2 0-1 0,1 1-2 16,3-3 1-16,6 0 1 0,-13 3 2 0,13-3-3 15,-9 0-2-15,9 0-3 0,-8 1-1 0,8-1 1 16,0 0-1-16,0 0 2 0,-11 0 4 0,11 0-2 16,0 0 0-16,0 0 5 0,0 0 0 0,0 0-2 15,0 0-1-15,0 0 4 0,0 0-21 0,-8 1 19 16,8-1 1-16,0 0-1 0,0 0 4 0,0 0 13 16,0 0-8-16,0 0 3 0,0 0-7 0,0 0 14 15,0 0-7-15,0 0 0 0,0 0 0 0,26 3 11 16,-26-3-12-16,0 0 1 0,7 1 8 0,-7-1-5 15,0 0-13-15,9 2 8 0,-9-2 2 16,0 0 1-16,0 0-5 0,9 1 0 0,-9-1-3 16,4 4 4-16,-4-4-21 0,0 0 29 0,8 3-1 15,-4 0-6-15,-4-3 4 0,11 7-3 0,-7-5 9 16,1 2 2-16,1-1 3 0,0 0 3 0,-1 1 4 0,3 3-2 16,-2-4 5-16,1 4 8 0,2-1 0 0,0 2-3 15,-1 0-1-15,-2-1-1 0,2 2 0 0,3 1-4 16,-2-1 2-16,4 2-4 0,-3-1-7 15,1 2-2-15,3-1-2 0,-2 0-4 0,0 0 2 16,2 1-6-16,0-3-2 0,0 1 3 0,-1-1-2 16,2 0-2-16,-3-1-3 0,1 1-3 0,-2-2-18 0,1 0-48 15,0 0-63-15,-1 1-70 0,-1-1-52 0,-1 0-54 16,0-3-80-16,-3 1-339 0,-6-5-768 16,14 6 340-16</inkml:trace>
  <inkml:trace contextRef="#ctx0" brushRef="#br0" timeOffset="113538.22">6436 17215 9 0,'0'0'200'0,"0"0"-1"0,0 0-8 16,0 0-8-16,0 0-21 0,0 0-14 0,0 0-18 15,0 0-9-15,0 0-9 0,0 0-16 0,0 0-1 16,0 0-12-16,0 0-16 0,0 0 1 16,28-22-7-16,-22 12-8 0,2-2-5 0,4-3 1 15,-3-2-4-15,3 2-2 0,3-8-3 0,-6 8 2 16,4-2 5-16,0-11-3 0,-4 13-1 0,3-9-6 15,-4 8-3-15,-1-3-3 0,-1 4-1 0,0 0 11 16,-2 3 0-16,-1 0-5 0,1 2-5 0,-4 10 1 16,7-18-5-16,-4 10-2 0,-3 8 0 0,0 0-1 15,2-16-5-15,-2 16 1 0,0 0-2 0,0 0-6 16,3-12-1-16,-3 12-4 0,0 0-1 0,0 0-4 16,0 0-3-16,0 0 1 0,0 0 1 0,0 0-1 15,0 0 1-15,0 0-1 0,-9 37-3 0,8-25 1 16,-1 3-2-16,1 3 0 0,1-5 2 0,3 2 1 15,-2-3-4-15,0 0 2 0,4 3 4 16,-2-5-4-16,1-1-2 0,2 0 5 0,-1 1-1 0,3-2 1 16,-2 0 3-16,3-2-4 0,0 1 0 0,-1-2-5 15,2-2-17-15,2 1-27 0,-1-4-44 16,-11 0-40-16,21 2-63 0,-11-4-196 0,-10 2-425 0,21-7 188 16</inkml:trace>
  <inkml:trace contextRef="#ctx0" brushRef="#br0" timeOffset="113904.68">6890 16573 5 0,'0'0'132'15,"0"0"0"-15,0 0 5 0,0 0 6 0,-11 38-11 16,7-19-11-16,6 7-7 0,0 4-7 0,3-1-16 15,-1-3-5-15,0 6-7 0,-2-2-7 0,3-1-8 16,1 4-3-16,-1-3-11 0,1-2-1 0,-1 0-3 16,0-2-7-16,2-1-2 0,-2 0-5 0,0 0 4 15,0 0-12-15,-3-9-37 0,1 2-45 0,-2-7-56 16,-2 2-154-16,-2 3-289 0,0-6 127 0</inkml:trace>
  <inkml:trace contextRef="#ctx0" brushRef="#br0" timeOffset="114062.98">6818 16904 97 0,'21'-5'88'0,"7"-1"-34"15,2 2-51-15,1 1-44 0,-2 0-43 0,0-4 19 16</inkml:trace>
  <inkml:trace contextRef="#ctx0" brushRef="#br0" timeOffset="114571.59">7549 16802 114 0,'-3'-8'200'0,"3"8"-24"15,-4-5-22-15,4 5-19 0,0 0-13 0,0 0-18 16,0 0-14-16,0 0 0 0,0 0-2 0,13 30-4 16,-3-6-8-16,-5-5-6 0,2 5-3 0,-1-1-8 15,4 2-7-15,-2-2 0 0,-3-5-9 0,2-1 2 16,-1-1-11-16,0 0 3 0,1-1-3 0,-3-2-2 16,1-4-5-16,-1 2 0 0,-1-4-2 0,-3-7 4 15,7 11 8-15,-7-11 14 0,3 7 10 0,-3-7 18 16,0 0 8-16,4 10 12 0,-4-10 3 0,0 0-6 15,0 0-6-15,0 0-12 0,0 0-2 0,20-23-11 16,-15 11-7-16,-2 0-3 0,5-5-5 0,-3 0-7 16,-1-2-6-16,3-5 0 0,-1-3-4 15,-2 1 1-15,0 0-7 0,-2 1-7 0,1 6-11 16,2 2-2-16,-1 0-20 0,-2 6-8 0,1 5-25 16,-1-4-29-16,-2 10-36 0,0 0-11 0,8-10-23 15,-8 10-33-15,0 0-28 0,0 0-24 0,0 0-145 16,28 18-407-16,-20-10 180 0</inkml:trace>
  <inkml:trace contextRef="#ctx0" brushRef="#br0" timeOffset="115439.32">8102 16794 59 0,'0'0'219'0,"-14"1"-20"16,14-1-8-16,-23 2-7 0,9 0-20 0,1 1-5 15,0 2-12-15,1 1-14 0,-4 2-11 0,2 3-7 16,1 1-16-16,1 4-7 0,0-3-12 0,4 3-8 16,1 1-5-16,-1-3-11 0,3 1-4 0,2-3-6 15,2 0-3-15,1-1-6 0,0 2-3 0,1-3-5 16,-1-10 1-16,6 15-1 0,-4-8-7 16,3-3 1-16,-5-4 1 0,12 8-3 0,-6-5 8 15,-6-3-5-15,14 0-1 0,-14 0 0 0,19-4-2 16,-10 0-1-16,1-1-4 0,-2-3 0 0,0 1-2 15,0-2 1-15,-1-1-2 0,1 0-4 0,-2-2 3 16,1 0-5-16,-1 2 4 0,0-4-5 0,-2 1-8 16,1-2 2-16,1 1 0 0,-5 1-1 0,1 3 1 15,-2 10-1-15,3-15-4 0,-3 15 1 0,4-10 3 16,-4 10-7-16,2-8 4 0,-2 8-3 0,0 0-4 16,0 0 2-16,0 0-3 0,0 0 6 0,0 0-3 15,0 0 3-15,0 0 0 0,9 22 0 0,-8-11 5 16,2-1-7-16,0 0 2 0,-2 0 2 0,2 2-2 15,0-2 5-15,2 1-3 0,-1 1 4 0,3-2-2 16,-2-1-2-16,1-1 1 0,2 0 4 0,1-2-3 16,-2 1 3-16,1-4 2 0,-8-3 0 0,18 4 2 15,-10-2-4-15,4-2 4 0,-12 0 0 16,16-3-1-16,-6 1 4 0,-10 2 5 0,19-8 1 16,-12 2 0-16,-7 6 0 0,15-14 0 0,-10 6-6 15,-1-2 5-15,-4 10-4 0,5-19 0 0,-4 9-3 16,-1 10 3-16,3-22-3 0,-2 11-3 0,0-2-7 0,2 1 7 15,-3 12-8-15,6-23-1 0,-3 13 1 0,2-2-6 16,-5 12 7-16,8-18 1 0,-3 8-5 16,2 3 2-16,-7 7 0 0,12-8-2 0,-12 8-5 15,13-3 3-15,-13 3 2 0,0 0 2 0,21 4 1 16,-21-4 1-16,18 10-4 0,-10-3 1 0,0 2 3 16,-1 0 0-16,2 1-2 0,0 3 5 0,-5-4 0 15,2 1-4-15,-2 0 3 0,3 1 0 0,-7-11-2 16,9 19 4-16,-4-13-3 0,0 3-1 0,0-2 5 15,-5-7-1-15,10 9 0 0,-5-4 6 0,-5-5 10 16,12 6 5-16,-2-5 4 0,-10-1 6 0,19-1-6 16,-6 0 3-16,-3-4-3 0,-10 5 0 0,22-11 0 15,-12 5-5-15,2-2 1 0,-2 2 1 0,-1-4-2 16,-1 1-3-16,0-3 0 0,-3 2 0 0,2 0-2 16,-3 1 1-16,-2-4-5 0,0 4 3 0,-2-2-3 15,0 11-1-15,0-17 0 0,0 17-2 0,-2-13 1 16,2 13-4-16,0 0 2 0,-1-12-5 0,1 12 0 15,0 0-4-15,0 0-4 0,0 0 0 0,0 0 1 16,0 0-1-16,0 0-1 0,0 0 6 16,0 0-3-16,4 40 8 0,-2-28-8 0,0 3 4 15,0 1-1-15,-2-4 2 0,3 6 3 0,-1-5 0 16,1-1-5-16,-1 4-8 0,0-4-16 0,0-2-28 16,1 1-24-16,-3-11-37 0,4 20-46 0,-2-15-65 15,-2-5-187-15,0 0-444 0,2 17 197 0</inkml:trace>
  <inkml:trace contextRef="#ctx0" brushRef="#br0" timeOffset="115589.52">8566 16608 110 0,'0'0'128'0,"0"0"-20"0,-3 23-58 0,3-23-52 0,8 23-64 15,-3-7-71-15,5 0 31 0</inkml:trace>
  <inkml:trace contextRef="#ctx0" brushRef="#br0" timeOffset="116121.82">8796 16857 76 0,'15'1'155'0,"-15"-1"8"0,0 0-10 16,0 0 3-16,23-6 7 0,-23 6 10 0,12-4-2 15,-12 4 1-15,14-8-2 0,-14 8 2 0,13-6-9 16,-13 6-3-16,11-9-3 0,-11 9-5 16,9-10-9-16,-9 10 6 0,7-10-9 0,-7 10-14 15,0 0-8-15,3-11-2 0,-3 11-12 0,0 0-17 0,0 0-3 16,0 0-8-16,0 0-13 0,0 0-1 16,-20-11-12-16,20 11-5 0,0 0-4 0,-26 12-8 15,16-5-6-15,2 3 2 0,1-1-4 0,-1 4-6 16,2-2 1-16,1 1-9 0,2 1 4 0,3-13-7 0,-1 24 6 15,1-12-7-15,1 1 0 0,2-4-1 0,2 1 2 16,2-3-5-16,1 4 4 0,-2-8 11 16,3 3-12-16,4-1 2 0,0-2-3 0,5-3 4 15,-18 0-2-15,34-7-2 0,-16 2 1 0,0-4-1 16,0-2-1-16,1 3 3 0,-1-3-2 0,-2-2-1 16,0 1 2-16,-2-1-2 0,1-1 0 0,-2 1 4 15,-1-1 0-15,-2 1-1 0,-2-2-2 0,-3 5-8 16,-1-2-2-16,1 2 0 0,-4-6-2 0,-1 16-1 15,4-19 1-15,-4 19 1 0,1-10 2 0,-1 10-2 16,0 0-6-16,3-13 2 0,-3 13-7 0,0 0 0 16,0 0 4-16,0 0 1 0,0 0 1 15,0 0-1-15,0 0 3 0,0 0 4 0,6 35 0 0,-6-35 3 16,0 24-2-16,0-7 0 0,1-2 2 16,-1-15-3-16,-2 25 3 0,2-12-2 0,0-13 5 0,-2 22 0 15,1-9 0-15,0-1 3 0,1-12-5 0,-7 22-1 16,5-11-8-16,-2-1-21 0,-2 0-24 0,-1 0-34 15,1 1-44-15,-1-2-37 0,-1 1-61 16,0-1-68-16,-1 0-188 0,-1 0-527 0,1-3 233 0</inkml:trace>
  <inkml:trace contextRef="#ctx0" brushRef="#br0" timeOffset="116971.77">10115 16693 1968 0,'-10'-7'-43'0,"2"0"38"0,0 1-6 16,-2 3 3-16,2 0 10 0,-1 1 3 15,9 2 8-15,-10 0-1 0,10 0-1 0,-10 5 16 16,7 1 4-16,1 4 11 0,-1 6 6 0,2 1-3 16,1-1-5-16,1 3-2 0,6 6-4 0,-1 2-5 15,-2-3 1-15,4-7-5 0,1-1-1 0,-3-2-1 16,9 7 1-16,-4-10 18 0,-1-2 9 0,1-1 2 15,0-4 2-15,-2 1 1 0,2 0 14 0,-1-1 6 16,-2-4 0-16,3 1 2 0,0-1 3 0,-11 0-5 16,11 0-2-16,-11 0-5 0,11-6 3 0,-11 6-7 15,6-11-6-15,-6 11-5 0,4-12-7 0,-3 2-4 16,-1 10 0-16,-1-19-9 0,-2 9-3 0,3 10-2 16,-5-20-5-16,2 10-2 0,-3-2 0 0,3 7-6 15,3 5 0-15,-3-14-5 0,3 14 0 0,-3-9-7 16,3 9-2-16,0 0 2 0,0 0-3 0,0 0-6 15,0 0 4-15,0 0-1 0,0 0 2 0,26 15-10 16,-19-7 9-16,3-1 0 0,-2 1 2 0,2 1 1 16,1-3-3-16,1 0 3 0,0-1 1 0,1-1 2 15,-1 1-2-15,2-2-15 0,-1-2 18 0,-1-1-1 16,2-1 1-16,-14 1-4 0,20-4 8 16,-10 0-7-16,-1-1 10 0,-2 1-9 0,-1-1 1 0,0 0 2 15,0 0 0-15,-6 5-1 0,6-11-9 0,-6 5-2 16,0 6-2-16,-4-12-13 0,-1 5-5 0,-1-3-7 15,-2 0 6-15,0 1-5 0,1 0 10 0,0 3-1 16,0-3-2-16,0 4 6 0,3 1-5 0,-1 0 6 16,5 4-3-16,-6-8-2 0,6 8 1 15,0 0 0-15,-3-5 0 0,3 5 1 0,0 0-12 16,0 0 7-16,0 0 5 0,32 4 1 0,-19-4 0 16,5 0 3-16,-1-2-1 0,2 0 0 0,0-1 6 15,1 0-2-15,1-1 4 0,-3 0 0 0,1-1 1 16,-2-1-1-16,-1 0 3 0,-6 0 0 0,-1 0 13 15,2 1-1-15,-2 1 10 0,-3 1 1 0,0 1 1 16,-6 2 2-16,8-4-4 0,-8 4-5 0,8-2 4 16,-8 2-2-16,0 0 1 0,0 0 6 0,0 0 2 15,11 8-3-15,-10-3 5 0,2 2 6 0,-3 3-4 16,1 0-3-16,-1 1-6 0,3 1-12 0,-2 4 15 16,0-5-3-16,2 5 0 0,-2 0-1 0,2 0-2 15,-1-5-17-15,0 1-16 0,0-2-33 0,1 0-34 16,3-1-26-16,-3-1-37 0,-3-8-44 15,6 13-66-15,-3-10-216 0,-3-3-512 0,0 0 227 0</inkml:trace>
  <inkml:trace contextRef="#ctx0" brushRef="#br0" timeOffset="117112.98">10557 16484 20 0,'-8'12'127'0,"8"-12"-43"16,2 13-64-16,3-3-63 0,1-2-44 16,2-1 20-16</inkml:trace>
  <inkml:trace contextRef="#ctx0" brushRef="#br0" timeOffset="117371.09">10837 16491 174 0,'-5'-8'230'0,"5"8"-20"0,0 0-6 0,0 0-23 0,-8-6-23 16,8 6-20-16,0 0-2 0,0 0 13 0,0 0-2 16,-4 26-2-16,3-14-4 0,1 5 2 0,3 2-5 15,-1 6-11-15,2 1-11 0,-3-10-14 0,4 9-10 16,-1 1-20-16,0-1 3 0,0-6-17 0,5 4 6 16,-5-5-4-16,-3 1-6 0,3 2-9 15,0-3 0-15,-2 1-8 0,-1-7-9 0,2-1-19 0,1 1-29 16,-4-12-28-16,4 13-20 0,-2-8-12 0,-2-5-24 15,0 0-37-15,10 5-47 0,-10-5-31 0,0 0-10 16,0 0 13-16,0 0-112 0,-2-27-355 16,2 27 157-16</inkml:trace>
  <inkml:trace contextRef="#ctx0" brushRef="#br0" timeOffset="117773.6">10879 16815 1018 0,'-2'-12'-73'0,"-4"2"33"0,3 0 29 0,-1 1 29 16,0 1 24-16,4 8 20 0,-5-11 10 0,5 11-6 16,-3-10 2-16,3 10-15 0,0 0 0 0,3-12-10 0,-3 12-4 15,7-11 14-15,-3 2-6 0,4 2 4 0,4-4 1 16,2-1 6-16,1 0 3 0,0 0 4 15,0 0 2-15,0-1 9 0,-3-1-1 0,0 0 1 16,1 0 5-16,-2-1-1 0,1 1 0 0,-5 0 8 16,1-1 3-16,1 1 8 0,-4 3 2 0,-1 1-19 15,-3 4 10-15,-1 6 3 0,4-14-6 0,0 9-11 16,-3 1-15-16,-1 4-10 0,0 0-2 0,0 0-4 16,0 0-1-16,13 13-2 0,-11-1-2 0,1 5 0 15,0 3-7-15,-1 6-4 0,1 0 3 16,-2 1-5-16,3 1 2 0,-3-3-10 0,2-6 0 0,-2 5 3 15,4-5-7-15,-4-1-1 0,1-5-5 0,0-1 5 16,-1-2-3-16,1 0 0 0,-2-10-1 0,0 13 0 16,0-13 3-16,0 0-2 0,2 11 22 0,-2-11 20 15,0 0 0-15,0 0-19 0,0 0 14 0,0 0-10 16,0 0-1-16,0 0-13 0,0 0 6 0,21-25 3 16,-15 14-12-16,2 1-2 0,-2 1-5 15,2-1 6-15,1 2-11 0,-2 1 2 0,-1 1-10 16,-6 6-1-16,11-6 1 0,-11 6-2 0,15 0-3 15,-15 0 4-15,17 6 2 0,-12 0 3 0,3-1-1 16,-2 5-3-16,1 0-14 0,-1 2-16 0,-1 2-38 16,-1-2-49-16,1 7-43 0,0-3-28 0,5 1-30 15,-2-2-78-15,2 2-269 0,4 0-608 0,-1-5 268 16</inkml:trace>
  <inkml:trace contextRef="#ctx0" brushRef="#br0" timeOffset="118659.75">12266 16524 187 0,'0'0'240'0,"-7"-5"-9"0,7 5-13 0,-6-6-17 16,6 6-18-16,0 0-19 0,-6-4-17 0,6 4-17 15,0 0-17-15,0 0-14 0,0 0-11 0,0 0-4 16,0 0-4-16,12 31-4 0,-5-14-5 0,3 10 4 16,2 0 10-16,0 2-13 0,2-2-3 0,-1 4-10 15,3-3-3-15,-5 1-11 0,-2-3 12 0,2 2-7 16,2 0 1-16,-3-9-9 0,3 6 2 16,-6-7-8-16,4 1-3 0,-2-3-3 0,-5-5-4 15,3 5 2-15,-3-6-4 0,4 0 0 0,-2-2-2 0,-3-2-4 16,-3-6 24-16,6 11 3 0,-6-11 17 0,6 10 20 15,-6-10 7-15,8 5 18 0,-8-5-5 16,0 0 2-16,0 0-11 0,15-12-4 0,-15 12-12 16,13-22-15-16,-5 5 10 0,-1-1-9 0,3-6-8 15,-5 5-3-15,4-7-4 0,0-3-1 0,-1-1-8 0,-1 0-2 16,3-1-2-16,3 2-9 0,-6 0 1 16,4 3-2-16,-2 1-5 0,-3 2 2 0,2 5-6 15,-4 2 0-15,-2-1-2 0,1 5 0 0,-1 1-5 16,-2 11-1-16,6-18-3 0,-6 18-2 0,2-12-5 15,-2 12 6-15,0 0-7 0,3-11 1 0,-3 11-2 16,0 0 0-16,0 0-3 0,0 0-5 0,0 0 12 16,0 0-11-16,14 3-29 0,-14-3-25 0,0 0-30 15,10 15-38-15,-5-11-41 0,-5-4-25 0,12 10-50 16,-5-4-58-16,1 0-287 0,-8-6-643 0,19 6 284 16</inkml:trace>
  <inkml:trace contextRef="#ctx0" brushRef="#br0" timeOffset="120189.82">13576 16712 134 0,'-7'-10'214'0,"2"6"-15"0,-2 0-7 16,-1 2-8-16,1-1-11 0,7 3-14 0,-18-3-7 15,9 5-11-15,-3-2-9 0,3 2-6 0,-3 3-12 16,0 2-2-16,1-1-10 0,0 5-12 0,-1 3-10 16,1-3-10-16,3 3-1 0,2 2-12 0,-2 1-15 15,5 0 8-15,1-4-9 0,0 0-1 0,0 2-7 16,4-3-1-16,0-2-4 0,0 0-4 16,1-1-1-16,1-2 2 0,0 0-5 0,2-3-1 15,0 0 1-15,1-1 1 0,1-2-11 0,2 1 19 0,3-4 1 16,-4-1-6-16,3 2 9 0,-4-2 0 0,1 0-1 15,-2-1-2-15,0-5 1 0,0 0-1 0,-1 0-1 16,-2-1-1-16,2-1-2 0,-2 1-1 16,-2 0-5-16,2 0-3 0,-4-1 2 0,1-1-4 15,1 1 3-15,-2 1 0 0,0 2-1 0,0 8 6 16,2-11 2-16,-2 11-8 0,0-10 0 0,0 10-11 16,0 0 4-16,0-10-9 0,0 10 4 0,0 0-2 15,0 0 2-15,0 0-3 0,8 22-1 0,-5-8 0 0,2-3-2 16,2 4 4-16,-3 2-3 0,0-2-7 15,3 1 9-15,3-1 3 0,-4-6-5 0,0 2 1 16,-1-3 1-16,1 0 2 0,-1-1 3 0,2-1-2 16,0 1-4-16,-1-3-3 0,-6-4-4 0,11 2 1 15,-11-2 0-15,16-5 3 0,-9-2-1 0,2 0 3 16,-2-1-4-16,0 0 2 0,-1-2 0 0,-1 0 2 16,2 0 1-16,-2-2-3 0,-1 1 3 0,0 2 2 15,-2-1 0-15,1 0-14 0,-1 1 10 0,2 3-7 16,-4 0 6-16,0 6 0 0,2-11-2 0,-2 11 1 15,2-7-5-15,-2 7 4 0,0 0-1 0,0 0 0 16,0 0 1-16,0 0-4 0,0 0 5 0,8 23-3 16,-8-15 6-16,0 2 0 0,0 6 2 0,0-6 2 15,0 2-7-15,0-3-8 0,0-1 9 0,0 3 0 16,0-4-3-16,0-7 5 0,0 11-2 0,0-11 3 16,2 7 2-16,-2-7-3 0,0 7 1 0,0-7 11 15,0 0 2-15,0 0 3 0,0 0-1 0,7 1-2 16,-7-1-1-16,0 0 0 0,18-10-5 0,-9 5-1 15,1-2 0-15,2 1-1 0,-1-5 2 0,2 5-7 16,-1 0 1-16,-1 1 0 0,1 1 0 0,5-1-3 16,-6 2 1-16,3 3 0 0,-3 1-1 0,7 2 2 15,-2-2 0-15,4 2-3 0,-1 1 0 0,-6 3-7 16,7-4 11-16,-3-1 2 0,2 0-2 16,-2-1 5-16,1-2-4 0,1-6-1 0,-1 2 6 15,2-1-7-15,-3-1 5 0,0 0-1 0,-2 0 4 16,-1 0-4-16,-3 1 3 0,1-1 2 0,-6-3-10 0,3 2 22 15,0 1-12-15,-2-2 9 0,0 2 10 0,-1-2-4 16,-6 9-1-16,4-9 7 0,-4 9 1 16,-2-11-4-16,2 11-4 0,0 0 6 0,-7-14-4 15,7 14-9-15,-10-3 4 0,10 3-4 0,-17 3-3 16,7 4 0-16,-2 0-3 0,3-1-1 0,-1 4 2 16,5-2 1-16,-3 1-6 0,-3 6-5 0,7-3 2 15,-2 3-1-15,2-2-10 0,3-2 13 0,1 0-4 16,0-11 3-16,5 17-2 0,1-9-3 0,-2-3 4 15,3 1-4-15,-7-6 9 0,14 8 0 0,-5-6-2 16,-9-2 5-16,15 0-11 0,-15 0 1 0,21-4 9 16,-21 4-6-16,24-9 7 0,-15 1 1 0,0 2-4 15,1-2 5-15,-2 0-12 0,-3-2 12 0,1 0-8 16,-3-2-3-16,0 2-2 0,-1-7 4 0,0-1 0 16,-2 3-1-16,2-3 4 0,-4-5 0 0,0-3-4 15,-3 7 0-15,0-8 0 0,1 4-6 0,-1-1 4 16,1 7 9-16,0 2-4 0,1 1 2 15,3 6 1-15,0 8-3 0,-2-16 1 0,2 16-12 0,0 0 1 16,0 0-2-16,0 0 3 0,0 0 2 16,0 0-2-16,0 0 6 0,2 47-1 0,-2-20 2 15,3 0-3-15,1 2-1 0,1-1 6 0,-1 3 0 0,0-4-8 16,-2 2-19-16,6 1-30 0,-6-2-40 0,5 0-50 16,-5-1-39-16,0 1-60 0,0-9-98 0,-2-2-213 15,7-1-596-15,-4-5 265 0</inkml:trace>
  <inkml:trace contextRef="#ctx0" brushRef="#br0" timeOffset="120505.87">15006 16681 212 0,'-8'0'264'16,"-2"0"-11"-16,10 0-13 0,-14-1-22 0,14 1-3 16,-11-1-15-16,11 1-17 0,0 0-10 0,0 0-17 15,-10 1-12-15,10-1-15 0,0 0-13 0,0 0-7 16,26-7-12-16,-7 4-9 0,1-2-6 15,0 2-11-15,0-1-15 0,3 0-22 0,4-3-19 16,1 1-29-16,-6 4-27 0,-3 0-37 0,-3 0-49 16,-2 0-43-16,-2-1-51 0,-7 1-180 0,-5 2-435 15,14-3 193-15</inkml:trace>
  <inkml:trace contextRef="#ctx0" brushRef="#br0" timeOffset="120906.18">15193 16611 78 0,'-7'8'190'0,"2"-4"-5"0,-1 3 3 0,-2 4 7 16,4 0-8-16,0 4 3 0,-1 2-5 0,1 2-4 15,0 0-15-15,1 6-14 0,2 0-8 0,1 5-4 16,-1 0-5-16,1-2-22 0,-1-2-2 16,3-1-5-16,1-8-27 0,-2 2 11 0,1-3-15 0,-2 0-4 15,2-5-8-15,-1 1-2 0,2-2-13 0,-3-1 0 16,1-3-3-16,0 1-1 0,-1-7-12 0,2 7 5 15,-2-7-9-15,1 11 5 0,-1-11-5 16,0 0-4-16,-4 8 3 0,4-8-3 0,-7 2 2 0,7-2-11 16,-10-1-3-16,10 1 1 0,-12-1-1 0,1-1 5 15,4 1-11-15,-5-2 4 0,1 1-3 0,-1 1 1 16,2-3 0-16,-2 2-2 0,3 1 0 0,9 1-2 16,-13 0-5-16,7-3-2 0,6 3-2 15,0 0 5-15,-12 3-2 0,12-3 3 0,0 0 9 16,0 0 11-16,1 10 4 0,-1-10 1 0,10 7 11 0,-1-3-2 15,0 0-3-15,7 0 6 0,-5-1-11 16,8 0 7-16,0-1-1 0,3 3-13 0,-1-5-4 0,8 0-20 16,-1-3-43-16,-10 1-56 0,4-2-64 15,-2 3-78-15,-1-4-95 0,-2-3-176 0,1 0-558 16,1 0 248-16</inkml:trace>
  <inkml:trace contextRef="#ctx0" brushRef="#br0" timeOffset="121052.37">15637 16931 202 0,'6'6'267'0,"-6"-6"-10"0,0 0 3 0,0 0-21 15,0 0-24-15,-1 8-22 0,1-8-16 0,0 0-17 16,0 0-16-16,0 0-38 0,0 11-40 0,0-11-52 16,0 0-51-16,0 0-91 0,-2 8-229 0,2-8-385 15,0 0 172-15</inkml:trace>
  <inkml:trace contextRef="#ctx0" brushRef="#br0" timeOffset="121723.3">16116 17086 204 0,'0'0'222'0,"0"0"-14"16,0 0-9-16,0 0-13 0,0 0-9 0,0 0 18 15,0 0-13-15,26-15-11 0,-16 7-12 0,5 0-15 16,-1-2-14-16,2 1-9 0,-2-1-9 0,1 0-2 16,-2-1-7-16,1-1-19 0,-5 5 7 0,-1-4-3 15,0 1-10-15,-1 1 1 0,-2-2-2 0,-1 1-7 16,-2 0-3-16,-2 10-5 0,3-16 0 0,-3 9 6 15,0 7-6-15,-3-15-2 0,3 15-8 16,-4-8 2-16,4 8-6 0,-5-9-10 0,5 9-10 16,0 0 2-16,-14-2-11 0,14 2 7 0,-12 13-7 15,5-2-4-15,2 0-2 0,-1 5 1 0,-1-1-15 0,5 3 13 16,-1 0-6-16,2 0 9 0,1-1-7 0,1 0-2 16,3-1 2-16,1-5-2 0,0 1-15 15,4-2-19-15,-2 0-20 0,2-2-30 0,3 2-4 16,-2-3-23-16,1-5-26 0,-11-2-32 0,21 4-45 15,-12-4-48-15,-9 0-225 0,0 0-519 0,22-4 230 16</inkml:trace>
  <inkml:trace contextRef="#ctx0" brushRef="#br0" timeOffset="121869.29">16333 16688 90 0,'0'0'181'0,"0"0"-25"16,0 0-45-16,0 0-62 0,0 0-65 0,-15 14-80 16,15-14-103-16,0 0 47 0</inkml:trace>
  <inkml:trace contextRef="#ctx0" brushRef="#br0" timeOffset="122089.86">16530 16579 184 0,'0'0'224'0,"0"0"5"0,-2-17-8 0,2 17-13 15,0 0-17-15,-4-11-21 0,4 11-21 16,0 0-12-16,0 0 7 0,0 0 0 0,0 0 3 16,-9 38-6-16,8-18 6 0,-2 6-7 0,3 3-7 15,1-3-20-15,1 6 1 0,0-5-13 0,6 4-11 16,-3 0-10-16,0-4-2 0,1 2-13 0,0-2 2 16,-3-1-8-16,6-3-10 0,-2-5-29 0,-2 0-26 15,1 1-45-15,-2-6-43 0,2 1-42 0,-2-3-56 16,-1-2-62-16,-3 1-215 0,0-10-508 0,0 0 225 15</inkml:trace>
  <inkml:trace contextRef="#ctx0" brushRef="#br0" timeOffset="122238.14">16470 16760 118 0,'12'-6'138'0,"0"3"-21"0,1-1-8 0,8 2-7 15,5-2-33-15,0 1-50 0,6 3-64 0,-12 0-60 16,0-2-113-16,0 4 50 0</inkml:trace>
  <inkml:trace contextRef="#ctx0" brushRef="#br0" timeOffset="122725.62">17041 16894 196 0,'0'0'232'0,"0"0"-6"0,0 0-6 16,23-4-11-16,-23 4 2 0,14-4-18 16,-5-5-3-16,-1 3-2 0,1 0-15 0,1-3-6 0,-2-2-11 15,4 0-3-15,-2-3-18 0,-1 1-2 0,-3 2-15 16,0 1 4-16,1 1 9 0,-7 9 0 16,7-16-1-16,-7 16-3 0,6-12-2 0,-6 12-10 0,2-9-4 15,-2 9-11-15,0 0-13 0,0 0-7 0,0 0-5 16,0 0-16-16,0 0 2 0,0 0-11 15,0 0-8-15,0 0 0 0,0 0-5 0,-4 48-9 16,4-48 3-16,2 15 0 0,1-5-6 0,3-1-6 16,-6-9 4-16,11 13 1 0,-5-7-14 0,3 0 11 15,-9-6-7-15,22 5 1 0,-9-3 8 0,6-5-8 16,1 0 1-16,1-2-2 0,-2-4 0 0,-2 1-10 16,1 1 12-16,-3 0-7 0,-1-3-7 0,-4 3 7 15,0-2 4-15,-1 0-1 0,-2 2-2 0,1-5-5 16,-1 3 5-16,-7 9-6 0,8-22-2 0,-7 12-10 15,-1 10 18-15,0-18-5 0,0 18 2 0,0-15-4 16,0 15-1-16,0 0 1 0,-1-19-2 0,1 19-4 16,0 0 1-16,0 0-2 0,-4-9-8 0,4 9 10 15,0 0 6-15,0 0-1 0,0 0 4 0,0 0 2 16,-5 46-4-16,2-27 4 0,1 0-7 16,-1-1 12-16,-1 8-5 0,3-5-8 0,0-2 9 15,-1 0-24-15,1 0-12 0,1 0-22 0,0-2-55 0,0 0-23 16,0 2-31-16,0-8-25 0,-2 2-44 15,2-13-91-15,-2 21-320 0,2-21-689 0,-6 13 305 16</inkml:trace>
  <inkml:trace contextRef="#ctx0" brushRef="#br0" timeOffset="122888.08">17124 16498 124 0,'0'0'204'0,"0"0"-35"16,0 0-61-16,0 0-59 0,0 0-87 0,0 0-65 15,0 0-111-15,31 17 48 0</inkml:trace>
  <inkml:trace contextRef="#ctx0" brushRef="#br0" timeOffset="123392.61">17870 16774 25 0,'-7'-2'235'0,"7"2"-13"15,-10-1-23-15,10 1-18 0,-10 0-25 0,10 0-14 16,0 0-17-16,-4 8-2 0,4-8 7 0,4 12-10 16,-2-4-5-16,3 4 6 0,-1-1-17 0,1 5 0 0,-1-3-8 15,1 1 0-15,-1 2-11 0,1 1-6 16,-1-4-7-16,1-2-4 0,-2 1-3 0,-1-3 7 16,1 0-3-16,-1-4 38 0,-2 1-2 0,0-6 14 15,0 0 6-15,0 0-3 0,0 0-2 0,0 0-8 16,0 0-11-16,0 0-5 0,0 0-5 0,0 0-6 15,0 0-12-15,0 0-3 0,0 0-7 0,0 0-10 16,-19-24 0-16,22 11-2 0,1-2-3 0,2-2-16 16,-1 0-5-16,4 1-5 0,6 0 7 0,-3 1-18 15,3 1 8-15,-5 3-7 0,6 2 5 0,-6 2-9 16,0 4 1-16,3-3 1 0,-1 3-4 0,-1-1-6 16,3 5 1-16,0-1-4 0,-1 3 4 0,0 0 1 15,-1 5-2-15,-1-1-5 0,3 1 4 0,0 4 1 16,-3-1 2-16,1 1 1 0,-5-2 1 0,4 3-3 15,-5-1 1-15,-1 1 0 0,0-2-19 16,-1-2-21-16,-1 3-29 0,-1-2-28 0,-2-4-29 0,3 0-36 16,-3-6-23-16,4 12-27 0,-4-12-19 0,4 7-39 15,-4-7-44-15,1 5-173 0,-1-5-524 0,0 0 232 16</inkml:trace>
  <inkml:trace contextRef="#ctx0" brushRef="#br0" timeOffset="123659.62">18307 16843 117 0,'0'0'176'0,"8"-9"-8"0,-5 7-16 15,-3 2-5-15,0 0 1 0,5-3 2 0,-5 3-12 16,0 0 0-16,0 0 1 0,0 0-8 0,2 20-9 16,-2-13-6-16,0 0 0 0,0-7-8 0,1 12-7 15,1-4 1-15,0-1-9 0,-2-7-2 0,6 7 2 0,-1-2 9 16,-5-5 0-16,13 2 8 0,-13-2-4 0,18 0-7 16,-18 0-10-16,25-9 6 0,-13 4-8 15,-2-4-11-15,0 1 12 0,0 0 2 0,-3-1 5 16,1 1-7-16,-4-2-4 0,-2 3-11 0,-2 7-1 15,4-15 9-15,-4 15-9 0,-9-17-14 0,4 9-10 16,0 1-6-16,-4 0-5 0,-1 2-20 0,-1 0-6 16,0 0-24-16,-2 5-14 0,0 0-25 0,-1 1-29 15,3 2-35-15,-1 1-36 0,1-1-36 0,11-3-59 16,-13 6-92-16,8-2-187 0,5-4-570 16,0 0 253-16</inkml:trace>
  <inkml:trace contextRef="#ctx0" brushRef="#br0" timeOffset="123887.86">18627 16519 118 0,'0'0'247'0,"0"0"-11"16,0 0-9-16,-6-1-2 0,6 1-2 16,0 0 6-16,-6 21-8 0,6-9-2 0,-2 5-10 15,1 2-26-15,4 0-3 0,0 5-20 0,1 2-13 16,-3-7-11-16,2 0-16 0,1 9-5 0,0-1-15 15,1 0-5-15,-2-8-13 0,0 7-15 0,4-10-28 16,-4 1-33-16,1-1-39 0,0-5-52 0,-4 0-49 16,0 0-53-16,0-11-82 0,-1 16-211 0,1-16-519 15,0 0 230-15</inkml:trace>
  <inkml:trace contextRef="#ctx0" brushRef="#br0" timeOffset="124042.16">18538 16689 149 0,'0'0'205'16,"14"-3"-8"-16,-1 3-19 0,0-2-18 0,10 2-14 15,-2-1-16-15,9 1-20 0,2-2-51 0,-1 2-64 16,0-2-80-16,2 0-123 0,2-2-224 16,1 1 99-16</inkml:trace>
  <inkml:trace contextRef="#ctx0" brushRef="#br0" timeOffset="125959.35">19404 16735 202 0,'3'-11'275'0,"-3"11"10"15,0 0-8-15,3-12-19 0,-3 12-14 0,0 0-24 16,0 0-22-16,0 0-23 0,0 0-11 0,0 0-9 15,0 0 1-15,0 0-2 0,0 0 1 0,-7 41-19 16,2-22-3-16,1 6-15 0,0 0-11 0,-2 2-10 16,4-6-17-16,2 3-6 0,-2-6-4 0,2-1-8 15,3-1-6-15,2-5-8 0,-1-1-10 0,2 0 5 16,0-2 3-16,2-2-8 0,4 1 4 0,-2-5 4 16,3 1 5-16,1-3-12 0,-1-3-4 0,6-3-2 15,1-4-1-15,-3 6-7 0,-1-6 6 0,0 0-12 16,-2-2 4-16,0 0 0 0,-4 0-6 0,0-2 5 15,0 2-6-15,-3 0-9 0,3-3 12 0,-8 3-10 16,1-1 6-16,-2 2-11 0,2-1 5 0,-2 2 2 16,1-3-6-16,-1 4-6 0,-1 9 8 0,-1-16 4 15,1 16-10-15,2-11 3 0,-2 11-3 0,0 0-4 16,0-10-10-16,0 10 5 0,0 0 10 0,0 0-7 16,0 0-5-16,0 0 7 0,0 0 8 0,0 0-1 15,10 30-12-15,-6-19 9 0,1 4 2 0,-2 2-8 16,2-3 4-16,-1-2-9 0,0-1-1 0,2-3 18 15,0 2-9-15,1-1 3 0,-1-4 4 0,1 2-5 16,0-3 4-16,2-1 4 0,-9-3-3 16,19 4 6-16,-5-6-7 0,-1-1-1 0,6-3 10 15,-5-1-10-15,3-2 5 0,-3-2-4 0,1-1-1 16,-2 0-7-16,0-2 11 0,-3-1-5 0,0 1 1 16,1-3-1-16,-5 2 0 0,-2 4 6 0,1-6-3 0,-1 0-2 15,-2 5-4-15,0-4 7 0,-1 5-7 16,-1 0-4-16,0 11 9 0,0-16-4 0,0 16 1 15,-3-11 0-15,3 11 2 0,-1-11-3 0,1 11-2 16,0 0-5-16,0 0 3 0,-1-13 0 0,1 13 3 16,0 0-7-16,0 0 9 0,0 0-3 0,0 0 1 15,0 0-1-15,0 0-5 0,0 0 2 0,-7 32 2 16,7-32-9-16,0 17 17 0,0-8-18 0,2 2 19 16,-1-2-6-16,2 2-7 0,0-1 8 15,-1 1-4-15,1-2-1 0,0 0 3 0,1 0 1 0,0 1 0 16,0-1 0-16,1 1 2 0,-1-1 1 0,1 1-2 15,2-1-4-15,0 1-3 0,-1 0 10 0,1 0 0 16,0-1-1-16,1-1 5 0,-2 0-19 0,1 0 12 16,0-3-5-16,-2 1 7 0,-5-6-6 0,9 8 2 15,-4-3-1-15,-5-5 4 0,7 8-1 0,-7-8 4 16,7 6 0-16,-7-6-6 0,0 0 4 0,0 0-2 16,7 6 3-16,-7-6-1 0,0 0-4 0,0 0 5 15,0 0-1-15,0 0 2 0,0 0-4 0,0 0 4 16,0 0-11-16,-21 9 1 0,21-9 7 15,-12-2 4-15,12 2-6 0,0 0-2 0,-20-1-1 0,20 1-2 16,0 0 3-16,-16-2-3 0,16 2 1 0,0 0-5 16,-13-2 10-16,13 2-3 0,0 0 2 0,-9-4-3 15,9 4 2-15,0 0-9 0,0 0 7 16,0 0 1-16,-9-3 3 0,9 3-1 0,0 0-12 16,0 0 6-16,0 0-7 0,0 0 10 0,0 0 0 15,0 0-2-15,0 0-2 0,0 0 1 0,0 0 5 0,0 0-2 16,0 0 0-16,0 0 6 0,0 0-1 0,0 0-9 15,0 0 9-15,0 0-7 0,0 0 3 0,0 0-1 16,0 0 2-16,0 0-6 0,0 0 2 16,0 0 3-16,0 0 5 0,0 0-2 0,0 0-2 15,10-20-1-15,-10 20 1 0,0 0 1 0,0 0-2 16,0 0 2-16,0 0 0 0,0 0-8 0,0 0 11 16,0 0-8-16,0 0-4 0,0 0 11 0,0 0-2 15,11-3-2-15,-11 3 7 0,0 0-8 0,0 0 4 0,0 0-4 16,0 0 0-16,0 0 4 0,0 0 2 15,0 0-2-15,0 0-1 0,0 0-5 0,0 0 8 16,0 0-10-16,0 0 8 0,0 0-4 0,0 0 9 16,0 0-9-16,0 0-9 0,0 0 10 0,0 0 2 15,0 0 0-15,0 0 4 0,0 0-6 0,0 0 2 16,0 0-5-16,0 0 2 0,0 0 4 0,0 0-3 16,0 0 6-16,0 0-2 0,0 0-2 0,0 0-1 15,0 0 0-15,0 0 4 0,0 0-6 0,0 0 0 16,0 0 2-16,0 0-5 0,0 0 13 0,0 0-2 15,0 0-5-15,0 0 1 0,0 0-6 0,0 0 6 16,0 0 1-16,0 0-4 0,0 0-1 0,0 0 1 16,0 0 5-16,0 0-8 0,0 0 4 0,0 0 0 15,0 0 0-15,0 0-2 0,0 0 5 0,0 0-6 16,0 0 6-16,0 0-3 0,0 0-2 0,0 0 0 16,0 0 9-16,0 0-7 0,0 0 6 0,0 0-9 15,0 0 9-15,0 0-6 0,0 0-8 0,0 0 9 16,0 0 6-16,0 0 2 0,0 0-3 0,0 0-10 15,0 0 8-15,0 0-5 0,0 0-1 0,0 0 3 16,0 0 1-16,0 0 1 0,0 0-3 0,0 0-1 16,0 0 4-16,0 0 3 0,0 0-4 15,0 0 5-15,0 0-8 0,0 0 6 0,0 0-5 16,0 0-3-16,0 0 7 0,0 0-9 0,0 0 7 16,0 0 1-16,0 0-13 0,0 0 12 0,0 0 1 0,0 0-5 15,0 0 9-15,0 0-4 0,0 0-8 0,0 0 9 16,0 0 3-16,0 0 2 0,0 0-5 0,0 0-6 15,0 0 9-15,0 0 1 0,0 0-2 16,0 0-6-16,0 0-1 0,0 0 4 0,0 0-3 16,0 0 1-16,0 0-1 0,0 0-4 0,0 0 1 15,0 0 2-15,0 0-1 0,0 0 0 0,0 0 2 16,14 12 4-16,-14-12-11 0,0 0 7 0,0 0 2 16,0 0-2-16,11 3-9 0,-11-3 18 0,0 0-5 0,17 1-2 15,-17-1-2-15,13-3 1 0,-13 3 7 0,20-3 0 16,-10 3-4-16,2-4-1 0,-12 4-4 15,27-3-1-15,-10-4 4 0,-1 1 5 0,2 3 1 16,-2-4-6-16,2 0-1 0,-6 1 8 0,2 2-3 16,-4-1 1-16,4 0-3 0,-4-2-16 0,2 1 15 15,-1-2-4-15,-3 2 3 0,-8 6 5 0,13-13-2 16,-6 6 0-16,-7 7 2 0,11-11 0 0,-8 3-9 16,-3 8 9-16,7-14 2 0,-7 14-14 0,1-16 8 15,-1 16 0-15,0 0 2 0,-1-22-6 0,1 22 5 16,-5-13-5-16,5 13-1 0,-11-12 9 0,11 12-10 15,-12-10-2-15,7 9 5 0,5 1 5 0,-9-5-3 16,9 5 2-16,-14 0-10 0,14 0 4 0,-17 10 1 16,7-2-4-16,-2 1 1 0,2 5-1 0,0 0-6 15,0 0 9-15,-1 9-2 0,5-5-1 0,3-1 9 16,-2-6-3-16,5 6-14 0,0-6-26 0,4 1-22 16,1-2-25-16,0-1-22 0,4-1-20 0,3-2-10 15,4-5-12-15,5 2-15 0,6-7-30 0,-5 2-25 16,4-5-33-16,2-2-31 0,-6 5-154 15,-4-1-474-15,8-6 210 0</inkml:trace>
  <inkml:trace contextRef="#ctx0" brushRef="#br0" timeOffset="126638.33">20381 16715 82 0,'0'0'205'0,"-2"-13"0"16,2 13-6-16,0 0-5 0,-1-7-6 15,1 7-11-15,0 0-1 0,0 0-13 0,0 0-10 16,-2-6-14-16,2 6-14 0,0 0-11 0,0 0-5 15,0 0-1-15,0 0 4 0,-9 33-2 0,5-17-21 16,1 8-2-16,2 3 2 0,-1-1-2 0,2 2-5 16,1-1-12-16,0 0-1 0,-1 2-4 0,0-1-11 15,1-2 1-15,-2 0-8 0,2-1-8 0,1-4-2 16,-2-1-1-16,0-2-5 0,0 0-3 0,0-5-2 16,1-1 2-16,-1-2-8 0,0 1-1 0,1-5-2 15,1 1-2-15,-2-7-1 0,-2 10 1 0,2-10 4 16,-1 8 17-16,1-8 6 0,0 0-7 0,0 0 6 15,0 0-9-15,0 0 7 0,0 0 2 0,0 0-10 16,0 0-2-16,0-38 1 0,-3 21-7 0,3 0-8 16,-3-2 3-16,3-9-20 0,0 1 14 0,-2-1-7 15,0 0-6-15,2-6-2 0,1 1-4 16,-1 0 1-16,4-2-8 0,1 2 1 0,0-5 4 0,1 8-2 16,1-2 4-16,2 3-1 0,-1 4-1 15,2 2 1-15,-1 7-1 0,0 3-9 0,1 3 11 0,3 0-4 16,-2 2-3-16,4 2 6 0,2 1-5 15,0 2 5-15,2 4-1 0,-1 1-7 0,1 1-21 0,-2 4-24 16,2 2-24-16,-4 3-24 0,2-4-13 16,-3 6-48-16,-2-3-56 0,0 2-69 0,-7-3-174 15,1-1-507-15,-1 1 225 0</inkml:trace>
  <inkml:trace contextRef="#ctx0" brushRef="#br0" timeOffset="127142.65">20461 16876 163 0,'0'0'197'0,"0"0"-14"0,2 9-8 0,-2-9-14 16,18 2-17-16,-8-3 2 0,2-1-15 0,5 1-11 16,2-1-3-16,0 0-12 0,1-2 6 0,-1-1-6 15,-4 0-6-15,2-4-9 0,-4 5-9 16,-1-1 6-16,-1-1 1 0,-2 4-2 0,-2-2 2 0,-2 3 5 15,-5 1 0-15,10 0-3 0,-10 0-4 0,0 0-6 16,10-3-6-16,-10 3-4 0,0 0-11 0,0 0-1 16,0 0 2-16,-3 25-5 0,-1-15-5 0,1-1-7 15,1 6 5-15,-1-4-11 0,1-1-2 16,0 1-3-16,4-2-10 0,-1 3 3 0,0-3-3 16,2 1-12-16,2-2 8 0,0 1 0 0,3-5 0 15,-1 0 3-15,1-2-6 0,4 2 2 0,4-4-3 0,-3 1 2 16,0-3 4-16,1-1 5 0,-1 0-1 15,-1-3 1-15,0-1 0 0,1 3-6 0,-3-1 11 16,-2-5 4-16,2 1-6 0,-4 1-2 0,1-1-13 16,-3-1 11-16,-1-2 0 0,2 0-3 0,-2 2 3 15,-3-3-9-15,1 4 2 0,-1 9-3 0,0-13 4 16,0 13 1-16,0 0-6 0,-1-15 5 0,1 15-24 16,0 0 6-16,2-10 3 0,-2 10 7 0,0 0-15 15,0 0 12-15,0 0 8 0,0 0-6 0,0 0 0 16,2 41-1-16,-1-31 4 0,2 0-15 0,-1 0 5 15,2 1 4-15,0-1-13 0,2 0-12 0,1 1-28 16,-5-5-23-16,3-1-18 0,3-1-22 0,1 0-19 16,-9-4-26-16,18-2-30 0,-5-1-39 0,-1-3-31 15,-1-1-44-15,0-1-154 0,-2 0-489 0,4-5 218 16</inkml:trace>
  <inkml:trace contextRef="#ctx0" brushRef="#br0" timeOffset="127340.43">21196 16595 29 0,'-1'-9'212'16,"1"9"9"-16,-1-16 9 0,1 16-4 0,0-12-24 0,0 12-9 16,0 0-9-16,0 0 13 0,0 0 14 0,0 0-1 15,-11 32-9-15,9-13-12 0,-3 9-3 0,0 1-14 16,1 0-18-16,0 3-17 16,-1 4-6-16,0 9-21 0,1-13-8 0,3 1-17 0,-2 0-24 15,3-5-51-15,0 0-54 0,1-3-59 0,1-6-72 16,0-1-107-16,-2-3-227 0,1-3-550 0,-1-12 244 15</inkml:trace>
  <inkml:trace contextRef="#ctx0" brushRef="#br0" timeOffset="127467.03">21384 16957 3311 0,'0'0'269'16,"9"-8"-197"-16,-9 8-35 0,6-4-17 0,-6 4 0 15,0 0-3-15,0 0-2 0,0 0-10 0,0 0 6 16,0 0-19-16,6 14-63 0,-6-14-63 0,0 0-109 15,-10 17-311-15,10-17-600 0,-11 13 266 0</inkml:trace>
</inkml:ink>
</file>

<file path=ppt/ink/ink1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02:13.833"/>
    </inkml:context>
    <inkml:brush xml:id="br0">
      <inkml:brushProperty name="width" value="0.05292" units="cm"/>
      <inkml:brushProperty name="height" value="0.05292" units="cm"/>
      <inkml:brushProperty name="color" value="#FF0000"/>
    </inkml:brush>
  </inkml:definitions>
  <inkml:trace contextRef="#ctx0" brushRef="#br0">8245 4305 36 0,'0'0'54'0,"-14"-3"9"0,8 0-14 16,6 3 2-16,-13-4-1 0,5 2-4 0,2 0-3 16,6 2 5-16,-10-3-4 0,10 3 5 15,-8-3-8-15,8 3 4 0,-8-3-10 0,8 3 0 16,0 0-4-16,-11-2-11 0,11 2 8 0,-7-2-14 15,7 2 6-15,-10-3-7 0,10 3 5 0,-9-1 2 16,9 1-1-16,-9-1-7 0,9 1-14 0,0 0 6 16,-12-1 5-16,12 1 2 0,0 0-4 0,-12 0-5 15,12 0 1-15,-9 1-6 0,9-1 8 0,-10 1 2 16,10-1-7-16,-8 1 3 0,8-1 2 0,-9 2-3 16,9-2-1-16,-10 1 4 0,2 1-2 0,8-2-6 15,-15 3-6-15,6-1 9 0,-4 2-5 0,0-2 11 0,-3 4-2 16,-1-2 0-16,3-3 1 0,-2 3-6 15,-2 1 2-15,5-2-2 0,-2-1 4 0,2 0 3 16,-2 1-10-16,2-1 0 0,0 0 8 0,3 0-3 16,-2-1 4-16,2 1 2 0,2-1-7 0,8-1-6 15,-13 2 7-15,8-1-2 0,5-1 4 0,-10 0-3 16,10 0-2-16,0 0-1 0,0 0-8 0,-11 0 15 16,11 0 6-16,0 0-10 0,0 0-8 0,0 0 4 15,-7 3 2-15,7-3 2 0,0 0-4 0,0 0 4 16,0 0-2-16,0 0 6 0,0 0-10 0,0 0 8 15,0 0-6-15,0 0 5 0,0 0 3 0,0 0-7 16,0 0 0-16,0 0 3 0,20 8 4 0,-14-7 3 0,3 2-3 16,0-2 1-16,2 2 5 0,3-1 0 0,3-1-3 15,3 0-11-15,1 1 6 0,-1 0 4 16,8-2 2-16,4 3 2 0,-2-1-7 0,-1 2 11 16,3-1-7-16,0-2 6 0,-2 0-8 0,1 1 0 15,0-1-6-15,6 0 12 0,-1 1-10 0,-2-1 4 0,0 2 0 16,0-3 2-16,1 3-3 0,-2 1-1 15,1-1-3-15,-2-3-3 0,4 1-5 0,-1 4 11 16,-1-2 7-16,1 0-1 0,0-1 3 0,1 3-6 16,-1-4-12-16,2 5 13 0,0-4-14 0,0 3-2 15,1-2 9-15,-1 2 1 0,3 1 5 0,0 0-4 0,-3-2-3 16,1-1 5-16,13 5 1 0,-13-5-8 16,2 1 15-16,13 0-14 0,-2 4 1 0,-13-4-1 15,14 1 8-15,-1 2-4 0,-1-2-3 0,-10 0-1 16,12 0 7-16,-1-3-5 0,2 4 5 0,-2 0 10 15,-10-1-20-15,9-3 13 0,-12 3-7 0,13 3-2 0,-11-4 6 16,11 1 3-16,1 3-1 0,-13-8-19 0,-1 4 10 16,14-2 4-16,-1 5-2 0,-11-4 6 15,14 0-4-15,-3 1 4 0,3-3 0 0,-2 3-9 16,-1 1 12-16,1-4 4 0,-14 0-8 0,1 2 5 16,15-3-9-16,-2 0 3 0,-12 2 6 0,12-1-7 15,-13 3 4-15,12-4-1 0,-14 0-2 0,15 2 0 0,-15 0 1 16,14 0 9-16,-1 1-12 0,-13-1 10 15,3-1 1-15,11 3-16 0,-13-2 4 0,1 2-4 16,-2-1 5-16,1-3 1 0,3-1 1 0,-3 2 0 16,15 3 0-16,-15-2 5 0,2-1-1 0,-1 1-3 15,15 2 0-15,-16-1-4 0,13 3 1 0,-11-6 9 0,0 1-13 16,-1 2 5-16,2-3-4 0,8 6 3 0,-11-1-1 16,0-2-6-16,13 4 5 0,-12-3 0 15,-3-1 5-15,3 2-13 0,-3-2 12 0,-1 2-5 16,-1-2 3-16,2 0 3 0,-4 2-8 0,1-2 5 15,-1 1 3-15,-3-2 2 0,0 4-8 0,0-2 3 16,0-2 3-16,-2-1-5 0,-4-1-3 0,0 3 0 16,-1-2 2-16,-2 1 6 0,-1 0-3 0,0-1-1 15,-4 1-7-15,-3-2-3 0,1 1 6 0,-5 0-16 16,1-2-13-16,-9 1-9 0,13 0-21 0,-4 0-20 16,-9 0-106-16,11-1-203 0,-11 1 91 0</inkml:trace>
  <inkml:trace contextRef="#ctx0" brushRef="#br0" timeOffset="813.38">14763 4733 71 0,'-11'-2'78'0,"11"2"-7"16,-8-2-4-16,8 2-5 0,0 0-10 0,-6-5-4 15,6 5-8-15,0 0-2 0,-6-5-6 0,6 5 2 16,0 0-2-16,0 0-7 0,0 0-3 0,0 0-7 15,0 0-4-15,0 0 1 0,0 0 4 0,0 0-2 16,0 0-11-16,0 0-1 0,0 0 18 0,0 0-22 16,25 2 2-16,-5-4-3 0,7 4 6 0,2-2-1 15,5 3-4-15,5-2 10 0,13 3-1 0,3-2 3 16,1 1-9-16,-1-1 9 0,0 3 1 0,3-3 1 16,-1 2 3-16,0-1 1 0,3-2-8 0,-3 3 6 15,3-3-7-15,-2 4-1 0,-1-5-4 0,-1 2-1 16,2-1 1-16,-2 1-3 0,3-1-5 0,-1 1-2 15,2-4-3-15,1 5 5 0,-2-3-11 0,2 0 10 16,2 0-8-16,1 0 3 0,-2-3 1 0,1 3 3 16,-3-2 2-16,0 2-2 0,-5-1 3 0,-4 1-7 15,0-1 1-15,-14 2 2 0,14-2 9 0,-16 3-5 16,-2-2-7-16,2 1 8 0,-1-2 3 0,-2 2 3 16,0-1-1-16,0 1 3 0,-1 1-3 0,2-1 5 15,0-1 2-15,-1 2 0 0,1-1 6 0,-1-1-6 16,1 2-4-16,-2-2 17 0,-1 0-14 0,-4 0 3 15,-4 0 0-15,-1 2 6 0,0-2-4 0,1 1-1 16,-5-1 2-16,4 1 9 0,2-1-10 0,-3 2 0 16,0-2 9-16,-2-2-6 0,0 2 6 0,-4 0-13 15,2 0 16-15,-2 0 3 0,-1 0-8 0,-1 0 5 16,3 0-4-16,-3-1 1 0,2 1-7 0,-2-1 9 16,-1-1-12-16,3 2 0 0,-4-1 3 0,3 1-2 15,-6 0-5-15,-7 0 14 0,13-1-2 0,-13 1-13 16,12 0-10-16,-12 0 0 0,7-1-12 0,-7 1-23 15,7-2-23-15,-7 2-5 0,7-4-11 0,-7 4-12 16,7-6-60-16,-7 6-162 0,5-7 72 0</inkml:trace>
  <inkml:trace contextRef="#ctx0" brushRef="#br0" timeOffset="1898.81">8048 5199 22 0,'-19'0'23'16,"0"3"3"-16,0 0-4 0,2 0 3 0,-1-2-6 15,2 1 1-15,-3 0-8 0,6 1 4 0,-1-1-4 0,-3 0-3 16,4-1-4-16,2 2 8 0,-2 0-5 0,2 1-2 16,-1-1-5-16,-1 1 2 0,2-1-6 15,-2 2 0-15,0 0-7 0,2-2-28 0,-5 2-41 16,6-1 18-16</inkml:trace>
  <inkml:trace contextRef="#ctx0" brushRef="#br0" timeOffset="3404.06">7633 5292 25 0,'-9'3'9'0,"9"-3"9"16,0 0 3-16,-11 0 0 0,11 0 1 15,0 0 2-15,-8 1 1 0,8-1 1 0,0 0 5 16,0 0 0-16,0 0-1 0,0 0 7 0,0 0-6 16,0 0-8-16,0 0-3 0,0 0-3 0,0 0 8 15,0 0-3-15,0 0-3 0,0 0 1 0,18-15-1 0,-12 13-1 16,-6 2 8-16,13-2-6 0,-7 1 7 0,3-2-6 15,2 3 9-15,-1-2-1 0,4 1-3 16,-1 0-3-16,6 0 10 0,-1-1-6 0,2 2 8 16,2 0-8-16,6 0 7 0,0-2 2 0,0 4-7 15,0-4-2-15,2 4 1 0,0-4 1 0,1 4-3 16,1-2 0-16,1 0 1 0,3 2-13 0,-3 0 8 16,6-1-3-16,-1 1-2 0,0-4 1 0,3 5 1 15,-3-2-12-15,15-1 4 0,-15 1-2 0,13 0-1 16,-12 1 4-16,12 4 1 0,-1-4-2 0,-13 0-1 15,15 4-3-15,-13-5 6 0,12 3-6 0,-14-2-5 16,1 0 2-16,1 1 10 0,12 0-8 0,-13 1 2 16,1-1-6-16,0-2 2 0,13 6 2 0,-12-5-4 15,12 3-2-15,-15-3-1 0,17 4 5 0,-15-3-3 16,14-3 3-16,-14 3 2 0,14 1-7 0,-1 1 8 16,-1-3-7-16,0 0 2 0,-13 0 1 0,15 0 1 0,-16-2 3 15,16 2-3-15,-15-1-1 0,13 0-7 0,-10 2 10 16,9-3-3-16,-12 0-1 0,1 0-3 0,0 0 2 15,14 2 3-15,-14-4 1 0,12 1-10 16,-11 2 11-16,11 1-14 0,-11-1 7 0,11 3 3 16,-15-2 7-16,1 2-11 0,0-3-5 0,-1-1 22 15,-1 0-7-15,0 2-8 0,-1 0 0 0,-2 1-11 0,4-2 16 16,0 2-5-16,-3 0-3 0,5-1 5 16,-1 1 3-16,1 0-6 0,-3-2 4 0,2 1 4 15,3-1-8-15,-4 2 5 0,2 1-6 0,1-2 4 16,0 0 5-16,-2 0-7 0,1-1 5 0,0 0-7 15,0 1 2-15,1-1 8 0,-3 2-5 0,3 0-12 0,-2-3 7 16,0 0 3-16,1 0 3 0,-2 2-3 16,1-2-3-16,1 1 3 0,1 1 5 0,-4 0-9 0,2-2 9 15,-1 2 4-15,1 0-7 0,0-1-1 16,-2 2-3-16,-1-3 6 0,0 1-4 0,0 2 1 16,1-5 1-16,1 4-3 0,-3-2-5 0,2 0 4 0,-1 3-5 15,-1-2 12-15,1 2 3 0,-2-2-13 0,1-1 2 16,0 2 6-16,1-2-3 0,-2 1-3 0,-1-2 6 15,-1 1-5-15,3 1 2 0,-2-2 3 16,-1 2-5-16,3-2 5 0,-4 2-3 0,1-1 1 16,-1 0-2-16,0 0 0 0,3 0 2 0,-5 0 2 15,4 2-5-15,-4-2 5 0,2 2-2 0,3-2 8 16,-3 1-3-16,1-1-8 0,3 3-1 0,1-2 4 0,-1 0-6 16,1 2 1-16,2-2-1 0,-3 1 3 15,-1 0-3-15,-1-1 4 0,3 2 0 0,-3 0-4 16,4-3-1-16,-4 3 8 0,1 0 0 0,-1-3-2 0,2 1 4 15,-5 0-4-15,3 1 3 0,-4 1-8 16,1-3-1-16,1 3 8 0,-3-4-4 0,3 2 0 16,2 0-1-16,-1-1 5 0,-1 4-2 0,2-4-5 15,-2 0 14-15,1 1-10 0,-8-1 8 0,7-1 0 0,-1 2-8 16,-2 1 6-16,5-2-7 0,-10-2 0 0,6 4 3 16,-5-1-4-16,-2-1-3 0,10 1-2 0,-10-3 5 15,9 3-3-15,-8-1 3 0,2 2 7 0,-2-3 2 16,8 1-6-16,-10-1 4 0,4 1 7 0,-1 0-16 15,-2-1 6-15,0-1-3 0,2 2 0 0,-1-1 4 16,1 2-1-16,7-3-1 0,-7 2 0 0,8-3 0 16,-8 5 3-16,6-2-2 0,0 1-3 0,0 0-5 15,-2 0 5-15,-3-1-3 0,-1 2 3 0,1-1 2 16,6 1 2-16,-3 0-6 0,2-2 3 16,-8 0 1-16,7 1-1 0,-4 1-3 0,-2-2 7 15,-2 2 0-15,4-1-4 0,-4 0 1 0,1-2 1 16,2 2 10-16,-3 1-11 0,2-1-4 0,-4 0 1 0,5-1 1 15,-3 0-1-15,1-1-2 0,1 1 7 0,1 0-6 16,-4 0 4-16,2-1-4 0,2 2 8 16,-4 0-6-16,1-2 4 0,-1 1-4 0,-3-3-1 0,-2 3 4 15,6 0-3-15,-7 0 4 0,-1 2 1 16,1-2 0-16,-2 0-5 0,0 0 4 0,-2 1 4 0,-8-1 0 16,17-3 0-16,-12 5 3 0,-5-2-10 0,15-2 12 15,-7 2-7-15,-8 0 2 0,17 0 7 16,-10 0-3-16,-7 0-5 0,15 0 2 0,-8 0 2 0,-7 0-3 15,11 2-2-15,-11-2 6 0,14-2 1 0,-7 2 0 16,-7 0-2-16,11-1 2 0,-11 1 1 0,12 0 0 16,-12 0 2-16,6 0-5 0,-6 0 4 0,0 0 3 15,9-3 0-15,-9 3 0 0,0 0 2 0,0 0 2 16,0 0-5-16,0 0 1 0,0 0-1 0,0 0 4 16,10 3-8-16,-10-3 3 0,0 0-2 0,0 0-5 15,0 0 4-15,0 0 0 0,0 0-2 0,0 0 1 16,0 0-4-16,0 0 2 0,0 0-1 0,0 0-4 15,0 0 2-15,0 0-1 0,0 0 3 0,0 0-3 16,0 0 1-16,0 0-2 0,8 1 2 0,-8-1 1 16,0 0-1-16,0 0-5 0,0 0 1 0,0 0 2 15,0 0 1-15,0 0-2 0,0 0-1 0,0 0 2 16,0 0 1-16,0 0-3 0,0 0 2 0,0 0-3 16,0 0 3-16,0 0-4 0,0 0-1 0,0 0 2 15,0 0-3-15,0 0 8 0,0 0 0 0,0 0-4 16,0 0-1-16,0 0-2 0,0 0 4 0,0 0-1 15,0 0-1-15,0 0 1 0,0 0 0 0,0 0 2 16,0 0 1-16,0 0-3 0,0 0-6 0,0 0 6 16,0 0-3-16,0 0 0 0,0 0-2 0,0 0 3 15,0 0-1-15,0 0 1 0,0 0 1 0,0 0-6 16,0 0-8-16,0 0-9 0,0 0-11 0,0 0-14 16,0 0-12-16,0 0-9 0,0 0-25 0,0 0-4 15,0 0-9-15,0 0-12 0,0 0-9 0,0 0-116 16,0 0-262-16,0 0 117 0</inkml:trace>
  <inkml:trace contextRef="#ctx0" brushRef="#br0" timeOffset="6389.42">24713 11394 49 0,'4'-9'67'0,"-4"9"-2"0,0 0-7 0,0 0 2 15,0 0-10-15,3-7-8 0,-3 7 4 0,0 0-10 16,0 0 5-16,0 0-8 0,0 0 0 0,0 0-8 16,0 0 2-16,2-5-4 0,-2 5-4 0,0 0-2 15,0 0-3-15,0 0 1 0,0 0 2 0,0 0-14 16,0 0-6-16,0 0 2 0,0 0-16 0,0 0-7 16,0 0-9-16,0 0-4 0,0 0-9 0,0 0-51 15,0 0-105-15,0 0 48 0</inkml:trace>
  <inkml:trace contextRef="#ctx0" brushRef="#br0" timeOffset="7458.91">26182 11469 23 0,'0'0'47'0,"0"0"0"15,0 0-4-15,0 0-4 0,0 0 5 0,0 0-5 16,0 0-3-16,0 0-4 0,0 0-3 0,-2-7 1 16,2 7-2-16,0 0-6 0,0 0-4 0,0 0 0 15,0 0 2-15,0 0-7 0,0 0 1 0,0 0 6 16,0 0-10-16,0 0 5 0,0 0-9 0,0 0 9 15,0 0-9-15,0 0-4 0,0 0 4 0,0 0-3 16,0 0-1-16,0 0 4 0,0 0 3 0,0 0-9 16,0 0 5-16,0 0-3 0,0 0-1 0,0 0 3 15,0 0-6-15,0 0 8 0,0 0 1 0,0 0-8 16,0 0 9-16,0 0-5 0,0 0 2 0,0 0 7 16,0 0-9-16,0 0 7 0,0 0-6 0,0 0 3 15,0 0 4-15,0 0-6 0,0 0 2 0,0 0-3 16,0 0 5-16,0 0-1 0,0 0-7 0,0 0 6 15,0 0-2-15,0 0-4 0,0 0-1 0,0 0-20 16,0 0 4-16,0 0-13 0,0 0-2 0,0 0-11 16,0 0-19-16,0 0-36 0,0 0-103 0,0 0 46 15</inkml:trace>
  <inkml:trace contextRef="#ctx0" brushRef="#br0" timeOffset="8045.94">24711 11340 42 0,'0'0'45'0,"0"0"-4"0,0 0-3 16,0 0-5-16,0 0-4 0,0 0-3 0,0 0-3 15,0 0-3-15,0 0-8 0,0 0-5 0,0 0-8 16,0 0-15-16,-3 18-7 0,3-18-23 0,0 0-51 15,0 0 23-15</inkml:trace>
  <inkml:trace contextRef="#ctx0" brushRef="#br0" timeOffset="8825.12">26304 11493 37 0,'0'0'47'16,"0"0"-12"-16,0 0 3 0,0 0-3 0,0 0-2 16,0 0-5-16,-11 0-4 0,11 0-3 0,0 0 3 15,0 0-4-15,0 0-7 0,0 0-12 0,0 0 10 16,0 0 2-16,0 0-5 0,0 0 4 0,0 0-3 15,0 0-5-15,0 0-1 0,0 0-11 0,0 0-6 16,0 0-4-16,0 0-11 0,0 0-30 0,0 0-61 16,0 0 27-16</inkml:trace>
  <inkml:trace contextRef="#ctx0" brushRef="#br0" timeOffset="11430.89">21594 7106 30 0,'0'0'60'0,"1"-7"-8"0,-1 7-5 0,0 0 4 16,0 0-6-16,0 0-3 0,0 0 0 0,0 0-2 15,0 0-7-15,0 0 10 0,0 0-6 0,0 0-10 16,0 0 4-16,0 0-5 0,0 0 3 0,0 0-3 15,0 0-3-15,0 0-1 0,0 0 4 0,0 0-1 16,0 0 0-16,0 0 6 0,0 0-5 0,0 0-2 16,0 0-8-16,0 0 5 0,0 0-6 0,0 0 12 15,0 0-7-15,0 0 0 0,0 0 5 0,0 0-3 16,0 0-10-16,0 0 6 0,0 0-12 0,0 0 7 16,0 0-6-16,0 0-1 0,0 0 2 0,0 0 2 15,0 0-3-15,0 0-3 0,0 0 2 0,0 0-1 0,0 0 6 16,0 0-7-16,4-6-3 0,-4 6 26 0,0 0-26 15,0 0-4-15,0 0 3 0,0 0-13 16,0 0 21-16,0 0-9 0,0 0 5 0,0 0-5 16,0 0 1-16,0 0-4 0,0 0 7 0,0 0 6 0,0 0-11 15,0 0 5-15,0 0-2 0,0 0-1 0,0 0-2 16,0 0-2-16,0 0 0 0,0 0 9 16,0 0-4-16,0 0 0 0,0 0-1 0,0 0-9 15,0 0 1-15,0 0-3 0,0 0-11 0,0 0-7 16,0 0-1-16,0 0-14 0,0 0-4 0,0 0-8 0,0 0-9 15,9-3-7-15,-9 3-59 0,0 0-141 0,0 0 62 16</inkml:trace>
  <inkml:trace contextRef="#ctx0" brushRef="#br0" timeOffset="12359.87">21420 8849 62 0,'0'0'95'0,"0"0"-9"16,0 0-9-16,0 0-16 0,0 0 8 0,0 0-2 15,0 0-4-15,0 0-7 0,0 0 3 0,0 0-17 16,0 0 4-16,0 0-7 0,0 0-7 0,0 0-7 16,0 0 2-16,0 0-14 0,0 0-16 15,0 0-12-15,0 0-16 0,0 0-13 0,0 0-32 16,0 0-49-16,0 0-136 0,0 0 60 0</inkml:trace>
  <inkml:trace contextRef="#ctx0" brushRef="#br0" timeOffset="15259.24">21651 7090 8 0,'0'0'7'0,"0"0"-1"16,0 0-3-16,0 0 0 0,0 0 0 15,0 9 4-15,0-9-6 0,0 0 0 0,0 0 6 16,0 0-3-16,0 0-1 0,0 0 1 0,0 0 0 16,0 0-3-16,0 0-1 0,0 0-1 0,0 0 2 15,0 0 1-15,0 0 1 0,0 0-4 0,0 0 5 16,0 9 0-16,0-9-2 0,0 0 0 0,0 0 4 16,0 0 0-16,0 0 8 0,0 0-9 0,0 0 4 15,0 0-1-15,0 0-2 0,0 0 2 0,0 0 3 16,0 0 0-16,0 0 1 0,0 0 0 0,0 0 1 15,0 0 4-15,0 0 0 0,0 0 0 0,0 0-5 16,0 0 1-16,0 0 8 0,0 0-4 0,0 0-1 16,0 0-2-16,0 0 3 0,0 0-1 0,0 0 2 15,0 0-1-15,0 0-5 0,0 0 0 0,0 0 3 16,0 0-13-16,0 0 9 0,0 0-3 0,0 0 1 16,0 0 0-16,0 0-6 0,0 0 3 0,0 0 0 15,0 0-4-15,0 0 10 0,0 0-9 0,0 0 1 16,0 0-2-16,0 0 8 0,0 0-4 0,0 0-6 15,0 0 0-15,0 0 6 0,0 0-4 0,0 0-2 0,0 0-2 16,0 0 8-16,0 0-2 0,0 0-4 0,0 0-13 16,0 0 10-16,0 0-3 0,0 0 12 0,0 0 1 15,0 0-7-15,0 0 7 0,0 0-4 16,0 0 0-16,0 0-3 0,0 0 0 0,0 0-2 16,0 0-1-16,0 0 3 0,0 0 1 0,0 0 2 0,0 0-3 15,0 0 1-15,0 0 2 0,0 0-4 0,0 0 0 16,0 0 0-16,0 0 0 0,0 0 1 15,0 0 1-15,0 0-1 0,0 0 1 0,0 0 3 16,0 0 0-16,0 0-6 0,0 0 3 0,0 0-3 16,0 0 4-16,0 0 1 0,0 0-3 0,0 0-3 0,0 0-8 15,0 0-2-15,0 0 15 0,0 0-3 16,0 0 7-16,0 0-5 0,0 0 2 0,0 0-4 16,0 0 0-16,0 0 3 0,0 0 0 0,0 0 2 15,0 0-4-15,0 0 6 0,0 0-8 0,0 0-3 0,0 0 4 16,0 0 2-16,0 0-1 0,0 0 2 0,0 0 1 15,0 0-6-15,0 0-4 0,0 0 1 0,0 0 5 16,0 0-7-16,0 0 3 0,0 0 7 16,0 0-2-16,0 0-3 0,0 0 3 0,0 0-2 15,0 0-1-15,0 0-1 0,0 0 8 0,0 0-2 0,0 0-2 16,0 0 1-16,0 0 1 0,0 0-7 0,0 0 1 16,0 0 2-16,0 0-1 0,0 0 2 0,0 0-1 15,0 0 0-15,0 0-1 0,0 0-2 0,0 0 0 16,0 0 6-16,0 0-6 0,0 0-2 0,0 0 5 15,0 0-3-15,0 0 0 0,0 0 4 0,0 0-1 16,0 0-3-16,0 0 0 0,0 0 3 0,0 0 3 16,0 0 1-16,0 0-5 0,0 0 4 0,0 0-1 15,14-15 2-15,-14 15-2 0,0 0-3 0,0 0 4 16,0 0-1-16,0 0-2 0,0 0-3 0,0 0 4 16,0 0 2-16,0 0 3 0,0 0-1 0,0 0-2 15,0 0-6-15,0 0 0 0,0 0 7 0,0 0-13 16,0 0 8-16,0 0-2 0,0 0 0 0,0 0-3 15,0 0 3-15,0 0-3 0,0 0 1 0,0 0 2 16,0 0 0-16,0 0-2 0,0 0 6 0,0 0-3 16,0 0-1-16,0 0 4 0,0 0-3 0,0 0-3 15,0 0 6-15,0 0 1 0,0 0 2 0,0 0-6 16,0 0 5-16,0 0-3 0,0 0 4 0,0 0-7 16,0 0 2-16,0 0 5 0,0 0 1 15,0 0-7-15,0 0 2 0,0 0 3 0,0 0-3 0,0 0 5 16,0 0-5-16,0 0-3 0,0 0 5 0,0 0 0 15,0 0 0-15,0 0 1 0,0 0 0 0,0 0-5 16,0 0 4-16,0 0 0 0,0 0-3 0,0 0-3 16,0 0 1-16,0 0 7 0,0 0-2 0,0 0 3 15,0 0-1-15,0 0-4 0,0 0 5 0,0 0-3 16,0 0-3-16,0 0 1 0,0 0 7 0,0 0-8 16,0 0 6-16,0 0-8 0,0 0 7 0,0 0-1 15,0 0-8-15,0 0 7 0,0 0-1 0,0 0 3 16,0 0 0-16,0 0 0 0,0 0 2 0,0 0-4 15,0 0 0-15,0 0-2 0,0 0 4 0,0 0-1 16,0 0 0-16,0 0-3 0,0 0 2 0,0 0 7 16,0 0-3-16,0 0-5 0,0 0 5 0,0 0-4 15,0 0-2-15,0 0 4 0,0 0 6 0,0 0-6 16,0 0-1-16,0 0-2 0,8-3 2 0,-8 3 3 16,0 0-5-16,0 0 1 0,0 0 1 0,0 0 2 15,0 0-7-15,0 0 3 0,0 0 3 0,0 0-6 16,0 0-2-16,0 0 7 0,0 0-1 0,0 0 0 15,0 0 0-15,0 0 0 0,0 0-1 0,0 0 4 16,0 0-3-16,0 0 2 0,0 0-6 0,0 0 1 16,0 0-3-16,0 0 7 0,0 0-2 0,0 0 1 15,6-2-1-15,-6 2 4 0,0 0-1 0,0 0-3 16,0 0 2-16,0 0-2 0,0 0 3 0,0 0 1 16,0 0-3-16,0 0-2 0,0 0 2 0,0 0 0 15,0 0 2-15,0 0 0 0,0 0-8 0,0 0 5 16,0 0 1-16,0 0-1 0,0 0-3 0,0 0 0 15,0 0 4-15,0 0 6 0,0 0-5 0,0 0 1 16,0 0-10-16,0 0 8 0,0 0 2 0,0 0-3 16,0 0 3-16,0 0-3 0,0 0-3 0,0 0-3 0,0 0 2 15,0 0-1-15,0 0 3 0,0 0-6 16,0 0 6-16,0 0 0 0,0 0-2 0,5-2-2 16,-5 2 0-16,0 0 2 0,0 0 5 0,0 0-9 15,0 0 9-15,0 0 0 0,0 0-2 0,0 0-4 0,0 0 3 16,0 0-1-16,0 0 2 0,0 0-1 0,0 0 6 15,0 0-3-15,0 0 0 0,0 0-3 16,0 0 0-16,0 0-6 0,0 0 7 0,0 0-5 16,0 0 4-16,0 0-4 0,0 0 5 0,0 0-10 15,0 0 7-15,0 0 2 0,0 0 0 0,0 0 0 0,0 0 2 16,0 0 0-16,0 0-2 0,0 0 3 16,0 0-2-16,0 0 1 0,0 0 1 0,0 0 1 15,0 0-2-15,0 0 4 0,0 0-3 0,0 0 2 16,0 0-1-16,0 0 2 0,0 0-1 0,0 0 1 15,0 0 0-15,0 0-5 0,0 0 5 0,0 0 2 0,8-3 3 16,-8 3-3-16,0 0-5 0,0 0 2 0,0 0 2 16,0 0-3-16,4-5 4 0,-4 5-5 0,0 0-2 15,0 0 4-15,0 0 3 0,0 0-8 16,7-3-2-16,-7 3-4 0,0 0 2 0,0 0-5 0,0 0-2 16,0 0-3-16,0 0-13 0,0 0-33 0,7-4 14 15</inkml:trace>
  <inkml:trace contextRef="#ctx0" brushRef="#br0" timeOffset="36116.83">16323 9225 36 0,'3'-6'56'0,"-3"6"-2"0,0 0-7 0,0 0-9 16,4-6-1-16,-4 6-4 0,0 0-4 0,0 0-5 15,0 0 1-15,0 0-1 0,0 0-5 0,0 0-8 16,0 0 2-16,3-5 5 0,-3 5-5 0,0 0-9 16,0 0 7-16,0 0-7 0,0 0 1 0,0 0-8 15,0 0 0-15,0 0-2 0,0 0-6 0,0 0-15 16,0 0-6-16,0 0-39 0,0 0-76 0,0 0 34 16</inkml:trace>
  <inkml:trace contextRef="#ctx0" brushRef="#br0" timeOffset="72272.63">21495 11330 54 0,'0'0'61'0,"0"0"-3"0,0 0-7 0,0 0-2 16,0 0-1-16,0 0-13 0,0 0 4 0,0 0-6 15,0 0-6-15,0 0-1 0,0 0-1 0,0 0-5 0,0 0-12 16,0 0-10-16,0 0-11 0,0 0-4 0,0 0-8 16,0 0-9-16,0 0-5 0,0 0 1 0,0 0 2 15,0 0-19-15,0 0-61 0,0 0 27 0</inkml:trace>
</inkml:ink>
</file>

<file path=ppt/ink/ink1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23:02.286"/>
    </inkml:context>
    <inkml:brush xml:id="br0">
      <inkml:brushProperty name="width" value="0.05292" units="cm"/>
      <inkml:brushProperty name="height" value="0.05292" units="cm"/>
      <inkml:brushProperty name="color" value="#FF0000"/>
    </inkml:brush>
  </inkml:definitions>
  <inkml:trace contextRef="#ctx0" brushRef="#br0">24846 11403 53 0,'0'8'63'0,"0"-8"-6"0,0 0-11 0,0 0 6 16,0 0-5-16,0 0 1 0,0 0-14 0,0 0-1 15,0 0-5-15,0 0-3 0,-1 10-9 0,1-10-6 16,0 0-10-16,0 0-14 0,-1 12-24 0,1-12-39 16,-2 7-84-16,-3-2 38 0</inkml:trace>
  <inkml:trace contextRef="#ctx0" brushRef="#br0" timeOffset="809.92">26040 11610 67 0,'0'0'111'0,"0"0"-8"0,0 0-19 0,0 0 17 0,0 0-18 16,0 0-2-16,0 0-9 0,0 0-10 0,0 0 7 15,0 0-4-15,0 0-9 0,0 0-3 0,0 0-7 16,0 0-1-16,0 0-10 0,0 0 6 0,0 0-8 16,0 0-5-16,0 0-2 0,0 0-3 0,0 0-4 15,0 0 2-15,0 0-10 0,0 0 2 0,0 0-11 16,0 0-7-16,0 0-18 0,-21 0-14 0,21 0-38 16,0 0-17-16,0 0-95 0,0 0-202 0,-12 0 90 15</inkml:trace>
  <inkml:trace contextRef="#ctx0" brushRef="#br0" timeOffset="1128.31">24986 11443 39 0,'0'0'59'0,"8"2"-35"0,-8-2-12 0,9 4-35 16,-4-2-24-16,2 0 11 0</inkml:trace>
  <inkml:trace contextRef="#ctx0" brushRef="#br0" timeOffset="1563.5">26027 11465 47 0,'0'0'90'0,"0"0"-4"0,0 0-17 16,0 0-3-16,0 0-1 0,0 0-4 0,0 0-14 15,0 0-3-15,0 0-3 0,0 0-4 0,0 0-4 16,0 0-7-16,0 0-11 0,0 0-2 0,-10 10-23 16,10-10-21-16,0 0-16 0,0 0-62 0,-5 3-118 15,5-3 53-15</inkml:trace>
  <inkml:trace contextRef="#ctx0" brushRef="#br0" timeOffset="2483.83">26147 11443 28 0,'0'0'78'0,"0"0"-9"0,0 0-6 16,0 0-8-16,0 0-3 0,0 0-5 0,0 0-5 0,0 0 0 16,0 0-4-16,0 0-3 0,0 0 3 15,-15 4-6-15,15-4-3 0,0 0-1 0,0 0-4 16,0 0-2-16,0 0-9 0,0 0-1 0,0 0 0 0,0 0-12 15,-13 0-22-15,13 0-22 0,0 0-72 0,0 0-125 16,-8 2 56-16</inkml:trace>
  <inkml:trace contextRef="#ctx0" brushRef="#br0" timeOffset="3388.96">26095 11421 47 0,'0'0'65'0,"0"0"-3"0,0 0-6 0,0 0-8 16,0 0 7-16,0 0-6 0,0 0-8 0,0 0-3 15,0 0-4-15,0 0-2 0,0 0-20 0,0 0 18 16,0 0-7-16,0 0 0 0,0 0-3 0,0 0-2 16,0 0-7-16,0 0 5 0,0 0-3 0,0 0 3 15,0 0-13-15,0 0 0 0,0 0 8 0,0 0-2 0,0 0 4 16,0 0-13-16,0 0 5 0,0 0 1 15,0 0-3-15,-16 9-6 0,16-9-9 0,0 0-2 16,0 0-9-16,0 0-7 0,0 0-8 0,-8 2-3 16,8-2-60-16,0 0-108 0,-10 0 48 0</inkml:trace>
  <inkml:trace contextRef="#ctx0" brushRef="#br0" timeOffset="4839.5">24798 8645 61 0,'0'0'86'0,"0"0"-5"0,0 0-8 0,0 0 1 16,0 0-13-16,0 0 0 0,0 0-17 0,0 0-5 16,0 0-4-16,0 0 1 0,0 0-3 0,0 0-8 15,0 0-22-15,0 0 6 0,0 0-18 0,0 0-17 16,0 0-8-16,0 0-24 0,0 0-41 0,0 0-108 15,0 0 48-15</inkml:trace>
  <inkml:trace contextRef="#ctx0" brushRef="#br0" timeOffset="5658.4">26120 7053 25 0,'0'0'57'0,"0"0"1"0,0 0-5 0,0 0-4 15,0 0-10-15,0 0-5 0,0 0-9 0,0 0 4 16,0 0-9-16,0 0 6 0,0 0-13 0,0 0 9 16,0 0-2-16,0 0-4 0,0 0-13 0,-5 2-4 15,5-2-13-15,0 0-13 0,0 0-48 0,-4 9-80 16,4-9 35-16</inkml:trace>
  <inkml:trace contextRef="#ctx0" brushRef="#br0" timeOffset="6233.6">24574 8758 5 0,'0'0'60'16,"0"0"-10"-16,0 0 0 0,0 0-11 0,0 0-4 15,0 0-14-15,12-3-17 0,-12 3-48 0,0 0-48 16,9-6 21-16</inkml:trace>
  <inkml:trace contextRef="#ctx0" brushRef="#br0" timeOffset="6856.88">26010 7217 46 0,'0'0'50'0,"0"0"-2"0,0 0-4 0,0 0-4 0,0 0-7 15,0 0 1-15,0 0 0 0,0 0-8 16,0 0 7-16,0 0-2 0,0 0-12 0,0 0-1 16,0 0 3-16,0 0-6 0,0 0 1 0,0 0-1 15,0 0-5-15,0 0-4 0,0 0 4 0,0 0-2 16,-16-11-2-16,16 11-7 0,0 0-7 0,0 0-5 15,0 0-10-15,0 0-11 0,0 0-47 0,0 0-88 16,0 0 39-16</inkml:trace>
  <inkml:trace contextRef="#ctx0" brushRef="#br0" timeOffset="8544.74">16599 9119 15 0,'0'0'119'0,"0"0"-11"16,0 0-14-16,0 0-8 0,0 0-11 0,12-2-9 15,-12 2-12-15,0 0-4 0,0 0-15 0,0 0 8 16,0 0-3-16,0 0-1 0,0 0-6 0,0 0-3 16,2 6-7-16,-2-6 3 0,0 0-8 0,5 6-4 15,-5-6 6-15,3 7-7 0,-3-7-2 0,0 0 4 16,4 7-8-16,-4-7 0 0,0 0 8 0,0 0-2 16,2 7-11-16,-2-7 7 0,0 0-1 0,3 5 5 15,-3-5-14-15,0 0 4 0,0 0-5 0,1 9 6 16,-1-9 4-16,0 0 2 0,0 0-4 0,3 9 4 15,-3-9-5-15,0 0 0 0,1 9 7 0,-1-9-8 16,1 5 6-16,-1-5-6 0,3 6 19 0,-3-6 9 16,1 10-1-16,-1-10-7 0,4 6-6 0,-4-6 9 15,1 8-11-15,-1-8 0 0,4 5 2 0,-4-5-6 16,3 5-2-16,-3-5 4 0,0 0-3 0,2 6-4 16,-2-6-1-16,0 0 5 0,0 0-5 0,0 0 3 15,3 6-2-15,-3-6 1 0,0 0 8 0,0 0 9 16,0 0 0-16,0 0 4 0,0 0 5 0,0 0 7 15,0 0-5-15,0 0 1 0,18-16-7 0,-2 7 3 16,6-6-8-16,1-1-6 0,6-2 3 0,15-8-5 16,2-3-4-16,5 2-11 0,1-1-14 0,1 1-25 0,0 2-33 15,4 0-18-15,-1 3-29 0,-4 2-29 16,-3 0-91-16,-13 7-256 0,-1-3 113 0</inkml:trace>
  <inkml:trace contextRef="#ctx0" brushRef="#br0" timeOffset="9438.94">16775 10430 30 0,'0'0'130'0,"0"0"-6"0,0 0 2 0,0 0-8 15,0 0-1-15,0 0-11 0,0 0-5 0,0 0-13 16,0 0-10-16,0 0-8 0,0 0-5 0,0 0-13 15,0 0-4-15,0 0-7 0,0 0-1 0,0 0-5 16,-11-13-9-16,11 13-1 0,0 0 2 0,0 0-11 16,0 0 6-16,0 0-4 0,0 0 2 0,0 0-6 15,0 0-9-15,0 0 6 0,0 0-1 0,0 0 1 16,8 23-3-16,-8-23 1 0,1 9-3 0,-1-9 0 16,2 12 4-16,-2-8-3 0,2 4-10 0,-1-1 13 15,0 0 3-15,-1-7-9 0,3 12 8 0,-2-6-4 0,-1-6-4 16,2 11 4-16,-1-6-4 0,-1-5 0 15,1 9 1-15,-1-9 1 0,1 9-2 0,-1-9 3 16,2 6-4-16,-2-6 8 0,0 0-2 0,2 6 13 16,-2-6 0-16,0 0 9 0,4 4 7 0,-4-4 4 0,0 0-3 15,0 0-2-15,26-12-3 0,-2-3-8 0,4-4-2 16,14-8-2-16,11-3-10 0,22-17-29 0,0-2-30 16,5-2-60-16,-1-4-37 0,0 6-151 15,-1-3-317-15,0-5 141 0</inkml:trace>
</inkml:ink>
</file>

<file path=ppt/ink/ink1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0T14:15:35.938"/>
    </inkml:context>
    <inkml:brush xml:id="br0">
      <inkml:brushProperty name="width" value="0.05292" units="cm"/>
      <inkml:brushProperty name="height" value="0.05292" units="cm"/>
      <inkml:brushProperty name="color" value="#FF0000"/>
    </inkml:brush>
  </inkml:definitions>
  <inkml:trace contextRef="#ctx0" brushRef="#br0">24451 6579 56 0,'0'0'125'0,"0"0"-2"16,0 0-16-16,0-10-3 0,0 10-11 16,0 0 3-16,0 0-6 0,0 0-8 0,0 0-10 0,3-8-5 15,-3 8-6-15,0 0-6 0,0 0-7 0,0 0-14 16,0 0-7-16,0 0 2 0,0 0-2 0,0 0-6 15,0 0-5-15,0 0 0 0,0 0-2 0,0 0-3 0,13 20-2 0,-7-12 4 16,-1 3 7-16,1-2-8 0,1 2 0 16,-1 4 0-16,2-1-10 0,-2 0 9 0,1 2-7 0,-3-4 8 15,1-1-4-15,1 5-2 0,-1-1-1 16,0-4 4-16,-1 4-6 0,0-4 2 0,-1 0-4 16,0 0 2-16,2-1 10 0,0-2-8 0,-1 1-2 0,2-3 0 15,-3 0 0-15,0 0-3 0,-2 1 0 0,-1-7 8 0,4 4-4 16,-4-4-2-16,7 8 1 0,-7-8 6 0,0 0 0 15,2 4 21-15,-2-4 10 0,0 0 7 0,0 0-2 16,0 0-2-16,0 0-1 0,0 0-8 0,11-15-2 16,-8 8-3-16,0-3-3 0,-1-3-4 0,3 0-2 15,2-3-3-15,-2 0 0 0,1 0-1 0,-1 0-5 16,0-1 1-16,3 0 0 16,-2 0-4-16,0 0-4 0,1-1 3 0,2 1 1 15,-1 0-3-15,-3 1 2 0,1 0-2 0,3 3-4 16,-5 3 2-16,1 0-1 0,-4 4-3 0,3 0 4 15,-2 1-3-15,-2 5 0 0,1-8-11 0,-1 8-16 16,2-7-17-16,-2 7-25 0,0 0-21 0,4-6-17 16,-4 6-8-16,0 0-3 0,0 0 0 15,0 0 0-15,0 0-102 0,2 21-236 0,-2-21 105 0</inkml:trace>
  <inkml:trace contextRef="#ctx0" brushRef="#br0" timeOffset="331.75">24781 6793 2 0,'0'6'96'16,"0"-6"-11"-16,2 11-4 0,-2-11-8 0,3 12-11 0,1-9 9 15,-4-3-7-15,4 10 7 0,1-7 5 0,0 1 5 16,3-2 1-16,-1-1-10 0,4 0 3 15,-1-2 1-15,0-1-9 0,2-3-4 0,0 2-1 0,0-3 10 0,-2 0-7 16,3 0-8-16,-4-1-5 0,0-1-6 0,0-2-3 16,-2-1-8-16,1-2-2 0,-4 2-4 0,1-1-3 15,-3 2-3-15,-2-3-6 0,-2 2-1 0,0 0 1 16,-4 3-8-16,1-1 0 0,-4 3-6 0,-1-1-1 16,0 1-6-16,-1 3-6 0,-3 1-10 0,-1 3 0 15,-1 2-16-15,-1-2-9 0,0 5-27 0,2 2-6 0,0 0-14 0,7-1-13 16,-2 2-17-16,0-2-80 0,3 0-219 0,2 2 98 15</inkml:trace>
  <inkml:trace contextRef="#ctx0" brushRef="#br0" timeOffset="585.12">25214 6435 160 0,'0'0'148'0,"0"0"-14"0,1-10-17 0,-1 10-12 15,0 0-17-15,0 0-4 0,0 0-3 0,6 25-7 0,-5-9-6 16,0 7-2-16,0 3-3 0,1 1-6 0,-2 1-3 16,-2 1-4-16,2-1-9 0,0-1-3 0,0-3-1 15,0-3-3-15,0 2-1 0,2 3-6 0,-4-10-16 16,2 1-22-16,-1 3-26 0,1-6-25 0,0 2-38 15,0-3-22-15,-1-3-85 0,1-3-224 0,0-7 101 16</inkml:trace>
  <inkml:trace contextRef="#ctx0" brushRef="#br0" timeOffset="827.78">25408 6499 45 0,'0'0'140'0,"0"0"-8"0,0 0-7 0,0 0 8 16,0 0 10-16,-1 25-5 0,-3-8-7 15,0 1-7-15,-2 7-6 0,0 0-6 0,-1 2-9 16,4-2-8-16,0-6-10 0,-2 0-4 0,2 1-10 16,1 5-5-16,-2-6-8 0,2-4-7 0,0 3-1 15,1 1-5-15,1-3-16 0,-1 0-24 0,1-4-25 16,-2-1-26-16,2-11-17 0,0 18-32 0,0-18-18 15,0 12-18-15,0-7-13 0,0-5-101 0,0 0-266 16,0 0 119-16</inkml:trace>
  <inkml:trace contextRef="#ctx0" brushRef="#br0" timeOffset="1951.31">25268 6665 33 0,'14'0'93'0,"1"2"4"0,4 1-13 16,1-3 1-16,-1 2-11 0,2 0-3 16,0-2-6-16,0 0 5 0,0 0-13 0,-2 2-4 15,0-2-2-15,-3 1 0 0,-2-1-15 0,-1 0 12 16,-2-1-8-16,-4 1-1 0,-7 0 5 0,14 0 7 16,-14 0 0-16,9 0 5 0,-9 0 3 0,0 0-1 15,10 0 3-15,-10 0 3 0,0 0-6 0,0 0-3 16,0 0-12-16,0 0 1 0,0 0-7 0,0 0 3 15,0 0-13-15,0 0-1 0,0 0-6 0,-13 19 8 16,5-12-15-16,0 2 4 0,0 1-7 0,1 0-1 0,-2 1 4 16,4-2-1-16,-1 3-2 0,1-2-2 15,3 2 1-15,-1-4-6 0,1 1 2 0,2-1 2 16,0-8-2-16,0 13 0 0,2-7-4 0,-2-6 0 16,5 9 3-16,-3-5 3 0,-2-4-7 0,12 3 4 0,-5-3-1 15,3-1-2-15,1-1-4 0,3-2 2 0,-3 1-6 16,1-1 10-16,-4-3-4 0,2 2 8 15,3-1-8-15,-4-3 1 0,2 1 2 0,-3 0-5 16,-2-2-1-16,1 0 6 0,-1-1-6 0,0 2 5 16,2 0-2-16,-4 3 3 0,-2 1 6 0,-2 5-2 0,7-8-1 15,-5 4-2-15,-2 4-1 0,0 0-5 0,2-7 1 16,-2 7 0-16,0 0-4 0,0 0 0 16,0 0 2-16,0 0-1 0,0 0 5 0,0 22-3 15,0-22 3-15,-2 14-5 0,4-7 5 0,-1 2-3 0,0-3 4 16,4 0-1-16,0-1-1 0,-2 2 5 0,3-3-5 15,3 0 4-15,-1 0 2 0,4 1 1 0,-1-3-4 16,5-1 3-16,-3-1-2 0,6 0-1 0,-2-3 0 16,2 0 4-16,-6-1-3 0,5 0 1 15,-5-1 2-15,-1-2-4 0,1 2 1 0,-4-1 1 0,3 1-1 16,-2-4 0-16,-1 3 1 0,1-1 4 0,-4-2 0 16,-2 0-2-16,-1 4 3 0,1-4 1 0,-2 2 4 15,-2 7-1-15,3-9-1 0,-3 9-2 0,0-7-4 16,0 7 3-16,0 0 0 0,0 0-10 0,-7-6 1 15,7 6 0-15,0 0-3 0,-23 13 3 0,13-6 1 16,-1 2-1-16,-2 1 2 0,3 0-1 0,-1 0-4 16,3 1 2-16,4-2 8 0,-3 3-7 15,3-1-3-15,0-1 0 0,2-3 1 0,0 3-6 16,0-4-2-16,2-6-1 0,0 12-9 0,0-12 7 0,3 11-3 16,0-7 3-16,-3-4 3 0,7 5 1 0,-3-2-1 15,-4-3 1-15,14 0 1 0,-8 0 1 0,-6 0-2 16,11-3 10-16,-11 3-9 0,12-3 4 0,-5 1-2 15,-7 2-2-15,10-5 0 0,-5 3 1 16,-5 2-1-16,16-3 3 0,-16 3-9 0,15 5 5 0,-7-4 22 16,0 7-17-16,3 5 2 0,1 1-1 0,-1 4 5 0,0 9 4 0,1 4-1 0,-1 13 4 0,-3 1 0 15,-3 6 2-15,0-2 1 0,-1-1 1 16,-4 3-2-16,-2-2 1 0,-8-2-1 0,4 1 0 0,-3-14-1 16,1 0-1-16,-2-1 3 0,-1-1-4 0,-5-4-2 15,5 2 2-15,-4-5-4 0,-2-4-17 16,4-7 4-16,-1-4-1 0,4-2 3 0,-3-3-3 15,3-4 5-15,-1-1-4 0,-1-3-2 0,4-6-2 16,-2-4 3-16,4-5 0 0,-1-2 6 0,5-6-4 16,-1-3 7-16,6 0 0 0,6-3 0 0,0-1 5 15,6-1 0-15,4-9-4 0,5-3 5 0,3 5-7 16,3 0 4-16,-2 4 2 0,6-1-4 0,-10 10 6 16,6-9-1-16,-5 9 6 0,2 3-8 0,6-11 6 15,-6 11-2-15,-2 0 3 16,0 0-3-16,-1 2 7 0,-3 0-7 0,-3 2 7 15,-5 7-1-15,-2-2 5 0,-1 2 0 0,0 0 3 16,-5-3-1-16,-1 7 1 0,0-2 0 0,0 2-4 16,-4 3 5-16,2 1 3 0,-2 6-1 15,0-11-3-15,0 11-5 0,-2-9-2 0,2 9-6 0,0 0 0 16,0 0-3-16,-19 7-4 0,6 3 4 0,-1 4-3 16,-8 6 4-16,4 3-2 0,2 2 1 0,1 2-1 0,3 1-13 15,5-1-28-15,1-5-24 0,4 3-23 0,4-6-34 16,4 1-36-16,1-2-34 0,2 0-108 0,5-5-320 0,2-2 142 15</inkml:trace>
  <inkml:trace contextRef="#ctx0" brushRef="#br0" timeOffset="2320.67">26701 6990 90 0,'7'-16'194'0,"3"-1"-10"0,-2-1-3 15,3 1-5-15,-2 0-13 0,-2-2-16 0,0 0-11 16,4-4-11-16,-5 4-9 0,6-4-15 0,-5 4-8 16,1 1-9-16,2-5-8 0,-1 1-9 0,1-2-7 0,-5 5-6 0,3 2-6 15,0 0-4-15,-6 1-4 0,3 4-1 0,-3 2 0 16,2 2-5-16,-4 2-1 0,0 6-5 0,2-10-7 16,-2 10-4-16,0-7-4 0,0 7-1 0,0 0-3 15,0 0 1-15,0 0-4 0,-28 12-3 0,10-2-9 16,1 2-4-16,-2 5-6 0,3-4-8 0,1 3-7 15,1-3-8-15,3 1-9 0,6 0 3 0,-3-3 3 0,8 5-5 16,0-3-5-16,2-1 7 0,2-2 0 0,1 3 6 16,3 0 0-16,4 0 8 0,-5-2 1 0,3 4 3 15,-3-2-1-15,1-4 5 0,-2 1-1 0,1 0 5 0,-1 2-3 16,-4-1 6-16,0-1 5 0,-2 3 2 0,-4-1 3 16,0 1-1-16,-1-3 2 0,-1 5-10 15,-6-1-11-15,3-5-12 16,-2 1-20-16,0-2-10 0,2 0-16 0,2-2-21 15,-1-2-18-15,-2 2-67 0,1 0-207 0,9-6 92 16</inkml:trace>
  <inkml:trace contextRef="#ctx0" brushRef="#br0" timeOffset="2612.27">26906 6823 11 0,'0'0'112'0,"0"0"-1"15,0 0-10-15,0 0 3 0,17 17 0 0,-12-10-10 16,0 3-7-16,0 0-4 0,-1-1-2 0,3 1-7 16,-1-1-10-16,0-2 4 0,2 1-8 0,1 0 2 15,-3-4-3 1,1 1 2-16,-7-5-9 0,16 5 4 0,-5-5-3 0,1 0-2 16,1-1 14-16,-13 1-7 0,18-6-3 0,-7 0 7 15,0 2-7-15,-1-2 5 0,-4-2 5 16,3-2-3-16,-5 2-6 0,-2-3-7 0,0 2-4 15,-2-4-7-15,0 13-10 0,-6-22-9 0,2 11-9 16,-1 1-10-16,-1 2-10 0,1 1-14 0,-4 0-16 0,9 7-30 16,-11-7-43-16,11 7-13 0,-19 3-30 0,19-3-134 0,-21 8-313 0,7-2 138 0</inkml:trace>
  <inkml:trace contextRef="#ctx0" brushRef="#br0" timeOffset="3284.48">27273 6789 45 0,'0'-6'207'0,"0"6"5"16,1-12-1-16,0 6-4 0,-1 6-10 0,0 0-12 15,0-8-22-15,0 8-17 0,0 0-22 0,0 0-17 16,0 0-14-16,0 0-8 0,0 0-6 0,0 0-9 16,4 28-7-16,-6-11-5 0,2 1-4 0,0 2-8 15,0-1-4 1,0-2-2-16,2 3-2 0,2-4-7 0,-4-1-1 15,4-3 0-15,-1 2-6 0,-1-6-1 0,2 1-2 16,0-1-5-16,2-3 0 0,-2 1-2 0,1 0-4 16,1-2-1-16,1-4-6 0,-7 0-2 0,18-2-3 15,-9-2-4-15,3 0-2 0,-1-2-2 0,-1-2 4 16,0 0-4-16,1-4 1 0,-4 1 3 0,4-2-5 16,-4 0-1-16,1-3-8 0,-3 0 2 0,-1 0 0 0,2 3 2 0,0-4 3 15,-2 1-2-15,-1 6 1 0,-1 1 2 0,2-1 5 16,-1 4 3-16,-2-1 4 0,-1 7-5 0,3-11 3 0,-3 11-8 15,0 0-2-15,0 0-1 0,0 0-1 0,0 0 5 16,0 0 1-16,12 18 4 0,-10-8-1 0,0 0 0 16,-2 3-3-16,4-4 4 0,-4 4 1 0,4-3 5 15,-1 3-3 1,1-3 3-16,-2 0-2 0,4-1 3 16,-2-4 0-16,2 1-3 0,-1-1 3 0,2 1 5 0,2-2-5 15,0-1 2-15,0-1-1 0,2 0 2 16,0-4-1-16,0 0 0 0,3-1-4 0,-5-1 6 0,4-4-3 15,-3 3-3-15,-2-3 2 0,1 0-3 0,-1-2-7 16,0-1-1-16,-4 0-1 0,1-3 1 0,-3-2-1 16,-2 3 3-16,2 0-3 0,-2 1 1 0,-2 1 3 0,0 3-2 15,2-5 2-15,-3 6 1 0,3 7 3 0,-2-12-4 16,-2 7 4-16,4 5-3 0,0 0-4 0,-4-10 11 0,4 10-11 16,0 0-8-16,2-8 3 0,-2 8-2 15,0 0 3-15,0 0-2 0,11 0 6 0,-11 0 0 16,16 6-1-16,-7-2-1 0,-1 2 5 0,2-2-3 15,1 2 4-15,-4 0-5 0,1-1 5 0,0 4-1 0,-4 0 13 0,4-2 2 16,-3 4-2-16,0-3 2 0,-2 2-4 0,3 3 5 16,-3-3 0-16,1 3-3 0,-2-4 4 0,0 3-4 15,-2-2 1-15,4 2-19 0,-4-2-10 0,2-2-28 16,-2-8-30-16,0 17-27 0,0-8-36 0,0-9-28 16,3 13-119-16,-3-13-312 0,7 9 138 0</inkml:trace>
  <inkml:trace contextRef="#ctx0" brushRef="#br0" timeOffset="3954.91">28123 6699 70 0,'0'0'169'0,"-11"3"-19"0,11-3-2 0,-16 12-10 15,5-3-4-15,0 3-3 0,-3 4-2 0,1-2-3 16,2 0-12-16,1 0-10 0,4-1-13 0,1 0-10 15,-4-1-7-15,7 1-4 0,2-4-7 16,0 3-8-16,0-12 0 0,9 20-6 0,-4-10-1 0,4-3-6 16,2 1-1-16,2-2-2 0,3 0-4 0,2-4-4 15,-1-2-3 1,4 1-1-16,2-4 0 0,-2-1-4 0,5-7-6 16,0 3 1-16,-1-2 0 0,-7 2-1 0,-4-3-1 15,4 0-3-15,-5-1 0 0,2 0-5 0,-3-3-2 16,-3-3 0-16,1 4-3 0,-6-4 2 0,2 2-1 15,-5-3-2-15,1 7 1 0,-2-1-2 0,-3 2 1 16,0 1-2-16,-2 0 5 0,3 1-4 0,-3 3-1 16,0 2-1-16,5 4-6 0,-11-3 3 0,11 3 0 0,-20 6 2 0,6 1-1 15,-1 3 0-15,-1 3 1 0,0 2 4 0,0 5 1 16,2-6-1-16,4 1 3 0,1 2 0 0,5-3-4 16,0 3 2-16,3-7 4 0,2 4-2 0,3 1-1 15,2-3 1-15,3-3 4 0,5 3-1 0,2-3 3 16,3-3 0-16,0-1 1 0,9 0 0 0,3-4-5 15,-1 2 2-15,1-6-1 0,-1 0-2 0,-1-2 6 0,0-3-4 0,1-2-3 16,-3-2 1-16,-2 4 5 0,-2-5-7 0,2 0 3 16,-6 2-6-16,4-7 3 0,-9 5 0 15,0-2-1-15,-3-2-1 0,-3 1-1 0,1-2 2 0,-1-1-2 16,-2 1-8-16,-1-5-2 0,-1 5 5 0,-1 5-5 16,-2 1 4-16,0 0 1 0,4 3 2 0,-4 1 1 15,1 3 1 1,-2 5-3-16,1-9-6 0,-1 9 0 0,0 0-1 15,0 0 3-15,0 0-2 0,0 0 0 0,0 0 2 16,-13 25 0-16,7-10 4 0,1 2-3 0,0-2 3 0,-3 1-2 16,3 2 2-16,1-1 0 0,1 1 3 0,1-1 3 15,2 0 0-15,0 4-6 0,-1-2 3 16,2-1-3-16,-2-3 3 0,3 2 0 0,-1-2 4 16,-1 1-5-16,3 0 1 0,0 0 0 0,-2-3 1 0,-1-4 2 15,1 3 0-15,-1-1-1 0,0-1-4 0,-1 0 3 0,1 1-8 16,-1-3-5-16,-1 0-10 0,-2-2-16 0,4-6-27 15,-11 12-29-15,6-8-31 0,-5 1-35 0,3-2-172 16,-4 1-357-16,-1-3 158 0</inkml:trace>
  <inkml:trace contextRef="#ctx0" brushRef="#br0" timeOffset="4809.51">24667 7763 13 0,'0'0'139'0,"0"0"-17"0,6-3-14 0,-6 3 2 16,0 0-8-16,2 15-9 0,-2-15-3 0,0 15-3 16,-1-3-11-16,-3-2 6 0,3 3-1 0,-3 2-2 0,2-4-9 0,1-1 1 15,-4 2-4-15,2-5 6 0,1 0 1 0,-1-1 6 16,3-6-1-16,-1 9 1 0,1-9 5 0,-6 7 4 15,6-7 1-15,-3 5-2 0,3-5 0 0,0 0-4 16,0 0-8-16,0 0-6 0,0 0-11 16,-15-12-8-16,12 5-3 0,-2-2-7 0,4-1 1 15,0-1-7-15,-2 0 0 16,3-2-11-16,0-4-5 0,3 1 2 0,-2 4-12 0,3-4 3 16,1 0-5-16,-1 3-7 0,5 0-3 0,2 3-1 0,-2 1-5 15,5 0 5-15,3 4-8 0,1 1 2 16,-1 3 4-16,0 2-1 0,1 3-1 0,1 2 1 15,-4 1-2-15,1 4-2 0,-1 2 8 0,-1 2-5 0,-1 1-1 16,3 4 4-16,-5-5 0 0,-3 0 15 0,0-1-1 16,-4 1-1-16,0-2 1 0,-1-4 7 0,0 3-7 15,-1-5-3-15,-2 0 2 0,0-1 1 0,0-6-4 16,0 11 4-16,0-11-1 0,0 0 3 0,0 0 3 16,-2 8-5-16,2-8 2 0,0 0-3 0,0 0 2 15,0 0-6-15,0 0-1 0,0 0 0 0,-2-32-5 16,4 23-1-16,2-4-12 0,5-2-14 0,0-1-1 15,4 1 6-15,0 2 0 16,2 0 1-16,-2 2 1 0,3 3 5 0,-3 2-5 16,1 0 2-16,-3 3 6 0,0 3-3 0,3 0-1 15,-5 5 5-15,3 2-1 0,-1-2 2 0,2 8 2 16,-3-2 5-16,0 6-6 0,-1 0 6 0,-1 0-2 16,-2 0-19-16,-2 2-19 0,-2 0-28 0,0-2-22 15,-2 3-24-15,-1-2-27 0,1-6-22 0,-1 2-19 16,-1-1-95-16,2-4-306 0,0-1 135 0</inkml:trace>
  <inkml:trace contextRef="#ctx0" brushRef="#br0" timeOffset="5141.03">25286 7816 68 0,'0'0'179'0,"1"-10"-26"0,-1 10-13 0,0 0-23 15,0 0-10-15,0 0-5 0,0 0-8 0,0 0 0 16,10 16-14-1,-8-6-7-15,1 0-3 0,2 2-4 0,-1-1-13 16,0 0-3-16,3-1 1 0,-1 1-8 0,0-2-7 16,-2 0 1-16,3 0-6 0,-1-2 0 0,-2-1-7 15,1-2 5-15,2-2-5 0,2 1 2 0,0-2-5 16,3-2 1-16,-3 0-5 0,0-5 3 0,2 2 7 0,-2-2-6 16,-1-1 4-16,1-1 0 0,-1-1-2 0,-2 0 2 15,-2-1 1-15,1-2-6 0,0 2 0 0,-1 0-4 16,1-1 2-16,-3 4 1 0,2 2-2 0,-2-2 6 15,-2 7-7-15,3-8-6 0,-3 8-6 0,0 0 2 16,0 0 1-16,0 0-3 0,0 0 2 0,0 0-1 16,13 12 3-16,-8-2-7 0,-1 2-9 0,1-1-20 0,-1 2-24 0,-1-1-10 15,5 1-24-15,-2-1-18 0,0-2-18 0,1 1-5 16,1-1-11-16,-1-1-113 0,3-4-271 16,-2 2 120-16</inkml:trace>
  <inkml:trace contextRef="#ctx0" brushRef="#br0" timeOffset="5674.12">25803 7770 171 0,'0'0'169'0,"-4"-6"-8"0,4 6-25 0,0 0-11 16,0 0-16-16,-12 10-6 0,5-1-8 0,-3 7-2 15,3-2-7-15,-2 1-5 0,2 4-5 16,2 1-11-16,1-3 1 0,0-1-9 0,4 2-9 0,-2-1 0 0,4-2-6 0,2 0-1 15,-2-3-11-15,5-2-11 0,-3-1-13 16,5 1-12-16,1-5-19 0,2-1-6 0,0 0-11 16,1-4-17-16,8-1-7 0,-4-3 0 0,2-4-11 15,-2 2-2-15,-1-4-6 0,-1-3 7 0,0 1-1 16,-2-3 9-16,-4 0 2 0,0-2 12 0,2-6 1 0,-1-1 5 16,-4-1 1-16,1 1 13 0,-1 1 12 0,-2-3 2 0,-1 2 7 31,2-1 2-31,-3 6 19 0,0 0 6 0,-1 3 3 15,1 6 19-15,0 1 0 0,-2 2 5 0,0 7-9 16,0-9-1-16,0 9-4 0,0 0 1 0,0 0 16 0,0 0 0 0,4 28 25 0,0-10-1 0,-6-2-9 31,2 9 2-31,2-1-1 0,-2 0 5 0,0-4 9 0,0-2-5 0,1-1 4 16,-1 0 2-16,2-4-12 0,0-1-9 0,0 0-1 16,0-1-6-16,-2-2-4 0,2-2-5 0,0 0 1 0,0-1-2 0,-2-6-1 15,4 8 15-15,-4-8 3 0,4 5 10 0,-4-5 9 16,0 0-4-16,0 0 2 0,0 0-14 0,0 0-1 15,15-14-8-15,-9 4-4 0,0 1-4 0,3-3-6 16,-3 3 0-16,4-2-8 0,-5 2 0 16,3 1-2-16,1 1-8 0,-5 4-4 0,0-1-3 0,-4 4-3 15,10-5-4-15,-10 5 3 0,13 1 0 0,-13-1 3 16,12 10-4-16,-5-1 3 0,-1-2-7 0,1 4-10 16,0-1-12-16,-2 6-18 0,3 0-32 15,-5 0-41-15,3-1-43 0,4 1-53 0,-4 0-158 0,-1-4-399 16,3 2 177-16</inkml:trace>
  <inkml:trace contextRef="#ctx0" brushRef="#br0" timeOffset="6144.21">26601 8011 65 0,'17'-24'176'0,"1"0"-6"0,-2-3-10 16,4 2-16-1,-1 0-4-15,-2-1-15 0,1-1-10 0,0 2-11 16,-2-1-8-16,-1 2-9 0,1-1-5 0,-5 3-7 15,-1 7-2-15,-4 0 0 0,-1-2-1 0,-1 8-9 16,0 1-7-16,-1 3-6 0,-1-1-9 0,-2 6-9 16,0-5 0-16,0 5-6 0,0 0-3 0,0 0-1 15,0 0-5-15,-20 9 0 0,6 4-2 0,3-6-4 0,1 7-1 16,0 0-2-16,3-2-10 0,1 1-1 0,3 3-1 0,1-3 3 16,4-2-2-16,1 5-5 0,1-3 5 0,5 1 4 15,3 0-6-15,-1-1-2 0,-1 0 8 0,0 1-2 16,3-4 1-16,-6-1-3 0,2 0-4 0,-2-1 1 15,-1 1 5-15,1-2-1 0,-3-1 5 0,-2 0-8 16,4-1 6-16,-4 1 2 0,-2-6-5 0,0 12 1 16,0-12 4-16,-4 10-10 0,-2-5-14 0,2 0-28 0,-3 1-20 15,1-2-33-15,6-4-16 0,-12 4-26 0,5-1-126 0,-1-3-292 16,8 0 129-16</inkml:trace>
  <inkml:trace contextRef="#ctx0" brushRef="#br0" timeOffset="6661.62">27016 7814 92 0,'0'0'146'0,"0"0"-7"0,8 11-1 0,-4-4-5 16,-2 2-7-16,2 1-3 0,-4 0 5 16,4 3-8-16,-2-1-12 0,-2 1-13 0,-2-3-5 15,2 2-11-15,0-2-5 0,0 0-7 0,0-1-4 0,0-2-1 16,0-7-7-16,0 10 4 0,0-10 4 0,0 7 12 0,0-7 10 15,0 0 5-15,0 0-6 0,0 0-6 0,0 0-9 16,0 0-7-16,0 0-4 0,0 0-7 0,-8-23-7 16,10 14-3-16,0-4-7 0,-2-2-5 0,4-2-5 15,1-1 4-15,-1-6-5 0,1 5-6 0,2-5-3 16,-3 5-3-16,3 1 0 0,2 1-8 0,-3 1 3 16,4 5-7-16,0 4 2 15,1-1-2-15,-1 2-4 0,-1 5-1 0,0 1 3 16,3 2-3-16,-2 5 2 0,-1 2-3 0,3 4 0 15,-3 1 3-15,-1 2-1 0,2 1 1 0,-6 1 2 16,3-1 0-16,-3-2-1 0,0 2 0 0,-1-2 3 16,2 0 0-16,-5-3-1 0,2-2 2 0,-2-1 0 15,2 0 1-15,-2-9 0 0,0 9-1 0,0-9 7 16,3 8 1-16,-3-8-1 0,2 6 1 0,-2-6 2 0,0 0-3 0,0 0 1 16,0 0-3-16,0 0 1 0,0 0-3 0,0 0 0 15,0-28-3-15,4 18-5 0,-2-3-4 0,3-4-8 16,3 3-3-16,0-1 1 0,2 0 1 15,1 2 0-15,3 1-2 0,-2 1 2 0,-1 4 0 0,-2 2 3 16,2 1 0-16,1 2-2 0,-4 1-2 0,1 3 4 16,0 2 0-16,3 2 4 15,-2 1 3-15,-3-1-4 0,3 7-2 0,-2-4-7 16,-1 1-25-16,-1 3-21 0,-2-2-10 0,0 2-39 16,0-1-20-16,-1-2-32 0,-1 0-29 0,0 2-108 15,-2-5-329-15,4-1 146 0</inkml:trace>
  <inkml:trace contextRef="#ctx0" brushRef="#br0" timeOffset="7916.9">27627 7729 132 0,'-9'0'176'0,"9"0"-14"0,-21 0-16 15,11 8-5-15,-6-1-14 0,3 5-7 0,-1 0-9 0,1 0-7 16,1 3-14-16,3-4-4 0,4 1-6 0,-1 1-12 0,4-4-5 0,2 3 0 15,0-1-8-15,2 0-6 0,2-2-1 0,0 1-4 16,1-4-6-16,4 0-4 0,-2 1 0 0,2-4-3 16,-1 0-3-16,2-2 3 0,-1-1-9 0,2 0 4 15,-1-1-5-15,-2-4 1 0,-1 1 0 0,4-3-2 16,-4-2 4-16,1 2 3 0,-3-1 9 0,-1 1 1 16,-1 0 0-16,-1-3-4 15,1 1-4-15,-1-1 0 0,-2 0 1 0,2 6 1 16,-2 4 0-16,0-10 2 0,0 10-12 0,1-8-6 15,-1 8-3-15,0 0-7 0,0 0-3 0,0 0 0 16,0 0-2-16,0 0 2 0,0 0 1 0,0 0-1 16,6 25 4-16,-6-15-3 0,2-2 0 0,2 4-2 15,-1-1 5-15,1-1-4 0,1 1 0 0,0-2 0 16,-1-2 1-16,0 0 1 0,2-1-2 0,-1 0 3 0,0-3 1 16,4 0-4-16,-3-1 3 0,-6-2-1 0,14 2-1 0,-4-5 3 15,1-1-1-15,-3-2-1 0,4-1 4 0,1-2-5 16,-3-4-1-16,2 4 2 0,-7-4-1 15,4-3 1-15,1-1 1 0,-6 1-4 0,2-3 1 16,-2-2 0-16,1-4-2 0,-1-3 2 0,0 5 3 0,-3-2-5 16,2-1 4-1,-3 6-6-15,0-4 2 0,-2 8 0 0,4 3 2 16,-4 1 9-16,2 3 0 0,0 9 3 0,-1-12-6 16,1 12-6-16,3-8-1 0,-3 8-5 0,0 0 2 15,0 0-2-15,0 0 0 0,0 29 2 0,0-9 1 0,-2 6 0 16,1 2 5-16,0 2-6 0,-3 1 4 15,2-5-3-15,2 2 4 0,0-3 1 0,0-6-5 16,0 1 2-16,3-2-1 0,1-2 0 0,-1 1 3 0,-1-5 1 0,3-1 5 16,1 0-5-16,1-2 1 0,0-1 1 0,1-1 2 15,1-1-2-15,0-2-2 0,2 0 6 0,0-4-4 16,1-3 2-16,4-2 0 0,2-2-4 0,-3-3 2 16,2 1-3-16,-5-4 1 0,2-2-8 0,0 0-1 15,-1-8 1-15,0 0 0 0,-6 5-1 0,2-8-2 16,0 0-6-16,-6-2 2 0,-1 3 0 0,2-3 0 0,-4-2-2 0,-4 4 2 15,4 7-1-15,-3 3 2 0,2-2 2 0,1 5 5 16,-1 4 1-16,-2-1 4 0,2 3-5 0,1 7 0 16,-1-10-2-16,1 10-5 0,-4-7-2 0,4 7 3 15,0 0-4-15,0 0 3 0,0 28-1 0,-2-12 1 16,0 11 5-16,-1 1 1 0,2-1 3 0,0 3-2 16,-3-3 3-1,4-4-3-15,0 2-1 0,4-7 3 0,-3 1-2 16,3-2 3-16,-2-1-1 0,5-1 0 0,-1-5 2 15,2 2 3-15,-3-3 0 0,4 1 2 0,1-3-3 0,-1-1 0 16,2 0 1-16,2-3 2 0,-2-2 0 0,6-1 1 16,-2 0-1-16,1-4 0 0,2-2-3 15,0 0-1-15,1-2-4 0,0-1-1 0,4-5-4 16,-6 2-3-16,-2-2-1 0,0-1 0 0,1-4-2 0,-6 3 4 0,2-1-8 16,-6-1-3-16,1 4 2 0,-5 2 6 0,-1-1 2 15,-1 1 1-15,0 1 9 0,-1 0 4 0,0 1 6 16,-2 4-4-16,3 6 0 0,-6-9-5 0,2 6-1 15,-2-3-3-15,6 6-1 0,0 0 0 0,-20 9 3 16,10-2-5-16,0 5 8 0,-1 2-4 0,0 0 1 16,2 3-1-16,4 0-1 15,-1 0 2-15,1-1-2 0,0-3 0 0,3 3 3 16,2-3 1-16,2-1-1 0,-2-1 1 0,6 0-3 16,0-4 1-16,1 2 2 0,1 0 2 0,0-1 0 15,3-2 2-15,0-2 2 0,2-1-5 0,0 1 3 16,5-1 0-16,0-3 1 0,1-3 0 0,-2 1-2 15,3-2 0-15,-2-1 1 0,-2-1-1 0,1-2 0 16,-6 3 1-16,5-4-5 0,-6 2 1 0,3-4-3 0,-4 2 1 0,-3-1-2 16,-1-3-1-1,-2 1 1-15,2-5-1 0,-3 1-4 0,0-2-1 0,-1 6 5 16,1-5 0-16,0 8 0 0,-2-3 1 0,0 2 0 16,0 1-1-16,0 9 1 0,-2-14-1 0,2 14-3 15,-2-8-1-15,2 8 3 0,2-8-5 0,-2 8-1 16,6-6 0-16,-1 3 2 0,-5 3 3 0,13-1-2 0,-13 1 2 0,16 2 1 0,-4-1-3 0,-1 0 2 15,-2 3-4-15,0 2 1 0,0 1 0 0,0-2 3 16,-3 4-3-16,2 0 6 0,-3 1-1 16,3-2 6-16,-5 1 1 0,0 0 1 0,0 2-1 15,-2-2 1-15,2 0-1 0,-2 1 1 0,1 1-17 0,-2-1-13 16,0-2-29-16,0-1-41 0,0-7-31 16,0 15-47-16,-1-8-150 15,1-7-350-15,0 0 155 0</inkml:trace>
  <inkml:trace contextRef="#ctx0" brushRef="#br0" timeOffset="8363.51">29195 7493 74 0,'1'-6'218'0,"-1"6"0"0,5-9-8 0,-5 9-19 15,3-8-16-15,-3 8-22 0,0 0-20 16,0 0-16-16,0 0-13 0,0 0-8 0,0 0-2 16,4 26 0-16,-5-4-6 0,-1 2-5 0,0 7 0 15,-1-1-9-15,-1 2-8 0,2-3-6 0,-1 3-4 16,2-3-4-16,-3-1-5 0,3-1-2 0,-1-1-8 0,0 0-2 0,-1-7 0 15,2 1-7-15,1-4-10 0,-1 3-22 0,1-3-23 16,-1 0-44-16,1-4-33 0,1-1-42 0,0-2-20 16,-1-2-39-16,0-7-123 0,-1 9-353 0,1-9 157 15</inkml:trace>
  <inkml:trace contextRef="#ctx0" brushRef="#br0" timeOffset="9080.07">29220 7659 77 0,'6'-6'131'0,"-1"-1"-11"0,2-1-12 0,1 1-6 15,0 0-7-15,-1-2-2 0,1 3-8 0,1-2 4 16,-3 2-10-16,2 1-7 0,-3-2-1 0,0 3-10 0,2-2-3 0,-2 0 7 16,-1 0 0-16,1 2-2 0,-1-3 6 0,-1 2 7 15,-3 5-2-15,7-7 0 0,-7 7-8 16,2-7-8-16,-2 7-5 0,3-9-7 0,-3 9-2 0,2-4-7 15,-2 4-7-15,0 0-5 0,0 0-8 16,0 0-1-16,0 0-4 0,0 0-1 0,0 0-3 0,2 21 3 16,-4-7-2-1,0 3 2-15,1 1-3 0,-3 1 0 0,-3 6-1 16,5-1-1-16,-2-6 4 0,1 1-2 0,1-1-4 16,-1-1 2-16,2 1 0 0,-2-6-3 0,2 1 5 15,-1-1-1-15,0-2-3 0,1-1-4 0,1-5 6 16,0-4-2-16,-1 13 0 0,1-13 1 0,0 6-4 15,0-6-1-15,0 0 0 0,-3 11-2 0,3-11 0 16,0 0 3-16,9 2-6 0,-9-2 0 0,0 0 0 0,14-3-3 0,-4 0 3 16,1-2-2-16,-1 2-2 0,1 2 3 0,0-1 0 15,0 0-3-15,1 2 6 0,2-1-4 0,-3 2 3 16,5 1-2-16,-6-1 1 0,2 1 2 0,0-1 0 16,2 5-2-16,-2-2 5 0,1 1 1 0,-1-3-4 15,1 2 2-15,1 0 0 0,-1-3 2 0,0 2 0 16,6-3-2-16,0 0 9 15,0 0-7-15,2-4 18 0,-1 0-20 0,-3-2 2 16,2-1 1-16,-4 1 2 0,-2 1-2 0,-3-3 0 16,2 2 0-16,-2-2-1 0,0 0 2 0,-2-1 1 15,1 0-3-15,-6-1 2 0,3-1 1 16,-4-1-4-16,1 0 2 0,-1 1-1 0,0-1 1 0,-1 1 4 16,2 0 1-16,-5 1 6 0,2 10-4 0,-2-14-1 15,-2 9-4-15,4 5 7 0,-8-5-9 0,8 5 1 0,-14 1-2 16,4 3 2-16,1 1-3 0,-4 2-1 0,3 0 1 15,1 2-3-15,-1-2 4 0,2 2-1 0,0-2-1 0,2 2-2 16,1-2 3-16,2-1 1 0,1-1 1 0,2-5-3 16,-3 12 3-16,3-12-3 0,0 11 2 0,0-11-2 15,3 8 2-15,2-4 3 0,-5-4-1 0,9 3 0 16,-4 1 0-16,-5-4-4 0,12 3 5 0,-5-1-2 0,-7-2-3 16,13 3 0-16,-7 1-2 0,1-1 3 0,-1 0 1 15,0 3-16-15,2-2-15 0,-3 1-20 0,3 1-25 16,-3-1-27-16,0 3-10 0,-2-2-27 0,0 3-21 15,1 0-113-15,-2-4-295 0,0 2 130 0</inkml:trace>
  <inkml:trace contextRef="#ctx0" brushRef="#br0" timeOffset="9318.34">29999 7725 6 0,'5'-9'165'0,"-1"4"-5"0,2 1-10 0,-1 2-12 16,-5 2-14-16,12-4 0 0,-4 3-7 15,-8 1-2-15,17 7-3 0,-9-2-12 0,3 1-6 16,-3 1-10-16,0 1-8 0,0 3-6 0,-1-1-9 0,-3 3-6 16,2 1-7-16,-3-2-8 0,1 0-32 0,-3 1-35 15,0-3-28-15,1 2-25 0,-2-1-42 16,-2-1-139-16,-2 0-282 15,3-4 124-15</inkml:trace>
  <inkml:trace contextRef="#ctx0" brushRef="#br0" timeOffset="9771.12">30420 7472 50 0,'0'0'199'16,"0"0"-18"-16,0 0-17 0,0 0-14 0,0 0-8 15,11 23-3-15,-7-8 9 0,-2 2-15 0,2-2-6 16,4 4-7-16,-1 7-9 0,-3-7-13 0,0 6-5 0,-1-7-10 0,2 0-8 16,0 1-10-16,-1 0-4 0,-2-2-7 0,5-1-3 15,-2 0-5-15,0 0-2 0,-3-4-5 16,6 1-4-16,-3-5-2 0,-2 2-8 0,1-2 2 0,-1-1-3 15,0 0-2-15,0-1 1 0,-3-6 3 0,6 6-4 16,-6-6 3-16,2 8 14 0,-2-8 15 0,0 0 14 31,5 2-1-31,-5-2-3 0,0 0-8 0,8-11 1 16,-1 1-9-16,-1-4-5 0,2 2 9 0,-2-6-4 16,3 0-5-16,-1-6 3 0,4-1-10 0,-1-5-4 15,-1 2-1-15,1 1-8 0,0 2 1 0,-4 2-7 16,1 5-1-16,0-1-1 0,-3 3 4 0,0 2-8 15,1 3-5-15,-2 2 3 0,-2-1-3 0,1 4-3 16,-3 6 0-16,3-8-8 0,-1 3-19 0,-2 5-16 16,3-6-26-16,-3 6-33 0,0 0-27 0,0 0-7 15,0 0-17-15,0 0-22 0,0 0-11 0,9 13-19 16,-8-6-18-16,-1 3-139 0,-2 3-388 0,2-13 172 16</inkml:trace>
  <inkml:trace contextRef="#ctx0" brushRef="#br0" timeOffset="10102.99">30730 7765 30 0,'0'0'129'0,"-3"14"7"0,1-9-1 16,-2 3-17-16,0-1-8 0,2 0-1 0,0 0-9 15,2-7-3-15,-1 18 8 0,0-9-18 0,1-9-6 16,2 14 5-16,-2-8-13 0,3 1 4 0,3-1-6 0,-1 0-4 15,0-1 6-15,4 1-2 0,3-1-5 16,-2-1-20-16,2-4-3 0,2 3-5 0,-2-3-7 16,6 0 8-16,-1-2 3 0,-3-2-1 0,4 1-2 15,0-4 0-15,-7 3 0 0,2-2 1 0,-1-5-6 16,-1 0-1-16,0-3 2 0,0-2-3 0,-3 2 3 0,-1-1-4 16,-2-5-1-16,-1 3-4 0,-3 0 4 15,1 1-3-15,-5 4-3 0,-1 2-1 0,-2-3 2 16,-3 4-13-16,-3-3-2 0,-2 2-3 0,2 5-2 15,-4 0-10-15,-11 2-15 0,-2 6-6 0,1 1-21 16,1 2-20-16,-1 4-18 0,4 4-40 0,7-7-21 0,0 4-33 16,2 0-151-16,1 2-357 0,6-6 159 0</inkml:trace>
  <inkml:trace contextRef="#ctx0" brushRef="#br0" timeOffset="13904.78">30037 7753 5 0,'0'0'59'0,"0"0"7"0,0 0 2 0,-2-8-14 16,2 8-7-16,0 0-4 0,0 0 3 16,-4-5-4-16,4 5 3 0,0 0-3 0,0 0-3 15,0 0 1-15,0 0 3 0,0 0-7 0,0 0-2 0,-5-5-9 16,5 5 1-16,0 0 5 0,0 0-11 16,0 0-2-16,0 0-1 0,-7-4-1 0,7 4-6 15,0 0 4-15,0 0-2 0,0 0-1 0,0 0 6 16,-15 2-2-16,15-2 9 0,-5 5-12 0,5-5 5 15,-9 7-7-15,5-3 3 0,-2 0 4 0,1 1 14 0,-3 2-16 16,1-1-3-16,2 0-2 0,-2-2-6 16,3 2 7-16,4-6-3 0,-9 9 2 0,5-5 6 15,1 1-3-15,0 0-11 0,3-5 0 0,-8 8 4 16,6-5-12-16,2-3-17 0,-4 10-19 0,1-8-22 0,3-2-27 16,-1 10-67-16,1-10-172 0,0 0 77 0</inkml:trace>
  <inkml:trace contextRef="#ctx0" brushRef="#br0" timeOffset="19000.03">31315 7751 10 0,'-1'-11'125'0,"1"11"0"15,0 0-12-15,-2-9-16 0,2 9-4 0,0 0-11 16,-5-6 5-16,5 6-11 0,0 0-7 0,-6-3-3 16,6 3-12-16,0 0-3 0,0 0-8 0,0 0-9 0,0 0 4 15,0 0-8-15,0 0 4 0,-18 9-12 0,12 1 1 16,-2 0-6-16,2 0 3 0,-2 0-6 0,2 5 1 16,-2-5-5-16,2 0 9 0,2 0-9 0,-1 1-2 0,1-1 4 15,2 0-3-15,2 0-2 0,-1 0-1 16,0 1 5-16,2-2-6 0,0 0-1 0,1-2 5 15,2-1-5-15,0 0 8 16,-1 0-9-16,1 0 6 0,1-1 2 0,3-1 1 16,-2-2 11-16,2 1-4 0,-8-3 5 0,15 0 1 15,-3-4 4-15,-3 0-7 0,3 2 15 0,0-4-12 16,3-2-6-16,-4 0 1 0,0 2 1 0,-1-2-2 16,1-1-6-16,-2 0 6 0,-3-1-6 0,2-3 4 15,-5 1 2-15,3 2-6 0,-4-1-3 0,-2-2-2 16,0 2 1-16,-2-2-1 0,-1 0-1 0,-2 2 0 0,0 1-1 0,-4-5-6 15,4 8-1-15,0 1-1 0,-3-4-10 0,-1 5-7 16,0 1-9-16,1 4-14 0,-2-2-22 0,-4 6 5 16,2-2-28-16,-4 7-17 0,-1 3-14 0,-4 2-22 0,5 1-70 15,-3 5-226-15,6-5 100 0</inkml:trace>
  <inkml:trace contextRef="#ctx0" brushRef="#br0" timeOffset="19452.34">31434 8057 76 0,'11'-6'135'0,"-3"-1"4"0,6-4-14 0,-6 3 0 0,5-3-13 16,-2-1-14-16,-2 2 7 0,-1 0-4 0,1 1-11 15,-4-3-3-15,4-2-8 0,-1-2-10 0,2 2 1 16,-5-3-10-16,1 1-2 0,1-1-1 0,-3-3-10 15,2 5-2-15,-5-4-7 0,2 5-6 0,-1 1 2 16,-3-3-5-16,2 6 2 0,-1 3 3 0,0 0-7 16,0 7 0-16,-2-17-5 0,0 13 5 0,2 4-10 0,-7-12-3 15,6 8-2-15,1 4 0 0,-6-4-7 0,6 4 2 0,-6-4-6 16,6 4 3-16,0 0-8 0,-8-5-10 0,8 5-1 16,0 0-7-16,0 0 4 0,0 0-4 0,0 0 8 15,0 0-3-15,0 0 3 0,0 0 4 0,0 0 0 16,0 0-2-16,27 11-1 0,-21-8 4 0,5-2 0 15,-4 1 0 1,2 0 5-16,0 1 2 0,-1-2-3 0,1 4-1 16,-3-4 1-16,1 1-2 0,-1 0-1 0,-1 2 0 15,0 1 6-15,3 3-6 0,-3-1 0 0,1 3 3 16,-2-2-1-16,0 3 2 0,-1 0 0 0,0 2-8 16,-1-1 12-16,3 2-1 0,-4 1-2 0,-1 2 5 0,0-4 4 15,0 0-9-15,0 3-21 0,-1-1-22 16,1-1-31-16,-1-2-36 0,-1 4-135 0,0-5-269 0,-3 1 120 0</inkml:trace>
  <inkml:trace contextRef="#ctx0" brushRef="#br0" timeOffset="19900.64">31915 7622 85 0,'0'0'157'0,"1"-11"-25"0,-1 11-8 15,0 0-12-15,7-1-12 0,-7 1-8 0,0 0-13 16,21 15 1-16,-11-5 0 0,-1 2-5 16,3 1-7-16,-1 2-7 0,-1-2-14 0,1 2-2 15,-1-3 8-15,-1 1-10 0,-2-3-4 0,-1-1-7 16,1 1 0-16,-1 0 3 0,0 0-9 0,0-4-4 15,-1 1 5-15,-1 2-7 0,1-5-1 0,0 1-1 16,-4 1-1-16,-1-6-4 0,7 8 4 0,-5-5-2 16,-2-3-1-16,3 7-3 0,-3-7-5 0,0 0 8 15,6 5-3-15,-6-5 16 0,0 0 14 0,8 3 7 16,-8-3 13-16,0 0 2 0,0 0-8 0,8-12-5 0,-2 5-12 16,-1-9 4-16,0 4-9 0,4-6-2 15,-2 0 1-15,3-10-6 0,1 0-5 0,0-3-3 16,0 5-1-16,3 0 2 0,-1-1-6 0,1 1 1 15,-2 3-6-15,-3 6 0 0,-2 2 4 0,-2 2-5 16,-1 3 1-16,2-1-3 0,-4 5-3 0,0 0 2 16,2-1-14-16,-4 7-18 0,3-8-43 0,-3 8-24 15,5-4-23-15,-5 4 6 0,0 0-12 0,0 0 0 16,11 12-2-16,-11-2-10 0,3 2-128 0,-2 4-285 16,-2 2 126-16</inkml:trace>
  <inkml:trace contextRef="#ctx0" brushRef="#br0" timeOffset="20317.34">32268 7777 25 0,'3'-7'170'0,"-3"7"-12"0,0 0-7 15,0 0-19-15,4-6-14 0,-4 6-19 0,0 0-7 16,0 0-16-16,0 0-4 0,0 0-5 0,9 14-3 16,-4-8-10-16,1 5-12 0,1-1 5 0,0 4-9 15,-1-2 3-15,-1-1-6 0,0 1-4 0,0-1-3 16,0 1 4-16,0-2-1 0,-1 2-6 0,-1-3-9 16,0 1 1-16,1-4-3 0,-1-1 0 0,-1 1 2 15,-2-6 0-15,5 8 8 0,-5-8 11 0,2 7 9 16,-2-7 8-16,2 5 12 0,-2-5 37 0,0 0-3 15,0 0-3-15,0 0-11 0,0 0-7 0,9-13-10 16,-5 4-7-16,1 0-6 0,0-3-6 0,3-1-8 0,-2 1-1 0,4-2-3 16,-1-4-2-16,3 3-4 15,-2-2-6-15,-1 0-2 0,1 1-4 0,3 0-1 16,-1-1-1-16,-2 2-8 0,3 2-8 0,-3-3 1 16,-2 9-7-16,-1 0-15 0,1-2-15 0,-2 5-12 15,-2-1-20-15,-4 5-26 0,9-7-25 0,-9 7-31 16,10 0-15-16,-10 0 3 0,5 8-9 0,-5-8-13 15,-2 15-98-15,-7-1-304 0,3-6 136 0</inkml:trace>
  <inkml:trace contextRef="#ctx0" brushRef="#br0" timeOffset="20540.12">32335 7937 42 0,'0'0'151'0,"1"11"-4"0,-3-5-9 0,2-6-12 16,0 14-3-16,0-4-5 0,0 1-15 0,-2 0-7 16,1-2-10-16,0 2 0 0,1-2-11 0,-1 3-12 15,-1-3-4-15,2 2-6 0,-1-1-5 0,1 0-4 16,0-10-8-16,-3 18-25 0,1-11-29 0,2-7-41 16,-1 14-45-1,1-9-134-15,0-5-257 0,-2 13 114 0</inkml:trace>
  <inkml:trace contextRef="#ctx0" brushRef="#br0" timeOffset="20718.68">32587 8082 89 0,'0'0'177'16,"0"0"-16"-16,0 0-22 0,0 0-27 0,6-2-33 15,-6 2-38-15,0 0-51 0,0 0-52 0,0 0-59 16,0 0-132-16,0 0 59 0</inkml:trace>
</inkml:ink>
</file>

<file path=ppt/ink/ink1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03:17.351"/>
    </inkml:context>
    <inkml:brush xml:id="br0">
      <inkml:brushProperty name="width" value="0.05292" units="cm"/>
      <inkml:brushProperty name="height" value="0.05292" units="cm"/>
      <inkml:brushProperty name="color" value="#FF0000"/>
    </inkml:brush>
  </inkml:definitions>
  <inkml:trace contextRef="#ctx0" brushRef="#br0">21819 5867 23 0,'-9'-3'45'0,"9"3"4"15,-9-1-3-15,9 1-1 0,-8-2-3 0,8 2 3 16,-11-1-8-16,11 1-3 0,-9-1-1 0,9 1 5 15,-9-2 1-15,9 2-3 0,0 0-7 0,-12 0 4 16,12 0-9-16,0 0 3 0,0 0-6 0,0 0-3 0,0 0 2 16,-9-1 25-16,9 1-29 0,0 0-2 15,0 0-3-15,0 0-3 0,0 0-5 0,0 0 6 16,0 0-4-16,0 0 1 0,0 0-2 0,0 0-1 16,0 0-5-16,0 0 12 0,0 0-9 0,0 0 6 15,0 0-6-15,0 0 1 0,19 11 1 0,-10-10 15 0,3 1-3 16,2 1-3-16,-1-1-1 0,7 1 5 0,2 0-12 15,-2-1 7-15,11 3 1 0,-2-1 2 16,3-1-6-16,0-2 3 0,0 3-7 0,4 0 6 16,-2-3 7-16,3 3 0 0,1-2-11 0,0 0 0 15,-1 0 5-15,3 0 1 0,-3-1 2 0,0 0-5 0,1 1-5 16,0 0 5-16,-2-2 2 0,1 1 1 16,0 0-2-16,14 3 0 0,-16-2-9 0,1 1 8 15,1-3 0-15,2 3 1 0,0-3-1 0,-1 1-1 16,1 2-4-16,0-2 5 0,14 2-2 0,-13-2 6 0,12-1-2 15,-13 2-2-15,12 0-7 0,-11-1 3 16,10 5 6-16,-12-4-8 0,2 0 2 0,-3 0-2 0,1 2 3 16,-1-1 2-16,3-1 0 0,-3 0-7 0,-1 1 3 15,-2-1-2-15,-1 2 2 0,1-1 3 16,-2-1-2-16,-1-1 0 0,-1-1-3 0,2 3 3 0,-1-3 0 16,-1 1-5-16,1 2 5 0,0-2 2 15,0-1-3-15,1-2 5 0,2 0-1 0,-4 2-4 16,3 2-4-16,-1-1 1 0,-2-2 2 0,-5 2-3 0,-3-1-1 15,0-1 4-15,6 1-2 0,0 1 3 0,-9-1-6 16,3-1 11-16,-2 1-3 0,1 1-9 0,1-2 0 16,6 1 4-16,-10 1-8 0,1 0 12 0,2-3-4 15,9 2 2-15,-12 0-1 0,10 0-4 16,-6 0 0-16,4 0 4 0,5 0 2 0,-12 0 5 0,9-4-4 16,-6 4 11-16,1-2-14 0,-2 2 2 0,7 0-3 15,-8 0 5-15,7-3-4 0,-5 5 7 0,1-4-12 16,-3 2 8-16,2-2-2 0,-1 4 2 0,-1-2-4 15,1 0-4-15,-5 0 6 0,3 0 6 0,-1-2-12 16,-4 2 8-16,-5 0 1 0,5-1-1 0,-4 0-7 16,1 2 1-16,-1-2 1 0,1 2 1 0,-11-1 3 15,12-1 1-15,-12 1-2 0,11-1 0 0,-11 1-3 16,0 0 2-16,9 0-7 0,-9 0-8 0,0 0-15 16,0 0-18-16,0 0-23 0,0 0-20 0,0 0-22 15,0 0-76-15,-31-5-201 0,9 3 89 0</inkml:trace>
  <inkml:trace contextRef="#ctx0" brushRef="#br0" timeOffset="1091.99">21067 6756 76 0,'0'0'78'0,"0"0"-8"0,-9 1-4 16,9-1-8-16,0 0-2 0,0 0-1 15,0 0-6-15,-13 0 0 0,13 0-1 0,0 0-10 16,0 0-7-16,0 0 0 0,0 0-2 0,0 0-5 16,0 0 1-16,0 0-3 0,0 0 0 0,0 0 4 15,0 0 9-15,44 10-6 0,-16-9 5 0,3 2 3 16,3-1 9-16,3-1-9 0,14 3 7 0,4-3-2 16,2 3-3-16,1-2 3 0,2-1 0 0,2 2-2 15,-4-1-3-15,1-1-1 0,1-2-7 0,-2 2 1 16,1-2-4-16,-2 2-4 0,-3 0-3 0,1-1 3 0,-3 0-1 15,-1 2-7-15,-10-2 0 0,12 1-2 16,-1-2-4-16,0 3 4 0,-2-2-5 0,1 0-3 16,-12 2 9-16,12 1-12 0,-13-3 5 0,3 0 2 15,-3 0-2-15,-2-1-3 0,0 2 0 0,1-1 4 16,-1 0-7-16,-2 2 0 0,1-2 6 0,-3 0-6 16,4 0 3-16,-2 1-2 0,1-2-1 0,-2 2 2 15,-2 0 0-15,1 2-1 0,-3-3 1 0,-7 0 0 16,-1 0 0-16,0 1-2 0,-1-1 5 0,-1 1-5 15,-2-2 4-15,-3 1-3 0,-3 1 8 0,2-2 3 0,-1 2-5 16,-2-2 1-16,-2 0 2 0,-8 1 6 0,12 0 1 16,-12 0 7-16,9-3 2 0,-9 3 6 15,0 0-4-15,11 0 1 0,-11 0 1 0,0 0-1 16,0 0 1-16,8 1-4 0,-8-1 0 0,0 0-3 0,0 0 2 16,0 0-2-16,0 0-2 0,0 0-3 0,0 0-2 15,10 0-1-15,-10 0 1 0,0 0-4 0,0 0-1 16,0 0-2-16,0 0-3 0,0 0-1 0,0 0 0 15,0 0-1-15,0 0-1 0,0 0-1 16,0 0 0-16,0 0 1 0,0 0-6 0,0 0-6 0,0 0-14 16,0 0-20-16,0 0-20 0,0 0-23 0,0 0-11 15,0 0-19-15,0 0-7 0,0 0-32 0,0 0-108 16,0 0-282-16,0 0 124 0</inkml:trace>
  <inkml:trace contextRef="#ctx0" brushRef="#br0" timeOffset="5854.86">31214 7984 50 0,'0'0'90'16,"0"0"-7"-16,0 0-15 0,0 0-5 0,0 0-7 16,0 0-1-16,0 0-12 0,0 0-3 0,0 0-17 15,0 0-10-15,0 0-20 0,0 0-17 0,0 0-14 16,0 0-49-16,0 0-92 0,0 0 41 0</inkml:trace>
  <inkml:trace contextRef="#ctx0" brushRef="#br0" timeOffset="6645.44">32855 8387 23 0,'0'0'71'0,"0"0"-12"0,0 0-2 0,0 0-13 16,0 0 4-16,0 0-13 0,0 0 9 0,0 0-13 16,0 0-10-16,0 0-3 0,0 0-1 0,0 0-8 15,0 0 0-15,0 0-4 0,0 0-9 0,0 0-2 16,0 0 6-16,0 0-6 0,0 0-4 0,0 0 6 16,0 0 3-16,0 0 0 0,0 0-2 0,0 0-9 15,0 0 4-15,0 0-9 0,0 0-3 0,0 0-9 16,0 0-5-16,0 0-22 0,0 0-61 0,0 0 26 15</inkml:trace>
  <inkml:trace contextRef="#ctx0" brushRef="#br0" timeOffset="8269.92">32602 8410 48 0,'-11'-1'53'0,"11"1"-2"15,-22-3-6-15,10 0 2 0,2 3 0 0,-3-3-7 16,-1 0-1-16,0 2-10 0,-1-3 2 0,1 2 1 16,-3 0-5-16,-2 1 2 0,6-1-7 15,-5 0 5-15,3 0 0 0,-4-2-12 0,1 1 6 0,0 0 8 16,1-1 2-16,-2-2-14 0,2 5 0 0,-2-1-4 15,3-3 2-15,-2 3 1 0,0 1-5 0,5-2 1 16,-3-2-6-16,2 4 0 0,0-2 3 16,1 1-1-16,-4 1-3 0,4-3-3 0,-2 1 10 15,2 2-7-15,-3-1-3 0,3-1-1 0,1 0 6 16,-2 0-10-16,2 0 9 0,-4 0 1 0,3 0-1 0,0 2 1 16,1-1-4-16,-5-2 5 0,5 0-5 0,-4-1 5 15,2 4-2-15,0-2 1 0,0 2-1 16,2-2-6-16,-1 1 1 0,-2-1 1 0,1 0 1 0,-4 1-5 15,4 0 10-15,0-1-3 0,-3-1 0 16,0 3-4-16,-2-3 1 0,2 2 9 0,-2-1-12 16,1 2 10-16,1-2-14 0,-2 1 10 0,0 0-3 0,-1 2 5 15,-1-4 4-15,3 3-9 0,-2-2-5 0,-1 3 1 16,3-3 9-16,-2 3-8 0,2-4 3 16,-2 2-1-16,-1 1-2 0,3-1 7 0,-1 1-8 15,-1 1 7-15,0-1 1 0,0-1-9 0,3 2 0 16,-3-3 1-16,1 2 3 0,0 0 6 0,-2 1-8 15,0 0-1-15,1 0 9 0,-1 0-8 0,-1-2 2 16,1 4-2-16,-8-1 5 0,7-1-3 0,-6-3-3 16,7 3 2-16,-8 2 1 0,9-2 0 0,-3 0-1 15,1-2 0-15,-6 2-5 0,0 0 2 0,7-1 0 16,-7 1-8-16,2-2 12 0,-3 0-1 0,0 2 5 16,0-3-8-16,-1 2 9 0,2-2-7 0,-4 3 5 15,2-2 2-15,-2-2-1 0,0 3-6 0,1 0 4 16,0-1 1-16,1 0-8 0,-2 1 9 0,0-4-11 15,0 3 7-15,2 0 8 0,-2-1-4 0,0 2 1 16,2-2 0-16,-1 2-1 0,0-4-16 0,1 4 11 16,-1-2 2-16,2-1 1 0,-1 3-3 0,-2-1 6 15,4 0-9-15,0 1 4 0,0-2-2 0,1 1-4 16,4 1 10-16,-8-1-7 0,2 1 6 0,0-1-4 16,-1 0 0-16,2-1-7 0,-1 3 13 0,7 0-7 15,-7-2 7-15,2 2-12 0,5 0 4 0,-9 2 5 16,5-4 0-16,-4 2-2 0,2 0-11 0,0 0 11 15,0 0-8-15,-4 0 4 0,4-1 1 0,-2 1-3 16,2-2-2-16,-2 0 5 0,1 0-4 0,-5-1 7 16,2 0-5-16,1 0 1 0,-2-1 7 0,-1-1-4 15,-1 0-1-15,-1 2-3 0,4-3-1 0,0 4 12 16,2-3-7-16,-2 1 1 0,-1 0-11 0,3 2 8 16,1-2 11-16,-2 2-10 0,6-2 4 0,-5 2 2 15,3 2 2-15,3 2 0 0,5-4-18 0,-8 1 13 16,5 1-3-16,-6 0-7 0,8 1 12 0,-10-1-3 15,8 2-2-15,-5-2-5 0,-2 4 5 0,1-4-1 16,2 2-3-16,-3 1 5 0,2-1-6 0,0-1-4 16,-2 0-5-16,0 2 1 0,-1-2 0 0,1 1 5 15,0-2-5-15,-5-2 6 0,1 2-3 0,-1 2-1 16,3-1 1-16,-1-2 3 0,0 1 0 0,-2-2 1 16,3 2-3-16,-3-1 1 0,0 0 6 0,1 1-4 15,4-2 3-15,-3 2-5 0,0-1 3 0,2 1-3 16,0 1 10-16,3 1-3 0,5-2 3 0,-5 2-5 15,6-2-4-15,-6 3-5 0,5-2-1 16,0 3 6-16,-3 1-9 0,3-4 5 0,-1 2 5 0,3-1-8 16,-1 3 4-16,-1-2 3 0,2-1 0 0,-9 4-4 15,8-3-2-15,-3-2 0 0,-2 2-1 0,-2 0 4 16,-1 0-2-16,-2 0-6 0,4-3 1 0,-1 1-2 16,4-1-1-16,-4 0-4 0,-3 0 3 0,2 3-5 15,0-3 5-15,-1-1-7 0,-3 1 1 16,3 0 3-16,-3-2-3 0,-3 1-23 0,0-2-53 0,1 1 24 15</inkml:trace>
  <inkml:trace contextRef="#ctx0" brushRef="#br0" timeOffset="9428.23">24743 8251 40 0,'14'2'50'0,"-6"-1"-5"0,0-1 0 0,5 0-12 0,0 0 9 16,5-1-5-16,-2 2-1 0,4-2 1 15,1-1 0-15,0 4-8 0,6-2 3 0,1 1-1 16,-6-2 4-16,5-1-10 0,-5 2 2 0,7 0-8 15,-2 0 1-15,0-1 4 0,0 1-12 0,-4-1 11 0,4 1-10 16,2 0-4-16,-2 0-3 0,1 0 2 16,2-1 3-16,-1 1 7 0,-1-1-4 0,0 0-9 15,-1-1 2-15,1 0-4 0,1 2 3 0,-2 0-2 16,-7 0 4-16,9 0-8 0,2 0 3 0,-3 0-5 16,5-3 1-16,-3 2 6 0,0-1-7 0,4 1 2 0,-3 1-3 15,3-2 3-15,1 2 4 0,-4 0-4 0,3-1 4 16,-2 1-8-16,3 0 17 0,-4-1-17 0,1-1 4 15,-1 2 1-15,1 0-10 0,-1 0 5 16,1 2-3-16,-1-1-4 0,-2-1 11 0,-1-1-3 0,3-1 6 16,-4 2-9-16,2 0 9 0,-7 0-5 0,5 0 7 15,-4 2-14-15,-3-1 4 0,9-1-3 0,-1 0 5 16,-2 0 4-16,1 1-5 0,4-1-10 0,-8 2 11 16,4-2 1-16,2 0-5 0,0 1-4 15,1 1 5-15,-1-1-6 0,-7-1 0 0,5 0 1 0,2 3 2 16,-8-3-3-16,3 0-5 0,-4 0-5 0,1 0-4 15,-1 0 0-15,2 2-6 0,1 1 1 16,4-3-9-16,-4 0 3 0,-4 0-33 0,4-1-75 16,4-3 34-16</inkml:trace>
  <inkml:trace contextRef="#ctx0" brushRef="#br0" timeOffset="14362.29">15234 5782 16 0,'0'0'59'0,"0"0"-4"16,0 0-21-16,0 0 10 0,0 0-10 0,0 0 2 15,0 0-8-15,0 0 2 0,0 0-5 0,0 0-2 16,0 0-1-16,0 0 0 0,0 0-2 0,0 0 1 15,0 0 4-15,0 0 2 0,0 0-7 0,0 0-4 16,0 0-1-16,0 0 4 0,0 0-11 0,0 0 6 0,0 0-5 16,0 0 5-16,0 0-1 0,0 0-4 15,0 0 0-15,0 0-9 0,0 0 6 0,0 0-4 16,0 0 1-16,0 0 6 0,0 0 7 0,0 0-23 16,0 0 14-16,0 0-4 0,0 0 1 0,0 0 1 15,0 0-5-15,0 0 2 0,0 0-6 0,0 0 7 16,0 0 10-16,0 0-12 0,0 0 1 0,0 0-4 15,0 0-3-15,0 0 4 0,0 0 2 0,8 0-3 16,-8 0-4-16,0 0 12 0,0 0-6 0,0 0 4 16,0 0-9-16,0 0 3 0,0 0 0 0,0 0 1 15,0 0 1-15,0 0 4 0,0 0-6 0,0 0 1 16,0 0 1-16,0 0 3 0,0 0-3 0,-4 13-1 16,4-13 1-16,0 0-2 0,0 0-2 0,0 0-2 15,0 0 1-15,0 0-9 0,0 0 11 0,0 0 11 16,0 0-8-16,0 0-11 0,0 0 6 0,0 0 2 15,0 7-3-15,0-7 4 0,0 0 3 0,0 0 3 16,0 0-7-16,0 0 6 0,0 0-7 0,0 0 4 16,0 0 1-16,0 0-2 0,0 0 5 0,0 0-5 15,0 0 4-15,0 0-3 0,0 0-10 0,0 0 6 16,0 0 0-16,0 0 8 0,0 0-11 0,-4 8-1 16,4-8 5-16,0 0-3 0,0 0 6 0,0 0-5 15,0 0-3-15,0 0 3 0,0 0-4 0,0 0 2 16,0 0 1-16,0 0 4 0,0 0-7 0,0 0 10 15,0 0-2-15,0 0 2 0,0 0-6 0,0 0-1 16,0 0 2-16,0 0-4 0,0 0 3 0,0 0 11 16,0 0-7-16,0 0-3 0,0 0 4 0,0 0-5 15,0 0 5-15,0 0-8 0,4 8-6 0,-4-8 4 16,0 0-13-16,0 0 0 0,0 0-1 0,0 0-7 16,0 0-8-16,0 0-25 0,3 7-69 0,-3-7 31 15</inkml:trace>
  <inkml:trace contextRef="#ctx0" brushRef="#br0" timeOffset="15629.65">14648 6527 4 0,'0'0'6'0,"0"0"7"15,0 0-6-15,2 5-4 0,-2-5-2 0,0 0 2 16,0 0 2-16,0 0 0 0,0 0-6 0,0 0 5 16,0 0-1-16,0 0-3 0,0 0 3 0,0 0-7 15,0 0 0-15,0 0-4 0,0 0-9 0,0 0 3 16</inkml:trace>
  <inkml:trace contextRef="#ctx0" brushRef="#br0" timeOffset="17086.3">14822 6905 50 0,'0'0'70'0,"0"0"-10"16,0 0 2-16,0 0-13 0,0 0 0 0,0 0-10 15,0 0-15-15,0 0 6 0,0 0 1 0,0 0-6 16,0 0 1-16,0 0-11 0,0 0 5 0,0 0-13 16,0 0 0-16,0 0 0 0,0 0 0 15,0 0-6-15,0 0-3 0,0 0-1 0,0 0 0 0,0 0-3 16,0 0-3-16,0 0-3 0,0 0-1 0,0 0 5 16,0 0 2-16,0 0 0 0,0 0-10 0,0 0 8 15,0 0 2-15,0 0 2 0,0 0-12 0,0 0 4 16,0 0-6-16,0 0 4 0,0 0-3 0,0 0 5 15,0 0-2-15,0 0 3 0,0 0-8 0,0 0 6 16,0 0 0-16,0 0-1 0,0 0 4 0,0 0-3 16,0 0-1-16,0 0-1 0,0 0 2 0,0 0-7 15,0 0-2-15,0 0-12 0,0 0-35 0,0 0 16 16</inkml:trace>
  <inkml:trace contextRef="#ctx0" brushRef="#br0" timeOffset="19726.32">16745 6622 47 0,'0'0'58'0,"0"0"-6"0,0 0-11 0,0 0-11 16,0 0 10-16,0 0-2 0,0 0-4 0,0 0-14 15,0 0 1-15,0 0 4 0,0 0-7 0,0 0-3 16,0 0-4-16,0 0 9 0,0 0-2 0,0 0 0 16,0 0-12-16,0 0 2 0,0 0-5 0,0 0 5 15,0 0-3-15,0 0 7 0,0 0-6 0,0 0-5 16,0 0 9-16,0 0-12 0,0 0 6 0,0 0 1 16,0 0-3-16,0 0 4 0,0 0-6 0,0 0 2 15,0 0-6-15,0 0 6 0,4 10-1 0,-4-10-2 16,0 0 6-16,0 0 0 0,0 0-1 0,0 0-4 15,0 0 0-15,0 0-3 0,0 0 2 0,0 0-2 16,0 0 4-16,0 0 4 0,0 0-10 0,0 0 10 16,0 0 7-16,0 0-4 0,0 0-8 0,0 0-6 15,0 0 7-15,0 0 0 0,0 0-2 0,0 0 3 16,0 0-4-16,0 0 4 0,0 0 2 0,0 0 0 16,0 0-8-16,0 0 3 0,0 0-1 0,0 0-1 15,0 0 6-15,0 0-6 0,0 0 6 0,0 0-3 16,0 0 2-16,0 0 2 0,0 0-6 0,0 0 3 15,5 6-1-15,-5-6 1 0,0 0-7 0,0 0 6 16,0 0 1-16,0 0 0 0,0 0 0 0,0 0-3 16,0 0 1-16,0 0-1 0,0 0 2 0,0 0-1 15,0 0 4-15,0 0-6 0,0 0 3 0,0 0 0 16,0 0 3-16,0 0 2 0,0 0 6 0,0 0-17 16,0 0 15-16,0 0-13 0,0 0 1 0,0 0-1 15,0 0 4-15,0 0 0 0,0 0 6 0,0 0-6 16,0 0-6-16,0 0 2 0,0 0 1 0,0 0 12 15,0 0-14-15,0 0 8 0,0 0-8 0,0 0 2 16,0 0 0-16,0 0-3 0,0 0 5 0,5 8-6 16,-5-8 1-16,0 0-8 0,0 0 6 0,0 0-9 15,0 0-6-15,0 0 6 0,9 3-6 0,-9-3-2 16,0 0-3-16,0 0-2 0,7 3-38 0,-7-3-73 16,0 0 33-16</inkml:trace>
  <inkml:trace contextRef="#ctx0" brushRef="#br0" timeOffset="25757.75">15094 7742 41 0,'0'0'34'0,"0"0"-8"0,0 0-6 0,0 0-9 15,0 0-9-15,0 0-12 0,0 0-11 0,0 0-23 0,0 0 10 16</inkml:trace>
  <inkml:trace contextRef="#ctx0" brushRef="#br0" timeOffset="28873.31">16416 8081 63 0,'0'0'108'0,"0"0"4"0,0 0-9 16,0 0-9-16,0 0-19 0,0 0 5 0,0 0-17 0,0 0-10 15,0 0-2-15,0 0-6 0,-7 1-14 0,7-1-8 16,0 0-7-16,0 0-14 0,0 0-13 0,0 0-9 16,0 0-15-16,0 0-12 0,0 0-14 15,0 0-64-15,0 0-134 0,0 0 60 0</inkml:trace>
  <inkml:trace contextRef="#ctx0" brushRef="#br0" timeOffset="29180.81">16807 8071 68 0,'0'0'116'0,"0"0"1"16,0 0-5-16,0 0-12 0,0 0-12 0,0 0-17 16,0 0 5-16,0 0-2 0,0 0-1 0,0 0-16 15,0 0-10-15,0 0 1 0,0 0-6 0,0 0-5 16,0 0-3-16,0 0-17 0,0 0 4 0,0 0-4 15,0 0-19-15,0 0-20 0,0 0-26 0,0 0-12 16,0 0-10-16,0 0-14 0,0 0-72 0,-15 14-167 16,15-14 75-16</inkml:trace>
  <inkml:trace contextRef="#ctx0" brushRef="#br0" timeOffset="29540.38">16217 8553 75 0,'0'0'71'0,"0"0"-18"0,0 0-20 16,0 0-17-16,0 0-15 0,0 0-17 0,0 0-24 15,0 0-41-15,0 0 19 0</inkml:trace>
  <inkml:trace contextRef="#ctx0" brushRef="#br0" timeOffset="29809.31">16969 8556 53 0,'0'0'31'0,"2"5"-24"0,-2-5-23 16,0 0-16-16,0 0 7 0</inkml:trace>
  <inkml:trace contextRef="#ctx0" brushRef="#br0" timeOffset="30049.64">17334 8622 32 0,'0'0'64'15,"0"0"-16"-15,0 0-19 0,0 0-19 0,0 0-19 16,0 0-20-16,0 0-32 0,0 0 14 0</inkml:trace>
  <inkml:trace contextRef="#ctx0" brushRef="#br0" timeOffset="30327.51">16507 9014 16 0,'0'0'30'0,"0"0"-34"15,0 0-3-15,0 0-9 0,0 0 4 0</inkml:trace>
  <inkml:trace contextRef="#ctx0" brushRef="#br0" timeOffset="30688.7">16969 9023 11 0,'-9'12'23'15,"9"-12"4"-15,0 0-6 0,0 0-5 0,0 0 2 16,0 0 2-16,0 0-1 0,0 0-6 0,0 0-1 15,0 0-4-15,0 0 1 0,0 0 1 0,0 0 3 16,0 0-9-16,0 0 2 0,0 0-11 0,0 0-16 16,0 0-13-16,0 0-38 0,0 0 17 0</inkml:trace>
  <inkml:trace contextRef="#ctx0" brushRef="#br0" timeOffset="34833.83">16781 9076 69 0,'0'0'74'15,"0"0"-6"-15,0 0-6 0,0 0-7 0,0 0-8 16,0 0-6-16,0 0-3 0,0 0-1 0,0 0 1 16,0 0-13-16,0 0 1 0,0 0-7 0,0 0 4 0,0 0-1 15,0 0-5-15,0 0 0 0,0 0 1 16,0 0-8-16,0 0 0 0,0 0-3 0,0 0-1 15,0 0 7-15,0 0-7 0,0 0 3 0,0 0-8 16,0 0-9-16,0 0-5 0,0 0-4 0,0 0 2 0,0 0-5 16,0 0 0-16,0 0-2 0,0 0-15 0,0 0 5 15,0 0-17-15,5 3-39 0,-5-3-95 0,0 0 42 16</inkml:trace>
  <inkml:trace contextRef="#ctx0" brushRef="#br0" timeOffset="35055.54">17145 9107 40 0,'0'0'49'0,"0"0"-20"16,0 0-12-16,0 0-18 0,0 0-22 0,0 0-24 16,0 0 11-16</inkml:trace>
  <inkml:trace contextRef="#ctx0" brushRef="#br0" timeOffset="35965.42">16897 7897 30 0,'0'0'46'0,"0"0"-4"0,1-10-3 0,-1 10-2 15,0 0-9-15,0 0 8 0,0 0-9 0,4-5-2 16,-4 5 2-16,0 0-4 0,4-5-2 0,-4 5-8 16,0 0-2-16,0 0 3 0,0 0 3 0,4-6-6 15,-4 6-1-15,0 0-6 0,0 0 7 0,0 0-2 16,1-8 0-16,-1 8 1 0,0 0-1 0,0 0 6 16,0 0 2-16,0 0 2 0,0 0-5 0,0 0 4 15,0 0-10-15,4-7-3 0,-4 7 3 0,0 0-1 16,0 0-5-16,0 0 6 0,0 0-2 0,0 0-3 15,0 0-4-15,0 0 4 0,0 0 3 0,0 0-1 0,0 0-2 16,0 0 8-16,0 0-8 0,0 0 3 0,0 0-8 16,0 0 8-16,0 0-4 0,0 0 4 15,0 0-4-15,0 0-4 0,5-2 6 0,-5 2 5 16,0 0 1-16,0 0-10 0,0 0 6 0,0 0-3 16,0 0 1-16,0 0 0 0,0 0-3 0,0 0 5 0,0 0 0 15,0 0-3-15,0 0-2 0,0 0 3 0,0 0-1 16,0 0-3-16,0 0 6 0,0 0 2 15,0 0-8-15,0 0 8 0,0 0-18 0,5-7 20 16,-5 7-9-16,0 0-1 0,0 0 4 0,0 0-2 0,0 0 3 16,0 0-3-16,0 0-12 0,0 0 13 15,0 0 2-15,0 0 3 0,0 0-5 0,0 0-2 16,0 0 1-16,0 0-2 0,0 0-3 0,0 0 7 16,0 0 2-16,0 0-4 0,0 0-6 0,0 0 2 0,0 0 5 15,0 0 1-15,0 0-6 0,0 0-1 0,0 0 4 16,0 0 2-16,5-2-4 0,-5 2 2 0,0 0-1 15,0 0-3-15,0 0-4 0,0 0-6 0,0 0-4 16,0 0 3-16,0 0 0 0,0 0-2 0,0 0 1 16,0 0-3-16,0 0-3 0,0 0-10 0,0 0-4 15,0 0-2-15,0 0-5 0,0 0-10 0,0 0-28 16,0 0-84-16,0 0 37 0</inkml:trace>
  <inkml:trace contextRef="#ctx0" brushRef="#br0" timeOffset="37925.68">16248 10513 25 0,'0'0'127'0,"0"0"-4"0,0 0-6 0,0 0-20 16,0 0-5-16,0 0-4 0,0 0-7 0,0 0-5 0,0 0-9 16,0 0-2-16,0 0-10 0,0 0-10 15,0 0 3-15,0 0-8 0,0 0 6 0,0 0-9 16,0 0-11-16,0 0-8 0,0 0-7 0,0 0-21 15,0 0 0-15,0 0-30 0,0 0-19 0,0 0-27 16,0 0-17-16,0 0-60 0,0 0-176 0,0 0 77 0</inkml:trace>
  <inkml:trace contextRef="#ctx0" brushRef="#br0" timeOffset="38925.35">17503 9896 8 0,'0'0'42'0,"0"0"-9"0,0 0-17 0,0 0-11 16,0 0-23-16,0 0-19 0,0 0 9 0</inkml:trace>
  <inkml:trace contextRef="#ctx0" brushRef="#br0" timeOffset="39797.51">18636 10152 64 0,'8'-2'68'0,"-8"2"-9"0,0 0-15 15,0 0-15-15,0 0-10 0,0 0-20 0,0 0-24 16,0 0-19-16,5 8-45 0,-5-8 20 0</inkml:trace>
  <inkml:trace contextRef="#ctx0" brushRef="#br0" timeOffset="40007.44">19076 10301 37 0,'0'0'88'16,"0"0"-16"-16,0 0-17 0,0 0-14 0,0 0-12 0,9-1-21 15,-9 1-20-15,0 0-41 0,0 0-58 0,13-1 25 16</inkml:trace>
  <inkml:trace contextRef="#ctx0" brushRef="#br0" timeOffset="41282.25">20440 9789 20 0,'0'0'36'0,"0"0"2"0,5-6-4 16,-5 6-8-16,0 0-6 0,6-4 4 0,-6 4-6 0,7-4 1 15,-7 4 1-15,8-2-4 0,-8 2-6 0,7-4 0 16,-7 4 5-16,9-2-2 0,-3 0-3 0,-6 2-4 15,9-1-1-15,-9 1 1 0,9-3 1 0,-9 3-2 16,8-1-3-16,-8 1 2 0,0 0 1 0,10-2-2 16,-10 2-1-16,10 0-4 0,-10 0 1 0,10 0-2 15,-3 2 2-15,-7-2 0 0,11 0 0 0,-11 0-1 16,9 2-2-16,-9-2-4 0,8 2 3 0,-8-2 0 16,8 3 1-16,-8-3-6 0,6 2 1 0,-6-2 0 15,5 3 0-15,-5-3 1 0,0 0-7 0,4 7 7 16,-4-7-2-16,1 6 4 0,-1-6-11 0,0 0-2 15,-2 14-18-15,2-14-38 0,-4 9 17 0</inkml:trace>
  <inkml:trace contextRef="#ctx0" brushRef="#br0" timeOffset="42160.21">16258 10603 60 0,'0'0'69'0,"0"0"-6"16,0 0-9-16,14-15-5 0,-14 15 13 15,0 0-37-15,0 0 10 0,13-2-8 0,-13 2 2 16,0 0-13-16,9-1-10 0,-9 1-14 0,9-2-18 15,-9 2-12-15,14-1-33 0,-8 0-76 0,-6 1 34 16</inkml:trace>
  <inkml:trace contextRef="#ctx0" brushRef="#br0" timeOffset="43296.07">20171 10387 64 0,'0'0'73'0,"0"0"-5"0,0 0-11 15,0 0 0-15,0 0-9 0,0 0-14 0,0 0 15 16,0 0-8-16,0 0-3 0,0 0 0 0,0 0-14 16,0 0 0-16,0 0 0 0,0 0 4 0,0 0-11 0,0 0 1 15,0 0 3-15,0 0 1 0,0 0-6 0,0 0 0 16,0 0-8-16,0 0 3 0,0 0-1 0,0 0 1 15,0 0-9-15,0 0 3 0,0 0 1 16,0 0 1-16,0 0-5 0,0 0 0 0,0 0 2 0,0 0-2 16,0 0 3-16,0 0 4 0,0 0-10 0,0 0 2 15,0 0 8-15,0 0-2 0,0 0 2 0,0 0 1 16,0 0 0-16,0 0 5 0,0 0 1 0,0 0-5 16,0 0 0-16,0 0 1 0,0 0 4 0,0 0-7 15,0 0 6-15,0 0 1 0,0 0-7 0,0 0-1 16,0 0-4-16,0 0 11 0,0 0-9 0,0 0 3 15,0 0 2-15,0 0-20 0,0 0 15 0,0 0 0 16,0 0-1-16,0 0 1 0,0 0 0 0,0 0-6 16,0 0 11-16,0 0-6 0,0 0-5 0,0 0 9 15,0 0-14-15,0 0 13 0,0 0-8 0,0 0 2 16,0 0 2-16,0 0 5 0,0 0-12 0,0 0 5 16,0 0-12-16,0 0 6 0,0 0 7 0,0 0-3 15,0 0 3-15,0 0 5 0,0 0-13 0,0 0 9 16,0 0-7-16,0 0 4 0,0 0-11 0,0 0-5 15,0 0-18-15,0 0-20 0,0 0-11 0,0 0-99 16,0 0-175-16,0 0 78 0</inkml:trace>
  <inkml:trace contextRef="#ctx0" brushRef="#br0" timeOffset="68847.32">14755 12784 7 0,'7'-2'3'0,"0"1"-5"0,6-1 0 0,-2-1-1 0</inkml:trace>
  <inkml:trace contextRef="#ctx0" brushRef="#br0" timeOffset="72422.53">19082 11955 87 0,'-18'-6'105'15,"18"6"-5"-15,0 0-1 0,-11-2-11 0,11 2-11 16,-10-1-19-16,10 1 9 0,-10-1 0 0,10 1-6 16,-12 1-6-16,12-1-14 0,-15 0 8 0,15 0-9 15,-12 1 5-15,12-1-1 0,-10 2 0 0,10-2 4 16,-8 0-6-16,8 0 0 0,0 0-9 0,-6 2-1 15,6-2 4-15,0 0-4 0,0 0 0 0,0 0 0 0,0 0-7 16,0 0 11-16,0 0-1 0,-9 2-3 16,9-2-7-16,0 0 1 0,0 0-6 0,0 0-1 15,0 0-15-15,0 0 16 0,0 0-4 0,0 0-3 16,0 0-3-16,0 0 2 0,0 0 6 0,29 0-3 16,-20-2-2-16,3 1-3 0,2 0 5 0,3-2 0 15,-2 2-2-15,3 0-7 0,2 0 6 0,1-2 0 16,-3 0-10-16,2 1-14 0,-1 0-24 0,-1-1-18 15,0 1-25-15,-5 0-16 0,1 1-20 0,-3-1-9 16,0 2-104-16,-3 0-246 0,-8 0 108 0</inkml:trace>
  <inkml:trace contextRef="#ctx0" brushRef="#br0" timeOffset="72761.72">19059 12110 82 0,'0'0'151'0,"0"0"-7"0,0 0-12 0,-7 1-11 0,7-1-5 16,0 0-7-16,0 0-13 0,0 0-7 0,0 0-8 16,0 0-6-16,0 0-7 0,0 0-8 0,0 0 1 15,0 0-8-15,0 0-3 0,0 0-9 0,0 0-4 16,0 0-4-16,0 0 3 0,0 0-3 0,0 0 2 16,28 6-7-16,-17-5-10 0,1-1-25 0,3 1-25 15,2-1-37-15,-1 2-29 0,2-4-27 16,1 2-112-16,2-2-256 0,-1-1 114 0</inkml:trace>
  <inkml:trace contextRef="#ctx0" brushRef="#br0" timeOffset="73665.39">20537 11577 87 0,'0'0'87'0,"0"0"-2"0,0 0-7 15,0-10-9-15,0 10 6 0,0 0-1 0,0 0-8 16,0 0-1-16,0 0-9 0,0 0 4 0,0 0 2 16,0 0-7-16,0 0 3 0,0 0-5 0,0 0 1 15,0 0 2-15,0 0-8 0,0 0 9 0,0 0-7 16,0 0-2-16,0 0-4 0,0 0-7 0,0 0-3 16,-12-2 0-16,12 2-8 0,0 0-3 0,-6-3-2 15,6 3-5-15,0 0-2 0,-10-2 4 0,10 2-9 16,-8-1 8-16,8 1-6 0,-11-5 0 0,11 5 2 0,-9-1-1 15,9 1 2-15,-8-2 8 0,8 2-5 16,0 0 9-16,-10-1-6 0,10 1 3 0,0 0-6 16,0 0 8-16,0 0 0 0,0 0-2 0,-8-2-1 15,8 2 1-15,0 0-3 0,0 0-9 0,0 0 4 16,0 0-1-16,0 0 0 0,0 0-7 0,0 0 2 0,0 0 0 16,0 0-2-16,29-5-4 0,-11 3-2 0,1 2-2 15,10-4-12-15,1 0 1 0,1 3-13 0,1 0-3 16,0 1-18-16,0-2-13 0,-2-1-21 0,1-1-15 15,-1-1-19-15,-9 5-20 0,1 1-107 0,-5-1-261 16,-5 1 117-16</inkml:trace>
  <inkml:trace contextRef="#ctx0" brushRef="#br0" timeOffset="74406.55">20686 11505 57 0,'0'0'140'0,"0"0"0"0,0 0-7 0,-5-5-1 15,5 5-22-15,0 0-6 0,0 0 0 0,0 0-9 16,0 0-12-16,0 0-1 0,0 0-12 0,0 0-3 16,0 0-10-16,0 0-6 0,0 0-7 0,0 0 0 15,0 0-9-15,0 0-5 0,0 0 2 0,0 0-6 16,0 0 3-16,-9 21 1 0,8-15 13 0,0 2 0 16,-1 3 4-16,0-1 0 0,2 1-8 0,-1 4 2 15,-2 1 1-15,0 0 2 0,2 0-2 0,0 0-4 0,-2 0-2 16,3 0-7-16,-2 0 2 0,-1 3-1 15,3-2-2-15,-2-2-3 0,2 0 1 0,-2 1-2 16,1-1-5-16,1 1 1 0,-1-4 2 0,2 0-6 0,-1 0-5 16,1 0-3-16,-1-2 9 0,0 0-7 0,0-1 1 15,2-2 0-15,-2 2 0 0,1-2-5 0,-1-7 2 16,0 12-2-16,0-12-1 0,0 9 0 0,0-9-1 16,1 7 2-16,-1-7-1 0,0 0 2 0,0 0-2 15,-1 9-5-15,1-9 6 0,0 0-2 0,0 0 3 16,0 0 6-16,0 0-8 0,0 0 1 0,0 0 0 15,0 0-2-15,0 9 3 0,0-9-5 16,0 0 2-16,0 0-6 0,0 0 2 0,0 0-9 0,0 0 3 16,0 0-2-16,-19-12 0 0,19 12-2 0,-12-4 1 15,12 4-4-15,-11-4 1 0,6 3-2 0,5 1 5 16,-12-5-2-16,12 5-2 0,-13-2-4 0,6-1 0 16,0 2 4-16,7 1 1 0,-11-3-2 0,11 3 5 15,-9-1-3-15,9 1 2 0,-9-3 4 0,9 3-5 16,0 0 8-16,-9-3-2 0,9 3 2 0,0 0 0 15,0 0-3-15,0 0 6 0,-8-2-4 16,8 2-1-16,0 0 3 0,0 0-4 0,0 0 8 0,0 0-4 16,0 0-3-16,0 0 4 0,0 0-3 0,0 0 3 15,0 0 4-15,0 0-5 0,0 0 6 0,0 0 4 16,0 0-2-16,27 4-3 0,-19-3 3 0,3-1 3 16,0 1-2-16,-2-1-3 0,3 2 1 0,1-1 2 15,0 0-8-15,5-1-16 0,-1 0-20 0,3 0-19 16,0 0-25-16,2 0-20 0,-2-2-29 0,9 0-23 15,-8 1-150-15,2 1-329 0,5-1 145 0</inkml:trace>
  <inkml:trace contextRef="#ctx0" brushRef="#br0" timeOffset="74946.56">21273 11719 19 0,'0'0'119'0,"0"0"-10"0,-12-3-7 0,12 3-3 16,0 0 3-16,-10-2-6 0,10 2-7 15,0 0-9-15,-9 0-6 0,9 0 10 0,0 0-6 16,-12-1 2-16,12 1-4 0,0 0-2 0,-8 0 1 0,8 0-1 16,0 0 2-16,0 0-6 0,-9-2-5 0,9 2-3 15,0 0-3-15,0 0-8 0,0 0-6 0,0 0-6 16,0 0 1-16,0 0-6 0,0 0-4 0,0 0-4 16,0 0 2-16,0 0-4 0,37 3 3 0,-24-3-5 15,7 0 2-15,0 0-6 0,-1 0-3 0,1-1 1 16,0 2-1-16,0-1-5 0,1 0-1 0,1 0 0 15,-4 0-3-15,0-1-6 0,-4 2-10 16,4-2-23-16,-7 1-20 0,1 1-29 0,-1-1-1 0,-2-1-24 16,0 1-21-16,-9 0-20 0,14-2-120 0,-14 2-290 15,12 0 129-15</inkml:trace>
  <inkml:trace contextRef="#ctx0" brushRef="#br0" timeOffset="75263.38">21403 11553 106 0,'-1'-7'193'0,"1"7"-5"15,0 0-11-15,0 0-22 0,0 0-12 0,-4-6-14 16,4 6-18-16,0 0-8 0,0 0-8 0,0 0 1 15,0 0-7-15,0 0-3 0,1 22 0 0,-1-22-2 16,2 17-5-16,0-7-1 0,-2 1-4 0,-1 0-7 16,2 0-6-16,2 0 0 0,-3 1-2 0,0 2-4 15,1 0-10-15,0-2-6 0,1 0-1 0,-1 2-1 16,0-2-6-16,-1 0-3 0,0 4 0 0,0-5-7 16,0 2-10-16,0-1-15 0,-1-1-17 0,1 1-34 15,0 0-38-15,-1-2-36 0,1 1-27 0,-2-1-41 0,1 0-136 16,-1-2-361-16,0 0 159 0</inkml:trace>
  <inkml:trace contextRef="#ctx0" brushRef="#br0" timeOffset="75649.81">22116 11581 51 0,'-11'-6'170'0,"6"3"-1"16,5 3-7-16,-12-5 1 0,12 5-11 0,-6-3-12 16,6 3-7-16,-4-5-12 0,4 5-14 0,0 0-10 15,0 0-11-15,0 0-13 0,15-8-2 0,-2 5-9 16,6-2-4-16,2 2-9 0,6-4-1 0,1 5-6 0,1 2-9 16,0-4-6-16,-2 3-18 0,-5-1-19 15,-2 1-19-15,0 0-21 0,-8-2-25 0,1 1-18 16,-4 2-29-16,0 0-22 0,-9 0-106 0,10 1-272 15,-10-1 121-15</inkml:trace>
  <inkml:trace contextRef="#ctx0" brushRef="#br0" timeOffset="76388.25">22268 11531 38 0,'0'0'192'0,"0"0"-5"15,0 0-10-15,0 0-9 0,0 0-13 0,0 0-18 16,0 0-14-16,0 0-14 0,-6-4-12 0,6 4-11 0,0 0-10 16,0 0-7-16,0 0 3 0,0 0-1 0,-1 19-2 15,1-7-9-15,-2-3 8 0,1 1 2 0,-1 3-10 16,2 2-3-16,-2 1-5 0,1 2 3 0,0-2-7 16,1 1 1-16,-3-2-5 0,2-2-1 0,1 0-6 15,0 0-3-15,-1 1-5 0,1-2 1 0,0 1-6 16,-1-1 0-16,1 0-2 0,0-3-5 0,-2 1 0 15,2 0-1-15,-1-2-3 0,1-8 3 16,0 13-7-16,0-7 2 0,0-6-2 0,1 11 1 0,-1-11-1 16,-1 9 0-16,1-9-4 0,1 10 3 0,-1-10-2 15,0 0-1-15,-1 9-1 0,1-9 1 0,0 0 3 16,0 0-5-16,0 8 1 0,0-8-2 0,0 0 1 16,0 0 0-16,0 0-3 0,0 0-1 0,0 0-5 15,-7 5 0-15,7-5-1 0,0 0-3 0,0 0-2 16,-15-3 1-16,15 3-5 0,-11-3 3 0,11 3 1 15,-11-2 4-15,5-1-1 0,6 3-1 0,-14-4-1 16,9 3 2-16,5 1 0 0,-12-2 0 0,4 1 4 16,8 1 0-16,-12-3-1 0,12 3 4 0,-10-2-3 15,10 2 1-15,-10-1-1 0,10 1 5 0,-9-3-3 16,9 3 2-16,-10-1-3 0,10 1 3 0,0 0 0 16,-8-1 0-16,8 1 6 0,0 0 1 0,0 0 2 15,0 0 3-15,-11-2 0 0,11 2 0 0,0 0-1 16,0 0 3-16,0 0-1 0,0 0-1 0,0 0-6 15,0 0 6-15,0 0-4 0,0 0 1 0,0 0-3 16,0 0 1-16,0 0-1 0,0 0-1 0,0 0 0 16,0 0 2-16,0 0 2 0,0 0-2 0,0 0 0 15,34 2 0-15,-22-2 0 0,-1 0 0 0,0 1-3 16,3-1 3-16,-1 1 0 0,2-2 1 0,3 1-2 16,1 0-2-16,-1-1 0 0,0 2 0 0,1 0 0 0,-2-1 1 15,-3 2-2-15,0-2 2 0,0 0-5 0,-1 0 3 16,0 0 0-16,-1 0 17 0,-1 1-5 15,1-2 1-15,-4 2-3 0,-8-1 1 0,14-1-1 16,-14 1-1-16,12 1-3 0,-12-1 0 0,9-1-3 0,-9 1 2 16,0 0 1-16,9 0-2 0,-9 0-1 15,0 0-2-15,0 0 3 0,10 0-2 0,-10 0 2 16,0 0-4-16,0 0 4 0,0 0-6 0,0 0-9 16,0 0-13-16,0 0-18 0,0 0-22 0,0 0-25 0,0 0-33 15,0 0-39-15,0 0-34 0,0 0-34 0,0 0-127 16,0 0-383-16,0 0 169 0</inkml:trace>
  <inkml:trace contextRef="#ctx0" brushRef="#br0" timeOffset="77096.28">22776 11733 11 0,'0'0'190'0,"-6"-3"-13"0,6 3-11 16,0 0-7-16,-10-6-13 0,10 6-13 0,-6-5-11 15,6 5-10-15,-11-2-5 0,4 1-7 0,7 1-9 16,0 0-3-16,-13 0-10 0,13 0-5 0,-11 1-5 16,11-1-3-16,-12 4-4 0,6-2-4 0,0 2 5 15,-2-1 0-15,2 2-7 0,-1-1-4 0,-1 3-4 16,-2 1 0-16,4-2-4 0,-3 2 0 0,2 0-1 15,-1 1 7-15,1-1-8 0,1 0 3 0,2 2-6 16,-2 0-8-16,-1-2 1 0,5 2-3 0,-2-1 0 16,1 1-6-16,2-3 1 0,0 3 5 0,1 0-11 15,0-10 2-15,1 16 7 0,0-10-13 0,3 2 2 16,-1-1 5-16,3-1 0 0,0 2 0 0,0-4 1 16,1 1-2-16,3 0-3 0,-2-1 2 0,1-1 3 15,4-1-2-15,-2 1 0 0,1-1-1 0,2-1 4 16,3 0-4-16,0-1-3 0,-2-1 0 0,-2 0-1 15,0-2 1-15,6 0-1 0,-2-1-3 0,1 0 3 16,-3-1 0-16,-1 0-2 0,3-2 0 0,-6 1 1 16,5-2-6-16,-2 0 5 0,-3-2-3 0,0 3 4 15,-1-1-2-15,-1-3 0 0,0-2-1 0,-3 2 1 16,0 0 6-16,-2 0-2 0,-1-1 1 0,-1 0 4 16,1 1 0-16,-2 0-2 0,-1 0 3 0,0-1 3 15,-2 2-3-15,0 1 2 0,-1 0-5 0,-1 0 0 0,1 0 2 16,-2 4-4-16,-2-3 0 0,1 2-6 0,-1 1 0 15,-4 0 0-15,0 0 7 0,1 1-14 16,-6 3 2-16,5 1 0 0,-2 0-2 0,0-2-5 16,2 4-9-16,-3-2-18 0,2 0-24 0,-1 3-26 0,2-1-32 15,1 0-31-15,1 3-24 0,0-2-38 0,2 2-30 16,1 0-218-16,-2 0-489 0,2 1 217 0</inkml:trace>
  <inkml:trace contextRef="#ctx0" brushRef="#br0" timeOffset="78248.89">20369 12278 117 0,'-7'-3'142'0,"7"3"-4"16,0 0-2-16,-8 0-15 0,8 0-17 0,0 0-8 15,0 0-4-15,-8-4-18 0,8 4 4 0,0 0-3 16,0 0-10-16,0 0-5 0,0 0-4 0,0 0-3 15,0 0-10-15,0 0 2 0,-7-3-9 0,7 3 2 16,0 0-3-16,0 0 0 0,0 0-5 0,0 0 4 16,0 0-6-16,0 0 0 0,0 0 5 0,0 0 12 15,0 0 4-15,0 0-1 0,0 0 5 0,34 7 4 16,-16-7-2-16,4 0-3 0,7-3-4 0,4 3-1 16,4 0 1-16,14-6-2 0,1 4-3 0,1-1-1 15,4 1-3-15,-3 1-4 0,4 2 0 0,-2-1-5 16,3-1-1-16,-4-2-4 0,3 1-3 0,-1 0 1 0,-1-3 1 15,-4 3-8-15,1-2-1 0,-2 3-1 0,-1 1-1 16,1-2 2-16,0 1-4 0,-12 1-2 16,12-3-2-16,-1 2 2 0,-12-3 0 0,1 3-2 15,0 1 2-15,-1-2-5 0,3 0 2 0,-5 0-2 0,2 2 2 16,13-2 1-16,-15 0-1 0,3-1 0 16,-2 0 1-16,0 0-2 0,2 2-1 0,-2-2-2 15,0 2 3-15,-1 1 0 0,-1-2-2 0,2 1 0 16,0-1 0-16,-4-1-1 0,0 2 0 0,-1-1 1 0,-1 1 4 15,-2-1-5-15,-1-2 2 0,2 3-2 0,0 1 4 16,0-2-6-16,3 1 4 0,-2-1-2 0,1 2 3 16,-4-1 0-16,4-2 2 0,-2 1-2 15,2 1-1-15,-1-2-3 0,0 5 6 0,-1-5-5 0,-2 0 2 16,2 1 0-16,-3 1 3 0,-5 1-1 0,-1 0 1 16,6 0-4-16,-7 0 6 0,0-2 0 0,1 0-1 15,1 2-6-15,-3 0 1 0,2 0 4 0,-3 0-3 16,3 0 2-16,1 0 0 0,-4 0 2 0,2-2 1 15,1 2-1-15,-3 0 1 0,0 2 0 0,-4 0 1 16,-2-3 2-16,3 2 3 0,-2-1 1 0,0 0 1 16,1 0-3-16,-3-1 2 0,0 1 6 0,1 0-1 15,-1 0-4-15,-2 1 0 0,0-1 2 0,-9 0 9 16,18-1-12-16,-12 1 3 0,3-1 0 0,-9 1-2 16,13 1-3-16,-5-2 4 0,3 1-5 0,-11 0 4 15,13 0-2-15,-13 0-2 0,14 0-3 0,-6-2 1 16,-8 2 2-16,13-2-4 0,-13 2-2 0,10 0 3 15,-10 0-3-15,10-1-1 0,-10 1 2 0,8-2 6 16,-8 2-6-16,0 0 0 0,9-2-3 0,-9 2 5 16,0 0-7-16,8-1 1 0,-8 1 4 0,0 0 2 0,0 0-2 15,0 0-11-15,0 0-5 0,0 0-16 16,0 0-19-16,4-5-26 0,-4 5-27 0,0 0-29 16,0 0-29-16,0 0-24 0,0 0-26 0,0 0-22 0,-16-12-193 15,11 8-453-15,5 4 201 0</inkml:trace>
  <inkml:trace contextRef="#ctx0" brushRef="#br0" timeOffset="79710.48">21086 12641 10 0,'1'-8'174'0,"-1"8"1"0,0 0-7 0,2-9-17 15,-2 9-2-15,4-5-14 0,-4 5-14 16,0 0-14-16,0 0-18 0,0 0-3 0,7-2-9 16,-7 2-5-16,0 0 2 0,9 13-10 0,-2-10 0 15,-4 7-8-15,1-1-7 0,0 1 2 0,4 0-4 0,-2 1-5 16,2 0-2-16,-3 0-5 0,0-1-3 16,2 2 3-16,-2 0-7 0,0-3 3 0,1 2-8 0,-2-3 2 15,0 1-10-15,-2-3 3 0,4 2-3 0,-5 0 2 16,1-3-3-16,2 0 1 0,-4-5 1 0,4 9-6 15,-4-9 1-15,2 4 1 0,-2-4 0 0,2 7-1 16,-2-7 6-16,0 0 10 0,0 0 8 16,4 6 6-16,-4-6 8 0,0 0-5 0,0 0 4 0,0 0-3 15,0 0-10-15,0 0 1 0,0 0-3 0,0 0-3 16,7-21-5-16,-4 13-2 0,1 1-1 0,1-4-1 16,0 1-4-16,0-2-2 0,3-4 16 0,1 1-4 15,2-1-6-15,-1-1-1 0,7-2-6 0,-4 3 0 16,2 0 0-16,-1 1-3 0,3 1 0 0,-3 1-1 15,4 2-5-15,-5 0 0 0,2 1-2 0,-5 5 2 16,-1-3-1-16,0 3-5 0,1 3 1 16,-5 0 2-16,3 1-4 0,-8 1 0 0,13 0-2 15,-13 0 2-15,13 4 2 0,-4 2-4 0,-2 2 1 0,-2 1 1 16,2 1 0-16,-1 1 4 0,1 2-1 0,-5 3 0 16,2 0 4-16,-2-2 3 0,2 2-6 0,-3 1 5 15,2-2-1-15,0 1-1 0,-2 0 3 0,0-3-4 16,2 2-3-16,-1-2 5 0,-2-3-3 0,2 2 0 15,-1 0 0-15,0 0 0 0,2-2-4 0,0 0 5 16,0 0-11-16,-1-1-17 0,1 1-28 0,-2-4-29 16,-1-6-32-16,4 13-39 0,0-7-27 0,-4-6-28 15,5 10-25-15,-1-7-125 0,-4-3-386 0,0 0 171 16</inkml:trace>
  <inkml:trace contextRef="#ctx0" brushRef="#br0" timeOffset="80184">21839 12645 139 0,'3'-6'232'0,"-3"6"-12"16,0 0-21-16,2-6-20 0,-2 6-17 0,0 0-8 16,0 0-10-16,0 0 4 0,8 14-2 0,-6-7-12 15,1 3-11-15,-2 1-8 0,3 0-8 0,0 3 0 16,-2-1-12-16,1 1-7 0,1 0-7 0,0-2-5 15,-1 2-4-15,1-2-9 0,0 0-7 0,-1 0-2 16,1 0-8-16,-1-2-2 0,4 2-3 0,-3-2-2 16,2-1-3-16,-2 1-1 0,1-1-8 0,-3-3 1 15,-2-6-7-15,10 11 6 0,-7-6-9 0,-3-5 0 16,12 10 2-16,-12-10-3 0,7 7 0 0,-7-7 2 16,11 4-2-16,-11-4 1 0,15 3 2 0,-5-5-6 15,-10 2-1-15,19-5 0 0,-10 2-2 0,3-1 4 16,-3-4 1-16,5-1-5 0,-1-2 1 0,-2 0 1 15,6-2-2-15,-6-2-4 0,7-4-2 0,-5 2 2 16,5-3-1-16,-4-1 1 0,-1 1 5 0,1-4-6 16,-3 1-3-16,1 2 0 0,-5 4 0 0,1 0 2 15,-1 0-5-15,0 2 3 0,-1 0 4 0,-2 4-1 16,0 4 6-16,0 0-1 0,-3 1 0 0,-1 6 7 16,4-9-3-16,-3 4-4 0,-1 5-3 0,3-8-5 15,-3 8-3-15,0 0-1 0,1-8-15 0,-1 8-11 16,0 0-18-16,0 0-18 0,0 0-25 0,0 0-25 15,0 0-31-15,0 0-27 0,0 0-6 0,0 0-5 16,0 0-3-16,0 0-24 0,0 0-16 0,0 0-118 16,0 0-371-16,23 16 165 0</inkml:trace>
  <inkml:trace contextRef="#ctx0" brushRef="#br0" timeOffset="80578.85">22441 12785 100 0,'0'0'183'0,"0"0"-10"0,0 0-10 0,0 0-2 16,0 0-10-16,0 0-8 0,0 0-8 0,0 0-6 15,0 0-9-15,0 0-3 0,0 0-12 0,0 0-10 16,0 0-4-16,0 0-7 0,27-6 1 0,-16 4-11 16,2 0-4-16,2 0-5 0,3-2-6 0,1 2-3 15,2 0-6-15,-1-1-1 0,-2 1-2 0,-1-2-4 16,2 3-2-16,-5 0-1 0,-2 0-9 0,-1 1 4 16,2-2-4-16,-3 1 2 0,0 0-3 0,-10 1 2 15,16-1-3-15,-10-1-2 0,-6 2-4 0,10 0 1 16,-10 0-3-16,10 0-1 0,-10 0-2 0,7-3-4 15,-7 3-3-15,0 0-1 0,0 0-11 0,0 0-15 16,0 0-23-16,0 0-20 0,0 0-28 0,0 0-28 16,0 0-28-16,0 0-23 0,0 0-22 0,0 0-16 15,0 0-130-15,0 0-361 0,0 0 160 0</inkml:trace>
  <inkml:trace contextRef="#ctx0" brushRef="#br0" timeOffset="80889.03">22665 12740 102 0,'0'0'190'16,"0"0"-4"-16,0 0-5 0,0 0-7 0,0 0-11 15,0 0-15-15,0 0-16 0,0 0-15 0,0 0-13 16,0 0-5-16,0 0 12 0,0 0-5 0,0 0-2 16,0 0-4-16,-4 25 1 0,1-15-4 0,-1-1-6 15,4 3 2-15,-5 5-7 0,0-2-1 0,-1 1-7 16,1-1-6-16,-1 1-6 0,1 0-3 0,-1 1 0 15,2-6-5-15,0 5-6 0,2-4-4 0,-1 1 1 16,6 2-6-16,-4-3-4 0,-1-1-5 0,1 2 0 16,0-3-4-16,-1-1-1 0,2 1-8 0,0-2 3 15,-1 2-5-15,1-10 1 0,0 13 1 0,0-7-6 16,0-6 0-16,0 10-2 0,0-10-10 0,0 11-14 16,0-11-19-16,-1 5-24 0,1-5-22 0,0 0-23 15,0 0-36-15,0 0-38 0,0 0-49 0,-5 8-225 16,5-8-483-16,0 0 213 0</inkml:trace>
  <inkml:trace contextRef="#ctx0" brushRef="#br0" timeOffset="82235.5">24230 12123 30 0,'0'0'150'0,"0"0"-12"0,0 0-28 0,0 0 14 16,0 0-11-16,0 0-12 0,0 0 8 0,0 0-1 16,0 0-3-16,0 0-6 0,0 0 0 0,0 0-7 15,0 0-6-15,0 0-5 0,0 0-5 0,0 0-1 16,0 0-6-16,0 0-2 0,0 0-4 0,0 0-1 15,0 0-1-15,0 0-6 0,0 0-3 0,16-6-9 0,-3 3 2 16,3 2-1-16,7 0-2 0,-4-1-8 0,2 0-2 16,-1 1-3-16,7-2-3 0,-7 0-2 15,3 3-2-15,-2-1-6 0,-3-1-14 0,-1 2-26 16,-4 0-30-16,-1 0-36 0,-2 0-33 0,-10 0-38 0,14 0-41 16,-14 0-103-16,6 0-331 0,-6 0 146 0</inkml:trace>
  <inkml:trace contextRef="#ctx0" brushRef="#br0" timeOffset="82455.37">24274 12257 127 0,'0'0'207'0,"0"0"-9"0,0 0-12 16,0 0-10-16,0 0-17 0,28 0-13 0,-19 0-16 15,3-2-11-15,1 0-10 0,6 0-16 0,-6 1-8 16,5-3-10-16,0 3-24 0,0 1-30 0,0-2-30 16,-2 0-37-16,2 0-33 0,-5 2-40 0,0 0-29 15,-2 0-100-15,1-2-266 0,2 2 117 0</inkml:trace>
  <inkml:trace contextRef="#ctx0" brushRef="#br0" timeOffset="86781.82">1097 11762 22 0,'0'0'161'0,"0"0"-8"0,0 0-10 16,0 0-6-16,0 0-11 0,0 0-7 0,0 0-2 15,0 0-6-15,0 0-6 0,0 0-4 0,0 0 2 16,0 0-17-16,0 0-5 0,0 0-4 0,-2-7-8 16,2 7-3-16,0 0-8 0,0 0-1 0,-10-3-11 15,10 3-4-15,0 0-6 0,-9-2-5 0,9 2 0 16,-8-1-3-16,8 1-3 0,0 0-4 0,-12-3 6 15,12 3-10-15,-9 0 5 0,9 0-1 0,0 0 1 16,-9-1-2-16,9 1 2 0,0 0 3 0,0 0-2 16,-7-2-3-16,7 2-3 0,0 0 4 0,0 0-9 15,0 0 0-15,0 0 1 0,0 0-4 0,0 0-2 16,0 0 3-16,0 0-3 0,0 0 2 0,37-2-2 16,-18 4 1-16,2-5 1 0,6 3-14 0,2-4-8 15,0 1-12-15,-1 0-20 0,-7 3-21 0,2-2-23 16,-3 0-26-16,-2-2-28 0,5 0-16 0,-3 0-18 15,-3 1-103-15,-2 1-302 0,2-2 134 0</inkml:trace>
  <inkml:trace contextRef="#ctx0" brushRef="#br0" timeOffset="87359.39">1222 11658 152 0,'0'0'160'0,"-7"-3"-12"0,7 3-16 0,0 0-16 16,0 0-16-16,0 0-11 0,0 0-7 0,-6 8-3 0,4-2-5 15,1 3-2-15,-3 4-2 0,4 0-4 0,-4 6-3 16,-1-1 0-16,1 8-7 0,-1-2 5 0,1 0-5 15,2 4 0-15,-1-3-1 0,1 1 0 16,-1-9-16-16,2 2-2 0,1 1 4 0,0-1-18 16,-1 0 11-16,-1-2-8 0,2 0-7 0,0-4 1 15,0 2-2-15,0-5 5 0,2 2-5 0,-1-1-2 0,-1-1-4 16,0-3 0-16,0 3 3 0,0-10 8 0,2 9-16 16,-2-9 1-16,0 10 0 0,0-10-2 15,0 0 2-15,0 8 0 0,0-8 1 0,0 0 2 16,0 0 4-16,0 0 1 0,0 0 2 0,0 0 1 15,-2 7-3-15,2-7-1 0,0 0-1 0,0 0-1 16,0 0-1-16,-17-4-5 0,17 4 1 0,0 0 0 16,-15-4 1-16,15 4-2 0,-14-1-3 0,8-2-1 15,6 3-1-15,-15-1 1 0,8 1-1 0,7 0 1 16,-14 0 1-16,14 0-1 0,-13-1 2 0,13 1-2 16,-12-3 9-16,12 3-3 0,-9 0 3 0,9 0 4 15,0 0-2-15,0 0-1 0,-9-1 1 0,9 1-4 16,0 0 0-16,0 0-3 0,0 0-2 0,0 0 0 15,0 0 0-15,0 0 3 0,0 0 0 0,0 0-1 16,0 0 0-16,34 6-2 0,-21-6 0 0,-1 1-3 16,6 1-1-16,0-1-23 0,0 2-18 0,1-3-16 15,-2 0-25-15,1 1-7 0,0-2-39 0,1-1-10 16,-1 1-11-16,-2 1 0 0,3-3-15 0,-1 3-107 16,-1-1-293-16,2-1 129 0</inkml:trace>
  <inkml:trace contextRef="#ctx0" brushRef="#br0" timeOffset="92340.46">1952 11919 3 0,'-7'-8'73'0,"-1"2"-12"0,0-1 8 16,2 3 7-16,0-1 6 0,-1-2-3 0,1 0-16 15,-1 1 6-15,0-1-5 0,0 3 23 0,2-3-2 16,5 7 3-16,-9-5 6 0,9 5 8 0,-7-3 2 16,7 3-2-16,-5-6-1 0,5 6-5 0,0 0-6 15,-8-6-6-15,8 6-3 0,0 0-8 0,-4-4-10 16,4 4-5-16,0 0-9 0,0 0-4 0,0 0-7 15,0 0-2-15,0 0-6 0,0 0-5 0,0 0 7 16,0 0-12-16,0 0 4 0,0 0-3 0,27-1-8 16,-14 2-7-16,6 1-31 0,-3-1-19 0,1 2-34 15,-4 0-33-15,1 0-16 0,-4 1-35 0,-1-1-129 16,-1 0-313-16,-3 1 139 0</inkml:trace>
  <inkml:trace contextRef="#ctx0" brushRef="#br0" timeOffset="92547.75">1910 12033 57 0,'0'0'180'0,"0"0"-15"0,0 0-13 0,0 0-14 15,0 0-17-15,0 0-7 0,0 0-16 0,0 0-7 16,0 0-12-16,36-3-12 0,-21 1-29 0,3 2-41 15,4-2-18-15,-1 0-23 0,1 0-31 0,1 2-22 16,-2-4-80-16,7 3-192 0,-8-2 85 0</inkml:trace>
  <inkml:trace contextRef="#ctx0" brushRef="#br0" timeOffset="92804.47">2762 11697 163 0,'-7'-3'205'0,"7"3"-13"0,0 0-23 16,0 0-17-16,-8 0-20 0,8 0-11 0,0 0-15 15,0 0-11-15,28-4-6 0,-7 1-8 0,7-1-6 16,4 2-21-16,-3-1-30 0,2 1-27 15,-3 1-26-15,-2-1-22 0,-5 1-24 0,-3 0-21 0,-4 1-14 16,-1 0-8-16,-1 1-78 0,-2-2-213 16,-3 1 94-16</inkml:trace>
  <inkml:trace contextRef="#ctx0" brushRef="#br0" timeOffset="93556.89">2973 11678 103 0,'-10'2'109'0,"10"-2"-10"0,-4 8-10 0,1-2-7 16,0 4 8-16,-4 4-2 0,5 1-5 15,-2 4-11-15,-1-2 13 0,1 3-14 0,3-1 1 0,-3 0-8 16,2 0-6-16,-1 0-6 0,2 0-4 0,-1-2 3 16,1 1-11-16,0 0-3 0,1-2-5 0,0 0-3 15,-1 1 0-15,-1-5 5 0,2 4-11 16,0-6 1-16,0 1-6 0,0-1 8 0,0-1-8 15,2 1-3-15,-2-3-1 0,0-7 1 0,0 11-2 0,0-11 1 16,0 11-10-16,0-11 0 0,-2 7-9 0,2-7 2 16,0 0-5-16,-1 8 3 0,1-8-7 0,-8 4-10 15,8-4-1-15,-11 0 4 0,11 0 4 16,-14 0-4-16,14 0 3 0,-14 0 6 0,6-2-2 16,8 2 2-16,-15-3 1 0,7 3-5 0,8 0 21 15,-11-2 3-15,11 2 4 0,-11-2 7 0,11 2 3 0,-7-2-4 16,7 2 7-16,0 0-9 0,0 0-1 0,0 0-8 15,-9-3 0-15,9 3 1 0,0 0-6 0,0 0 6 16,0 0 0-16,0 0 2 0,0 0-4 16,28 9-1-16,-17-9-3 0,7 1 5 0,2 1-10 15,6-2-14-15,4 0-5 0,-2-2-15 0,0 1-14 0,-6-1-25 16,6 0 0-16,-9 0-11 0,3-1-2 0,6-1 0 16,-9 1 0-16,3 0 4 0,-2 0 6 0,-1-1 7 15,0-1 13-15,2-2 11 0,-6 3 8 0,-1-1 5 16,-5 0 6-16,2 2 8 0,0-2 11 15,-6 1 8-15,1 1 11 0,0-1 6 0,-1 1 14 0,-5 3 10 16,9-6 8-16,-9 6 6 0,3-5 12 0,-3 5 1 16,4-4 2-16,-4 4-9 0,0 0-2 0,0 0-11 15,0 0-10-15,0 0 0 0,0 0-4 0,0 0-3 16,0 0 13-16,0 0 5 0,-12 27-10 16,8-19-4-16,0 1-5 0,0 1-6 0,1 0-3 0,1 1 2 15,1 0 3-15,1-2-8 0,0 1 6 0,0 0-2 16,2 0-4-16,2 0 9 0,-1-4-5 0,2 0-3 15,1 4 11-15,3-3 7 0,-1-2 1 16,2-1 2-16,4-3-1 0,-1 2-1 0,5-2 6 16,-2-1-5-16,2-1-2 0,0-4 1 0,-1 2-3 0,0-2-2 15,0-2 0-15,0 0-3 0,-3-1 1 0,-3 2 5 16,2-5-2-16,-4 3 3 0,0-3-7 0,-4 0-4 16,-1 1 0-16,0-2 1 0,-3 0-8 0,-1 1 0 15,-1-2 0-15,-3 1-5 0,-1 2 3 16,-4 0-8-16,0 3-7 0,-1 0 4 0,-3 2-6 0,0 1-12 15,-6 2-7-15,1 1-18 0,-2 2-29 0,-1 2-25 16,3 3-64-16,1 0-23 0,1 2-180 0,5-2-388 16,0 2 173-16</inkml:trace>
  <inkml:trace contextRef="#ctx0" brushRef="#br0" timeOffset="94858.63">4080 11644 32 0,'0'0'63'0,"0"0"-9"0,0 0-7 0,0 0 2 15,-4-5-12-15,4 5 1 0,0 0-1 0,0 0-3 16,0 0 0-16,0 0-4 0,0 0-7 0,0 0 7 16,0 0-15-16,0 0 11 0,0 0 2 15,0 0-5-15,0 0-3 0,0 0-1 0,0 0-8 0,0 0 11 16,0 0-7-16,0 0-1 0,0 0-1 0,0 0-4 16,0 0 11-16,0 0-6 0,0 0 3 0,0 0-3 15,0 0 1-15,0 0-2 0,0 0-2 0,0 0-2 16,0 0-1-16,0 0 3 0,0 0-2 0,0 0-7 15,0 0 0-15,0 0-3 0,0 0 1 0,0 0 3 16,0 0-5-16,0 0 9 0,0 0-1 0,0 0-1 16,0 0 1-16,0 0 4 0,0 0-6 0,0 0-4 15,-5-6 0-15,5 6 1 0,0 0 4 0,0 0-1 16,0 0-5-16,0 0 1 0,0 0 3 0,0 0-7 16,0 0 14-16,0 0-9 0,0 0 6 0,0 0 1 15,0 0-4-15,0 0-12 0,0 0 6 0,0 0-3 16,0 0 8-16,0 0-1 0,0 0-4 15,0 0 5-15,0 0 3 0,0 0-11 0,0 0 1 0,0 0 7 16,0 0-4-16,0 0 1 0,0 0 2 0,0 0-9 16,0 0 9-16,0 0-5 0,0 0 7 0,0 0-16 15,0 0 17-15,0 0 2 0,0 0-5 0,0 0-6 16,0 0 3-16,0 0 6 0,0 0-8 0,0 0 5 16,0 0 2-16,0 0 5 0,0 0 2 0,0 0-3 15,0 0 5-15,0 0 5 0,0 0 11 0,0 0-8 16,0 0 8-16,0 0-13 0,0 0 9 0,0 0-7 15,0 0 5-15,0 0 1 0,0 0-9 0,0 0 0 16,0 0 3-16,0 0-2 0,0 0-4 0,0 0 0 16,0 0-10-16,0 0 10 0,0 0-2 0,0 0-8 15,0 0 4-15,0 0 2 0,0 0 0 0,0 0-7 16,0 0 15-16,0 0-7 0,-15 4 8 0,15-4-3 0,0 0 3 16,0 0 7-16,0 0-2 0,0 0-5 15,0 0 1-15,0 0-1 0,0 0 10 0,0 0-3 16,-12 2-10-16,12-2-2 0,0 0-4 0,0 0 6 15,0 0-6-15,-9 0 2 0,9 0 4 0,0 0-7 16,0 0 9-16,0 0-9 0,-6 4 4 0,6-4-6 0,0 0-2 16,-8 3 4-16,8-3 6 0,0 0-9 15,0 0 0-15,-7 1-4 0,7-1 4 0,0 0-3 16,0 0 0-16,-9 4 5 0,9-4-4 0,0 0 6 16,-8 3-6-16,8-3 3 0,-6 2 7 0,6-2-8 0,0 0-1 15,0 0 0-15,-8 3 1 0,8-3-1 0,0 0 1 16,0 0-2-16,0 0-1 0,0 0 1 15,0 0-4-15,0 0-1 0,0 0 5 0,-6 3-2 0,6-3 2 16,0 0-9-16,0 0 8 0,0 0 1 0,0 0 2 16,0 0-2-16,0 0 6 0,0 0-16 0,-3 6-1 15,3-6-5-15,0 0-2 0,0 0-10 0,0 0-24 16,0 0-12-16,0 0-27 0,10 14-29 16,-7-9-113-16,2 0-249 0,0-2 111 0</inkml:trace>
  <inkml:trace contextRef="#ctx0" brushRef="#br0" timeOffset="97119.73">4039 11586 36 0,'0'0'66'0,"0"0"-10"0,0 0-3 0,0 0-6 0,0 0-7 15,0 0 0-15,0 0 0 0,0 0-19 0,0 0 9 16,0 0-3-16,0 0 3 0,0 0-13 0,0 0 2 16,0 0-1-16,0 0-7 0,0 0-5 0,0 0 4 15,0 0 0-15,0 0-4 0,0 0-4 0,0 0-11 16,0 0-3-16,0 0-1 0,0 0-8 0,0 0-5 16,-1 18-20-16,1-18-31 0,0 0-82 0,-4 11 36 15</inkml:trace>
  <inkml:trace contextRef="#ctx0" brushRef="#br0" timeOffset="97862.51">4058 11919 70 0,'0'0'92'16,"7"2"-4"-16,-7-2-6 0,0 0-1 0,0 0-10 16,0 0 0-16,0 0-2 0,0 0-3 0,0 0-2 15,0 0 6-15,0 0 0 0,0 0 4 0,0 0-4 16,0 0 3-16,0 0-3 0,8-6 4 0,-8 6-10 15,7-4-1-15,-7 4-4 0,12-6-2 0,-6 2-12 16,2 1 0-16,1-1-3 0,1-1-3 0,-2-2 1 16,3 2-5-16,-2-1-3 0,1 0 1 0,-1 0-6 15,0 0 1-15,-2-1-2 0,2 1 2 0,-7-1-6 16,7 0 0-16,-1 2-5 0,-1-3 5 0,0 0-7 16,0-1-2-16,2 1 2 0,-4-2-5 0,1 1 2 15,-1 2 2-15,1-2-8 0,-4 3 3 0,1-1 1 16,0 0-4-16,1 4 0 0,-4 3 0 0,-2-12 0 15,2 12 2-15,3-9-6 0,-3 9-2 0,0 0 1 16,-4-12 1-16,4 12-5 0,-5-5 2 0,5 5-2 0,-9-4-1 16,9 4 1-16,0 0 3 0,-14 0-5 15,14 0 1-15,-18 6 1 0,8 0-1 0,-1 1 0 16,0 0 0-16,1 1 7 0,-2 3-7 0,-4 1 0 16,2 0-1-16,2 0-4 0,-1 2 2 0,1 3 4 0,1 0 3 15,2-2 3-15,-1 8-2 0,4-6 8 0,1 0-8 16,1-2 1-16,4-1-1 0,-3 1-1 0,1-2-3 15,3-2 3-15,-1 1 0 0,3 0 3 16,0-2 2-16,3 0-1 0,0 0 2 0,3-3-4 16,0 2 6-16,2-3-4 0,2 0 1 0,5 1 8 0,2-3-4 15,7-1-5-15,4-2-19 0,-3-2-17 16,0-2-26-16,-7 2-18 0,0-2-24 0,1 0-23 16,-4-1-18-16,0-2-128 0,-8 1-289 0,1-1 129 15</inkml:trace>
  <inkml:trace contextRef="#ctx0" brushRef="#br0" timeOffset="98404.71">4539 11286 53 0,'0'0'194'0,"1"-9"0"0,-1 9-4 15,0-9-13-15,0 9-16 0,0 0-13 0,0-8-17 16,0 8-16-16,0 0-14 0,0 0-6 0,0 0-15 15,0 0-6-15,0 0-10 0,12 2-6 0,-12-2-6 0,10 7-2 16,-4-1-2-16,3 3-6 0,0-2-1 16,-1 3-4-16,3 2-2 0,1 0-3 0,0 0-3 15,-1 0 2-15,0-2-8 0,2 3 4 0,0-3-1 16,-1 2 1-16,-1-6-5 0,-1 4-3 0,-2-4 0 16,0 1-2-16,0-2-1 0,-1 0-1 0,2-2 1 0,0 4 2 15,-4-5-4-15,0 0 3 0,1 1 4 0,-6-3 9 16,7 4 4-16,-7-4 7 0,0 0 5 0,11 0-1 15,-11 0-3-15,9-5-2 0,-9 5-4 16,13-12-7-16,-7 3-2 0,1-2-4 0,-1 1 0 16,3-5-3-16,0 1-1 0,-3-2-2 0,1-1-3 0,2 0 2 15,-3-1-2-15,3 0-2 0,3-5-2 0,-6 7-2 16,3 0 3-16,-5 5-8 0,-2-1-2 0,3 2-6 16,-1 1-4-16,0 3-16 0,-2 0-19 15,-2 6-24-15,3-7-34 0,-3 7-4 0,0 0-7 16,0 0-7-16,0 0-33 0,0 0-30 0,0 0-24 15,-7 31-120-15,4-21-352 0,0-1 156 0</inkml:trace>
  <inkml:trace contextRef="#ctx0" brushRef="#br0" timeOffset="98736.59">5072 11317 76 0,'0'0'186'0,"0"0"-16"0,5-4-14 0,-5 4-19 16,0 0-16-16,0 0-15 0,0 0-7 0,0 0-11 0,0 0-11 15,0 0-13-15,0 0-5 0,0 0-5 0,0 0-3 16,4 17-3-16,-3-11 2 0,-1-6-5 16,1 13-5-16,-1-13 0 0,2 19-4 0,-1-9-3 15,-1 0 7-15,3 1-3 0,-2 0-3 0,-1-2-1 16,1 5-6-16,-1-4 3 0,1 2-2 0,-1 0-1 0,0-12-1 15,0 19-3-15,2-11-2 0,-2-8-1 16,-2 13-2-16,2-13 0 0,2 12-5 0,-2-12 2 16,2 12-2-16,-2-7 3 0,0-5-8 0,0 0-8 15,0 0-14-15,0 13-14 0,0-13-16 0,0 0-18 16,0 0-11-16,0 0-13 0,4 10-19 0,-4-10-19 0,0 0-20 16,0 0-107-16,0 0-271 0,0 0 120 0</inkml:trace>
  <inkml:trace contextRef="#ctx0" brushRef="#br0" timeOffset="99006.58">5046 11313 6 0,'0'0'118'0,"11"-4"-6"0,-11 4-2 0,15 0 3 15,-7 0-15-15,2 1-5 0,-1 0-12 0,1 2 1 16,2 1-4-16,-2-1-13 0,0 2-4 0,-1 1-5 0,1 1-4 15,-4 0-8-15,1 2 0 0,-1-1-9 16,1 2 0-16,-6 0-6 0,0 1 0 0,-1 2-5 0,0-3 1 16,-4 3-2-16,2-2-1 0,-5 5 0 15,2-2-7-15,-1 1-2 0,-4-1 1 0,3-4-2 16,0 2 0-16,-1-3-1 0,-1 1 5 0,-1-1-11 0,-1-1-2 16,0-1-21-16,-4 3-17 0,2-3-36 0,1 0-22 15,1-2-35-15,-2 1-75 0,3-5-219 0,10-1 98 16</inkml:trace>
  <inkml:trace contextRef="#ctx0" brushRef="#br0" timeOffset="99309.1">5445 11147 131 0,'0'0'182'0,"3"-6"-20"0,-3 6-15 0,0 0-13 16,0 0-11-16,0 0-15 0,0 0-6 15,2 18 2-15,-6-1-5 0,-1 1-3 0,-1 8-8 16,0 2-5-16,-1 2-6 0,1 1-1 0,-2-1 0 0,-1 2-5 16,3 1-4-16,-1 0-5 0,-2-1-7 0,3-3-6 15,-2 2-5-15,2-1-2 0,2-2-6 16,-2 2-5-16,1-5 0 0,1 1-1 0,1 0-6 15,-1-7-6-15,0 4-22 0,1-2-28 0,0-5-34 0,-1 2-36 16,-1-2-25-16,1 0-39 0,2-3-143 0,-2-3-334 16,1-1 147-16</inkml:trace>
  <inkml:trace contextRef="#ctx0" brushRef="#br0" timeOffset="99692.28">5480 11651 68 0,'10'7'132'0,"-10"-7"-3"15,5 9-4-15,0-4-7 0,-3 1-10 0,1-1 2 16,0 4-11-16,-1 0-8 0,1 1-7 0,-1-4-2 16,1 3-8-16,-2-3-7 0,2-1-4 0,-3-5-1 15,4 9-5-15,-4-9 9 0,1 6 5 16,-1-6 11-16,0 0 16 0,4 7 2 0,-4-7 2 0,0 0-5 15,0 0-11-15,0 0 1 0,0 0-15 0,0 0-10 16,0 0-6-16,6-24-5 0,-5 15 1 0,2 0-14 16,1-1 0-16,0 0-5 0,1-1-4 0,2-3-7 15,1 3 2-15,-2 0-4 0,1 3-4 0,-1-1-3 16,-1 3-1-16,2 1-6 0,-2 1 2 0,-1 0-4 16,-4 4-2-16,10-5 0 0,-10 5-2 0,13 2-2 15,-13-2 4-15,14 8-2 0,-7-2-3 16,0 2 6-16,-1 2-5 0,-1 1 2 0,2 3 1 15,-2 1-1-15,-3 1-1 0,1-1-6 0,-2 3-13 0,0-7-25 16,1 5-31-16,-2 1-28 0,1-5-39 0,-1 1-28 16,0-2-41-16,-1-1-128 0,-1 0-368 0,4-2 163 15</inkml:trace>
  <inkml:trace contextRef="#ctx0" brushRef="#br0" timeOffset="100020.15">5825 11647 75 0,'0'0'127'0,"0"0"3"15,0 0-18-15,16 8 3 0,-11-1-4 0,2 2-5 16,-2 1-1-16,1 1-1 0,1 1-5 0,-2 5-3 16,0-5-6-16,0 2-4 0,0 1-9 0,4 0-7 15,-5-3-5-15,1-1-2 0,0-1 1 0,-1-1-7 16,-1-1-5-16,2-2 8 0,0 1 7 0,-3-4 9 15,-2-3 6-15,7 7 9 0,-7-7-2 0,9 1 0 16,-9-1 0-16,0 0-2 0,16-8-9 0,-8-2-7 16,0 1-5-16,3-4-3 0,-2-2-1 0,1 1-7 15,3-9-7-15,0 3-7 0,-4 2-1 0,5-4-7 16,-3-2-2-16,2 0-7 0,-4 6-12 0,1-5-14 16,-3 7-6-16,0 1-12 0,-2 5-22 0,-1 3-26 15,-1-2-39-15,-1 2-41 0,1 4-46 0,-3 3-27 16,4-6-4-16,-4 6-130 0,0 0-382 0,0 0 169 15</inkml:trace>
  <inkml:trace contextRef="#ctx0" brushRef="#br0" timeOffset="100189.76">6182 11739 90 0,'0'0'198'0,"16"-9"-13"0,-16 9-11 16,13-7-14-16,-6 2-13 0,5 1-17 0,0-1-11 15,7-3-14-15,-6 4-7 0,3 1-21 0,-2-1-29 16,0 1-32-16,-1 1-35 0,-2-1-30 0,1 1-28 16,-1 0-32-16,-2-1-107 0,-1 3-233 0,-8 0 103 15</inkml:trace>
  <inkml:trace contextRef="#ctx0" brushRef="#br0" timeOffset="100394.37">6340 11682 133 0,'2'15'156'0,"-2"-15"-3"16,3 14-3-16,-2-6 20 0,-2 6 6 0,1 4-11 15,0-1-11-15,-1 0-12 0,-1 2-12 0,-2-1-9 16,3 1-12-16,-2 0-8 0,1-1-13 0,-2 1-4 16,0 2-10-16,2-4-8 0,-1 1-5 0,-1 0-17 15,1-1-32-15,-3 2-32 0,0-3-51 0,0 0-45 16,2-2-60-16,-1-5-142 0,1 2-344 0,1-3 152 15</inkml:trace>
  <inkml:trace contextRef="#ctx0" brushRef="#br0" timeOffset="100627.51">6535 12043 101 0,'0'0'232'0,"13"0"-4"16,-3-2-12-16,-2 2-16 0,2 0-12 0,4 0-16 16,-1-1-9-16,5 0-12 0,1-2-17 0,-2 3-10 15,0-1-12-15,-4 1-10 0,0 0-12 0,-1-2-9 16,-1 2-8-16,2 0-8 0,-5 0-16 0,-8 0-27 16,14 0-25-16,-6 2-34 0,-8-2-43 0,0 0-40 15,19-2-42-15,-12 2-189 0,-7 0-379 0,0 0 169 16</inkml:trace>
  <inkml:trace contextRef="#ctx0" brushRef="#br0" timeOffset="100859.65">7243 11758 113 0,'13'-4'193'0,"4"0"-4"0,4-3-14 16,7-1-17-16,4 0-13 0,4 2-14 0,-1-1-5 16,1 0-20-16,-4 4-13 0,-3-2-22 0,-2 1-27 15,-8 1-27-15,-4 2-24 0,-1 0-33 0,-4-2-15 16,-1 1-21-16,-1-1-18 0,0 2-15 0,-8 1-7 16,9-1-62-16,-9 1-192 0,0 0 86 0</inkml:trace>
  <inkml:trace contextRef="#ctx0" brushRef="#br0" timeOffset="101544.43">7452 11690 92 0,'-8'7'158'0,"5"0"-1"16,-2 2-8-16,1 4 4 0,-2 2 2 0,1 3-5 16,1 6-1-16,-1-3-9 0,-3 4-10 0,5-6-7 15,-1 8-8-15,-2-2-10 0,3 0-6 0,0-7-9 16,-1 0-8-16,3 1-9 0,-4-2-8 0,4 0-9 0,-2 1-1 15,1-3-6-15,0 0-7 0,1-2-2 16,1-3-4-16,-1-2-4 0,-1 2 1 0,1-5-5 16,1-5-2-16,-1 13-6 0,1-13-7 0,-1 8-3 15,1-8-8-15,0 0-7 0,-4 10-10 0,4-10-19 16,0 0-4-16,-12 2-11 0,12-2-1 0,-10-1-4 16,10 1-8-16,-14-5-3 0,5 2 4 0,1 1-2 15,8 2 8-15,-14-4 8 0,7 1 1 0,7 3 9 16,-11-5 0-16,6 4 8 0,5 1-4 0,-8-3 3 15,8 3 6-15,0 0 3 0,0 0 6 0,-8-2 2 16,8 2 6-16,0 0 1 0,0 0 14 0,0 0 10 0,0 0 10 16,0 0 5-16,0 0-4 0,20 11 5 15,-11-10 2-15,4-1-5 0,1-1-1 0,5 0-7 16,4-2 0-16,3-2-3 0,-5 3-12 0,6 0-16 0,-4-1-21 16,-2 1-7-16,0-3-17 0,2 3-11 0,-1-1-2 15,-3-1 5-15,4 0-2 0,-1 0 4 0,-3-1-3 16,2 0 5-16,-1 3 10 0,-2-1 4 15,-5 0 7-15,-1 0 15 0,-1 1 12 0,0 0 19 16,-3-2 13-16,-2 3 15 0,-6 1 11 0,9-3 12 0,-9 3 10 16,0 0 0-16,12-1 2 0,-12 1-5 0,0 0-9 15,7-2-4-15,-7 2-9 0,0 0-1 16,0 0-3-16,0 0 0 0,3 10 1 0,-3-10 2 16,-1 11 6-16,1-11-1 0,-3 11-3 0,2-1-3 0,0-3-2 15,1 2-5-15,-2-2 0 0,5 3-4 0,-3-1-2 16,1 0-2-16,3-1 3 0,0-2 2 15,5 2 7-15,0-3 0 0,2-1 6 0,7 0-1 16,1 2 2-16,-1-8 3 0,4 1-5 0,-2-2-3 0,1-1 2 16,0-2-5-16,-3-1-1 0,-1-1 2 0,-2 1-3 15,1-1-3-15,-7 2 1 0,0-1-5 0,-1-3-2 16,-2 2 3-16,-1-5-6 0,-3 3-6 16,0-2 0-16,-4 1-7 0,0-1-3 0,-3 1-1 0,-1-1-7 15,0 3-6-15,-3-2-4 0,-2 0-17 0,-3 0-12 16,3 6-12-16,-4 0-23 0,-3 2-29 15,-2 1-29-15,-8 4-39 0,7 2-34 0,-4 2-39 16,-6 1-165-16,4 0-438 0,3 4 193 0</inkml:trace>
  <inkml:trace contextRef="#ctx0" brushRef="#br0" timeOffset="102292.12">7908 12073 99 0,'0'0'179'0,"0"0"-1"0,0 0-13 16,0 0-12-16,0 0-7 0,0 0-15 0,0 0-9 15,0 0-6-15,0 0-4 0,0 0-7 0,0 0-12 16,0 0-9-16,0 0-7 0,0 0-9 0,0 0-5 16,0 0-6-16,0 0-13 0,0 0 2 0,0 0-6 15,1 8-4-15,-1-8-6 0,0 0-12 0,0 0-15 16,0 0-26-16,0 0-22 0,0 0-18 0,0 0-23 15,0 0-28-15,-4 9-14 0,4-9-25 0,-9 8-107 16,0-3-279-16,-1-3 123 0</inkml:trace>
  <inkml:trace contextRef="#ctx0" brushRef="#br0" timeOffset="103214.16">1295 13151 90 0,'0'0'160'16,"0"0"-13"-16,0 0-12 0,0 0-11 0,0 0-5 15,0 0 1-15,0 0-3 0,22-4-12 0,-4 6-6 16,2-2-11-16,2-2-3 0,10 2-13 0,1 0-5 0,-3-2-5 16,2-2-19-16,-4 4-30 0,-8 0-35 15,1 0-25-15,-3-1-44 0,-7 0-33 0,0 1-103 16,-2 0-247-16,-9 0 110 0</inkml:trace>
  <inkml:trace contextRef="#ctx0" brushRef="#br0" timeOffset="103610.03">1534 13185 157 0,'0'15'175'0,"0"3"-15"0,-4 7-8 16,3 0-6-16,0-6-13 0,0 6-4 0,-3 2-6 15,2-3-13-15,1-3-7 0,0 4-9 0,1-7-10 16,-1 0-5-16,1-1-3 0,0-2-10 0,-1 2-5 15,2-4-6-15,0-2-5 0,0 1-5 0,0-3 2 16,1 1-11-16,-2-5-3 0,0-5-2 0,4 12-1 16,-4-12-1-16,0 9-3 0,0-9-1 0,0 0 3 15,1 8-7-15,-1-8 5 0,0 0-6 0,-9 5-3 16,9-5 0-16,0 0 0 0,-13 0-3 0,13 0-2 16,-14-3 0-16,7-1-2 0,-1 0-1 0,1 2-3 15,7 2 3-15,-15-6-5 0,9 6 1 0,-1-3-4 16,7 3 2-16,-11-3 2 0,11 3-3 0,-8-1 2 15,8 1 0-15,0 0-7 0,0 0-1 0,-9-3 1 16,9 3-5-16,0 0 1 0,0 0 0 0,0 0 4 16,0 0 1-16,0 0-1 0,0 0 3 0,0 0-1 15,17 17 4-15,-6-14-2 0,2-3-2 16,1 3-12-16,5 0-26 0,3-3-38 0,7-3-56 0,0 0-58 16,-8 0-144-16,5-1-364 0,-7 0 162 0</inkml:trace>
  <inkml:trace contextRef="#ctx0" brushRef="#br0" timeOffset="103812.3">1973 13445 174 0,'10'-1'215'0,"3"-3"-19"0,0 1-19 16,4 2-18-16,1-2-13 0,0 0-20 15,3 1-5-15,-3 0-28 0,0 1-28 0,1-1-40 16,-7 2-33-16,0-2-49 0,1 1-44 0,-4 1-30 16,-9 0-69-16,0 0-217 0,16-3 95 0</inkml:trace>
  <inkml:trace contextRef="#ctx0" brushRef="#br0" timeOffset="104020.11">2127 13304 209 0,'0'0'233'0,"0"0"-23"16,0 0-28-16,-5-4-17 0,5 4-16 0,0 0 3 15,0 0 9-15,0 24-2 0,2-14-15 0,-1 4-14 16,0 1-14-16,0 3-9 0,1-1-11 0,-2 0-11 16,0 0-3-16,0 1-9 0,0 0-6 0,-3 1-17 15,3-1-37-15,-1-1-30 0,-3 0-43 0,0-1-42 16,3 0-70-16,-3-4-200 0,3-1-403 0,-5-1 178 15</inkml:trace>
  <inkml:trace contextRef="#ctx0" brushRef="#br0" timeOffset="104278.53">2599 13307 1903 0,'4'-6'58'15,"-4"6"-15"-15,4-10-31 0,-2 6-17 0,-2 4-3 16,4-8 0-16,-4 8 2 0,8-4 4 0,-2 0-3 16,4 2-4-16,2-1 2 0,1 3 6 0,7-4-3 15,0 1-12-15,10 2-5 0,-10-2-32 0,3 2-16 16,-1-1-32-16,-4 0-26 0,-4 2-26 0,-4-1-85 15,2-1-256-15,-6 0 114 0</inkml:trace>
  <inkml:trace contextRef="#ctx0" brushRef="#br0" timeOffset="104916.02">2796 13233 61 0,'-4'12'175'15,"3"-5"-18"-15,-2 5-9 0,1 5-6 0,-1 0-3 16,1-1-12-16,-1 3-11 0,0 1-9 16,2-2-6-16,0 1-8 0,2-1-12 0,-1-1-5 15,0-1-9-15,0-2-7 0,0-1-7 0,0-1-2 16,0 0-6-16,3-2-1 0,-5 2-5 0,2-5 2 0,0-7-11 16,2 13-5-16,-2-8-16 0,0-5-14 0,1 8-13 15,-1-8-5-15,0 0-4 0,0 10 0 0,0-10-13 16,0 0-22-16,-7 3 7 0,7-3-9 15,-9 0-3-15,9 0 10 0,0 0 8 0,-17-1-6 16,9 1 12-16,8 0-4 0,-17 0 13 0,8 0 4 0,-1 1 17 16,10-1 0-16,-15 0-1 0,8 0 22 0,7 0 1 15,-9 0 1-15,9 0 9 0,0 0 5 0,-11 2-14 16,11-2-2-16,0 0 3 0,0 0 0 16,-5 4-1-16,5-4 4 0,0 0 1 0,0 0 3 15,0 0 3-15,20 5-3 0,-8-7 1 0,3 2-4 16,2 0 5-16,2-1-6 0,1-1 1 0,0-2-11 15,1 0 0-15,0 1-1 0,-2-2 0 0,0 2-4 16,-2-1 5-16,1-2-8 0,-6 4 4 0,0-2 2 16,-1 3 1-16,0-3-5 0,-4 2 5 0,0 0-1 15,-7 2 3-15,9-3 10 0,-9 3-10 0,7-2 3 16,-7 2-11-16,0 0 1 0,0 0 2 0,0 0 0 16,9 5 5-16,-9-5 1 0,1 8 4 0,-1-8 1 0,0 13 5 15,0-7-4-15,0-6 2 0,2 13-1 0,-1-7-4 16,2-1 5-16,-1 3 3 0,2-3 3 15,-1 2 8-15,2-2 11 0,-1 1 3 0,4-2 6 16,0 1 5-16,2-1-2 0,-1-2 2 0,-2 1 1 16,2-3-1-16,-9 0 4 0,17-4 4 0,-8 3 1 15,-2-2-5-15,1 0-6 0,-1-3 0 0,-2 2-2 0,3-3-8 16,-3 2-1-16,-2-2-2 0,-1-3-4 16,1 4-5-16,-2-5-3 0,-5 3-4 0,0-4-9 15,-2 3-4-15,1 1-3 0,-2 1-8 0,1-2-12 16,-3 2-14-16,-1 3-22 0,-2-1-21 0,-2 1-33 15,1 2-26-15,-4 1-30 0,3 1-37 0,-4 1-143 16,9 0-369-16,0 0 163 0</inkml:trace>
  <inkml:trace contextRef="#ctx0" brushRef="#br0" timeOffset="105114.47">3536 13430 148 0,'0'0'231'0,"7"-3"-16"16,-7 3-21-16,0 0-22 0,0 0-20 0,0 0-12 15,16 1-16-15,-10 1-18 0,3-2-38 0,-1 2-33 16,-1 0-51-16,4 1-33 0,-5-1-39 0,3 2-21 16,-1-2-23-16,-8-2-67 0,7 5-215 0,-2-1 95 15</inkml:trace>
  <inkml:trace contextRef="#ctx0" brushRef="#br0" timeOffset="105271.49">3554 13572 67 0,'0'0'214'0,"0"0"0"0,-9 4-8 16,9-4-18-16,0 0-20 0,-7 3-17 0,7-3-14 16,0 0-15-16,0 0-12 0,0 0-11 0,0 0-12 15,0 0-27-15,22 4-39 0,-10-4-53 0,5-4-68 16,4 1-67-16,7-4-91 0,9 1-279 0,15-4 124 15</inkml:trace>
  <inkml:trace contextRef="#ctx0" brushRef="#br0" timeOffset="105910.62">4829 13223 1922 0,'-11'-1'105'0,"11"1"-27"16,-18-3-39-16,18 3-14 0,-12-1-12 0,12 1 2 16,-10 0-3-16,10 0-6 0,0 0-2 0,-8-2 0 15,8 2 1-15,0 0-1 0,0 0 0 0,0 0 3 16,30 2 3-16,-9-2-7 0,11 0 4 0,-2 0 0 16,3 0-10-16,-1-2-4 0,-1 2-28 0,-6-2-22 15,-6 2-22-15,-1-2-15 0,-8 1-11 0,2 2-5 16,-3-2 0-16,-3 1-1 0,-6 0-3 0,12-3 2 15,-7 0 6-15,-5 3 4 0,7-4 9 16,-7 4 4-16,0 0 1 0,0 0 15 0,0 0 0 0,0 0 6 16,-17-9 8-16,6 7 4 0,0 1 7 0,1-1 12 15,-2 1 11-15,1-2 13 0,2 2 20 0,9 1 13 16,-13-1 13-16,13 1 5 0,-11-1 3 0,11 1 2 16,-8-2-4-16,8 2 1 0,0 0-1 0,-9 7 3 15,6-1 18-15,1 2 15 0,-3 4-4 0,1 3 7 16,0 2 0-16,0 3 11 0,2 4 4 0,-1 2-4 15,0-7-9-15,1-1-7 0,1 3-8 0,-2-2-4 16,4 5-8-16,-4-6-4 0,5-3-2 0,-2 4-2 16,0-4-3-16,-2 1-3 0,2-4-2 0,-3-3-5 15,3 1 0-15,0-2-7 0,0-8-2 0,-1 13-1 16,0-8-2-16,1-5 2 0,0 0-7 0,-2 12 3 16,2-12-1-16,-2 7 6 0,2-7-6 0,0 0-6 15,-2 6 1-15,2-6-4 0,-9 3 1 0,9-3 0 16,-12 1-4-16,12-1-1 0,-14-1-4 0,6-2 4 15,-2 3-7-15,-1-2 1 0,1 1 3 0,10 1-1 16,-15-3-1-16,8 3 0 0,7 0 0 0,-10-1-2 16,10 1-16-16,0 0 3 0,-12-1-3 0,12 1-1 15,0 0 3-15,0 0-6 0,0 0 5 0,-7 2 5 16,7-2 1-16,0 0 9 0,0 0-4 0,0 0 9 16,19 12 5-16,-9-11-2 0,2 2 1 0,2-1 2 15,8 1-3-15,-3-2 3 0,10 2-15 0,1-3-29 16,-1 0-29-16,-1 0-28 0,2-2-32 0,-4-3-17 15,-4 0-17-15,-1 2-113 0,-2-1-292 0,-1-3 129 16</inkml:trace>
  <inkml:trace contextRef="#ctx0" brushRef="#br0" timeOffset="106420.07">5347 13494 25 0,'0'0'192'0,"0"0"7"15,3-4 7-15,-3 4-1 0,0 0-1 0,0 0-11 16,0 0-10-16,0 0-12 0,0 0-8 0,0 0-13 0,0 0-20 15,0 0-13-15,0 0-14 0,0 0-9 16,7-4-14-16,-7 4-9 0,0 0-13 0,0 0-23 16,0 0-25-16,0 0-28 0,0 0-22 0,0 0-36 15,0 0-25-15,0 0-10 0,0 0-4 0,0 0-13 16,0 0 6-16,0 0-4 0,0 0 1 0,0 0-2 16,0 0 4-16,0 0 5 0,0 0 1 0,0 0 15 15,0 0 7-15,0 0 14 0,0 0 17 0,0 0 15 16,0 0 23-16,0 0 4 0,0 0 8 0,0 0 17 15,0 0 16-15,0 0 13 0,0 0 18 0,0 0 13 16,0 0 5-16,0 0 10 0,0 0 9 0,0 0 2 16,0 0 3-16,0 0-5 0,0 0-6 0,0 0-7 15,0 0-9-15,0 0-7 0,0 0 7 0,0 0 1 16,-20 14 5-16,13-6-5 0,2 1-1 0,-2 0-6 16,0 1 2-16,2 1-8 0,1-1-1 0,0 1-6 15,2 0-2-15,-2-2-7 0,2 1 3 0,1 0-7 16,2-1-2-16,1 0 1 0,0-3-3 0,1 2 0 15,2-1 7-15,0-3 3 0,5 3 2 0,-5-3 0 16,4-1 1-16,2 0-1 0,-1-2 9 0,1 1-8 16,1-4 0-16,-2 1 0 0,0-1-1 0,3-2-4 15,-3 1 4-15,-1-3-3 0,1 0 2 0,-2 0-6 16,0-1 0-16,-2-2-1 0,-2 3-5 0,1-2 0 16,-1-2-3-16,-3 0-7 0,0 0-1 0,-1-2-4 15,-2 5 1-15,-1-1-6 0,0-1 3 0,-1 3-13 16,-1-2-12-16,-2 1-12 0,1 2-16 0,-3 3-28 15,-1-1-30-15,-1 1-41 0,0 1-50 0,-1 1-50 16,0 3-187-16,-1-1-463 0,4-1 206 0</inkml:trace>
  <inkml:trace contextRef="#ctx0" brushRef="#br0" timeOffset="106606.8">5790 13582 64 0,'0'0'293'15,"0"0"10"-15,0 0-1 0,10 1-4 0,-10-1-13 16,0 0-21-16,0 0-21 0,0 0-26 0,10 2-18 16,-10-2-21-16,0 0-21 0,0 0-30 0,0 0-44 15,0 0-35-15,0 0-45 0,0 0-43 0,0 0-48 16,0 0-58-16,8-3-57 0,-8 3-229 0,0 0-467 16,0 0 208-16</inkml:trace>
  <inkml:trace contextRef="#ctx0" brushRef="#br0" timeOffset="107146.09">6616 13447 185 0,'6'-2'234'0,"-6"2"-8"16,5-6-13-16,-5 6-16 0,5-5-19 0,2 3-18 15,-7 2-11-15,10-9-16 0,-4 4-9 0,3-2-6 16,0 1-8-16,5-3-5 0,-5 2-9 0,5-3-9 15,-1-1-9-15,1 2-2 0,-4 1-7 0,1 0-10 16,-1-3-4-16,1 1 1 0,-3 1-8 0,0-1-5 16,-2 0-4-16,-1 0-3 0,0 0-5 0,-1 1 0 15,0 0-4-15,-3 3 0 0,-1 6-7 0,-1-14-1 16,1 14-2-16,-5-13-3 0,1 9-2 0,-2 0-4 16,-3-1-4-16,-3 1 4 0,-2 4 0 0,-6 0-6 15,-1 4 2-15,2 1 2 0,-7 3-1 0,0 5-2 16,0 2 2-16,3 4 5 0,0 1 3 0,-1-1-6 15,2 2-1-15,5 0-17 0,2 0 3 0,5-5 6 16,0 2 1-16,2-2 9 0,6 0-4 0,-1 2 1 16,3-2 3-16,4-1 7 0,3-1 13 0,2 0-3 15,3 0-5-15,2 1 5 0,1-4 3 0,4-1-2 16,8-2-4-16,3 2 0 0,-2-4 1 0,4 0-3 16,-4 0-10-16,0-1-10 0,-6-5-25 0,1 0-24 15,-2 0-31-15,-1 2-34 0,0-4-38 0,-2-1-45 16,0-1-50-16,-5 4-181 0,1-5-462 0,-2 0 204 15</inkml:trace>
  <inkml:trace contextRef="#ctx0" brushRef="#br0" timeOffset="107593.73">7241 13019 1269 0,'0'-19'57'0,"-2"1"53"0,1 2-29 16,0 3-16-16,0 1-9 0,-1 1 7 0,0 2 20 15,2 2 11-15,0 7 2 0,-3-11 2 16,3 11-8-16,-1-9-11 0,1 9-13 0,0 0-2 0,0 0-14 16,0 0 3-16,0 0-4 0,0 0 2 0,0 0-2 15,17 20 8-15,-10-6-13 0,1 1-1 16,-2 0-4-16,-1-1 10 0,2 3-9 0,2-1 0 0,-3-2-5 15,3 0 1-15,-4-1-5 0,3-1 0 16,-3-4-9-16,1 5 1 0,-1-7-2 0,-1 1-2 0,1 2-2 16,-1-5 9-16,0 0-9 0,-4-4 1 0,8 8 0 15,-4-7 1-15,-4-1-4 0,10 0 3 0,-10 0-4 16,12-7 2-16,-4 0-3 0,0 1 2 0,3-8-4 16,0 1 0-16,0-3-7 0,-3 2 16 0,1-4-12 15,6-2 0-15,-2-2-1 0,0-1 7 0,1 0-8 16,-8 4-8-16,8-3 7 0,-2 1 5 0,-5 4-6 15,1 1-3-15,-2 6 1 0,2-2 1 16,-4 2-1-16,0 0-9 0,-2 4-12 0,-2 6-16 0,3-11-24 16,-3 11-33-16,0-6-22 0,0 6-11 0,0 0-25 15,0 0-23-15,0 0-17 0,0 0-7 0,-21 17-18 16,16-8-135-16,1 3-379 0,2-2 168 0</inkml:trace>
  <inkml:trace contextRef="#ctx0" brushRef="#br0" timeOffset="107847.35">7597 12981 80 0,'0'0'201'0,"0"0"-4"0,0 0-11 15,0 0-11-15,10 1-19 0,-10-1-14 0,0 0-10 16,0 0-15-16,0 0-1 0,3 7-8 0,-3-7-9 16,4 7 3-16,-2 0-2 0,0 2-9 0,-1 0-5 15,3 0 0-15,-4 1-9 0,2 0-3 0,-2 2-10 16,2-2-4-16,-2 0-3 0,1 2-7 15,-1-2-5-15,1-1-4 0,0 1-1 0,-1 0-3 0,0 0-5 16,2 0 1-16,-2-4-17 0,1 1-20 0,-1-7-13 16,1 12-26-16,-1-12-19 0,2 8-24 0,-2-8-7 15,1 6-28-15,-1-6-7 0,0 0-17 0,0 0-16 16,0 0-15-16,0 0-118 0,0 0-319 0,0 0 141 16</inkml:trace>
  <inkml:trace contextRef="#ctx0" brushRef="#br0" timeOffset="108090.16">7628 12972 107 0,'5'-3'132'0,"-5"3"13"15,17-3-1-15,-9 1-3 0,3 4 2 0,0-2-4 16,1 3-4-16,-2 0-8 0,2 2 0 0,0 1-12 16,-3 2-9-16,4 5-9 0,-5-5-6 0,-2 3-8 15,1-2-6-15,-2 2-7 0,0 1-4 0,-3-1-8 16,-2 2-3-16,0-2-5 0,-1-1-3 0,-2 1-3 15,-2-1-4-15,-2-1-4 0,0 2 4 0,-1-1-5 16,-3-3-9-16,1 1-4 0,0 1-2 0,-6-1-17 16,5-1-16-16,-2-3-24 0,-1 3-35 0,1-1-31 15,3-2-26-15,-2-1-37 0,6-3-25 0,-4 3-111 16,10-3-327-16,0 0 144 0</inkml:trace>
  <inkml:trace contextRef="#ctx0" brushRef="#br0" timeOffset="108356.15">8071 12914 86 0,'7'-6'237'0,"-7"6"-16"0,0 0-19 16,0 0-15-16,0 0-3 0,0 0-1 0,0 0-5 15,-10 22-12-15,3-9-6 0,-2 4 1 0,-2 5-3 16,-3 1-10-16,-3 2-6 0,3 2-18 15,-4-2-9-15,-1 4-6 0,-2-3-7 0,0 3-4 0,-3-4-16 16,2 1-9-16,-1 0-8 0,1 0-4 0,4-2-9 16,-2 0-3-16,2-1-6 0,0-4-9 0,5-2-20 15,2-2-27-15,-1-1-30 0,1-1-31 0,-1 1-47 16,1-1-36-16,3-3-42 0,-4 1-43 0,2-2-190 16,3-2-466-16,-2-2 207 0</inkml:trace>
  <inkml:trace contextRef="#ctx0" brushRef="#br0" timeOffset="108823.4">7822 13430 189 0,'0'0'242'0,"5"-8"-11"0,-5 8-13 0,0 0-18 16,3-4-19-16,-3 4-23 0,0 0-9 0,0 0-21 15,10-3-5-15,-10 3-13 0,0 0-6 0,13 7-7 16,-8-3-4-16,1 0-9 0,3 3-4 0,-2 0-4 16,-1 0-10-16,1 1-7 0,-2 1-1 0,2-1-7 15,0 1-3-15,-2-1-6 0,1-1-5 0,-1 2-5 16,2-1 1-16,-4-2-3 0,1 1-4 16,-1-2-4-16,-1 0-2 0,-2-5 0 0,6 10-2 0,-4-7 0 15,-2-3 2-15,0 0-2 0,5 6 0 0,-5-6 4 16,0 0 5-16,0 0 9 0,0 0-7 15,0 0-5-15,0 0 2 0,0 0-4 0,0 0-3 0,5-15-3 16,-5 15 1-16,5-16-5 0,-1 6-2 0,3 0-5 16,0-5 9-16,3 1-8 0,2 1 1 0,-2-2-1 15,2 3-1-15,-3 3-2 0,0-1-1 0,-1 1 0 16,0 2 1-16,-1 1-1 0,-1 2-4 0,2 0-1 16,-3 1 2-16,-5 3-2 0,11-2-1 0,-11 2 1 15,11 2-5-15,-11-2 4 0,8 8-1 0,-5-4 0 16,1 4 2-16,-3-1 1 0,0 2 4 0,1 2-4 15,-2 0 4-15,-2 0-2 0,1 1-5 0,0-3-24 16,0 4-30-16,-1-3-34 0,1 1-32 0,-2-1-52 16,3-3-35-16,-1 0-40 0,1-7-152 0,-4 14-437 15,3-9 194-15</inkml:trace>
  <inkml:trace contextRef="#ctx0" brushRef="#br0" timeOffset="109180.13">8231 13432 210 0,'0'0'212'0,"8"-5"-13"15,-8 5-12-15,0 0-11 0,0 0-10 0,16 7 1 16,-10-4-9-16,-1 3-16 0,1 1-13 0,0 0-4 16,0 2-9-16,1 0-13 0,3-1-11 0,-1 2-2 15,-1-1-12-15,0 0-5 0,-1-1-5 0,1 1-5 16,0-3-4-16,-1 1-8 0,0-1-1 0,-1-4-4 15,-2 1-2-15,1 0-6 0,-5-3-2 0,9 5-3 16,-5-2 2-16,-4-3 5 0,6 3 19 16,-6-3-4-16,0 0 0 0,0 0-9 0,0 0-5 0,14-11 0 15,-7 6 1-15,-3 0-4 0,6-5 2 0,-3 1-1 16,1-3-10-16,1-2-4 0,1 1 0 0,-1-2-5 16,3-2-1-16,-1-5 5 0,0 6-9 0,1-6 0 15,2 0-8-15,-2 6 4 0,-2 0-7 0,-1 1-5 16,1 1-20-16,3 2-13 0,-3-1-15 0,2 5-29 15,-3 1-30-15,0 4-35 0,0 0-30 0,2-1-44 16,-5 4-19-16,-6 0-13 0,13 4-140 0,-8-1-419 16,2 1 186-16</inkml:trace>
  <inkml:trace contextRef="#ctx0" brushRef="#br0" timeOffset="109372.45">8749 13443 153 0,'0'0'244'15,"0"0"-2"-15,0 0-8 0,6 2-7 0,-6-2-20 16,12 2-17-16,-5-2-18 0,6 0-16 0,5-2-13 16,-1 1-16-16,4-2-10 0,0 2-12 0,-2 0-9 15,0-1-10-15,4-1-15 0,-6 1-29 0,-3 0-29 16,-3-1-22-16,1 1-34 0,-5 0-32 0,1 0-33 16,-1-1-30-16,-1-1-31 0,0 1-21 0,-2-4-126 15,-4 7-342-15,1-10 151 0</inkml:trace>
  <inkml:trace contextRef="#ctx0" brushRef="#br0" timeOffset="109575.58">8912 13399 65 0,'-1'9'214'0,"-1"1"0"16,-2 0-6-16,1 2-11 0,2 5-9 0,-3 1-5 16,0-3-11-16,4 0-16 0,-3 2-8 0,0-2-5 15,-1 0-10-15,0 2-11 0,0 0-10 0,3-2-13 16,-2-4-10-16,1 2-7 0,2-1-12 0,0 0-2 15,-1-3-6-15,-1 1-6 0,2-10-9 0,0 14-18 16,-1-6-24-16,1-8-36 0,-1 9-26 0,1-9-30 16,-3 8-33-16,3-8-52 0,0 0-52 0,0 0-139 15,-9 1-391-15,9-1 173 0</inkml:trace>
  <inkml:trace contextRef="#ctx0" brushRef="#br0" timeOffset="109751.85">8933 13468 150 0,'0'0'168'0,"6"-4"-17"16,-6 4-18-16,18-2-9 0,-6 1-23 0,7-3-33 16,7 0-34-16,3 0-41 0,1-2-36 0,2-3-33 15,1 2-59-15,-2 2-144 0,-2-3 64 0</inkml:trace>
  <inkml:trace contextRef="#ctx0" brushRef="#br0" timeOffset="109857.67">9404 13358 76 0,'0'0'107'0,"0"0"2"0,0 0-19 0,0 0-13 16,0 0-12-16,7-5-50 0,-7 5-31 16,0 0-72-16,0 0-94 0,0 0 42 0</inkml:trace>
  <inkml:trace contextRef="#ctx0" brushRef="#br0" timeOffset="111475.74">16747 12096 20 0,'0'0'27'0,"0"0"-14"0,0 0-23 0,6-8-12 0,-6 8 6 16</inkml:trace>
  <inkml:trace contextRef="#ctx0" brushRef="#br0" timeOffset="111718.93">16997 11757 7 0,'0'0'55'16,"0"0"-6"-16,0 0-4 0,0 0-6 0,0 0-9 15,0 0-14-15,0 0-1 0,0 0-5 0,0 0-16 16,0 0-38-16,0 0-46 0,5 21 20 0</inkml:trace>
  <inkml:trace contextRef="#ctx0" brushRef="#br0" timeOffset="114419.53">1742 13507 25 0,'0'0'66'0,"0"0"-6"0,0 0-6 0,0 0-21 15,0 0-18-15,13 9-8 0,-13-9-23 0,10 7-25 16,-9-2-45-16,3-2 21 0</inkml:trace>
  <inkml:trace contextRef="#ctx0" brushRef="#br0" timeOffset="116730.39">22636 13318 78 0,'2'7'116'0,"-2"-7"2"0,0 0-4 0,0 0-10 15,0 0 2-15,0 0-12 0,0 0-5 0,0 0-10 16,0 0-6-16,0 0-10 0,0 0 2 0,0 0-7 16,0 0-9-16,0 0 5 0,0 0-10 0,0 0-5 15,0 0-3-15,0 0-7 0,0 0 2 0,0 0-5 16,0 0 2-16,0 0-8 0,0 0 4 0,0 0-6 16,5-18 1-16,-5 18-2 0,0 0-3 0,0 0 2 15,0 0-2-15,0 0 1 0,3-7-7 0,-3 7 4 16,0 0-2-16,0 0 1 0,0 0 3 0,0 0-6 15,0 0 1-15,3-5 0 0,-3 5-3 0,0 0-3 16,0 0 2-16,0 0 1 0,0 0-2 0,0 0-1 16,0 0 2-16,0 0-1 0,0 0 1 0,0 0-4 15,0 0 3-15,0 0 1 0,4-7-3 16,-4 7-3-16,0 0 5 0,0 0-4 0,0 0-2 16,0 0 3-16,0 0 0 0,0 0-1 0,0 0 6 0,0 0-6 15,0 0 0-15,0 0 3 0,0 0-3 0,0 0-2 16,0 0 7-16,0 0-5 0,0 0 2 0,0 0-5 15,0 0 4-15,0 0-3 0,0 0 4 0,0 0-8 16,0 0 5-16,0 0 2 0,0 0-2 0,0 0-6 16,0 0 1-16,0 0-4 0,0 0-3 0,0 0-2 15,0 0-4-15,0 0-1 0,0 0 0 0,0 0-1 16,0 0-4-16,0 0-3 0,0 0 2 0,0 0 1 16,0 0-2-16,0 0-1 0,0 0 0 0,0 0 5 15,0 0-4-15,0 0-7 0,0 0 1 0,0 0 2 16,0 0-3-16,0 0 2 0,0 0-2 0,0 0-4 15,5-3-2-15,-5 3 1 0,0 0-1 0,0 0 6 16,0 0-4-16,0 0-3 0,0 0 8 0,0 0-5 0,0 0 4 16,0 0-2-16,0 0 6 0,0 0-2 15,0 0 5-15,0 0-2 0,0 0-4 0,0 0-4 16,0 0-5-16,0 0-1 0,0 0-11 0,0 0-28 16,0 0-88-16,0 0 40 0</inkml:trace>
  <inkml:trace contextRef="#ctx0" brushRef="#br0" timeOffset="119707.27">19185 13992 52 0,'0'0'131'16,"0"0"-8"-16,0 0-9 0,-8-2-5 0,8 2-10 16,0 0-4-16,0 0-8 0,0 0-14 0,0 0 0 15,0 0-8-15,0 0-5 0,0 0-1 0,0 0-4 16,0 0 1-16,0 0-4 0,0 0-9 0,18-6-1 15,-7 6-4-15,3-2-3 0,5-1-1 0,10 1 12 16,-1-2-22-16,2 2-6 0,2-2-12 0,-1 0-18 16,0 3-24-16,1-3-23 0,-2 3-34 0,0 1-12 15,-3-2-19-15,-7 2-70 0,-1 0-209 0,-6-1 92 16</inkml:trace>
  <inkml:trace contextRef="#ctx0" brushRef="#br0" timeOffset="120266.12">19362 13984 87 0,'0'0'85'0,"-10"5"-1"15,10-5 1-15,0 0 2 0,-1 15 14 0,1-8-10 16,0 3 7-16,0 3 0 0,-1 2-16 0,1 2 2 0,0-1-6 16,-3 2-1-16,3 3-5 0,1-2 5 0,-2 0-9 15,0-1-3-15,1-1-5 0,0 3-4 16,0-3 3-16,0-1-11 0,0 1-2 0,-2-2-8 16,1 1-2-16,0-4-3 0,1-1-7 0,-1 1 0 15,1-2-4-15,0 0 3 0,-2 1-3 0,2-3-2 0,-1-1-2 16,1-7-1-16,1 15 0 0,1-9-4 15,-2-6-3-15,0 10 3 0,0-10-5 0,0 7 3 16,0-7-6-16,0 0 2 0,1 9-1 0,-1-9 3 16,0 0 1-16,0 0-1 0,0 0-3 0,0 0 1 15,-1 11-2-15,1-11 2 0,0 0 3 0,0 0-3 0,0 0 2 16,0 0-3-16,0 0 0 0,0 0-4 0,-13-2 3 16,13 2-4-16,0 0 0 0,-14-5 2 15,14 5 0-15,-12-2-3 0,7-1 6 0,5 3-5 16,-14-4-2-16,9 2-2 0,5 2 5 0,-12-3 2 0,5 2-4 15,7 1 2-15,-10-3-5 0,10 3 7 0,0 0 0 16,-10-2-5-16,10 2-2 0,0 0 1 16,-7-3 0-16,7 3 3 0,0 0-2 0,0 0 5 15,0 0-5-15,0 0 8 0,0 0 7 0,0 0-3 16,0 0-1-16,31 1 1 0,-21-1-2 0,1 2 3 0,3-1-3 16,4 0 1-16,-5 1-6 0,4 0-30 0,-3 0-24 15,-2-1-46-15,6 1-27 0,-6 1-41 0,1-1-139 16,-1 1-328-16,0-2 145 0</inkml:trace>
  <inkml:trace contextRef="#ctx0" brushRef="#br0" timeOffset="121187.72">20158 14034 30 0,'0'0'133'0,"0"0"-5"0,-8-4-11 16,8 4-5-16,0 0-9 0,0 0-6 0,-8-2-7 16,8 2-8-16,0 0 5 0,0 0-18 0,-9-2-7 0,9 2-3 15,0 0-4-15,0 0-6 0,0 0-6 0,0 0 1 16,0 0-2-16,0 0-9 0,-8 8 7 16,8-8-3-16,0 0 3 0,0 0-3 0,0 0 1 15,7 14-1-15,-7-14 6 0,7 6-7 0,-3-3 3 16,3 1-3-16,-1 1 3 0,4 1-4 0,-1-2-3 0,0 1 1 15,2 0-4-15,-2 0 3 0,2 2-6 16,-1-4-1-16,0 3-6 0,2-2 0 0,0 1 0 16,-1 1 0-16,1-2-2 0,-1 0-3 0,-1 1-1 15,1 0-1-15,0-1 4 0,-1 1-3 0,1-1-2 0,-4 0-3 16,-1-2 3-16,3 2-5 0,-1-1-10 0,-3-2 0 16,-5-1-3-16,9 5-1 0,-9-5 4 15,6 3 0-15,-6-3-4 0,4 4 5 0,-4-4 3 0,0 0-1 16,8 3-2-16,-8-3 1 0,0 0-2 15,0 0 3-15,0 0-2 0,0 0 0 0,0 0 0 0,5 4 1 16,-5-4 4-16,0 0 3 0,0 0-4 0,0 0 4 16,-5 15 5-16,5-15-2 0,-8 8 1 0,4-1 6 15,-2 0-3-15,-3-1 6 0,2 2-2 0,0 0-3 16,-2 0 0-16,1 1 0 0,-6 2 0 16,1-2 1-16,4 1-1 0,1 0-4 0,-5 1 4 0,5-3-5 15,-3 1 0-15,2 1-1 0,-1-3-5 0,0 3 4 16,1-1-2-16,0-2 3 0,2 0-5 0,-2 1 2 15,2-2-9-15,0 0-22 0,2 1-19 0,0-2-31 16,5-5-24-16,-8 5-25 0,8-5-30 16,-6 6-32-16,6-6-100 0,-6 5-312 0,6-5 138 0</inkml:trace>
  <inkml:trace contextRef="#ctx0" brushRef="#br0" timeOffset="121682.54">20574 14066 146 0,'0'0'152'0,"0"0"-21"16,0 0-13-16,-8-2-15 0,8 2-4 0,0 0-8 16,0 0-19-16,0 0 9 0,0 0-5 15,0 0-19-15,0 0 8 0,0 0-9 0,0 0 7 16,24 13-3-16,-12-8-8 0,3 2 1 0,4-4-4 0,-2 3 3 16,1-3-19-16,1 3 3 0,-2-2-3 0,-3 0-5 15,-1-1-1-15,1 1-2 0,-3 1 2 0,7-1-2 16,-6-1 0-16,-3 0-1 0,2 3-3 15,-3-4 4-15,-3 1-13 0,0-1-4 0,-5-2 7 16,9 4-6-16,-4 0 2 0,-1 0-1 0,-4-4 4 0,5 7-10 16,-5-7 8-16,4 8 1 0,-4-8 7 15,-2 11-2-15,2-4-1 0,-3 2 7 0,-1 2 1 16,-1-3 3-16,-4 1-7 0,2 3 8 0,-2 3 0 16,-1-4 0-16,-3 1-5 0,6-2-2 0,-4 3-3 15,0 0 2-15,2-4-4 0,0 4-2 0,0-4-3 0,0 1 0 16,1 0 2-16,1 0-3 0,-2 0 0 0,-1 1-13 15,1-3-26-15,0-1-24 0,1 1-26 16,3-1-29-16,0-3-35 0,1 2-27 0,-1 1-141 0,0-4-334 16,5-3 148-16</inkml:trace>
  <inkml:trace contextRef="#ctx0" brushRef="#br0" timeOffset="121970.09">21206 14073 88 0,'0'0'118'0,"0"0"-6"0,12-7-11 0,0 7-6 16,0 0-1-16,7-2-9 0,2 2-13 16,-1-2-7-16,1 3-6 0,0-3-9 0,2 4-4 15,-2-1-12-15,-1 1-16 0,-1-4-40 0,-6 2-23 0,-1 0-30 16,-2 2-75-16,-2 0-161 0,-2-1 71 0</inkml:trace>
  <inkml:trace contextRef="#ctx0" brushRef="#br0" timeOffset="122826.6">21343 14095 95 0,'0'0'136'0,"-4"7"3"15,2 0 4-15,-1 0 0 0,2 4-15 0,-2-1-5 0,1 3-3 16,-3 3-4-16,1-1-20 0,-1 0 9 0,1 1-2 15,1-2-10-15,-1 0 0 0,1 1-9 0,0-3-9 16,1 0-8-16,0 1-9 0,0-1-4 16,1 5-5-16,1-6 1 0,-2 1-6 0,1-2-3 15,-2 2-3-15,3-5-6 0,0 2-1 0,-1-2-5 0,1-7-2 16,0 11-5-16,0-11 2 0,0 11 1 0,0-11-5 16,0 7-1-16,0-7-3 0,1 9 0 0,-1-9 0 15,0 0-1-15,0 0-2 0,0 0-4 16,0 9 1-16,0-9 1 0,0 0-4 0,0 0-2 15,0 0 1-15,0 0-1 0,0 0-12 0,0 0-3 0,-7 4-14 16,7-4-4-16,-11 0-4 0,11 0 2 0,-15-3 2 16,15 3 0-16,-14-3 0 0,3 3 10 15,2-4-11-15,-2 4 5 0,1-3 3 0,0 1 3 16,0 0-2-16,10 2 5 0,-16-2 2 0,10 0 4 16,6 2-2-16,-10-1 3 0,10 1 2 0,0 0 1 0,-13 3 3 15,13-3-4-15,0 0 8 0,0 0 0 0,0 0 6 16,-8-3-8-16,8 3 7 0,0 0-8 0,0 0 8 15,0 0 1-15,0 0 0 0,25 5 9 16,-13-5-2-16,0 2 3 0,2-1 1 0,-1-1-6 0,5 1 1 16,1-2-8-16,0 1-6 0,0 0-22 0,-2-1-15 15,1 1-16-15,1-2-29 0,-4 1 4 0,4-2-23 16,-1 2 10-16,-4-1-4 0,4 1-8 0,-1-3 5 16,1 1 5-16,0 2-2 0,1-3-1 0,-1 1 8 15,1 0 0-15,0-1-48 0,0 1-149 16,-1 1 66-16,-5-2 584 0,-2 2-398 0,1-1 5 0,-2 0 21 15,-1 0 15-15,-1 2 0 0,-2-2 18 0,-6 3 7 16,9-3 7-16,-9 3 14 0,8-5-5 0,-8 5 10 16,5-2 8-16,-5 2 4 0,0 0 5 0,0 0-3 15,6-5-1-15,-6 5-10 0,0 0-3 0,0 0-5 16,0 0 4-16,0 0 11 0,0 0-4 16,-19 15-2-16,14-11-8 0,-2 5 4 0,1-2-2 0,-3 1-1 15,3 0 1-15,-2 1-2 0,2 0-10 0,-2 2 2 16,3-4-6-16,0-1-1 0,1 4-5 0,1-2 1 15,2-4-4-15,1-4-2 0,0 15 5 0,3-9 4 16,1 1 4-16,-1-2-1 0,5 1 9 0,2-1 0 16,-1 1 0-16,3-2 0 0,6 0-4 0,-4-1-3 15,4-3 3-15,-1 0-2 0,0 0-1 0,1-3-4 16,-5 2-5-16,1-4-1 0,-4 1 0 0,2 0-1 16,-1 0-6-16,-1-1 0 0,-1-1-1 15,1-2-6-15,-2 2 2 0,0-5-1 0,-3 3-6 0,-2-3 5 16,-1 1-7-16,-2 0-1 0,-1-1 1 0,0 1-5 15,-3 0 1-15,0 0-4 0,-4 5-6 0,0-3-2 16,-3 0-16-16,-2 5-17 0,-5-3-15 0,-1 0-32 16,0 3-25-16,-1 2-48 0,0-2-51 15,0 4-173-15,1-1-412 0,1 0 182 0</inkml:trace>
  <inkml:trace contextRef="#ctx0" brushRef="#br0" timeOffset="131473.04">13834 14992 22 0,'0'0'129'0,"-9"2"-4"0,9-2-8 0,0 0-5 16,-11 1-12-16,11-1 2 0,0 0-4 0,0 0-2 15,0 0 13-15,0 0-2 0,0 0 0 0,0 0-4 16,0 0-1-16,34 0-11 0,-23-1-6 0,7-1-3 15,1 0-8-15,2 0-6 0,0-1-8 0,0 2-5 16,8-3-9-16,-1 3-1 0,-8 1-5 0,0 0-4 16,2 0-8-16,-1-4-15 0,-4 4-15 0,2-2-18 15,-6 2-35-15,3 0-27 0,-3 0-39 0,-1 0-28 16,-1 0-139-16,-3 2-311 0,-8-2 139 16</inkml:trace>
  <inkml:trace contextRef="#ctx0" brushRef="#br0" timeOffset="131701.57">13886 15137 135 0,'0'0'159'0,"-7"1"-9"0,7-1-14 0,0 0-7 16,0 0-2-16,0 0-5 0,0 0-5 0,0 0-12 0,20 14-8 15,-6-12-10-15,5 0-3 0,0-1-16 0,8 0 1 16,2-1-15-16,-2 1-21 0,5-2-33 0,4 1-31 16,-5 0-32-16,3-1-34 0,-3 0-34 15,0 1-94-15,-1-3-244 0,5 0 108 0</inkml:trace>
  <inkml:trace contextRef="#ctx0" brushRef="#br0" timeOffset="132491.96">15435 14785 2 0,'0'0'86'16,"0"0"0"-16,0 0-13 0,0 0-3 0,-13 1-2 15,13-1 5-15,-13 0-16 0,13 0 18 0,-10 3-1 16,10-3-1-16,-11 1-8 0,11-1-2 0,-13 1 1 0,6 0-4 16,7-1-4-16,-11 0-6 0,11 0 1 15,-13 1-5-15,13-1-3 0,-9-1-3 0,9 1-6 16,0 0 0-16,-10 1-3 0,10-1-3 0,0 0-8 15,0 0 2-15,0 0 0 0,-9 1-5 0,9-1 0 16,0 0-3-16,0 0-1 0,0 0 2 0,0 0-6 0,37-1 1 16,-18 1 3-16,4-1-1 0,8-1-2 15,1-2 0-15,1 4-1 0,2 0-2 0,-2-1-8 16,0-1-7-16,-2 2-20 0,-4 0-16 0,-4-2-14 16,-4 4-21-16,-1-4-26 0,0 0-112 0,-8 2-235 15,0 0 105-15</inkml:trace>
  <inkml:trace contextRef="#ctx0" brushRef="#br0" timeOffset="133008.78">15667 14786 18 0,'-3'6'139'16,"3"-6"3"-16,-3 10-2 0,1-1-10 0,0 0-12 16,1 1-8-16,0 3-9 0,1 5 1 0,-3-7-4 15,2 7-5-15,0-1-10 0,-1 2 3 0,1-1-7 16,1 0-4-16,-1 0-8 0,1-1-3 0,0-1-3 16,0 2-4-16,1-2-8 0,-1-1-1 0,3 0-6 15,-5-6-4-15,4 4 0 0,0-3-6 0,-2 2-4 16,2-1-2-16,-1-2 2 0,-1 3-6 0,2-4-2 15,3 2-2-15,-5-2 0 0,2-2-6 0,-1 0 2 16,-1-6 0-16,1 11 0 0,2-8-4 0,-3-3 0 16,1 10-5-16,-1-10 4 0,0 7 3 0,0-7-2 15,0 0-2-15,0 0 4 0,0 0-3 0,0 0-2 16,0 0-2-16,-6 6 0 0,6-6-1 0,0 0-3 16,-16-4-6-16,16 4 3 0,-14-2 3 0,14 2-1 15,-18-5-5-15,9 3 5 0,-1-1-2 0,4 2 1 16,6 1 0-16,-13-4 3 0,8 1-4 0,5 3 5 15,-9-2-6-15,9 2 1 0,0 0-3 0,0 0 4 16,-8 0-4-16,8 0 0 0,0 0-1 0,0 0 4 16,0 0 1-16,0 0 0 0,0 0-4 0,0 0 2 15,26 3-1-15,-14-3 1 0,1 0 5 0,3 2 0 16,4-4 1-16,1 4-4 0,-2-2-1 0,4-2-3 16,5 1-18-16,0 1-25 0,3 0-31 0,-3-2-33 15,0 2-29-15,-9-2-39 0,0 1-102 0,-1 0-305 16,0-2 136-16</inkml:trace>
  <inkml:trace contextRef="#ctx0" brushRef="#br0" timeOffset="134359.51">15397 15525 67 0,'0'0'61'0,"-13"2"8"16,4 0-5-16,0 0 4 0,-2 0-3 0,3 0 3 15,-2-1-1-15,-1 1-4 0,-1 0-5 0,4-2 3 16,-2 0-7-16,-2 4 12 0,1-5-6 0,3 3-8 16,-1 1 0-16,9-3 0 0,-13 1-7 0,8 1 1 15,5-2-4-15,-6 2-3 0,6-2-8 0,0 0 2 16,0 0 13-16,0 0-6 0,19 6 4 0,3-6-7 16,11 0 2-16,5-2-2 0,17-3-1 0,4 1 1 15,4 0 2-15,0-3-3 0,1 3-1 0,0-2-9 16,26-3 4-16,-30 4 1 0,2 0 0 0,-2-1-6 15,-2-1 3-15,1 2-3 0,-6 1-2 0,-1-1-1 16,-1 1-2-16,-16 3-5 0,-1-2 1 0,-2 0-1 16,-4 3-9-16,-1-2 7 0,-7 2-1 0,-5 0-7 15,-3 0-18-15,-3 0-16 0,-9 0-19 0,11-1-14 16,-11 1-5-16,9 3-15 0,-9-3-25 0,4 7-21 16,-4-7-125-16,0 0-274 0,0 0 122 0</inkml:trace>
  <inkml:trace contextRef="#ctx0" brushRef="#br0" timeOffset="134878.29">15504 15750 30 0,'0'0'177'0,"0"0"-13"0,0 0-4 16,0 0-12-16,0 0-10 0,0 0-8 0,0 0-8 15,0 0-4-15,11 19-7 0,-7-11-10 0,0 1-7 16,3 0-7-16,-4 0-8 0,0 3-5 16,3-3-3-16,-2 4-7 0,0-1-5 0,0-2-7 15,0 1-5-15,-1-2-4 0,0 0-1 0,0-2 0 16,0 2-7-16,1-3 1 0,-3 1-5 0,-1-7-3 0,3 11 2 15,0-6-1-15,-3-5-1 0,3 5-1 16,-3-5 0-16,3 6-4 0,-3-6 6 0,0 0 6 16,3 6 9-16,-3-6 5 0,0 0 10 0,0 0-6 15,0 0-3-15,0 0-4 0,0 0-4 0,0 0-3 16,0 0-3-16,12-11-3 0,-8 5-4 0,3-2-4 16,0 0-2-16,1-2-1 0,3-3-3 0,1 2-2 15,4-1-1-15,-1 1-4 0,0 1 0 0,0 0-5 0,2 1 2 16,-3 1 0-16,-1 2-1 0,-2 1 1 15,0 0-6-15,0 1 2 0,-1 2-6 0,-2 2 5 16,-8 0-5-16,18 0 2 0,-11 0-4 0,0 2 2 16,0 2 1-16,1 3 0 0,-2-1 0 0,1 2-1 15,-2-3 1-15,1 4 5 0,-1 0-5 0,-1-3 1 16,0 3 2-16,-3-1-7 0,3 2-15 0,-1-1-17 16,0 2-27-16,-1-1-33 0,-2-1-38 0,0 1-50 15,1-4-38-15,-1-6-184 0,-2 14-441 0,-1-11 195 16</inkml:trace>
  <inkml:trace contextRef="#ctx0" brushRef="#br0" timeOffset="135263.87">16051 15818 182 0,'0'0'215'0,"8"12"4"15,-3-4-13-15,-3-1-18 0,1 2-14 0,-1 4-14 16,2 1-9-16,0 3-4 0,-1-2-16 0,1 0-10 16,1 0-11-16,0 0-4 0,-3 0-1 15,2-2-3-15,0-2-13 0,0 1-4 0,0-3-10 0,1 2-6 16,1-1-4-16,-1-2-9 0,-1-1-3 0,-1-2 6 16,0 2-4-16,1-3 6 0,-4-4 1 0,8 3 3 15,-8-3-3-15,14-2 5 0,-14 2-11 0,15-8-2 16,-5 1-7-16,1-1-6 0,-2-1-3 0,0-1-1 15,3-4-1-15,0 2-4 0,2-4-7 0,0-5 5 16,3 0-11-16,-2-2 0 0,4 3-2 0,-5-2 2 16,4 1-5-16,-3 0-2 0,-3 5-1 0,1-6-5 15,-2 6 1-15,1 3 1 0,-6 2 0 0,2 2-3 16,-3 1-8-16,-1 2-14 0,-2 0-17 0,1 2-27 16,-3 4-31-16,4-9-36 0,-4 9-29 15,0 0-22-15,0 0-19 0,0 0-24 0,0 0-30 16,0 0-155-16,0 0-440 0,0 0 195 0</inkml:trace>
  <inkml:trace contextRef="#ctx0" brushRef="#br0" timeOffset="135492.28">16480 15906 160 0,'0'0'259'0,"0"0"-2"15,14-1-16-15,-14 1-10 0,18 0-13 0,-4-2-14 16,4-2-15-16,4 3-11 0,7-1-23 0,-2 0-15 16,1-1-16-16,-2 1-13 0,-3-1-7 0,-1 1-12 15,-3 1-15-15,-6-2-20 0,-1 2-32 0,4 1-29 16,-6-2-34-16,0 2-35 0,-10 0-38 0,15-1-39 16,-9 2-36-16,-6-1-26 0,0 0-130 0,0 0-370 15,0 0 164-15</inkml:trace>
  <inkml:trace contextRef="#ctx0" brushRef="#br0" timeOffset="135700.19">16699 15962 205 0,'0'10'211'16,"0"3"-19"-16,0-3 2 0,-1 8 0 0,1 3-7 15,1-2 1-15,-4-3-18 0,5 4-16 0,-2-4-12 16,-2 3-11-16,2-2-15 0,0 0-9 0,0-4-11 15,0-1-8-15,-1 4-10 0,0-4-6 16,1-1-7-16,0 1-20 0,1-2-36 0,-1-3-43 0,0-7-37 16,0 10-53-16,0-10-39 0,0 6-52 0,0-6-125 15,0 0-368-15,0 0 163 0</inkml:trace>
  <inkml:trace contextRef="#ctx0" brushRef="#br0" timeOffset="135879.97">16806 15859 19 0,'16'-5'130'16,"-1"4"-13"-16,0-2-24 0,-2 0-31 0,-3-1-33 15,2 1-37-15,-6 1-66 0,-1-2-80 0,-5 4 35 16</inkml:trace>
  <inkml:trace contextRef="#ctx0" brushRef="#br0" timeOffset="137002.44">13877 15030 9 0,'0'0'38'0,"0"0"-4"0,0 0-11 0,0 0-4 0,0 0 7 16,0 0-10-16,0 0 4 0,9 4-2 16,-9-4 0-16,0 0-6 0,0 0 1 0,6 1 1 15,-6-1-3-15,0 0-1 0,0 0-1 0,5 2-3 16,-5-2 2-16,0 0 3 0,0 0-10 0,0 0 7 0,0 0 5 15,0 0 0-15,0 0 4 0,0 0 11 0,0 0 1 16,0 0-1-16,0 0 22 0,0 0 8 0,0 0 4 16,4 6 10-16,-4-6 4 0,0 0-2 15,0 0-3-15,0 0-7 0,0 0 0 0,0 0 0 16,0 0-4-16,-18-11 0 0,18 11-3 0,-11-5 6 16,11 5 1-16,-5-8-5 0,3 4-1 0,2 4-7 15,-4-7-3-15,4 7-3 0,-2-10-6 0,2 10 1 0,0-10-8 16,0 10 4-16,4-11-1 0,-4 4-5 15,0 7 0-15,9-10-7 0,0 3-4 0,-2 1 4 16,1-1-7-16,4 2-1 0,-3-1-2 0,2 0 0 16,1 1 0-16,1 3-3 0,-2-1-3 0,3 2-1 0,-1 1 2 15,1 0 0-15,-1 1-4 0,1 2 4 0,1-1-4 16,2 2 1-16,-2 1-2 0,-1 0 1 16,-2 0-4-16,2 2 4 0,0-3-3 0,-3 1 2 15,1-1-2-15,-1 0 2 0,-3-1-2 0,6 2 5 16,-5-4-1-16,4-1 1 0,-2-1 1 0,2 1 0 15,0-3 4-15,-3-1-3 0,2 1 1 0,-1-2 2 16,0 0-3-16,5-3 0 0,-7 3-2 0,0 0 2 16,2-1-1-16,-4-1-2 0,-1 5 0 0,-1-3 1 15,-1-1-2-15,0 0 2 0,-1 2-4 0,-3 4 0 16,8-9-11-16,-8 9-16 0,3-7-8 0,-3 7-23 16,3-3-23-16,-3 3-32 0,0 0-21 0,0 0-5 15,0 0-13-15,0 0-106 0,0 0-277 0,0 0 123 0</inkml:trace>
  <inkml:trace contextRef="#ctx0" brushRef="#br0" timeOffset="137708.31">13982 15202 130 0,'-6'3'114'0,"6"-3"-4"16,-7 4 3-16,7-4-6 0,0 0-3 0,-7 4 5 16,7-4-1-16,0 0-6 0,-7 2-3 0,7-2-3 15,0 0-10-15,0 0-4 0,0 0-7 0,0 0-2 16,0 0-12-16,0 0-3 0,-13-7-7 0,13 7-4 15,0 0-4-15,0 0-4 0,-4-5 0 0,4 5-4 16,0 0-10-16,0 0 6 0,0 0-9 0,0 0-2 16,0 0-6-16,0 0 3 0,0 0-4 0,0 0-5 15,0 0 1-15,0 0 0 0,0 0-2 0,0 0-1 16,0 0 0-16,0 0-3 0,0 0 1 0,0 0-1 16,0 0 0-16,0 0-4 0,0 0 3 0,0 0 0 15,0 0 0-15,0 0-2 0,0 0 0 0,9 19 1 16,-9-19 4-16,0 0-1 0,0 0-3 15,0 0 2-15,2 8 2 0,-2-8-1 0,0 0 1 0,0 0-2 16,0 0 10-16,0 0 1 0,0 0 10 0,0 0-1 16,0 0 12-16,0 0-2 0,0 0 0 0,0 0 2 15,0 0 2-15,0 0-7 0,0 0 5 0,0 0-1 16,0 0 0-16,0 0-2 0,0 0-2 0,0 0-5 16,0 0-2-16,8-21-6 0,-3 16 2 15,4 0-5-15,-2 0-2 0,3 0-2 0,2 1 0 0,-3 1 1 16,4 0-3-16,-3 0 1 0,1 0-4 0,2 3 2 15,-1 2 0-15,1-1-1 0,-2 2 2 0,-1-1-1 16,3 0 1-16,-4 4-4 0,0-1 6 0,4 1-1 16,-2-2 1-16,-1 5-1 0,0-3 1 0,2-1-2 15,-1-1 3-15,0 2-3 0,3-5 3 0,1 4 0 16,-1-4 1-16,-3-1-3 0,3-1 9 16,5-2-11-16,-6 0 1 0,-1-1 0 0,0 0 2 0,-1-1 2 15,2 1-5-15,-3-1-4 0,-1-2 4 0,-5 4-1 16,5-1-1-16,-3-3-5 0,1 1 2 0,-4 3-1 15,3-2 1-15,-6 5-9 0,5-10-3 16,-5 10-9-16,4-6-9 0,-4 6-12 0,0 0-21 0,0 0-23 16,0 0-23-16,0 0-23 0,0 0-22 15,6-7-42-15,-6 7-15 0,0 0-115 0,0 0-351 16,0 0 155-16</inkml:trace>
  <inkml:trace contextRef="#ctx0" brushRef="#br0" timeOffset="143413.87">11478 17103 84 0,'0'0'180'15,"-14"0"3"-15,14 0-9 0,-8 0-12 0,8 0-3 16,0 0-14-16,0 0-5 0,-8 2 0 0,8-2-8 15,0 0 0-15,0 0-7 0,0 0-8 0,0 0-14 16,0 0-12-16,6-18-2 0,-1 8-7 16,2 4-3-16,0-3-7 0,0 0-7 0,4-5-5 15,0 0-15-15,3 0 6 0,-1-2-2 0,3-4-1 16,-3-1-11-16,-1 4 0 0,5-5-3 0,2 2 0 16,-6 0-4-16,1 3-8 0,1-7-1 0,-3 9-2 15,-3-3-3-15,0 1 3 0,4-6-8 0,-6 6 6 16,0 0-3-16,-1-1-1 0,-3 3-1 0,2-2-1 15,-3 3-4-15,2 2 3 0,-3 0-7 0,1 1 6 16,-2 11-6-16,0-20 0 0,0 20 2 0,-7-15-5 16,5 9 2-16,2 6-5 0,-8-10 2 0,8 10-1 15,-8-7-5-15,8 7 7 0,-9-3-2 0,9 3-1 16,0 0-3-16,-21 4 2 0,12 1 0 0,-3 2 3 16,4 0-3-16,-1 2 1 0,-2 1 1 0,1 2-5 15,2 1 4-15,1-3 2 0,0 0-5 0,5 1 4 16,-1 0-2-16,1-3 1 0,2-8-1 0,4 22 1 15,-1-12 3-15,5-4 1 0,-4 3 0 0,6-2 2 16,3-2-3-16,4 0 3 0,0-2-2 16,4-3 1-16,6 0 2 0,2-2 0 0,0-2-2 15,-2 2 0-15,-4-1-3 0,4-2 2 0,-5 3-1 16,-4-4 2-16,3 3-4 0,-4 0 0 0,4 1 3 16,-4-1-1-16,-4 2-1 0,0-1 0 0,0 1 1 15,-13 1 0-15,20 1-4 0,-20-1-2 0,16 3 2 16,-16-3-2-16,11 3 3 0,-6 2-3 0,-5-5 4 0,11 11 1 15,-8-5 2-15,0 1-3 0,2 3 4 16,-3 2 5-16,1-3-4 0,-2 2 0 0,1 1 3 16,-1 1 3-16,1-2-4 0,-2 1 5 0,0 1 3 15,0-3-2-15,0 2 2 0,0 0 1 0,0 0-3 16,5 0 1-16,-3-2-5 0,0 1 4 0,1-2-3 16,-1 1-2-16,2 0 1 0,0 0 0 0,1-2 3 15,-3 1-4-15,1-2-5 0,4-1-12 0,-3 1-15 16,1 0-27-16,1-1-23 0,0 0-30 0,4 0-27 15,1-1-32-15,-2 0-51 0,3-2-185 0,-3 1-435 16,4-3 193-16</inkml:trace>
  <inkml:trace contextRef="#ctx0" brushRef="#br0" timeOffset="145602.22">12367 17116 27 0,'0'0'167'0,"0"0"-4"0,0 0-14 16,0 0-20-16,0 0-14 0,0 0-10 0,9-9-15 16,-9 9-6-16,0 0-8 0,0 0-21 0,15 0-22 15,-15 0-14-15,0 0-35 0,0 0-34 16,23 1-25-16,-23-1-19 0,14-1-70 0,-14 1-175 16,0 0 77-16</inkml:trace>
  <inkml:trace contextRef="#ctx0" brushRef="#br0" timeOffset="146022.13">12500 16816 53 0,'0'0'162'0,"0"0"-3"0,-7-15-10 16,7 15 0-16,-4-8-16 0,4 8-9 0,0 0-6 16,-14-10-12-16,14 10-8 0,-13-6-11 0,13 6-5 15,-21 0-7-15,21 0 11 0,-31 9-8 0,12-6-7 16,4 5 6-16,-1 4-9 0,1 1-3 0,-5 8-1 16,4-2-1-16,-2 2-5 0,5 0-1 0,1 2-5 15,1-1-3-15,3 4-2 0,0-2-5 0,2 1-4 16,3 2-1-16,1-1 2 0,0-2 0 0,6 2 1 15,-1-1-4-15,-1-6-2 0,2 7 0 0,3-8-2 16,-3 7 0-16,1-6 0 0,-1 1-4 0,3-4-3 16,-3 2-2-16,1-2-2 0,-2-4-1 0,1 4 1 15,-2-4-5-15,-2-2-3 0,1 1 2 0,-1 1 5 16,0-12-9-16,0 15 0 0,0-15-10 0,-3 15-15 16,3-15-12-16,-5 11-22 0,5-11-19 0,-5 11-20 15,5-11-26-15,0 0-19 0,-13 7-20 16,13-7-43-16,-6 2-17 0,6-2-112 0,0 0-351 0,0 0 155 15</inkml:trace>
  <inkml:trace contextRef="#ctx0" brushRef="#br0" timeOffset="146208.57">12295 17209 85 0,'0'0'125'0,"14"-6"-13"0,-3 1-3 16,2 1-14-16,3 0-19 0,2-1-2 0,-2 0-16 16,5-2-3-16,-2 5-35 0,4-2-21 0,4-2-31 15,0-1-17-15,2 0-73 0,-11-1-131 0,2 1 59 16</inkml:trace>
  <inkml:trace contextRef="#ctx0" brushRef="#br0" timeOffset="146416.47">12961 16973 20 0,'0'0'202'0,"0"0"-8"0,0 0-17 16,13-6-18-16,-13 6-12 0,13-4-17 0,-13 4-8 15,24-4-14-15,-10 2-9 0,5 1-12 0,0-1-12 16,2 0-16-16,0-2-28 0,2 3-37 0,-2-1-30 15,-1 2-46-15,-7 2-42 0,-13-2-103 0,23-2-247 16,-23 2 110-16</inkml:trace>
  <inkml:trace contextRef="#ctx0" brushRef="#br0" timeOffset="146614.6">13001 17129 138 0,'-7'3'215'0,"7"-3"-16"0,0 0-14 16,0 0-13-16,0 0-6 0,0 0-9 16,0 0-19-16,27 6-4 0,-12-7-20 0,4-2-12 15,-2 1-12-15,2 0-17 0,3 2-21 0,-2-5-29 16,2 4-29-16,-3-5-38 0,3 3-41 0,-4 0-43 16,0-2-37-16,-7 3-90 0,-2-2-277 0,-9 4 122 15</inkml:trace>
  <inkml:trace contextRef="#ctx0" brushRef="#br0" timeOffset="148742.34">14609 16493 49 0,'0'0'116'0,"9"-9"-11"0,-9 9-6 16,7-5 1-16,-7 5-18 0,0 0-4 0,0 0-15 15,0 0 5-15,13 0-8 0,-13 0 6 0,0 0-1 16,11 10-4-16,-8-4 11 0,3 2-10 0,-2 2 1 15,1 1-1-15,0-1-7 0,4 5-2 0,-1-1 2 16,-3-2-12-16,2 3 4 0,0-3-10 0,-1 2-2 16,1 0 5-16,-2-3-10 0,-1 0-4 0,0-2 5 15,3 0-12-15,-5-2 4 0,4 2 0 0,-4-3-7 16,1 0 4-16,-2-1-5 0,-1-5 1 0,4 8 1 16,-4-8 3-16,4 6-2 0,-4-6 9 0,0 0 7 15,5 5 10-15,-5-5 2 0,0 0 7 16,0 0-2-16,0 0-5 0,0 0-1 0,0 0-9 15,0 0-1-15,0 0-6 0,0 0 1 0,0 0-7 0,-9-24 2 16,9 14-5-16,0-1-3 0,0-1 1 0,3-2-5 16,0-2-1-16,3-1-1 0,1 0 0 0,1-3-1 15,3-4-1-15,5 1-2 0,-5 2-1 16,3 5-3-16,-1 0 1 0,1 1-1 0,-3 1-1 16,5 2 1-16,-7 3-2 0,4 0-2 0,-1 4 1 15,-3-1-6-15,0 3 4 0,-9 3 1 0,19-1-4 16,-19 1-2-16,16 5 4 0,-5 2-2 0,-3 0 4 15,-2 3 0-15,-1-1 0 0,2 3-2 0,-1 2 4 16,-1-2 4-16,-1 3-7 0,0 0 3 0,0 1-1 16,-3-1 0-16,0-3-1 0,3 3 2 0,-4 3 0 15,4-1-2-15,-3-5 0 0,2 0-10 0,-2 5-18 16,-1-2-21-16,0 0-23 0,4-2-33 0,-4-1-23 16,2-2-22-16,1 2-29 0,-2-2-125 0,-1 0-328 15,0-10 146-15</inkml:trace>
  <inkml:trace contextRef="#ctx0" brushRef="#br0" timeOffset="149201.64">15262 16489 2 0,'0'0'189'0,"0"0"-17"0,0 0-17 0,0 0-15 0,0 0-15 16,0 0 4-16,0 0 5 0,0 0-10 0,0 0 0 16,18 18-12-16,-11-9 3 0,2 1-4 15,1 1-14-15,-2 3-7 0,2-4-5 0,0 2-5 16,0 4-1-16,-1-6-8 0,0 0-4 0,0 4-5 16,-1-4 0-16,4 2-5 0,-4-3-6 0,1 1-3 15,-1-1-5-15,-2 1-6 0,1-1-3 0,-1-2-3 16,-2-1-4-16,1 2-1 0,1-2-3 0,-1-3-2 15,-2 2 1-15,3-1-2 0,-6-4-5 0,7 7 3 16,-1-4-4-16,-6-3 3 0,6 3 0 0,-6-3 4 16,0 0-1-16,13 0 1 0,-13 0-4 0,13-6-3 15,-5-1-1-15,-2-2-1 0,6 0-2 0,-1-2 1 16,-1-5-1-16,3 3-1 0,1-8-1 0,-2 4 1 16,4-7 5-16,-3-1-8 0,3 2-2 0,-4-2 0 15,2 2-2-15,0-1 7 0,-2 2-8 0,1-2 1 16,-4 9 1-16,-3 4-1 0,0 0-2 0,-2 3-2 15,1 2-18-15,-5 6-19 0,7-8-26 0,-7 8-27 16,0 0-6-16,6-6-10 0,-6 6-16 0,0 0-29 16,0 0-13-16,0 0-9 0,0 0-24 15,3 27-106-15,-3-27-330 0,-5 22 146 0</inkml:trace>
  <inkml:trace contextRef="#ctx0" brushRef="#br0" timeOffset="149684.63">15767 16583 86 0,'0'0'161'0,"0"0"-14"0,0 0-11 16,0 0-5-16,0 0-6 0,0 0-5 0,0 0-2 15,0 0-16-15,41-4-11 0,-19 4 1 0,6 0-11 16,0-2-4-16,0 2-7 0,3-4-7 15,-9 4-7-15,-1-2-3 0,0 2-8 0,-3-1-2 0,0-1-8 16,-7 1-18-16,-11 1-18 0,17 0-23 0,-17 0-10 16,13 0-13-16,-13 0-15 0,11-1-3 0,-11 1-9 15,0 0 2-15,0 0-11 0,0 0-5 0,0 0 2 16,0 0 4-16,0 0-4 0,0 0 10 0,0 0 7 16,0 0 13-16,0 0 3 0,0 0 2 0,0 0 12 15,-43 4 1-15,43-4 20 0,-12 0 16 0,12 0 3 16,0 0 21-16,0 0 0 0,-18 3 4 15,18-3 9-15,0 0-7 0,-8 0 10 0,8 0 9 16,0 0 17-16,-7 10 12 0,7-10 3 0,-5 10-3 16,2-2 11-16,-1 0 3 0,2 5 3 0,-2-2-3 15,1 1-5-15,-2 4 2 0,4-4-3 0,-3 1 4 16,1 1-2-16,0 1-3 0,-2 0-3 0,2-4-12 16,1 6-8-16,-1-5-3 0,2 2-4 0,-3-3-5 15,1 0-7-15,3 1-3 0,0-1-4 0,-2-2-1 16,0 2-3-16,2-11-9 0,0 13-14 0,0-13-15 15,-1 14-26-15,1-14-25 0,0 11-23 0,0-11-32 16,0 0-12-16,1 11-42 0,-1-11-14 0,0 0-123 16,0 0-330-16,0 0 146 0</inkml:trace>
  <inkml:trace contextRef="#ctx0" brushRef="#br0" timeOffset="149872.18">16112 16543 61 0,'13'0'48'0,"-1"0"-18"0,-1 1-29 0,-11-1-25 15,18 3-25-15,-18-3 11 0</inkml:trace>
  <inkml:trace contextRef="#ctx0" brushRef="#br0" timeOffset="150540.41">14985 17076 112 0,'0'0'156'0,"0"0"-8"0,0 0-10 16,0 0-8-16,-10-2-9 0,10 2-12 15,0 0-7-15,0 0-7 0,0 0-10 0,0 0-6 16,0 0-8-16,0 0-6 0,0 0-1 0,-11 3 2 0,11-3-9 16,0 0-1-16,0 0-4 0,0 0 3 0,0 0-6 15,0 0 3-15,0 0 6 0,0 0 3 16,0 0-3-16,0 0-8 0,31 0 7 0,-13 0-2 16,10-5-1-16,8 3-6 0,18-6 0 0,1 1-3 15,0-1-3-15,10 0-5 0,-1 2-5 0,27-5 0 16,-29 5-4-16,2-3-3 0,-4 2 0 0,-1 1-2 15,1 1-5-15,-4 0-1 0,-1 1 0 0,-1-3 1 16,-3 1-1-16,-14 2 1 0,0 0 1 0,0-1-6 16,-5 2 2-16,-1-3 0 0,-4 5 1 0,-7-2 0 15,-1 3-3-15,-2-1 1 0,-3-1-3 0,-4 2 1 16,-10 0 1-16,14-4-4 0,-14 4-1 0,12-3 4 16,-12 3-12-16,0 0 10 0,13 0-3 0,-13 0 2 15,0 0 0-15,0 0-10 0,0 0-7 0,0 0-24 16,0 0-22-16,0 0-38 0,0 0-17 0,0 0-24 15,0 0-37-15,-32 16-43 0,23-11-146 0,9-5-390 16,-22 7 173-16</inkml:trace>
  <inkml:trace contextRef="#ctx0" brushRef="#br0" timeOffset="150830.07">15528 17248 115 0,'0'0'156'0,"0"0"-6"0,28-6-13 0,-7 5-6 15,-1-2-9-15,7-4-7 0,1 3-8 0,3-1-3 16,-2-4-8-16,2 5-10 0,-3-3-10 0,-1 0-7 15,-8 5-4-15,-1-2-11 0,0 0 1 0,-5 2-12 16,-2-2-22-16,1 2-23 0,-12 2-27 16,15-1-35-16,-15 1-23 0,0 0-12 0,14 0-5 15,-14 0-8-15,4 3-90 0,-4-3-217 0,0 0 97 16</inkml:trace>
  <inkml:trace contextRef="#ctx0" brushRef="#br0" timeOffset="151345.41">15786 17206 28 0,'0'0'142'0,"0"0"-8"0,0 0-13 15,0 0-28-15,0 0 18 0,-1 6 3 0,1-6 1 16,-2 10-5-16,2-10-6 0,0 13 11 0,0-4-2 16,0-9-11-16,5 21-4 0,-3-10-5 0,-1 0 3 15,2 5-11-15,0-4-7 0,-2-2-2 0,0 3-3 16,0-2-15-16,1 0 4 0,-1 1-2 0,-1 0-7 15,1-1-3-15,1 0-3 0,-2-1-1 0,0 0-10 16,1-2-3-16,-2 2-2 0,1-10-7 0,1 12 0 16,-1-5-4-16,0-7-4 0,1 11 2 0,-1-11 0 15,0 13-2-15,0-13-2 0,-1 6 2 0,1-6-3 16,0 0-1-16,0 0 0 0,0 13 7 0,0-13-9 16,0 0-1-16,0 0 2 0,0 0-1 15,0 0-10-15,-4 7-3 0,4-7-8 0,0 0-5 16,0 0-3-16,0 0 6 0,0 0-9 0,0 0 5 15,-25-5-4-15,25 5 0 0,-13-5-4 0,5 5 2 16,8 0 1-16,0 0 1 0,-22-4-1 0,16 4 5 16,6 0 0-16,-17-1 2 0,10 1 4 0,7 0-5 15,-13-1 1-15,13 1 5 0,-12-2 2 0,12 2 0 16,0 0 1-16,0 0-4 0,0 0 4 0,-15 2-2 16,15-2-2-16,0 0 7 0,0 0-7 0,0 0 12 15,0 0 6-15,0 0 5 0,0 0-1 0,0 0 10 16,0 0 7-16,38 0-3 0,-25 0 5 0,6 0-1 15,2-4-3-15,-3 0 0 0,5 2-2 0,5-4-5 16,0 1-3-16,-8 3 3 0,2-1-7 0,0 0-20 16,6-2-26-16,-10 3-28 0,2-2-31 0,1 1-26 15,-1 0-28-15,1 0-18 0,-1-4-31 16,-2 3-102-16,1 0-324 0,-2-2 144 0</inkml:trace>
  <inkml:trace contextRef="#ctx0" brushRef="#br0" timeOffset="151493.18">16282 17395 57 0,'0'0'204'0,"0"0"3"16,0 0 1-16,0 0-16 0,0 0-13 0,0 0-20 15,0 0-14-15,8 1-19 0,-8-1-15 0,0 0-12 16,0 0-32-16,0 0-29 0,0 0-34 0,0 0-49 16,0 0-38-16,0 0-45 0,15-5-129 0,-15 5-279 15,18-2 124-15</inkml:trace>
  <inkml:trace contextRef="#ctx0" brushRef="#br0" timeOffset="153413.46">17122 16919 85 0,'0'0'98'0,"0"0"-7"16,0 0-23-16,0 0-11 0,0 0-19 0,0 0-22 15,13 3-30-15,-13-3-60 0,0 0-79 0,16 3 36 16</inkml:trace>
  <inkml:trace contextRef="#ctx0" brushRef="#br0" timeOffset="162198.37">12612 14766 69 0,'0'0'97'15,"-16"-7"1"-15,6 3-1 0,0 2-10 0,-1-1-1 16,0 3 2-16,-1-1-2 0,2 0-9 0,-1 0 2 0,1 1-3 15,-3 1-7-15,1 1-5 0,-1 1-16 0,2 3 7 16,-1-2-8-16,1 1 0 0,0 0-8 16,1 3 9-16,2-3-14 0,0 4-9 0,3 1-5 15,-2-1 7-15,2 0 1 0,3-2-6 0,2 3 0 16,-2-1-8-16,2 3 4 0,2-4-6 0,0 0-1 0,0-2 10 16,3 4-9-16,2-5-3 0,-1 0 3 0,1 1-1 15,2 0 6-15,-2-3-9 0,-2-1 7 16,3-1-2-16,1 0 2 0,3-2-1 0,-1 0 2 15,-2-2-3-15,2-2 2 0,2-2 0 0,-2 1-5 16,1 1 6-16,-3-3-1 0,-1 1 5 0,2-3 5 0,-3 3 0 16,1-1 2-16,-3 1 3 0,-1-1-4 0,0-2 2 15,0 2-2-15,-2-2-1 0,2 3 4 16,-4-1-2-16,0 8 2 0,4-11 3 0,-3 5 0 16,-1 6-3-16,2-9 6 0,-2 9-9 0,2-7-3 15,-2 7-1-15,0 0-3 0,4-5-2 0,-4 5-1 16,0 0-8-16,0 0 0 0,0 0 6 0,3 18-4 0,0-5 2 15,1 3 0-15,0 3 2 0,-2 6 0 16,-1 1 3-16,0 1 0 0,2-2 0 0,-1 3-2 16,-2 0-1-16,0-2 2 0,0-1-6 0,2 1 3 15,0-7 0-15,-2 0-2 0,0-1-1 0,2-2-1 16,-2 0 2-16,0 1-5 0,2-3 2 0,-2 0-1 0,1-4 1 16,-1 0-2-16,0 1-3 0,0-1 3 15,-1-3 2-15,-1 2-1 0,0-3-2 0,-2 1 6 0,-2 2-4 16,-1-5 4-16,-1 4-5 0,0-3-2 15,-1 0 3-15,1-1 0 0,-3-3-4 0,1 0 3 16,-1 1 0-16,1-4-4 0,0-2 1 0,-1 1 2 0,1-1 1 16,5-1-3-16,-3-2 0 0,-1 0 0 0,1-4-2 15,2-1 1-15,0-1 5 0,3-4-4 0,5-1-2 16,-1-1-3-16,5-5 0 0,0 5-2 0,6-3 3 16,-1-3-2-16,0 8 3 0,3-3-3 15,-3 3 3-15,1 0-2 0,7 0 1 0,-4 4 2 0,6-4-5 16,-3 5 5-16,-2 1 2 0,2 0-3 0,0 3 1 15,0-2-16-15,-6 7-11 0,-1-3-21 0,2 2-20 16,-3 0-19-16,2 2-26 0,-1-1-18 16,-1 0-25-16,-10 3-16 0,18-2-10 0,-7 2-126 15,-11 0-330-15,11 2 146 0</inkml:trace>
  <inkml:trace contextRef="#ctx0" brushRef="#br0" timeOffset="162590.54">13059 14895 57 0,'2'-6'207'0,"-2"6"0"15,2-10-6-15,-2 10-12 0,0-13-9 0,0 13-12 16,-4-9-6-16,4 9-13 0,-2-7-13 0,2 7-14 15,0 0 0-15,-4-6-23 0,4 6-7 0,0 0-7 16,0 0-5-16,0 0-6 0,-17 18-1 0,13-8-2 0,-3 6-3 16,-1 1-5-16,2 3 3 0,0-2-6 15,-1 8-1-15,1-9-9 0,1 9-2 0,1-7-1 16,-1 0-8-16,5-2-2 0,0 4-2 0,0-1-7 16,5 4 4-16,-3-4-8 0,1 0-1 0,-1-1 0 15,4-2 2-15,-4 1-2 0,3-1-3 0,-1-3-5 16,0 0 3-16,-1-2-1 0,0-1-3 0,1 0-4 15,-4 0 8-15,4-1-8 0,-4 1-2 0,1-1 4 16,-1-1-5-16,-1-2-14 0,-1 0-20 0,0-1-24 16,-4-1-19-16,0 0-23 0,0 0-26 0,6-5-29 15,-13 5-33-15,13-5-19 0,-12 0-11 0,12 0-167 16,-13-4-409-16,13 4 181 0</inkml:trace>
  <inkml:trace contextRef="#ctx0" brushRef="#br0" timeOffset="162746.51">12925 15197 42 0,'4'-4'118'16,"0"0"6"-16,1-1 9 0,1 2 4 0,2-1-4 16,-2 0 7-16,5 1-8 0,0-1-5 0,3 1-3 15,3 0-8-15,6-3-12 0,2 0-8 0,-2 1-10 16,4 0-8-16,-8 1-22 0,2 2-27 0,-3-1-43 16,0 0-42-16,0-1-36 0,-1-1-39 0,-5 1-116 15,-1-1-269-15,-2 2 119 0</inkml:trace>
  <inkml:trace contextRef="#ctx0" brushRef="#br0" timeOffset="163045.01">13103 14885 25 0,'15'-8'37'0,"3"1"-22"0,-5 3-29 16,-2-1-13-16,5-1 7 0</inkml:trace>
  <inkml:trace contextRef="#ctx0" brushRef="#br0" timeOffset="165990.97">11887 14499 22 0,'-2'-9'120'0,"2"9"-8"0,0 0-12 15,0 0-14-15,0 0 0 0,0 0-13 0,0 0-4 16,0 0 0-16,0 0-1 0,0 0-3 0,0 0 7 16,1 33 3-16,-2-15 1 0,2 7-3 0,2 4 2 15,-1 3 1-15,2 3-1 0,0 11-21 0,2 1 0 16,-1 2 0-16,-1-2-6 0,3 1 3 0,1-2-4 16,-2 0-3-16,-4-1 2 0,6 3-1 0,-6-3-5 15,2-9 8-15,3 10-3 0,-3-12 0 0,4 1 0 16,-4 1-7-16,3-3 5 0,2 1-7 15,-2-2 2-15,0-3 29 0,1 3-7 0,-1-3-5 0,2-1-4 16,0-2-6-16,-3-6-2 0,1-3-5 0,3 0-3 16,-5 0-4-16,3-3-2 0,-6-2-2 0,2-4-7 15,-1 1 0-15,-1-3-10 0,0 0-15 0,-2-6-20 16,3 8-15-16,-3-8-33 0,0 0-30 0,0 0-41 16,-10 8-45-16,10-8-173 0,-13-3-390 0,2-4 173 15</inkml:trace>
  <inkml:trace contextRef="#ctx0" brushRef="#br0" timeOffset="168090.68">12013 14473 87 0,'0'0'129'16,"-7"-6"-13"-16,7 6-10 0,0 0-16 16,0 0-13-16,0 0-1 0,0 0 6 0,0 0-1 15,25-1 4-15,4 4-11 0,5-1-6 0,19 2 4 16,7-3-9-16,31-2-7 0,0-3 1 0,-1-1-8 16,4-1-3-16,-1-2-4 0,-1 4-2 0,9-5-8 15,-6 5-3-15,3-1 0 0,1-6 4 0,6 4-7 0,6-5 1 16,3 4 7-16,3-2 0 0,2 4-16 15,-2-1-3-15,4-2 3 0,-6 0-5 0,-1 3-2 16,-4-3 0-16,1 3 2 0,1-2-3 0,2 2 5 16,-3 1-3-16,-6-1-3 0,1 0 3 0,-5 5 0 15,0-5-3-15,-5 4 2 0,0 1 0 0,-5-2 0 16,-1-1 6-16,-27 4-8 0,29-3 7 0,-32 1-8 16,4 1 4-16,0 1-4 0,-4-1 1 0,-1-2-5 15,-3 4 3-15,-3-2-4 0,-13 1 5 0,0-3 0 16,-3 3-4-16,1-1 1 0,-2 1 0 0,-3-2-2 15,-2 2-1-15,-2 0 2 0,-7-2-1 0,-3 0 3 16,3 1 1-16,-4-1-1 0,1 1 0 0,-3-2 4 16,1 1 7-16,2-1-4 0,-7 2-2 0,0 0-3 15,-1 1 1-15,-1-3 2 0,0 3-3 0,-1 0 1 16,-1 0-1-16,-8 0-2 0,15 0 0 0,-7 0 0 16,-8 0 2-16,13 0-6 0,-6 2 4 0,1-1-2 15,2 1 1-15,3 1-2 0,-3 1 1 0,1 0 4 16,2 1-1-16,4 1-2 0,2-1 2 0,-2 2-4 15,2 0 8-15,-1 0-5 0,0 3 2 0,2-2 0 0,-1-1-3 16,-2 2 1-16,-2-1 1 0,1 1 0 16,-1-1 2-16,-5-1-1 0,2-1 2 0,-2 0-3 15,-1 0 2-15,-1 1-4 0,1-1 3 0,-1 1-1 16,0 0 1-16,-4 0 2 0,3 0-3 0,-1 0-2 16,-1-3 3-16,-1 1-7 0,0 1 6 0,-2-1-3 15,3 1 1-15,-1 3 4 0,-4-9 0 0,5 16 1 16,-1-6-2-16,-1 1 5 0,-1 6-1 0,1-2 7 15,1 3-1-15,-2-3 5 0,1 4 1 0,-1-1-4 16,1 3 3-16,-2-1 1 0,2 4-1 0,0 3 2 16,-1-2-3-16,-1 3 1 0,0-1-2 0,-1-1 3 15,1 2 4-15,1-3-3 0,-4 0 5 16,0 0-3-16,2 2-2 0,-1-6 5 0,1-2-2 0,-2 0-1 16,0 1-1-16,4 4 2 0,-4-6-3 0,1 2 0 15,-1-3-3-15,2 1 6 0,0 1-4 0,-2-3 6 16,-2 2-2-16,4 1-3 0,-3 0-1 0,2-1 0 15,1 0-2-15,-2 1 1 0,2 6 3 0,-2-5-1 16,0-1-12-16,2-2 8 0,-2 1 2 0,2 1-7 16,-2-2-1-16,1-4 4 0,-2 3-5 0,3 0-1 15,-1-3 1-15,1-1 3 0,-4-1-5 0,4 2-4 16,-1 2 8-16,-1 3 2 0,0-7-8 0,1 5 3 16,1 0 1-16,0-5 8 0,0 7-16 0,0-5 13 15,0 2-4-15,2 3 5 0,-1-5-10 0,2 2-1 16,-3-4-14-16,4 2 26 0,-3 0-12 0,0 3-2 15,-1 0-3-15,0-3 10 0,0 2-7 0,0-3 2 16,0 1-2-16,-1-2-1 0,4 5 0 0,-1-1 4 16,-1-3-6-16,2 2 8 0,0 1-4 0,-2-3 0 15,3 2-2-15,0-4 2 0,1 3-2 0,0-3-2 16,-3-1 0-16,2 3 3 0,-3-5-5 0,5 5 4 16,-5-6 2-16,3 3-2 0,-3-1-3 0,0-3 3 15,-1-5 3-15,2 14-4 0,-1-10 3 0,-1-4-6 16,1 9-1-16,-1-9-1 0,1 8 0 15,-1-8 4-15,0 0-17 0,0 9 20 0,0-9-5 0,0 0 2 16,0 0 5-16,-2 10-3 0,2-10-3 0,0 0 3 16,0 0-4-16,0 0 1 0,0 0-2 0,0 0-5 15,0 0 4-15,0 0 3 0,0 9 3 16,0-9-3-16,0 0 5 0,0 0-8 0,0 0 0 16,-4 7 3-16,4-7 3 0,0 0-6 0,-5 5-3 15,5-5 5-15,0 0 3 0,0 0-5 0,-3 6-5 16,3-6 4-16,0 0 4 0,-2 8-2 0,2-8-3 0,-3 5 7 15,3-5-2-15,0 0 1 0,-4 6-7 16,4-6 2-16,-4 8 1 0,4-8-5 0,-7 3 5 0,7-3 1 16,-4 6-14-16,4-6 14 0,-6 6 1 15,6-6 4-15,-8 5-1 0,5-1-6 0,3-4 2 16,-11 5 3-16,6-2-2 0,0 1-2 0,5-4 3 16,-12 3-3-16,6 0 4 0,-1 1-6 0,7-4 6 0,-11 4-7 15,11-4 5-15,-14 5-5 0,14-5-2 16,-13 5 8-16,13-5-2 0,-10 4-7 0,10-4 8 15,-13 4-11-15,13-4 12 0,-10 5-6 0,10-5 8 0,-12 4-10 16,12-4 5-16,-9 2-6 0,9-2 2 16,-9 5 0-16,9-5 1 0,-9 3 2 0,9-3-9 15,-10 1-2-15,10-1-1 0,0 0 1 0,-13 0-4 16,13 0 4-16,-12 0-3 0,12 0 0 0,-12 3-3 16,12-3 6-16,-11 1-1 0,3 0 2 0,8-1 0 15,-13 1-1-15,13-1 2 0,-10 2 0 0,10-2 2 16,-13 1-3-16,13-1 1 0,-9 3 3 0,9-3 4 15,-10 1 0-15,10-1-1 0,-9 5-6 0,9-5 2 16,-8 4-5-16,8-4 1 0,-6 3 12 0,6-3-14 16,-6 3 5-16,6-3-1 0,0 0 1 0,0 0 3 15,-8 3 6-15,8-3-11 0,-5 5 7 0,5-5-1 16,0 0 5-16,-8 6-5 0,8-6 4 0,-8 5-4 16,3-1 5-16,-2 0-6 0,-1-1 6 0,-2 3 0 15,1-4-4-15,3 1 4 0,-2 0 1 0,-1 1-3 16,-4 0 0-16,3-3 1 0,-2 1 1 0,0 2-4 15,-1-1 0-15,-6 1 5 0,2-1-10 0,-2 0 13 16,1-3-4-16,0 3 5 0,0-3-2 0,0 1-2 16,-1 0 0-16,-1-1 1 0,2 2-5 0,-4-2 2 15,0 1-1-15,2-1 8 0,-2-1-12 0,1-1 6 16,-6 2-1-16,-3 0-3 0,-2-2 4 0,5-1 1 16,-5 0 0-16,-3 0 2 0,5 2-12 0,-2-3 10 15,0 1 0-15,1 0-2 0,-3-3-3 0,2 2 5 16,-2-1 0-16,-2 1-4 0,0 1-1 0,2 0 7 15,-3 0-4-15,1-2-1 0,-4-1-1 0,3 2 1 16,0 0-4-16,-3-2 2 0,2 1-2 0,-14-2-4 16,16 2 4-16,-14-2-1 0,9 4-1 0,-9-2 1 15,-3 0-2-15,-2 1-2 0,1 0 3 0,0-2 2 16,-2 2-5-16,4 0 0 0,-4-3-3 0,-3 3 2 16,5-1 2-16,-4 1-3 0,4 1 2 15,-1 0-5-15,-2-1 5 0,0-2-3 0,3 3 4 0,-1 0-4 16,-3-5 2-16,3-1-6 0,-1 3 4 15,3-2-1-15,1 3-1 0,0 5-4 0,-1-6 3 0,-1 8-1 16,-2-8 0-16,1 3 0 0,-1-1 1 0,3-1-1 16,-3 2 1-16,1-3 0 0,-3 5 2 0,2-2 4 15,2 2 0-15,0 1-3 0,2-3 5 0,1 3-4 16,12-3 1-16,-12 2 0 0,10 2 3 16,3-2 2-16,-14 0-1 0,14 0-2 0,-2-2 1 15,-10 1-2-15,12 0 2 0,-1-1-1 0,-1 3 2 0,2 1-3 16,0-2 3-16,0 2-1 0,-1-1 3 0,-1-1 0 15,-10 1 1-15,15-2-1 0,3 4 2 0,-1-3 0 16,1 1 1-16,1 1 3 0,0-1-3 0,9 0 0 16,1 0-2-16,1 1 3 0,1-1-1 15,0-1 0-15,6 1 1 0,-4 1 5 0,1-1-5 16,5 0 0-16,-1 2 1 0,-2-4-3 0,1 2 2 16,-4 0-2-16,4 0 3 0,-1 2 0 0,1-3 5 0,2 0-6 15,-1 2 1-15,0-3-2 0,2 3 1 16,-3-1-4-16,6 0 3 0,-4 1-12 0,0-2-9 15,2 2-6-15,9-1-2 0,-19 0-8 0,19 0-7 16,-19-1-3-16,19 1-7 0,-16-1-6 0,16 1-14 16,-13-1-10-16,13 1-18 0,0 0-14 0,-17 0-22 15,17 0-11-15,-13-1-14 0,13 1-116 0,-14-4-305 16,14 4 136-16</inkml:trace>
  <inkml:trace contextRef="#ctx0" brushRef="#br0" timeOffset="168887.04">11323 16576 65 0,'0'0'124'0,"0"0"-1"0,0 0-8 0,13 23-5 0,-8-10-8 15,4 10-1-15,-2 3-3 0,2 1-4 0,-3 4-7 16,1 2 0-16,0 12-7 0,-4-10 0 0,3 12-3 15,-2 0-1-15,-2-14-8 0,-1 1 22 0,0 11-1 16,0-10-4-16,3 12-2 0,1-16-6 0,-2 1-10 16,3-4-4-16,-1 0-9 0,3-3-5 0,0 0-3 15,-3-8-4-15,0 1-2 0,0-1-6 16,-1-5-2-16,2 2-3 0,-3-4-6 0,1 2-4 16,-4-12-17-16,3 12-20 0,-3-12-20 0,2 12-23 15,-2-12-31-15,0 0-46 0,0 0-44 0,0 0-132 16,0 0-340-16,0 0 150 0</inkml:trace>
  <inkml:trace contextRef="#ctx0" brushRef="#br0" timeOffset="170365.6">11393 16548 113 0,'-3'-9'127'16,"3"9"-11"-16,0 0-16 0,0 0 5 0,12-15-13 16,-12 15-8-16,29-8-8 0,-3 1 1 0,3 3-12 15,3-3 0-15,1-1-14 0,5 2 2 0,14-2-6 16,0-2-6-16,2 1 2 0,4 0 0 16,3-1-7-16,2-1 1 0,2 0-3 0,25-3 3 15,-28 5-1-15,2-1-8 0,31-2 5 0,-32 3-2 16,29-5-7-16,-31 6 1 0,30 2-9 0,-25-1 7 15,26-2-6-15,0-1 2 0,-29 4-2 0,33-2-6 16,-31 4 6-16,27-5-5 0,-29 4 0 0,29 2 1 16,-31 0-3-16,2 3 7 0,27-6-8 0,-28 6 0 15,30-3 0-15,-31 0 5 0,6 1-3 0,26-1-1 16,-31-1-1-16,30 3-1 0,-29-3-4 0,27 0 2 16,-25 2 0-16,32-4 2 0,-30 5-3 0,32 0-6 15,-4-3 5-15,-4-1-3 0,-25 2 3 0,28-3-2 16,-2 1 0-16,-29 0-1 0,29-1-2 0,-29 4 1 15,29-3-2-15,-32 2 2 0,5 0-1 16,0 1 2-16,-2-2-2 0,-2 2 0 0,0 2 0 0,-3 0 1 16,-3-2-1-16,0 4 1 0,-4-5 3 0,0 2-2 15,-13 2 1-15,2-1-4 0,14-1 4 0,-16 1-2 16,17 0 3-16,-4 4-6 0,1-4 3 16,-13 2 2-16,-1-2 1 0,2 0-4 0,11-1 2 15,-13 1-1-15,-1 1 3 0,-1-1-3 0,-3 0-1 16,-2 2-3-16,-9 0 2 0,-1-2 2 0,1 0-2 15,1 2 3-15,-5 1-4 0,2 0 3 0,-2-2 0 16,0 3-3-16,0-3 6 0,-1 1 1 0,2-1-6 16,-19-1 2-16,30 3 1 0,-17-5 2 0,5 5-2 15,0 0 1-15,-18-3-2 0,31 0-1 0,-13 0 3 16,-18 0-2-16,26 2-2 0,-26-2 1 0,22 1-3 16,-8 2 4-16,-14-3-3 0,22 4 5 0,-22-4-2 15,14 3-2-15,-14-3 0 0,15 6 1 0,-15-6 2 16,0 0-3-16,20 7 4 0,-20-7-6 0,15 7 6 15,-15-7-1-15,11 7-4 0,-11-7 4 0,17 11 1 16,-17-11-2-16,14 11 1 0,-6-5 0 0,-1 2 8 16,1 1-6-16,0 0 6 0,0 1 1 0,0 1 2 15,-1 3 5-15,-1 2-3 0,1-1 0 16,0 3 7-16,0 1-2 0,-2-2-1 0,-1 2-3 0,1 6 3 16,-3 1 1-16,2 0-2 0,-1-1 3 15,2 1 2-15,-3 1-11 0,2-1 13 0,-1-1-4 16,-1 6 4-16,1-4-2 0,-1 5 4 0,0-1 0 15,-1-2-2-15,-1 2-7 0,-1 0 10 0,1 0-8 16,0 2 6-16,-3-1 3 0,2-1 0 0,-3 1-10 16,-1-3 4-16,1 0 0 0,-1 0-6 0,1 0 1 15,2-2-2-15,-4 2-1 0,3-4 3 0,0 2 0 16,2 0 0-16,-2-1-6 0,4 1 2 0,-2-3 1 16,0-4 1-16,0 0-2 0,-2-2-1 0,-1 1-1 15,3 0-2-15,-3-2 4 0,2 0 5 0,-1 0-9 16,-1-1 5-16,2-1 0 0,-2-3-3 0,-1 3 1 15,-2 1-3-15,2-5 0 0,-2 3 1 0,1-4-3 16,0 0 1-16,-3 0 1 0,1 1-2 16,-3 0-3-16,0 3 3 0,1-4-3 0,0-1 3 0,-5 1-2 15,1 0 2-15,-3-1-7 0,1 1 5 0,-4-1-3 16,-5 0 2-16,-2-3-1 0,-1 1 6 16,7-2-5-16,-7-2 1 0,-5 2-2 0,-1-1 1 15,-5-2 1-15,1 2-3 0,-13-1 1 0,-7 0-1 16,2-3 0-16,0 2 1 0,0-1-5 0,-4 0 4 0,-3-1-2 15,-26-1 0-15,30 0 0 0,-5-1-2 0,-1 0 6 16,-1 1-1-16,-31-4 0 0,4 3 1 0,4-3-1 16,22 5 1-16,-28-2-4 0,5 2 1 0,25 1 3 15,-1-2-6-15,-33-3 3 0,9 7 2 16,26-6-4-16,-28 2 6 0,3 1-3 0,25 0-3 16,-27-8 1-16,26 8 2 0,-24 1-2 0,22 2 0 15,-28-2 2-15,3-6-2 0,27 6 4 0,-29 3-1 16,4-1-2-16,25 0 3 0,0-3-4 0,-30 3 0 15,3 1-4-15,25-3 6 0,-25-2-4 0,2 3 6 16,29-2-5-16,-1 4 4 0,-1-4-3 0,0 3-2 16,0-2 1-16,2 2 0 0,1 0 0 0,1 3 0 15,3-4-3-15,2 3 7 0,0-3-5 0,3-1 4 16,13 1-2-16,-14 0-1 0,16 0 2 0,-5 1-2 16,7 1 0-16,-1-1 7 0,-1-1-5 0,2-1 4 15,-2 3-4-15,-1 0-1 0,4-1-2 0,0-1 2 16,1 1 0-16,1 0-3 0,1-1-1 0,-1 0 2 15,-1 3-1-15,1-4 2 0,2 0-1 16,-3-1 5-16,3 3-5 0,-2-3-1 0,0 2 2 0,3-1 2 16,-1-1-3-16,-2 1 1 0,1 1-2 15,4-2 8-15,-3 0-11 0,7 1 7 0,-6-4-4 16,-1 2 6-16,9 1 0 0,2-3-2 0,-2 3-2 0,2-3-2 16,-2 0 0-16,1 1 1 0,1-1 1 0,0-1-2 15,3 2 3-15,-4-1-5 0,2-2 3 0,3 2 0 16,1-1-4-16,0 0 7 0,1 1-6 0,-2 0 2 15,4-2 0-15,-3 1 1 0,0 0-10 16,2 1 3-16,0 1-5 0,0 0-11 0,11 2-9 16,-23-4-16-16,14 1-22 0,9 3-4 0,-17-2-16 15,17 2-9-15,-14-3-12 0,14 3-16 0,0 0 2 16,-18-3-11-16,18 3-8 0,-9 0 7 0,9 0-1 16,-8-5-9-16,8 5-91 0,0 0-259 0,0 0 115 15</inkml:trace>
  <inkml:trace contextRef="#ctx0" brushRef="#br0" timeOffset="171191.84">11332 17161 28 0,'0'0'97'0,"0"0"-4"0,2-17-7 0,-2 17-15 16,0 0-2-16,0 0 3 0,0 0-18 0,0 0 8 15,0 0-12-15,0 0 9 0,0 0-15 0,7-15-14 16,-7 15-1-16,0 0 2 0,0 0-11 0,0 0 5 15,0 0-2-15,0 0-8 0,0 0-2 0,0 0 10 16,0 0-14-16,0 0 1 0,0 0 7 0,0 0-7 16,9-8-1-16,-9 8 1 0,0 0-2 0,0 0 3 15,0 0-10-15,0 0 5 0,0 0-5 0,15-3 4 16,-15 3-1-16,0 0 3 0,0 0-11 0,0 0 19 16,0 0-7-16,0 0-3 0,14-3 9 0,-14 3-6 15,0 0 7-15,0 0 5 0,0 0 0 0,0 0-3 16,10 15-3-16,-10-15 12 0,5 11-8 0,0-1 2 15,-5 4 6-15,2 1-1 0,-1 2 1 0,0 1 5 16,0 1-4-16,1 6 3 0,0 0 2 16,3 3 1-16,-5-1 7 0,0 3-1 0,2-3 2 15,-1-1-3-15,0 3 2 0,3-5-4 0,-3 4-3 16,3 0 3-16,-3-2-9 0,2 0 6 0,-2-7-4 16,1-1-2-16,0 1 5 0,2 0-3 0,-4 0 5 15,4 0-4-15,-4-2-2 0,2-1 3 0,1 0 1 16,0-4-5-16,-1-1-1 0,-2-2-9 0,3 4 4 15,2-4-2-15,0 1-3 0,-4 0 2 0,-1-10 0 16,8 16 5-16,-5-7 8 0,0-5-4 0,-3-4-4 16,8 13-5-16,-4-9 4 0,1 2-3 0,-5-6 1 15,12 8-3-15,-1-4 3 0,-1-3 0 0,2-1-5 16,1 0 1-16,1 2 0 0,-1-4-4 0,5 1 2 16,2 1-1-16,-1-3-1 0,1-2-6 0,7 4 4 15,-5-2-3-15,7-1-1 0,-6 3-1 0,6 1 3 16,-6 0-9-16,-3-1-10 0,2 0-19 0,5-2-15 15,3 1-20-15,-3 1-11 0,-8 0-25 0,4-2-6 16,6 0-22-16,-2-1-10 0,0 2-23 16,-7-2 1-16,11-2-119 0,-4-3-303 0,1 3 134 15</inkml:trace>
  <inkml:trace contextRef="#ctx0" brushRef="#br0" timeOffset="171333.34">12819 17622 61 0,'0'0'93'0,"0"0"-1"16,20-3-29-16,-20 3-24 0,11-6-19 0,-11 6-24 15,0 0-21-15,16 0-32 0,-16 0-61 0,0 0 27 16</inkml:trace>
  <inkml:trace contextRef="#ctx0" brushRef="#br0" timeOffset="183861.65">16086 17458 25 0,'0'0'74'0,"0"0"-2"15,12 3-16-15,-12-3-2 0,0 0-7 0,0 0-4 16,0 0-3-16,0 0-2 0,8 1 0 0,-8-1-13 16,0 0 0-16,0 0-8 0,0 0-4 0,0 0 5 15,0 0-10-15,0 0-20 0,5 4-3 0,-5-4-3 16,0 0-11-16,0 0-12 0,0 0-39 0,0 0-87 16,0 0 39-16</inkml:trace>
  <inkml:trace contextRef="#ctx0" brushRef="#br0" timeOffset="-142084.15">29296 6660 61 0,'0'0'146'0,"-1"-13"4"15,1 13-15-15,-4-6-13 0,4 6-21 0,-9-7-5 16,5 5-7-16,4 2-18 0,-11-7-3 0,11 7-12 16,-12-3-3-16,12 3-9 0,-14 1-10 0,14-1 8 15,-18 4-8-15,5 1-7 0,-1 2-2 16,-1 1-3-16,-2 0-5 0,1 4 10 0,0-1-11 16,1-2 0-16,2 3-7 0,3-3 2 0,0 1 0 0,1 3 10 15,2-3-15-15,2 0 10 0,1-2-11 0,-1 3 0 16,4-3 4-16,1 1-2 0,0-9 3 0,5 15-1 15,0-6 5-15,0-1 0 0,1-4-2 0,-1 1 7 16,2-2 3-16,3 1 6 0,-3-1 6 0,3-3 1 16,-10 0 4-16,17-3 3 0,-8 0-5 0,-2 0-1 15,4-3-4-15,-2-2 1 0,0 2-6 0,-1-1-1 16,1-2-3-16,-1-1 2 0,0 1-2 0,1-1-3 16,-3 0-5-16,0-2 0 0,1 3-1 0,-3-1 5 15,1 5 5-15,-3-3-6 0,1 2 0 0,1 1-4 16,-4 5-4-16,4-7-3 0,-4 7-5 0,0 0-3 15,3-6-1-15,-3 6-1 0,0 0-2 0,0 0 3 16,0 0-2-16,0 0 1 0,0 0-1 0,-5 29 4 16,3-17-1-16,0-1-1 0,1 5-2 0,-1 0-1 15,3 0 6-15,-1-5-2 0,1 2 2 0,2-1 0 16,-1 1 0-16,5 2-3 0,-2-6 8 0,5 6 0 16,-4-3-2-16,3-2-4 0,-1-4 4 0,2 2 5 15,-2-4-6-15,1 2 6 0,0-4-1 16,0 1 8-16,-3-1-6 0,2-2 3 0,1 2-3 0,-9-2 2 15,16-5-3-15,-7 0 2 0,1 0-4 0,-2 0 2 16,0-4-1-16,1 1-2 0,-3-1 1 0,2 0-6 16,-2-2 1-16,-2-1-4 0,2-2-6 0,1 0 2 15,-3-3-3-15,-3 4 3 0,0 2-1 0,1-6 3 16,-2 8 0-16,-2 0-3 0,1 0 3 0,0-1-3 16,-2 3-3-16,-1 2 7 0,4 5-2 0,-6-11-4 15,1 8-1-15,5 3 2 0,-9-6 0 0,4 5 5 16,5 1-9-16,0 0 1 0,-13-3 0 0,13 3 2 15,0 0 2-15,0 0-2 0,-9 5 3 0,9-5-2 16,0 0 2-16,0 0 5 0,0 0-3 0,0 0 0 16,0 0 5-16,20 17 6 0,-9-15-5 0,1 1 0 15,0-2-1-15,1 0 0 0,2 0-2 0,-3-2 0 16,0 1 3-16,0 0-1 0,-1-1 1 0,1 0-1 16,-1 1 1-16,2 0-4 0,-5 0 2 0,1 0 0 15,0-1-4-15,-9 1 5 0,12 1-8 0,-5 0 2 16,-7-1 1-16,9 7-2 0,-7-5 0 0,3 4 3 15,-2 1-2-15,0 3-2 0,-1 1 3 0,2-1 1 16,-3 5-1-16,1-2 2 0,-1 1 2 0,0-1 0 16,0 1 2-16,2 0-2 0,0-3 0 0,0 0 6 15,5 0-4-15,-4-1 2 0,4-2-1 0,2 1 5 16,2-3 6-16,4 1-2 0,-1-5-4 0,3 2 4 16,3-2-2-16,0-1 1 0,-1-4-2 0,1-1 2 0,2 0 0 15,-4-1 1-15,2-1 0 0,3-9 4 0,-9 10-1 16,5-5-2-16,-4 0-5 0,0-1-1 15,-1 0 2-15,0-1-2 0,-3-2 3 0,0 1-2 16,-3-1-3-16,-2-1 0 0,0 5-3 0,-3-2 1 0,0 2 1 16,-3 1-1-16,1 2-1 0,-1 1 0 0,-1 6-2 15,-1-11-3-15,1 11-2 0,-7-7-1 16,7 7-1-16,-12-1-1 0,12 1 6 0,-21 10-3 16,6 0 1-16,2-1 1 0,-1 6 3 0,2-2-3 15,5 3 0-15,-2 0 4 0,1 2 0 0,4 0 2 0,3 0-6 16,1 7-8-16,4-5-20 0,5 3-37 15,5 2-36-15,3-2-48 0,4-2-183 0,1 1-362 16,-2-2 160-16</inkml:trace>
</inkml:ink>
</file>

<file path=ppt/ink/ink1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44:09.282"/>
    </inkml:context>
    <inkml:brush xml:id="br0">
      <inkml:brushProperty name="width" value="0.05292" units="cm"/>
      <inkml:brushProperty name="height" value="0.05292" units="cm"/>
      <inkml:brushProperty name="color" value="#FF0000"/>
    </inkml:brush>
  </inkml:definitions>
  <inkml:trace contextRef="#ctx0" brushRef="#br0">16370 17567 15 0,'0'0'25'16,"0"0"-9"-16,0 0 1 0,0 12-3 0,0-12 2 15,0 0-5-15,0 0-4 0,0 0-5 0,4 15-2 16,-4-15-4-16,0 0-1 0,-1 11-14 0,1-11-22 16,0 0 10-16</inkml:trace>
  <inkml:trace contextRef="#ctx0" brushRef="#br0" timeOffset="824.88">16154 17856 2 0,'0'0'-1'15,"0"0"4"-15,0 0-4 0,0 0-1 0</inkml:trace>
</inkml:ink>
</file>

<file path=ppt/ink/ink1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23:38.204"/>
    </inkml:context>
    <inkml:brush xml:id="br0">
      <inkml:brushProperty name="width" value="0.05292" units="cm"/>
      <inkml:brushProperty name="height" value="0.05292" units="cm"/>
      <inkml:brushProperty name="color" value="#FF0000"/>
    </inkml:brush>
  </inkml:definitions>
  <inkml:trace contextRef="#ctx0" brushRef="#br0">14252 6681 12 0,'0'0'27'0,"0"0"-2"0,0 0 12 0,0 0-10 16,0 0-2-16,0 0 1 0,0 0 1 0,0 0-8 16,0 0 3-16,0 0-9 0,0 0 5 0,0 0-3 15,0 0-1-15,-4-24-4 0,4 24-1 0,0 0-2 0,0 0 6 16,-2-7-3-16,2 7-1 0,0 0-3 15,0 0-1-15,0 0 7 0,-4-9-12 0,4 9 4 16,0 0 3-16,0 0 1 0,0 0-7 0,0 0 1 0,-2-7 0 16,2 7 0-16,0 0 2 0,0 0 3 15,0 0-4-15,0 0 1 0,-2-9-6 0,2 9 6 16,0 0-2-16,0 0-5 0,0 0 3 0,0 0-2 0,0 0 7 16,-2-10-3-16,2 10 2 0,0 0 3 0,0 0-17 15,0 0 8-15,0 0-2 0,0 0 2 16,0 0 8-16,0 0-2 0,0 0-3 0,0 0 4 15,-4-6-5-15,4 6 10 0,0 0-15 0,0 0 6 16,0 0-3-16,0 0-4 0,0 0 7 0,0 0 0 16,0 0 4-16,0 0-4 0,0 0 0 0,0 0-2 0,0 0-2 15,0 0 3-15,0 0-6 0,0 0-6 16,0 0-11-16,0 0-9 0,0 0-32 0,0 0-67 0,0 0 30 16</inkml:trace>
  <inkml:trace contextRef="#ctx0" brushRef="#br0" timeOffset="2339.46">16733 6777 17 0,'0'0'24'0,"0"0"-9"0,0 0 1 0,0 0 1 16,0 0-2-16,0 0-6 0,0 0 4 0,0 0-5 15,0 0-2-15,0 0 4 0,0 0 0 0,0 0 0 16,0 0-3-16,0 0-1 0,0 0-1 0,0 0-5 16,0 0 6-16,0 0-1 0,0 0-1 0,0 0-4 15,0 0 8-15,0 0-3 0,0 0 1 0,0 0-2 16,0 0-2-16,0 0-6 0,0 0 5 0,0 0 0 16,0 0-2-16,0 0 3 0,0 0-2 0,0 0-5 15,0 0 5-15,0 0-2 0,0 0 1 0,0 0-1 16,0 0 7-16,0 0-8 0,0 0 3 0,0 0-1 15,0 0 2-15,0 0 1 0,0 0 5 0,0 0-4 16,0 0-3-16,0 0-4 0,0 0 2 0,0 0-1 16,0 0 0-16,0 0 4 0,0 0-2 0,0 0 3 15,0 0 3-15,0 0-6 0,-15-13 4 0,15 13-3 16,0 0 0-16,0 0-6 0,0 0 7 0,0 0-1 16,0 0-2-16,0 0 3 0,0 0-6 0,0 0 7 0,0 0-3 15,0 0 2-15,0 0-3 0,0 0 1 16,0 0-2-16,0 0 2 0,0 0 0 0,0 0 0 15,0 0 4-15,0 0-2 0,0 0 3 0,0 0-5 16,0 0 5-16,0 0-10 0,0 0-1 0,0 0-2 0,0 0-7 16,0 0-15-16,0 0-33 0,0 0 15 15</inkml:trace>
  <inkml:trace contextRef="#ctx0" brushRef="#br0" timeOffset="27705.82">30662 8117 2 0,'0'0'99'0,"0"0"-6"16,0 0-5-16,0 0-16 0,0 0 2 0,0 0-1 15,0 0 1-15,0 0-4 0,0 0 7 0,-13-20 4 16,13 20-7-16,0 0-10 0,-4-6-13 0,4 6 3 16,0 0-4-16,-5-5-7 0,5 5 3 0,-5-5-3 15,5 5 4-15,0 0-5 0,-6-7 0 0,6 7-4 16,-8-6-8-16,8 6-2 0,-6-1-1 0,6 1-4 16,-5-6 1-16,5 6-1 0,0 0-7 0,-8-3-2 15,8 3 8-15,0 0-7 0,-11-4-1 0,5 2-1 16,6 2-5-16,0 0-2 0,-9-2 4 0,9 2 3 15,-7-2-2-15,7 2-5 0,0 0 8 0,-13-1 0 16,13 1-4-16,0 0-1 0,-12 0-2 0,12 0 2 16,0 0-8-16,0 0 3 0,-11 0 0 0,11 0 0 15,0 0 2-15,0 0-1 0,0 0-2 0,0 0 0 16,0 0 0-16,0 0 0 0,0 0-3 0,0 0 3 16,0 0 1-16,0 0 2 0,0 0-3 0,0 0-1 15,29 9 0-15,-9-8-3 0,0 2 7 0,1-2 5 16,7-1 4-16,2-1-4 0,0 1 0 0,-1 0-5 15,0 0 5-15,-2-2-4 0,-4 2 3 0,-2-1 1 16,-2 0 15-16,0-1-9 0,-7 2-6 0,-1 0 3 16,0 0-2-16,-4 0 0 0,-7 0 0 0,14 0 9 15,-8 0 6-15,-6 0 4 0,0 0 7 0,12 0 0 16,-12 0 2-16,0 0 7 0,0 0-1 0,8-2 1 16,-8 2-4-16,0 0-2 0,0 0-4 0,0 0 0 15,0 0-5-15,0 0-2 0,0 0-2 0,11 0 4 16,-11 0-5-16,0 0-8 0,0 0-7 0,0 0-2 15,0 0-7-15,0 0-18 0,0 0-19 0,0 0-38 16,0 0-39-16,0 0-54 0,0 0-39 0,0 0-147 16,-17 16-381-16,17-16 168 0</inkml:trace>
  <inkml:trace contextRef="#ctx0" brushRef="#br0" timeOffset="28487.03">32258 8292 100 0,'0'0'94'0,"0"0"-10"0,0 0 6 0,0 0-5 16,-7-2 5-16,7 2-3 0,0 0-11 0,-9-3-8 15,9 3-3-15,0 0-1 0,-9-4 2 0,2 2-11 16,7 2-1-16,-7-3-4 0,7 3-7 0,-11-4-9 16,11 4 2-16,-11-3-2 0,5 2 9 0,6 1 7 15,-9-5-3-15,9 5-4 0,-13-2-1 0,7 0-7 16,6 2 9-16,-12-2 6 0,5 0 3 0,7 2 2 16,-11-2-2-16,11 2-6 0,-8-1-7 0,8 1-6 15,0 0-1-15,0 0-6 0,0 0-9 0,-12 0 6 16,12 0-5-16,0 0-4 0,0 0 0 0,0 0 0 15,0 0 6-15,0 0 5 0,0 0-4 0,31 3 0 16,-4-2-3-16,5-2 1 0,0 3 1 0,7-2-8 16,-1-2 3-16,0 1-3 0,2 1 23 0,-4-2-1 15,0 2-2-15,-6 0-5 0,2-1-1 0,-10 2 2 16,-2-4-6-16,-3 2 6 0,1 1 0 0,-7 0-1 16,0 0-5-16,-3-1 0 0,-8 1 2 0,12 0 3 15,-12 0-2-15,9-1 7 0,-9 1-4 0,0 0 2 16,11 1 0-16,-11-1-4 0,0 0-1 0,7 1 2 15,-7-1-4-15,0 0-5 0,0 0 0 0,0 0-1 16,0 0-4-16,0 0-1 0,0 0-5 16,0 0-13-16,9-2-18 0,-9 2-20 0,0 0-40 0,0 0-60 15,0 0-81-15,-23 11-192 0,23-11-450 0,-22 5 200 16</inkml:trace>
  <inkml:trace contextRef="#ctx0" brushRef="#br0" timeOffset="46840.54">16805 6918 10 0,'0'0'26'15,"0"0"-6"-15,0 0 1 0,0 0-5 0,0 0-1 16,-1-15 0-16,1 15-5 0,0 0-6 0,0 0-5 0,0 0-7 16,0 0-14-16,0 0-23 0,0 0 11 0</inkml:trace>
  <inkml:trace contextRef="#ctx0" brushRef="#br0" timeOffset="51310.07">13798 8877 2 0,'0'0'68'0,"0"0"-12"16,0 0-8-16,0 0 9 0,0 0-18 0,0 0-1 15,0 0-5-15,0 0 4 0,0 0-23 0,0 0 2 16,0 0 8-16,0 0-4 0,0 0 0 0,0 0-5 16,0 0-1-16,0 0 0 0,0 0-6 0,0 0-1 15,-11-17-1-15,11 17-5 0,0 0 0 0,0 0-8 16,0 0 2-16,0 0-13 0,-7-5-9 15,7 5-15-15,0 0-32 0,0 0-79 0,0 0 36 0</inkml:trace>
  <inkml:trace contextRef="#ctx0" brushRef="#br0" timeOffset="55406.12">14887 9065 24 0,'0'0'46'0,"0"0"2"15,0 0-6-15,0 0-8 0,0 0-3 0,0 0 4 16,0 0-8-16,0 0 1 0,0 0-5 15,0 0 3-15,0 0-1 0,0 0-2 0,0 0-3 0,0 0 1 16,0 0 1-16,0 0-1 0,0 0-2 0,0 0-5 16,0 0 6-16,0 0-6 0,0 0-1 0,0 0-4 15,0 0 7-15,0 0-3 0,0 0-3 0,0 0 1 16,0 0-2-16,0 0-5 0,0 0 5 0,0 0-3 16,0 0 2-16,0 0-1 0,0 0-1 0,0 0 4 15,0 0-9-15,0 0 17 0,0 0-19 16,0 0-1-16,0 0 5 0,0 0-1 0,0 0 4 0,0 0-7 15,0 0-1-15,0 0 1 0,0 0 1 0,0 0-2 16,0 0 7-16,0 0-5 0,0 0 4 0,0 0-4 16,0 0-4-16,0 0 7 0,0 0-1 0,0 0-6 15,0 0 8-15,0 0-5 0,0 0 0 16,0 0-1-16,0 0 2 0,0 0-1 0,0 0 1 0,0 0-2 16,0 0-4-16,0 0-5 0,0 0-7 0,0 0-15 15,0 0-20-15,0 0-47 0,0 0-108 16,0 0 48-16</inkml:trace>
  <inkml:trace contextRef="#ctx0" brushRef="#br0" timeOffset="58528.25">16535 8863 61 0,'0'0'64'0,"0"0"-15"0,0 0-18 0,0 0-18 15,0 0-29-15,0 0-18 0,0 0-36 0,0 0 15 16</inkml:trace>
  <inkml:trace contextRef="#ctx0" brushRef="#br0" timeOffset="59234.33">17163 9049 36 0,'0'0'49'0,"0"0"-2"0,0 0-5 0,0 0-7 16,0 0-1-16,0 0-4 0,0 0-2 0,0 0-2 15,0 0-4-15,0 0-3 0,0 0-3 0,0 0 5 16,0 0-7-16,0 0-1 0,0 0-5 0,0 0 7 16,0 0-5-16,0 0 2 0,0 0-9 0,0 0 1 15,0 0 4-15,0 0 1 0,0 0-4 0,0 0 0 16,0 0-3-16,0 0 0 0,0 0 2 0,0 0 2 15,0 0-4-15,0 0 1 0,0 0-2 0,0 0 8 16,0 0-8-16,0 0 3 0,0 0 2 0,0 0 3 16,0 0-3-16,0 0 3 0,0 0 1 0,0 0 0 15,0 0 3-15,0 0-10 0,0 0 4 0,0 0 4 16,0 0 2-16,4 5 5 0,-4-5-6 0,0 0 12 16,0 0-8-16,0 0 2 0,0 0 0 0,0 0 2 15,0 0-3-15,0 0-2 0,0 0-2 0,0 0-3 16,0 0 6-16,0 0-3 0,0 0-3 0,0 0 0 15,0 0-1-15,0 0-4 0,0 0 1 0,0 0 3 16,0 0-2-16,0 0 2 0,0 0 0 0,0 0-7 16,0 0-8-16,0 0 5 0,0 0-11 0,0 0-13 15,0 0-16-15,0 0-19 0,0 0-71 0,0 0-141 16,0 0 63-16</inkml:trace>
  <inkml:trace contextRef="#ctx0" brushRef="#br0" timeOffset="61122.1">17239 7769 59 0,'0'0'84'0,"0"0"-3"16,0 0-4-16,0 0-4 0,0 0-11 0,0 0-3 15,0 0-11-15,0 0 3 0,0 0-7 16,0 0-1-16,0 0-9 0,0 0 2 0,0 0-8 0,0 0-3 16,0 0-2-16,0 0-7 0,0 0 2 15,0 0-4-15,0 0-1 0,0 0-3 0,0 0 2 0,0 0-2 16,0 0-3-16,0 0 0 0,0 0-3 0,0 0 4 16,0 0-1-16,0 0 2 0,0 0-2 0,0 0-3 15,0 0-3-15,0 0 7 0,0 0-6 16,9 17 0-16,-9-17 5 0,0 0 5 0,0 0-15 0,4 6 3 15,-4-6 2-15,0 0-6 0,0 0 14 0,0 0-1 16,3 5-8-16,-3-5-8 0,0 0 7 0,0 0-1 16,4 6 5-16,-4-6 16 0,0 0-7 0,1 8 3 15,-1-8-7-15,0 0 1 0,0 0 1 0,0 0 2 16,0 0-4-16,1 7 3 0,-1-7-1 0,0 0-5 16,0 0-1-16,0 0 3 0,0 0 3 0,0 0 1 15,0 0 5-15,0 0 3 0,0 0 4 0,0 0-2 16,0 0-4-16,0 0-1 0,0 0 0 0,0 0-2 15,0 0-5-15,0 0 8 0,0 0-9 0,0 0 0 16,0 0 2-16,5 5 1 0,-5-5 0 0,0 0-1 16,0 0-5-16,0 0 2 0,0 0 1 0,0 0-4 15,0 0-2-15,0 0 5 0,0 0-3 0,0 0 2 16,0 0-2-16,0 0 3 0,0 0-7 0,0 0 2 16,0 0 0-16,0 0 2 0,0 0 4 0,0 0-4 15,0 0-6-15,0 0-2 0,0 0 5 0,0 0 0 16,0 0-3-16,0 0 2 0,0 0-4 0,0 0 8 15,0 0-6-15,0 0 6 0,0 0-1 0,0 0-4 16,0 0-1-16,0 0 4 0,0 0-4 0,0 0 7 16,0 0-6-16,0 0 3 0,0 0-1 0,0 0-3 15,0 0 5-15,0 0 1 0,0 0 5 0,0 0-2 16,0 0-2-16,0 0 0 0,0 0 0 0,0 0 0 16,0 0-1-16,0 0 2 0,0 0-3 0,0 0 1 15,0 0 3-15,0 0-4 0,0 0 6 0,0 0 3 16,0 0-5-16,0 0 5 0,0 0-4 0,0 0 2 15,0 0 5-15,9-12-9 0,-9 12-2 0,9-6 1 16,-4 1-1-16,4-2 1 0,2 2-6 0,-2-3 3 16,3 1-3-16,4-2 9 0,0 1-5 0,6-7-8 15,4 2-18-15,4-5-44 0,15-6-38 0,-2-5-154 16,-3 0-280-16,11-7 124 0</inkml:trace>
  <inkml:trace contextRef="#ctx0" brushRef="#br0" timeOffset="66235.16">16422 10614 33 0,'0'0'48'0,"0"0"0"16,0 0-9-16,0 0-5 0,0 0-11 0,0 0-6 15,2 6-12-15,-2-6-14 0,0 0-31 0,0 0-43 16,0 0 19-16</inkml:trace>
  <inkml:trace contextRef="#ctx0" brushRef="#br0" timeOffset="67260.06">17602 9919 6 0,'0'0'48'15,"0"0"-6"-15,0 0 1 0,0 0-4 0,0 0-2 16,0 0-9-16,0 0 2 0,0 0-6 0,0 0 2 16,0 0-4-16,0 0-4 0,0 0 1 0,0 0 1 15,0 0-11-15,0 0 6 0,0 0-9 16,0 0-4-16,0 0-9 0,0 0-7 0,0 0-14 0,0 0-7 16,0 0-24-16,0 0-63 0,0 0 28 0</inkml:trace>
  <inkml:trace contextRef="#ctx0" brushRef="#br0" timeOffset="68449.66">19971 10168 14 0,'0'0'55'0,"8"-3"-30"16,-8 3-24-16,8-4-18 0,-8 4-16 0,9-3 8 16</inkml:trace>
  <inkml:trace contextRef="#ctx0" brushRef="#br0" timeOffset="69792.1">14625 9823 14 0,'4'-4'56'0,"-4"4"-10"0,0 0-8 0,0 0-12 16,2-6-23-16,-2 6-34 0,0 0-33 0,0 0 15 0</inkml:trace>
  <inkml:trace contextRef="#ctx0" brushRef="#br0" timeOffset="70070.1">14836 11001 33 0,'0'0'13'0,"10"-4"-21"16,-10 4-9-16,9-1 5 0</inkml:trace>
  <inkml:trace contextRef="#ctx0" brushRef="#br0" timeOffset="70612.7">15588 10862 35 0,'0'0'97'0,"0"0"-9"0,0 0-16 16,0 0-4-16,4-4-7 0,-4 4-1 0,0 0-12 15,0 0-4-15,0 0-6 0,0 0 4 0,0 0-9 16,0 0-4-16,0 0-5 0,0 0-3 0,0 0 1 16,0 0 0-16,0 0-5 0,0 0 5 0,0 0-5 15,0 0-1-15,0 0-3 0,0 0-1 0,0 0-6 16,0 0 5-16,0 0-3 0,0 0 0 0,0 0-4 16,0 0 6-16,0 0-8 0,0 0 5 0,0 0 0 15,0 0-3-15,0 0 4 0,0 0-2 0,0 0 8 16,0 0-12-16,0 0 10 0,0 0-11 0,0 0 1 15,0 0-2-15,0 0 6 0,0 0-1 0,0 0-4 16,0 0-1-16,0 0-12 0,0 0 25 0,0 0-3 16,0 0-4-16,0 0-5 0,0 0 1 0,0 0-6 15,0 0-1-15,0 0 6 0,0 0 3 0,0 0-5 0,0 0-1 16,0 0 0-16,0 0 2 0,0 0 4 16,0 0-8-16,0 0 7 0,0 0-4 0,0 0 7 15,0 0-17-15,0 0 18 0,0 0-3 0,0 0-4 16,0 0-3-16,0 0-4 0,0 0 6 0,0 0 1 15,0 0 1-15,0 0 6 0,0 0-9 0,0 0 8 0,0 0-8 16,0 0 11-16,0 0-8 0,0 0-5 0,0 0 4 16,0 0-12-16,0 0-17 0,0 0 3 15,0 0-9-15,0 0-17 0,0 0-18 0,-2-12-68 16,2 12-149-16,0 0 67 0</inkml:trace>
  <inkml:trace contextRef="#ctx0" brushRef="#br0" timeOffset="85623.96">15682 11330 31 0,'0'0'36'0,"0"0"-11"15,1-8 1-15,-1 8-4 0,0 0-4 0,0 0-16 16,0 0-6-16,0 0-9 0,0 0-12 0,0 0-25 0,0 0 12 16</inkml:trace>
  <inkml:trace contextRef="#ctx0" brushRef="#br0" timeOffset="87091.03">18350 10055 54 0,'0'0'50'0,"0"0"5"15,0 0-13-15,0 0-8 0,0 0 1 0,0 0-1 16,0 0-15-16,0 0-13 0,0 0-11 0,0 0-17 16,-8 16-29-16,8-16-55 0,-5 6 26 0</inkml:trace>
  <inkml:trace contextRef="#ctx0" brushRef="#br0" timeOffset="87426.89">18677 10164 45 0,'0'0'101'0,"0"0"0"0,0 0-6 15,0 0 2-15,0 0-3 0,0 0-7 0,0 0-6 16,0 0-5-16,0 0-6 0,0 0-8 0,0 0-3 15,0 0-12-15,0 0-4 0,0 0-1 0,0 0-8 0,0 0 0 16,0 0 3-16,0 0-11 0,0 0 1 16,0 0-6-16,0 0-4 0,0 0 0 0,0 0-1 15,0 0-2-15,0 0-3 0,0 0-1 0,0 0 0 16,0 0-5-16,0 0 4 0,0 0-1 0,0 0-10 0,0 0 1 16,0 0-24-16,0 0-5 0,0 0-15 0,-27-3-7 15,27 3-13-15,-6 4-18 0,6-4-24 0,-11 8-58 16,4-4-178-16,-6-3 79 0</inkml:trace>
  <inkml:trace contextRef="#ctx0" brushRef="#br0" timeOffset="88068.14">17411 9913 13 0,'0'0'22'0,"0"0"4"0,0 0-3 0,0 0-5 0,0 0-11 15,0 0-2-15,0 0-13 0,0 0-10 0,0 0-19 16,0 0 8-16</inkml:trace>
  <inkml:trace contextRef="#ctx0" brushRef="#br0" timeOffset="89710.84">16877 11869 26 0,'0'0'62'0,"0"0"-16"15,0 0 2-15,0 0-14 0,0 0-6 0,0 0-13 16,0 0-8-16,0 0-6 0,0 0-11 0,0 0-34 16,0 0-45-16,0 0 20 0</inkml:trace>
  <inkml:trace contextRef="#ctx0" brushRef="#br0" timeOffset="90199.6">16980 11879 84 0,'0'0'82'0,"0"0"-5"0,0 0-11 15,0 0 7-15,0 0-2 0,0 0-11 0,0 0 7 16,0 0-5-16,0 0 5 0,0 0 0 0,0 0-18 16,0 0 6-16,0 0-7 0,0 0-14 0,0 0 6 15,0 0 1-15,0 0-13 0,0 0 9 0,0 0-10 16,0 0 3-16,0 0-4 0,0 0-2 0,0 0-1 16,0 0-4-16,0 0-4 0,0 0-2 0,0 0-6 15,0 0 5-15,0 0-1 0,0 0 3 0,0 0-2 16,0 0-8-16,0 0 0 0,0 0 4 0,0 0-3 15,0 0-1-15,0 0-3 0,0 0 4 0,0 0-7 16,0 0 5-16,0 0-2 0,0 0 11 0,0 0-12 16,0 0 2-16,0 0 2 0,0 0-2 0,0 0 1 15,0 0 2-15,0 0-8 0,0 0 7 0,0 0-2 16,0 0 2-16,0 0-3 0,0 0-1 0,0 0 3 16,0 0-3-16,0 0-1 0,0 0 8 0,0 0-2 15,0 0-5-15,0 0-3 0,0 0-1 0,0 0-2 16,0 0 3-16,0 0-15 0,0 0-7 0,0 0-16 15,0 0-14-15,0 0-11 0,0 0-6 0,0 0-19 16,0 0-12-16,0 0-54 0,0 0-168 0,0 0 74 16</inkml:trace>
  <inkml:trace contextRef="#ctx0" brushRef="#br0" timeOffset="90640.9">17467 11513 16 0,'0'0'43'0,"0"0"-1"0,0 0-5 0,0 0-15 0,0 0-15 16,0 0-6-16,0 0-29 0,0 0-31 0,0 0 14 15</inkml:trace>
  <inkml:trace contextRef="#ctx0" brushRef="#br0" timeOffset="91380.06">18207 11826 31 0,'0'0'87'15,"0"0"3"-15,0 0-14 0,0 0-11 0,8 1 9 16,-8-1-11-16,0 0 1 0,0 0 7 0,0 0-5 16,0 0-4-16,0 0 0 0,0 0-10 0,0 0 1 15,0 0-4-15,0 0-9 0,0 0-1 0,0 0-4 16,0 0-8-16,0 0 4 0,0 0-4 15,0 0-3-15,0 0-5 0,0 0-4 0,0 0 7 0,0 0-8 16,0 0-3-16,0 0-7 0,0 0 0 0,0 0 1 16,0 0-4-16,0 0-6 0,0 0-4 0,0 0-3 15,0 0-16-15,0 0-13 0,0 0-6 0,0 0-10 16,0 0-4-16,0 0-14 0,0 0-10 0,0 0-60 16,-25-4-155-16,25 4 69 0</inkml:trace>
  <inkml:trace contextRef="#ctx0" brushRef="#br0" timeOffset="95919.73">15002 12714 8 0,'0'0'37'0,"0"0"-15"0,0 0-8 0,0 0-5 16,14 12-14-16,-14-12-10 0,9 3-15 0,-9-3 8 15</inkml:trace>
  <inkml:trace contextRef="#ctx0" brushRef="#br0" timeOffset="96193.77">16331 12688 2 0,'9'-1'56'0,"-3"-1"-5"0,-6 2-16 0,14-4-8 15,-7 2-7-15,-7 2-11 0,14 0-15 0,-14 0-27 16,11 0-35-16,-11 0 16 0</inkml:trace>
  <inkml:trace contextRef="#ctx0" brushRef="#br0" timeOffset="97234.62">17522 12165 90 0,'0'0'101'0,"5"-3"-2"0,-5 3-7 0,0 0-7 15,0 0-2-15,4-3-2 0,-4 3-11 0,0 0-9 16,0 0-2-16,0 0-7 0,0 0-10 0,0 0-3 16,0 0-2-16,0 0-6 0,0 0-1 0,0 0 4 15,0 0-8-15,0 0-4 0,0 0-4 0,0 0-3 16,0 0 3-16,0 0 0 0,0 0 9 0,0 0-10 15,0 0 7-15,0 0-6 0,0 0-1 0,0 0 0 16,0 0-2-16,0 0-1 0,0 0 0 0,0 0-3 16,0 0 2-16,0 0-5 0,0 0 1 0,0 0-2 15,0 0 3-15,0 0-9 0,0 0 6 0,0 0-3 16,0 0-1-16,0 0 5 0,0 0-3 0,0 0-3 16,0 0 1-16,0 0 4 0,0 0-2 0,0 0-2 15,0 0 1-15,0 0-3 0,0 0 3 0,0 0 1 16,0 0-2-16,0 0-3 0,0 0 0 0,0 0 0 15,0 0 1-15,0 0-2 0,0 0 4 0,0 0-6 16,0 0 5-16,0 0-2 0,0 0-2 0,0 0 0 16,0 0 7-16,0 0-7 0,0 0 4 0,0 0 0 15,0 0-3-15,0 0 3 0,0 0 5 0,0 0-8 16,0 0 6-16,0 0-7 0,0 0 1 0,0 0-6 16,0 0 6-16,0 0 2 0,0 0-4 0,0 0 2 15,0 0-2-15,0 0 3 0,0 0 2 0,0-9-4 16,0 9 0-16,0 0-2 0,0 0 2 0,0 0-1 15,0 0 7-15,0 0-5 0,0 0 1 0,0 0 5 16,0 0-5-16,0 0-2 0,0 0 4 0,0 0-7 16,0 0 7-16,0 0-6 0,0 0 3 0,0 0 1 15,0 0-3-15,0 0-1 0,0 0-2 0,0 0-3 16,0 0 7-16,0 0-4 0,0 0 8 0,0 0-11 16,0 0 2-16,0 0 3 0,0 0 1 0,0 0 6 15,0 0-3-15,0 0-9 0,0 0 4 0,0 0 5 16,0 0-1-16,0 0-2 0,0 0-2 0,0 0 3 15,0 0 3-15,0 0-3 0,0 0 6 0,0 0-1 16,0 0-1-16,0 0-3 0,0 0 1 0,0 0-4 16,0 0 7-16,0 0-5 0,0 0 3 0,0 0-6 15,0 0 4-15,0 0 7 0,0 0-6 0,0 0 1 16,0 0-2-16,0 0 5 0,0 0-7 0,0 0-1 16,0 0 2-16,0 0 1 0,0 0 4 0,0 0-3 0,0 0-2 15,0 0-4-15,0 0 9 0,0 0 5 0,0 0-5 16,0 0-6-16,0 0 0 0,0 0 1 0,0 0-1 15,0 0 1-15,0 0-7 0,0 0-7 16,0 0 0-16,0 0-22 0,0 0-2 0,0 0-9 0,0 0-6 16,0 0-6-16,0 0-7 0,0 0-7 15,0 0-5-15,0 0-4 0,0 0-52 0,0 0-145 16,0 0 65-16</inkml:trace>
  <inkml:trace contextRef="#ctx0" brushRef="#br0" timeOffset="100098.8">2299 12211 44 0,'0'0'44'0,"0"0"-16"0,0 0-11 16,0 0-18-16,0 0-21 0,0 0 19 0,2-10-16 15,-2 10-18-15,0 0 8 0</inkml:trace>
  <inkml:trace contextRef="#ctx0" brushRef="#br0" timeOffset="100495.77">3189 12373 9 0,'0'0'68'0,"0"0"-8"0,0 0 3 0,0 0 2 16,0 0-2-16,0 0-8 0,0 0-5 0,0 0 7 15,0 0 1-15,0 0-6 0,0 0-8 0,0 0-7 16,0 0 1-16,0 0-5 0,0 0-3 0,0 0-10 15,0 0 1-15,0 0-4 0,0 0 2 0,0 0 0 16,0 0-10-16,0 0-1 0,0 0 3 0,0 0-2 16,0 0-1-16,0 0-2 0,0 0-8 0,0 0-8 15,0 0-21-15,0 0-5 0,0 0-11 0,13 0-16 16,-13 0-5-16,0 0-44 0,0 0-122 0,0 0 54 16</inkml:trace>
  <inkml:trace contextRef="#ctx0" brushRef="#br0" timeOffset="100950.01">4365 12244 36 0,'0'0'47'0,"0"0"-9"0,9-4-2 0,-9 4-2 0,0 0-6 15,0 0-11-15,0 0-9 0,0 0-16 16,0 0-3-16,0 0-27 0,0 0-41 0,0 0 19 16</inkml:trace>
  <inkml:trace contextRef="#ctx0" brushRef="#br0" timeOffset="102211.88">5573 11388 73 0,'0'0'71'16,"0"0"-7"-16,0 0-7 0,0 0-5 15,0 0-8-15,0 0-16 0,0 0-7 0,0 0-12 16,0 0-6-16,0 0-10 0,0 0-18 0,0 0-14 16,-10 19-20-16,5-10-63 0,5-9 28 0</inkml:trace>
  <inkml:trace contextRef="#ctx0" brushRef="#br0" timeOffset="102427.43">5500 12043 22 0,'0'0'28'0,"0"0"-14"0,0 0-10 0,0 9-16 15,0-9-12-15,0 0 6 0</inkml:trace>
  <inkml:trace contextRef="#ctx0" brushRef="#br0" timeOffset="102663.01">6045 12011 26 0,'0'0'50'15,"0"0"-14"-15,0 0-6 0,3-6-18 0,-3 6-20 16,0 0-17-16,0 0-26 0,0 0 12 0</inkml:trace>
  <inkml:trace contextRef="#ctx0" brushRef="#br0" timeOffset="108703.81">976 9881 126 0,'0'0'218'0,"-10"-3"22"0,10 3-13 0,0 0-14 0,-8-5-17 15,8 5-11-15,0 0-15 0,-7-2-11 0,7 2-16 16,0 0-10-16,0 0-10 0,0 0-12 0,0 0-14 16,-7-4-7-16,7 4-7 0,0 0-12 15,0 0-4-15,0 0-9 0,0 0-6 0,0 0-7 0,18-9-4 16,-4 7-5-16,1-4-1 0,8 1-2 0,-1 0-5 16,6-4-1-16,-2 1-1 0,3 2-7 0,-2-2-2 15,-7 3-15-15,1 1-23 0,-2 1-20 16,-2 0-31-16,0 3-41 0,-5-2-54 0,1 2-41 15,-2-1-201-15,-11 1-441 0,12 3 195 0</inkml:trace>
  <inkml:trace contextRef="#ctx0" brushRef="#br0" timeOffset="109071.05">1221 9787 134 0,'-8'-3'206'0,"8"3"-5"0,0 0-24 0,0 0-13 15,-8 7 3-15,8-7-11 0,-3 13-16 0,3-3-7 16,-2 5-1-16,2 3-16 0,-4 8-6 0,4 1 0 16,0 2-9-16,0 0-11 0,0-2-6 0,0-2-11 15,2 1-8-15,0-6-1 0,-2-1-8 0,2 0-6 16,1 1-4-16,-3-5-5 0,-3 1-2 0,3-3-5 16,0 0 0-16,0-3-4 0,-2 0-1 0,2-4-4 15,-2 4 0-15,0-2-3 0,-2-2-4 0,-4 1 1 16,1-2-2-16,-2 2 0 0,-1-1-2 0,-2-2 0 15,-1 0-6-15,-1 0 5 0,0-1-3 0,0 0-3 16,0-3 2-16,3 0-2 0,-1 1 3 0,3-2-3 16,9 1 0-16,-14 3 4 0,14-3 3 0,-9 0 1 15,9 0-2-15,-8 1-4 0,8-1 0 0,0 0-6 16,-9 3 1-16,9-3-1 0,0 0-1 0,0 0 1 16,0 0 2-16,0 0-1 0,0 0 1 0,29 3 0 15,-18-3-2-15,8 0 3 0,0-3-10 0,4 3 0 16,4-7-11-16,2-2-25 0,0 3-34 0,-1-3-45 15,1 0-66-15,-3-1-54 0,1 2-180 0,-2-2-451 16,-7 1 200-16</inkml:trace>
  <inkml:trace contextRef="#ctx0" brushRef="#br0" timeOffset="109242.39">1643 10029 136 0,'0'0'241'0,"0"0"-7"0,9-3-15 0,-9 3-19 0,0 0-25 15,11-9-15-15,-11 9-14 0,9-7-16 16,-9 7-12-16,14-5-13 0,-8 3-12 0,-6 2-26 0,15-7-24 16,-8 4-35-16,3 0-42 0,-10 3-44 0,14-4-28 15,-14 4-34-15,12-1-3 0,-12 1-11 0,0 0-83 16,0 0-257-16,13 5 114 0</inkml:trace>
  <inkml:trace contextRef="#ctx0" brushRef="#br0" timeOffset="109371.47">1766 9999 839 0,'0'0'-43'0,"0"0"32"0,-3 13 32 15,3-13 8-15,0 0 21 0,-8 12 14 0,8-12 7 16,-6 7 12-16,6-7-1 0,-8 8 1 0,8-8-6 15,-5 7-1-15,5-7-8 0,0 0-4 0,-4 9-4 16,4-9-7-16,0 0-5 0,-2 9-3 0,2-9-5 16,0 0-2-16,5 7-1 0,-5-7-8 0,0 0-3 15,15 7-40-15,-8-6-75 0,4 1-80 0,-11-2-108 16,21-2-298-16,-21 2 132 0</inkml:trace>
  <inkml:trace contextRef="#ctx0" brushRef="#br0" timeOffset="109658.11">2502 9674 40 0,'0'0'241'0,"-4"-6"-21"16,4 6-25-16,0 0-17 0,0 0-17 15,0 0-19-15,0 0-13 0,13-15-16 0,-4 11-8 16,4 0-13-16,4 1-9 0,0-2-11 0,1 3-22 16,0-2-22-16,-2 1-33 0,2 1-35 0,-1-1-43 0,-3 2-26 15,-3 1-19-15,1 0-120 0,-3 1-267 0,-3 0 118 16</inkml:trace>
  <inkml:trace contextRef="#ctx0" brushRef="#br0" timeOffset="110342.11">2667 9657 53 0,'0'0'155'16,"-7"10"-9"-16,6-5-4 0,-1 5 3 0,0 2-3 15,0 1-4-15,-1 4 4 0,1 0-4 0,-1 0-10 16,2 3-1-16,-1 6-9 0,2-8-13 0,-1 2-4 15,0-3-14-15,1 2-2 0,-2 0-15 0,1-1-11 16,1-7-5-16,0 3-3 0,1-3-5 0,-1 0-3 16,-1-1-3-16,1-1-4 0,0-2-2 0,-1 0 0 15,1-7-7-15,-5 12 2 0,1-6-3 0,0 0-5 16,0-1 1-16,-1 0-1 0,0-1 0 0,-1 2-2 16,-2-3-3-16,0-2 1 0,2 2-3 0,-5-3 0 15,3 0 0-15,8 0 16 0,-12 0 2 0,12 0 0 16,-12 2-2-16,12-2-2 0,-11-2 7 0,11 2 4 15,0 0-3-15,-10-1 1 0,10 1-9 0,0 0 0 16,0 0-6-16,-10 1-2 0,10-1-3 0,0 0-1 16,0 0-3-16,0 0 6 0,0 0-6 0,0 0-1 15,0 0 2-15,27 5-3 0,-17-3 2 0,-10-2-2 16,21-2-3-16,-9 4-5 0,2-4-10 0,4 0-15 0,0-1-19 16,0 2-22-16,0-1-23 0,0 1-28 15,-2-2-33-15,1 0-18 0,2 0-28 0,-2-2 5 16,1 3-6-16,-3-2 8 0,3 0 5 0,-7 0-93 15,3 0-296-15,-3-1 132 0,-1 0 1136 0,0-1-783 16,-1-1 19-16,-2 3 25 0,1-2 18 0,-8 6 13 16,11-9 19-16,-9 3 18 0,2 3 26 0,-4 3 21 15,6-6 15-15,-6 6 5 0,4-4-8 0,-4 4 2 16,0 0-4-16,8-4-2 0,-8 4 9 0,0 0 12 16,0 0-1-16,0 0 7 0,1 16-3 0,-2-6 0 15,0 0-5-15,-1 2-12 0,1-1-1 0,0-1-6 16,1 0-9-16,0-1-5 0,1 1-10 0,0-4-3 15,3 0-6-15,-1 1-5 0,1-2 6 0,2 0-10 16,2 1 19-16,-1-3 15 0,5-1 6 0,-2-2-5 16,4 0-5-16,-1-4 9 0,1 2-15 0,3-8-6 15,0 3-7-15,-2-2 0 0,-2 1 6 0,-2 1-1 16,-2-3 0-16,-2 3-6 0,0-2-10 0,-2 0-4 16,-1 1 4-16,0-3-14 0,-6 0 5 0,0 0-15 15,-2 0-1-15,0-1-5 0,-1 3-1 0,-3-2-3 16,-1 3-9-16,0-2-13 0,0 5-13 0,-3-1-21 15,0 1-24-15,-6 3-16 0,0 2-25 0,-1 2-27 16,0 2-34-16,2 3-39 0,3-4-58 0,3 3-204 16,1 0-515-16,-1-1 228 0</inkml:trace>
  <inkml:trace contextRef="#ctx0" brushRef="#br0" timeOffset="110853.62">3846 9435 189 0,'-2'-9'224'16,"-2"2"1"-16,0 2-5 0,4 5-17 0,-6-11-19 0,6 11-16 15,-4-4-15-15,4 4-19 0,-7-4-12 0,7 4-16 16,0 0-4-16,0 0-1 0,-15 19-5 0,5 4-3 16,-2 5-6-16,0 7 3 0,-5 11-17 15,-1 5 5-15,1-1-4 0,-2 3-1 0,4-2-8 16,1 1 9-16,-2-3-5 0,5 0-4 0,1 4 6 0,1-7 4 16,5-11-7-16,-2-2-5 0,5 2-3 0,1-2-2 15,1-5-10-15,1 4-8 0,3-6-2 16,0-2 0-16,1-5-2 0,0-1-3 0,3-1-7 0,0-3 4 15,1 1-15-15,-1-3 5 0,4 0-1 0,-3-5-24 16,4-2-21-16,1 2-30 0,-3-1-29 16,2-3-32-16,-1-2-51 0,5 0-63 0,-2-2-66 0,-3-2-174 15,0 1-509-15,0-3 226 0</inkml:trace>
  <inkml:trace contextRef="#ctx0" brushRef="#br0" timeOffset="111603.75">4122 9928 129 0,'0'0'234'0,"0"0"-8"0,0 0-13 0,0 0-10 15,0 0-8-15,0 0-10 0,0 0-10 0,0 0-15 16,0 0-15-16,0 0-6 0,0 0-7 0,18-18-9 15,-5 12-12-15,-4 1-8 0,6-3-12 16,-3 0-7-16,-2 0-6 0,4-2-6 0,-2 3-4 0,2-2-5 16,-4 2-5-16,4-3-4 0,-5 1-2 0,0 0-7 15,-1 1-2-15,0-1-3 0,-1 2-4 0,-3-1 2 16,-1 0-5-16,-1 2-3 0,0-1-5 0,-2 7 4 16,3-12-15-16,-2 6 4 0,-1 6 3 15,0 0-6-15,-1-14 4 0,1 14 9 0,-3-6-6 0,3 6-1 16,0 0-5-16,-5-9-2 0,5 9 0 0,-9-2-6 15,9 2-1-15,-12 0-1 0,12 0-1 0,-17 8 1 16,2 1 12-16,0 1-14 0,0 0 1 0,2 2 2 16,4 4 5-16,-5-2-2 0,3 3 7 15,-1-2-2-15,2 1 4 0,1 1 13 0,0 1-10 0,4-1 0 16,-1 1-5-16,-1-1 3 0,2-1 0 0,4 0-7 16,2-3 0-16,-1-3 2 0,1 2 2 0,2-1-1 15,1-1 0-15,1 0 1 0,3-1-7 0,2 0 7 16,0-1-8-16,8-2 2 0,-5-2 0 0,7 1-12 15,0-5 0-15,1 0-36 0,1-1-12 0,6-5-27 16,-9 3-26-16,3-2-17 0,-2 1-22 0,-2-3-41 16,3-1-39-16,-3 0-41 0,1 0-215 0,-1-2-517 15,-2-4 229-15</inkml:trace>
  <inkml:trace contextRef="#ctx0" brushRef="#br0" timeOffset="112572.99">4349 9417 109 0,'0'-8'234'0,"0"8"-3"0,1-9-11 16,-1 9-21-16,0 0-16 0,0-9-12 0,0 9-9 15,0 0-12-15,2-8-10 0,-2 8-12 0,0 0-10 16,0 0-12-16,0 0-5 0,-1-9-11 0,1 9-8 16,0 0-5-16,0 0-9 0,0 0-7 15,0 0-5-15,0 0-6 0,0 0-5 0,0 0-3 0,0 0-6 16,0 0-3-16,0 0-2 0,0 0-7 0,0 0 4 16,0 0-8-16,0 0 3 0,0 0 7 0,0 0-7 15,5-3 2-15,-5 3-2 0,0 0 1 16,0 0-3-16,0 0-1 0,0 0 0 0,0 0-7 15,0 0 3-15,0 0-3 0,0 0-3 0,0 0 1 0,0 0-4 16,0 0 2-16,0 0 1 0,0 0-1 0,0 0-2 16,0 0-2-16,0 0 5 0,0 0-2 0,0 0 1 15,0 0-3-15,0 0-3 0,0 0 3 0,0 0-3 16,0 0 0-16,0 0-1 0,0 0-2 0,0 0 3 16,0 0-3-16,0 0 0 0,0 0 3 0,0 0-1 15,0 0 0-15,0 0 2 0,0 0-3 0,0 0 4 16,0 0 0-16,0 0 8 0,0 0 3 0,0 0 4 15,0 0 1-15,0 0 2 0,0 0-1 0,0 0 0 16,0 0 3-16,0 0 3 0,0 0 4 0,0 0 0 16,0 0 0-16,0 0 4 0,0 0 1 0,0 0 0 15,0 0-4-15,0 0-2 0,0 0-6 0,0 0-1 16,0 0 3-16,0-12-6 0,0 12 3 0,0 0-7 16,4-5 5-16,-4 5-9 0,0 0 13 0,3-11-17 15,-3 11 7-15,2-4-3 0,-2 4-5 0,0 0 0 16,0 0 1-16,0-11-4 0,0 11-2 0,0 0-3 15,0 0-5-15,3-6 1 0,-3 6 2 0,0 0-8 16,0 0 6-16,0 0-3 0,0 0 0 0,0 0 1 16,0 0 3-16,16 14-1 0,-9-8 2 0,2 2-2 15,-4 0 3-15,1-1 1 0,1 2-6 0,0-1 6 16,0 1-1-16,0 0-1 0,1 0 5 0,0-1-3 16,-3-3-5-16,0 1 7 0,0-1 1 0,-1-1-1 15,0 1-9-15,-4-5 9 0,7 6-7 0,-4-3 3 16,-3-3 9-16,6 7 6 0,-6-7-9 0,5 5-4 15,-5-5 3-15,3 4-3 0,-3-4 6 0,0 0 2 16,0 0 1-16,0 0-2 0,8 0-3 0,-8 0-4 16,0 0 5-16,8-9 5 0,-8 9-4 0,8-11-2 15,-3 1 3-15,1-1 0 0,-3 0 0 0,4 1 6 16,-2-2-11-16,1-2-6 0,1-2 3 0,-2 0 1 16,-3 5-3-16,3 1 3 0,-2 0-6 0,1 0-2 15,-2 1-11-15,-2 2-13 0,0 7-18 0,3-10-9 16,-2 4-25-16,-1 6-23 0,1-9-23 0,-1 9-28 15,0 0-38-15,2-7-44 0,-2 7-17 0,0 0-7 16,0 0-161-16,0 0-461 0,0 0 205 0</inkml:trace>
  <inkml:trace contextRef="#ctx0" brushRef="#br0" timeOffset="112839.9">4721 9274 80 0,'0'0'229'0,"0"0"-6"0,0 0-2 0,0 0-15 0,1-9-25 0,-1 9-18 16,0 0-14-16,0 0-16 0,0 0-4 16,0 0-17-16,0 0-7 0,0 0 2 0,0 25-8 15,-1-16-7-15,-1 3-5 0,1-1-13 0,0 2-5 16,-1 3-8-16,1 0-4 0,2-5 3 0,-2 2-15 16,2 3-5-16,1-4-3 0,-2 0 0 0,1-1-6 15,-2 0 2-15,2 1-6 0,-2-3-1 0,1 2-3 16,2-3-4-16,-2-8-17 0,-1 14-17 0,1-7-16 15,0-7-20-15,0 11-21 0,0-11-31 0,0 10-34 16,0-10-28-16,0 0-15 0,0 7-28 0,0-7-125 16,-7 2-360-16,7-2 159 0</inkml:trace>
  <inkml:trace contextRef="#ctx0" brushRef="#br0" timeOffset="113086.9">4694 9292 5 0,'8'-9'172'0,"-1"3"-17"0,-1 0-4 0,1 2-12 16,2 0-5-16,0 1-5 0,1 3 1 0,1 0-2 16,-2-2-22-16,2 2 3 0,1 3-11 0,-4 1-6 15,1 2-11-15,0 1-5 0,1-3-1 0,-2 4 9 16,-2-1 0-16,-1 2-1 0,0 0-4 0,0-1 1 16,-2 0-7-16,-2-3-5 0,1 5-3 0,-2-1-4 15,-2 3-4-15,1-5-5 0,-3 1-8 0,0 1-7 16,-2 1-10-16,0-1-18 0,0 0-12 0,-1 0-18 15,-3-2-27-15,2 1-28 0,0-1-49 0,2-2-40 16,-2 3-56-16,-1-3-117 0,2 1-365 0,-1 1 161 16</inkml:trace>
  <inkml:trace contextRef="#ctx0" brushRef="#br0" timeOffset="113620.87">4508 9669 185 0,'0'0'221'0,"0"0"-13"0,0 0-17 15,0 0-14-15,0 0-13 0,0 0-13 0,0 0-24 16,0 0-5-16,0 0-4 0,29-14-21 0,-10 10-1 16,7-5-10-16,2 2-5 0,2-2-6 0,1 0-9 15,2 1-1-15,1-1-6 0,0 1-4 0,1 1-5 16,3-3-6-16,-3 0 6 0,2 1-14 0,-2-1 1 16,-2 3-5-16,-2-3-2 0,-1 3-1 0,-3-1 1 15,-8 4 0-15,1 0 8 0,-3 1-3 0,-4-1-2 16,-2-1-3-16,0 3 1 0,-2-1-3 0,-4 0-2 15,0 0-2-15,-5 3-5 0,10-2-4 0,-10 2 1 16,8-3 2-16,-8 3-17 0,0 0-15 0,6-1-15 16,-6 1-23-16,0 0-20 0,0 0-30 0,0 0-28 15,0 0-39-15,-15 14-30 0,7-9-178 0,-1 2-408 16,0-1 181-16</inkml:trace>
  <inkml:trace contextRef="#ctx0" brushRef="#br0" timeOffset="114138.77">4722 9761 201 0,'0'0'263'0,"0"0"-9"0,0 0-25 15,0 0-22-15,0 0-24 0,-7-3-22 0,7 3-18 0,0 0-16 16,0 0-14-16,0 0-11 0,0 0-10 0,0 0-12 16,0 0-8-16,8 26-5 0,-3-18-8 0,-5 3-2 15,3-5-9-15,-2 2 2 0,0-3-12 16,2 2 0-16,-2 1-8 0,0-1-1 0,-1-7-1 0,2 8 0 15,-2-8 2-15,2 9 7 0,-2-9 7 16,0 0 5-16,0 0 11 0,0 8 4 0,0-8 7 16,0 0 9-16,0 0 11 0,0 0-11 0,0 0-10 0,0 0-9 15,0 0-1-15,0 0-12 0,0 0-10 16,5-24-10-16,-1 18 0 0,-1-5-8 0,3 3-4 16,-2-2-8-16,2 1 0 0,1-1 1 0,-2 3-2 15,0-2 1-15,0 5-3 0,-1-2-4 0,0 2-4 16,-4 4-4-16,7-5 0 0,-7 5 3 0,8-2 1 0,-8 2-3 15,0 0 4-15,14 4-5 0,-14-4 3 0,9 6 0 16,-5-3 1-16,0 2 5 0,2 1-4 0,-3 1 3 16,0 0-6-16,1 2 5 0,0-1-7 15,0 1-8-15,1-1-34 0,-5-8-27 0,5 13-27 16,-2-6-22-16,0 2-35 0,-3-9-74 0,3 12-48 0,-3-12-155 16,0 0-471-16,3 14 209 0</inkml:trace>
  <inkml:trace contextRef="#ctx0" brushRef="#br0" timeOffset="114453.43">4931 9746 160 0,'0'0'235'0,"0"0"-22"0,0 0-26 16,3-5-19-16,-3 5-16 0,0 0 0 0,0 0-7 15,0 0-1-15,13 15-13 0,-8-7-8 0,1 1-2 16,-1 0-3-16,-1 0-7 0,0 1-7 0,1-2-6 15,-1 0-9-15,1 0-5 0,-1-2-4 0,-2 2-15 16,-2-8-8-16,8 8-7 0,-7-3 3 0,-1-5 1 16,0 0 17-16,8 7 15 0,-8-7 25 0,0 0-2 15,0 0 5-15,0 0-6 0,0 0 3 0,0 0-24 16,22-13-17-16,-18 7 2 0,1-2-4 0,1-2-11 16,-1 1-6-16,2-1-4 0,-1-7-7 0,3 2-13 15,-1-2-14-15,-1 2-16 0,0 0-20 0,0 4-14 0,-2 1-22 16,1 1-30-16,-1 1-30 0,-3 1-22 15,2 2-37-15,-4 5-37 0,6-9-43 0,-6 9-19 16,8-5-180-16,-8 5-493 0,0 0 218 0</inkml:trace>
  <inkml:trace contextRef="#ctx0" brushRef="#br0" timeOffset="114630.6">5186 9729 2 0,'0'0'247'16,"0"0"-6"-16,0 0-4 0,0 0-4 0,0 0-18 15,15-3-11-15,-15 3-17 0,12-3-11 0,-6 0-9 16,3 0-18-16,0-1-13 0,1 1-16 0,3 0-8 16,0-3-12-16,1 2-10 0,-3 2-20 0,2-2-31 15,1 3-19-15,-4-2-40 0,2 0-30 0,-3 1-36 16,-9 2-51-16,11-4-29 0,-6 3-34 0,-5 1-148 16,8-3-377-16,-8 3 167 0</inkml:trace>
  <inkml:trace contextRef="#ctx0" brushRef="#br0" timeOffset="114809.48">5380 9674 106 0,'-26'0'154'0,"26"0"-1"16,0 0-1-16,0 0-3 0,-9 3-11 0,9-3-2 16,-7 5-4-16,7-5 13 0,-5 11 4 0,1-4 5 15,1 0-2-15,-1 3-9 0,2 1-5 0,-2 0-8 16,0 0-8-16,2 3-9 0,-1 0-9 0,-1 2-8 16,0 0-10-16,2-1-3 0,-2 2-8 0,1-1-14 15,1 1-37-15,1-1-41 0,-1 0-36 0,0-2-53 16,2-3-82-16,0-1-235 0,1 2-456 0,-1-12 202 15</inkml:trace>
  <inkml:trace contextRef="#ctx0" brushRef="#br0" timeOffset="115031.98">5573 10058 270 0,'8'0'320'16,"-8"0"-30"-16,0 0-22 0,0 0-28 0,0 0-21 15,12 0-22-15,-12 0-22 0,12-2-14 0,-2 1-19 0,-1-1-11 16,1 2-24-16,1-2-24 0,2 2-40 16,-1-2-43-16,1 2-51 0,-3 0-79 0,3-3-68 15,-3 3-181-15,3-3-408 0,-2 1 181 0</inkml:trace>
  <inkml:trace contextRef="#ctx0" brushRef="#br0" timeOffset="115287.16">6034 9785 2658 0,'0'-6'183'0,"0"6"-57"0,0-11-27 0,0 11-1 0,0 0 10 16,0-10 12-16,0 10-7 0,0 0-6 0,0-8-26 0,0 8-11 15,0 0-10-15,0 0-8 0,0 0-7 16,0 0-1-16,0 0 1 0,5 22 4 0,-3-11 6 16,-2 0-7-16,1 2-17 0,0 0 17 0,1 4-6 15,-2 0-8-15,0-2 5 0,0-2-26 0,0 4 17 16,-2-1 0-16,0 1-7 0,2-2 2 0,0 2-19 16,0-7-19-16,-2 1-49 0,2-2-43 0,-1 1-42 15,0-1-35-15,-2 0-61 0,2-2-69 0,0 0-258 16,1-7-617-16,-3 10 273 0</inkml:trace>
  <inkml:trace contextRef="#ctx0" brushRef="#br0" timeOffset="115554.25">6397 9664 362 0,'0'0'345'0,"5"-6"-25"16,-5 6-35-16,8-5-26 0,-8 5-29 0,0 0-18 0,19 8 11 16,-10-1-10-16,6 1-15 0,-2 3-1 0,0 1-12 15,4-1-36-15,-6 5-12 0,7 4-12 0,-8-4-15 16,0 3-1-16,2 4-13 0,-6 1-6 16,0-6-9-16,-4 9-2 0,-2-1-5 0,-5 4-17 15,-3-2-25-15,-3 1-30 0,-7-3-41 0,-4 1-63 16,-12 7-72-16,-5-1-97 0,-4 0-327 0,-8-7-647 0,-3 3 287 15</inkml:trace>
  <inkml:trace contextRef="#ctx0" brushRef="#br0" timeOffset="116763.89">6381 10196 11 0,'0'0'112'0,"0"0"-11"15,0 0-12-15,0 0-19 0,0 0-25 0,0 0-16 16,0 0-13-16,0 0-19 0,0 0-22 16,0 0-50-16,0 0-80 0,0 0 36 0</inkml:trace>
  <inkml:trace contextRef="#ctx0" brushRef="#br0" timeOffset="120960.05">3105 12192 20 0,'0'0'126'0,"0"0"-11"15,0 0-10-15,0 0-15 0,0 0-16 0,0 0-13 0,10 2-18 16,-10-2-36-16,0 0-33 0,0 0-29 0,16 2-39 16,-16-2-101-16,0 0 45 0</inkml:trace>
  <inkml:trace contextRef="#ctx0" brushRef="#br0" timeOffset="121247.93">4834 11843 137 0,'0'0'147'0,"0"0"-8"0,0 0-17 0,-2-11-11 0,2 11-16 15,0 0-20-15,0 0-29 0,0 0-36 16,-2-10-31-16,2 10-35 0,0 0-79 0,0 0-145 16,-5-10 65-16</inkml:trace>
  <inkml:trace contextRef="#ctx0" brushRef="#br0" timeOffset="122791.93">5725 11943 55 0,'0'0'121'16,"0"0"-13"-16,0 0-21 0,0 0-8 0,0 0-9 15,0 0-9-15,0 0-26 0,0 0-26 0,0 0-35 16,5 2-75-16,-5-2-107 0,0 0 48 0</inkml:trace>
  <inkml:trace contextRef="#ctx0" brushRef="#br0" timeOffset="123481.49">6829 12093 164 0,'0'0'203'0,"0"0"-12"0,0 0-18 16,0 0-18-16,0 0-15 0,0 0-18 0,0 0-9 15,0 0-9-15,0 0-15 0,0 0-10 16,0 0-6-16,0 0-7 0,0 0-14 0,0 0-19 0,0 0-30 16,0 0-26-16,0 0-42 0,0 0-36 15,0 0-39-15,0 0-99 0,-19-11-258 0,19 11 114 16</inkml:trace>
  <inkml:trace contextRef="#ctx0" brushRef="#br0" timeOffset="124050.09">6152 10164 63 0,'0'0'113'0,"0"0"-11"0,0 0-20 0,0 0-31 16,0 0-23-16,0 0-22 0,0 0-29 0,0 0-48 0,0 0-76 15,0 0 34-15</inkml:trace>
  <inkml:trace contextRef="#ctx0" brushRef="#br0" timeOffset="124737.42">8373 11926 72 0,'0'0'233'16,"0"0"-16"-16,1-7-10 0,-1 7-17 0,0 0-21 16,0 0-19-16,0 0-17 0,0 0-16 0,0 0-12 15,0 0-9-15,0 0-12 0,0 0-11 0,0 0-9 16,0 0-1-16,13 17-6 0,-10-12-7 0,-2 1-2 16,1 2-3-16,1-1-4 0,-1-1-5 0,-2-6-5 15,4 10-1-15,-2-3-3 0,-2-7 1 0,2 9 8 16,-2-9 13-16,3 4 7 0,-3-4 5 0,0 0 8 15,0 0-4-15,0 0-6 0,9 0-13 0,-9 0-15 16,21-20 14-16,1 1-21 0,1-1-12 0,4-8-17 16,11-8-28-16,1-2-41 0,2 1-57 0,4-4-50 15,-2 3-54-15,-4-5-142 0,6 4-409 0,-5-6 182 16</inkml:trace>
  <inkml:trace contextRef="#ctx0" brushRef="#br0" timeOffset="125838.65">1049 12261 132 0,'-8'-2'146'0,"8"2"-19"0,0 0-13 15,0 0-14-15,0 0-10 0,0 0-13 0,0 0-2 16,0 0-13-16,0 0-14 0,0 0-54 0,0 0-49 16,31 4-97-16,-24 4-165 0,2-1 74 0</inkml:trace>
  <inkml:trace contextRef="#ctx0" brushRef="#br0" timeOffset="126374.13">3269 13921 94 0,'0'0'231'0,"0"0"-24"0,0 0-16 0,0 0-23 16,0 0-15-16,0 0-15 0,0 0-12 0,-8-16-17 16,8 16-7-16,0 0-3 0,0 0-20 0,0 0-24 15,-1-7-23-15,1 7-37 0,0 0-43 0,0 0-47 16,0 0-40-16,0 0-116 0,0 0-271 0,0 0 121 16</inkml:trace>
  <inkml:trace contextRef="#ctx0" brushRef="#br0" timeOffset="126945.8">7806 12222 14 0,'0'0'166'0,"0"0"-18"0,0 0-20 15,0 0-12-15,0 0-18 0,0 0-19 0,0 0-10 16,0 0-19-16,0 0-17 0,0 0-27 0,0 0-28 15,0 0-19-15,-17-7-28 0,17 7-61 0,-19-1-139 16,6 2 62-16</inkml:trace>
  <inkml:trace contextRef="#ctx0" brushRef="#br0" timeOffset="127398.19">1746 13618 6 0,'8'4'20'0,"-8"-4"-20"15,9 0-5-15,-9 0-4 0,0 0 2 0</inkml:trace>
  <inkml:trace contextRef="#ctx0" brushRef="#br0" timeOffset="127906.07">3523 12254 70 0,'0'0'82'0,"0"0"-4"0,0 0-16 16,4-9-17-16,-4 9-22 0,0 0-10 0,0 0-24 15,0 0-20-15,0 0-25 0,0 0-60 0,0 0 27 16</inkml:trace>
  <inkml:trace contextRef="#ctx0" brushRef="#br0" timeOffset="128727.65">4907 11325 29 0,'0'0'81'0,"0"0"-11"16,0 0-22-16,0 0-9 0,0 0-31 0,0 0-19 15,11 12-33-15,-7-10-48 0,-4-2 21 0</inkml:trace>
  <inkml:trace contextRef="#ctx0" brushRef="#br0" timeOffset="130278.61">5765 13844 42 0,'0'0'67'0,"11"-8"-9"0,-11 8-14 16,9 0-13-16,-9 0-23 0,10 0-30 0,-10 0-16 15,9 1-42-15,-9-1 19 0</inkml:trace>
  <inkml:trace contextRef="#ctx0" brushRef="#br0" timeOffset="130533.87">7207 13859 117 0,'7'1'104'0,"-7"-1"-11"16,0 0-13-16,0 0-21 0,0 0-28 0,0 0-16 15,0 0-25-15,0 0-35 0,11 2-29 0,-11-2-81 16,8 4 36-16</inkml:trace>
  <inkml:trace contextRef="#ctx0" brushRef="#br0" timeOffset="130726.17">8496 13853 123 0,'0'0'102'0,"0"0"-29"0,0 0-44 0,-28 10-33 0,15-5-51 15,-5-1-57-15,-1 0 26 0</inkml:trace>
  <inkml:trace contextRef="#ctx0" brushRef="#br0" timeOffset="131605.17">5188 13999 4 0,'-19'0'49'0,"0"0"1"0,0-1-6 0,-2 2 0 16,0-2-5-16,4 1-1 0,-2-2 6 0,5 2-10 0,-4-2 10 16,5 2-4-16,-1-2-3 0,1 1 11 0,2-1-6 15,11 2-1-15,-17-2 8 0,4 1 5 16,3 0 7-16,10 1 20 0,-14-1 2 0,14 1-4 0,-13-2-9 15,13 2-4-15,-10-1 1 0,10 1 4 16,-7-2-6-16,7 2-7 0,0 0-7 0,0 0-9 16,-10-2-2-16,10 2 1 0,0 0-1 0,0 0-10 15,0 0-9-15,0 0 1 0,0 0-2 0,0 0-5 16,0 0 6-16,0 0 3 0,39 0-3 0,-23 2 1 0,6 0-2 16,7-2 7-16,-1 0 2 0,4 0-9 15,3 0 3-15,0 0-3 0,0 0-1 0,4 0 1 16,12 0-4-16,-12 0-2 0,14-2 1 0,-1 2-1 15,-3 0-3-15,4-2 1 0,1 1 2 0,1 1 1 16,3 1 4-16,0-3 1 0,5 0-2 0,3 2-1 16,26 0 0-16,-26 0-1 0,28-4 1 0,-29 4 1 15,29-2 0-15,-30-2-4 0,31 1 7 0,-4-2 3 16,0-2-2-16,-25 2 3 0,32-1 12 0,-3 0-2 16,5-1 0-16,-4 2-3 0,-2-3-2 0,-2 2 4 15,2-1 9-15,-2-2-6 0,2-3 2 0,0 8 0 16,1-1-2-16,5 0 2 0,-8-1 0 0,0 7-8 15,-27-2 0-15,29-4 2 0,-1 6-1 0,-33-2-2 16,1 2-4-16,2 0 3 0,2 3-7 0,0-5 1 16,-1 6 8-16,-3-4-3 0,0 2 5 0,-5-1-5 15,-1 2-3-15,-17-4-1 0,13 4 3 0,-14-3 6 16,3 1 11-16,-4 2 1 0,-6-4-2 0,2 0 3 16,-2 0 3-16,-11 2-4 0,0-4 0 0,-6 2-3 15,-13 0 1-15,22 0 8 0,-22 0 1 0,14 0 1 16,-14 0-7-16,0 0 2 0,0 0-6 0,16 0-5 15,-16 0-1-15,0 0-5 0,0 0-7 0,0 0-15 16,0 0-14-16,11-1-23 0,-11 1-41 0,0 0-39 16,0 0-34-16,0 0-40 0,0 0-45 0,0 0-40 15,-44-5-255-15,24 7-566 0,3 0 250 0</inkml:trace>
  <inkml:trace contextRef="#ctx0" brushRef="#br0" timeOffset="133039.1">4830 13923 25 0,'-6'-5'36'15,"6"5"5"-15,-6-7-8 0,6 7 0 0,-7-7-3 16,3 1-2-16,4 6 3 0,-7-8-4 0,3 4 4 16,4 4-6-16,-8-13-3 0,3 8 14 0,1-1-25 15,-2-2 9-15,1 1-4 0,0-4-3 0,-2 2 1 16,1 0 5-16,1 2 0 0,-2-5 8 0,1 2-7 16,-2 0-3-16,1 0-1 0,0-1 5 0,1 2 11 15,-2-3-8-15,2 1-3 0,-2-2 0 0,0 1-14 16,2-2 10-16,-4-1-1 0,3 0 3 0,-2-1-8 15,3 0 2-15,-3-2-5 0,3 0 13 0,-2 0-3 16,0-6 1-16,2 5-5 0,-2-7 15 0,3 7-9 16,0-6 5-16,1 1-9 0,-1 1 1 0,3 3 1 15,0-5 10-15,1 6-7 0,1-1-11 0,-1 1 24 16,1 0-10-16,0 1-1 0,1 1 5 0,0 2-9 16,-1 3 1-16,2-4-2 0,-1 5-2 0,3-2 0 15,-2 1-16-15,1 0 22 0,2 2-19 0,-1-2 7 16,4-1 0-16,-2 3-2 0,1-1-2 0,4-4-2 15,2 2 5-15,1 2-2 0,-2-2-6 0,2 2-1 16,3-1 3-16,0 1 0 0,-1-2-4 0,1 3 3 16,1 0 0-16,-2 1-1 0,3-1-5 0,-3 1 4 15,4-1 12-15,-3 1-16 0,0-1 1 0,2 1 6 16,0-1-6-16,0 1 6 0,0 0-1 0,-1 2 0 16,0-1 11-16,-1 0-10 0,-1 1 0 0,1 1 2 15,-1 1-9-15,1-4 10 0,1 2-13 16,0 0 11-16,1 3-18 0,3-4 13 0,3 1 4 0,2-1-4 15,3 0 2-15,-2 0 4 0,1 3-6 0,-1 0-2 16,0-1 4-16,2 1 0 0,-2-1 0 0,0 1 14 16,1-1-17-16,1 3 2 0,-1-2 0 0,2 3 7 15,-2-4-4-15,6 3 0 0,2-4-11 0,-1 2 0 16,15-4 4-16,-14 4 4 0,-1-1-2 0,13-3-1 16,-10 1-6-16,-2 2-6 0,14-5 5 0,-14 5-1 15,1 1-3-15,1-2 5 0,-2 2-5 0,0-1 6 16,1 1-15-16,3 2 4 0,-4-2-2 0,3 2-6 15,-3 0-1-15,4 1-2 0,-2 2-8 0,12-3-5 16,-15 3 0-16,0-2-9 0,0 2-4 16,0 0-4-16,-3 0-6 0,5 2 0 0,-1 0 4 15,-2-1 3-15,3 1-39 0,-2-1 86 0,3 0-34 0,0 2 7 16,0 0 8-16,12 4 0 0,-13-3 7 0,0 1 0 16,-1 1 3-16,2 1 4 0,-1 2 3 0,-1-3-3 15,0 2-2-15,2 1-13 0,-2-1-35 16,-1-1 15-16</inkml:trace>
  <inkml:trace contextRef="#ctx0" brushRef="#br0" timeOffset="133873.84">7657 12744 121 0,'0'0'117'15,"0"0"-12"-15,0 0-9 0,13-12-13 0,-1 9-11 16,5-1-1-16,4 0-10 0,9-3-2 15,5 1-6-15,-2 2 4 0,6-2-16 0,-2 1-5 16,2 0 5-16,-2 0-11 0,0 1-3 0,1 0 3 16,-5 0-4-16,1 2 0 0,-2-1-2 0,-1 1-9 15,0 0 7-15,2 0 1 0,-4 2-6 0,4 0-8 0,-2 2 1 16,1 0-1-16,-1 0-4 0,-2 3 5 16,2 0-10-16,-3-2 1 0,3 6 8 0,-2-3-1 15,0 0-3-15,0 1-2 0,0 0 12 0,2 3-9 16,-3-1 0-16,0-1-10 0,-1 1 2 0,-2 3-5 15,-6-6 11-15,1 5-7 0,4 0 5 0,-5-3-10 0,1 1 17 16,-1-1-1-16,0 2-1 0,1-2 14 16,-1 2-5-16,-2 0 0 0,0 0 3 0,0-1-7 15,1-1-7-15,-4-1 6 0,1 3 3 0,1 0-4 16,-1-1-4-16,-1 3 2 0,-2-4 2 0,-1 5-4 16,0 0 2-16,0-2-4 0,-2 3 6 0,4 0-2 0,-6 3 5 15,1-1-6-15,-2 0 2 0,0 1 10 0,0 2-12 16,1-1 6-16,-3-1-5 0,0 1-3 15,0-1-1-15,-1 2-5 0,-1-2 4 0,0 2 3 16,-1-2-6-16,-1 2 3 0,2-4-1 0,0 2 0 16,1-1-1-16,-5 0-1 0,4-1 4 0,0 3-2 15,-2 0 15-15,-2-1 0 0,0 0 2 0,-1 1-1 16,1-2-5-16,-1-1 2 0,-3 3 3 0,1-1-3 16,1 1-2-16,-1-2-2 0,-3 0-3 0,0-1 3 15,2-1-8-15,-2-4 4 0,-2 6-3 0,-1-3 2 16,-3 1 1-16,1 0-1 0,-9 3 0 0,2-1-1 15,2-4 1-15,-8 4-2 0,-2-4 1 0,1 3-1 0,2-1 2 16,-2-5-4-16,0 3 0 0,-1-2 3 16,1 0 7-16,0 0-16 0,0 0-16 0,3-2-31 0,2-5-47 15,1 4-33-15,-6-3-138 0,7 3-289 16,3-3 129-16</inkml:trace>
  <inkml:trace contextRef="#ctx0" brushRef="#br0" timeOffset="138758.63">15179 11551 39 0,'0'0'78'0,"0"0"-6"0,0 0 5 15,0 0-14-15,0 0-1 0,0 0-17 0,0 0 12 16,0 0-7-16,0 0 2 0,0 0 2 0,0 0-5 15,-10-18-7-15,10 18-7 0,0 0 3 0,0 0-9 16,0 0 8-16,0 0-12 0,0 0 8 0,0 0-16 16,0 0-4-16,0 0 10 0,0 0-9 0,0 0-5 15,-5-6-2-15,5 6-16 0,0 0-16 0,0 0-14 16,0 0-14-16,0 0-19 0,0 0-65 0,0 0-149 16,0 0 65-16</inkml:trace>
  <inkml:trace contextRef="#ctx0" brushRef="#br0" timeOffset="139232.64">16638 11919 20 0,'0'0'70'0,"0"0"-14"0,0 0-6 0,0 0-1 16,0 0-6-16,0 0-15 0,0 0-12 0,0 0-18 15,0 0-27-15,0 0-22 0,0 0-54 0,0 0 25 16</inkml:trace>
  <inkml:trace contextRef="#ctx0" brushRef="#br0" timeOffset="139582.04">16912 11646 67 0,'0'0'106'0,"0"0"-6"0,0 0-14 16,0 0-3-16,0 0-19 0,0 0 7 15,0 0-12-15,0 0-7 0,0 0-9 0,0 0-1 0,2-7-4 16,-2 7-5-16,0 0-5 0,0 0 2 0,0 0-15 15,0 0-6-15,0 0-11 0,0 0-18 16,0 0-17-16,0 0-23 0,0 0-21 0,0 0-40 0,0 0-132 16,6 22 59-16</inkml:trace>
  <inkml:trace contextRef="#ctx0" brushRef="#br0" timeOffset="139888.97">17299 11833 60 0,'0'0'55'0,"0"0"-22"0,0 0-22 16,0 0-23-16,0 0-13 0,0 0-27 0,0 0 13 15</inkml:trace>
  <inkml:trace contextRef="#ctx0" brushRef="#br0" timeOffset="140107.4">17610 11803 6 0,'0'0'-1'0,"0"0"-2"16</inkml:trace>
  <inkml:trace contextRef="#ctx0" brushRef="#br0" timeOffset="140598.72">18207 11877 126 0,'0'0'121'0,"0"0"-8"16,0 0-9-16,0 0-11 0,0 0-7 0,0 0-1 15,0 0-8-15,0 0 0 0,3 5-13 0,-3-5 0 16,0 0 2-16,0 0-3 0,0 0-12 0,0 0 0 15,0 0-9-15,0 0-5 0,0 0-3 0,0 0-2 16,0 0-4-16,0 0-3 0,0 0-5 0,0 0-16 16,0 0-32-16,0 0-36 0,0 0-38 0,0 0-110 15,0 0-229-15,0 0 102 0</inkml:trace>
  <inkml:trace contextRef="#ctx0" brushRef="#br0" timeOffset="142904.59">15053 11344 8 0,'0'0'58'0,"0"0"-11"0,0 0-1 0,0 0-1 16,0 0-6-16,0 0-9 0,0 0-9 0,0 0-11 15,0 0-22-15,0 0-37 0,0 0-53 0,0 0 24 16</inkml:trace>
  <inkml:trace contextRef="#ctx0" brushRef="#br0" timeOffset="143300.1">17321 11891 61 0,'0'0'138'0,"0"0"-14"0,0 0-19 0,0 0-19 15,0 0-20-15,0 0-17 0,0 0-17 0,0 0-25 0,0 0-4 16,-10 12-23-16,10-12-23 0,-6 5-59 0,-1-2-110 15,0 0 49-15</inkml:trace>
  <inkml:trace contextRef="#ctx0" brushRef="#br0" timeOffset="145021.1">3257 13734 65 0,'0'0'65'0,"0"0"-1"0,0 0-13 0,0 0 2 16,0 0-11-16,0 0 8 0,0 0-8 0,0 0-4 15,0 0 5-15,0 0 1 0,0 0 1 0,0 0 2 16,0 0-1-16,0 0 2 0,0 0-14 16,0 0 19-16,0 0 2 0,0 0-3 0,0 0-4 0,0 0 0 15,0 0-5-15,0 0 4 0,0 0-9 0,0 0 3 16,0 0-3-16,0 0-1 0,0 0 0 0,0 0-12 15,0 0-4-15,0 0 5 0,0 0-9 0,0 0 1 16,0 0 2-16,0 0-4 0,0 0-5 0,0 0 0 16,0 0 0-16,0 0 5 0,0 0-8 0,0 0-2 15,0 0 4-15,0 0-10 0,0 0 3 0,0 0-8 16,0 0-17-16,0 0-20 0,0 0-25 16,0 0-24-16,0 0-33 0,0 0-73 0,0 0-214 0,3 13 94 15</inkml:trace>
  <inkml:trace contextRef="#ctx0" brushRef="#br0" timeOffset="146318.28">21898 11831 79 0,'0'0'143'0,"9"-4"-8"0,-9 4-6 0,0 0-11 15,0 0-18-15,7-1-8 0,-7 1-15 0,0 0-2 16,0 0-14-16,0 0-15 0,0 0-17 0,11 5-22 15,-11-5-37-15,6 2-18 0,-6-2-27 0,9 10-82 16,-1-7-169-16,2-3 75 0</inkml:trace>
  <inkml:trace contextRef="#ctx0" brushRef="#br0" timeOffset="146514.87">22847 11789 190 0,'9'-3'190'16,"-9"3"-16"-16,6-3-11 0,-6 3-19 0,0 0-15 15,0 0-13-15,0 0-18 0,0 0-33 0,0 0-36 16,-25-1-27-16,25 1-24 0,-15 1-37 0,7 2-47 16,-2-1-80-16,-2-1-201 0,1 1 90 0</inkml:trace>
  <inkml:trace contextRef="#ctx0" brushRef="#br0" timeOffset="147878.41">14916 12683 52 0,'-10'-1'156'0,"10"1"-5"16,0 0-1-16,0 0-1 0,-7-3-4 0,7 3-5 15,0 0-1-15,0 0-5 0,0 0-8 0,-5-4-4 16,5 4-8-16,0 0-6 0,0 0-10 16,0 0-6-16,0 0-11 0,0 0-6 0,0 0-10 0,0 0-6 15,0 0-5-15,0 0-10 0,0 0-1 0,0 0-5 16,0 0 0-16,0 0 2 0,0 0-3 0,31 1-4 16,-15 2 0-16,4-1-8 0,-2-1 4 0,9 2-2 15,-4-2 1-15,6-1-2 0,0 2 3 0,1-1-4 16,-1-1-2-16,0 1 0 0,1 2-2 0,-3-2-3 15,-5-1 0-15,-1 1-2 0,5-2 0 0,-3 2-4 16,-3-1 2-16,1 1 5 0,-1-1 1 0,-1 0 0 16,2 0 3-16,-2 2 2 0,-1-2 2 0,-3 0 2 15,2-2 7-15,-6 2-6 0,3-1 3 0,-2 0 1 16,-2 1-5-16,0 0 4 0,-2 0 2 0,-8 0 3 16,13 1 1-16,-13-1 7 0,10 0-2 0,-10 0 2 15,6 0 8-15,-6 0 2 0,0 0 9 0,0 0 13 16,12 0 1-16,-12 0 6 0,0 0-1 0,0 0 11 15,0 0-8-15,0 0-5 0,0 0-3 0,0 0-4 16,0 0-9-16,0 0-10 0,0 0-5 0,7 0-3 16,-7 0-7-16,0 0-2 0,0 0-9 0,0 0-14 15,0 0-22-15,0 0-33 0,0 0-44 0,0 0-45 16,0 0-51-16,0 0-56 0,0 0-96 0,0 0-293 16,0 0-674-16,0 0 299 0</inkml:trace>
  <inkml:trace contextRef="#ctx0" brushRef="#br0" timeOffset="161328.81">21434 14502 43 0,'0'0'61'0,"0"0"-9"15,0 0-3-15,0 0-8 0,0 0-3 0,0 0-3 0,-9 20-3 16,9-20-6-16,0 0 4 0,-3 6-12 0,3-6-1 16,0 0-3-16,0 0-3 0,0 0-10 0,0 0 7 15,0 0 7-15,0 0-2 0,0 0-1 0,-1 6-1 16,1-6-1-16,0 0-5 0,0 0-1 16,0 0 1-16,0 0-1 0,0 0 1 0,4 9 0 0,-4-9-2 15,0 0 1-15,0 0 1 0,4 5-4 0,-4-5 2 16,0 0 1-16,0 0-4 0,5 5-5 0,-5-5-4 15,0 0-1-15,5 4-5 0,-5-4-3 16,0 0-12-16,3 5-4 0,-3-5-8 0,0 0-29 0,0 0-76 16,1 9 34-16</inkml:trace>
  <inkml:trace contextRef="#ctx0" brushRef="#br0" timeOffset="162204.67">22091 14437 16 0,'0'0'134'0,"0"0"0"0,0 0-13 0,0 0-1 15,5-3-8-15,-5 3-9 0,0 0-3 0,0 0-8 16,0 0-9-16,0 0-8 0,0 0-3 0,0 0-7 16,0 0-10-16,0 0-1 0,0 0-9 0,0 0-4 15,0 0-5-15,0 0-8 0,0 0 0 0,0 0-5 16,0 0 3-16,0 0-5 0,0 0-1 0,0 0 0 15,0 0-6-15,0 0 2 0,0 0 1 0,0 0-8 16,0 0 8-16,11 6-3 0,-11-6-4 0,0 0 3 16,0 0-2-16,7 7 2 0,-7-7-2 0,1 5 8 15,-1-5-8-15,0 0-2 0,4 6-2 0,-4-6 3 16,4 4-2-16,-4-4-5 0,4 7 2 0,-4-7 3 16,6 4-2-16,-6-4 2 0,6 6 1 0,-6-6-1 15,7 0-1-15,-7 0-7 0,11 3 5 0,-11-3 1 16,22-5 1-16,-6-1 2 0,10-3-9 0,1-6-4 0,5 0-31 15,16-10-33-15,5-6-39 0,-1 2-30 16,2-2-124-16,19-19-282 0,-3-4 124 0</inkml:trace>
  <inkml:trace contextRef="#ctx0" brushRef="#br0" timeOffset="165743.07">15930 14882 13 0,'0'0'94'0,"0"0"-2"0,0 0-13 0,3-7-8 16,-3 7-7-16,0 0-4 0,0 0-11 0,0 0-6 16,0 0-16-16,0 0-12 0,0 0-12 0,0 0-11 15,0 0-12-15,0 0-13 0,0 0-11 0,0 0-41 16,0 0-90-16,0 0 40 0</inkml:trace>
  <inkml:trace contextRef="#ctx0" brushRef="#br0" timeOffset="166387.97">16548 16035 81 0,'0'0'83'0,"0"0"-19"15,0 0-9-15,8 5-19 0,-8-5-11 0,3 4-9 16,-3-4-5-16,0 0-3 0,8 4-14 0,-8-4-16 16,5 5-9-16,-5-5-23 0,6 4-58 0,-6-4 26 15</inkml:trace>
  <inkml:trace contextRef="#ctx0" brushRef="#br0" timeOffset="166947.74">16631 16105 39 0,'0'0'54'0,"0"0"-4"15,0 0 0-15,0 0-5 0,0 0-5 0,0 0-3 16,0 0 2-16,0 0-2 0,0 0-14 0,0 0 9 16,0 0-3-16,0 0 2 0,0 0-3 0,0 0 1 15,0 0-7-15,0 0 7 0,0 0-3 0,0 0 2 16,0 0 3-16,0 0-6 0,0 0 1 0,0 0-3 16,0 0-2-16,0 0-1 0,0 0 0 0,0 0 7 15,0 0-7-15,0 0 3 0,0 0-4 0,0 0 0 16,0 0 1-16,0 0-2 0,0 0 7 0,0 0-3 15,0 0-9-15,0 0 6 0,0 0-8 0,0 0 4 16,0 0-1-16,0 0 4 0,0 0-5 0,0 0 3 16,0 0-8-16,0 0 9 0,0 0-3 0,0 0-3 15,0 0 0-15,0 0-4 0,0 0 4 0,0 0-6 16,0 0 2-16,0 0-2 0,0 0 3 0,0 0-7 16,-2-19-2-16,2 19 5 0,0 0 0 0,0 0-1 15,0 0-6-15,0 0 9 0,0 0-7 0,0 0 4 16,0 0-6-16,0 0 0 0,0 0-13 0,5-3-7 15,-5 3-11-15,0 0-27 0,0 0-14 0,0 0-14 16,0 0-72-16,0 0-173 0,0 0 76 0</inkml:trace>
  <inkml:trace contextRef="#ctx0" brushRef="#br0" timeOffset="168024.09">12450 17417 44 0,'0'0'110'0,"0"0"-8"0,0 0-4 15,0 0-7-15,0 0 10 0,0 0-31 0,0 0-3 16,0 0-6-16,0 0-3 0,0 0-7 0,0 0-1 15,0 0-7-15,0 0 0 0,0 0-4 0,0 0-9 16,0 0 4-16,0 0-9 0,0 0 0 0,0 0-5 16,0 0-8-16,0 0 10 0,0 0-8 0,0 0 1 15,0 0 0-15,0 0-8 0,0 0 2 0,0 0-4 16,0 0-11-16,0 0-12 0,0 0-26 0,0 0-15 16,0 0-8-16,0 0-16 0,0 0-81 0,5 0-178 15,-5 0 78-15</inkml:trace>
  <inkml:trace contextRef="#ctx0" brushRef="#br0" timeOffset="169060.29">15436 16770 5 0,'0'0'20'0,"0"0"-25"0,0 0-4 0,0 0 2 16</inkml:trace>
  <inkml:trace contextRef="#ctx0" brushRef="#br0" timeOffset="169359.05">16007 16635 91 0,'0'0'106'16,"0"0"-11"-16,0 0-17 0,0 0 2 0,0 0-10 15,0 0-11-15,0 0-5 0,0 0 2 0,0 0-11 16,0 0-8-16,0 0-3 0,0 0-9 0,0 0-10 16,0 0-13-16,0 0-14 0,0 0-16 0,0 0-19 15,0 0-25-15,0 0-43 0,0 0-124 0,0 0 54 16</inkml:trace>
  <inkml:trace contextRef="#ctx0" brushRef="#br0" timeOffset="169686.67">16054 17497 71 0,'-8'5'126'0,"8"-5"-11"0,0 0-12 16,0 0-12-16,-12 4-8 0,12-4-10 0,0 0-23 15,0 0-8-15,-10 3-12 0,10-3-20 16,0 0-5-16,0 0-11 0,0 0-15 0,0 0-17 0,0 0-29 15,0 0-45-15,0 0-120 0,0 0 53 0</inkml:trace>
  <inkml:trace contextRef="#ctx0" brushRef="#br0" timeOffset="170571.11">16554 16973 33 0,'0'0'158'0,"0"0"-14"0,0 0-13 0,0 0-12 0,0 0-11 15,0 0-5-15,0 0-7 0,-10 26-13 0,12-20 17 16,-1 1-15-16,0 2-8 0,-1-9-9 0,3 15-13 16,-2-7 15-16,1 0-1 0,1 1-2 15,-1-1-12-15,0-3 2 0,-1 2 9 0,3 1-8 0,-4-8 0 16,4 8-11-16,0-3-3 0,-4-5-4 16,9 6 6-16,-3-6 0 0,-6 0 0 0,17-3-7 15,-1-6 1-15,10-8-7 0,-2-4-6 0,6-3-11 16,15-13-28-16,-2-2-28 0,22-18-56 0,-18 14-75 15,17-17-157-15,2-2-355 0,-2-1 157 0</inkml:trace>
  <inkml:trace contextRef="#ctx0" brushRef="#br0" timeOffset="171842.09">12156 16903 12 0,'0'0'2'0,"0"0"-5"0,0 0-3 0,0 0 3 15</inkml:trace>
  <inkml:trace contextRef="#ctx0" brushRef="#br0" timeOffset="208037.7">17857 16754 131 0,'0'0'164'0,"0"0"-10"16,0 0-9-16,0 0-15 0,0 0-13 0,0 0-10 16,0 0-14-16,0 0 2 0,0 0-14 0,0 0 0 15,0 0-12-15,0 0-1 0,0 0 0 0,0 0-4 16,0 0-8-16,0 0-10 0,0 0-1 0,11 25-5 16,-8-15-1-16,-1-1-3 0,0 1 5 0,-1 3-2 15,3-2-2-15,0 1 1 0,1-2-9 16,-1-1-6-16,-2 1 2 0,1 2-7 0,-1-2 3 0,1-3-7 15,-1 0 2-15,1-1-4 0,-1 1 1 0,-2-7-1 16,3 9-2-16,-3-9 3 0,2 9-3 0,-2-9-3 16,4 5 1-16,-4-5 0 0,0 0-1 0,0 0-4 15,3 7 9-15,-3-7-6 0,0 0-1 0,0 0 3 16,22-12 3-16,-2-6-5 0,6-5-4 0,17-10 6 16,6-4-2-16,21-18 5 0,3 0-16 0,1 1-21 15,8-5-46-15,-4-3-48 0,6-2-59 0,2 3-139 16,-1-7-344-16,-4 9 152 0</inkml:trace>
</inkml:ink>
</file>

<file path=ppt/ink/ink1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18:27.688"/>
    </inkml:context>
    <inkml:brush xml:id="br0">
      <inkml:brushProperty name="width" value="0.05292" units="cm"/>
      <inkml:brushProperty name="height" value="0.05292" units="cm"/>
      <inkml:brushProperty name="color" value="#FF0000"/>
    </inkml:brush>
  </inkml:definitions>
  <inkml:trace contextRef="#ctx0" brushRef="#br0">14557 16753 61 0,'0'0'113'0,"0"0"-26"15,0 0-11-15,0 0-6 0,0 0-12 0,0 0-4 16,0 0-30-16,0 0-23 0,0 0-2 0,0 0-13 16,0 0-20-16,-4 9-13 0,4-9-28 0,-5 9-81 15,5-9 36-15</inkml:trace>
  <inkml:trace contextRef="#ctx0" brushRef="#br0" timeOffset="331.7">16047 16652 23 0,'0'0'133'16,"0"0"-13"-16,0 0-10 0,0 0-15 0,0 0-9 15,8-5-1-15,-8 5-14 0,0 0-5 0,0 0-8 16,0 0-6-16,0 0-4 0,0 0-7 0,0 0-3 16,0 0-6-16,0 0 3 0,0 0-7 0,0 0-3 15,0 0 0-15,0 0-4 0,0 0-17 0,0 0-12 16,0 0-29-16,0 0-32 0,0 0-22 0,0 0-75 15,0 0-178-15,0 0 79 0</inkml:trace>
  <inkml:trace contextRef="#ctx0" brushRef="#br0" timeOffset="1093.96">15982 17847 11 0,'0'0'90'0,"0"0"-3"16,0 0-9-16,0 0-9 0,0 0-7 15,0 0-10-15,0 0 0 0,0 0-5 0,0 0-1 16,0 0-1-16,0 0-17 0,0 0 6 0,0 0-4 15,0 0 3-15,0 0-6 0,0 0 4 0,0 0-2 16,0 0-10-16,0 0 2 0,0 0-6 0,0 0 13 16,0 0-15-16,0 0 0 0,0 0-2 0,0 0 0 15,0 0 0-15,0 0 0 0,0 0-6 0,0 0 10 16,0 0-4-16,0 0 3 0,0 0 1 0,0 0-4 16,0 0-2-16,0 0-6 0,0 0 4 0,0 0 5 15,0 0-12-15,0 0 11 0,0 0-2 0,0 0-7 16,0 0 4-16,0 0-7 0,0 0 9 0,0 0-4 15,0 0-2-15,0 0 7 0,0 0-5 0,0 0-9 16,0 0-2-16,0 0 14 0,0 0-2 0,0 0-1 16,0 0-3-16,0 0-1 0,0 0-5 0,0 0 3 15,0 0 2-15,0 0 2 0,0 0-5 0,0 0-1 16,0 0 8-16,0 0-2 0,0 0-2 0,0 0 5 16,0 0 3-16,0 0-15 0,0 0 12 15,0 0-3-15,0 0 2 0,0 0-11 0,0 0 7 16,0 0-3-16,0 0 11 0,0 0-7 0,0 0-8 15,0 0 11-15,0 0-5 0,0 0 0 0,0 0 2 16,0 0 2-16,0 0 5 0,0 0-13 0,0 0 12 16,0 0-11-16,0 0 0 0,0 0 5 0,0 0-4 15,0 0 0-15,0 0 2 0,0 0-1 0,0 0 3 16,0 0-2-16,0 0-6 0,0 0 10 0,0 0-2 16,0 0 2-16,0 0-13 0,0 0 10 0,0 0-8 15,0 0 2-15,0 0-7 0,0 0-3 0,0 0-2 16,0 0-12-16,0 0-10 0,0 0-7 0,0 0-10 15,0 0-17-15,0 0-6 0,0 0-49 0,0 0-138 16,0 0 61-16</inkml:trace>
  <inkml:trace contextRef="#ctx0" brushRef="#br0" timeOffset="1730.01">14631 16986 41 0,'0'0'68'16,"0"0"-6"-16,0 0-3 0,0 0-14 0,0 0 2 15,0 0-27-15,0 0-8 0,0 0-12 0,0 0-19 16,0 0-12-16,0 0-20 0,0 0-55 0,0 0 24 16</inkml:trace>
  <inkml:trace contextRef="#ctx0" brushRef="#br0" timeOffset="2144.79">16170 16784 61 0,'0'0'65'0,"0"0"-16"0,0 0-2 0,0 0-13 15,0 0-20-15,0 0-12 0,0 0-29 0,0 0-15 16,0 0-44-16,-28 22 21 0</inkml:trace>
  <inkml:trace contextRef="#ctx0" brushRef="#br0" timeOffset="2634.92">15769 17842 82 0,'0'0'80'0,"0"0"-6"15,0 0-12-15,0 0 6 0,0 0-10 0,0 0-2 16,0 0-10-16,0 0 4 0,0 0-5 0,0 0 2 15,0 0-12-15,0 0 0 0,0 0-10 0,0 0 7 16,0 0-14-16,0 0 5 0,0 0-6 16,0 0 2-16,0 0-5 0,0 0 0 0,0 0 4 15,0 0-7-15,0 0-5 0,0 0 5 0,0 0 4 16,0 0-8-16,0 0 2 0,0 0-3 0,0 0-5 16,0 0 4-16,0 0-1 0,0 0 9 0,0 0-8 15,0 0 11-15,0 0-7 0,0 0-4 0,0 0 1 16,0 0 7-16,0 0-11 0,0 0 3 0,0 0 0 15,0 0-3-15,0 0-6 0,-8 9 15 0,8-9-11 16,0 0 6-16,0 0-4 0,0 0 1 0,0 0-9 16,0 0-8-16,0 0-18 0,0 0-9 0,0 0-18 15,0 0-22-15,0 0-63 0,0 0-155 0,0 0 70 16</inkml:trace>
</inkml:ink>
</file>

<file path=ppt/ink/ink1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0T14:14:20.566"/>
    </inkml:context>
    <inkml:brush xml:id="br0">
      <inkml:brushProperty name="width" value="0.05292" units="cm"/>
      <inkml:brushProperty name="height" value="0.05292" units="cm"/>
      <inkml:brushProperty name="color" value="#FF0000"/>
    </inkml:brush>
  </inkml:definitions>
  <inkml:trace contextRef="#ctx0" brushRef="#br0">4297 9587 16 0,'0'0'63'0,"0"0"3"0,0 0-11 0,0 0 1 0,0 0 3 0,0 0-9 15,0 0-2-15,0 0 3 0,0 0 5 0,0 0-2 16,0 0 2-16,0 0 0 0,0 0-1 0,0 0-3 15,5-4 3-15,-5 4 0 0,0 0-3 0,0 0 3 16,0 0 1-16,0 0-2 0,0 0 0 0,0 0-5 16,0 0-5-16,0 0-7 0,0 0-2 0,0 0-6 15,0 0-1-15,0 0-2 16,0 0-3-16,0 0 6 0,0 0-11 0,0 0 0 16,0 0-5-16,0 0-1 0,0 0-2 0,0 0-1 15,-21-1 9-15,21 1-12 0,0 0-2 0,-11 0 2 16,11 0-1-16,0 0 1 0,-11 0-1 0,11 0 4 15,0 0-4-15,0 0-5 0,-10 0 6 0,10 0-3 16,0 0 0-16,0 0 0 0,-9 1-1 0,9-1 4 16,0 0-5-16,0 0-1 0,0 0 2 0,0 0 3 0,-10 0-6 0,10 0-6 15,0 0 8-15,0 0-2 0,0 0-4 0,0 0 2 16,0 0-3-16,0 0 0 0,0 0-2 0,0 0-1 16,0 0 4-16,0 0-1 0,20 11 9 0,-8-8 0 15,6-1 0-15,1-1-2 0,1 0 4 0,3-1-4 16,8 2 7-16,0-2-4 0,-1-2-1 0,1 1-5 15,-3 1 14-15,0 0-5 0,-7-1 1 0,0 1-9 0,1-2 4 16,-2 2-6-16,-2 0-4 0,-4 0-10 0,-1 0-9 16,-3 0-18-16,-1 0-8 0,-9 0-9 0,14 0-15 0,-8 0-11 15,-6 0-16-15,11 3-94 0,-11-3-211 0,4 3 94 16</inkml:trace>
  <inkml:trace contextRef="#ctx0" brushRef="#br0" timeOffset="416.63">4175 9655 137 0,'0'0'160'0,"0"0"-16"0,0 0-17 15,-8-4-8-15,8 4-10 16,0 0-19-16,0 0-7 0,0 0-9 0,0 0-15 16,0 0-7-16,0 0-6 0,0 0-8 0,0 0-4 15,1 18 5-15,2-9-7 0,1 3 10 0,-2 5 4 16,1 4 4-16,-2 4 2 0,-1 3-5 0,1-2 3 15,1 7 1-15,-4-4 0 0,2 3-4 0,2 0-4 0,-2 0-1 16,-3-2-3-16,-1 1-2 0,4-1-4 16,-5-1-4-16,1-1-3 0,1-1-1 0,1 0-3 0,-2-3-4 0,1-6 3 15,-3 1-4-15,3-1 0 0,0-3-1 0,-2-2-3 16,4-2-2-16,-1-2-3 0,1 1-14 0,-1-2-16 16,0-2-17-16,0 0-27 0,2-6-16 0,-3 7-20 15,3-7-31-15,0 0-40 0,-8 4-90 0,8-4-284 16,0 0 126-16</inkml:trace>
  <inkml:trace contextRef="#ctx0" brushRef="#br0" timeOffset="970.7">4129 10003 51 0,'15'0'108'0,"3"-2"3"0,4 1-4 16,4 0-14-16,4-1-7 0,2-1 0 0,-2 0-16 16,2 2-4-16,-1-1-14 0,0 0-7 0,-4-2-4 15,-6 4 5-15,0 0-8 0,-2 0-1 0,-6 1-8 16,5-2-5-16,-6 1 3 0,0-1-4 0,2 1-12 0,-5 0 9 16,-9 0-1-16,15-2 22 0,-8 2-35 0,-7 0 8 0,10 2-5 15,-10-2-7-15,0 0 8 0,9 0 1 0,-9 0-3 16,0 0 0-16,9 1 2 0,-9-1-3 0,0 0 0 15,0 0-4-15,0 0 0 0,5 4 5 0,-5-4 0 16,0 0-1-16,0 0 2 0,-4 18-4 0,4-18 0 16,-8 15 6-16,2-5 0 0,0 6 1 0,2-5-7 15,-3 4 1-15,2-1-6 16,-1 4 6-16,1-3-1 0,1-1 3 0,1 3-5 16,2-5 4-16,-1-2-3 0,3 2 5 0,0 1-8 15,3-4 3-15,-1 2 0 0,2-3-5 0,2 0 0 16,0 1 6-16,0-3-3 0,1 1 1 0,2-3-2 15,-1 0 6-15,2-1-5 0,0 0 8 0,2-3-5 16,1-3 4-16,-1 0-1 0,-1 0 3 0,2-3-4 16,2 0 4-16,-1-2 5 0,-2-2 26 0,1-1-25 0,-1 0-1 0,-3-2 0 15,3 0 3-15,-4-3 0 0,-3 2-4 16,-2-2-2-16,0 0 2 0,-2 0-3 0,-1-1 3 16,-3 0-2-16,1 4 3 0,-3 2-10 0,-2-5 0 15,-3 2-4-15,1 6 3 0,-2 1-8 0,-3 2-14 16,-8 1-8-16,1 4-14 0,-3 0-14 0,-4 6-12 15,0 4-15-15,1-2-15 16,2 6-20-16,3 0-105 0,-2 1-238 0,9-2 105 16</inkml:trace>
  <inkml:trace contextRef="#ctx0" brushRef="#br0" timeOffset="1440.75">4869 10356 121 0,'9'-10'143'0,"1"-4"2"0,0 0-10 15,-2-1-17-15,3-1-6 0,-2 0-5 0,-2-3-13 16,0 0-7-16,1 1-11 0,-4-1-8 0,2-6-1 16,-3 6-9-16,-3-6-5 0,2 6-7 0,-3 2 6 0,1-2 6 0,-3 1 4 15,0 3-14-15,0 0 2 0,0 3 1 0,-2 0 6 16,0 3-6-16,0 4 0 0,4-2-3 15,-3 2-5-15,4 5-5 0,-9-7-2 0,5 1-9 16,4 6-4-16,-7-6-3 0,7 6-1 0,-8-3-7 0,8 3 1 16,0 0-4-16,0 0 2 0,0 0-8 0,-13 8-5 15,13-8-2-15,-1 9-1 16,1-9-5-16,4 10 1 0,-2-2 2 16,5-1-3-16,0 0 1 0,5-1 11 0,1-1-15 15,3 2 0-15,0 0 1 0,-2-4 4 0,-2-1-1 16,1 0 5-16,1 2-3 0,-2-2-1 0,0 1 3 0,-1 0 4 15,-1-2-6-15,-1 1 2 0,-3 0-2 0,1-1 3 16,-1 2-2-16,2-1-3 0,-8-2 1 16,10 6-1-16,-5-3 4 0,-1 1 5 0,1 1-3 0,-2 2 1 0,2-2-3 15,-2 1 3-15,-1 1 2 0,0 3-2 0,2-1 5 16,-3 2 9-16,2 2-12 0,-3 0 6 0,3 3-3 16,-5 0 0-16,4 1 1 0,-4 0-2 0,2-1-25 15,0 2-21-15,2-1-37 0,-2 1-27 0,1-3-38 16,2 0-127-16,-2-2-295 0,1 0 130 0</inkml:trace>
  <inkml:trace contextRef="#ctx0" brushRef="#br0" timeOffset="1919.42">5800 9714 104 0,'2'-5'164'0,"-2"5"-19"16,2-9-18-16,-2 9-22 0,0 0-4 0,0 0-14 15,0 0-5-15,0 0-16 0,4 28-4 0,-8-10 2 16,2 11-2-16,-3 5 10 0,-2 13-10 0,1 1-3 16,-1-1-8-16,1-11 2 0,1-3-6 0,0 2-3 0,2 0-5 0,1-2-6 15,0 0-1-15,-2-2-3 0,4-2-2 0,0 0-10 16,2-3-28-16,-1-1-21 0,2-6-37 0,-3 1-33 16,1-5-42-16,-4-3-86 0,3 1-248 0,-1-3 110 15</inkml:trace>
  <inkml:trace contextRef="#ctx0" brushRef="#br0" timeOffset="2742.02">6207 10041 112 0,'-4'-12'184'0,"1"6"-12"15,-2 0-12-15,-1 1-10 0,-1 0-11 0,-1 3-16 0,0 1-9 16,8 1-14-16,-18 0-9 0,5 3-12 0,-4 2-6 16,0 5-5-16,1 0-7 0,-5 7-9 0,-1 2-6 15,4 0 0-15,4-3-7 0,-3 6-7 0,6-5 2 16,3 0-6-16,2 2-4 0,1-3-3 0,0 1-1 16,5-4-1-16,2-1-2 0,1 2-2 0,0-4-3 0,1 1 1 15,4-1-5-15,0-3-5 0,3 0-5 0,-1-1-9 16,3-3-5-16,5 0-3 0,-5-3-3 0,5-2 5 15,0-2-6-15,-2 0 2 0,-1-2 2 0,1-2-6 16,0 1 9-16,-5 0 2 0,-1-2 0 0,3-2 4 16,-4-3-3-16,-3 0 4 0,-1 3 1 0,0-5 2 15,0 0 6-15,-1 5-3 16,-1-5-5-16,-2 1 4 0,0 1-1 0,-1 3 0 16,0 3 8-16,0 1-2 0,0-3 12 0,0 10-3 15,-1-9-3-15,1 9-2 0,0 0-3 0,0 0 0 16,0-12 1-16,0 12-9 0,0 0 5 0,0 0-10 15,0 0 9-15,0 0 0 0,0 31 0 0,-2-20 4 16,2 1-2-16,-2 4-2 0,2-4 2 0,0 0 6 0,3 4-4 16,-1-4-3-16,4 4 6 0,-4-5-5 0,2 1 5 0,2-3 4 15,1 2-2-15,-2-3-3 0,1 0-5 0,4 1 5 16,-2-3-4-16,-2-2 9 0,5 1-4 0,-1-3 3 16,0 0-5-16,0-2-3 0,0 0 6 0,1 0 3 15,-1-3-12-15,1-1 10 0,-2-2-4 0,0 0 3 16,2-3-1-16,-1 1-8 0,-1-1-3 0,2-4-1 15,-2 0-11 1,-2-2 0-16,-2 1 0 0,2-1 5 0,-3 1-4 0,-1-1 2 16,-2-2 4-16,-1 6-3 0,1-3 4 0,-2 4 6 15,-2-2-5-15,1 1 6 0,-4 4-2 0,2-2 6 16,-1 0-2-16,0 4 1 0,-1 1-8 0,0 0 9 16,6 4-1-16,-14-4-1 0,14 4-4 0,-9-1 4 15,9 1 3-15,-8-2-3 0,8 2-5 0,0 0 3 16,0 0-2-16,0 0 5 0,-5 10 6 0,5-10-11 0,0 0 4 15,14 10 3-15,-6-7 1 0,5 1-1 0,-2-1-8 16,2-1 4-16,2 0 5 0,2 2-8 0,2-3 9 0,-1-1-3 16,-5 2 0-16,5-1 1 0,-7 3-7 15,0-3-2-15,1 1-1 0,-5 1 9 0,-1-2-5 16,2 2-1-16,-1-1 2 0,0 3 5 0,-3 0-5 16,2 1-2-16,0 1 0 0,2 1 7 0,-3 2 7 0,0 2 2 0,-2-2 2 15,3 4 3-15,-3 0-5 0,-1 2 5 0,-2-4-1 16,3 4-1-16,-3 2-1 0,0-2-4 0,0 2 1 15,0-4 5-15,2-2-2 0,-4 1-10 0,4-1-19 16,-2-1-20-16,0 1-26 0,2-3-22 0,-1 1-35 16,1-1-132-16,0-3-271 0,0-1 120 0</inkml:trace>
  <inkml:trace contextRef="#ctx0" brushRef="#br0" timeOffset="3490.09">7020 10053 42 0,'-13'3'156'0,"-4"3"-9"0,6 0-15 16,-6 4-7-16,3 1-10 0,0 0-17 0,1 0-10 15,2 3-6-15,0 0-2 0,4-1-12 16,2-2-4-16,0 1-15 0,2-1-2 0,3-1 3 0,0-3-12 15,1 3 1 1,3-4-1-16,0 1-8 0,1-2-9 0,1-3-4 16,0 1-10-16,5-2 5 0,-3 1-6 0,-1-2 3 15,4-3-6-15,-1 0 4 0,-1-2-1 0,-1 0 0 0,0-1 9 16,0-1-1-16,-3-3-2 0,0 2 6 0,2-1 0 16,-2 3 7-16,-1-4 0 0,-2 1 3 15,2-3 4-15,0 3-15 0,0 0 2 0,-2 3 6 16,1-1 6-16,-3 7-5 0,2-9-4 0,-2 9 0 0,4-6-4 0,-4 6-5 15,0 0-5-15,0 0-2 0,0 0 3 0,0 0-4 16,13 20 4-16,-12-1 5 0,2 9 3 0,-1 4 8 16,-2 4 8-16,-1 15-1 0,-3-5-1 0,2 1 5 15,-6 2-2-15,2 0 6 0,3 0 1 0,1 1-2 0,0-3-1 16,-2-2-6-16,3-10 2 0,-1-1-4 16,-2 0-5-16,-4-2 1 15,0 0-1-15,-2 0-3 0,-1-5-4 0,-3 2-2 16,-1-6-3-16,-1-1-1 0,3-6-12 0,-2-4-5 15,1 0-8-15,-1-3-2 0,3-4-1 0,-2-2-3 0,2-2 0 16,2-1-4-16,-3-4-2 0,3 0-9 0,0-4-2 16,-3-5 8-16,4 0-9 0,3-4 8 15,2-1-2-15,3-8 4 0,2-2 5 0,4-2-1 16,3 0 0-16,2 2 1 0,7-4 3 0,7-8-5 0,-5 10 10 0,3 0 2 16,12-6-3-16,-8 10 0 0,7-10-2 0,-6 13 2 15,2-2-1-15,1 1-13 0,-2-3 11 0,1 5-3 16,1-1 2-16,-2-2 2 0,1 1-3 0,-3 0 6 15,-3-1-3-15,0 0-1 0,-2 3 5 16,-3-4 0-16,1 4 12 0,-3-1-10 0,-2-2 6 0,-3 2 1 16,1-1 2-16,-6 6-1 0,1-1 17 0,-4 1-13 0,-3 0 7 15,3 2 11-15,-3 5 1 0,-1-2 4 0,-2 4 5 16,1 0-2-16,-1 5 5 0,3 4-8 0,-13-6-1 16,3 7 1-16,-3 4-3 0,-3 4 5 0,0 4 5 0,-8 9-2 15,2 1-1-15,1 3-1 0,3-2-2 0,2 3-3 16,6-3-1-16,2 2-4 0,5 1 0 15,5-3-3-15,3 2-9 16,3-8-19-16,10 1-33 0,1-1-37 0,4-4-38 16,6 0-61-16,1-3-133 0,4-4-341 0,5-2 151 15</inkml:trace>
  <inkml:trace contextRef="#ctx0" brushRef="#br0" timeOffset="4023.71">7912 10522 129 0,'14'-25'167'0,"5"-3"-10"16,-1 1-5-16,-2-2-11 0,3-2-8 0,-2-1-17 15,5-9-11-15,-4 8-8 0,2-10-8 0,-2 14-10 16,0-16-5-16,-3 13-11 0,2 1-6 0,3-11-3 0,-8 11-6 16,1-2-3-16,-3 2 0 0,0 0-2 0,-4 2-3 15,0 1 1-15,-3 12 10 0,0 0-2 0,0-1 0 0,0 6 1 16,-3 3-2-16,0-3-4 0,0 11-9 0,-1-9 0 15,1 9-6-15,-2-6-5 0,2 6-2 0,0 0-3 16,-21 10-4-16,6 0 2 0,1 3-8 0,-5 5 2 16,-1 3-2-16,5-1-2 0,4-3-1 0,0 8-6 0,5-7-1 0,2 7-3 15,4-5-1-15,5 3-3 0,2 2-2 16,4-1-10-16,2-2 1 0,5-3 6 0,-2 2-8 0,-3-6 4 16,10 4-1-16,-1-2 3 0,-2 1-9 0,2-1 8 15,-5-6 1-15,-2 1 4 0,-1 0 0 0,-2 1 2 16,0-2-4-16,-4 0 0 0,-2-1 4 0,-2-2 0 15,-2 1 3 1,-2 1 3-16,-3-1-2 0,-2-1 4 0,-4 1 2 16,-5 1 1-16,0-1 1 0,-3 1-3 0,0-1-1 15,-2-2 2-15,-6 3-9 0,6-3-32 16,0-2-2-16,1 1-27 0,2-2-18 0,1 0-39 16,3-1-28-16,-2-1-111 0,3-2-287 0,4-2 127 15</inkml:trace>
  <inkml:trace contextRef="#ctx0" brushRef="#br0" timeOffset="4243.06">8484 10082 64 0,'0'0'200'0,"5"-8"-14"0,-5 8-22 0,4-3-17 15,-4 3-19-15,0 0-17 0,0 0-7 16,0 0-8-16,8 11-4 0,-8-2-8 0,1 4-8 15,-2 3-8-15,1 3-5 0,0 3-5 0,-1-2-7 0,2 6-4 16,-4 0-4-16,1-2-11 0,-1-4-15 0,0-1-34 16,1-1-26-16,1 1-22 0,-3-2-31 0,5 0-33 15,-1 0-119-15,-1-7-266 0,2 1 117 16</inkml:trace>
  <inkml:trace contextRef="#ctx0" brushRef="#br0" timeOffset="4841.59">9020 10010 19 0,'-8'0'147'0,"8"0"-7"0,-19 0-4 0,7 2 5 16,-2 1-18-16,-1 5-8 0,-9 5-10 0,-1 1-18 15,2 4 10-15,0 3-19 0,0-2-1 0,2 2-11 16,3 1-7-16,1-2-4 0,6-4-10 0,0-3-5 16,6 0-3-16,1-3 2 0,1 2-12 0,1-1 0 15,2 0-4-15,3-4-3 0,-1 0-7 0,2-2 0 16,3-2-7-16,3 1 0 0,-2-2-7 0,2-4 3 16,2 1 0-16,0-2-4 0,6-1-1 0,-7 0-1 15,2-2 2-15,0 1 0 0,-1-1-8 0,0-1 6 16,-3 2 0-16,2-1-2 0,-3 3 5 0,1-4 1 15,0 4 0-15,-3-1-5 0,1 3 0 0,-7 1 1 16,13 1-2-16,-7 2-2 0,2 4 2 0,-2 1 2 16,1 7 7-16,-1 2 0 0,-2 1 1 0,-1 5 4 15,-1 3 6-15,-2 0 4 0,-2 2 1 0,-2 0 6 16,-1-1 1-16,-3 3 7 0,-2-5-1 0,-1 1 4 16,-1-1-4-16,-5 0 2 0,-2-1-2 0,-2 0-1 15,-4-2 0-15,1 0 0 0,-7-3-5 0,0-1-5 16,-2-1-4-16,2 0 2 0,1-3-6 0,-1-2-21 15,3 0-27-15,1-4-35 0,9-6-31 0,0 3-40 16,5-3-163-16,1-5-329 0,12 3 146 0</inkml:trace>
  <inkml:trace contextRef="#ctx0" brushRef="#br0" timeOffset="5246.35">9149 10159 103 0,'0'0'160'15,"0"0"-11"-15,18 10-9 0,-15-1-12 0,1 0-18 16,0 1 5-16,0 3-10 0,1 3-7 0,0 3-10 0,-1-3-8 16,-3 1-1-16,2-4-11 0,-3 3-10 0,0-5-11 15,-3 0 3-15,3-4-2 0,1 0-6 16,-1-7 7-16,-1 11-7 0,1-11 20 0,-1 8 3 0,1-8 5 0,0 0 3 0,0 0-5 15,0 0-6-15,0 0-6 0,0 0-7 0,0 0-6 16,0 0-8-16,0 0 2 0,-4-29-1 0,7 19-4 16,0-4-6-16,1-4-5 0,2 3 3 0,1-2-6 0,1 1-3 15,3-1-3-15,1 1 1 0,2-6-4 16,-3 9 1-16,1-1-1 0,-1 2 1 0,0 3-4 16,-2 0-5-16,2 4 2 15,-2 1 0-15,-1 2-8 0,3 1 3 0,-3 1 0 16,1 3-1-16,1 2-4 0,-2 4 3 0,-1 0 3 15,2 4-1-15,-2 7 3 0,-1-4-2 0,-3 3-2 16,2 0 3-16,-1 4 0 0,-3-3 5 0,-1-2-4 16,1 1-19-16,-2-2-24 0,0 0-36 0,-1 1-39 15,2-5-42-15,2-3-32 0,-4 4-143 0,5-5-360 16,1-2 159-16</inkml:trace>
  <inkml:trace contextRef="#ctx0" brushRef="#br0" timeOffset="5640.96">9789 10126 103 0,'-6'-3'153'0,"6"3"-13"0,-21 2-4 16,8 2 3-16,-5 6-3 0,1-2-2 0,-5 9-11 16,0 1-5-16,1 0-9 0,6-2-12 0,3 0-7 15,-1 4-6-15,4-3-9 0,1-1-6 0,2-2-5 16,2-3-9-16,3-2-6 0,-2 1-3 0,4 0-4 15,2-3 0-15,2-3-2 0,0 1-5 0,1-2-5 16,2-1 3-16,3-2-3 0,1-2-5 0,-2 0-3 0,2-1 8 0,-1-4 5 16,0 0-1-16,-2-3 6 0,1 3-2 0,0-6-6 15,-3 3 0-15,0-4 2 0,1 0 0 0,-3 2-3 16,-1-1-3-16,0-4-3 0,-2 5-7 0,2 4 2 16,-1-2 2-16,-1 5 1 0,-2 5-1 0,3-9-2 15,-3 9-8-15,2-8-3 0,-2 8-3 0,0 0-3 16,0 0 2-16,0 0-5 0,0 0 3 0,0 0 1 0,4 28-1 0,-5-17-1 15,2-1 1-15,0 6 0 0,1-4-1 16,1 5 1-16,1-1-3 0,0-4-2 0,0-1-24 0,5 3-15 16,-4-3-36-16,1-1-44 0,2 0-17 15,3-3-31-15,0 0-40 0,-1-3-127 0,3-2-363 0,-3-2 161 16</inkml:trace>
  <inkml:trace contextRef="#ctx0" brushRef="#br0" timeOffset="5879.26">10198 9811 84 0,'0'-7'236'0,"0"7"-19"0,0-10-28 0,0 10-23 0,0 0-11 16,0 0-17-16,0 0-1 0,0 0-6 0,0 0 6 15,-10 37-14-15,3-7 0 0,-1 1-11 0,0-1 1 16,1 2-17-16,1 2-7 0,-3-2-7 0,4 3-13 15,0-3-4-15,0 0-5 0,1-1-5 0,0-3-4 16,4 1-7-16,0-3-5 0,-1 2-13 0,1-1-26 16,-3-8-35-16,6 0-32 15,-2-2-48-15,0 1-42 0,0-2-49 0,-1-3-154 16,0 2-389-16,0-1 172 0</inkml:trace>
  <inkml:trace contextRef="#ctx0" brushRef="#br0" timeOffset="7328.74">11332 10018 131 0,'0'0'151'0,"-6"-4"-20"0,6 4-5 0,0 0-9 0,-12 17-10 15,8-5-1-15,-4 10 0 0,-1 3-8 0,4 3-12 16,-1-1-6-16,-1 3-13 0,3-2-2 0,2 1-5 0,-1-2-8 16,6-1-1-16,-1-8-5 0,1-2 4 0,1-4-9 15,4 3-6-15,-1-5-9 0,1-1 4 0,1-3-1 0,4-2 1 16,-2-2-6-16,-1-2-1 0,4-2-7 0,0-2 6 15,3-5-8-15,-3 0 4 0,1-3-5 16,0 0-2-16,-2-2-2 0,-1-1 3 0,-2 1 1 16,2-1 1-16,-6-4 0 15,2 3-1-15,-2-2-1 0,-1 0 0 0,-1 3-3 16,-1-2 0-16,1 7 0 0,-2-3 3 0,-1 4 3 16,1 1 2-16,-2 8 2 0,2-10-10 0,-2 10-3 15,2-9-2-15,-2 9-2 0,0 0 2 0,0 0-3 16,0 0 1-16,0 0 1 0,20 18 0 0,-14-9 0 15,0 0-1-15,2 2 0 0,0-2 1 0,2 1 0 16,-3 0-1-16,3-1 2 0,0-2-1 0,4 3-2 0,2-3 4 0,4-1 2 16,-6-4-2-16,4 3-2 0,-1-4 1 0,3-2 3 15,-2-2-3-15,-2-1 4 0,-3 1-1 0,-1-1-2 16,-1-2-2-16,-2 2-4 0,1-3 0 0,-2 1-6 16,-4-3-5-16,-1-1-6 0,-1-2-8 0,-1 3-2 15,-1-3 1-15,-2-1-9 0,1-1 8 0,-4 0 0 0,-2-2 2 16,-1 2 0-1,-2 1 8-15,2-2-1 0,1 7 1 0,-2-1 1 16,4 1 7-16,0 3-1 0,1 1-1 0,4 4 3 16,-4-6-2-16,4 6 2 0,-8-6-5 15,8 6-2-15,0 0 5 0,0 0 5 0,0 0-6 0,0 0 2 16,0 0-2-16,0 0 9 0,0 0-13 0,21 10 7 16,-5-8-5-16,1-1-3 0,6-1 5 0,5-1-12 15,0-3 7-15,2 0-5 0,-1-2-12 0,-10 1 8 0,8-2 1 0,-8 1 16 16,-2 0-12-16,-3-3 9 0,-3 2 2 15,1 1 0-15,-3-4 10 0,-4 0 0 0,1-1 3 16,-1 3 3-16,-2-3 8 0,1 0-5 0,-2 0-7 16,2-2 18-16,-4 1 2 0,1 2-5 0,-1-1 0 0,2 3 4 15,-2 8-3-15,1-12 3 0,-1 12-3 0,0-8-1 16,0 8-4-16,0 0-7 0,0 0-2 0,0 0-7 0,0 0 1 16,0 0 2-16,0 0-1 0,9 28-8 0,-9-3 17 0,1 2 0 15,1 3 11-15,-2-2-10 0,2 2 1 16,-2 3 2-16,-2-1 5 0,2-1-1 0,-2-1 1 0,1-1 0 15,1-3-11-15,0 0 9 0,0-7-1 0,1-1 2 16,-1-2-8-16,0-5 3 0,0 0 1 0,2-3-5 16,-2 0 4-16,2-2-1 15,-2-6-1-15,1 8 8 0,-1-8 9 0,0 0 9 16,4 8 16-16,-4-8 0 0,0 0-9 0,0 0 0 16,0 0-5-16,0 0-4 0,8-20-3 15,-3 9-3-15,-1 0-7 0,4-5-3 0,-1-1-12 0,1 1 2 16,3 2-10-16,-2-1-2 0,3 2 6 0,-2 0-2 15,0 4-4-15,-1 1-4 0,0 2 7 0,2 4-3 16,-4 1-1-16,-7 1-2 0,17 3 3 0,-7 2 0 0,-1 3 1 16,-1 1-2-16,0 1 2 0,-1 3-1 0,1 0 7 0,-1 1-3 15,2-1-4-15,-5-3 4 0,3 5 0 16,0-2 1-16,-1 2-3 0,2-4-19 0,-2-3-25 16,3 3-15-16,-2-4-14 0,4 0-13 0,-2-2-23 15,2-2-7-15,1-2-10 0,1 0 9 0,7-2 4 16,-7-2 13-16,1 0 12 15,-3 1-2-15,0-4 9 0,1-2 20 0,-1 2 16 16,-3-4 4-16,2 2 3 0,-3-7 21 0,-3 4 10 16,2-1 0-16,-3 0 19 0,1 2-1 0,-1 0 19 0,-1 1 4 15,-1 2 15-15,-1 7-1 0,2-12 6 0,0 7-14 16,-2 5 0-16,0 0-6 0,0-6-9 16,0 6-5-16,0 0 16 0,0 0-1 0,0 0 3 15,-12 27 3-15,7-13 3 0,1-2-8 0,2 3-5 0,-2 0 8 0,2-2-5 16,2 0 5-16,0-3-10 0,2 3 4 0,0-3-5 15,2 0 6-15,0-1-7 0,1 1-2 0,2-4 3 16,2 0 0-16,2-1-1 0,-1-2 0 0,-1-2 1 16,3-1-3-16,1-2 0 0,0 0-4 0,0-3 4 0,-2-1 0 15,0-2 8-15,3-2 5 0,-5 0 6 16,-2-1-5-16,2-3-2 0,0-1-6 0,-3-2-2 0,1 0-3 0,-1 0-5 16,-6-3 0-16,0 1-10 0,3 1 1 0,-3 3-6 15,-3 3-13-15,3 0-6 0,-2 1-11 0,0 5-27 16,-4 0-32-16,6 6-17 0,-7-7-26 0,7 7-15 15,-16 4-134-15,5 3-299 0,0 1 133 0</inkml:trace>
  <inkml:trace contextRef="#ctx0" brushRef="#br0" timeOffset="7929.59">12841 10301 41 0,'13'-11'179'0,"3"-3"-10"0,2-5-7 0,0-1-9 16,-1 1-16-16,2-2-4 0,-3 2-10 0,2-3-5 0,-2 3-7 16,-1-7-10-16,1 5-13 0,-3-4-5 0,-1 5-5 0,-5 1-8 15,-1 3 8-15,-1 1-5 0,1-1-3 0,-6 8-7 16,0-3-14-16,0 4 3 0,0 7-9 0,-4-12-3 16,4 12-10-16,-7-8 3 0,1 8-8 0,6 0-1 15,-21 8-7-15,6 0 0 0,-1 0-1 0,-2 6 1 16,4-2-9-16,1 4 2 15,3-1-4-15,4 3 1 0,2-1-7 0,6 1-3 16,2 2 1-16,4 4-1 0,5 1-3 16,2-2 3-16,6 0 2 0,3-2-4 0,-3 0 3 15,1 0-3-15,-2-4 2 0,1-1 0 0,-4-1 1 16,-1-3 2-16,-3 0-2 0,1 0-6 0,-9-2 2 16,4-1-13-16,-1-2-1 0,-4-2-3 0,2 0 7 15,-6-1 3-15,0-4 4 0,0 0-3 0,-6 12 2 0,0-9-12 0,6-3 3 0,-15 3-2 16,3-1 0-16,3-4 2 0,9 2-4 15,-15-1 9-15,7 0-1 0,8 1-5 0,-13-6-8 16,9 4 0-16,4 2-5 0,-4-8-4 0,4 8-2 16,0 0 7-16,11-18 9 0,-1 9-10 0,5-4 4 15,0 3 9-15,10-6-1 0,0 1-6 0,2 1 0 16,-2-1 3-16,-1-1 1 0,3 1 0 0,0 0 5 0,0-2-13 0,0 1 16 16,0-3 2-16,-2 3-2 0,-6 0-6 0,-5 5 10 15,2-4 10-15,-2 1-3 0,-4-1 7 0,-1-1 13 16,-1 1 7-16,-2 1 2 0,-4 3 9 0,-4 0 3 15,4 0 5-15,-4 5 5 0,2 6-1 0,-6-11-1 16,0 8-9-16,-2 1-4 0,-5 2 0 0,-2 3 1 16,-4 1 3-16,1 5 2 15,1 1-1-15,-4 5 1 0,4 3 1 0,4-1-6 16,2-2-1-16,2 3-4 0,2-1-3 0,3 0 0 16,4 1-2-16,2-1-1 0,3 0-12 0,5 1-31 15,0-2-32-15,8 2-43 0,0-6-37 16,9 0-49-16,-7-4-127 0,6 0-334 0,-5-1 148 0</inkml:trace>
  <inkml:trace contextRef="#ctx0" brushRef="#br0" timeOffset="11805.4">14089 9952 81 0,'0'0'154'0,"-2"-12"-14"0,2 12 17 0,0-12-7 16,0 12-12-16,0-11 2 0,0 11-8 0,0-8-9 15,0 8-14-15,2-6-12 0,-2 6-9 0,0 0-10 16,0 0-15-16,0 0-2 0,0 0-9 0,0 0-8 15,0 0-5-15,0 0-5 0,17 23 0 0,-13-9 0 0,2 3-6 0,2 7-3 16,-2-5 1-16,1-2-4 0,0 9-4 0,2 0 0 16,-2-1 0-16,0 1-1 0,3-2-10 0,0-7 8 15,-4 0-5-15,-3-3 2 0,-1-2-3 0,4-1 0 16,-2 0-2-16,2-2 1 0,-2-1 5 0,0 0-2 16,-1-4-2-16,-3-4 7 0,4 9 10 0,-4-9 13 15,5 3 3 1,-5-3 4-16,0 0-7 0,15-12-5 0,-10 4-6 15,2-6 0-15,2-3 0 0,0 0-5 0,4-7-1 0,3-2-2 16,-2-3-4-16,-1 3-2 0,2-1-3 16,-1-1 4-16,2 2-3 0,-1-1 2 0,-1 0-6 15,-1 1 1-15,-1 2-4 0,-3 7 1 0,-3 0-2 16,0 1 3-16,0 7-4 0,-2-1-7 0,-3 5-15 0,3-2-17 16,-4 7-29-16,2-6-24 0,-2 6-10 0,0 0-6 0,0 0-8 15,0 0-9-15,0 0-17 0,-18 20-3 0,7-4-9 16,2 1-12-16,-1-1-87 0,-1 7-270 0,3-5 119 0</inkml:trace>
  <inkml:trace contextRef="#ctx0" brushRef="#br0" timeOffset="12137.33">14432 10113 62 0,'0'0'87'0,"0"9"2"0,0-9-4 16,0 7-11-16,0-7-4 0,2 11-2 0,2-6-7 15,-4-5-2-15,5 11-8 0,-1-6 8 0,3-1 9 0,0 2-3 16,1 0 7 0,1-5-18-16,0 3 3 0,3-1-4 0,-1-2-1 15,1-1-9-15,-1 0 3 0,0-1-1 0,3-2-4 16,-1-1-6-16,2-3 0 0,-3 1-8 0,2-3 4 16,-1-2-8-16,-3 2 5 0,1-4-2 0,-3 0-13 15,-2 3 10-15,-1-3-5 0,-1-1 1 0,-4 1-6 16,-2 1 0-16,0-1 1 0,-4-2-4 0,-1 5-3 15,-5-4-3-15,3 5 4 0,-4-1-12 0,1 5 5 0,-5 4-3 0,0 1-1 16,-2 1-4-16,0 5-5 0,2 2-24 0,-3 1-7 16,-3 5-13-16,7-4-12 0,3 2-21 0,0 2-18 15,3 2-15-15,3 0-72 0,1-1-209 0,6-3 92 16</inkml:trace>
  <inkml:trace contextRef="#ctx0" brushRef="#br0" timeOffset="12390.84">14944 9858 92 0,'4'-12'189'16,"1"2"-10"-16,-5 2-6 0,4 2-6 0,-3 1-16 0,-1 5-16 0,3-9-17 15,-3 9-17-15,0 0-6 0,0 0-12 0,0 0-9 16,0 0-8-16,11 21-3 0,-7-5-4 0,-1 8-4 15,-1 4-7-15,1 1-4 0,-6 0-2 0,3 1-5 16,-2-3-4-16,0 2-3 0,1-3-1 0,0 4 0 16,-2-4-6-16,2 1-22 0,2-2-14 0,-2-6-27 15,-4 0-33-15,5-1-25 0,-2-7-27 0,1 2-32 0,0-1-112 16,1-5-290-16,0 0 128 0</inkml:trace>
  <inkml:trace contextRef="#ctx0" brushRef="#br0" timeOffset="12622.57">15222 9808 78 0,'1'-5'169'0,"-1"5"-16"0,0 0-15 0,0 0-7 16,0 0-9-16,0 0-10 0,0 0 14 0,4 25-7 15,-3-7-6-15,-1 7-12 0,0 3-1 0,-1-1-8 16,1 2-9-16,-3-1-6 0,1 1-10 0,-2 0-5 15,1-1-8-15,1-1-4 0,-2-1-3 0,0-3-3 0,-1-4-4 0,1 0-21 16,-1-2-16-16,0 0-25 0,2-5-36 0,-1 2-23 16,0-4-28-16,2-1-26 0,1 0-148 0,-4-3-306 15,5-6 135-15</inkml:trace>
  <inkml:trace contextRef="#ctx0" brushRef="#br0" timeOffset="13761.83">15089 10026 25 0,'19'-2'103'0,"11"1"-12"0,1-2-12 16,2 1 8-16,0-2-9 0,3 3-1 0,-1-2-6 16,-1 2-10-16,1-3-1 0,-4 0-4 0,1 2-11 0,-12 0-4 15,9-2-2-15,-11 2-4 0,0 1-6 0,-5-1-6 0,-2 0 0 16,-3 1 21-16,-2-1-19 0,-6 2 20 0,12-1 4 15,-12 1-7-15,6-1 17 0,-6 1-12 0,0 0 1 16,0 0-10-16,0 0-5 0,0 0 0 0,0 0-11 16,-24 10-10-16,15-4 19 0,-1 1-9 0,0 1-2 15,-2 4 0-15,-2 1 0 0,3-1-3 0,2 1-2 0,0 3 1 16,0 0-2-16,2-3 0 0,3-2-6 0,1 0 3 16,-1 0 0-16,4 0-7 0,0-1 0 0,0-2 4 15,0-8-2-15,4 14 5 0,-2-7-1 0,2-3 2 0,-4-4-4 16,9 3 2-16,-2-1-6 0,-7-2 2 15,15-2 3-15,-15 2-3 0,14-5 1 0,-4 1-3 16,-1-2 1-16,0 1 2 16,-1-4-4-16,0 0 0 0,-1-1-3 0,-1 0-4 15,2-1-4-15,-2 2 3 0,-2-3-3 0,-1 1 7 16,2 0-9-16,-1 1 7 0,-2 0 0 0,1 5-4 16,0-1 0-16,-3 6 9 0,2-8-10 0,-2 8-3 15,5-4 0-15,-5 4 3 0,0 0-1 0,0 0 3 16,0 0 1-16,8 19 4 0,-4-11 2 0,-1 4-2 0,3-3-6 15,-3 1 6-15,1-1-7 0,4 1 5 0,-3-1 3 0,3 0-2 16,1-1 4-16,2 1 3 0,5 0-4 0,1-3 1 16,4 0 1-16,-2-4 0 0,13-1 0 0,-1-1 0 15,-1 0 5-15,-3-1 3 0,0-5 2 0,2 2-6 16,-8-2 1-16,-1 1 1 0,7-2-4 0,-8 0 6 16,-1 1 4-16,0-2-1 0,-4 2 6 0,1-6-5 15,-3-1 3-15,-4 5 2 16,-1-2 3-16,-2 0-1 0,-2-1-2 0,-2-4 0 15,-2 4-3-15,-3 1-1 0,-1-5 0 0,-3 7 4 16,1-1-1-16,-2 0 1 0,-4 2-1 0,1 2 0 16,-7 1 1-16,3 3-5 0,3 4-3 0,-8-2-3 15,4 2 6-15,2 7-2 0,-1 0-6 0,4 2 0 16,2-5 0-16,1 3-2 0,0 5 3 0,4-1-2 16,1-3-1-16,2 2 0 0,3-2 0 0,0-1-6 0,2-1-1 0,1 1 1 15,1-1 0-15,0-5-6 0,4 2 2 0,-3-2-4 16,3 0 0-16,1-2 5 0,-1-2-1 0,2 0-1 15,-2-3 0-15,2-1 2 0,-1 0 3 0,1-1-1 16,-1-1 0-16,-4 0 1 0,2-1 3 0,-3-1-1 16,0 0-1-16,3-2 2 0,-5 0-1 0,1 1 4 15,0 1 2-15,0 3 2 16,-3-1 4-16,-1 6 3 0,4-11-1 0,-3 7-4 16,-1 4-1-16,0 0-9 0,3-9-4 0,-3 9 4 15,0 0-3-15,0 0 3 0,5 20 1 16,-3-4 3-16,4 10 1 0,-2 0 4 0,-1 6-1 0,5 12 1 15,-5 4-3-15,2-3 2 0,-2-9 4 16,1-2-2-16,5 14 0 0,-7-13-4 0,0 1 4 0,1-2 1 16,-3 0-5-16,0 12 1 0,-2-15 2 0,1-2-3 0,-1 1 2 0,-2-2-3 15,-1-3 5-15,-1-1-6 0,-4-6 4 0,1-2-5 16,-2-2 3-16,2-4-4 0,-5 0 0 16,2-3-10-16,1 0 5 0,2-5-4 0,-3 1-4 15,2-3 0-15,1-1-6 0,0-3-5 0,-1-2 0 0,2-2-1 16,2-1-2-16,0-6 6 0,2-2-6 0,1-2 1 15,7-7-3-15,2-1 6 0,2 1 0 0,7-3 1 0,2 2-2 16,2-2 3-16,9-10-2 0,-5 11 0 0,13-9-2 0,-3 0-2 16,3 1 2-16,2 0 0 0,-3 2 5 15,1 1 1-15,2 1 1 0,-3 0 0 0,-9 7 3 16,0-2 0-16,-2 6 2 0,1-5 3 0,-5 4 3 16,-3 0-1-16,-2 1 1 0,-5 4-6 0,-3 2 2 0,-1 4 4 15,-2 1 3 1,-3-1-2-16,-1 5 4 0,0 6-4 0,-6-13 5 15,2 9-2-15,-1 0 0 0,5 4 5 0,-19 5-1 16,7 2 8-16,-3 4-5 0,-6 8 12 0,0 1 6 16,1 0-8-16,5 4-3 0,1 1 2 0,0-2 2 15,8-5 0-15,-1 7-5 0,3-6-16 0,6 0-23 16,0 0-29-16,5-2-19 0,2-2-36 0,4-1-32 16,8 2-141-16,5-4-304 0,7-4 135 0</inkml:trace>
  <inkml:trace contextRef="#ctx0" brushRef="#br0" timeOffset="14294.79">17049 10254 122 0,'3'-5'198'16,"-1"-2"-6"-16,2-2 11 0,-1 0-15 0,-1 3-13 16,2-2-8-16,0-3-1 0,0 3-10 0,1-3-15 15,-2 2-13-15,3-1-12 0,-2-1-4 0,1 1-4 16,0 1-8-16,2 0-4 0,0-2-13 0,0-3-8 15,3 0-6-15,-2 4-6 0,0-5-5 0,-2 2-7 16,3-3-8-16,0 2-1 0,-1 2-7 0,-2-1-3 16,0 4-6-16,-3 2 2 0,2 1-5 0,-2-1-5 15,-3 7-6-15,5-6 0 0,-5 6-4 0,4-3-4 16,-4 3 1-16,0 0-1 0,0 0-4 0,2 24 1 16,-2-12-1-16,-2 7 1 0,-2 0 1 0,1 1 1 15,1-1 0-15,2 5 0 0,-1-10-3 0,1 3-3 16,2-1 6-16,2-6 0 0,0 0 2 0,1 1-6 15,2-3 3-15,1-1 5 0,3-1-1 0,0-2 1 16,2-2-4-16,6-4 6 0,0 0-5 16,2-5 1-16,-2 1-2 0,-1-3 2 0,0-1-4 0,0 1 2 15,-4-1 5-15,-2-2-5 0,0-1-1 0,1 2 2 16,-4-3-7-16,-2 3 5 0,-2-2 1 0,2-3 0 16,-1 0-4-16,-3 7 7 0,1-1-8 0,-2 1 5 15,2 0-3-15,-4 3-1 0,0 6-5 0,3-8 0 16,-3 8-4-16,0 0-2 0,0 0 2 0,0 0 1 15,0 0 1-15,0 0 2 0,-11 28-1 0,7-9-1 16,-2 0-1-16,-2-2 5 0,1 10 1 0,0-2 1 16,1-6 2-16,1-1-1 0,-1 1-2 0,-1-1 9 0,2 0-9 15,1-1 0-15,0-2-7 0,2 2-19 16,-3-4-16-16,3-2-20 0,-1-2-19 0,1 3-37 16,0-5-26-16,-1 1-34 0,2-2-40 0,-3-1-138 15,-1-2-390-15,5-3 173 0</inkml:trace>
  <inkml:trace contextRef="#ctx0" brushRef="#br0" timeOffset="14464.99">17134 9786 1762 0,'-3'-9'-3'0,"0"0"17"0,1 2-25 0,-1 0 17 15,3 7-3-15,-2-9-7 0,2 9 5 0,0 0-11 16,-2-9-3-16,2 9 11 0,0 0-24 0,0 0-23 15,0 0-21-15,0 0-19 0,0 0-32 0,13 18-111 16,-3-11-250-16,-2-1 110 0</inkml:trace>
  <inkml:trace contextRef="#ctx0" brushRef="#br0" timeOffset="15228.34">18295 10091 14 0,'3'5'132'0,"-3"-5"-3"0,5 10-13 0,-3-7-1 0,1 3-16 0,-3-6 8 15,4 7 0-15,-4-7-2 0,1 9-7 0,-1-9-9 16,2 9-8-16,-2-9 1 0,3 7-2 0,-3-7 4 15,0 0 2-15,1 7 1 0,-1-7 2 0,0 0 2 16,0 0 3-16,0 0-2 0,3 5 7 0,-3-5-9 16,0 0-9-16,0 0-8 0,0 0-3 0,0 0-6 15,0 0-8-15,-19-14-2 16,16 9-6-16,3 5-6 0,-5-13-4 0,3 4-5 16,-1-1-1-16,2-4-3 0,1 2-5 15,0-1-2-15,4-3-2 0,-1-2-10 0,3 1 2 0,0 2 3 16,1-1-8-16,4 3 3 0,-1-1-5 0,4 4 0 15,-2 2 6-15,3 1-10 0,0 0 2 0,-2 5-6 16,0-1 3-16,6 4-2 0,-2 3 1 16,-1 3-4-16,1-1 4 0,-1 6 1 0,-1 4-2 0,4 2-3 0,-9-2 6 15,3-1-5-15,-3 8 2 0,-4-6 0 0,-1-1 1 16,2-1 0-16,-3-1 1 0,-3-3 0 0,0 0 0 16,-1-4 0-16,0 0 1 0,0-7 0 0,0 12 3 15,0-12 2-15,0 7 4 0,0-7-2 0,0 0 5 16,0 0-10-16,0 0 1 0,0 0 2 0,0 0-1 0,0 0 1 15,-13-21 0 1,13 11-3-16,2-2-2 0,0-3 3 0,6-2-5 16,2-1-3-16,2-5-3 0,0 7-5 0,5-5 2 15,1 1-3-15,1 2 3 0,2 1-2 0,-5 4 1 0,1 2 1 16,-1 3 3-16,0 4-3 0,-1 0-1 0,-3 3-3 16,2 3 5-16,-4 2 1 0,1 3 0 15,5 3-6-15,-5 3 8 0,-1 1-3 0,-1 1 2 16,-1 4 1-16,-3 0 3 0,3 6-1 0,-7-7-2 0,0 1 3 0,-2 1-7 15,-3-1-16-15,-1 1-29 0,0-2-13 0,0-1-40 16,-2-2-34-16,2 1-34 0,-1-4-40 0,1-2-112 16,1 1-356-16,0-4 158 0</inkml:trace>
  <inkml:trace contextRef="#ctx0" brushRef="#br0" timeOffset="15582.63">19075 9974 80 0,'0'0'173'0,"0"-9"-18"32,0 9-18-32,0 0-12 0,0 0-8 0,0 0 5 0,0 0-1 0,-5 22-5 0,2-12-15 15,2 0 0-15,1 6-5 0,0-6-7 16,2 0-10-16,1 1-8 0,0 0-4 0,3-1-7 16,-1 0-1-16,1-1-10 0,3 0-5 0,0-4 4 15,1 0-7-15,1-1-3 0,3-2 1 0,-3 1-6 16,3-6-6-16,0 1-1 0,-1-4-2 0,4-1 1 15,-1 2-3-15,-2-4-1 0,1 0 0 0,-3-3-4 16,1 1-5-16,-4-4 0 0,1 1 1 0,-5 5-3 16,2-2 0-16,-3-1 1 0,-1 3 1 0,2 0 2 0,-3 4 9 15,-2 5 3-15,2-10-10 0,-2 10-3 0,3-5-6 0,-3 5 3 16,0 0-4-16,0 0 0 0,0 0 0 0,4 26 3 16,-6-16-5-16,1 5 2 0,1 4-1 0,1-2 2 15,-2 2 2-15,2-1-4 0,1 7 0 16,-2-6-7-16,1-1-21 0,0 0-20 0,3-3-35 0,1 3-38 15,4-3-42-15,0-2-18 16,3 0-159-16,0-1-362 0,5-4 161 0</inkml:trace>
  <inkml:trace contextRef="#ctx0" brushRef="#br0" timeOffset="16212.6">19792 9926 79 0,'-4'-7'179'0,"-1"2"-2"0,1 0-2 0,-3 1-8 16,7 4-8-16,-19-1-13 0,9 7-6 0,-8 2-6 16,-2 7-4-16,-2 2 1 0,0 2-16 0,4 0-9 15,4-4-8-15,0 6-12 0,4-6-7 0,1 2-2 0,3 0-11 16,2 0-11-16,3-1-1 0,2 0-3 0,3-2-3 16,2 1-5-1,6-3-3-15,0-2-16 0,5-1-15 0,2-1-21 16,2-2-14-16,7-2-20 0,0-3-22 0,-1-1-14 15,-7-4-10-15,7 1-20 0,-1-6-2 0,-6 2-8 0,-2-2-8 16,0-1 8-16,-3-4-6 0,-1 1 18 0,-1-4 18 16,0 2-4-16,-3-3 11 0,-1-8 13 15,1 2 9-15,-5-1 11 0,2-1 5 0,-4 0 14 16,0 2 9-16,-2 0 14 0,2-2 3 0,0 1 17 0,-3 6 6 0,1 0 10 16,0 2 4-16,0 6 27 0,2 0 0 0,-2 1 12 15,-1 5 5-15,0 5 3 0,0-11-11 0,0 11-3 16,1-7-11-16,-1 7-8 0,0 0 6 15,0 0 4-15,0 0 19 0,0 41-4 0,-1-15-6 0,-4 3 11 16,4 2-1-16,0 0-6 0,-3 0-4 0,2-1-5 16,1 0-3-16,1 1-3 15,3-4-2-15,-2-3-2 0,2-7-3 0,-1 0-3 16,-1-1-2-16,2-4-5 0,-2-1-2 0,2 0-6 0,-2-5 1 16,0 2-2-16,2-3-4 0,-3-5 3 0,1 10 3 15,-1-10 10-15,0 0 10 0,1 7-1 0,-1-7-3 16,0 0-5-16,0 0-2 0,0 0-9 15,0 0 0-15,8-24-3 0,-5 12-2 0,3 1-5 0,2-6-2 16,-1 1-8-16,6-5 0 0,5-1-2 16,-5 6-1-16,5-3-4 0,-4 4 0 0,0 1-1 15,0 3 2-15,-2 0-2 0,1 1 0 0,-2 4-4 16,-3 5 0-16,-1 1-5 0,3 0 4 0,0 3-1 0,1 4 3 16,-4 2 3-16,1-2-2 0,-2 5 4 0,1-1-1 15,-3 5 1-15,-3-1 2 0,0 1-1 0,0 1 1 16,-2 2-2-16,1-4-2 0,1 2-25 0,-3-5-31 15,1 2-40-15,-2 0-42 0,3-3-53 0,1 0-59 16,2-1-137-16,1-1-417 0,-4-9 185 0</inkml:trace>
  <inkml:trace contextRef="#ctx0" brushRef="#br0" timeOffset="17046.45">21097 9851 77 0,'-6'-9'179'15,"0"0"5"-15,-2 2-19 0,-1 0-13 0,0 2-11 16,2 2-15-16,-5 1-13 0,1 2-12 0,-3 4-11 16,-2 3-11-16,-1 1-5 0,1 6-5 0,1 0-6 15,-1 7-12-15,1-1 1 0,5 4-6 0,2-8-1 16,1 0-8-16,4 2-3 0,1-2 0 0,3 0-8 15,1-6-2-15,2 0-1 0,0-2 0 0,4 0 1 0,-3-1-4 16,3-3 0-16,3-1-1 0,-2-2-4 0,1-1 2 16,3-5-3-16,-3 1 0 0,4-2-1 15,-1-4-3-15,0 0 2 0,-4 1 1 0,1-4-1 16,-4 4-2-16,-2-5 1 0,0 5 0 0,2-3 3 0,-3 2 5 16,-1 0 0-16,-2-1 4 0,2 5-3 0,-2 6-1 15,0-11-3-15,0 11 0 0,1-8-6 0,-1 8-3 16,0 0-8-16,0 0-1 0,0 0 1 15,0 0 3-15,5 39 4 0,-5-10-2 0,-1 5 0 0,-2 12 3 16,-1 3 3-16,1-1-2 0,-4 1 3 0,3-4-1 16,1-10 0-16,1 11-2 0,-2-12 1 15,2 0 1-15,-1 13-3 0,2-17 0 0,-3 0 0 16,2-3 2-16,-5 1-4 0,1-1 4 0,-1-4-3 0,-2 2-1 16,1-8 2-16,-4 8 3 0,2-11-1 0,-4-1-1 15,1-3-2-15,-2-2 0 0,1-3 2 0,2-2 0 16,-2-1 0-16,2-7-2 0,0 2 2 0,-1-1 0 15,-4-6-2-15,1-2 1 0,-3-6-2 0,2-3 1 16,-1 1-1-16,4-3 0 0,3-4-1 0,-1 0-1 16,3-3-1-16,4 1 0 0,3 0 1 0,4 0-3 0,2 0 0 0,2 1 4 0,3-1-1 15,3 5-3-15,0-1-2 0,3 3-9 0,-3 6-13 0,1 0-11 16,2 5-35-16,-1 0-29 0,-2 5-26 0,6 0-27 16,0 0-15-16,-5 4-29 0,-1 1-108 0,0 2-329 15,1-1 146-15</inkml:trace>
  <inkml:trace contextRef="#ctx0" brushRef="#br0" timeOffset="17670.09">21209 10262 26 0,'11'-11'142'0,"0"-4"-4"0,1 1-13 0,3-1-4 0,-2-1 0 0,2 2-15 15,4-7-7-15,-5 7-5 0,-1-2 1 0,-2-2-11 16,6-1-6-16,-7 2 0 0,-2-1-5 0,-3 7 1 16,2-6-6-16,0 1 5 0,-3-1-3 0,0 5-5 15,-4 0-6-15,1 0-9 0,-2 5 3 0,1 7-11 16,-4-14-3-16,1 9-2 0,3 5-1 0,-8-9-7 16,2 4-2-16,6 5-4 15,-8-6-4-15,3 4-5 0,5 2 0 0,-7-5-3 16,7 5-1-16,-9-1 1 0,9 1-2 0,0 0-5 15,0 0 2-15,0 0 0 0,0 0-5 0,0 0 4 16,0 0-1-16,0 0 1 0,19 11-2 16,-8-10 2-16,3-1-3 0,8 1-1 0,-4-2 2 0,5 2 1 15,-3-2-1-15,0 0 2 0,-1 0-3 0,-5 1-5 16,-3 1 3-16,0-1-4 0,-2 1-1 0,-3 2 1 0,3-2 0 0,-4 4 1 16,-1 2 1-16,1 3-4 0,-2 1 2 0,-2 1 3 15,-2 1-3-15,-1 4 0 0,1 1 6 0,-3-1 1 16,2 2-2-16,-1-2-3 0,2 1 2 0,-1-5 0 15,4-1 2-15,-2-1 2 0,2 1-1 0,2-1-3 16,3-2 6-16,1-1-1 0,1 0-1 0,2-2-1 16,6-2 2-16,1-1 0 0,4-2-5 0,0-1 6 0,6-3 0 0,-8 2 4 15,2-5-1-15,0-1-6 0,-4 1 2 16,1-3-6-16,-1 0 8 0,0 0-3 0,-2-4-2 16,-3 1 3-16,2-2-2 0,-3 1 1 0,-4-4-1 15,2 1-4-15,-5-2 1 0,-1 5 0 0,-3 1 3 0,0-1-2 16,-3 0 0-16,0 3-4 0,0 0 1 0,-2 0 0 15,-1 4 0 1,1 0-4-16,-2 2 2 0,6 4-4 0,-13 0 7 16,2 2-5-16,-5 7 4 0,0 4-1 0,-4 6-2 15,5-5 6-15,0 8 0 0,2-6 2 0,4 1 0 16,1 1-4-16,2-1 1 0,3-1-1 0,0 1-2 16,3 1-8-16,0-1-18 0,3-2-30 0,4-1-25 15,2-4-23-15,4 1-28 0,4-4-27 0,4-1-124 16,-5-2-308-16,13-3 136 0</inkml:trace>
  <inkml:trace contextRef="#ctx0" brushRef="#br0" timeOffset="18071.25">22319 9932 81 0,'-7'-10'146'15,"-1"3"-4"-15,-3 1-10 0,-2 2-1 0,-4 2-9 16,-2 6-1-16,0-1-8 0,-8 10 3 0,3 0-7 15,0 5-9-15,3-1-8 0,1 2-3 0,1 0-10 16,8-2-5-16,0-4-10 0,2 3 0 0,2 1-7 16,4-3-8-16,3 3-3 0,1-6-2 0,1 0-5 15,2-1-5-15,3-1 2 0,4-1-4 0,-1-1-4 16,9-3 0-16,-6-2-4 0,5 0-3 0,2-6-2 0,0 2 0 0,-1-4-3 16,-1 0 0-16,0-1 1 0,-3-2-2 0,-1-2 1 15,-4 0 1-15,-1 3-3 0,2-8-2 0,-4 3 0 16,0 1-3-16,-3 0 1 0,1-3 1 0,-2 4 2 15,1 0 1-15,0 1 9 0,-1 2 0 0,-1 3 6 16,1-3-4-16,-3 8-4 0,2-8-7 0,-2 8-2 16,2-5-7-16,-2 5 4 15,0 0-3-15,0 0 1 0,0 0-2 16,4 27 2-16,-4-16 0 0,0 5 0 0,1 0-6 16,0 1 5-16,0 1 0 0,2-1-2 0,-2 0-4 0,3 0-22 15,0-2-12-15,1 0-27 0,3 1-25 0,2-2-17 16,4-3-24-16,2 0-33 0,1-2-27 0,3-2-127 15,-1-1-339-15,0-3 150 0</inkml:trace>
  <inkml:trace contextRef="#ctx0" brushRef="#br0" timeOffset="18303.07">22662 9768 156 0,'0'0'186'0,"-3"-10"-21"0,3 10-16 15,-1-5-15-15,1 5-3 0,0 0-11 0,0 0-4 16,0 0 5-16,-4 28-3 0,3-5-15 0,0-4-7 0,-3 8 0 16,4 1-3-16,-1 1-13 0,0-1-7 15,-1 1-4-15,1-2-12 0,-2-1-6 0,2 0-2 16,1-7-6-16,0 6 0 0,-1-5-13 0,1-2-19 16,-3-1-29-16,2 0-35 15,0 1-27-15,2-7-26 0,-1 1-39 0,-1 1-39 16,-1-3-100-16,0-2-308 0,2-8 136 0</inkml:trace>
  <inkml:trace contextRef="#ctx0" brushRef="#br0" timeOffset="18472.14">22578 9923 29 0,'5'-1'122'0,"1"-2"-24"15,-6 3-24-15,26 2-17 0,-12-1-21 0,3 1-18 16,0 3-22-16,1 2-30 0,1 4-32 0,-2 0-72 16,-4 2 32-1</inkml:trace>
  <inkml:trace contextRef="#ctx0" brushRef="#br0" timeOffset="19105.21">22757 10254 76 0,'3'1'105'0,"-3"-1"-5"0,18-3 8 16,-7 1-3-16,0-3-3 0,6-3-11 0,-2 0-3 0,3-3 1 16,-3 0-2-16,3-2-6 0,4-3 6 0,-7 2-8 15,0 1-4-15,6-7-3 0,-7 4-13 0,-2 0 2 16,-1-1-3-16,-2 0-5 0,-1 1 0 0,-3-1 4 0,-3 0 8 16,1 2-4-16,-1 3 0 0,-4 0-4 15,1 3-6-15,-2-1-2 0,1 3-7 0,-2 0-2 16,1 1-4-16,-3 2-7 0,-1 2-6 0,7 2-2 0,-16 0-4 0,5 2 0 15,-2 8-1-15,0 1-10 0,-4 4 7 0,4 1 3 16,-6 3-5-16,9-3 2 0,0 1 0 0,-2 0-3 16,4 1 1-16,3-1-2 0,1-2 7 0,4 3-1 15,0-1 5-15,2-6-2 0,3 0-1 0,0 5-1 16,2-7 1-16,3 1 5 0,0-3-4 0,1 0-1 16,5 0-1-16,-1-1 0 15,0-3-1-15,2 2 1 0,2-4-6 0,-1-1 5 16,3-1-3-16,0-4-3 0,1 2 0 0,-4-1 0 15,9 0 0-15,-10-4 0 0,2 0 0 0,0-1-1 16,-3 0 0-16,3-1-5 0,-3-5-5 0,-1 3 0 16,-2-3 0-16,-3-1-1 0,2 2-1 0,-6-4-3 15,2-1-1-15,-6 3 1 0,2-4 0 0,-4-5-1 16,0 11-1-16,-3-2 6 0,1 5-4 0,-3 1 3 0,-1 0 0 16,-1 1 0-16,2-1 2 0,-2 2 0 0,2 2-1 0,-2 0 0 15,0 2 0-15,1 1 0 0,0-1-4 0,6 4 4 16,-11-4-2-16,11 4 2 0,-6-3-3 0,6 3 2 15,0 0 1-15,0 0-4 0,0 0 3 0,0 0 0 16,0 0 6-16,17 14 1 0,-8-11-7 0,3 2 6 16,7 0 0-1,1 0-2-15,-4-1 1 0,2 1 1 0,-4 3-3 0,3-3 4 16,-6 1-5-16,2 1 10 0,-3 1 3 16,-1 1 2-16,0 0 3 0,0 5-2 0,-4-3 6 0,-1 1 1 15,0-1-3-15,-3 6-1 0,1-5-3 0,-4 4 1 16,0 1 2-16,0 0-3 0,0-2-3 0,-2 0-1 15,0-1-17-15,2-2-27 0,0 0-42 0,0 0-39 16,3-3-63-16,-1 0-56 0,0 1-127 0,3-4-390 0,-3-6 173 0</inkml:trace>
  <inkml:trace contextRef="#ctx0" brushRef="#br0" timeOffset="19552.3">24008 9758 126 0,'1'-5'206'0,"-1"5"-3"16,4-10-11-16,-2 6-13 0,-2 4-19 0,0 0-18 15,3-7-18-15,-3 7-15 0,0 0-5 0,0 0 2 16,4 19-2-16,-4-3-4 0,-3 2-4 0,1 7 0 15,-1 4-4-15,2 3-1 0,0-2-4 0,-2 2-7 16,2 0-5-16,-2-1-8 0,-1-1-5 0,2 0-5 16,-2-1-3-1,0 0-7-15,3-1-8 0,-4-2-2 0,2 0-2 16,-2-2 0-16,1-5-8 0,1 1-7 0,0-3-19 0,0-1-19 16,1-1-26-16,1-3-29 0,-3-2-31 0,4-1-34 15,-3 1-20-15,0-5-25 0,2 2-36 0,-3-1-117 16,4-6-364-16,-8 3 161 0</inkml:trace>
  <inkml:trace contextRef="#ctx0" brushRef="#br0" timeOffset="20371.57">24000 9994 9 0,'26'-13'107'0,"2"0"-4"15,-3-2-2-15,0 2-3 0,-2-1-1 0,-7 4 8 16,-2 1 1-16,2-2-4 0,-5 0-5 0,-1 3 0 16,-1-4 3-16,-2 3-9 0,-1-2 2 0,-1 1 0 15,2 0 0-15,-4 0-2 0,0 2 0 0,1 2-9 16,-2-1-5-16,-2 7-6 0,4-10-6 0,-4 10-11 16,2-7-11-16,-2 7-9 0,0 0 4 0,0 0-3 15,0 0-6-15,1 26-3 0,-5-9 0 0,0 8 0 0,-4 7-1 0,2-6-5 16,-4 4 8-16,2-2-9 0,-1 4 5 0,-1-5-6 15,3 2 0-15,0-4-6 0,1 1 5 0,-1-8-5 0,2-1 1 0,3-1-1 16,-2 0-2-16,1-6 0 0,2 0 1 0,1-3-1 16,-1-1 0-16,1-6-4 0,-2 11 4 0,2-11 2 15,0 0 1-15,0 10 7 0,0-10-4 0,0 0-4 16,12-2-1-16,-12 2-1 0,18-6 0 0,-7 0-2 16,6-4 1-1,1 1-3-15,5-4 0 0,2-1-3 0,2 2 1 16,0 2-2-16,-2-2 1 0,-4 7-4 0,0 0 3 15,-1 1-5-15,-2 1 3 0,0 3-1 0,-6 1-1 16,5 3 1-16,-4 0 0 0,1 0-1 0,-1 1 0 16,-3 0 2-16,1 1 2 0,-2 0-3 0,4 1 0 15,-3 0-1-15,1 1 5 0,0-2-4 0,0-1 4 16,2-1 0-16,0 1-2 0,0-1 1 0,6-1 1 0,-2-1-2 16,2-2 2-16,-1-2-2 0,-2 2 0 0,1-3-2 15,2-1 2-15,0 0 4 0,-3-1-3 0,-4 0 2 16,4-3-3-16,-5 2 3 0,-1-1 1 0,-2 0-1 15,1-2 0-15,0 0-1 0,-2-3-2 0,-4 3 0 16,2-3 1-16,0 0-1 0,-3-2 1 0,-1-1-1 0,0 4 2 16,-1 1-1-16,-1 4 2 0,1-5-4 0,-1 3 1 15,-3 2-6-15,4 6 5 0,-9-5-3 0,1 5-1 16,8 0 1-16,-24 11 0 0,6-3 0 0,-5 6 2 0,-1 3 3 16,2 1 0-16,-1-3-2 0,6 0-1 0,5-3 1 15,1-4-2-15,1 5 1 0,5-3 3 0,-1-2 1 16,-2 1-3-1,6-4 6-15,0 3-1 0,2-8-4 0,3 11 4 16,2-6-1-16,1-2-1 0,6 1 1 0,-1-3-1 16,3-1 6-16,0 0-6 0,4-3 0 0,-3 2 2 0,-3-3-1 15,3 1 0-15,-2-2-1 0,0 1-2 16,-1-3 1-16,0 1 1 0,-1 2-3 0,-1-1 0 0,1 0 1 16,-2 3-2-16,1-1-2 0,-4 1 2 0,2 1-1 15,-8 1-3-15,9 3-1 0,-9-3 1 0,9 6 1 0,-5 0-4 16,-1 1 8-16,-1 0 0 0,-2 3 0 0,0 0-1 15,0 1 0-15,-2 0 1 0,-1 1-1 0,3 0 1 0,-1-1-16 16,0 2-21-16,-1 0-45 0,0 0-49 0,2-4-42 16,-1 2-38-16,1 0-145 0,0-4-385 0,3 0 171 15</inkml:trace>
  <inkml:trace contextRef="#ctx0" brushRef="#br0" timeOffset="20769.14">25171 10043 64 0,'0'0'175'0,"11"15"-2"16,-12-8-11-16,1 6-6 0,-5 3-6 0,2 0-8 15,2-4-4-15,-1 5-5 0,-1-6-10 0,1 0-7 16,-1 3-10-16,0-4-10 0,3 1 0 0,-2-2-11 15,2-3-7-15,0-6-8 0,-3 11-2 0,3-11 5 16,0 10 4-16,0-10 17 0,0 0-4 0,0 0-1 0,0 0-6 0,0 0 2 16,0 0-17-16,0 0-6 0,0 0-8 0,0 0 1 15,11-25-13-15,-3 12-2 0,2-3-6 16,1-1 0-16,7-4-7 0,2 0-3 0,-3-1-4 0,5-3 0 16,0 3-4-16,-2 0-4 0,1 4 4 0,3-1-2 15,-6 9-5-15,-1 1 2 0,0 1-6 0,-7 3 1 16,5 3-7-1,-2 3 1-15,-3 3-1 0,2 3 0 0,-1 3 2 0,-3 1 1 16,1 3-1-16,-3 0-3 0,0 1 3 0,-3 3 2 16,-3 0-4-16,3 0 4 0,-1 1-2 15,-2 1 2-15,3-2-16 0,-2-3-27 0,4 3-37 16,-5-3-38-16,0 0-45 0,4-5-42 0,0-1-51 0,1 1-154 16,0-3-441-16,4-1 196 0</inkml:trace>
  <inkml:trace contextRef="#ctx0" brushRef="#br0" timeOffset="24646.34">25913 9775 65 0,'7'-8'113'0,"-5"5"-4"0,-2 3-7 0,5-10-6 16,-1 4-6-16,-4 6 6 0,2-11-19 0,0 6 0 16,-2 5-4-16,0-9-15 0,0 9-4 0,3-8 4 15,-3 8 0-15,0 0-3 0,0 0-3 0,0-8-7 0,0 8-6 0,0 0-2 16,0 0-9-16,0 0-5 0,0 0 4 0,0 0 2 16,6 24 5-16,-6-12 1 0,0 9 7 0,2 2-4 15,-2 7 4-15,-2-2-6 0,-2 2 4 0,2 5-6 16,-1-3 0-16,-3 2 0 0,-1-3-4 0,3 1-1 15,-6 2-4-15,1-1-2 0,1-3-4 0,-2 1 2 16,1-1-5-16,3-1 2 16,-2-3-1-16,2-1-6 0,-3-1 7 0,3-6-22 15,-1 0-17-15,3 0-26 0,-4-2-18 0,4-4-11 16,0-1-27-16,0-1-22 0,1-4-26 0,1 2-94 16,-2-4-264-16,4-4 117 0</inkml:trace>
  <inkml:trace contextRef="#ctx0" brushRef="#br0" timeOffset="25278.57">25908 10039 22 0,'15'-10'96'0,"0"1"-9"0,1 2-8 0,1-1-3 15,1 0-15 1,-2 1-1-16,2-1-1 0,-7 3-9 0,5-3-8 15,-3 1 3-15,-3 2-2 0,-2-2 1 0,1-2-6 16,0 3 10-16,1 0-6 0,-4-1 0 0,1-1 2 0,-3 1-3 16,0 1-2-16,-1-1 0 0,-2 0-2 0,3 0-5 15,-4 7 7-15,4-12-8 0,-4 5 0 16,0 7-3-16,0-9-3 0,0 9 3 0,2-7-2 16,-2 7-10-16,0 0-7 0,0 0-1 0,0 0-2 0,0 0 8 0,0 0-8 15,0 0 5-15,-6 35-3 0,4-16 5 0,-6 5 5 16,-2 4 0-16,3-1-1 0,-2 2-7 0,-5-1 5 15,3-1-4-15,-1 1 3 0,0-3-1 0,3-1-3 16,-3-2 3-16,7-3-3 0,1-3-2 0,0-5-1 0,-1 0-4 16,3-1 2-16,0-1 4 0,-1-1-8 0,1-1 3 15,2-7-1-15,0 9 1 0,0-9-4 0,0 10-2 0,0-10 6 16,0 0 4-16,2 6 0 0,-2-6-4 0,0 0-1 16,12-1 1-16,-12 1-5 0,17-7 4 0,-7 5-11 15,3-5 5-15,1 5-5 0,3-4 5 0,2 0 0 16,0 2 0-16,0 1 5 0,1 1 1 0,-3-2-7 15,4 3 10-15,0-2-8 0,-4 2 1 16,2-1 0-16,0 2 3 0,2 0-4 16,-1-2 7-16,-2 0-2 0,4-1 0 0,-1 2-6 15,-1-2 10-15,2-2-6 0,-1 2 2 0,-2-4-6 16,-2 1 0-16,3 2 6 0,-5-5-1 16,1 3 1-16,-3-2-1 0,-4 0 2 0,1 1-2 15,-1-1-3-15,-1 1 2 0,-3-3-2 0,-1 1 3 0,1 1-1 16,-3-2 0-16,-2 0 4 0,0 1 0 15,0 9-5-15,-4-17 3 0,1 11-1 0,1-1 3 0,2 7 0 0,-9-6-4 0,3 6-2 16,6 0 8-16,-21 5-3 0,6 3 9 0,-4 3-4 16,-3 4-6-16,2 4 0 0,-1 0 2 0,3-1-4 15,5 0 0-15,2-3-14 0,-1 8-21 16,6-5-22-16,4-1-18 0,2-1-35 0,2-1-139 16,2-3-266-16,1-3 117 0</inkml:trace>
  <inkml:trace contextRef="#ctx0" brushRef="#br0" timeOffset="25949.33">27080 10019 175 0,'-4'-5'157'0,"4"5"-8"16,-10-4-14-16,-2 4-8 0,12 0-9 0,-20 4-2 15,2 4-9-15,5 2-6 0,-6 3-8 0,0 3-11 16,0 1-9-16,-1 2-4 0,4 2-6 0,3-4-9 16,-1 4-4-16,4-4-5 0,4 0 4 0,0 0-12 15,4-1-7-15,2-4 0 0,0 2-3 0,2-3-3 0,0 0 4 0,4-3 3 16,4 0-14-16,-3-1 3 0,4-2 2 0,3-3-7 16,-1 1-1-16,5-6-2 0,1-1-5 0,-2-2 8 15,1 0-4-15,1-4-3 0,0-1 2 0,-6-1 0 0,7-7-4 16,-6 4-3-16,2-9 9 0,-1 1-9 15,-3-3 5-15,-1 1-6 0,0-5-1 0,-1 1 3 16,-2-1-1-16,-1-1-2 16,-3 0-2-16,1-1-1 0,-2 0-2 0,-1 0 2 15,0-1 4-15,-2 3-6 0,0 2 1 0,-2 4 7 16,2 5 3-16,0 0-1 0,-3 2 0 0,3 4 1 16,-5 2 11-16,5 3-1 0,-2 1-4 0,2 7 1 15,-2-10-7-15,2 10-4 0,0 0 6 0,0 0-5 16,0 0-4-16,-11 20-2 0,11-3 4 0,-7 9 1 15,1 2-1-15,0 0-1 0,0 2 5 0,1 3-1 0,1-1 7 0,2-1-2 16,0 2 0-16,4-4-2 0,0 0-1 0,0-2-2 16,3-7 7-16,3 3-1 0,-2-5-2 0,0-2-2 15,1-2 2-15,2-3 2 0,-3-1-3 0,4 0 4 16,0 0-3-16,1-4 0 0,1 0 3 0,-1-4-2 16,3-1-1-16,-1-1-1 0,-2-3-1 0,3 1 0 15,4-3 2-15,-2-3-4 16,-1-1 4-16,-1-3-1 0,-1 1-2 15,-1-3-4-15,-3-2 1 0,2 0-1 0,-4 6-5 0,0-6 7 16,-1 6 4-16,-4 1-4 0,1-2 0 0,-2 4 3 16,2 1 4-16,-3 6-5 0,2-9-1 15,-2 9-4-15,2-5 0 0,-2 5-5 0,0 0 4 16,0 0-1-16,0 0 3 0,0 0-1 0,-4 30-3 0,2-19 1 16,1 0 4-16,-1 5-4 0,0-4 7 0,2 1-4 0,2-1-3 0,-1 1-21 15,3-2-15-15,-2 0-19 0,6 1-11 16,-4-4-35-16,4 1-35 0,-1-2-31 0,1 1-20 15,0-2-115-15,-1-3-327 0,2-3 146 0</inkml:trace>
  <inkml:trace contextRef="#ctx0" brushRef="#br0" timeOffset="26087.32">27461 9826 36 0,'0'0'18'0,"0"0"-27"0,0 0-10 0,0 0 4 0</inkml:trace>
  <inkml:trace contextRef="#ctx0" brushRef="#br0" timeOffset="26418.93">27730 10045 121 0,'0'0'152'0,"0"0"-5"0,-7 15-11 16,3-10-12-16,0 3-3 0,-1 1-10 0,1-1 0 15,-2 2-6-15,2-2-14 0,-1 1-9 0,2-1-15 16,0-1-1-16,1 3-8 0,2-1-3 0,0-9-4 16,2 13-2-16,1-6-7 0,1-3-5 0,0 1 1 15,-4-5-9 1,12 5 4-16,-4-3-7 0,-1-3-4 0,7 0 7 0,-3-1-9 15,0-3-2-15,1 2-2 0,-2-5 4 0,0-1-1 16,-1 2 3-16,0-2-2 0,2-4 0 0,-4 3-3 16,2-5-2-16,-5 3-2 0,0-3-2 15,-3 3 0-15,1-4-5 0,-2 6-4 0,-3-1-4 0,2 1-8 16,-2 1-11-16,-1 4-16 0,-1-2-16 0,-2 4-14 16,7 3-18-16,-13-1-5 0,13 1-13 0,-17 4-11 0,7 3-22 15,4 1-101-15,-3-3-255 0,5 1 114 0</inkml:trace>
  <inkml:trace contextRef="#ctx0" brushRef="#br0" timeOffset="27036.05">28101 10018 82 0,'4'-5'157'0,"-2"-1"-5"0,1-4-1 0,-3 10-9 15,-2-10-9-15,2 10-3 0,-2-13-8 0,2 13-6 16,-8-7-9-16,8 7-13 0,-9-5-8 0,9 5-15 15,-11 2-1-15,11-2-10 0,-15 10-2 0,6-1-6 16,0-1-5-16,0 4-11 0,1-3 7 0,-2 5-9 16,5-4 1-16,-4 0-8 0,5 2-1 0,3-2-1 0,-3 1 2 0,6-1-5 15,0 0-5-15,-2-3 1 0,4 0 0 0,-3-1-1 16,1 0 0-16,5-3-1 0,-7-3-2 0,10 8-2 16,-5-7 1-16,-5-1 3 0,14-2-5 0,-9-2-2 15,6-2 1-15,-2-2 0 0,1-2-2 0,1-5-2 16,-3 1 1-16,3-3 1 0,-3-1-3 0,-4-1 0 15,2-9-3-15,1 3 5 0,-2-1-5 0,1-2 2 0,-3 2 0 0,-1 0 0 16,0 0 4-16,-2 1-8 0,-2 0 1 0,0-2-1 16,0 2 1-16,0 8-6 0,-1 0 8 0,1 4-5 15,2 1 9-15,-2 3 0 0,-1 1-2 0,3 1-2 16,0 7-2-16,0 0-2 0,0 0-2 0,0 0-2 16,0 0 6-16,0 0-1 0,-5 43-2 0,1-14 2 15,0 3-1 1,-3 2 0-16,1 13 2 0,0 1-2 0,2-13 2 0,2 0 3 15,1-1-1-15,1-1-1 0,0-3 5 0,5-2-3 16,-1-2 0-16,1-7 1 0,2-1 5 0,0 0-4 16,2-3 1-16,4-2-1 0,0-1 3 0,3-2-3 15,3-4 2-15,1-1 0 0,9-1-2 0,-2-4-1 16,4-4 2-16,-2-2-4 0,-1-1 1 0,5-3-4 16,-6-3-3-16,1 0-2 0,-4-1-1 0,-2-2-1 0,-5 2-4 0,-3 1 1 15,-4-4 2-15,3-6-2 0,-1 1 2 16,-6 5 0-16,-6 1 0 0,5 0 2 0,-5 4 10 15,0 0 0-15,-5 3-6 0,3 0-1 0,-2 4 0 0,4 5 0 16,-12-6 0-16,1 7-1 0,-6 4 1 0,-2 4-3 16,1 0 4-16,-9 8 1 0,4 0 0 0,3 0 1 15,4 4-1 1,2-6 0-16,4 2-14 0,6-2-19 0,0 2-17 16,7-2-33-16,2 1-44 0,5-2-31 0,4 0-160 15,5-5-345-15,7 1 153 0</inkml:trace>
  <inkml:trace contextRef="#ctx0" brushRef="#br0" timeOffset="27636.72">29485 9750 24 0,'0'-7'183'0,"0"7"-13"0,-1-12-14 0,1 12-18 0,1-9-20 15,-1 9-15-15,0 0-15 0,0 0 1 0,0 0-12 16,1 31-7-16,-1-5-5 0,0 3-2 16,-2 3-14-16,-1 16 9 0,1-12-1 0,-2 9-10 15,1-10 0-15,-1-2-5 0,2 1 0 0,-2-2-11 0,3-6-1 16,-1 1 0-16,0-8-5 0,1 0 3 0,1-3 6 16,0-4-6-16,0-1 0 0,0-4-5 0,-2 0-1 0,2-7 0 15,0 10 1-15,0-10 9 0,0 0 9 0,0 0 4 0,0 10 10 16,0-10-6-16,0 0-6 0,0 0-9 15,0 0-1-15,0 0-9 0,12-20-8 0,-7 10-4 0,3 2-4 16,2-2-6-16,1-2-9 0,1-1-3 16,3 1 1-16,-2 1-3 0,2-1 0 0,-1 4 0 0,4 1-3 15,-6 2 1 1,-3 2 7-16,2 0-8 0,-1 2 1 0,1 1 0 16,-4 3-1-16,0 1 2 0,-1-1-1 0,-2 4-1 15,0-1 3-15,-2 0 10 0,0 4-4 0,-4-1 3 16,1 2-2-16,-3-2 1 0,-3 1 1 0,-4 2 3 15,-3-1-2-15,0 1 0 0,-2-3 1 0,-1-1 0 16,-1 1 3-16,-7-1-3 0,5 0-3 0,1-4 4 16,0 1-19-16,1-2-8 0,0-3-27 0,5 1-18 0,0-1-35 0,1-1-28 15,0-2-25-15,1 1-105 0,1-2-287 0,4-1 127 16</inkml:trace>
  <inkml:trace contextRef="#ctx0" brushRef="#br0" timeOffset="28928.64">29957 9968 29 0,'0'0'156'0,"-4"-10"-9"0,4 10 1 0,-9-6-10 16,2 4-20-16,7 2-10 0,-16 1-3 0,4 3 0 0,-4 5-11 15,0 3-2-15,0 0-6 0,-2 1-6 0,-2 6-8 16,5-3-11-16,-1 3-5 0,3-5-4 0,4 2-3 0,0 0-5 15,4-2-2-15,1 3-6 0,0-5-3 0,4 0-5 16,0-1-1-16,4 0-1 0,1-2-4 0,2 1 0 16,0-3-4-16,2-1-5 0,3-2-2 0,2-1-5 15,-1-3 2-15,4-2-3 0,0-2-4 0,-3 2 2 16,-1-3-1-16,3-3 2 0,-3-1 2 0,3 0-6 16,-4-2 3-16,-1-4-4 0,-1 2 2 0,-4-1 0 0,2-1-1 0,-3-1-2 15,1-1 4-15,-3 5-4 0,-1 0 3 0,-2 1 4 16,2 1 0-16,-2 0 9 0,1 3-3 0,-1 7-1 15,0-8 2-15,0 8-2 0,1-8-1 0,-1 8-7 16,0 0 3 0,0 0-4-16,0 0 3 0,0 0 2 0,0 0-5 15,0 0 0-15,-10 25 2 0,5-13-4 0,3 0 6 16,-1 1-2-16,0 4 0 0,1-3 1 0,2 3 2 16,0-4-2-16,0 4 4 0,0-6 0 0,2 0-2 15,0-1-2-15,3 0 4 0,-3 1-2 0,3-3 4 16,-1-1 0-16,5 0 1 0,0-2-4 0,1 0 4 15,2-3-3-15,-3-2 2 0,4 0-1 0,-1-2-1 16,6-1 0-16,-5-2-4 0,4-2 3 0,-2-2 1 16,-1-1-7-16,-1-3 2 0,-3-3-3 0,3 2 0 15,-4-1-6-15,-1-2 1 0,-3-2-4 0,1 1-6 16,-4-2-7-16,0-5 0 0,-2 6-1 0,-2 1 10 16,-1 0-5-16,-2 1 5 0,0 2 3 0,1 6 3 15,0-2 4-15,-3 2 0 0,1 1-6 0,-2 0 8 16,3 4-2-16,0-1 2 0,5 5-4 0,-11-2 3 15,11 2 0-15,-16 1-6 0,16-1 4 0,-13 3 0 16,8 0 2-16,-1 0-2 0,6-3 1 0,-4 5 4 16,4-5-3-16,0 0 0 0,0 0 0 0,12 16 1 15,-7-13 4-15,6-1-3 0,2 0 1 0,5-1 2 16,0 1 1-16,-1-2-3 0,0 2 1 0,1-6-3 16,0 1 1-16,-3 3 2 0,-2-2 0 0,-2 1 1 15,-1 0-3-15,-4 0 3 0,-6 1-1 0,12-3 1 16,-12 3 1-16,10-1-4 0,-10 1 1 0,0 0-3 15,0 0-3-15,0 0 2 0,15 7 0 0,-15-7 3 16,4 13 0-16,-1 0 8 0,-2-3 9 0,-1 6-6 16,3 1-4-16,-3 0 1 0,0 2-3 0,0 0 6 15,0-2-4-15,0-1-1 0,0 0 4 0,2 1-1 16,-1-5 0-16,3 1 0 0,0-2-3 0,0 0 2 16,0-1-2-16,-2-3 6 0,2 1-3 0,-1-2 1 15,0-1-2-15,5-2 9 0,-2 1-9 0,3-3-1 16,4 1 2-16,-1-5-1 0,-2-1 2 0,1 3-2 15,2-4 1-15,0-3-1 0,-2 0-1 0,2-2-2 16,0-3-6-16,-4-3-2 0,1 2-4 0,0-5-5 16,-5 3 0-16,2-2-3 0,-2-6-3 0,-2 4 0 15,-1 1 0-15,-2-8 0 0,0 9-2 0,-1-1 4 16,-2 3 10-16,1 4-9 0,-5-4 3 0,3 6 4 16,-1 0-2-16,-1 6 5 0,2-5-3 0,-2 2 3 15,-1 4-6-15,7 3 2 0,-7-7 1 0,0 5-1 16,7 2 5-16,-11-2 0 0,11 2-4 0,-9-1 1 15,9 1 0-15,0 0 4 0,0 0-1 0,0 0 2 16,0 0-1-16,0 0 2 0,-3 15-3 0,3-15 3 16,0 0 2-16,23 10 1 0,-9-10-4 0,-2 2 4 15,6 2-2-15,-8-3 0 0,4 2-3 0,-5 1 3 16,1-1-3-16,-3 1-2 0,3 0 3 0,-4-1-1 16,-6-3 2-16,12 10-3 0,-3-2 1 0,-4-1-1 15,1 2 2-15,-3 1 6 0,1 1 0 0,-3 3-3 16,0-4 1-16,1 3-4 0,0 0 4 0,-1 3 5 15,-1-4-3-15,4 1 1 0,-1-2 2 0,-2 1 3 16,3-2-2-16,1-1 4 0,-3 0-4 0,5-1 1 0,-1-1 5 16,0 1-2-16,4-4 2 0,0 0-3 15,1 1 5-15,2-5-3 0,2 0-3 0,-1-1 1 16,3-4 1-16,1 1-3 0,-2-1-1 0,0-3-1 16,2-1 0-16,-4-1-1 0,-1-1-1 0,-2-1 1 15,-2-2 1-15,1 0 0 0,-3-1-5 0,0 0-1 0,-1-1 4 16,-4 1-2-16,4-1 2 0,-3 5-4 0,-2 0 3 15,-1 2-2-15,0-1 3 0,1 4 4 16,-1 6-6-16,0-10-1 0,0 10-5 0,0 0 2 16,0 0 0-16,0 0-3 0,0 0 1 0,0 0 1 15,-10 21 2-15,5-10-3 0,1 4 2 0,1 1-1 16,-3 1-1-16,4-2 4 0,-2 2 1 0,1-2-2 16,2 2-17-16,-1-2-19 0,2-2-28 0,0-1-19 15,2 0-28-15,1-3-31 0,0 3-13 0,1-2-134 16,-1 0-314-16,0-3 139 0</inkml:trace>
  <inkml:trace contextRef="#ctx0" brushRef="#br0" timeOffset="29085.3">30814 9696 8 0,'-9'16'-2'0,"8"-8"-1"0</inkml:trace>
  <inkml:trace contextRef="#ctx0" brushRef="#br0" timeOffset="29740.29">31042 10099 105 0,'0'0'168'0,"6"-7"-3"0,-2 2-12 0,-4 5-2 15,5-8-20-15,0 3-13 0,-1-1-9 0,1-1-10 16,0 1-9-16,-2 0-8 0,1 0-5 0,2-2-18 16,-1-1-1-16,0 1-7 0,-1 0-4 0,-3-2-5 15,2 4-5-15,-1 0-7 0,-2 6-5 0,3-12 0 16,-3 12-7-16,0-9-3 0,0 9-4 0,0 0 8 0,-5-12-4 0,5 12-6 15,-8-3-6-15,8 3 6 0,0 0-7 0,-15 9-1 16,7-2 5-16,0 2-4 0,-2 1 3 0,0 2-5 16,0 2 0-16,-2 1-1 0,6-1-1 0,1 0-1 15,0 1 3-15,2-2-2 0,3 3 4 0,0-5-3 16,0 1 1-16,4 1 2 0,0-4 0 0,2 2 6 16,4-3-7-1,-1 1 1-15,3-2 1 0,-1-1 3 0,7 0-3 16,-4-4 1-16,7 1 6 0,-1-1-5 0,1-4 1 15,-2 2-2-15,1-3 0 0,-2-1 1 0,-2-3 2 0,1 2-8 16,-5-2 3-16,3-3-1 0,-1 0-9 0,-6-1 7 16,3-2-5-16,-2-3-7 0,-3-1 3 15,-1 1 0-15,1-2-6 0,-5-1 4 0,3 0-4 16,-5 0-3-16,-2 1 6 0,2 0-1 0,-1 2-2 0,-2 6 10 0,0 0 6 16,0 0 1-16,1 2 2 0,-1 0-4 0,2 3 1 15,2 5-2-15,-6-8-2 0,6 8 0 0,-4-5 2 16,4 5 2-16,0 0 5 0,-5-4-12 0,5 4 9 15,0 0 1-15,0 0 3 0,0 0-9 0,0 0 0 16,0 0 8-16,15 14-6 0,-9-12-2 0,5 2 5 16,0-2-4-16,1 2 5 0,1 0-4 0,-2-3 4 0,-1 6 8 0,2-5-2 15,-3 1 0-15,-2-1 3 0,1 1-1 0,-2-1-5 16,1 2 1-16,-2 0-9 0,-1 2 15 0,1 1 1 16,0 3 1-16,-2 0 1 0,-2 3 9 0,-1 1 1 15,0-2-7-15,0 4 2 0,0 3 4 0,-3-3-11 16,3 1 5-16,-1-1 0 0,0-3-5 0,-2 4 4 15,3-2 3-15,1 1-17 16,1-5-24-16,2 1-18 0,-1 1-27 16,5-4-39-16,-2-1-34 0,2 0-27 0,1 1-112 0,1-4-300 15,2-2 133-15</inkml:trace>
  <inkml:trace contextRef="#ctx0" brushRef="#br0" timeOffset="31111.51">4112 10968 89 0,'3'-9'206'0,"-3"9"-7"0,1-9-9 16,-1 9-7-16,1-5-18 0,-1 5-16 0,0 0-18 16,0 0-13-16,1-9-14 0,-1 9-14 0,0 0-10 0,0 0-15 15,0 0-3-15,0 0-2 0,4 35-7 0,-2-9 8 16,1 6-1-16,-3 14-7 0,-2-11-4 0,1 15-2 0,-2-3-6 16,-1-1-4-16,0-12-5 0,1 16-2 0,1-2-5 15,1-1 1-15,1-14-1 0,-1 2-1 0,0-2-3 16,-1 3-7-16,2-2 2 0,-1-1-2 0,0-2 0 15,-2-1-1-15,2-1-1 0,0-1-2 0,-3-1 1 16,1-1-10-16,3 0-13 0,-3-6-15 0,1 0-21 16,-3-1-24-16,-1-3-27 15,2 2-27-15,-3-3-26 0,1 1-25 0,-4-2-135 16,-1-3-337-16,5-2 150 0</inkml:trace>
  <inkml:trace contextRef="#ctx0" brushRef="#br0" timeOffset="31428.23">4153 11368 118 0,'0'0'174'0,"3"-10"-18"0,-3 10-10 0,1-8-16 0,-1 8-17 16,1-7-13-16,-1 7-8 0,0 0-12 0,5-6-7 0,-5 6-11 0,0 0-7 15,15 3 0-15,-15-3-13 0,17 5-2 0,-7 0-3 16,-1 1-8-16,2 1-2 0,-4 2 1 16,2-1-7-16,-1 6 11 0,0-3-8 0,-3 3-11 0,-3-3 10 15,2 0-10-15,-2 2 4 0,-2 2-4 0,-1-3 0 16,-1 0-2-16,-2-1-6 0,-1-1-2 16,1 0 0-16,0-1-2 15,-1 1-5-15,-4-2-17 0,3 0-8 0,-1-2-16 16,0 0-34-16,-2 1-23 0,-1-1-38 0,-1 0-82 15,2-2-240-15,-2-1 107 0</inkml:trace>
  <inkml:trace contextRef="#ctx0" brushRef="#br0" timeOffset="31760.23">4401 11507 118 0,'-1'11'119'0,"1"-11"-9"16,2 13-10-16,-2-5-2 15,3-1-12-15,-2-2-1 0,3 3 0 0,-1-2-5 16,4 1-4-16,-1 0-4 0,1-2 11 0,1-2-16 16,3-1 1-16,-3-1-1 0,2-2 4 0,3-1-2 15,-2 1-8-15,1-3-4 0,0 0 3 16,-1-2-3-16,-2-1 4 0,1 0 1 0,-1-1-5 15,-1-1 3-15,-3 0-4 0,0 0 2 0,0 0 2 16,-3 2-5-16,-2-6-6 0,-1 2-4 0,-3 1-5 0,-1 2 3 0,0 0-8 16,-4-2-12-16,0 2 0 0,-3 2-18 0,0 1-19 15,0 1-11-15,-4 3-19 0,-3 2-28 0,-1 5-27 16,3 0-35-16,-1 4-32 0,-4 9-146 0,7-6-337 16,2 2 150-16</inkml:trace>
  <inkml:trace contextRef="#ctx0" brushRef="#br0" timeOffset="32245.92">4659 11210 79 0,'-2'-7'210'0,"0"0"-15"0,2 7-15 16,-2-11-19-16,2 11-20 0,-3-8-14 0,3 8-21 16,0 0-11-16,0 0-10 0,0 0-9 0,0 0-8 15,0 0-7-15,-1 35-6 0,1-15-3 0,0 7 2 16,-1 3-14-16,-1 1 6 0,2 0-13 15,-4-1-5-15,2 3 2 0,-1-2-5 0,3-3-1 0,-3 3-5 16,3-2 1-16,2 0-4 0,-4-2-8 0,2-2-18 0,0-6-27 0,-2 2-26 16,2-3-40-16,0-2-22 0,0 0-21 15,-1 1-113-15,0-6-280 0,-2 0 125 0</inkml:trace>
  <inkml:trace contextRef="#ctx0" brushRef="#br0" timeOffset="32715.45">4754 11695 111 0,'12'-9'139'15,"-4"1"-12"-15,1 1-3 0,0-3-13 0,1-5 1 16,2 5-6-16,0-5-11 0,0-1 0 0,-2 0-9 15,7-4-7-15,-7-1-10 0,1 4 0 0,-3 0-6 16,0 0-7-16,-3 1-6 0,4 2-3 0,-5-2 2 16,-4 5 3-16,2 1-3 15,-3-1-6-15,1 11-1 0,-3-15-4 0,3 15-3 16,-7-10-5-16,7 10-6 0,-6-4 7 0,6 4-14 16,0 0 8-16,0 0-5 0,0 0-7 0,-25 14-7 15,19-4 2-15,-1 0-1 0,0 6-3 0,0 2 2 16,1 1-4-16,4-1 5 0,-2 0-10 0,4 2-21 15,1-3-36-15,2 1-4 0,4-1-22 0,-2-2-32 16,7-2-13-16,-5-3-20 0,1 0-84 0,-2 0-256 0,3-6 114 0</inkml:trace>
  <inkml:trace contextRef="#ctx0" brushRef="#br0" timeOffset="33093.55">5077 11549 93 0,'3'16'129'0,"-3"-6"-2"15,1 0-1-15,-1 1-10 0,0-11-9 0,1 14-14 16,-1-14-6-16,-1 13-11 0,2-8 3 0,0 3 4 16,-1-8 9-16,0 0 15 0,3 8 11 0,-3-8 6 15,0 0-2-15,0 0-8 0,0 0-9 0,0 0-2 0,0 0-16 0,0 0-8 16,0 0-7-16,0 0-5 0,0-27-11 0,0 17-4 15,3-1-8-15,-1 0-3 0,1 1-3 0,-1-6-5 16,4 0-7-16,1 0-7 0,2-1-8 0,2 2-1 16,0 3-2-16,-1 2-6 15,-2 2-2-15,4 1-2 0,-3 1 1 0,3 1-5 16,-2 4 1-16,0 0-2 0,0 2 2 0,1 4-4 16,-2-1 3-16,2 3-2 0,-2 3 1 0,1 3 1 15,-1 0 2-15,-1 4 1 0,0-1-1 0,-3 3-1 16,0 0 3-16,0 1 3 0,-1-2-14 0,-2 1-19 15,-1 0-19-15,-2-1-48 0,4-3-34 0,-5-2-37 16,2 3-34-16,-3-1-108 0,0-4-336 0,1-4 150 16</inkml:trace>
  <inkml:trace contextRef="#ctx0" brushRef="#br0" timeOffset="33359.51">5435 11279 81 0,'-1'-12'203'0,"1"12"-19"0,-2-5-22 15,2 5-15-15,0 0-12 0,0 0-9 0,0 0 7 16,0 0 1-16,5 32-5 0,-2-11-5 0,-2 6 0 16,0-1-12-16,2 0-6 0,0-1-12 0,-2 2-3 15,0-1-11-15,0 2-4 0,1-2-9 0,-4 1-7 16,2-8-6-16,0 0-4 0,0 7-3 0,-1-7-7 15,1 0-10-15,-2-2-14 0,2-1-25 0,0 0-21 16,-3-3-31-16,2-2-44 0,1-4-29 0,-2 1-30 16,4-1-23-16,-2-7-133 0,-4 9-346 15,4-9 154-15</inkml:trace>
  <inkml:trace contextRef="#ctx0" brushRef="#br0" timeOffset="33632.11">5269 11546 114 0,'0'0'128'0,"0"0"-8"0,0 0-9 16,21-7-10-16,-9 3-7 0,8 1 0 15,2-2-12-15,4 2-9 0,2 0-1 0,1-5-6 16,-1 5-4-16,-1 0-3 0,-5-3-8 0,-2 3 0 0,1 1-5 0,-3-1-2 16,-4 1-5-16,-3 0-4 0,-1 1-5 0,-10 1 2 0,17-2 0 15,-17 2-3-15,15 3-6 0,-8 1 18 0,1 3-12 16,-8-7-2-16,11 13 5 0,-7-2-2 15,-2 1-6-15,3 3 2 0,-1 2 0 0,-2 4 0 0,0-2-5 16,-2-1 2-16,0 9-2 0,1-4-4 0,-2-4 2 16,0 2-7-1,0-2-28-15,-2 0-30 0,4-1-36 0,-2 0-44 0,1-1-35 16,-3-1-95-16,3-7-276 0,0 2 122 16</inkml:trace>
  <inkml:trace contextRef="#ctx0" brushRef="#br0" timeOffset="33801.25">5665 11337 22 0,'0'0'43'0,"9"21"-26"16,-8-11-31-16,3 2-15 15,0-1 6-15</inkml:trace>
  <inkml:trace contextRef="#ctx0" brushRef="#br0" timeOffset="34202.74">5978 11481 152 0,'0'0'184'15,"0"0"-11"-15,0 0-3 0,0 0-17 0,-10-16-3 0,10 16-6 16,-10-3-15-16,10 3-2 0,-12 2-17 0,12-2-8 15,-15 4 1-15,7-1-8 0,0 5-9 0,-1 1-8 16,2 1-2-16,-1 2-6 0,-1 4-7 0,4-2-7 16,0-3-4-16,1 0-4 0,2 5-5 0,2-5-8 15,0-2 1-15,2 2-4 0,1-1-5 0,-2-1 6 16,3-2-8-16,0 0-5 16,2-3-1-16,3 1 3 0,-3-1-7 0,1-3 3 15,-7-1-5-15,14 2 3 0,-5-2-4 0,-9 0 1 16,14-5-1-16,-5-2-1 0,0 1 1 0,-2 1 0 15,0-3-4-15,-1 1 2 0,-1-2-4 0,-2 3 4 16,1-3-4-16,-2-1-3 0,-2 3 1 16,1-3 3-16,-1 10-3 0,0-11-1 0,0 11 2 0,0-10-1 15,0 10-2-15,0-7-4 0,0 7-3 0,0 0-3 0,0 0-3 0,0 0 1 16,0 0 3-16,0 0 1 0,0 0-1 0,4 30 3 16,-2-19-2-16,-1 1 2 0,0 2 2 0,3 1 3 15,0 1-3-15,2-1 1 0,0-4-19 0,0 0-16 16,-1-1-23-16,3-1-23 0,2 0-45 0,2-2-42 15,1-4-46-15,3-3-125 0,3 0-368 0,0-5 163 16</inkml:trace>
  <inkml:trace contextRef="#ctx0" brushRef="#br0" timeOffset="34418.68">6295 11273 2 0,'0'0'180'16,"0"0"-5"-16,0 0 2 0,0 0-2 0,-4 21 10 16,-1-6-18-16,1 3-9 0,-1 1-15 0,0 0-10 15,-3 8-15-15,2 0-13 0,2 1-7 0,-1-2-11 16,2-1-7-16,1 1-8 0,0-7-10 0,0 0-23 16,1 0-26-16,-1-2-31 0,2 0-38 0,-2-4-28 0,4 3-27 15,0-2-36-15,-2-3-146 0,-2 0-316 0,-1 0 140 0</inkml:trace>
  <inkml:trace contextRef="#ctx0" brushRef="#br0" timeOffset="35020.18">4485 11419 67 0,'0'0'144'15,"0"0"-4"-15,0 0 6 0,0 0 1 0,0 0-6 0,0 0-6 0,0 0 6 16,0 0-12-16,0 0-7 0,0 0-4 0,0 0-11 15,0 0-11-15,0 0-7 0,-2-5-9 0,2 5-10 16,0 0-4-16,0 0-12 0,0 0-8 0,0 0-15 16,0 0-16-16,0 0-14 0,0 0-14 0,25 0-29 15,-4 2-43-15,6-2-39 0,6-2-45 0,1 2-107 16,5-3-298-16,0-1 132 16</inkml:trace>
  <inkml:trace contextRef="#ctx0" brushRef="#br0" timeOffset="36437.97">6157 11508 15 0,'0'0'18'0,"-1"-8"-3"15,1 8 6-15,0 0-2 0,0 0-6 0,-3-10 4 16,3 10 0-16,0 0-4 0,-4-8-3 15,4 8 0-15,0 0-2 0,-1-7-4 0,1 7 3 0,0 0-13 0,0 0 2 16,-3-7-1-16,3 7-1 0,0 0-6 0,0 0 7 16,0 0-21-16,0 0 32 0,0 0-6 0,0 0-2 15,0 0 11-15,0-10 4 0,0 10 1 0,0 0 3 16,0 0 5-16,0 0-5 0,0 0 3 0,-3-9-5 16,3 9-5-16,0 0 5 0,0 0-7 0,0 0 2 0,0 0-3 15,0 0-7-15,0 0-6 0,-2-8-5 0,2 8-9 0,0 0-25 16,0 0-48-16,0 0 21 0</inkml:trace>
  <inkml:trace contextRef="#ctx0" brushRef="#br0" timeOffset="36669.65">6204 11403 14 0,'0'0'37'0,"0"0"-10"16,0 0-9-16,0 0-13 0,0 0-5 15,9-2-6-15,-9 2-11 0,0 0-16 0,10 2 8 16</inkml:trace>
  <inkml:trace contextRef="#ctx0" brushRef="#br0" timeOffset="37138.25">6272 11390 10 0,'0'0'74'0,"0"0"-5"0,0 0 0 0,0 0 3 16,-3-9-6-16,3 9-1 0,0 0-9 0,0 0-9 16,0 0 21-16,0 0-5 0,0 0-7 0,0 0 6 15,0 0-16-15,0 0 1 0,0 0-8 0,0 0-2 0,0 0-10 16,0 0-17-16,0 0 6 0,0 0 5 0,0 0-3 15,0 0 1-15,0 0-4 0,0 0 1 0,-3 22 1 16,3-12-6 0,0 1 4-16,2 1 5 0,-1 6 0 0,1-1-1 15,0 2 4-15,-2 1 2 0,3 3-5 0,-1 3 4 16,0 0-10-16,1 0 9 0,0 0-5 0,-2-7 5 16,3 7-1-16,-3 1-2 0,2-3 8 0,-2 2-1 15,-1-7-3-15,3 0 0 0,-3 1 4 0,1-2-4 16,0 0 0-16,-1-3-1 0,0-1 0 0,0-2-6 15,0 1 1-15,0-2-3 0,0-3 0 0,0 1-1 16,0-9 1-16,0 11-5 0,0-11 1 0,-1 11-4 16,1-11 2-16,-1 7 3 0,1-7-2 0,0 0 3 15,0 0-7-15,0 11-9 0,0-11-20 0,0 0-24 16,0 0-37-16,0 0-41 0,0 0-129 0,0 0-273 16,0 0 122-16</inkml:trace>
  <inkml:trace contextRef="#ctx0" brushRef="#br0" timeOffset="37604.53">6850 11445 123 0,'0'0'125'0,"0"0"-16"0,0 0-6 0,0 0-14 0,0 0 1 15,0 0-1-15,15 20 2 0,-11-10-18 0,1 2-8 16,0-1 0-16,3 4-3 0,-2 1-6 0,-1-2-3 16,3 3-5-16,1-2-3 0,-3-1-4 0,1 0 7 15,-1-3-1-15,0 1-1 0,1-2-4 0,-2-1-2 16,0 1-5-16,-1-4-1 0,-2 1-6 0,2-2 0 15,0 0-6-15,-1 2 3 0,0-2-4 0,-3-5-2 16,4 5 0-16,-4-5 4 0,5 5 6 0,-5-5 15 0,0 0 10 0,4 5 11 0,-4-5 7 0,0 0-7 16,0 0-10-16,0 0 0 0,14-18-6 0,-7 7-4 15,2-4-2-15,0-1-4 0,1-3-4 0,1-6-6 16,1 1-1-16,2-2-5 16,-3 1-1-16,2 0 0 0,-1 2-2 0,-2-1-3 15,-1 6 0-15,-3 1-2 0,2 3-2 0,-3-1 1 0,0 3-6 16,-1 1 1-16,1 2-3 0,-3 4-1 15,2-3-13-15,-4 8-20 0,3-8-34 0,-3 8-33 0,0 0-19 16,0 0-20-16,0 0-16 0,0 0-20 16,0 0-20-16,5 21-103 0,-8-12-315 0,3-9 140 15</inkml:trace>
  <inkml:trace contextRef="#ctx0" brushRef="#br0" timeOffset="37973.71">7275 11709 90 0,'-1'12'155'0,"0"-5"-6"16,-1 2 1-16,0 3-10 0,-1 3-6 0,-1-3-6 15,2 1-5-15,0-1-21 0,1 0-9 0,1 1-11 16,0-4-2-16,-1 2-5 0,2-3-10 0,4 1-4 15,-3-1-5-15,2-2 1 0,-1 1 3 0,3-2-4 0,0 0 12 16,5-2-7-16,1-2-1 0,1-2-3 0,3-2-4 0,2 0-6 16,-1-4-3-16,-1 1 2 0,0-3 0 0,-1-1 0 15,-2-1-9-15,2-4 0 0,-2 1 6 0,-4 0-2 16,0-2-3-16,-4-2-3 0,-1 1-1 0,0 0-5 16,-6-1-3-16,0 3-2 0,-1-3-4 0,-5 1-2 15,0 1-3 1,-4 3-6-16,-1 1 2 0,-2 2-5 0,3 5-9 0,-4 0-11 15,2 4-6-15,0 1-20 0,-2 4-22 0,2 0-28 16,-2 3-32-16,0 3-28 0,2 2-33 16,0 2-172-16,4 0-382 0,4-3 169 0</inkml:trace>
  <inkml:trace contextRef="#ctx0" brushRef="#br0" timeOffset="41396.25">8165 11275 33 0,'0'0'104'0,"2"-8"1"16,-2 8 3-16,0 0-1 0,0 0-4 16,2-9 11-16,-2 9 1 0,0 0-10 0,0 0-9 0,0 0 4 0,0 0-6 15,-3-12-11-15,3 12-12 0,0 0-2 0,0 0-12 16,0 0-1-16,0 0-2 0,0 0-14 0,0 0-1 16,0 0-2-16,-23 16-4 0,13 0-2 0,-6 7 4 15,0 2-3-15,0 5-4 0,2 1-1 0,-2 14 0 16,2-12-2-16,3 2-5 0,5-3-5 0,-1 3 4 15,4-1-1-15,4-5 0 16,-2 2 10-16,5-1 1 0,2-3-4 0,-1 0-2 16,3-3-1-16,0-5-5 0,3 0 0 0,-1-4-18 15,2-2-19-15,0-2-18 0,1 1-24 0,3-5-11 16,0 1-29-16,-2-3-24 0,4-1-14 0,1-4-130 16,-2 3-292-16,1-6 130 0</inkml:trace>
  <inkml:trace contextRef="#ctx0" brushRef="#br0" timeOffset="41733.87">8512 11519 152 0,'0'0'153'0,"0"0"-9"0,0 0-17 0,0 0-7 16,0 0 0-1,-20 20 1-15,10-6-3 0,1 4-7 0,0 0-8 16,1 0-14-16,0 5-4 0,2 2-9 0,3-5-6 15,1-1-6-15,-1-2-1 0,3 0-9 0,2 0-6 16,1 0-5-16,1-6-2 0,3 1-3 0,0-2-2 16,2-1-4-16,2-2 1 0,1 0-6 0,0-3-3 15,-1-3 3-15,5-1-2 0,0-4 0 0,2-1-2 16,2-2-1-16,0-2-1 0,3-4-1 0,0-3 0 0,-3 0-2 0,-3 3-1 16,1-8-2-16,-7 6 1 0,-3-2 2 0,-2 2-7 15,-1-6-2-15,-3 3-1 0,-4-8-2 0,-4 1-9 16,-2 8 2-16,-3-7-12 0,-1 7-8 0,1 1-15 15,-3 3-6-15,-3 3-5 0,-1 1-21 0,0 2-18 16,-1 3-2-16,0 4-20 0,1 4-5 0,-1 2-17 16,1 1-11-16,-6 7-109 0,6-2-270 0,3 3 120 0</inkml:trace>
  <inkml:trace contextRef="#ctx0" brushRef="#br0" timeOffset="42134.91">8781 11826 122 0,'7'-9'191'0,"2"-1"-2"0,-1-1-3 0,0-3-16 16,-1 1-9-16,2-3-12 0,-2-1-8 0,0 0-14 16,2-1-14-16,0 0-9 0,-1 0-9 0,0-5-6 15,-1-2-12-15,-2 6-6 0,-4 2-6 0,1-2-7 16,-1-2-4-16,0 6 0 0,-2-4-4 0,0 5-5 0,-3 2-3 0,3 0 1 15,-4 3-4-15,1 3-5 0,-1-1-5 0,1 3-4 16,-1 0-6-16,5 4-2 0,-12-6-2 0,12 6-2 16,-10-3-4-16,10 3 0 0,-10 0 0 0,10 0-11 15,0 0-3-15,-8 5-6 0,8-5-1 0,0 0-2 16,0 0-3-16,10 16-2 0,-5-13-1 0,7 1 3 16,2 0 1-1,0 2 2-15,0-3 0 0,-2-1 3 0,2 2 0 16,-3 0 4-16,1-2-5 0,-2 3-1 0,-1-2 1 0,0 3 3 15,0 2 1-15,1-3 3 0,-4 7-3 0,1-4 3 16,3 5 2-16,-4 4-3 0,-1-2 2 0,-1 4 5 16,-2-2-13-16,0 2-19 0,1 6-31 0,-3-5-19 15,2 4-35-15,0 1-39 0,1-4-25 0,-4-2-105 16,4-1-307-16,-1-3 137 0</inkml:trace>
  <inkml:trace contextRef="#ctx0" brushRef="#br0" timeOffset="42397.71">9659 11428 39 0,'-3'-10'290'0,"-1"5"-20"0,3-3-24 0,1 8-24 15,-2-8-31-15,2 8-18 0,0 0-22 0,0 0-13 16,0 0-14-1,0 0-13-15,0 0-5 0,-3 31-11 0,4-6-7 16,3 1-10-16,-1 2-3 0,-1-3-7 0,-1 3-8 0,2-1-9 16,-2-1-4-16,0 0-2 0,-1-1-5 0,2 2-2 15,0-4-11-15,-2-4-19 0,0 1-25 16,0-1-34-16,0-1-31 0,-1-1-32 0,1-1-35 0,1-4-28 16,1-1-33-16,-2-1-121 0,-2-4-357 0,2-6 158 15</inkml:trace>
  <inkml:trace contextRef="#ctx0" brushRef="#br0" timeOffset="42682.89">9908 11490 169 0,'0'-8'178'0,"0"8"-10"0,-5-6-17 16,5 6-14-16,0 0-9 15,-19 3-15-15,8 1-4 0,-1 1-7 0,-4 2-13 16,-2 2-9-16,-2-3-9 0,1 3-4 0,0-1-5 15,3 2-9-15,4-4-4 0,0-1-8 0,3-2-6 16,0 4-5-16,4-3 2 0,5-4 2 0,-8 3-11 16,3 0-1-16,5-3-9 0,0 0 1 0,0 0-5 15,-10 4 0-15,10-4-1 0,0 0-3 0,0 0 2 16,0 0-1-16,8 14-1 0,-3-9-3 0,2 4 3 0,1-1 1 0,2 2-3 16,0 0-3-16,3 2 0 0,3 1 2 0,-5 1-3 15,4-1-22-15,-2 1-31 0,1-1-38 0,0-2-26 16,0-1-34-16,-1 2-115 0,-2-5-288 0,4 1 128 15</inkml:trace>
  <inkml:trace contextRef="#ctx0" brushRef="#br0" timeOffset="43437.67">10084 11614 171 0,'0'0'161'15,"4"-9"-16"-15,-4 9 0 0,0 0 1 0,0 0-10 16,4 20-9-16,-3-12-10 0,0 1-1 0,-1 2-4 0,2-2-7 16,-2-2-13-16,1 2-5 0,0 0-4 0,-1-2-5 15,0-7-3-15,-1 11 1 0,1-11-1 0,3 9 1 16,-3-9 3-16,0 0 8 0,0 0 3 0,0 9 0 16,0-9 0-16,0 0 0 0,0 0-11 0,0 0-6 15,0 0-5-15,0 0-9 0,0 0-3 0,0 0-8 0,9-20-5 16,-8 12-3-16,1 0-8 0,6-3-3 0,-4-1-6 0,2 1-3 15,2-3-8-15,1 0-2 0,4 2-1 0,-3 3-3 16,0 1 0-16,0 1-5 0,1 0 3 0,-1 6-5 16,-4-1-4-16,6 1 7 0,-2 4-8 0,1-2 4 15,1 3-1-15,-2 4-1 0,0-2 0 0,2 3 3 16,-1 1-2-16,-2-2 3 0,3 4-2 0,0-1 0 16,-1 1 4-1,-1-3-2-15,0-2-1 0,2 6-1 0,-3-7 1 0,3 1 0 16,-1-2-3-16,0 0 1 0,2-2 1 0,4-2-6 15,0-1 1-15,-4-2-1 0,5 0 3 0,0-1-1 16,-1-5 0-16,-5 2 0 0,2-5-2 0,-3 3 5 16,0 1 0-16,-3-5-4 0,-2 3-5 0,3-5-2 15,-1-2 0-15,-3 1 2 0,0-1 1 0,-4-1 0 16,-1 1-3-16,-1 0 5 0,0 5-1 0,0-3 1 0,-2 4-3 0,0 0 6 16,0 1 4-16,-1 1 3 0,0 2-2 0,1 1-2 15,3 5-3-15,-6-7 2 0,6 7-5 0,0 0 5 16,-20 13-1-16,11 1 1 0,-2 2-1 15,2 0 3-15,-2 8-4 0,5-8 6 0,-1 2-5 16,4-1 1-16,2-1 2 0,4 0-2 0,1-2-2 0,1-1 13 16,1-3-10-1,4-1 2-15,-1-1-1 0,3-2 3 0,6 0-2 16,-5-3 4-16,4-1-5 0,-4 0 2 0,2-4-1 16,2-1 4-16,2-4-2 0,-3 0 0 0,-1 0-1 15,2-3 6-15,-2 0-8 0,-5 1 2 0,4-3 2 16,-2-1-2-16,-3-1 3 0,1 0-3 0,-4-2 0 15,-1-1 2-15,-1 2-1 0,0-1 2 0,-3 4-3 16,1 1 4-16,-2 1 0 0,-2-1 9 0,2 1 4 0,-1 4 4 0,-3-1-1 16,4 7 1-16,-5-9-7 0,5 9-6 0,-6-2 2 15,6 2-3-15,-21 10 2 0,10 6 0 0,-7 3-2 16,0 1 1-16,0 2-3 0,3 0-1 0,3-5 1 16,2 5-3-16,5-2-4 0,-1-4-20 0,3 2-29 15,3-2-30-15,3-5-41 0,3 5-54 0,7-3-35 16,1-2-205-16,1-5-451 0,5 0 199 0</inkml:trace>
  <inkml:trace contextRef="#ctx0" brushRef="#br0" timeOffset="44016.23">11339 11465 90 0,'0'0'162'0,"0"0"-23"0,0 0-17 16,0 0-7-16,0 0-2 0,0 0-13 0,17 24 10 15,-11-6-10-15,6 4-3 0,-3 4-12 16,1 1 1-16,-2 0-6 0,4 3-10 0,-4-6 6 0,0 1-8 0,-3-6-2 16,4 0-8-16,-1-2-5 0,-2-1-7 0,1 1-2 15,-3-5 0-15,3-2-3 0,-4 2-5 0,1-3-1 16,0-2-1-16,-1-1-2 0,-1-1 11 0,-2-5 15 16,6 8 8-16,-3-7 4 0,-3-1 1 0,0 0-9 15,0 0-3-15,13-10-3 0,-8 0-2 0,3-4-6 16,-3-3-7-16,5-1-4 0,-1-5-6 0,1-1 0 0,3 1-8 0,-3-3 4 15,-1 0-5-15,-1 3-3 0,0-1-2 0,-3 6-1 16,1 0-6-16,-1 4-9 0,0 2-16 0,-1 2-23 16,-2 4-20-16,-2 6-30 0,1-12-34 0,-1 12-32 15,0 0-27-15,0 0 3 0,0 0-6 0,2-6-8 16,-2 6-101-16,0 0-316 0,0 0 140 0</inkml:trace>
  <inkml:trace contextRef="#ctx0" brushRef="#br0" timeOffset="44302.73">11719 11717 100 0,'0'0'125'0,"1"6"-1"0,-1-6-6 0,3 7 5 0,-3-7-7 16,3 5 5-16,-3-5-7 0,7 8-2 0,-2-6 1 0,-5-2-11 16,9 5-8-16,-2-4-1 0,0 1-4 0,1-2-6 15,-8 0-11-15,21-3 2 0,-10-2-7 0,1 1-4 16,-3-4-6-16,2 2 0 0,0-2-4 0,-2 0-6 0,-3-3 6 15,1 2-3-15,-3-4-1 0,-1 2-7 0,0-5-4 16,-1 0-5-16,-4 2-3 0,-1 0-2 0,-4-1-5 16,-1 5-5-1,0 0-4-15,2 2-2 0,-5 4-5 0,-1 2-6 16,-1 2-2-16,-3 1-7 0,-5 5-9 0,-3 4-16 16,0 6-22-16,1 0-21 0,1 3-26 0,8-3-20 15,-4 3-30-15,5-2-30 0,1-1-113 0,2-3-319 16,8-1 141-16</inkml:trace>
  <inkml:trace contextRef="#ctx0" brushRef="#br0" timeOffset="44554.83">12010 11476 234 0,'2'-8'255'16,"-1"2"-15"-16,-1 6-22 0,0-11-22 0,0 11-22 0,0 0-22 15,1-8-18-15,-1 8-15 0,0 0 0 16,0 0-11-16,7 26-6 0,-5-8-9 0,0 0-7 16,1 10-8-16,-2-2-9 0,-1 1-8 0,2 0-5 0,0-1-3 15,0-2-4-15,0 1-7 0,-6-4-1 0,4 0-23 16,0 4-20-16,0-5-30 0,0-2-31 16,0 0-30-16,-2-2-35 15,4 0-31-15,-2-5-27 0,2 0-153 0,0-4-368 16,-2-1 163-16</inkml:trace>
  <inkml:trace contextRef="#ctx0" brushRef="#br0" timeOffset="44786.43">12272 11493 165 0,'0'-8'218'0,"0"8"-16"15,-2-10-20-15,2 10-17 0,-2-7-23 0,2 7-8 16,0 0-7-16,0 0-5 0,0 0-3 0,0 33 1 15,-2-8-6-15,2 0-8 0,-4 3-9 0,1 0-10 16,-1-2-8-16,-2 0-10 0,3 0-4 0,-2-6-2 16,0 5-10-16,1-6-6 15,0-1-12-15,0 0-18 0,0-3-20 0,3-4-31 16,-1 1-21-16,2-3-36 0,-2-1-25 16,2-8-26-16,2 10-17 0,-2-10-15 0,-2 8-119 0,2-8-316 15,0 0 140-15</inkml:trace>
  <inkml:trace contextRef="#ctx0" brushRef="#br0" timeOffset="45888.07">12094 11662 8 0,'0'0'132'0,"0"0"-15"0,0 0-8 16,0 0-6-16,12-6-10 0,-2 5 1 16,3 0-2-16,8 0-7 0,-2-3 7 0,9 0-16 15,-6 2-8-15,6-2 0 0,-3 1-10 0,-4 2 0 0,-1-2-6 16,-2 1-5-1,0-2-5-15,-7 0 7 0,3 2-11 0,-3 0-5 16,1 1 2-16,-7-2-11 0,-5 3 12 0,12-1 9 16,-12 1 4-16,9-2 1 0,-9 2 4 0,8-1 1 15,-8 1-3-15,0 0-8 0,0 0-6 0,0 0-4 16,0 0-6-16,6 8-8 0,-6-8 3 0,-4 10-4 16,0 1 1-16,-4 3-3 0,-1 2-4 0,1 0 0 15,1 2-3-15,-3-2-3 0,4 1 7 0,1-1-7 16,-1 0-1-16,4-5-2 0,-2 0 2 0,4 2-2 15,4-4-1-15,-2-2-3 0,2 0 2 0,2-2-2 16,1-1 3-16,5 1-5 0,-1-4-6 0,2-1 13 16,1 0-8-16,3-5-6 0,2 0 2 0,-3-2-4 15,-3 0 6-15,0-3 5 0,1 0-3 0,-3-2 4 16,1-1-1-16,-4 3 0 0,1 0 3 0,-2-1-4 16,1-4 3-16,-2 3-2 0,-2 1 3 0,1 0 1 15,-1 1 10-15,0 3 8 0,-4 0-1 0,0 7 0 16,2-10 2-16,-2 10-8 0,1-8 1 0,-1 8-8 15,0 0 2-15,0 0-5 0,0 0 0 0,0 0 1 0,0 0-2 16,0 0 0-16,3 28-2 0,-1-19 5 16,0 1-3-16,0 0-2 0,2-1 5 0,-1 1-3 15,3-3 2-15,3 3-3 0,-1-2 2 0,4-1-2 16,4-1 3-16,2-2-3 0,5-3 2 0,8-1 2 16,-4 0-3-16,2-4-1 0,1 1 0 0,-1-4-1 0,-10 2 4 15,2-2 2-15,-3 0-7 0,-2-1 5 0,-6 2-2 16,3-2 3-16,-3 1 1 0,-3-1 0 15,0-1-2-15,2-1 3 0,-5-1-1 0,-2 1 0 16,1 0 4-16,-3 0 1 0,0-2-1 0,0 5 5 0,0 7-5 16,-5-13 1-16,1 7-2 0,0 1 2 0,4 5-2 15,-14-6-3-15,7 5-2 0,-4 1 2 0,-1 3-5 16,-1 2 2-16,3 2-3 0,-2 0 5 16,1 3-5-16,2-1-1 0,1 3 1 0,2-3-1 0,-1 1-2 0,3 0-9 15,4-1-3-15,0-2-5 0,0 3-6 16,0-3 0-16,0-7 4 0,7 10-4 0,-1-6-3 15,-1 0 5-15,4-2 2 0,0 1 1 0,-2-3 4 16,4 1-1-16,-11-1 4 0,15-5 0 0,-6 3 4 16,-1-2 2-16,-4 0 2 0,5-2 0 0,-7 2 1 15,5-2 0-15,-3 0 2 0,1 1 4 0,-3-1 4 16,-2 6 7-16,5-8 11 0,-5 8 1 0,4-8-1 16,-4 8 3-16,0 0-5 0,4-6-7 0,-4 6-3 15,0 0 1-15,0 0-6 0,0 0 3 0,0 0 8 0,-8 39-1 0,8-15 7 16,-2 2-1-16,4 3-1 0,-2 3-2 0,0 3-1 15,0 9-4-15,2-9 3 0,0 0-6 0,2 9 2 16,-4-10-1-16,0 0-1 0,0 1-3 0,2-2 0 16,-4-2 2-16,-2 2-1 0,0-2-3 0,-6-4-1 15,3 0 1-15,-4-2-2 0,1-9-3 0,-4-2-1 16,-1-1-1-16,1-1 0 0,0 0 1 0,2-5-1 0,2-2-2 0,-3 0 8 16,3-4-4-16,1 1-2 0,-1-4-4 0,10 2 0 15,-17-6-4-15,11 2-3 0,1-7-1 0,3 0 0 16,-2-4-7-16,4-2 2 0,4-7-9 0,1-4 1 15,5-3-14-15,5 0 1 0,2-1-3 0,8-11-2 16,2 1 4-16,4-2 0 0,3 1 1 0,1 1-2 16,1-2 3-1,0 2 2-15,5 5 6 0,-5-5 4 0,0 4-1 16,0-1 6-16,-3 3-5 0,-10 6 8 0,2 5 0 0,-8-1-4 16,-1 4 5-16,-5-1 4 0,1 9 6 15,-8 3 5-15,1 0 12 0,-3 5 4 0,0-1-1 16,-2 7-1-16,0 0-4 0,-4-12 2 0,4 12 2 0,0 0 4 15,-25 16 4-15,12-3-2 0,-6 5 3 0,2 1-3 16,1-2-3-16,5-2-2 0,1 2-1 0,4 1-2 0,4 1 0 16,4 0-11-16,0-2-19 0,5-1-27 0,4 1-34 15,2-2-39-15,8 0-41 0,2-2-189 0,-4-5-376 0,12 1 167 16</inkml:trace>
  <inkml:trace contextRef="#ctx0" brushRef="#br0" timeOffset="46509.05">13995 11577 20 0,'0'0'198'0,"-4"-12"-19"0,4 12-8 0,0-6-20 16,0 6-18-16,0 0-15 0,0 0-16 0,0 0-4 15,0 0-4-15,0 0-5 0,14 27-4 0,-6-9-3 16,1 6-9-16,-1 6 0 0,3-3-2 0,-2 1 2 16,-1-1-7-16,0 0-11 0,2 0 4 0,-1-2-8 15,-1-7-6-15,-2 1-8 0,1 0 4 0,1-2-4 16,-3-5-4-16,0 1-4 0,1-3 0 0,-1 0-5 15,-1 0-1-15,1 0-1 0,-3-4 0 0,0 0-4 16,-2-6 2-16,6 9-3 0,-6-9 10 16,4 5 9-16,-4-5 3 0,0 0-3 0,10-2-4 0,-10 2-2 15,12-15-2-15,-3 2-3 0,2-5 1 0,3-8-5 16,-1-2-3-16,5 0-1 0,-5-3-3 0,0-2 0 16,3 1-2-16,-2-2-1 0,2 1-3 0,-1-11 3 15,-1 12-1-15,-1 2-1 0,-3 0 1 0,-1 2-2 16,-5 9-3-16,0 0-2 0,1 2 0 0,-3 5 2 15,2 2-4-15,0 1 1 0,-3 2-10 0,2 4-15 16,-3 3-22-16,0-9-16 0,0 9-14 0,0 0-23 16,0 0-6-16,0 0-12 0,0 0-20 0,0 0-21 15,4 31-13-15,-4-15-15 0,-4 2-103 0,4 3-310 16,0-2 138-16</inkml:trace>
  <inkml:trace contextRef="#ctx0" brushRef="#br0" timeOffset="47144.43">14420 11878 28 0,'-2'-7'185'0,"2"7"-1"15,0 0-4-15,-2-12-9 0,2 12-13 0,-2-6-8 0,2 6-7 16,0 0-11-16,-1-8-8 0,1 8-3 0,0 0-9 15,0 0-11-15,0 0-8 0,2-10-12 16,-2 10-4-16,0 0-12 0,0 0-11 0,0 0-7 16,0 0-4-16,0 0-1 0,0 0-5 0,0 0-7 15,0 0 0-15,0 0-4 0,0 0-5 0,0 0 2 0,21 11-2 16,-14-8-7-16,-3 1 1 0,3 1-1 0,0 0 0 16,1 1-4-16,-3 0 0 0,3 1-1 15,-3 1 0-15,1 0 3 0,-2 1-1 0,2 2 1 16,-2-2-1-16,1 3-3 0,-1 0 2 0,0-1 1 0,0 2 1 15,-4-3-4-15,2 0 4 0,2 0 1 0,-1-1-7 16,-1-1 0-16,-2 0 1 0,0-8-1 0,2 10 1 16,-2-10 0-16,2 7-1 0,-2-7 13 0,0 0 17 15,3 6 10-15,-3-6 4 0,0 0-6 0,0 0-2 0,0 0-4 16,0 0-6-16,0 0-3 0,2-21 1 16,1 12-5-16,-2-1-5 0,4-5-2 0,2 0-2 15,-1 0-1-15,3-2 2 0,1 1 3 0,-2 0-10 0,1 0-1 0,5-6-4 0,-1 0 0 16,-4 6 24-16,4 0-7 0,-1 3 7 15,-2-1-12-15,-2 4-2 0,0 2-3 0,-3 1-1 16,0 1-10-16,-3 1-12 0,2-1-15 0,1 2-17 16,-5 4-15-16,7-3-7 0,-7 3-8 0,0 0-16 15,0 0-13-15,11 7-28 0,-9-1-26 0,0 1-20 0,-2 4-24 16,-2 0-14-16,2 1-129 16,-7 2-373-16,1-2 165 0</inkml:trace>
  <inkml:trace contextRef="#ctx0" brushRef="#br0" timeOffset="47376.38">14573 12004 9 0,'0'0'199'16,"-7"3"-9"-16,7-3-8 0,0 0-13 0,0 0-13 16,0 0-4-16,-4 7 0 0,4-7 1 0,-5 10-12 15,-2-1-11-15,4 1-10 0,-2 0-7 0,0 1-10 16,3 0-4-16,-3 1-13 0,1-3-10 0,2 3-5 15,-2-1-6-15,3 0-5 0,1 2-7 0,1-5-2 16,1 3-10-16,-2-1-2 0,-2 0-11 0,6-1-23 0,-4 1-28 0,2 0-24 16,2-2-35-16,-4-8-38 0,5 14-33 0,-1-10-40 15,-1 4-145-15,-3-8-366 0,0 0 162 0</inkml:trace>
  <inkml:trace contextRef="#ctx0" brushRef="#br0" timeOffset="47692.75">15140 11399 211 0,'2'-5'191'15,"-2"5"-22"-15,0 0-21 0,1-11-14 0,-1 11-5 16,0 0 4-16,0 0 1 0,22 17-2 0,-4 5 4 16,3 8 0-16,-1 11-13 0,1 3-4 0,-4 4-11 15,-1 4-5-15,-7-3-6 0,0 2-9 0,-7-2-6 16,-2-3-9 0,-1 0-5-16,-12-1-9 0,0-2-3 0,-1-8-4 15,-6 7-13-15,-4 0-21 0,-1-1-20 0,-4-2-28 0,8-8-38 16,-9 6-31-16,3-9-47 0,0-2-37 0,0 0-186 15,-1-3-399-15,-3-2 177 0</inkml:trace>
</inkml:ink>
</file>

<file path=ppt/ink/ink1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06:38.559"/>
    </inkml:context>
    <inkml:brush xml:id="br0">
      <inkml:brushProperty name="width" value="0.05292" units="cm"/>
      <inkml:brushProperty name="height" value="0.05292" units="cm"/>
      <inkml:brushProperty name="color" value="#FF0000"/>
    </inkml:brush>
  </inkml:definitions>
  <inkml:trace contextRef="#ctx0" brushRef="#br0">6396 3674 77 0,'20'-17'148'0,"-12"10"-9"16,0 0-2-16,-1 0-9 0,1-2-6 0,3-1-3 15,1-1 15-15,-2 1-6 0,3-2-9 0,-1-1 0 16,0 2-9-16,0-3-10 0,-2-1-5 0,1 1-10 15,-2-2-8-15,-1 2 1 0,-1-2-6 0,-1 1-10 16,-1 0-5-16,0-1-4 0,-4 4-8 0,1 2 6 16,-1-1 2-16,0 4 4 0,-1 7-7 0,0-11-5 15,0 11-5-15,0-9-4 0,0 9-6 0,0 0-6 16,-2-10-1-16,2 10-5 0,0 0-4 0,0 0-2 16,0 0-1-16,0 0-4 0,0 0-1 0,-14 14-2 15,9-5 1-15,0 1-3 0,1 3 0 0,-2 2-1 16,3-3 2-16,1 5-1 0,-2 0-2 0,6-1 3 15,-2-3-1-15,0 2-2 0,1-4 0 0,4 1-8 16,-1-2-17-16,0 1-7 0,2-1-13 0,3-1-12 16,1-3-17-16,2 1-22 0,7-1-34 0,-6-3-25 15,7-2-34-15,-2-1-127 0,-1 0-342 0,1-1 152 16</inkml:trace>
  <inkml:trace contextRef="#ctx0" brushRef="#br0" timeOffset="426.84">6897 3204 103 0,'5'-4'170'0,"-5"4"-21"15,0 0-15-15,0 0-17 0,0 0-13 0,0 0-7 16,0 0 0-16,-3 23-1 0,1-8-1 0,-3 9-2 15,-2 5 0-15,-1 1-8 0,0 1-8 16,1 4 1-16,0 1-2 0,-2 0-7 0,1-3-5 0,-1 11-12 16,3-11 0-16,-2-4-3 0,6 1-5 0,-2-1-3 15,1-1-3-15,2 0-2 0,0 2-2 0,1 0-3 16,-2-5-4-16,4 0-4 0,-1-7-3 0,0 0-9 16,0-2-18-16,-1 0-28 0,0-5-30 0,2 0-43 15,-2 0-43-15,0-5-34 0,-2 5-99 0,2-11-308 16,-5 12 136-16</inkml:trace>
  <inkml:trace contextRef="#ctx0" brushRef="#br0" timeOffset="585.79">6747 3617 50 0,'14'-6'104'0,"6"3"-10"0,0-2-6 15,12 2-19-15,1-1-32 0,3 1-30 0,4 1-40 16,0-1-37-16,10-2-75 0,1-1 34 0</inkml:trace>
  <inkml:trace contextRef="#ctx0" brushRef="#br0" timeOffset="978.12">7576 3264 166 0,'0'0'225'16,"0"-11"-25"-16,0 11-23 0,0 0-19 0,0 0-20 15,1-7-18-15,-1 7-11 0,0 0-9 0,0 0-10 16,11 14 8-16,-4-4-7 0,-1 5-8 0,-1 1-6 16,2 0-9-16,4 1-5 0,-5 1-8 0,2 0-1 15,0-1-5-15,2 1-5 0,-1-2-4 0,0 2-3 16,0-2-2-16,1-2-4 0,-4 0 0 0,2-2-5 15,-1-3-5-15,0 1 1 0,0-1-1 0,-1-2-2 16,0 1 0-16,1-3-4 0,-2 0 1 0,-1 0 0 16,0-2 2-16,-4-3-2 0,5 7 12 0,-5-7 9 15,0 0 2-15,10-1-1 0,-10 1-3 0,13-12-5 16,-4 1-1-16,0-1-1 0,2-4-2 0,-2 0-4 16,0-9 1-16,2 0-6 0,-3 0 1 0,1-1-5 15,-1 0 2-15,-2 7-5 0,-2 0 2 0,1-6-2 16,0 8 1-16,-2 4-1 0,-1 2-19 0,3 0-18 15,-3 6-20-15,-1-2-29 0,-1 7-35 0,2-11-36 16,-2 11-45-16,4-5-19 0,-4 5-3 0,0 0-114 16,0 0-355-16,17 6 157 0</inkml:trace>
  <inkml:trace contextRef="#ctx0" brushRef="#br0" timeOffset="1190.06">8088 3536 118 0,'0'0'180'0,"0"0"-18"15,0 0-9-15,0 0-15 0,5 3-17 0,-5-3-11 16,13-2-11-16,0 1-11 0,3-1-8 16,5 1-9-16,2-2-7 0,4 0-3 0,2 0-14 15,-2 2-11-15,1-1-31 0,-8 1-24 0,-2 1-35 16,-2 0-34-16,-5 1-20 0,0-1-103 0,-3 2-228 15,-8-2 100-15</inkml:trace>
  <inkml:trace contextRef="#ctx0" brushRef="#br0" timeOffset="1415.16">8218 3505 44 0,'0'0'127'16,"-7"2"-8"-16,7-2-4 0,0 0 5 0,-3 13-1 15,4-3 2-15,-2 1 3 0,-1 1-3 0,0 4 6 16,0 0-11-16,2 1-12 0,-1-2-3 0,-1 2-10 16,2-1-12-16,2 2-1 0,-4-2-3 0,2 1-10 15,-1 0-8-15,-2 7-4 0,2-6-6 0,-1 0-3 16,2-1-7-16,-2-1-27 0,2-3-35 0,0-1-29 16,-2 2-41-16,2-4-30 0,-2 1-43 0,2 1-104 15,0-12-294-15,0 17 131 0</inkml:trace>
  <inkml:trace contextRef="#ctx0" brushRef="#br0" timeOffset="1609.06">8733 3642 119 0,'5'-3'176'0,"-5"3"-19"15,13-3-13-15,-6 0-23 0,5 0-30 16,-3 5-39-16,3-4-35 0,-1 0-40 0,0 4-29 16,-5 0-25-16,2 0-45 0,-8-2-130 0,9 7 58 15</inkml:trace>
  <inkml:trace contextRef="#ctx0" brushRef="#br0" timeOffset="1742.97">8756 3766 110 0,'0'0'105'16,"0"0"-6"-16,0 0-9 0,14 12-13 0,-5-12-2 16,4 0-28-16,5 0-40 0,1 0-52 0,0-2-50 15,3-1-102-15,6 0 46 0</inkml:trace>
  <inkml:trace contextRef="#ctx0" brushRef="#br0" timeOffset="2310.91">9521 3479 144 0,'0'0'207'0,"0"0"-12"0,-2-9-8 15,2 9-7-15,0 0-10 0,0 0-11 0,0 0-11 16,3-10-14-16,-3 10-8 0,0 0-17 0,0 0-7 0,0 0-12 16,4-5-12-16,-4 5-14 0,0 0-5 15,0 0-5-15,0 0 0 0,16 8-3 0,-8-1-2 16,1 1-8-16,0-1-4 0,-1 3 0 0,-3 1-4 15,1 3-1-15,-3 2-2 0,-1 0-6 0,1 1 0 16,-3-2-1-16,-5 3 1 0,1-1-5 0,-3-3 0 16,0 0-1-16,-1 2 1 0,-3-1-3 0,-1-2 3 0,-2 0-4 15,-1 0 1-15,-2-3-5 0,-2 0 2 0,0-1 2 16,-2-3-3-16,1-1 0 0,1 0-1 16,2-1 1-16,4-2-1 0,0-2-2 0,3 3 1 15,1 0 2-15,9-3-1 0,-10 2-1 0,10-2 3 16,-13 2 4-16,13-2-1 0,0 0 1 0,-9-4-5 15,9 4-1-15,0 0-4 0,0 0 2 0,-9-3-3 16,9 3-2-16,0 0-1 0,0 0-4 0,0 0-1 0,0 0 3 16,0 0-4-16,0 0 3 0,0 0-1 15,34 4 0-15,-24-3-2 0,0 1 3 0,3 1 0 16,0 1 1-16,3 2 0 0,2-1 3 0,3 0-6 16,5 1 4-16,1 2-9 0,1-4-26 0,0 0-26 15,-7-2-29-15,7 1-25 0,-6-2-46 0,6 1-35 16,-6 0-32-16,-3-2-139 0,0 1-395 0,0-1 175 15</inkml:trace>
  <inkml:trace contextRef="#ctx0" brushRef="#br0" timeOffset="2704.3">10188 3538 243 0,'0'0'233'0,"0"0"-11"0,-5-8-17 16,5 8-26-16,-7-2-16 0,7 2-10 0,0 0-13 16,-16 10-10-16,5-2-7 0,-6 5-6 0,0 0-8 15,-1 6-7-15,-5-1-6 0,6 3-11 0,-3-1-8 16,1-1-5-16,6-6-10 0,5 4-7 0,-3-2-3 16,3 1-4-16,3 0-5 0,1 1-5 15,2-4-2-15,0-2-6 0,5 0 0 0,-2 2-3 16,4-3-1-16,-2 2-8 0,2-3 3 0,1 1 1 15,3-3-4-15,0 0 1 0,0-1-6 0,3-1 3 0,-2-1 1 16,-1-2-5-16,4-1-2 0,-13-1 4 0,20 0-2 16,-11 0 0-16,-9 0 2 0,17-3-2 0,-12-1-2 15,-5 4-4-15,11-12 1 0,-8 4-1 16,-3 8-4-16,6-15 3 0,-4 4 1 0,-1 1-4 16,-4 0 4-16,3 10-9 0,-5-18 2 0,-1 10-2 15,-1 2 0-15,7 6-6 0,-11-8-6 0,1 7-6 0,-3 0-24 16,13 1-22-16,-31 6-31 0,14-2-37 0,7 2-54 15,0 1-53-15,-1-1-150 0,3 1-422 0,-1 0 186 16</inkml:trace>
  <inkml:trace contextRef="#ctx0" brushRef="#br0" timeOffset="3313.82">10345 3785 146 0,'0'0'243'0,"0"0"-24"16,0 0-26-16,5-4-20 0,-5 4-21 0,0 0-11 15,0 0-12-15,0 0-8 0,-1 23-11 0,-1-15-13 16,0 1-6-16,1 1-11 0,-1 0-9 0,1-1-7 16,1 1-5-16,-1-3-7 0,1-7-6 0,-2 15-3 15,2-15-1-15,0 7-5 0,0-7 1 0,-1 9-2 16,1-9 20-16,0 0 15 0,-2 8 20 0,2-8 11 15,0 0-9-15,0 0-6 0,0 0-20 0,0 0 4 16,0 0-8-16,0 0-15 0,-7-29 4 0,7 18-1 16,2 0-9-16,1-4-3 0,-1 3 0 0,3-2-10 15,-1-5 5-15,2 2-15 0,3-1 1 0,1 3 0 16,0-2-9-16,2 2 1 0,3 3-4 0,-2-1-1 16,0 7-3-16,-3-2-1 0,2 4 0 0,0 0-3 15,1 4-6-15,0 0 6 0,-2 3-5 0,0 1-1 16,3 2 5-16,-1 4-1 0,-1 2 2 0,0 1-3 15,-1 1-2-15,1 1 4 0,-2 2-1 0,-2-1-1 16,1 1-3-16,-3-1 4 0,-1-6 4 16,-1 1-2-16,-1 1 0 0,-1-2 4 0,2 0-3 0,-2-3 0 15,0-3-1-15,-2-4-3 0,0 0 8 0,2 10 2 16,-2-10 0-16,0 0 1 0,0 0-5 0,0 0-6 16,0 0 6-16,0 0-9 0,0 0 2 0,-18-18-7 15,16 6 2-15,1 4 1 0,-2-3-1 0,4 0-6 16,-1 0 5-16,3-1-2 0,3-3-1 0,1-1-4 15,3 3 0-15,0-1-1 0,-2 5 2 0,6-4-4 16,-4 6 3-16,3 0 1 0,-3 0 1 0,0 3-1 16,-1 0 2-16,0 2-1 0,-1 2 1 0,-8 0 3 15,16 3-2-15,-8 1 8 0,0 1-7 0,1 1 5 16,-3 3-2-16,-1-2 1 0,2 4-3 0,-4 0 5 16,1 0 7-16,1 1-4 0,-1-2-1 0,0 3-10 15,-2-2-26-15,-2 1-29 0,3-2-39 0,-3 2-46 16,1-2-43-16,1 0-229 0,-2-10-462 15,-6 16 204-15</inkml:trace>
  <inkml:trace contextRef="#ctx0" brushRef="#br0" timeOffset="3707.31">10969 3687 50 0,'1'-5'278'15,"-1"5"-11"-15,3-10-16 0,-3 10-30 0,1-6-23 16,-1 6-24-16,0 0-20 0,0 0-16 0,0 0-8 0,0 0-9 16,0 0-11-16,10 22-9 0,-9-11-6 15,2 5 10-15,1-3-10 0,-3-1-10 0,4 7-8 16,-2 0-2-16,0-2-10 0,5-2-6 0,-4-1-5 16,1 2-3-16,-2-4-8 0,0-1-2 0,1-2-6 15,-1 1-1-15,0-3-4 0,-1 2-3 0,2-2-1 16,-1-3-2-16,-3-4 0 0,3 8-2 0,-3-8 3 15,1 7-2-15,-1-7 5 0,0 0 2 0,0 0-3 0,0 0-2 16,17-9 0-16,-7 3-9 0,2-5 4 16,-1 0-5-16,6-10 2 0,2 0-3 0,-4-3-3 15,3 1 3-15,0-2-3 0,3-1 0 0,-5 0-2 16,1 2-4-16,1-1 1 0,0-1-1 0,-3 4-2 16,-4 0-1-16,-2 7 1 0,0 0 3 0,-4 5-3 15,-2 3-2-15,2 1-3 0,-5 0-10 0,0 6-22 16,4-9-34-16,-4 9-30 0,0 0-29 0,0 0-29 15,0 0-36-15,0 0-66 0,0 0-187 0,0 0-482 16,0 0 214-16</inkml:trace>
  <inkml:trace contextRef="#ctx0" brushRef="#br0" timeOffset="22951.72">12760 3565 70 0,'0'-8'180'0,"0"8"-9"0,0 0-16 0,0 0-12 0,0 0-13 16,0 0-18-16,0-7-13 0,0 7-13 15,0 0-6-15,0 0-10 0,0 0-6 0,0 0-11 16,0 0-3-16,14 24 2 0,-12-11 1 0,3 1-10 16,1 2-3-16,-2 0-8 0,2 2-3 0,-4-1 1 15,0 0 0-15,2 3-6 0,-1-2 1 0,-1 1 1 16,2-1-2-16,0 1-2 0,-3-2-5 0,3-1 4 0,-2 1-4 16,1-6 5-16,-3-1-1 0,0 0-3 15,0 0 0-15,0-5-1 0,2 3 5 0,-2-8-2 16,0 9 17-16,0-9 11 0,2 6 13 0,-2-6 14 15,0 0 9-15,-1 9 4 0,1-9-5 0,0 0-6 16,0 0-5-16,0 0-11 0,0 0-5 0,15-24-10 16,-5 11 0-16,0-4-8 0,7-5-6 0,2 1-3 15,2-1-2-15,0 0-6 0,2-2 35 0,4 2-9 16,0-3-5-16,0 2-14 0,-3 0 8 0,-1 1-15 16,-1 2 10-16,-1 1-6 0,-8 4-2 0,-2 5-7 15,1 0-10-15,-4 5 10 0,1-1-5 0,-5 1-7 16,2 2-3-16,-6 3 4 0,7-1-9 0,-7 1-1 15,0 0 2-15,13 12-1 0,-6-2 3 0,-1 6-1 16,-3 4 7-16,-1 4-2 0,2 3 2 0,-4 0-4 16,0 2 7-16,0 3 3 0,-2 1-3 0,0-3 1 15,0-3 5-15,-1 3-3 0,1-1-5 0,0-5 4 16,0 3 0-16,-3-8-1 0,5 0-5 0,0 0 5 16,0 0-1-16,5 0-6 0,-5 1 3 0,4-1 2 15,1-2-9-15,1 0-18 0,-2-5-32 0,1 2-25 16,-1-2-31-16,4-1-33 0,-4-5-39 0,3 4-38 15,1-6-40-15,-3 2-160 0,-5-6-453 0,14 2 202 16</inkml:trace>
  <inkml:trace contextRef="#ctx0" brushRef="#br0" timeOffset="23186">13605 3865 1830 0,'0'-15'149'15,"0"15"-87"-15,-6-13 13 0,6 13-7 0,-8-10 3 16,6 2 12-16,2 8 11 0,-5-8 2 0,5 8 3 0,0 0-1 16,-4-13-5-16,4 13-11 0,0 0-7 0,0 0-16 15,-2-7-1-15,2 7-10 0,0 0-3 0,0 0-10 16,0 0 0-16,17-3-13 0,-7 3-21 16,3 1-28-16,3-1-23 0,4 3-25 0,0 0-29 15,-3-5-30-15,0 4-24 0,2-1-27 0,-4 1-13 16,-3 0-14-16,0 0-145 0,-3 1-385 0,-9-3 172 15</inkml:trace>
  <inkml:trace contextRef="#ctx0" brushRef="#br0" timeOffset="23361.1">13677 3910 67 0,'0'0'148'0,"-7"5"11"0,7-5-15 15,0 0-13-15,-9 6-6 0,9-6-20 0,0 0-7 16,-5 6-3-16,5-6-4 0,0 0-5 0,0 0-9 15,14 7-4-15,-14-7-7 0,17 3-5 0,-3-1-11 16,2-2-13-16,0 2-40 0,4-4-35 0,-2 1-45 16,4 1-41-16,-1-1-104 0,-1 0-246 0,3-5 108 15</inkml:trace>
  <inkml:trace contextRef="#ctx0" brushRef="#br0" timeOffset="23603.55">14292 3564 175 0,'2'-7'298'0,"-2"7"0"15,0-7-9-15,0 7-20 0,4-9-24 0,-4 9-29 16,0 0-24-16,1-7-26 0,-1 7-14 0,0 0-21 16,0 0-11-16,0 0-13 0,4 33-3 0,-4-15-9 15,-3 7-10-15,-3 1-8 0,2 1-5 16,4 3 1-16,0 0-11 0,-2 3-8 0,0-2-13 0,-1 1 0 15,3-4-18-15,-2 0-27 0,-2 0-40 0,4 1-44 16,0-1-50-16,-3-1-64 0,2 1-72 0,-2-4-166 16,-4-1-476-16,2-4 211 0</inkml:trace>
  <inkml:trace contextRef="#ctx0" brushRef="#br0" timeOffset="26766.6">15565 3621 144 0,'0'-10'191'0,"0"10"-8"0,0 0-2 0,2-10-12 15,-2 10-13-15,0 0-13 0,2-8-10 0,-2 8-12 16,0 0-13-16,0 0-10 0,0 0-17 0,0 0-9 16,0 0-9-16,0 0-9 0,0 0-9 0,0 0-4 15,0 0 0-15,0 0-12 0,0 0 3 0,-13 24 1 16,7-9-6-16,-2 0-4 0,-2 4 1 0,-1 2-3 16,-2 2-4-16,0 2 3 0,1-1-4 0,-1-1 2 15,1 1-2-15,3 0-3 0,0-8-4 0,0 0 3 16,5-1-6-16,-3 1 8 0,3-3-3 0,-3-2-1 15,4 0-1-15,1 0-1 0,0-1-1 16,0 0-2-16,0-3-2 0,2 0 4 0,0-7-6 16,-1 10 2-16,1-10-1 0,1 10 2 0,-1-10 0 0,0 8 6 15,0-8-3-15,0 0 6 0,0 0-8 0,4 4 8 16,-4-4-5-16,0 0-1 0,0 0 3 0,16-18-3 16,-11 9-1-16,-1-3-1 0,-1 2 2 0,0 0-3 15,-1-2 3-15,-2-5-5 0,1 1 1 0,-4 0-2 16,0 0 1-16,-5-3-1 0,-3 3-5 15,0-1 1-15,-5-2 1 0,-2 8-2 0,-1 2-2 0,-9-3 1 16,1 5 0-16,-4-1 0 0,2 4 1 0,-1 3-1 16,1 0 2-16,1 6-3 0,4-2-11 0,6 0-16 15,-2 1-34-15,8 0-27 0,1 2-35 0,7-1-21 16,4-5-35-16,-2 13-119 0,2-13-328 0,17 10 145 16</inkml:trace>
  <inkml:trace contextRef="#ctx0" brushRef="#br0" timeOffset="26985.98">16059 3598 14 0,'0'0'225'0,"0"0"-22"16,7-7-24-16,0 5-18 0,3-2-13 0,8 1-17 15,9-4-13-15,4 2-9 0,3 0-16 0,3 2-23 0,-1 0-30 16,-3-3-13-16,1 3-55 0,-3 1-39 0,-9 0-23 16,-1-1-16-16,-1 2-99 0,-6 0-222 15,-4-2 99-15</inkml:trace>
  <inkml:trace contextRef="#ctx0" brushRef="#br0" timeOffset="27366.8">16355 3549 71 0,'-5'8'115'0,"0"1"11"0,-3 2 3 16,2 4 6-16,-2 2 1 0,0 1-7 0,2 1-2 15,0 0 1-15,-1 5-9 0,0 2-9 0,-1 0-11 16,4 1 0-16,-2 0-12 0,2-8-8 0,1-2-2 16,2 2-14-16,-1-2 0 0,-1-1-5 0,2-1-4 15,1-2-6-15,-2 0-6 0,2 1-3 0,2-5-2 16,-2 1-2-16,0-4-2 0,0-6-5 0,-2 11-2 15,2-11-2-15,-2 8-4 0,2-8 1 0,2 7-2 16,-2-7-2-16,0 0-9 0,-7 4 0 0,7-4-5 16,0 0-6-16,0 0 1 0,0 0-8 0,-19-10-8 15,13 9 5-15,6 1-2 0,-7-10 3 0,1 6-2 16,0-1 3-16,6 5 2 0,-7-6-2 0,7 6 10 16,-6-6-12-16,6 6 2 0,0 0-2 0,0 0-4 15,-11-5 8-15,11 5 0 0,0 0-1 0,0 0 7 16,0 0-3-16,0 0 0 0,0 0 2 0,0 0 3 15,0 0 8-15,14 20 1 0,-9-18 0 0,4 3-1 16,3 0 1-16,0-3 1 0,9 1-8 16,1-1-24-16,8 0-36 0,1-1-40 0,1-2-53 15,1-1-166-15,-1 2-344 0,0-5 152 0</inkml:trace>
  <inkml:trace contextRef="#ctx0" brushRef="#br0" timeOffset="27541.62">16847 3755 22 0,'0'0'208'0,"0"0"-19"0,13-2-20 16,-13 2-21-16,14-3-14 0,-2 3-17 0,5-1-27 0,0 1-37 16,1 1-42-16,1 1-48 0,-6-1-40 0,-2 1-95 15,1 0-185-15,-4 0 82 0</inkml:trace>
  <inkml:trace contextRef="#ctx0" brushRef="#br0" timeOffset="27703.31">16916 3889 25 0,'0'0'185'16,"-8"4"-12"-16,8-4-19 0,0 0-16 0,0 0-16 15,0 0-11-15,0 0-6 0,0 0-11 0,0 0-13 16,21 7-19-16,-21-7-31 0,20-2-46 0,-6 2-41 15,1-3-37-15,2 0-94 0,0 0-201 0,-4-2 89 16</inkml:trace>
  <inkml:trace contextRef="#ctx0" brushRef="#br0" timeOffset="28072.35">17339 3613 146 0,'9'-3'216'15,"0"2"-10"-15,0 1-7 0,1 1-10 0,2 4-11 16,-1-1-10-16,0 2-8 0,0 1-13 0,3 2-11 16,-6 1-6-16,1 0-13 0,-3 1-5 0,-1 1-14 15,-1 2-7-15,-3-1-6 0,2 3-8 0,-4 2-4 16,-5 1-7-16,0-2-4 0,-2 0-7 0,-3-3-2 16,2 1-9-16,-3-2-3 0,1 0-2 0,-2-3-7 15,-1-1 2-15,4-3-4 0,-4 4 1 0,4-5-7 16,-1 0 1-16,1 0-3 0,1-2-1 0,3-1-2 15,-1 1 4-15,7-3-5 0,-12 2-1 0,12-2-1 16,-8 2 2-16,8-2 0 0,0 0-1 0,-9 0-6 16,9 0 0-16,0 0 0 0,0 0-4 0,0 0-12 15,0 0 7-15,0 0-1 0,0 0 2 0,0 0-1 16,0 0-4-16,0 0 3 0,0 0-2 0,20 9 2 16,-8-8 1-16,0 2-2 0,0-1-8 0,1 1-16 15,5 1-22-15,-4 0-23 0,5-3-32 16,-1 1-31-16,-1 0-26 0,3-2-34 0,-2 0-35 15,0 1-163-15,-5 1-423 0,-1-1 187 0</inkml:trace>
  <inkml:trace contextRef="#ctx0" brushRef="#br0" timeOffset="28389.67">17748 3763 191 0,'3'-7'225'0,"-1"2"0"0,-2 5-5 16,3-10-19-16,-3 10-14 0,4-7-26 0,-4 7-17 15,0 0-19-15,0 0-16 0,0 0-10 0,0 0-13 16,0 0-8-16,0 0-7 0,0 0-6 0,0 0-6 0,0 0-7 16,-3 39-4-16,4-29 2 0,1 2-8 15,0-2-4-15,2 2 3 0,1 2-2 0,-1-3 9 16,1 0 0-16,4 0-4 0,0 2 2 0,1-1 0 16,4 1-5-16,-5-5-4 0,3 5-2 0,-3-4-2 15,-3 0-6-15,3-1-5 0,-1-1-1 0,-3 0-1 16,-1-1-2-16,1 0 2 0,0-1-5 0,-3 0-1 15,-2-5-2-15,3 10-1 0,-3-10-2 0,-5 10 1 16,0-5-6-16,-4-1-5 0,-1-1-10 0,-2 0-8 16,-3-2-11-16,-1-1-15 0,-4 0-17 0,2-1-10 15,-2-1-18-15,-1-2-30 0,2-3-17 0,1 2-37 16,4-2-29-16,-1-3-160 0,4 4-392 0,-1-7 174 16</inkml:trace>
  <inkml:trace contextRef="#ctx0" brushRef="#br0" timeOffset="28540.25">17789 3693 162 0,'10'-2'178'0,"1"-2"-12"0,-1 1-14 16,6-1-21-16,1 1-18 0,2 0-29 0,0 1-38 16,9-4-47-16,-6 3-42 0,0 3-33 0,7-2-76 15,-7 1-165-15,0 0 72 0</inkml:trace>
  <inkml:trace contextRef="#ctx0" brushRef="#br0" timeOffset="29123.59">18236 3711 8 0,'3'14'166'0,"0"-2"3"0,-2-2-2 0,1 6-7 15,-2-3-11-15,3-1-14 0,-2 0-3 0,0 5-2 16,-1-5-5-16,0 0-8 0,2 0-6 0,-4-1-10 0,4-2-10 15,-2 1-8-15,0-1-4 0,-2-1-9 16,2-8-2-16,0 9-8 0,0-9-1 0,0 8 7 0,0-8 11 16,2 8 14-16,-2-8 13 0,0 0 14 15,0 0 9-15,0 0-3 0,0 0-16 0,0 0-9 16,0 0-10-16,0 0-8 0,0 0-9 0,0 0 2 16,-12-22-7-16,12 11-11 0,-1 2-6 0,1 9-10 15,6-27-2-15,1 11-5 0,-2-1-5 0,2 1-3 16,1 1 12-16,2-2-13 0,-1 1-3 0,4-1-7 15,0 3 3-15,0-1-10 0,2 3-4 0,-2-1-2 16,1 4 1-16,-4 3 1 0,0 1 0 0,3 2-4 16,-4 1-3-16,1 4-5 0,2-1 4 0,-2 3 3 15,0 3-2-15,0 1-3 0,1 4 4 0,-2-3-4 16,2 5 2-16,-2 0 3 0,-3 2 1 0,1 0-6 16,0 3 5-16,0-6 4 0,-1 3-3 0,-1-1 0 15,-2-3-1-15,-2-3 6 0,-1-9 0 0,3 14-6 16,-2-8 5-16,-1-6 2 0,4 9-4 0,-4-9-1 15,0 0 8-15,0 0 2 0,0 12 5 0,0-12-5 16,0 0 0-16,0 0-1 0,0 0 1 0,0 0-11 16,0 0 11-16,0 0-3 0,0 0 0 0,0 0-2 15,2-41-4-15,7 25-7 0,-2 2 8 0,3-1-13 16,-1 1-3-16,5-2-1 0,0 3 5 0,1-2-3 16,-2 5 3-16,1-2-3 0,-2 5 3 0,-1 0-2 15,1 3-3-15,-3-1-1 0,-3 5 9 0,-6 0-7 16,13 0 2-16,-5 3 1 0,-1 2 1 0,-2-1-4 15,4 0 3-15,-2 5 0 0,-3-3 0 0,2 1-5 16,-2 4-1-16,-1 1 17 0,1-1-2 0,-1 2-13 16,-1-2-38-16,1 2-43 0,-2-3-47 0,2 3-51 15,1-4-64-15,1 1-225 0,-3 0-523 0,2-3 231 16</inkml:trace>
  <inkml:trace contextRef="#ctx0" brushRef="#br0" timeOffset="29639.47">19086 3763 167 0,'3'-8'280'0,"-1"3"-1"0,-2 5-10 15,4-8-17-15,-4 8-26 0,4-5-29 0,-4 5-21 16,0 0-23-16,0 0-19 0,0 0-11 0,0 0-7 16,0 0-10-16,0 0-8 0,-9 37-3 0,5-22-9 15,-2 5 6-15,-2-5-6 0,3-1-6 0,0-2-13 16,0 3-2-16,0-5-5 0,-3 3-15 15,4-3 5-15,0 0-3 0,1-3-6 0,0 1-2 0,2-3-2 16,1-5 1-16,-4 8-3 0,4-8 1 0,-3 7 15 16,3-7 20-16,0 0 7 0,0 0-2 0,0 0-1 15,0 0-4-15,0 0-9 0,0 0-12 0,0 0-3 16,-2-32-8-16,2 32-3 0,5-22-2 16,0 5 2-16,1-2-27 0,3-4 12 0,4-2 1 15,-3 1-8-15,4 0 0 0,2 2 3 0,-2-2-14 0,0 1 15 16,2 1-12-16,-2 2-2 0,-2 4-5 15,-1 1 2-15,0 1 4 0,-4 5-2 0,1 1-5 16,-3 2 8-16,-1 2-10 0,0 0 1 0,0-1-7 0,-4 5 2 16,6-5-3-16,-6 5 0 0,0 0-3 15,0 0-2-15,15 7 2 0,-8 1 7 0,-2 1-3 16,0 3 2-16,1 0-1 0,1 5 3 0,-3 0-16 16,1 0 21-16,0-1 2 0,-1 4 2 0,2-2 0 0,-2 1 1 15,1 6 0-15,-1-7-2 0,0-2 4 16,-2-1-4-16,0-2-3 0,1 1-1 0,0-2 4 15,1-1-3-15,-2-2 5 0,-1 3 0 0,1-1-2 16,-2-1 2-16,0-10 0 0,1 15-14 0,-1-15-22 16,4 12-23-16,-3-7-20 0,-1-5-35 0,2 8-30 15,-2-8-24-15,0 0-31 0,0 0-19 0,0 0-18 16,0 0-44-16,0 0-196 0,0 0-509 0,0 0 226 16</inkml:trace>
  <inkml:trace contextRef="#ctx0" brushRef="#br0" timeOffset="29800.44">19107 3796 2 0,'-7'-3'248'0,"7"3"-1"0,0 0-13 16,-9-2-12-16,9 2-21 0,0 0-22 0,0 0-19 16,0 0-19-16,18-9-29 0,-2 8-36 0,5-1-49 15,7 1-64-15,4-4-81 0,-2 7-165 0,2-7-306 16,-2-1 136-16</inkml:trace>
  <inkml:trace contextRef="#ctx0" brushRef="#br0" timeOffset="32017.45">10634 5271 101 0,'0'0'207'0,"0"0"0"0,0 0 6 16,0 0 2-16,0 0-4 0,0 0-8 0,0 0-22 15,0 0-35-15,0 0-14 0,0 0-18 0,5-22-8 16,1 11-5-16,1 1-14 0,3-3 9 0,1-3-19 16,2-1-4-16,1-2-3 0,4-3-9 0,-1-1-6 15,-1 0-3-15,3-2-7 0,-2 1 0 0,2-4 4 16,2 2-15-16,-1-3-2 0,1 0-4 0,5-10-7 16,-8 8 2-16,4 3-4 0,4-12-1 0,-8 9-5 15,-1 0 1-15,-1 4 5 0,-3-1-3 0,-2 1-10 16,-1 2-2-16,-3 7 4 0,-2 2-4 0,-3 5 1 15,1-2-2-15,-2 3 1 0,-2 0-3 0,1 3-3 16,0 7-3-16,0-10 7 0,0 10-5 0,0 0-6 16,-9-5-1-16,9 5 5 0,-18 5-4 0,8 1 2 15,-14 7 0-15,3 4 2 0,3-3 5 0,-6 2-2 16,2 2 0-16,2 3-1 0,-1-2 2 0,8-6-1 16,2 3-2-16,2-3 0 0,-1 1-2 0,2-2 2 15,4 0-2-15,1-1-4 0,1 2 2 0,2-3 2 16,4 3 3-16,6 0-3 0,1-1 1 0,4-1 2 15,3-2 0-15,9 0 0 0,2 0 2 0,1-4-1 16,0 1 0-16,1 0-3 0,-1-1 2 0,0 1 7 16,-1 0-8-16,-8-1-2 0,0 1 3 0,7 4-1 15,-11-5 5-15,0 4-5 0,-2-1-2 0,-3 0 0 16,-2-1-1-16,1 2 1 0,-3 0-1 0,5 3 1 16,-7-2 3-16,0 3-3 0,0-2 0 0,-1 5 3 15,-3-3 1-15,2 2-3 0,-1 2 9 0,-1-6-8 16,3 4 9-16,-5-1-8 0,3 1 1 0,-2-2 0 15,-1 0 0-15,3-2 3 0,-2 0-2 0,0 2 1 16,-1-3 0-16,2 0-1 0,0 0 2 0,0-1 0 16,-1 1-3-16,-1-10-22 0,2 14-24 0,-2-14-31 15,4 10-34-15,-4-10-20 0,4 11-26 0,1-6-27 16,-5-5-16-16,0 0-122 0,0 0-349 0,10 2 156 16</inkml:trace>
  <inkml:trace contextRef="#ctx0" brushRef="#br0" timeOffset="32376.25">11711 4985 25 0,'0'0'213'0,"0"0"-11"0,0 0-15 0,0 0-15 15,0 0-14-15,0 0-14 0,0 0-14 0,0 0-10 16,0 0-12-16,0 0-10 0,0 0-9 15,0 0-8-15,0 0-8 0,0 0-7 0,0 0-4 16,27-12-9-16,-15 10-2 0,-1 1-5 0,-1 0-5 0,5 0-24 16,-2-1-27-16,5-1-38 0,-5 1-50 0,5 0-38 15,-5 0-38-15,-1 2-105 0,0-3-302 0,0 1 135 16</inkml:trace>
  <inkml:trace contextRef="#ctx0" brushRef="#br0" timeOffset="32572.27">11744 5113 117 0,'-3'2'212'16,"3"-2"-14"-16,0 0-17 0,0 0-14 0,0 0-15 16,0 0-17-16,0 0-11 0,0 0-17 0,0 0-8 0,16 5-11 15,-4-6-21-15,2 1-22 0,2-2-35 16,5 2-32-16,-2-6-37 0,12 1-43 0,-3 1-38 15,0 1-91-15,2-4-248 0,-3 3 110 0</inkml:trace>
  <inkml:trace contextRef="#ctx0" brushRef="#br0" timeOffset="34639.03">17936 3627 78 0,'0'0'83'0,"6"-4"-2"0,-6 4 2 15,0 0 4-15,5-6 10 0,-5 6 5 0,0 0-1 16,4-4-4-16,-4 4 1 0,0 0-1 15,4-7-1-15,-4 7 2 0,0 0 2 0,3-6-6 16,-3 6-1-16,0 0-6 0,0 0-5 0,0 0-3 0,0 0 1 16,0 0-9-16,0 0-9 0,4-7 0 0,-4 7-9 15,0 0-3-15,0 0-6 0,0 0-7 0,0 0-3 16,0 0-3-16,0 0-4 0,0 0-3 16,0 0-2-16,0 0 1 0,0 0-2 0,0 0-5 15,0 0 1-15,0 0-3 0,0 0 1 0,0 0-4 16,0 0 0-16,0 0 0 0,0 0 2 0,0 0-1 0,5-4 0 15,-5 4 2-15,0 0-2 0,0 0-1 0,0 0-1 16,0 0-1-16,0 0-2 0,0 0 3 0,0 0-4 16,6-4-1-16,-6 4 1 0,0 0-1 15,0 0-5-15,0 0 3 0,0 0-1 0,5-7 5 16,-5 7-5-16,0 0 4 0,0 0-3 0,0 0 6 16,0 0-1-16,3-7 0 0,-3 7 3 0,0 0-3 15,0 0 0-15,0 0-1 0,0 0 3 0,0 0-6 0,0 0 6 16,0 0-6-16,0 0 1 0,0 0-2 15,0 0-2-15,0 0 0 0,0 0 0 0,0 0-1 16,0 0-1-16,0 0 0 0,0 0 0 0,0 0-1 16,0 0 2-16,0 0-2 0,0 0 1 0,0 0-2 15,0 0 0-15,0 0 2 0,0 0-1 0,0 0-1 16,0 0 1-16,0 0 1 0,0 0-4 0,0 0 4 16,0 0-1-16,0 0 3 0,0 0-2 0,0 0-1 15,0 0 4-15,0 0 1 0,0 0-6 0,0 0 6 16,0 0-1-16,0 0-2 0,0 0 1 0,0 0 3 15,0 0-4-15,0 0 2 0,0 0 0 0,0 0 1 16,0 0 0-16,0 0 0 0,0 0-2 0,0 0 1 16,0 0 0-16,0 0-1 0,0 0-2 0,0 0 3 15,0 0 0-15,0 0 0 0,0 0 0 0,0 0-2 16,0 0-1-16,0 0 1 0,0 0 0 0,0 0-1 16,0 0 0-16,0 0-1 0,0 0 0 0,0 0 0 15,0 0-2-15,0 0 2 0,0 0-2 0,0 0 2 16,0 0-1-16,0 0 1 0,0 0 2 0,0 0-3 15,0 0-1-15,0 0-1 0,0 0-1 0,0 0-1 16,0 0 3-16,0 0-1 0,0 0-1 0,0 0 1 16,0 0 0-16,-13 17 3 0,13-17-1 0,-8 10 3 15,3-6 0-15,-1 3-3 0,-1 1 2 0,1-4-1 16,0 3-3-16,0-1 2 0,-3 2 5 0,2 1-3 16,1 0 1-16,-1-3 0 0,-1 2-1 0,2 0 7 15,-2 1-6-15,2-1 1 0,-2 3 1 0,2-1-3 16,-3 5 0-16,0 0 3 0,4-5 0 0,-3 1 1 15,4 0-4-15,-3 2 2 0,2-3 1 0,0 0 0 16,1 2 1-16,1-3-1 0,-1 2 0 0,2-1 4 16,-3 3-3-16,0-4-4 0,1 1 1 0,2 2 0 15,-1-3 3-15,0 0-2 0,2-1 1 0,-1 2 0 16,1-3-1-16,-1 2 3 0,2-9-3 0,0 17 0 16,-2-10-3-16,2 1 2 0,-1 2 2 0,1-3 1 15,0-7 0-15,1 12 1 0,-1-5-4 0,2-1 2 16,-2-6 2-16,0 12 0 0,1-6-2 0,-1-6 1 15,2 11 2-15,0-7-3 0,-2-4 2 0,5 10 1 16,-1-5 0-16,-4-5 1 0,6 7 3 0,-2-4 1 16,1 1-1-16,-5-4-3 0,9 6 0 0,-3-5 0 15,1 1 0-15,-1 1 3 0,-6-3-5 0,12 3 3 16,-12-3 0-16,16 0 1 0,-8-2-2 0,2 1 1 16,-2-2-1-16,-8 3-1 0,15-2 0 0,-8 1 2 15,-7 1 0-15,11-6 0 0,-3 2-2 0,-3 2 3 16,0-3-4-16,1 1 1 0,2-4 1 0,0 1-3 15,-3 0 1-15,1 0-2 0,-3 0 0 0,3-1-1 16,-3-1 4-16,2 1-5 0,-1-1 3 0,-2-2-4 16,-1 1 0-16,2 1 5 0,-4 1-1 0,2 1-3 15,-1 7-2-15,-3-21 3 0,1 11-3 0,-1-1 2 16,-3 3-2-16,3 2 0 0,-2-2 1 0,1 1 0 16,-1 0 0-16,0 1-4 0,0 2-1 0,5 4 0 15,-11-6 0-15,5 3-1 0,6 3-5 0,-14-5 8 16,3 7-2-16,11-2-1 0,-18 4 3 15,5-1-1-15,0 2-2 0,2-2 0 0,-1 5 4 0,2-1-2 16,0-1 1-16,0 1-2 0,3 1-2 0,-2-1-7 16,2 1-4-16,2 0-8 0,0 0-19 0,5-8-24 15,-8 12-32-15,4-6-30 0,4-6-23 0,-5 11-24 16,5-11-165-16,-1 12-372 0,1-12 165 16</inkml:trace>
  <inkml:trace contextRef="#ctx0" brushRef="#br0" timeOffset="35558.35">17959 3572 39 0,'0'0'84'0,"0"0"0"0,3-7 1 0,-3 7 0 15,0 0 1-15,0 0-10 0,0 0 8 0,0 0 4 16,0 0-7-16,0 0 2 0,0 0-4 15,0 0 0-15,0 0-3 0,0 0-6 0,0 0-6 16,0 0-4-16,-3-12-9 0,3 12-6 0,0 0-7 0,0 0 3 16,0 0-11-16,0 0-1 0,0 0-9 0,0 0-2 15,0 0-5-15,0 0 15 0,0 0-17 0,0 0 4 16,-15 16-2-16,15-16 4 0,-10 6 3 16,6 0 4-16,-4 2-6 0,1 1 5 0,-3-1-1 15,1 1 7-15,0 0-6 0,-2-1-3 0,-2 6 1 16,4-1 5-16,-2 1-3 0,-1 0 6 0,4 1-8 15,-3 1 4-15,2 0-5 0,0 2 2 0,1 0 2 0,0-1 0 16,0 1-4-16,0-2 2 0,2 0 3 16,0 2-5-16,2-3-2 0,-2 0-1 0,-1 0-1 15,3-2 1-15,0-1-2 0,-1 0 1 0,3 0-2 16,-4 0 1-16,3 0-4 0,-1-2 2 0,1 0 1 16,2 1-3-16,-2-1 1 0,2 0-4 0,1-2 4 15,1 0-2-15,-2 2-3 0,1-10 4 0,0 13-3 0,2-3 7 16,-2-5-2-16,4 2 4 0,0-1 3 15,0-2 3-15,0 2-3 0,1-1 5 0,4 1-3 16,-4-1 2-16,1-3 2 0,4 0 1 0,-3 1 3 16,1-3-2-16,2 1-2 0,1-1-2 0,0 0-3 15,-1-1-3-15,3 0 4 0,-2-2-3 0,2 0-1 16,-2 0-2-16,2-2-2 0,-1 0-3 0,-3-1 7 16,1 3-3-16,-2-4-2 0,2-2-3 0,-1 3 0 15,-1-3-5-15,0 1 3 0,-1-2 0 0,0 1 1 16,0-1-4-16,-1-1 1 0,-1 0-3 0,-2 2 1 15,-1-2-5-15,0 0 1 0,-1 3 1 0,-1-2-2 16,0 10-1-16,-1-14 3 0,1 6-6 0,0 8 0 16,-5-10-1-16,-2 5 0 0,3 0-3 0,-2 1 4 15,0 2-4-15,-5 1 2 0,0-1-1 0,-2 2-2 16,2 1-4-16,-1 0-14 0,1 1-7 0,-1 0-13 16,4 0-9-16,8-2-8 0,-19 4-13 0,13-1-19 15,6-3-27-15,-16 7-18 0,11-4-24 0,5-3-30 16,-10 8-120-16,10-8-340 0,-6 6 151 0</inkml:trace>
  <inkml:trace contextRef="#ctx0" brushRef="#br0" timeOffset="36086.21">17995 3588 143 0,'0'0'143'0,"0"0"-11"0,0 0-18 0,0 0-13 0,0 0 0 15,-13 8-6-15,7-2-4 0,-3 2-1 0,-2 6 0 16,1 0-4-16,-1 1 1 0,-5 4-7 15,4-3 1-15,0 1 5 0,1 6-2 0,-2 0-2 16,1 1-4-16,2 2-5 0,-3-3-10 0,7-4 0 16,-2 4-3-16,1-5-1 0,0 0-5 0,3-1-7 15,-2 0-3-15,2 0-4 0,0-2-2 0,0-1-1 16,2-1-7-16,1-2-2 0,-1 1-3 0,2-2-1 16,-1 0 1-16,4-1-4 0,0 0 5 0,1-1-4 15,0 1-2-15,-1-4-1 0,1-1 1 0,1-1-3 16,0 3 3-16,1-2 3 0,-6-4 2 0,12 3-1 15,-7-1 1-15,-5-2 2 0,15 0-3 0,-9-2 1 16,3-1-2-16,2-1-1 0,-1 0-1 0,-1-2-2 16,0 0 3-16,-2-1-6 0,0-2 2 0,-1 1-4 15,-2-2 0-15,1 1 0 0,-1-2-1 0,1 1 0 16,-4 1-2-16,1-1-2 0,-2 3 0 0,0-3-2 16,0 10-2-16,-4-12-3 0,0 5 1 0,-1 1-3 15,0 2 0-15,-3 1-1 0,8 3-2 0,-16-2-9 16,4 2-20-16,-2 3-22 0,2 0-17 0,0 3-32 15,-2-2-49-15,2 4-43 0,-1-3-45 0,-2 4-128 16,3-3-397-16,4 0 175 0</inkml:trace>
  <inkml:trace contextRef="#ctx0" brushRef="#br0" timeOffset="38277.94">12846 4915 71 0,'0'0'171'0,"0"0"-8"0,0 0-8 0,0 0-9 15,0 0-16-15,0 0-12 0,0 0-14 16,0 0-11-16,18-13-11 0,-18 13-4 0,13-6-5 15,-4 1-7-15,0-1 1 0,0 1-3 0,-2-1-2 0,4 0-1 16,-2 1 2-16,0-2 3 0,-3 1 1 16,4-1 1-16,-4 2-3 0,1-5-6 0,-2 6 5 15,-1-2-2-15,3-1 2 0,-4 3 1 0,1-2 1 16,0 0-4-16,0 0-3 0,-4 6-3 0,5-7 2 16,-5 7-10-16,2-7-2 0,-2 7-7 0,4-5 0 0,-4 5-7 15,0 0-5-15,0 0-3 0,0 0-6 0,0 0-8 16,6-5-2-16,-6 5-4 0,0 0 2 0,0 0-2 15,4 18 1-15,-2-2 1 0,0 0 0 16,-2 3-7-16,0 0 5 0,1 7-4 0,-1-6 5 16,0 4-2-16,-1 4 1 0,1-9-3 0,-2 6 1 15,2-6 3-15,0 1-1 0,0-1-2 0,0 1-1 0,0-1 2 16,2-2 0-16,-2-1 1 0,0-3-1 0,0-2-3 16,0 0 2-16,0 2 2 0,0-3 3 15,0 3-2-15,1-4 5 0,0-1-9 0,2-1 0 0,-3-7-1 16,0 13 5-16,2-8 2 0,-2-5-4 15,0 0 2-15,0 11-2 0,0-11 3 0,0 0 2 0,0 0 0 16,-2 8 4-16,2-8-7 0,0 0 2 0,0 0-3 16,-5 4 2-16,5-4-5 0,0 0-1 0,-18-2-10 15,18 2-1-15,-17-3 2 0,5 3 2 0,1-3-2 16,2 2-2-16,-1 0 1 0,0-1 0 16,1 0 6-16,0 1-2 0,9 1 0 0,-14-1 2 15,8-2 2-15,6 3-1 0,0 0-1 0,-12-1 0 0,12 1-5 16,0 0 5-16,0 0-2 0,-9 0-2 0,9 0 0 15,0 0 0-15,0 0 2 0,0 0-7 0,0 0 0 16,0 0 9-16,0 0-8 0,0 0 6 0,0 0 0 16,0 0 2-16,0 0 1 0,23 11-1 15,-12-9 0-15,1 3-3 0,3-3-12 0,1 0-19 0,4-1-36 16,0-1-25-16,1 2-35 0,0-2-37 0,0 0-20 16,-2-2-170-16,2 4-390 0,-2-4 173 0</inkml:trace>
  <inkml:trace contextRef="#ctx0" brushRef="#br0" timeOffset="38868.21">13463 5169 80 0,'0'0'156'0,"0"0"-12"0,0 0-18 16,0 0-11-16,0 0-13 0,0 0-3 16,0 0-6-16,0 0-3 0,0 0 1 0,0 0-1 15,0 0-3-15,0 0 0 0,0 0 3 0,5 13-6 16,-5-13-3-16,14 0-3 0,-10 0-3 0,-4 0-7 16,15 0-6-16,-3-2-5 0,-3 1-5 0,-1 2-5 0,2-3-6 15,-10 2 1-15,15-3-2 0,-8 2 4 16,0-3-7-16,2 0 2 0,-2 1-1 0,-1 0 4 0,2-4-4 15,0 3 1-15,-1-3-3 0,-3 2-1 16,1-4-6-16,-1 1-1 0,1-1-4 0,-3 0 1 16,-2-1-1-16,3 1 1 0,-1-2-5 0,0 0 0 0,-2 0-6 15,2 2 2-15,-2-1 1 0,0-2-1 0,0 3-1 16,0-3 1-16,2 2-2 0,0 1-1 16,-2 1-5-16,3 1-1 0,1 0-2 0,-4 7 2 15,7-10-6-15,-4 5 3 0,3 2-3 0,3-1 1 16,0 3-4-16,5-1 2 0,-1 2-2 0,5 0 3 0,-1 3-3 15,-1 0 0-15,-2 1-4 0,0 1 0 16,1 1 9-16,-3 0-8 0,-1 1 0 0,-3 1 0 0,2-1 0 16,-2 0 0-16,-3 3-1 0,-1-2 1 15,1 1 5-15,0 1-3 0,-3 1 5 0,-2 0 0 16,0-1-1-16,-2 3 0 0,0-4 1 0,-1 1 1 16,0 1-3-16,1-2 0 0,2 2 4 0,-2-3-3 0,0 2 2 15,2-1-3-15,0-9 3 0,2 14 4 16,-4-7-2-16,6 2 1 0,0-3-1 0,0 0 2 15,2 1-3-15,1-1 3 0,4 0 0 0,1 0-7 16,0-2-24-16,2-1-24 0,0 0-25 0,4 0-19 16,-7-1-46-16,2-2-20 0,1 0-28 0,-1-1-16 0,1-2-127 15,-1 1-355-15,1-3 157 0</inkml:trace>
  <inkml:trace contextRef="#ctx0" brushRef="#br0" timeOffset="39003.17">14207 5061 5 0,'0'0'162'0,"0"0"-14"0,0 0-15 0,0 0-26 15,0 0-40-15,0 0-57 0,0 0-116 0,0 0-114 16,0 0 51-16</inkml:trace>
  <inkml:trace contextRef="#ctx0" brushRef="#br0" timeOffset="39832.31">10894 5595 62 0,'-11'0'132'0,"1"-2"1"0,-2 1-10 16,1 0-6-16,1-1 3 0,-2 2-11 0,-1-1 0 15,3 1-6-15,0-1 0 0,0 1-5 0,10 0 1 16,-15-2-4-16,8 2-6 0,7 0-3 0,-10 1-12 16,10-1-5-16,-11 1-6 0,11-1-3 0,0 0-7 15,-11 0-7-15,11 0-4 0,0 0-6 0,0 0-1 16,-9 0-6-16,9 0-3 0,0 0 6 0,0 0 4 16,0 0-3-16,0 0 3 0,26 6 4 15,-9-4 2-15,4-2 0 0,8 1 1 0,6-1 2 0,3-1 1 16,15 1-1-16,1 0-24 0,1 0 0 0,5-2-4 15,2 1-2-15,2 0 0 0,26-1 3 0,-26 1-7 16,27-2 0-16,-28 1-2 0,26 6 1 0,3-4 8 16,-29 0-8-16,35 4-3 0,-6-4 0 0,5 1 0 15,-2 0-3-15,5 1 0 0,0-2 0 0,3 0-1 16,-2 0 2-16,3-2-2 0,3 0 1 0,1 0-3 16,-7 1 3-16,0-2-1 0,-3 1 1 0,2 1-5 15,-4-4 5-15,-3 3-3 0,-1 1-2 16,-2-2 1-16,0 2 1 0,-26 0 0 0,29-4 0 0,-35 2-3 15,5 3 7-15,-2-2-5 0,-1 0-1 0,3 1 3 16,-6-2 0-16,0 0-3 0,-5-1 1 0,-12 1 1 16,-1 1 3-16,1 1-2 0,-2-1 0 0,0 1-3 15,1 1 3-15,-7 0-2 0,-2-3 3 0,0 2-2 16,-8 0 1-16,-3 1 5 0,-6 0-7 0,-2-1 0 16,2-1 0-16,-6 2-1 0,2 0-2 0,-9 0-2 15,11 2 3-15,-11-2-2 0,0 0-6 0,9-2-12 16,-9 2-13-16,0 0-23 0,0 0-16 0,0 0-36 15,0 0-50-15,-36 6-35 0,18-3-162 0,-10 1-387 16,-4-1 171-16</inkml:trace>
  <inkml:trace contextRef="#ctx0" brushRef="#br0" timeOffset="41397.37">11179 5707 95 0,'0'0'133'15,"0"0"-4"-15,-11-2-11 0,11 2-11 0,0 0-5 16,-11-5-12-16,8 1-9 0,3 4-2 0,-12-5 5 15,6 2-9-15,-3-3-3 0,-1 1-1 0,2-2-1 0,-3 4 5 16,2-3-9-16,-4 1-6 0,-1-1-2 0,-2-3-5 16,-1 2-7-16,-1-2-4 0,-3 1 3 15,-4-2-1-15,-1 1-8 0,8 0 5 0,-9-3-5 16,7 4-1-16,3-4-5 0,-4-2-2 0,-5-1-4 16,1 0-2-16,0-2 2 0,5 1-1 0,-3 0-8 15,5 5 0-15,-5-4-5 0,1-2 4 0,4 4 2 0,-2-2 0 16,-2 0 0-16,4 3-5 0,-2-4 0 15,3 6-1-15,-1-1-1 0,0-1 0 0,3 1 0 16,-2 0 3-16,3 1-3 0,-1-1 4 0,2 0 2 16,-1-2-4-16,3 1-1 0,2-2 1 0,-1 1-2 0,2-1-1 15,3-1 1-15,-2-4-2 0,2 0-3 0,3 0 4 16,-1 0-2-16,3-6-1 0,-2-3 0 0,2 3-1 16,1-4-6-16,2-2 0 0,0 2-1 15,4 0 0-15,-2-2-1 0,0 1 0 0,0-1-3 16,1 1 3-16,1-1 2 0,-1 2-1 0,1-1-2 15,-2 5-1-15,0 5 1 0,4-5 5 0,-6 11-5 16,1-2 2-16,2 0-1 0,-1-2-1 0,0 3 2 0,-1 4-2 16,4-4 3-16,-4 5-1 0,3 0 3 15,-1 2-1-15,2-2-2 0,1 2 0 0,2-4 0 16,1 3-4-16,2 1 0 0,2-3 0 0,2 3 6 16,8-4-6-16,5 1 2 0,0 1 2 0,4 1-2 0,15-3 2 15,-2 0 0-15,6 4 0 0,1-2 1 0,4 2-3 16,1 1 5-16,-3-2 0 0,2 2 2 15,3 3-3-15,-5-1-2 0,4 2-2 0,1-1 3 16,-5 3 0-16,-2 0-2 0,0 1 1 0,-4-1 6 16,3-1-4-16,-16 2-1 0,16 0-1 0,-2 0 3 15,2 0 0-15,0 0-2 0,4 3 2 0,0-3-5 0,3 0-1 16,0 1 8-16,1-1-3 0,-3 2-1 16,0 0-1-16,-1-1-1 0,-1 1-1 0,1 0 3 15,0 1 1-15,2-2-2 0,1 2-5 0,-2 1 1 16,1 0 4-16,5 0-6 0,-6 2-1 0,3-2 2 15,-1 2 3-15,0-1-2 0,4 0 1 0,-2 0-11 16,-3 2 8-16,3-2 5 0,-2 1-1 0,0-3 1 0,3 1-2 16,-3-2-1-16,2 3 4 0,-4-4-1 15,-1 1-3-15,1 0 4 0,-5 0 4 0,0-1-3 16,-3-1-4-16,-12 2 0 0,-1-2-1 0,0 0 5 16,0 0-8-16,-1 2 9 0,1-2-2 0,-5-2-3 15,0 4 7-15,-1-4-4 0,1 4-1 0,-5-4 2 16,3 2 2-16,-6 0-2 0,-3 0 2 0,-2 2 2 15,1-4 3-15,-2 2-11 0,-1 0-1 0,-2 2 7 16,-2-1-3-16,-1-1 2 0,5 1 0 0,-5 2-1 16,4-1 0-16,-4 2 0 0,5-3 5 0,-1 2-1 15,-4 1-1-15,0 0-4 0,-2-2-2 0,0 2 4 16,0 0-2-16,0-1-5 0,-2 2 5 0,2-1 1 16,-1-1 4-16,-4 1-3 0,1-1 2 0,2 2-4 15,-3 0 0-15,-1 0 1 0,2-1-2 0,0 3 6 16,-3 0-1-16,5-3-3 0,-6 2 5 0,3-1-4 15,-1 2-2-15,0 2 6 0,-1-4-1 0,1 2 5 16,-1-1-13-16,0 0 8 0,-2 1-3 0,1-2-1 16,1 1 9-16,0-1-12 0,-2 2 4 0,1-1-2 15,-1 0 1-15,2 0 2 0,-1 2 0 0,-1-1 0 16,1 1-6-16,-3 1 7 0,2 0-1 0,0 1-4 16,-2 0 1-16,2 6-1 0,-2-3-2 0,0 1 6 15,0 3-1-15,1 2 4 0,-1-2-3 0,0 1 0 16,2 7-3-16,-4 1 7 0,2-7 3 0,-1 8 3 15,1-8-14-15,0 7 5 0,-1-6 2 0,0-1 4 16,1 8-2-16,-4-2 5 0,4-5 0 0,-3 4 0 16,1-3 3-16,-1-3-5 0,3 1 3 0,-4 0-3 15,2 0-2-15,2-2 0 0,-2 2 3 0,2-1 5 16,2 0 3-16,-2 0 0 0,-2-1-3 0,2 1-1 16,-1 1 1-16,1-3-5 0,0 0 0 0,-1 1 1 15,0 1 5-15,1-3-2 0,-2-3-1 0,4 6-2 16,-2-8-2-16,0 2 0 0,0-2-3 0,0 2 6 15,1 0-4-15,-1 0 1 0,1-3-1 0,-1 1 2 16,0-1-5-16,0-3 2 0,0 3-12 16,1-2 10-16,-1-7-1 0,2 11 1 0,-2-4-1 0,0-7-1 15,2 9 5-15,-2-9-5 0,0 10 2 0,0-10 3 16,0 0-1-16,-2 9 5 0,2-9-3 0,-3 7 1 16,3-7 1-16,0 0 8 0,-8 7-3 0,8-7-2 15,-7 4 0-15,1-3-1 0,-1 2 1 0,-4-2-4 16,-1 0 2-16,-2 2-1 0,-5-2 1 0,-3 1-4 15,-5-2 2-15,-3 2-1 0,3-2-4 0,-3 0 1 16,1 1-1-16,-4 0-1 0,3 2 0 0,1-1-2 16,-2-1 0-16,-2 0-10 0,5-1-4 0,-3 0-5 15,2 2-18-15,2-4-15 0,1 4-16 0,-2-2-29 16,8 2-28-16,0-1-41 0,4-1-19 0,-3 2-116 16,6 0-323-16,0-2 144 0</inkml:trace>
  <inkml:trace contextRef="#ctx0" brushRef="#br0" timeOffset="41752.25">15136 5180 81 0,'0'0'175'0,"0"0"-4"0,0 0-9 16,0 0-14-16,0 0-17 0,0 0-8 15,0 0-14-15,0 0-7 0,0 0-4 0,0 0-3 0,6-3-1 16,-6 3-7-16,0 0-9 0,0 0-6 0,0 0-16 16,6-4-26-16,-6 4-32 0,17-5-43 15,0 0-45-15,1-2-28 0,1 0-142 0,8-3-281 0,0-1 125 16</inkml:trace>
  <inkml:trace contextRef="#ctx0" brushRef="#br0" timeOffset="41922.83">15725 4969 138 0,'0'0'146'16,"0"0"-11"-16,5 2-18 0,-5-2-26 0,0 0-46 15,0 0-50-15,0 0-48 0,13-2-50 0,-13 2-111 0,11 0 50 16</inkml:trace>
  <inkml:trace contextRef="#ctx0" brushRef="#br0" timeOffset="91449.28">10266 10449 110 0,'0'0'106'16,"0"0"-5"-16,-5-5-11 0,5 5-4 0,0 0-11 16,-3-8-2-16,3 8-1 0,-3-7 6 0,3 7 7 15,0 0-10-15,-1-10-8 0,1 10-12 0,0 0 1 16,1-12-11-16,-1 12-2 0,3-13-3 0,-2 8-5 15,-1 5 1-15,2-11 2 0,0 4 3 0,0 1-12 16,1-3-4-16,1 3 1 0,-1 1 4 0,2-5 2 0,-1 1-5 16,-1 1-2-16,3-1-10 0,-1-3 1 15,2 2 8-15,1-1-16 0,1-3 3 0,0 2 0 16,-2 1-2-16,1 1 0 0,-1-1 5 0,0 2-15 16,1-3 6-16,-2 2 0 0,1 0 2 0,-1-2-1 0,2 1 5 15,-3-1-8-15,0 3 0 0,-1-2-5 16,1-1 14-16,0 2-14 0,-2 0 5 0,3 2-6 15,-4-1 2-15,2 0-1 0,-2 3 4 0,2 1-1 16,-4 5 4-16,2-12-3 0,-2 12 7 0,1-8-3 0,-1 8-3 16,0 0 4-16,4-7-4 0,-4 7-2 0,0 0 3 15,0 0-1-15,2-6-2 0,-2 6 0 0,0 0-5 16,0 0 0-16,0 0-1 0,0 0-2 16,0 0 4-16,0 0-4 0,0 0 3 0,0 0 1 0,0 0 5 15,-19 9-3-15,12-2-2 0,-2 0 0 16,-1 0-2-16,-3 4 5 0,4-3-2 0,0 1-2 0,0-1-3 15,0 0 2-15,1 1 12 0,2-3-8 16,2 0 0-16,-2-1 7 0,3 1-10 0,3-6 3 0,-3 11-1 16,3-11-7-16,-2 8 6 0,2-8 3 0,3 11 3 15,-3-11-2-15,9 9-2 0,-6-3 5 0,6 0-7 16,-1-2 4-16,4 1 2 0,-2-1-3 0,0 0 6 16,3 1-10-16,-2 0 10 0,0 0-2 0,1 0-4 15,-3-1-6-15,2 0 8 0,-1 0-3 0,-4 1 10 16,1-1-11-16,-1 3 2 0,-2-2 0 0,0-1 0 15,-1 2 3-15,-3-6 0 0,4 11-6 0,-4-11 0 16,-2 10 4-16,2-10-2 0,-5 10-4 0,-2-4 2 16,0 1 3-16,-1-1 0 0,-1-3 3 0,-1 2 0 15,0 0-2-15,-2-1 1 0,1 1-2 0,0-1 3 16,0-1-4-16,-2 0 0 0,4-1 1 0,0-1-1 16,0 0-3-16,9-1 8 0,-13 0-5 0,13 0 1 15,-9 3-14-15,9-3-16 0,0 0-25 0,-10-1-19 16,10 1-28-16,0 0-20 0,-6 3-12 0,6-3-71 15,0 0-222-15,-3 6 99 0</inkml:trace>
  <inkml:trace contextRef="#ctx0" brushRef="#br0" timeOffset="91677.23">10675 10365 135 0,'-7'19'131'16,"2"-4"-1"-16,-4 0-23 0,-1 3-5 16,-7 2 2-16,-2 3-22 0,3-1-18 0,-2 3 1 15,0-1-28-15,0 1-40 0,4-1-45 0,-1 1-103 16,-1 0-165-16,-2-6 73 0</inkml:trace>
  <inkml:trace contextRef="#ctx0" brushRef="#br0" timeOffset="101511.08">15697 12228 96 0,'0'0'86'0,"0"0"2"16,5-3-18-16,-5 3 7 0,0 0-17 0,0 0-14 15,0 0 8-15,0 0-4 0,0 0-10 0,0 0-1 16,0 0-4-16,0 0-4 0,0 0-1 0,0 0-3 15,0 0-13-15,0 0 12 0,0 0-4 0,0 0-5 16,0 0 8-16,0 0-7 0,0 0 11 0,0 0-11 16,0 0 2-16,0 0 2 0,0 0 0 0,0 0 3 15,0 0 2-15,0 0-2 0,0 0-6 0,0 0 1 16,0 0-2-16,0 0 1 0,0 0-3 0,0 0-1 16,0 0-4-16,0 0 2 0,0 0-3 0,0 0-2 15,0 0-4-15,0 0 3 0,0 0 0 0,0 0 7 16,0 0-9-16,0 0 0 0,0 0 4 0,0 0-8 15,0 0 2-15,0 0-2 0,0 0-1 0,0 0 5 16,0 0-4-16,0 0 7 0,0 0-11 0,0 0 3 16,0 0 2-16,0 0 1 0,0 0 5 0,0 0-8 15,0 0-3-15,0 0 3 0,0 0 1 0,0 0-4 16,0 0 6-16,0 0 0 0,0 0-4 0,0 0-4 16,0 0 7-16,0 0-5 0,0 0 6 0,0 0-11 0,0 0 14 15,0 0 0-15,0 0-10 0,0 0 7 0,0 0-1 16,0 0-1-16,0 0 0 0,0 0 1 15,0 0 1-15,0 0-4 0,0 0 5 0,0 0-6 16,0 0 6-16,0 0-4 0,0 0 3 0,0 0 0 0,0 0 3 16,0 0-7-16,0 0 13 0,0 0-9 0,0 0 2 15,0 0 3-15,0 0 0 0,0 0-2 16,0 0-8-16,0 0 7 0,0 0-6 0,0 0 1 16,0 0 4-16,0 0-7 0,0 0 17 0,0 0-15 0,0 0 7 15,0 0-6-15,0 0 1 0,0 0-7 0,0 0 1 16,0 0 6-16,0 0-6 0,0 0-6 0,0 0 11 15,0 0-5-15,0 0-1 0,0 0 1 0,0 0-6 16,0 0 2-16,0 0 13 0,0 0-5 0,0 0-2 16,-13 16-4-16,13-16 3 0,-2 8-13 0,2-8-14 15,-1 8-7-15,-3-2-1 0,0-1-21 16,-4 5-41-16,-5 1-83 0,1-2-198 0,1 0 88 0</inkml:trace>
  <inkml:trace contextRef="#ctx0" brushRef="#br0" timeOffset="103232.36">16275 11407 23 0,'0'0'169'16,"0"-13"2"-16,0 13-14 0,2-9 7 0,-2 9-12 15,0-7-8-15,0 7-17 0,0 0-18 0,0 0-12 16,1-7-14-16,-1 7-9 0,0 0-3 0,0 0-13 16,0 0-8-16,0 0-1 0,5 19-4 0,-2-5 2 15,0 3 4-15,-1 7-6 0,-2 2-6 0,1 1 4 0,-3 1 2 16,2 0-2-16,-3 2-4 0,1 0-3 16,2-2-2-16,-2-1-3 0,0-1 1 0,1 0-2 15,1 0-3-15,-3 0-2 0,-2-2-1 0,4-6-5 16,0 0 0-16,-1 0-2 0,0 0-1 0,0 0-1 15,1-5-15-15,1-2-18 0,-1 0-19 0,1-1-22 0,-3-1-20 16,3-1-17-16,-1-1-31 0,1-7-13 0,-3 8-15 16,3-8-131-16,-5 5-308 0,5-5 137 15</inkml:trace>
  <inkml:trace contextRef="#ctx0" brushRef="#br0" timeOffset="103844">16291 11681 43 0,'17'-6'113'0,"-1"2"-10"15,1-4-6-15,0 3-6 0,-1-3-3 0,-2 0-12 16,4 1 0-16,-4-2 0 0,2 0-9 16,-4-1-15-16,-1 1 24 0,1-4-4 0,0 1 1 0,-2-1-7 15,-1-2 1-15,0 1-7 0,-1-2-1 0,-1 2 4 16,-3 3-2-16,1 0 0 0,-1 3 12 15,-1 1 6-15,-1 1-6 0,-2 6-11 0,4-9-8 16,-4 9-9-16,1-6-3 0,-1 6-7 0,0 0-6 0,0 0 0 16,0 0-2-16,0 0 5 0,3 33-2 0,-6-8-2 15,1 0-3-15,-1 3 4 0,-2 0-9 0,0 1 7 16,-1 3-4-16,3 0 0 0,-6-3-2 0,3 0 1 16,-1 0-3-16,2-2-5 0,1-8 1 0,1 0-3 15,-1 0 1-15,1-3-2 0,1-5-2 0,-1 1 1 16,2-1-2-16,1-4-1 0,0-7-1 0,-1 12-1 15,1-12 2-15,-2 10 2 0,2-10 0 16,3 5-1-16,-3-5-2 0,0 0 1 0,0 0-8 0,18-7 3 16,-9 3 0-16,0-2 2 0,3 0-5 0,0 0 3 15,-1 1-2-15,1 1-3 0,-2 1 3 0,4 1-3 16,-2 0 2-16,2-1 1 0,-2 3-3 0,1-1 4 16,0 1-3-16,4 0 2 0,-2-2 1 0,2 2-3 15,0-1 2-15,-4 0 0 0,1-1-1 0,-1-1 1 16,2 2-1-16,2-5 0 0,-5 3 4 0,0-1 0 15,0-3 0-15,1 2-3 0,-4-4 3 0,-2 1-1 16,1-2-3-16,-1 1 2 0,-3-1-4 0,2-2-1 0,-4 1 3 16,-1-1-1-16,-1 0 1 0,0 2-2 15,-2-3 1-15,-1 4 1 0,-1-1-1 0,0-1 1 16,1 3-1-16,-5-1-3 0,3 6 2 0,-1-1 3 16,-2 3 0-16,-3 1-2 0,-1 1 2 0,0 4 3 15,-4 8-1-15,0-2-2 0,2 2-1 0,-2 6 1 0,0 3 0 16,5-5 2-16,2 0-4 0,3 1-8 15,2 1-12-15,3-1-33 0,2-1-29 0,1 0-35 16,6-2-29-16,2-1-36 0,3-2-133 0,5 0-344 16,7-1 153-16</inkml:trace>
  <inkml:trace contextRef="#ctx0" brushRef="#br0" timeOffset="104230.5">17386 11418 171 0,'3'-4'193'0,"-3"4"-18"0,4-4-11 0,-4 4-10 0,0 0-2 16,11 20-7-16,-3 2 2 0,2 5-7 0,-3 2-12 16,-2 3-8-16,1-3-9 0,-1 3-12 0,2-1-8 15,-2-1-5-15,-1-1-11 0,1-2-5 0,0 0-8 16,0-3-8-16,0-5-5 0,0-2 0 0,0 0-7 15,0-6-2-15,-2 2-6 0,0-5-1 0,-1 0-3 16,1-3 2-16,-1 1-6 0,-2-6 13 0,4 9 11 16,-4-9-1-16,5 2 0 0,-5-2-5 0,0 0-5 15,16-13-2-15,-9 4-5 0,1-8 0 16,2-1-4-16,4-2-2 0,-2-5-6 0,0-2-1 0,2 0 1 16,-1-4-3-16,1 3-3 0,2-1 0 0,-2-3 1 15,0 3 3-15,1 3-8 0,-3 0 0 0,-3 9-3 16,-2 1 1-16,-3 3 0 0,0 1-3 0,1 5-7 15,-3 0-21-15,1 3-32 0,-3 4-33 0,4-8-41 16,-4 8-26-16,0 0-6 0,0 0-34 0,0 0-32 16,0 0-148-16,-5 30-405 0,3-16 179 0</inkml:trace>
  <inkml:trace contextRef="#ctx0" brushRef="#br0" timeOffset="104401">17739 11726 75 0,'18'-4'212'16,"-10"3"-1"-16,-1-2-2 0,2 1-4 0,3 0-23 16,-1-1-14-16,3 3-19 0,4-4-15 0,1 1-15 15,2-1-25-15,7 3-26 0,-1-3-33 0,0 0-32 16,1 1-33-16,-1 1-32 0,-1-1-30 0,3-2-33 16,-1 0-135-16,-9 0-281 0,8 0 125 0</inkml:trace>
  <inkml:trace contextRef="#ctx0" brushRef="#br0" timeOffset="104916.32">18313 11436 89 0,'-1'-6'217'0,"1"6"2"16,0 0-7-16,0 0-17 0,0 0-18 0,5-9-17 15,0 5-16-15,5 3-16 0,5-1-12 0,2-1-11 0,2 2-12 16,-2-2-21-16,-2 3-23 0,-2-2-29 15,1 2-26-15,-2 2-25 0,0-2-22 0,-1 0-26 16,-4 0-14-16,1 2-14 0,-8-2-1 0,13 2 2 16,-13-2 4-16,7 3-1 0,-7-3-1 0,0 0 2 0,3 5 10 15,-3-5 8-15,0 0 9 0,0 0 7 0,-14 11 13 16,9-9 19-16,5-2 13 0,-10 5 8 16,10-5 15-16,-8 4 15 0,8-4 6 0,-8 6-2 15,6-2 11-15,2-4 7 0,-8 8 2 0,6-2 11 0,-1 2 15 16,0 2 11-16,1 2 2 0,-1 0-3 15,1 3 17-15,-1 0 2 0,-1 2 7 0,-1-2-3 16,1 2-8-16,1 1-3 0,0-2-1 0,-1 3-3 0,0-3-9 16,2 1-2-16,-2-2 4 0,-1 2-10 0,0 0-5 15,2-1-7-15,-2-1-2 0,2-3-8 0,0 0-5 16,-1-1 3-16,-1-1-8 0,1 0-1 0,-2-2-7 16,0 1 0-16,2-2 1 0,2-2-6 0,-2 0 3 15,4-5-5-15,-8 8-1 0,3-6-3 0,5-2 0 16,0 0-3-16,-7 4-6 0,7-4 1 0,0 0 1 15,0 0 0-15,-13-2-6 0,13 2 1 0,0 0-3 16,0 0 3-16,-7-5-3 0,7 5 1 16,0 0-2-16,0 0 1 0,0 0 1 0,0 0-5 0,0 0 3 15,0 0 0-15,22-8-2 0,-13 7 2 0,-9 1 0 16,18 0-6-16,-8-3-9 0,3 2-14 0,0-1-23 16,2 1-29-16,2-2-23 0,-1 0-28 0,2-4-42 15,0 3-170-15,0-1-373 0,-1-1 165 0</inkml:trace>
  <inkml:trace contextRef="#ctx0" brushRef="#br0" timeOffset="105089.36">18427 11458 73 0,'-5'-6'166'0,"5"6"-17"16,0 0-16-16,12-7-15 0,-1 5-38 0,5 2-57 15,12-3-34-15,4 3-43 0,4-1-60 0,-1 1-122 16,0 0 55-16</inkml:trace>
  <inkml:trace contextRef="#ctx0" brushRef="#br0" timeOffset="112051.5">19718 11447 19 0,'0'0'183'0,"-11"-8"-11"0,6 2-7 0,-4 3-9 15,2-3-11-15,-4 4-12 0,1 1-7 0,-3-2-6 16,2 2-13-16,-2 2-9 0,0-1-9 0,-2 4-11 16,2 1 0-16,-3 1-8 0,-1 2-5 0,-1 3-9 15,1 2-2-15,-7 5-3 0,9-5-3 0,-2 8-6 16,3-6-5-16,1 1 2 0,4 1-8 0,2-1-3 15,0 0-3-15,5 0-1 0,2 1 1 0,1-4-3 16,3 3-4-16,5 1 0 0,0-2-6 0,2 1 2 16,6-5 1-16,1 1-1 0,0-2 2 0,1-3-5 15,8 1-12-15,-2-1-18 0,5-4-17 0,-2 1-23 16,-1-4-22-16,1 0-2 0,-7-1-21 0,0-2-12 16,-1-2 10-16,1-1-8 0,-4-1-5 0,-1-1 0 15,1-1-10-15,-3-2 0 0,0-1-70 0,-2-1-214 16,-1-3 95-16</inkml:trace>
  <inkml:trace contextRef="#ctx0" brushRef="#br0" timeOffset="112401.95">19949 11292 109 0,'1'-10'164'0,"-1"3"-9"16,0 7-3-16,1-11-16 0,-1 11-17 0,0-8-15 16,0 8-10-16,0 0-13 0,0 0-5 0,0 0 1 15,0 0-1-15,8 25 1 0,-5-8-11 0,-2 8-4 16,0 5-1-16,-1-3-7 0,-1 6 0 0,0 1 0 15,-2-2-7-15,3-1-5 0,0 2-5 0,1-4 1 0,1 0-9 16,-2-3-1-16,1-2 0 0,-1-6-6 16,1-1-3-16,2-4 2 0,-2-1-11 0,0-2 8 15,3-1 0-15,-4-3-2 0,0-6 1 0,1 10 4 16,-1-10 6-16,0 0 11 0,2 6-5 0,-2-6 2 0,0 0-3 16,0 0-5-16,0 0-2 0,11-20-1 0,-7 10-2 15,3-5-7-15,1 0-4 0,3-1-4 16,-1 2-5-16,4-2-1 0,-3 2 2 0,3 1-4 0,-1 1 1 15,5-1-4-15,-8 6-1 0,2 2 2 16,2 1-1-16,-4 4 3 0,3 0-2 0,-2 1-1 0,0 2-2 16,1 1-1-16,-1 4-1 0,-1-2-1 15,0 3-8-15,3 1-19 0,-3 1-15 0,0-1-13 16,1 3-20-16,1-1-18 0,4-2-24 0,-1 1-23 0,2 0-20 16,-1-3-104-16,1-2-294 0,3-3 131 0</inkml:trace>
  <inkml:trace contextRef="#ctx0" brushRef="#br0" timeOffset="113053.48">20706 11515 56 0,'-6'-8'158'0,"2"4"1"0,-5-3-6 16,-2 4-9-16,0 0-2 0,-1 3-6 0,-7 6-12 16,1 2-11-16,3 1-9 0,-2 4-11 0,3 0-6 15,-1 1-6-15,3 1-6 0,2 1-8 0,-2 0-7 16,7-1-8-16,0 0-5 0,1 0-2 0,4 1-6 15,0-4-1-15,3-2-3 0,1 1-4 16,0-2-1-16,-1-1 1 0,4-5-3 0,-1 1-2 0,2 0-7 16,-2-3 3-16,4 0-5 0,1-3 6 0,-4 1-4 15,4-4 4-15,-3 0-6 0,3-3 3 0,-2-1-3 16,1 0-3-16,1-3 1 0,0 0 0 0,-3-2-1 16,0 6-2-16,0-9-3 0,-3 6 2 0,1 1-3 15,-3 0 4-15,1 1 5 0,-2 4 1 0,1-1-3 16,-1 0 1-16,-2 6-1 0,2-10-6 0,-2 10-5 15,0 0 0-15,0 0-1 0,4-5 3 0,-4 5-3 16,0 0-3-16,0 0 2 0,-4 25 3 0,2-16-2 16,1 1 0-16,2 3-2 0,-1-1-1 0,2-1-3 15,-1 2 4-15,2-2 3 0,-1-1 2 0,6 1 0 16,-1-3 2-16,2 1-2 0,2-4 3 0,5 3 1 16,1-2-3-16,-3-4 1 0,5-2 3 0,-5 0-4 15,5-2 0-15,2-2 1 0,-3-2-3 0,0 0 1 0,-2-1 4 16,2 0-2-16,-3-2-1 0,-4 1-4 15,0 2 3-15,-1-8 1 0,-1 6-2 0,1-6-2 16,-2 0 0-16,-1 0-1 0,-3 2 1 0,-2-1-5 16,2 2 5-16,-2-4-3 0,-2 2 2 0,-1 2-2 15,-3 2 1-15,1 2 0 0,-1-3 2 0,-2 5-2 16,0-4 4-16,-2 3-2 0,3 2 2 0,0 2-6 16,5 2 4-16,-7-8-1 0,7 8-3 0,-6-4 0 15,6 4-3-15,0 0 2 0,0 0 0 0,0 0-2 0,0 0 3 16,0 0 3-16,0 0 2 0,0 0-3 0,23-2 1 15,-11 2-5-15,0 0 4 0,8 1-2 16,-7 0 4-16,1 1-4 0,2 1 1 0,-3-1-1 16,-3 1 0-16,3 1 0 0,-3 2-1 0,1-2 2 0,-4 4 3 15,2 1-3-15,-2 0 3 0,-1 1-4 0,-1 1 2 16,1 2 1-16,-2-2-1 0,-1 4-1 0,-2 2 1 16,0-5-3-16,3 3-20 0,-2-2-35 0,-2-2-31 15,2 5-27-15,1-4-38 0,2-1-29 16,-1-1-174-16,1-1-385 0,2-1 171 0</inkml:trace>
  <inkml:trace contextRef="#ctx0" brushRef="#br0" timeOffset="113423.65">21490 11455 121 0,'-23'-12'216'0,"5"2"-7"0,-2 4 1 16,-1 1-12-16,0 2-12 0,1 2-17 15,1 5-19-15,3 2-10 0,-2 1-13 0,4 4-15 0,0 2-8 16,2 3-10-16,-1-2-7 0,4 4-9 0,3-1-7 16,3 2-7-16,3-2-3 0,-1 0-8 0,5-3-4 15,1-2-8-15,3 3 1 0,3-3-7 0,0-3-2 16,1 1-2-16,4-3-1 0,-3-1-2 0,4-4-5 16,0-1-1-16,2-2-1 0,-1-1-2 0,-1-2 0 15,0-1-5-15,0-3 3 0,1 2-4 0,-1-6 1 16,-2 4-5-16,-1-3 3 0,0 0 1 0,-4 3-5 15,2-6-3-15,-2 3 2 0,-2 1 1 0,-2 2 2 16,3 1-1-16,-5 3 8 0,0-2-3 0,-2 0-4 16,-2 6 4-16,5-5-13 0,-5 5-2 0,0 0 9 15,0 0-4-15,0 0-5 0,8 15 2 0,-7-7 2 16,1 0-5-16,-2 3 6 0,0 0-12 0,0 0-16 16,3 1-31-16,-1 2-31 0,0-3-31 0,-1 0-39 15,3-1-23-15,1 0-32 0,-1-1-159 0,3-1-400 16,3 0 176-16</inkml:trace>
  <inkml:trace contextRef="#ctx0" brushRef="#br0" timeOffset="113652.37">21872 11435 208 0,'-5'-9'217'15,"0"0"-9"-15,-3 2-12 0,2 4-17 0,0 0-15 16,6 3-13-16,-16 1-14 0,5 5-6 15,-1 1-16-15,1 5-5 0,-3 3-12 0,1-1-5 16,1 8-14-16,3-5-3 0,4 0-9 0,1 3-7 0,2-1-5 16,2-1-3-16,4 0-3 0,2-1-5 0,1-1-18 15,3 0-13-15,3-1-25 0,1-2-27 0,2-4-34 16,5 1-32-16,3-2-26 0,-2-7-30 16,7 1-33-16,-1 0-109 0,-6-4-327 0,-2-1 146 0</inkml:trace>
  <inkml:trace contextRef="#ctx0" brushRef="#br0" timeOffset="113882.39">22231 11275 127 0,'2'-10'252'0,"-2"4"-11"0,0 6-22 16,1-10-22-16,-1 10-23 0,0 0-13 0,0 0 3 15,0 0-2-15,0 0-10 0,-4 38 3 0,0-12-11 16,0 3-16-16,-3 1-5 0,3 3-11 0,0 1-8 15,-2-1-10-15,3-1-11 0,0 0-4 0,0-3-11 16,-5 2-4-16,7-4-8 0,0 0-7 0,-2-6-12 16,0-4-21-16,3 0-35 0,0 0-29 0,0-6-39 15,0 2-45-15,0-4-39 0,-1 0-33 0,1-9-213 16,-1 9-452-16,1-9 200 0</inkml:trace>
  <inkml:trace contextRef="#ctx0" brushRef="#br0" timeOffset="114059.4">22084 11382 25 0,'6'-4'192'0,"4"-1"-18"16,-1 1-22-16,1 0-16 0,3 1-10 0,-1 2-22 15,6 1-36-15,-2 0-49 0,4 1-48 0,-2 1-54 16,0 5-65-16,0-2-159 0,-3 4 70 0</inkml:trace>
  <inkml:trace contextRef="#ctx0" brushRef="#br0" timeOffset="115050.75">22349 11719 170 0,'9'-1'215'0,"2"-1"-10"16,3 0-12-16,4-3-11 0,-1 1-13 0,3-1-8 15,-2-1-11-15,1-1-13 0,1-2-9 0,-4 0-8 16,5-1-9-16,-5-2-8 0,2 1-10 0,3-6-3 0,-7 3-9 16,0-1-10-16,-3 0-4 0,-2-2-9 15,0 2-5-15,0 1-3 0,-5 2-5 0,0 0-6 16,-3 0 1-16,0 1-9 0,-1 1 2 0,-2 0-7 16,-1 3-2-16,-2-1-6 0,-2 2-5 0,1 2-1 15,6 4-2-15,-13-4-2 0,2 7 0 0,0-2-4 16,-1 5 3-16,1 3-1 0,-1 3-2 0,-2-1 2 0,4 3 1 15,-1 2-4-15,3-2 3 0,-1 2-2 16,5-1-1-16,0 2 3 0,3-3-3 0,-2 1 3 0,6 2-1 16,-2-5 5-16,3-1 2 0,2-1-1 0,4 3 4 15,-1 0-3-15,4-2 5 0,-3-3-2 16,2-2-1-16,1 0-3 0,1-2 3 0,1 2-2 16,-1-5 1-16,5 1-3 0,-1-1 1 0,0-1 0 0,0-3-2 15,2 2-1-15,-3-1-1 0,2-4 1 16,-2 0 3-16,-1-2-5 0,1-3 2 0,-3 4 1 0,1-5-6 15,-3 0 4-15,0 0 0 0,-1-3 4 0,-3 1-8 16,-1 0-1-16,-3-2 1 0,1-2-7 0,-2 1 3 16,-3-3 0-16,-3 7 1 0,3-3-1 0,-4 0 0 15,4 6-3-15,-2-1 5 0,-1 5-3 0,2-2 1 16,1 8 0-16,-3-10-1 0,3 10-3 0,0 0 1 16,2-9 0-16,-2 9 0 0,0 0-2 0,0 0 6 15,11-2-6-15,-11 2 2 0,16 6-2 0,-6-2 2 16,1 0 1-16,1 3 0 0,4 2 4 0,-2 1-4 15,-1 1-1-15,0 3-3 0,-3-5 5 0,-3 2-1 16,3 1 1-16,-6-1 4 0,1 2-2 0,0-2 2 16,-2 0-2-16,-1-1 1 0,-1 1 1 0,1-1 2 15,0-1-4-15,-1 1 4 0,2-2-3 0,-1-1 3 16,0 0 0-16,0-1 1 0,2-2 4 0,1 2 4 16,1-1 3-16,1-2-1 0,-1-1-4 15,3 0 4-15,2-2 1 0,1 2-1 0,0-4-1 0,1 0-1 16,-1-2-2-16,0 0 7 0,1-2-8 0,1-4 1 15,0 1 6-15,-4 0-6 0,0-3-5 0,2 4-1 16,-3-6-1-16,0 0 3 0,0 0-4 0,-3-2 4 16,0 2-5-16,-3 3 3 0,0 0-1 0,-2 1-3 15,1 1 0-15,-2 9 4 0,2-11-4 0,-2 11-7 16,0-6 0-16,0 6 0 0,0 0-1 0,0 0 1 16,0 0 0-16,-11 23 2 0,6-10 4 0,-1-5-2 15,-2 8 2-15,5-1 1 0,-1-1-2 0,1-3 1 16,0 0 0-16,3 1 1 0,0-3 0 0,3 2 1 15,0-2 1-15,1-2 7 0,3 2 2 0,-2-6 2 16,5 1 2-16,2 0-3 0,1-4-1 0,1-1 5 16,4-3-7-16,-2-1-2 0,3 0 3 0,-1-3 0 0,-2 3-2 15,-2 0 0-15,-3-3 1 0,1 2 2 0,-1-3-7 16,-3 1 3-16,2-1 2 0,0-4-1 16,-3 2-3-16,-1 1 0 0,1-2 0 0,-2 2-1 15,0-1-4-15,-3 4 3 0,1-1 3 0,-1 3-1 0,-2 5-6 16,3-8 0-16,-3 8-3 0,3-6 7 15,-3 6-14-15,0 0 1 0,0 0 2 0,0 0 4 0,0 0-2 16,-9 28 4-16,5-17-5 0,-1 1 4 0,1 1-1 16,-1 2-3-16,1-2 3 0,0 3 1 15,1-2 0-15,1-1 3 0,-1-2-1 0,2 0-3 0,-3 1 1 16,4-1-14-16,-1-2-20 0,0 1-16 0,1 0-3 16,0-3-11-16,0-7-42 0,0 15-46 0,-1-9-22 15,1-6-32-15,0 8-25 0,0-8-189 0,0 0-456 16,0 0 202-16</inkml:trace>
  <inkml:trace contextRef="#ctx0" brushRef="#br0" timeOffset="115210.93">23149 11308 106 0,'-6'-5'168'16,"2"0"-17"-16,4 5-15 0,-7-7-27 0,7 7-32 15,-2-5-32-15,2 5-39 0,0 0-56 0,0 0-75 16,21 1-136-16,-21-1 61 0</inkml:trace>
  <inkml:trace contextRef="#ctx0" brushRef="#br0" timeOffset="115583.43">23810 11290 168 0,'4'-5'203'0,"-4"5"-9"0,0 0-11 15,0 0-18-15,0 0-17 0,0 0-8 0,0 0-3 16,0 0-5-16,0 0-6 0,3 23 4 0,-5-10-1 0,-2 11 1 16,0 0-6-16,-1 1-12 0,0 3-5 15,0-4-10-15,0 2-11 0,-2-1-6 0,6-5-5 16,-4 4-10-16,4-3-7 0,-1-5-5 0,1 0-4 16,0 1-5-16,-1-3-4 0,1-2-5 0,0-2-12 0,0 1-23 15,-1-4-21-15,2 1-19 0,0-8-29 0,3 9-24 16,-3-9-15-16,0 8-21 0,0-8-14 15,0 0-32-15,0 0-16 0,0 0-13 0,0 0-106 16,0 0-337-16,0 0 149 0</inkml:trace>
  <inkml:trace contextRef="#ctx0" brushRef="#br0" timeOffset="115858.28">23615 11469 30 0,'0'0'127'0,"-6"-5"-6"0,6 5-9 16,0 0 7-16,0 0-8 0,0 0 1 0,0 0-4 15,0 0 0-15,26-5-12 0,-8 5 9 0,2-1 1 16,8 1-4-16,-1 1-7 0,0-2-3 0,-6 1-5 16,6 0-7-16,-4-1 0 0,-5-2 0 0,3 2 3 15,-5 0-7-15,-3-1-4 0,0 2-4 0,-4-1 3 16,1-1-6-16,-10 2-6 0,13-1-7 0,-13 1-3 16,11 0-8-16,-11 0-6 0,7 1-4 15,-7-1 0-15,6 4-4 0,-6-4 5 0,5 8-4 0,-2 2 3 16,-2-1-3-16,-2 3-4 0,1-1-1 0,-1 1-3 15,1 2-2-15,-3 2 2 0,3 0-20 0,-3-3-37 16,0-1-28-16,-1 1-41 0,1-1-27 0,0-1-53 16,0-1-46-16,-4 0-118 0,2-1-378 0,1-2 167 15</inkml:trace>
  <inkml:trace contextRef="#ctx0" brushRef="#br0" timeOffset="116468.87">24208 11443 116 0,'0'0'202'0,"-26"-3"-5"16,26 3-9-16,-16 7-5 0,6-1-5 16,-3 5-9-16,-2 2-12 0,3-1-15 0,-2 4-7 15,0 0-15-15,4-2-10 0,-1 2-6 0,2-2-13 16,1 3-7-16,5-5-5 0,1 3-12 0,0-3 2 0,2-1-12 15,3 0-3-15,0-1-4 0,2-2-6 0,1-2-2 16,3 2 2-16,0-5-8 0,4 0-4 16,3-1-4-16,-1-3 4 0,2 0-8 0,1-2 1 15,3-3-4-15,-2-2-2 0,-2 0-3 0,0 1 1 0,0-3-1 16,-2 1-2-16,0-2-2 0,0-3 2 0,-5 0-5 16,4 0-3-16,-5-1-3 0,1 1 2 0,-5-4 6 15,4 3-12-15,-5 4 5 0,0-2-3 0,-3 4 2 16,1-1 0-16,0 3-1 0,-1 2-1 0,-1 5-4 15,2-8-5-15,-2 8 4 0,0 0-3 0,0 0 3 16,0 0 3-16,0 0-6 0,0 0 4 0,-15 24-2 16,12-10 2-16,-2-1 0 0,2-2 4 0,-1 6-3 15,0-2 0-15,2-2 0 0,1 0 2 0,-2 1-1 16,3-2 0-16,-1 0 0 0,2-1 3 0,-2 0 5 16,-1-1-1-16,4-2-5 0,-2 1 5 0,0-9-3 15,0 14-2-15,0-7 1 0,0-7 2 0,0 10-3 16,0-10 5-16,-2 9-10 0,2-9-17 0,0 0-29 15,-2 10-30-15,2-10-31 0,0 0-39 0,-3 5-39 16,3-5-41-16,0 0-135 0,0 0-393 0,0 0 175 16</inkml:trace>
  <inkml:trace contextRef="#ctx0" brushRef="#br0" timeOffset="116956.32">24718 11753 80 0,'16'-10'257'0,"0"0"-8"0,-1-1-10 16,1 2-9-16,-1-3-10 0,1 1-14 0,-4-1-6 16,0 1-20-16,1-1-16 0,0 0-14 0,-2-4-15 15,2 0-11-15,-3 2-17 0,3 2-6 0,-2-2-7 16,-4-2-11-16,3 0-9 0,-5 0-4 0,1 0-9 0,0 5-5 16,-2 1-3-16,2 1-8 0,-4 3-6 15,-1-1-9-15,-1 7-3 0,3-10 1 0,-3 10-8 16,4-4-6-16,-4 4-3 0,0 0 0 0,0 0 0 15,0 0-3-15,0 0-5 0,-7 25 4 0,4-15 2 16,-1 1-1-16,2 1-5 0,-1 2 5 0,0-4-5 16,3 3 0-16,2-2-1 0,-1 1 2 0,2-1 0 15,3-3 3-15,0-1 5 0,2 0 4 0,0-3 1 16,5 0 0-16,0 0-6 0,4-3 2 0,2-4-1 16,2 1-1-16,1-2 1 0,4-4-1 0,-8 2 0 0,1 0 0 15,-3-2-1-15,0 0 6 0,-2 1-2 0,0-4 1 16,-4 3 1-16,1 0-3 0,0-5-1 0,-4 1 3 15,0-1-2-15,1 4 0 0,-3-2-2 16,-1 2 2-16,1 0-6 0,-3 3-4 0,1 0 2 0,-3 6 1 16,6-7-9-16,-6 7-4 0,2-5 2 0,-2 5 0 15,0 0 3-15,0 0-4 0,0 0 4 0,0 0-1 16,-8 27-3-16,3-16 3 0,-2 1-1 16,0 3 4-16,-1-1 0 0,1 2 1 0,0 0-2 0,-2-2 3 15,4-2 1-15,0 0-6 0,1 0-15 0,0-3-15 16,-2 3-48-16,2-3-29 0,0-2-35 15,2-1-43-15,-1 0-33 0,3-6-35 0,-2 9-191 16,2-9-484-16,-3 4 216 0</inkml:trace>
  <inkml:trace contextRef="#ctx0" brushRef="#br0" timeOffset="117133.82">24866 11190 30 0,'-9'-4'189'16,"2"1"-21"-16,1 1-18 0,6 2-12 0,0 0-25 15,-14 1-37-15,14-1-51 0,0 0-72 0,-2 9-94 16,2-9-152-16,0 0 68 0</inkml:trace>
  <inkml:trace contextRef="#ctx0" brushRef="#br0" timeOffset="117761.98">26264 11453 175 0,'-12'-12'216'0,"-5"3"-1"0,2 0-16 16,2 4-18-16,-5 3-10 0,3 0-15 0,-4 4-10 15,0 3-11-15,0 2-7 0,-6 5-12 0,4 6-8 16,0 2-12-16,3 0-7 0,3 1-9 0,3-4-7 16,1 5-12-16,2-5-3 0,5 9-5 0,-1-9-6 15,5 0-2-15,5-2-4 0,-3-3-4 0,5-1 0 16,-1-2-6-16,3-1-2 0,1-3-3 0,3 1-2 15,1-3 1-15,5-2-2 0,-5-2-6 16,3-3 4-16,-5 1-4 0,3-4-1 0,0-5-3 0,0 5-4 16,1-5 1-16,-3-1 1 0,-4-1 0 0,3 0-4 15,-1-3-1-15,-1 1 2 0,-2-2-2 0,-1 1 2 16,1 0 0-16,-1 2-1 0,-3 4-1 0,-4-1 4 16,3 4 4-16,-1 2 3 0,-2 6 3 0,2-10-7 15,-2 10-1-15,3-7-8 0,-3 7-6 0,0 0 7 16,0 0 0-16,0 0 0 0,0 0-2 0,-7 23 1 15,4-12-2-15,1 3 0 0,0-2-1 0,0-1 3 16,2 2-2-16,2-1-3 0,0 3 7 0,5 1-1 0,0-3-13 16,-1-3-9-16,3-1-25 0,5 3-21 15,3-4-34-15,0 0-29 0,0-1-31 0,4-7-31 16,-1 3-18-16,-2-3-166 0,4-2-402 0,-3-1 177 16</inkml:trace>
  <inkml:trace contextRef="#ctx0" brushRef="#br0" timeOffset="118003.38">26647 11240 181 0,'2'-17'198'0,"-2"7"6"0,0 0-1 15,0 2-7-15,0 8-20 0,0-10-19 0,0 10-15 16,0 0-7-16,0 0 3 0,0 0 0 16,-8 22-1-16,1-3 7 0,-1 9-14 0,-2 3-5 0,1 1-9 15,-4 14-10-15,-1-2-4 0,5 2-9 0,3-13-6 16,-2-1-10-16,2 0-9 0,2 0-4 15,3-1-7-15,-3 0-4 0,4 0-9 0,-4-5-1 0,4 3-8 16,0-10-16-16,0 0-20 0,0-1-32 0,0 0-29 16,0-3-27-16,0-3-37 0,-2 0-26 0,2-6-33 15,-2 1-27-15,2-7-21 0,-1 12-147 0,1-12-411 16,0 0 183-16</inkml:trace>
  <inkml:trace contextRef="#ctx0" brushRef="#br0" timeOffset="118233.21">26589 11440 174 0,'14'-10'191'15,"1"1"-13"-15,1 2-3 0,-3 3-7 0,1 1-10 16,-1 1-9-16,-2 4-13 0,-1 2-15 0,1 1-3 16,-2 1-15-16,0 0-6 0,-2 2-2 0,-1 1-7 15,-4-1-9-15,1 3-6 0,-4 0-6 0,-1 0-6 16,-8 6-5-16,-1-5-3 0,-3 4-8 0,-5 2-2 15,4-5-6-15,-8 2-7 0,8-3-19 0,-3-3-20 16,2 1-27-16,2-1-21 0,4-3-39 0,-4 1-34 16,5 0-39-16,0-4-167 0,5 0-362 0,4-3 161 15</inkml:trace>
  <inkml:trace contextRef="#ctx0" brushRef="#br0" timeOffset="118503.59">26980 11248 230 0,'2'-7'267'0,"0"1"-16"15,3 1-14-15,-5 5-24 0,2-7-24 0,-2 7-17 16,0 0-8-16,0 0-7 0,0 0-5 0,0 26-8 16,-3-8-3-16,-5 6-15 0,-1 6-2 0,3 3-11 15,-4-1-6-15,1 1-8 0,-2 2-4 0,0-2-13 16,0-1-8-16,2-1-7 0,-1 0-11 0,4-3-2 15,-1-1-6-15,3 0-3 0,0 0-4 0,-2-8-6 16,4-1-2-16,0 0-19 0,0-3-22 0,0 1-24 0,-1-3-31 16,1-1-34-16,2-1-38 0,0-1-34 15,0-3-27-15,0-7-23 0,0 12-16 0,0-12-161 16,-2 5-429-16,2-5 189 0</inkml:trace>
  <inkml:trace contextRef="#ctx0" brushRef="#br0" timeOffset="118743.32">26942 11378 6 0,'11'-7'164'0,"1"0"-6"15,-1 2-9-15,2 4 8 0,-1 1-16 0,-2 1-2 16,-1 3-7-16,1 2-3 0,-2 1-9 16,1 2-3-16,-5 1-12 0,2 2-3 0,-6-1-9 0,0 6-9 15,-3 0-2-15,2-4-1 0,-5 4-9 0,-1-1-4 16,-3 0-5-16,-4-1-7 0,0 1-4 15,-8 1-6-15,7-4-6 0,-4-3-3 0,1 2-2 16,-4-1-8-16,2-2-15 0,-1-1-24 0,2-3-25 0,4 1-45 16,2-3-19-16,1-2-38 0,4 1-32 0,1-2-151 15,7 0-347-15,-8-6 154 0</inkml:trace>
  <inkml:trace contextRef="#ctx0" brushRef="#br0" timeOffset="119253.75">27171 11433 126 0,'9'0'206'0,"-2"2"5"0,3 2-4 15,1 2-15-15,-3 0-8 0,1 2-10 0,1 2-7 16,0-1-15-16,-1 3-11 0,-2-1-15 0,1 3-6 16,0 1-15-16,1 1-11 0,-3-2-6 0,0-3-11 15,-3-1-9-15,2-1-3 0,-1 1-6 0,-2-5-8 16,0 1-6-16,-1 2-2 0,-1-8-3 0,2 8-2 15,-2-8 0-15,0 0 0 0,0 0 2 0,-3 9-6 16,3-9 3-16,0 0 0 0,0 0-1 0,0 0 2 16,0 0-4-16,0 0-3 0,0 0-3 0,-4-28-5 15,4 20 2-15,5-2-2 0,-1-5-4 0,5 2-2 16,3-3-3-16,3-4 9 0,-1 4-14 0,-1 1 4 16,1-1-8-16,1 2-1 0,1 2 12 0,-5 0-10 15,0 4 0-15,-1-2-3 0,-2 5-1 0,-3 1 0 16,-1-1-4-16,3 3 0 0,-7 2-4 0,7-2 3 15,-7 2 0-15,7 8-1 0,-7-8 3 0,4 9 0 16,-2-3-1-16,2 3 4 0,-3 4-1 0,0-1-1 16,2-2 0-16,1 1 1 0,-1 0 6 0,0 0-7 15,1-2 2-15,2 1 3 0,-1-4 1 0,-1 0-3 16,1-2-1-16,4-1 3 0,0 0 0 0,2-1-1 16,1-1 2-16,-2-4-1 0,4 2-1 0,-3-3 4 15,-2-1-2-15,5 0 2 0,-5-2-1 0,0-3 0 16,-3 1 0-16,-1-3-2 0,0 0 4 0,-1-4-4 15,-4 4-4-15,0 2 5 0,0-1-9 0,-4-2-10 0,2 3-8 16,-3-2-6-16,-2 6-10 0,2-2-10 0,-1 3-19 16,-3 0-22-16,1 3-27 0,-2 0-19 15,-1 5-40-15,-1 0-31 0,1-2-36 0,0 3-145 0,1 1-417 16,2-2 184-16</inkml:trace>
  <inkml:trace contextRef="#ctx0" brushRef="#br0" timeOffset="119472.13">27771 11378 154 0,'9'-7'263'0,"-5"0"-2"0,0 2-11 0,1 2-13 0,-5 3-23 15,10-6-15-15,-10 6-22 0,8 1-4 0,-8-1-14 16,11 8-7-16,-3 1-3 0,0-1-15 0,-1 2-9 16,1 3-11-16,2 1-15 0,-3 1-8 0,-1 2-7 15,3 0-8-15,0-2-11 0,-2 1-1 0,3-1-5 16,0 0-8-16,-1-3-5 0,2 1-16 15,-2-3-18-15,-1-1-44 0,-2-1-38 0,2-1-45 0,-3 1-37 16,3-4-50-16,-3 2-36 0,0-3-201 0,-5-3-474 16,0 0 210-16</inkml:trace>
  <inkml:trace contextRef="#ctx0" brushRef="#br0" timeOffset="119654.43">28096 11394 47 0,'0'0'203'0,"-7"-6"3"0,7 6 5 0,-20 6-1 16,3 0-2-16,-7 4-10 0,-3 3-14 0,-2 1-9 16,0 3-14-16,2 1-16 0,1-1-7 0,-3 1-20 15,2 2-11-15,0-1-7 0,4 0-12 0,0-3-35 16,10-3-35-16,-3 2-48 0,7-2-72 0,1-2-43 16,1-2-53-16,2-1-152 0,3 0-378 0,2-8 168 15</inkml:trace>
  <inkml:trace contextRef="#ctx0" brushRef="#br0" timeOffset="119864.14">28207 11413 268 0,'4'-6'275'16,"0"3"-19"-16,-4 3-30 0,6-5-21 0,-6 5-13 15,0 0-1-15,0 0-3 0,10 14-14 0,-7-5-15 16,-3 2-4-16,0 6-12 0,0-2-11 0,-1 2-15 15,-1 1-9-15,0-1-13 0,0-1-11 0,-1 2-9 16,3-1-8-16,-3 0-40 0,2-4-41 0,-2-1-47 16,1 0-58-16,0 1-54 0,0-4-41 0,-3 2-212 15,1-4-462-15,0-1 204 0</inkml:trace>
  <inkml:trace contextRef="#ctx0" brushRef="#br0" timeOffset="120030.14">28143 11240 1489 0,'3'-20'-22'0,"3"3"20"0,-1 5-7 0,-3 2-18 0,0 2-29 16,3 4-19-16,0 0-2 0,-5 4-8 0,12-3-5 16,-12 3-85-16,15 9-189 0,-6-3 84 0</inkml:trace>
  <inkml:trace contextRef="#ctx0" brushRef="#br0" timeOffset="120543.89">28437 11620 67 0,'0'0'258'16,"0"0"-3"-16,0 8-12 0,0-8-8 0,0 0-18 15,0 0-15-15,0 0-21 0,3 7-8 0,-3-7-11 16,0 0 4-16,0 0-2 0,0 0-9 0,0 0-1 15,0 0-31-15,0 0-10 0,0 0-8 0,0 0-16 16,0 0-14-16,-2-34-5 0,4 22 6 0,-4 1-15 16,2-2-5-16,4 1-10 0,-1-6-1 0,-1 1-5 15,2-1-4-15,1-1-8 0,3-4-6 0,-1 8-3 16,4-1-2-16,-2 3-3 0,-3 2 1 0,4 2-5 16,-1 2-1-16,3 2-2 0,-3 3-7 0,1 0 3 15,0 4 1-15,2 1-5 0,-1 5 15 0,-3 0-9 16,5 4-5-16,-3 3 0 0,-2 0 2 0,2 2-5 15,-5-2 7-15,0 1-5 0,1 2-2 0,-2-4 3 16,-2-2-2-16,-2 1 0 0,1-3 3 0,0-2 1 16,-1-1 7-16,0-7-10 0,0 11 7 0,0-11-4 15,0 8 4-15,0-8-3 0,0 0 4 0,0 0-6 16,0 0 4-16,0 0 0 0,0 0 3 0,0 0-3 16,0 0-5-16,0 0 3 0,0 0-2 0,-4-28-5 15,8 17-6-15,1 1-2 0,4-8-2 0,0 5 0 16,4-1-5-16,-3 1 0 0,2 2 1 0,3 1 4 15,-2 0-1-15,-1 5 2 0,-1 1 2 0,-5 0-5 16,4 1 2-16,2 3 0 0,-6 4 4 0,2-1-3 16,1 1 2-16,-4 2-1 0,1 8 8 0,-4-4-2 15,0 2-3-15,1 6 4 0,1-3-4 0,-4-2 3 16,2 1 6-16,-4-1-12 0,7 0-25 0,-5-2-31 16,-2 3-27-16,2-4-39 0,3 1-29 0,2 0-36 0,1-3-25 15,1 2-205-15,1-4-463 0,4-1 206 0</inkml:trace>
  <inkml:trace contextRef="#ctx0" brushRef="#br0" timeOffset="120902.05">29160 11439 157 0,'-5'-6'218'0,"-2"3"-11"0,-4 0-4 15,0 3-6-15,-2 3-14 0,-4 0-8 0,1 7-10 0,0-1-6 16,-4 8-17-16,5-4-5 0,2 1-9 0,0 0-8 15,3-1-10-15,0 0-9 0,3-3-9 16,3 2 1-16,-2-2-19 0,4 0-4 0,0-1-4 16,2 1-7-16,4-3-3 0,0-1-7 0,0-2 1 0,1 0-5 15,5-2-9-15,0-2 6 0,3-1-13 0,-1-1 3 16,2-2-6-16,-1-1-1 0,-1 1-1 0,0-2-3 16,3-2 5-16,-3 0-10 0,-1 1-4 0,1-3-1 15,-2 4 3-15,0 0-6 0,0-1 9 0,-2 4-13 16,0-4 1-16,-2 3-1 0,0 2-3 0,-6 2-2 15,7-4-3-15,-7 4-1 0,0 0 0 0,0 0 7 16,10 9 1-16,-7-3 2 0,-2 2 0 0,-1 2 2 16,1-1-1-16,-1 1 1 0,0 3-3 0,3-1 0 15,-2 4 8-15,0-5-19 0,3 2-20 0,0-3-28 16,0 0-42-16,1 2-50 0,1-4-42 0,4-1-51 16,-2 0-209-16,2-3-484 0,1-1 215 0</inkml:trace>
  <inkml:trace contextRef="#ctx0" brushRef="#br0" timeOffset="121145.61">29464 11223 26 0,'0'-9'267'0,"0"0"-12"0,0 9-22 0,2-10-25 15,-2 10-22-15,0 0-15 0,0 0 0 0,0 0-4 16,0 0-4-16,-2 34-10 0,0-17-1 0,-1 9-8 15,1-1-7-15,-2 0-1 0,2 0-12 0,-5 1-14 16,3 1-8-16,0 3-8 0,3-3-11 0,-3 1-7 16,2-5-2-16,-2 2-12 0,3-7-7 0,1 0-15 15,-1-1-21-15,-1-2-33 0,2-1-38 0,2-3-50 0,-4 2-58 16,4-6-50-16,-2 3-56 0,0-10-168 16,-2 11-471-16,2-11 209 0</inkml:trace>
  <inkml:trace contextRef="#ctx0" brushRef="#br0" timeOffset="121305.19">29357 11400 129 0,'5'-5'187'0,"4"4"-16"0,2-6-23 16,0 3-13-16,8 3-10 0,0-1-27 0,1 3-41 15,-1-1-48-15,2 2-50 0,0 5-51 16,1-3-63-16,4 3-167 0,-6-1 74 0</inkml:trace>
  <inkml:trace contextRef="#ctx0" brushRef="#br0" timeOffset="121607.43">29592 11645 235 0,'0'0'246'0,"0"0"-9"0,0 0-12 15,0 0-11-15,0 0-20 0,21-3-14 0,-21 3-17 16,16-9-13-16,-2 4-9 0,2-2-16 15,2-1-14-15,-5 3 5 0,3-6-22 0,2 3-7 16,-3-3-9-16,-2 0-3 0,4 0-9 0,-2-2-6 0,0-1-5 16,-2-1-5-16,-1-2-8 0,-2 2 0 0,-1 2-10 15,-3 1 2-15,-2 1-9 0,-1 1-1 0,0 4-3 16,-1-1 2-16,-2 7-8 0,-2-12 1 0,2 12-7 16,-10-6 3-16,10 6-5 0,-16 2 2 0,3 4-1 15,-3-1-2-15,-1 3 0 0,2 2 0 0,0 1 1 16,2 0 2-16,1 0 5 0,4 3-10 0,0 0 1 15,3-1 1-15,0-1-13 0,5-3-14 0,-4 3-26 16,8-2-31-16,1 1-35 0,3 0-45 0,2-4-44 16,7 3-39-16,1-1-163 0,0-3-435 0,8 1 192 15</inkml:trace>
  <inkml:trace contextRef="#ctx0" brushRef="#br0" timeOffset="122020.69">30128 11562 33 0,'6'-9'176'0,"1"1"3"0,-5-1 7 15,-1 3-9-15,1 0-3 0,-2 6-7 0,0 0-7 16,-7-14-1-16,0 11-5 0,-4 3-10 0,-3 0-5 0,-5 3-7 16,0 1-10-16,1 3-5 0,-9 1-7 15,8-1-11-15,4 2-4 0,-3-1-12 0,5 3-6 16,2-2-4-16,2 0-12 0,2 1-7 0,2-1-3 16,-1-1 0-16,3 3-6 0,1-3-3 0,3 1-6 0,3-2-1 15,0-2-5-15,1 0-4 0,1-3 3 16,3 3-6-16,-1-4 21 0,3-1 0 0,0-1-10 15,1-1-3-15,-1 1 4 0,-1-7-5 0,1 2-7 16,1-6 2-16,-3 2-8 0,1-5 1 0,-4-3-5 16,2 0 1-16,0-5-3 0,-2-3-2 0,-1-2 2 15,2 3-3-15,-5-4 0 0,2-2 0 0,2 4-1 0,-1-1-2 16,4 0 0-16,-2 2-3 0,-2-1 3 16,1 3 4-16,-1 5-5 0,-1 2 0 0,-1 1 1 15,-1 5 7-15,0 0 7 0,0 5 2 0,-1-1-2 0,-1 7-9 16,0 0 0-16,0 0 1 0,0 0-2 15,0 0 5-15,0 0 5 0,-11 26 2 0,6-9 0 16,-5 1-1-16,2 0 5 0,-1 6-7 0,0 1 4 16,-1-1-5-16,2-6-1 0,3 1-1 0,-3 8 5 0,6-8-11 15,-1 8-50-15,2-8-38 0,1 7-39 0,3-7-59 16,0 0-71-16,7-2-32 0,3 7-233 0,12-7-554 16,3 0 245-16</inkml:trace>
  <inkml:trace contextRef="#ctx0" brushRef="#br0" timeOffset="122467.72">30814 11260 212 0,'4'-11'304'0,"-2"5"-21"0,0 0-25 0,0 0-33 0,-2 6-22 15,0 0-21-15,0 0-6 0,0 0-4 0,0 0-4 16,4 34-8-16,-6-10-8 0,-1 1-9 0,2 3-2 15,-3 1-14-15,3 0-10 0,-2 1-10 0,-1 0-8 16,3-3-11-16,-1-1-7 0,0-6 0 0,0 0-14 16,2-2-4-16,-2-3-6 0,1-3-10 0,-1-1 13 15,2-1-18-15,0-4-8 0,0-6 17 0,-2 10 5 16,2-10 7-16,0 0-3 0,0 0-5 0,0 0-5 16,0 0-8-16,0 0 1 0,0 0-7 0,0 0-13 15,0 0-4-15,0 0-20 0,-9-32-7 0,13 23-15 16,3-1-14-16,-2-1-11 0,4-2-5 0,-1 4 1 15,4-2-3-15,-2 2 5 0,2 4 2 0,4-3-1 16,1 4-1-16,0 2 9 0,2 3 2 0,-8 1 3 16,3 2 0-16,-2 1-1 0,-1 4 5 0,-3 1 2 15,0-2 6-15,-3 5 2 0,-1 2 4 0,-4-3-1 16,0-2 5-16,-2 3 10 0,-4-1 2 0,0-1 13 16,-5 2 2-16,-1 0 5 0,3-4-2 0,-2-3-2 15,0 3 7-15,-2 1-5 0,-1-6-1 16,1 0-4-16,0 2 3 0,-1-6-2 0,3 3-21 0,-3-3-30 15,2-1-21-15,2-1-52 0,10 2-51 0,-19-4-48 16,13 1-40-16,0 0-222 0,6 3-512 0,0 0 227 16</inkml:trace>
  <inkml:trace contextRef="#ctx0" brushRef="#br0" timeOffset="123018.05">31081 11497 4 0,'4'-2'250'0,"-4"2"-17"0,6-6-22 15,-6 6-23-15,0 0-2 0,0 0-2 0,0 0-5 16,11 14-10-16,-10-7-5 0,2 2 2 0,-1 3-10 16,1 2-5-16,2 0-10 0,2 0-14 0,2 0-10 15,0 2-7-15,0-4-14 0,3 1-6 0,-2-5-6 16,4 2-6-16,1-3-9 0,-2-2-4 0,-3-1-8 16,2-2-5-16,-3-1-6 0,0-3-3 0,1 0 1 15,-1-1-7-15,2-1-3 0,-3-1-9 0,1-2 5 16,0 1-4-16,-3-2-1 0,1-1-2 0,-1-1 2 15,-1 2 9-15,2-2-9 0,-4 4-2 0,4-4 7 16,-2 3-3-16,-5 7 2 0,7-10 2 0,-7 10 1 16,3-9-12-16,-3 9 16 0,0 0-25 0,5-8-7 15,-5 8 5-15,0 0 4 0,0 0-1 0,0 0 7 16,2 28-2-16,-9-12 8 0,1 3 1 0,-4 9 12 16,1 2 1-16,-4 2-6 0,-3 13 0 0,0-1-7 15,1-1 9-15,2-7-15 0,-6 6 6 0,0 0-3 16,6-10-15-16,-1 1 15 0,0-1-15 0,-3 13 6 15,3-12 8-15,3-3-8 0,0 0 1 0,3-3-7 16,0 1-7-16,4-2 13 0,0-7-2 0,0-2-4 16,-1-1-8-16,1-4-11 0,2-2 13 0,-1 0-5 15,0-4-2-15,-3 0-1 0,1-5 5 0,5-1-11 16,-15-1-2-16,1-3 1 0,-2-4 7 0,-2-5-5 16,-3-3 0-16,1-7-8 0,-1 2 7 0,4-3 9 15,-2 0-21-15,4-3 9 0,2 0-13 0,1-1 9 16,3-1-7-16,7 0 1 0,2-1 2 0,4 3-2 15,3-2-2-15,5 1-1 0,8-3-5 0,2 4 4 16,16-7-1-16,1 1-1 0,-9 13 3 0,16-10 0 16,9 9-2-16,-5 0-8 0,-13 7-10 0,18-3-11 15,-5 5-11-15,4-2-23 0,-2 5-34 0,0 1-43 16,-13 4-47-16,12-3-49 0,-14 5-212 0,0-1-517 16,-1 1 228-16</inkml:trace>
  <inkml:trace contextRef="#ctx0" brushRef="#br0" timeOffset="125471.33">4157 12455 119 0,'-1'-9'194'0,"-2"0"-11"15,2 2-6-15,1 7-1 0,-4-12-14 0,4 12-13 16,-1-10-20-16,1 10-17 0,0 0-10 0,0 0-12 16,0 0-9-16,0 0-1 0,0 0 1 0,-7 41-13 15,6-15-1-15,-3 2 4 0,3 4-4 0,-4 1-3 16,1 0-5-16,-1 1-3 0,-3 0-4 0,2 2-4 16,-1-2-2-16,2-1-7 0,1-2-5 0,0-1-4 15,-6 3 2-15,7-4-5 0,-1 0 0 0,0-3-5 16,3 1-4-16,-2-8 3 0,0 7-6 0,2-8-12 15,0-1-28-15,-2-6-36 0,1 2-31 0,-2-2-38 16,1 2-36-16,1-1-43 0,-1-1-128 0,-3-3-364 16,-1 0 162-16</inkml:trace>
  <inkml:trace contextRef="#ctx0" brushRef="#br0" timeOffset="125744.03">4057 12643 56 0,'26'-10'172'0,"-8"5"-18"15,2 1-7-15,-2 4-6 0,1 0-15 0,-1 4-4 16,0-1-10-16,-2 5-13 0,-4-2-4 0,2 3-13 16,-1 2-9-16,-2 1-5 0,-1 1 2 0,-3-3-16 15,-3 1-3-15,-2-1-2 0,0 1-6 0,-4 1 5 16,1 0 3-16,-1 0-2 0,-4 1-3 0,-4 0-3 15,0-2-4-15,-3 2-2 0,-3-1-7 0,1-1-1 16,-4-1 0-16,0-3-6 0,0 1-24 0,1 1-25 16,1-3-23-16,5 0-35 0,3-2-41 0,-2-1-27 15,1 1-132-15,3-2-307 0,7-2 136 0</inkml:trace>
  <inkml:trace contextRef="#ctx0" brushRef="#br0" timeOffset="125948.4">4425 12744 136 0,'3'-3'218'0,"-3"3"-3"16,0 0-5-16,6-8-15 0,-6 8-15 0,3-4-20 15,-3 4-20-15,0 0-14 0,0 0-17 0,0 0-14 16,0 0-5-16,0 0-12 0,11 10-8 0,-8-5-6 16,-6 5-7-16,6 1-6 0,-2 3-2 0,-2-1-6 15,1 4-5-15,-3-1-14 0,1 0-27 0,-1 2-28 16,1 1-34-16,-1-3-45 0,2-2-41 0,-3 1-44 15,-1-1-105-15,2-2-323 0,1-3 144 0</inkml:trace>
  <inkml:trace contextRef="#ctx0" brushRef="#br0" timeOffset="126405.6">4651 12822 47 0,'3'5'188'0,"-3"-5"-2"0,0 0-2 16,8 1-7-16,-8-1-6 0,0 0-9 0,15-5-8 0,-7 2-8 16,1 0-11-16,1-3-9 0,1-1-9 0,2 1-8 15,0-6-10-15,-3 5-11 0,2-1-1 0,-1-3-13 16,-4 2-8-16,3 1-6 0,-5-3-4 0,1 0-5 16,-1 2-7-16,-1-2 3 0,-1 3-9 15,-2 2-3-15,-1 6-5 0,0-14-2 0,0 14-2 0,-2-8-4 16,2 8-5-16,-6-6-3 0,6 6 1 0,0 0-7 15,-14 5-5-15,5 0 4 0,2 3-6 0,-1 3 2 16,-2 2-3-16,0 0 0 0,2 3 0 0,0 0 0 16,3 0 0-16,-2-1 2 0,3 0 4 0,1 1-7 15,2-3 0-15,1-1 3 0,2 4-8 0,2-4-6 16,1 0-32-16,2-2-32 0,-1 1-40 0,4-2-32 16,7 2-56-16,-2-6-167 0,2-1-401 0,2-1 178 15</inkml:trace>
  <inkml:trace contextRef="#ctx0" brushRef="#br0" timeOffset="126825.86">5174 12633 149 0,'0'0'195'0,"-13"7"7"0,2 0-14 16,-1 8-13-16,-3-1-12 0,-2 4-19 0,1 3-10 0,6-4-9 15,-1 0-12-15,1 1-13 0,4-1-13 0,1 0-4 16,1 0-10-16,2 2-3 0,0 0-10 0,3-4 0 16,0-3-9-16,3 0 0 0,1 0-4 0,3-2 0 15,1-1-2-15,3-2 1 0,-2 0-2 16,4-2-9-16,3 0-3 0,2-3 2 0,-1-1 0 0,1-2-6 16,1-2-2-16,-1-1-4 0,0-2-1 0,1 0-3 15,-4-3 0-15,3 1-2 0,-3-1-1 0,0-4 0 16,0 2-2-16,-1 0 2 0,-2-2-1 0,-3-1-4 15,0 1-4-15,-3 2 3 0,-2-5 1 16,-1 6-1-16,-3-3-6 0,-1 0 4 0,0 4 4 0,-1-1 3 16,-2 3-1-16,1-3-3 0,-4 4 2 0,6 6-4 15,-7-6-2-15,0 4 1 0,7 2 0 0,-20 6-4 16,8 1 0-16,-2 4-1 0,1-1-1 0,0 3 2 16,2 0 1-16,1 3-2 0,1-2-1 0,1 0-1 15,6 2-24-15,1-4-20 0,2 0-17 0,0 0-43 16,3-1-29-16,4 3-38 0,1-5-24 0,1-2-179 15,-1 0-403-15,5 0 179 0</inkml:trace>
  <inkml:trace contextRef="#ctx0" brushRef="#br0" timeOffset="127336.11">5551 12759 15 0,'0'0'224'0,"0"0"-24"0,0 0-23 16,0 0-14-16,0 0 6 0,0 0-10 0,0 0-3 16,0 0-14-16,-5 31-4 0,5-18-14 0,0-2-12 15,0 5-8-15,1-3-8 0,-1 2-13 0,2-2-3 16,0-2-4-16,2 5-8 0,1-5-5 0,-1-2-8 16,1 1-4-16,1-3 2 0,2-1-6 0,0-2 0 15,1 0-2-15,1-3-2 0,3-1-2 16,-2 0-2-16,1-3 2 0,0 1 7 0,-1 0 1 0,-1-1 0 15,0-4-5-15,-1 2-5 0,-1-1 0 0,2-2-4 16,-2 2-4-16,-3-3 2 0,1 1-4 0,1-2-1 16,-4 2-6-16,1-1-6 0,0 3 2 0,0-1-3 15,-2 3-1-15,-2 4-3 0,4-10-2 0,-4 10-3 16,4-5-7-16,-4 5 5 0,0 0-8 0,0 0-2 16,0 0 7-16,0 0-5 0,5 15 1 0,-5-15 1 15,4 14-1-15,-3-6-1 0,2 2 2 0,1-2 4 16,0 0-2-16,2 1-1 0,0-1 0 0,2-1 3 15,1 0-1-15,-3-3 0 0,5-3 1 16,3 1 6-16,-1-2-5 0,0 0 1 0,4-3 0 0,1 0 3 16,-1-2-2-16,0-3 3 0,-5 1 8 0,2-3 1 15,-4 2 1-15,-1-1 10 0,-1-2 3 0,2-3 0 16,-3 3-3-16,-2-5 0 0,-3 1-8 0,2 3 10 16,-2-5-8-16,0 1-4 0,-2 1-1 0,-3-1-3 15,2 4-5-15,0 0-2 0,-3 0-12 0,3 4-14 16,-2-2-22-16,2 4-31 0,1 6-33 0,-4-9-51 15,4 9-42-15,-4-6-34 0,4 6-24 0,0 0-181 16,0 0-472-16,0 0 209 0</inkml:trace>
  <inkml:trace contextRef="#ctx0" brushRef="#br0" timeOffset="127536.15">6159 12703 59 0,'0'0'242'0,"3"-7"-3"0,-3 7-8 0,0 0-18 15,5-3-22-15,-5 3-22 0,0 0-19 0,0 0-14 16,0 0-12-16,0 0-9 0,4 19-10 0,-4-9-8 16,0 0-7-16,-1 1-10 0,-2 5-5 0,1 0-6 15,-1-1-8-15,0-2-7 0,1 2-4 16,-1-3-27-16,-1 4-34 0,3-4-31 0,-3 1-42 0,2-3-51 16,1 0-32-16,-1-1-43 0,0-1-111 0,2-8-348 15,-5 13 154-15</inkml:trace>
  <inkml:trace contextRef="#ctx0" brushRef="#br0" timeOffset="127701.32">5997 12462 26 0,'0'0'38'0,"0"0"-43"15,0 0-6-15,8 38-9 0,-8-18 4 0</inkml:trace>
  <inkml:trace contextRef="#ctx0" brushRef="#br0" timeOffset="128284.31">6042 12876 152 0,'0'0'228'0,"0"0"0"0,19-12-9 15,-14 9-12-15,3-3-14 0,2 0-10 0,-2-2-15 16,2 1-7-16,3 1-12 0,1-4-11 0,2 1-9 0,0-2 2 16,-3 0-13-16,3 0-9 0,-2-3-13 0,0 2-1 15,-1-4-12-15,0 3-1 0,-2 0-13 0,-4 3 0 16,0 1-5-16,-3-1-4 0,0 4-5 16,-1 1-9-16,-3 5 2 0,5-10-8 0,-4 5-5 15,-1 5 2-15,4-4-15 0,-4 4 4 0,0 0-15 0,0 0 9 16,0 0-11-16,0 0-1 0,-17 24-5 0,15-12 5 15,-3-2-5-15,2 7 5 0,4 0-8 16,1 0 0-16,3-1-2 0,-3 1 1 0,3 0-2 0,2 0 0 16,0-2-1-16,4 1 0 0,-4-1 2 15,4 1-4-15,-4-2 3 0,5-2 1 0,-3-2 2 0,-2 1-3 16,1-2 0-16,-3 0 0 0,-1-3-2 0,1 0-5 16,-2-1 2-16,-3-5-3 0,2 9-4 0,-2-9-3 15,1 9 1-15,-1-9-2 0,0 0 0 16,-5 8-3-16,5-8-5 0,-6 3 4 0,6-3 1 15,0 0 1-15,-12-1-2 0,12 1 1 0,0 0-3 0,0 0-8 16,-8-10-1-16,8 10 4 0,0 0-2 0,5-13 0 16,-5 13-6-16,11-13 1 0,-2 3-3 0,1 1 1 15,6 0 0-15,-2-3-6 0,0 1 4 16,1-2 7-16,2 0 2 0,4-3 4 0,-5 3 3 16,5-4-4-16,-6 4 4 0,-4 0 7 0,-1-1 12 0,-1 3 6 15,0-4 9-15,-4 5 8 0,-1 0 1 0,0 0 9 16,-2 2 2-16,0 0 7 0,-2 8 7 0,2-11 4 15,-2 11 0-15,0 0-9 0,-5-7 3 0,5 7 8 16,0 0-7-16,-18 11-3 0,9-6 1 16,0 4-1-16,-2 2-5 0,-1 0-3 0,5 0-3 0,-1 2-2 15,2-1-1-15,2 0-2 0,0 0-7 0,3-1-24 16,-1 1-34-16,2-1-41 0,3-1-65 0,3 0-75 16,3-1-239-16,-1 1-499 0,9 0 221 15</inkml:trace>
  <inkml:trace contextRef="#ctx0" brushRef="#br0" timeOffset="128664.52">7633 12495 49 0,'-1'-11'251'0,"-1"2"-10"16,1 3-5-16,1 6-14 0,-1-9-25 0,1 9-23 15,-3-6-22-15,3 6-14 0,0 0-13 0,0 0-5 16,-6 25 13-16,2-6-6 0,2 9-9 0,-2 3-5 0,-4 2-12 16,2-1-9-16,1 0-4 0,0 0-10 15,3-3-10-15,-3 2-2 0,3-2-5 0,-4-1-10 0,5-1-2 16,-3 0-6-16,2-2-22 0,-2-6-28 0,4-1-46 16,-4-1-51-16,3 0-55 0,-2-1-66 15,1-3-203-15,2 0-464 0,0-3 206 0</inkml:trace>
  <inkml:trace contextRef="#ctx0" brushRef="#br0" timeOffset="128863.83">7735 12818 143 0,'0'0'199'0,"0"0"7"0,0 0 6 0,0 0-7 0,0 0-16 16,14 15-15-16,-13-7-19 0,1 2-13 0,-2 1-15 15,0 2-10-15,-2-1-12 0,2 2-9 0,-1-1-10 16,0 3-28-16,1-5-37 0,-1 1-49 0,-2 1-52 16,1-3-62-16,0 1-53 0,-3 0-104 0,5-11-323 15,-7 14 143-15</inkml:trace>
  <inkml:trace contextRef="#ctx0" brushRef="#br0" timeOffset="129410.16">7937 12891 103 0,'0'0'220'16,"0"0"-11"-16,0 0-15 0,0 0-5 0,13-11-7 15,-9 6-5-15,5-2-15 0,-7 0-4 0,3-1-7 16,-1-1-7-16,3 2-12 0,0 0-11 16,1 0-10-16,-2 2-13 0,3 1-11 0,-1-1-8 0,3 4-10 15,0 0-6-15,-1 1-2 0,3 1-7 0,0 2-5 16,-1 1-2-16,-2-1-3 0,2 5-5 15,5-1-1-15,-7-1-6 0,3 1 1 0,2 1-9 16,-5-4 1-16,3 2 0 0,-1-1-2 0,1-1-1 16,-1-1-3-16,2 0 0 0,4-2 0 0,-4-1-2 0,-1 0 0 15,-3-1-3-15,4-3 1 0,-2 1 1 0,-1-3-2 16,-2 1-1-16,0-2 4 0,0-1-6 0,-2-1-1 16,0 2-3-16,-2-3 0 0,0-1 4 0,-1 2-7 15,-1-2-1-15,-2 1 7 0,-2-2-7 16,2 1 0-16,-4 1-3 0,0 3-1 0,0 0 0 0,3 7 3 15,-4-11-6-15,2 7-2 0,2 4 0 16,-11-3-4-16,11 3 7 0,-15 9-1 0,1-1 1 16,-1 4-2-16,3 1 2 0,-1 2 0 0,3-1 3 15,1 2-4-15,0 1 2 0,3-2-1 0,-1 1 0 16,2 1-16-16,1-2-26 0,4-2-32 0,2 0-34 0,0-3-42 16,5-1-44-16,2-2-28 0,2 0-197 0,1-4-456 15,7 1 202-15</inkml:trace>
  <inkml:trace contextRef="#ctx0" brushRef="#br0" timeOffset="130073.93">8690 12755 181 0,'-14'0'222'0,"14"0"-6"0,-15 12-8 15,7-2-15-15,-1-1-20 0,-2 5-9 0,-1-3-9 16,2 3-7-16,0-2-15 0,2 0-12 0,3-2-12 15,-1 2-9-15,4-2-5 0,-2 0-13 0,3-1-7 16,2 0-6-16,-1-9-7 0,5 10-3 16,-2-3-8-16,-3-7 5 0,8 5-10 0,-3-3-3 15,-5-2-5-15,15-3-3 0,-7 1-1 0,-8 2-6 0,15-7 1 16,-9 2-9-16,2 0 2 0,0-3-4 0,-2-1-5 16,-1 1 1-16,1 0-2 0,-2-1-4 0,2-1-4 15,-5 1-2-15,4-1-4 0,-4 3 4 0,1 1-3 16,-2 6 1-16,3-12 1 0,-1 8-2 15,-2 4 1-15,1-10-3 0,-1 10 2 0,0 0-7 0,0 0 1 16,4-6 10-16,-4 6-4 0,0 0 10 0,0 0-6 16,0 0 5-16,0 27-2 0,-2-19 0 0,0 1 0 15,2 1 2-15,2-1-1 0,1 2 0 0,-2-1 9 16,2 0 5-16,1-1 1 0,1 0 5 0,1-2 2 16,1 1 1-16,1-2 2 0,3 1-2 0,-2-2-2 15,2-2 2-15,1-1-3 0,-1-2 2 0,3-2-2 16,-1 0-4-16,0 0 0 0,-2-2 2 0,1 0-5 15,-2 0-1-15,0-2-6 0,-1-1 3 0,1 0-2 16,-2-1 3-16,-1 1-5 0,-1-2 1 0,0 1-4 16,-5-1 2-16,1-2-5 0,0 0-4 0,1 0 4 15,-4-1-1-15,-1 2-6 0,0 0 3 0,-3-2-4 16,-2 2 4-16,0 0-2 0,0 3 5 0,-2 1-10 16,0 0 2-16,0 0 0 0,0 2 8 0,3 0-11 15,-2 1 1-15,8 3-3 0,-9-6-3 0,9 6 1 16,-7-3 0-16,7 3-1 0,0 0 5 0,0 0-2 15,0 0 8-15,0 0-5 0,0 0 11 0,25-2-6 16,-13 2 2-16,-1-1 3 0,3 2-4 0,-3-1-7 16,-4 1 3-16,6 0-3 0,-4 2 1 0,3 0 7 15,-2 1 0-15,-4 1 0 0,3 0 8 0,-1 1 7 16,-2 4-3-16,-1-2 8 0,0 3-7 0,-1-4 0 16,0 3 6-16,-3-1-2 0,2 3-4 0,-3-2 1 15,-1 2-1-15,1-1-3 0,-2 1-5 0,1 1-28 16,-1-2-33-16,0 1-53 0,0 1-60 0,-1-3-81 15,-1 2-283-15,2-2-574 0,2-10 253 0</inkml:trace>
  <inkml:trace contextRef="#ctx0" brushRef="#br0" timeOffset="131084.44">9749 12946 35 0,'-3'7'152'0,"-1"-1"-7"16,-1 3 1-16,2 0-9 0,0 1-11 16,0-1-6-16,0-2-6 0,3-7 1 0,-4 9 8 15,2-6 6-15,2-3 12 0,-4 7 17 0,4-7-1 16,-5 3-13-16,5-3-7 0,0 0-14 0,0 0-4 0,0 0-11 15,-18-11-9-15,13 6-12 0,0-3 16 0,1-2-11 16,0 0-7-16,1-2-4 0,1 2-8 0,2 0-14 16,0-3-6-16,4-2-5 0,-2 2-2 15,5-3-7-15,0 2-2 0,0-1-6 0,0 1-1 0,4-1-1 16,0 1-10-16,2 2-1 0,1 2-2 0,0-1-3 16,1 5-4-16,-3 1-3 0,2 2 2 0,-1 3-1 15,3 0-5-15,-2 4-1 0,-1 1-1 16,5 2 3-16,-5 5-3 0,2-2-1 0,-1 4 5 15,0 0-5-15,-2 1 4 0,-2 0-3 0,1 1-2 0,0-2 4 16,-1 1 0-16,-2-3-4 0,-1-5 4 0,-2 3-1 16,-3-4 4-16,0 0-1 0,1-2 6 15,-3-4 14-15,2 9 4 0,-2-9 2 0,0 0 0 0,0 0 5 16,0 0-12-16,0 0-1 0,0 0-1 16,0 0 5-16,0 0-8 0,-19-14 1 0,17 7-8 0,2 7 6 15,-2-12-6-15,2 12-6 0,4-16-4 0,0 6 0 16,1-1-7-16,5-2-1 0,2-1-4 15,-2 1-3-15,5 0 3 0,-1 2-4 0,4 0 4 16,-4 3 0-16,-2 2 2 0,1 1-2 0,-2 2-4 0,2 2-2 16,-4 1 3-16,1 1-1 0,2 2 2 0,-3 2 4 15,0 0 3-15,-2 3-4 0,2 0 3 0,-4 2 1 16,2-1-2-16,-1 0 2 0,0 1-1 0,1 1 6 16,-2-1-4-16,0 0 0 0,0 0 6 0,2-2-5 15,0-1 1-15,1 0-7 0,0 1-4 0,-1-4-2 16,3 2 0-16,1-5-3 0,-1-1 3 0,3 0-4 15,-2-3 1-15,3 3 0 0,-2-4 2 16,-1-2 3-16,2 0-1 0,0 2 3 0,-3-1 2 0,-1-3-3 16,0 2 5-16,0-3 3 0,0 2 0 0,-2-2-1 15,-3 4 0-15,1-1 1 0,-1 0 2 0,-4 6-1 16,8-7-3-16,-8 7 1 0,4-3-3 0,-4 3-2 16,0 0 5-16,0 0-1 0,0 0 1 0,0 0-1 15,5 16 3-15,-5-9 0 0,0 3 4 16,1-4-3-16,2 2 3 0,-2 0-3 0,4 0 1 0,0 0 4 15,3 0-1-15,-2-2 2 0,2-1 1 0,0-1 2 16,-1-4 6-16,-7 0 4 0,18 0 2 0,-8-1 3 16,1-3 9-16,-2-1 6 0,1-2 3 0,-3 2 1 15,1-2-1-15,-3-2 3 0,-1 1 14 0,-1 1-10 16,-2-3-11-16,1-1-6 0,-4 1 5 0,1-2-9 16,-3-1-6-16,0 2-2 0,-4 2-2 0,2 2-3 15,-3 0-1-15,1 1-11 0,-2 3-9 0,2-3-22 16,-2 5-21-16,0 2-29 0,-2 2-40 0,0 2-45 15,3 0-42-15,-3 1-39 0,5 4-33 0,0-1-167 0,1 0-485 16,2 2 214-16</inkml:trace>
  <inkml:trace contextRef="#ctx0" brushRef="#br0" timeOffset="131737.26">10932 12844 142 0,'3'-7'241'0,"0"2"-2"15,-3 5-14-15,0-11-8 0,0 11-12 0,-1-8-15 16,1 8-18-16,-7-5-16 0,7 5-12 0,-11 1-12 16,11-1-9-16,-19 11-12 0,5-1-8 0,-2 0-11 15,-5 6-7-15,1 1-10 0,4-4-8 0,2 0-7 16,1 2-4-16,1 1-8 0,3-3-2 0,2 2-5 16,3 0-4-16,0 1-3 0,2-4-4 0,3 0-4 15,0-1 2-15,4-3-5 0,2-1 2 0,3-3-3 0,0 1-5 16,3-2 1-16,0-3-2 0,1 0 0 15,6-5-4-15,-2 0 1 0,-1-4-2 0,6-4 2 16,-8 2 0-16,3-2-4 0,-4 0 2 0,1-3 0 16,-2 0-4-16,4-4 4 0,-11 1 0 0,4-5 2 15,-1 1-1-15,-1-1 1 0,-3 5 0 0,-1-7 1 0,-3-2 0 16,-2 1 0-16,0 0 2 0,-2 1-4 16,2-1-1-16,-4 2 1 0,2 7 4 0,2 1 14 15,-3 6 11-15,3 0 1 0,-1 1-1 0,1 3 1 16,1 7-15-16,-1-10-2 0,1 10 3 0,0 0-12 15,0 0-2-15,0 0 1 0,0 0 2 0,1 35-3 0,-1-16 9 16,3 9-9-16,-3 1-2 0,-2-2 10 0,4 1 2 16,-1 1-9-16,-1 1 10 0,0-2-5 15,4-2-10-15,-2-1 3 0,2 0-5 0,0-7-2 16,0 1 5-16,2-3 2 0,3-2-7 0,-2 2 6 0,2 0-1 16,2-2 2-16,-3-3-7 0,2-4 7 0,1 1-5 15,1-3 2-15,-1-2-1 0,5-1 0 0,0-1-4 16,3-5 0-16,1-1-4 0,0-3 6 15,7-4-11-15,-2 0 1 0,0-1-7 0,0-1-2 16,-5-3 6-16,-4 3-3 0,2-3-6 0,-4 4 5 0,-2-1 5 16,0 2 0-16,-5-4 0 0,-1 7-8 0,-1-2 7 15,-3 2 2-15,-1 1-6 0,-1 1 5 16,0 7-1-16,-3-11-1 0,3 11 2 0,-5-6 0 16,-3 3 1-16,8 3-1 0,-19 6-2 0,4 1 0 0,-2 2-1 15,3 1 1-15,0 3 9 0,1 0-7 0,2 0 10 16,1 1-8-16,2-3-5 0,4 1 2 0,-1-1 4 15,1 1 1-15,4-1 3 0,2 5-4 0,3-5-22 16,1-2-20-16,2 0-32 0,2-2-37 16,3-2-51-16,6-1-52 0,0-4-43 0,1 3-263 0,-2-6-565 15,4-2 250-15</inkml:trace>
  <inkml:trace contextRef="#ctx0" brushRef="#br0" timeOffset="131952.57">11761 12657 274 0,'2'-7'339'0,"-2"7"-13"16,3-7-25-16,-3 7-26 0,5-6-24 0,-5 6-16 15,0 0 18-15,0 0-6 0,-2 32-15 0,-2-13-12 16,0 0-9-16,-3 6-11 0,0 3-10 0,-2-2-27 16,3 2-14-16,-1-1-18 0,1 1-6 0,1 2-16 15,0 1-12-15,1-1-10 0,1-1-38 0,3 0-34 16,-1-3-61-16,0-5-51 0,-1 4-67 15,-3-6-81-15,6-1-74 0,-4 1-283 0,3-2-651 16,0-5 288-16</inkml:trace>
  <inkml:trace contextRef="#ctx0" brushRef="#br0" timeOffset="135708.22">16537 12769 78 0,'0'0'144'0,"0"0"-10"0,0 0-8 16,0 0-10-16,0 0 2 0,0 0-28 0,1-7-4 15,-1 7-10-15,0 0-4 0,0 0-6 0,0 0-8 16,0 0-6-16,0 0-6 0,0 0-4 16,0 0-1-16,0 0-6 0,0 0 5 0,0 0-1 15,0 0 3-15,5 19 5 0,-5-19 0 0,1 8-4 0,-1-8-9 16,3 9 2-16,-3-9 10 0,1 11 5 0,0-5-2 15,-1 1-1-15,0-7 5 0,2 15 0 16,-1-5-3-16,1-1-5 0,0-2-6 0,-2-7-1 0,1 17 4 16,1-5 2-16,-2-3 8 0,2 2 1 15,-1 0-8-15,0-1-4 0,2 3 5 0,-2-4-1 0,1 5-3 16,-1 0-3-16,1 1-3 0,0-1-3 0,0 1-2 16,-2-2 4-16,3 0-9 0,-2 2 1 15,0-1-1-15,1 2 0 0,1-1-1 0,-1 2-1 16,1 0-1-16,-1-1-2 0,0-3 4 0,1 3 0 0,-2 4 3 15,3-2-5-15,0-1 0 0,-1 0-1 0,-1 0 3 16,-1-3-1-16,3 3 0 0,-3-2-4 0,-1 1 3 16,3 0-1-16,-3 0-3 0,1-4 4 15,0 0 1-15,-1 0-3 0,0-1-2 0,0 1 2 0,0 1-4 16,0-2 4-16,4 2-1 0,-2-1-5 16,-2 0 3-16,0 4 1 0,0-5-5 0,1 1-1 0,0-1 1 15,0-1-3-15,1 3 4 0,-1-2-2 0,0-1-3 16,1 2-2-16,-1-1-1 0,1 0 4 0,0 0-2 15,0-1-2-15,2 0-2 0,-1 1 4 16,-2 0 2-16,1-1 1 0,0 2 0 0,0 1 1 0,0-2-5 16,-1 1 1-16,1 1 5 0,1-3-3 0,-2 1 0 15,2 2-1-15,-3-1 7 0,1-3-4 0,0 3 4 16,1-1-4-16,-1 0-1 0,1 0 0 0,0-1 2 16,1-1-6-16,-1 2-2 0,-1-2 6 0,-2 1-2 15,1-1 4-15,1 1 4 0,0 0 1 0,1-1 1 16,-1 3 3-16,0-3-4 0,-1 1-5 0,0 0-2 15,2-3-7-15,-2 1 10 0,1 1 0 0,-1 1 2 16,1-1 6-16,0 1-8 0,2-1 1 0,-4 0-1 16,2-1 6-16,-1-1-12 0,0-7 2 0,-1 15 1 15,3-8 7-15,-2 2-5 0,0-1 0 0,0 1 4 16,2-1-2-16,-2 2 9 0,0-1-16 0,1-1 4 16,-1-8 5-16,1 14-3 0,-1-6-2 0,0 2 2 15,0-3-1-15,0 0 9 0,0 1-24 0,0-8 11 16,0 18 1-16,0-9 12 0,1 0-7 0,-1 1 1 15,0-1 7-15,3 0-7 0,-3-1-3 0,-3 2 1 16,3 0-1-16,0-1 14 0,0 1-31 0,0 1 13 16,3-1 2-16,-3-1 2 0,0-3-10 0,-3 3 18 15,3 1 2-15,3 1-8 0,-3-4-6 0,-3 4 2 16,3-1 0-16,0 0 4 0,-1 0-5 0,1-1 4 16,1 0-4-16,-1 0-6 0,0 1 3 0,0-1 2 15,-1 1-2-15,1-1-5 0,0 2 0 0,0-1 2 16,-1 0 1-16,1-1-1 0,0 0 2 0,0 1-4 15,0-10 1-15,1 15 10 0,0-4-18 0,2-2 5 16,-3 3-1-16,0-2 6 0,0-2 5 0,1 2-5 16,-1-1-5-16,-1 0 3 0,1-9-4 0,1 16 3 15,-2-9 13-15,2 0-14 0,0 2 4 0,-1-2 3 16,-1 3-4-16,1-10-4 0,1 13 2 0,-1-5 0 16,0 0-3-16,0 1 2 0,0-2 7 0,0-7-34 15,0 14 0-15,-1-6 8 0,1-8-8 0,-1 13 13 16,2-6-5-16,-1-7 8 0,0 12 10 0,-1-5-5 15,1 3-8-15,0-10 0 0,-3 13 12 0,6-7-8 16,-3-6-2-16,0 14 5 0,0-8-1 0,1 2-2 16,-1-8 6-16,-1 20 5 0,-2-13 3 0,3 5-4 15,-1-3 1-15,2 0 2 0,-2 0 5 0,0 0 0 16,0-3-5-16,1 5 14 0,0 0-12 0,-2 0 7 16,2 0 0-16,-1-1-2 0,1 1-3 0,0 1 8 15,1 1-7-15,-2-2 2 0,2 2 5 0,1-3-8 16,-4 2-2-16,4 0 1 0,-2 1 3 0,0-3-2 15,1 4-1-15,-2-5-1 0,1 5 3 0,1-3 9 16,0 1-13-16,-1 0-3 0,0-1 1 0,0 0 4 16,0 3-3-16,0-2 5 0,1-2-7 0,-1 6 4 15,0-3 1-15,0-2 5 0,3 2-2 0,-3 0 0 16,0-2-9-16,1 0 6 0,0 0 1 0,-1-1 3 16,0 2-9-16,2-2-1 0,-2 1 3 0,1-1 2 15,-1 1-8-15,0-2 1 0,1 2 5 0,-1 0-2 16,0-2-2-16,0-1 2 0,1 2-1 0,-1-2 1 15,0-8-1-15,-1 18-1 0,1-12 2 0,0 3 2 16,0-9-2-16,0 17 6 0,0-11-8 0,0-6 9 0,0 12-12 16,0-5 1-16,-1 1 1 0,2 0 4 15,-2 3-2-15,2-1 3 0,-2-2-1 0,0 1 1 16,1 0-1-16,-2 1 3 0,1 2-6 0,1-5 0 16,-1 4 0-16,-2-2 32 0,2 2-6 0,0-2-6 15,0 0 2-15,-1 2-3 0,2 0 1 0,-2-1-4 16,0 1-2-16,1 1 2 0,0-1 1 0,0-2-4 15,1 2-3-15,-3 0-1 0,2 0-5 0,-1-2 1 16,1 1 6-16,2-1-3 0,-2 0 1 0,2-2-10 16,-1 3 4-16,0-10 1 0,-1 13 2 0,0-5 0 15,1-8-1-15,0 15-2 0,-2-4 4 0,2-3 2 16,-1 2 0-16,1-2 0 0,-1-1-4 0,1-7 4 16,-1 16-6-16,1-9 6 0,0 1-3 0,0-8 2 15,-2 17-6-15,0-8 5 0,2-9-6 0,-1 12 1 16,1-6 0-16,0-6-2 0,-3 12 3 0,3-5-3 15,-1 1 1-15,1-8-3 0,-1 13 0 0,-1-4 4 16,1 1 1-16,0-1-3 0,1-1 1 0,0 1 0 16,-2-2-4-16,2-7 6 0,-2 16 0 0,2-9 0 15,1 0-4-15,-1-7 3 0,-2 13 1 0,0-7-2 16,1 2 0-16,1-8 1 0,0 10 2 0,-1-2-4 16,1-8 1-16,-4 9-3 0,4-9 0 0,-4 10-2 15,3-5 6-15,1-5-3 0,-3 11 1 0,3-11 1 16,-2 7 0-16,2-7 0 0,-2 9-3 0,2-9 5 15,-1 8-3-15,1-8 0 0,-1 8-2 0,1-8 3 16,0 0-2-16,-1 8 1 0,1-8-3 0,0 0-1 16,0 9 4-16,0-9 0 0,0 0-1 0,0 0 6 15,0 0-4-15,0 0 0 0,0 0 1 0,0 0-5 16,-2 10 2-16,2-10-2 0,0 0 5 0,0 0 1 16,0 0-3-16,0 0-18 0,0 0-2 0,0 0-21 15,0 0-13-15,0 0-18 0,0 0-25 0,0 0-30 16,0 0-27-16,-6 4-42 0,6-4-46 15,0 0-52-15,-14-2-55 0,14 2-50 0,-22-7-217 16,9 2-666-16,1 2 295 0</inkml:trace>
  <inkml:trace contextRef="#ctx0" brushRef="#br0" timeOffset="137340.87">16149 16118 5 0,'0'0'82'0,"-10"0"-5"0,10 0-2 0,0 0-6 16,-13-1-1-16,13 1 15 0,0 0-10 0,-12-1-6 0,12 1-2 15,0 0 2-15,-16 1-12 0,16-1 0 16,0 0-9-16,-18 0 8 0,18 0-4 0,-20 0-5 0,10 1-6 16,-1-1 6-16,-1 1-3 0,-1-1 0 0,0 0-2 15,-1 2-1-15,2-2 6 0,-1 3-5 0,1-5 2 16,-1 2-4-16,3 3-3 0,0-3 7 16,3 1-10-16,7-1 1 0,-15 0-5 0,15 0-2 15,-12 3-5-15,12-3 0 0,-6 1-3 0,6-1-3 16,0 0-6-16,0 0 8 0,-10 4-10 0,10-4 1 15,0 0 3-15,-3 4 10 0,3-4-16 0,0 0 4 0,0 0 4 16,0 0-1-16,0 0 8 0,22 3-2 16,-16-3 3-16,6 2-1 0,1-1 1 0,1-1 0 15,4-1 0-15,2-1-2 0,-1 2 3 0,2 0-3 16,-1-2 0-16,8 3-4 0,-1-5 4 0,4 2 1 16,-2 1-1-16,2-2 4 0,-2 0-2 0,2 0 0 15,0 1 14-15,-1-2-9 0,4-1 0 0,-1 3 1 0,1-1 3 16,3 2-6-16,-1-4 1 0,0 2-3 15,0-1 0-15,-2 2 0 0,2-1-2 0,1-1 0 16,0 4-1-16,0-2 1 0,2-1-1 0,-2-1-2 16,2 4 3-16,-2-5-3 0,2 3-3 0,-2-1 2 15,3 3-1-15,-1-3-1 0,-2 3 1 0,-2-2 0 0,0-1-1 16,6 1 2-16,-3-1 4 0,2 1 1 16,-2-2 1-16,2 3-4 0,-4-2-1 0,2 0-2 15,-2 1 1-15,2 1-2 0,-1-3 4 0,-1 1-2 16,0 1 0-16,1-1-5 0,-1 3 2 0,-3-5 2 15,4 2 3-15,-1 0-6 0,-3-1 1 0,0 2-2 16,2 1-2-16,1-1 3 0,-1-1-2 0,-3-1-1 0,3 0 2 16,-2 2-1-16,4-1 3 0,-1 2-3 15,1-2 0-15,1 0-1 0,-3-3 1 0,2 4 2 16,-1 0 5-16,1-1-6 0,0-1 3 0,-3-3 1 16,2 5-4-16,-4-1 1 0,5-1-1 0,-2 1-4 15,-1-3 6-15,2 4 0 0,1-2-2 0,-3 3-1 16,2-6 2-16,1 5-2 0,0-2 0 0,3 1-1 15,-3-2 2-15,0 3-1 0,3-3-1 0,-1 2-3 16,-2 0 6-16,2-1-4 0,-1 1-3 0,14-2 4 16,-16 1 4-16,15 0-6 0,-12 0-4 0,-3 4 2 15,4-3 1-15,10 1-1 0,-9 0 5 0,9-2-5 16,-12 1 0-16,3 2 1 0,10-2-7 0,2 3 7 16,-15-4 0-16,14 2-1 0,-13 1-2 0,15-3 3 15,-15 2-1-15,2-2-2 0,12 3 3 0,0-1 3 16,-14 0 1-16,0-2 2 0,15 2-6 0,-2-1 0 15,-15 1 4-15,3-1 2 0,11 2-1 0,-14-1 0 16,14 0-2-16,-12 0 2 0,-5 0 0 0,17 0 1 16,-11 0-4-16,-1-3 9 0,0 5-6 0,-4-2-1 15,4-1-3-15,0-1-1 0,-2 2 2 0,1 1 5 16,-5 1 2-16,1-4-6 0,1 2 4 0,-3-1-1 16,0 1 2-16,-2-2-2 0,-1 3 3 0,0-2-5 15,-1 1 2-15,-6 0-2 0,6-1 1 0,-1 3-1 16,2-3 8-16,0 0-7 0,-8 2-3 0,8 0-1 15,-2-1 3-15,-5 0 0 0,5 2-2 0,-7-2 2 16,1 1-7-16,0 0 1 0,-3-1 2 0,1-1-11 16,-1 2 20-16,-1 0-7 0,-3-1-2 0,0 1 4 15,-5-1 10-15,4 2 2 0,-4-1 9 0,-2 1-14 16,-7 0 1-16,16-2 4 0,-10 1 2 0,-6 1-2 16,10 0-2-16,-10 0 4 0,12-3-1 0,-12 3-7 15,0 0 5-15,9-2-3 0,-9 2-1 0,0 0 7 16,6-1-9-16,-6 1-6 0,0 0 7 15,0 0 6-15,0 0-6 0,0 0-3 0,0 0-18 0,0 0 21 16,8-1 0-16,-8 1-9 0,0 0 19 0,0 0-12 16,0 0-6-16,0 0 1 0,0 0-4 0,0 0 2 15,0 0-1-15,0 0-16 0,0 0 13 0,0 0 4 16,0 0-3-16,0 0-17 0,0 0 19 16,0 0 2-16,0 0-1 0,0 0 3 0,0 0-6 15,0 0-17-15,0 0 14 0,0 0-12 0,0 0-16 16,0 0-19-16,0 0-21 0,0 0-28 0,0 0-32 0,0 0-31 15,0 0-25-15,0 0-52 0,0 0-52 0,0 0-36 16,0 0-172-16,-18-9-535 0,8 4 236 0</inkml:trace>
  <inkml:trace contextRef="#ctx0" brushRef="#br0" timeOffset="160327.62">15632 12858 56 0,'0'0'113'0,"-12"-5"2"0,5 2 0 15,7 3 1-15,-13-4-10 0,4 2-4 0,1-1 0 16,-1 1-8-16,0 0 2 0,9 2-1 0,-17-3-9 15,10 1-1-15,-2 0-5 0,9 2 5 0,-14-3-7 0,8 2 1 16,6 1-6-16,-12-3-9 0,12 3 0 16,-9 0 4-16,9 0-2 0,0 0-8 0,-8-2-5 15,8 2-7-15,0 0-4 0,0 0-3 0,0 0-5 16,0 0-1-16,0 0-3 0,0 0-2 0,34-10-6 16,-15 8 0-16,14-3-2 0,2 2-1 0,-1-2-3 15,-1 0 0-15,2 1-3 0,-4 1-16 0,-3 0-20 16,-2 1-29-16,-6 0-24 0,-6 1-28 0,-3 1-25 15,2 0-23-15,-5-1-18 0,-8 1-117 0,11 0-311 0,-11 0 138 16</inkml:trace>
  <inkml:trace contextRef="#ctx0" brushRef="#br0" timeOffset="160820.14">15742 12785 161 0,'-4'-6'155'0,"4"6"-13"0,0 0-7 16,0 0-2-16,0 0-9 0,0 0-1 15,0 0-5-15,5 21-1 0,-1-12-1 0,-4 3-10 0,0 0-7 16,0 4 0-16,1 1-3 0,-2 0-6 0,-3 1-5 16,4 2-7-16,-3-1-9 0,2 0-4 0,0 7-3 15,-2-3-5-15,3-5 2 0,-1 0-12 16,1 0-4-16,-1-1-4 0,-2-1-5 0,3-4-3 15,0 1-4-15,-1-1-2 0,1-1 1 0,0 1-4 16,1-4 2-16,-1 2-7 0,0-3-3 0,0-7 4 0,0 11-4 16,0-5 1-16,0-6-3 0,-1 10-2 0,1-10 2 15,0 0 5-15,0 7-4 0,0-7 0 0,-3 7-4 16,3-7 1-16,0 0-1 0,-9 1-3 0,9-1 0 16,0 0 3-16,-15-3-3 0,15 3-2 0,-13-5 2 15,7 3 0-15,-2-1-4 0,0 2 3 0,-3-2-3 16,1 1 1-16,-2-1 0 0,1 1-4 0,1 1 1 15,-3-2 0-15,-1 3 2 0,2-4-4 0,-1 3 3 16,5 1-1-16,8 0 1 0,-13-2-3 0,5 1 2 16,8 1-1-16,0 0-3 0,-10-3 1 0,10 3 2 15,0 0 3-15,0 0 4 0,0 0 7 0,0 0 1 16,0 0 4-16,0 0 2 0,41 6 0 0,-20-8 0 16,8-2-2-16,4 1 0 0,1-1-4 0,3 1-1 15,-2-1-3-15,2 1-17 0,-1-1-30 0,-4 1-38 16,2 1-45-16,-2-1-60 0,0-2-55 0,-1 1-160 15,-1-2-429-15,-1 3 190 0</inkml:trace>
  <inkml:trace contextRef="#ctx0" brushRef="#br0" timeOffset="162810.25">21658 15965 125 0,'0'0'172'0,"5"-8"18"0,-5 8-4 15,7-1-7-15,-7 1-1 0,0 0-18 0,13 2-9 16,-8 2-11-16,0 2-4 0,2-1-12 0,-1 7-7 15,1-2-3-15,-1 1-6 0,3 4-6 0,-2-1-1 16,0 4-7-16,2-2-6 0,0 1-5 0,-4 0-7 16,-1 1-3-16,-2-3-9 0,2 3-2 0,-1-3-7 15,1 2 0-15,1-2-8 0,1 0-5 0,-2-4-2 16,0 2-1-16,0 0-3 0,-1-4-4 0,1 0-3 16,-1-1 1-16,4-1-7 0,-4-1 1 0,-1 0-2 15,4-2-4-15,-3 2 7 0,1-3-1 0,0 2 4 16,-4-5 1-16,10 4-5 0,-10-4-6 0,12 0 10 15,-12 0-3-15,16-8-3 0,-5 4 7 0,-2-2-12 16,0-1-1-16,5-4 3 0,-3 0-6 0,3-1-4 16,0-4 6-16,7-4-3 0,-2-2-1 0,1 2-6 15,3-2-1-15,-1-4-2 0,-3 2 3 0,3-3-5 16,-5 0 1-16,0 0-3 0,1 3-2 0,-2 2 1 16,-1 0 1-16,-7 5 2 0,-2 1 0 0,2 2 2 15,-6 4-2-15,5 1-2 0,-6-1 4 0,1 5-4 16,-2 5 0-16,0-10 3 0,0 10-3 15,0 0-4-15,-6-8 2 0,6 8-3 0,-14 0 8 16,14 0-1-16,-17 7-4 0,6-1-4 0,1 1-5 0,-2 0 8 16,3-1-1-16,0 1 6 0,2 1-1 0,-1-3-2 15,4 1 3-15,2 1 4 0,0 1-4 0,2 0 0 16,0-8 4-16,8 13-1 0,2-4 1 0,3-5 4 16,6 4-9-16,10-2-24 0,3-1-22 15,6-3-32-15,0-1-31 0,3-1-45 0,9-3-54 16,-12-2-35-16,-1 1-220 0,-1-1-502 0,-4-3 223 15</inkml:trace>
  <inkml:trace contextRef="#ctx0" brushRef="#br0" timeOffset="162959.75">22847 15918 60 0,'0'0'184'0,"0"0"-1"15,0 0 3-15,0 0-28 0,0 0-10 0,0 0-18 16,0 0-9-16,0 0-13 0,0 0-24 0,0 0-50 15,-14 21-45-15,14-21-59 0,0 0-60 0,0 0-68 16,0 0-214-16,0 0 95 0</inkml:trace>
  <inkml:trace contextRef="#ctx0" brushRef="#br0" timeOffset="165881.41">18597 15928 11 0,'0'0'76'0,"0"0"-8"0,0 0 7 16,0 0-3-16,0 0-7 0,0 0 5 0,0 0-10 15,0 0-1-15,0 0-16 0,0 0 10 0,0 0-17 16,0 0 1-16,0 0-6 0,0 0 0 0,0 0 12 16,0 0-15-16,0 0-9 0,0 0 9 0,0 0-10 15,2 6-3-15,-2-6-8 0,0 0 10 0,0 0-6 0,0 0 2 16,0 0-5-16,0 0 5 0,0 0-3 15,0 0-3-15,0 0-7 0,0 0 6 0,0 0-6 16,0 14 9-16,0-14-14 0,0 0 1 0,0 0-4 16,0 0-6-16,0 0 6 0,2 6-5 0,-2-6-5 15,0 0 8-15,0 0-10 0,0 0 11 0,0 0-2 16,0 0 0-16,0 0-1 0,1 5-2 0,-1-5 6 16,0 0 6-16,0 0 2 0,0 0-4 0,0 0 3 15,0 0-1-15,0 0-1 0,0 0 2 0,0 0 5 16,0 0 1-16,0 0 9 0,0 0-9 0,0 0 1 15,0 0 2-15,0 0-2 0,0 0 5 0,0 0 2 16,0 0-3-16,0 0-2 0,0 0 1 0,0 0-6 16,0 0 7-16,0 0-4 0,0 0 1 0,0 0 4 15,0 0-12-15,0 0 7 0,0 0 4 0,0 0-3 16,0 0 8-16,0 0 9 0,0 0-10 0,0 0 2 16,0 0 2-16,0 0-1 0,0 0 2 0,0 0-7 15,0 0 6-15,0 0-10 0,0 0 7 0,0 0 0 16,0 0 3-16,0 0-11 0,0 0-4 0,0 0 3 15,0 0 3-15,0 0 0 0,0 0-2 0,0 0-4 16,0 0 2-16,0 0-2 0,0 0-4 0,0 0 7 16,0 0-8-16,0 0-19 0,0 0-21 0,0 0-11 15,0 0-11-15,0 0-17 0,0 0-13 0,0 0-61 16,0 0-168-16,0 0 75 0</inkml:trace>
  <inkml:trace contextRef="#ctx0" brushRef="#br0" timeOffset="169428.15">18294 15966 33 0,'0'0'77'0,"0"0"-12"0,0 0-7 0,0 0-5 0,0 0-4 16,0 0-5-16,0 0 2 0,0 0-6 15,0 0-4-15,0 0-8 0,0 0-3 0,0 0-2 16,0 0-6-16,0 0 4 0,0 0-4 0,0 0 4 16,0 0-8-16,0 0-2 0,0 0 1 0,0 0 5 15,0 0-9-15,0 0 1 0,5 10-1 0,-5-10-2 16,0 0-1-16,0 0 4 0,0 0-6 0,0 0 11 15,0 0-10-15,0 0 3 0,0 0-6 0,-3 11 7 16,3-11-5-16,0 0 4 0,0 0 1 0,0 0 1 16,0 0 15-16,0 0-16 0,0 0 9 0,0 0-3 15,0 0-1-15,-7 7-1 0,7-7 0 0,0 0 7 16,0 0-2-16,0 0 11 0,0 0-5 0,0 0 1 16,0 0-1-16,0 0 5 0,0 0 1 0,0 0 5 15,0 0 0-15,0 0-1 0,0 0 1 16,0 0-4-16,0 0-3 0,0 0 0 0,0 0-2 0,0 0 1 15,0 0-3-15,0 0 1 0,0 0-2 0,0 0 0 16,0 0 0-16,0 0 3 0,0 0 1 0,0 0 5 16,0 0-3-16,-3 6 8 0,3-6-5 0,0 0 6 15,0 0-1-15,0 0 6 0,0 0-1 0,0 0 2 16,0 0-1-16,0 0 5 0,0 0-5 0,0 0 5 16,0 0-1-16,0 0 2 0,0 0-4 0,0 0 4 15,0 0-3-15,0 0 1 0,0 0-1 0,0 0 2 16,0 0-4-16,0 0-2 0,0 0-3 0,0 0-1 15,0 0-3-15,0 0-5 0,0 0 0 0,0 0-1 16,0 0 1-16,0 0-3 0,0 0 1 0,0 0-5 16,0 0-2-16,0 0-3 0,0 0 1 0,0 0 1 15,0 0-3-15,0 0-3 0,0 0 3 0,0 0-1 16,13-17-2-16,-13 17-2 0,0 0 0 16,5-6 1-16,-5 6-1 0,0 0 0 0,0 0 0 0,3-6 0 15,-3 6-2-15,0 0-3 0,6-4 2 0,-6 4 3 16,0 0-5-16,0 0 4 0,0 0-5 0,4-6 3 15,-4 6-2-15,0 0 2 0,0 0 0 0,0 0-4 16,5-4 6-16,-5 4-5 0,0 0 1 16,0 0-4-16,5-6 5 0,-5 6-1 0,0 0-3 15,5-4-3-15,-5 4 4 0,5-6 2 0,-5 6-5 16,0 0 2-16,7-6-1 0,-7 6 1 0,5-4-2 0,-5 4 4 16,6-7-4-16,-3 3 2 0,-3 4 0 15,8-5-1-15,-5 1 3 0,-3 4-3 0,7-6-1 16,-2 1 6-16,-5 5 2 0,6-6-1 0,-6 6 2 15,7-8 3-15,-4 5-5 0,2-4-2 0,-5 7 3 16,9-7 1-16,-5 0 0 0,0 3-2 0,1-1 0 16,0 0-3-16,0-2 4 0,0 4-4 0,-1-4 8 15,1 1-2-15,1 2 1 0,-2-2-6 0,3-2 4 0,-1 1-3 16,3 0-1-16,-2-2 1 0,-1 2 0 16,3-1-1-16,-2 0-3 0,-1 0-1 0,2 2 3 15,-1-3-2-15,2 1 2 0,-1 1 3 0,1-1-4 16,-2-1 2-16,1 1 0 0,0-1-2 0,1 3-1 15,-2-4 5-15,2 3-3 0,-2-2 1 0,0 1 0 16,0-1-3-16,1 3 5 0,-2-1-9 0,-1-2 16 16,3 2-6-16,-3-1-2 0,0 2 4 0,0-2-6 15,2 1 5-15,-1 0-7 0,-1 1 3 0,0-2 3 16,-5 8 0-16,10-10-4 0,-5 2 3 0,2 2-12 16,-7 6 6-16,10-13 1 0,-4 6 1 0,1-2 1 15,-3 0-1-15,2 3 2 0,0-2-2 0,-1 0 2 16,3 1-5-16,-4 1 2 0,4-1 0 0,-8 7 0 15,9-13 5-15,-4 9-2 0,1-5 1 0,-6 9-3 16,12-9-3-16,-7 0 2 0,1 3-1 0,-1 0 5 16,2-1-3-16,-1-1 2 0,-6 8-1 0,11-13-2 15,-4 7-11-15,-1-2 16 0,2-1-2 0,-3 6 1 16,0-7-6-16,0 3 0 0,-5 7 1 0,9-9 3 16,-1 1 1-16,-4 3-3 0,-4 5-1 0,9-10 4 15,-9 10-2-15,9-7 2 0,-9 7-2 0,6-5 5 16,-6 5 2-16,0 0-3 0,5-10 9 0,-5 10-9 15,7-5-4-15,-7 5 3 0,7-8 1 16,-7 8-4-16,7-6-9 0,-7 6 13 0,10-7-2 0,-10 7-1 16,7-9-12-16,-1 5 16 0,-6 4-7 0,10-7 3 15,-5 2 3-15,3-2-5 0,-8 7 3 0,12-10-5 16,-4 4-1-16,-3 2 4 0,3-3 3 0,0 1 2 16,-1 0 0-16,-7 6 0 0,12-10 0 0,-7 4-1 15,3 1-2-15,-8 5-1 0,13-11 8 16,-5 2-5-16,-1 5 0 0,-7 4 1 0,12-8 0 15,-4 1-4-15,-3 0-6 0,0 2 12 0,3-3 1 16,-8 8-3-16,13-13-3 0,-7 7 2 0,2-1-1 0,-1 1-1 16,2-1 3-16,-4 3-4 0,-5 4 4 15,12-12-1-15,-6 5 4 0,1 2-9 0,-1-2 6 16,-1 0-2-16,2 1-1 0,1-2 1 0,-8 8 4 16,11-11-9-16,-7 7 11 0,-4 4 2 0,9-10 2 15,-4 4-3-15,-5 6 0 0,7-10-2 0,-7 10 4 16,8-10-5-16,-8 10 2 0,8-10-6 0,-3 5 10 15,-5 5 1-15,0 0-14 0,10-11 25 0,-10 11-1 0,0 0-3 16,6-12-15-16,-6 12 7 0,7-10 6 16,-7 10-8-16,7-9 0 0,-7 9 0 0,0 0-1 15,9-13-10-15,-9 13 12 0,4-8-26 0,-4 8 14 16,8-9 2-16,-8 9 0 0,5-9 3 0,-5 9-3 16,0 0 5-16,9-13-11 0,-9 13 1 0,5-9 6 15,-5 9-1-15,0 0-5 0,10-10-4 0,-10 10 11 16,0 0-3-16,9-9 1 0,-9 9-4 0,9-11 7 15,-9 11-8-15,7-9 6 0,-7 9-1 0,9-6-8 16,-9 6 4-16,11-11-3 0,-11 11 5 0,12-9-2 16,-12 9-6-16,9-7 4 0,-9 7 1 0,8-9 2 15,-8 9-3-15,11-9-2 0,-11 9 4 0,9-10 10 16,-9 10-5-16,12-8-9 0,-12 8-16 0,8-10 22 16,-8 10-2-16,12-9 5 0,-12 9-11 0,7-8 18 15,-7 8-9-15,10-8-3 0,-10 8 3 0,9-10-8 16,-9 10 6-16,7-9-8 0,-7 9 5 0,10-8 8 15,-10 8-4-15,9-11-2 0,-9 11 1 0,9-10-2 16,-9 10-20-16,10-8 22 0,-10 8 1 0,8-10-2 16,-8 10-25-16,7-9 30 0,-7 9-5 0,9-9 0 15,-9 9-2-15,0 0 4 0,12-10 1 0,-12 10 0 16,6-8-4-16,-6 8-1 0,0 0 5 0,0 0-7 16,12-14-1-16,-12 14 1 0,5-11 9 0,-5 11-3 15,6-9-4-15,-6 9 2 0,0 0-5 0,9-12 6 16,-9 12 2-16,5-10-4 0,-5 10-10 0,8-6 12 15,-8 6-4-15,0 0 5 0,9-10 1 0,-9 10-5 16,0 0 0-16,9-10 5 0,-9 10 2 0,6-9-6 16,-6 9-3-16,7-10-22 0,-7 10 25 0,0 0-5 15,10-8 8-15,-10 8 0 0,8-8-8 0,-8 8 5 16,7-7-6-16,-7 7 4 0,8-7-3 16,-8 7 8-16,0 0-1 0,10-9 0 0,-10 9-5 0,0 0-1 15,7-10 0-15,-7 10 2 0,0 0-1 0,10-10 4 16,-10 10 7-16,0 0-6 0,9-9-6 0,-9 9 7 15,0 0-3-15,9-9 4 0,-9 9-3 16,0 0 9-16,9-8-11 0,-9 8 6 0,0 0-2 16,7-7 3-16,-7 7-9 0,0 0 1 0,9-12-8 15,-9 12 14-15,0 0-6 0,9-9-5 0,-9 9 7 16,7-7-5-16,-7 7 7 0,0 0-2 0,11-10 0 16,-11 10 0-16,0 0 1 0,9-9 1 0,-9 9-11 15,0 0 10-15,8-10-4 0,-8 10 3 0,0 0 0 16,9-8-1-16,-9 8-2 0,0 0 6 0,10-9-8 0,-10 9 3 15,0 0-2-15,9-6 4 0,-9 6-1 16,0 0-6-16,9-10-2 0,-9 10 4 0,7-8 8 16,-7 8 1-16,0 0-10 0,12-10 7 0,-12 10 2 15,6-7-2-15,-6 7-23 0,0 0 28 0,12-10-11 16,-12 10 4-16,6-8 4 0,-6 8-8 0,7-7 7 16,-7 7-5-16,0 0 1 0,7-12-1 0,-7 12 8 15,0 0-5-15,12-10 4 0,-12 10-5 0,9-8 1 16,-9 8 2-16,0 0-3 0,7-12 0 0,-7 12 5 15,8-10-2-15,-8 10 3 0,8-7-7 0,-8 7-4 16,0 0 6-16,10-9-1 0,-10 9 2 0,0 0-6 16,8-10-3-16,-8 10 10 0,6-7-1 0,-6 7 6 15,0 0-6-15,9-12-4 0,-9 12 0 0,5-8 1 16,-5 8 1-16,0 0-6 0,10-12 9 0,-10 12-1 16,8-9-5-16,-8 9 6 0,6-8-8 0,-6 8 3 15,0 0 1-15,8-11 3 0,-8 11 6 0,6-8-6 16,-6 8-6-16,0 0 2 0,8-10 5 0,-8 10-4 15,0 0-4-15,9-11 6 0,-9 11 5 16,6-8-10-16,-6 8 2 0,0 0 18 0,9-12-18 0,-9 12 9 16,6-7-5-16,-6 7 4 0,0 0-8 0,8-12-1 15,-8 12-17-15,0 0 18 0,8-10 6 0,-8 10-1 16,0 0-23-16,8-10 21 0,-8 10 5 0,0 0 0 16,5-9 6-16,-5 9-5 0,0 0-1 0,6-10-1 15,-6 10-4-15,0 0-6 0,8-11-1 0,-8 11-15 16,0 0 22-16,8-12-2 0,-8 12 5 0,0 0-7 15,0 0 9-15,7-9-8 0,-7 9 0 0,0 0 0 16,8-10-1-16,-8 10 6 0,0 0 0 0,9-6-4 16,-9 6-1-16,0 0-1 0,0 0 3 0,10-14 1 15,-10 14-3-15,0 0 4 0,8-11-2 0,-8 11-1 16,0 0-2-16,7-11 5 0,-7 11 6 0,0 0-9 16,0 0 6-16,11-12 0 0,-11 12-11 0,0 0 3 15,0 0 5-15,9-11 0 0,-9 11-4 16,0 0 2-16,0 0-3 0,10-12 6 0,-10 12 5 0,0 0-9 15,9-7-1-15,-9 7-1 0,0 0 6 0,9-11-4 16,-9 11 3-16,0 0-3 0,0 0 4 16,0 0-1-16,12-11-4 0,-12 11-15 0,0 0 15 15,0 0 10-15,0 0-12 0,7-16 2 0,-7 16 2 16,0 0-1-16,8-10 1 0,-8 10-4 0,0 0 7 16,0 0-15-16,9-10 15 0,-9 10 0 0,0 0-3 15,0 0 0-15,0 0 7 0,13-10-7 0,-13 10 7 0,0 0-8 16,11-11 9-16,-11 11-7 0,0 0-2 0,0 0-20 15,10-13 23-15,-10 13 0 0,0 0-6 0,10-7 7 16,-10 7 2-16,0 0-8 0,0 0 15 16,12-9-12-16,-12 9 3 0,0 0-5 0,9-12 3 15,-9 12 1-15,0 0-2 0,0 0 4 0,14-10-7 16,-14 10-5-16,0 0 8 0,0 0 6 0,10-8-4 16,-10 8-4-16,0 0 8 0,11-7-2 0,-11 7-1 15,0 0-2-15,0 0-3 0,9-12-4 0,-9 12 3 16,0 0-3-16,9-11-2 0,-9 11 10 0,0 0 0 15,0 0 3-15,12-10-1 0,-12 10-3 0,0 0 5 16,9-9-6-16,-9 9 2 0,0 0-4 0,0 0 0 16,0 0 6-16,10-10-5 0,-10 10-16 0,0 0 22 15,0 0-3-15,10-10 0 0,-10 10-1 0,0 0-2 16,0 0-2-16,0 0 2 0,12-10 2 0,-12 10 11 16,0 0-16-16,0 0-4 0,9-12 6 0,-9 12 0 15,0 0-5-15,0 0 3 0,0 0 8 0,6-10-6 16,-6 10 7-16,0 0-5 0,0 0 0 0,0 0 3 15,0 0 1-15,11-10-6 0,-11 10 4 0,0 0-2 16,0 0-7-16,7-7 5 0,-7 7-4 0,0 0 13 16,0 0-6-16,0 0-3 0,6-9 0 0,-6 9 0 15,0 0-1-15,0 0 2 0,0 0 5 0,0 0-7 16,7-9 14-16,-7 9-14 0,0 0 4 0,0 0 4 16,0 0-7-16,0 0 5 0,0 0-1 0,0 0 3 15,10-5-5-15,-10 5 2 0,0 0-10 0,0 0 7 16,0 0 3-16,0 0-7 0,0 0 2 0,6-10-3 15,-6 10 3-15,0 0 4 0,0 0-6 0,0 0 4 16,8-8-2-16,-8 8-3 0,0 0 4 0,0 0 9 16,9-7-3-16,-9 7 1 0,0 0-7 0,0 0 3 15,10-7-8-15,-10 7 6 0,0 0-2 0,0 0 6 16,10-8 1-16,-10 8-3 0,0 0 1 0,0 0-1 16,11-7 3-16,-11 7 4 0,0 0-8 0,8-6 2 15,-8 6 2-15,0 0-1 0,0 0-1 0,0 0-2 16,10-7-3-16,-10 7 0 0,0 0 4 0,0 0 6 15,0 0-5-15,0 0-5 0,0 0-15 0,9-7 19 16,-9 7-6-16,0 0 5 0,0 0-1 0,0 0 7 16,0 0-9-16,0 0 6 0,0 0 0 0,0 0-3 15,0 0-1-15,0 0 1 0,0 0 5 0,0 0-3 16,0 0-2-16,0 0 4 0,8-10-6 0,-8 10 1 16,0 0 2-16,0 0-1 0,0 0-6 0,0 0 6 15,0 0 1-15,0 0 2 0,0 0-4 0,0 0-2 16,0 0 9-16,0 0 6 0,0 0-11 0,0 0-2 15,0 0 4-15,0 0-10 0,0 0 11 0,0 0-8 16,0 0 8-16,0 0-4 0,0 0-3 0,0 0 5 16,0 0-5-16,0 0 1 0,0 0 0 0,0 0-10 15,0 0-9-15,0 0-9 0,0 0-9 16,0 0-12-16,0 0-11 0,0 0-11 0,0 0-19 16,7-2-21-16,-7 2-20 0,0 0-23 0,0 0-26 15,0 0-34-15,0 0-37 0,14-5-43 0,-14 5-194 0,0 0-531 16,0 0 236-16</inkml:trace>
  <inkml:trace contextRef="#ctx0" brushRef="#br0" timeOffset="171673.86">18157 16297 17 0,'-11'-7'136'0,"11"7"6"15,-8-7-5-15,8 7-13 0,-8-7 5 16,4 4-5-16,4 3-6 0,-6-3-7 0,6 3-8 15,0 0-3-15,0 0-12 0,-4-7-1 0,4 7-10 16,0 0-11-16,0 0 0 0,0 0-15 0,0 0 6 16,0 0-3-16,0 0-6 0,0 0 0 0,0 0 5 15,0 0-4-15,22 17-2 0,-13-10-2 0,0 1-2 16,0 2 2-16,0-2-6 0,1 1-3 0,1-1-4 16,1 3 1-16,-3-1-3 0,2-2-3 0,-2 2-2 15,0-3-3-15,1 1 1 0,-1 1-1 0,0 0-4 16,0-2-1-16,0 1-3 0,-1 0-2 0,1 0 4 15,-3-3-5-15,2 0 0 0,0 3 1 16,-3-5-3-16,1 2-1 0,-1-1 1 0,-5-4-2 0,9 6 2 16,-9-6-6-16,8 3 3 0,-8-3 3 0,0 0 0 15,9 5-1-15,-9-5 7 0,0 0-3 0,0 0 3 16,0 0 1-16,16-7 0 0,-16 7 3 0,8-10-1 16,-2 1 2-16,-1-1-3 0,1-1 0 0,-4 0-2 15,5-6-2-15,-1 3-2 0,0-1 0 16,2-5 0-16,0 4-2 0,0-2 2 0,2-7-4 0,-3 1-2 15,1 5 3-15,0 2-2 0,-1-1 2 0,1 3-3 16,-3 0 2-16,-1 5-5 0,0 0 1 0,-4 10 4 16,7-14-5-16,-7 14 0 0,3-12-5 15,-3 12-1-15,0 0 2 0,0 0-2 0,0 0-2 0,0 0-6 16,0 0-13-16,0 0-10 0,0 0-23 16,0 0-19-16,0 0-18 0,-18 43-25 0,14-29-23 15,0 1-32-15,-2 0-21 0,1 2-137 0,-1-2-360 16,0-1 159-16</inkml:trace>
  <inkml:trace contextRef="#ctx0" brushRef="#br0" timeOffset="172204.11">18565 16493 11 0,'0'0'159'0,"0"0"3"16,0 0-7-16,0 0-3 0,0 0-2 0,0 0-6 16,0 0 2-16,0 0 0 0,0 0-3 0,-5-28-12 15,5 28-5-15,0 0-9 0,0 0 0 0,0 0-9 16,0 0-9-16,-8-8-10 0,8 8-8 16,0 0-9-16,0 0-7 0,0 0-12 0,0 0-4 15,0 0-5-15,0 0-4 0,0 0-2 0,0 0-4 16,0 0 1-16,0 0 1 0,0 0-11 0,22 17-2 15,-22-17-1-15,10 10 1 0,-5-5-5 0,-5-5 1 0,10 10-3 16,-3-4 2-16,-3 1-7 0,-4-7 0 0,10 8 4 16,-10-8-5-16,5 9 0 0,-5-9 1 15,8 8-5-15,-8-8 5 0,3 6-7 0,-3-6 5 16,0 0-6-16,8 8 7 0,-8-8-4 0,0 0 2 16,8 3-1-16,-8-3 5 0,0 0 8 0,0 0 2 15,0 0 0-15,0 0-1 0,0 0-2 0,19-9-2 16,-19 9 0-16,11-11 2 0,-4 3 0 0,0 0-3 15,1-3 0-15,0 1-3 0,-2-1-4 0,4-4 4 16,-2-1-1-16,1 1-3 0,-3 0-1 0,2 2-2 16,1-1 1-16,0 2-2 0,-3 5 3 0,1-2 3 15,-3 1-6-15,1 3-3 0,-5 5 0 0,7-10-2 16,-7 10-1-16,7-7-4 0,-7 7 3 0,0 0-2 16,5-6-11-16,-5 6-1 0,0 0-12 0,0 0-5 15,0 0-5-15,0 0-31 0,0 0-19 0,6 19-23 16,-6-19-18-16,0 0-24 0,-7 23-15 15,3-15-32-15,-3 2-15 0,0-1-128 0,-1 1-370 16,0 1 164-16</inkml:trace>
  <inkml:trace contextRef="#ctx0" brushRef="#br0" timeOffset="172671.15">18650 16615 56 0,'0'0'109'0,"0"0"-1"16,0 0 10-16,0 0-1 0,0 0-6 0,0 0 3 15,0 0-3-15,0 0 1 0,0 0-3 0,0 0 1 16,0 0-1-16,0 0-3 0,0 0-1 0,0 0-1 16,0 0-5-16,0 0-1 0,0 0 5 15,0 0-4-15,0 0-3 0,0 0 0 0,0 0-6 0,0 0-2 16,0 0-4-16,0 0-5 0,0 0-6 0,0 0-3 16,0 0-1-16,0 0-9 0,0 0-9 15,0 0-8-15,0 0-6 0,0 0-6 0,0 0-4 16,0 0-3-16,0 0-3 0,0 0-1 0,0 0 0 15,0 0-1-15,8 20 2 0,-5-8-5 0,-2-2-2 16,0 0-1-16,2 7 5 0,-2-6-5 0,-1 1 1 16,0 0-2-16,1 2 0 0,-1-4-4 0,2 4 2 15,-1-2 1-15,-1-4-5 0,0 5 3 0,0-13-1 16,0 16-1-16,-1-7-4 0,1-9-13 0,0 14-15 16,0-14-27-16,-2 11-40 0,2-11-36 0,0 0-41 15,-4 16-42-15,4-16-223 0,0 0-471 0,-12 9 209 16</inkml:trace>
  <inkml:trace contextRef="#ctx0" brushRef="#br0" timeOffset="175700.68">17680 13998 53 0,'0'0'147'0,"0"0"-15"0,0 0-6 16,0 0-10-16,-12-6-6 0,12 6-6 0,0 0-5 16,-21 9-5-16,13-5-3 0,2 0-12 15,-3 2-2-15,2 1-4 0,-3-1-3 0,2 2-11 16,4-3-1-16,-1 1-11 0,1 0-5 0,1 0 0 0,1 1-6 16,0 2-1-16,2-9-18 0,2 16 3 0,-2-7-5 15,5 2 1-15,0-2 5 0,3 1-5 0,0-1-3 16,5 2 0-16,-4-2 1 0,8 1-1 15,-8-2 1-15,6 1-2 0,-3-1-4 0,-2-1 1 0,1 1-6 16,0 0 1-16,-2-3 3 0,-1 0-3 0,-1 2-1 16,-2-2-3-16,0-1 2 0,-1 0-2 15,-4-4 6-15,6 7-1 0,-6-7 13 0,0 0 4 0,-2 12-5 16,2-12 2-16,-12 7 4 0,5-4-2 16,-2 3-3-16,-4-6-3 0,3 4-2 0,-3-1-1 0,3 0-1 15,1 0-1-15,-3 0-4 0,5-3-18 0,-2 4-28 16,2-2-27-16,7-2-26 0,-14 3-31 0,8-1-18 15,6-2-134-15,-12 4-298 0,5-2 132 16</inkml:trace>
  <inkml:trace contextRef="#ctx0" brushRef="#br0" timeOffset="175957.48">17930 13966 113 0,'1'-6'222'0,"2"0"-14"16,-3 6-15-16,3-8-21 0,-3 8-17 0,0 0-17 0,0 0-7 16,0 0 6-16,0 0-10 0,12 17-10 0,-8-4-6 15,-4 0-8-15,2 3-5 0,-1 4-8 16,2-2-8-16,-2 1-6 0,2-1-7 0,-2 2-5 16,2 5-7-16,-5-6-5 0,2 0-5 0,0 0-2 15,0 0-6-15,-1-2-3 0,1-1-21 0,-1 0-21 16,1-4-28-16,1-1-33 0,-2 0-18 0,1-1-44 0,0-1-12 15,0-9-25-15,1 13-9 0,-1-8-141 16,0-5-342-16,0 7 152 0</inkml:trace>
  <inkml:trace contextRef="#ctx0" brushRef="#br0" timeOffset="176235.94">18039 14222 112 0,'0'0'122'0,"0"0"3"0,4-5-4 15,-4 5-5-15,0 0-16 0,0 0 16 0,0 0-14 16,0 0-10-16,15 9 3 0,-15-9-3 0,11 6-5 16,-5-6-4-16,2 2-5 0,3-2 0 0,0 1-5 0,0-2-5 15,2-1-2-15,-3 0-4 0,1-1-6 0,-1 0 0 16,0 0-4-16,-1-2-3 0,0 0-2 16,-3-1 1-16,-1 2 0 0,-5 4-6 0,5-11 0 15,-3 7-7-15,-2 4-4 0,1-13-3 0,-1 13-4 0,-5-11-3 16,1 7-4-16,4 4 0 0,-9-6-5 15,1 4-10-15,8 2-7 0,-14 0-18 0,3 0-24 16,-2 3-13-16,1 1-31 0,1 1-14 0,0-1-28 0,1 2-31 16,2-1-135-16,0 3-321 0,2-4 142 15</inkml:trace>
  <inkml:trace contextRef="#ctx0" brushRef="#br0" timeOffset="176501.34">18362 13902 194 0,'1'-7'219'15,"0"1"-11"-15,-1 6-23 0,3-10-21 0,-3 10-10 0,0 0-5 16,0 0-4-16,0 0-4 0,7 21 0 16,-7-4 3-16,0 0-10 0,2 9-9 0,-2-1-7 15,0 3-11-15,-2-1-8 0,1 1-11 0,0-3-2 16,-2 0-15-16,2 2-4 0,0-8-5 0,0 0-7 15,2 2-10-15,-1-4 2 0,0 1-4 0,0-3-8 16,0 0-4-16,0-2-9 0,0-1-29 0,1-3-26 0,-1 4-27 16,0-6-33-16,0 4-24 0,-1-5-42 15,1-6-24-15,-1 10-27 0,-2-4-160 0,3-6-401 16,-5 8 179-16</inkml:trace>
  <inkml:trace contextRef="#ctx0" brushRef="#br0" timeOffset="176969.34">18441 14047 81 0,'9'-1'180'0,"1"1"-11"0,-10 0-12 16,15 2-16-16,-8 1-11 0,-1 2-14 0,-1 0-7 16,3 2-9-16,-4 2-10 0,0 0-7 0,-3 3-8 15,-2-2-6-15,1-1-7 0,-2 2-5 0,-2 0-4 16,1-1-7-16,-1 0-3 0,-1-2-7 0,0-2-11 15,-1 3 3-15,1-5-3 0,0 2 0 0,0-3-4 16,5-3-1-16,-9 3-6 0,9-3-2 0,0 0-3 16,0 0-2-16,0 0 3 0,0 0-6 0,0 0-3 15,0 0 1-15,0 0 2 0,0 0 3 0,0 0-8 16,0 0 4-16,15-21-1 0,-9 16 1 0,1 3-1 16,5-2-3-16,-1-2 1 0,0 1 2 0,1 0 3 15,0-1-1-15,4-5-1 0,-2 3 5 0,3 0-5 16,-7 2 7-16,6-5 1 0,-2 2-1 0,-4 3 3 15,1-2 6-15,-2 0 9 0,-2 0-7 0,-2-2 2 16,-1 2-1-16,1-1 5 0,-3 3 6 0,1-1 5 16,-3 7 0-16,1-10 5 0,0 3-2 0,-1 7-4 15,0 0-8-15,0 0-2 0,-5-10-3 0,5 10-4 16,0 0 0-16,-16 4-1 0,16-4-3 0,-14 10-3 16,4-1-2-16,2-1 1 0,1 1-3 0,1 1 2 15,1 1-3-15,1 0 5 0,0 2-7 0,0-2 1 16,3 0-16-16,0 0-12 0,2 0-28 0,2-1-28 15,1 0-26-15,-1-1-22 0,2-3-22 0,-1 0-29 16,1-1-15-16,2-1-111 0,-1 0-325 0,-6-4 145 16</inkml:trace>
  <inkml:trace contextRef="#ctx0" brushRef="#br0" timeOffset="177162.5">18873 14107 136 0,'5'-6'182'0,"-5"6"-13"0,0 0-7 0,0 0 1 15,0 0-1-15,0 0 0 0,6 13 2 0,-6-13-8 16,-5 13-3-16,3-6-13 0,-2 3-7 0,0 0-13 16,-1 2-9-16,-1-3-14 0,2 2-10 0,-3-2-4 15,2 3-10-15,-3-2-6 0,2 0-11 0,-2 0-15 16,3-2-30-16,-1 1-34 0,1-3-46 0,-3 2-48 16,3-4-40-16,1 1-43 0,4-5-144 0,-9 5-373 15,9-5 166-15</inkml:trace>
  <inkml:trace contextRef="#ctx0" brushRef="#br0" timeOffset="177481.44">19383 13391 63 0,'2'-12'250'0,"-2"0"-14"16,3 3-7-16,-3 1-5 0,0 8-10 0,1-10-20 16,-1 10-20-16,0-8-21 0,0 8-16 0,0 0-10 15,0 0-5-15,0 0 8 0,10 16-10 0,-7-6-6 16,-1 1-5-16,0 2-2 0,2-1-6 0,-2 5-6 16,-1-1-10-16,2 0-7 0,1-3-5 0,-2 3-7 15,2 1-9-15,-3-5-1 0,3 4-9 0,-2 0-1 16,-1 0-5-16,4-2-6 0,-6-2-6 0,5-1-25 15,-6 1-26-15,1 1-20 0,1-2-41 0,0 1-34 16,0-12-38-16,-4 19-31 0,3-10-43 0,1-9-32 16,1 14-143-16,-1-14-437 0,1 9 194 0</inkml:trace>
  <inkml:trace contextRef="#ctx0" brushRef="#br0" timeOffset="177693.48">19645 13594 100 0,'0'0'201'16,"0"0"1"-16,0 0-2 0,-27 13-1 0,14-1-12 16,-4 3-9-16,2-2-11 0,-5 3-8 0,-2 3-11 15,-1 2-13-15,-4 1-6 0,0-2-10 0,-1 4-9 16,3-3-12-16,0 0-8 0,0-1-12 0,2-1-5 16,0 2-8-16,-2-4-15 0,3 0-17 0,-4 0-24 15,5-2-31-15,4-2-33 0,2-1-37 0,0 1-36 16,6-6-38-16,0 3-38 0,-1-1-141 15,2-1-372-15,3-2 166 0</inkml:trace>
  <inkml:trace contextRef="#ctx0" brushRef="#br0" timeOffset="177947.03">19319 13911 17 0,'0'0'244'0,"5"-3"-9"0,-5 3-14 0,0 0-23 0,7-4-19 15,-7 4-3-15,0 0-8 0,0 0-9 0,10 9 1 16,-9-3-11-16,3 5-6 0,-2-2-7 0,2 1-8 16,-3 6-12-16,3 0-3 0,-1-1-9 0,-3 0-8 15,1-2-5-15,0 2-10 0,-2 1-11 0,1 0-7 16,-1-4-9-16,1 0 2 0,-2 1-6 0,2-1-4 16,-1-2-8-16,2 1-5 0,-2 0-18 0,1-1-22 15,-4-5-24-15,3 3-29 0,-1-2-28 0,-1 1-30 16,3-7-31-16,-5 8-35 0,5-8-43 0,-5 5-186 15,5-5-447-15,-8 0 198 0</inkml:trace>
  <inkml:trace contextRef="#ctx0" brushRef="#br0" timeOffset="178266.98">19424 13879 183 0,'6'-2'196'0,"3"2"-12"0,-9 0-1 15,15 2-19-15,-10 0-11 0,-5-2-13 0,12 5-11 0,-7-1-8 16,0 1-12-16,-1 0-12 0,-4-5-8 0,5 11-9 16,-5-7-8-16,0-4-5 0,1 12-7 0,-1-12-5 15,-4 12-8-15,4-12 1 0,-2 9-7 0,-1-5-3 16,3-4-4-16,-11 7-2 0,6-4-3 16,0 0-4-16,5-3 4 0,-8 3-5 0,8-3-4 0,-9 5-3 15,9-5 0-15,0 0 0 0,-4 6-3 0,4-6-7 16,0 0-2-16,0 0-4 0,0 0 2 0,-5 3-2 15,5-3 2-15,0 0 1 0,0 0 3 16,0 0 4-16,9 16-2 0,-4-15-1 0,-5-1 1 0,10 6 2 16,-3-2-6-16,1 0 4 0,-1-2-12 0,3 1-23 15,1-1-34-15,0 0-40 0,2-2-44 0,-2 2-36 16,2-2-23-16,0-2-113 0,0 1-341 0,-1-2 151 16</inkml:trace>
  <inkml:trace contextRef="#ctx0" brushRef="#br0" timeOffset="178548.5">19795 13798 81 0,'0'0'232'0,"2"-11"-4"0,-2 11-8 0,0-7-21 0,0 7-19 16,0 0-21-16,0 0-12 0,0 0 2 16,0 0 0-16,0 0-10 0,-18 19-4 0,13-7-6 0,-4 0-2 15,1 4-6-15,-1-1-8 0,2 0 2 0,-1 4-6 16,3-2-5-16,-4 8-5 0,4-8-9 15,-2 1-7-15,3 1-9 0,1 1 1 0,-1-3-14 16,-1 1-1-16,4-1-7 0,-1 2-1 0,-2-4-8 16,0 0-7-16,3-3 0 0,0 1-2 0,1 0-5 15,-1-3-6-15,1 3 2 0,-2-3-6 0,1 0 3 0,1-1-12 16,-1-2-15-16,-2 2-18 0,1-3-23 0,-1 0-28 16,3-6-29-16,-7 9-27 0,3-5-37 0,4-4-43 15,-8 5-33-15,8-5-221 0,-10 3-503 0,10-3 223 16</inkml:trace>
  <inkml:trace contextRef="#ctx0" brushRef="#br0" timeOffset="178708.37">19683 14044 17 0,'4'-3'203'0,"2"1"4"0,6 0-17 15,-1-2-8-15,11-3-25 0,-2 2-15 0,6-1-13 0,2-1-12 16,2 3-35-16,-2-4-39 0,-2-1-47 0,3 1-42 15,-3 1-44-15,-4 1-34 0,-3 2-78 0,0-3-217 16,1 2 97-16</inkml:trace>
  <inkml:trace contextRef="#ctx0" brushRef="#br0" timeOffset="178831.11">20132 13909 31 0,'0'0'164'0,"0"0"-19"16,0 0-16-16,0 0-17 0,0 0-29 0,0 0-46 15,0 0-35-15,-2-11-52 0,2 11-60 0,0 0-117 16,0 0 53-16</inkml:trace>
  <inkml:trace contextRef="#ctx0" brushRef="#br0" timeOffset="196196.47">3883 16018 34 0,'0'0'64'0,"-5"-12"-6"0,3 5-1 0,-1 1 8 16,3 6 0-16,-3-12 7 0,1 6 0 0,2 6 4 16,-1-9 9-16,1 9 1 0,-4-9-4 0,4 9-5 15,0 0-2-15,0-10-10 0,0 10-3 0,0 0-9 16,0 0-14-16,0 0-4 0,0 0-2 0,0 0-1 15,0 0-2-15,0 0-2 0,0 0 9 0,6 30-9 16,-5-17-3-16,2 5 0 0,-4 2 4 0,-1 6 4 16,2 3-8-16,-1-4-1 0,-1 2 5 0,-2 0-5 15,4-8-5-15,0 1 7 0,0-1-9 16,4 6 0-16,-7-7 0 0,3-1 0 0,0 2-3 16,0-2-1-16,-1 1 0 0,2-2-8 0,3-1 7 0,-2 0-2 15,-2-2-15-15,0-1-18 0,0-1-18 0,2-1-33 16,-1 0-16-16,-2-1-20 0,1-1-14 15,0-8-100-15,-2 12-240 0,2-12 106 0</inkml:trace>
  <inkml:trace contextRef="#ctx0" brushRef="#br0" timeOffset="196548.34">4136 16220 52 0,'0'0'138'0,"-3"19"-13"0,0-7-10 16,0-2-8-16,1 2-15 0,3 1-5 15,-3-2-5-15,0 1-2 0,2-1-5 0,2-1-6 0,0 1-1 16,1-1-12-16,-1 1 4 0,2-4-7 0,4 0 2 16,-2-3 7-16,3 2-3 0,1-2-2 0,3-2 5 15,0-1-3-15,1-4-4 0,4-1-4 0,1-2 1 16,0-1-5-16,4-7-5 0,-6 5 4 0,-3-3-4 15,-1 1-9-15,-3-1 7 0,-2 2 7 16,-2-1-6-16,-1 0-6 0,-2-2-2 0,-3 1-5 0,-2-5-1 16,-4 2-4-16,0 4-3 0,-3-3-1 15,-2 1-7-15,-3 1-1 0,0 2-5 0,-4 3-1 16,-2 5-11-16,1-1-5 0,-2 3-8 0,0 4-18 16,-5 0-14-16,7 1-16 0,0 3-24 0,2-3-23 0,1 4-27 15,-1 1-31-15,4 2-99 0,-1-3-291 0,6 0 129 16</inkml:trace>
  <inkml:trace contextRef="#ctx0" brushRef="#br0" timeOffset="197250.51">3257 16093 184 0,'0'0'179'0,"0"0"-19"0,0 0-11 16,0 0-15-16,0 0-17 0,0 0-10 0,0 0-9 15,0 0-6-15,0 0-8 0,0 0-14 0,-28 16-3 0,22-8-10 16,-1-1-3-16,2-1-7 0,0 2-1 15,5-8-10-15,-6 14-3 0,3-5-3 0,3-9-7 16,0 16 0-16,4-5-4 0,-2-2 2 0,6 2-4 16,-3 0 1-16,8 0-3 0,-1 2-1 0,3-2 1 15,-2 2 1-15,1-1-7 0,-2-1 2 0,3 1 1 16,-1-2-5-16,-2 3 1 0,-2-5-5 0,0-1-2 16,-3 0 7-16,1 0-7 0,-2 1 3 0,-1-3-3 15,-1 1 1-15,-4-6 5 0,4 10 0 0,-4-7 6 16,0-3-1-16,-8 12 0 0,1-7-3 0,-6 1 5 15,-4 1-4-15,-1-1 2 0,-3-1-3 0,0 1-2 16,-6-1 1-16,6-2-6 0,-2-3-12 0,2 3-16 16,0-2-17-16,0-1-38 0,3 2-18 0,4-2-29 15,4 0-21-15,0-2-114 0,2 4-286 0,8-2 127 16</inkml:trace>
  <inkml:trace contextRef="#ctx0" brushRef="#br0" timeOffset="197927.84">4614 16006 20 0,'0'0'188'0,"0"-11"-6"0,0 11 5 16,0 0-17-16,2-11-16 0,-2 11-14 0,0 0-15 16,0 0-13-16,0 0-17 0,0 0-9 0,0 0-12 0,0 0-4 15,0 0 4-15,0 0-3 0,0 0-6 16,14 38 2-16,-8-12 1 0,-2 5-4 0,0-3-3 15,-2 4 9-15,2 4-4 0,-4-2-6 0,1 1-4 16,-1 0 0-16,2-3-11 0,-1 2-2 0,0-4-4 16,1-3-2-16,-1 1-5 0,0-1-3 0,0-8-3 15,-1 0-2-15,3-1-3 0,-2 0 2 0,2-4-4 16,-1 3 1-16,0-6-11 0,0 1-13 0,-2 0-19 16,1-3-29-16,-1-9-24 0,2 14-25 0,-2-14-20 15,0 10-26-15,0-10-38 0,-2 7-156 16,2-7-367-16,0 0 163 0</inkml:trace>
  <inkml:trace contextRef="#ctx0" brushRef="#br0" timeOffset="198385.61">4759 16198 102 0,'0'0'159'0,"24"7"-12"0,-14-1-21 15,-1 1 3-15,-1 2-6 0,0 1-13 0,-2 1-22 16,-1 4 4-16,-4-1-11 0,-1 3-8 0,-2-2-4 16,-3 1-12-16,-3-2-5 0,-1 0 2 0,0 0-13 15,-4-1 2-15,2 0-4 0,1-4-8 0,-1-3 2 16,2 1-3-16,0-3-5 0,-1 2 2 0,4-4-4 16,6-2-2-16,-9 4 0 0,9-4 7 0,0 0-8 15,0 0-5-15,0 0-2 0,0 0 1 0,0 0-8 16,0 0-1-16,0 0 1 0,0 0 0 0,23-18 2 15,-10 13 4-15,-2 0-7 0,6 0 3 0,2-1-5 16,-2 0 3-16,3 0 0 0,-3 1 9 0,10-4-8 16,-8 4-9-16,6-6 9 0,-5 4-1 15,0-1 1-15,-2 1 1 0,0-1-1 0,-2-1 2 0,0 1-1 16,-2-2 2-16,-4 2-2 0,-1-2 3 0,-4 2 12 16,3-2 0-16,-3 1-2 0,-5 9 1 0,1-21-2 15,-1 21 3-15,-5-18-3 0,5 18 2 16,-14-13-5-16,5 10 0 0,-3-1 2 0,12 4 2 15,-25 1 1-15,11 5 2 0,-3 1-6 0,1 2 0 16,1 3 2-16,0 1-2 0,1 1 0 0,-2 6 2 16,4-4-11-16,3 1-8 0,1 0-29 0,3 1-39 15,4-3-41-15,2 1-42 0,6 0-58 0,-1 0-112 16,4-3-344-16,-2-6 152 0</inkml:trace>
  <inkml:trace contextRef="#ctx0" brushRef="#br0" timeOffset="198866.45">5361 16445 65 0,'9'-2'208'0,"2"-3"0"16,-2 0-2-16,1-2-8 0,-1 3-13 0,-2-3 3 15,-1 1 1-15,-6 6-9 0,12-12-2 0,-5 1-5 16,0 1-13-16,-2 0-10 0,0 1-5 0,1-1-9 16,1 0-9-16,-1-1-8 0,-1-2-10 0,-1 2-10 15,0-1-21-15,1-3 2 0,0-2-1 0,-3 6-11 16,1-2-9-16,1-5-10 0,-1 7-3 15,-3 11-14-15,2-25 9 0,-1 17-4 0,-1 8-3 16,3-18-5-16,-3 18-6 0,3-11-5 0,-3 11-2 0,0 0-5 16,0 0-4-16,0 0 2 0,0 0-6 15,0 0-1-15,0 0 5 0,0 0-3 0,-9 43-1 0,7-24 3 16,1-2-16-16,1 1 12 0,0-2-12 16,0 1 13-16,3-1-4 0,-1-1 9 0,2-6-3 15,1 3-2-15,3-3 3 0,-2-3-5 0,3 1 3 16,1-3 3-16,3-4 3 0,0 0-6 0,2-1 4 15,1-4-3-15,-3 3-2 0,3-4 2 0,-3 0-11 16,-3 0 9-16,-1-1 0 0,2-2 3 0,-3 1-3 16,-2-1 5-16,1 1-2 0,-7 8-5 0,11-17 7 15,-8 8-8-15,-3 9-3 0,1-18-3 0,-1 18 3 16,0 0 1-16,1-16-4 0,-1 16-2 0,0 0-15 16,0 0 11-16,0 0 5 0,-6-12-5 0,6 12 0 15,0 0-4-15,0 0 8 0,0 0 5 0,-13 35 2 16,8-24-7-16,0 4 2 0,1 2 2 0,-2 2 3 15,-1-1-5-15,5 2-4 0,-2-4-14 0,-1 1-18 16,1 2-35-16,0-5-32 0,2 3-37 16,-1-6-34-16,-1 1-34 0,2-2-58 0,-3 1-166 0,1-2-475 15,4-9 210-15</inkml:trace>
  <inkml:trace contextRef="#ctx0" brushRef="#br0" timeOffset="199047.31">5243 15918 146 0,'0'0'132'0,"0"0"-21"0,0 0-36 0,0 0-49 15,0 0-58-15,0 0-45 0,26 36-82 0,-12-23 36 16</inkml:trace>
  <inkml:trace contextRef="#ctx0" brushRef="#br0" timeOffset="199411.27">6272 16196 47 0,'0'0'200'0,"-11"-8"-11"0,11 8-6 0,-10-2-14 15,10 2-14-15,0 0-12 0,-19 7-4 0,10-2-7 16,-1 2-6-16,-3 7-6 0,-1 1-9 0,-1 4-2 15,1 3-9-15,2-5-10 0,0 7-5 0,4-7-7 16,1 1-10-16,0 7-5 0,6-8-5 0,-1 1-8 16,4-2-3-16,0 0-1 0,4 0-5 15,1-2-3-15,2 1-4 0,0-6-21 0,7-1-20 0,2 2-34 16,-2-5-33-16,4-1-25 0,2-4-42 16,0 1-36-16,-2-4-21 0,3 0-119 0,-5-1-342 15,1-3 152-15</inkml:trace>
  <inkml:trace contextRef="#ctx0" brushRef="#br0" timeOffset="199772">6563 16259 69 0,'-13'-5'181'16,"13"5"-1"-16,-19 2 1 0,7 3-6 0,-5 1-4 16,3 3-5-16,-3 2-10 0,2 0-10 0,0 3-14 15,0 1-8-15,3-1-11 0,2 3-10 0,1 0-10 16,1-2-7-16,2 0-6 0,3-1-9 0,-1 1-7 15,3-2-10-15,2-2-1 0,0 0-3 0,2-3-2 16,0-2-5-16,4 1-6 0,0-3-2 16,-1-1-11-16,-6-3 8 0,18 0-4 0,-18 0-2 15,19-7 0-15,-9 3-3 0,2-5-6 0,-1 3 1 0,0-6-3 16,-3 4 0-16,3-5-7 0,-4 4 4 16,2-1-3-16,-2-1 2 0,-2 0 2 0,-1 0-2 15,-2 1-1-15,2 0 0 0,0 1-1 0,-4 9 5 0,6-10-3 16,-6 10 3-16,3-8-4 0,-3 8-5 0,0 0-5 15,4-9 1-15,-4 9 2 0,0 0 0 16,0 0 2-16,0 0 0 0,2 27 4 0,-2-15-2 0,1-1-2 16,1 2 0-16,-1 3-1 0,-1 1 2 15,1-2-1-15,-1 2-10 0,2-2-31 0,-2 1-27 16,2-3-24-16,2 1-38 0,2-3-66 0,-1 0-232 16,-5-11-457-16,7 16 203 0</inkml:trace>
  <inkml:trace contextRef="#ctx0" brushRef="#br0" timeOffset="200006.81">6773 16102 1545 0,'1'-29'135'16,"0"12"12"-16,-2 0-1 0,-1 6-44 0,2 11-39 0,1-15-13 15,-1 15-14-15,0 0-8 0,0 0 6 0,0 0 10 16,0 0 8-16,0 0 8 0,5 50-3 0,-5-21-5 15,0 1-1-15,-1 3-9 0,-1 0-4 0,0 1 2 16,2 1-5-16,-4 0-6 0,1 0 1 0,-2-1-17 16,2-1-10-16,-2-3-27 0,1-1-41 15,0-1-40-15,3-7-54 0,-3-3-57 0,1 0-162 16,3-5-408-16,-1-2 180 0</inkml:trace>
  <inkml:trace contextRef="#ctx0" brushRef="#br0" timeOffset="200996.68">7076 16297 49 0,'0'0'243'0,"-5"-12"-7"0,5 12-16 16,0 0-8-16,-14-1-18 0,14 1-13 0,0 0-11 15,-23 9-12-15,14 0-7 0,-2 2-16 0,0 3-12 16,2 0-10-16,0 1-7 0,-1 0-15 15,4 0-4-15,0-1-11 0,1-2-5 0,3 0-7 16,0 0-16-16,4-1 6 0,0 1-12 0,1-1 5 0,2-4-4 16,3 4-4-16,2-3-8 0,1-2 1 15,7 0-2-15,1-3-6 0,3 1 0 0,6-6-1 16,0 1-5-16,0-3 6 0,0 1-5 0,-11-1-2 16,1-2-1-16,-1-3-6 0,-1 3 3 0,-2-3-2 15,2 0 2-15,-6 1-5 0,1 1 2 0,1-5-8 16,-1-1 0-16,-2 4-7 0,-2-2 1 0,-1 1-1 15,-1-2 4-15,0 3-2 0,-1 1 1 0,-4 8-1 16,5-12-1-16,-5 12 4 0,3-10-6 0,-3 10-2 16,0 0-1-16,0 0 2 0,0 0-2 0,0 0 4 15,0 0 0-15,0 0-1 0,-3 34 3 0,2-21-1 16,0 2 1-16,1 1 1 0,0-2 1 0,-3-3 2 16,6 3 0-16,-1-2-1 0,1-1 6 0,1 1 4 15,1-4-2-15,1 2 0 0,2-3 2 0,1-3 1 16,0 1-2-16,2-1-1 0,2-3 3 15,-13-1-2-15,24-3 2 0,-11-1-5 0,-1-1 3 16,4 0 2-16,-7-3-6 0,8 0 1 0,-3-1 3 0,-5 0-1 16,0 1-13-16,-2-3 13 0,0 3-2 0,2-3 2 15,-6-1-5-15,4 2 0 0,-3-3 2 0,0 0-3 16,-2 4 3-16,2 2-3 0,-4 7 0 0,4-13-2 16,-4 13-8-16,0 0 4 0,5-8-4 0,-5 8 5 15,0 0-5-15,0 0 6 0,0 0-1 16,0 0-6-16,6 28-5 0,-4-17 11 0,1-1-9 15,3 2 13-15,-1-4 0 0,1 1 4 0,-2 0-4 16,2 0 3-16,2-1 4 0,0-1-7 0,2-2 3 16,0-2 0-16,0 0 2 0,4-4-3 0,-2-1 3 15,2 1-1-15,-3-3 0 0,6-2-3 0,-5 0 3 16,-1 0 0-16,2-1 0 0,-4-2 2 0,1-4-5 16,3 1 4-16,-6 2 0 0,0 0-1 0,-2-3-3 15,3-1 3-15,1-1-1 0,-6 5-4 0,1-5-2 16,0-2-2-16,-3 2 0 0,1 0-10 0,0-2 7 15,-3-1-1-15,2 3 4 0,2-2-3 0,-3 3 5 16,0 14-2-16,1-22 1 0,-1 22-3 0,0-17 6 16,0 17-11-16,-1-14 14 0,1 14 3 0,0 0 4 15,0 0-7-15,-4-15 3 0,4 15-2 0,0 0 0 16,0 0 0-16,0 0 2 0,0 0-1 0,-1-9-3 16,1 9 4-16,0 0-9 0,0 0 13 0,0 0-6 15,0 0 16-15,0 0 3 0,0 0 6 0,0 0 8 16,0 0-4-16,0 0 3 0,0 0 2 15,0 0 6-15,0 0 0 0,0 0-8 0,0 0 2 16,0 0-7-16,0 0-3 0,0 0-1 0,0 0-3 0,0 0 4 16,0-19-7-16,0 19-3 0,0 0 2 15,0 0-6-15,-3-16 1 0,3 16 2 0,0 0-1 0,0 0-4 16,-2-11-5-16,2 11-8 0,0 0 1 16,0 0-7-16,0 0-14 0,0 0 17 0,0 0 1 15,0 0 8-15,3 52 4 0,-4-25-2 0,1-1 1 16,-1 1-14-16,-2 0 13 0,1 0 2 0,-3 1-1 15,1-2-1-15,1 2 0 0,-2-5-1 0,1 1 2 16,2-6-2-16,-2 1-21 0,1-2-23 0,3 1-38 16,0-1-53-16,-1-5-40 0,1-1-29 0,3 0-65 15,-1 1-274-15,-1-3-582 0,-1-9 257 0</inkml:trace>
  <inkml:trace contextRef="#ctx0" brushRef="#br0" timeOffset="201387.19">8061 16323 73 0,'0'0'245'0,"-10"-8"-14"0,10 8-6 0,-14-4-18 16,14 4-13-16,-26 10-11 0,10-2-18 16,-1 3-10-16,3 2-17 0,-6 5-14 0,0 1-12 15,9-2-11-15,-1 0-10 0,2-3-10 0,4 2-5 16,1 0-7-16,3-6-9 0,1 1-3 0,2-1-6 15,3 0-2-15,0-3-5 0,0-1-3 0,0-1-5 16,2-2 0-16,2-3-6 0,-8 0-1 0,18-1 0 16,-7-3-5-16,2-1 0 0,1-4-6 0,-4 3-1 15,1 0-3-15,1-6 0 0,1 0-1 0,-4 2 0 16,0 1-2-16,-1-2 0 0,-2 0-1 0,0-3 0 16,1 5-4-16,-4-2 2 0,0 2 0 0,-3 9-2 15,5-10 3-15,-5 10-4 0,4-10-2 0,-4 10-3 16,0 0 1-16,3-9 1 0,-3 9-4 0,0 0 5 15,0 0 1-15,0 0-1 0,-7 31 0 0,5-21 1 16,-1 4-2-16,0 2 1 0,2 0-3 0,1-5 3 16,-1 4-7-16,2 5-15 0,0-4-29 0,1-3-32 15,0-2-35-15,6 3-38 0,-1-4-52 0,-1-1-46 16,1-3-134-16,2 1-417 0,-9-7 186 16</inkml:trace>
  <inkml:trace contextRef="#ctx0" brushRef="#br0" timeOffset="201634.72">8241 16143 28 0,'0'-16'284'0,"0"16"-27"16,0 0-28-16,0 0-24 0,0 0-17 0,0 0-6 15,0 0 6-15,0 0-15 0,0 0-13 0,17 33-13 16,-13-16-6-16,-2 1-14 0,1 2-8 0,-3 6-10 15,1 1-11-15,3-2-11 0,-4 2-6 0,2 0-10 16,0-8-7-16,3 7-7 0,-4-9-9 0,1 3-28 16,-1-2-28-16,0 0-38 0,-2-2-26 0,0-3-36 15,1 1-39-15,0-3-39 0,-2 0-51 0,0-1-140 16,2-10-408-16,-12 11 181 0</inkml:trace>
  <inkml:trace contextRef="#ctx0" brushRef="#br0" timeOffset="201793.99">8222 16276 148 0,'0'0'140'16,"12"-5"-9"-16,-12 5-13 0,0 0-13 0,27 5-31 16,-15 0-42-16,-1 1-37 0,0 2-35 0,3 5-27 15,-4-1-39-15,-1 3-116 0,0 1 52 0</inkml:trace>
  <inkml:trace contextRef="#ctx0" brushRef="#br0" timeOffset="202067.67">8396 16481 35 0,'5'12'86'16,"-1"-4"19"-16,1-1 16 0,-5-7-2 0,7 11 0 16,-2-8 8-16,-5-3-10 0,8 8 0 0,-8-8 1 15,9 4-3-15,-9-4 6 0,13 1 3 0,-13-1 0 16,21-3-3-16,-10 0 0 0,6 0-8 0,-6 1-10 16,2-4-5-16,4 0-6 0,-5-1-8 0,0 1-4 15,1 0-13-15,0-7-4 0,-2 5-5 16,-2-2-8-16,0-3-5 0,0 0 0 0,-4 2-9 0,4-5 0 15,-4 6-5-15,-2-3-4 0,-1 0-2 0,-1 4-1 16,-1 9-4-16,2-16-4 0,-2 16-9 16,-4-11 0-16,4 11 1 0,0 0-2 0,-12-7-3 15,12 7 0-15,0 0 2 0,-18 14-3 0,11-4 2 16,-6 5-2-16,4-1 0 0,0 3-1 0,3 0-3 16,-2 0 6-16,2 1 2 0,-1-1-3 0,5-5-2 15,2 4-18-15,-2-4-31 0,4 0-38 0,0-1-29 16,5-2-56-16,0 1-26 0,6-1-28 0,1-3-126 15,4-1-381-15,-1-3 168 0</inkml:trace>
  <inkml:trace contextRef="#ctx0" brushRef="#br0" timeOffset="202500.97">8988 16445 81 0,'7'-10'121'16,"1"0"12"-16,-7 0 3 0,7 0 6 0,-7 3 3 15,-1 7 20-15,-1-15 10 0,1 15-8 0,-6-12-5 16,6 12-7-16,-11-7-5 0,11 7-7 15,-16 0-7-15,16 0-10 0,-23 7-10 0,8 2-8 0,3-3-10 16,-2 5-8-16,1-1-6 0,4 0-9 0,-1-1-4 16,4 0-14-16,-1 0 1 0,1 1-7 15,2-1-4-15,1 1-4 0,2 0-3 0,-3-2-1 16,4-8-6-16,5 12 3 0,-1-7-7 0,0-1 4 16,1 0-11-16,3-2 3 0,2-1-2 0,-2 0-1 15,3-2-8-15,2 0 5 0,0-4 3 0,-2-1-9 0,2 0 4 16,0-5-1-16,1 1-6 0,-3-3 2 15,0-1-1-15,0-1-2 0,-3-2 3 0,0-2-4 16,2-4-1-16,-4-5 5 0,0 5-8 0,2-3 6 16,-3-3-18-16,4 1 14 0,-2-2-1 0,-2 3 4 15,0-2-3-15,-1-1 1 0,2 4-1 0,-4 7 3 16,1 1 16-16,0 4 9 0,-2 2 8 0,-1 12 7 16,2-18-2-16,-2 18-13 0,0 0-12 0,0 0 3 15,0 0-2-15,0 0-5 0,0 0 15 0,0 0-5 16,0 0 2-16,-9 64 0 0,6-35 3 0,-4 0-7 15,0 3 1-15,2-1-1 0,-1-3-7 0,0 4 5 16,-2-2-3-16,5 0-10 0,0-1-34 0,0 1-23 16,0-4-31-16,-1 0-38 0,1-1-54 0,-1-7-54 15,1-1-67-15,-2 1-254 0,1-2-587 0,1-4 260 16</inkml:trace>
  <inkml:trace contextRef="#ctx0" brushRef="#br0" timeOffset="204054.8">9454 16422 75 0,'12'2'138'0,"-3"0"-5"0,1 3-7 15,-2 4-28-15,2-4 9 0,-1 4-1 0,-2 0-11 16,2 2-11-16,0 1-3 0,-2-3-10 0,0 1-10 15,0 0 0-15,0 0-5 0,-2-1-1 0,1-3-2 16,-4-1 0-16,1 1-3 0,-1-1 7 0,-2-5 3 16,3 6 6-16,-3-6 13 0,0 0 7 0,4 6 2 15,-4-6-11-15,0 0-3 0,0 0-8 16,0 0-8-16,7-17-3 0,-4 7-8 0,-2 1-1 0,4-8-7 16,0 0-4-16,2-1-4 0,5-4-1 15,-3-2-5-15,6 2-2 0,-1-1-3 0,6 1-3 0,-5 2-1 16,6-1-4-16,-6 7 2 0,3 1-5 0,-4 3 4 15,1-2-3-15,-2 6-3 0,0 2 2 16,0 1-1-16,-2 5 0 0,3 0 1 0,2 1-1 16,-4 5 7-16,1 3-7 0,0 1 0 0,-3 1 4 15,-1 2-5-15,1 2 1 0,-3 1 0 0,-3 1 0 16,-1 5 0-16,1 1-3 0,-1-6-9 0,0 0-21 16,-3-1-27-16,-2-2-36 0,4-2-29 0,-2 1-5 15,1-4-38-15,1-2-12 0,0 0-14 0,1-1-125 16,-3-8-338-16,9 10 150 0</inkml:trace>
  <inkml:trace contextRef="#ctx0" brushRef="#br0" timeOffset="204334.84">10102 16537 301 0,'17'-13'-19'16,"-3"-2"15"-16,-1 1 13 0,1 0 16 0,-7 5 18 15,2 0 27-15,-1 1 4 0,-6 2 18 0,-2 6-1 16,6-8-8-16,-6 8-10 0,5-6-2 0,-5 6-2 16,0 0-6-16,0 0 11 0,0 0 3 0,0 0-7 15,9 19-2-15,-9-19 1 0,-2 18-7 0,4-7-3 16,-1-1 7-16,4-1-4 0,0 1 1 0,0-2-3 15,0 2-4-15,2-3 3 0,3-1-2 0,0-1 3 16,1-2-2-16,1-1 2 0,1-1 0 0,1-2-3 16,-1-3 1-16,5-1 1 0,-8-1 0 15,5-2-3-15,1-3 1 0,-6 3-2 0,0-2 5 0,-4 2-8 16,-2-5-1-16,0 2-7 0,-4 0-5 0,0 11-2 16,-8-25-7-16,-2 11-8 0,-1 2-4 15,-3 0-11-15,-6 5-11 0,1 2-10 0,0-2-19 0,-9 6-21 16,6-1-24-16,-4 5-30 0,4 0-21 15,3 1-31-15,2 2-29 0,5-1-22 0,3 3-116 16,-1-1-355-16,10-7 157 0</inkml:trace>
  <inkml:trace contextRef="#ctx0" brushRef="#br0" timeOffset="204563.93">10599 16194 53 0,'2'-18'214'0,"-1"2"5"15,0 0-2-15,-1 16 6 0,0-14-11 0,0 14-23 16,0 0-18-16,0 0-19 0,1-13-16 0,-1 13-6 16,0 0-13-16,0 0-2 0,0 0-3 0,0 50-11 15,0-23-10-15,3-1-8 0,-6 3-4 0,3-1-9 16,0 4-8-16,-1 2-4 0,0-6-6 0,1 1-4 16,0 0-7-16,0-1-22 0,1-4-24 15,0 2-37-15,2-7-34 0,1 2-35 0,-4-5-47 0,2 1-32 16,-2-5-46-16,-1 0-122 0,1-3-387 15,0-9 170-15</inkml:trace>
  <inkml:trace contextRef="#ctx0" brushRef="#br0" timeOffset="204720">10541 16380 36 0,'17'-4'129'0,"11"1"-13"15,3-1-17-15,4-1-34 0,0 3-45 0,4-2-33 16,14-1-25-16,-2 2-31 0,1 0-75 0,-11 0 33 16</inkml:trace>
  <inkml:trace contextRef="#ctx0" brushRef="#br0" timeOffset="204980.18">11579 16077 28 0,'4'-11'139'0,"-2"1"1"0,-2 10-5 15,-2-18 4-15,2 18 0 0,-9-16 0 0,9 16-8 16,-12-7-5-16,12 7-1 0,-18 3-1 0,18-3 0 0,-25 19 5 16,13-4-4-16,-6 8-3 0,0 4-4 0,6 1-1 15,2 3-11-15,0 4-7 0,4-2-5 0,0 2-13 16,1 2-5-16,1-5-5 0,3 1-9 16,0 0-5-16,0-5-5 0,-1 3-4 0,2-3-2 15,0-1-7-15,0-1-2 0,0-7-7 0,0 7-4 16,3-8-1-16,-3 1 0 0,0-3-4 0,1 1-1 15,-1-5-9-15,-1 5-16 0,0-7-31 0,-1 0-35 16,0 0-35-16,-3-1-40 0,5-9-42 0,-7 12-34 16,1-8-170-16,6-4-425 0,-18 3 187 0</inkml:trace>
  <inkml:trace contextRef="#ctx0" brushRef="#br0" timeOffset="205964.21">11343 16361 44 0,'22'-5'172'0,"-1"0"-4"16,0 5-10-16,6 3-15 0,-5 1-6 15,7 2-5-15,-4 5 0 0,-8-3-13 0,7 7-4 16,-1 0-11-16,-7-3-11 0,5 6-6 0,-5-3-5 16,-6 0-6-16,-1 2-5 0,-3-6-7 0,3 4-5 15,-5-4-8-15,2 1 4 0,-3 0-11 0,-3-2-5 16,0-10 2-16,1 14-5 0,-1-14 0 0,-2 12-6 15,2-12 0-15,-4 11-1 0,4-11 0 0,0 0 5 16,-3 8 3-16,3-8-1 0,0 0-4 0,0 0-2 0,0 0-2 16,0 0-6-16,0 0-2 0,0 0 3 15,0 0-11-15,11-31 3 0,-2 19-8 0,5-2-1 16,-3-1 2-16,10-4-5 0,0 0-2 0,-3-1 0 16,4 1 0-16,-7 6 1 0,3 2-2 0,-5-1-2 15,3 2 4-15,-7 2-4 0,-2 3-1 0,2 0-2 16,-9 5-1-16,11-3 0 0,-11 3 2 0,0 0 3 15,9 9-3-15,-9-9 2 0,2 16 2 0,-4-5 3 16,0 4-4-16,-1-2 4 0,3 3 5 0,-4 0-2 16,0-1-1-16,2-1 0 0,1-3 5 15,-1 2-7-15,2-1-1 0,0-2 4 0,0-1 0 0,2 1-1 16,-1 0 3-16,3-2 0 0,-2-3 2 0,2 0 1 16,0-1 0-16,-4-4 2 0,11 7-3 0,-5-6 4 15,-6-1-3-15,11-1 3 0,-11 1 0 0,10-4 1 16,-10 4-7-16,10-9-2 0,-8 5 2 0,0-4-4 15,1 0 2-15,-3-3-13 0,0 1-3 16,0 10-2-16,-6-25 0 0,3 10-5 0,-3-1 1 0,3 1 1 16,-2-2 2-16,3 5-1 0,-2 1 4 15,4 0-5-15,0 11 5 0,0-21 0 0,0 21 0 16,4-17-3-16,2 12 6 0,2-1-4 0,0 2 3 0,3 2-1 16,-11 2-1-16,24 4 0 0,-8 1 1 0,-1 3 3 15,1 4 6-15,-3-2 2 0,1 3 9 16,-1-1-2-16,-2 2 8 0,-2 0 0 0,1 1-2 15,0-2 0-15,0 1-1 0,-4-2 1 0,-2-2 2 16,1 0 0-16,-1 1 2 0,-2-3-5 0,4 2 0 16,-4-6 6-16,-2-4 8 0,2 10 6 0,-2-10 13 15,0 6-7-15,0-6 4 0,0 0-1 0,0 0-9 16,0 0-3-16,0 0-1 0,0 0-5 0,0 0-2 16,-12-19-4-16,12 19 2 0,-4-16-7 0,6 5 3 15,-2 1-8-15,2-2-3 0,0 1-4 0,6-8-5 16,-2 3-1-16,3-1-5 0,0 0-5 0,1 2 4 15,5-1-5-15,-1 3 4 0,-5 4-2 0,1 2-1 16,3 4 3-16,-3-3-1 0,1 6-1 0,-1 3 5 16,1 0-2-16,-2 5 2 0,2 0-1 0,-2 3 0 15,-1 3 2-15,2 0 0 0,-3 0 0 0,0 2 1 16,1 0-2-16,-3-1 5 0,4 1-3 0,-5-3 2 16,0-1 2-16,-1-3 1 0,1 1 0 15,-1-3 2-15,-1 1 0 0,3-4 2 0,-5-4 2 0,2 8 4 16,-2-8-3-16,0 0 0 0,0 0 1 15,0 0-7-15,0 0 4 0,0 0-1 0,7-16-2 16,-7 16 2-16,9-17-4 0,-3 6-1 0,2-5-2 0,4 1-2 16,-3 0 2-16,3 0-4 0,1 1 4 0,-2-2-2 15,3 3-3-15,-3 1 4 0,3-1 2 0,-7 8 0 16,3 0 0-16,0 1-5 0,-10 4 1 16,13-3-2-16,-13 3 1 0,0 0 3 0,18 11-3 15,-15-5 3-15,3 5-1 0,-4-3 2 0,0 5 2 16,-1-1-3-16,0-1-23 0,0 7-29 0,-2-2-43 15,1 0-33-15,0 0-36 0,0 1-23 0,5-2-26 16,1 2-136-16,6-1-384 0,3-3 170 0</inkml:trace>
  <inkml:trace contextRef="#ctx0" brushRef="#br0" timeOffset="206635.62">13205 16498 130 0,'-9'7'160'15,"9"-7"-7"-15,-5 8-19 0,5-8-11 0,-4 9-4 16,4-9-15-16,-4 10-7 0,3-4 0 0,1-6-9 16,0 0-7-16,0 13-10 0,0-13-6 0,0 0 0 15,1 10-7-15,-1-10-1 0,4 4 2 0,-4-4 8 16,0 0-7-16,9 1-1 0,-9-1-3 0,0 0 2 15,14-4-6-15,-14 4 0 0,8-8-5 0,-3 3 2 16,-5 5-2-16,7-14 3 0,-5 9-5 0,-2-1-2 16,0 6-3-16,0-13-2 0,0 13-3 0,-4-14-1 15,4 14-2-15,-8-13 2 0,4 8-10 0,-2 0 5 16,-3 0-8-16,1-2 4 0,-2 3-9 16,3 3 3-16,-5 1-3 0,3 1 0 0,-1-1 1 0,-5 3 1 15,3 1-3-15,-3 4-6 0,0 2 3 0,-1 2-1 16,3 1 3-16,2 3 1 0,1-2 1 0,-1 2-1 15,5 0-5-15,0 1 1 0,2 0 2 0,2-1-1 16,2-5-3-16,2 5 4 0,4-4-4 16,0 2 5-16,1-3 1 0,2 0 0 0,5 0-4 15,1-1 2-15,3-4 1 0,-1-3 0 0,4 1 1 16,0-3-7-16,1-1 5 0,6-4 0 0,-2 0-3 16,-6-1 1-16,-2-3-2 0,-2-1 2 0,0 2 6 15,-1-3-5-15,-6-2-1 0,3-2 1 0,-6 2-3 16,1-4 7-16,-5 0-11 0,-2 5 2 0,-4-7-2 15,1 0-2-15,-7 0-4 0,-5-4-7 0,-2 1-3 16,-3 0 0-16,-3 4-10 0,-2 5-7 0,-4 0-17 16,5 3-6-16,-3 2-30 0,-1 5-19 0,6 2-23 15,-1 1-24-15,4 3-24 0,4 1-17 0,2 1-17 16,2 5-135-16,0 2-367 0,6 1 162 0</inkml:trace>
  <inkml:trace contextRef="#ctx0" brushRef="#br0" timeOffset="207220.69">13378 16719 53 0,'12'-3'175'0,"-2"-2"-1"15,6-4-7-15,-11 1-10 0,4 0-1 0,-1-1-7 0,-2-1-12 16,4-3-9-16,-1 0-5 0,-2-2-7 0,-2-2-8 16,1 1-5-16,-5-1-12 0,3 1-7 0,0-4-3 15,-4 2-8-15,0-1-4 0,-2-1-14 16,0-5 2-16,-5 8-4 0,0 0 0 0,-2 0 0 15,-2 3-6-15,-1 1-4 0,-1 3-3 0,3 3-5 16,-4 1-5-16,3 0-3 0,-1 3-3 0,3 2-3 16,9 1-6-16,-15 0 2 0,15 0-6 0,0 0 0 15,-14 1 0-15,14-1 1 0,0 0-5 0,0 0-2 16,4 15 2-16,-4-15 2 0,19 7-3 0,-9-2 0 16,4-1 1-16,4 0 0 0,2-1-3 0,1 3-2 15,-1-3 0-15,2 1 1 0,-1 0 1 0,-2 1-3 16,-2 2 2-16,0 0 1 0,-7-2 6 0,1 3-7 15,-1 0 3-15,2 4 3 0,-1 2 4 0,-5-6 4 16,-3 5 1-16,2-2 1 0,-5 3-2 0,2-3-1 16,1 1-1-16,-3 4-1 0,2-3-6 0,0-4 2 15,-2 2 0-15,2-4-1 0,2 3 2 0,-1-2-4 16,-3-8 3-16,8 13 1 0,0-5-3 0,0-3 3 16,1 0-5-16,-1-1 9 0,3-4-11 0,1 1 4 15,0-1 1-15,-1-1-3 0,0-3 0 0,3 0 2 16,-5 0-2-16,3-4-3 0,-1 1 2 0,-3-2-1 15,4-3 4-15,-5 3-6 0,1-8 3 0,-3 6-1 16,-1-6-4-16,3-1 0 0,-6 2 0 0,1-2 3 16,-2-1-2-16,2 7 1 0,-4 1 0 0,2 0-3 15,0 11 0-15,0-16 0 0,0 16-2 16,0-12-2-16,0 12 5 0,0 0-7 0,0 0 0 16,0 0 6-16,0 0-3 0,0 0 3 0,-16 29 1 15,13-18-4-15,1 2 3 0,-2-1 0 0,2 0-2 16,2 4 7-16,0 1-7 0,-3-1 5 0,3 0-7 15,1-4-18-15,1 3-28 0,-2 1-32 0,2-4-37 0,0-2-54 16,0-1-42-16,3 2-199 0,-5-11-449 0,8 15 199 16</inkml:trace>
  <inkml:trace contextRef="#ctx0" brushRef="#br0" timeOffset="207392.05">13811 16230 51 0,'0'0'89'0,"0"0"-45"16,0 0-34-16,0 0-21 0,0 0-20 0,20 34-33 16,-11-21 15-16</inkml:trace>
  <inkml:trace contextRef="#ctx0" brushRef="#br0" timeOffset="207822.23">14189 16465 6 0,'0'0'131'0,"13"-8"7"0,-13 8 0 0,0-9 3 15,0 9 0-15,0 0 0 0,-4-15 6 0,4 15 7 16,-9-11-4-16,9 11 0 0,-12-6-3 0,12 6-8 16,-15-4-12-16,15 4-5 0,-19 3-11 0,9 1-10 15,-4-1-6-15,3 5-9 0,0 0-11 0,-3 2-6 16,5 0-5-16,1-1-7 0,3 1-8 0,0 2-3 15,3-3-2-15,0 1-5 0,2 0-4 0,2-1 1 16,0-2-7-16,7 0 0 0,-4-1-7 0,-1-2 0 16,1-1 1-16,-5-3-3 0,18 2-1 0,-18-2-1 15,18-2-2-15,-7 1 0 0,-11 1-1 0,16-9-2 16,-10 5-1-16,2-2-4 0,-2 1 1 0,-6 5-1 16,13-10-2-16,-9 6 3 0,-4 4-4 0,8-10 1 15,-8 10-5-15,6-4-2 0,-6 4-2 0,0 0 2 16,0 0-3-16,0 0 3 0,13 14-5 0,-10-4 5 15,-1 4 3-15,-4 5-3 0,4 7 3 0,1-1 1 16,-3 1 1-16,2 3 3 0,-2-1 0 16,0-1 1-16,0 3-3 0,-2 1 5 0,-1-4-3 15,-2 3 3-15,1-2-2 0,-2-1 1 0,-1-3-1 0,2-5 2 16,-4 0-5-16,1-3 5 0,-2 0 29 0,-1-3-4 16,0-4-1-16,0-1-12 0,2-2-18 0,-3-3-22 15,2-3-19-15,-2 0-32 0,1-3-28 0,2-2-35 16,-1-3-25-16,2-1-49 0,1-2-33 15,3-5-172-15,-3 0-444 0,9-1 197 0</inkml:trace>
  <inkml:trace contextRef="#ctx0" brushRef="#br0" timeOffset="208044.04">14387 16483 44 0,'4'-6'226'0,"-4"6"6"16,11-10-16-16,-11 10-14 0,7-4-22 0,-7 4-9 15,0 0-1-15,0 0-4 0,0 0 0 0,13 13-10 16,-11-3-13-16,-1-1-5 0,2 1-3 0,-3 3-15 16,0-1-9-16,2 1-13 0,0 0-9 0,-2 2-11 15,0 3-5-15,0-3-5 0,0 2-4 0,0-1-8 16,0-2-17-16,-2-2-26 0,0-2-39 0,1 3-30 16,-2 0-35-16,3-13-40 0,-6 23-44 15,4-14-59-15,0 0-174 0,2-9-440 0,-7 11 196 16</inkml:trace>
  <inkml:trace contextRef="#ctx0" brushRef="#br0" timeOffset="208480.84">14533 16659 219 0,'0'0'203'16,"0"0"5"-16,4 5-1 0,-4-5-9 0,0 0-14 15,0 0-7-15,9-17-15 0,-5 9-9 0,5-5 2 16,0-1-14-16,4-1-4 0,5-7-11 0,-5 8 2 16,6-8-7-16,6 4-9 0,-2 2-5 0,-6 5-5 15,2 0 0-15,-4 1-10 0,1 3-6 0,-3 2-6 0,1 2-3 16,-1 2-7-16,-4-1-8 0,-9 2-24 16,25 5 16-16,-15-2-6 0,-2 4-3 0,1 0-17 15,-1 2 7-15,0 1 5 0,-1 1-7 0,-3 1-7 16,4 3 6-16,-5 2-4 0,-1-1-3 0,3 1-1 15,-5-2-15-15,0 1-17 0,0-1-26 0,-3 2-40 16,1-5-44-16,-1-1-56 0,-3 5-47 0,2-7-81 16,-4-1-189-16,1 0-531 0,-3 0 235 0</inkml:trace>
  <inkml:trace contextRef="#ctx0" brushRef="#br0" timeOffset="208697.45">14411 16161 2204 0,'-10'-16'-27'0,"-1"1"11"0,1 1 23 16,7 3 4-16,-1 4 3 0,2 1-4 16,-3 0 12-16,5 6 2 0,-3-9-5 0,3 9 1 15,-6-6-5-15,6 6-12 0,0 0-25 0,-2-7-27 0,2 7-45 16,0 0-8-16,0 0-41 0,0 0-36 0,0 0-108 15,0 0-310-15,-11 25 138 0</inkml:trace>
  <inkml:trace contextRef="#ctx0" brushRef="#br0" timeOffset="211119.22">3386 17654 161 0,'-5'-5'198'0,"5"5"-11"0,0 0-18 16,-1-10-9-16,1 10-12 0,1-11-12 0,3 2-12 15,-4 9-9-15,8-21-7 0,-2 6-10 0,3 1-10 16,0-1-5-16,1-4-9 0,4-3-9 0,-1 1-3 15,-5 2-4-15,4-3-6 0,-4 3 5 0,0 0-6 16,1-4-1-16,-2-4-1 0,-3 3-5 0,-1 0-6 16,-2-1-4-16,0 1 3 0,-1 7-6 0,-2-1-5 15,-1-1 3-15,1 4-5 0,-2 2-1 0,0 2-1 16,1 4 4-16,3 7-5 0,-10-15-7 0,10 15 1 16,-10-8-3-16,3 6 0 0,7 2-2 0,-15-6 0 15,15 6-4-15,0 0-4 0,-25 4 4 0,14 1-2 16,11-5 1-16,-17 10-6 0,9-4 4 15,4 0-5-15,4-6 0 0,-5 13 5 0,2-5-4 16,3-8-1-16,5 15 2 0,-5-15-2 0,12 13 0 16,-2-5 0-16,2-1 7 0,6 0-4 0,-2-2-4 15,3 1 5-15,1 2-4 0,0-1-6 0,6 1 4 16,-7 0 2-16,-5-1 0 0,2 1-2 0,-5 0 4 16,0-2-5-16,1 2 1 0,-3 0-2 0,-2 1 0 15,0-1-1-15,0 4 7 0,0-2-2 0,-2 1 1 16,0 2-6-16,-2-4 7 0,-1 2 1 15,2 1 0-15,0 0-3 0,-3-2-11 0,1 0-7 0,2 0-21 16,-2 0-21-16,1-1-21 0,3 0-40 0,-6-9-29 16,12 15-17-16,-4-10-28 0,1 1-107 15,1-2-329-15,2-4 146 0</inkml:trace>
  <inkml:trace contextRef="#ctx0" brushRef="#br0" timeOffset="211475.34">3996 17237 25 0,'0'0'142'16,"0"0"-10"-16,-14-6 2 0,14 6-5 0,0 0-10 15,-23 14-5-15,11 0-6 0,3 1-11 0,-1 1-2 16,0 2-10-16,0-1-10 0,1 1-3 0,1 0-9 16,3-2-8-16,1 1-4 0,3-4-3 0,0-4-7 15,2 4 1-15,0-4-3 0,-1-9-6 16,5 16-9-16,-2-10 8 0,-3-6-7 0,10 7 0 15,-10-7 1-15,11 1-4 0,-11-1 3 0,20-1-12 0,-20 1 2 16,15-11 4-16,-9 4 4 0,3-1-10 0,0-1 2 16,-1-1 4-16,-3 1-2 0,1-1 3 15,1 0-3-15,-7 10-2 0,7-19-4 0,-3 7 4 0,-4 12 1 16,6-15-4-16,-6 15 1 0,2-13 0 16,-2 13-5-16,0 0-2 0,5-10 0 0,-5 10 2 15,0 0-7-15,0 0 2 0,0 0 7 0,0 0 0 16,13 27-4-16,-11-17 2 0,-2-10-1 0,7 23 1 15,-3-8 1-15,5-1-5 0,0-1-20 0,0 2-21 16,-3-7-37-16,4 1-30 0,-2 0-50 0,2-2-156 16,0-2-334-16,0-1 148 0</inkml:trace>
  <inkml:trace contextRef="#ctx0" brushRef="#br0" timeOffset="211719.99">4364 17060 170 0,'-1'-19'235'0,"1"19"-13"0,0 0-27 15,-2-15-20-15,2 15-16 0,0 0-14 0,0 0 4 16,0 0-6-16,0 0-7 0,0 0-7 0,13 50-7 16,-8-24-13-16,-1 2-11 0,1 2-6 0,-1-1-6 15,-2-1-11-15,1 0-9 0,0 2-4 0,-1-3-11 16,0-1 1-16,-1 0-16 0,-1-6-23 0,1-1-38 15,2-3-35-15,-1 0-39 0,-2-3-22 16,0-13-54-16,3 20-44 0,-2-13-119 0,-1-7-364 0,0 0 162 16</inkml:trace>
  <inkml:trace contextRef="#ctx0" brushRef="#br0" timeOffset="212643.51">4476 17193 81 0,'14'-10'123'0,"-1"0"-13"16,-1 3-2-16,-3-2-10 0,1 3 8 0,0-4-6 15,-2 4 2-15,-2-3-8 0,-6 9 0 0,12-17 0 16,-7 7-5-16,-2 1 4 0,-3 9-7 16,6-18-9-16,-6 18-7 0,2-14-6 0,-2 14-6 15,0-14-3-15,0 14-3 0,0 0-3 16,0 0-10-16,2-14-6 0,-2 14-2 0,0 0-7 0,0 0 0 15,0 0-3-15,0 0 0 0,10 43-1 0,-9-23 0 0,2 5 2 16,0 1-2-16,-1 1-5 0,-1-1 2 16,0 2 6-16,0-2-14 0,2-2 2 0,-2-5 3 15,1-7 1-15,0 1-3 0,-2-3-1 0,3-1-1 16,-2 1 1-16,-1-10-2 0,3 10 5 0,-3-10-3 16,0 0 1-16,1 9-1 0,-1-9 3 0,0 0-5 15,0 0 1-15,0 0-5 0,0 0 5 0,25-12-4 16,-16 4-1-16,2-1 4 0,-1 4-2 0,0-2-6 15,0 0-3-15,-10 7 7 0,20-8-1 0,-9 6-3 16,-11 2 0-16,17-2 1 0,-17 2 5 0,23 5 4 16,-11-2-3-16,0-1 6 0,-1 2 3 0,1 0-3 15,10 0 0-15,-1-2-2 0,0 2 4 16,-3-1-2-16,2-2-1 0,1-2-1 0,-2 1 2 16,4-4 1-16,-5 0 0 0,1-1 3 0,-1-1-4 15,-8-1-2-15,4-2 11 0,-3 1 7 0,1 1 1 16,-3-1-8-16,-2-2 0 0,0 1-3 0,-1-1 0 15,0 0-2-15,-6 10 0 0,5-19-1 0,-4 9-3 16,-1 10-2-16,-4-22-1 0,4 22 0 0,-5-20-4 16,0 10 0-16,0 1 3 0,-2-3-7 0,0 3 3 15,7 9 0-15,-12-12 0 0,12 12-5 0,-10-9 2 16,10 9-2-16,-17-4-1 0,17 4-3 0,0 0 4 16,-24 8-2-16,14-1-2 0,-1 7 0 0,1 3 0 15,1-3-3-15,3 2 6 0,1 1-1 16,4-2-2-16,-1 1 4 0,4 0 0 0,-1 1-5 15,1-6 3-15,4-1 7 0,0 2 0 0,0-2 2 16,4-2 5-16,5 1 0 0,-3-2-2 0,2 0 3 0,-1-4 2 16,1-1 1-16,4 0-4 0,1-4 0 0,0 2 5 15,2-3 1-15,-1-1-6 0,-1-1 1 16,0 1 3-16,-3-2-8 0,-4 0 3 0,4-2-2 16,-2 0 4-16,-5 0-7 0,3-1 1 0,-2-4 2 15,-1 5-2-15,-2-2-3 0,-1-1-1 0,-3 0 1 16,1-1-1-16,-2-4-4 0,-2 16-2 0,1-22 6 15,-1 22-3-15,-3-19 0 0,-1 12-3 0,4 7 1 16,-3-16-1-16,3 16-2 0,-7-10 3 0,7 10-2 16,0 0-2-16,-9-12-1 0,9 12 0 0,0 0-1 15,0 0 0-15,0 0 0 0,0 0 3 0,0 0 0 16,0 0-1-16,0 0 5 0,0 0-4 0,27 2 1 16,-27-2 2-16,0 0-3 0,23 6 1 15,-23-6-3-15,18 10 5 0,-10-4-4 0,-1 0-2 0,-7-6 5 16,12 15 2-16,-5-5 1 0,-3 1 0 15,2-1 2-15,-3-1 2 0,1 2 1 0,0 5 3 16,-1-4-1-16,-3-12-4 0,1 24 1 0,1-11 1 16,-2-1 2-16,-2 4 0 0,2-16-8 0,-1 23-14 15,2-10-14-15,3-2-37 0,-3 1-36 0,4-2-41 16,1 0-40-16,1 0-37 0,3-3-186 0,0 2-439 16,6-1 194-16</inkml:trace>
  <inkml:trace contextRef="#ctx0" brushRef="#br0" timeOffset="213230.77">6438 16937 95 0,'-2'-10'218'0,"2"10"-8"0,-3-8-10 0,3 8-17 15,0 0-17-15,-5-10-20 0,5 10-14 0,0 0-13 16,0 0-6-16,-14 16-6 0,7-6-8 0,1 7-4 16,-2 1-2-16,1 9-3 0,0 0-7 0,2 3-4 15,-1 2-6-15,4 0-1 0,2 4-7 0,0-3 1 16,2 0-5-16,-1 1-35 0,0-5-2 0,-1-5-1 16,0 4-1-16,0-3-5 0,0-5 2 0,0-1 1 15,-1 1-5-15,0-1 0 0,-2-1-2 0,1 0 0 16,-3-2-5-16,1 0 4 0,0-1-2 0,0-5-5 15,0 1-18-15,0-1-14 0,-1 0-22 0,-2-1-26 16,3-4-20-16,4-5-25 0,-10 11-28 0,10-11-31 16,-12 5-172-16,12-5-379 0,0 0 169 0</inkml:trace>
  <inkml:trace contextRef="#ctx0" brushRef="#br0" timeOffset="214228.07">6347 17238 70 0,'19'-3'161'0,"1"1"-2"0,1-1-9 0,0 4-8 15,-1 3-6-15,1 0-11 0,-3 2-10 0,-2 1-9 16,2 2-1-16,-4 1-8 0,-2-2-10 0,0 1-4 16,3 3-8-16,-8-4-8 0,0 3 0 0,-2-2-12 15,-3 1 0-15,0 0-6 0,-2 0-2 0,0-10-8 16,-6 16 6-16,3-9-11 0,-4 1-4 15,0-2 2-15,7-6-4 0,-9 7-2 0,9-7 1 0,-12 5-7 16,12-5 5-16,-10 4-5 0,10-4-3 0,0 0 0 16,-12-2-3-16,12 2-5 0,0 0-2 0,0 0 2 15,0 0-4-15,3-21-3 0,-3 21-6 0,9-21-7 16,2 7 1-16,1 0 1 0,1-1 3 16,-1 0-5-16,5 3 6 0,-5-1 1 0,-1 2 0 15,0 2 1-15,-1 3-7 0,-3-3 7 0,-7 9 1 16,14-7-2-16,-14 7-5 0,9-8 5 0,-9 8-1 15,0 0-1-15,0 0 1 0,0 0 9 0,18 6 2 16,-18-6 0-16,4 12 5 0,-2-1 7 0,0-1-2 16,-1 1 0-16,-2 2 7 0,-1-2-3 0,2 2-6 15,2-3 1-15,-1 0 2 0,2 3 4 0,0-2-7 16,0-2-2-16,0-2 1 0,0 2-1 0,0-1-1 16,-3-8-2-16,7 10 4 0,-7-10-2 15,11 7 3-15,-11-7-8 0,9 4 6 0,-9-4-3 0,12-2-1 16,-12 2 3-16,0 0-2 0,16-6-4 0,-16 6 8 15,10-8-7-15,-7-1-7 0,-3 9-1 0,3-14 0 16,-3 5-1-16,0 9-8 0,-2-20-3 16,-2 8-4-16,4 12 1 0,-6-28-1 0,6 17 0 15,-3-1 2-15,1-3-5 0,2 15 7 0,-2-21-1 16,2 21 2-16,2-15-6 0,-2 15 7 0,6-14-1 0,-6 14 1 16,13-7 2-16,-4 3 1 0,2 1 1 0,3 6 0 15,-14-3 6-15,30 7 0 0,-16 1 2 16,1 0 2-16,-3-1 4 0,0 5 4 0,1-2 3 15,-4-1 1-15,4 2 3 0,-2 2 2 0,-3-5-5 16,0 0 5-16,-3 0-2 0,0 0-2 0,-1-2 5 16,-4-6 5-16,5 10 1 0,-5-10 5 0,4 10 10 15,-4-10 5-15,0 0-1 0,0 0 1 0,0 0-3 16,0 0-4-16,-12 8-3 0,12-8-2 0,0 0-5 16,0 0-1-16,0 0-5 0,-23-12 1 0,23 12-2 15,-6-10 0-15,6 10-7 0,-4-13-1 0,4 13-3 16,0-17 1-16,0 17-4 0,4-22 0 0,2 10-6 15,2-2-1-15,3 0-2 0,2 0 2 0,0 4-1 16,1-2-2-16,1 5 1 0,-3 2 0 0,1-1-5 16,-2 4 2-16,1 2 1 0,-12 0-2 15,21 6 2-15,-10-2 0 0,0 1-1 0,-2 0-1 16,-1 3 1-16,-1 1 2 0,2 1-2 0,-2-1 1 16,-2 1 3-16,-1 0-1 0,0-3 4 0,1 1-3 15,-5-8-2-15,5 14 2 0,-3-9 3 0,-2-5 2 16,0 0-2-16,4 12 6 0,-4-12-4 0,0 0 2 15,0 0 0-15,0 0 3 0,0 0-6 0,0 0 1 16,0 0-2-16,0 0-3 0,0 0-3 0,0 0-1 16,12-29-1-16,-7 18-1 0,1 0-1 0,0 1 1 15,6-6-5-15,-3 3 2 0,4-1-2 0,-2 2 1 16,-1 3 0-16,1 3 1 0,-2-1-3 0,-9 7 2 16,12-7 0-16,-12 7 6 0,12-2-9 0,-12 2 4 15,0 0 1-15,18 11 4 0,-12-3-5 0,-6-8 5 16,8 19 0-16,-6-8 0 0,0 1-1 0,-1 0-10 15,-1 1-23-15,0 3-28 0,-3-2-32 16,3-14-32-16,-2 31-24 0,3-16-30 0,2 0-32 16,-1 1-128-16,3-1-372 0,8-2 165 0</inkml:trace>
  <inkml:trace contextRef="#ctx0" brushRef="#br0" timeOffset="-214318.11">8158 17145 105 0,'0'0'201'0,"-14"-11"-11"15,9 10-11-15,5 1-10 0,0 0-7 0,-23 8-8 16,8 0-5-16,1 4-11 0,-3 2-4 0,-1 5-9 16,2 2-12-16,-1 1 1 0,2 2-9 0,-1-1-8 15,6 0-4-15,4-4-8 0,2 0-6 0,1-1-8 16,4 3-3-16,2-4-3 0,2-1-10 0,3 0-5 16,3 0-5-16,1-2-5 0,0-2-1 0,3 0-9 15,3-5-21-15,-2 1-16 0,3-1-26 0,-1-3-20 16,0-1-11-16,0-3-16 0,-4-1-9 0,-14 1-4 15,27-7 8-15,-14 2 3 0,3-4 3 0,-2 2 5 16,2-6 2-16,-3 1 15 0,-1 1 6 0,9-8-1 16,-10 3 10-16,5 1 4 0,-6-2 3 0,5-6 14 15,-2 1-7-15,-4 7 0 0,0 0 6 0,-1-1 11 16,-2 6 18-16,-2 2 10 0,1-2 14 16,-5 10 6-16,5-13 11 0,-5 13 2 0,6-10-8 15,-6 10-5-15,0 0-1 0,0 0-2 0,0 0 11 16,0 0 3-16,0 0 7 0,0 0 5 0,0 0 6 15,0 0-5-15,0 44-7 0,-1-32 2 0,2-1-4 16,2 2-3-16,-3-1-4 0,2-1-5 0,4 1-2 16,-5-3-2-16,4 1-3 0,1 0-2 0,-2-1-4 15,3-2-1-15,-2-2-1 0,-5-5-1 0,10 6 0 16,-10-6-2-16,15 3-4 0,-15-3 4 0,14-1-5 16,-14 1-3-16,16-10-1 0,-7 4 1 15,0-2-6-15,-1 1 5 0,1-3-1 0,-2-1-3 0,-1 1 1 16,1-2-1-16,-1-3-3 0,-1 1 0 0,0-1 5 15,2-2-4-15,-2 1-5 0,-2 1 5 0,1 5-5 16,0-1-2-16,-4 11 3 0,4-13-2 16,-4 13 3-16,3-11-5 0,-3 11-6 0,0 0 0 15,0 0 3-15,0 0-1 0,0 0-1 0,0 0 0 16,0 0 5-16,6 30-4 0,-7-19 2 0,2 2-1 16,0 4 1-16,1-4 1 0,4 1 1 0,-2-1 4 15,0-2 3-15,1 1-5 0,0-5 3 0,3 2 5 16,2-1-4-16,0 0 1 0,3-4 4 0,0-1 2 15,7-1-2-15,-2-1 2 0,1-4-5 0,3 2 1 16,-4-4 1-16,2 0-1 0,-3-3 0 0,-2 1 2 16,-1-5-3-16,-1 1 0 0,-3-2 0 0,-1-2-1 15,0-1 0-15,-1-1 1 0,-2-1-4 0,1-6 1 16,-2 5-1-16,-4-7 2 0,3 0-3 0,-3 5 0 16,0-5 0-16,-1 2-3 0,-1 4 0 0,2 1 8 15,-1 0-5-15,0 3-4 0,0 5 2 0,0 11 0 16,-1-21 0-16,1 21-2 0,0 0-7 15,0-13 2-15,0 13 3 0,0 0 7 0,0 0 5 0,0 0 4 16,0 0 5-16,4 45-2 0,-6-24 4 0,2 4 2 16,-2 0-4-16,2 3 5 0,-1 1-5 15,-1-3-2-15,0 1 0 0,2-1 2 0,-3 0-2 16,3-2 0-16,0 2-3 0,0-9-4 0,0 3-14 16,0-2-18-16,0-2-36 0,0-2-35 0,0 2-30 15,0-16-44-15,2 22-32 0,-1-12-37 0,-1-10-193 16,-4 13-464-16,4-13 205 0</inkml:trace>
  <inkml:trace contextRef="#ctx0" brushRef="#br0" timeOffset="-214176.83">8910 17156 8 0,'0'0'39'0,"23"1"-38"0,-23-1-9 15,23 9-9-15,-10 0 3 0</inkml:trace>
  <inkml:trace contextRef="#ctx0" brushRef="#br0" timeOffset="-213562.58">9191 17411 1 0,'9'8'83'0,"-9"-8"9"0,13 10 2 16,-7-6 13-16,-6-4 2 0,17 5 3 0,-17-5-4 15,11 1 7-15,-11-1 7 0,0 0 0 0,27-9-1 16,-18 3 1-16,2-1-5 0,-2-2 1 0,0-1-2 15,4-2-4-15,-3-3 3 0,3 2-7 0,-5-4-7 16,1 1-3-16,-3-1-5 0,3-1-9 16,0 3-5-16,1-6-7 0,-5 4-2 0,2 5 3 15,-2-1 5-15,-3 4-4 0,-2 9-4 0,5-14-5 16,-5 14-6-16,0 0-8 0,6-13-7 0,-6 13-7 0,0 0-1 16,0 0-5-16,0 0-4 0,0 0 0 0,0 0-1 15,-21 43-5-15,16-28 2 0,0 3 0 0,0 0-7 16,0-1-1-16,1-2 1 0,0 2-2 15,3-1-3-15,2-6 1 0,-1-10 0 0,3 25-1 16,-1-16-2-16,1 1 4 0,-3-10-3 0,13 14-5 16,-6-8 2-16,5 0 11 0,-2-4-9 0,4 0-1 15,-3-2 2-15,7-4-3 0,-1 2-1 0,-1-4 2 16,-3 2 1-16,-1-2 1 0,1-1-4 0,-3-2 0 16,4-1 2-16,-4-3-2 0,2 0-2 0,-1-1 3 15,1 2-1-15,-3-5-6 0,2 2-1 0,-2-1 2 16,0 2-1-16,-1-1-1 0,-2 4-1 15,-1 2 1-15,-5 9-1 0,7-13-5 0,-7 13 0 0,0 0-3 16,6-8 0-16,-6 8 2 0,0 0-2 0,0 0 3 16,0 0 2-16,6 22-1 0,-6-22 3 15,0 21 0-15,0-11-2 0,-1 1 2 0,1 1 3 16,0-12-3-16,-4 20 0 0,4-20 5 0,0 14-4 16,0-14-1-16,0 11 6 0,0-11-2 0,0 0 4 15,0 12-2-15,0-12 2 0,0 0 6 0,0 0-4 16,0 0-1-16,7 5 1 0,-7-5 0 0,0 0-1 15,0 0-2-15,0 0 3 0,0 0-4 0,30-14 1 16,-30 14-4-16,14-4 3 0,-14 4-6 0,16-5 0 16,-9 4 0-16,-7 1-1 0,0 0 0 0,17 2 2 15,-17-2-3-15,0 0 2 0,17 5-1 0,-17-5 4 16,7 12-5-16,-4-8-4 0,-3-4-2 0,9 15-18 16,-7-8-21-16,2 0-20 0,-1 3-23 0,-2 0-29 15,-1-10-20-15,0 0-36 0,0 22-33 0,0-15-52 16,0-7-138-16,-9 15-435 0,9-15 193 0</inkml:trace>
  <inkml:trace contextRef="#ctx0" brushRef="#br0" timeOffset="-213377.05">9475 16977 88 0,'-7'-12'112'0,"7"12"-34"0,0 0-52 0,0 0-50 0,0 0-23 15,42 6-51-15,-11 0 23 0</inkml:trace>
  <inkml:trace contextRef="#ctx0" brushRef="#br0" timeOffset="-212470.52">10314 17163 61 0,'0'0'156'0,"0"0"-1"0,0 0-4 16,0 0-14-16,0 0 1 0,0 0-1 0,16 21-8 16,-8-12-5-16,1 4-3 0,2 2-12 0,-1 1-8 15,1-1-1-15,1-1-3 0,5 8-7 0,-6-5-3 16,0-1-4-16,0-2-4 0,0-2-3 16,2 2-6-16,-5-4-7 0,-1-1-4 0,1 0 2 15,-3-3 2-15,2 0-4 0,-7-6 8 0,7 7 14 16,-7-7 13-16,7 5 0 0,-7-5-2 0,0 0-3 15,0 0-14-15,0 0-6 0,16-17-9 0,-9 8 0 16,-2-1-10-16,0-2-6 0,2-4-2 0,0 0-5 16,-1-1-3-16,2-1-5 0,0 1 1 0,-2-2-6 15,4-4-2-15,3 1 0 0,-5 4-8 0,-1 4-2 16,-1-1 3-16,-1 2-6 0,1 4 2 0,-1 0-2 16,-5 9-7-16,5-10-16 0,-5 10-14 15,0 0-14-15,7-11-16 0,-7 11-6 0,0 0 0 16,0 0 0-16,0 0-7 0,0 0 3 0,0 0-2 15,0 0-6-15,0 0 0 0,12 27 1 0,-12-27 1 16,3 12 6-16,1-3 1 0,-4-9 2 0,4 11 3 0,-4-11 6 16,5 12 7-16,-5-12-3 0,6 10 7 0,-6-10-6 15,0 0-3-15,10 7-5 0,-10-7-13 0,0 0-13 16,0 0-13-16,0 0-22 0,0 0-15 16,0 0-3-16,0 0-2 0,0 0 9 0,0 0 18 15,0 0 10-15,0 0 17 0,0 0 2 0,0 0 25 16,0 0 15-16,0 0 13 0,0 0 13 0,0 0 12 15,0 0 22-15,0 0-3 0,0 0 8 0,0 0 10 16,0 0 0-16,0 0 15 0,0 0-11 0,0 0 4 16,0 0 0-16,0 0-4 0,0 0 1 0,0 0-5 15,0 0 2-15,0 0 3 0,0 0 4 0,0 0 4 16,0 0 0-16,0 0-2 0,0 0 2 0,0 0-1 16,0 0-3-16,0 0-1 0,0 0 2 0,13 3 6 15,-10 3 3-15,-3-6 2 0,2 13 7 16,-2-13-6-16,0 17 1 0,0-5 3 0,0-12 5 0,-2 22 4 15,0-12-1-15,1 0-4 0,1 2-7 16,0-12-3-16,0 22-8 0,0-12 5 0,3 0-7 16,1-2-2-16,-1 2-1 0,5-2 1 0,0-1-5 15,1-4 1-15,0 2-2 0,3-2 1 0,-12-3-5 16,31 2-2-16,-12-3 1 0,-1-2-3 0,1-2-3 16,-6 1 1-16,7-5-2 0,-7-2 0 0,4-1 2 15,-6 1 3-15,3-3-10 0,-3 0 4 0,-4-1 1 16,0-1-4-16,-7-1-1 0,1 1-2 0,-2-2-3 15,-4-2-6-15,-2 4 2 0,-3-1-1 0,-7-3 1 16,-4 3-1-16,4 6-1 0,-9-1-5 0,5 5-1 16,-6 2 0-16,1 2-8 0,-2 1-9 0,5 5-19 15,-4 2-19-15,2 3-19 0,6 0-29 0,-7 4-38 16,4 3-23-16,6-3-50 0,-2 1-163 0,1-2-409 16,7 2 182-16</inkml:trace>
  <inkml:trace contextRef="#ctx0" brushRef="#br0" timeOffset="-212224.35">11155 17031 173 0,'0'0'242'15,"2"-12"-15"-15,-2 12-25 0,0 0-19 0,0 0-21 16,0 0-10-16,0 0-10 0,0 0 5 0,0 0-6 15,0 0-8-15,0 55-17 0,-2-35-10 0,1 6-5 16,1 1-9-16,0-1-12 0,-3 2-7 0,2-4-4 16,0-4-9-16,2-1-2 0,-1 7-14 15,-1-7-23-15,1 2-38 0,-1-4-27 0,1-1-25 16,0-2-43-16,-2-1-41 0,2-2-40 0,-1 0-163 16,1-11-386-16,0 0 170 0</inkml:trace>
  <inkml:trace contextRef="#ctx0" brushRef="#br0" timeOffset="-211990.06">11311 17121 143 0,'1'-14'245'0,"-1"14"-17"0,0 0-21 16,3-12-21-16,-3 12-10 0,0 0-3 0,0 0-1 15,0 0-4-15,0 0-8 0,-1 40-9 0,-1-23-14 16,1 2-11-16,0 0-8 0,-2 8-14 15,-1-2-7-15,2 0-8 0,-2-4-11 0,0-2-7 16,3 7-6-16,-2-7-9 0,0-1-13 0,1-1-15 16,2 1-25-16,-2-3-34 0,-2-4-36 0,1 5-30 15,1-6-44-15,2-10-40 0,-4 16-49 0,1-9-150 16,3-7-411-16,0 0 182 0</inkml:trace>
  <inkml:trace contextRef="#ctx0" brushRef="#br0" timeOffset="-210844.33">11154 17252 120 0,'20'-12'162'16,"-7"9"2"-16,8 0-14 0,9 0-12 16,1 1-9-16,0-2-6 0,1 2-7 0,0-2-8 15,3 0 2-15,3 0-7 0,-2 1-12 0,-2-2-3 16,0 3-14-16,-5-2-4 0,0 2-4 0,-9-3-7 15,-1 4-5-15,-6-1 0 0,-13 2-6 0,15 0-5 16,-15 0 4-16,15-2-5 0,-15 2 0 0,0 0-2 16,0 0 2-16,0 0-5 0,0 0-1 0,0 0-5 15,3 10 2-15,-3-10 1 0,-24 17 1 0,8-4 5 16,0 0-3-16,-6 3-4 0,8-3-3 0,-1 3 0 16,3-2-3-16,3-2-2 0,2 0 0 0,2-2-2 15,2 0-4-15,-1 1 2 0,2-1 4 0,2-10-3 16,1 14 3-16,-1-14-2 0,7 12-3 15,-1-6 0-15,-6-6-1 0,13 4-2 0,-5-1 5 0,-8-3-7 16,22 0 0-16,-12-3 0 0,-10 3 3 0,22-7-7 16,-11 5 0-16,-11 2-2 0,17-12 2 0,-9 5-3 15,-8 7 4-15,11-15-8 0,-7 7 3 16,0-1-1-16,-4 9 3 0,7-16-2 0,-4 7-1 16,-3 9-1-16,5-16 2 0,-5 16-5 0,2-11-1 15,-2 11 0-15,0 0-3 0,0 0-5 0,2-13 1 16,-2 13-2-16,0 0 2 0,0 0-1 0,0 0 1 15,0 0 1-15,0 0-1 0,9 29 8 0,-9-29-3 16,7 19-5-16,2-11 4 0,0 1 2 0,6 0 2 16,1-1 5-16,4-2-5 0,7 0-3 0,2-3 4 15,2-1 3-15,-1-3-2 0,1 0 0 0,1-2 2 16,2-3-3-16,-3 0 3 0,1 0 1 0,-6 1-3 16,1-4 1-16,-7 3 12 0,7-2-6 0,-11-2 0 15,0 2 5-15,-1-2-1 0,-1 0 0 0,-3 1 1 16,-2 0 0-16,0 0-1 0,-2-2 2 0,-2 4 0 15,-5 7 3-15,8-17-3 0,-8 17 0 0,2-15 4 16,-2 15-6-16,0 0-3 0,-13-16 2 0,13 16 1 16,-13-3-4-16,1 3 1 0,12 0-2 15,-21 5-2-15,11 1-1 0,-5 2 3 0,3 2-3 0,1 1-5 16,3-1 3-16,-2 2-2 0,5 1 0 16,-3-4 1-16,4 4-1 0,3-2 3 0,1 0-3 15,0-11 9-15,3 18-10 0,-2-11 4 0,-1-7-3 16,5 12 2-16,-1-7 1 0,-4-5-4 0,10 5 1 15,-10-5 5-15,13 5-1 0,-13-5-2 0,13-3-2 16,-13 3 2-16,16-4 2 0,-7 1-2 0,-9 3-2 16,12-9 2-16,-7 5 1 0,-5 4-3 0,10-9 1 15,-10 9 5-15,5-7-4 0,-5 7-3 0,9-6-2 16,-9 6-3-16,0 0 1 0,5-5-3 0,-5 5 0 16,0 0-1-16,0 0-2 0,0 0 11 0,8 18 0 15,-8-6 2-15,2 5-1 0,0 2 3 16,0 8 5-16,3-2 0 0,-1 3 1 0,-1 3 0 15,2 0 4-15,-3 2-1 0,2 1 6 0,1-1-3 16,-1-2 0-16,-2-1-2 0,-1 0-1 0,0-2-4 0,0-2 2 16,-1-7 2-16,0 0-8 0,-2-2 7 15,-1-3-5-15,1-3 1 0,2-11 2 0,-8 17 0 0,8-17-2 16,-8 11 1-16,8-11-1 0,-11 4 0 16,11-4-8-16,0 0-4 0,-22-6-3 0,22 6-2 15,-14-13 0-15,9 3-5 0,1-3 0 0,0-2 2 16,4-4 1-16,0 1-4 0,3 0-4 0,-1-2-4 15,4 1 1-15,1-7-2 0,6 0-2 0,-2-1-5 16,2 3 3-16,4 3 2 0,-1-2-7 0,1 2 1 16,6-2-2-16,-8 3 4 0,8-1-3 0,-2 1 3 15,-2 1 5-15,4 0 2 0,-5 2-1 0,0-5 6 16,2 1-2-16,-7 6 5 0,1-1-1 0,-3 1 2 16,-2 1 0-16,0 0 2 0,-2 3 1 0,-7 11 0 15,8-14 1-15,-8 14 2 0,0 0 3 16,1-17-3-16,-1 17 4 0,0 0-1 0,0 0 4 15,-27 0 10-15,27 0 6 0,-24 19 9 0,10-6 3 16,-4 4 2-16,6-3-6 0,1 2 2 0,3 1 1 16,-2-2-7-16,6 1 0 0,-1-2 1 0,5 2-3 15,0-16 7-15,0 25-17 0,5-15-23 0,5 3-39 16,7-3-49-16,-1-4-67 0,15 1-71 0,5-4-70 16,-4 0-166-16,3-1-514 0,-1-2 228 0</inkml:trace>
  <inkml:trace contextRef="#ctx0" brushRef="#br0" timeOffset="-210703.64">13090 17391 53 0,'0'0'231'0,"0"0"0"0,0 0-5 0,0 0-18 16,0 0-24-16,-13-17-18 0,13 17-15 0,0 0-26 16,0 0-36-16,0 0-51 0,-11-12-76 0,11 12-72 15,0 0-149-15,0 0-282 0,0 0 125 0</inkml:trace>
  <inkml:trace contextRef="#ctx0" brushRef="#br0" timeOffset="-146832.78">18366 16012 11 0,'0'0'48'0,"0"0"-3"16,0 0-3-16,0 0-4 0,7-3-3 0,-7 3 7 15,0 0-5-15,0 0 5 0,0 0-1 0,0 0 5 16,0 0-2-16,0 0-6 0,0 0 9 0,0 0-10 15,0 0 13-15,4-5-21 0,-4 5-4 0,0 0 0 16,0 0 0-16,0 0-4 0,0 0 2 0,5-6-9 16,-5 6 7-16,0 0-7 0,0 0 1 0,0 0-9 15,0 0 1-15,5-6 0 0,-5 6 4 0,0 0-10 16,0 0 10-16,0 0-5 0,0 0 4 16,3-7-7-16,-3 7 3 0,0 0-6 0,0 0 6 0,0 0-3 15,0 0-1-15,0 0-1 0,-2-12 5 0,2 12-1 16,0 0-3-16,0 0-2 0,0 0-1 0,0 0 9 15,0 0-6-15,0 0-4 0,0 0 8 16,0 0-10-16,0 0-1 0,0 0 1 0,0 0 5 16,0 0-4-16,0 0 6 0,0 0-3 0,0 0 2 15,0 0 11-15,0 0-8 0,0 0-9 0,0 0 5 16,0 0 1-16,0 0-5 0,0 0 0 0,0 0 5 0,0 0-2 16,0 0 1-16,0 0 3 0,0 0-2 15,0 0-2-15,0 0 1 0,0 0-11 0,0 0 12 16,0 0-2-16,0 0-2 0,-5-5 2 0,5 5 3 15,0 0-3-15,0 0-5 0,-6-5 0 0,6 5 5 16,0 0-1-16,-9-2-4 0,9 2 7 0,0 0 0 16,0 0-1-16,-5-5 5 0,5 5-9 0,0 0 7 15,-4-6 0-15,4 6-2 0,-5-5-1 0,5 5 3 0,0 0 7 16,0 0-6-16,-5-5 4 0,5 5 1 16,0 0 5-16,0 0-3 0,0 0 4 0,-7-5-8 15,7 5 7-15,0 0-2 0,0 0 4 0,0 0 2 16,0 0-3-16,0 0-2 0,0 0 3 0,0 0 2 15,0 0-5-15,0 0 5 0,0 0-4 0,0 0 5 16,0 0-5-16,0 0-4 0,0 0-1 0,0 0-1 16,-6-3 6-16,6 3-1 0,0 0 4 0,0 0-13 15,0 0-7-15,0 0 2 0,0 0 0 0,0 0 3 16,0 0-6-16,0 0-7 0,0 0-8 0,0 0-6 16,0 0 6-16,0 0-9 0,0 0-3 0,0 0 0 15,0 0 3-15,0 0-4 0,-5 12 4 0,5-12-4 16,0 0 0-16,0 0 6 0,-1 10-9 0,1-10 1 15,-3 7 2-15,3-7 0 0,0 0 5 0,-2 9-4 16,2-9 1-16,-2 6 8 0,2-6-1 0,0 0 1 16,0 0 9-16,0 10 0 0,0-10 0 0,0 0-3 15,0 0 3-15,0 0 1 0,0 0-3 0,0 0 14 16,0 0 2-16,0 0 7 0,-1 8 6 0,1-8 10 16,0 0-2-16,0 0 7 0,0 0 6 0,0 0-1 15,0 0 8-15,0 0-7 0,0 0-4 16,0 0 0-16,0 0 0 0,0 0 3 0,0 0 2 0,0 0 0 15,0 0-6-15,0 0 2 0,0 0-1 0,0 0 1 16,0 0-2-16,0 0 4 0,0 0-9 0,0 0 6 16,0 0 0-16,0 0 6 0,0 0-8 0,0 0 8 15,0 0-1-15,0 0 2 0,0 0-3 0,0 0 0 16,0 0 0-16,0 0 0 0,0 0 7 0,0 0-12 16,0 0 2-16,0 0-5 0,0 0 1 0,0 0-3 15,0 0 3-15,0 0-7 0,0 0-4 0,0 0-1 16,0 0-1-16,0 0-1 0,0 0-1 0,0 0-2 15,0 0 0-15,0 0-3 0,0 0-4 0,0 0 5 16,0 0-5-16,0 0 1 0,0 0-1 0,0 0-1 16,0 0 1-16,0 0-3 0,0 0 1 0,0 0-1 15,0 0-9-15,0 0-13 0,0 0-15 0,0 0-8 16,0 0-20-16,0 0-15 0,0 0-14 0,0 0-5 16,0 0-26-16,0 0-6 0,0 0-9 0,0 0-79 15,0 0-236-15,0 0 105 0</inkml:trace>
  <inkml:trace contextRef="#ctx0" brushRef="#br0" timeOffset="-146075.28">16650 16066 8 0,'0'0'60'0,"0"0"0"0,0 0-3 0,0 0 0 16,0 0-7-16,0 0-2 0,0 0-6 0,0 0-2 15,0 0-6-15,0 0-3 0,0 0 2 0,0 0-8 0,0 0 1 16,0 0-2-16,0 0-6 0,0 0-1 16,0 0 0-16,0 0-14 0,0 0-14 0,0 0-9 15,0 0-36-15,0 0-39 0,0 0-100 0,0 0 44 16</inkml:trace>
  <inkml:trace contextRef="#ctx0" brushRef="#br0" timeOffset="-143906.43">18337 15834 7 0,'2'-7'68'0,"-2"7"-1"0,0 0-8 0,0 0-13 15,0 0-5-15,-3-11 0 0,3 11-3 0,0 0 1 16,-1-9-1-16,1 9-1 0,0 0 3 0,0 0-1 16,-1-9 3-16,1 9-4 0,0 0-6 0,0 0 8 15,0 0 2-15,-3-9-2 0,3 9-3 0,0 0-7 16,0 0 3-16,-3-8-11 0,3 8 4 0,0 0-8 15,0 0 7-15,0 0-6 0,3-9 1 0,-3 9-9 16,0 0 5-16,0 0 3 0,0-9 3 0,0 9-2 16,0 0 2-16,0 0 2 0,0 0-6 0,3-6 7 15,-3 6-2-15,0 0 0 0,0 0 5 0,0 0-5 16,0 0-3-16,2-6 3 0,-2 6-7 0,0 0-1 16,0 0 3-16,0 0-3 0,0 0 1 0,0 0-7 15,0 0 2-15,0 0 0 0,0 0 2 0,0 0 0 16,0 0-10-16,0 0-2 0,0 0 3 0,0 0-9 15,0 0 7-15,0 0 0 0,0 0 0 0,0 0-6 16,0 0 4-16,0 0-7 0,0 0 12 0,0 0-9 16,0 0 2-16,0 0-1 0,5 20 2 0,-2-12-3 15,-1-1 8-15,1 2-6 0,-1 0 2 0,0 2-1 16,0-2 0-16,1-2 1 0,-2 3 4 0,2 1-8 16,-1-3 5-16,1 2-5 0,-3-1 1 0,1 1 3 15,0-1 0-15,2-2-1 0,-3-7-2 0,1 13 1 16,2-5 8-16,-2 0-9 0,-1-1 6 15,0-7-6-15,1 13 1 0,-1-6 0 0,0-7-4 16,1 12 4-16,1-5 1 0,-2-7-2 0,0 13 1 0,1-7-4 16,-1-6 5-16,3 13 6 0,-2-7-7 0,-1 2-3 15,1 0 6-15,0-1-6 0,-1-7 4 0,2 13-2 16,-2-6 7-16,1-1-5 0,-1-6 2 0,1 12 0 16,1-7 1-16,-2-5-7 0,2 11-3 0,-2-11-4 15,0 10-3-15,0-10-15 0,3 6 3 16,-3-6-4-16,0 0 0 0,1 7-6 0,-1-7-1 15,0 0 3-15,2 6-11 0,-2-6-4 0,0 0-13 0,0 0-23 16,0 0-67-16,0 0-166 0,0 0 74 0</inkml:trace>
  <inkml:trace contextRef="#ctx0" brushRef="#br0" timeOffset="-143557.1">18266 15763 45 0,'0'0'59'15,"0"0"-7"-15,-2-9-6 0,2 9-9 0,0 0-3 16,0 0-6-16,0 0 0 0,0 0-3 0,0 0-11 16,0 0-4-16,0 0-3 0,0 0-7 0,0 0-6 15,0 0-5-15,0 0-2 0,0 0 1 0,0 0-4 16,0 0-5-16,0 0-30 0,0 0-56 0,17 19 25 15</inkml:trace>
  <inkml:trace contextRef="#ctx0" brushRef="#br0" timeOffset="-142883.06">18374 15834 46 0,'0'0'54'0,"0"0"1"0,0 0-1 15,0 0-6-15,0 0-6 0,0 0-7 0,0 0-3 16,-7-22 1-16,7 22-4 0,0 0-1 0,0 0-4 16,0 0 0-16,0 0-8 0,0 0 1 0,0 0 11 15,0 0-17-15,0 0-6 0,-5-5 6 0,5 5-3 16,0 0 0-16,0 0 9 0,0 0-12 0,0 0-5 15,0 0 8-15,-9-2-2 0,9 2-3 0,0 0 0 16,0 0 3-16,0 0-1 0,0 0-7 0,0 0 8 16,0 0-1-16,0 0 0 0,0 0-1 0,0 0 1 15,0 0 9-15,0 0-11 0,-12-1 3 0,12 1-4 16,0 0 7-16,-10-1-2 0,10 1 0 0,-8-1-2 16,8 1 9-16,0 0 6 0,-9-4 3 0,9 4 6 15,0 0-10-15,-10-4 11 0,10 4 0 0,-6-2 7 16,6 2-6-16,0 0 6 0,0 0-1 0,-7-4-2 15,7 4 0-15,0 0-3 0,0 0 3 0,0 0 1 16,0 0 1-16,0 0 8 0,0 0-14 0,-5-5-4 16,5 5-2-16,0 0 3 0,0 0-12 0,0 0-5 15,0 0 4-15,0 0-1 0,0 0-5 0,0 0-2 16,0 0-4-16,0 0 4 0,0 0-5 0,0 0 4 16,0 0-3-16,0 0 1 0,0 0 4 0,0 0-8 15,12 21 0-15,-8-14 5 0,-3-1-3 16,1 1 3-16,-2-7-2 0,5 14 2 0,-3-5-4 15,0-2-2-15,1 5 1 0,-1-2 0 0,-2 2 5 0,2-1-6 16,-1 3-3-16,0-3 1 0,1-1 5 0,0 3-7 16,-1 2 7-16,1-2-5 0,0-1 1 0,1 4 4 15,-2-6 1-15,0 3-5 0,1 0 5 0,0-2-10 16,-1 1 8-16,1 1 3 0,-2-2 0 0,1 1-5 16,-1-2 5-16,1 3-5 0,-1-4 2 0,1 1 1 15,-1 1 1-15,0-4-4 0,0 0-1 16,0-7 1-16,-1 12 4 0,1-12-3 0,0 12-7 0,0-12-10 15,0 10-1-15,0-10-16 0,0 9-8 0,0-9-14 16,0 0 1-16,1 8-3 0,-1-8 3 0,0 0-3 16,0 0-2-16,0 0-8 0,0 0-88 0,0 0-168 15,0 0 74-15</inkml:trace>
  <inkml:trace contextRef="#ctx0" brushRef="#br0" timeOffset="-142528.18">18327 15708 73 0,'0'0'90'0,"0"0"-14"16,0 0-8-16,0 0-6 0,0 0-13 0,0 0-6 16,0 0 4-16,0 0 2 0,0 0-8 0,0 0 2 15,0 0-6-15,0 35 5 0,1-20 2 0,-1 3-10 16,0 1-1-16,0 8 4 0,0-4-7 0,0 5-2 16,-1-2-6-16,0 2-1 0,0-4 3 0,-2-4-4 15,2 6-4-15,-3-2 3 0,4-5-7 16,-2 0 2-16,1-2-8 0,0 0 6 0,1-1 1 15,-1 0-1-15,1-1-13 0,-2-3-14 0,2-2-17 0,0 0-21 16,-2 1-27-16,1-1-76 0,-4-1-169 0,5-9 74 16</inkml:trace>
  <inkml:trace contextRef="#ctx0" brushRef="#br0" timeOffset="-142313.4">18271 15927 18 0,'-3'18'49'0,"1"3"-12"0,-1-1-13 0,-2 5-32 16,-3 1-12-16,2 0-22 0,-3-3 9 0</inkml:trace>
  <inkml:trace contextRef="#ctx0" brushRef="#br0" timeOffset="-139645.43">18405 15783 30 0,'0'0'28'0,"0"0"1"0,0 0-7 0,0 0 1 0,0 0-6 15,-5-6-9-15,5 6 1 0,0 0-7 0,0 0 1 16,0 0 0-16,0 0-9 0,0 0-6 0,0 0-14 16,0 0-29-16,-9 12 13 0</inkml:trace>
  <inkml:trace contextRef="#ctx0" brushRef="#br0" timeOffset="-139329.99">18355 15832 2 0,'0'0'31'0,"0"0"-3"0,0 0-5 0,0 0-1 0,0 0 2 15,0 0 0-15,0 0-1 0,0 0-2 16,0 0-5-16,0 0 5 0,0 0-9 0,0 0 0 15,0 0 5-15,0 0-5 0,0 0 1 0,0 0-2 0,0 0-3 16,0 0 9-16,0 0-16 0,0 0 10 0,0 0-9 16,0 0 1-16,0 0 1 0,19 2 0 15,-19-2-5-15,3 9 3 0,-1-1 3 0,-2-1-7 0,0 2-1 16,2 0 2-16,-2 3-3 0,0 3 2 16,0 3-4-16,0 0-4 0,2 9-4 0,-2-3-8 15,3 1-29-15,-3 4-55 0,2-3 24 0</inkml:trace>
</inkml:ink>
</file>

<file path=ppt/ink/ink1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27:36.474"/>
    </inkml:context>
    <inkml:brush xml:id="br0">
      <inkml:brushProperty name="width" value="0.05292" units="cm"/>
      <inkml:brushProperty name="height" value="0.05292" units="cm"/>
      <inkml:brushProperty name="color" value="#FF0000"/>
    </inkml:brush>
  </inkml:definitions>
  <inkml:trace contextRef="#ctx0" brushRef="#br0">27553 3896 61 0,'-4'-12'217'15,"4"12"-17"-15,-3-10-10 0,3 10-16 0,-2-10-8 16,2 10-18-16,-3-11-15 0,1 8-14 0,2 3-7 16,-4-9-8-16,4 9-11 0,-1-7-6 0,1 7-8 15,0 0-10-15,-3-10-4 0,3 10-7 0,0 0-8 16,0 0-2-16,-5-7-8 0,5 7-3 0,0 0-4 16,0 0-5-16,0 0-5 0,0 0 0 0,0 0-10 15,0 0 1-15,0 0 1 0,0 0-7 0,0 0 2 16,0 0-1-16,0 0-6 0,0 0 1 0,0 0-1 15,0 0-1-15,0 0-1 0,0 0-2 0,0 0 1 16,0 0 3-16,13 17-2 0,-9-11-1 0,-4-6 2 16,8 12-2-16,-1-2 1 0,-3-2-3 0,2 1 4 15,1 0-4-15,0 1 5 0,2 0-3 0,-1 3 0 16,-1-2-2-16,1 3 4 0,-2-3-1 0,1 5-1 16,2-2 1-16,2 1 3 0,-6-3-1 0,1-2 0 15,3 5-4-15,-1-2 2 0,-4-3-3 0,4 2 5 16,-3-4-3-16,-1 2 2 0,4-1 3 0,-2 2-5 15,-1-3 4-15,-1 1-1 0,2-2-2 0,-1 2 2 16,0-4-3-16,-3 0 3 0,-2-5-2 16,6 9 2-16,-3-4-2 0,-3-5 5 0,4 5-4 0,-4-5 3 15,5 5 2-15,-5-5-1 0,0 0 4 0,4 4-1 16,-4-4-3-16,0 0 6 0,0 0 5 0,10-13-1 16,-8 7-1-16,2-5 10 0,1-1 0 0,1-2-6 15,1-2-1-15,3-8-2 0,-5 6-3 0,0 0 0 16,2-8 0-16,0 7-5 0,0-7 2 15,-3 2 0-15,1-2-4 0,-1 7 1 0,0 0-3 16,2 0 3-16,-4-1-3 0,0 4-1 0,2 0-2 0,-2 6 2 16,-1 0-1-16,1 4-2 0,-1 0 0 0,-1 6-1 15,1-10-5-15,-1 10-15 0,0-9-26 16,0 9-34-16,0 0-38 0,0 0-23 0,0 0-31 16,0 0-32-16,0 0-130 0,0 0-363 0,6 25 161 15</inkml:trace>
  <inkml:trace contextRef="#ctx0" brushRef="#br0" timeOffset="200.04">27930 4040 27 0,'0'0'193'0,"0"0"-9"0,0 0-19 0,0 0-15 15,0 0-16-15,0 0-12 0,23-10-13 0,-12 4-7 16,5-2-16-16,3-1-11 0,-3 4-1 0,4-2-10 15,-3 1-7-15,-2 2-11 0,-2 2-30 0,-1 1-47 16,-2-1-35-16,-2 2-32 0,-8 0-23 0,13 0-94 16,-13 0-233-16,7 2 104 0</inkml:trace>
  <inkml:trace contextRef="#ctx0" brushRef="#br0" timeOffset="390.01">28033 4024 100 0,'0'0'91'0,"0"0"-4"15,-5 8 17-15,5-8 24 0,0 9-3 0,0-9-17 16,0 16-12-16,0-5-1 0,0 0 10 0,1 2-7 16,-1 0-11-16,2-1-10 0,-2 5-4 0,0-5-10 15,4 5-2-15,-3-6-7 0,1 4-4 0,-2-1-7 16,2-2 1-16,0 1-7 0,-1 0 3 0,1-1-10 16,0 3 4-16,1-3-4 0,1 3-5 15,-3-5-45-15,2 1-62 0,-1-2-61 0,1 1-131 16,-2 0-296-16,-1-10 132 0</inkml:trace>
  <inkml:trace contextRef="#ctx0" brushRef="#br0" timeOffset="544.81">28456 4134 106 0,'9'-6'141'0,"-4"3"6"0,-5 3-37 0,12-2-15 15,-12 2-38-15,10 1-42 0,-10-1-48 0,8 4-74 0,-8-4-115 16,1 6 51-16</inkml:trace>
  <inkml:trace contextRef="#ctx0" brushRef="#br0" timeOffset="684.56">28478 4234 154 0,'0'0'153'16,"0"0"-17"-16,0 0-13 0,0 0-14 0,9 2-6 15,-9-2-10-15,0 0-9 0,25-9-9 0,-14 6-33 16,7-2-46-16,-2-1-62 0,2 0-101 0,-3-1-182 16,5-1 81-16</inkml:trace>
  <inkml:trace contextRef="#ctx0" brushRef="#br0" timeOffset="967.21">28989 3746 40 0,'0'0'252'0,"0"-12"-2"16,0 12-7-16,-1-10-13 0,1 10-21 0,0 0-22 15,0-9-24-15,0 9-21 0,0 0-16 0,0 0-14 16,0 0-14-16,0 0-11 0,0 0-12 0,0 0-7 16,0 0-2-16,6 37-4 0,-1-11-6 0,0-2-1 15,-2 2-9-15,1-1 2 0,-3-5-1 0,2-1-2 16,-3-1-7-16,1 2-3 0,2-3 0 0,-2 2-9 15,0-3 1-15,2 1 1 0,-2 1-3 0,-1-2-1 16,4 1-5-16,-6-5 1 0,4 4-10 0,-4-3-25 16,2-3-26-16,0 3-23 0,0-3-28 0,0 0-51 15,0 1-59-15,0-11-205 0,-3 12-440 0,1-6 195 16</inkml:trace>
  <inkml:trace contextRef="#ctx0" brushRef="#br0" timeOffset="1266.7">29343 3704 190 0,'3'-6'188'0,"1"4"-23"15,-4 2-13-15,0 0-13 0,0 0 3 0,0 0-6 16,0 0-12-16,-36 17-10 0,13 0-14 0,-3 3-7 16,-1 1-10-16,2-1-6 0,-2-1-8 0,1-5-7 15,9-2-8-15,5-3-4 0,2-2 2 0,1-2 13 0,1 0 0 16,2 0 8-16,1-1 0 0,1-1 6 15,4-3 6-15,-9 3 3 0,9-3 0 0,0 0-4 16,-6 4-12-16,6-4-5 0,0 0-10 0,0 0-8 16,0 0-5-16,0 0-7 0,0 0-5 0,0 0-6 15,0 0-1-15,0 0-7 0,30 1 3 0,-18 2-8 16,2 1-1-16,2 2-16 0,4 0-25 0,0 0-32 16,8 2-26-16,-1 1-49 0,4-3-61 0,-2 2-57 15,-1 0-146-15,2-3-432 0,2 0 191 0</inkml:trace>
  <inkml:trace contextRef="#ctx0" brushRef="#br0" timeOffset="2450.05">29650 3715 24 0,'0'0'170'0,"-5"-4"-16"0,5 4-18 0,-9-5-1 16,9 5-3-16,0 0 1 0,-7-4-6 0,7 4-8 16,0 0-7-16,-6-3-10 0,6 3-4 0,0 0-12 15,0 0-4-15,0 0-11 0,0 0-4 0,0 0-7 16,0 0-5-16,0 0-7 0,0 0-5 0,0 0-2 16,0 0-6-16,0 0-7 0,14-7 2 0,-4 4-7 15,2 2-1-15,4-2-4 0,2 0-3 0,3 0-5 16,7 2 4-16,-8-2 0 0,9 0-2 0,-9 0-5 15,-1 2 2-15,-1-1-6 0,0 2-22 0,-7 2-38 16,2-1-37-16,-1-1-39 0,-3 3-33 0,-2-2-129 16,0 1-319-16,-7-2 142 0</inkml:trace>
  <inkml:trace contextRef="#ctx0" brushRef="#br0" timeOffset="2683.65">29817 3672 20 0,'-2'-4'162'0,"2"4"-19"16,0 0-15-16,0 0-18 0,0 0-10 0,0 0-15 15,0 0-3-15,0 0-11 0,-7 24-1 0,6-12 3 0,2 2-3 16,-1 5-9-16,-1-1-5 0,0 6-1 0,3 1-2 16,-3-1 10-16,0-5-7 0,1 0-5 0,0-1-4 15,-2 0-6-15,2 0 2 0,2 1-9 16,-4-2-2-16,4-1-5 0,-1 0-1 0,-2-2 0 15,1-2-24-15,0-1-22 0,-3-1-30 0,3 1-33 16,0-11-40-16,-1 16-130 0,-2-9-272 0,3-7 121 16</inkml:trace>
  <inkml:trace contextRef="#ctx0" brushRef="#br0" timeOffset="2967.31">29953 3642 41 0,'19'-4'101'0,"3"0"-13"0,-3 2-6 0,1 0-11 15,-2 0 1-15,-1 1-13 0,-5-1-2 0,1 1-6 0,0 1-9 16,-3 1 3-16,-3-1-10 0,-7 0 0 0,11 0-9 16,-11 0-16-16,9 2-17 0,-9-2-22 0,7 1-17 15,-7-1-77-15,0 0-132 0,0 0 59 16</inkml:trace>
  <inkml:trace contextRef="#ctx0" brushRef="#br0" timeOffset="3451.01">29035 4334 84 0,'0'0'222'0,"-14"0"-22"0,14 0-17 0,-10 1-18 0,10-1-19 16,0 0-15-16,0 0-16 0,0 0-7 0,0 0-12 15,29 0-3-15,2-2-12 0,5-3-5 16,19-2-9-16,2 2-1 0,3 0-9 0,-1-2-5 16,2 0-7-16,2-3-2 0,-4 5-7 0,-2-3-1 0,2 3-2 15,-4-1 1-15,0 2-12 0,-17 0 1 0,17-4-3 16,-18 4 1-16,2-1-3 0,-1 1-1 0,-5 1 1 16,-1 0-5-16,-1-2-3 0,-12 2 2 15,2 0-1-15,-4 3-2 0,-5 0 7 0,0-2-10 0,-4 2 0 16,0 0 0-16,-8 0 2 0,12-1-5 15,-12 1-2-15,10 0-8 0,-10 0 1 0,0 0-5 16,0 0-21-16,0 0-32 0,0 0-38 0,0 0-52 0,-18 22-185 16,0-14-367-16,-5 4 162 0</inkml:trace>
  <inkml:trace contextRef="#ctx0" brushRef="#br0" timeOffset="4117.08">29378 4645 21 0,'5'-14'215'0,"-4"7"-12"0,2-2-17 0,-3 9-15 15,2-13-2-15,-2 13-11 0,0 0-17 0,-5-15-14 16,5 15-12-16,-4-8 0 0,4 8-10 0,-10-6-1 16,10 6-12-16,-15-1-13 0,15 1-4 15,-23 2-6-15,10 2-4 0,-1 3-7 0,-4 3-3 16,1-1 2-16,3 2-5 0,-2 1-4 0,3 2-6 16,0-2-4-16,4-1-7 0,1-1 2 0,-1 3-12 15,4-2 3-15,-1-2 0 0,2 1-6 0,4-10-3 0,-2 16-2 16,0-9-1-16,2 3-1 0,2-5-4 0,0 1 4 15,-2-6 0-15,10 8-1 0,-3-4 0 16,0-2 0-16,1 0-1 0,4 0 4 0,-2-3-5 0,1 1 1 16,-11 0 0-16,16-3 2 0,-16 3-3 15,15-5 0-15,-5 1-3 0,-2-2 2 0,-2-1-1 16,2 0 1-16,-2-2 0 0,1 0-1 0,-1-1-4 16,-2 1 7-16,0-2 7 0,0 5 4 0,-1-4-2 15,-3 10 2-15,7-13 0 0,-7 13 1 0,2-6-6 16,-2 6 3-16,0 0-9 0,6-10-7 0,-6 10 0 15,0 0-1-15,0 0-4 0,0 0 1 0,0 0-1 16,9 30 10-16,-8-15-8 0,0 10 2 0,0 2-2 16,-2 0 1-16,1 2 6 0,0-1-3 0,0-1-3 15,0 1 4-15,0-1-2 0,1-3 3 0,-1-5 1 16,2 0-1-16,-2-2-2 0,2-1 6 0,-1-4-5 16,-2 1 4-16,2-4 5 0,1-1-8 0,-2-8-1 15,2 17 1-15,-2-17 0 0,4 11-1 0,-4-11 2 16,0 8 3-16,0-8 30 0,0 0 11 0,3 9 20 15,-3-9 9-15,0 0 9 0,0 0 5 0,0 0-8 16,0 0-10-16,16-19-11 0,-4 6-8 0,3-7-4 16,4-5-4-16,0-1-7 0,2-1-12 0,3-1-17 15,0 1-14-15,2 1-25 0,-3 2-22 0,1-2-25 16,2 3-21-16,-4 1-33 0,-2 2-48 0,1 1-51 16,0 2-64-16,-7 6-214 0,-1-3-545 0,-4 4 242 15</inkml:trace>
  <inkml:trace contextRef="#ctx0" brushRef="#br0" timeOffset="5982.09">28784 5638 122 0,'0'0'215'15,"-12"0"-6"-15,12 0-11 0,-8 3-16 0,8-3-16 16,-7 1-12-16,7-1-15 0,0 0-6 0,0 0-9 16,0 0-15-16,0 0-8 0,0 0-13 0,37-10-4 15,-21 9-16-15,2-2-25 0,3 0-37 16,-3 3-44-16,-1-2-64 0,-4 2-49 0,0 1-158 0,-5 2-334 16,-8-3 148-16</inkml:trace>
  <inkml:trace contextRef="#ctx0" brushRef="#br0" timeOffset="6139.89">28815 5797 75 0,'-2'5'186'0,"2"-5"-9"16,0 0-7-16,0 0-14 0,0 0-17 0,19-1-12 16,-10-3-13-16,2 2-15 0,1-4-35 0,3 3-41 15,2-3-51-15,1 3-59 0,-3-2-116 0,-2 1-219 16,-3-1 97-16</inkml:trace>
  <inkml:trace contextRef="#ctx0" brushRef="#br0" timeOffset="6500.65">29183 5537 82 0,'7'-8'216'0,"-1"4"-10"0,3 0-4 0,0-2-10 16,-3 4-10-16,2 0-21 0,-8 2-12 0,13-1-20 0,-13 1-13 15,15 3-11-15,-8 0-11 0,-1 2-6 0,2-1-10 16,-3 4-9-16,-1 0-6 0,-2 3 5 16,-2 1 4-16,-1 3-6 0,-4 2-6 0,-3 1-3 15,-1-1-12-15,0-2 4 0,-2 0-5 0,-1-2-5 16,2 1-1-16,-4-3-5 0,2-1-2 0,1-2-3 0,1-3-3 16,0 1-2-16,1 0-3 0,-2-1-2 0,6-1 3 15,1-1-6-15,4-3 1 0,-9 5-2 16,9-5-1-16,-7 5-4 0,7-5 0 0,-5 4-4 15,5-4-2-15,0 0-1 0,0 0 0 0,-1 7-1 16,1-7-6-16,0 0 9 0,13 7-3 0,-5-3 0 16,1 0 4-16,4 0-1 0,-2-1 0 0,2 1-9 15,1 0-4-15,4-2-13 0,0 1-21 0,1 0-18 16,-1-2-29-16,1 1-39 0,3-2-49 0,-3-2-36 0,0 1-157 16,-7 0-401-16,6-1 178 0</inkml:trace>
  <inkml:trace contextRef="#ctx0" brushRef="#br0" timeOffset="6817">29617 5557 204 0,'2'-10'232'0,"-2"10"-9"16,4-7-15-16,-4 7-19 0,0 0-15 0,0 0-11 16,0 0-7-16,0 0-18 0,0 0-14 0,0 0-14 15,-19 13-8-15,14-7-11 0,1 1-10 0,1 0-7 16,1-1-9-16,-1 3-9 0,1-2 0 0,0 4-8 15,2-2-8-15,3 0 1 0,1 1 0 0,-2 1-1 16,4-5 0-16,0 4-1 0,3-1 0 0,-2 0-3 16,4 1-3-16,-2-3-4 0,2 2 0 0,-1-1-5 15,-1 0 0-15,3-1-3 0,-3 2-6 0,0-3 0 16,0 0-2-16,-2 0-4 0,0 0 4 0,-3-3-5 16,-2 3 4-16,2-2-1 0,-3 2 6 0,-1-6-2 15,3 9 1-15,-3-9-6 0,0 0 2 0,-12 17 0 16,6-8-1-16,-3-5 1 0,-1 1-13 0,0-2-16 15,-1 2-17-15,0-3-28 0,-6 2-33 0,3-4-40 16,3 0-52-16,-7-3-53 0,1 1-160 0,-1-3-434 16,2-2 192-16</inkml:trace>
  <inkml:trace contextRef="#ctx0" brushRef="#br0" timeOffset="6956.55">29686 5510 120 0,'10'-8'151'0,"3"3"-17"0,-2 0-14 0,1 0-9 16,0 1-21-16,4 0-58 0,-4 0-61 0,0 3-93 15,-12 1-132-15,0 0 59 0</inkml:trace>
  <inkml:trace contextRef="#ctx0" brushRef="#br0" timeOffset="7114.02">29877 5641 200 0,'0'0'242'0,"0"0"-10"16,0 0-16-16,4 6-13 0,-4-6-26 0,0 0-22 15,0 0-12-15,0 0-32 0,13-1-35 0,-13 1-44 16,0 0-70-16,0 0-63 0,9 0-174 0,-9 0-298 16,0 0 133-16</inkml:trace>
  <inkml:trace contextRef="#ctx0" brushRef="#br0" timeOffset="7666.86">30049 5496 180 0,'0'0'259'16,"5"-5"-9"-16,-5 5-14 0,0 0-27 0,0 0-21 15,0 0-22-15,0 0-18 0,7-2-16 0,-7 2-11 16,0 0-11-16,8 8-8 0,-3-3-5 0,0 1-1 15,2 0-13-15,-1 1 0 0,1 1 1 0,1 1-3 0,0 3-6 16,0-2-5-16,3 3-2 0,-3-4-1 16,0 2-7-16,4 1-4 0,-1 2-3 0,1-2 9 15,-3 0-11-15,3 1-1 0,-4-2-5 0,1-4-9 16,-1 2 2-16,0 0-7 0,0 0 1 0,-3-1-3 16,0-3-6-16,0 1-1 0,-1-1 0 0,-2 2-1 15,1 0-3-15,-3-7-4 0,-3 12 2 0,0-6-1 16,-3 0-4-16,-2 1-2 0,-4 0-1 0,-1-2-5 0,1 0-3 15,0-1-1-15,-7 0-2 0,6-2 13 16,-1 0-15-16,2-2 8 0,-1 0-8 0,2-2-1 16,1 1-5-16,0-3 0 0,3-1-13 0,0 0-14 15,3-2-4-15,0-1 0 0,1-3 3 0,2 0 1 16,4 0 2-16,0-3 8 0,0 3-5 0,2-5 2 16,3 1 2-16,1 2 4 0,-2-2 0 0,2 2 5 15,1-1 2-15,0 2 2 0,-3 1-1 0,4-1 5 16,0-1 8-16,-2-1-6 0,-3 5 6 0,0 0 2 15,-3-1 0-15,5-2 10 0,-3 2-9 0,-1 1 2 16,-3-1 1-16,1 3 5 0,-2-3 0 0,0 10 8 16,-2-15 2-16,2 5 0 0,-1 4-3 0,-3-4 1 15,1 4-2-15,-2-2-3 0,5 8 4 0,-8-9-3 16,2 8 0-16,6 1 4 0,-14-2-5 0,14 2 2 16,-19 5-5-16,8-1 1 0,-1 3-3 0,2-2-2 15,1 5 4-15,-1-2-12 0,1 1-13 0,-3 3-24 16,7-2-34-16,-1-1-25 0,1 3-29 0,3-2-62 15,2-1-60-15,0-9-161 0,3 17-448 0,5-11 198 16</inkml:trace>
  <inkml:trace contextRef="#ctx0" brushRef="#br0" timeOffset="8566.61">30657 5513 113 0,'0'0'162'0,"0"0"4"0,0 0-19 0,0 0-3 15,0 0-1-15,0 0-7 0,-6 18-6 0,6-18-5 16,-3 7-3-16,3-7-2 0,-3 8-1 0,3-8 9 15,-5 7-6-15,5-7-2 0,-6 4 2 0,6-4-9 16,-8 6 1-16,8-6-4 0,-3 4 2 0,3-4-3 0,0 0 1 16,0 0-8-16,0 0-4 0,-15-1-7 15,15 1-5-15,0 0-10 0,-5-10 2 0,5 10-9 16,-2-9 2-16,2 9-10 0,0-9-10 0,0 9-1 16,1-13-7-16,1 4-8 0,4 2-9 0,-4 0-8 15,3-2-3-15,2 2 0 0,0 0-3 0,0 3-2 0,0-1-5 16,-1 1-2-16,0 1 3 0,2 0-7 15,-8 3 14-15,11-1-18 0,-3 1 2 0,-8 0 2 16,15 2 1-16,-8 0-3 0,-1 1 7 0,4 0-4 16,-4 0 1-16,2-2 1 0,-8-1 1 0,13 1 1 15,-13-1 0-15,13 0 2 0,-13 0 13 0,11 0 7 0,-11 0-2 16,13-4 4-16,-7 2 3 0,-6 2 5 16,9-5-10-16,-5-1 1 0,1 2-5 0,0 0-2 15,0-1-1-15,-5 5-1 0,6-8-2 0,-4 1-5 16,2 1-4-16,-4 6-10 0,3-12-17 0,-3 12-28 15,2-5-20-15,-2 5-33 0,2-6-36 0,-2 6-41 16,0 0-35-16,0 0-20 0,0 0-31 0,0 0-220 16,-22 11-522-16,13-3 231 0</inkml:trace>
  <inkml:trace contextRef="#ctx0" brushRef="#br0" timeOffset="8948.89">30698 5667 14 0,'0'0'194'0,"-2"7"-7"0,2-7-3 16,0 0-3-16,0 10-4 0,0-10-9 0,0 0-8 16,0 0-1-16,0 0-8 0,-2 7-15 0,2-7 1 15,0 0-6-15,0 0-2 0,0 0-2 0,0 0-1 16,0 0 1-16,0 0-5 0,0 0 3 0,0 0-7 16,0 0-13-16,0 0-16 0,0 0-5 0,0 0-8 15,0 0-6-15,0 0-8 0,-13-17-9 0,13 17-9 16,0 0-4-16,2-13-10 0,-2 13-5 0,0 0-2 15,2-10-8-15,-2 10-3 0,0 0-6 0,0 0 3 16,10-4-2-16,-10 4-3 0,0 0 1 0,0 0 8 16,18 10-9-16,-14-6-3 0,2 2 2 0,-2-3-3 15,3 3 2-15,-2-3 0 0,0 1 3 0,4 1 11 16,-4-2 6-16,3-1 11 0,-1 0 11 0,1 1-6 16,2-2-9-16,-2-1-2 0,2-1-1 0,-1-2-1 15,-9 3-3-15,13-6 0 0,-7 6-2 0,-1-3-2 16,3-1-3-16,-8 4 3 0,8-5-1 0,-8 5-3 15,6-5-7-15,-6 5-16 0,5-5-2 0,-5 5-27 16,0 0-3-16,3-6-36 0,-3 6-45 0,0 0-37 16,0 0-32-16,0 0-63 0,0 0-272 0,0 0-570 15,0 0 253-15</inkml:trace>
  <inkml:trace contextRef="#ctx0" brushRef="#br0" timeOffset="9366.41">31034 5472 136 0,'4'-9'283'0,"1"-1"-4"0,1 2 3 16,1 0-15-16,2 2-24 0,-2 0-20 0,2 5-25 15,-1-4-21-15,3 3-15 0,0 2-16 16,0 2-17-16,1-1-13 0,-3 4-10 0,2 2-10 15,-1-1-2-15,-2 2 0 0,0-1-3 0,-1 3-6 0,-2 0-7 16,-1 2 1-16,-2 0-3 0,-1 1-12 0,-4 0 2 16,-2 2-11-16,-1-1-3 0,-3 0-2 15,-3-1-2-15,-2 3-5 0,1-4-12 0,-1 0-7 0,0 0 9 16,4-7-3-16,-1 2-4 0,0-2 1 16,5 0 2-16,0-2-7 0,-1 1-3 0,7-4-2 15,-9 5-1-15,9-5 2 0,-6 4-6 0,6-4-1 0,0 0 0 16,-7 3-2-16,7-3 5 0,0 0-3 0,-2 5 3 15,2-5-10-15,0 0-2 0,0 0 1 16,0 0-3-16,14 4 2 0,-14-4 2 0,18 3-1 16,-8-1-3-16,3-2-10 0,1 0-18 0,5 3-15 15,0-1-27-15,-1 0-18 0,10-2-28 0,-12-1-34 16,3 1-49-16,-2-1-61 0,-4-1-54 0,2 2-175 0,-1-3-530 16,2-2 235-16</inkml:trace>
  <inkml:trace contextRef="#ctx0" brushRef="#br0" timeOffset="9717.12">31635 5370 209 0,'1'-5'286'0,"-1"5"-12"0,3-9-16 0,-3 9-24 0,0 0-22 16,0 0-10-16,0 0-3 0,-19 13-12 15,7 0-8-15,-1 1-12 0,-6 9-13 0,-2 0-14 16,2 1-13-16,-1 2-24 0,3-2 7 0,-3 1-12 15,6 0-9-15,0-3-6 0,3-5-11 0,4 1-3 16,0-1-8-16,2-2-10 0,3 0 0 0,2-3 7 16,1-2 4-16,2 0 4 0,2-1 5 0,2-1-7 15,0-2-16-15,2 1 8 0,2-3-2 0,-1-3 4 16,2 0-16-16,2 0-2 0,-1-1-3 0,2-2-3 16,-2-1-6-16,-2 0 0 0,3-3 0 0,-5 2 5 15,-2-2-23-15,2 0 12 0,-3-2 1 0,-2-1-4 16,-2 3-5-16,0-2 3 0,-2-1-22 0,0-1 2 0,0 10 5 15,-8-13-2-15,2 9-20 0,-2-1 19 16,-1 2-6-16,-5 0 5 0,0 3-16 0,-2 0 2 16,3 0-15-16,0 1-31 0,0 1-37 0,0 1-45 15,4 2-34-15,-2 0-46 0,7-1-70 0,-5 5-278 0,4-2-617 16,5-7 273-16</inkml:trace>
  <inkml:trace contextRef="#ctx0" brushRef="#br0" timeOffset="10335">31803 5617 2668 0,'0'0'270'0,"4"-7"-114"0,-4 7-75 16,3-6-7-16,-3 6 2 0,4-6 0 0,-4 6-16 16,0 0-7-16,0 0-12 0,2-6-4 0,-2 6-7 15,0 0-3-15,0 0-3 0,0 0-6 0,0 0-3 16,0 0 5-16,7 18 16 0,-6-13-1 0,1 3-10 0,0-2-1 15,-2-6 2-15,2 12-1 0,-1-6-8 16,1 0 1-16,-2-6-9 0,2 11 6 0,-2-11-1 16,1 6 5-16,-1-6-5 0,0 0 9 0,0 8 16 15,0-8 6-15,0 0 11 0,0 0-5 0,0 0-5 16,0 0-27-16,0 0 20 0,0 0-3 0,0 0 2 16,-17-13-7-16,17 13 5 0,-5-14 3 0,3 8-10 15,1-5 1-15,2-2-8 0,2 2-4 0,1-1-9 16,1-4-1-16,4 2 1 0,-3-1 4 0,2 5-8 15,0 0-1-15,2 0-7 0,-1 2 2 0,0 1 0 16,-2 1-1-16,3 3 3 0,-1 1-9 0,-1 2 7 16,3 2-6-16,-3 0 4 0,3 2-8 0,-4 2 16 15,2 2-14-15,-1 0-4 0,0 0 8 0,-1 3 2 16,1-3-6-16,-2 2 15 0,1-1-17 0,-2 0 16 16,1 1-7-16,-3-4 7 0,-1 0-10 0,2-1-3 15,-4-5 9-15,5 10 4 0,-5-10-5 0,4 8 9 16,-4-8 7-16,3 5-7 0,-3-5 15 0,0 0 4 15,0 0-3-15,0 0-5 0,0 0-1 0,0 0-4 16,0 0-5-16,0 0 7 0,0 0-8 0,0 0-1 16,0 0-3-16,-4-30-3 0,5 19-10 0,2 1 3 15,-1 0-8-15,4 0 1 0,-1 0-1 0,1 1 7 0,0 1-5 16,-1 1-7-16,0 1-1 0,0 3 8 16,2 0-7-16,-7 3 5 0,7-2-24 0,-7 2 23 15,11 3 10-15,-11-3-4 0,10 5-1 0,-5 1-1 16,-2-1-1-16,0 4 8 0,1-1-3 0,-1-3-5 15,-1 1-3-15,0 2 15 0,4 2-2 0,-4-1 1 0,1-1 3 16,0-1-24-16,-1 1-38 0,0-1-38 16,1-1-41-16,-3-6-28 0,0 0-23 0,3 14-52 15,-3-14-46-15,3 8-267 0,-3-8-600 0,0 0 266 16</inkml:trace>
  <inkml:trace contextRef="#ctx0" brushRef="#br0" timeOffset="10683.62">32302 5453 59 0,'4'-6'277'0,"-2"2"-5"16,-2 4-8-16,4-9-28 0,-4 9-15 0,4-5-25 15,-4 5-21-15,0 0-6 0,0 0-8 0,0 0 8 16,14 16-9-16,-12-8-12 0,2 2-13 0,1-1-6 16,-2 1-8-16,3 5-25 0,1-1 7 0,-1 2-6 15,-1-5-45-15,3 3-4 0,-3-3 13 0,3-1-1 16,-2-1-3-16,-1 1-8 0,2-2 9 0,-4-3-3 15,5 1 4-15,-5-3 8 0,2 2 0 0,0-3 6 16,-5-2 6-16,8 4 6 0,-8-4-2 0,12-2 2 16,-12 2-16-16,14-9-3 0,-8 5 2 0,4-4 3 15,-4 1-7-15,2-5-2 0,-2 3-7 0,4-8-8 16,-3 2-5-16,0 0 0 0,1-1-9 0,1 0-7 16,-3 1-5-16,2 1 0 0,-4-2-15 0,0 5-4 15,2 0-29-15,-1 1-8 0,0 0-15 0,-2 1-21 16,2-1-29-16,-1 4-30 0,-4 6-35 0,5-6-34 15,-5 6-20-15,0 0-15 0,13-5-35 0,-13 5-16 16,0 0-239-16,11 11-565 0,-11-11 250 0</inkml:trace>
  <inkml:trace contextRef="#ctx0" brushRef="#br0" timeOffset="10917.15">31659 6021 241 0,'-10'4'261'0,"0"-1"8"0,10-3 1 16,-13 8 3-16,13-8-9 0,0 0-14 0,0 0-9 16,0 0-25-16,0 0-21 0,0 0-17 0,64-11-14 15,-12 3-36-15,9-3-29 0,1 0-51 16,1-1-62-16,3 3-57 0,-2 2-81 0,0-3-81 15,-6 0-206-15,1 1-473 0,0 0 210 0</inkml:trace>
  <inkml:trace contextRef="#ctx0" brushRef="#br0" timeOffset="11038.37">32836 5928 3254 0,'0'0'148'0,"0"0"-82"0,0 0-35 0,0 0-13 15,0 0 1-15,0 0 10 0,0 0-19 0,0 0-4 16,0 0-2-16,0 0-20 0,0 0-56 0,0 0-62 15,0 0-95-15,0 0-294 0,0 0-566 0,0 0 251 0</inkml:trace>
  <inkml:trace contextRef="#ctx0" brushRef="#br0" timeOffset="19623.73">29172 4010 47 0,'0'0'52'0,"0"0"0"0,0 0 10 0,0 0-16 16,0 0 0-16,0 0-5 0,0 0 0 0,0 0-6 15,0 0-2-15,0 0-2 0,0 0-3 0,0 0-2 16,0 0-3-16,0 0-4 0,0 0 1 0,0 0 5 16,0 0-5-16,0 0 3 0,0 0-2 0,0 0-4 15,0 0-5-15,0 0 4 0,0 0-2 0,0 0 0 16,0 0-5-16,0 0 3 0,0 0-1 0,0 0-2 15,0 0-1-15,0 0-4 0,0 0 1 16,0 0 1-16,0 0 1 0,0 0-4 0,0 0-2 0,0 0-1 16,0 0 2-16,0 0 5 0,0 0 0 0,0 0-5 15,0 0-3-15,0 0 1 0,0 0 2 0,0 0-5 16,0 0-19-16,0 0-4 0,0 0-16 0,0 0-15 16,0 0-61-16,0 0-129 0,0 0 57 15</inkml:trace>
  <inkml:trace contextRef="#ctx0" brushRef="#br0" timeOffset="24218.18">32662 6093 8 0,'0'0'110'0,"8"0"-13"16,-8 0-1-16,0 0-16 0,0 0-12 0,0 0-7 15,0 0 4-15,0 0-12 0,0 0-2 16,0 0-10-16,0 0 1 0,0 0-6 0,0 0-5 0,5 4-3 16,-5-4-9-16,0 0-24 0,0 0-10 0,0 0-23 15,0 0-17-15,0 0-17 0,0 0-46 0,0 0-126 16,0 0 56-16</inkml:trace>
  <inkml:trace contextRef="#ctx0" brushRef="#br0" timeOffset="47234.99">15370 4947 2 0,'0'0'11'0,"0"0"3"0,0 0-2 16,0 0-6-16,0 0 2 0,0 0-2 0,0 0 9 15,0 0-3-15,0 0 14 0,4 7 5 0,-4-7 3 16,1 7-7-16,-1-7-4 0,4 10-4 0,-4-4 2 16,0-6-1-16,2 11 4 0,-2-4 0 15,0-7 1-15,0 11-9 0,0-5 5 0,0-6 11 0,3 13-15 16,-3-7 12-16,0-6-6 0,2 11-16 0,0-6 10 15,-2-5 4-15,1 8-9 0,-1-8 1 0,1 8-4 16,-1-8 1-16,0 0 2 0,1 6-3 16,-1-6 4-16,0 0-3 0,0 0 8 0,11 1 2 15,-11-1-3-15,23-5-1 0,2-5 8 0,7-5-13 0,18-8-2 16,5-6-15-16,27-17-29 0,-3 3-29 16,-1-3-44-16,-1 0-115 0,8-6 52 0</inkml:trace>
  <inkml:trace contextRef="#ctx0" brushRef="#br0" timeOffset="56800.04">14649 12353 8 0,'0'0'31'0,"0"0"-5"0,0 0 1 0,0 0-4 0,0 0-5 16,0 0 1-16,0 0-3 0,0 0-3 16,0 0-2-16,0 0 5 0,0 0-6 0,0 0-3 15,0 0 4-15,0 0-3 0,0 0 2 0,3-17-3 0,-3 17 4 16,0 0-1-16,0 0-2 0,0 0 0 0,0 0-3 16,0 0-1-16,0 0 1 0,0 0 3 15,0 0-4-15,0 0 1 0,0 0-1 0,0 0-1 16,0 0 4-16,0 0-2 0,-1-10 1 0,1 10-3 15,0 0 0-15,0 0 3 0,0 0-3 0,0 0 2 0,0 0-5 16,0 0 1-16,0 0 2 0,0 0-1 0,0 0 2 16,0 0-3-16,0 0 2 0,0 0 1 0,0 0 0 15,0 0-2-15,0 0-1 0,0 0 1 16,0 0-2-16,0 0 1 0,0 0-2 0,0 0 2 16,0 0-6-16,0 0 5 0,0 0-1 0,0 0-2 0,0 0-1 15,0 0-3-15,0 0-1 0,0 0-6 0,0 0-3 16,0 0-6-16,0 0-4 0,0 0-2 0,0 0-15 15,-2-10-48-15,2 10 21 0</inkml:trace>
  <inkml:trace contextRef="#ctx0" brushRef="#br0" timeOffset="60957.1">11910 13069 59 0,'0'0'55'0,"0"0"-8"15,0 0 0-15,0 0-4 0,0 0 0 16,0 0-3-16,0 0 0 0,4-4-1 0,-4 4-4 16,0 0 0-16,0 0-3 0,0 0 3 0,0 0-2 0,0 0 4 15,0 0-4-15,0 0 0 0,0 0 4 0,0 0-15 16,0 0 4-16,0 0-3 0,0 0 5 0,0 0 3 15,0 0 2-15,0 0 4 0,0 0-4 16,0 0 2-16,0 0-7 0,0 0 0 0,0 0 0 16,0 0 11-16,0 0-5 0,0 0 9 0,0 0 0 0,0 0-4 15,0 0 4-15,0 0-5 0,0 0-4 0,0 0-6 16,0 0-3-16,0 0 5 0,0 0-1 16,0 0 1-16,0 0 1 0,0 0 1 0,0 0-2 0,0 0 2 15,0 0-4-15,0 0 3 0,0 0-5 0,0 0-1 16,0 0-3-16,0 0-2 0,0 0-9 0,0 0 5 15,0 0-6-15,0 0-2 0,0 0 2 0,0 0-6 16,0 0 3-16,0 0 5 0,0 0-5 0,0 0-3 16,0 0-1-16,0 0 4 0,0 0 0 0,0 0 14 15,0 0 1-15,0 0-3 0,8 17 3 0,-8-17-6 16,0 0-3-16,0 0 1 0,0 0 1 0,3 5-5 16,-3-5 0-16,0 0-3 0,0 0 2 0,0 0 1 15,4 5-2-15,-4-5-1 0,0 0 0 0,0 0-3 16,0 0 3-16,0 0-1 0,0 0 1 0,0 0 2 15,0 0 4-15,0 0-9 0,0 0 2 0,0 0 2 16,0 0-1-16,2 6 1 0,-2-6 3 0,0 0 1 16,0 0-1-16,0 0-1 0,0 0 0 0,0 0 0 15,0 0-1-15,0 0-1 0,0 0-5 0,0 0 2 16,0 0-1-16,0 0-2 0,0 0 3 0,0 0-1 16,0 0-2-16,0 0 1 0,0 0-3 0,0 0 3 15,0 0-1-15,0 0 0 0,0 0-2 0,0 0 2 16,0 0-2-16,0 0 0 0,0 0 0 0,0 0 1 15,0 0-2-15,0 0 1 0,0 0 1 0,0 0-3 16,0 0-6-16,0 0-8 0,0 0-13 0,0 0-18 16,0 0-30-16,0 0-13 0,0 0-43 0,5 7-29 15,-5-7-132-15,0 0-317 0,0 0 142 0</inkml:trace>
  <inkml:trace contextRef="#ctx0" brushRef="#br0" timeOffset="68017.2">16650 16093 19 0,'11'19'17'16,"-11"-19"-2"-16,0 0-2 0,2 6-1 0,-2-6 3 15,0 0-5-15,0 0 2 0,3 4-3 0,-3-4 1 16,0 0 4-16,0 0-2 0,0 0 3 0,0 0 1 15,0 0-1-15,0 0 6 0,0 0-6 0,0 0-5 16,0 0 6-16,0 0-2 0,0 0-1 0,6 3-2 16,-6-3 0-16,0 0 5 0,0 0-7 0,0 0-4 15,0 0 1-15,0 0 5 0,0 0-6 16,0 0 5-16,0 0-9 0,-4 14 3 0,4-14 0 16,-2 11 1-16,2-11 1 0,-3 11-1 0,2-5-10 15,1-6 14-15,-1 10 0 0,1-10-9 0,-2 12 7 0,2-6-4 16,0-6 8-16,-1 8-12 0,1-8 0 0,0 0-1 15,0 9 1-15,0-9 6 0,0 0 1 16,1 8-9-16,-1-8 9 0,0 0-3 0,0 0 10 16,3 6 4-16,-3-6 0 0,0 0 2 0,0 0-3 15,0 0 5-15,0 0 4 0,0 0 7 0,0 0-15 16,0 0 10-16,0 0-9 0,0 0 3 0,0 0-8 16,0-23 2-16,0 23-3 0,0 0 3 0,-1-13-1 15,1 13-1-15,0 0 6 0,-3-7-4 0,3 7-12 16,0 0 3-16,0 0-3 0,0 0 0 0,0 0-2 15,-4-4 2-15,4 4-2 0,0 0 7 0,0 0-7 16,0 0-3-16,0 0 9 0,0 0-7 0,-4 19 4 16,4-19-4-16,0 0 0 0,0 0-7 0,0 0 3 15,3 14 2-15,-3-14 8 0,5 3-4 0,-5-3 2 16,0 0 7-16,0 0-10 0,0 0 1 0,0 0-4 16,17-8 10-16,-17 8 3 0,7-9-7 0,-6 4 3 15,-1 5-1-15,3-10 0 0,-3 10 1 0,0-8-2 16,0 8-2-16,-1-12 2 0,1 12-2 0,-3-10 5 15,3 10 1-15,-4-9 0 0,4 9 5 0,-3-6-4 16,3 6 0-16,0 0-11 0,0 0 12 0,0 0-7 16,0 0-4-16,0 0 6 0,0 0-5 0,0 0 2 15,0 0-5-15,0 0 6 0,-13 15 2 0,13-15-7 16,0 0 0-16,4 13 2 0,-4-13-3 0,4 9-4 16,-4-9 4-16,5 6 7 0,0-4-5 15,-5-2 3-15,7 5 3 0,-7-5-2 0,7 2-5 16,-7-2 6-16,8 0-5 0,-8 0 11 0,0 0-16 15,0 0 12-15,0 0-3 0,0 0 0 0,0 0 1 16,3-10 2-16,-3 10-1 0,0 0-3 0,0 0-11 16,-9-11 7-16,9 11-3 0,-5-7 8 0,5 7-8 15,-9-3 8-15,9 3 0 0,-10-4-4 0,10 4-2 16,-9 0 4-16,9 0-8 0,0 0 7 0,-14 4-2 16,9-1-1-16,5-3-21 0,-8 11-27 0,6-5-41 15,-3 4-58-15,-1-2-160 0,3-2 71 0</inkml:trace>
  <inkml:trace contextRef="#ctx0" brushRef="#br0" timeOffset="71279">18326 16037 22 0,'0'0'26'0,"0"0"-6"16,0 0-1-16,0 0-5 0,0 0 5 0,0 0 3 15,0 0-8-15,6-22-2 0,-6 22-6 0,4-6-3 0,-4 6-15 16,8-4-16-16,-5-1-30 0,0-1 13 0</inkml:trace>
  <inkml:trace contextRef="#ctx0" brushRef="#br0" timeOffset="71983.39">20776 13407 12 0,'0'0'52'0,"0"0"-4"0,0 0-3 0,0 0-8 15,0 0-3-15,0 0-3 0,0 0-4 16,0 0-10-16,0 0-15 0,-2-9-15 0,2 9-36 0,0 0-53 16,0 0 24-16</inkml:trace>
</inkml:ink>
</file>

<file path=ppt/ink/ink1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11:53.040"/>
    </inkml:context>
    <inkml:brush xml:id="br0">
      <inkml:brushProperty name="width" value="0.05292" units="cm"/>
      <inkml:brushProperty name="height" value="0.05292" units="cm"/>
      <inkml:brushProperty name="color" value="#FF0000"/>
    </inkml:brush>
  </inkml:definitions>
  <inkml:trace contextRef="#ctx0" brushRef="#br0">4317 4741 42 0,'2'-7'63'0,"-2"7"0"16,0 0-14-16,0 0-2 0,3-5 3 0,-3 5-13 16,0 0-2-16,0 0 1 0,0 0-9 0,0 0 8 15,0 0-13-15,-1-10 6 0,1 10-5 0,0 0-8 16,0 0 5-16,0 0-10 0,0 0 11 0,0 0-5 16,-10-5-2-16,10 5-6 0,0 0 0 0,-7-4-2 15,7 4 1-15,-7-5 2 0,7 5-2 0,-8-1 1 16,8 1 10-16,-11 0-21 0,11 0 2 0,-8-3 4 15,8 3 1-15,0 0 2 0,-13-1-9 0,13 1 5 16,-9 0-1-16,9 0-2 0,0 0 6 0,-12-2-5 16,12 2 0-16,0 0 2 0,-11 2 2 0,11-2 1 15,0 0 2-15,0 0-5 0,-8-2 5 0,8 2 0 16,0 0-13-16,0 0 10 0,0 0 1 0,0 0 6 16,0 0-9-16,0 0 5 0,0 0-2 0,0 0 1 15,0 0-3-15,0 0 2 0,0 0-5 0,0 0 4 16,0 0-8-16,0 0 1 0,0 0 10 0,0 0-11 15,0 0 23-15,0 0-18 0,0 0 0 0,0 0 13 16,0 0-4-16,0 0 5 0,0 0 8 0,0 0-18 16,32 4 10-16,-21-1-2 0,5-2 8 0,-3 0-3 15,7-1-1-15,-3 0 18 0,2 0-18 0,1 0-4 16,-2-1 4-16,1 5-6 0,2-4 5 0,-3 1 1 16,2 0-2-16,-2 1-12 0,4 1 13 0,-3-2-15 15,-1 0 10-15,2 1-2 0,0-2 5 0,0 2-6 16,0-1 9-16,1 2-3 0,0-2 1 0,6-1 2 15,-4 1-7-15,4-2 1 0,4 2 9 0,-11 1-3 16,10-2 0-16,0 0 0 0,1 0-1 0,1 0-2 16,2 0 1-16,-2 0 5 0,-1 0-4 0,3-2 0 15,-2 4 2-15,2-4-9 0,-2 2 2 0,0-1 7 16,-2 4-8-16,1-3 5 0,-2-2-8 0,3 2 5 16,-2-1-4-16,0 4-4 0,0 0 2 0,0-3-3 15,2 0 4-15,-2 3 1 0,4-3-5 0,-2-3 1 16,3 6 1-16,-1-2-7 0,5-1 8 0,-2 0 2 15,-2-1-1-15,4 0-6 0,12 2 1 0,-15-4 5 16,3 3-11-16,0 0-4 0,12-3 15 0,-13 0-1 16,3 3-5-16,9-3 4 0,1 1-3 0,-14 0-2 15,1 0 1-15,15-2 5 0,-15 4-1 0,13-1 1 16,-12-2-5-16,13 1 5 0,-14-1-10 0,15 1 4 16,-16 0-4-16,14 0-2 0,-1 2 7 0,-11 0-2 15,13 1 0-15,-14-2 4 0,1 1-17 0,10 1 12 16,-12 0 3-16,1-1-1 0,2-1-17 0,-2-4-2 15,1 5-5-15,-4 2-14 0,0-2-6 0,-3 3-14 16,-3-3-10-16,-2 0-10 0,-6 3-13 0,-1 0-18 16,0 0-71-16,-4 1-195 0,3 0 86 0</inkml:trace>
  <inkml:trace contextRef="#ctx0" brushRef="#br0" timeOffset="1177.8">7123 4663 39 0,'0'0'72'15,"-5"-4"-5"-15,5 4-12 0,0 0-5 0,0 0-2 16,0 0-11-16,0 0 4 0,0 0-3 0,-6-3-4 16,6 3-8-16,0 0 2 0,0 0-3 0,0 0-7 15,0 0 5-15,0 0-5 0,0 0-4 0,0 0-3 0,0 0-5 16,0 0 8-16,0 0-11 0,0 0 4 15,0 0-4-15,0 0 2 0,0 0 2 0,0 0 9 16,0 0 3-16,0 0 2 0,0 0 4 0,0 0 1 16,0 0 3-16,0 0-6 0,0 0 6 0,0 0-9 15,0 0-2-15,-7-4 10 0,7 4-6 0,0 0-14 16,0 0 11-16,-11-1-5 0,11 1-4 0,0 0 4 0,-7-2-4 16,7 2-2-16,0 0-5 0,0 0-1 15,0 0 1-15,-7-3 6 0,7 3-5 0,0 0-4 16,0 0 7-16,0 0-5 0,0 0 1 0,0 0 0 15,0 0-2-15,0 0 6 0,0 0-6 0,0 0 2 16,0 0 1-16,0 0-7 0,0 0 3 0,0 0-4 16,0 0-5-16,0 0 9 0,0 0 2 0,0 0-8 0,0 0 4 15,0 0-1-15,0 0-2 0,0 0 8 16,0 0 2-16,0 0 0 0,25 0 1 0,-15 0-2 16,2 0 1-16,2-3 6 0,-1 3-8 0,6-1-3 15,0 0 8-15,-1 0 7 0,1 0-4 0,-3 0 1 16,4 2-2-16,-3-3 1 0,2 2 1 0,-1-2-4 15,2 2-5-15,1-1 3 0,-1 1 6 0,-1-1-9 16,9 0-4-16,-7 1 10 0,0-2-3 0,6 2 12 16,-5 0-11-16,-2-2-4 0,10-1 1 0,-10 5 7 15,2-2-10-15,7 1 10 0,-7-2 4 0,7-2-14 0,1 4 9 16,2-1-5-16,-2-1-7 0,1 1 10 16,0 1-10-16,-1 1 5 0,0 1-3 0,-1-3 7 15,1 1-1-15,-2 0-4 0,-1-1-1 0,2 1 4 16,-1 0 1-16,0 0-2 0,2 1-6 0,-2-4 6 15,-1 4-1-15,3-4-1 0,0 4 1 0,0-1 6 16,1-1-9-16,1-1-1 0,0-1 8 0,2 1-7 16,0-1 4-16,2 1-6 0,-2-5 3 0,2 6 2 15,-3-4 3-15,0 4-2 0,2-1 4 0,-3 1-9 16,-2 0 0-16,2-2 9 0,-1 2-3 0,-3 0-2 16,-1 0 3-16,-5 0-6 0,-1 0 3 0,1 0-4 0,0 0 5 15,-2 2-2-15,1-4 1 0,-2 2-4 16,1 2-1-16,1-4 13 0,-3 2 0 0,1 0-16 15,-1 2 6-15,-5-2-3 0,1 0 3 0,3-2-3 16,-6 2-9-16,1 0 16 0,3-2-5 0,-4 4-6 16,-11-2-5-16,15 0-8 0,-4 0-9 0,-11 0-1 0,16-2-5 15,-16 2-4-15,14-1-6 0,-14 1-5 16,14-2-4-16,-9 2-5 0,-5 0-10 0,10 0 2 16,-10 0-9-16,0 0-6 0,0 0-51 0,11 0-142 15,-11 0 63-15</inkml:trace>
  <inkml:trace contextRef="#ctx0" brushRef="#br0" timeOffset="1549.64">9087 4624 39 0,'0'0'44'15,"0"0"5"-15,0 0 2 0,0 0 10 0,0 0-10 16,28 7 4-16,-15-6-3 0,3 0 1 0,4 0-3 16,11 2 6-16,-1 0-1 0,5-4-2 0,1 1-6 15,1 2-3-15,1-1-12 0,2-2 6 0,10 1 7 16,1 0-11-16,-14 1-4 0,14 2 4 0,-14-3-5 16,3 0-1-16,-1 1-1 0,1 0-3 0,-3-1-7 15,3 0-3-15,-3 2 9 0,1-2 0 0,-1 1-10 16,-4 0-7-16,2-2 5 0,-2 1-8 0,-1 0 8 15,-3-4-4-15,-7 4 2 0,-2 0-3 0,-2 0-2 16,0-1 1-16,-4 1-2 0,-2 0 2 0,-2-2 1 16,-1 2-12-16,-9 0 1 0,14 2-13 0,-9-2-15 15,-5 0-1-15,0 0 0 0,10-2-8 0,-10 2-9 16,0 0-8-16,0 0 2 0,0 0-9 0,0 0 2 16,0 0-3-16,0 0-52 0,0 0-128 0,0 0 57 15</inkml:trace>
  <inkml:trace contextRef="#ctx0" brushRef="#br0" timeOffset="1712.02">10199 4668 2 0,'0'0'27'0,"0"0"15"0,0 0-7 16,0 0-6-16,0 0 10 0,0 0 0 0,0 0 8 15,0 0 3-15,0 0-3 0,0 0-5 0,0 0 1 16,25-7-7-16,-25 7 3 0,11-2-5 0,-11 2-3 16,15-2-8-16,-8 2-6 0,-1-1 5 0,-6 1-10 15,13-1-3-15,-13 1-24 0,13 1-10 0,-13-1-9 16,16 0-23-16,-8-1-32 0,-8 1-97 0,10 1 42 15</inkml:trace>
  <inkml:trace contextRef="#ctx0" brushRef="#br0" timeOffset="40480.18">16402 9746 40 0,'0'0'58'0,"-10"-3"-6"0,10 3 0 0,-10-1-2 0,10 1 0 16,0 0 0-16,-9-3-3 0,9 3-7 16,0 0-1-16,0 0 3 0,-9 0-14 0,9 0 3 15,0 0 0-15,0 0-4 0,0 0-13 0,0 0 6 0,-9-2-2 16,9 2-6-16,0 0-1 0,0 0-3 0,0 0-1 16,0 0 1-16,0 0 3 0,0 0-2 15,0 0-5-15,0 0 0 0,0 0 1 0,0 0-2 16,0 0-5-16,-1 12 12 0,1-12-5 0,0 0 0 0,8 9 0 15,-2-7 8-15,0 2 3 0,5-3-8 0,0 2 6 16,6 1 6-16,3-2 9 0,1-1-7 16,9 3 2-16,1-2 3 0,2-1-5 0,2 0-9 0,-1 0 9 15,2-1 0-15,1 0-7 0,0 0 6 0,1-1-3 16,16 2 1-16,-3-1-5 0,-14-1-2 0,3 1 0 16,14-1-3-16,-3 0 1 0,0-1 2 0,0 1-5 15,1-2 11-15,-1 2-9 0,3 0 3 0,-3-1-6 16,-1-2 5-16,-10 2-2 0,12 1-2 0,-1-2 2 15,0 0-3-15,0 0 0 0,2 1 2 0,-2-2 0 16,0 1-3-16,-10-1-1 0,-1 1 0 0,12-1 4 16,-2 0-3-16,-11 2 8 0,0 1-5 0,0-1-8 15,-1-1 3-15,0 0 2 0,-1 0-1 0,-1 0 1 16,-4 1-2-16,0 0 8 0,-2-1-8 0,-2-1 8 16,2 2-5-16,-2 0-1 0,-9 0-2 0,12 0 3 15,-3 1 6-15,-1-2-10 0,2 2 1 0,-2-2 2 16,-6 2 5-16,8-2-3 0,-4 2-2 0,5-2-1 15,-9 2 1-15,10-1 3 0,1 2 11 0,-1 0-8 16,1-2 0-16,2 2 3 0,1 0-5 0,2 0 3 0,-2 0 1 16,3-2-2-16,-3 1 8 0,1 1-10 15,0 0 1-15,1 0-4 0,-1-2 3 0,-2 1-1 0,1 0 3 16,1 1-8-16,-1 0 3 0,2-2 2 16,-2 1 4-16,1 1-4 0,-1 0 0 0,1 0 3 0,-2-2 3 15,-1 1-7-15,0 1 4 0,1-1 1 0,0 0-5 16,-4 0 3-16,1 0 2 0,0 1 0 15,-2-2-3-15,0 2 2 0,2-1-3 0,-4 0 8 16,2 1-10-16,2 0 5 0,-1-1-7 0,0 1 5 0,0 0-2 16,-1 0-3-16,0 0 7 0,1 0 1 15,2 1-3-15,1-2-5 0,-1 2 2 0,-1 0-1 0,-2-1-1 16,3 1 3-16,-3-1 1 0,-1 2 1 0,-1-4-6 16,0 4-5-16,-4-2 9 0,-2 1-6 0,1-1 2 15,7 0 1-15,-3 0-7 0,-3 0 4 0,-2 0 0 16,2-1 1-16,4 3-2 0,1-2 8 0,-1-1-4 15,-7 0-6-15,8 1 5 0,0-3-4 0,-5 3 2 16,5 0-8-16,2 0 9 0,-2-1 0 0,-1 1-3 16,1 0 2-16,-6-1 9 0,4 1-9 0,-4 0-2 15,-3 0 1-15,2 0-2 0,-1 0 0 0,-2 0 4 16,0 1-5-16,4-1 3 0,-7 0 0 0,4 0-1 16,-1 0 1-16,-4 1-3 0,4-1 4 0,1 0-1 15,2 0 3-15,-5 0-2 0,3-1-1 0,1 2-1 16,-1-1 4-16,1 1-1 0,0-1-3 0,0 0 1 15,0 0 3-15,2 2-5 0,0-4 1 0,-1 2 5 16,6 0-2-16,0 3-1 0,-5-2-2 0,7 1 3 16,-1-1 0-16,2-1 1 0,-2 0 0 0,1 2 2 15,-7-1-5-15,6 1-1 0,-6-1 1 0,6 0-2 16,-6 1 1-16,-2-2 2 0,-1 1-4 0,4-1 3 16,5 0-2-16,-7 2 5 0,1-2 3 0,-2 0-4 15,-2 2 0-15,0-4 2 0,0 4-10 0,-5-2 9 16,-2-2 2-16,2 2 0 0,-2 0 5 0,1 0-3 15,-1 0 2-15,-2 0 5 0,-9 0-1 0,17 0 1 16,-7 0-2-16,-2-2 0 0,-8 2-6 0,14 0 0 0,-14 0 5 16,11 0-6-16,-11 0 3 0,8-1 3 15,-8 1-7-15,0 0 1 0,10 0 1 0,-10 0 0 16,0 0-1-16,8 1 1 0,-8-1 1 0,0 0-3 16,0 0-4-16,0 0 3 0,9 0-1 0,-9 0-1 0,0 0 4 15,0 0-4-15,0 0 5 0,0 0-18 0,0 0-6 16,0 0-13-16,0 0-20 0,0 0-21 0,0 0-22 15,0 0-18-15,0 0-15 0,0 0-26 16,0 0-106-16,0 0-280 0,0 0 123 0</inkml:trace>
  <inkml:trace contextRef="#ctx0" brushRef="#br0" timeOffset="42208.2">12284 9765 15 0,'0'0'66'0,"0"0"-3"0,-12-1 1 16,12 1-11-16,0 0 5 0,0 0-9 0,0 0-3 15,0 0-4-15,0 0-1 0,0 0-9 0,0 0-1 0,0 0 8 16,0 0 0-16,0 0 5 0,0 0-2 16,0 0-3-16,26-8-3 0,-17 8-2 0,2-1 2 15,-1 1-5-15,3-1-2 0,4 1-1 0,2-1 6 16,1 1-6-16,1 0 4 0,7 1 1 0,5 0 3 15,3-2-1-15,1 1-2 0,16 0 1 0,3 1 0 0,-1-2-4 16,1 0-3-16,3 1-4 0,3-3-1 16,1 1 1-16,2 0-7 0,-6-1-3 0,3 2 4 15,-8-2 0-15,4 3-7 0,-2-3 2 0,-1 0-1 0,1 3 3 16,0-2 1-16,-1-1-4 0,0 1-3 0,1-1-3 16,-2-1-1-16,2 2 3 0,-2-1-5 15,6 1 6-15,-4-1 2 0,3 1-3 0,-2 0 1 0,3 0 1 16,1-1-2-16,4-1 7 0,25 2-3 0,-28 1 0 15,3-2-6-15,0 3 3 0,27-4-5 0,-29 2 0 16,2 1 5-16,-1 0-1 0,-1-2-1 0,-1 2-6 16,1 1 4-16,3-2-2 0,-3 0 0 15,1 2 5-15,-3 0-4 0,-5 0 1 0,2-2 1 0,-3 1 0 16,0 2-10-16,-17-1 6 0,17 0 3 0,-18 0-1 16,2 0 5-16,1 2-10 0,-3 0-1 0,0-1 5 15,-1 0-1-15,0 0 2 0,0 1-4 0,-3-1 4 16,1 1-5-16,1 0 8 0,-1-1-6 0,0 0 2 15,-4 1 4-15,1-2-11 0,-2 0 4 0,-7 0 3 16,-1 1 0-16,0-1 2 0,1 3-6 0,-3-3 2 16,0 1 1-16,0-1-2 0,1 1 2 0,-1-2-1 15,-1 2 2-15,0-2-3 0,1 0 1 0,-6 1 0 16,1 0 3-16,-3-1-5 0,0 1 3 0,0-2-3 16,-3 1 7-16,2 1-1 0,-1-2-10 0,-9 2 3 15,13-1 5-15,-7 0-4 0,-6 1 2 0,11-3 8 16,-11 3-6-16,8-1 0 0,-8 1 5 0,0 0-5 15,9-1 0-15,-9 1-7 0,0 0 10 0,7-3-10 16,-7 3 5-16,0 0 1 0,0 0 2 0,0 0-6 16,0 0 3-16,0 0 4 0,0 0-8 0,0 0 1 0,0 0 1 15,0 0 5-15,0 0-2 0,0 0 7 0,0 0-10 16,10-1 4-16,-10 1-2 0,0 0-3 16,0 0 0-16,0 0-6 0,0 0-6 0,0 0-4 15,0 0-11-15,0 0-12 0,0 0-23 0,0 0-10 0,0 0-23 16,0 0-15-16,0 0-101 0,0 0-231 15,0 0 101-15</inkml:trace>
  <inkml:trace contextRef="#ctx0" brushRef="#br0" timeOffset="43555.68">27124 9758 43 0,'-8'-2'73'0,"8"2"-1"0,0 0 2 16,0 0-7-16,0 0-6 0,0 0 6 0,0 0 0 15,0 0-9-15,0 0 8 0,0 0 8 0,0 0 3 16,0 0-2-16,0 0-24 0,0 0 26 0,0 0-7 15,0 0-2-15,0 0 7 0,0 0-9 0,0 0 0 16,0 0-6-16,0 0 0 0,23 6-19 0,-13-6 3 16,5 0-1-16,8 0-3 0,6-1-6 0,3 1 0 15,7 1-7-15,-1-1-2 0,19 2-1 0,1-1 1 16,5-1-15-16,0 0 5 0,4 2 0 0,-2-1-4 16,3 0-5-16,24 4-1 0,-31-1 3 0,0-4-2 15,-1 3-1-15,-4-2 2 0,4 0-6 0,-1 1 3 0,-2-2 0 16,3 2-2-16,-6-2-5 0,-3 2 6 15,-1-2-8-15,-10 0 2 0,0 1 2 0,13 0-1 16,-14-1 3-16,0 1-2 0,-1 1 2 0,13-2-4 16,-16 0 4-16,2 0-3 0,-3 0 2 0,2 2-1 15,-4-1-2-15,0-1 1 0,0 0 2 0,-5 0 0 16,-4-1 8-16,-3-1 1 0,1 2 0 0,-1 0-2 16,1-2 2-16,-3 0 0 0,-5 2 7 0,0-1 0 15,0 1 5-15,0-2-4 0,0 1-1 0,-1 1-2 16,1-2 1-16,0 1 4 0,-3 0 13 0,2 1-4 0,-1-3-4 15,-2 2 3-15,-1 0 4 0,-8 1 0 16,14-2-1-16,-6 2-1 0,-8 0-4 0,10-1-4 16,-10 1 1-16,11-2 0 0,-11 2-2 0,11-1-3 0,-11 1-6 15,7-3 4-15,-7 3-3 0,9-1-1 0,-9 1-18 16,0 0-25-16,9-2-23 0,-9 2-29 0,0 0-34 16,8 0-34-16,-8 0-44 0,0 0-110 0,0 0-331 15,0 0 147-15</inkml:trace>
  <inkml:trace contextRef="#ctx0" brushRef="#br0" timeOffset="45513.93">6865 10735 37 0,'-8'-3'66'0,"8"3"9"0,0 0-11 0,-9-4-3 15,9 4-1-15,0 0-6 0,-6-5-4 0,6 5-3 16,0 0 2-16,0 0-24 0,-5-3 10 0,5 3-4 16,0 0 2-16,0 0-4 0,0 0-3 0,0 0-8 15,0 0-10-15,0 0 19 0,0 0-9 0,0 0 3 0,0 0-2 16,28 8 7-16,-16-4-1 0,5-1-14 16,4-2 6-16,6 2 7 0,3-3-11 0,5 3-3 15,0-3 13-15,4 3 1 0,-1-1 2 0,-1-2-7 16,17 2-5-16,-4-1 0 0,-11 0 3 0,0-1 1 0,14 0-5 15,1 0-7-15,-4 0 12 0,2-2-12 16,-13 0 5-16,14 2 5 0,1-2-15 0,-4 2 10 16,-9 0 1-16,10-1-2 0,-10 2 4 0,-2-1-3 15,0 0-1-15,2 1-1 0,-4 0 1 0,0-1 7 0,1 3-7 16,-2-6-3-16,1 5 12 0,-1-4-10 0,2 1-1 16,-1 1 1-16,0 0 8 0,0 1-6 0,-4-2-3 15,1 1 1-15,-4 3-2 0,0-2 2 16,-1-1-1-16,-1 0 2 0,-1 0 1 0,-4 0-2 0,4 0 2 15,0-3-9-15,-6 2 6 0,0 1 3 0,1-1-4 16,5-2 6-16,1 1 0 0,-8 1-1 0,3-1-5 16,-2 0 7-16,8 0 0 0,-2-1-8 0,-7 1 11 15,7-3-7-15,1 3 13 0,0-4-14 0,-1 2 2 16,0 1 7-16,-4-1-2 0,3 0-3 0,2 1-2 16,1 0-1-16,3-2 1 0,0 1 1 0,0 1-2 15,4-4-4-15,-3 4 0 0,3-1-1 0,1 0 3 16,0 0-5-16,1 0 4 0,2 1-2 0,10-4 0 15,-12 3-1-15,0 1 0 0,-1-1-1 0,-1 2 1 16,-1-2 2-16,2 4-3 0,-3-2-1 0,-2-1 2 16,1 3-14-16,2-2 15 0,-1 0-2 0,2 1 2 15,-1-3-5-15,-2 4 3 0,4 0-5 0,-1-1 2 16,1 0 6-16,0-2-2 0,1 3-3 0,15-3 9 16,-1 3-4-16,-14-3 7 0,16-1-5 0,-16 1 3 0,15 2-2 15,-14-1-4-15,0-1 4 0,2 2-1 0,10-2 0 16,-13 2-5-16,0 1 5 0,15 0-3 15,-2-3 8-15,-13 2-5 0,15 0 1 0,-1 2-4 0,-12-2 1 16,12-1 0-16,1 4-14 0,2-6 13 0,-3 2 3 16,3-1-3-16,0 2 1 0,-3 1-1 15,-1-2 5-15,2 1-4 0,-3 0 1 0,-12-1 2 0,17 2-4 16,-3 0 7-16,-12-3-5 0,14 3 5 0,-2 0-3 16,-1-2 0-16,3 1-5 0,0 0 2 15,0 0 0-15,0-1 3 0,0 1-2 0,-1 0 0 0,2 1 1 16,-2-1 2-16,-14 1-2 0,14-1 1 15,-1 1-1-15,4 0 1 0,-2 2 0 0,0 0-1 0,-2-2 1 16,-3 0-2-16,2 0-2 0,-10-1 0 0,10 2 4 16,1-2-7-16,0 1 0 0,-14 0 1 0,15-1 4 15,-13 1-7-15,11 2 5 0,-10 0-3 0,8-1 6 16,-8-1-5-16,10 0 0 0,1-1 2 0,-14 1 0 16,16 1 3-16,-4-1-5 0,-13 1 0 0,4-1 1 15,-3-1 1-15,14 2-3 0,-15 0 2 0,13-1 1 16,-12 0-5-16,0 0 3 0,1-1-1 0,-1 1 1 15,0 0-4-15,-4 1 3 0,3-1 0 0,-2-1 1 16,-1 2 0-16,1-1-5 0,-1-1 4 0,-1 0-4 16,3 1-1-16,-2 1 6 0,-1 2 0 0,-1-3-1 15,1 0 1-15,0 0-8 0,0 0 5 0,-3 0-1 0,2 0 4 16,-2 0 0-16,0 2-3 0,-1-2 2 16,-1 0-4-16,2 1 5 0,-3-2-3 0,2 2 3 15,-2-1-1-15,1 3-1 0,-8-2-2 0,2 1-2 0,-4-2 5 16,2 0-1-16,-2 0 2 0,0 0 0 15,-7 0 0-15,1 0 1 0,-6-2-6 0,1 4-1 0,-7-2-7 16,11 0-10-16,-11 0-13 0,0 0-18 0,11-2-24 16,-11 2-28-16,0 0-21 0,0 0-35 15,0 0-140-15,0 0-324 0,0 0 144 0</inkml:trace>
  <inkml:trace contextRef="#ctx0" brushRef="#br0" timeOffset="46167.6">15840 10700 35 0,'0'0'105'0,"0"0"-8"0,-8-1 6 0,8 1-10 16,0 0-13-16,0 0-8 0,-7-5 4 0,7 5-16 16,0 0-3-16,0 0-5 0,0 0-7 0,0 0 1 15,0 0 4-15,0 0-2 0,24 7 3 0,-5-5-1 16,8 2-4-16,6-3 5 0,6 2 1 0,17 0 2 0,0 0-5 15,5 0-4-15,5-1-7 0,28-1 5 16,-4 4-10-16,-26-3-1 0,1 0 0 0,2-1-3 16,23 3-3-16,-31-2-3 0,0-2 4 0,1 0-12 15,-3 0 4-15,-2-2 0 0,-1 4-7 0,-1-2-1 0,-2 0 7 16,-12-2-12-16,2 2 4 0,-3-4 4 0,-1 1-6 16,-4 2-3-16,-2-1 0 0,-2 1 2 15,-2 2-1-15,-6-7 0 0,-2 4 6 0,0 1-4 16,-1-3-6-16,1 4 6 0,-2-3-3 0,-5 2 5 0,0-1 2 15,-1 2 3-15,1 0-8 0,-3-4 6 0,2 3-7 16,-3 1 4-16,-1-2-2 0,-7 2 0 0,11 0-5 16,-11 0-1-16,10-1 1 0,-10 1-3 0,0 0 3 15,8-1-12-15,-8 1-18 0,0 0-19 0,0 0-17 16,0 0-25-16,10 1-23 0,-10-1-23 0,0 0-119 16,0 0-275-16,0 0 122 0</inkml:trace>
  <inkml:trace contextRef="#ctx0" brushRef="#br0" timeOffset="46942.1">19686 10781 24 0,'-8'-4'103'16,"8"4"-2"-16,0 0-1 0,0 0-7 0,0 0-10 0,0 0-13 15,0 0-2-15,0 0-12 0,0 0-1 0,0 0 7 16,19-6-2-16,-10 4-12 0,5 1-11 0,4 2 5 16,1-2-8-16,2 0 5 0,8 1-8 0,0 0 1 15,5 1 7-15,-1-2-4 0,0 1 0 0,5 1-8 16,-1 0 3-16,1 1 1 0,0-1-9 0,-1 2 5 16,1-1-4-16,-1-2 0 0,2 1-4 0,-1-1 1 15,3 2-3-15,10-4 6 0,1 2-2 0,-13 0-3 16,12 0 1-16,-13 0-8 0,16 0 5 0,-3 0-2 15,-13-1 5-15,2 4-5 0,15-5 0 0,-3 2 3 16,-12 0-7-16,11 0 0 0,-1-3-4 0,-14 3 6 16,16 0-1-16,-12-2-4 0,-1 0 5 0,1 3-4 15,-2-2-4-15,2-2 7 0,12 2-1 0,-12-1-4 16,-1 1 3-16,0 0-5 0,-2 1 5 0,0-4-3 16,3 3-1-16,-5-1 1 0,1 2 2 0,0-1 1 0,-3-3 5 15,1 3 6-15,-3 1-6 0,-1-1-2 16,-8-1 6-16,6 1-6 0,-8-1 4 0,2 0 2 15,0 2-5-15,-2-2 7 0,-3 1-2 0,-2 1 7 16,-2 1-5-16,-3-2 0 0,3 1-1 0,-3 0 4 0,3-2-3 16,-6 2 2-16,-7 0-6 0,15 0 2 15,-9-1-8-15,-6 1 3 0,0 0-3 0,10 0 2 16,-10 0-4-16,0 0 3 0,0 0-10 0,9 0-6 0,-9 0-12 16,0 0-20-16,0 0-31 0,0 0-22 0,0 0-37 15,0 0-30-15,0 0-137 0,0 0-317 0,0 0 142 16</inkml:trace>
  <inkml:trace contextRef="#ctx0" brushRef="#br0" timeOffset="48668.31">23067 10769 68 0,'0'0'86'0,"0"0"-9"0,0 0-4 0,0 0 3 16,-11-1-12-16,11 1-12 0,0 0 8 0,0 0-14 16,0 0 3-16,-10 1-1 0,10-1 4 0,0 0-2 15,0 0-5-15,0 0 4 0,-7 3 1 0,7-3-3 16,0 0 1-16,0 0-1 0,0 0-3 0,0 0 1 16,0 0-9-16,0 0 5 0,0 0-3 0,0 0 2 15,0 0 4-15,0 0-10 0,0 0 6 0,0 0-6 16,0 0 5-16,28 0-7 0,-15 0-1 0,6 0-1 0,9 0-4 15,3-1-3-15,2 1 2 0,4-3-1 16,3 4 1-16,14 1-2 0,-1 0-1 0,1 0-2 16,3-4 0-16,-3 7-7 0,2-5 5 0,1 0-3 15,1-3-1-15,1 6 2 0,-1-3-5 0,-1 2 1 0,2-4-4 16,-2 2-1-16,0 2 0 0,-1-2-3 16,0 0 2-16,-1 0-1 0,-2-2 3 0,0 2-7 0,1 0 4 15,-16 2 0-15,2-1 0 0,12-1 2 0,-1 1-1 16,-1 2-3-16,-10-6 0 0,-2 3 2 0,12 1-2 15,-12-3-4-15,12 2 5 0,-14 1 0 0,3 0 0 16,-3 1 1-16,0-2-1 0,0-2 5 16,2 1 1-16,-2 0-3 0,2 1-4 0,-2-1 0 0,0-1 4 15,1 2-3-15,1-3-1 0,1 1 6 0,-1 1-2 16,-2-2 1-16,-3 3 6 0,2-1-8 0,-1 2 1 16,-2-1 0-16,1 4 2 0,-1-2-4 0,1-2 2 15,-1 0-8-15,-1 0 6 0,2 0 3 0,-1 0-2 16,1 2-2-16,-1-4 1 0,3 2 0 0,-1 0-1 15,3-2 3-15,-3 4-4 0,1-4 4 0,-1 4 3 16,0 0-3-16,1-4-1 0,-1 4 1 0,-2-1-4 16,1-1 1-16,1 0 2 0,-5-1-1 0,2 1 0 15,1 0 3-15,-3 0 0 0,4 1-5 0,0-1 6 16,1-1-4-16,-1 1-2 0,-2 0 6 0,3-2-4 16,-2 2-2-16,1 0 2 0,-1 2 3 0,-3-2-4 15,2-2 2-15,-2 2 1 0,1 0 4 0,1 0-5 16,1-2 1-16,1 1 1 0,-1 0 2 0,1-1 0 15,1 1 1-15,-1 0-3 0,1 1 4 0,-1-3-4 0,-5 2 3 16,3 1 3-16,1-1-3 0,-5 1 4 0,2-3-1 16,0 2 0-16,0-2-6 0,1 1 4 0,-1 0-3 15,0 1 2-15,4 1 0 0,-5 0-3 16,1-1 1-16,-2 1-2 0,3-2-1 0,-2 1-2 0,0 0 4 16,0 0-6-16,1-1 8 0,0 0-4 0,-1 4 0 15,-8-2-3-15,11 0 1 0,-5 0 1 0,3 0-1 16,-2 0-2-16,-6 0 4 0,7 2-2 15,-6-1 3-15,7-2-3 0,1-1 1 0,-1 4 1 0,3-4-1 16,-4 2 3-16,0-2 3 0,-8 4-4 0,2-4 2 16,-1 1 0-16,0-1-1 0,0 0-2 0,1-3 5 15,-1 4-2-15,-1 0 1 0,3-1-5 0,-4 1 3 16,4-2 0-16,-1 2-2 0,6-2 3 0,-9 2 1 16,3-2-2-16,-1 0 2 0,-1 3-4 0,3-2 3 15,-2 2-3-15,1 0 1 0,-3-1 1 0,3 0-2 16,0-1-2-16,0 0 0 0,-1 0-1 0,1 5 3 15,-2-3-5-15,2-1 3 0,-3 1-1 0,1-2 0 16,-3 2 0-16,0 0 0 0,1 0-1 0,1 0-3 16,-1 0 3-16,0 0 2 0,-5 2-4 0,4-4 2 15,-4 2-2-15,1 2 2 0,-1-2 1 0,5-2-3 16,-4 2 3-16,5 2 0 0,-2-1-5 0,1-1 3 16,-2-1-1-16,2 1-1 0,0 0 1 0,-5 0 1 15,1-2 5-15,0 2-4 0,6-1-4 0,-3 1 5 16,1-1-4-16,1 1 4 0,0-2-6 0,-2 1 3 15,2-1-1-15,-1 4 5 0,-1-4-7 0,-2 0 10 16,2 2-7-16,0 0 0 0,-4-1 0 0,5 1-3 16,-1-1 1-16,1-2 1 0,1 3 3 0,-1-1-4 15,-1 1-2-15,-4-1 8 0,6-1-7 0,-6 2 4 0,1-1-1 16,3-3-1-16,2 1 1 0,-5 3 0 0,5-3-1 16,-2 3 5-16,-3 0-3 0,-1 0 1 15,5-4-9-15,-5 3 8 0,0 1 0 0,0-2-1 16,4 2 2-16,-3-1-1 0,0-1-2 0,4 2 1 0,-4 0 0 15,3 0 2-15,-5-2-3 0,1 0 3 0,-1 2-2 16,-1-3 1-16,1 3 0 0,-2-1-2 0,1 0 0 16,0-1 2-16,0 1-2 0,-1 1 4 0,1 0 2 15,0-1-7-15,-1 1 4 0,2 1 17 0,1-3-2 16,-2 3-2-16,-1-2 0 0,2-1-3 0,-2 2-1 16,0 0-1-16,2 0-1 0,-2-1 0 0,1 1 0 15,0-2-2-15,0 2 4 0,-1-1-5 0,1 0 0 16,-1 1-1-16,1-2-2 0,-2 2 2 15,-9 0-1-15,16 0-1 0,-7-3-2 0,-2 2 0 0,2-1 2 16,3 1-1-16,-2 1-2 0,-2-3 3 0,-8 3 3 16,14-2-3-16,-9 1 6 0,1-1 1 0,-6 2 4 15,11-1-2-15,-11 1-3 0,11-3 0 0,-11 3 0 16,8-3-2-16,-8 3 3 0,6-2-4 0,-6 2 0 16,0 0 0-16,11 0-1 0,-11 0 1 0,0 0 1 15,9-3-1-15,-9 3-2 0,0 0 1 0,9-2-4 16,-9 2 5-16,8-2-2 0,-8 2 2 0,0 0-6 15,8-1 0-15,-8 1 0 0,0 0 1 0,0 0-2 16,0 0 4-16,7-4-5 0,-7 4 2 0,0 0 4 16,0 0-5-16,0 0-2 0,0 0-18 0,0 0-18 15,0 0-20-15,0 0-28 0,0 0-29 0,0 0-29 16,0 0-31-16,0 0-24 0,0 0-25 0,0 0-148 16,0 0-405-16,0 0 179 0</inkml:trace>
  <inkml:trace contextRef="#ctx0" brushRef="#br0" timeOffset="50363.31">5320 11778 14 0,'-17'0'62'0,"8"-1"-9"0,9 1-1 16,-18 0-1-16,11 0-8 0,-2-1 2 0,9 1-5 16,-18-1-4-16,10 1-4 0,8 0 8 0,-15-2-4 15,15 2 3-15,-12 2-5 0,6-2-1 0,6 0-6 16,-10-2 10-16,10 2-1 0,0 0-1 0,-13 0 2 16,13 0-9-16,0 0-2 0,0 0 2 0,-9 0-5 15,9 0-7-15,0 0 11 0,0 0-16 0,0 0 4 16,0 0-13-16,0 0 16 0,0 0-14 0,0 0 8 15,0 0-5-15,0 0 3 0,0 0 3 0,0 0 6 16,0 0 4-16,19 13 17 0,-9-12-9 0,3 1-6 16,1 0 1-16,6 0 5 0,-1 0-2 0,2-2-4 15,6 2-2-15,-5-1-3 0,0 1 3 0,7-2 0 16,-1 1 0-16,3 1-3 0,1 0 0 0,-2-2-2 16,2 2 0-16,2-2 3 0,-2 0-6 0,1 3 4 15,0-3-5-15,-1 2 1 0,3-1-7 0,-1 0 6 16,2 2 3-16,-3-1 0 0,3 1-7 0,0-1 2 15,-3 0-2-15,3-1 7 0,1 2-9 0,1-1 6 16,0-1-3-16,-1 1-2 0,2 0 0 0,2 2 1 16,9-2-3-16,-12-2 4 0,-3 3-2 0,17-3 1 15,-13 2-5-15,11-1 4 0,-10 1-1 0,11 0-1 16,-10-1 0-16,-3 0-2 0,-1 2-2 0,0-3-1 16,0 0 1-16,2 0 6 0,-2 2-3 0,-2-2 2 15,0 2-4-15,2-2 2 0,-2 1 1 0,0 1 2 16,0 0-6-16,-1-1 3 0,3 0 3 0,2 1 5 15,-1-2 0-15,2-2 0 0,10 2 2 0,-11 2 2 16,15-5-4-16,0 0 4 0,-1 3-3 0,3-3 2 16,-1 3 0-16,0-3 1 0,0 0 0 0,2 1 3 15,-1-1-4-15,-4-2-4 0,3 5 1 0,-1-3 0 0,-1-1-3 16,-13 4 3-16,12-4-3 0,-2 1 2 16,-9 2 0-16,9 0 4 0,-10 0-6 0,12-2 4 15,-14 1-1-15,15 0 2 0,-1-2-3 0,-12 1 4 16,11 2-4-16,-13 2 2 0,1-2 0 0,0-1-1 15,14 3-4-15,-15 0 2 0,12-2 1 0,-16 1 0 0,3 0-3 16,-2 1 0-16,1 0 0 0,-4-1-2 16,0 0 7-16,0 0-9 0,-4-1 0 0,0 1 1 15,-5 0-2-15,-3 0-1 0,-1 0 1 0,1 0-1 16,-4-1 0-16,-4 1-1 0,0-1 3 0,-1 2-6 0,-5-1 4 16,-6 0 0-16,13 0 0 0,-13 0 1 15,9-1-2-15,-9 1-2 0,0 0-1 0,0 0 2 16,9-1-2-16,-9 1-10 0,0 0-7 0,0 0-19 15,0 0-17-15,0 0-14 0,0 0-23 0,0 0-40 0,0 0-16 16,0 0-29-16,0 0-126 0,0 0-327 0,-20 19 145 16</inkml:trace>
  <inkml:trace contextRef="#ctx0" brushRef="#br0" timeOffset="51741.77">10805 11854 47 0,'-8'-5'97'0,"8"5"-13"0,-6-4-1 0,6 4-12 15,0 0 5-15,-6-4-23 0,6 4-1 0,0 0-2 16,0 0-9-16,0 0-6 0,0 0 0 0,0 0-5 16,0 0-1-16,0 0 2 0,0 0-3 0,0 0 5 15,25 2 2-15,-15-2-5 0,3 2 4 0,1-1-6 16,4 2 6-16,-1-1-10 0,1 1 7 0,2-2-4 16,-1 0 6-16,2 2-3 0,0 0-2 0,0-2-3 15,-2 1 4-15,4 0-2 0,-4 0 8 0,4-2-9 0,-2 2 7 16,8-1-2-16,3 2 4 0,2-3 4 15,4 0-1-15,13 0 2 0,-12 0-4 0,12 0 2 16,-1 2-6-16,3-2-4 0,-15 0 0 0,13 2 1 16,0-3 7-16,3 4-2 0,2-3-7 0,0 0-2 0,-1 1 0 15,5 2-2-15,-1-3 0 0,5 1-2 16,0 0 6-16,-2-2-8 0,3 1 0 0,-2 1-1 16,0-1-2-16,0 2 0 0,2-2 0 0,0 0 1 15,2 0 0-15,23 2 3 0,-31-3-2 0,5 1-3 0,-3 2-1 16,2 0-3-16,2-2 4 0,0 0-1 15,1 0-1-15,-3 0 0 0,0 3 0 0,0-3 1 0,2 1-4 16,-3-2-3-16,1 2 5 0,-2-1 1 16,-2 0-2-16,1 2-5 0,1-2 1 0,-3 1 3 0,-3-1-1 15,0 2 1-15,1-1-2 0,-2-1 1 0,3 0-3 16,-6 1 2-16,1-1 0 0,2 0 0 0,2-1 2 16,-7-2-1-16,5 3-1 0,-2 0-2 0,1-1 2 15,1 1-1-15,0-3 0 0,0 2 2 0,-3 1-5 16,1 0 0-16,-1-2 2 0,1-1 2 15,-1 3-5-15,4-1 4 0,-5-2-1 0,-10 3-4 16,14-3 2-16,-2 1-1 0,1-2 1 0,-14 1 1 0,13 0 0 16,-1-1-1-16,3-1 0 0,2 2-2 15,-3-2 8-15,1 3-8 0,0-2-1 0,1 0 2 0,-4 2 5 16,1-4-5-16,-11 4-3 0,10-4 3 0,4 1 2 16,-4 2-1-16,0-4-1 0,2 3 2 0,-2-1-1 15,-14 1 1-15,18-2-2 0,-3 1 0 16,-1 2 1-16,0-1-3 0,2 2 4 0,1-3-2 0,-14 2-4 15,13 1 5-15,-1-1 0 0,-13 0-3 0,16-2 4 16,-2 2-3-16,-2-1 3 0,-12 2 0 0,0 0 0 16,1 0 2-16,1 0-4 0,-2 0 2 0,0 0-1 15,1 2 0-15,-2-2 0 0,-3-1 5 0,0 2-2 16,-2-1 1-16,1-1 1 0,-5 3 0 0,0-3-3 16,-1 2 1-16,2-1-1 0,-1 2 0 0,-1-2 3 15,0 2-3-15,-8 0-2 0,0 0 0 0,-2-1 7 16,2 1-7-16,-2-2 0 0,-1 2 2 0,-4 0-3 15,-2-2 4-15,1 2 1 0,0 0 8 0,0 0 4 16,-3-1 2-16,-9 1-2 0,14 0 2 0,-8 0 3 16,-6 0-1-16,11-2-1 0,-11 2 1 0,10 0 1 15,-10 0-2-15,0 0-6 0,10 0-2 0,-10 0-2 16,0 0 3-16,0 0-6 0,0 0 0 0,0 0-1 16,0 0-1-16,0 0 0 0,9 0-3 0,-9 0-2 15,0 0 1-15,0 0-1 0,0 0 2 0,0 0 1 16,0 0 0-16,0 0-1 0,0 0 0 0,0 0 4 0,0 0 3 15,0 0-7-15,0 0 4 0,0 0 5 0,0 0-3 16,0 0 0-16,0 0 3 0,0 0 1 16,0 0-2-16,0 0-5 0,0 0 1 0,0 0-1 15,0 0-4-15,0 0 3 0,0 0-3 0,8 2 4 0,-8-2-6 16,0 0 0-16,0 0-3 0,0 0 2 16,0 0 3-16,0 0-4 0,0 0 2 0,0 0 2 15,0 0-3-15,0 0 0 0,0 0-2 0,0 0 1 0,0 0 2 16,0 0-4-16,0 0-3 0,0 0-4 15,0 0 2-15,0 0-3 0,0 0-5 0,0 0-1 0,0 0-1 16,0 0 0-16,0 0 0 0,0 0-3 0,0 0-1 16,0 0-3-16,0 0 2 0,0 0-3 0,0 0-1 15,0 0-7-15,0 0-2 0,0 0-1 0,0 0-4 16,0 0-1-16,0 0-5 0,0 0-5 0,0 0 3 16,0 0-2-16,0 0 2 0,0 0-2 15,0 0-5-15,0 0-3 0,-13-19-5 0,13 19-1 16,0 0-14-16,0 0-8 0,-7-3-4 0,7 3-13 0,0 0 4 15,0 0-4-15,-7-3-12 0,7 3 3 0,0 0-14 16,0 0-1-16,-8-3-11 0,8 3-73 0,0 0-227 16,0 0 101-16</inkml:trace>
  <inkml:trace contextRef="#ctx0" brushRef="#br0" timeOffset="77170.13">18767 13863 42 0,'0'0'49'0,"0"0"2"0,0 0-8 0,0 0 0 15,0 0-4-15,0 0 3 0,0 0 3 0,0 0 2 16,27 3-12-16,-16-4-3 0,3 1 4 0,3-3-5 16,2 4 1-16,1-2 0 0,7-1 0 0,2 2-5 0,1-1-4 15,1 0-9-15,-2 1 8 0,3 0 1 16,1-1 0-16,2-1-7 0,-2 2 7 0,4 0-9 15,-1 0 3-15,3 2-3 0,0-4-13 0,0 1 10 16,1 1 2-16,0-2 4 0,12 0-6 0,-15 2-8 0,1 0 7 16,2 0-3-16,11-1 4 0,-11-1-7 0,-1 0 7 15,12 1-16-15,-11 1 22 0,0-4-7 0,-1 4 8 16,0-3-7-16,-2 3 2 0,2-1-1 0,11-1 7 16,-10 1 3-16,-2-2-4 0,13 3-4 0,0-2 1 15,-12-3 1-15,12 3-2 0,4-1 3 0,-4 3-3 16,-10-2 0-16,11-1 3 0,1 1 0 0,0-1-8 15,-14 2 8-15,14-1-7 0,0-2 2 0,-14 3-3 16,14-1-1-16,-15-1 3 0,12 1-6 0,1-1 3 16,0-1-2-16,-12 0 9 0,13-1-10 0,-2 1 4 15,2 2-2-15,0-3 6 0,0 3-2 0,0-3 1 16,-12 3-8-16,15-2 11 0,0 0-13 0,-3 0 12 16,-14 0-2-16,15 0-3 0,-14 1-2 0,12 1 4 15,-16 0 2-15,16-1-3 0,0-1 7 0,-12 2 5 16,-1-1-4-16,16 3 1 0,-14-4-6 0,13 1-1 15,1 1 4-15,-1 0-4 0,3 0 6 0,-4 0-2 0,0 0 2 16,0-1-6-16,1 2 5 0,2-1-1 16,-4-1-4-16,4 0 3 0,-4 3-3 0,4-3 7 15,0 2-7-15,-3-2 2 0,6 1 3 0,-3 1-4 0,1 1-4 16,0-3-3-16,0 3 3 0,1-1-1 0,-1-2 0 16,1 0-1-16,0 2 5 0,0-4-1 0,-1 4-1 15,3-1-1-15,0-3 4 0,-2 3-5 16,-2-1 6-16,0 0-6 0,1 0 1 0,1 2-1 0,-3 1-2 15,-1-6 7-15,-1 3-3 0,-11 1-7 16,-3-3 0-16,2 3 3 0,10 0 1 0,-13-2-6 16,2 4 6-16,-2-2-3 0,-4 0-3 0,1 0 4 15,0 0-7-15,-1 2-13 0,-2-2-21 0,3 1-18 0,-6 0-20 16,4 1-15-16,0-2-16 0,-1 2-31 0,3 0-119 16,-4 0-275-16,4-1 121 0</inkml:trace>
  <inkml:trace contextRef="#ctx0" brushRef="#br0" timeOffset="78095.12">25833 13677 3 0,'0'0'88'0,"0"0"-2"0,0 0 0 0,0 0-8 0,0 0-8 15,0 0-3-15,0 0-5 0,10-9-1 0,-10 9 6 16,14-3-16-16,-5 1 7 0,0 1-6 0,5 1 2 16,-1-2-4-16,-2 1-4 0,7 0-4 0,0-2 1 0,0 2 2 15,2-2-3-15,3 2-6 0,3 0-2 16,-3 0-5-16,6 0-3 0,1 0-7 0,-1-1 8 15,2 4-1-15,1-2-1 0,-1 0 5 0,3 0-8 16,-1 0 3-16,3 1-2 0,1-1 4 0,-1 2-9 16,3-1 2-16,-1 2-9 0,14-2 12 0,-14 2 3 15,3-2-2-15,11-1 1 0,-11 2-2 0,9 0 3 0,-14-2-5 16,6 1 2-16,-5 1-3 0,4 1 0 16,-3-3-1-16,3 0 0 0,-4 1 1 0,-1 2 4 15,18 1-2-15,-20-4 2 0,4-1-6 0,14 5 3 0,-12-4-4 16,1 1-2-16,-3 1-2 0,2-2-2 15,-2 2 0-15,1 0 3 0,-3-1-5 0,0 1 0 16,-3-1 1-16,-1 0-3 0,-3 2 5 0,-2-3-8 16,4 1 2-16,-5 1 5 0,3-2-1 0,-10-2 0 0,10 2-6 15,-1 2 3-15,0-2-2 0,-7 0 5 0,7-3-7 16,-9 3 8-16,3 0-4 0,0-2 0 0,-3 1-1 16,10 0 0-16,-10 0-1 0,0-2 3 0,3 3-2 15,-1-1 0-15,-3 0 12 0,11 1 2 0,-7-2-3 16,-1 2-2-16,8-3 0 0,-9 3-4 0,3 0 1 15,4 1-3-15,-5-2 1 0,-4 1 4 0,5 0-6 16,-2 3-4-16,-2-3 8 0,2 0-8 0,-1 2-1 16,0-4-1-16,0 4 2 0,-1-1 3 0,-2 0-6 15,4 2-1-15,-4-2 2 0,5-1-1 0,-3 1 4 16,1 2-5-16,-2 0 2 0,0-2 1 0,-1-1-4 16,0 0 3-16,3 1-2 0,-2 1 1 0,2-2 1 15,0 2-2-15,1 0 2 0,1 1-1 0,-2 0 1 16,-1-3 0-16,3 0-1 0,-1 0-1 0,0 0 5 15,-2 0-1-15,3 2 1 0,-1-4-3 0,-1 2 3 16,1 0 1-16,0 2 0 0,0-1 1 0,-2 0-2 16,1-2-2-16,-2 1 4 0,3-1 0 0,-3 1-5 15,-2 1-1-15,-3-2 5 0,0 1 0 0,-2-2-1 16,2 2 2-16,-5 0-5 0,-8 0 3 0,15 0-2 16,-7 0 1-16,-8 0 0 0,11-2-1 0,-11 2 1 15,9 0-4-15,-9 0-8 0,0 0-10 0,9 0-19 16,-9 0-26-16,0 0-26 0,0 0-40 0,7-4-38 15,-7 4-17-15,0 0-123 0,0 0-331 0,0 0 147 16</inkml:trace>
  <inkml:trace contextRef="#ctx0" brushRef="#br0" timeOffset="79617.39">5058 14815 26 0,'-7'-4'75'0,"7"4"-7"0,0 0-2 0,0 0-8 16,0 0-8-16,0 0-3 0,0 0-7 0,0 0 0 15,0 0-1-15,0 0-11 0,0 0 1 0,0 0-6 16,0 0 2-16,0 0 2 0,0 0 5 0,0 0-5 0,0 0 4 16,0 0-7-16,0 0 12 0,0 0-10 0,29 10 13 15,-19-9-12-15,2 1 2 0,5 0 3 16,2-2 1-16,1 3-8 0,1-2 0 0,9 2 1 15,0 0 5-15,1-2-8 0,0 2-6 0,3-2-1 16,1 1 4-16,2 0-4 0,-3 1 1 0,1 0 1 0,1 0-4 16,1 2-5-16,1-2 10 0,-1-1-14 15,14 0 15-15,3-1-5 0,-3 4 6 0,0-2-5 16,1 1 0-16,3-1-1 0,0 1 6 0,3 1-6 16,1-1 0-16,1 0 4 0,4 0-3 0,2 1 10 15,-5-1-10-15,6-3-2 0,25 4 6 0,-32-3-5 16,5 1 3-16,26 1-3 0,-27-2 2 0,26 4 0 15,-24-5-3-15,24 1 2 0,0-2 0 0,-26 2 0 16,25 2 0-16,-24-1 1 0,27-2 1 0,-25 2 4 16,29-4-5-16,-2 8-3 0,0-5 0 0,-2 1-4 15,-26-1 6-15,31 0 3 0,-2 2-3 0,-2-1 0 16,0 3 1-16,1-3 0 0,-2-1-2 0,-2 3 0 0,2 0 0 16,-1 3-1-16,-23-6 6 0,28 1 1 15,-4 5-5-15,-2-1 3 0,1 0 0 0,-24-5 0 16,31 3 0-16,1 4-2 0,-5-3-2 0,1 1-1 15,-3-3 0-15,1 0 5 0,0-1-9 0,4 0 3 16,-3-2 4-16,3 2-5 0,2-3 3 0,-3 1-2 0,3-1 0 16,-2 0-1-16,-5-1 3 0,1 1 4 0,-25 1 0 15,28-3-2-15,-6 0 3 0,-24 2-2 0,24 2-2 16,0-2 5-16,-26 0-7 0,1 2 6 16,0 0 0-16,26-2 3 0,-31 3 3 0,3-3-7 15,0 0 6-15,1 2-7 0,-1-1-1 0,0 0-1 16,0-1-2-16,0 0 0 0,-5 2-2 0,3-4-1 15,-6 2 1-15,-15 0-1 0,11 0 1 0,-15 0-5 0,-2 0 5 16,-3-1 0-16,-2 0 6 0,-6 1-7 16,-3 0 4-16,0-1 5 0,-9 0 3 0,3-1 0 15,-5 1 5-15,-9 1 4 0,12 0 0 0,-12 0 2 16,9 0-3-16,-9 0-1 0,10-2 1 0,-10 2-6 16,0 0-2-16,10 0-1 0,-10 0 4 0,0 0-5 0,0 0-5 15,0 0 3-15,0 0-7 0,8 2 0 16,-8-2 1-16,0 0-4 0,0 0 2 0,0 0-3 15,0 0-7-15,0 0-17 0,0 0-22 0,0 0-30 16,0 0-43-16,0 0-58 0,0 0-64 0,0 0-208 16,0 0-477-16,0 0 211 0</inkml:trace>
  <inkml:trace contextRef="#ctx0" brushRef="#br0" timeOffset="99982.34">13932 17789 12 0,'0'0'16'0,"0"0"6"0,0 0-5 0,-19-4 17 16,19 4-10-16,0 0-1 0,-14-5-5 0,14 5 4 15,0 0-2-15,-7-4-3 0,7 4 12 0,0 0-9 16,0 0-3-16,-9-3 9 0,9 3-9 0,0 0 3 16,0 0-11-16,0 0 9 0,0 0-4 0,0 0-6 15,0 0 11-15,0 0-10 0,0 0 9 0,0 0-12 0,0 0 6 16,0 0-2-16,0 0-4 0,0 0 6 15,0 0-3-15,0 0-6 0,28-8 10 0,-15 8-7 16,1 0 5-16,3-2 1 0,4 2 2 0,-2-1 5 16,4 1-10-16,4-2 8 0,2 2-4 0,3 1 4 15,-1-1 6-15,2 0-6 0,-1-3-3 0,0 6 2 16,4-4-4-16,-3 2-3 0,1 0 16 0,-2-1-18 16,1 0 9-16,1 1-7 0,4 1 13 0,-2-4-2 15,2 4-4-15,1-2-1 0,-1 0-9 0,-1 1 12 16,2 0 0-16,1-1 0 0,-2 0 1 0,2 0 5 15,-2 1-2-15,16-1 1 0,-16 2 1 16,15-2-7-16,-19 3-2 0,21-5-1 0,-15 2 7 16,15 0-2-16,-3 0-5 0,-2-1-3 0,3 4 7 15,-1-3 1-15,-12 0-2 0,12 0 10 0,-1 1-10 16,1-1 1-16,-12 1 2 0,1-1-2 0,10-2 0 16,-12 3 1-16,0 0-5 0,13-1 0 0,-16 2 10 15,2-4-6-15,1 4-1 0,-1-2-6 0,-1 3 4 16,2-4-1-16,-2 1 0 0,1 1 3 0,3-2-6 15,-3-1 7-15,1 5-7 0,0-3-2 0,-1-1 8 16,1 1-6-16,-3-2 0 0,-2 1 1 0,-2-1-1 16,0 1 0-16,-4-1 0 0,-9 1-5 0,3-2 5 15,-5 2 2-15,-3 0-9 0,-3-1 9 0,-1 2-4 16,-10 0 2-16,16-1-5 0,-16 1 7 0,9-4-3 16,-9 4-2-16,0 0 6 0,0 0-7 0,15 4-6 15,-15-4 9-15,0 0-2 0,0 0-3 0,0 0-5 16,0 0-5-16,0 0-17 0,0 0-20 0,0 0-16 15,0 0-20-15,0 0-26 0,0 0-25 16,0 0-94-16,-42-1-241 0,42 1 107 0</inkml:trace>
  <inkml:trace contextRef="#ctx0" brushRef="#br0" timeOffset="101000.83">17468 17801 19 0,'0'0'65'0,"0"0"-4"16,0 0 3-16,0 0-5 0,0 0-3 0,0 0 2 16,-9-4-6-16,9 4 3 0,0 0-4 0,0 0 3 15,0 0-2-15,0 0 7 0,0 0-14 0,0 0 8 16,0 0 8-16,0 0-6 0,0 0 6 0,0 0-8 16,0 0-2-16,0 0-8 0,0 0-8 0,30-16-3 15,-12 14-4-15,9-4-3 0,4 3-1 0,0-2-4 16,2 2 3-16,7-2 2 0,-2 3-10 0,15-5 4 15,-2 0-4-15,-13 3 0 0,-2-1 2 0,1 0 0 16,1 0 7-16,-1 3-4 0,-1-2-6 0,-5 0-1 16,2 0 2-16,-2-1 2 0,-12 1-3 0,1 2 5 15,-2 0-4-15,-4-2 13 0,-2 3 0 0,-2 0 0 16,-10 1 5-16,13-2 4 0,-13 2-1 0,10-1-3 16,-10 1 4-16,0 0 0 0,0 0-7 0,14-2 0 15,-14 2-2-15,0 0-6 0,0 0-4 0,0 0 0 16,0 0 0-16,0 0-9 0,8-4-7 15,-8 4-4-15,0 0-18 0,0 0-22 0,0 0-17 16,0 0-27-16,0 0-19 0,0 0-27 0,0 0-23 16,0 0-89-16,0 0-263 0,0 0 117 0</inkml:trace>
</inkml:ink>
</file>

<file path=ppt/ink/ink1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29:14.152"/>
    </inkml:context>
    <inkml:brush xml:id="br0">
      <inkml:brushProperty name="width" value="0.05292" units="cm"/>
      <inkml:brushProperty name="height" value="0.05292" units="cm"/>
      <inkml:brushProperty name="color" value="#FF0000"/>
    </inkml:brush>
  </inkml:definitions>
  <inkml:trace contextRef="#ctx0" brushRef="#br0">21822 9594 49 0,'0'0'52'0,"0"0"-10"15,0 0-2-15,0 0 0 0,0 0-7 0,0 0 0 16,0 0-4-16,0 0-5 0,0 0 2 0,0 0-7 15,0 0-2-15,0 0-3 0,0 0 1 0,0 0-2 16,0 0 2-16,0 0-4 0,0 0-2 0,0 0-3 16,0 0 1-16,0 0 0 0,0 0-6 0,0 0 9 15,0 0-7-15,0 0 2 0,0 0-5 0,0 0 0 16,0 0 3-16,0 0 1 0,0 0-2 0,0 0 3 16,0 0-3-16,0 0 1 0,0 0 3 0,0 0-6 15,0 0 6-15,0 0-7 0,0 0-3 16,0 0 3-16,0 0 2 0,0 0 0 0,0 0-4 0,0 0 3 15,0 0 0-15,0 0-1 0,0 0 1 0,0 0 2 16,0 0-4-16,0 0 5 0,0 0 0 0,0 0-3 16,0 0-4-16,0 0 7 0,0 0-6 0,0 0 2 15,0 0 0-15,0 0 4 0,0 0-7 0,0 0 6 16,0 0-2-16,0 0-4 0,0 0 4 0,0 0 0 16,0 0-4-16,0 0 6 0,0 0 0 0,0 0-10 15,0 0-1-15,0 0-1 0,0 0 0 0,0 0 1 16,0 0 0-16,0 0-1 0,0 0 7 0,0 0 0 15,0 0-2-15,0 0-1 0,0 0 1 0,0 0-4 16,0 0 5-16,0 0-3 0,0 0 4 0,0 0-1 16,0 0-3-16,0 0 11 0,0 0-8 0,0 0 2 15,0 0-2-15,0 0-3 0,0 0 8 0,0 0 3 16,0 0-5-16,0 0 4 0,0 0-5 0,0 0-1 16,0 0-2-16,0 0 3 0,0 0 4 0,0 0-1 15,0 0-6-15,0 0 5 0,0 0-1 0,0 0 0 16,0 0 1-16,0 0 5 0,0 0-4 0,0 0 2 0,0 0 2 15,0 0-3-15,0 0 1 0,0 0-7 16,0 0 7-16,0 0-5 0,0 0 2 0,0 0-2 16,0 0 0-16,0 0 4 0,0 0-3 0,0 0-1 15,0 0-1-15,0 0-1 0,0 0 4 0,0 0-1 16,0 0 3-16,0 0-1 0,0 0-5 0,0 0 6 0,0 0 0 16,0 0 5-16,0 0-10 0,0 0 7 15,0 0-10-15,0 0 12 0,0 0-10 0,0 0 3 16,0 0 0-16,0 0 1 0,0 0-1 0,0 0-5 15,0 0-7-15,0 0 2 0,0 0-10 0,0 0 0 0,0 0-10 16,0 0-20-16,0 0-54 0,0 0 25 0</inkml:trace>
  <inkml:trace contextRef="#ctx0" brushRef="#br0" timeOffset="25192.52">14153 17525 43 0,'0'0'47'0,"0"0"-8"15,0 0 6-15,0 0-11 0,0 0-3 0,0 0-5 16,0 0-7-16,0 0-11 0,0 0-9 0,0 0-6 16,0 0-19-16,0 0-17 0,0 0-48 0,0 0 22 15</inkml:trace>
  <inkml:trace contextRef="#ctx0" brushRef="#br0" timeOffset="25905.22">16194 17760 36 0,'0'0'99'0,"0"0"-16"0,0 0 0 0,0 0-13 16,0 0-8-16,0 0-4 0,0 0-11 0,0 0-8 15,0 0-1-15,0 0 1 0,0 0 4 0,0 0 0 16,0 0-11-16,0 0 4 0,0 0-3 15,0 0 1-15,0 0-9 0,0 0 13 0,0 0-1 16,0 0 4-16,0 0-14 0,0 0 9 0,0 0-6 16,0 0 7-16,0 0-7 0,0 0-6 0,0 0 14 15,0 0-10-15,0 0-6 0,0 0 5 0,0 0-13 16,0 0 6-16,0 0 5 0,0 0-17 0,0 0 6 16,0 0-7-16,0 0-3 0,0 0 5 0,0 0 0 15,0 0-2-15,0 0-1 0,0 0-3 0,0 0 0 16,0 0 3-16,0 0 3 0,0 0-7 0,0 0 2 15,0 0 2-15,0 0-5 0,0 0-3 0,0 0 0 16,0 0-16-16,0 0 2 0,0 0-23 0,0 0 4 16,0 0-17-16,0 0-22 0,0 0-17 0,0 0-17 15,0 0-65-15,0 0-187 0,0 0 83 0</inkml:trace>
  <inkml:trace contextRef="#ctx0" brushRef="#br0" timeOffset="27105.64">17991 17437 55 0,'0'0'81'0,"0"0"-9"0,0 0-1 15,0 0-11-15,0 0 1 0,0 0-3 16,0 0-5-16,0 0-1 0,0 0 4 0,0 0-9 16,0 0 1-16,0 0 1 0,0 0-15 0,0 0 9 15,0 0-1-15,0 0-4 0,0 0-8 0,0 0 5 16,0 0 4-16,0 0-7 0,0 0 1 0,0 0-9 15,0 0 10-15,0 0-6 0,0 0-10 0,0 0 1 16,0 0 13-16,0 0-5 0,0 0 0 0,0 0-1 16,0 0 4-16,0 0-2 0,0 0-1 0,0 0 4 15,0 0-6-15,0 0 3 0,0 0 0 0,0 0-9 16,0 0 3-16,0 0 0 0,0 0-3 0,0 0-1 16,0 0-6-16,0 0-3 0,0 0 5 0,0 0-6 15,0 0 3-15,0 0-3 0,0 0 0 0,0 0-9 16,0 0 10-16,0-12-1 0,0 12-6 0,0 0 0 15,0 0 1-15,1-5 2 0,-1 5-4 0,0 0 5 16,0 0-2-16,0 0-6 0,0 0 5 0,0 0-2 16,0 0 1-16,0 0 5 0,0 0 9 0,0 0-1 15,0 0 3-15,0 0 2 0,0 0 0 0,0 0 4 16,0 0 2-16,0 0-4 0,0 0 1 0,0 0 1 16,0 0-5-16,0 0 2 0,0 0 25 0,0 0-6 15,0 0-1-15,0 0-6 0,0 0-4 0,0 0 2 16,0 0-7-16,0 0 3 0,0 0-10 15,0 0 2-15,0 0-9 0,0 0 4 0,0 0-5 16,0 0 1-16,0 0-2 0,0 0-2 0,0 0 2 16,0 0-2-16,0 0 2 0,0 0-5 0,0 0 2 0,0 0-1 15,0 0 1-15,0 0 1 0,0 0-5 0,0 0 2 16,17 10 1-16,-17-10-2 0,0 0 2 16,10 0-8-16,-10 0-6 0,14-4-14 0,-14 4-14 15,14-11-10-15,-6 2-14 0,6-3-12 0,0-5-24 16,1-2-25-16,6-4-16 0,-1-3-34 0,1 3-97 15,-3-2-292-15,3-3 130 0</inkml:trace>
</inkml:ink>
</file>

<file path=ppt/ink/ink1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14:47.016"/>
    </inkml:context>
    <inkml:brush xml:id="br0">
      <inkml:brushProperty name="width" value="0.05292" units="cm"/>
      <inkml:brushProperty name="height" value="0.05292" units="cm"/>
      <inkml:brushProperty name="color" value="#FF0000"/>
    </inkml:brush>
  </inkml:definitions>
  <inkml:trace contextRef="#ctx0" brushRef="#br0">19412 7025 40 0,'0'0'33'0,"1"-7"-2"0,-1 7-6 0,0 0 1 15,0 0-2-15,0 0-1 0,0 0-5 0,0 0-3 16,0 0-4-16,0 0 6 0,0 0-8 0,0 0-3 16,0 0-3-16,2-7 5 0,-2 7 4 0,0 0-4 15,0 0-2-15,0 0 0 0,0 0 4 0,0 0-9 16,0 0 4-16,0 0 0 0,0 0-4 0,0 0 5 15,0 0-1-15,0 0-8 0,0 0 10 0,0 0-5 16,0 0-2-16,0 0 0 0,0 0 7 0,0 0-6 16,0 0 0-16,0 0 1 0,0 0 2 0,0 0-5 15,0 0 4-15,-2-12-4 0,2 12 7 0,0 0 0 16,0 0 0-16,0 0-1 0,0 0 3 0,0 0-7 16,-2-8 1-16,2 8 1 0,0 0 3 0,0 0-6 15,0 0 3-15,0 0 0 0,0 0-1 0,0 0-6 16,0 0-3-16,-3-8-3 0,3 8 5 0,0 0-10 15,0 0-9-15,0 0-6 0,0 0-26 0,-14 12-59 16,14-12 26-16</inkml:trace>
  <inkml:trace contextRef="#ctx0" brushRef="#br0" timeOffset="4878.04">4667 8060 13 0,'0'0'79'16,"0"0"0"-16,-5-8-14 0,5 8-1 0,0 0-9 15,-4-6-4-15,4 6-7 0,0 0 4 0,0 0-8 16,0-8-11-16,0 8 2 0,0 0-4 0,0 0-6 16,0 0 1-16,0 0-1 0,0 0-4 0,2-10-5 15,-2 10 1-15,0 0-3 0,0 0 6 0,9-3-16 16,-9 3 8-16,8-2 21 0,-8 2-22 0,10 0-5 16,-10 0 2-16,14-1-3 0,-6 1 4 0,1 0 0 15,2-2-3-15,0 4 5 0,-1-2-9 0,1 0-2 16,2 0 5-16,-3 0 4 0,10 0-2 0,-3 0 3 15,4 0-8-15,-1 1 6 0,10-1-10 0,-2 0 4 16,2 0 11-16,-1 4 2 0,1-4-8 0,0 1-3 16,-1 0-7-16,2 3 11 0,2-2 1 15,0-2 1-15,0 4-8 0,2-1 10 0,2-1 0 16,0 0-7-16,0 0 6 0,-1 1-4 0,1 0 1 0,-1-3-2 16,1 3 4-16,-1 1-4 0,1-2-3 0,-3-2 5 15,3 4-4-15,0-1 6 0,-2-2 2 0,2 2 7 16,2 0-13-16,-1 1 12 0,-3 0-10 0,4 1 0 15,-1-2-3-15,-2-1 2 0,1-2 2 0,-3 1 4 16,1 2-6-16,1-2-3 0,-3 2 7 16,3-2-1-16,-4 1 2 0,-1 1 0 0,1-1 12 15,3 0-2-15,-2-2-1 0,2 0 4 0,1 0 10 0,-2 1-15 16,6 1 7-16,-2-4-13 0,13 2 7 0,-1 0-1 16,-12-1 1-16,1-1 1 0,11 0-8 15,2 3 5-15,-15-1-11 0,14 1 12 0,-13-2-5 0,15 2 1 16,-15 1-2-16,14-2 2 0,-13-2 2 15,13 1-3-15,-12 1 1 0,-2 0 2 0,16 1-2 0,-14-2 1 16,12 4-1-16,-1-2-1 0,2-1 8 0,-4 0-7 16,6 0 5-16,-5 1-3 0,2 1-4 0,2 0-5 15,1-2 4-15,0 1 2 0,1-2 2 0,3-1 6 16,0 2-3-16,0-1 8 0,1 1-5 0,2 0 0 16,5-1-1-16,-2 1 7 0,2 1-10 0,-2-1 4 15,32 0-12-15,-33 1 0 0,2-4 8 0,23 6-5 16,-25-2 3-16,2 0 0 0,24 3 4 0,-27-3-9 15,29-1 6-15,-28 1-3 0,29 0 0 0,-28 1 0 16,29 1 3-16,-32-1-5 0,29-3 3 16,-28 4-4-16,1-2-2 0,2 1 2 0,27-1 3 0,-29 3-1 15,27-1 3-15,-30-2-4 0,30 4 6 0,-27-3 1 16,25-4-8-16,-26 4-5 0,1-2 8 0,1 1 1 16,27-2-2-16,-27 1-3 0,25 0 4 0,-26 0-9 15,28-2 10-15,-30 2 1 0,3 0-1 0,26 0-2 16,-28 2 0-16,-2-1 0 0,0-1 1 0,2 2-2 15,-3-1-2-15,3 2-2 0,-2-3-2 0,-2-1 3 16,1 1-1-16,-2-1 1 0,2 1 2 0,-3 0-4 16,-1 4 3-16,3-3-4 0,-3-4 6 0,-2 3-2 15,-5-1-1-15,-11 1-5 0,1-1 1 0,-1 1-4 16,2-1 2-16,-4 0 2 0,3 1-4 0,-4-2 1 16,-3 1 4-16,3 2-4 0,-3-1 0 0,-3-1 2 15,0 2-7-15,-8-2-9 0,1 1-2 0,0 1-28 16,-1-1-17-16,-3 2-14 0,4-2-17 0,-3 0-28 15,-4 2-12-15,-1-2-16 0,-1 0-99 16,0 1-268-16,1-1 119 0</inkml:trace>
  <inkml:trace contextRef="#ctx0" brushRef="#br0" timeOffset="5749.87">13327 8199 89 0,'-12'-3'105'0,"12"3"-9"16,0 0-9-16,0 0-6 0,-9-3-10 15,9 3-12-15,0 0-2 0,0 0-7 0,0 0 0 0,0 0-6 16,0 0 1-16,0 0-1 0,0 0-10 0,0 0-11 16,0 0-3-16,0 0-5 0,27 17 7 0,-27-17-3 15,25 7-1-15,-8-5-2 0,-3 3 5 0,4-1-3 16,2-3 10-16,1 5-5 0,-1-5 4 15,9 4 10-15,2 0-9 0,-2-1 1 0,5-1 10 16,2-1 3-16,1-1-17 0,1 1 6 0,14 1 6 0,0-1-11 16,-1 2-4-16,-13-3-3 0,13 1 0 0,-2 0-1 15,3 1 0-15,0 0 1 0,-12 1-2 0,15 0 3 16,1-2-1-16,4 2 6 0,-4-1-3 0,5 1-4 16,-1-2 7-16,1 0-5 0,5-2 0 0,-1 1 5 15,0 2 5-15,2-1-3 0,-2-1-8 0,2 0 10 16,25-3-17-16,-27 4 11 0,0-2-3 0,25 0 6 15,-26 3-6-15,2-2 0 0,26-1 4 0,-29 0 3 16,1 2-10-16,26 0 2 0,-25-2 0 0,-2 1 4 16,4-1-6-16,25 0-3 0,-3 2 3 0,-25-2-2 15,27 0-2-15,-27-2 3 0,28 1-3 0,-30-1 2 16,3 1-1-16,26 2 1 0,-32-2-8 0,2-1 3 16,5 2 3-16,-3-1-3 0,28-2 0 0,-29 2 1 15,1-1 0-15,1-1 4 0,0 3-4 0,1-1-1 16,2-1 0-16,-5 0 1 0,0-1-1 0,-5 0-6 15,2 3 5-15,0-5-1 0,-3 3 2 0,3 2 1 16,-4-3-3-16,2 4 2 0,-4-3-4 0,0 1 0 16,1-2-1-16,-3 0 1 0,2 3-5 0,-15-1 5 15,13 0-1-15,-14 0 2 0,0 2-1 0,3-2-1 16,-3-1-2-16,0 2 3 0,0-3-1 0,-4 3 1 16,4 1-2-16,-2-1 3 0,-3-1-6 0,-4-1 8 15,0 0-5-15,-2 3 4 0,-6-2-5 0,2 2 5 16,-9-1-2-16,7 0-1 0,-7 0 1 0,-1 0-2 15,-1 0-2-15,-11 0 1 0,18-1 1 0,-18 1 1 16,10 0 0-16,-10 0 2 0,0 0 7 0,11 1 0 16,-11-1 5-16,0 0 3 0,0 0 1 0,0 0 2 15,0 0-3-15,0 0 1 0,0 0-7 0,14 1 0 16,-14-1-1-16,0 0-2 0,0 0-1 0,0 0-3 16,0 0 0-16,0 0 2 0,0 0 0 0,0 0-3 15,0 0-11-15,0 0-17 0,0 0-14 0,0 0-22 16,0 0-26-16,0 0-20 0,0 0-24 0,0 0-29 15,0 0-25-15,0 0-10 0,0 0-141 0,0 0-358 16,0 0 158-16</inkml:trace>
  <inkml:trace contextRef="#ctx0" brushRef="#br0" timeOffset="36679.57">14106 15424 27 0,'0'0'63'0,"0"0"-1"0,4 6 5 0,-4-6-6 15,0 0-3-15,0 0-10 0,0 0 5 0,0 0-8 16,6 3 3-16,-6-3 0 0,0 0 7 0,0 0 5 16,0 0-4-16,6 7 8 0,-6-7-10 15,0 0-6-15,2 4 3 0,-2-4-3 0,0 0 5 0,5 8-1 16,-5-8-3-16,1 11 5 0,-1-7-1 0,0-4-8 15,1 13-11-15,1-7 1 0,-2 1-5 0,0-7-1 16,0 10-2-16,0-10 1 0,0 13 1 0,0-13-9 16,-2 11-3-16,4-5 0 0,-2-6 3 0,2 8-3 15,-2-8-1-15,2 8 5 0,-2-8-3 0,0 0 2 16,0 8 6-16,0-8 9 0,0 0-4 0,0 0-2 16,0 0-3-16,0 0 0 0,0 0-1 0,0 0 1 15,21-9-6-15,-11 1 2 0,7-5 1 0,2-2-2 16,6-2-2-16,2-2 8 0,2 1-5 0,-1-3-3 15,5 2 2-15,-1-3 1 0,10-6-8 0,-8 8 8 16,9-8 3-16,-1 4-3 0,-8 4-1 0,1 2 5 16,9-5-3-16,-13 7 8 0,3 1 1 0,-1 1 2 15,-2 1 1-15,-1-1 1 0,-3 4 9 0,2 0-9 16,-9 1 4-16,-1 1-5 0,-1 1-6 0,-7 1 2 16,0 1-5-16,1 1-3 0,-4 1-1 0,-2 0-4 15,-6 3-1-15,12-4 1 0,-7 3-5 0,-5 1 3 16,0 0-4-16,6-4 1 0,-6 4-3 0,0 0-2 15,7-3 0-15,-7 3-3 0,0 0 0 0,0 0 1 16,0 0-3-16,0 0-2 0,0 0-14 0,0 0-7 16,0 0-16-16,0 0-9 0,-23 13-27 15,16-8-17-15,-2-1-20 0,-1 1-32 0,1-1-50 0,-1 0-25 16,-2 1-113-16,2-3-355 0,10-2 158 0</inkml:trace>
  <inkml:trace contextRef="#ctx0" brushRef="#br0" timeOffset="38281.55">15523 13769 47 0,'4'-3'109'0,"-4"3"-4"0,4-7 2 0,-4 7 2 15,0 0-6-15,2-5-9 0,-2 5-4 0,0 0-7 16,0 0-4-16,0 0-9 0,3-7-2 15,-3 7-13-15,0 0 2 0,0 0-2 0,0 0-14 16,0 0-4-16,6-6 5 0,-6 6-7 0,0 0 3 0,0 0-13 16,0 0 14-16,0 0 0 0,0 0 2 0,12 10-2 15,-10-5-5-15,-2-5 1 0,7 6-7 0,-3-2 5 16,-4-4-2-16,7 7 0 0,-3-3-2 0,-1 1-1 16,-3-5-3-16,5 9-3 0,-1-5-1 0,-4-4-3 15,2 9 0-15,1-4-1 0,-3-5-2 0,1 10 0 16,-1-10 3-16,4 9-4 0,-4-9-8 0,2 8 9 15,-2-8 0-15,3 5-1 0,-3-5-1 0,0 0 2 16,1 8 0-16,-1-8 12 0,0 0-1 0,4 5 0 16,-4-5 4-16,0 0 1 0,0 0 2 0,6 4 4 15,-6-4 2-15,0 0 6 0,0 0-1 0,8 2 5 16,-8-2 0-16,0 0-3 0,0 0-4 0,15-8-1 16,-8 3-2-16,1-3-2 0,0-1-6 0,4 4 1 15,3-7-8-15,-1-1 2 0,2 2-5 0,7-6-2 16,2-2-2-16,1 2-1 0,4-1-2 0,2-1-3 15,15-5-2-15,-2 0-1 0,-1 0-2 0,8 2 1 16,-1 0-3-16,2 2 0 0,-2 1 1 0,-1-1 0 16,0 7-5-16,-16-1 0 0,4 2-1 0,-3 0 1 15,-1 1 0-15,-4 0 4 0,-2 1-1 0,-9 6-2 16,2-3 3-16,-6 2 1 0,-1 1-4 0,-2 1 2 16,0 2-3-16,-3-2 3 0,-1 0-2 0,-2 3 3 15,-6 0-3-15,10-4 1 0,-10 4 3 0,9-4 2 16,-9 4-4-16,0 0 3 0,7-2 1 0,-7 2 1 15,0 0 1-15,0 0-4 0,6-3 0 0,-6 3 3 16,0 0-5-16,0 0 4 0,0 0-4 0,0 0-1 16,0 0 1-16,0 0-3 0,0 0 1 0,0 0 1 15,0 0 1-15,0 0-3 0,0 0-2 0,0 0 4 16,0 0-2-16,0 0-1 0,12 1-2 0,-12-1 2 16,0 0 0-16,0 0 2 0,0 0-1 0,0 0-2 15,0 0 1-15,0 0 7 0,0 0-5 0,0 0 0 16,0 0-3-16,0 0 0 0,0 0 2 0,0 0 0 15,0 0-3-15,0 0 1 0,0 0 1 0,0 0 5 0,0 0-7 16,0 0 1-16,0 0 2 0,0 0 1 16,0 0-2-16,0 0 0 0,0 0 2 0,0 0 1 15,0 0-4-15,0 0 4 0,0 0-2 0,0 0 3 16,0 0-2-16,0 0-1 0,0 0 0 0,0 0 2 0,0 0 0 16,0 0 2-16,0 0-4 0,0 0 1 0,0 0-1 15,0 0-1-15,0 0 0 0,0 0 2 16,0 0-1-16,0 0-1 0,0 0 1 0,0 0 0 15,0 0-2-15,0 0 5 0,0 0-3 0,0 0 1 0,0 0 1 16,0 0 1-16,0 0-2 0,0 0-1 0,0 0-1 16,0 0 6-16,0 0-4 0,0 0 1 15,0 0 0-15,0 0-1 0,0 0 0 0,0 0 1 16,0 0-2-16,0 0-1 0,0 0 2 0,0 0 3 16,0 0-5-16,0 0 3 0,0 0-1 0,0 0-3 0,0 0 1 15,0 0 1-15,0 0 2 0,0 0-4 0,0 0 4 16,0 0-3-16,0 0 0 0,0 0-11 15,0 0-13-15,0 0-12 0,0 0-10 0,0 0-23 16,0 0-10-16,0 0-15 0,0 0-15 0,0 0-23 0,0 0-29 16,-21 10-24-16,21-10-33 0,-13 6-115 0,7-3-361 15,-3-3 160-15</inkml:trace>
  <inkml:trace contextRef="#ctx0" brushRef="#br0" timeOffset="40173.28">22532 12475 83 0,'0'0'111'0,"0"0"-13"0,0 0-13 0,0 0 5 0,0 0-23 15,0 0-2-15,0 0 0 0,0 0-9 0,0 0-13 16,0 0 4-16,0 0-5 0,0 0-8 0,0 0-7 15,0 0 3-15,0 0-2 0,0 0-3 0,0 0-2 16,0 0 8-16,0 0-8 0,0 0 24 0,0 0-2 16,6 16-1-16,-6-16 0 0,0 7 1 0,0-7-7 15,1 6-3-15,-1-6-1 0,0 0-6 0,2 9 10 16,-2-9-9-16,1 6-3 0,-1-6 2 0,0 0 3 16,0 0 0-16,2 7-6 0,-2-7-7 0,0 0 10 15,0 0-5-15,0 0 1 0,0 9-2 0,0-9-10 16,0 0 12-16,0 0 2 0,4 4-1 0,-4-4-3 15,0 0 4-15,0 0-3 0,0 0 2 0,0 0-2 16,0 0 2-16,0 0 1 0,0 0 0 0,0 0-4 16,0 0 1-16,0 0 0 0,0 0-1 0,3 6-6 0,-3-6 3 15,0 0-5-15,0 0-4 0,0 0 4 16,0 0-2-16,0 0-1 0,0 0-4 0,0 0-1 16,6 2 0-16,-6-2-2 0,0 0 5 0,0 0-3 15,0 0 0-15,3 9 0 0,-3-9 4 0,0 0 0 0,0 0 1 16,0 0-2-16,1 7 1 0,-1-7 2 15,0 0-4-15,0 0 3 0,0 0 4 0,0 0 1 0,4 6-2 16,-4-6 3-16,0 0 2 0,0 0 2 16,0 0-2-16,0 0-2 0,0 0 0 0,0 0 0 0,0 0-1 15,1 6-2-15,-1-6 1 0,0 0 21 0,0 0-11 16,0 0 1-16,0 0-4 0,0 0 1 0,0 0 0 16,0 0-1-16,0 0-2 0,0 0 4 15,0 0-2-15,0 0 5 0,0 0-2 0,0 0 0 0,0 0 2 16,0 0 3-16,0 0-3 0,0 0 3 0,0 0-3 15,0 0 5-15,0 0 0 0,0 0 1 0,1 7 0 16,-1-7 7-16,0 0-7 0,0 0 0 16,0 0-2-16,20-7-2 0,-6 1-3 0,5 1-6 0,9-3 3 15,8-3-4-15,12-6-5 0,1 2 4 0,2 2-3 16,1-3 0-16,1-1-5 0,-2 1-1 0,-1 1 0 16,-2-3 0-16,-11 7-2 0,-1-2 0 0,-3 2-5 15,2 1 6-15,-4 2-5 0,-3-2-2 0,-9 4 5 16,-1 0 0-16,0 3-2 0,-7-2 0 0,1 2-2 15,-3-1 3-15,0 2-6 0,-3-1 5 0,-6 3 2 16,10-4-2-16,-10 4 1 0,7-2-3 0,-7 2 2 16,0 0 0-16,6-3-2 0,-6 3 3 0,0 0-2 15,0 0 0-15,0 0 2 0,8 0-1 0,-8 0-1 16,0 0-3-16,0 0 4 0,0 0 2 0,0 0-4 16,0 0 2-16,0 0-2 0,0 0 3 0,0 0-4 15,0 0 6-15,0 0-8 0,0 0 3 16,5-6 2-16,-5 6-4 0,0 0-1 0,0 0 4 0,0 0-4 15,0 0 5-15,0 0-5 0,0 0-6 0,0 0-15 16,0 0-19-16,0 0-19 0,0 0-19 0,0 0-20 16,0 0-18-16,0 0-19 0,0 0-26 0,0 0-13 15,0 0-24-15,0 0-10 0,0 0-23 0,0 0-123 16,-19-5-384-16,19 5 170 0</inkml:trace>
</inkml:ink>
</file>

<file path=ppt/ink/ink1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15:42.528"/>
    </inkml:context>
    <inkml:brush xml:id="br0">
      <inkml:brushProperty name="width" value="0.05292" units="cm"/>
      <inkml:brushProperty name="height" value="0.05292" units="cm"/>
      <inkml:brushProperty name="color" value="#FF0000"/>
    </inkml:brush>
  </inkml:definitions>
  <inkml:trace contextRef="#ctx0" brushRef="#br0">20758 9382 43 0,'0'0'48'0,"0"0"-3"0,0 0 2 0,0 0-2 16,0 0-3-16,0 0-6 0,0 0-5 0,0 0 5 15,0 0-1-15,0 0-4 0,0 0-5 0,0 0 3 0,0 0 0 16,0 0-11-16,0 0-3 0,0 0 3 16,0 0 2-16,0 0 0 0,0 0-6 0,0 0 5 15,0 0-3-15,0 0-4 0,0 0 0 0,0 0-2 16,0 0-4-16,0 0 5 0,0 0 3 0,0 0-3 0,0 0 4 15,0 0-14-15,0 0 4 0,0 0 5 0,0 0-6 16,0 0-5-16,0 0 9 0,0 0-4 0,0 0 1 16,0 0 3-16,0 0-6 0,0 0 3 0,0 0-10 15,0 0 7-15,0 0-5 0,0 0 9 0,0 0-13 16,0 0 11-16,0 0-15 0,0 0 10 0,0 0 4 16,0 0-4-16,0 0 3 0,0 0 0 0,0 0-3 15,0 0 5-15,0 0-4 0,0 0-4 0,0 0 7 16,0 0-2-16,0 0-5 0,0 0 3 0,0 0 0 15,0 0 1-15,0 0 1 0,0 0 1 0,0 0-2 16,0 0-2-16,0 0 2 0,0 0-3 0,0 0 4 16,0 0 3-16,0 0-7 0,0 0 5 0,0 0 3 15,0 0-5-15,0 0-11 0,0 0 11 0,0 0-1 16,0 0-4-16,0 0 2 0,0 0 8 0,0 0-2 16,0 0-6-16,0 0 8 0,0 0-4 0,0 0 0 15,0 0 2-15,0 0 4 0,0 0-7 0,0 0 3 0,0 0-1 16,0 0-6-16,0 0 0 0,0 0 4 15,0 0-2-15,0 0 0 0,0 0 4 0,0 0 0 16,9 11 2-16,-9-11-7 0,0 0-1 0,0 0 3 16,0 0-5-16,0 0 4 0,0 0 6 0,0 0 4 0,0 0-5 15,0 0-6-15,0 0 1 0,0 0 3 16,0 0 0-16,0 0-6 0,0 0 7 0,0 0 1 16,0 0-8-16,0 0 13 0,0 0-11 0,0 0 2 15,5 4 3-15,-5-4-3 0,0 0 2 0,0 0-7 16,0 0-3-16,0 0-2 0,0 0 1 0,0 0 3 15,0 0-9-15,0 0 3 0,0 0-12 0,0 0-7 16,0 0-8-16,0 0-10 0,0 0-48 0,0 0-104 0,0 0 47 16</inkml:trace>
  <inkml:trace contextRef="#ctx0" brushRef="#br0" timeOffset="1244.26">21034 9326 2 0,'0'0'27'0,"0"0"-1"0,0 0-5 0,0 0-3 16,0 0-3-16,0 0-3 0,0 0-10 0,-8 2-2 0,8-2-8 15,0 0-3-15,0 0-7 0,0 0-19 16,0 0 9-16</inkml:trace>
  <inkml:trace contextRef="#ctx0" brushRef="#br0" timeOffset="2268.07">20686 9384 9 0,'0'0'63'0,"0"0"-3"0,0 0 1 0,0 0-10 15,12-10 3-15,-12 10-10 0,0 0 1 0,0 0-3 16,0 0-6-16,0 0-2 0,0 0 4 0,0 0-7 16,0 0 3-16,0 0-6 0,0 0 3 0,0 0-5 15,0 0-3-15,0 0-6 0,0 0 4 0,0 0 4 16,0 0-5-16,0 0-10 0,0 0 6 0,0 0 1 15,0 0 5-15,0 0-8 0,0 0 1 0,0 0-4 16,0 0-3-16,0 0-2 0,0 0-1 0,0 0 8 0,0 0-6 16,0 0 0-16,0 0-2 0,0 0-5 0,0 0 8 15,0 0-1-15,0 0-6 0,0 0 5 16,0 0-5-16,0 0 5 0,0 0 7 0,0 0 1 16,0 0-13-16,0 0 5 0,0 0-8 0,0 0 5 0,0 0 2 15,0 0 1-15,0 0-1 0,0 0-13 0,0 0 14 16,0 0-6-16,0 0 6 0,0 0 3 0,0 0-7 15,0 0 5-15,0 0-12 0,0 0-2 16,0 0-22-16,0 0 5 0,0 0-12 0,0 0-7 0,0 0-15 16,0 0-16-16,0 0-56 0,0 0-139 0,0 0 62 15</inkml:trace>
  <inkml:trace contextRef="#ctx0" brushRef="#br0" timeOffset="15689.13">14769 11333 88 0,'0'0'96'0,"0"0"-15"16,0 0 6-16,0 0-9 0,0 0-4 0,0 0 2 0,0 0-5 15,0 0-10-15,0 0-2 0,0 0-5 0,0 0-4 16,0 0-2-16,0 0-9 0,0 0-10 0,0 0 5 16,0 0-8-16,0 0-3 0,0 0-14 0,0 0 3 15,0 0-17-15,0 0 3 0,0 0-17 0,0 0 3 16,0 0-17-16,0 0-6 0,0 0 0 0,4-6-12 16,-4 6-13-16,0 0-18 0,2-10-43 0,-2 10-134 15,4-9 60-15</inkml:trace>
  <inkml:trace contextRef="#ctx0" brushRef="#br0" timeOffset="16047.66">15346 10711 34 0,'0'0'106'0,"7"-3"-19"16,-7 3-10-16,0 0-6 0,0 0-2 15,0 0-11-15,0 0-3 0,0 0-2 0,0 0 4 0,0 0-15 16,0 0 1-16,0 0-14 0,0 0 0 0,0 0-1 16,0 0-9-16,0 0-10 0,0 15-8 0,0-15-10 15,0 0 1-15,0 0-17 0,0 0-5 0,-7 14-13 16,7-14-15-16,-5 8-58 0,3-4-126 0,-2 2 57 16</inkml:trace>
  <inkml:trace contextRef="#ctx0" brushRef="#br0" timeOffset="16342.83">14804 11278 56 0,'0'0'53'0,"18"-13"-13"0,-18 13-10 0,10-5-12 16,-8 1-14-16,5 1-38 0,-7 3-37 0,8-7 18 15</inkml:trace>
  <inkml:trace contextRef="#ctx0" brushRef="#br0" timeOffset="16574.59">15359 10908 29 0,'0'0'63'0,"7"-1"-9"0,-7 1-3 0,0 0-7 0,0 0-7 16,0 0-16-16,0 0-13 0,0 0-19 0,0 0-12 15,0 0-23-15,-12 16-50 0,12-16 23 0</inkml:trace>
  <inkml:trace contextRef="#ctx0" brushRef="#br0" timeOffset="16914.39">14833 11359 4 0,'18'-14'61'0,"-18"14"-7"0,6-6-6 15,-6 6-13-15,10-6-11 0,-10 6-22 0,7-6-19 16,-1 4-19-16,-1-2-38 0,-1 0 18 0</inkml:trace>
  <inkml:trace contextRef="#ctx0" brushRef="#br0" timeOffset="36885.11">8151 7167 36 0,'0'0'73'0,"0"0"-16"16,0 0-4-16,0 0 1 0,0 0-8 0,0 0-2 15,0 0-5-15,0 0-4 0,0 0-12 0,0 0-8 16,0 0-19-16,0 0-6 0,0 0-12 0,0 0-14 0,0 0-32 16,0 0-73-16,-17 19 33 0</inkml:trace>
  <inkml:trace contextRef="#ctx0" brushRef="#br0" timeOffset="47240.84">16036 4445 5 0,'0'0'-2'0,"0"0"0"0</inkml:trace>
  <inkml:trace contextRef="#ctx0" brushRef="#br0" timeOffset="56658.97">7964 14127 33 0,'-4'-7'71'0,"4"7"-5"15,0 0-8-15,0 0-10 0,0 0 1 16,0 0-8-16,0 0-4 0,0 0-4 0,0 0-5 0,0 0 0 15,0 0 0-15,0 0-13 0,0 0 4 0,0 0-2 16,0 0 0-16,0 0-9 0,0 0-7 0,0 0-10 16,0 0 5-16,0 0-13 0,0 0-10 0,0 0-4 15,0 0-15-15,0 0-32 0,0 0-83 16,0 0 37-16</inkml:trace>
  <inkml:trace contextRef="#ctx0" brushRef="#br0" timeOffset="59554.02">8212 14037 12 0,'0'0'18'16,"0"0"-1"-16,0 0-8 0,0 0-6 0,0 0-14 16,0 0-9-16,0 0 4 0</inkml:trace>
  <inkml:trace contextRef="#ctx0" brushRef="#br0" timeOffset="66013.92">14671 11197 32 0,'0'0'43'0,"0"0"-6"0,0 0-6 0,0 0 3 15,0 0-7-15,0 0-4 0,0 0-3 0,0 0-11 0,0 0-8 16,0 0 0-16,0 0-12 0,0 0-3 16,0 0-26-16,0 0-41 0,0 0 19 0</inkml:trace>
  <inkml:trace contextRef="#ctx0" brushRef="#br0" timeOffset="66946.25">15804 11378 44 0,'0'0'38'0,"4"-3"0"15,-4 3 0-15,0 0-10 0,0 0 0 0,0 0-6 16,0 0-1-16,0 0-10 0,0 0-1 0,0 0-12 16,0 0-10-16,0 0-2 0,0 0-5 0,0 0-20 15,0 0-41-15,0 0 18 0</inkml:trace>
  <inkml:trace contextRef="#ctx0" brushRef="#br0" timeOffset="-173057.83">24855 9715 61 0,'0'0'154'0,"0"0"-30"0,0 0-16 0,0 0-9 16,0 0-23-16,0 0-23 0,0 0-22 0,0 0-26 16,0 0-32-16,20-1-21 0,-20 1-58 0,0 0-116 0,0 0 52 15</inkml:trace>
  <inkml:trace contextRef="#ctx0" brushRef="#br0" timeOffset="-156189.43">23343 9451 8 0,'0'0'16'0,"0"0"-4"0,0 0 2 0,0 0 0 16,0 0-6-16,0 0-5 0,0 0-5 0,0 0-11 16,0 0-12-16,0 0 5 0</inkml:trace>
  <inkml:trace contextRef="#ctx0" brushRef="#br0" timeOffset="-154656.89">20699 9383 32 0,'0'0'33'0,"0"0"-7"0,-8-4 4 0,8 4-7 15,0 0-1-15,0 0 1 0,-6-2-4 0,6 2 0 16,0 0 2-16,0 0-1 0,0 0 2 16,-6-5-7-16,6 5-3 0,0 0-1 0,0 0-1 15,-8-1-6-15,8 1 8 0,0 0 2 0,0 0 0 0,0 0 2 16,0 0-5-16,0 0 1 0,-5-7-3 0,5 7 2 16,0 0 8-16,0 0-4 0,0 0 6 15,0 0-8-15,0 0 1 0,-5-5 2 0,5 5-8 0,0 0 5 16,0 0 2-16,0 0-2 0,0 0-5 0,-7-4-1 15,7 4 3-15,0 0-2 0,0 0-2 0,0 0-8 16,0 0 13-16,0 0-6 0,0 0-2 0,0 0 0 16,-9-1-7-16,9 1 12 0,0 0-7 0,0 0 1 15,0 0 2-15,0 0-6 0,0 0 2 0,0 0 0 16,0 0 2-16,0 0 2 0,0 0-8 0,0 0 4 16,0 0-7-16,0 0-5 0,0 0-5 0,0 0-10 15,0 0-5-15,0 0-7 0,0 0-3 0,0 0-39 16,0 0-87-16,0 0 39 0</inkml:trace>
  <inkml:trace contextRef="#ctx0" brushRef="#br0" timeOffset="-153131.68">20484 9336 20 0,'0'0'37'0,"0"0"-7"0,0 0-2 15,0 0 0-15,8-1-10 0,-8 1-2 0,0 0-2 0,0 0-3 16,0 0-8-16,0 0-2 0,14 4-14 0,-14-4-4 15,9 1-13-15,-9-1-32 0,10 2 15 16</inkml:trace>
  <inkml:trace contextRef="#ctx0" brushRef="#br0" timeOffset="-820.91">24505 11196 64 0,'0'0'93'0,"1"-6"-8"16,-1 6-16-16,0 0 0 0,0 0-15 0,0 0 4 16,0 0-13-16,0 0 3 0,0 0 0 0,12 13-1 15,-12-13-3-15,5 7 3 0,-4-2 0 0,-1-5-15 16,4 11 10-16,0-5-4 0,0-1 6 0,-3 3-7 15,5 0-4-15,-3 1-1 0,1-2 4 0,0 2 6 16,-1-3-12-16,2 2-7 0,0 1 3 0,-1-1 2 16,0 1-5-16,0-1 4 0,0-1-7 0,-3-1 2 15,4 2-8-15,-1-1 0 0,0 0 6 0,-2-1 0 16,2 2-8-16,-1-5 1 0,-1 4 2 0,-2-7 0 16,6 9-2-16,-4-3-1 0,3-2 2 0,-5-4-3 15,5 9 2-15,-5-9-9 0,5 5 11 0,-5-5-8 16,6 4-10-16,-6-4 13 0,0 0-3 0,3 5 10 15,-3-5 3-15,0 0 5 0,0 0 2 0,0 0 5 16,6 3 5-16,-6-3-4 0,0 0-6 0,0 0 0 16,0 0-7-16,11-14 0 0,-6 9-1 0,-4-1-2 0,2-2-3 15,4-1 3-15,-4-1-8 0,1 1-2 16,4-2-2-16,-5-2 2 0,4 3 2 0,-2-3-1 16,0 4-2-16,4-7 2 0,-4 5-5 0,0 0 2 15,-3 0-2-15,1 1 7 0,1 1-6 0,0 0 2 0,-1 3 3 16,-1 0-2-16,-2 6 1 0,3-11-1 15,-3 11-3-15,2-6-3 0,-2 6 3 0,0 0 0 16,2-9-3-16,-2 9 0 0,0 0-2 0,0 0-1 16,0 0 8-16,2-5-7 0,-2 5-16 0,0 0-6 0,0 0-13 15,0 0-17-15,0 0-9 0,0 0-23 0,0 0-22 16,0 0-20-16,0 0-134 0,0 0-281 16,9 14 126-16</inkml:trace>
  <inkml:trace contextRef="#ctx0" brushRef="#br0" timeOffset="-490.09">24932 11376 42 0,'0'0'123'0,"0"0"5"15,-19-13-16-15,19 13 1 0,0 0-1 0,0 0-18 16,-8-2 7-16,8 2-5 0,0 0-8 0,0 0-2 16,0 0-9-16,0 0-8 0,0 0-5 0,0 0-5 15,0 0-4-15,0 0-10 0,0 0 4 0,0 0-6 16,0 0-4-16,27-3-9 0,-21 3-5 0,-6 0-1 0,14 1-15 15,-6-2-23-15,-8 1-26 0,17 1-24 16,-11-2-26-16,5 2-14 0,-3 1-22 0,-8-2-82 16,12 2-225-16,-8 2 100 0</inkml:trace>
  <inkml:trace contextRef="#ctx0" brushRef="#br0" timeOffset="-294.96">24960 11443 114 0,'0'0'133'0,"0"0"-6"0,0 0-10 16,0 0-1-16,0 0-8 0,0 0-12 0,0 0-9 15,-5 4-8-15,5-4-12 0,0 0-5 0,0 0-8 16,0 0 1-16,0 0-10 0,0 0-24 0,0 0-8 0,0 0-25 16,19 8-24-16,-19-8-25 0,11 3-12 0,-5-2-17 15,-6-1-81-15,15 1-185 0,-7-1 83 16</inkml:trace>
  <inkml:trace contextRef="#ctx0" brushRef="#br0" timeOffset="88.3">25264 11346 98 0,'0'0'173'15,"0"0"-13"-15,0 0-13 0,0 0-5 0,0 0-16 16,0 0-13-16,0 0-10 0,0 0-9 0,0 0-11 15,0 0-9-15,0 0-5 0,0 0-10 0,0 0-2 16,-13 17 0-16,9-12-8 0,3 2-1 0,1-7-5 16,-4 11 1-16,-1-5-8 0,4 1-6 0,1-7 2 15,-1 10-1-15,1-10-7 0,1 13-2 0,-2-7 2 16,1-6 0-16,5 12-2 0,-3-6-7 0,-2-6 7 16,7 7-2-16,-3-3-4 0,-4-4 5 0,9 5-3 15,-3-5 2-15,-6 0-4 0,14 0 0 0,-9 0 7 16,-5 0-3-16,17 0-1 0,-10-3 3 0,2-1-5 15,-2 1 0-15,2-2 0 0,-4 1 4 0,1-3-4 16,-1 1-1-16,3-1 2 0,-4 2-4 0,-1-3-1 16,0-2 1-16,-1 4-3 0,0-2-3 0,-2-2 2 15,2 2-5-15,-2 8 1 0,-2-13 0 0,0 8-3 16,2 5-1-16,-6-10-2 0,3 7 4 0,3 3-8 0,-12-5 4 16,12 5-6-16,-17-2-20 0,5 5-16 0,1 1-41 15,-3-1-37-15,3 1-43 0,-2 5-172 16,0-3-362-16,4 0 160 0</inkml:trace>
  <inkml:trace contextRef="#ctx0" brushRef="#br0" timeOffset="377.29">25511 11617 59 0,'-5'5'114'15,"-1"1"-10"-15,-1 5-8 0,0-5-23 0,0 3-69 16,-4 2-43-16,-1 0-30 0,-5-2-74 0,-1 0 32 0</inkml:trace>
  <inkml:trace contextRef="#ctx0" brushRef="#br0" timeOffset="1601.48">25895 11460 69 0,'0'0'108'15,"0"0"1"-15,0 0-16 0,0 0-8 0,0 0-9 16,0 0-3-16,-9-2 0 0,9 2-5 0,0 0-4 0,0 0 1 16,0 0-2-16,0 0-7 0,0 0-3 0,0 0 3 15,0 0-4-15,0 0 7 0,0 0-12 16,0 0-2-16,0 0 3 0,0 0-2 0,0 0-10 0,0 0 4 15,0 0-3-15,0 0-4 0,0 0-10 0,0 0 8 16,0 0-6-16,0 0-4 0,0 0 3 0,0 0-5 16,0 0 4-16,0 0-3 0,0 0 2 0,0 0 5 15,0 0 1-15,0 0 2 0,0 0 7 0,0 0 4 16,0 0-7-16,0 0 4 0,0 0 0 0,0 0-4 16,0 0-5-16,0 0 1 0,12-13-5 0,-8 9-5 15,-4 4 3-15,6-8-3 0,-3 5-2 0,1-5-8 16,1 3 4-16,2-1-1 0,-3-2-4 0,1 0 5 15,3 0-5-15,-3-1-3 0,0 0 4 0,1 1-5 16,-3 0 2-16,3-1-1 0,-2 4 1 0,-2-2 2 16,4 1 2-16,-4 0-1 0,-2 6 0 0,2-9 5 15,-2 9-4-15,4-7 1 0,-4 7 0 0,1-6-1 16,-1 6-2-16,0 0 0 0,0 0-3 0,0 0-4 16,0 0 2-16,4-7-2 0,-4 7-1 0,0 0 1 15,0 0-1-15,0 0-3 0,0 0-1 0,0 0 7 16,0 0-5-16,0 0-2 0,-13 16 6 0,7-10-2 15,6-6-3-15,-4 10 1 0,2-3 0 0,-3 0-3 16,4 0 4-16,0 3-1 0,-3-3-1 0,4 1 2 16,0 1 0-16,0 0-2 0,-2 1 7 0,0-3-7 15,2-7 3-15,2 14-1 0,-2-8 2 0,2 3 2 16,0-2-2-16,0 0-1 0,-1-1 4 0,3 0-4 16,0 0 1-16,-2-2-1 0,4 3-7 0,-2-2-20 15,0 0-29-15,1 0-18 0,-1-1-26 0,0-1-24 16,1 2-12-16,-5-5-14 0,10 5-22 0,-6-3-105 0,-4-2-298 15,0 0 132-15</inkml:trace>
  <inkml:trace contextRef="#ctx0" brushRef="#br0" timeOffset="1803.52">25949 11243 16 0,'0'0'119'0,"-9"0"-14"0,9 0-8 15,0 0-12-15,0 0-10 0,0 0-17 16,0 0-26-16,0 0-31 0,0 0-35 0,0 0-59 0,0 0-100 16,0 0 45-16</inkml:trace>
  <inkml:trace contextRef="#ctx0" brushRef="#br0" timeOffset="4960.42">23274 6574 11 0,'0'0'19'16,"0"0"-2"-16,0 0-4 0,0 0 5 0,0 0 1 15,0 0-3-15,0 0-1 0,0 0 2 0,0 0-6 16,0 0 0-16,0 0 5 0,0 0-2 0,0 0 3 16,0 0-3-16,0 0-3 0,0 0-3 0,0 0 0 15,0 0 0-15,4-4-1 0,-4 4 0 0,0 0-4 16,0 0 1-16,0 0-1 0,0 0-2 0,0 0 2 16,0 0-1-16,0 0-6 0,0 0-4 0,0 0-3 15,0 0-9-15,0 0 0 0,0 0-19 16,0 0-42-16,0 0 20 0</inkml:trace>
  <inkml:trace contextRef="#ctx0" brushRef="#br0" timeOffset="6849.5">23278 6629 15 0,'0'0'22'15,"0"0"-2"-15,0 0-4 0,0 0-1 0,0 0-3 16,3-6-5-16,-3 6-8 0,0 0-17 0,0 0-19 0,0 0 8 15</inkml:trace>
  <inkml:trace contextRef="#ctx0" brushRef="#br0" timeOffset="10081.76">25960 11195 3 0,'0'0'112'0,"0"0"-14"0,0 0-1 0,0 0 2 0,0 0-4 16,0 0-14-16,0 0-5 0,0 0-14 16,0 0-4-16,0 0-6 0,0 0-10 0,0 0-20 0,0 0-41 15,0 0-45-15,0 0-72 0,0 0-147 0,0 0 65 16</inkml:trace>
  <inkml:trace contextRef="#ctx0" brushRef="#br0" timeOffset="10422.12">26324 11417 33 0,'0'0'138'15,"0"0"-5"-15,0 0-16 0,-9 1-9 0,9-1-12 16,0 0-6-16,0 0-14 0,0 0-3 0,0 0-10 16,0 0 1-16,0 0-8 0,20 6-1 0,-13-6-7 15,-7 0-11-15,16 2-26 0,-10-4-34 0,3 2-48 16,-9 0-113-16,12 3-200 0,-12-3 89 0</inkml:trace>
  <inkml:trace contextRef="#ctx0" brushRef="#br0" timeOffset="10612.52">26252 11598 14 0,'0'0'187'16,"0"0"-8"-16,0 0-19 0,20-8-11 0,-11 4-15 15,-1 3-14-15,2-2-15 0,-1 0-13 0,1 2-30 16,-2 0-17-16,-8 1-31 0,14-4-31 0,-3 2-40 15,-4 0-27-15,-7 2-101 0,11 0-198 0,-11 0 88 16</inkml:trace>
  <inkml:trace contextRef="#ctx0" brushRef="#br0" timeOffset="10977.07">26681 11246 154 0,'-4'-10'191'0,"4"10"-5"16,-5-7-10-16,5 7-15 0,0 0-14 16,-2-7-16-16,2 7-16 0,0 0-19 0,0 0-3 15,0 0-12-15,0 0-8 0,0 0-7 0,0 0 0 0,-13 21-6 16,10-11-1-16,-1-1-6 0,-1 7 0 15,3 0-5-15,-5-1-5 0,5 2 3 0,-2 1 3 0,0 0-3 16,0-2-5-16,2 3-9 0,0 0 4 16,0-2-4-16,2 1-4 0,0 0 4 0,0 2-4 0,0-4-4 15,0 0 1-15,2-5-2 0,-2 0-6 0,2 0 0 16,-2-1-3-16,0-2-1 0,0-1 2 0,2 0-3 16,-2-7-4-16,4 12 0 0,-4-12-9 0,0 9-29 15,0-9-32-15,4 7-32 0,-4-7-44 0,0 0-21 16,0 7-31-16,0-7-131 0,0 0-348 0,0 0 154 15</inkml:trace>
  <inkml:trace contextRef="#ctx0" brushRef="#br0" timeOffset="11270.62">26549 11503 143 0,'8'-5'136'0,"2"2"-10"0,1 1-5 0,0-1-10 15,3 1-8-15,5-1-16 0,-2-1-8 0,1 0-2 16,1 2-6-16,0-4-8 0,-2 4-6 0,-3 0 3 16,-1-3 1-16,1 3-5 0,-3-2 4 0,-2 2 5 15,1 1 0-15,-2-3 0 0,-3 3-2 0,-5 1-4 16,11-3-2-16,-11 3-4 0,9-3-7 0,-9 3-7 16,5-3 0-16,-5 3-5 0,0 0-8 0,0 0-2 15,0 0-7-15,0 0 0 0,12 6 5 0,-12-6-1 16,1 8-7-16,1-2 4 0,-2-6-5 0,0 12 1 15,2-2 3-15,-2 0-3 0,0 1-3 0,-2-1-2 16,2 1-7-16,-2-1-16 0,2 0-27 0,-3-1-37 16,3 1-28-16,-4 1-49 0,2-3-153 0,-2-2-331 15,1 0 146-15</inkml:trace>
  <inkml:trace contextRef="#ctx0" brushRef="#br0" timeOffset="11847.78">26911 11586 151 0,'0'0'200'0,"0"0"-8"0,6-9-12 16,-6 9-16-16,6-8-12 0,-6 8-8 16,5-9-8-16,0 4-5 0,-1 0-11 0,-1-2-15 15,3 3-7-15,-3-5-15 0,3 5-2 0,-2-3-8 0,-4 7-5 16,10-7-9-16,-6 3-2 0,1 1-8 0,-5 3-3 15,4-5-5-15,-4 5-5 0,0 0-8 0,11-2 2 16,-11 2-5-16,0 0-1 0,12 6-4 16,-12-6-1-16,6 6 3 0,-2-3-5 0,-1 2-2 0,-3-5-1 15,6 8-2-15,0-3 0 0,-2-1-1 0,-4-4-2 16,9 8 0-16,-3-5 2 0,2-1-5 0,2 1 2 16,-1 1 0-16,3-4 2 0,-3 0-3 0,-9 0 6 15,15-1-6-15,-5 0-3 0,-2-2-1 0,-1 1 3 16,0-3-2-16,0 2 1 0,0-5-1 0,-3 2 3 15,0 1-3-15,1-3 2 0,-1 2-5 0,-2-3 2 16,3 2-3-16,-5 7 3 0,3-12-1 0,-1 6 0 16,-2 6-1-16,2-8 1 0,-2 8-4 0,2-7 3 15,-2 7-7-15,0 0 3 0,0 0-2 0,0 0-3 16,0 0 2-16,0 0 0 0,0 0 3 0,0 0 2 16,0 0 0-16,-4 27-4 0,2-18-10 0,2 0-33 15,-2-4-25-15,1 5-34 0,-1 1-22 0,-1-5-27 16,3 2-41-16,0-8-135 0,0 0-360 0,-2 15 160 15</inkml:trace>
  <inkml:trace contextRef="#ctx0" brushRef="#br0" timeOffset="12006.93">27177 11318 14 0,'0'0'25'0,"0"0"-32"0,0 0-7 16,0 0 3-16</inkml:trace>
  <inkml:trace contextRef="#ctx0" brushRef="#br0" timeOffset="12231.07">27319 11255 20 0,'4'-6'194'0,"-4"6"-3"16,5-6-15-16,-5 6-11 0,2-6-20 0,-2 6-11 0,0 0-8 16,0 0 7-16,0 0 1 0,8 13-6 15,-9-1-8-15,-1 4-8 0,-3 2-1 0,2 7-6 16,-3-4-9-16,0-4-7 0,1 2-10 0,1 0-7 16,-1 1-5-16,-2 4-8 0,5-6-5 0,-2-1-5 0,3 0-3 15,0-3-24-15,-2-4-35 0,1 0-45 16,2 0-23-16,-2-2-40 0,2-8-27 0,2 9-32 15,-2-9-158-15,0 0-366 0,0 0 162 0</inkml:trace>
  <inkml:trace contextRef="#ctx0" brushRef="#br0" timeOffset="12377.16">27290 11359 45 0,'0'0'78'0,"0"0"-20"0,11 3-34 0,-11-3-38 16,11 7-19-16,-8-3-34 0,-3-4 16 0</inkml:trace>
  <inkml:trace contextRef="#ctx0" brushRef="#br0" timeOffset="12660.52">27409 11521 161 0,'8'-3'162'0,"2"-2"-10"0,1 0-13 16,-2 1-10-16,1-3-11 0,-2 1-6 0,3 1 0 16,-4-2-7-16,3 1-9 0,-4 0-6 0,2-2-10 15,-3 1-6-15,2-2-5 0,-2-1-6 0,1 4 6 16,-2 0 3-16,-3-1-4 0,-1 7-7 0,2-10-7 16,-2 10-4-16,-2-9-4 0,2 9-9 0,-3-8-5 15,3 8-2-15,-6-2-3 0,6 2-2 0,0 0-2 16,-19 6-2-16,9 0-7 0,-2 1 4 0,6 0 4 15,-3 3-6-15,2-1-6 0,-2 0 2 0,2 1-2 16,3-1-2-16,1 1 1 0,1-1-1 0,-2-1-2 16,4 0-17-16,0-8-22 0,0 14-32 0,2-8-36 15,-2-6-38-15,4 9-48 0,-4-9-126 0,5 8-338 16,-5-8 150-16</inkml:trace>
  <inkml:trace contextRef="#ctx0" brushRef="#br0" timeOffset="12830.61">27277 11368 93 0,'0'0'145'0,"0"0"-9"16,10-6-15-16,-1 2-44 0,5 0-26 0,4 0-41 15,2-1-60-15,3 2-48 0,8-3-105 0,1 0 47 16</inkml:trace>
  <inkml:trace contextRef="#ctx0" brushRef="#br0" timeOffset="18330.32">24371 11939 73 0,'0'0'110'0,"0"0"-5"15,0 0-1-15,0 0-11 0,0 0-18 0,15 10 6 16,-10-6-7-16,0 1-4 0,0-1 4 0,-2 2-9 16,5 1-12-16,-2 1 0 0,0 3 1 0,0-4-9 15,1 3-1-15,1-2-6 0,-3 1 1 0,1 0 0 16,1 1-8-16,0 0-3 0,-2-2 1 0,1 2 1 15,0-2-3-15,-1 0 0 0,-1-1-1 0,1-2-7 16,-1 0-13-16,1 1 17 0,0 1-10 0,-1-4 10 16,1-1 2-16,-5-2-8 0,8 7 5 15,-8-7-7-15,6 6 6 0,-6-6 3 0,5 2 9 0,-5-2-2 16,7 2 0-16,-7-2 1 0,0 0 0 0,0 0-3 16,0 0 2-16,15-8-4 0,-10 3-1 0,-1 1-3 15,0-3-1-15,2 1-4 0,-1-2-3 0,3-2-1 16,-3 1 0-16,3-5 5 0,-3 2-8 0,5-3-3 0,-4 0 3 15,3-1-3-15,-3 0-4 0,2 0 2 16,-2 0 3-16,-3 5-5 0,4-5 1 0,-4 5 1 16,0 1 3-16,2-1-3 0,-1 2-2 0,-1 1 3 15,-1 2-4-15,-1 0 3 0,-1 6-9 0,3-7 8 16,-3 7-6-16,0 0 1 0,6-6-10 0,-6 6-8 16,0 0-15-16,0 0-14 0,0 0-20 0,0 0-27 15,-10 19-35-15,5-12-20 0,-2 3-127 0,-1 0-298 16,3-1 131-16</inkml:trace>
  <inkml:trace contextRef="#ctx0" brushRef="#br0" timeOffset="18775.37">24899 12011 35 0,'5'-4'152'15,"-5"4"-12"-15,0 0-16 0,0 0-10 0,0 0-11 16,0 0-23-16,0 0-6 0,0 0-4 0,0 0-4 16,0 0-8-16,0 0-7 0,0 0-3 0,-8 20 2 15,5-14-10-15,-3-2-6 0,1 2-3 0,0 1 1 16,-4-2-6-16,3 2 0 0,1-1 2 0,-2-2-10 15,-1 3-2-15,-1-1 3 0,0-1-3 0,2 0-1 16,-1-2 2-16,2 2-5 0,-1-3-3 0,7-2 7 16,-11 5-2-16,7-3-5 0,4-2-1 0,-9 3 1 15,9-3-1-15,0 0 3 0,-7 3 0 0,7-3 1 16,0 0-1-16,0 0-1 0,-6 4 2 0,6-4-5 16,0 0-6-16,0 0 3 0,0 0-3 0,0 0-2 15,0 0 0-15,0 0 3 0,0 0-1 0,0 0-10 16,9 10 14-16,-9-10 4 0,11 5 0 0,-8-2-4 15,-3-3 5-15,10 3-8 0,-3 0 5 0,-1-1 0 16,2 1 2-16,-2 0 2 0,3 2-19 0,-2-4-20 16,2 1-35-16,-2 1-29 0,2 0-32 0,-1 0-110 15,-3 1-252-15,-5-4 111 0</inkml:trace>
  <inkml:trace contextRef="#ctx0" brushRef="#br0" timeOffset="19135.14">25158 12094 133 0,'0'0'204'0,"3"-5"-7"16,-3 5-12-16,0 0-24 0,0 0-11 0,0 0-18 16,0 0-13-16,0 0-14 0,0 0-11 0,0 0-9 0,0 0-8 15,0 0-7-15,-16 14-7 0,13-9-8 16,1 1-5-16,2-6-10 0,-6 12-2 0,3-5-1 0,2 0-4 15,1-7 0-15,-3 11-6 0,3-11-11 16,0 11 7-16,0-11 3 0,4 9-4 0,-1-5-1 0,-3-4 0 16,8 4-4-16,-8-4 1 0,8 3-3 15,-1-3 4-15,-7 0 1 0,13-3 5 0,-13 3-3 0,15-4 1 16,-8 0-4-16,-1-2-1 0,1 1 0 0,-2 0-3 16,0 0 1-16,1-2 0 0,-3-1 0 0,0 0-2 15,2-1-5-15,-5 9 1 0,0-13-3 0,0 13 2 16,-4-12-3-16,2 7-5 0,-5-2-14 0,1 2-8 15,-2 1-14-15,-1 1-23 0,-1 3-20 16,-3 0-25-16,2 2-23 0,-1 0-23 0,-4 3-38 0,3 2-110 16,-4-1-322-16,6-1 143 0</inkml:trace>
  <inkml:trace contextRef="#ctx0" brushRef="#br0" timeOffset="20967.8">23255 9349 33 0,'0'0'40'0,"0"0"-7"0,0 0-1 16,0 0-4-16,0 0-4 0,0 0-2 0,0 0-2 16,-10 0-3-16,10 0-1 0,0 0 3 0,0 0-6 0,0 0-1 15,-10-2-10-15,10 2-7 0,0 0-19 16,0 0-23-16,-11 4-52 0,11-4 24 0</inkml:trace>
  <inkml:trace contextRef="#ctx0" brushRef="#br0" timeOffset="22045.49">22592 9313 5 0,'0'0'43'0,"0"0"-4"0,0 0-2 0,0 0-2 0,-28-4-12 15,28 4-8-15,0 0-9 0,-13 2-17 0,13-2-21 16,-9 4-35-16,9-4 15 0</inkml:trace>
  <inkml:trace contextRef="#ctx0" brushRef="#br0" timeOffset="22572.65">20873 9365 14 0,'0'0'35'0,"0"0"-8"15,0 0 5-15,0 0-11 0,0 0-5 0,0 0-3 16,0 0 0-16,0 0-2 0,0 0-12 16,0 0-12-16,0 0-15 0,0 0-31 0,0 0 14 15</inkml:trace>
  <inkml:trace contextRef="#ctx0" brushRef="#br0" timeOffset="29665.6">25881 12307 18 0,'3'-9'124'0,"-3"9"-13"16,7-9-3-16,-3 3-11 0,-2 1 3 0,3 0-4 15,-3-2-7-15,-2 7-4 0,4-11 4 0,-1 3-9 16,-2 2-6-16,2-2 12 0,0 0-17 0,1 2-6 15,-4 6 1-15,1-14-1 0,-1 7-1 0,0 7-2 16,2-11 4-16,0 6-8 0,-2 5-3 0,0-11 2 16,0 11-2-16,-4-9 6 0,4 9-12 0,-1-7-4 15,1 7-4-15,0 0-2 0,-4-9-2 0,4 9-8 16,0 0 0-16,-3-7-5 0,3 7-4 0,0 0-1 16,0 0-6-16,0 0 3 0,0 0-2 0,0 0 2 15,0 0-6-15,0 0-2 0,-17 12-1 0,16-4 1 16,-3-2 0-16,2 0 2 0,0 4-5 0,-3-4 0 15,5 5 3-15,-3-5-4 0,3 3-2 0,0 0 3 16,2-1-3-16,-1-1 5 0,1 2-3 0,1-2-3 16,-1-1-6-16,2 0-29 0,-1 1-17 0,1-1-17 15,2-1-28-15,-3-1-24 0,4 0-30 0,-2 0-143 16,1 0-318-16,0-2 141 0</inkml:trace>
  <inkml:trace contextRef="#ctx0" brushRef="#br0" timeOffset="29849.14">25983 11992 14 0,'0'0'123'15,"0"0"-12"-15,-2-7-15 0,2 7-15 0,0 0-33 16,0 0-34-16,0 0-20 0,22 2-75 0,-11 1-86 0,-6 1 38 15</inkml:trace>
  <inkml:trace contextRef="#ctx0" brushRef="#br0" timeOffset="30012.82">26286 12094 47 0,'9'-4'116'0,"-2"3"-27"0,-7 1-24 16,11-1-20-16,-2 0-25 0,-9 1-20 0,9 1-18 0,-9-1-43 16,13 2-66-16,-8 2 30 0</inkml:trace>
  <inkml:trace contextRef="#ctx0" brushRef="#br0" timeOffset="30172.82">26283 12201 26 0,'0'0'115'0,"-4"3"-17"0,4-3 3 16,0 0-1-16,0 0-6 0,0 0 2 16,0 0-7-16,0 0-13 0,0 0-16 0,20 4 7 0,-20-4-24 15,13 0-22-15,-13 0-30 0,17-1-31 0,-6-2-39 16,1 3-64-16,-2-1-156 0,-10 1 70 0</inkml:trace>
  <inkml:trace contextRef="#ctx0" brushRef="#br0" timeOffset="30472.54">26616 12131 154 0,'0'0'168'0,"4"-4"-22"16,-4 4-15-16,0 0-5 0,0 0-22 0,0 0-8 16,0 0-11-16,0 0-6 0,0 0-3 0,0 0-14 15,-9 22 6-15,9-22-12 0,-2 11-8 0,2-6-1 16,0-5-3-16,2 10-9 0,-2-3-1 0,0-7-3 15,5 8 3-15,1-4 1 0,-2 0 6 0,4-2 2 16,-1-1 7-16,4-1 4 0,0 0-4 0,-2-3 2 16,0 3 1-16,5-6 2 0,-5 1-5 0,-1 0 1 15,6 0-1-15,-9 1 1 0,3-4-6 0,-1 2-4 16,0-3 1-16,-2 3-2 0,-5-3-8 0,2 3-5 16,-2 6-3-16,0-15-4 0,0 15-19 0,-7-10-24 15,0 6-24-15,0 0-24 0,-3 2-30 0,-4 1-32 16,-2 2-27-16,-4 3-32 0,0-1-109 0,-1 3-326 15,-6 1 145-15</inkml:trace>
  <inkml:trace contextRef="#ctx0" brushRef="#br0" timeOffset="45252.59">20058 11150 82 0,'0'0'102'16,"-2"-13"-5"-16,2 13 13 0,-1-13-14 0,-2 8 7 16,3 5-1-16,-1-9 1 0,1 9 5 0,-1-9-6 15,1 9-9-15,-3-7-10 0,3 7-10 0,0 0-3 16,-2-8-7-16,2 8-6 0,0 0-5 0,0 0-14 15,-3-8-2-15,3 8-7 0,0 0-3 0,0 0-4 16,0 0-4-16,0 0 1 0,0 0 0 0,0 0-3 16,-4 31-2-16,3-21-2 0,0 3 2 0,-2 2-2 15,2 0 0-15,1 2-3 0,-1 0 2 0,-1 0-1 16,1-4-1-16,1 4-1 0,-1-6-1 0,2 2-3 16,-2-2-4-16,1 0 14 0,0 0-11 0,0-1 0 15,0-1 8-15,0 0-6 0,-1 2-7 0,1-4 1 16,0 3-7-16,0-10-14 0,-2 16-13 0,1-10-14 15,1 2-16-15,0-8-23 0,-1 11-16 0,-1-5-14 16,2-6-12-16,-1 8-80 0,1-8-226 0,0 0 100 16</inkml:trace>
  <inkml:trace contextRef="#ctx0" brushRef="#br0" timeOffset="45654.77">20069 11111 38 0,'5'-4'83'0,"-1"-3"-12"15,2 4-7-15,-2 0-5 0,-4 3-3 0,10-4-11 0,-10 4-3 16,9-2 1-16,-9 2 5 0,0 0-16 0,9 4 3 16,-9-4 3-16,5 8-8 0,-5-8-14 0,3 9 18 15,-3-4-11-15,0-5 1 0,-4 14-5 0,3-6 6 16,-3 1-16-16,1-1 7 0,1-1 0 15,-2 0-1-15,0-2 4 0,0 0-9 0,-2 1 3 0,2 0-7 16,-1-2 2-16,0 0 1 0,5-4 5 0,-7 8-6 16,7-8 0-16,-8 5 1 0,8-5-1 0,-5 2 7 15,5-2-5-15,-7 2-7 0,7-2 3 16,0 0 6-16,0 0 4 0,-10 1 4 0,10-1-2 0,0 0-4 16,0 0-4-16,0 0-8 0,0 0 4 0,0 0-2 15,0 0 4-15,0 0-7 0,0 0-2 0,0 9 8 16,0-9-17-16,0 0 24 0,0 0-11 0,10 11 3 15,-6-7-6-15,-4-4 3 0,6 9 5 0,-2-4 3 16,1 0-16-16,-1-1 13 0,0 1-11 0,2 0-14 16,0 0-14-16,1 0-14 0,-3 2-28 0,2-2-26 15,-1 1-54-15,-1-2-165 0,1 2 73 0</inkml:trace>
  <inkml:trace contextRef="#ctx0" brushRef="#br0" timeOffset="46080.6">20285 11171 123 0,'0'0'127'15,"-1"-11"-16"-15,1 11 5 0,0 0-11 0,-5-7-10 16,5 7-9-16,0 0-10 0,0 0-6 0,-4-6-7 0,4 6-1 16,0 0-7-16,0 0-10 0,0 0-4 15,-7-4 0-15,7 4-3 0,0 0 0 0,0 0-7 16,-14 8-2-16,14-8-2 0,-9 9-4 0,4-2-4 16,0-1 4-16,1 4-9 0,-1-2 9 0,0 1-9 0,-1 1 8 15,2-1-4-15,1 2-6 0,-2 2-2 0,3-2 0 16,-1 0 2-16,2 1-3 0,-1 1 2 15,2-2-10-15,-1 2 16 0,0-1-4 0,1 1 0 16,0-3-1-16,0-1 0 0,0 1 1 0,-1 0 1 0,1 0-3 16,0 1-7-16,0-3 6 0,0 2-5 0,0 0 0 15,0-10 6-15,0 16-8 0,-3-9 2 0,3 0-1 16,-2 0-8-16,2-7-9 0,-5 17-14 16,2-9-27-16,0-2-8 0,2 0-18 0,1-6-6 0,-4 11-19 15,0-5-15-15,4-6-81 0,-5 9-216 0,5-9 95 16</inkml:trace>
  <inkml:trace contextRef="#ctx0" brushRef="#br0" timeOffset="46265.11">20175 11345 21 0,'0'0'124'0,"0"0"-32"0,3-6 5 16,-3 6-7-16,0 0-13 0,6-9-10 0,0 7-5 15,-6 2-8-15,12-1-4 0,-6-1-7 0,-6 2-12 16,14-3-24-16,-6 2-24 0,1 0-14 0,-9 1-16 16,19 1-73-16,-10-2-130 0,1 2 57 0</inkml:trace>
  <inkml:trace contextRef="#ctx0" brushRef="#br0" timeOffset="46412.62">20414 11315 70 0,'8'-5'78'0,"-8"5"-10"16,9-3-6-16,-9 3-22 0,10-2-10 0,-10 2-24 15,8 0-11-15,-8 0-24 0,11 3-25 0,-11-3-58 16,8 2 26-16</inkml:trace>
  <inkml:trace contextRef="#ctx0" brushRef="#br0" timeOffset="46576.47">20461 11378 40 0,'0'0'133'0,"0"0"-15"15,0 0-8-15,0 0-2 0,0 0-15 0,0 0-23 0,0 0 1 16,0 0-8-16,0 0-8 0,0 0-21 16,0 0-17-16,0 0-24 0,0 0-26 0,18 2-37 15,-18-2-64-15,13-2-145 0,-13 2 64 0</inkml:trace>
  <inkml:trace contextRef="#ctx0" brushRef="#br0" timeOffset="47621.95">20993 11080 42 0,'-3'-7'134'0,"3"7"6"16,-3-8-3-16,3 8 0 0,0 0-9 0,-3-7-6 15,3 7-8-15,0 0-11 0,0 0-19 0,0 0-3 16,0 0-9-16,0 0-6 0,0 0-6 0,0 0-11 16,0 0-4-16,0 0-16 0,0 0 2 0,0 0 1 15,0 0 0-15,0 0-4 0,0 0 1 0,0 0-6 16,13 20 10-16,-11-13-8 0,0 0 1 0,0-2 2 16,3 5-5-16,-1-3 0 0,-1 1 1 0,2 0-5 15,-1 1-1-15,-3-1 1 0,1 2-5 0,1 0 0 16,1-1-2-16,-3-2-3 0,3-1 7 0,0 1-10 15,-2 0 3-15,0-2 2 0,-2-5-3 0,6 10 1 16,-3-4-1-16,-1 0-3 0,-2-6 4 0,4 9-3 16,-4-9-2-16,3 6 3 0,-3-6-2 0,3 6 0 15,-3-6 7-15,4 4-13 0,-4-4 7 0,0 0 0 16,0 0-3-16,0 0 1 0,0 0 2 0,4 7-3 16,-4-7-1-16,0 0 0 0,0 0 0 0,0 0 4 15,0 0-4-15,0 0 3 0,0 0 3 0,0 0-3 16,0 0-2-16,0 0 1 0,0 0 1 0,0 0-5 15,0 0 6-15,0 0 0 0,0 0-1 0,0 0-4 0,0 0 2 16,9-14-3-16,-9 14 1 0,2-7-1 16,-2 7 6-16,0 0-3 0,3-8-1 0,-3 8-2 15,0 0 0-15,0 0 1 0,0-7-1 0,0 7 0 16,0 0 0-16,0 0 2 0,0 0-2 0,3-7-4 0,-3 7 3 16,0 0 3-16,0 0 1 0,0 0-5 0,1-9 7 15,-1 9-5-15,0 0-2 0,0 0 1 16,0 0-2-16,0 0 4 0,0 0-1 0,1-7-3 15,-1 7 3-15,0 0 0 0,0 0-7 0,5-6 8 0,-5 6-3 16,0 0-4-16,0 0 7 0,0 0 0 0,0 0-1 16,0 0-1-16,0 0 4 0,0 0-2 0,0 0-1 15,0 0 0-15,0-9 2 0,0 9-1 0,0 0-2 16,0 0 4-16,0 0 0 0,2-7-2 0,-2 7-1 16,0 0 4-16,0 0-3 0,1-9 4 0,-1 9 4 15,0 0-8-15,3-5 4 0,-3 5-4 0,0 0 1 16,0 0-2-16,1-10 4 0,-1 10-5 0,0 0 3 15,2-10-3-15,-2 10 5 0,3-7-4 0,-3 7 0 16,4-7 0-16,-4 7 0 0,2-10 0 0,1 4-2 16,-2 0 2-16,-1 6-3 0,5-12 0 0,-4 5 6 15,-1 7-6-15,6-12 0 0,-5 7 3 16,1-2 1-16,-2 7-1 0,4-10-4 0,0 5 4 0,-3-3 0 16,-1 8 0-16,5-9-1 0,-5 9 0 0,2-7 6 15,-2 7-6-15,0 0 0 0,2-7 0 0,-2 7-1 16,0 0 5-16,0 0-2 0,4-7 0 0,-4 7-1 15,0 0 0-15,0 0-3 0,0 0 6 0,0 0-2 16,3-6-2-16,-3 6 5 0,0 0-6 0,0 0 0 16,0 0 0-16,0 0 4 0,0 0-3 0,0 0 4 15,0 0-2-15,0 0-3 0,0 0 2 0,0 0 0 16,0 0 2-16,0 0-1 0,0 0-5 0,0 0 6 0,0 0-3 16,0 0-3-16,0 0 1 0,0 0-3 15,0 0-5-15,0 0-5 0,0 0-8 0,0 0-6 16,0 0-9-16,0 0-14 0,0 0-12 0,4-5-17 15,-4 5-15-15,0 0-11 0,0 0-11 0,0 0-19 16,12-1-105-16,-12 1-264 0,0 0 117 0</inkml:trace>
  <inkml:trace contextRef="#ctx0" brushRef="#br0" timeOffset="47955.56">20928 11411 33 0,'0'0'134'0,"0"0"-10"15,0 0-5-15,0 0-8 0,0 0-3 0,0 0-5 16,-9 2-14-16,9-2-19 0,0 0-1 0,0 0 0 16,0 0-9-16,0 0-3 0,0 0-2 0,0 0-4 15,0 0-10-15,0 0-8 0,25-8 1 0,-25 8-4 16,12-2-1-16,-1 0-6 0,-3 0-10 0,2 0-8 16,4 2-16-16,-1-3-29 0,1 3-20 0,-2-2-22 15,-1 2-32-15,-2 2-79 0,-9-2-207 16,18 3 92-16</inkml:trace>
  <inkml:trace contextRef="#ctx0" brushRef="#br0" timeOffset="48193.64">20990 11562 119 0,'0'0'155'0,"0"0"-7"16,0 0-3-16,0 0-15 0,0 0-13 0,20-14-11 16,-14 11-7-16,3-3-10 0,0 0-15 0,0 2-1 15,2 1-11-15,0 0-4 0,-1-1-6 0,1 0-24 16,-2 3-22-16,-9 1-28 0,19-4-23 0,-11 4-35 16,0-2-10-16,-8 2-31 0,11 2-64 0,-11-2-198 15,0 0 88-15</inkml:trace>
  <inkml:trace contextRef="#ctx0" brushRef="#br0" timeOffset="48649.49">21099 11546 59 0,'0'0'121'0,"0"0"-17"0,0 0-1 0,-9 3 1 16,9-3-7-16,-3 7 3 0,3-7-9 0,-3 12-3 0,-1-5-7 15,1 0-2-15,2 3-11 0,-3 1-6 0,3 0-9 16,0-2-4-16,-1 1-1 0,1 0 2 16,1-2-9-16,-1 2-3 0,0 0-6 0,1-3-4 15,0-7 2-15,-2 16-2 0,1-7-3 0,0-3-6 0,1-6-4 16,0 13 4-16,-3-5-1 0,3-8-2 0,-2 10-6 16,-1-4-2-16,3-6 5 0,-1 7 0 15,1-7-4-15,0 0 1 0,-3 7-4 0,3-7 3 16,0 0-8-16,-4 8 2 0,4-8 0 0,0 0-3 0,0 0-15 15,-3 3 16-15,3-3-10 0,0 0 7 0,0 0-1 16,0 0-5-16,0 0 2 0,0 0 4 0,-16-7-4 16,16 7 8-16,-5-5-3 0,5 5 0 0,0 0-3 15,-7-5 8-15,7 5 0 0,0 0 11 0,0 0-12 16,-2-7-3-16,2 7 2 0,0 0 4 0,0 0-6 16,0 0 2-16,8-11-10 0,-8 11 17 0,0 0-3 15,5-4-1-15,-5 4-2 0,8-2 1 16,-8 2 1-16,5-4-3 0,-5 4 5 0,9-3-5 0,-9 3 3 15,11-1-6-15,-11 1 6 0,12-3-4 0,-12 3-14 16,12-1-13-16,-7-1-18 0,-5 2-2 0,13-2-21 16,-6 1-14-16,-7 1-20 0,16-4-33 0,-9 2-77 15,-2-1-230-15,1 0 102 0</inkml:trace>
  <inkml:trace contextRef="#ctx0" brushRef="#br0" timeOffset="48860.6">21107 11518 100 0,'-3'-6'113'0,"3"6"-6"0,0 0-20 0,0 0-6 15,0 0-5-15,21-8-13 0,-21 8-6 0,12-4-21 16,-4 2-24-16,2-1-28 0,1 3-20 0,0-2-78 15,-1 0-123-15,2-1 55 0</inkml:trace>
  <inkml:trace contextRef="#ctx0" brushRef="#br0" timeOffset="49082.33">21576 11301 49 0,'0'0'170'0,"0"0"-15"0,0 0-9 15,1-9-20-15,-1 9-9 0,0 0-13 16,0 0-8-16,4-6-15 0,-4 6-11 0,0 0-21 16,11-1-22-16,-11 1-16 0,9 0-35 0,-9 0-18 15,10 2-32-15,-10-2-27 0,8 7-59 0,-8-7-174 0,5 6 77 16</inkml:trace>
  <inkml:trace contextRef="#ctx0" brushRef="#br0" timeOffset="49245.91">21551 11413 50 0,'0'0'148'0,"0"0"-17"0,0 0-4 0,0 0-18 16,0 0-6-16,0 0-20 0,0 0-19 0,0 0-24 0,0 0-17 15,0 0-31-15,25-8-29 0,-19 4-32 0,-6 4-59 16,10-4-137-16,-3 4 60 0</inkml:trace>
  <inkml:trace contextRef="#ctx0" brushRef="#br0" timeOffset="53028.8">21322 11697 34 0,'0'0'114'0,"0"0"-18"16,0 0 0-16,0 0-16 0,0 0 1 0,0 0-16 15,0 0-9-15,0 0 1 0,0 0-6 0,0 0 0 0,0 0-16 16,0 0-5-16,0 0-14 0,0 0-6 0,0 0-17 16,0 0-22-16,11-7-19 0,-11 7-29 0,10 1-42 15,-10-1-128-15,0 0 57 0</inkml:trace>
  <inkml:trace contextRef="#ctx0" brushRef="#br0" timeOffset="54785.47">22095 11217 14 0,'0'0'97'16,"0"0"-6"-16,0 0-12 0,-5-4 1 0,5 4-9 15,0 0-1-15,0 0-7 0,0 0-8 0,0 0-1 16,0 0-1-16,-8-3-3 0,8 3-7 0,0 0 1 15,0 0-7-15,0 0 8 0,0 0-20 0,0 0 3 16,-13 3 2-16,13-3 0 0,0 0-5 0,-10 2 6 16,10-2-12-16,-8 5-7 0,8-5 0 0,-8 3 3 15,8-3-3-15,-6 3 2 0,6-3 7 0,-7 1-8 0,7-1-6 16,-8 4 14-16,8-4-15 0,-8 4-1 16,8-4 4-16,-6 2-4 0,6-2 10 0,-7 4-2 15,7-4-18-15,-6 4 14 0,6-4-4 0,0 0-2 16,-6 3 5-16,6-3 6 0,0 0-10 0,-7 5-1 0,7-5 1 15,0 0-3-15,-5 7 0 0,5-7 9 16,-4 5-2-16,4-5-5 0,0 0 2 0,-2 10-4 16,2-10-1-16,-4 4 0 0,4-4-6 0,0 0 9 0,-3 10-2 15,3-10 3-15,0 0-9 0,-1 8 8 0,1-8-1 16,0 0 0-16,0 10-1 0,0-10 3 16,0 0-5-16,-1 8 0 0,1-8 4 0,0 0-5 15,-2 7 9-15,2-7-4 0,3 8-4 0,-3-8-1 0,0 0 0 16,3 9 5-16,-3-9-2 0,0 0-4 0,0 8-3 15,0-8 8-15,1 7 0 0,-1-7 0 0,4 4-5 16,-4-4 11-16,5 6-10 0,-5-6 7 0,5 5-8 16,-5-5 8-16,8 4-4 0,-8-4 0 0,9 2-3 15,-9-2 4-15,10 3-1 0,-5-3 5 0,-5 0-3 16,9 2-5-16,-9-2-5 0,10 0 11 0,-10 0-4 16,11 1 3-16,-11-1-3 0,11 0 5 0,-11 0 3 15,11 0 0-15,-11 0-9 0,12 0 6 0,-12 0-4 16,10-3 1-16,-6 0-2 0,-4 3 6 0,11-4-4 15,-6 1 0-15,-5 3 1 0,9-6-5 0,-3 2 8 16,-3 1-5-16,4-2 3 0,-2 1-5 0,-5 4-3 0,9-7-2 16,-5 1 16-16,0 1-11 0,-1-1 3 15,2 2 7-15,-1-3-7 0,-4 7-1 0,7-10-2 16,-5 3 1-16,1-1 6 0,-1 1-9 0,0 0 6 16,-2 7-1-16,3-13-6 0,-1 4 7 0,-2 2-1 0,0 7 3 15,1-14-10-15,-1 14 10 0,-4-14 1 0,3 7-1 16,-2 2 3-16,-1-2 2 0,1 1-2 15,3 6 1-15,-8-9-6 0,0 5 10 0,8 4-7 16,-10-6 10-16,4 6-4 0,6 0-9 0,-19-2-9 0,10 4 9 16,-3 0-14-16,-1 3-11 0,2 2-29 0,-5-2-37 15,1 5-33-15,-9 0-96 0,5 2-235 16,2-3 104-16</inkml:trace>
  <inkml:trace contextRef="#ctx0" brushRef="#br0" timeOffset="55213.49">22021 11527 105 0,'-8'-1'147'0,"8"1"-3"16,-7-3-5-16,7 3-21 0,0 0-6 0,-11-4-5 15,11 4 0-15,0 0-12 0,0 0-9 0,-9-1-6 0,9 1-11 16,0 0-7-16,0 0-9 0,0 0-2 0,0 0-6 16,0 0-7-16,0 0 6 0,25-1-23 15,-8-3-27-15,4-1-33 0,8 2-36 0,4-5-35 0,0 2-123 16,-1 0-251-16,-2-1 112 0</inkml:trace>
  <inkml:trace contextRef="#ctx0" brushRef="#br0" timeOffset="60889.36">19976 12151 101 0,'0'0'106'0,"0"0"-14"0,-2-8 5 0,2 8 7 16,0 0-24-16,-1-8 1 0,1 8-10 16,0 0 7-16,-2-9-2 0,2 9-2 0,0 0-4 15,-3-9 11-15,3 9-10 0,0 0-4 0,-2-7-6 0,2 7-3 16,0 0 0-16,0 0-7 0,0 0-10 0,0 0 1 16,0 0-6-16,0 0-8 0,0 0-2 0,0 0 1 15,0 0-8-15,0 0-12 0,0 0 8 0,0 0 0 16,0 0 0-16,0 0-5 0,0 0 6 0,0 0-11 15,-3 27 1-15,2-21-3 0,1 4 6 0,0-1-1 16,-2-2-5-16,2-7-1 0,2 20 4 0,-2-11-1 16,0 2-2-16,-2-5 4 0,4 4-6 0,-2-3 11 15,0-7-11-15,-2 14 1 0,4-6-3 0,-2-1 3 16,0-7 2-16,0 14-13 0,0-9 13 0,0-5-7 16,0 10 3-16,0-10-2 0,1 8 4 0,-1-8 1 15,-1 10-4-15,1-10-7 0,0 8 14 16,0-8-3-16,-2 8-1 0,2-8-2 0,-2 8 1 0,2-8-13 15,-5 8-19-15,1-3-17 0,4-5-14 0,-9 8-27 16,5-3-10-16,0-1 5 0,0 0-17 0,4-4-11 16,-6 9-75-16,1-6-214 0,5-3 94 0</inkml:trace>
  <inkml:trace contextRef="#ctx0" brushRef="#br0" timeOffset="61381.5">19899 12098 81 0,'5'-4'116'16,"-5"4"-16"-16,12-8-11 0,-6 4 3 0,0 0-19 15,1 2-1-15,4-3-7 0,-4 3 4 0,-7 2 0 16,14 0-14-16,-7-1-3 0,-7 1-2 0,12 3-2 16,-7 1-10-16,-5-4 0 0,8 8-5 0,-3-3 1 15,-4 2-4-15,2 3 9 0,-2-3-7 0,-1 3-1 16,-1-1 2-16,-1 1-12 0,-3-1 4 0,2 1-5 16,-1-2 0-16,0 3 7 0,-1 0-6 0,1-5-3 15,-1 2-4-15,-3 1-3 0,0-2 6 0,2 1-4 16,-1 0-1-16,2-4 1 0,-1 1-7 0,0-4 3 15,6-1 2-15,-9 7-5 0,9-7 1 0,-12 1 2 16,12-1-2-16,-9 3-3 0,9-3 4 0,0 0 1 0,-9 0 5 16,9 0-7-16,0 0-5 0,0 0-4 0,-9 1 6 15,9-1-10-15,0 0 4 0,0 0 4 16,0 0-10-16,0 0 9 0,-1 8-5 0,1-8 0 16,0 0 2-16,0 0 0 0,12 12 2 0,-10-9 0 0,-2-3 0 15,8 8 1-15,-6-5 1 0,5 2 0 0,-2-1-9 16,0 3 9-16,0-2-5 0,0 0 6 0,2 3-11 15,-1-4 9-15,-1 2-22 0,0 3-22 0,0-4-30 16,2 3-21-16,-1-1-27 0,-1 0-94 0,-1-1-233 16,-1 2 104-16</inkml:trace>
  <inkml:trace contextRef="#ctx0" brushRef="#br0" timeOffset="61728.32">20112 12375 76 0,'0'0'176'0,"3"-7"-11"0,-3 7-8 0,0 0-9 16,3-9-9-16,-3 9-15 0,0 0-13 0,0 0-8 15,0 0-13-15,0 0-8 0,0 0-8 0,0 0-11 16,0 0-11-16,0 0 1 0,0 0-5 0,0 0-5 15,0 0-7-15,0 0-3 0,0 0 3 0,5 22-6 16,-5-15 0-16,1 0 0 0,0 3-4 0,2-1-3 16,-3 1-2-16,1 1-3 0,-1-3 2 0,0-1-5 15,0 3-2-15,0-3 2 0,0-7-3 0,0 14 3 16,0-9-4-16,0-5-3 0,3 12 0 0,-3-6 0 16,0-6 0-16,0 11 4 0,1-5-4 0,-1-6-10 15,1 9-13-15,-1-9-13 0,0 0-31 0,-1 11-17 16,1-11-19-16,-1 9-27 0,1-9-25 0,-4 5-119 15,4-5-289-15,0 0 128 0</inkml:trace>
  <inkml:trace contextRef="#ctx0" brushRef="#br0" timeOffset="62652.62">20144 12343 36 0,'0'0'100'0,"-5"-4"3"0,5 4-14 15,0 0-3-15,0 0 4 0,0 0-9 16,0 0-4-16,0 0 1 0,0 0-5 0,0 0-2 15,0 0-6-15,-1-9 3 0,1 9-8 0,0 0-1 16,0 0-6-16,-1-8 2 0,1 8-3 0,0 0 1 0,0 0-3 16,0 0-6-16,0-11 8 0,0 11-7 0,0 0-1 15,0-10-8-15,0 10-2 0,4-6-7 0,-4 6 1 16,5-6 5-16,-5 6-12 0,5-6-1 16,-5 6-3-16,7-5-1 0,-7 5-5 0,7-2 3 0,-7 2-4 15,9-3-4-15,-9 3-5 0,9 0 10 0,-9 0-11 16,10 3 4-16,-10-3 0 0,9 5-3 0,-7-1 1 15,2 1-7-15,-4-5 3 0,8 8 4 16,-4-3 0-16,-3 1 5 0,-1-6-2 0,1 10-5 0,-1-10 0 16,0 13-2-16,0-13 8 0,-6 13-2 0,3-8-7 15,1 0 8-15,2-5-2 0,-8 14 0 0,3-8 2 16,0-2-1-16,1 3-1 0,-1-3 3 0,5-4-3 16,-9 8-3-16,5-3-1 0,-1-1 0 0,0-1 4 15,5-3-2-15,-8 3 5 0,8-3-9 0,-7 5 6 16,7-5 1-16,-5 3-1 0,5-3 1 0,0 0-2 15,-7 3 1-15,7-3 2 0,0 0-2 0,0 0-5 16,0 0 4-16,0 0 1 0,-13 0-5 0,13 0 8 16,0 0-7-16,0 0 1 0,0 0 4 0,0 0-4 15,0 0-1-15,0 0 2 0,0 0 1 0,-10-3-3 16,10 3 1-16,0 0 3 0,0 0-2 0,0 0 2 16,0 0-2-16,0 0 5 0,0 0-4 0,0 0-1 15,0 0 3-15,0 0-1 0,0 0-6 0,0 0 9 16,0 0-1-16,0 0-4 0,0 0 2 0,0 0-1 15,0 0 4-15,0 0-6 0,0 0 3 0,0 0-2 16,0 0-1-16,0 0 1 0,0 0 2 0,0 0-6 16,0 0 5-16,0 0-1 0,0 0-2 0,0 0 2 0,0 0 5 15,0 0-3-15,0 0 5 0,0 0 0 16,0 0 0-16,0 0 1 0,0 0-3 0,0 0 0 16,0 0 3-16,0 0-5 0,0 0 0 0,28-2 3 15,-28 2-4-15,0 0 2 0,8 3-1 0,-8-3-2 16,0 0 5-16,8 4-7 0,-8-4-2 0,8 1 7 15,-8-1-3-15,7 3 3 0,-7-3 2 0,9 6 1 16,-5-3-2-16,-4-3-3 0,9 7 2 0,-4-4 4 16,-5-3-2-16,7 7 3 0,-3-1 0 0,1-3 5 15,2 3-4-15,-3-2-2 0,-1 0 7 0,3 1 0 0,-1-2-2 16,-5-3 2-16,6 8-8 0,0-5 2 16,-6-3 0-16,5 5 1 0,-5-5 0 0,6 2-3 15,-6-2 1-15,4 6 1 0,-4-6-3 0,0 0-1 0,5 4-1 16,-5-4 3-16,0 0-3 0,0 0-1 15,4 5-1-15,-4-5 2 0,0 0-4 0,0 0-3 0,0 0-16 16,5 3-19-16,-5-3-19 0,0 0-41 0,0 0-6 16,0 0-26-16,0 0-30 0,6 5-21 15,-6-5-92-15,0 0-295 0,0 0 130 0</inkml:trace>
  <inkml:trace contextRef="#ctx0" brushRef="#br0" timeOffset="62862.31">20479 12371 87 0,'0'0'159'0,"5"-5"-8"0,-5 5-11 0,6-4-15 16,-6 4-11-16,8 0-11 0,-8 0-8 0,12-3-14 15,-6 2-2-15,2-2-8 0,-8 3-14 0,14 0-13 16,-14 0-33-16,13 2-29 0,-8-1-31 15,-5-1-18-15,14 1-30 0,-14-1-84 0,8 3-197 0,-8-3 87 16</inkml:trace>
  <inkml:trace contextRef="#ctx0" brushRef="#br0" timeOffset="63052.42">20481 12469 11 0,'0'0'169'0,"0"0"-6"0,0 0-10 0,0 0-9 0,0 0-10 16,0 0-15-16,0 0-9 0,0 0-8 0,0 0-10 16,0 0-11-16,0 0-2 0,0 0-13 0,0 0-11 15,24 0-17-15,-17 0-28 0,-7 0-35 0,18-2-30 16,-7 0-39-16,-4 2-132 0,-7 0-244 0,14 0 109 16</inkml:trace>
  <inkml:trace contextRef="#ctx0" brushRef="#br0" timeOffset="63946.88">20805 12268 51 0,'0'0'131'0,"1"-7"2"16,-1 7-3-16,0 0-4 0,-1-14-5 0,1 14-7 0,1-8 4 16,-1 8-1-16,0 0-11 0,-1-9-4 0,1 9-14 15,0 0-6-15,0 0-10 0,0 0-8 0,0 0-11 16,0 0-1-16,6-5-7 0,-6 5-3 15,0 0-4-15,0 0-3 0,13 12-1 0,-6-2 6 0,-1-2 3 16,0 1-4-16,0 2-3 0,1 4-4 0,-2-6-2 16,3 3-4-16,-2 3-2 0,1-5-6 0,-2 0 2 15,0-1-2-15,4 1-2 0,-4 1-8 0,0-1 6 16,0-3-1-16,1 0-2 0,0 0-3 0,-2-1 4 16,-2-1-2-16,-2-5-2 0,5 6 4 0,-5-6-1 15,4 5 7-15,-4-5 9 0,3 4 8 0,-3-4 1 16,0 0 0-16,0 0-1 0,0 0-9 0,14-7 0 15,-14 7-9-15,9-13 5 0,-5 3-2 0,3 0-6 16,2-5 0-16,1 1 0 0,1 0-2 0,-1-1 2 16,0-2-2-16,0 2-2 0,-3 1-1 0,0 1-3 15,-2 2-7-15,1 0-4 0,0 1-5 0,-2 2-21 16,-2 2-19-16,-2 6-33 0,2-8-30 0,-2 8-28 16,5-4-16-16,-5 4 1 0,0 0-10 0,0 0-134 15,0 0-323-15,0 0 144 0</inkml:trace>
  <inkml:trace contextRef="#ctx0" brushRef="#br0" timeOffset="64172.66">20838 12591 21 0,'0'0'179'0,"0"0"3"0,0 0-7 15,0 0-9-15,0 0-11 0,30-2-13 0,-17-1-14 16,4-3-19-16,0 1-4 0,5 1-12 0,4-3-9 16,-6 1-5-16,7-1-8 0,-7 2-23 0,2 2-31 15,-4 0-29-15,-1 0-39 0,-4 3-20 0,3-1-37 16,-6 1-25-16,-1 0-98 0,-9 0-248 0,15 1 110 16</inkml:trace>
  <inkml:trace contextRef="#ctx0" brushRef="#br0" timeOffset="64395.65">21022 12668 142 0,'23'-10'185'0,"-15"6"-5"16,2 0-16-16,2-1-15 0,3-3-19 15,-2 4-7-15,1-1-17 0,1-1-7 0,-1 1-11 16,-2 2-13-16,-2 0-21 0,1-1-28 0,-3 1-23 0,-3 2-18 15,-5 1-19-15,11-3-7 0,-11 3-15 0,0 0-16 16,10 0-12-16,-10 0-4 0,0 0 9 16,0 0-8-16,1 9-3 0,-1-9-57 0,0 0-159 15,0 0 72-15</inkml:trace>
  <inkml:trace contextRef="#ctx0" brushRef="#br0" timeOffset="64746.53">21183 12633 395 0,'0'0'-18'0,"-12"4"15"0,7-1 9 0,-2 0 5 16,7-3 17-16,-10 2 8 0,10-2 5 0,-10 4 12 15,10-4 0-15,-7 1 2 0,7-1 1 0,0 0 5 16,-7 4 1-16,7-4 4 0,0 0-2 15,-3 8 5-15,3-8 0 0,-3 11 5 0,3-11-2 0,-1 14-3 16,1-6-9-16,0 2 6 0,-1-2-11 0,0 3-7 16,-1-2 4-16,1 2 0 0,1 0-9 0,-1-1 4 15,1 1-11-15,0-3-3 0,0 0 1 0,0 1-1 16,0-1-6-16,0-8-2 0,-4 13 5 0,3-7-6 16,1-6-4-16,-1 12-6 0,1-6 6 0,0-6-3 15,0 0 1-15,-2 12-1 0,2-12-1 0,-4 6-4 16,4-6 3-16,0 0-4 0,-5 7 1 0,5-7 1 15,0 0-1-15,0 0-8 0,-8 2 3 0,8-2 0 16,0 0-3-16,0 0-3 0,0 0 6 0,0 0-3 16,-13-7-1-16,13 7-1 0,-7-4 0 0,7 4-2 15,0 0 2-15,0 0-3 0,0 0 1 0,-5-4-1 16,5 4 0-16,0 0-3 0,0 0 1 0,0 0-1 16,0 0 4-16,0 0-1 0,0 0 1 0,0 0 0 15,23-2 1-15,-23 2 4 0,15-3 0 0,-3 0-5 16,-2 2 5-16,3-1-4 0,6-1-7 0,-7 2-24 15,5-3-25-15,-5 2-37 0,3 1-38 0,1-5-31 16,-2 6-131-16,-3-3-317 0,2-1 140 0</inkml:trace>
  <inkml:trace contextRef="#ctx0" brushRef="#br0" timeOffset="64946.58">21596 12554 140 0,'5'-4'131'0,"-5"4"-12"15,7-5-8-15,-7 5-12 0,7-1-25 16,-7 1-16-16,0 0-22 0,16-1-22 0,-16 1-29 16,10 3-12-16,-10-3-21 0,9 4-13 0,-9-4-45 15,6 6-113-15,-4-3 50 0</inkml:trace>
  <inkml:trace contextRef="#ctx0" brushRef="#br0" timeOffset="65102.7">21571 12668 87 0,'0'0'126'0,"-4"3"-3"0,4-3 2 16,0 0-11-16,0 0-4 0,-7 2-16 16,7-2-3-16,0 0-5 0,0 0-8 0,0 0-6 0,0 0-10 15,23 0-8-15,-23 0-14 0,17-2-24 16,-7 0-42-16,3 1-30 0,0-3-45 0,-3 2-82 0,0 0-197 15,2 0 87-15</inkml:trace>
  <inkml:trace contextRef="#ctx0" brushRef="#br0" timeOffset="66838.5">22036 12520 8 0,'0'0'142'16,"0"0"2"-16,0 0-6 0,-9-12-2 0,9 12-6 0,0 0-15 16,0 0 4-16,0 0-11 0,0 0-14 0,0 0 4 15,0 0-11-15,0 0-6 0,0 0-5 16,0 0-7-16,-6-4-6 0,6 4-7 0,0 0-8 16,0 0-6-16,0 0-3 0,0 0-1 0,0 0-3 0,0 0-4 15,0 0 0-15,0 0 0 0,25 0 1 16,-13-1 2-16,8-1 4 0,9-1-4 0,2-1-6 15,2 1 3-15,3-2-2 0,0-2-2 0,1 3-1 16,0-3-1-16,-4 1-2 0,0 0-1 0,-5 1-4 0,2 2-2 16,-9 1 1-16,-1-1-3 0,-2 1-2 0,-5 1 1 15,-2 0-3-15,0-1 1 0,-3 1-1 16,0 1-3-16,-8 0 1 0,13-1-4 0,-13 1-6 16,9 0-17-16,-9 0-7 0,0 0-13 0,7 1-14 0,-7-1-12 15,0 0-30-15,0 0-35 0,0 0-47 0,0 0-130 16,-14 19-334-16,4-14 148 0</inkml:trace>
  <inkml:trace contextRef="#ctx0" brushRef="#br0" timeOffset="67324.84">22280 12633 34 0,'0'0'157'0,"0"0"-14"0,0 0-7 16,-10 12-15-16,6-8-8 0,4-4-6 0,-4 10-11 16,1-5-13-16,1 3-1 0,-2 1 1 0,-1-3-11 15,3 2-6-15,-1 2-6 0,-1-2-8 0,1 1-1 16,1 0 3-16,-1 0-7 0,1 0-5 0,0-3 3 15,0 2-8-15,1 0-3 0,1-8-1 0,-2 11-5 16,2-11 0-16,2 12 0 0,-1-6-4 0,-1-6 2 16,4 8-3-16,0-3 0 0,-1 0 2 0,3-2 7 15,0 1-4-15,2-2 3 0,-2 1 11 0,2-3-7 16,-1 2 0-16,5-4-1 0,-12 2-2 0,18 0 5 16,-8-2 1-16,-1-1 2 0,-3 0-1 0,3-1 0 15,-1 1 0-15,-2-1-4 0,1 0 1 0,-1-2-1 16,2 1 2-16,-1-2 1 0,-3 0-2 0,3 1 4 15,-6-1-5-15,2 1 0 0,-2-1-4 0,-1 7-1 16,2-13 0-16,-3 6-8 0,1 7 1 0,-5-13-4 16,0 5 0-16,1 2-4 0,-4-2-1 0,1 2 0 15,-1 1-6-15,0 2 0 0,2 1-1 0,-5-2-4 16,1 2-1-16,-1 2-14 0,0 2-20 0,-1-1-22 16,2 3-39-16,-2-1-42 0,3 2-49 0,2-1-60 15,-5 1-135-15,7-1-410 0,5-4 181 0</inkml:trace>
  <inkml:trace contextRef="#ctx0" brushRef="#br0" timeOffset="72886.98">21792 12353 70 0,'5'-3'82'0,"-5"3"-23"15,9 0 1-15,-9 0-20 0,0 0-9 0,11 0-20 16,-11 0-13-16,10 0 0 0,-10 0-19 0,0 0-34 16,11 0-59-16,-11 0 25 0</inkml:trace>
  <inkml:trace contextRef="#ctx0" brushRef="#br0" timeOffset="73254.07">22004 12253 10 0,'0'0'127'16,"0"0"-15"-16,0 0-9 0,0 0-3 0,0 0-18 16,0 0-11-16,0 0-1 0,0 0-8 0,0 0-8 15,0 0 5-15,-13 19-4 0,13-19-17 0,-4 8 8 16,2-3-10-16,2-5-1 0,-2 9 1 0,2-9-6 0,0 9 1 15,0-9-5-15,0 0 1 0,3 10-7 0,-3-10 3 16,3 6-5-16,-3-6 3 0,3 4-2 0,-3-4-4 16,11 5-1-16,-11-5 0 0,10 0-3 15,-10 0-3-15,9-2-6 0,-9 2 9 0,10-8 5 0,-5 4-4 16,0 1-3-16,-5 3 3 0,7-11 1 0,-6 5 3 16,3-1 3-16,-4 7-2 0,2-12-5 0,-2 3 3 15,0 9 0-15,-1-13-6 0,1 13-3 16,-1-13-3-16,-2 8-1 0,3 5-5 0,-2-10-8 0,2 10-28 15,-4-5-1-15,4 5-22 0,0 0-11 0,-7-7-17 16,7 7-14-16,0 0-86 0,0 0-207 0,-11 0 92 16</inkml:trace>
  <inkml:trace contextRef="#ctx0" brushRef="#br0" timeOffset="73405.98">22173 12222 19 0,'0'0'82'16,"2"-5"-24"-16,-2 5-26 0,0 0-24 0,0 0-24 15,0 0-15-15,0 0-33 0,0 0 15 0</inkml:trace>
  <inkml:trace contextRef="#ctx0" brushRef="#br0" timeOffset="73640.55">22231 12179 3 0,'0'0'109'15,"0"0"3"-15,0 0-7 0,0 0-21 0,11 8 6 16,-11-8-6-16,6 5 5 0,-1-1-16 0,0 0 8 16,-1 0-7-16,-4-4-2 0,9 7-9 0,-5-4-9 15,-2 2-1-15,-2-5-8 0,8 4 2 0,-8-4-9 16,6 5-15-16,-6-5 6 0,6 7 3 0,-6-7-4 0,1 6-3 15,-1-6-2-15,0 9-9 0,0-9-8 0,-4 9-18 16,4-9-25-16,-5 10-16 0,0-6-19 16,0 1-19-16,5-5-108 0,-11 8-215 0,6-4 95 15</inkml:trace>
  <inkml:trace contextRef="#ctx0" brushRef="#br0" timeOffset="74002.57">22697 12437 81 0,'7'-2'110'0,"-7"2"-22"0,8-3-33 0,-8 3-32 16,0 0-37-16,13 3-44 0,-13-3-61 0,0 0 27 16</inkml:trace>
  <inkml:trace contextRef="#ctx0" brushRef="#br0" timeOffset="74142.42">22727 12568 41 0,'0'0'30'0,"12"-3"-43"0,-12 3-12 0,11-1 6 15</inkml:trace>
  <inkml:trace contextRef="#ctx0" brushRef="#br0" timeOffset="74687.38">23097 12309 1 0,'0'0'167'0,"0"0"-9"16,0 0-7-16,0 0-3 0,0 0-10 0,0 0-14 16,0 0-6-16,-13 26-3 0,5-18-20 0,2 2-9 15,-2 1-14-15,0 0-4 0,0 0-3 0,-1-3-9 16,-1 2-5-16,-2 3-3 0,-1-4-5 0,3 0-2 15,-3-1-13-15,1-2 5 0,1 1-1 0,-2-1-4 16,4-3-2-16,-1 0-4 0,0 1 1 0,3-3 1 16,-3 1-6-16,10-2-1 0,-10-2-3 0,10 2-3 15,-9-5 5-15,5 0-6 0,4 5-3 0,-2-10 8 16,2 10-2-16,1-13-5 0,0 3 4 0,2 1 0 16,1-2-2-16,-1 1-2 0,3 0 5 0,0 3 6 15,2 0 3-15,-3 2 0 0,0-1-1 0,0 3-3 16,-5 3-4-16,9-7-3 0,-3 5 1 0,-6 2-2 15,10 0 3-15,-10 0 2 0,12 2-3 0,-6 1-4 16,-1 1 2-16,1-1-4 0,0 1 2 0,-1-1-3 16,0 2 0-16,2 0-1 0,-1 1 0 0,3 0 2 15,2-2 0-15,-2 1 0 0,-1-1 1 0,2-1-1 16,0-2 1-16,-2 1-6 0,0-2 1 0,1 2-1 16,-2 0 2-16,1-2 0 0,-8 0 3 0,13 0-1 15,-13 0 1-15,15-3-1 0,-8 0-2 0,-7 3 0 16,9-4 3-16,-4 2-6 0,-5 2 3 0,7-7 0 15,-4 2 0-15,-3 5-2 0,1-7 3 0,-1 7-2 0,0-11-1 16,0 11 0-16,-4-11 3 0,4 11-1 16,-7-9-3-16,2 6 3 0,1-2-2 0,4 5-2 15,-10-8 3-15,3 8-5 0,7 0-7 0,-14-2-15 16,14 2-28-16,-17 8-27 0,7-4-27 0,3 1-38 0,-2 3-35 16,0-1-136-16,2-3-342 0,4 4 151 0</inkml:trace>
  <inkml:trace contextRef="#ctx0" brushRef="#br0" timeOffset="75358.55">19896 12419 8 0,'0'0'151'0,"0"0"-11"0,-2-9-6 16,2 9-11-16,0 0-10 0,0 0-18 0,0-9-4 15,0 9-8-15,0 0-19 0,0 0-25 0,0 0-15 16,0 0-21-16,5-5-27 0,-5 5-25 0,0 0-16 15,0 0-90-15,10 19-169 0,-2-8 75 0</inkml:trace>
  <inkml:trace contextRef="#ctx0" brushRef="#br0" timeOffset="75978.88">23163 12579 16 0,'0'0'110'0,"0"0"-12"16,0 0-6-16,0 0-12 0,0 0-9 0,0 0-7 16,0 0-10-16,0 0 0 0,0 0-4 0,0 0-10 15,0 0-8-15,0 0 2 0,0 0-14 0,0 0-20 16,0 0-21-16,0 0-16 0,0 0-36 0,5 11-41 15,-5-11-124-15,0 0 55 0</inkml:trace>
  <inkml:trace contextRef="#ctx0" brushRef="#br0" timeOffset="102657.45">23364 9321 36 0,'0'0'37'0,"0"0"-7"0,0 0-2 15,0 0-2-15,0 0 2 0,0 0-4 0,0 0 8 16,2-11-9-16,-2 11 9 0,0 0-5 0,0 0 4 16,0 0 0-16,0 0-4 0,0 0 0 0,0 0-1 0,0 0-4 15,0 0 1-15,0 0-7 0,0 0 1 0,-2-9-6 16,2 9 1-16,0 0 2 0,0 0-12 16,0 0 4-16,0 0 0 0,0 0 2 0,0 0-6 15,0 0 7-15,0 0-2 0,0 0-1 0,0 0-1 0,0 0 1 16,0 0 4-16,0 0-4 0,0 0 5 0,0 0-3 15,0 0 1-15,0 0-1 0,0 0 0 0,-9-2-1 16,9 2 8-16,0 0 4 0,0 0-7 16,0 0-2-16,0 0 4 0,0 0-8 0,0 0 5 0,0 0 3 15,0 0-9-15,0 0-3 0,0 0 5 0,0 0 1 16,0 0 1-16,0 0 1 0,0 0 1 0,0 0 0 16,0 0 5-16,0 0-5 0,0 0 3 0,0 0 2 15,0 0 0-15,0 0 2 0,0 0 4 0,0 0-13 16,0 0 4-16,0 0-3 0,0 0-1 0,0 0 7 15,0 0-5-15,0 0-2 0,0 0-3 0,0 0-12 16,0 0 13-16,0 0 2 0,0 0-7 0,0 0 6 16,0 0 1-16,0 0 3 0,0 0-6 0,0 0-6 15,0 0 4-15,0 0 6 0,0 0-1 0,0 0 3 16,0 0 2-16,0 0 4 0,0 0-10 0,0 0 8 16,0 0 4-16,0 0-3 0,0 0 1 0,0 0-6 15,0 0 7-15,0 0 0 0,18-2-8 0,-18 2 8 16,0 0-11-16,0 0 6 0,0 0-8 0,0 0 8 15,0 0 6-15,0 0-8 0,10 0 14 0,-10 0-6 16,0 0-11-16,0 0 7 0,0 0-5 0,0 0 1 16,0 0 0-16,0 0 1 0,0 0 0 0,9 0-2 15,-9 0 0-15,0 0-7 0,0 0 1 0,0 0 0 16,0 0 3-16,0 0-1 0,10 0-2 0,-10 0 6 16,0 0-2-16,0 0-3 0,0 0 7 0,0 0 0 15,0 0-7-15,0 0 5 0,0 0-3 0,8-1 4 0,-8 1-5 16,0 0 4-16,0 0-3 0,0 0 5 15,0 0-3-15,0 0 5 0,0 0-4 0,9-2-2 16,-9 2 6-16,0 0-7 0,0 0 5 0,0 0 0 0,0 0-7 16,0 0 2-16,10 2-1 0,-10-2-4 0,0 0-1 15,0 0 3-15,0 0 3 0,8 1-4 0,-8-1 9 16,0 0-8-16,0 0 3 0,0 0-4 16,0 0 0-16,9 0-5 0,-9 0 2 0,0 0 5 0,0 0-4 15,0 0-1-15,0 0 4 0,12 0-3 0,-12 0 1 16,0 0-3-16,8 3 0 0,-8-3-6 0,0 0 11 15,0 0-3-15,10 0-8 0,-10 0 10 0,0 0 0 16,8 1 8-16,-8-1-7 0,0 0-5 0,7 2 3 16,-7-2-4-16,0 0 7 0,9 0-7 0,-9 0 6 15,0 0 0-15,11 1-3 0,-11-1 9 0,0 0-4 16,11 0-2-16,-11 0 0 0,8 0 1 0,-8 0-2 16,0 0 1-16,9 0 0 0,-9 0 4 0,0 0-1 15,9 1-1-15,-9-1 3 0,0 0-7 0,0 0 3 16,9 1-3-16,-9-1-1 0,0 0 1 0,0 0 2 15,9 0-2-15,-9 0-1 0,0 0 5 0,6 3-2 16,-6-3 1-16,0 0-4 0,9 1 2 0,-9-1-6 16,0 0 7-16,9 1-3 0,-9-1 1 0,0 0-2 15,8 2 4-15,-8-2-2 0,0 0 3 0,0 0-1 16,11 0-2-16,-11 0 7 0,0 0-7 0,10 0-3 16,-10 0 4-16,0 0-3 0,0 0 3 0,8 0 1 15,-8 0 2-15,0 0-7 0,0 0 5 0,11 1-5 16,-11-1 0-16,0 0 0 0,0 0 5 0,9-1-4 0,-9 1-2 15,0 0 5-15,8 1-2 0,-8-1 1 16,0 0 0-16,0 0-3 0,0 0 3 0,10 0-2 16,-10 0-1-16,0 0 2 0,0 0-2 0,10-1-2 15,-10 1 2-15,0 0 5 0,0 0-3 0,0 0-2 0,9 0 2 16,-9 0 2-16,0 0-3 0,0 0 1 0,9 0-2 16,-9 0 0-16,0 0 3 0,12 0 2 0,-12 0-4 15,8-2-1-15,-8 2 6 0,0 0-2 16,10 0 0-16,-10 0 1 0,0 0-2 0,9-1 5 0,-9 1 0 15,0 0-11-15,0 0 4 0,11 0 3 0,-11 0-2 16,0 0-2-16,0 0 2 0,8 3-2 0,-8-3 0 16,0 0 0-16,0 0 2 0,0 0 4 0,13-2 4 15,-13 2 0-15,0 0-3 0,7-1 6 0,-7 1 1 16,0 0-3-16,8-3 0 0,-8 3-4 0,0 0 3 16,0 0-4-16,8-1 0 0,-8 1 1 0,0 0-5 15,0 0 3-15,9-1-1 0,-9 1 2 0,0 0 1 16,0 0-4-16,0 0 2 0,0 0 1 0,0 0-6 15,9 0 1-15,-9 0 0 0,0 0 1 0,0 0 1 16,0 0-2-16,9-1 0 0,-9 1 2 0,0 0 1 16,0 0-3-16,0 0-1 0,0 0 0 0,0 0 3 15,11 0-1-15,-11 0 0 0,0 0-2 0,0 0-1 16,0 0 1-16,6-3 2 0,-6 3-4 0,0 0 3 16,0 0 3-16,0 0-2 0,0 0 3 0,0 0-4 15,0 0-3-15,9 0 2 0,-9 0-4 0,0 0 6 16,0 0-1-16,0 0 0 0,0 0 2 0,0 0-4 15,0 0 3-15,0 0-2 0,0 0 3 0,9-2 0 16,-9 2 4-16,0 0-8 0,0 0 4 0,0 0 0 0,0 0 0 16,12 0 5-16,-12 0-5 0,0 0 1 0,0 0 3 15,0 0-2-15,7-2 2 0,-7 2-2 0,0 0-2 16,0 0 6-16,8-4-2 0,-8 4 1 0,0 0-2 16,0 0-1-16,8-3-1 0,-8 3 0 0,0 0 2 15,0 0 2-15,0 0-3 0,9-2-2 0,-9 2 1 16,0 0 0-16,6-1-1 0,-6 1-2 0,0 0 3 15,0 0 0-15,0 0 1 0,8-4-4 0,-8 4 5 16,0 0-4-16,0 0 1 0,9-2 0 0,-9 2 2 16,0 0-5-16,0 0 2 0,6-3-1 0,-6 3 0 15,0 0 1-15,0 0-2 0,0 0 1 0,0 0 3 16,9 0-2-16,-9 0-1 0,0 0 1 0,0 0 0 16,8-3-1-16,-8 3-2 0,0 0 5 0,7-1 1 15,-7 1-5-15,0 0 4 0,0 0-1 0,0 0 3 16,0 0-4-16,8-3 7 0,-8 3-6 0,0 0 4 15,0 0-4-15,0 0 4 0,8-3-3 0,-8 3 1 16,0 0-3-16,0 0 8 0,8-3 2 0,-8 3 0 16,7-4 7-16,-7 4-5 0,0 0-5 0,6-3 5 15,-6 3-6-15,0 0 5 0,0 0 5 0,6-3-4 16,-6 3 0-16,0 0 1 0,0 0-1 0,6-6-3 16,-6 6 1-16,0 0 0 0,0 0-1 0,0 0-4 15,8-4 1-15,-8 4 1 0,0 0-3 0,7-4 0 16,-7 4-3-16,5-4 2 0,-5 4-3 0,0 0 4 15,7-4-4-15,-7 4 0 0,0 0 3 0,0 0-3 16,6-5 1-16,-6 5 0 0,0 0-2 0,7-3 2 16,-7 3 2-16,0 0-3 0,6-5 2 0,-6 5-1 15,5-3-2-15,-5 3 3 0,0 0-3 0,0 0 3 16,5-7-4-16,-5 7 3 0,0 0-1 0,4-4 2 0,-4 4-4 16,0 0 0-16,0 0 4 0,8-3 2 15,-8 3-2-15,0 0 3 0,7-3-5 0,-7 3 7 16,4-6-5-16,-4 6 4 0,0 0-6 0,7-7 2 0,-7 7-1 15,5-4 3-15,-5 4-1 0,5-5 1 0,-5 5 3 16,4-5-4-16,-4 5 2 0,6-5-1 0,-6 5-2 16,5-5 1-16,-5 5 1 0,5-7 0 0,-5 7-3 15,5-5 1-15,-5 5 0 0,3-4 1 0,-3 4-3 16,0 0 2-16,6-6-1 0,-6 6-1 0,0 0 0 16,7-4-1-16,-7 4 1 0,0 0 5 0,5-5-5 15,-5 5 1-15,0 0-4 0,5-4 3 0,-5 4-6 16,0 0 9-16,0 0-4 0,6-6-3 0,-6 6 3 15,6-4 2-15,-6 4-3 0,0 0 2 0,5-4 0 16,-5 4 1-16,5-4 0 0,-5 4-1 0,0 0-2 16,5-5 5-16,-5 5-4 0,0 0 5 0,6-5-5 15,-6 5 1-15,0 0 4 0,4-7-4 0,-4 7 3 16,0 0 1-16,5-3-5 0,-5 3 2 0,4-6-3 16,-4 6 3-16,6-3-1 0,-6 3 1 0,5-5 1 15,-5 5 1-15,0 0 3 0,7-7-2 0,-7 7 2 0,4-5 0 16,-4 5 1-16,4-6 5 0,-4 6-6 15,3-4-1-15,-3 4 2 0,0 0 5 0,4-8 5 16,-4 8-6-16,4-7-2 0,-4 7 12 0,4-4-14 16,-4 4-1-16,5-9 9 0,-2 5 1 0,-3 4-14 15,3-8-4-15,-3 8 3 0,6-7 3 0,-6 7 0 0,3-6-1 16,0 2-1-16,-3 4-1 0,5-7 2 16,-5 7 3-16,2-8 0 0,-2 8 4 0,4-5-5 15,-4 5 14-15,4-10-16 0,-4 10 1 0,4-7-3 0,-4 7 4 16,1-9-4-16,-1 9 1 0,6-9-1 0,-6 9-3 15,1-6 2-15,-1 6 4 0,0-9-1 0,0 9-3 16,2-7 0-16,-2 7 5 0,5-7-6 0,-5 7 1 16,2-9-1-16,-2 9 0 0,2-5 10 0,-2 5-6 15,1-9-1-15,-1 9 2 0,3-8-5 0,-3 8-1 16,4-10 2-16,-4 10-2 0,0-11 3 0,1 5-2 16,-1 6 1-16,3-8 3 0,-3 8-4 0,2-8 5 15,0 1-2-15,-2 7-2 0,1-10 0 0,0 5 0 16,-1 5-1-16,3-10-1 0,-3 10 0 0,2-11-1 15,2 5 1-15,-4 6 0 0,3-9-5 0,-2 2 5 16,-1 7 0-16,2-9 4 0,-2 9-3 0,2-11 0 16,-1 6-1-16,0-3 6 0,-1 8-2 0,3-12-3 15,-2 6-1-15,0-1-2 0,3 0 5 0,-4 7-1 16,2-12-2-16,0 5 9 0,1 0-12 0,-2 1 3 16,-1 6-3-16,4-13 0 0,-2 7 1 0,1 0 2 15,-3 6-1-15,2-10-4 0,0 3 8 0,0 1-5 16,-2 6 3-16,4-7 8 0,-3-1-10 0,-1 8-4 15,3-8 3-15,-3 8 5 0,1-9 0 0,1 3-5 16,-2 6 2-16,2-9 0 0,0 2-3 0,-2 7 2 16,3-8-2-16,-3 8 3 0,3-9 3 0,-2 2 7 15,-1 7-3-15,2-12-5 0,0 8 4 0,-2 4-2 16,4-13-1-16,-4 8 1 0,0 5 2 0,3-11 2 16,-1 6-6-16,-1-3 0 0,-1 8 3 0,4-12-1 15,-4 5-1-15,3 1-2 0,-3 6 12 0,1-13-9 16,-1 7-5-16,2-1 5 0,-2 7-4 0,4-13 0 15,-3 8 0-15,1-2 4 0,-2 7-3 0,1-13-2 16,1 8 2-16,-2 5-1 0,3-11 3 0,-3 5-4 16,3 1-1-16,-3 5 2 0,2-10 11 0,-2 10-11 0,3-11-1 15,-1 5 3-15,-2 6-2 0,2-12-4 0,-2 12 6 16,1-10 8-16,-1 10-10 0,1-9-4 0,0 3 0 16,-1 6 7-16,2-10-3 0,-1 3-3 15,-1 7 5-15,4-9-5 0,-4 9 1 0,1-9 5 0,-1 9-4 16,1-10 4-16,-1 10-3 0,2-9 0 0,-2 9-2 15,0-8 2-15,0 8 3 0,1-9-1 0,-1 9-4 16,2-10 1-16,-2 10-2 0,0-10 9 0,0 10-3 16,2-9-4-16,-2 9-1 0,2-10 0 0,-2 10 4 15,2-8-4-15,-2 8 6 0,2-7-2 0,-2 7-4 16,1-7 2-16,-1 7 2 0,3-10 1 0,-3 10-1 16,1-10 3-16,-1 10-2 0,2-6 0 15,-2 6 3-15,1-7-6 0,-1 7 1 0,1-10 0 0,-1 10 0 16,0-9 2-16,0 9 1 0,2-10-13 0,-2 10 12 15,3-12-3-15,-3 12 0 0,1-11 5 0,-1 5-3 16,0 6 0-16,3-8-1 0,-3 8 1 0,0-9-3 16,0 9 11-16,-1-12-10 0,1 12-1 0,1-7 2 15,-1 7 2-15,1-9 0 0,-1 9 0 0,1-10 7 16,-1 10 0-16,0 0-1 0,0-11-3 0,0 11 1 16,0-9-1-16,0 9 2 0,0-7 1 0,0 7-3 15,2-9-2-15,-2 9-1 0,1-10 0 0,-1 10 0 16,4-8 0-16,-4 8 5 0,1-8 8 0,-1 8-16 15,0 0 9-15,0-10-6 0,0 10 0 0,1-8 3 16,-1 8-3-16,2-9 2 0,-2 9 10 0,1-10-13 16,-1 10-1-16,0-9-4 0,0 9 6 0,1-12-3 15,-1 12 3-15,0-9-1 0,0 9-2 0,3-7 0 16,-3 7 3-16,0-9-1 0,0 9 0 0,0-12-3 16,0 12 3-16,0-9 1 0,0 9 0 0,0-11-3 15,0 11-2-15,1-11 4 0,-1 11-5 0,2-10 3 16,-2 4 1-16,0 6 1 0,1-12-5 0,-1 12-1 15,0-9 2-15,0 9 0 0,1-11 6 0,-1 11-3 16,0-9-1-16,0 9-2 0,0-10 1 0,0 10 3 16,0-9 1-16,0 9-3 0,0-10 0 0,0 10 0 15,1-8 1-15,-1 8 5 0,0-8-12 0,0 8 8 16,4-8-2-16,-4 8-1 0,0-8 1 0,0 8-1 16,0 0 1-16,-1-11-2 0,1 11-7 0,0 0 13 15,0-9-6-15,0 9 2 0,0 0-1 0,0-9 4 0,0 9-2 16,0 0 0-16,0-10-2 0,0 10 1 0,1-8 0 15,-1 8 3-15,0 0 10 0,0-12-14 0,0 12 4 16,0-10-1-16,0 10-2 0,0-9 3 16,0 9 0-16,0-9-9 0,0 9 4 0,0-7 4 0,0 7 9 15,1-7-2-15,-1 7-9 0,3-8 5 0,-3 8 1 16,0-9-1-16,0 9-12 0,1-10 18 0,-1 10-10 16,-1-10-3-16,1 10 4 0,1-8-4 0,-1 8 3 15,1-7-10-15,-1 7 8 0,0 0 4 0,2-15 0 16,-2 15 3-16,1-8-6 0,-1 8 9 0,0-9-11 15,0 9-2-15,1-6 1 0,-1 6 5 0,0 0-4 16,2-11 2-16,-2 11 0 0,0 0-3 0,0-11 1 16,0 11 2-16,1-7-4 0,-1 7 6 0,0 0 1 15,2-12-2-15,-2 12-6 0,2-7 5 0,-2 7-3 16,1-7 6-16,-1 7-3 0,1-7-1 16,-1 7 1-16,3-9 1 0,-3 9-1 0,0 0 3 0,0-10-3 15,0 10-3-15,0 0 7 0,1-11-5 0,-1 11 3 16,1-5 1-16,-1 5-10 0,0 0 6 0,2-13-5 15,-2 13 3-15,0-8 1 0,0 8 2 0,1-10 3 16,-1 10 2-16,1-8 1 0,-1 8-1 0,3-10 1 16,-3 10-2-16,0-10 0 0,0 10 2 0,0-9-2 15,0 9-1-15,0-10 3 0,0 10-8 0,0-11 5 16,0 11-3-16,1-7 5 0,-1 7-7 0,0 0 1 16,0-14-1-16,0 14 16 0,0-10-17 0,0 10 1 15,1-8 1-15,-1 8 2 0,0-9-4 0,0 9 3 16,3-8-4-16,-3 8 2 0,-1-9 2 0,1 9 0 15,1-7 1-15,-1 7 5 0,0 0-1 0,1-12-5 16,-1 12 3-16,0-11 13 0,0 11-15 0,0-7 1 16,0 7-1-16,0-11 9 0,0 11-3 0,0-11-4 15,0 11 5-15,1-9-6 0,-1 9 3 0,0-10 7 16,0 10-7-16,2-9-2 0,-2 9-3 0,0-7 4 16,0 7-1-16,-2-10 2 0,2 10-5 0,0-9 7 15,0 9-7-15,2-9 6 0,-2 9-6 0,0 0 0 0,0-14 3 16,0 14-8-16,0-8 10 0,0 8-4 0,2-7 4 15,-2 7-9-15,0-8 6 0,0 8-5 0,0-9 7 16,0 9-4-16,3-8 2 0,-3 8-1 16,0-6-2-16,0 6-1 0,0 0 2 0,0-12 12 0,0 12-12 15,0-7-1-15,0 7-3 0,0 0 7 0,-1-13 0 16,1 13-5-16,0-9 2 0,0 9 0 0,0 0 7 16,0-13-7-16,0 13 2 0,1-9-2 15,-1 9 5-15,0-7-9 0,0 7 6 0,0 0 9 0,0-10-6 16,0 10-1-16,1-7-6 0,-1 7 2 0,0 0 0 15,0-12 1-15,0 12-3 0,0-7 0 0,0 7 4 16,0 0-4-16,-1-10 1 0,1 10 11 16,0 0-13-16,0-11 2 0,0 11 1 0,0 0-5 0,-1-9 0 15,1 9 1-15,1-9 0 0,-1 9 6 0,1-7-2 16,-1 7 1-16,0 0-3 0,0 0 4 0,0-12 1 16,0 12-4-16,0 0-2 0,0-12 16 0,0 12-17 15,0-9 0-15,0 9-2 0,1-6 7 0,-1 6-2 16,-1-11 7-16,1 11-15 0,0 0 12 0,1-11-1 15,-1 11 4-15,0-10-5 0,0 10-7 0,0-10 7 16,0 10 4-16,-1-8 1 0,1 8 9 0,-1-10-14 16,1 10-4-16,0 0 6 0,-1-12 2 0,1 12 4 15,0-11-13-15,0 11 3 0,-2-9 1 0,2 9 3 16,-2-9 13-16,2 9-4 0,-3-11-15 0,3 11 3 16,-1-10-6-16,0 4 5 0,1 6-1 0,0 0 5 0,-2-13-3 15,2 13-1-15,-2-9 5 0,2 9-1 16,-3-10-3-16,3 10 1 0,-2-9 2 0,2 9-7 15,0-10 6-15,0 10-5 0,-3-10 1 0,3 10 2 16,-2-10-3-16,2 10 10 0,-2-7-7 0,2 7 2 16,0-9 0-16,0 9-2 0,-2-7 0 0,2 7 5 0,-2-9-1 15,2 9-10-15,0 0 8 0,-2-9-5 16,2 9 3-16,0 0 0 0,0-11 4 0,0 11-2 16,0 0 0-16,0 0-3 0,-1-9 3 0,1 9-2 15,-2-8-11-15,2 8 9 0,0 0 2 0,2-10-6 0,-2 10 9 16,0 0 0-16,-3-11-6 0,3 11 3 0,0 0 3 15,-1-8 8-15,1 8-14 0,0 0 43 0,1-11-8 16,-1 11 0-16,0 0-3 0,0 0-7 16,-1-9 1-16,1 9-1 0,0 0-5 0,0-10 5 0,0 10-10 15,0 0-4-15,-2-8 2 0,2 8 6 0,0 0-8 16,2-9 8-16,-2 9-9 0,0 0-1 0,0-10-1 16,0 10 1-16,0 0 5 0,0-9-20 0,0 9 12 15,0 0 0-15,2-8 2 0,-2 8 2 0,0 0-2 16,0-8 3-16,0 8 1 0,0 0 1 0,0 0-4 15,0-14-5-15,0 14-1 0,0-7 0 0,0 7-1 16,0 0 3-16,0-9-3 0,0 9 0 0,2-8 5 16,-2 8-4-16,0 0-10 0,0-9 11 0,0 9 7 15,1-7-5-15,-1 7-2 0,0 0 1 0,1-8 0 16,-1 8-4-16,0 0-4 0,0-12 9 0,0 12-13 16,3-5 13-16,-3 5-4 0,0 0 6 0,0-10 9 15,0 10-21-15,0 0 6 0,0-9 0 0,0 9-1 16,1-8 5-16,-1 8-2 0,0 0 1 0,1-11 1 15,-1 11-1-15,0 0-4 0,0-10 1 0,0 10 0 16,0-8 2-16,0 8 11 0,2-7-12 0,-2 7-2 16,0 0 2-16,-2-10 5 0,2 10-6 0,0 0 3 15,0-13-3-15,0 13 3 0,3-7-7 0,-3 7 10 16,0 0-4-16,-1-10-1 0,1 10-1 0,0-9 3 16,0 9-1-16,0 0 0 0,1-10-2 0,-1 10 1 15,0-9 1-15,0 9-7 0,0 0 8 0,0-10-2 0,0 10-5 16,0-9 3-16,0 9 4 0,0 0-2 0,0-9 5 15,0 9-20-15,0 0 16 0,2-8 1 16,-2 8-3-16,0 0 0 0,0 0 4 0,0 0-18 16,-2-10 16-16,2 10-1 0,0 0 6 0,2-7-17 0,-2 7 16 15,0 0 0-15,0 0-3 0,0-9 2 0,0 9-6 16,0 0 8-16,0 0-1 0,-1-10-3 16,1 10-1-16,0 0 5 0,0 0-6 0,3-10 0 15,-3 10-4-15,0 0 11 0,-2-9-8 0,2 9 2 0,0 0 1 16,0 0-6-16,0-10 5 0,0 10-1 0,0 0 0 15,-1-9-1-15,1 9-2 0,0 0 1 0,0-10 2 16,0 10-2-16,0 0 9 0,1-10-8 0,-1 10-1 16,0 0 3-16,-1-8-1 0,1 8 4 15,0 0-2-15,0-10-3 0,0 10-9 0,0 0 8 0,-1-11 1 16,1 11 3-16,0 0-2 0,0-10-16 0,0 10 29 16,1-11-10-16,-1 11-2 0,-1-11 4 0,1 11 8 15,0-10-10-15,0 10-7 0,-1-8 3 16,1 8 0-16,-2-10-2 0,2 10 4 0,0 0 0 0,-1-10 1 15,1 10-4-15,0-9-3 0,0 9 0 0,0 0 3 16,-1-12-14-16,1 12 21 0,0 0-2 0,-2-9-3 16,2 9 0-16,0 0 2 0,-2-10 1 0,2 10-7 15,0 0 0-15,0-10 8 0,0 10-2 0,0 0-3 16,0 0-5-16,-1-7 13 0,1 7-6 0,0 0 3 16,0 0-6-16,-3-8-5 0,3 8 9 0,0 0 0 15,-1-7-2-15,1 7 0 0,0 0-3 0,0 0 6 16,-2-10-3-16,2 10 0 0,0 0 0 0,-2-8 0 15,2 8-1-15,0 0-4 0,-3-6-9 0,3 6 20 16,0 0-6-16,0 0 1 0,-2-11 6 0,2 11 10 16,0 0-14-16,0 0-4 0,-3-6 1 0,3 6-19 15,0 0 19-15,0 0 2 0,0 0 0 0,-2-9-13 16,2 9 11-16,0 0 1 0,0 0 3 0,0 0 1 16,0 0 0-16,0 0-2 0,0 0-2 0,-1-7 5 15,1 7-28-15,0 0 15 0,0 0 7 16,0 0 4-16,-2-10 5 0,2 10-8 0,0 0 9 0,0 0-12 0,-1-7-4 15,1 7 7-15,0 0-3 0,-3-9 6 16,3 9-9-16,0 0 13 0,0 0-7 0,-1-10 7 16,1 10-5-16,0 0-11 0,-1-7 7 0,1 7-1 15,0 0 2-15,-2-9-2 0,2 9 1 0,-2-6 2 0,2 6-8 16,0 0 4-16,0 0 10 0,-1-13-4 16,1 13-3-16,0 0 2 0,-1-8-1 0,1 8 9 15,0 0-12-15,-2-7-16 0,2 7 27 0,0 0-24 16,0 0-3-16,-1-10 4 0,1 10 21 0,0 0 1 0,0 0-6 15,-2-10-1-15,2 10-1 0,0 0 1 0,0 0-2 16,-1-7 4-16,1 7 11 0,0 0-15 16,0 0 2-16,0 0-5 0,-1-8 8 0,1 8-4 15,0 0 4-15,0 0-4 0,0 0 2 0,0 0-2 16,0 0-17-16,0 0 17 0,0-12-2 0,0 12 10 0,0 0 5 16,0 0-12-16,0 0-3 0,1-7-1 0,-1 7 2 15,0 0-1-15,0 0-16 0,1-8 24 16,-1 8 0-16,0 0-6 0,0 0-1 0,0 0-3 15,3-8 0-15,-3 8 7 0,0 0 2 0,0 0-3 0,0 0-3 16,-1-9 1-16,1 9 6 0,0 0 0 0,0 0-8 16,0 0-4-16,0 0 8 0,0 0-3 0,1-9-1 15,-1 9-1-15,0 0 1 0,0 0 6 16,0 0-5-16,0 0-4 0,0 0 5 0,0 0-3 16,0 0 5-16,0 0-2 0,0 0-1 0,0 0-1 0,0 0 1 15,0 0-2-15,0 0 3 0,0 0-8 0,0 0 6 16,0 0-2-16,-3-8 1 0,3 8-4 0,0 0-4 15,0 0-28-15,0 0-14 0,0 0-6 0,0 0-23 16,0 0-13-16,0 0-14 0,12 0-43 16,-12 0-21-16,0 0-33 0,0 0-25 0,18 7-23 0,-14-4-26 15,1 1-219-15,-5-4-538 0,4 6 238 0</inkml:trace>
  <inkml:trace contextRef="#ctx0" brushRef="#br0" timeOffset="105267.62">24375 8645 18 0,'0'0'27'0,"0"0"-8"0,0 0 7 16,0 0-1-16,0 0-5 0,0 0-5 0,0 0 1 15,0 0-3-15,0 0-1 0,0 0-1 0,0 0-6 0,0 0 7 16,0 0-3-16,0 0-4 0,0 0-2 16,0 0 2-16,0 0-1 0,0 0 0 0,0 0 1 15,0 0 11-15,0 0-3 0,0 0 9 0,0 0-5 0,0 0 7 16,0 0 1-16,0 0-3 0,0 0 4 16,0 0-6-16,0 0-1 0,0 0-2 0,0 0 3 15,0 0-3-15,8-20-9 0,-8 20 8 0,0 0-12 16,0 0 7-16,0 0 9 0,0 0-12 0,-2-12 1 15,2 12 8-15,0 0-3 0,0 0-2 0,0 0 5 0,0-10-7 16,0 10 6-16,0 0-6 0,0 0 1 16,0 0 5-16,0 0 3 0,0 0-5 0,0 0-4 15,-1-8 3-15,1 8-1 0,0 0 6 0,0 0-5 0,0 0 3 16,0 0-11-16,0 0 10 0,0 0-5 0,0 0-4 16,0 0-2-16,0 0 4 0,0 0-3 0,0 0 7 15,0 0-2-15,0 0-10 0,0 0 6 0,0 0 2 16,0 0-6-16,0 0-2 0,0 0 1 0,0 0 10 15,0 0-6-15,0 0-5 0,0 0-2 0,0 0 7 16,0 0-4-16,0 0 1 0,0 0-2 0,0 0-3 16,0 0 6-16,0 0-2 0,0 0-5 0,0 0 1 15,0 0 1-15,0 0-1 0,0 0 7 0,0 0-16 16,0 0 6-16,0 0 14 0,0 0-9 0,0 0-1 16,0 0 7-16,0 0-7 0,0 0-2 0,0 0 9 15,0 0-6-15,0 0 0 0,0 0-4 0,0 0 8 16,0 0-5-16,0 0 3 0,0 0-1 0,0 0 4 15,0 0 0-15,0 0 3 0,3 25-12 0,-3-25 3 16,2 7 5-16,-2-7-10 0,0 8 12 0,0-8-15 16,1 7 12-16,-1-7 4 0,2 10-3 0,-2-10-3 15,1 8 18-15,-1-8-14 0,1 9 3 0,-1-9-11 16,0 8 10-16,0-8 5 0,0 0-5 0,1 9-6 16,-1-9 1-16,1 6 0 0,-1-6-1 0,0 0 3 15,2 9 4-15,-2-9-4 0,1 8 2 0,-1-8 0 16,0 0 3-16,4 8-4 0,-4-8 3 0,0 0 0 15,3 8-3-15,-3-8 3 0,1 8-6 0,-1-8 0 16,5 6 4-16,-5-6-1 0,1 6-7 0,-1-6 7 16,3 9 3-16,-3-9 11 0,0 0-8 0,0 6-1 15,0-6-8-15,0 0-3 0,1 8 3 0,-1-8 2 0,0 0 1 16,0 0-6-16,0 9 5 0,0-9-3 16,0 0 11-16,0 7-10 0,0-7 1 0,2 6 6 15,-2-6-2-15,0 0-3 0,0 0 3 0,2 11-10 16,-2-11-8-16,0 0 16 0,1 9 2 0,-1-9-6 0,0 7-3 15,0-7 8-15,3 7 7 0,-3-7-5 0,0 7-6 16,0-7 2-16,0 0-1 0,1 10 5 16,-1-10 0-16,0 0 0 0,0 9 0 0,0-9 2 15,1 5-4-15,-1-5 4 0,0 0-7 0,1 8 5 0,-1-8 3 16,0 0-4-16,2 9 2 0,-2-9-3 0,0 0-4 16,0 0-8-16,2 10 13 0,-2-10-1 0,0 0 7 15,0 0-6-15,-2 8-4 0,2-8 9 0,0 0-5 16,0 0-1-16,-2 9-16 0,2-9 21 0,0 0-1 15,-1 7 3-15,1-7-4 0,0 0-10 0,0 0 16 16,0 0-5-16,0 0 2 0,0 10 0 0,0-10 2 16,0 0 0-16,0 0-6 0,0 10 2 0,0-10-7 15,0 0 6-15,0 0-3 0,0 10-8 0,0-10 7 16,0 0-4-16,1 6 8 0,-1-6-6 0,0 0 2 16,-3 13 0-16,3-13-4 0,-2 6 2 0,2-6 0 15,-2 7 9-15,2-7-10 0,-2 7 3 0,2-7-12 16,0 10 11-16,0-10 2 0,0 7-5 0,0-7 4 15,-2 8 0-15,2-8 0 0,-1 9-5 0,1-9 5 16,0 0-2-16,0 12 3 0,0-12 3 0,0 8-8 16,0-8 3-16,-3 7 4 0,3-7-5 0,0 0-4 15,0 10 1-15,0-10 2 0,0 0-3 0,-1 9 0 16,1-9 1-16,0 0-6 0,-3 9 1 0,3-9 7 16,0 0-2-16,0 10 4 0,0-10-1 0,0 0-2 0,3 8 6 15,-3-8-6-15,0 8 0 0,0-8 0 16,0 0-5-16,-3 10 5 0,3-10-2 0,0 0 12 15,3 10-6-15,-3-10-5 0,1 5-1 0,-1-5 7 16,0 11-8-16,0-11 9 0,0 6-10 0,0-6 9 0,0 0-3 16,1 10 0-16,-1-10-4 0,0 0-4 0,-1 11 9 15,1-11-6-15,1 10 0 0,-1-10 10 16,0 8-9-16,2-2 2 0,-2-6 1 0,1 8-4 16,-1-8 0-16,2 9 9 0,-2-9-5 0,0 10 3 0,0-10 5 15,2 10-12-15,-2-10 3 0,0 8 0 0,0-8 2 16,-2 11-1-16,2-11-7 0,2 9 12 15,-2-9-8-15,-2 9 7 0,2-9-5 0,2 9-1 16,-2-9-2-16,0 7 6 0,0-7-6 0,0 8 2 0,0-8-6 16,0 8 6-16,0-8 4 0,0 0-2 0,-2 11-4 15,2-11 6-15,0 0-2 0,0 10-2 0,0-10 3 16,0 9-4-16,0-9 1 0,0 8 0 0,0-8-2 16,2 7 0-16,-2-7 0 0,0 8 8 0,0-8-10 15,1 7 1-15,-1-7-3 0,0 9-13 0,0-9 9 16,1 8-1-16,-1-8-10 0,2 9 8 0,-2-9-6 15,0 0-8-15,-2 10 5 0,2-10 1 0,2 9-8 16,-2-9-20-16,1 5-8 0,-1-5-10 0,0 0-14 16,1 12-8-16,-1-12-68 0,0 0-171 0,-5 7 76 15</inkml:trace>
  <inkml:trace contextRef="#ctx0" brushRef="#br0" timeOffset="105986.13">24415 8739 12 0,'0'0'59'0,"-2"-10"7"0,1 4-1 0,1 6-1 16,-3-12-5-16,3 12-9 0,0-12-4 0,0 12-2 16,0-12-7-16,0 5-5 0,0 7 11 0,1-13-1 15,-1 13 2-15,0-9-15 0,0 9 8 0,0-12-6 16,0 12 2-16,0-9 5 0,0 9 0 0,0 0-10 16,-1-9 0-16,1 9-4 0,0 0 2 0,0 0-5 15,0 0-12-15,0 0 1 0,-1-8 4 0,1 8-1 16,0 0-3-16,0 0-6 0,0 0 3 0,0 0-6 15,0 0 7-15,0 0-11 0,0 0 13 0,0 0-9 16,0 0-4-16,4 29 7 0,-4-20-2 0,1 1-4 16,-2 2 7-16,-1 0 7 0,2 0-15 0,-1 0 8 15,1 4-4-15,-1-1-4 0,1 1 8 0,-3-5-5 16,3 3 9-16,-1-1-12 0,-1 1 3 0,1 2-2 16,1-4 0-16,-2 3 3 0,2-2-4 0,0 0-2 15,-1-1 11-15,1-2 5 0,-2 3-5 0,1 3-3 16,2-5-9-16,-2 1 3 0,-2 5 3 0,2-6 3 15,1 2 0-15,-2-1 0 0,2 0 2 0,0 0 6 16,0-1-13-16,0 1 1 0,1 4-5 0,-2-3 6 0,2-3-8 16,-1 3 11-16,1 3 4 0,-1 1-6 15,0-2-4-15,0 0 7 0,1-4-8 0,1 1-7 16,-2 3-3-16,0-1-1 0,0-2-7 0,1 0 6 16,-2 0-9-16,1 0-10 0,0 1 3 0,-2-2-7 15,2-1-1-15,0 0 1 0,-1 1 2 0,0-3 2 16,0 2-10-16,1-10-3 0,-1 14 6 0,1-7-8 15,0-7 1-15,-2 11-41 0,2-11-97 0,0 12 44 16</inkml:trace>
  <inkml:trace contextRef="#ctx0" brushRef="#br0" timeOffset="106514.96">24409 8752 25 0,'0'0'78'0,"0"0"-14"0,0 0-2 0,0 0 0 0,1-7-4 15,-1 7-11-15,0 0-6 0,0 0 3 0,0 0-5 16,0 0-5-16,0 0-3 0,0 0-2 0,0 0-3 15,0 0-2-15,0 0-9 0,0 0 1 0,0 0-3 16,0 0-3-16,0 0 4 0,0 0-6 0,-7 28 6 16,6-23-7-16,0 4 3 0,-1-1 4 0,2 4 4 15,-3 0-5-15,2 1 0 0,0 2 0 16,-2 1 6-16,3 2-4 0,-2-2-7 0,1 1 7 0,-1 0-13 16,1-2 12-16,1 2-9 0,0 0 7 0,-2-1 3 15,2 1-8-15,0-2 5 0,0-2-10 0,0 0-1 16,0-3 4-16,3 5 5 0,-3-3-5 0,0 0 1 15,2 2-15-15,-2 0 20 0,-2 0-20 0,2-3-6 16,-1 1-13-16,1 1-6 0,-3-2-16 0,3 0-7 16,-1-1-21-16,-2 0-43 0,2 0-132 0,-1-1 59 0</inkml:trace>
  <inkml:trace contextRef="#ctx0" brushRef="#br0" timeOffset="106869.49">24454 8627 30 0,'0'0'41'0,"0"27"-2"0,0-18-3 16,-1 1 0-16,1 3-7 0,0-2 2 0,0 7-4 16,0-1-3-16,0 1-4 0,0 0 0 0,0 2-3 15,1 5 0-15,-1-5-1 0,0 0 0 0,0 4-7 16,1 2 5-16,0-6-17 0,1 6 11 0,-5-2-8 15,4-5-14-15,-2 2-14 0,2 2-10 0,1-4-21 16,-4 0-61-16,2-2 27 0</inkml:trace>
  <inkml:trace contextRef="#ctx0" brushRef="#br0" timeOffset="108553.45">24363 8364 42 0,'0'0'72'0,"0"0"-10"0,0 0-5 15,0 0 2-15,3-6 3 0,-3 6-19 16,0 0 5-16,0 0-3 0,0 0-2 0,0 0 1 15,0 0-5-15,0 0-7 0,2-8 9 0,-2 8-8 16,0 0-11-16,0 0 3 0,0 0-10 0,0 0 2 0,4-5-2 16,-4 5-9-16,0 0-10 0,0 0-3 0,0 0-6 15,0 0-14-15,0 0 3 0,0 0-12 16,16 6-4-16,-16-6-9 0,3 7-2 0,-3-7-45 16,0 9-103-16,0-9 47 0</inkml:trace>
  <inkml:trace contextRef="#ctx0" brushRef="#br0" timeOffset="109383.42">24440 8446 103 0,'4'-4'91'0,"-4"4"-3"16,0 0 0-16,2-7-17 0,-2 7 0 0,0 0-14 15,0 0 8-15,0 0-27 0,3-10 16 0,-3 10-1 16,0 0-10-16,0 0 5 0,0 0-12 0,0 0 6 15,-5-9-3-15,5 9-4 0,0 0-4 0,-7-6-12 16,7 6 17-16,0 0-4 0,0 0-4 0,-6-4 1 16,6 4 7-16,0 0-11 0,0 0 2 0,-3-7-6 15,3 7 3-15,0 0-4 0,0 0-3 0,0 0 0 16,-6-4 13-16,6 4-11 0,0 0 5 0,0 0 0 16,0 0-3-16,0 0 5 0,-3-9-5 0,3 9 4 15,0 0-9-15,-4-6 4 0,4 6 0 0,0 0-10 16,-3-7 5-16,3 7 2 0,0 0 2 0,-3-8-1 15,3 8 4-15,0 0-2 0,-5-7 3 0,5 7 2 16,0 0 0-16,-2-7 1 0,2 7 1 0,0 0-1 0,0 0 1 16,0 0 3-16,-3-7-2 0,3 7-3 15,0 0 9-15,0 0-1 0,0 0-2 0,0 0 3 16,0 0-3-16,0 0 3 0,0 0-9 0,0 0 3 0,0 0-7 16,0 0-1-16,0 0-1 0,0 0-4 15,-3-8-4-15,3 8-6 0,0 0 0 0,0 0-2 16,0 0 3-16,0 0-7 0,0 0 4 0,0 0-5 15,0 0 1-15,0 0 2 0,-1 23-4 0,1-23 0 0,-1 15 2 16,-1-6 2-16,1 1 2 0,1 0-1 16,-1 2 1-16,0-2-4 0,0 3 1 0,1-1 3 0,0-2-1 15,1 7 0-15,-1-1 1 0,0 1-3 0,-1-1 0 16,2 0 3-16,-2 0-4 0,1-3-3 0,1 2 3 16,-1-1 4-16,1 0-3 0,-1 0 1 0,2 1 0 15,-2 0 0-15,3-2-2 0,-3 3 2 0,3 2-1 16,-3-6 3-16,1 2-4 0,-2-6 2 0,1 4 0 15,1-2-1-15,-1 2 1 0,2-3 1 0,-2 2 2 16,0 1-1-16,1-3-1 0,-1 2-1 0,0 0-2 16,1 0 4-16,0 0-2 0,0-1 0 0,2 0-6 15,-2-3 6-15,0 2 1 0,-1 0-2 0,5-3 3 16,-5 3-2-16,0-2-1 0,2 0 5 0,0 2-5 16,0-3 3-16,-1 2-1 0,1-2 0 0,0 4-1 15,0-3 0-15,-2 0-1 0,3 0 3 0,-1 2-5 16,0-1 5-16,-1 0-4 0,0-1 3 0,2 1 1 15,-3 1-1-15,0-9-2 0,1 13 5 0,-1-6-4 16,1 0-2-16,-1-7 3 0,2 10-3 0,-1-4 1 16,-1-6 3-16,2 11-1 0,0-5-1 0,0 0 2 15,-2-6 1-15,3 8-6 0,-3-8 0 0,0 11 2 0,0-11 2 16,1 10-2-16,-1-10 5 0,0 6-4 16,0-6-1-16,1 8-10 0,-1-8-8 0,0 0-8 15,0 10-8-15,0-10-8 0,0 7-6 0,0-7-12 16,0 0-12-16,-3 10-4 0,3-10-3 0,0 0-11 15,-2 6 8-15,2-6-3 0,0 0-1 0,0 0 0 0,-5 3-6 16,5-3-15-16,0 0-14 0,0 0-86 16,0 0-224-16,-11-12 101 0</inkml:trace>
  <inkml:trace contextRef="#ctx0" brushRef="#br0" timeOffset="109883.63">24486 8556 70 0,'-3'-6'132'0,"3"6"-1"0,-1-9-4 0,1 9-10 16,-1-8-6-16,1 8-6 0,0 0-11 0,0 0-10 15,-3-7-10-15,3 7-3 0,0 0-5 0,0 0-14 16,0 0 3-16,0 0-21 0,-4-7 3 0,4 7-4 15,0 0 7-15,0 0-9 0,0 0-9 0,0 0-6 16,0 0 5-16,0 0 3 0,0 0 3 0,-1 26-5 16,0-20 7-16,1-6-7 0,1 16 0 0,0-8-2 15,-1 3-4-15,0-2 2 0,1 2 2 0,-1 1 1 16,2 5 2-16,-1 0 14 0,-1 2-8 0,0-3 1 16,3 4-2-16,-3-1-1 0,0 7 4 0,0-5-1 15,0-3-2-15,0 6-1 0,-1 2-7 0,1-6 3 16,1 1 4-16,-1-2-9 0,-1-1 5 0,-1 7 2 15,2-6 0-15,-1 6-3 0,1-6-3 0,0 0-3 16,0 7 0-16,1-6-2 0,1-2 0 0,-2 6 1 16,0-3-1-16,2-1 0 0,0-3-3 0,0 3 1 15,-1-2-1-15,3 0-3 0,-4-1-2 0,0-1-1 16,1-6 1-16,-1 2 0 0,0 1-1 0,3-3-1 16,-3 0 1-16,0 0 0 0,0-4 2 0,0 3-3 15,0-9 2-15,0 13 0 0,0-8-5 0,0-5 3 16,1 10-1-16,-1-10-5 0,0 8-15 0,0-8-11 15,0 0-10-15,-4 10-13 0,4-10-10 0,-1 4-28 0,1-4-15 16,0 0-32-16,0 0-23 0,0 0-140 16,-17-12-323-16,17 12 144 0</inkml:trace>
  <inkml:trace contextRef="#ctx0" brushRef="#br0" timeOffset="111521.45">24304 5744 2 0,'0'0'27'0,"0"0"0"0,0 0-2 15,0 0-8-15,0 0-1 0,0 0 2 0,0 0-7 16,0 0 4-16,0 0-2 0,13 16 1 0,-13-16 0 16,6 7-4-16,-3-2-3 0,0 1 1 0,-3-6-4 15,7 8 1-15,-5-2-5 0,-1 1 8 0,3-4-1 16,-1 4-2-16,1-1-2 0,-1 0 1 0,1 0-2 15,-2 1 1-15,2 1-2 0,1 0 6 0,1-1-2 16,-2 4 1-16,0-3 0 0,2 2-3 0,-3-1-4 16,1 0-1-16,2 0 5 0,-3-1-9 0,3 3 1 15,-3-1 1-15,-1-1 1 0,-2 1 6 0,3-2-7 16,-2 2 4-16,2 0 1 0,-2 0 2 0,2 0-7 16,-3-1 5-16,2 1-2 0,0 0 0 0,-1-3-1 15,1 3 3-15,0 2-3 0,-1-1 5 0,3 0-1 16,-2 0-2-16,1-1 1 0,-1 1 2 0,1 2-4 15,-2-2 2-15,2 1-2 0,-1 4 5 0,0-1-5 16,0-1 1-16,0-1 0 0,-1 3-1 0,0 1 4 16,1-1 3-16,-1 1-2 0,-1 1-5 0,-1-2 1 15,1 1 0-15,-2 1-1 0,2 0 3 0,-1-1 1 16,1 0-5-16,-3 0 2 0,1 1 4 0,2-1 0 16,0-1-2-16,0 1-4 0,1-2 0 0,-1-2 2 15,3 0 5-15,1 2 1 0,-1-1-6 0,2-1-1 16,-1 0 4-16,1 3-1 0,-1-5-5 0,0 2 5 15,-1 1 3-15,0 3-3 0,1-7-5 0,-3 4 5 16,3 1-4-16,-1 0 0 0,-1 4 8 0,0-4-2 16,-1 0-4-16,-1 2 3 0,0 2 2 0,0 2-4 15,0 3-5-15,-1-1 2 0,-2 3-5 0,3 1 3 16,0-3 9-16,-3-1 1 0,3 5-4 0,0-8-3 16,0 5 6-16,0-2-1 0,0 4-6 0,0-1 11 15,0-1-4-15,2 1-7 0,-4-1 4 0,0-1-1 16,-3 1 0-16,0 0-3 0,1-6 5 0,-3 5 0 15,1 0 0-15,1-4 0 0,-4 3-9 0,0 0 3 16,3-3 7-16,-7 2-2 0,5 3-11 0,-3 1 0 16,-1-2 2-16,3 1-20 0,2-3-25 0,-2-3-55 15,1 0 24-15</inkml:trace>
  <inkml:trace contextRef="#ctx0" brushRef="#br0" timeOffset="111762.55">24361 7410 41 0,'0'0'46'0,"13"12"-10"0,-10-7 3 15,-2 3-6-15,1 3-6 0,0 0-10 16,-1 4-10-16,-1-1-15 0,0-3-10 0,-1 2-3 16,0 4-13-16,0-2-35 0,-4 3 16 0</inkml:trace>
  <inkml:trace contextRef="#ctx0" brushRef="#br0" timeOffset="112281.52">24357 7638 85 0,'0'0'108'16,"0"0"-1"-16,0 0-22 0,2-9-14 0,-2 9-16 16,0 0 7-16,0 0 1 0,0 0-21 0,0 0-8 15,0 0 8-15,0 0-8 0,0 0 0 0,0 0-8 16,0 0-4-16,0 0 3 0,0 0-3 0,15 24-5 15,-11-17 0-15,0 5 1 0,0-1-5 0,1 3 2 16,0 2-10-16,1 0-2 0,-3 4 8 0,1-2 5 16,0-1-7-16,0 2 5 0,1 1-6 0,-4-1 1 15,2 6-1-15,-1-8-4 0,-2-1 7 0,3 3 0 16,-2-1-5-16,2 1 9 0,-3-1-2 0,0 1 2 16,-2 1 1-16,2-2 7 0,0-2-7 0,0 1 2 15,-1-1 0-15,1 1-2 0,-2 0-1 0,0 0-2 16,2-6 6-16,0 5 3 0,-4-6-6 0,3 3-6 15,0 2 1-15,0-2-2 0,1 0 14 0,0 1-16 16,-2-1 0-16,2-1 6 0,-1 0-8 0,1 1-2 16,1-3 7-16,2 0-4 0,-3 1-4 0,1 0 5 15,2-1 0-15,-3 3-7 0,0-13 4 0,2 17 3 16,0-8 4-16,0 1-16 0,1 0 9 0,-1 0-7 16,2 1 4-16,-1-1 5 0,-1 0 7 0,1-2-9 0,-3-8 1 15,1 19-1-15,-1-10 0 0,0-9-2 16,1 19 1-16,-1-13 2 0,0-6 0 0,2 15-5 15,-2-15 3-15,-3 15 1 0,3-15-2 0,-3 14-2 16,3-14 3-16,2 15-4 0,-2-15-13 0,-2 13-7 16,2-13-18-16,-1 12-7 0,1-12-20 0,-1 12-12 15,1-12-24-15,-1 11-95 0,1-11-214 0,-3 9 94 0</inkml:trace>
  <inkml:trace contextRef="#ctx0" brushRef="#br0" timeOffset="112625.5">24385 8085 81 0,'0'0'76'0,"0"0"-3"15,10 25-2-15,-9-12 1 0,2 2-3 0,-1 4-21 16,0 0 8-16,3 5 0 0,-1 0 0 0,-1 0-8 16,0 1-9-16,0-5-3 0,0 6 8 15,1-1-11-15,-4 2-5 0,2-1 6 0,-1-6-10 16,0 5 9-16,0-4-20 0,1-3 10 0,0 2-1 0,-2-2-21 15,4 1-3-15,-3-2-19 0,1 2-36 0,-1-2-25 16,0 0-64-16,-2-3-158 0,2 1 70 16</inkml:trace>
  <inkml:trace contextRef="#ctx0" brushRef="#br0" timeOffset="113739.26">22930 9473 11 0,'-10'1'25'0,"10"-1"-7"0,-11 1 2 0,11-1 0 0,-16 0-3 16,16 0-2-16,-11 0-1 0,4 0-1 0,7 0 5 15,-13-2-3-15,13 2 2 0,-17-1-3 16,7 1-4-16,2-1-1 0,8 1-2 0,-19-2-2 15,9 1 8-15,2 1-1 0,-2-1-8 0,10 1 1 0,-17-2 3 16,9 2-1-16,8 0 0 0,-14 0 1 0,14 0-2 16,-11 0 3-16,11 0-1 0,0 0 0 0,-11 0-2 15,11 0-9-15,0 0 7 0,0 0 6 0,-10 0-7 16,10 0 0-16,0 0 2 0,0 0-2 0,0 0 0 16,0 0-6-16,0 0 9 0,0 0 3 0,0 0 4 15,0 0-4-15,0 0 1 0,30 6 4 0,-19-8 10 16,-1 1-7-16,6 0-2 0,2-1 0 15,1 1-4-15,0-2 3 0,9 0-2 0,0-1 8 0,2 0-3 16,0 0-4-16,4-3 1 0,-1 3 1 0,0-3-5 16,4 3-2-16,-1-1 8 0,0 0-8 0,3 1 0 15,11-3-5-15,0 0-3 0,-12 4-4 0,12-4 0 16,-12 2-3-16,1 2-3 0,-5-1 1 0,1 1-5 16,-2-1 7-16,2 1-2 0,-6 0-1 0,2 2-1 15,-3-1-3-15,-7 1 7 0,-1-2 2 0,1 1-5 16,-3 0 3-16,-4 1-9 0,-1-1 2 0,0 1-15 15,-3 1-10-15,2 0-5 0,-5 0-24 0,-7 0-73 16,12-1 33-16</inkml:trace>
  <inkml:trace contextRef="#ctx0" brushRef="#br0" timeOffset="114217.82">22920 9345 46 0,'27'-4'66'0,"-14"3"5"0,2-1 1 0,7-1-9 15,6 1-1-15,1-3-6 0,5 1 6 0,-3-1-11 16,5 3 0-16,0-1-10 0,0-2-2 0,0 1 4 15,2 0-3-15,0 0-9 0,-1 0-6 0,-1 1 6 16,0 3-9-16,0-3-2 0,0 2 1 0,-5-3-2 16,3 3 3-16,0 0-2 0,1-1-7 0,-3 1-1 15,-2 1 0-15,1-2-2 0,1 0 1 0,-3 0-15 16,1 2 9-16,-3 0-14 0,-6 0-4 0,-1 0-2 16,1 0-4-16,-2 0 7 0,1-2-12 0,-3 1 5 15,-2 0-11-15,-1 2-22 0,0-2 2 0,-4 1-16 16,1 1-55-16,-3-1-131 0,-8 0 58 0</inkml:trace>
  <inkml:trace contextRef="#ctx0" brushRef="#br0" timeOffset="114480.83">23543 9352 55 0,'29'-2'60'0,"-1"1"-9"0,3-1-12 0,0 1-7 16,-2 0-22-16,-1-1-8 0,-6 1-12 0,1 1-13 15,-3-1-13-15,8 1-39 0,-1-1 17 0</inkml:trace>
  <inkml:trace contextRef="#ctx0" brushRef="#br0" timeOffset="114738.5">24077 9341 56 0,'10'-1'56'16,"4"0"-2"-16,-2 0-8 0,-1 1-9 0,3-2-5 15,-2 2-18-15,-1-1-20 0,-2 1-43 0,-9 0-51 16,13 0 23-16</inkml:trace>
  <inkml:trace contextRef="#ctx0" brushRef="#br0" timeOffset="115971.7">23803 9391 26 0,'0'0'72'0,"0"0"3"0,0 0-11 0,0 0 5 16,0 0-4-16,0 0-6 0,0 0-2 0,28 2-20 15,-17-2 8-15,1 0 2 0,1 0-7 0,5 0-4 16,1 0-3-16,3 0 7 0,6-2-17 0,3 2-5 16,2 0 0-16,3-1-5 0,1-1-11 15,0-2-11-15,1 2-16 0,-1-2-9 0,-3 4-5 0,-2-2-7 16,-3 0-18-16,-9 0-40 0,-2-1-113 0,-4 2 51 15</inkml:trace>
  <inkml:trace contextRef="#ctx0" brushRef="#br0" timeOffset="119074.45">23309 9306 2 0,'0'0'65'16,"0"0"-17"-16,0 0 2 0,0 0-4 0,0 0-6 0,0 0-5 15,0 0-3-15,0 0 4 0,0 0-8 0,0 0-11 16,0 0 0-16,0 0-8 0,0 0-5 16,0 0-20-16,0 0 3 0,0 0-12 0,0 0-7 15,0 0-26-15,0 0-61 0,0 0 27 0</inkml:trace>
  <inkml:trace contextRef="#ctx0" brushRef="#br0" timeOffset="119941.32">23284 9335 16 0,'0'0'25'0,"0"0"-5"0,0 0-3 0,0 0-3 16,0 0 0-16,0 0-6 0,0 0 7 0,0 0-3 15,0 0 1-15,0 0 1 0,0 0-1 0,0 0 6 16,0 0-6-16,17-13 5 0,-17 13 3 0,0 0 0 16,0 0-1-16,0 0 6 0,4-5 1 0,-4 5 2 15,0 0-2-15,0 0 5 0,0 0-8 0,0 0 6 16,0 0 0-16,0 0 1 0,0 0 0 0,0 0-10 15,0 0 6-15,0 0-10 0,0 0 9 0,0 0-12 16,0 0 4-16,0 0-6 0,0 0-1 0,0 0-2 16,0 0-1-16,0 0 1 0,0 0-1 0,0 0-1 15,0 0 2-15,0 0-1 0,0 0 2 0,0 0-2 16,2-7 2-16,-2 7-6 0,0 0 2 0,0 0 2 16,0 0 11-16,0 0-1 0,0 0 7 0,0 0-3 15,0 0 0-15,0 0 2 0,0 0-9 0,0 0 10 16,0 0-8-16,0 0 7 0,6-6 1 0,-6 6-2 15,0 0-7-15,0 0 5 0,0 0 0 0,3-7-6 16,-3 7 2-16,0 0 6 0,0 0-8 0,0 0 2 16,0 0 4-16,0 0 12 0,0 0-11 0,0 0-1 0,0 0 8 15,0 0-11-15,0 0-6 0,0 0-1 0,0 0-2 16,0 0-3-16,0 0 14 0,0 0-19 16,0 0 0-16,0 0 6 0,0 0-8 0,0 0 4 15,0 0-5-15,0 0 7 0,0 0-2 0,0 0 2 16,0 0 3-16,0 0-3 0,0 0-4 0,0 0 5 15,0 0-4-15,0 0 0 0,0 0-2 0,0 0 10 16,0 0-7-16,0 0-1 0,0 0 3 0,0 0 2 0,0 0 4 16,0 0-9-16,0 0 5 0,0 0-6 0,0 0 1 15,0 0 2-15,0 0 0 0,0 0 3 0,0 0-2 16,3-5 16-16,-3 5-18 0,0 0 8 0,0 0 2 16,0 0 5-16,0 0-4 0,0 0-3 0,0 0 2 15,0 0-7-15,0 0 7 0,0 0-3 0,0 0 2 16,0-10-5-16,0 10-3 0,0 0-1 0,0 0 0 15,0 0 0-15,0 0-3 0,0 0 6 16,0 0-3-16,0 0-5 0,0 0 2 0,0 0 2 0,0 0 0 16,0 0-3-16,0 0 0 0,0 0 3 0,0 0-5 15,0 0 4-15,0 0-4 0,0 0 11 0,0 0-17 16,0 0 7-16,0 0-2 0,0 0-1 0,0 0 1 16,0 0 4-16,0 0-1 0,0 0-7 0,0 0 10 15,0 0 0-15,0 0-4 0,0 0-3 0,0 0 5 16,0 0-1-16,0 0 2 0,0 0-8 0,0 0 5 15,0 0 7-15,0 0-5 0,0 0-5 0,0 0 3 16,0 0 1-16,0 0 0 0,0 0-10 0,0 0-8 16,0 0 9-16,0 0-5 0,0 0-1 0,0 0-7 15,0 0-3-15,0 0 5 0,0 0-3 0,0 0 3 16,0 0-16-16,0 0-4 0,-4 24-17 0,4-24-11 16,0 0-20-16,-4 7-29 0,4-7-63 0,-5 6-196 0,5-6 87 15</inkml:trace>
  <inkml:trace contextRef="#ctx0" brushRef="#br0" timeOffset="122918.4">24449 9329 39 0,'0'0'80'0,"0"0"-10"0,0 0-9 0,0 0-5 16,0 0-10-16,0 0-21 0,0 0-4 15,0 0-11-15,0 0-3 0,0 0-9 0,0 0-9 16,0 0-11-16,0 0 3 0,10 0-8 0,-10 0 0 16,0 0 3-16,0 0-24 0,0 0 39 0,11-1-29 0,-11 1 35 15,0 0-29-15,7-4 27 0,-7 4-8 16,0 0 10-16,3-6 6 0,-3 6 7 0,0 0 2 15,4-3 8-15,-4 3-1 0,0 0 4 0,0 0 4 16,0 0-3-16,0 0 3 0,0 0 2 0,0 0-4 0,0 0-3 16,0 0 9-16,0 0-8 0,0 0 4 15,0 0-3-15,0 0 2 0,0 0-7 0,0 0 2 0,0 0 0 16,0 0 5-16,0 0-4 0,0 0-4 16,0 0-1-16,0 0-5 0,0 0-2 0,0 0 6 0,0 0-4 15,0 0-10-15,0 0 7 0,0 0-1 0,0 0 1 16,0 0 7-16,0 0-12 0,0 0 5 0,0 0-2 15,0 0 1-15,0 0 0 0,0 0-6 0,0 0 3 16,0 0-1-16,0 0 2 0,11 1 7 0,-11-1 2 16,0 0 1-16,6-3-10 0,-6 3-3 0,0 0 6 15,0 0 5-15,0 0-6 0,0 0-2 0,4-6 4 16,-4 6-2-16,0 0 1 0,0 0-4 16,0 0-2-16,0 0 11 0,0 0 5 0,0 0-2 0,0 0-1 15,0 0 0-15,0 0-5 0,0 0-1 0,0 0-3 16,0 0 1-16,0 0-2 0,0 0-2 0,0 0 3 15,0 0-5-15,0 0 1 0,0 0 0 0,0 0-1 16,0 0 6-16,0 0-3 0,0 0 2 0,0 0 0 16,0 0 1-16,0 0-16 0,0 0 5 0,0 0 4 15,0 0 4-15,0 0 0 0,0 0-5 0,0 0 3 16,0 0 8-16,0 0-4 0,0 0-5 0,0 0 1 16,0 0 12-16,0 0-6 0,0 0-2 0,0 0 5 15,0 0 1-15,0 0-5 0,-21-2-2 0,21 2 3 16,0 0-4-16,0 0-8 0,0 0 9 0,0 0 3 15,0-9 7-15,0 9-2 0,0 0 1 0,0 0-6 0,0 0 2 16,0 0-7-16,0 0-7 0,0 0 7 0,0 0-1 16,-7-3 2-16,7 3 1 0,0 0-3 15,0 0 5-15,-15 4-8 0,15-4-5 0,0 0 11 16,-9 4-8-16,9-4 12 0,0 0-6 0,-6 5 1 0,6-5 0 16,0 0 5-16,0 0-13 0,0 0 4 0,-3 5 9 15,3-5-14-15,0 0 4 0,0 0 3 16,0 0-2-16,0 0 4 0,0 0-3 0,0 0 5 0,0 0-1 15,0 0-2-15,0 0 4 0,0 0-8 0,0 0 6 16,0 0-4-16,0 0-4 0,0 0 9 0,0 0-3 16,0 0-1-16,0 0 2 0,0 0 2 15,0 0-12-15,0 0 7 0,0 0 6 0,0 0-1 0,0 0 3 16,0 0-10-16,0 0 2 0,0 0-2 0,0 0-1 16,0 0 6-16,0 0-4 0,0 0 0 0,0 0-3 15,0 0 4-15,0 0-1 0,0 0 1 0,0 0-1 16,0 0-7-16,0 0 4 0,0 0 1 0,0 0-4 15,0 0 2-15,0 0 0 0,0 0 2 0,0 0-1 16,0 0 3-16,0 0-3 0,-9 2 6 0,9-2 10 16,0 0-1-16,0 0-2 0,0 0 6 0,0 0-2 15,0 0 7-15,0 0 2 0,0 0 2 0,19 4-4 16,-19-4 5-16,0 0-5 0,10 0 0 0,-10 0-2 16,0 0 9-16,10-4-1 0,-10 4 6 0,0 0-3 15,8-4-5-15,-8 4 1 0,5-5 0 0,-5 5-3 16,4-5-7-16,-4 5 5 0,0 0-3 0,0 0-3 15,1-9-5-15,-1 9-1 0,0 0-1 0,0 0-2 16,0 0 0-16,0 0-2 0,0 0 0 0,0 0-5 16,-6-9 3-16,6 9-4 0,0 0 1 0,0 0 0 0,0 0 2 15,0 0-5-15,0 0 0 0,0 0 0 0,0 0 0 16,-19 9 2-16,19-9-2 0,0 0 2 16,-5 3-2-16,5-3-1 0,0 0 0 0,0 0 1 15,0 0 3-15,-4 6 1 0,4-6-1 0,0 0 2 0,0 0 7 16,0 0-8-16,0 0 3 0,0 0-2 0,0 0 2 15,0 0-1-15,0 0 6 0,0 0-5 16,0 0 5-16,0 0 1 0,0 0-1 0,0 0 3 0,0 0 0 16,0 0-2-16,0 0 2 0,0 0-2 0,0 0-2 15,0 0-1-15,0 0 2 0,0 0-4 0,0 0 4 16,0 0-1-16,0 0-5 0,0 0-2 0,0 0 1 16,0 0-3-16,0 0 0 0,0 0-6 0,0 0 5 15,0 0 0-15,-4 7-2 0,-1-3 1 0,5-4 3 16,-7 5-5-16,2-1-1 0,5-4 0 0,-4 7 4 15,4-7-1-15,0 0 2 0,-5 6-2 0,5-6-2 16,0 0 5-16,0 8 3 0,0-8-2 0,0 0 1 16,0 0 1-16,0 0 2 0,7 6-2 0,-7-6 3 15,0 0 0-15,0 0 3 0,7 3-2 0,-7-3-3 16,0 0 1-16,0 0 2 0,0 0 2 0,0 0 0 16,0 0-2-16,12-8 0 0,-12 8 0 0,0 0-3 15,5-3 5-15,-5 3-3 0,0 0-1 0,4-6-2 16,-4 6 3-16,0 0-7 0,0 0 4 0,3-8 3 15,-3 8-6-15,0 0-3 0,0 0 2 0,0 0-3 0,0 0 2 16,0 0 1-16,0 0-5 0,0 0 4 16,0 0-4-16,0 0 0 0,0 0-2 0,0 0 5 15,0 0 2-15,0 0-3 0,0 0-4 0,0 0 7 16,0 0-5-16,0 0 0 0,0 0 1 0,0 0-1 0,0 0 9 16,-12 17 1-16,12-17-2 0,0 0 1 0,0 0 4 15,0 0 0-15,15 2 4 0,-15-2-4 0,0 0 5 16,11-1-3-16,-11 1 0 0,0 0 6 15,11-1-5-15,-11 1 1 0,0 0-4 0,10-3 6 0,-10 3-5 16,5-3 1-16,-5 3-5 0,0 0 0 0,5-7 5 16,-5 7-1-16,0 0-1 0,4-5-4 0,-4 5 1 15,0 0 2-15,0 0-3 0,0 0-8 0,0 0 5 16,0 0-6-16,0 0 5 0,0 0 0 0,0 0-1 16,-18-4-3-16,18 4 2 0,-13 7-1 0,13-7-2 15,-9 6 2-15,4-3 4 0,5-3-5 0,-8 6 2 16,8-6 2-16,-7 5-6 0,7-5 2 0,-4 5-1 15,4-5 3-15,0 0 2 0,-4 6 1 0,4-6-1 16,0 0-1-16,0 0 5 0,0 0-2 0,-3 6 0 16,3-6 1-16,0 0 2 0,0 0 3 0,0 0-2 15,0 0-3-15,0 0 5 0,0 0 0 0,0 0 2 16,0 0 4-16,0 0-4 0,0 0-2 0,0 0 3 16,0 0-4-16,0 0 0 0,0 0 1 0,0 0-2 15,0 0 2-15,0 0-4 0,0 0-3 0,0-21 3 16,0 21-3-16,0 0-1 0,0 0-6 0,0 0 5 15,0 0-2-15,0 0 1 0,-3-7-2 0,3 7 0 16,0 0-1-16,0 0 0 0,0 0 0 0,0 0 2 16,0 0-2-16,0 0-2 0,0 0 2 0,0 0 2 0,0 0 4 15,0 0-3-15,0 0-2 0,0 0 4 16,0 0 2-16,0 0 0 0,0 0 0 0,0 0 2 0,0 0-6 16,0 0 5-16,0 0-1 0,0 0 3 15,0 0-2-15,0 0 3 0,0 0 0 0,14 1 4 0,-14-1 4 16,0 0-8-16,4-8 0 0,-4 8-1 0,1-7 0 15,-1 7-1-15,0 0-2 0,3-7-3 0,-3 7 2 16,0 0 1-16,0 0-6 0,0 0 1 16,0 0 0-16,0 0 1 0,-13-4-6 0,13 4-12 0,0 0-34 15,-15 11-41-15,12-8-33 0,3-3-43 0,-9 11-152 16,4-7-349-16,2 0 156 0</inkml:trace>
  <inkml:trace contextRef="#ctx0" brushRef="#br0" timeOffset="124081.55">24462 9349 1 0,'0'0'35'15,"0"0"-18"-15,0 0-14 0,0 0-13 0,0 0-10 0,0 0 5 16</inkml:trace>
  <inkml:trace contextRef="#ctx0" brushRef="#br0" timeOffset="127228.87">24055 9565 34 0,'0'0'110'0,"-2"-6"-1"0,2 6 11 15,0 0-4-15,-4-5 2 0,4 5 0 0,0 0 6 16,-3-8 1-16,3 8-1 0,0 0-9 0,-3-7 0 16,3 7 0-16,0 0-4 0,-1-8-4 0,1 8-9 15,0 0-2-15,0 0-14 0,0 0-10 0,0 0-7 16,0 0-5-16,0 0-5 0,0 0-10 0,0 0-6 15,0 0-3-15,0 0-13 0,0 0 4 0,0 0 0 16,0 0-3-16,0 0-4 0,0 0-4 0,0 0-1 16,0 0 0-16,0 0-4 0,22 11-1 0,-19-7-1 15,3 1-1-15,-1 0 3 0,0 0-4 0,2 1-3 16,-3 0 3-16,2-1 1 0,-4 0-5 0,2 2 2 16,0-1-1-16,0-2-5 0,-2 3 8 0,2-1-5 15,-4-6 1-15,7 10 3 0,-2-4-1 0,-1 0-3 16,-2-2 1-16,-2-4-3 0,7 7 3 0,-5-3 0 15,-2-4 2-15,4 5-4 0,-4-5-1 0,6 4 5 16,-6-4 0-16,0 0-2 0,7 5 3 0,-7-5-1 16,0 0-1-16,0 0 2 0,6 4 1 0,-6-4-3 15,0 0 5-15,0 0-6 0,0 0 2 0,0 0 0 0,0 0 2 16,0 0-5-16,13-13 2 0,-10 11-3 16,0-4 2-16,2 0 1 0,-2 0-1 0,-3 6-1 15,9-11 3-15,-7 4 0 0,4-1-3 0,-1-1 2 16,0 1-4-16,-1-1 3 0,-1 0-1 0,1 0-3 0,1 0 0 15,-2 2 2-15,1 0 0 0,-3-2-1 16,2 3 1-16,-3 6 1 0,5-13 1 0,-4 8 0 0,-1 5-2 16,2-9-2-16,-2 9-2 0,2-7 0 15,-2 7 3-15,0 0-2 0,1-8 2 0,-1 8-6 16,0 0 5-16,0 0-4 0,0 0 3 0,0 0-1 16,0 0 0-16,1-7-9 0,-1 7-8 0,0 0-14 15,0 0-21-15,0 0-13 0,0 0-17 0,0 0-20 16,0 0-23-16,0 0-14 0,0 0-21 0,4 22-22 15,-4-22-99-15,-1 8-306 0,2-1 135 0</inkml:trace>
  <inkml:trace contextRef="#ctx0" brushRef="#br0" timeOffset="127803.93">24332 9629 32 0,'0'0'182'0,"0"0"-12"15,0 0-11-15,0 0-7 0,-5-25-3 0,5 25-5 16,0 0-2-16,0 0-11 0,-1-7-7 0,1 7-7 16,0 0-7-16,0 0-3 0,0 0-13 0,0 0-10 15,0 0-8-15,0 0-8 0,0 0-5 0,4-9-5 16,-4 9-10-16,0 0-3 0,0 0-4 0,0 0-4 15,11 0-6-15,-11 0-2 0,0 0-1 0,14 5-3 16,-14-5-2-16,9 4 2 0,-3-1-8 0,-6-3 0 16,8 7-2-16,-4-3 3 0,2 1-8 0,-3 1 2 15,4-2-2-15,-3 3-1 0,2-3 0 0,-1 2 1 16,-1 0-1-16,-2-1-1 0,2 0-3 0,-1 1 4 16,-3-6-2-16,7 7 0 0,-5-2-2 0,-2-5-1 15,5 7-2-15,-1-3 2 0,-4-4-8 0,0 0 10 16,3 6-1-16,-3-6 2 0,0 0 4 0,0 0-1 15,0 0 5-15,3 6 7 0,-3-6 4 0,0 0 6 16,0 0 7-16,0 0 0 0,0 0 1 0,0 0-1 16,0 0-6-16,0 0-2 0,0 0-3 0,0 0-3 15,0 0-2-15,0 0 0 0,1-23-6 0,1 17 1 16,-2 6-5-16,1-13 1 0,0 6-3 0,2-2-2 16,-1 2-1-16,2-2 0 0,-2 0 1 0,1 2-4 15,2-2-1-15,-1 1 1 0,-1 1-2 0,2 1 2 0,-5 6-1 16,5-9-3-16,-5 3 0 0,0 6 1 15,4-6 0-15,-4 6 1 0,0 0-4 0,2-8-2 16,-2 8-1-16,0 0 1 0,4-5-10 0,-4 5-15 16,0 0-17-16,0 0-12 0,0 0-21 0,0 0-22 0,0 0-23 15,0 0-18-15,0 0-8 0,6 15-17 0,-6-15-15 16,0 0-20-16,-10 21-129 0,7-13-358 16,3-8 158-16</inkml:trace>
  <inkml:trace contextRef="#ctx0" brushRef="#br0" timeOffset="128107.17">24428 9683 115 0,'0'0'163'0,"0"0"-2"0,-7-11-3 0,7 11 1 16,0 0-5-16,0 0-3 0,0 0-4 0,-3-7-3 16,3 7-8-16,0 0-8 0,0 0-10 15,0 0-8-15,0 0-13 0,0 0-12 0,0 0-4 0,0 0-12 16,0 0-7-16,0 0-8 0,0 0-4 0,0 0-5 15,0 0-5-15,0 0-6 0,0 0-1 0,0 0-1 16,0 0-2-16,0 0-1 0,5 23-2 0,-5-23-4 16,0 11 4-16,1-5-3 0,-1-6-2 0,0 13-2 15,0-13 0-15,-1 11-3 0,2-5-2 0,-1-6 3 16,2 10-5-16,-2-10-3 0,0 9 1 0,0-9-2 16,-2 10 3-16,2-10-3 0,2 8 2 0,0-2-3 15,-2-6-9-15,0 0-24 0,0 9-20 0,0-9-34 16,0 7-17-16,0-7-19 0,3 9-42 0,-3-9-32 15,0 0-174-15,0 0-393 0,0 0 175 0</inkml:trace>
  <inkml:trace contextRef="#ctx0" brushRef="#br0" timeOffset="129457.31">24453 9290 38 0,'0'0'93'0,"0"0"1"0,0 0-1 0,0 0-11 15,0 0-2-15,-3-7 5 0,3 7 1 0,0 0 0 0,0 0-2 16,0 0 4-16,0 0-4 0,0 0-4 0,0 0-6 15,0 0-6-15,0 0-2 0,0 0-4 0,0 0-3 16,0 0-9-16,0 0-4 0,0 0-3 16,0 0-5-16,0 0-1 0,0 0-6 0,0 0-3 0,0 0 2 15,0 0-1-15,0 0 1 0,0 0 6 0,0 0 2 16,0 0 4-16,0 0-1 0,0 0-3 0,0 0 4 16,0 0 4-16,0 0-4 0,0 0-2 0,0 0-1 15,0 0-1-15,0 0-4 0,0 0-5 0,0 0-4 16,0 0 1-16,0 0-4 0,0 0 1 0,0 0-6 15,3-12 0-15,-3 12-3 0,0 0-1 0,0 0-3 16,0 0-3-16,0 0 0 0,0 0 1 0,0 0-4 16,0 0-1-16,0 0-2 0,0 0 2 0,0 0-4 15,0 0-4-15,0 0 5 0,0 0-1 0,0 0 0 16,0 0-2-16,0 0 5 0,0 0-3 0,0 0 1 16,0 0 0-16,0 0-2 0,0 0 3 0,0 0-1 15,0 0 3-15,0 0 0 0,0 0 2 0,0 0 2 16,0 0-6-16,0 0 6 0,0 0 3 0,0 0 4 15,0 0-5-15,0 0 0 0,0 0 2 0,0 0 0 16,0 0-3-16,0 0 3 0,0 0-2 0,0 0-1 16,0 0 0-16,5-6 1 0,-5 6-4 0,0 0 1 15,0 0-1-15,2-5-2 0,-2 5-2 0,0 0 0 16,0 0-2-16,0 0 1 0,0 0-3 0,0 0 0 16,0 0-3-16,0 0 0 0,0 0 4 0,0 0-2 15,0 0-2-15,0 0 2 0,-20 9-1 0,20-9-1 0,-7 8 0 16,7-8 6-16,-3 5-4 0,3-5 1 0,0 0-1 15,-2 8 1-15,2-8 0 0,0 0 2 16,0 0-2-16,0 0 0 0,5 9 9 0,-5-9-4 16,0 0 0-16,9 1 1 0,-9-1 2 0,0 0 2 0,0 0-1 15,0 0-1-15,13-3 6 0,-13 3-4 16,0 0-3-16,5-7 5 0,-5 7-4 0,4-4 1 16,-4 4-2-16,5-5-1 0,-5 5 2 0,0 0 0 15,3-7-4-15,-3 7 1 0,0 0-4 0,0 0 2 0,0 0-4 16,0 0 1-16,0 0-1 0,0 0 1 15,0 0-1-15,-13-7 4 0,13 7-9 0,0 0 4 16,0 0-1-16,-15 8 0 0,15-8 0 0,-7 6 4 16,7-6 0-16,-5 5-1 0,5-5-2 0,-4 6 4 0,4-6-6 15,0 0 4-15,0 0 1 0,0 8 1 0,0-8-3 16,0 0 4-16,0 0-2 0,0 0 4 16,0 0-1-16,0 0 3 0,0 0-2 0,0 0 5 15,12 5-3-15,-12-5 0 0,0 0-1 0,0 0 2 0,0 0-2 16,0 0 2-16,0 0-2 0,0 0 1 0,11-9-1 15,-11 9 0-15,0 0-1 0,3-6 1 0,-3 6-1 16,0 0-3-16,0 0 0 0,0 0 1 0,0 0-4 16,0 0 1-16,0 0-1 0,0 0-2 0,0 0 2 15,0 0-3-15,0 0 4 0,0 0-3 0,0 0 3 16,0 0-2-16,0 0 2 0,0 0-1 0,-17 14 0 16,17-14-2-16,0 0 1 0,0 0 2 0,0 0 3 15,0 9 2-15,0-9-4 0,0 0 3 0,0 0 1 16,0 0 3-16,0 0-3 0,0 0 0 0,0 0 4 15,0 0-4-15,0 0 1 0,0 0 3 0,0 0 3 16,0 0-4-16,0 0 1 0,0 0-1 0,22-12-2 16,-22 12 0-16,0 0 1 0,0 0-3 0,0-7 4 15,0 7-2-15,0 0 0 0,0 0-2 0,0 0 1 16,0 0-6-16,0 0-3 0,0 0-10 0,0 0-17 16,0 0-2-16,0 0-14 0,0 0-30 0,0 0-22 15,0 0-33-15,0 0-34 0,-14 19-164 0,10-13-359 16,4-6 159-16</inkml:trace>
  <inkml:trace contextRef="#ctx0" brushRef="#br0" timeOffset="132249.01">24441 9293 69 0,'0'0'67'0,"0"0"-6"0,0 0-6 15,0 0-4-15,10 1-8 0,-10-1-10 0,0 0 2 16,0 0-10-16,0 0-1 0,0 0-14 0,4-4-19 15,-4 4 3-15,0 0 0 0,0 0 4 0,0 0-2 16,0 0-6-16,0 0 3 0,0 0-3 0,0 0 2 16,0 0-2-16,0 0 1 0,0 0-1 0,0 0 2 0,0 0-3 15,0 0 5-15,0 0-6 0,0 0 6 16,0 0 2-16,0 0 1 0,0 0 6 0,0 0-1 16,0 0-2-16,0 0 0 0,0 0 7 0,0 0 0 15,0 0 2-15,0 0-1 0,0 0 3 0,0 0-1 16,0 0 5-16,0 0-4 0,0 0 6 0,0 0 4 0,0 0-1 15,0 0 4-15,0 0-10 0,0 0 9 0,0 0-3 16,0 0 4-16,11 6 0 0,-11-6 6 16,0 0-5-16,0 0 7 0,0 0 4 0,0 0-12 15,0 0 8-15,6-9 3 0,-6 9-10 0,0 0-1 0,0 0-8 16,0 0-1-16,0 0 11 0,1-6-3 16,-1 6-10-16,0 0-1 0,0 0 3 0,0 0-10 0,0 0 3 15,0 0 7-15,0 0-6 0,0 0-1 16,0 0-8-16,0 0-3 0,0 0 10 0,0 0-14 0,0 0-4 15,0 0-5-15,0 0-27 0,0 0-16 0,0 0-13 16,0 0-66-16,0 0-149 0,0 0 66 0</inkml:trace>
  <inkml:trace contextRef="#ctx0" brushRef="#br0" timeOffset="135326.7">23338 9363 15 0,'0'0'46'0,"0"0"-8"0,0 0 2 15,0 0-4-15,0 0-2 0,0 0-7 0,0 0-3 16,0 0 1-16,0 0-8 0,0 0 0 0,0 0-14 16,0 0 3-16,0 0-16 0,0 0-7 0,0 0-13 15,0 0-16-15,0 0-48 0,0 0 21 0</inkml:trace>
  <inkml:trace contextRef="#ctx0" brushRef="#br0" timeOffset="135851.11">24656 9347 22 0,'0'0'59'0,"0"0"-7"15,0 0-9-15,0 0-4 0,0 0-6 0,0 0-14 16,0 0-19-16,0 0-21 0,0 0-20 0,0 0-45 15,0 0 19-15</inkml:trace>
  <inkml:trace contextRef="#ctx0" brushRef="#br0" timeOffset="138671.53">23355 9239 11 0,'0'0'9'0,"0"0"5"0,0 0-1 15,0 0-5-15,0 0 4 0,0 0-6 0,0 0-6 16,0 0 7-16,0 0-4 0,11 11 1 0,-11-11 2 15,0 0-4-15,0 0-3 0,0 0 1 0,0 0 1 16,0 0 2-16,0 0 3 0,0 0-6 0,0 0 1 16,0 0-1-16,0 0 0 0,0 0-1 0,0 0 3 15,0 0-1-15,0 0 1 0,0 0-3 0,0 0 0 16,3 8 0-16,-3-8 9 0,0 0-9 0,0 0 10 16,0 0-8-16,0 0 7 0,0 0-2 0,0 0 2 15,0 0-1-15,0 0 2 0,0 0 0 0,0 0-7 0,0 0-2 16,0 0 1-16,0 0-1 0,0 0 0 15,0 0 3-15,0 0 0 0,0 0-2 0,0 0-1 16,0 0 0-16,0 0-2 0,0 0 5 0,4 3-1 16,-4-3-1-16,0 0 0 0,0 0 5 0,0 0-4 0,1 8-5 15,-1-8-3-15,0 0 5 0,0 0 0 16,0 0 0-16,0 0 2 0,0 0-2 0,0 0 5 0,0 0-3 16,0 0-2-16,0 0 4 0,0 0-1 15,0 0-1-15,0 0 2 0,0 0-3 0,0 0 1 0,0 0 2 16,0 0-2-16,0 0 0 0,0 0 1 0,0 0-8 15,0 0 7-15,-4 12-1 0,4-12-3 16,0 0-7-16,0 0 4 0,0 0-1 0,0 0-1 16,-4 5-4-16,4-5 7 0,0 0 0 0,0 0 1 0,-7 6 2 15,7-6-1-15,-5 2-1 0,5-2-2 0,0 0-5 16,-7 7-8-16,7-7-20 0,-4 4 9 0</inkml:trace>
  <inkml:trace contextRef="#ctx0" brushRef="#br0" timeOffset="141869.75">23255 9371 12 0,'0'0'14'0,"13"-2"2"0,-13 2 3 16,0 0-4-16,0 0-4 0,0 0 0 0,9-6 3 15,-9 6 0-15,4-5-1 0,-4 5 5 0,0 0-7 16,5-9 5-16,-5 9-5 0,1-7-1 0,-1 7-2 16,1-7 2-16,-1 7-1 0,0 0-5 0,0 0-1 15,0 0 5-15,-4-13-5 0,4 13 8 0,0 0-2 16,-5-5 2-16,5 5-12 0,0 0 10 0,-9-1-6 15,9 1 0-15,0 0 0 0,0 0 2 0,-18 5-3 0,18-5-1 16,-7 3 2-16,7-3 6 0,-7 5-12 16,2-1 5-16,5-4-3 0,-3 6 3 0,3-6-2 15,-4 7 2-15,4-7-1 0,-3 6-2 0,3-6 1 16,0 0 3-16,0 0-1 0,0 0-1 0,-1 9 4 0,1-9 1 16,0 0-4-16,0 0 2 0,0 0-1 0,9 3 2 15,-9-3-2-15,0 0 3 0,0 0 1 16,0 0-2-16,15-7 0 0,-15 7 5 0,0 0 8 15,8-3 1-15,-8 3 3 0,4-4-9 0,-4 4 6 0,0 0-5 16,0 0-8-16,6-8 1 0,-6 8 2 0,4-4-3 16,-4 4 6-16,0 0-8 0,4-6 2 15,-4 6 7-15,0 0-8 0,0 0-8 0,0 0 3 16,0 0 2-16,0 0-1 0,0 0-2 0,0 0 1 0,0 0 7 16,0 0-4-16,0 0-1 0,0 0 0 0,0 0-1 15,0 0-1-15,0 0-1 0,0 0-9 0,0 0 12 16,0 0-1-16,0 0-1 0,0 0 0 0,0 0 1 15,0 0-2-15,0 0-5 0,0 0 8 0,0 0 1 16,0 0-3-16,0 0 3 0,0 0 0 0,0 0 10 16,0 0-8-16,0 0 0 0,0 0 4 0,0 0 1 15,10-1 1-15,-10 1 1 0,8-5 3 0,-8 5-5 16,6-4 4-16,-6 4 3 0,5-4-6 0,-5 4 8 16,5-3-4-16,-5 3-3 0,0 0-1 0,5-5 1 15,-5 5-1-15,0 0-12 0,4-6 17 0,-4 6-8 16,0 0-1-16,0 0-1 0,3-7-2 0,-3 7-2 15,0 0 8-15,0 0-5 0,0 0 2 0,0 0-4 16,0 0 0-16,0 0-6 0,0 0 3 0,0 0 6 16,0 0-6-16,0 0 4 0,0 0-3 0,0 0 1 15,0 0-6-15,0 0 3 0,0 0-2 0,0 0 4 16,0 0-1-16,0 0-4 0,0 0 3 0,-13 18 7 16,13-18-5-16,0 0-2 0,0 0 2 0,0 0-5 15,0 0 3-15,0 0 3 0,0 0 4 0,0 0-8 16,0 0 6-16,0 0 4 0,0 0-9 0,0 0 3 15,9 8-1-15,-9-8 3 0,0 0 0 0,0 0-2 16,0 0 2-16,0 0-4 0,0 0 5 0,0 0-8 16,0 0 7-16,0 0 2 0,0 0-10 0,0 0 1 15,0 0 11-15,0 0-7 0,0 0-4 0,0 0 3 16,0 0-7-16,0 0 4 0,0 0 3 0,0 0-2 0,0 0 0 16,0 0 2-16,0 0-6 0,0 0-1 15,0 0 8-15,-14-14-2 0,14 14-3 0,0 0 5 16,0 0-2-16,-14 8 1 0,14-8 4 0,-7 2-11 15,7-2 12-15,0 0-13 0,-6 5 7 0,6-5 2 0,0 0-6 16,0 0 6-16,-5 5-12 0,5-5 7 0,0 0 15 16,0 0-11-16,0 0 0 0,0 0 2 0,0 0-5 15,0 0 4-15,0 0-2 0,0 0 4 16,0 0-1-16,0 0-1 0,0 0 6 0,0 0-1 0,0 0-5 16,0 0 2-16,20-11-1 0,-20 11-5 0,0 0 4 15,5-4-4-15,-5 4 5 0,0 0 9 0,4-7-14 16,-4 7 5-16,0 0 0 0,0 0-5 0,5-6 6 15,-5 6-3-15,0 0 2 0,0 0 2 0,0 0-6 16,0 0 1-16,0 0 1 0,0 0 0 0,0 0 1 16,0 0 1-16,0 0 4 0,0 0-10 0,0 0-5 15,0 0 9-15,0 0 0 0,0 0 1 0,0 0-9 16,0 0 22-16,-18 13-17 0,18-13 6 0,0 0-1 16,0 0-3-16,0 0-3 0,0 0 5 0,0 0-5 15,0 0-2-15,0 0 5 0,0 0 5 0,0 0-1 16,0 0-5-16,0 0 6 0,0 0-1 0,0 0-1 15,0 0 1-15,0 0-2 0,0 0 8 0,0 0-3 16,0 0-2-16,0 0 3 0,0 0-1 0,0 0-5 16,0 0 1-16,0 0-4 0,25-7 4 0,-25 7-1 15,0 0 0-15,0 0-1 0,0 0-2 0,0 0 7 16,0 0 3-16,0 0-5 0,0 0-8 0,0 0 5 16,0 0-1-16,0 0 2 0,0 0-7 0,0 0 1 15,0 0-4-15,0 0 5 0,0 0 7 0,0 0-8 16,0 0 11-16,0 0-11 0,0 0 2 0,0 0-1 15,0 0 2-15,-18 12 1 0,18-12-4 0,0 0 8 16,-4 5-8-16,4-5 5 0,0 0-5 0,0 0 5 16,-4 7 3-16,4-7-2 0,0 0 1 0,0 0-3 15,0 0 0-15,0 0-3 0,0 0-1 0,0 0 0 16,0 0 11-16,0 0-9 0,0 0-2 0,0 0 5 0,0 0 5 16,0 0-1-16,0 0-2 0,0 0 1 0,0 0 4 15,0 0-6-15,0 0 0 0,0 0-2 0,0 0 1 16,0 0-2-16,0 0 1 0,19-13 1 15,-19 13-2-15,0 0 6 0,3-7-3 0,-3 7 2 0,0 0-5 16,0 0 3-16,0 0 3 0,0 0-18 0,0 0 8 16,0 0 8-16,0 0-5 0,0 0-4 0,0 0 6 15,0 0 4-15,0 0-3 0,0 0-5 16,0 0-7-16,0 0 17 0,0 0-9 0,-22 8 0 0,22-8-4 16,0 0 8-16,-6 3-5 0,6-3 8 0,0 0 3 15,0 0-7-15,0 0-3 0,-5 6 9 0,5-6-9 16,0 0 6-16,0 0-13 0,0 0 13 0,0 0-3 15,0 0-4-15,0 0 11 0,0 0-10 0,0 0 11 16,0 0-12-16,0 0 4 0,0 0-3 0,0 0 7 16,0 0-3-16,0 0 0 0,0 0 11 0,0 0-7 15,0 0 0-15,0 0 1 0,0 0-10 0,0 0-3 16,0 0 4-16,0 0-7 0,15-13 7 0,-15 13 3 16,0 0-2-16,0 0 3 0,0 0-9 0,0 0-1 15,0 0 4-15,0 0-1 0,0 0 0 0,0 0 3 16,0 0 0-16,0 0-7 0,0 0 10 0,0 0-4 15,0 0 3-15,0 0-1 0,0 0 0 0,0 0 3 16,-23 7-4-16,23-7 6 0,0 0-2 0,0 0-10 16,-5 4 10-16,5-4-2 0,0 0-9 0,0 0 9 15,0 0-2-15,0 0 9 0,-1 9-4 0,1-9-1 16,0 0-4-16,0 0 6 0,0 0-4 0,0 0 13 16,0 0-8-16,0 0-3 0,0 0 3 0,0 0-17 15,0 0 11-15,0 0 3 0,0 0 1 0,0 0 3 16,0 0 0-16,0 0 4 0,0 0-5 0,0 0-3 15,0 0-11-15,0 0 15 0,15-17-8 0,-15 17 11 0,0 0-5 16,0 0 2-16,0 0 0 0,0 0 1 16,0 0-5-16,1-7 0 0,-1 7-2 0,0 0 0 15,0 0-2-15,0 0 2 0,0 0 0 0,0 0 6 16,0 0-6-16,0 0 5 0,0 0-7 0,0 0 1 0,0 0 0 16,0 0 4-16,0 0-3 0,0 0 1 0,0 0-4 15,-23 7 10-15,23-7-1 0,0 0 0 0,0 0-4 16,0 0-5-16,0 0 12 0,0 0-5 15,0 0 5-15,0 0-4 0,0 0 8 0,0 0-2 0,0 0 0 16,0 0-1-16,0 0 9 0,0 0-5 0,0 0 0 16,0 0 2-16,0 0-3 0,0 0-10 15,0 0 2-15,0 0 13 0,0 0-6 0,0 0-13 16,0 0 15-16,0 0-6 0,0 0 3 0,0 0-2 0,0 0-6 16,0 0 0-16,0 0 3 0,0 0-3 0,0 0 0 15,0 0-1-15,0 0 0 0,0 0-6 0,0 0 9 16,0 0 0-16,0 0-2 0,0 0 2 0,0 0-4 15,0 0-4-15,0 0 2 0,0 0 0 0,0 0 3 16,0 0-4-16,0 0 9 0,0 0-1 0,0 0-12 16,0 0 7-16,0 0-2 0,0 0 4 0,0 0-1 15,0 0 5-15,0 0-10 0,0 0 9 0,0 0-10 16,0 0 8-16,0 0-3 0,0 0 6 0,0 0-2 16,0 0-6-16,0 0 4 0,0 0-1 0,0 0-4 15,0 0 1-15,0 0-8 0,0 0 13 0,0 0-1 16,0 0 2-16,0 0-10 0,0 0 6 0,0 0 4 15,0 0 0-15,0 0 0 0,0 0 2 0,17-14-4 16,-17 14 2-16,0 0 0 0,0 0-2 0,0 0 5 16,4-7-7-16,-4 7-3 0,0 0-4 0,0 0 5 15,0 0 3-15,0 0-4 0,0 0 1 0,0 0 2 16,0 0-5-16,0 0-2 0,0 0 5 0,0 0-3 16,0 0-4-16,0 0 3 0,0 0 2 0,0 0 2 15,0 0-9-15,0 0 3 0,0 0 5 0,0 0 3 16,0 0-10-16,0 0 8 0,0 0 1 0,0 0 4 15,0 0-18-15,0 0 19 0,0 0-2 0,0 0-5 0,0 0 6 16,0 0-3-16,0 0 2 0,0 0 2 16,0 0-4-16,0 0-1 0,0 0 5 0,0 0-3 15,0 0-1-15,0 0 3 0,0 0-3 0,0 0-5 16,0 0 4-16,0 0 2 0,12 3 5 0,-12-3 0 0,0 0-1 16,0 0-5-16,4-4 5 0,-4 4-11 15,0 0 1-15,0 0 1 0,0 0-1 0,0 0 4 16,3-8-3-16,-3 8 5 0,0 0 0 0,0 0-3 15,0 0-3-15,0 0 4 0,0 0 6 0,0 0-8 0,0 0 1 16,0 0 1-16,0 0-1 0,0 0 2 0,0 0-13 16,0 0 11-16,0 0 10 0,0 0-10 0,0 0 0 15,0 0 5-15,-17 12-3 0,17-12-3 0,0 0-2 16,0 0 5-16,0 0 1 0,-5 5 2 0,5-5-6 16,0 0 6-16,0 0 4 0,0 0-12 0,0 0 9 15,0 0-2-15,0 0 3 0,0 0-1 0,0 0 4 16,0 0-2-16,0 0-4 0,0 0-3 0,0 0 6 15,0 0-1-15,0 0-1 0,0 0-2 0,0 0-2 16,0 0 7-16,0 0-5 0,0 0 3 0,0 0-3 16,0 0 3-16,0 0-3 0,0 0 0 0,0 0-1 15,0 0 5-15,0 0 1 0,0 0-2 0,0 0-5 16,0 0 3-16,0 0-3 0,0 0-2 0,0 0 7 16,0 0-1-16,0-19-6 0,0 19 6 0,0 0-5 15,0 0-2-15,0 0 3 0,0 0 10 0,-14 11-6 16,14-11-7-16,0 0 12 0,-4 7-3 0,4-7-5 15,0 0-5-15,0 0 4 0,-2 6-7 0,2-6 10 16,0 0-6-16,0 0 11 0,0 0-8 0,0 0 0 16,0 0 10-16,0 0-6 0,0 0-6 0,0 0 8 15,0 0-3-15,0 0 11 0,0 0-5 0,0 0-3 16,0 0-1-16,0 0 1 0,0 0 2 0,11 5 0 0,-11-5-1 16,0 0 3-16,0 0-3 0,0 0-3 15,0 0 6-15,0 0-3 0,0 0 0 0,0 0-6 16,0 0 5-16,0 0-7 0,0 0 12 0,0 0-2 15,0 0-3-15,0 0-1 0,0 0 0 0,0 0-2 0,0 0 6 16,0 0-7-16,0 0 9 0,0 0-6 16,0 0-7-16,0 0-1 0,0 0 5 0,0 0 8 15,0 0-9-15,0 0-3 0,0 0 7 0,0 0-1 16,0 0-12-16,0 0 11 0,0 0 0 0,0 0-4 0,0 0 13 16,0 0-9-16,0 0 5 0,0 0 3 0,0 0-4 15,0 0-2-15,0 0 2 0,0 0-7 16,0 0-2-16,0 0 6 0,0 0-2 0,0 0 0 15,0 0-2-15,0 0-2 0,0 0 4 0,0 0-7 0,0 0-4 16,0 0 1-16,0 0-3 0,0 0 6 0,0 0-4 16,10-14-4-16,-10 14 11 0,0 0-1 0,0 0-3 15,0 0 0-15,0 0-6 0,0 0 5 16,0 0-13-16,0 0 8 0,0 0 1 0,0 0-3 0,0 0 0 16,0 0 4-16,0 0-2 0,0 0-6 0,0 0-3 15,0 0-1-15,0 0 6 0,0 0 1 0,0 0-2 16,0 0 0-16,0 0-8 0,0 0 1 0,5 13-1 15,-5-13-2-15,0 0 1 0,0 0-10 0,0 0-28 16,0 0-70-16,0 0 31 0</inkml:trace>
  <inkml:trace contextRef="#ctx0" brushRef="#br0" timeOffset="143504.41">24445 9311 33 0,'0'0'40'0,"0"0"-5"15,0 0 2-15,0 0-2 0,0 0-13 0,0 0 6 0,0 0 0 16,0 0-10-16,0 0 1 0,0 0 0 0,0 0-1 16,0 0-7-16,0 0 2 0,0 0-4 0,0 0 3 15,0 0-5-15,0 0 3 0,0 0 0 16,0 0-3-16,0 0-2 0,0 0 3 0,0 0 1 0,0 0-1 15,0 0-1-15,0 0-5 0,0 0 4 0,0 0-6 16,0 0 12-16,0 0-7 0,0 0 0 0,0 0-6 16,0 0 5-16,0 0 1 0,0 0 7 0,0 0 1 15,0 0 1-15,0 0-1 0,0 0 4 0,0 0 4 16,0 0 2-16,0 0-3 0,0 0-6 0,0 0 3 16,0 0 4-16,0 0-3 0,0 0-4 0,0 0 12 15,0 0-9-15,0 0-2 0,0 0-2 0,0 0 4 16,0 0 4-16,0 0-8 0,0 0-4 0,0 0 7 15,0 0-8-15,0 0 1 0,0 0 1 0,0 0 6 16,0 0-5-16,0 0 3 0,0 0-5 0,0 0 6 16,0 0-3-16,0 0-2 0,0 0 4 0,0 0-5 15,0 0 1-15,0 0 0 0,0 0 2 0,0 0-3 16,0 0-4-16,0 0 1 0,0 0 2 0,0 0 6 16,0 0-8-16,0 0 0 0,0 0 3 0,0 0-7 15,0 0 1-15,0 0 3 0,0 0-1 0,0 0-3 0,0 0 4 16,0 0-7-16,0 0 8 0,0 0-7 15,0 0-6-15,0 0 0 0,0 0-12 0,0 0-20 16,0 0-9-16,0 0-24 0,0 0-84 0,0 0-167 16,0 0 74-16</inkml:trace>
  <inkml:trace contextRef="#ctx0" brushRef="#br0" timeOffset="144118.7">23195 9338 1 0,'4'-5'65'0,"-4"5"-8"0,0 0-5 0,0 0-6 16,0 0-11-16,0 0-10 0,0 0-12 0,0 0-9 15,0 0-10-15,0 0-10 0,0 0-30 0,0 0-51 16,0 0 23-16</inkml:trace>
  <inkml:trace contextRef="#ctx0" brushRef="#br0" timeOffset="144702.28">24505 9309 3 0,'0'0'107'0,"0"0"-7"15,0 0-22-15,0 0 13 0,0 0-26 0,0 0-8 16,0 0-5-16,0 0-9 0,0 0-15 0,0 0-14 16,0 0-12-16,0 0-22 0,0 0-12 0,0 0-22 15,0 0-35-15,0 0-97 0,0 0 42 0</inkml:trace>
  <inkml:trace contextRef="#ctx0" brushRef="#br0" timeOffset="145234.79">23288 9396 45 0,'0'0'80'0,"0"0"-6"15,0 0-14-15,0 0 2 0,0 0-13 0,0 0-18 16,0 0-12-16,0 0-14 0,0 0-22 0,0 0-24 15,0 0-21-15,0 0-66 0,0 0 30 0</inkml:trace>
  <inkml:trace contextRef="#ctx0" brushRef="#br0" timeOffset="145784.65">24578 9384 84 0,'0'0'112'16,"0"0"-8"-16,0 0-11 0,0 0-1 0,0 0-9 16,0 0-7-16,0 0 7 0,0 0-12 0,0 0 1 15,0 0-2-15,0 0-5 0,0 0-12 0,0 0 2 16,0 0-14-16,0 0 4 0,0 0-8 0,0 0-4 15,0 0-6-15,0 0 3 0,0 0-2 0,0 0-10 16,0 0-5-16,0 0-12 0,0 0-8 0,0 0-18 16,0 0-8-16,0 0-10 0,0 0-17 0,0 0-23 15,0 0-20-15,-22-8-69 0,22 8-187 0,-13 0 83 16</inkml:trace>
  <inkml:trace contextRef="#ctx0" brushRef="#br0" timeOffset="146270.23">23186 9378 1 0,'0'0'84'0,"0"0"-9"15,0 0-11-15,0 0-11 0,0 0-12 0,0 0-1 16,0 0-18-16,0 0-6 0,0 0-14 0,0 0-9 16,0 0-20-16,0 0-34 0,0 0-66 0,0 0 30 15</inkml:trace>
  <inkml:trace contextRef="#ctx0" brushRef="#br0" timeOffset="147422.41">24505 9321 60 0,'0'0'69'0,"0"0"-9"0,0 0 1 0,0 0 0 0,0 0-9 16,0 0-2-16,0 0-2 0,0 0-3 0,0 0 10 15,0 0-15-15,0 0 5 0,0 0-4 0,0 0 4 16,0 0-3-16,0 0 1 0,0 0-21 0,0 0 18 16,0 0-3-16,0 0-13 0,0 0 13 0,0 0-7 15,0 0-4-15,0 0-2 0,0 0 4 0,0 0 4 16,0 0-4-16,0 0-2 0,0 0-4 0,0 0 1 15,0 0-3-15,0 0-4 0,0 0 4 0,0 0-8 16,0 0-1-16,0 0 3 0,0 0-2 0,0 0-7 16,0 0 1-16,0 0 10 0,0 0-15 0,0 0 7 15,0 0-6-15,0 0-5 0,0 0 13 0,0 0-5 16,0 0-4-16,0 0 3 0,0 0 0 0,0 0-4 16,0 0 4-16,0 0 0 0,0 0-5 0,0 0-3 15,0 0 7-15,0 0 4 0,0 0-7 0,0 0 6 0,0 0-5 16,0 0-2-16,0 0-2 0,0 0 0 15,0 0 3-15,0 0 1 0,0 0 0 0,0 0-1 16,0 0-1-16,0 0 4 0,0 0 0 0,0 0 2 16,0 0-10-16,0 0 7 0,0 0 0 0,0 0 1 15,0 0-3-15,0 0 12 0,0 0-10 0,0 0 1 0,0 0 1 16,0 0 1-16,0 0-2 0,0 0 0 16,0 0 1-16,0 0-1 0,0 0-4 0,0 0 3 0,0 0 4 15,0 0 5-15,0 0-4 0,0 0-6 0,0 0 14 16,0 0-12-16,0 0 4 0,0 0-6 0,0 0 3 15,0 0-1-15,0 0 1 0,0 0 1 16,0 0-2-16,0 0-4 0,0 0 5 0,0 0 2 0,0 0-1 16,0 0-4-16,0 0 2 0,0 0 2 0,0 0-2 15,0 0-2-15,0 0 0 0,0 0 1 0,0 0 4 16,0 0-5-16,0 0 0 0,0 0 0 0,0 0 1 16,0 0 0-16,0 0-3 0,0 0 5 0,0 0-5 15,0 0-3-15,0 0 5 0,0 0 2 0,0 0-3 16,0 0-1-16,0 0-1 0,0 0 0 0,0 0 5 15,0 0-4-15,0 0 7 0,0 0 0 0,0 0-12 16,0 0 12-16,-17-16-8 0,17 16 6 0,0 0-5 16,0 0 5-16,0 0-6 0,0 0 1 0,0 0-1 15,0 0 6-15,0 0-5 0,0 0 0 0,0 0-7 0,0 0 11 16,-2-6-1-16,2 6 2 0,0 0-2 16,0 0-2-16,0 0 2 0,0 0-1 0,0 0 5 15,0 0-6-15,0 0-1 0,0 0 2 0,0 0-1 16,0 0-9-16,0 0 14 0,0 0-1 0,0 0-2 0,0 0 2 15,0 0-10-15,0 0 3 0,0 0-3 0,0 0 7 16,0 0 2-16,0 0 3 0,0 0-10 0,0 0-15 16,0 0 0-16,0 0-22 0,0 0 1 0,0 0-12 15,0 0-16-15,0 0-5 0,-6-3-15 0,6 3-20 16,0 0-71-16,0 0-195 0,0 0 87 0</inkml:trace>
  <inkml:trace contextRef="#ctx0" brushRef="#br0" timeOffset="147848.07">23183 9410 58 0,'0'0'82'0,"0"0"-15"0,0 0 1 16,0 0-8-16,0 0-8 0,0 0-9 0,0 0-5 15,0 0-9-15,0 0-20 0,0 0-9 0,0 0-6 16,0 0-17-16,0 0-15 0,0 0-36 0,0 0-79 0,0 0 36 15</inkml:trace>
  <inkml:trace contextRef="#ctx0" brushRef="#br0" timeOffset="148227.91">24375 9340 22 0,'0'0'87'0,"0"0"-13"16,0 0-1-16,0 0-23 0,0 0 5 0,0 0-9 16,0 0-3-16,0 0-8 0,0 0-7 0,0 0 2 15,0 0-7-15,0 0-9 0,0 0-3 0,0 0-6 16,0 0-14-16,0 0-9 0,0 0-25 0,0 0-45 15,0 0-95-15,0 0 42 0</inkml:trace>
  <inkml:trace contextRef="#ctx0" brushRef="#br0" timeOffset="148926.07">24446 9319 49 0,'0'0'110'0,"0"0"0"0,0 0-10 15,0 0 1-15,0 0-6 0,0 0-4 0,4-3-6 0,-4 3-3 16,0 0-16-16,0 0-6 0,0 0-19 16,0 0 8-16,0 0-4 0,3-7-14 0,-3 7-17 15,0 0-14-15,0 0-9 0,0 0-25 0,0 0-18 16,0 0-22-16,0 0-19 0,0 0-52 0,-17-6-157 0,17 6 71 16</inkml:trace>
</inkml:ink>
</file>

<file path=ppt/ink/ink1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30:22.064"/>
    </inkml:context>
    <inkml:brush xml:id="br0">
      <inkml:brushProperty name="width" value="0.05292" units="cm"/>
      <inkml:brushProperty name="height" value="0.05292" units="cm"/>
      <inkml:brushProperty name="color" value="#FF0000"/>
    </inkml:brush>
  </inkml:definitions>
  <inkml:trace contextRef="#ctx0" brushRef="#br0">23114 9219 14 0,'0'0'28'0,"11"-2"-8"16,-11 2-2-16,10-2-2 0,-10 2 2 0,11 2-6 15,-11-2-14-15,11-2-1 0,-11 2-18 0,10-2-21 16,-10 2 9-16</inkml:trace>
  <inkml:trace contextRef="#ctx0" brushRef="#br0" timeOffset="13195.32">15548 10649 12 0,'0'0'13'0,"0"0"-10"15,0 0-8-15,0 0-6 0,0 0 4 0</inkml:trace>
  <inkml:trace contextRef="#ctx0" brushRef="#br0" timeOffset="13883.3">15885 11262 42 0,'0'0'68'0,"0"0"-10"0,0 0 5 15,0 0-14-15,0 0-8 0,0 0 0 0,0 0-2 16,0 0 0-16,0 0-9 0,0 0-4 0,0 0-1 16,0 0-3-16,0 0-6 0,0 0-4 15,0 0 8-15,0 0 0 0,0 0-6 0,0 0-1 16,0 0-4-16,0 0 2 0,0 0-2 0,0 0 2 0,0 0-5 15,0 0 5-15,0 0-8 0,0 0 5 0,0 0-10 16,0 0 12-16,0 0-8 0,0 0 8 0,0 0-16 16,0 0 9-16,0 0-4 0,0 0-6 0,0 0-1 15,0 0-8-15,0 0-7 0,0 0-12 0,0 0-8 16,0 0-56-16,0 0-107 0,0 0 49 0</inkml:trace>
</inkml:ink>
</file>

<file path=ppt/ink/ink1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18:39.537"/>
    </inkml:context>
    <inkml:brush xml:id="br0">
      <inkml:brushProperty name="width" value="0.05292" units="cm"/>
      <inkml:brushProperty name="height" value="0.05292" units="cm"/>
      <inkml:brushProperty name="color" value="#FF0000"/>
    </inkml:brush>
  </inkml:definitions>
  <inkml:trace contextRef="#ctx0" brushRef="#br0">15676 4268 26 0,'0'0'30'16,"0"0"-2"-16,0 0 0 0,0 0 0 0,0 0 3 15,0 0 0-15,0 0-3 0,0 0 3 0,0 0-1 16,0 0 5-16,-24 1-4 0,24-1 6 0,0 0-6 16,-14-1-4-16,14 1 1 0,-9 0 7 15,9 0-7-15,0 0 10 0,-10 0 7 0,10 0-7 16,0 0 6-16,0 0-1 0,-12-2-7 0,12 2 2 0,0 0-2 16,0 0-2-16,-7 0-1 0,7 0-8 0,0 0 4 15,0 0 3-15,0 0-4 0,0 0-6 0,0 0 7 16,0 0-7-16,0 0-2 0,0 0-3 15,0 0 0-15,0 0 2 0,0 0-8 0,0 0 0 16,0 0 0-16,0 0-4 0,0 0-2 0,0 0 6 16,0 0-2-16,0 0 4 0,0 0-3 0,34-1 12 15,-13-1 1-15,6 0 4 0,3 1 1 0,4 0 1 0,0-2-1 16,4 2-1-16,-1-1-4 0,13-1 0 0,-10 0-1 16,-2 0-2-16,2 1 1 0,1 1-7 0,9-3 7 15,-13 3-1-15,1-1-3 0,2-1-5 16,11 0 2-16,-13 2 1 0,14 1-4 0,0-4 1 15,-14 2-1-15,12-2 1 0,-13 4 6 0,1-3-7 16,0 3 1-16,1-3-6 0,12 1 4 0,-14 1-3 0,-4 0 1 16,0 0-1-16,1 2 1 0,-4-1-2 15,1 1-5-15,-2 0 1 0,-2 0 0 0,-5-2 1 16,-4 2 0-16,0 0 1 0,-5-1-3 0,1 2 0 16,-4-1 1-16,0 0 2 0,-2-1-1 0,-8 0-2 15,11 0-4-15,-11 0 3 0,9 2 2 0,-9-2-4 16,0 0 4-16,9 0-1 0,-9 0 0 0,0 0-4 15,0 0-9-15,8 0-9 0,-8 0-24 0,0 0-15 16,0 0-26-16,0 0-13 0,0 0-12 0,0 0-18 16,4 6-86-16,-4-6-230 0,0 0 101 0</inkml:trace>
  <inkml:trace contextRef="#ctx0" brushRef="#br0" timeOffset="619">17096 3982 73 0,'-6'-16'123'0,"3"11"-7"0,3 5-7 0,-6-14 4 16,1 9 0-16,4 0 1 0,1 5-3 0,-4-10 1 16,1 3-7-16,3 7-12 0,-4-11-8 0,4 11-12 15,-3-9-2-15,3 9-6 0,-6-11-3 16,6 11 4-16,-2-5 2 0,2 5-1 0,0 0-7 15,-3-9 0-15,3 9-2 0,0 0 0 0,0 0-13 16,-2-6-2-16,2 6-1 0,0 0-8 0,0 0-3 0,0 0-3 16,0 0-6-16,-7-4-2 0,7 4-6 0,0 0-2 15,0 0-6-15,0 0 3 0,0 0-6 16,0 0 6-16,0 0-6 0,0 0 5 0,3 24-4 16,1-13 0-16,-2-1 0 0,1 7-2 0,1 0 2 15,0 2 2-15,1 1-6 0,-1-1 6 0,-2 6-6 16,1-1 3-16,2 1-1 0,-3 0-1 0,1 1 2 15,-2-7-2-15,2-1 3 0,-1 0-4 0,1 2 5 16,-1-2-6-16,1-1 0 0,-2 1 1 0,2 0 6 16,-2 1-1-16,0-2-2 0,1 1-3 0,1-2 6 15,-3 0-4-15,4 2 1 0,-3 0-5 0,-1-3 6 16,0-2-1-16,2-2-2 0,-1 2 6 0,0-1-8 16,-2 1 0-16,2-1 1 0,1-3 3 0,-1 4 3 15,0-1-2-15,0-2-3 0,2 1 3 0,-3-11-1 16,1 14 4-16,-1-14-7 0,2 15 0 0,-1-9-22 15,-1-6-15-15,4 9-18 0,-4-9-24 0,2 9-35 16,-2-9-38-16,0 0-23 0,0 0-123 0,0 0-321 16,0 0 143-16</inkml:trace>
  <inkml:trace contextRef="#ctx0" brushRef="#br0" timeOffset="1482.06">17045 3902 70 0,'0'0'92'0,"-2"-4"5"0,2 4-7 15,0 0-14-15,0 0-6 0,0 0 12 0,0 0-34 16,0 0 4-16,0 0-11 0,0 0-2 0,0 0-1 15,0 0-6-15,0 0-9 0,0 0 5 0,0 0-2 16,0 0 12-16,0 0-18 0,0 0 2 0,29 10-4 16,-16-7-2-16,2 3 1 0,3-2-3 0,-1 2 9 15,1-3-2-15,2 4 3 0,1-1-4 0,-1-2-3 16,7 2-11-16,-8 0 13 0,3 1 2 0,-1-1-5 16,0 1-5-16,4-1 3 0,-3 1-5 0,-3 0 7 15,-1-1-7-15,4 2-1 0,-3-1 1 0,-2-2 0 16,0 0-1-16,0 2 0 0,-3-3-8 0,-2 0 7 15,-1 1 3-15,1 0-10 0,-2-1 8 0,3 1-4 16,-4-1 1-16,-2 1-2 0,4-2-3 0,-4 0 7 16,0 1-3-16,-1 0-3 0,-1 0 5 0,3 0-10 15,-3-3 8-15,1 3-2 0,-6-4 3 0,8 5-3 16,-4-1-1-16,-4-4 2 0,9 5-5 0,-9-5 3 16,4 3 4-16,-4-3-1 0,3 4-9 0,-3-4 7 15,0 0-11-15,6 8 9 0,-6-8 1 0,0 0-1 16,2 8 0-16,-2-8 10 0,-1 9-6 0,1-9-4 15,-3 7 0-15,3-7-5 0,-5 11 7 0,1-4-5 16,-2 1 4-16,0 2-4 0,-3-1 7 0,-4 3 3 16,-2 2-2-16,-2-1 4 0,-2 5-6 0,-3-1 4 15,0 0 1-15,-2 3-3 0,1-4-5 0,-3 2 1 16,2 0 2-16,-1-1 6 0,1 1-8 0,-1 1-2 16,1-3 7-16,0-1-5 0,2 2 1 0,-1-2 1 15,6-2 0-15,-3 3-1 0,4-3 0 0,2-3-6 16,-1 2-2-16,3-1-22 0,3-1-5 0,-1 0-24 15,3-1-16-15,-1-4-16 0,-2 3-12 0,6-2-79 16,-3 1-194-16,5-2 85 0</inkml:trace>
  <inkml:trace contextRef="#ctx0" brushRef="#br0" timeOffset="2020.29">17670 3817 87 0,'-2'-8'124'15,"2"8"-7"-15,0 0 8 0,-2-11-10 0,2 11-4 16,-1-6-8-16,1 6-14 0,0 0-6 0,0 0-11 0,-4-9-6 16,4 9-12-16,0 0-9 0,0 0-5 15,0 0-10-15,0 0 4 0,0 0-7 0,0 0-4 16,0 0 0-16,-2 24-2 0,2-12-1 0,0 6-2 16,1 7-3-16,-1 2-5 0,0-1-2 0,1 1 10 15,2 3-9-15,-6 0-3 0,8 1 7 0,-5 0-1 16,2 0 2-16,-1-3-4 0,0 2 7 0,2 0-8 15,-1-2 5-15,0-1-4 0,-1 1-11 0,-1-3 11 0,1 1 2 16,2-5-2-16,-3 4-15 0,0-6-17 16,-2 5-32-16,0-5-10 0,-1-1-15 0,-1 0-27 15,2 2-22-15,-2 0-67 0,-2-3-210 0,1-1 94 16</inkml:trace>
  <inkml:trace contextRef="#ctx0" brushRef="#br0" timeOffset="2739.16">17691 4234 59 0,'0'0'62'0,"0"0"-10"15,0 0-1-15,0 0 6 0,0 0-20 0,0 0 4 16,0 0-5-16,0 0-7 0,0 0 6 0,0 0-11 16,0 0 4-16,0 0-5 0,0 0 4 0,0 0-4 15,35 0 4-15,-15 0-5 0,9 0 8 16,2-2-5-16,5 0-5 0,2-1 3 0,12 1-4 16,2-2 0-16,-12 2 0 0,16-3-3 0,-1 0-6 0,1 1-2 15,0-1-3-15,2-2 4 0,-1 5-11 16,3-1 6-16,2-3-4 0,-1 1-5 0,0 1-11 15,-2 1 1-15,1 2-14 0,-2-6-10 0,-1 5-14 16,-4 1-9-16,-2-2-42 0,-18 3-112 0,2-4 50 16</inkml:trace>
  <inkml:trace contextRef="#ctx0" brushRef="#br0" timeOffset="38648.24">24755 8589 2 0,'4'11'7'0,"2"4"3"0,-3 1-3 0,0 0-5 0,-1-2 3 16,2 3 0-16,-8 0 1 0,4-3-2 0,-1 0-3 16,0 2-3-16,0 2 0 0,-4-2-1 15,3-1-1-15,0-3 5 0,-2 0-8 0,2 4-7 16,-1-5 3-16</inkml:trace>
  <inkml:trace contextRef="#ctx0" brushRef="#br0" timeOffset="39515.44">24974 10224 4 0,'0'0'1'0,"0"0"2"16,0 0 0-16,0 0-3 0,0 0-3 0,0 0 4 15,0 0-3-15,0 0-2 0</inkml:trace>
  <inkml:trace contextRef="#ctx0" brushRef="#br0" timeOffset="42301.08">24855 10150 29 0,'0'0'35'0,"0"0"-3"0,0 0-1 0,0 0-2 16,0 0-4-16,0 0 0 0,0 0-3 0,0 0 0 16,0 0-3-16,0 0 0 0,0 0-5 0,0 0 2 15,0 0-1-15,0 0-2 0,0 0 1 0,0 0-4 16,0 0 0-16,0 0 1 0,0 0 0 0,0 0-2 16,0 0 0-16,0 0 2 0,0 0-3 0,0 0 1 15,0 0 7-15,0 0-7 0,0 0 10 0,0 0-4 16,0 0 3-16,0 0-6 0,0 0 0 0,0 0 1 15,0 0-5-15,0 0 1 0,0 0 1 0,0 0-4 16,0 0 10-16,0 0-11 0,0 0-4 0,0 0 0 16,0 0 6-16,0 0-5 0,0 0 4 0,-6 5-3 15,6-5 5-15,0 0-2 0,0 0 2 0,0 0 0 16,0 0-7-16,0 0 7 0,0 0 1 0,0 0-6 16,0 0 2-16,0 0-1 0,0 0 1 0,0 0-4 15,0 0 3-15,0 0-5 0,0 0 1 0,0 0 1 0,0 0 1 16,0 0 5-16,0 0 0 0,0 0-14 15,0 0 7-15,0 0 4 0,0 0-5 0,0 0 5 16,0 0-3-16,0 0-3 0,0 0 5 0,0 0-6 16,0 0 4-16,0 0-1 0,0 0 0 0,0 0 7 0,0 0-11 15,0 0-12-15,0 0-4 0,0 0-7 0,0 0-2 16,0 0-10-16,0 0-13 0,0 0-39 16,0 0-98-16,0 0 44 0</inkml:trace>
  <inkml:trace contextRef="#ctx0" brushRef="#br0" timeOffset="43944.62">25586 10201 47 0,'0'0'45'16,"0"0"5"-16,0 0-8 0,0 0-4 0,0 0-6 16,0 0 5-16,0 0-4 0,0 0 0 0,0 0-2 15,0 0 0-15,0 0-8 0,0 0 3 0,0 0-5 16,0 0 4-16,0 0-1 0,0 0-4 0,0 0 1 16,0 0-2-16,0 0 0 0,0 0-3 0,0 0 3 15,0 0-10-15,0 0 4 0,0 0-5 0,0 0 8 16,0 0-5-16,0 0 2 0,0 0-6 0,0 0-1 0,0 0 1 15,0 0-7-15,0 0 4 0,0 0 1 0,0 0 2 16,0 0-7-16,0 0 5 0,0 0-3 0,0 0 4 16,0 0-1-16,0 0-1 0,0 0-1 0,0 0 2 15,0 0 5-15,0 0-3 0,0 0 1 0,0 0 0 16,0 0 0-16,0 0-8 0,0 0-1 0,0 0 3 16,0 0 1-16,0 0 0 0,0 0-1 0,0 0-4 15,0 0 5-15,0 0 3 0,0 0-10 0,0 0 2 16,0 0 0-16,0 0 12 0,0 0-7 0,0 0 0 15,0 0-3-15,0 0 6 0,0 0-7 0,0 0 1 16,0 0 3-16,0 0 0 0,0 0-1 0,0 0 2 16,0 0-4-16,0 0 3 0,0 0 3 0,0 0 4 15,0 0 2-15,0 0 1 0,0 0-9 0,0 0 1 16,0 0 12-16,0 0-10 0,0 0 0 0,0 0 0 16,0 0-6-16,0 0 6 0,0 0-8 0,0 0 4 15,0 0 3-15,0 0 4 0,0 0-6 0,0 0-1 16,0 0-4-16,0 0 10 0,0 0-11 0,0 0 0 15,0 0 0-15,0 0 9 0,0 0-5 0,0 0 0 16,0 0 0-16,0 0 2 0,0 0-1 0,0 0-2 16,0 0-2-16,0 0 6 0,0 0-3 0,0 0 7 0,0 0-11 15,0 0 7-15,0 0-8 0,0 0 5 16,0 0 0-16,0 0 2 0,0 0-6 0,0 0 9 16,0 0-17-16,0 0-5 0,0 0-8 0,-3 10-15 0,3-10-13 15,0 0-22-15,-10 4-67 0,10-4-151 0,0 0 68 16</inkml:trace>
  <inkml:trace contextRef="#ctx0" brushRef="#br0" timeOffset="45767.95">24888 10185 49 0,'0'0'57'0,"0"0"0"16,0 0 9-16,0 0-10 0,0 0-5 0,0 0 1 16,0 0-4-16,0 0-6 0,0 0-1 0,0 0-3 15,0 0-5-15,0 0 2 0,0 0-4 0,0 0-1 16,0 0 3-16,0 0-4 0,0 0-5 0,0 0 3 15,0 0-3-15,0 0-6 0,0 0-4 0,0 0 1 16,0 0-1-16,0 0-2 0,0 0-7 0,0 0-8 16,0 0-13-16,0 0-12 0,0 0-17 0,0 0-18 15,0 0-62-15,0 0-134 0,0 0 59 0</inkml:trace>
  <inkml:trace contextRef="#ctx0" brushRef="#br0" timeOffset="46348.36">25634 10215 34 0,'0'0'81'0,"0"0"-17"0,0 0 2 16,0 0-8-16,0 0-5 0,0 0-1 0,0 0-8 0,0 0-12 16,0 0 4-16,0 0-6 0,0 0-1 15,0 0-9-15,0 0 2 0,0 0-11 0,0 0-4 16,0 0-6-16,0 0-15 0,0 0-4 0,-15-15-23 15,15 15-14-15,0 0-31 0,0 0-92 0,0 0 41 0</inkml:trace>
  <inkml:trace contextRef="#ctx0" brushRef="#br0" timeOffset="46921.87">24794 10205 34 0,'0'0'78'0,"5"-4"-10"0,-5 4-11 15,0 0-2-15,0 0-2 0,10-1-1 0,-10 1-7 0,0 0-4 16,8-3 0-16,-8 3-11 0,0 0-7 16,0 0 2-16,0 0-6 0,7-1-3 0,-7 1 0 15,0 0-2-15,0 0-11 0,0 0-6 0,0 0-6 16,0 0-11-16,0 0-10 0,0 0-6 0,7-2-16 0,-7 2-35 16,0 0-94-16,0 0 42 0</inkml:trace>
  <inkml:trace contextRef="#ctx0" brushRef="#br0" timeOffset="47557.64">25614 10154 30 0,'0'0'51'0,"0"0"-2"15,0 0-5-15,-1 7-2 0,1-7-4 0,0 0-5 16,0 0-3-16,0 0 2 0,0 0-13 16,0 0 7-16,-3 6-8 0,3-6-2 0,0 0 1 0,0 0-2 15,0 0-4-15,0 0 5 0,0 0-8 0,0 0 7 16,0 0-5-16,0 0-2 0,0 0-8 0,0 0-5 16,0 0-15-16,0 0-10 0,0 0-50 15,0 0-84-15,-10 1 37 0</inkml:trace>
  <inkml:trace contextRef="#ctx0" brushRef="#br0" timeOffset="48177.81">24890 10203 32 0,'0'0'72'0,"0"0"-2"0,0 0-2 0,0 0-13 0,0 0 2 16,0 0-7-16,0 0-5 0,0 0-5 0,0 0-1 15,0 0 5-15,0 0-13 0,0 0-10 0,0 0-5 16,0 0-15-16,0 0-3 0,0 0-14 0,0 0-13 16,0 0-20-16,0 0-43 0,0 0-97 0,0 0 43 15</inkml:trace>
  <inkml:trace contextRef="#ctx0" brushRef="#br0" timeOffset="48744.36">25646 10182 42 0,'0'0'53'0,"0"0"1"15,0 0-6-15,0 0-3 0,0 0-6 0,0 0 0 16,0 0-10-16,0 0-1 0,0 0-4 0,0 0-2 15,0 0-2-15,0 0 1 0,-10 0-18 0,10 0-12 0,0 0-14 16,0 0-18-16,0 0-25 0,0 0-71 16,0 0 31-16</inkml:trace>
  <inkml:trace contextRef="#ctx0" brushRef="#br0" timeOffset="49323.71">24808 10194 41 0,'0'0'77'0,"0"0"-10"0,0 0-8 0,0 0-8 16,0 0 1-16,0 0-7 0,0 0-10 0,0 0-3 16,0 0-12-16,0 0-8 0,0 0-5 0,0 0-18 15,0 0-11-15,0 0-19 0,0 0-30 0,0 0-77 16,0 0 35-16</inkml:trace>
  <inkml:trace contextRef="#ctx0" brushRef="#br0" timeOffset="50236.78">25562 10197 3 0,'0'0'57'0,"0"0"-4"0,0 0-4 0,0 0-6 15,0 0-2-15,0 0 3 0,0 0-3 0,0 0-6 16,0 0-3-16,0 0-3 0,0 0 2 0,0 0-8 16,0 0 2-16,0 0-4 0,0 0 1 0,0 0 1 15,0 0-3-15,0 0-1 0,0 0 2 0,0 0 0 16,0 0-4-16,0 0-1 0,0 0 1 0,0 0-2 16,0 0 4-16,0 0-8 0,0 0 2 0,0 0-2 15,0 0-1-15,0 0-4 0,0 0 2 0,0 0-1 16,0 0 5-16,0 0-8 0,0 0 0 0,0 0-2 15,0 0 5-15,0 0-6 0,0 0 0 0,0 0 1 16,0 0 8-16,0 0-9 0,0 0 5 0,0 0-4 16,0 0 3-16,0 0-4 0,0 0 8 0,0 0-12 15,0 0 1-15,0 0-1 0,0 0 5 0,0 0-2 0,0 0 5 16,0 0 0-16,0 0 3 0,0 0-9 0,0 0 6 16,0 0-5-16,0 0 4 0,0 0-3 0,0 0 0 15,0 0-6-15,0 0 2 0,0 0-9 16,0 0 1-16,0 0 5 0,0 0-4 0,0 0 4 0,0 0-2 15,0 0 8-15,0 0-9 0,0 0 4 0,0 0 1 16,0 0 4-16,0 0 0 0,0 0-3 16,0 0 3-16,0 0-4 0,0 0-6 0,0 0 3 15,0 0 2-15,0 0-6 0,0 0 1 0,0 0 3 0,0 0 2 16,0 0 1-16,0 0-3 0,0 0-1 0,0 0 6 16,0 0 1-16,0 0-2 0,0 0 0 0,0 0 2 15,-18 4 1-15,18-4-2 0,0 0 0 0,0 0 2 16,0 0-1-16,0 0-1 0,0 0-8 0,0 0 1 15,0 0-9-15,0 0-7 0,0 0-14 0,0 0-14 16,-6 4-41-16,6-4-102 0,0 0 46 0</inkml:trace>
  <inkml:trace contextRef="#ctx0" brushRef="#br0" timeOffset="53765.68">24864 10133 60 0,'0'0'55'0,"0"0"-3"0,0 0-2 15,0 0-4-15,0 0 3 0,0 0-5 0,0 0 6 16,0 0-6-16,0 0-2 0,0 0-2 0,0 0-9 16,0 0 3-16,0 0-2 0,0 0-9 0,0 0-3 15,0 0 6-15,0 0-7 0,0 0-3 0,0 0-1 16,0 0 0-16,0 0-7 0,0 0 0 0,0 0 2 16,0 0-5-16,0 0 3 0,0 0 4 0,0 0-4 15,0 0-3-15,0 0 1 0,0 0 2 0,0 0-6 0,0 0 3 16,0 0-6-16,0 0 4 0,0 0 0 15,0 0-3-15,0 0 2 0,0 0 6 0,0 0-9 0,0 0 3 16,0 0-15-16,0 0 1 0,0 0-6 16,0 0-5-16,0 0-10 0,0 0-16 0,0 0-14 0,0 0-47 15,0 0-117-15,0 0 53 0</inkml:trace>
  <inkml:trace contextRef="#ctx0" brushRef="#br0" timeOffset="115538.27">24857 10180 1 0,'0'0'9'16,"0"0"-8"-16,0 0-4 0,0 0-1 0,0 0 1 16</inkml:trace>
  <inkml:trace contextRef="#ctx0" brushRef="#br0" timeOffset="119386.28">25623 10168 20 0,'0'0'47'0,"0"0"-5"0,0 0-2 15,0 0 4-15,0 0-1 0,0 0-6 0,0 0 0 16,0 0-1-16,0 0-6 0,0 0 5 0,0 0-7 16,0 0-7-16,0 0 9 0,0 0-5 0,0 0-2 15,0 0 2-15,0 0-2 0,0 0-6 0,0 0-1 16,0 0-3-16,0 0 3 0,0 0 0 0,0 0 5 16,0 0-6-16,0 0-10 0,0 0 7 0,0 0-4 15,0 0 4-15,0 0-5 0,0 0-1 0,0 0 4 16,0 0 1-16,0 0-10 0,0 0 8 0,0 0-7 15,0 0 0-15,0 0 7 0,0 0-4 0,0 0-4 16,0 0 3-16,0 0 2 0,0 0-10 0,0 0 7 16,0 0 1-16,0 0-4 0,0 0 1 0,0 0-5 15,0 0 7-15,0 0-2 0,0 0 4 0,0 0 3 16,0 0-4-16,0 0 0 0,0 0-1 0,0 0 5 0,0 0-4 16,0 0-3-16,0 0-4 0,0 0 0 0,0 0 7 15,0 0-6-15,0 0 3 0,0 0 6 16,0 0-8-16,0 0-3 0,0 0-4 0,0 0 13 0,0 0-5 15,-18-5-7-15,18 5 8 0,0 0-3 0,0 0 6 16,0 0-22-16,0 0 14 0,0 0 0 0,-5-7 7 16,5 7-7-16,0 0-2 0,0 0 2 0,0 0 4 15,0 0 0-15,0 0 3 0,0 0-6 0,0 0 6 16,0 0-2-16,0 0 8 0,-4-6-13 0,4 6-1 16,0 0 2-16,0 0-1 0,0 0 3 0,0 0 4 15,0 0-2-15,-2-8-1 0,2 8-1 0,0 0 9 16,0 0-5-16,0 0 0 0,0 0-6 0,0 0 6 15,-4-5 1-15,4 5-2 0,0 0 3 0,0 0-2 16,0 0-4-16,0 0 5 0,0 0 5 0,0 0-4 16,0 0 4-16,0 0-6 0,-1-9 2 0,1 9 3 15,0 0 6-15,0 0 2 0,0 0-3 0,0 0 0 16,0 0 9-16,0 0-8 0,0 0-4 0,0 0-4 16,0 0 4-16,0 0-8 0,0 0 11 0,0 0-5 15,0 0-7-15,0 0 4 0,0 0-5 0,0 0 0 16,0 0-4-16,0 0 5 0,0 0-9 0,0 0 10 15,0 0-7-15,0 0 5 0,0 0 1 0,0 0-3 16,0 0 0-16,0 0 5 0,0 0-8 0,0 0 7 16,0 0-9-16,-4 22 11 0,4-22-10 0,0 9 5 15,0-9-17-15,-2 10 13 0,2-10 2 0,0 9 1 16,0-9 3-16,-2 9 0 0,2-9 1 0,0 9 0 0,0-9 0 16,-2 8-5-16,2-8 3 0,0 0 5 0,-3 9-3 15,3-9-2-15,0 0 2 0,-1 6-2 16,1-6-17-16,0 0 22 0,0 0 0 0,0 0-3 0,0 0 6 15,0 0-6-15,0 0 0 0,0 9 3 0,0-9-2 16,0 0 3-16,0 0 10 0,0 0-9 16,0 0 5-16,0 0 4 0,0 0-6 0,0 0 3 0,0 0-8 15,0 0 0-15,0 0 1 0,0 0 3 0,0 0 1 16,0 0-6-16,8-21 0 0,-8 21-2 0,2-7 4 16,-2 7-9-16,1-9-4 0,-1 9 16 0,1-9 2 15,-1 9-7-15,5-11-8 0,-3 4 7 16,-2 7 7-16,2-10-7 0,-2 10-4 0,2-10 0 0,-1 5-2 15,-1 5-5-15,3-10 7 0,-3 10 0 0,3-7 0 16,-3 7 4-16,0 0-3 0,0-7 3 0,0 7-2 16,0 0-5-16,0 0-2 0,0 0 3 0,5-5-6 15,-5 5 7-15,0 0 2 0,0 0-3 0,0 0 6 16,0 0 0-16,0 0-6 0,0 0 5 0,0 0-8 16,2 19-2-16,-2-19 6 0,0 0-1 0,0 11 0 15,0-11 6-15,0 0-4 0,0 10-6 0,0-10 4 16,0 8 6-16,0-8-16 0,0 0 20 0,0 0-7 15,-2 9 2-15,2-9-4 0,0 0 2 0,0 0-7 16,-3 8 0-16,3-8-1 0,0 0-15 0,0 0-7 16,0 0-13-16,-5 3-16 0,5-3-18 0,0 0-63 15,-10 4-151-15,10-4 68 0</inkml:trace>
  <inkml:trace contextRef="#ctx0" brushRef="#br0" timeOffset="148992.94">24886 10161 18 0,'0'0'33'0,"0"0"0"16,0 0-5-16,0 0-3 0,0 0 6 16,0 0-5-16,0 0-2 0,-4-5-5 0,4 5 5 0,0 0-1 15,0 0-3-15,0 0 5 0,0 0-5 16,0 0-2-16,0 0-5 0,0 0 4 0,0 0-1 0,0 0-2 16,0 0-5-16,0 0-3 0,0 0 3 0,0 0 1 15,0 0-2-15,0 0-4 0,0 0-2 0,0 0 3 16,0 0 4-16,0 0-6 0,0 0 6 15,0 0-10-15,0 0-6 0,0 0-4 0,0 0-5 0,0 0-16 16,0 0-2-16,0 0-33 0,0 0-72 0,0 0 31 16</inkml:trace>
  <inkml:trace contextRef="#ctx0" brushRef="#br0" timeOffset="156338.13">24821 10167 39 0,'0'0'55'0,"0"0"-6"16,0 0-7-16,-3-8 6 0,3 8-8 0,0 0-3 16,0 0-5-16,0 0-9 0,0 0 1 0,0 0-9 15,0 0 3-15,0 0 1 0,0 0-4 0,0 0 7 16,0 0-5-16,0 0-11 0,0 0 11 0,0 0-9 16,0 0 2-16,0 0 1 0,0 0-7 0,0 0 2 15,0 0 0-15,0 0-3 0,0 0 3 0,0 0 2 16,0 0-6-16,0 0 2 0,0 0 3 0,0 0-3 15,0 0 2-15,0 0-7 0,0 0 3 0,0 0 5 16,0 0-11-16,0 0 10 0,0 0-6 0,0 0 2 16,0 0-1-16,0 0 0 0,0 0 2 0,0 0-7 15,0 0-2-15,0 0 5 0,0 0-3 0,0 0 3 16,0 0 0-16,0 0-2 0,0 0-4 0,0 0-1 16,0 0 6-16,0 0-7 0,0 0 4 0,0 0-13 15,0 0 10-15,0 0-6 0,0 0 0 0,0 0-6 16,0 0-6-16,0 0-10 0,0 0-37 0,0 0-77 15,0 0 34-15</inkml:trace>
  <inkml:trace contextRef="#ctx0" brushRef="#br0" timeOffset="157266.66">24855 10137 10 0,'0'0'23'0,"0"0"-6"15,0 0-4-15,0 0 1 0,0 0-3 0,0 0-1 16,0 0 6-16,0 0-7 0,0 0-2 0,0 0-2 15,0 0 2-15,0 0-7 0,0 0 6 0,0 0-3 0,0 0 2 16,0 0-3-16,0 0 4 0,0 0-7 16,0 0 4-16,0 0-3 0,0 0 5 0,0 0 1 15,0 0-4-15,0 0 0 0,0 0 2 0,0 0-1 16,0 0 2-16,0 0-4 0,0 0 2 0,0 0 1 16,0 0 0-16,0 0-2 0,0 0 1 0,0 0-2 15,0 0 4-15,0 0-8 0,0 0 6 0,0 0 3 16,0 0-1-16,0 0-4 0,0 0 3 0,0 0 3 15,0 0-2-15,0 0 0 0,0 0 2 0,0 0-1 16,0 0-3-16,0 0 1 0,0 0-2 0,0 0 0 0,0 0 0 16,0 0 4-16,0 0-6 0,0 0 2 15,0 0 2-15,0 0-2 0,0 0-2 0,0 0-1 0,0 0 5 16,0 0-1-16,0 0 0 0,0 0-2 0,0 0 3 16,0 0-3-16,0 0 2 0,0 0-7 0,0 0 7 15,17-1-5-15,-17 1 0 0,0 0 6 16,0 0-4-16,0 0-4 0,10-1 0 0,-10 1-2 0,0 0 0 15,0 0 0-15,0 0 0 0,9-2-1 0,-9 2 1 16,0 0-7-16,0 0 2 0,0 0-4 0,11 2-2 16,-11-2 6-16,0 0 1 0,8 2-21 0,-8-2 27 15,0 0-22-15,0 0-26 0,10 0 12 0</inkml:trace>
  <inkml:trace contextRef="#ctx0" brushRef="#br0" timeOffset="158189.26">24918 10144 6 0,'0'0'30'0,"0"0"-4"15,0 0 2-15,0 0-5 0,0 0-3 0,0 0 1 16,0 0-12-16,0 0 4 0,0 0 3 0,0 0-3 15,0 0 2-15,0 0-10 0,0 0 6 0,0 0-1 16,0 0-6-16,0 0 5 0,0 0-7 0,0 0 2 16,0 0 1-16,0 0 0 0,0 0-2 0,0 0-2 15,0 0 5-15,2-11 0 0,-2 11 0 0,0 0-8 16,0 0-7-16,0 0 1 0,0 0 0 0,0 0-3 16,0 0-1-16,0 0-6 0,0 0-1 0,0 0 1 0,0 0-14 15,0 0-35-15,0 0 15 0</inkml:trace>
  <inkml:trace contextRef="#ctx0" brushRef="#br0" timeOffset="159928.87">24886 10137 4 0,'0'0'10'0,"0"0"-3"16,0 0 2-16,0 0 1 0,0 0-7 0,0 0-1 15,0 0 4-15,0 0-6 0,0 0 3 0,0 0-1 16,0 0-4-16,0 0 8 0,0 0-1 0,0 0-1 16,0 0 0-16,0 0-1 0,0 0 2 0,0 0 2 15,0 0-3-15,0 0 1 0,0 0-4 0,0 0 1 16,0 0-1-16,0 0 1 0,0 0 4 0,0 0-1 15,0 0 1-15,0 0-3 0,0 0 2 0,0 0-1 16,0 0 2-16,0 0 0 0,0 0 6 0,0 0-5 16,0 0 2-16,0 0-2 0,0 0-3 0,0 0 3 15,0 0 3-15,0 0-7 0,0 0-1 0,0 0 1 16,0 0 2-16,0 0-2 0,0 0 0 0,0 0-2 16,0 0 0-16,0 0 2 0,0 0-4 0,0 0 2 15,0 0 2-15,0 0-3 0,0 0-3 0,0 0 3 16,0 0 2-16,0 0-4 0,0 0 0 0,0 0 2 15,0 0 5-15,0 0-6 0,0 0 0 0,0 0 5 16,0 0-3-16,0 0-3 0,0 0 1 0,0 0 2 16,0 0 1-16,0 0 0 0,0 0-4 0,0 0 0 15,0 0-6-15,0 0 12 0,0 0-12 0,0 0 4 16,0 0 0-16,0 0 0 0,0 0 2 0,0 0-3 16,0 0 3-16,0 0 1 0,0 0 2 0,0 0-3 15,0 0-6-15,0 0 6 0,0 0 4 0,0 0-4 0,0 0 4 16,0 0-7-16,0 0 5 0,0 0-5 15,0 0 6-15,0 0 0 0,0 0-3 0,0 0 4 16,-4 7-8-16,4-7 3 0,0 0 4 0,0 0-4 16,0 0-5-16,0 0 8 0,0 0-2 0,0 0-2 0,-14-2 1 15,14 2 4-15,0 0 5 0,0 0-11 16,0 0 4-16,0 0 0 0,0 0 0 0,0 0 3 0,0 0 0 16,0 0-5-16,0 0 6 0,0 0 0 0,-6-5-4 15,6 5 1-15,0 0 3 0,0 0 0 0,0 0 0 16,0 0 4-16,0 0-7 0,0 0-3 0,0 0 2 15,0 0 10-15,0 0-6 0,0 0 2 0,0 0 0 16,0 0 1-16,0 0-3 0,0 0 4 16,0 0 0-16,0 0-6 0,0 0 0 0,0 0 4 0,0 0 0 15,0 0 3-15,0 0-4 0,0 0-2 0,0 0 0 16,23-4 5-16,-23 4 3 0,0 0-6 0,0 0 3 16,10 2-7-16,-10-2 1 0,0 0 3 0,0 0-3 15,12-2 4-15,-12 2-1 0,0 0 5 0,0 0-8 16,9 2-5-16,-9-2 7 0,0 0-5 0,7 1 4 15,-7-1-1-15,0 0-2 0,0 0 5 0,11-3 4 16,-11 3-2-16,0 0-6 0,8 2 4 0,-8-2-7 16,0 0 8-16,8 1-2 0,-8-1 0 0,0 0 0 15,10 3-4-15,-10-3 2 0,7 1 1 0,-7-1 0 16,7 2-4-16,-7-2 4 0,0 0 3 0,11 0-2 16,-11 0-5-16,6 2 3 0,-6-2-6 0,10 0 5 15,-10 0 3-15,0 0-9 0,9 1 11 0,-9-1-1 16,0 0 0-16,11 1-1 0,-11-1-3 0,0 0 4 15,0 0-11-15,12 0 9 0,-12 0-1 0,6 1-3 16,-6-1 2-16,0 0-4 0,11 0-1 0,-11 0 5 16,0 0 3-16,8 2-1 0,-8-2-2 0,0 0-2 15,8 1-2-15,-8-1 2 0,0 0 4 0,0 0-2 16,11 1-3-16,-11-1 4 0,0 0 2 0,0 0 0 16,10 0-6-16,-10 0 6 0,0 0 1 0,8 0-3 15,-8 0 4-15,0 0-10 0,9 0 5 0,-9 0 3 0,0 0 0 16,9 0-5-16,-9 0 1 0,0 0-2 15,0 0 5-15,10 1 1 0,-10-1-5 0,0 0 2 16,8-2 6-16,-8 2-9 0,0 0 6 0,0 0-6 16,11 0 8-16,-11 0-6 0,0 0-1 0,0 0 2 15,0 0 1-15,12 1-1 0,-12-1-1 0,0 0-1 0,0 0 2 16,8 0 0-16,-8 0 2 0,0 0-1 0,0 0 2 16,0 0-5-16,8 0 1 0,-8 0 1 15,0 0 2-15,0 0-7 0,9 1 2 0,-9-1 7 16,0 0-1-16,0 0-2 0,0 0-9 0,0 0 10 0,0 0 2 15,11 0-4-15,-11 0-1 0,0 0 2 16,0 0 1-16,6 0-7 0,-6 0 4 0,0 0-2 16,0 0-4-16,9 2 10 0,-9-2-4 0,0 0 3 15,0 0 5-15,0 0-5 0,9-4-1 0,-9 4 0 0,0 0-1 16,0 0 1-16,9-1 0 0,-9 1-4 0,0 0 5 16,0 0-4-16,9-2-1 0,-9 2-2 0,0 0 1 15,0 0 6-15,0 0-4 0,5-2 0 0,-5 2 3 16,0 0 2-16,0 0-2 0,0 0-4 0,0 0 6 15,0 0-4-15,0 0-3 0,0 0-3 0,10-1 5 16,-10 1-2-16,0 0 0 0,0 0-4 0,0 0 10 16,0 0 1-16,0 0-2 0,0 0-3 0,10 0-2 15,-10 0 6-15,0 0 2 0,0 0-7 0,0 0 2 16,0 0 4-16,0 0-4 0,11 0-5 0,-11 0 7 16,0 0-6-16,0 0 5 0,0 0-8 0,0 0 5 15,9 0-5-15,-9 0 0 0,0 0-3 0,0 0 1 16,0 0 2-16,0 0 6 0,0 0-8 0,9 2 4 15,-9-2-2-15,0 0 1 0,0 0 5 0,0 0-3 16,9-4-1-16,-9 4 1 0,0 0-1 0,0 0 1 16,7 0 2-16,-7 0-1 0,0 0-3 0,0 0 2 15,0 0 4-15,0 0-2 0,11 0 0 0,-11 0-4 16,0 0 1-16,0 0 2 0,7 2 1 0,-7-2 0 16,0 0-2-16,0 0 6 0,0 0-4 0,0 0-1 15,8-4 1-15,-8 4-1 0,0 0-1 0,0 0-3 16,0 0 7-16,0 0-4 0,0 0 4 0,0 0-2 15,0 0 1-15,10-1 1 0,-10 1 2 0,0 0-3 16,0 0 0-16,0 0-2 0,7-2 2 0,-7 2 2 16,0 0-5-16,0 0 10 0,0 0-11 0,0 0 9 15,9-2-6-15,-9 2 1 0,0 0 2 0,0 0-2 0,0 0-1 16,6-3-1-16,-6 3 1 0,0 0 3 16,0 0-5-16,0 0 2 0,0 0 3 0,0 0-10 15,0 0 10-15,0 0-8 0,0 0 8 0,9-3 2 16,-9 3-4-16,0 0-5 0,0 0 11 0,0 0-4 15,0 0 3-15,0 0-2 0,0 0-3 0,0 0 4 16,0 0-2-16,0 0 0 0,0 0-7 0,0 0 10 16,7-3-4-16,-7 3-1 0,0 0 4 0,0 0 0 15,0 0-3-15,0 0-6 0,0 0 7 0,0 0 1 0,6-3-2 16,-6 3-4-16,0 0-6 0,0 0 4 0,0 0 20 16,0 0-12-16,7-1-5 0,-7 1-3 15,0 0 2-15</inkml:trace>
  <inkml:trace contextRef="#ctx0" brushRef="#br0" timeOffset="161325.91">25498 10119 2 0,'0'0'26'0,"0"0"-3"0,0 0 5 15,0 0-7-15,6-2 0 0,-6 2-2 0,0 0 8 16,0 0-9-16,9-2-1 0,-9 2-2 0,0 0 5 15,0 0-10-15,8-2 4 0,-8 2 3 0,0 0 3 16,0 0-4-16,0 0-6 0,8-4 1 0,-8 4 7 16,0 0-4-16,0 0-9 0,7-3 10 0,-7 3-2 15,0 0-8-15,0 0 4 0,8-3 4 0,-8 3-7 16,0 0 5-16,6-3-2 0,-6 3-1 0,0 0 1 16,0 0-3-16,0 0-1 0,8-4 2 0,-8 4-2 15,0 0 4-15,4-5-7 0,-4 5 8 0,0 0-6 16,0 0 6-16,0 0-8 0,5-5 5 0,-5 5 9 15,0 0-3-15,0 0-10 0,0 0 6 0,0 0-7 16,2-7 8-16,-2 7-1 0,0 0-5 0,0 0 5 16,0 0-7-16,0 0 0 0,0-12 7 0,0 12-4 15,0 0-2-15,0 0 10 0,-2-9-9 0,2 9-2 16,0 0 5-16,0-9-3 0,0 9 0 0,0 0 1 0,0-10 4 16,0 10-8-16,0 0-5 0,-2-11 15 0,2 11-5 15,-2-8 1-15,2 8 0 0,0 0-9 16,0 0 7-16,-2-10-2 0,2 10 1 0,0 0 3 15,-3-9-3-15,3 9 1 0,0 0 0 0,-2-11 8 0,2 11-6 16,0 0 0-16,-2-7-3 0,2 7 4 16,-2-7-8-16,2 7-6 0,0 0 7 0,-3-12-1 15,3 12 3-15,0 0-1 0,-1-10 7 0,1 10-6 16,-3-7-8-16,3 7 1 0,-1-8 6 0,1 8 2 0,-2-7 3 16,2 7-17-16,0 0 17 0,-2-10-5 0,2 10-3 15,0-9 7-15,0 9 0 0,0 0-5 16,0-13 2-16,0 13-4 0,-2-8 4 0,2 8-1 15,-2-10 1-15,2 10-15 0,-1-8 15 0,1 8 0 0,-2-9-1 16,2 9 1-16,-2-7-1 0,2 7 6 0,0-9-8 16,0 9 1-16,-2-9 9 0,2 9-10 0,0-9 2 15,0 9-1-15,-2-9-9 0,2 9 7 16,-2-9 10-16,2 9-4 0,-2-10-1 0,2 10-2 0,-1-9 2 16,1 9-5-16,-1-9 10 0,1 9-7 0,-1-10-7 15,1 10 11-15,-2-10 1 0,2 10-6 0,0-7-4 16,0 7 5-16,0 0 1 0,-2-12-2 0,2 12 1 15,0 0 1-15,0-11 0 0,0 11-3 0,0-9-4 16,0 9 9-16,0 0-3 0,2-12-8 0,-2 12 11 16,0 0-6-16,0-10 3 0,0 10-5 0,0-9 4 15,0 9-2-15,0 0 2 0,0-12 2 16,0 12-4-16,2-7 1 0,-2 7-1 0,0-7-10 0,0 7 9 16,0 0 2-16,-2-11-1 0,2 11 4 0,0 0-10 15,2-9 11-15,-2 9-2 0,0 0 1 0,1-9 0 16,-1 9-2-16,0 0-4 0,-3-9 4 0,3 9-5 15,0 0 14-15,0 0-13 0,0-13-7 0,0 13 10 16,0 0 4-16,0-8-5 0,0 8 4 0,0 0-9 16,0 0 6-16,-2-10-7 0,2 10 6 0,0 0-5 15,0 0 0-15,0 0-2 0,0-12 1 0,0 12 1 16,0 0-5-16,0 0-3 0,-3-8 1 0,3 8-5 16,0 0-3-16,0 0-5 0,0 0-7 0,-2-9-7 15,2 9 3-15,0 0-4 0,0 0-1 0,0 0-48 16,-3-6-96-16,3 6 42 0</inkml:trace>
  <inkml:trace contextRef="#ctx0" brushRef="#br0" timeOffset="162791.73">25571 9995 42 0,'0'10'40'0,"0"-10"-5"16,-4 10 0-16,2 1 0 0,0-5-3 0,2 1-5 0,0-7 2 16,-2 16-9-16,0-10-9 0,1 1 10 15,1-7-2-15,-4 13-2 0,4-8 3 0,0-5-9 16,0 11 0-16,0-11 0 0,0 9-2 0,0-9-1 15,-4 7-2-15,4-7-5 0,0 0 5 0,-5 7 2 0,5-7-4 16,0 0 2-16,0 0-4 0,0 0-5 16,-1 5 2-16,1-5 4 0,0 0-1 0,0 0-2 15,0 0-6-15,0 0 1 0,0 0 2 0,0 0-5 16,0 0 5-16,0 0 3 0,0 0-6 0,0 0 6 0,0 0 1 16,0 0 1-16,0 0-7 0,4-24-2 0,-4 24 12 15,1-7-1-15,-1 7-7 0,0 0 3 16,3-9-1-16,-3 9 0 0,2-6 3 0,-2 6-2 15,0 0 3-15,0 0 0 0,0-11 5 0,0 11-2 0,0 0-6 16,0 0 11-16,2-8-9 0,-2 8 3 0,0 0-3 16,0 0 1-16,0 0-4 0,0 0 3 15,0 0 2-15,0 0-13 0,0 0-5 0,0 0-10 0,0 0 1 16,0 0 0-16,0 0-9 0,0 0-28 0,0 0-64 16,0 0 29-16</inkml:trace>
  <inkml:trace contextRef="#ctx0" brushRef="#br0" timeOffset="163458.87">25507 9377 2 0,'1'-5'6'0,"-1"5"3"16,0-14-1-16,2 6 1 0,-2 0 7 0,0 8-3 16,-2-14 2-16,2 4-6 0,0 1 3 0,0 9-2 15,0-15-3-15,0 8 0 0,0 7 2 0,-2-16-10 16,0 8-1-16,2 1-5 0,-2-4 6 0,2 3 2 16,0-2-6-16,0 10 0 0,0-14-1 0,0 5 3 15,0-2-5-15,0 11-9 0,0-16 30 0,0 10-21 16,0-2 1-16,0 8-6 0,0-17-14 0,-2 10 7 15</inkml:trace>
  <inkml:trace contextRef="#ctx0" brushRef="#br0" timeOffset="166425.84">24922 10150 27 0,'0'0'68'0,"0"0"-21"0,0 0-11 16,0 0 16-16,0 0-9 0,-4-5-4 0,4 5-2 15,0 0-13-15,0 0 4 0,0 0 0 0,0 0-15 16,0 0-8-16,0 0-8 0,0 0-8 0,0 0-12 0,0 0-11 16,0 0-29-16,0 0-68 0,0 0 30 0</inkml:trace>
  <inkml:trace contextRef="#ctx0" brushRef="#br0" timeOffset="166879.94">25654 10113 19 0,'0'0'42'0,"0"0"-14"0,0 0-13 0,0 0-9 16,0 0-25-16,0 0-20 0,0 0 10 15</inkml:trace>
  <inkml:trace contextRef="#ctx0" brushRef="#br0" timeOffset="167379.66">24910 10165 47 0,'0'0'70'0,"0"0"-12"15,0 0-7-15,0 0-4 0,0 0-3 0,0 0-5 16,0 0-2-16,0 0-5 0,0 0-1 0,0 0-9 15,0 0 1-15,0 0-6 0,0 0-6 0,0 0-2 16,0-9-9-16,0 9-10 0,0 0-4 0,0 0-10 16,0 0-15-16,0 0-37 0,0 0-81 0,0 0 36 0</inkml:trace>
  <inkml:trace contextRef="#ctx0" brushRef="#br0" timeOffset="167838.53">25579 10103 11 0,'0'0'48'0,"0"0"-6"0,0 0-5 0,0 0-13 0,0 0-12 16,0 0-9-16,0 0-11 0,0 0-21 0,0 0-30 15,0 0 14-15</inkml:trace>
  <inkml:trace contextRef="#ctx0" brushRef="#br0" timeOffset="193749.98">24954 10192 30 0,'-2'-9'48'0,"2"9"-7"0,0 0-6 0,0 0 0 15,-2-8 2-15,2 8-9 0,0 0-3 16,0 0-17-16,0 0-3 0,-3-7-18 0,3 7-8 16,0 0-22-16,0 0-48 0,0 0 22 0</inkml:trace>
  <inkml:trace contextRef="#ctx0" brushRef="#br0" timeOffset="203993.92">8584 6910 52 0,'0'0'66'0,"0"0"1"0,0 0-7 0,0 0-10 16,0 0 0-16,0 0-7 0,0 0-4 0,0 0 3 15,-3-7-11-15,3 7-4 0,0 0 1 0,0 0-1 16,0 0-8-16,0 0-1 0,0 0-2 0,0 0 2 16,0 0-4-16,0 0-4 0,0 0-9 0,0 0 7 15,0 0 9-15,0 0-7 0,-10-2-2 0,10 2-2 16,0 0 0-16,-5-5-4 0,5 5 5 0,-5-5-4 15,5 5 11-15,0 0-11 0,-5-4-1 0,5 4 10 16,0 0 0-16,-5-5 13 0,5 5-7 0,0 0-2 16,-7-8 3-16,7 8-10 0,-4-6 8 0,4 6-8 15,-5-7 5-15,5 7 8 0,-5-5-13 0,5 5 10 16,0 0-2-16,-5-8-3 0,5 8 9 0,-4-4-10 16,4 4 8-16,0 0 6 0,0 0-7 0,0 0 7 15,-2-9-3-15,2 9 1 0,0 0-5 0,0 0-10 16,0 0-11-16,0 0 13 0,-3-7-4 0,3 7 4 15,0 0 4-15,0 0-16 0,0 0 7 0,0 0-8 16,0 0 5-16,0 0-11 0,0 0 13 0,0 0-10 16,0 0-1-16,0 0 2 0,0 0-1 0,0 0 0 15,0 0 5-15,0 0-6 0,0 0 5 0,0 0-4 16,0 0 12-16,9 18-11 0,-9-18 0 0,4 5-17 16,-4-5 23-16,4 8 2 0,-4-8-6 0,4 8 4 0,-2-2 7 15,-1 0-13-15,-1-6-1 0,4 10 4 0,-1-3 5 16,-1-2-6-16,-2-5 1 0,3 11 0 15,-2-5-1-15,-1-6-1 0,1 11 3 0,1-6 1 16,-2-5 1-16,0 8-7 0,0-8 2 0,0 0-11 0,1 8 22 16,-1-8-11-16,0 0-1 0,0 0 1 0,1 7 8 15,-1-7-4-15,0 0-2 0,0 0 3 16,0 0 8-16,3 6-1 0,-3-6 5 0,0 0-1 16,0 0 3-16,0 0 4 0,0 0-8 0,0 0-1 0,0 0-1 15,0 0 2-15,0 0-1 0,0 0-3 0,0 0 2 16,0 0-2-16,0 0 1 0,0 0-3 0,0 0-4 15,0 0-1-15,0 0-3 0,0 0 1 0,0 0 7 16,0 0-5-16,0 0 1 0,0 0-3 0,1 7 8 16,-1-7-10-16,0 0 3 0,0 0 5 0,0 0-5 15,1 9-4-15,-1-9 5 0,0 0 2 0,0 0-3 16,3 6-5-16,-3-6 5 0,0 0-8 0,0 0 0 16,0 0 10-16,1 7 3 0,-1-7-7 0,0 0 1 15,0 0-3-15,0 0 5 0,0 0-7 0,0 0 2 16,0 0-4-16,0 0 8 0,4 5 7 0,-4-5 0 15,0 0-7-15,0 0 1 0,0 0-3 0,0 0 4 16,0 0-1-16,0 0-7 0,0 0 6 0,0 0-2 16,0 0 1-16,0 0 4 0,0 0 3 0,0 0-13 15,0 0 7-15,0 0 2 0,0 0-6 0,0 0 2 16,0 0-1-16,0 0-1 0,0 0-6 0,0 0 9 0,0 0 0 16,0 0 2-16,0 0-6 0,3 6 0 15,-3-6-1-15,0 0 4 0,0 0-1 0,0 0 1 16,5 7-7-16,-5-7 3 0,0 0-7 0,0 0 10 15,0 0 1-15,0 0 2 0,0 0 2 0,0 0-1 0,0 0-4 16,0 0-1-16,2 5 4 0,-2-5-2 16,0 0-2-16,0 0 7 0,0 0 2 0,0 0-7 15,0 0 9-15,0 0-1 0,0 0-9 0,0 0 5 16,0 0-3-16,0 0 0 0,0 0 2 0,0 0-4 0,0 0-1 16,0 0-2-16,0 0 10 0,0 0-7 0,0 0-3 15,0 0 4-15,0 0 3 0,0 0-3 16,0 0-2-16,0 0-1 0,0 0 7 0,0 0 0 15,0 0-4-15,0 0 4 0,0 0 7 0,0 0-4 0,0 0-8 16,0 0 0-16,0 0 5 0,0 0-3 0,0 0 5 16,0 0 2-16,0 0-10 0,0 0 8 0,0 0 0 15,0 0 7-15,0 0-7 0,0 0 7 0,0 0 1 16,0 0-6-16,0 0 1 0,0 0 1 0,11-13-2 16,-8 8-1-16,3 0-11 0,0-4 4 0,3 1 4 15,0-2 0-15,2-2-2 0,-1 3-4 0,2-4 3 16,2 1-4-16,-2 0 5 0,-1 0-2 0,-1-1-1 15,-1-1 3-15,0 5 0 0,0 0 1 0,-3-1-3 16,1 1-2-16,1 1 3 0,-1 0-1 0,-2 3 2 16,-1 0 5-16,-4 5 2 0,7-9 1 0,-5 6-5 15,-2 3 3-15,4-6 1 0,-4 6-5 0,4-5-2 16,-4 5 4-16,0 0-2 0,4-5 2 0,-4 5-8 16,0 0 6-16,0 0-6 0,0 0 6 0,0 0-4 15,0 0-4-15,0 0-6 0,0 0-4 0,0 0 0 16,0 0 5-16,0 0-13 0,0 0-9 0,0 0-11 15,7 12-6-15,-7-12-24 0,0 10 7 0,0-10-22 16,-5 15-14-16,0-7-73 0,-1 2-189 0,-1 2 84 16</inkml:trace>
  <inkml:trace contextRef="#ctx0" brushRef="#br0" timeOffset="204293.33">8448 7067 16 0,'2'-8'54'0,"-2"8"2"0,0 0 3 15,2-5-1-15,-2 5-4 0,0 0-2 0,0 0 4 16,0 0-5-16,0 0-6 0,0 0 0 0,0 0 1 16,0 0-13-16,0 0-2 0,0 0 0 0,0 0-9 15,0 0 4-15,0 0-11 0,0 0-17 0,0 0-12 0,0 0-11 16,0 0-15-16,0 0-16 0,0 0-47 0,0 0-110 16,0 0 49-16</inkml:trace>
  <inkml:trace contextRef="#ctx0" brushRef="#br0" timeOffset="204593.05">8572 6938 35 0,'0'0'90'0,"3"-6"-11"16,-3 6-6-16,0 0-7 0,0 0-3 0,0 0-11 15,0 0-9-15,0 0-6 0,0 0-9 0,0 0-1 16,0 0-4-16,0 0 2 0,0 0 1 16,6 22 2-16,-6-15-3 0,1 4-7 0,-1 0 1 0,0 2-6 15,-1 1-1-15,0 1 5 0,1 0-16 0,-1 2-10 16,-3 0-17-16,1 1-10 0,1-1-17 0,-3 2-60 15,0-1-123-15,-1-1 55 0</inkml:trace>
  <inkml:trace contextRef="#ctx0" brushRef="#br0" timeOffset="-191857.89">8533 6867 30 0,'0'0'31'0,"0"0"7"0,0 0-10 16,0 0 3-16,0 0-5 0,0 0 2 0,0 0-6 15,0 0 5-15,-3-8-7 0,3 8 3 0,0 0-4 16,0 0-2-16,0 0 6 0,0 0 2 0,0 0-6 15,0 0 2-15,0 0 0 0,0 0 0 0,0 0-4 16,0 0-3-16,0 0 3 0,0 0-4 0,0 0 2 16,0 0-2-16,0 0 0 0,0 0-3 0,0-9-4 15,0 9-1-15,0 0 2 0,0 0 0 0,0 0-4 16,0 0 0-16,5-5 3 0,-5 5-1 0,0 0 2 16,0 0-2-16,0 0 1 0,0 0-4 0,0 0 1 15,0 0 0-15,0 0 2 0,0 0-4 0,0 0-3 16,0 0 0-16,0 0 6 0,0 0-4 0,5-7 1 15,-5 7-2-15,0 0-1 0,0 0 1 0,0 0 1 16,0 0-3-16,0 0-1 0,0 0 4 0,0 0 1 16,0 0-3-16,0 0 3 0,13 12-7 0,-13-12 7 15,8 7-2-15,-6-4 3 0,4 1 5 0,-1 0-6 16,0 2-1-16,0-1 1 0,-3 3-1 0,5 0-5 16,-2-2 5-16,-1 0 0 0,0 1-2 0,1-2 5 15,0 1-4-15,0 6-1 0,-1-8 2 0,-2 1 0 16,4 4-1-16,-3-3-1 0,2 0 4 0,-1 0-1 15,0-1 2-15,0 0-1 0,-2 1-5 0,-2-6 3 16,7 8 0-16,-3-2 0 0,-4-6-1 0,5 8 4 16,-3-5-3-16,-2-3-1 0,3 7 5 0,-3-7-2 0,4 4-2 15,-4-4 1-15,0 0-8 0,0 0 5 16,2 10 2-16,-2-10 3 0,0 0-7 0,0 0 8 0,4 3 0 16,-4-3-5-16,0 0 6 0,0 0 4 15,0 0-5-15,0 0 4 0,0 0-5 0,0 0 8 16,0 0-5-16,0 0 8 0,0 0 1 0,0 0 2 15,0 0-2-15,0 0-5 0,0 0 8 0,0 0-8 0,0 0 2 16,0 0-6-16,7-16 4 0,-7 16 5 0,2-10-12 16,1 4-6-16,2-1 4 0,-2-2-1 0,4 1 2 15,-1-2 0-15,2-1-11 0,2-3 7 0,0 4-1 16,-2-2 6-16,2 5-9 0,-1-4 5 16,0 1-3-16,-1 2 7 0,1 0-3 0,-1-1-1 0,-1 2 0 15,-2-1-12-15,2 1 12 0,-2 3 1 0,-1 0-2 16,-1-1 5-16,-3 5-5 0,7-9 0 0,-7 9-4 15,4-6 5-15,-4 6-10 0,2-5 4 0,-2 5-7 16,0 0-10-16,5-6-7 0,-5 6 0 0,0 0-3 16,0 0-2-16,0 0-6 0,0 0-4 0,0 0-42 15,0 0-94-15,-11 27 42 0</inkml:trace>
  <inkml:trace contextRef="#ctx0" brushRef="#br0" timeOffset="-191639.8">8626 7078 25 0,'0'0'56'0,"0"0"-5"15,0 0-2-15,0 0-6 0,0 0-6 0,0 0 14 16,-3 21-12-16,1-10-2 0,-1 6-12 0,-2 1-12 15,-1 1-10-15,0 6-21 0,-2 3-8 0,-3 1-39 16,1-1-69-16,1 0 31 0</inkml:trace>
  <inkml:trace contextRef="#ctx0" brushRef="#br0" timeOffset="26186.22">8930 6395 47 0,'0'0'45'15,"-5"-4"-6"-15,5 4-2 0,-6-5-6 0,6 5 3 16,-8-3-6-16,8 3-3 0,-9-4-5 0,9 4 5 16,-9-2-7-16,9 2-1 0,-11-3-1 0,11 3-4 0,-13-2-4 15,6 2 2-15,7 0-5 0,-15-2 6 0,5 2-3 16,1 0 0-16,-2-2 2 0,0 1-8 16,1 2 6-16,-1-2 3 0,-2 1-7 0,-1 1 6 15,3-1-6-15,-1 2-1 0,-2-2 4 0,-1 0-1 16,2 0-2-16,-4 3 2 0,-2-1-4 0,0 0-3 0,1 1 7 15,-3 0 0-15,2-1 2 0,-1 0-5 0,-3 2 3 16,-4-2-4-16,0 2 3 0,0-1-4 16,-1 2 5-16,0-1-1 0,0 1-3 0,0 0 2 15,-1 1-5-15,1 1 0 0,-1-1 6 0,2 0-8 16,0 0 6-16,2 1-7 0,-3 2 8 0,1-1-6 0,-1 1 4 16,1 1 0-16,0 1 0 0,-1-1-5 15,1 3 4-15,-1-2 1 0,1 2 2 0,-2-1-2 0,0-1 2 16,0 2-1-16,1 2 0 0,0-2-1 15,1 1-1-15,-1 2-2 0,-1-2 7 0,1-3 0 0,-1 5-3 16,-3 0-1-16,3 2 4 0,-3-1 0 0,1 0-4 16,2 0 0-16,0 0-2 0,2 4 0 0,-1-5 7 15,2 1 1-15,2-2-4 0,-2 0 5 0,3 2-7 16,3-1 6-16,3-3 0 0,0-2-4 16,-3 4 0-16,5-2 2 0,-1 2-3 0,2-2 3 0,-1 1-6 15,1 1 6-15,0-2 5 0,2 0-9 0,0 3 4 16,-1-3-4-16,1 4 4 0,1-3-1 15,-1 3 7-15,3 0-5 0,1-1 0 0,1-1-1 16,1 1-2-16,3 2 3 0,0-4 2 0,1 2-2 16,2 2 2-16,0-1-3 0,0-1 0 0,1 0 5 0,2 1-1 15,-1-1-5-15,1 1 5 0,0-2 2 0,-1 1-5 16,2 0-4-16,-1 0 10 0,0-1-5 0,2 2 4 16,0-6-7-16,1 4-3 0,0-1 7 0,1 1 2 15,1 2-5-15,1-2 5 0,-2-1-6 16,3 1 2-16,-1 0 0 0,0 1 2 0,0-1 0 0,2 0-1 15,-2 0-4-15,2 1 12 0,-1-1-16 0,0-1 11 16,0 3-2-16,2-1-2 0,0 1 0 0,-1-1 4 16,3 0-3-16,-3 1 11 0,2-4-7 15,1 3 3-15,0 0-1 0,3 3-3 0,-6-3 3 0,3 0-4 16,-1-2-5-16,6 5 7 0,-7-3-10 0,4-2 5 16,5 5-2-16,-2-3-1 0,1 3 2 0,2-3 2 15,-3 0 3-15,-1-3 2 0,-1-1-5 0,6 4 0 16,0-3 0-16,0 0-5 0,-4-3 3 0,5 2 0 15,0-1-2-15,3 2 4 0,-1-3 1 0,2-1-3 16,2-2 6-16,-1 3 2 0,0-4-3 0,1 0 6 16,-1 2-9-16,2 0 0 0,-1-2-1 0,1-1 1 15,0 2-1-15,-1-4-2 0,2 2 3 0,-1 1 14 16,0-2-17-16,1 0 1 0,0 1-3 0,0-1 5 16,-3 1-2-16,2-2-2 0,-1-1 6 0,0 1-6 15,-1 0 5-15,0 0-1 0,0 1-9 0,-1-3 10 16,2 2-6-16,1-1 6 0,0 2-8 0,1-4-1 15,0 2 0-15,0-1 2 0,2 1 2 0,-1-1 4 16,2 0-5-16,-2 1 1 0,0-4 0 0,3 4-1 16,-3-4 0-16,0 1 8 0,-1 1-9 0,2-1-1 15,-2 1 2-15,0-2-2 0,-1 1 2 0,4 0 1 16,-2 2-2-16,1-3 0 0,-1-1 1 0,-1 3 8 16,0 0-6-16,3-1-5 0,-3-1 2 0,1 0-1 15,2 0-4-15,-2-1 6 0,1 3 9 0,1 0-5 16,1-3-6-16,-1 1 1 0,2 2-1 0,-4-2 2 15,3 0-9-15,-2 0 6 0,-1 1 2 0,1 0 2 16,-2 0-4-16,0-2-1 0,0 5-2 0,-3-4 5 16,0 2 0-16,5-1 2 0,-4 1 0 0,0 1 0 15,0-1 0-15,2 0-1 0,-1 0 8 0,1 0-10 16,-1 0-2-16,-1-2-2 0,1 1 3 0,1-1 0 16,0-2 0-16,0 3 5 0,-2-2-7 0,-1 0 6 15,1 1 0-15,-2 0-3 0,2 0 1 0,-1-3 0 16,-2 0-4-16,1 3 0 0,0-3 3 0,0 3 0 15,2-3 5-15,-2 1-6 0,-1-1-3 0,-1-1 7 16,3-1-8-16,-1 2 10 0,-7 1-6 0,7-2 0 16,-10-1-8-16,11 0 9 0,-8 4-5 0,1-3 5 15,-2-1-5-15,1 4 13 0,6-6-11 0,-6 5 1 16,-1-2-1-16,1 0 3 0,-3 0 2 0,1-1-2 16,0 1-7-16,-3 1 7 0,2-1 0 0,-3 0-5 15,-1 0 0-15,-1 3 7 0,0-2-9 0,2-3 8 16,0 0-4-16,-3 3 0 0,-3-2 2 0,2-1-3 15,-3 2-1-15,1-2-3 0,0 1 2 0,-2-3 4 0,1 3-10 16,2-2 5-16,-4-1-5 0,2 0 4 16,-1 1-6-16,-1-2 2 0,-2 1-3 0,0-2-3 15,4 2 4-15,-5-2-3 0,3-1 13 0,-1-2-8 16,-1 0-2-16,0-2 7 0,-2 2-2 0,2 0-1 16,-2-2 3-16,-2 1 1 0,1-3-4 0,1 3 9 0,-2-1 0 15,0 2-4-15,-3-4-5 0,1 2 2 16,-2-1 3-16,-2 0-9 0,2 0 5 0,-3 0-1 15,0 1-1-15,-4 0 7 0,2-2-9 0,0 4 4 16,-7-7 2-16,4 7 2 0,-2-1 3 0,-1-4-1 0,1 5 3 16,1-1-8-16,-5-4 5 0,5-1 0 0,-8 2-1 15,8 4-5-15,-7-5 2 0,0-2 9 0,2 2-6 16,-1-1 6-16,0 1-9 0,-1-1 6 16,2 0 0-16,0 2 0 0,-4-1-5 0,3 1 5 15,-3-1 1-15,1 1 4 0,1-3-1 0,-1 3-5 0,-1 0 0 16,-1 1 1-16,0 0-1 0,1-1-1 0,-1 1 0 15,3 2-1-15,-3-4-1 0,0 1 6 0,0 1-2 16,1 3 1-16,-4-3-3 0,2 1 1 16,-1 2-2-16,-2 0-4 0,1-1 4 0,-1 1-4 0,-3 0-2 15,0 2 3-15,0 2-1 0,0-4-3 0,1 2 4 16,-1 0 1-16,1 3 3 0,1-2-1 16,1 1-4-16,-1-1 9 0,1 4-1 0,0-1-1 0,4-1-5 15,-4 2 1-15,-1 2-1 0,2-3 3 16,-3 1 4-16,3 1-4 0,-2-1-2 0,2 0-4 0,0 2 4 15,-2-1-3-15,-1-2 0 0,-2 2 6 0,2 1-3 16,-1-1 2-16,-2 1-6 0,-1 2-4 0,0-2 0 16,-4 2 3-16,2 0-3 0,0-1-1 15,0 2-1-15,1-1-1 0,-1 1-2 0,2 0 3 0,0 0-1 16,2 0 6-16,1-2 2 0,2 0 2 0,0 1-1 16,7 0-2-16,-7-1 3 0,-1 2 7 0,9 0-10 15,-8-2 0-15,6 2 2 0,-7-2 1 16,1 1-4-16,0 1 6 0,-1 0-2 0,0 2 2 0,2-2-2 15,-2 1-2-15,-1-1-3 0,2 2 7 0,-1-5-1 16,-2 4 2-16,2-2-4 0,-2 1 4 0,-1 2-7 16,1-2 10-16,-1 0-2 0,0 0-5 0,2 2-1 15,-2-2 9-15,0 3-7 0,1-3-3 0,2 3 8 16,-3 0-1-16,2 0-7 0,1 1 8 16,0-1-3-16,-1 5 0 0,2-4-2 0,-1 1-2 0,1 0 7 15,5 1 0-15,-4-2 3 0,1 3-7 0,5-1 0 16,-9 1 3-16,2 0 5 0,1 2-4 0,6-4 0 15,0 2 5-15,-2-1-8 0,-5 2-2 0,-3 0 4 16,5 1-4-16,0 1 0 0,-1-3 0 16,0 1 4-16,0 1 2 0,6-1-5 0,-6 1 3 0,8 0-3 15,-3-1 3-15,-5 1-4 0,-1 1 5 0,6-1-7 16,2-1 12-16,-7 1-9 0,5 0 7 0,2-1-3 16,-10 2 0-16,2 1 0 0,7-1-5 0,-6-4 3 15,0 7 1-15,1-4 0 0,1 1 2 0,4 0 0 16,0-1-1-16,-5 3-1 0,8 0 1 0,-2-1-2 15,2-3 2-15,0 3 0 0,-1 1 1 0,2-2-1 16,-1 1 3-16,2-3-2 0,4 2 2 0,-2 1-5 16,0-2 2-16,4 1-6 0,-1-1 5 0,1 1 0 15,0-1 5-15,0 1-8 0,-2 0-5 0,1 5-4 16,-2-3-9-16,3-1-4 0,1 2-4 0,-1-2-4 16,1 2-11-16,1-1-12 0,0 0-38 0,2 1-103 15,-2 5 46-15</inkml:trace>
  <inkml:trace contextRef="#ctx0" brushRef="#br0" timeOffset="53263.75">25621 10145 30 0,'2'-6'52'0,"-2"6"-4"16,0 0-2-16,0 0-1 0,0 0-8 0,0 0 0 16,0 0 3-16,0 0-13 0,0 0 3 0,0 0-5 0,0 0-1 15,0 0-4-15,0 0-1 0,0 0-7 16,0 0 1-16,0 0-3 0,0 0-1 0,3-8-2 16,-3 8-1-16,0 0 5 0,0 0-5 0,0 0 0 15,0 0-2-15,0 0 1 0,0 0 0 0,0 0 1 0,0 0-4 16,0 0 6-16,0 0-6 0,0 0-7 0,0 0 10 15,0 0-3-15,0 0 3 0,0 0-5 0,0 0 3 16,0 0-1-16,0 0 7 0,0 0-9 16,0 0 6-16,0 0 2 0,0 0-4 0,0 0 0 0,0 0 6 15,0 0 1-15,0 0 4 0,0 0 0 0,0 0-3 16,0 0-4-16,0 0 1 0,0 0 2 0,0 0 3 16,0 0-2-16,0 0-7 0,0 0 3 0,0 0-4 15,0 0 3-15,0 0-5 0,0 0 6 0,0 0 3 16,0 0-12-16,0 0 4 0,0 0-3 0,0 0 0 15,0 0-5-15,0 0 2 0,0 0 3 0,0 0 3 16,0 0-5-16,0 0 6 0,0 0-9 0,0 0 7 16,0 0-1-16,0 0-2 0,0 0-3 0,0 0 2 15,0 0 6-15,0 0-4 0,0 0 1 0,0 0-2 16,0 0 12-16,0 0-2 0,0 0-3 0,0 0 10 16,-7 20-15-16,7-20 14 0,0 0 0 0,0 0 4 15,0 0 1-15,0 0 6 0,0 0-4 0,0 0-3 16,0 0-10-16,0 0 11 0,0 0-7 0,0 0 2 15,0 0-4-15,0 0-6 0,0 0 4 0,0 0-6 16,0 0 1-16,0 0-3 0,0 0 3 0,0 0 4 16,0 0-8-16,-6-18 2 0,6 18 4 0,0 0-14 15,0 0 8-15,0 0-1 0,0 0 5 0,0 0 2 16,0 0-12-16,0 0 2 0,0 0 3 0,0 0 2 16,0 0-5-16,0 0-8 0,0 0 8 0,0 0 0 15,0 0-1-15,-8 13 1 0,8-13 10 0,0 0-13 16,0 10 7-16,0-10-12 0,0 0-1 0,0 0 8 15,2 9 1-15,-2-9 0 0,0 0-2 0,0 0-2 16,0 0 5-16,0 0 1 0,-2 10-3 0,2-10 9 16,0 0 0-16,0 0 4 0,0 0 7 0,0 0-1 0,0 0-6 15,0 0-11-15,0 0 14 0,0 0 1 16,0 0-4-16,0 0 5 0,0 0-1 0,0 0-6 16,0 0 1-16,0 0 2 0,0 0-3 0,0 0 2 0,0 0 4 15,0-28-1-15,0 28-9 0,0 0 4 0,0 0-4 16,0 0 1-16,0 0-2 0,0 0-2 0,0 0-9 15,0 0 10-15,0 0-3 0,0 0 5 0,0 0 2 16,0 0-1-16,0 0-6 0,0 0 8 0,0 0 1 16,0 0-1-16,0 0-2 0,0 0-8 0,0 0-1 15,0 0 9-15,5 24-2 0,-5-24 1 16,0 0-8-16,0 7 9 0,0-7-8 0,0 0 4 16,0 0 6-16,0 0 0 0,0 0-2 0,0 0 7 0,0 0-1 15,0 0-4-15,0 0 15 0,0 0 3 0,0 0 2 16,0 0-4-16,0 0-15 0,0 0 12 0,0 0 1 15,0 0-4-15,0 0-5 0,0 0 5 0,0 0 7 16,-3-28-11-16,3 28-2 0,0 0 4 0,0 0-7 16,0 0-4-16,0-8-4 0,0 8 2 0,0 0 0 15,0 0 6-15,0 0-3 0,0 0-7 0,0 0 1 16,0 0 8-16,0 0-11 0,0 0 4 0,0 0-6 0,0 0 8 16,0 0 5-16,0 0-3 0,0 0 6 15,0 0-4-15,0 0-2 0,0 0-1 0,0 0 3 16,0 0-8-16,0 0 6 0,0 0 1 0,0 0 2 15,0 0 11-15,0 0 1 0,0 0 9 0,-4-6 2 16,4 6 4-16,0 0-7 0,0 0-2 0,0 0-4 16,0 0 3-16,0 0-3 0,0 0-4 0,0 0-2 15,0 0-3-15,0 0 4 0,0 0 2 0,0 0-7 16,0 0 1-16,0 0-3 0,0 0 4 0,0 0-6 0,0 0-4 16,0 0 2-16,0 0 1 0,0 0 0 0,0 0 6 15,0 0-1-15,0 0-4 0,0 0 8 16,0 0 0-16,0 0 3 0,0 0-6 0,0 0-4 15,0 0 2-15,0 0-2 0,0 0 5 0,0 0-6 0,0 0 1 16,0 0-4-16,0 0-12 0,0-10-24 0,0 10-42 16,0 0-48-16,0 0-39 0,0 0-88 0,0 0-273 15,0 0 121-15</inkml:trace>
  <inkml:trace contextRef="#ctx0" brushRef="#br0" timeOffset="57273.44">24893 10169 11 0,'0'0'74'0,"0"0"-7"0,0 0-6 0,0 0-18 0,0 0 2 15,0 0 2-15,0 0-4 0,0 0 3 0,0 0-3 16,0 0-3-16,0 0-11 0,0 0 8 0,0 0-4 16,0 0-2-16,0 0 3 0,0 0 0 0,0 0-2 15,0 0-2-15,0 0-2 0,0 0-7 0,0 0 0 16,0 0 0-16,0 0-4 0,2-8 4 0,-2 8 0 16,0 0-22-16,0 0 20 0,0 0-5 0,0 0-1 15,0 0-1-15,0 0-3 0,0 0 5 0,0 0 15 16,0 0-1-16,0 0 2 0,0 0 3 15,0 0 1-15,0 0-5 0,0 0 1 0,0 0-3 0,0 0 0 16,0 0-2-16,0 0-5 0,0 0-2 0,0 0-7 16,0 0 0-16,0 0-16 0,0 0-25 0,0 0-30 15,0 0-29-15,0 0-108 0,0 0-212 0,-13 16 94 16</inkml:trace>
</inkml:ink>
</file>

<file path=ppt/ink/ink1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31:12.275"/>
    </inkml:context>
    <inkml:brush xml:id="br0">
      <inkml:brushProperty name="width" value="0.05292" units="cm"/>
      <inkml:brushProperty name="height" value="0.05292" units="cm"/>
      <inkml:brushProperty name="color" value="#FF0000"/>
    </inkml:brush>
  </inkml:definitions>
  <inkml:trace contextRef="#ctx0" brushRef="#br0">18955 3865 16 0,'-4'-2'63'0,"4"2"2"0,-9-8-10 15,4 6-1-15,5 2 5 0,-9-5 9 0,9 5 2 16,-10-5 0-16,6 2-3 0,4 3-8 0,-7-9 10 15,7 9-7-15,-7-4-7 0,7 4 2 0,-8-7 2 16,8 7 10-16,-6-3-3 0,6 3 3 0,-6-5-8 16,6 5-2-16,0 0-4 0,-6-5-5 0,6 5 7 15,0 0-15-15,0 0-12 0,-6-3-2 0,6 3-9 16,0 0 4-16,0 0-6 0,0 0 7 0,0 0-11 16,0 16-2-16,-2-8 3 0,5 2-4 0,-3 8-5 15,0-1 5-15,4 10-4 0,-4-2 0 0,2 3 2 16,-2 1-4-16,3 0 11 0,-4 0-10 0,2 4-1 15,0-4-1-15,-1 3 3 0,0-2-3 0,0-2 2 16,1 0 2-16,-1-1 0 0,-1 1-3 0,2-4 4 16,-1-3 0-16,2-2-3 0,-1 1-2 0,0-3 0 15,1-5 1-15,-1 4 1 0,1-1 2 0,-2-3-4 16,0-1 6-16,2-3-4 0,-1 2 0 0,-1-4-9 16,0-6 6-16,1 9 2 0,-1-9 4 0,3 8-5 15,-3-8-1-15,0 0-3 0,1 8 11 0,-1-8-5 16,0 0 1-16,1 7 0 0,-1-7-3 0,0 0 1 15,0 0-16-15,0 0-25 0,0 0-43 0,0 0-54 16,0 0-136-16,0 0-291 0,0 0 130 0</inkml:trace>
  <inkml:trace contextRef="#ctx0" brushRef="#br0" timeOffset="373.32">19176 3917 47 0,'0'0'150'0,"0"0"-12"16,0 0-21-16,0 0-11 0,0 0-19 15,0 0-3-15,0 0-14 0,0 0-11 0,0 0-2 16,0 0-9-16,0 0-3 0,0 0-9 0,-7 30 1 0,7-12-1 15,0-1-5-15,-1 2 0 0,1 7-2 16,-1 0-6-16,0 2-1 0,-1-2 8 0,0 1 9 16,-1 2 4-16,2-4 8 0,-1 1-4 0,1 1-4 15,1-3-4-15,0 0 0 0,0-6-4 0,0 2-3 16,1-2-4-16,-1-2-2 0,-1 4-5 0,1-5 1 16,0 0-5-16,0-2 2 0,-2-1-1 0,2 0-4 15,0-3 1-15,-2 3 2 0,2-3-3 0,2 1-1 0,-4-2-1 16,2-8-2-16,2 14-19 0,-2-14-30 15,0 0-26-15,-2 17-19 0,2-17-24 0,0 5-23 16,0-5-113-16,0 0-264 0,0 0 117 0</inkml:trace>
  <inkml:trace contextRef="#ctx0" brushRef="#br0" timeOffset="739.73">19200 4181 126 0,'0'0'134'0,"0"0"-22"0,0 0-11 0,0 0-11 16,0 0-10-16,0 0-3 0,0 0-13 0,0 0-6 0,0 0 3 15,32-8-5-15,-12 7 1 0,12-4-3 0,7 0 1 16,16-4-6-16,6 1 1 0,3-4-2 0,29-1-10 16,-29 3 3-16,-1 0-8 0,2 2-8 15,1 1 7-15,-4-2-11 0,-2 4 3 0,-4 0-7 16,-2 1-2-16,-16 1 2 0,1 0 0 0,-4 0-7 16,-3 2 5-16,-4-2-5 0,-7 1 2 0,-2 2-7 15,0-1 4-15,-8 0-2 0,0 1 2 0,-4-2-3 0,-7 2 3 16,12 0-6-16,-12 0 0 0,8 0-27 0,-8 0-48 15,0 0-48-15,0 0-119 0,0 0-260 0,0 0 116 16</inkml:trace>
  <inkml:trace contextRef="#ctx0" brushRef="#br0" timeOffset="1290.23">18561 3633 35 0,'0'0'148'16,"0"0"-13"-16,0 0-5 0,0 0-10 16,0 0-4-16,0 0-18 0,0 0-9 0,0 0-9 15,0 0-9-15,0 0-7 0,0 0-3 0,0 0-4 16,15-5-9-16,-2 4 0 0,-4-1-3 0,9 0-11 15,2-1 3-15,1 0-5 0,-1 0-8 0,2 0 1 16,-3 1-5-16,0 0-7 0,-1 1-29 0,-5 0-45 16,1 1-27-16,-4 0-29 0,-1 0-91 0,0 0-226 15,-9 0 100-15</inkml:trace>
  <inkml:trace contextRef="#ctx0" brushRef="#br0" timeOffset="1483.08">18652 3512 87 0,'0'0'79'0,"0"0"-5"0,0 0-10 0,0 0-1 16,0 0-2-16,0 24-5 0,0-24-7 0,2 21-3 16,1-7-16-16,-2 2 8 0,-1-1-10 0,1 3 3 15,1 0-3-15,-1 1 4 0,0 1-1 0,2-1-4 16,-2 1-22-16,2 4-38 0,-3-5-41 0,2 5-47 15,-2-7-130-15,3-3 58 0</inkml:trace>
  <inkml:trace contextRef="#ctx0" brushRef="#br0" timeOffset="1716.07">19471 3534 137 0,'0'0'141'16,"0"0"-18"-16,6 0-12 0,-6 0-15 0,0 0 1 15,0 0-17-15,0 0-6 0,12-1-4 0,-12 1-11 16,13-2-5-16,-1 2-7 0,1-1 3 0,5 0-8 16,0 1-4-16,2-1-12 0,1 1 7 0,-2-1-17 15,0 2-44-15,-1-2-30 0,-4 1-36 0,-1 0-92 16,-2-2-201-16,-11 2 89 0</inkml:trace>
  <inkml:trace contextRef="#ctx0" brushRef="#br0" timeOffset="2118.75">19025 3253 30 0,'0'0'90'0,"0"0"-8"0,0 0-8 0,0 0-8 16,0 0-15-16,9 20 9 0,-4-11 1 16,0 1 4-16,5 5-3 0,-2-1-3 0,0 2-13 15,-1 2 4-15,2-3 7 0,-2 0 1 0,0 4-5 16,1-3-6-16,0-2-4 0,-5-2-5 0,3-2-3 15,-1 0 4-15,0-2-3 0,-1 0-4 0,-1-3-2 16,0 0 8-16,-3-5 11 0,5 6 10 0,-5-6 21 16,4 4 7-16,-4-4-3 0,0 0-9 0,14-10-9 15,-5 0-11-15,1-4-3 0,0-1-5 0,3-1-7 16,-1-7-6-16,-3 6-2 0,2-8-5 0,-1 0 4 16,1 2-12-16,-1-1 5 0,0-1-8 0,0 2-2 15,2 0-6-15,-6 4-2 0,-1 2-12 0,0 6-2 16,-2 0-16-16,1 0-28 0,-4 11-21 0,5-13-34 15,-5 13-40-15,4-10-152 0,-4 10-323 0,0 0 143 16</inkml:trace>
  <inkml:trace contextRef="#ctx0" brushRef="#br0" timeOffset="2451.61">19278 3374 6 0,'1'11'98'0,"-1"-11"-13"15,3 13-6-15,-1-5 17 0,1 2-11 0,-1-1-10 16,2 1-3-16,1 1-10 0,-3 0-6 0,1-2 0 16,1 1-13-16,0-1-1 0,-1 1 1 0,-3-10-8 15,5 10 0-15,-5-10 6 0,5 10 1 0,-5-10 3 16,6 9 12-16,-5-6-3 0,-1-3 7 0,0 0 14 15,6 6 1-15,-6-6 0 0,0 0-1 0,0 0-3 16,0 0 3-16,0 0-9 0,15-13 0 0,-7 7-9 16,1-4-6-16,-3-1-2 0,4-4-9 0,2 0-3 15,-3-1-6-15,2 2-3 0,-1-2-8 0,1 2-10 16,0-1-8-16,-2 6-25 0,-3-1-21 0,-3 4-29 16,1-1-44-16,-4 7-32 0,0 0-10 0,5-7-110 15,-5 7-290-15,0 0 129 0</inkml:trace>
  <inkml:trace contextRef="#ctx0" brushRef="#br0" timeOffset="2650.05">19329 3530 166 0,'-5'4'168'0,"5"-4"-16"16,0 0-11-16,0 0-17 0,0 0-19 15,-3 7-10-15,3-7-9 0,0 0-10 0,0 0-8 16,0 9-5-16,0-9-5 0,0 0 2 0,2 23-15 15,-4-11-2-15,2 4-3 0,-1 0-3 0,-3 10-16 16,0 0-23-16,-2 3-28 0,0 3-28 0,-5 1-39 16,0 14-9-16,1 0-19 0,-6 2-64 0,2-2-204 15,5-13 91-15</inkml:trace>
  <inkml:trace contextRef="#ctx0" brushRef="#br0" timeOffset="3266.79">20376 3793 112 0,'-2'-8'141'0,"4"1"-15"0,-2 7-17 15,0-10-15-15,0 10-6 0,0 0-24 0,0 0 4 16,0 0-3-16,0 0-10 0,6 42-6 0,-5-12-1 15,2 15 0-15,-2 4-12 0,3 6 3 0,1 1-5 0,-3 3 5 16,-4-1-42-16,7-1-21 0,-2 2-53 16,-1-4-109-16,-3 0-200 0,0-2 88 0</inkml:trace>
  <inkml:trace contextRef="#ctx0" brushRef="#br0" timeOffset="8768.99">17083 11994 12 0,'0'0'35'0,"0"0"-1"0,0 0-17 16,0 0-16-16,0 0-18 0,0 0-18 0,0 0 8 15</inkml:trace>
</inkml:ink>
</file>

<file path=ppt/ink/ink1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27:20.298"/>
    </inkml:context>
    <inkml:brush xml:id="br0">
      <inkml:brushProperty name="width" value="0.05292" units="cm"/>
      <inkml:brushProperty name="height" value="0.05292" units="cm"/>
      <inkml:brushProperty name="color" value="#FF0000"/>
    </inkml:brush>
  </inkml:definitions>
  <inkml:trace contextRef="#ctx0" brushRef="#br0">8998 12894 5 0,'0'0'50'0,"0"0"-1"0,0 0-10 0,0 0 5 0,0 0-5 16,0 0 2-16,0 0 1 0,0 0 2 0,0 0-3 16,0 0-9-16,0 0 6 0,0 0-10 0,0 0 6 15,0 0-5-15,0 0 0 0,0 0-8 0,-10-4 3 16,10 4-5-16,0 0 3 0,0 0-5 0,0 0 2 16,0 0-2-16,0 0-6 0,0 0 1 0,0 0 5 15,0 0-3-15,0 0-2 0,0 0-2 0,0 0-4 16,0 0 1-16,0 0 6 0,0 0-3 0,0 0-1 15,0 0-7-15,0 0-1 0,-4-7 11 0,4 7-4 16,0 0 6-16,0 0 0 0,0 0-4 0,0 0-3 16,0 0 7-16,0 0 0 0,0 0-1 0,0 0 2 15,0 0 8-15,0 0-1 0,0 0-8 0,0 0 4 16,0 0-4-16,0 0 5 0,0 0 4 0,0 0 5 16,-9-2 0-16,9 2-6 0,0 0 2 0,0 0 0 15,0 0-1-15,0 0 0 0,-5-5-3 0,5 5 11 16,0 0-8-16,0 0-8 0,0 0-3 0,0 0 4 15,-7-3 4-15,7 3-9 0,0 0-2 0,0 0 3 16,0 0 5-16,-9-2-8 0,9 2-2 0,0 0 13 16,0 0-6-16,0 0 2 0,0 0 4 0,0 0 3 15,-8-3-5-15,8 3 7 0,0 0-15 0,0 0 14 16,0 0-7-16,0 0 7 0,0 0-7 16,0 0 0-16,0 0-1 0,-7-4 2 0,7 4-6 0,0 0 5 15,0 0-4-15,0 0-5 0,0 0 3 0,0 0 0 16,0 0 0-16,0 0-1 0,0 0 1 0,0 0-11 15,0 0 6-15,0 0 0 0,0 0 0 0,0 0 4 16,0 0-2-16,0 0 1 0,0 0-3 0,0 0 2 16,0 0-3-16,0 0 0 0,0 0-7 0,0 0 6 15,0 0-2-15,0 0 0 0,0 0-2 0,0 0-3 16,0 0 1-16,0 0 5 0,0 0-3 0,0 0 0 16,24-2 0-16,-24 2 2 0,13-1 3 0,-4 1-3 15,3-2 3-15,-3 1 0 0,3 1-7 0,-1-1 5 16,1 0-2-16,-1 1-2 0,0-1 2 0,3 0 9 15,-2-2-10-15,2 2 2 0,-3 1-3 0,1-1-3 16,-1 1 7-16,1-2-3 0,-1 1 3 0,2 0-4 0,0 1 3 16,-2-1-3-16,2 1 1 0,-3 0 0 15,3-1 3-15,-4-1-4 0,1 2 1 0,2-1 0 16,-2 0-3-16,0 1 5 0,3 1 2 0,-4-2-3 16,2-1-1-16,0 2-1 0,-1 0-1 0,3 0 1 0,-2 0 2 15,1 0 3-15,0 0-7 0,-1-1 1 0,3 1 2 16,-4-2 1-16,2 1-3 0,1 2 8 15,-2-2-6-15,3-2 3 0,-3 5-7 0,1-4 9 16,0 2-8-16,-2 0 7 0,0 0-7 0,1 0 5 0,1 0-2 16,-4-2 0-16,3 2 0 0,-2 0 6 0,1-1-2 15,-10 1 0-15,19-1-4 0,-8 1 3 0,-1 0 0 16,0 0-2-16,-1-1 3 0,1-1 2 0,-10 2-3 16,14 0 1-16,-6 0 3 0,-8 0-4 0,14 0-2 15,-6 0-1-15,-8 0 5 0,12 0-3 0,-3-1 0 16,-9 1 1-16,13 0-3 0,-6 1 5 0,-7-1-3 15,11-1 0-15,-11 1-1 0,11 1-1 0,-11-1-1 16,9-1 3-16,-9 1-1 0,9-1-9 0,-9 1 16 16,0 0-7-16,12 0-1 0,-12 0 2 0,8 1-5 15,-8-1 7-15,10 0-7 0,-10 0 4 0,0 0 0 16,10-1-3-16,-10 1 1 0,8 1 5 0,-8-1-2 16,0 0-2-16,0 0 3 0,10-1 1 0,-10 1 1 15,0 0 4-15,0 0 2 0,7-3-5 0,-7 3 5 16,0 0 0-16,0 0 2 0,0 0-3 0,0 0 5 15,8 0-3-15,-8 0-1 0,0 0 4 0,0 0-1 16,0 0-3-16,0 0 2 0,0 0 0 0,0 0-9 0,0 0 5 16,0 0-1-16,7-3-2 0,-7 3 5 15,0 0-2-15,0 0-1 0,0 0 1 0,0 0-1 16,0 0 3-16,0 0-5 0,0 0 4 0,0 0 1 16,0 0 1-16,0 0 0 0,0 0-1 0,0 0 3 15,0 0 0-15,0 0-5 0,0 0-1 0,0 0 3 16,0 0-2-16,0 0 4 0,0 0-6 0,0 0 1 15,0 0 1-15,0 0-1 0,0 0-7 0,0 0 2 16,0 0-14-16,0 0-19 0,0 0-27 0,0 0-26 16,0 0-42-16,0 0-20 0,0 0-40 0,0 0-127 15,0 0-336-15,0 0 150 0</inkml:trace>
  <inkml:trace contextRef="#ctx0" brushRef="#br0" timeOffset="19551.88">22147 11987 22 0,'0'0'66'0,"-3"-6"-14"0,3 6-1 0,0 0-2 0,0 0 0 15,0 0-2-15,0 0-2 0,0 0-1 0,0 0 2 16,-6-5-8-16,6 5-3 0,0 0-6 0,0 0 2 16,0 0-14-16,0 0 6 0,-6-3-6 0,6 3 3 15,0 0-4-15,0 0-5 0,0 0 4 0,0 0-1 16,-8-4-2-16,8 4-2 0,0 0-1 0,0 0 1 15,0 0-4-15,-9-4 6 0,9 4-5 0,0 0 2 16,-8-1-8-16,8 1 7 0,0 0-6 0,0 0 4 16,0 0-8-16,-7-2 7 0,7 2-5 0,0 0 1 15,0 0-6-15,0 0 10 0,0 0-5 0,0 0 3 16,0 0-1-16,0 0 0 0,0 0-3 0,0 0 2 16,0 0 2-16,0 0 2 0,0 0 0 0,0 0-5 15,0 0 11-15,0 0 2 0,0 0 5 0,0 0 7 16,0 0 8-16,0 0-7 0,0 0-2 0,-9-3 10 15,9 3-13-15,0 0 13 0,0 0 4 0,0 0-2 16,0 0-6-16,0 0-5 0,0 0 1 0,-4-5 1 16,4 5-7-16,0 0-2 0,0 0 2 0,0 0-6 15,0 0-3-15,0 0 0 0,0 0 6 0,0 0-3 0,0 0-3 16,0 0-2-16,0 0-4 0,0 0 3 16,0 0 4-16,0 0-12 0,0 0 7 0,0 0-5 15,0 0 3-15,0 0-1 0,0 0-1 0,0 0-2 16,0 0 5-16,0 0-9 0,0 0 4 0,0 0 4 15,0 0-16-15,0 0 11 0,0 0 0 0,0 0 4 16,0 0-7-16,0 0 4 0,-3-8-1 0,3 8 2 16,0 0-2-16,0 0-5 0,0 0 2 0,0 0-1 15,0 0 0-15,0 0 4 0,0 0 3 0,0 0-1 0,0 0-13 16,0 0 1-16,0 0-8 0,-9 15-4 0,9-15 5 16,-2 4 4-16,2-4-23 0,-5 7 9 0,5-7-14 15,0 0 13-15,-5 10-7 0,5-10-2 0,-2 5 6 16,2-5 2-16,0 0 5 0,-2 7-8 0,2-7 5 15,0 0 2-15,0 0 10 0,-1 7-3 0,1-7 5 16,0 0 0-16,0 0 4 0,0 0 0 0,0 0 5 16,0 0 5-16,0 0 2 0,0 0-5 0,0 0 12 15,0 0 0-15,0 0 9 0,0 0 5 0,0 0-7 16,0 0-3-16,0 0 6 0,0 0 9 0,0 0-2 16,0 0 5-16,0 0-10 0,0 0 4 0,0 0-2 15,0 0 1-15,0 0-3 0,0 0 0 0,0 0-2 16,0 0 8-16,0 0-9 0,0 0-1 0,0 0 1 15,0 0 0-15,0 0-1 0,0 0-3 0,0 0-2 16,0 0 3-16,0 0-11 0,0 0 13 0,-4-20 2 16,4 20 0-16,0 0 0 0,0 0-7 0,0 0 10 15,0 0-8-15,0 0 1 0,-2-8 6 0,2 8 1 16,0 0-1-16,0 0 8 0,0 0-11 0,0 0 9 16,0 0-9-16,0 0-4 0,0 0 2 0,0 0 0 15,0 0-3-15,0 0-10 0,0 0 2 0,0 0 3 0,0 0-12 16,0 0 8-16,0 0-3 0,0 0 2 15,0 0 3-15,0 0-5 0,0 0 4 0,0 0 2 16,8 22-4-16,-7-14 1 0,1-2-2 0,-2-6-2 0,-2 15 0 16,4-9 1-16,-1 1 2 0,-1-7-1 0,0 15 1 15,0-8-5-15,0 0 1 0,0-7 2 0,1 15-2 16,-1-8 3-16,3-1-3 0,-3-6 0 16,0 11 3-16,1-5-2 0,-1-6 1 0,1 8-1 0,-1-8 1 15,2 7-2-15,-2-7 0 0,0 0-3 0,0 10 3 16,0-10 3-16,0 0-4 0,0 0 2 0,2 5 4 15,-2-5 0-15,0 0 1 0,0 0-1 0,0 0 2 16,0 0-1-16,0 0-1 0,0 0 7 0,0 0 4 16,0 0 2-16,0 0 1 0,0 0-7 0,0 0 3 15,0 0-2-15,0 0 0 0,0 0 1 0,0 0-5 16,0 0 5-16,0 0-5 0,0 0-4 0,3-26 4 16,-3 26 1-16,-2-10-4 0,2 10 0 0,0-12-3 15,0 6 0-15,2-2 3 0,-2 8 1 0,0-15-4 16,0 8 0-16,0 7 3 0,-2-17-7 0,1 9 1 15,2 0 0-15,-1 8 3 0,-1-10 4 0,1 10 5 16,1-11-2-16,-1 11-2 0,0-11-1 0,0 11 0 16,2-9 3-16,-2 9 0 0,0 0 1 0,0 0-5 15,1-8 2-15,-1 8-5 0,0 0-3 0,0 0-4 0,0 0 4 16,0 0-1-16,0 0-2 0,0 0 0 16,0 0-2-16,0 0 4 0,0 0 3 0,0 0-4 15,9 23 2-15,-8-16 0 0,1 1 1 0,-2-2-5 16,1 2 1-16,-1 4 4 0,0-4-1 0,1-2-2 0,-1-6 4 15,1 13-3-15,1-4 0 0,-2-2 3 16,1 0 1-16,1 0-6 0,1 0 4 0,-3-7-2 16,1 10 1-16,-1-10 3 0,1 11-2 0,-1-11 2 15,2 5-2-15,-2-5 4 0,1 7-4 0,-1-7 3 0,0 0 0 16,0 0 2-16,4 5-1 0,-4-5-8 0,0 0 9 16,0 0-1-16,0 0-4 0,0 0 5 0,0 0-1 15,0 0 3-15,0 0-5 0,0 0-2 0,5-19 1 16,-5 19 1-16,0-9-1 0,0 9 1 0,1-12-1 15,-1 6-4-15,0 6 2 0,0-12 1 0,0 12-1 16,0-11-2-16,0 11 2 0,0-8 4 0,0 8-2 16,0 0-3-16,0-9-2 0,0 9-2 0,0 0-2 15,0 0-1-15,0 0-6 0,0 0-4 0,0 0-4 16,0 0 3-16,0 0-12 0,0 0-9 0,0 0-20 16,0 0-22-16,0 0-9 0,0 0-34 0,0 0-15 15,-9 23-139-15,7-18-302 0,2-5 134 0</inkml:trace>
</inkml:ink>
</file>

<file path=ppt/ink/ink2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0T07:32:06.137"/>
    </inkml:context>
    <inkml:brush xml:id="br0">
      <inkml:brushProperty name="width" value="0.05292" units="cm"/>
      <inkml:brushProperty name="height" value="0.05292" units="cm"/>
      <inkml:brushProperty name="color" value="#FF0000"/>
    </inkml:brush>
  </inkml:definitions>
  <inkml:trace contextRef="#ctx0" brushRef="#br0">10941 12481 30 0,'0'0'29'0,"0"0"-9"16,0 0-3-16,0 0-8 0,0 0-6 15,0 0-8-15,0 0-13 0,0 0-18 0,0 0 8 16</inkml:trace>
  <inkml:trace contextRef="#ctx0" brushRef="#br0" timeOffset="16270.01">10170 12485 38 0,'0'0'31'0,"0"0"6"15,0 0 3-15,0 0-1 0,0 0-5 0,0 0 3 16,0 0-6-16,0 0 6 0,4-4-1 0,-4 4 1 16,0 0-10-16,0 0 2 0,0 0-3 0,0 0-1 15,0 0-7-15,0 0 5 0,0 0-6 0,0 0-5 16,0 0-1-16,0 0 0 0,6-4-5 0,-6 4-5 15,0 0-5-15,0 0-18 0,0 0-12 0,0 0-11 16,0 0-38-16,0 0-91 0,13 5 41 0</inkml:trace>
  <inkml:trace contextRef="#ctx0" brushRef="#br0" timeOffset="16644.29">10820 12465 49 0,'0'0'77'0,"0"0"-12"0,0 0-3 16,0 0-7-16,0 0-6 0,0 0-4 0,0 0 0 15,8-3-12-15,-8 3-14 0,0 0-13 0,0 0-15 16,0 0-12-16,0 0-18 0,0 0-34 0,0 0-79 16,0 0 35-16</inkml:trace>
</inkml:ink>
</file>

<file path=ppt/ink/ink2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04:19.271"/>
    </inkml:context>
    <inkml:brush xml:id="br0">
      <inkml:brushProperty name="width" value="0.05292" units="cm"/>
      <inkml:brushProperty name="height" value="0.05292" units="cm"/>
      <inkml:brushProperty name="color" value="#FF0000"/>
    </inkml:brush>
  </inkml:definitions>
  <inkml:trace contextRef="#ctx0" brushRef="#br0">17057 14408 74 0,'0'0'111'16,"0"0"-6"-16,0 0-13 0,0 0-1 0,0 0-6 15,0 0-13-15,0 0 3 0,0 0-5 0,0 0-15 16,0 0 1-16,0 0-9 0,0 0-7 0,0 0-5 16,0 0-4-16,0 0 0 0,0 0-6 0,0 0-4 15,0 0-3-15,0 0-12 0,0 0-12 0,0 0-17 16,0 0-19-16,0 0-21 0,0 0-26 0,0 0-65 15,0 0-165-15,0 0 74 0</inkml:trace>
  <inkml:trace contextRef="#ctx0" brushRef="#br0" timeOffset="12040.38">17001 14237 4 0,'0'0'67'0,"0"0"-5"16,0 0 6-16,0 0-16 0,0 0 1 0,0 0-3 16,0 0-1-16,0 0-10 0,0 0-8 0,-4-6 0 15,4 6 4-15,0 0-6 0,0 0-2 0,0 0 3 16,0 0-9-16,0 0 3 0,0 0-7 0,0 0 0 15,0 0-2-15,0 0-2 0,0 0 0 0,0 0 1 16,0 0-4-16,0 0-3 0,0 0-2 0,0 0 1 16,0 0 0-16,0 0-5 0,0 0 1 0,0 0 2 15,0 0-2-15,0 0-4 0,0 0 8 0,0 0-6 16,0 0 2-16,0 0 1 0,0 0-6 0,0 0 6 16,11 16 0-16,-11-16 0 0,2 11-3 15,0-5-5-15,-1-1 2 0,3 3 6 0,-3-1-5 16,2 1 5-16,-1 2 2 0,0-4 8 0,-1 1-15 0,-1-7-2 15,1 8 5-15,2-3-4 0,-3-5 3 0,2 11-4 16,-2-11 8-16,3 8 0 0,-2-2 3 16,-1-6-3-16,4 10 1 0,-1-7-9 0,-3-3 7 0,1 7-2 15,-1-7 4-15,4 7-2 0,-4-7-3 0,0 0 13 16,4 5-9-16,-4-5-3 0,0 0 5 16,0 0 1-16,0 0 9 0,5 4-4 0,-5-4-2 0,0 0 9 15,0 0-9-15,13-7-1 0,-7 1 4 0,8-4-2 16,5-9-10-16,2 0-7 0,3-4 2 0,13-10-9 15,1 0-5-15,4-4-8 0,2-5 0 16,19-16-18-16,-19 19-8 0,20-20-24 0,-18 21-44 16,-1-5-130-16,23-15 57 0</inkml:trace>
  <inkml:trace contextRef="#ctx0" brushRef="#br0" timeOffset="13987.75">22950 15640 93 0,'0'0'134'0,"0"0"-8"0,0 0-6 0,0 0-11 16,0 0-7-16,0 0-15 0,0 0 1 0,0 0-7 0,0 0-14 16,0 0-1-16,0 0-4 0,0 0-5 15,0 0 1-15,0 0-10 0,0 0 2 0,0 0-2 16,0 0 0-16,0 0 2 0,14 21-7 0,-11-16-3 0,-1 1 0 16,-2-6-7-16,5 12 0 0,-4-7-7 0,2 1 16 15,2 4 1-15,-3-2-8 0,0 0 0 16,0 0-4-16,3 0-6 0,-3 0 1 0,0 0-3 15,-2-1-5-15,3 0-1 0,-2-1-4 0,-1-6 1 16,3 8 1-16,-3-8-6 0,1 9 1 0,-1-9 0 16,0 0 4-16,1 8-6 0,-1-8 6 0,0 0-7 0,7 2 3 15,-7-2 1-15,13-7 0 0,0-5-7 16,9-3-13-16,2-8-22 0,11-12-20 0,6-5-19 16,2-1-7-16,25-22-25 0,-4-2-7 0,2 1-20 15,3 1-6-15,2 0-106 0,1-1-259 0,-9 2 115 16</inkml:trace>
  <inkml:trace contextRef="#ctx0" brushRef="#br0" timeOffset="37622.05">21342 16760 96 0,'0'0'130'15,"0"0"-8"-15,-10-5-4 0,10 5 7 0,0 0-4 16,0 0-7-16,-7-4-5 0,7 4-5 0,0 0-10 16,0 0-7-16,0 0-7 0,0 0-4 0,0 0-7 15,0 0-10-15,0 0 5 0,0 0-7 0,0 0 3 16,19-6-6-16,-10 4-8 0,7 2-4 0,2 0 0 16,2 0-7-16,9 1-6 0,2 2-10 0,-1-1-17 15,1 6-40-15,4-4-29 0,0 2-79 0,-1 4-139 16,-3-3-307-16,1 2 137 0</inkml:trace>
  <inkml:trace contextRef="#ctx0" brushRef="#br0" timeOffset="38238.17">21638 16683 45 0,'31'-4'119'15,"-2"-5"-3"-15,3 3-27 0,-1 1 0 0,2 0-27 16,-2 2-22-16,1 0-9 0,-4 2-19 0,4 1-16 16,-11-2-14-16,1 1-22 0,-2 2-51 0,-2 1-97 15,-5-1 43-15</inkml:trace>
  <inkml:trace contextRef="#ctx0" brushRef="#br0" timeOffset="97705.25">30355 5617 33 0,'0'0'87'0,"0"0"-20"0,0 0-15 0,0 0-4 0,0 0 0 16,0 0-8-16,0 0 18 0,0 0-1 16,0 0-8-16,0 0-10 0,0 0-2 0,0 0 16 15,-6 24-1-15,5-17 2 0,-2-2-4 0,1 6 9 16,-2-3-13-16,1 3 24 0,1 2 13 0,-2-1 4 16,1 5-14-16,1-5-9 0,0 0-9 0,1 0-1 0,1 1-6 15,0 4-5-15,-1-2-8 0,-3 2 0 16,3 1-5-16,1 7-4 0,-3-8-4 0,1 2-1 15,0 0 1-15,0 7-5 0,-2-1-2 0,3 0 2 16,-1 2-1-16,2-8 0 0,-1 8 0 0,0-1-4 16,1 2-1-16,1 2-5 0,-4 1 4 0,3-3-4 15,-1 2 4-15,0 1-3 0,0 1 1 0,-2 0-1 16,1 0-2-16,2-2 5 0,-2 2-1 0,2 0-3 16,-2-3 16-16,1 3-5 0,-2-2-3 0,2 1 3 15,-1-2 1-15,-1 3-6 0,1-2-1 0,1-3-2 16,1 6 2-16,-1-5-5 0,1 2 3 0,0 2-6 15,-2-2 4-15,1 2-2 0,2-1-3 0,1-1 3 16,-1 1-2-16,-1-2 0 0,1 1-3 0,2 4-3 16,-2-5 6-16,0 2 0 0,1 0-4 0,2-3-5 15,-3 4 7-15,0-2-1 0,4 1 2 0,-4-2 2 16,2-1 2-16,-1 0-4 0,0 1 4 0,-1 0-10 16,0-1 4-16,1 3 1 0,-1-1-2 0,-1 1 2 15,-1 3 6-15,1-3-5 0,0 0-1 0,-2 2 0 16,1-2 1-16,1-2-4 0,-3 1 2 0,1 1 5 15,1-2-5-15,-2 3 5 0,1 0-1 0,0-5-2 16,2 3 3-16,-1-5-4 0,0 1 0 0,-2-2 6 16,2 0-3-16,-2-5 1 0,0-1 1 0,0-3 1 15,2-4-1-15,-1 0 0 0,1 0-9 0,0-3-21 16,1-1-28-16,0-7-23 0,-1 11-33 0,1-11-38 16,-3 8-147-16,3-8-318 0,0 0 142 0</inkml:trace>
  <inkml:trace contextRef="#ctx0" brushRef="#br0" timeOffset="98840.51">31104 5818 19 0,'0'0'62'0,"3"-12"2"0,-3 12-8 16,2-9-4-16,0 3-1 0,-2 6-7 0,2-9-6 16,-2 9-5-16,4-8-5 0,-1 2-5 0,2 1 0 15,-5 5-4-15,5-10-2 0,-3 4 3 0,2 2-4 16,-4 4-1-16,7-9 1 0,-5 3-4 0,2 0-1 16,-4 6-5-16,8-8 3 0,-5 3-4 0,-3 5 0 15,7-7 2-15,-5 4 0 0,-2 3-1 0,4-7 12 16,-4 7-11-16,5-4-8 0,-5 4 7 0,0 0-8 15,0 0 5-15,5-6 4 0,-5 6-4 0,0 0 5 16,0 0-1-16,0 0 7 0,0 0 3 0,0 0 0 16,0 0 3-16,4-5 5 0,-4 5-5 0,0 0 11 15,0 0-4-15,0 0-6 0,0 0 13 0,0 0-5 16,0 0 9-16,0 0 2 0,0 0 7 0,0 0-16 16,0 0 4-16,0 0-8 0,0 0 7 0,0 0-4 15,0 0-1-15,0 0 11 0,0 0-12 0,0 0-1 16,0 0-6-16,0 0 6 0,0 0-4 0,0 0-3 15,0 0-6-15,0 0 6 0,0 0-12 0,0 0 3 16,0 0-5-16,0 0 5 0,0 0-8 0,0 0-6 16,0 0 4-16,0 0-4 0,0 0 3 15,0 0 3-15,0 0-1 0,0 0 1 0,0 0-6 0,0 0 5 16,-4 25-3-16,4-16 3 0,-2 2-5 0,1-1 9 16,-1 0-3-16,1 3-1 0,0-1 5 0,-2 4-13 15,-1 3 13-15,2-3-3 0,1 3-1 0,-2-2 1 16,0 2 6-16,2-3-4 0,0 4-1 15,-2 0-6-15,2-1 5 0,-3 0 0 0,2 0-2 0,-2 5 7 16,3-6-1-16,-2 10-6 0,0-2-2 0,1 0 9 16,-1-1-6-16,-1-1 2 0,3 4 3 0,0-3-3 15,-2 1 1-15,-2 1-4 0,2-2 2 0,1-5 1 16,0 6-1-16,-1 3-9 0,4-1 10 16,-1-3-8-16,0 3 4 0,0-1 5 0,3 4-3 0,-3-2 8 15,1 0-9-15,1-2-2 0,-2 4 0 16,1-2 5-16,0-2 1 0,0 1-1 0,-1 1 0 0,2-3 3 15,0 2-4-15,-4 1 8 0,4-1-3 0,-2 0 4 16,0 4 2-16,-2-2-2 0,2 1 0 16,-2 1-2-16,2-2 1 0,0 0 0 0,-1 1-1 15,1-2-2-15,1 1 0 0,-2 4 1 0,4-4-4 16,-3 3 2-16,0-2 1 0,3 0-1 0,-4 2 1 16,2-2 0-16,-2 1-4 0,1-1 2 0,0-1 0 0,1-1-1 15,-2 0-1-15,-1-1 3 0,4 1-4 0,-2 0 4 16,-2-3 2-16,0-1 2 0,2 2-3 0,-2-3 1 15,2 2-3-15,-1 0 2 0,1-5 3 16,0-2-4-16,-2 0 4 0,1-4-9 0,0 3 4 16,-1 0 4-16,2-3-1 0,-2 1-3 0,-1-2-1 15,2-3 1-15,0 1-1 0,1-3-5 0,0-3 7 0,-2 2-1 16,2-8-3-16,-1 10-11 0,1-10-15 0,-1 7-25 16,1-7-39-16,0 0-41 0,0 0-183 15,0 0-334-15,0 0 148 0</inkml:trace>
  <inkml:trace contextRef="#ctx0" brushRef="#br0" timeOffset="99708.52">31967 5615 61 0,'0'0'103'0,"0"0"0"0,0 0-13 15,0 0-5-15,0 0-15 0,0 0 3 0,-7-8-14 16,7 8-3-16,0 0-13 0,0 0 2 0,0 0-6 16,0 0-11-16,0 0-1 0,0 0-3 0,0 0 3 15,0 0-8-15,0 0 13 0,0 0-21 0,0 0-4 16,0 0 14-16,-1 29-13 0,1-17-3 0,-1-1 9 16,2 6-3-16,-1-1-1 0,-1 1 8 15,2 3-5-15,-1 6 16 0,0 1-6 0,4 0 6 0,-7 1 8 16,5 1-4-16,-2 1 5 0,1 3-1 0,2-1-3 15,-5 2-5-15,6 10 6 0,0-10-9 0,-3-1 1 16,2 15-1-16,0-14 7 0,-1 2 0 16,-1 0-6-16,4 10 5 0,-3 1-4 0,-1-11 3 0,1-1-3 15,0-2 13-15,-2 3-12 0,0 0 8 16,-3 0-12-16,3-2 3 0,-1-1-5 0,-2 13 0 16,1-14 11-16,-2 2 8 0,0 1-8 0,0 1-1 0,2-4-7 15,-2 0-4-15,1 1 2 0,3-2-2 0,0 1 18 16,-1 4-5-16,1-5-1 0,-3 0-6 15,5 2 2-15,-2-3-3 0,1 4-2 0,-1-2-5 16,3-2-1-16,-5-1 2 0,4 3-5 0,-2-5 4 16,1 2-5-16,1-2 2 0,-2 1 3 0,0-1 2 15,0-1-1-15,0 0 4 0,0 1-7 0,0-2 0 16,-2-7-2-16,4 8 6 0,-4-8-8 0,1 7 1 16,-3-5 0-16,4 1 7 0,-2-3-1 0,0 1-4 15,2-1 3-15,0 1-4 0,-1-3 2 0,1 1-4 16,0-1-1-16,-2 1-2 0,2-2-2 0,-1-2 3 15,0-2-7-15,-2 1 4 0,3-12-4 0,0 20 0 16,3-11 2-16,-3-9 2 0,-3 19-2 0,3-10-2 16,3-1-2-16,-3-8 1 0,0 16 1 0,0-16-5 15,1 14-17-15,-1-14-10 0,0 9-8 0,0-9-24 16,0 0-14-16,0 13-28 0,0-13-23 0,0 0-42 16,0 0-47-16,0 0-144 0,0 0-385 0,0 0 172 15</inkml:trace>
  <inkml:trace contextRef="#ctx0" brushRef="#br0" timeOffset="101189.81">30372 4932 122 0,'0'0'133'0,"-1"-9"-14"16,1 9-5-16,0 0-22 0,0 0-5 0,0 0-11 16,0 0-11-16,0 0 2 0,0 0-27 0,0 0 2 0,0 0-1 15,0 0-4-15,0 0-5 0,0 0-11 0,0 0 8 16,0 0 5-16,6 30-13 0,-3-14-5 16,-1 0-5-16,1 4 6 0,-2 4-5 0,-1 0 2 15,0 1 5-15,-1-5-1 0,1 5-11 0,-2-6 0 16,2 0-5-16,-1 0 15 0,1 0-7 0,0 0-3 15,-2 0 2-15,4-4 4 0,-4 3-4 0,2-1 5 0,0 0 0 16,0 0-7-16,-2-6 0 0,4 7 5 0,-4-8-4 16,1 2-6-16,0-1-39 0,1-2-33 15,-1-1-27-15,1-8-107 0,-3 11-220 0,3-11 98 16</inkml:trace>
  <inkml:trace contextRef="#ctx0" brushRef="#br0" timeOffset="101439.92">30405 5025 72 0,'8'-7'110'0,"-1"1"-13"16,2 0-4-16,-1 0-3 0,2 2-25 0,-2 3 3 16,-2-2-11-16,2 2-9 0,-8 1-5 0,13 1-1 15,-13-1-7-15,8 4 5 0,-8-4-1 0,3 8-7 16,-3-8-8-16,-1 10 4 0,1-10-9 0,-9 17 1 15,3-7 1-15,-4-1-3 0,1-2 5 0,0 2-2 16,0-1-6-16,-2 0-9 0,4-2 14 0,-5-2-15 16,3 2 9-16,0-1-3 0,0 0-16 0,-2-2-24 15,3 0-35-15,-1-2-40 0,-2 4-59 0,3-5-176 16,8 0 79-16</inkml:trace>
  <inkml:trace contextRef="#ctx0" brushRef="#br0" timeOffset="101888.92">31522 4988 85 0,'0'0'137'0,"9"4"-11"16,-9-4-14-16,7 4-14 0,-6 2-4 0,-1-6-18 15,5 12-2-15,-2-5-14 0,-1 0 1 0,3 2-5 16,-5-9-13-16,6 13-1 0,-3-6 3 0,0 0 21 16,-2-1-5-16,3-2-2 0,-4-4 5 0,4 9 13 15,-4-9 4-15,1 6 8 0,-1-6 8 0,0 0 10 16,0 0 2-16,3 6 6 0,-3-6-4 0,0 0-9 15,0 0-9-15,0 0-7 0,0 0-13 0,0 0-5 16,0 0-6-16,0 0-10 0,0-31-4 0,2 20-8 16,6 1-28-16,1-4-5 0,1 0 1 0,4 1-5 15,0-1-3-15,1 2 1 0,1 0-1 0,3 2-2 16,-4 2 1-16,4 2-4 0,-3 1-1 0,-4 4 4 16,1 2-3-16,1 2-1 0,-4 0-6 15,2 5 1-15,1 3-1 0,-2 2-12 0,1 3-7 0,-5 1-14 16,2 6-9-16,-5 1-30 0,1 1-35 0,-1-5-44 15,-4 6-38-15,-4 3-136 0,1-4-363 0,-3-1 161 16</inkml:trace>
  <inkml:trace contextRef="#ctx0" brushRef="#br0" timeOffset="104471.25">29328 6140 11 0,'0'0'39'0,"0"0"4"0,0 0 1 0,0 0-7 16,0 0-3-16,0 0 1 0,0 0 0 0,0 0-4 0,0 0-2 16,0 0-2-16,0 0-4 0,0 0 0 0,0 0-4 15,0 0-5-15,0 0 5 0,0 0-3 0,0 0-1 16,0 0 5-16,0 0-8 0,0 0 1 0,0 0 0 16,0 0 2-16,0 0-2 0,0 0-4 0,0 0 0 15,0 0-1-15,0 0 6 0,38-3-8 0,-28 3 4 16,2-2-5-16,3 2-2 0,2-1 6 0,3-2-3 15,-3 0-2-15,2-1-1 0,3 1 3 0,-4 1-1 16,3-1-1-16,8 0 2 0,-10-1-4 16,1 1 4-16,1-1 1 0,7-1-8 0,-2 1 1 0,-7 0 5 15,2 2-10-15,6-3 1 0,-5 1-12 0,3 0-1 16,-4 0-10-16,0 2-6 0,2 0-11 0,-2-1-6 16,-1 0-35-16,-2 0-93 0,3 0 41 0</inkml:trace>
  <inkml:trace contextRef="#ctx0" brushRef="#br0" timeOffset="105873.37">29353 6138 19 0,'0'0'26'0,"0"0"-1"0,0 0 2 16,0 0-6-16,-11 0 2 0,11 0-2 0,0 0 5 15,0 0-9-15,0 0 6 0,0 0 13 0,0 0-14 16,0 0 2-16,0 0-2 0,0 0-2 0,0 0 6 16,-10-3 0-16,10 3 1 0,0 0-5 0,0 0 3 15,0 0-8-15,0 0-1 0,0 0 2 0,0 0-1 16,0 0 5-16,0 0-10 0,0 0-5 0,0 0-3 15,0 0 7-15,0 0 0 0,0 0-11 0,0 0 6 16,0 0 2-16,0 0-7 0,0 0 12 0,0 0-8 16,0 0-4-16,0 0 10 0,0 0-15 0,28 2 6 15,-28-2-8-15,16-2 7 0,-4 2-1 0,1-1 4 16,-1 1-6-16,1-1 7 0,3 0-4 0,3 1 1 16,-3-3-8-16,5 3 4 0,-3 0 2 0,2 0 2 15,1 0 5-15,-2-1-5 0,1 1-3 0,1 0 3 16,0 0 3-16,0 0-6 0,0 0-3 0,8-4 6 15,-9 1 3-15,8 3-5 0,-7-2 3 0,2 1-3 16,-3 1 3-16,2-3 5 0,-2 2-3 0,2-2-2 16,-1 1 1-16,-1 3 1 0,-1-2 3 0,2-2-10 15,-2 3 4-15,-1 0-4 0,1-1 2 0,-1 2 9 16,1-1-4-16,-1 0-5 0,-5 0-2 0,-2 2-6 16,0-2-1-16,2 1 10 0,-1 0-6 0,-5 0-6 15,0 2-6-15,-7-3 3 0,13 0-8 0,-7 2-12 16,-6-2-2-16,9 0-14 0,-9 0-36 0,0 0-94 15,0 0 42-15</inkml:trace>
  <inkml:trace contextRef="#ctx0" brushRef="#br0" timeOffset="106472.9">29258 6157 14 0,'14'0'65'0,"-2"0"-4"0,0 0-3 0,6-1-9 15,-2-1-2-15,4 2 2 0,1 2-7 0,-1-4-5 16,6 2 0-16,2-3-5 0,2 2-3 0,-2-2-1 16,4 2 0-16,-4-3-2 0,1 2-1 0,1 0-5 15,0 2-1-15,2-3-5 0,-1 0 0 0,-2 0 0 16,2 2-7-16,-3-2 4 0,2 3-3 0,-4-4-2 15,-6 2 2-15,1 1-2 0,1-1-1 0,-3 2 4 16,3-1 3-16,-2 0-11 0,-2 1 3 0,5-3-3 16,-1 1 9-16,-1-2-9 0,0 3 4 0,6-3-1 15,-5 3 7-15,3-2-10 0,-3 2-7 0,-2-3 1 16,-3 2-14-16,0 2 8 0,-4 0-9 0,-1-2 3 16,-1 0-14-16,-4 2-7 0,-7 0-13 0,14 0-5 15,-14 0-38-15,9 0-103 0,-9 0 46 0</inkml:trace>
  <inkml:trace contextRef="#ctx0" brushRef="#br0" timeOffset="109139.93">30270 6147 40 0,'0'0'69'0,"0"0"-4"16,0 0-11-16,0 0-7 0,0 0-5 0,0 0-4 16,0 0-1-16,0 0-6 0,0 0 3 0,0 0-6 15,0 0 0-15,0 0 16 0,0 0-20 0,0 0-7 16,0 0 7-16,0 0-1 0,0 0-7 0,0 0 6 16,0 0-9-16,0 0 2 0,0 0 7 0,0 0-19 15,0 0 10-15,0 0 0 0,0 0-7 0,0 0-5 16,7-9 4-16,-7 9 6 0,0 0-4 0,8-3 0 15,-8 3-2-15,0 0-6 0,11-1-2 0,-11 1 5 16,10 0 4-16,-10 0-4 0,10-1-3 0,-10 1 1 16,14-1-1-16,-7 0 9 0,-7 1-11 0,13 1 12 15,-4-1-12-15,0 0-6 0,1 0 7 0,-10 0 4 16,20 0-1-16,-10 1-2 0,1-1 10 0,-1 1-15 16,0 0 2-16,-2 1 7 0,3-1-2 0,-5-1-4 15,5 0 6-15,-3 3-6 0,1-3 4 0,-1 1-1 16,-8-1 1-16,16 2-1 0,-8 0 0 0,-1-1 3 15,4 1-4-15,-2-2 0 0,-1 2 4 0,-8-2 6 16,14 3-18-16,-8-3 10 0,2 2-4 0,-2-1 6 16,-6-1-7-16,15 3 9 0,-7 0 0 0,0 0-5 15,1-1 1-15,0-2 10 0,-2 1-10 0,1 2 5 16,2-1-11-16,-1 1 6 0,-1-2 5 0,3 2 0 16,0-1 2-16,0 1 5 0,-2-1-6 0,0-1 1 15,1 2 1-15,2 0 3 0,-3-1 0 0,-2 0-2 16,3 1-6-16,1-1 6 0,-1 1-7 0,1 0 0 15,0-2 2-15,-1 1-2 0,3 2-1 0,-3-2 6 16,1 1-4-16,1-1 1 0,-2 1 4 0,2-1-3 16,-1 0-6-16,-1 1 7 0,-1-1 7 0,4 0-7 15,-3 2-2-15,-1 0 4 0,0-3-5 0,0 2 15 16,-1-2-12-16,2 3 1 0,-4-2 8 0,2 0-17 16,-8-2 6-16,14 4-8 0,-6-2 1 0,-3 0 4 15,0 1 2-15,0 0-2 0,-5-3 0 0,12 5 0 16,-7-2 0-16,0-1-14 0,1 3-9 0,-1-2-6 15,3 2-11-15,-2-4-14 0,-6-1-18 0,8 6-77 16,-3-1-159-16,-5-5 70 0</inkml:trace>
  <inkml:trace contextRef="#ctx0" brushRef="#br0" timeOffset="112176.76">31162 6327 16 0,'0'0'27'0,"0"0"-3"0,0 0 5 15,0 0-2-15,0 0 13 0,0 0-13 16,0 0-6-16,0 0 7 0,0 0-8 0,0 0 6 15,0 0-7-15,0 0 8 0,0 0-4 0,0 0-6 16,0 0-3-16,0 0 4 0,0 0 3 0,0 0-1 16,0 0-2-16,0 0 0 0,0 0-3 0,0 0-8 0,0 0 0 15,0 0 3-15,0 0-3 0,0 0 3 16,0 0-7-16,0 0 7 0,0 0-4 0,0 0 2 16,0 0-4-16,0 0-5 0,0 0 10 0,0 0-13 15,0 0 9-15,0 0-6 0,0 0 1 0,0 0 5 16,0 0-4-16,0 0 5 0,0 0-7 0,0 0 9 0,0 0-1 15,0 0-3-15,0 0 4 0,0 0-8 0,0 0 2 16,0 0 9-16,0 0-2 0,0 0 5 16,0 0 0-16,5 22-7 0,-5-22 5 0,0 0-3 15,0 0 1-15,1 7 1 0,-1-7-5 0,0 0 2 16,0 0-10-16,0 0 7 0,0 0-4 0,0 10 9 16,0-10-9-16,0 0 12 0,0 0-7 0,0 7-6 0,0-7 5 15,0 0 1-15,0 0-3 0,3 7 0 16,-3-7 0-16,0 0-4 0,1 6 7 0,-1-6-7 15,0 0 1-15,0 0 18 0,3 7-16 0,-3-7 4 16,0 0 9-16,2 7-7 0,-2-7 3 0,3 6-5 16,-3-6 2-16,0 0 1 0,3 8-2 0,-3-8 2 15,3 5-8-15,-3-5 16 0,0 0 1 0,4 8 0 16,-4-8 5-16,2 5-9 0,-2-5 0 0,0 0-3 16,6 6 1-16,-6-6-6 0,3 7 6 0,-3-7-5 15,2 6 14-15,-2-6-9 0,1 6-4 0,-1-6-9 16,0 0 12-16,3 7-12 0,-3-7 7 0,0 0-6 15,3 7 3-15,-3-7-7 0,2 5 10 0,-2-5-3 16,0 0 9-16,3 10-5 0,-3-10-4 0,0 0-8 16,4 4 10-16,-4-4 5 0,1 7-8 0,-1-7-5 15,0 0 1-15,3 9 6 0,-3-9-3 0,0 0 4 16,4 7 4-16,-4-7-13 0,3 6 8 0,-3-6 2 16,0 0-4-16,2 9 13 0,-2-9-1 0,0 0-3 0,3 7 3 15,-3-7-1-15,2 6 0 0,-2-6-5 16,3 6-5-16,-3-6 5 0,0 0-1 0,5 7-4 15,-5-7 5-15,1 6-2 0,-1-6 7 0,4 7-2 16,-4-7-4-16,4 7 3 0,-4-7-4 0,2 6 2 16,-2-6-1-16,4 6-3 0,-4-6 5 0,1 6-6 15,-1-6 5-15,4 5-2 0,-4-5 4 0,2 8-3 16,-2-8-11-16,0 0 3 0,2 8-1 0,-2-8 3 16,4 7 2-16,-4-7 0 0,4 5-3 0,-4-5 3 15,1 7 3-15,-1-7-8 0,0 0 7 0,5 6-8 16,-5-6 4-16,3 5-1 0,-3-5 1 0,0 0 5 15,4 7-4-15,-4-7-3 0,2 6 4 0,-2-6 2 0,3 5-3 16,-3-5 4-16,2 6-3 0,-2-6-4 16,0 0 9-16,4 7-13 0,-4-7 19 0,0 0-16 15,5 6 3-15,-5-6-3 0,0 0 9 0,4 6-8 16,-4-6 1-16,0 0 1 0,1 7 4 0,-1-7-3 16,0 0-6-16,4 6 8 0,-4-6 1 0,5 5 1 0,-5-5 0 15,0 0-1-15,3 7-3 0,-3-7 1 16,0 0 0-16,2 5-2 0,-2-5 5 0,0 0-4 15,0 0 4-15,0 0-8 0,0 0-6 0,0 0 9 16,0 0-6-16,0 0 14 0,6 4-3 0,-6-4 2 16,0 0-10-16,0 0-18 0,0 0-14 0,0 0-28 15,0 0-46-15,0 0-106 0,0 0-231 0,0-20 103 16</inkml:trace>
  <inkml:trace contextRef="#ctx0" brushRef="#br0" timeOffset="113772.25">31091 6325 1 0,'0'0'94'0,"0"0"-5"0,0 0 0 16,-2-7-7-16,2 7-3 0,0 0-15 0,0 0-4 15,0 0 6-15,0 0-5 0,0 0-9 0,0 0-12 16,0 0-3-16,0 0 2 0,0 0-3 0,0 0-4 16,0 0-7-16,0 0 4 0,0 0-16 0,0 0-3 15,0 0 2-15,0 0-6 0,0 0 7 0,0 0-2 16,0 0 2-16,0 0-4 0,0 0-7 0,0 0 12 16,0 0-10-16,6 22 3 0,-6-22-5 0,3 9 2 15,-3-9-7-15,2 10 9 0,1-6-5 0,-3-4 6 16,4 12 2-16,-3-5 2 0,3-2-10 0,-3 3 11 15,2-3-4-15,-1 3-4 0,3-1 1 0,-2 1-4 16,-1 1 9-16,0-3 23 0,2 0 0 0,-2 1-4 16,2-1-2-16,-1 1-2 0,-1-1-8 0,1 2 6 15,3 0-8-15,-3-2 1 0,-1-1 0 0,2 2-3 16,-1 0-4-16,0 0-4 0,1 2 5 0,-1-4-3 16,1 3-2-16,-1 0 1 0,1-1 2 0,0 2 8 15,-1-3-6-15,-1 1-4 0,0 0 7 0,1 1-9 16,1-1 0-16,-1 0 19 0,-1 1 0 0,3 1-5 15,-2-3 3-15,-1 2-4 0,1-2-3 0,1 3-1 16,-1-4 4-16,-1 1-5 0,2 1-1 0,-1-1 0 16,0-1 3-16,4 3-2 0,-4 2 14 0,1-4-1 15,0 0 3-15,0 1-9 0,-1-2 5 0,1 1-5 16,-1 0 0-16,2 1-5 0,2 1-4 0,-3-2 2 16,-1 1-4-16,1-2 4 0,0 1-2 0,1 2 1 15,1-1-4-15,-3-1-4 0,4 1 3 0,-4 0 0 16,5 1-1-16,-4-2 0 0,0-1-6 0,-1-1 6 15,4 2 0-15,-5 0-4 0,2 0 4 0,-4-6 0 16,7 7 1-16,-5-1-5 0,-2-6-1 0,9 7 1 16,-4-1 3-16,-1-1 0 0,0 0-2 0,0 0-4 15,0 1 3-15,1 0-5 0,-1-2 4 0,-4-4-3 16,7 11 7-16,-4-7-5 0,1-1 7 0,-2 3-4 16,2 0 3-16,-4-6-4 0,5 9-4 0,0-2 5 15,-2-3 2-15,1 2-1 0,1 0-4 0,-3-1 6 16,4 2-5-16,0 0 1 0,-1-2 1 0,-1 1-5 15,1 1-3-15,0 0 4 0,1-1 8 0,-1 0-7 16,-1 4 4-16,1-5 0 0,-1 1-1 0,1 3 2 16,2-1 1-16,-1-4-5 0,-1 0-1 0,2 3-3 15,-2-1 3-15,0-2 3 0,1 4 0 0,-2-4-2 16,0 2 1-16,1-2 6 0,0 1 14 0,2 2-1 16,-2-1 4-16,2-2-1 0,0 2-1 0,-2-1-3 15,0 2-2-15,0-3 0 0,3 2-10 0,-1 1 7 0,-1-1 0 16,1 0-2-16,2 1-2 0,-3 0-2 15,3-1 3-15,-1 0 0 0,1 2-5 0,-5-2 1 16,4 0-2-16,1 1 1 0,-4-2-1 0,4 0-2 16,-4 0-1-16,1 2 2 0,1-4-2 0,0 4 3 15,1-3-1-15,-2 4-2 0,1-4 1 0,0 2 1 16,2 1 22-16,-1-1-4 0,0-1 2 0,0 1 13 16,-1-2-5-16,-1 2-2 0,3 1-2 0,0-2-4 15,-1 2-3-15,0 0 0 0,-2-3 0 0,4 0-5 16,-1 3 2-16,-1-1-6 0,-2-3-1 0,2 1 4 0,1 3-5 15,-3-3-1-15,1 1-1 0,0-2 0 0,-2 0 1 16,3 3-3-16,-2-2 1 0,3 0-1 16,-2 0 0-16,-1-1 8 0,-1 2-2 0,2-2 3 15,-1 0-5-15,2 2 1 0,-3-1 4 0,1 0 1 16,1-1-2-16,-1 0-1 0,3 4-2 0,-4-4-1 0,4 1 3 16,-4 0-7-16,3-1 3 0,-3-1-1 0,0 2-1 15,1-1-2-15,0 1 0 0,1 0 0 16,-7-4-1-16,13 4 4 0,-9 0-3 0,3-2 1 15,0 2-3-15,-2 0 3 0,-5-4-3 0,10 2 5 16,-3 0-2-16,0 1 1 0,-7-3-2 0,9 3 2 16,-9-3-1-16,9 2 3 0,-9-2-4 0,8 3 2 15,-2-2 0-15,-6-1-1 0,0 0 0 0,14 5-1 16,-7-2-2-16,-7-3 1 0,11 1 0 0,-11-1 2 16,10 3 0-16,-10-3-2 0,9 0-3 0,-2 2 0 15,-7-2 1-15,11 2 0 0,-6 1 1 0,-5-3-2 16,12 0 2-16,-5 1-3 0,-2 2 1 0,-5-3 0 0,12 0 0 15,-12 0 0-15,10 0-3 0,-10 0 10 0,12 2-4 16,-12-2 4-16,9 1-5 0,-9-1 7 16,10-1-9-16,-2 4 9 0,-8-3-6 0,11 1 3 15,-4 0-4-15,-7-1 1 0,13 1-1 0,-13-1-2 16,9-1 2-16,-9 1-1 0,11-2-2 0,-11 2 0 0,10 1 0 16,-10-1 0-16,9 1 0 0,-9-1-5 15,8 1 6-15,-8-1-6 0,0 0 7 0,12 0 0 16,-12 0 4-16,8 1-3 0,-8-1 2 0,9 0 1 15,-9 0-1-15,0 0 2 0,10 0-4 0,-10 0 6 16,0 0-5-16,0 0 0 0,9 0 0 0,-9 0-3 0,0 0 0 16,0 0 0-16,0 0 4 0,10 2-1 0,-10-2 0 15,0 0-1-15,0 0 3 0,0 0-1 0,0 0 1 16,0 0-1-16,0 0 5 0,0 0-2 16,0 0 0-16,0 0 0 0,0 0 0 0,0 0 1 15,0 0-2-15,0 0 0 0,0 0-2 0,0 0 0 0,0 0-3 16,0 0 3-16,0 0-13 0,0 0-15 0,0 0-28 15,0 0-40-15,0 0-48 0,0 0-80 0,-28-8-261 16,10 5-520-16,-10-1 230 0</inkml:trace>
  <inkml:trace contextRef="#ctx0" brushRef="#br0" timeOffset="118623.19">31291 6325 33 0,'0'0'40'0,"0"0"-8"0,0 0-1 0,0 0-4 16,0 0-2-16,0 0-7 0,0 0-2 0,0 0-9 16,0 0 0-16,0 0-13 0,0 0 6 0,0 0-3 15,0 0 2-15,0 0-6 0,0 0-1 0,0 0 1 16,0 0-5-16,0 0-5 0,0 0-13 0,0 0-31 16,-3-5 101-16,3 5-61 0,0 0 16 0,0 0-3 15,0 0-7-15,0 0-17 0,0 0 52 0,0 0-22 16,0 0 3-16,0 0 9 0,0 0-8 0,-2-7 5 15,2 7-7-15,0 0 2 0,0 0 2 0,0 0-4 16,0 0 2-16,0 0 3 0,0 0-7 0,0 0 4 16,0 0 1-16,0 0-2 0,0 0 2 0,0 0-5 15,0 0 3-15,0 0-1 0,0 0 1 16,0 0-1-16,0 0-2 0,0 0 9 0,0 0-7 0,0 0 2 16,-12 0-8-16,12 0 5 0,0 0 4 0,0 0-6 15,0 0 1-15,0 0 0 0,0 0 4 0,0 0-3 16,0 0 3-16,0 0-2 0,0 0-2 0,0 0 1 15,-11 1 0-15,11-1 1 0,0 0 2 16,0 0 2-16,0 0-4 0,0 0 7 0,0 0-9 16,0 0 1-16,0 0 4 0,0 0-2 0,-11 0 9 15,11 0 2-15,0 0 5 0,0 0-1 0,0 0-2 0,0 0 2 16,0 0-6-16,0 0 5 0,0 0-3 0,0 0-2 16,0 0 1-16,0 0 17 0,0 0-18 15,0 0 6-15,0 0-4 0,-6 4 0 0,6-4 7 16,0 0-3-16,0 0-1 0,0 0 8 0,0 0-5 15,0 0 13-15,0 0-13 0,0 0 1 0,0 0 0 16,0 0-2-16,0 0-6 0,0 0 3 0,0 0 0 0,0 0-2 16,0 0-6-16,0 0-4 0,0 0 4 0,0 0 2 15,0 0-5-15,0 0 6 0,0 0-1 16,0 0 3-16,0 0 3 0,0 0 0 0,0 0-2 16,0 0 6-16,0 0-5 0,0 0-5 0,0 0 6 15,0 0-1-15,0 0-6 0,0 0 7 0,0 0 7 16,0 0 0-16,0 0 7 0,0 0-2 0,0 0 2 0,0 0 1 15,0 0-1-15,0 0-6 0,0 0-13 16,0 0 15-16,0 0-5 0,0 0-3 0,0 0 9 16,0 0-21-16,26 0 6 0,-26 0-2 0,0 0 6 15,0 0-2-15,0 0 2 0,0 0-6 0,0 0-4 16,0 0 2-16,0 0-5 0,0 0 0 0,0 0 7 16,0 0 0-16,0 0-5 0,0 0 2 0,0 0 0 15,0 0-9-15,0 0 6 0,0 0-23 0,0 0-17 16,0 0-28-16,0 0-20 0,0 0-73 0,9 0-171 15,-9 0 75-15</inkml:trace>
  <inkml:trace contextRef="#ctx0" brushRef="#br0" timeOffset="119586.17">31212 6332 22 0,'0'0'106'0,"0"0"-9"0,0 0 11 0,0 0-28 0,0 0-4 16,0 0-11-16,0 0 17 0,0 0-24 0,0 0-6 16,0 0-1-16,0 0 2 0,0 0-11 0,0 0 6 15,0 0-3-15,0 0-2 0,0 0-5 0,0 0-2 16,0 0 1-16,0 0-2 0,0 0 1 0,0 0 3 16,0 0-1-16,0 0 1 0,0 0 1 0,0 0-6 15,0 0-4-15,0 0-7 0,0 0 13 0,0 0-12 16,0 0 3-16,0 0-4 0,0 0-4 0,0 0 2 15,0 0-4-15,0 0 1 0,0 0-5 0,0 0 0 16,0 0-2-16,0 0-1 0,0 0-3 0,0 0 1 16,0 0 0-16,0 0 3 0,0 0-4 0,0 0 0 15,0 0-6-15,0 0 5 0,0 0 1 0,0 0-6 16,24 0 5-16,-24 0-4 0,0 0 3 0,13-1-3 16,-13 1 3-16,0 0-3 0,11 0 1 0,-11 0 0 15,9-2 0-15,-9 2-2 0,0 0 4 0,14-1-5 16,-14 1 1-16,0 0 4 0,8 0-6 0,-8 0 2 15,0 0-6-15,0 0 11 0,8-1-4 0,-8 1-3 16,0 0 5-16,0 0 7 0,0 0-17 0,0 0 11 16,0 0 9-16,0 0-2 0,0 0 4 15,0 0-4-15,0 0 2 0,0 0 3 0,0 0-2 0,0 0-2 16,0 0 1-16,0 0-4 0,0 0-1 0,0 0 1 16,0 0-5-16,0 0 3 0,0 0-5 0,0 0 6 15,0 0-6-15,0 0 6 0,0 0-9 0,-27 5-4 16,27-5 7-16,0 0 2 0,0 0-2 0,0 0-1 15,-11 0 7-15,11 0-6 0,0 0 0 16,0 0-3-16,0 0-1 0,0 0 5 0,-9 2-4 0,9-2 3 16,0 0-1-16,0 0 4 0,0 0-9 0,0 0 3 15,0 0 1-15,0 0 4 0,0 0-2 0,0 0-4 16,0 0 5-16,0 0-1 0,0 0-2 0,0 0-3 16,0 0 2-16,0 0 0 0,0 0-1 0,0 0 3 15,0 0-3-15,0 0 0 0,0 0 5 0,0 0 0 16,0 0 0-16,0 0-8 0,25-9 8 0,-25 9-9 15,5-3 2-15,-5 3 1 0,0 0 5 0,0 0-6 16,0 0 3-16,8-2-1 0,-8 2-6 0,0 0 1 16,0 0 10-16,0 0-4 0,0 0-2 15,0 0 3-15,0 0-1 0,0 0-1 0,0 0 4 0,0 0-6 16,0 0 7-16,0 0 1 0,-30 5-2 0,25-3-12 16,5-2 8-16,-9 1-7 0,9-1 4 0,0 0 5 15,0 0-3-15,-13 0 2 0,13 0-2 0,0 0 2 16,0 0-1-16,0 0-2 0,0 0 1 0,0 0 4 15,0 0-5-15,-9 0 5 0,9 0-1 16,0 0 2-16,0 0 4 0,0 0-8 0,0 0 1 16,0 0-3-16,0 0 0 0,0 0 3 0,0 0-4 0,0 0 5 15,0 0-4-15,0 0-5 0,0 0-1 0,27-7-16 16,-27 7-17-16,9-1-23 0,-9 1-33 0,0 0-23 16,11 0-25-16,-11 0-105 0,0 0-272 0,0 0 121 15</inkml:trace>
  <inkml:trace contextRef="#ctx0" brushRef="#br0" timeOffset="120252.24">31296 6434 61 0,'0'0'84'0,"0"0"-3"16,0 0-4-16,0 0 1 0,0 0-5 0,0 0 7 15,0 0-6-15,0 0-4 0,0 0 3 0,0 0 1 16,0 0-3-16,0 0 1 0,0 0-11 0,0 0-6 16,0 0-2-16,0 0 1 0,0 0-7 0,0 0-5 15,0 0-1-15,0 0-8 0,0 0 2 0,0 0-5 16,-8 1 3-16,8-1 4 0,0 0 0 0,0 0-1 15,0 0 0-15,0 0-1 0,0 0-3 0,0 0-4 16,0 0-4-16,0 0 4 0,0 0-5 0,0 0 6 16,0 0-8-16,0 0-1 0,0 0-6 0,0 0-1 15,0 0 0-15,0 0-1 0,0 0-2 0,0 0-4 16,0 0 8-16,26-4-7 0,-26 4-4 0,0 0 1 16,8-3 3-16,-8 3-3 0,0 0 1 0,9-3-2 15,-9 3-1-15,0 0-5 0,0 0-7 0,10-1-16 16,-10 1-26-16,0 0-24 0,6-3-37 0,-6 3-13 15,0 0-133-15,0 0-279 0,0 0 124 0</inkml:trace>
  <inkml:trace contextRef="#ctx0" brushRef="#br0" timeOffset="120442.48">31307 6486 70 0,'0'0'99'15,"0"0"-13"-15,0 0-33 0,0 0-24 0,0 0-40 16,0 0-44-16,0 0-59 0,0 0 27 0</inkml:trace>
  <inkml:trace contextRef="#ctx0" brushRef="#br0" timeOffset="127046.46">30467 6115 26 0,'0'0'85'0,"0"0"-13"0,0 0-4 16,0 0-7-16,0 0-11 0,0 0-10 0,0 0-14 16,0 0-14-16,0 0-16 0,0 0-27 0,0 0-37 15,0 0-73-15,0 0 33 0</inkml:trace>
  <inkml:trace contextRef="#ctx0" brushRef="#br0" timeOffset="127437.87">30300 6154 28 0,'0'0'34'0,"0"0"-3"0,0 0-7 15,0 0-8-15,0 0-9 0,0 0-8 0,0 0-23 16,0 0-25-16,0 0 12 0</inkml:trace>
  <inkml:trace contextRef="#ctx0" brushRef="#br0" timeOffset="128490.95">31488 6438 16 0,'0'0'37'0,"0"0"-2"16,0 0 3-16,0 0-8 0,0 0-6 0,0 0 4 16,0 0-7-16,0 0-1 0,0 0-6 0,0 0 4 0,0 0-4 15,0 0 1-15,0 0 4 0,0 0-2 0,0 0 5 16,0 0-10-16,0 0-2 0,0 0 10 15,0 0-12-15,0 0-1 0,0 0 11 0,0 0-7 0,0 0 1 16,0 0 2-16,0 0-2 0,0 0 2 16,0 0 1-16,0 0-10 0,0 0-4 0,0 0 12 15,0 0-5-15,0 0 4 0,0 0-9 0,0 0 2 0,0 0-2 16,0 0 1-16,0 0-1 0,0 0-4 0,0 0 6 16,0 0-5-16,0 0 4 0,0 0-2 15,0 0 4-15,0 0-6 0,0 0 0 0,0 0 4 16,0 0 3-16,0 0-7 0,0 0 6 0,0 0-6 15,0 0-7-15,0 0 9 0,0 0 11 0,0 0-13 16,0 0-3-16,0 0 3 0,0 0 3 0,0 0-2 0,0 0 3 16,0 0-6-16,0 0 5 0,0 0-1 0,0 0 0 15,0 0-6-15,0 0 6 0,0 0-16 16,0 0-10-16,0 0 12 0,0 0-8 0,0 0-2 16,0 0-4-16,0 0 2 0,0 0-5 0,0 0 3 15,0 0 1-15,0 0 3 0,0 0 1 0,0 0-1 16,0 0-6-16,0 0-24 0,0 0-57 0,0 0 25 0</inkml:trace>
  <inkml:trace contextRef="#ctx0" brushRef="#br0" timeOffset="132955.14">31342 6286 22 0,'0'0'28'0,"0"0"0"15,0 0-2-15,0 0-1 0,0 0 5 16,0 0-9-16,-9-9-4 0,9 9 8 0,0 0-6 0,0 0 4 15,0 0-6-15,0 0-7 0,0 0 5 0,0 0-1 16,0 0 1-16,0 0-3 0,0 0-4 16,0 0-2-16,0 0 4 0,0 0-1 0,-10 0-3 0,10 0-4 15,0 0 9-15,0 0-3 0,0 0-7 16,0 0-2-16,-12 9 7 0,12-9 3 0,-7 3 0 16,7-3-2-16,-7 4-12 0,7-4 14 0,-5 7-3 0,5-7 2 15,-6 5 2-15,6-5 5 0,-5 6-6 0,5-6-1 16,-4 4 7-16,4-4-7 0,-8 6 3 0,8-6-6 15,-4 4 8-15,4-4-3 0,-5 4-7 16,5-4-2-16,0 0 7 0,-4 9-8 0,4-9 3 16,-4 5-1-16,4-5-4 0,0 0 7 0,-2 8 10 15,2-8-11-15,0 0-7 0,-1 10 9 0,1-10-3 0,-2 9 0 16,2-9 1-16,0 9-5 0,0-9 9 0,2 12-10 16,-2-12 5-16,0 8-1 0,2-2 0 0,-2-6-4 15,0 8 4-15,0-8-4 0,3 8-6 16,-3-8 11-16,2 10 2 0,1-6-1 0,1 1-3 15,-2 0 4-15,2 0 2 0,0-1 1 0,-4-4-7 0,6 10 0 16,-1-7 5-16,-1 0-2 0,1 1-2 0,-5-4 3 16,9 7 1-16,-2-2-7 0,-7-5-2 15,9 4 16-15,-3-1-8 0,-2-1-1 0,5 0 6 16,-9-2 0-16,11 5-4 0,-7-5 2 0,-4 0-7 16,12 4 6-16,-3-4 2 0,-3 3-5 0,-6-3-1 15,13 2-2-15,-13-2 7 0,10 1-4 0,-4-1-2 0,-6 0-2 16,9 0 5-16,-9 0-2 0,14 0 1 0,-14 0-5 15,11 0 4-15,-11 0-1 0,9-1 0 16,-9 1 16-16,7-1-21 0,-7 1 7 0,0 0 2 16,9-4-4-16,-9 4-5 0,8-2 7 0,-8 2-5 15,5-4 6-15,-5 4 4 0,5-5-1 0,-5 5 2 0,6-7-3 16,-6 7 0-16,6-7-11 0,-5 2 23 0,-1 5-13 16,8-8-4-16,-6 4-4 0,-2 4 11 15,4-13-5-15,0 6-4 0,-3 1 10 0,2 0-12 16,0-5 3-16,0 4-12 0,-1-1 20 0,0 1-1 0,-1-1-5 15,0 0 4-15,-1-2-12 0,0 10 7 0,2-13-3 16,-2 6 2-16,0 7 1 0,-2-15 1 16,1 8 21-16,1 7-21 0,-1-13 1 0,-1 6-2 0,0-1 1 15,-2 2 11-15,4 6-11 0,-5-11 1 16,3 6 9-16,2 5-7 0,-7-11-4 0,3 5 13 0,0 2-5 16,-1-2 16-16,5 6-25 0,-7-8-2 0,0 3 1 15,7 5 0-15,-9-7 6 0,3 5-6 0,6 2 1 16,-13-4-5-16,7 3 1 0,-2-1 16 0,8 2-15 15,-15-3 10-15,15 3-13 0,-13 0 21 16,5 0-12-16,8 0-7 0,-12 2-5 0,5-1 3 0,7-1 4 16,-11 2-5-16,3 0 10 0,8-2-4 0,-13 2-6 15,7-1 6-15,6-1-5 0,-14 6 4 0,7-3-4 16,2 1 8-16,0-1-3 0,0 2 2 16,-1 1 0-16,-1-1-2 0,3 0-8 0,-1-2 24 0,-1 2-18 15,1 0 7-15,-1 1-9 0,0-2 11 16,4 1-9-16,-2 1-4 0,3 2-5 0,-3-1 10 0,0-3 1 15,0 2 1-15,-1 3 2 0,0-2-6 0,2 0 1 16,1 2-1-16,-2 1 2 0,3-5-8 0,-2 3 4 16,2 0 8-16,-2-2-4 0,3-6 2 15,-4 13 8-15,3-8-9 0,-1 1-3 0,2-6 3 16,-2 14-2-16,2-9 3 0,0-5-1 0,2 12-4 16,1-7 2-16,0 2 0 0,-3-7 1 0,1 10-2 0,0-5 9 15,2 2-2-15,-3-7-1 0,1 7 11 16,2-1-17-16,-3-6 2 0,6 9-5 0,-2-5 7 0,1-1 3 15,0 1 2-15,0 0 6 0,2-2-4 16,1 0-6-16,-1 0 0 0,3 1-5 0,-3-1 14 16,4-1-14-16,-2-1 5 0,3 0-3 0,-12 0 9 15,16-3-3-15,-7 2-1 0,3 1-7 0,1-2 5 0,-2 0-4 16,-1 0 5-16,2-2 4 0,-3 0-2 0,0 1-3 16,0-1 3-16,-2 0-2 0,-2 0 10 15,2 1-5-15,-1-3 7 0,1 2-9 0,-2-2-3 16,-1 1 0-16,-1-4 7 0,3 0-2 0,-4 0-5 0,1 0 2 15,0 1-5-15,-3-5 2 0,2 5 5 0,-1-3-1 16,-2 2 1-16,1 2 2 0,0 7-7 0,-8-18 0 16,3 11-1-16,1 0 1 0,0 0-5 15,-1-2 10-15,-1 5-17 0,-4-5 0 0,3 5-15 16,-3 1-27-16,-9-1-27 0,-2 4-98 0,-9 1-190 0,-2 3 84 16</inkml:trace>
  <inkml:trace contextRef="#ctx0" brushRef="#br0" timeOffset="135511.24">31271 5969 3 0,'0'0'50'0,"0"0"-3"16,0 0-2-16,0 0-6 0,0 0-4 15,0 0 4-15,0 0-6 0,0 0-4 0,0 0-8 16,0 0-2-16,0 0 3 0,-11-2-3 0,11 2 0 16,0 0-6-16,0 0-2 0,-6-2 1 0,6 2 2 0,0 0 1 15,0 0-6-15,0 0 1 0,0 0-1 16,0 0 6-16,0 0-11 0,0 0 4 0,0 0 1 16,0 0-4-16,0 0 6 0,0 0-5 0,0 0 2 15,0 0-4-15,0 0 3 0,0 0-5 0,0 0 3 16,0 0 2-16,0 0-1 0,0 0-4 0,29 2 5 15,-19 0-6-15,4-1 3 0,-1-2 3 0,0 1-4 0,6 0 3 16,2 0-5-16,-2 0 0 0,3 0 1 16,6-2 4-16,0 2 2 0,0-3-3 0,-8 2 2 15,11-2 1-15,-3 0-2 0,0 3-2 0,0 0 4 16,0-3-1-16,1 3-1 0,-3 0 2 0,4-3-7 16,-10 0 2-16,3 2 1 0,-1 1 2 0,5 0-2 0,-7-2 17 15,1 0-2-15,-2 1-8 0,-1 0-3 16,1 1 3-16,-6-1-3 0,1 1 6 0,-1-2-11 15,-1 2 8-15,0 0 0 0,-2-1-2 0,2 1 0 16,-2 0 2-16,-2 0-12 0,-8 0 2 0,13 1-1 16,-6-1 7-16,-7 0-6 0,0 0-1 0,12 2 0 15,-12-2 5-15,0 0-7 0,11-3 15 0,-11 3-4 16,0 0 11-16,0 0-4 0,0 0 5 0,10 0-1 0,-10 0 4 16,0 0 2-16,0 0-5 0,0 0 3 15,0 0-5-15,0 0-3 0,0 0-6 0,0 0-5 16,0 0-14-16,0 0-21 0,0 0-30 0,0 0-26 0,-25-5-73 15,25 5-171-15,-26-1 75 0</inkml:trace>
  <inkml:trace contextRef="#ctx0" brushRef="#br0" timeOffset="136855.1">31329 5967 28 0,'0'0'62'0,"0"0"-9"0,0 0-3 16,0 0-1-16,0 0-2 0,0 0 1 0,0 0-6 15,0 0-9-15,0 0 4 0,0 0-2 0,0 0-4 16,0 0 1-16,0 0-3 0,0 0 0 0,0 0-4 16,0 0-2-16,0 0-2 0,0 0 2 0,0 0-8 15,0 0 11-15,0 0-18 0,0 0 6 0,0 0-6 16,0 0 7-16,-30-7-5 0,30 7-5 0,0 0 15 16,0 0-21-16,0 0 10 0,0 0-8 0,-17 0 8 15,17 0-7-15,0 0 10 0,0 0-1 0,0 0-1 16,0 0 0-16,-17 7 3 0,17-7-3 0,0 0-5 15,-9 5 4-15,9-5-1 0,0 0-1 0,0 0 1 16,-10 7-6-16,10-7 9 0,0 0-11 0,-13 7 11 16,13-7-10-16,-9 7 9 0,9-7 1 0,0 0-1 15,-15 7 3-15,15-7-6 0,-8 5 3 0,8-5-7 16,0 0 5-16,-10 5-7 0,10-5 8 0,-10 9 0 16,10-9 8-16,0 0-10 0,-12 8 2 0,12-8-4 15,0 0 5-15,-9 9-3 0,9-9-2 0,0 0 11 16,-11 9-2-16,11-9 1 0,-9 8-6 15,9-8 3-15,-8 8-5 0,8-8 5 0,0 0-3 0,-10 9 5 16,10-9-1-16,-7 10-4 0,7-10-3 16,-9 9 6-16,9-9 0 0,-8 7-1 0,8-7-6 0,-9 9 5 15,9-9-9-15,-6 9 4 0,6-9-6 0,-7 7 11 16,7-7-8-16,-6 10 0 0,6-10 3 0,-7 9 2 16,7-9-4-16,-8 11 5 0,8-11-5 15,-8 12 1-15,8-12-1 0,-8 9 2 0,8-9 2 16,-8 9-6-16,8-9-4 0,-8 11 5 0,8-11 3 15,-8 9-1-15,8-9 0 0,-7 10 11 0,7-10-14 16,-9 10 0-16,9-10 5 0,-10 10 1 0,4-3 2 16,6-7-7-16,-9 12 17 0,9-12-15 0,-10 9-2 15,10-9 0-15,-9 11 1 0,9-11 1 0,-8 9 2 16,8-9-7-16,-6 10 3 0,6-10 4 0,-9 11-1 16,9-11-2-16,-8 11 0 0,8-11 8 0,-8 13-6 15,8-13-3-15,-6 11 3 0,6-11 0 0,-10 12 3 16,5-4 1-16,0 0-2 0,5-8 3 0,-9 17 0 15,3-8-5-15,6-9 2 0,-10 11 1 0,5-3-3 16,5-8 2-16,-9 16-2 0,4-8-1 0,5-8 3 16,-9 17 1-16,4-9-7 0,5-8 4 0,-8 14 1 15,3-4 5-15,5-10-4 0,-11 16 0 0,6-11-4 16,5-5 4-16,-8 19-4 0,3-9-1 0,0-3 0 16,-2 3 3-16,1-1-4 0,6-9 8 0,-12 17-5 15,7-8 3-15,5-9-1 0,-10 13-1 0,5-6 3 16,5-7 2-16,-9 14-7 0,9-14 13 0,-9 15 8 15,3-8 0-15,6-7 2 0,-8 13-8 0,8-13-4 16,-9 11 0-16,4-4-4 0,5-7 3 0,-11 10-6 16,11-10 6-16,-9 13-10 0,3-7 8 0,6-6-2 15,-7 15-1-15,7-15-2 0,-9 11 0 0,9-11-1 16,-5 10 9-16,5-10 2 0,-8 10-2 0,8-10 3 16,-6 7-4-16,6-7-3 0,0 0 2 0,-10 11-5 15,10-11 2-15,0 0-3 0,-6 7 0 0,6-7 2 16,0 0 4-16,0 0-10 0,0 0 0 0,0 0 1 15,-6 8 3-15,6-8-1 0,0 0-5 0,0 0 3 16,0 0-3-16,0 0 2 0,0 0 4 0,0 0-3 16,0 0 0-16,0 0 0 0,0 0 1 0,0 0-1 15,0 0-3-15,0 0 13 0,0 0-8 0,0 0-3 16,0 0 3-16,0 0-4 0,0 0 0 0,0 0-1 16,0 0-17-16,0 0-28 0,0 0-35 0,0 0-34 15,0 0-30-15,0 0-28 0,0 0-93 0,0 0-288 16,0 0 128-16</inkml:trace>
  <inkml:trace contextRef="#ctx0" brushRef="#br0" timeOffset="140271.68">30948 6359 3 0,'0'0'33'0,"0"0"-5"0,0 0-1 0,0 0-3 16,0 0-5-16,0 0 1 0,0 0 2 0,0 0 0 16,-26 11-3-16,26-11 4 0,0 0 4 0,-7 9-12 15,7-9 2-15,0 0-3 0,-9 8 4 0,9-8-2 16,0 0-3-16,-7 10 1 0,7-10-1 0,0 0-3 16,-7 11 5-16,7-11-4 0,0 0 3 0,-5 10-2 15,5-10 0-15,0 0 2 0,-1 14-10 0,1-14 6 16,0 0-3-16,-2 15 1 0,2-15-5 0,0 0 0 15,-1 13 5-15,1-13-1 0,0 0 0 0,0 0-1 16,4 18-4-16,-4-18 2 0,5 8-1 0,-5-8 2 16,5 7-3-16,-5-7 4 0,7 9-1 0,-7-9 2 15,10 7 1-15,-10-7 0 0,0 0-8 0,13 8 7 16,-13-8-4-16,11 4 5 0,-11-4-3 0,0 0 5 16,12 4-2-16,-12-4-4 0,0 0 2 0,13 2-1 15,-13-2 1-15,0 0-4 0,13 4 7 0,-13-4-4 16,0 0-2-16,0 0 0 0,18-2-2 0,-18 2 4 15,0 0-1-15,0 0 2 0,20-5-8 16,-20 5-1-16,10-3 4 0,-10 3-2 0,0 0 8 0,14-7-7 16,-14 7 5-16,0 0 3 0,10-6-8 0,-10 6 5 15,7-8-4-15,-7 8 3 0,0 0-6 0,7-14 11 16,-7 14-8-16,4-8 1 0,-4 8 3 0,0 0 1 16,8-14-2-16,-8 14 1 0,2-10 0 0,-2 10-2 15,0 0 1-15,5-16-2 0,-5 16 10 16,0 0-3-16,2-13 1 0,-2 13-2 0,0 0-2 15,-2-15-3-15,2 15 4 0,0 0 0 0,0 0 7 16,-4-17-3-16,4 17-2 0,0 0 2 0,-3-13-6 16,3 13-3-16,0 0 4 0,-7-12-5 0,7 12-2 0,-6-8 10 15,6 8-3-15,0 0-4 0,-12-9 2 16,12 9-3-16,-7-7-1 0,7 7 8 0,0 0-6 16,-11-7 2-16,11 7 15 0,0 0-22 0,-12-5-3 15,12 5 6-15,0 0-3 0,-15-4 3 0,15 4-3 16,0 0 0-16,-16-1 6 0,16 1-5 0,0 0-1 15,-19 2-3-15,19-2 4 0,-16 5 3 0,16-5 0 16,-14 4 2-16,14-4 1 0,-12 6-2 0,12-6 0 16,-12 6-3-16,12-6 8 0,-13 10-10 0,13-10-2 15,-10 10 3-15,10-10-2 0,-9 10 1 0,9-10 4 16,-6 12-4-16,-1-4 13 0,7-8-12 0,-6 16-2 16,3-8 8-16,3-8-7 0,-6 14 1 0,6-14 4 15,-3 14-4-15,3-14-2 0,-1 16-1 0,1-16 3 16,0 13 1-16,0-13 11 0,0 0-9 0,5 16 2 15,-5-16-6-15,5 9 7 0,-5-9-2 0,12 7-4 16,-12-7 0-16,17 8 3 0,-17-8 1 0,17 4-8 16,-6-2 11-16,-11-2-3 0,20 1-2 15,-20-1-5-15,22-4 2 0,-9 1 1 0,-2 0-3 16,-11 3-3-16,22-9 8 0,-12 4-5 0,-1-2 0 0,1 0-2 16,-10 7 5-16,14-11-2 0,-6 2 3 0,-2 0-3 15,1 2-3-15,-2-3 2 0,-5 10-10 0,5-21-1 16,-2 11-2-16,-3 10-4 0,-2-22 0 0,2 22 16 15,-4-19-12-15,1 10-3 0,-4 1-11 16,1 0-13-16,-6 4-61 0,2-1-114 0,-8 3 50 16</inkml:trace>
  <inkml:trace contextRef="#ctx0" brushRef="#br0" timeOffset="149986.91">30696 6696 2 0,'0'0'2'0,"0"0"2"0,-6 6-2 0,6-6 2 16,-5 4 2-16,5-4-4 0,-5 5 1 16,5-5-3-16,-4 7 6 0,4-7 2 0,-5 4-7 15,5-4 6-15,-5 6-4 0,5-6-3 0,0 0-2 0,-4 7-1 16,4-7 5-16,-5 7-7 0,5-7 10 0,-6 5-6 16,6-5 2-16,-4 4 2 0,4-4-3 0,-5 6 3 15,5-6-3-15,-4 6 0 0,4-6 2 16,-3 5 1-16,3-5 0 0,-4 6 4 0,4-6 1 15,0 0-6-15,-6 7 6 0,6-7-2 0,0 0-1 16,-5 5-1-16,5-5 0 0,0 0 0 0,0 0 2 16,-5 6-2-16,5-6 0 0,0 0-1 0,0 0-3 15,0 0 4-15,0 0 1 0,-3 5-7 0,3-5 3 16,0 0 0-16,0 0-4 0,-6 5 6 0,6-5 0 16,0 0-3-16,0 0 1 0,0 0 3 0,0 0-6 15,0 0 1-15,0 0 4 0,0 0-2 0,-7 7-11 16,7-7-13-16,0 0-24 0,0 0 11 0</inkml:trace>
  <inkml:trace contextRef="#ctx0" brushRef="#br0" timeOffset="151532.15">30514 6925 2 0,'0'0'5'0,"0"0"-1"16,0 0 0-16,0 0-3 0,-5 9 4 15,5-9-4-15,0 0 5 0,0 0-4 0,-7 7 1 16,7-7 0-16,0 0-3 0,0 0 3 0,-5 6 2 16,5-6-2-16,0 0-5 0,0 0 2 0,-7 7-8 0,7-7 10 15,0 0 1-15,0 0-3 0,0 0 2 16,-6 6-4-16,6-6 3 0,0 0-3 0,0 0 3 15,0 0-2-15,-5 7 2 0,5-7-2 16,0 0 1-16,0 0 1 0,-1 5 10 0,1-5-7 0,0 0 4 16,0 0 0-16,0 0-5 0,0 0 1 0,0 0-3 15,-10 5 0-15,10-5 2 0,0 0-1 0,0 0 1 16,0 0-2-16,0 0 5 0,0 0-2 0,-3 6-3 16,3-6 3-16,0 0-4 0,0 0 3 0,0 0 3 15,0 0-3-15,0 0-6 0,0 0 6 0,0 0-3 16,-5 5 2-16,5-5-4 0,0 0 4 0,0 0 3 15,0 0-7-15,-6 2 5 0,6-2-2 0,0 0-1 16,-5 3-4-16,5-3 10 0,0 0-8 0,0 0-5 16,0 0-13-16,0 0-22 0,0 0 9 0</inkml:trace>
  <inkml:trace contextRef="#ctx0" brushRef="#br0" timeOffset="152662.2">30757 6650 14 0,'0'0'24'0,"0"0"-1"0,-17 15 0 0,17-15-6 16,0 0-3-16,-4 5 3 0,4-5 14 0,0 0-9 0,-5 8 2 16,5-8-3-16,-4 4-2 0,4-4 5 0,0 0-15 15,-4 7 5-15,4-7-5 0,-6 3-2 0,6-3 5 16,0 0 7-16,-5 8-12 0,5-8-1 15,-5 6 4-15,5-6-1 0,-5 5 1 0,5-5-4 16,-6 8 8-16,6-8-1 0,-3 6-6 0,3-6 1 16,-5 8-5-16,2-4 3 0,3-4 1 15,-6 5-6-15,2 1 9 0,4-6-7 0,-8 6 1 0,4-1 7 0,4-5-8 16,0 0 5-16,-11 12-8 0,11-12 6 16,-7 7-8-16,7-7 5 0,-6 7-1 0,6-7 4 15,-8 7-2-15,8-7-2 0,-6 7 1 0,6-7 2 16,-6 7-3-16,6-7 0 0,0 0-2 0,-8 9 3 15,8-9 5-15,-5 7-3 0,5-7-7 0,-7 6 3 16,7-6 2-16,0 0-3 0,-8 10 0 0,8-10-2 16,-6 8 1-16,6-8-1 0,-6 7-2 0,6-7 5 15,-8 8-5-15,2-2 13 0,6-6-10 0,-8 7 6 16,8-7 0-16,-6 9-6 0,6-9-1 0,-7 6-1 16,7-6 6-16,-7 7 1 0,7-7 0 0,-8 7-9 15,8-7 4-15,-5 7-1 0,5-7 4 0,-6 8-3 16,6-8 8-16,-6 7-4 0,6-7-4 0,-5 7 4 0,5-7-3 15,-7 7 1-15,7-7 0 0,0 0-4 16,-7 6 0-16,7-6-1 0,0 0 9 0,-6 6-4 16,6-6 2-16,0 0-2 0,-6 8 1 0,6-8 1 15,0 0-7-15,-9 5 3 0,9-5-4 0,-7 6 6 16,7-6-2-16,0 0 0 0,-6 7 0 0,6-7 0 0,-8 6 7 16,8-6-5-16,0 0 5 0,-10 7-9 15,10-7 5-15,-5 5 1 0,5-5 0 0,0 0-4 16,-7 7-6-16,7-7 9 0,0 0 1 0,-6 4-7 15,6-4 7-15,0 0 0 0,0 0-7 0,-8 6 5 16,8-6-1-16,0 0 1 0,0 0 1 0,-8 4-2 16,8-4 2-16,0 0 1 0,0 0 2 0,-6 5-2 15,6-5-3-15,0 0 3 0,-3 4-3 0,3-4 2 16,0 0-2-16,0 0 5 0,-7 3-1 0,7-3-5 16,0 0 0-16,-4 6-6 0,4-6 4 0,0 0 1 15,0 0-3-15,-7 3 4 0,7-3 1 0,0 0-11 16,0 0 8-16,-5 4 6 0,5-4-1 0,0 0-2 15,0 0 1-15,0 0-1 0,-4 6 4 0,4-6-12 16,0 0 11-16,0 0 0 0,-5 4 0 0,5-4-3 16,0 0 6-16,-6 5-3 0,6-5 2 0,0 0 2 15,-6 3-3-15,6-3 4 0,0 0-6 0,-6 5 6 16,6-5 3-16,0 0-8 0,-7 5-4 0,7-5 4 16,-6 5 3-16,6-5-5 0,-8 4 9 0,3 0-5 15,5-4 2-15,-10 5-5 0,5-2-1 0,-2 0 9 16,7-3-2-16,-10 6 1 0,4-3 2 0,6-3-8 15,-10 4-1-15,2 0 2 0,-4 1-1 0,1 2-8 16,-8-1-23-16,-6 6-86 0,-10-1-122 0,0 2 54 16</inkml:trace>
  <inkml:trace contextRef="#ctx0" brushRef="#br0" timeOffset="177497.56">18983 10226 16 0,'0'0'14'0,"0"0"2"0,0 0 0 0,0 0 0 15,0 0 7-15,0 0-9 0,1 10 0 0,-1-10 3 16,0 0 0-16,0 0-6 0,0 0 5 0,0 0-2 16,0 0 1-16,0 0 6 0,0 0 0 0,0 0-12 15,0 0 5-15,0 0 5 0,0 0 2 0,0 0-2 16,0 0-1-16,0 0-8 0,0 0 0 0,0 0 0 16,0 0 9-16,0 0-7 0,0 0-1 0,0 0-2 15,0 0-3-15,0 0-7 0,0 0 12 0,0 0-5 16,0 0-1-16,0 0 2 0,0 0 1 0,0 0 0 15,0 0-8-15,0 0 2 0,0 0 1 0,0 0 0 16,0 0-4-16,0 0 5 0,0 0-1 0,0 0 0 16,0 0-6-16,0 0 7 0,0 0-4 0,0 0 5 15,0 0-8-15,0 0 5 0,0 0-5 0,0 0 7 16,0 0-3-16,0 0-2 0,0 0 3 0,0 0-3 16,0 0 2-16,0 0-6 0,0 0-5 0,0 0 4 15,0 0-4-15,0 0-2 0,0 0-1 0,0 0-6 16,0 0-7-16,0 0-2 0,0 0-5 0,0 0-27 15,0 0-64-15,0 0 29 0</inkml:trace>
  <inkml:trace contextRef="#ctx0" brushRef="#br0" timeOffset="180422.53">16947 14717 95 0,'0'0'100'16,"0"0"-3"-16,0 0-11 0,0 0-3 0,0 0-7 16,0 0-6-16,0 0-13 0,0 0-3 0,-1 8-6 15,1-8 5-15,0 0-6 0,0 0 1 0,0 0 0 0,0 0-2 16,0 0 0-16,0 0-4 0,0 0 3 0,0 0-1 15,0 0-7-15,0 0 0 0,0 0-6 0,0 0-2 16,0 0-3-16,0 0 2 0,0 0-7 16,0 0 7-16,0 0-1 0,0 0 0 0,0 0-3 15,0 0-2-15,0 0 6 0,0 0-7 0,0 0-1 0,0 0-1 16,0 0-2-16,0 0 0 0,0 0-1 0,0 0-2 16,0 0-2-16,0 0-6 0,0 0 0 15,0 0 5-15,0 0-3 0,0 0 1 0,0 0-1 16,0 0 0-16,0 0-5 0,0 0 3 0,0 0-6 0,0 0 8 15,0 0 3-15,0 0-14 0,0 0-3 0,0 0-14 16,0 0-20-16,0 0-20 0,0 0-18 0,0 0-23 16,5 3-28-16,-5-3-94 0,2 7-240 15,-2-7 106-15</inkml:trace>
  <inkml:trace contextRef="#ctx0" brushRef="#br0" timeOffset="182182.55">23006 15993 59 0,'0'0'81'0,"0"0"-6"0,0 0-6 0,0 0-1 16,0 0-12-16,0 0-6 0,9 0 4 0,-9 0-3 16,0 0-7-16,0 0 16 0,0 0-10 0,0 0 0 15,0 0 2-15,0 0 2 0,0 0-9 0,0 0 8 16,0 0-4-16,0 0 9 0,0 0 1 0,0 0-3 16,0 0 4-16,0 0 0 0,0 0 1 0,0 0-2 15,0 0 5-15,0 0 0 0,0 0 2 0,0 0 2 16,0 0-3-16,0 0 5 0,0 0-2 0,0 0 3 15,0 0 2-15,0 0-4 0,0 0-1 0,0 0 2 16,0 0 1-16,0 0-2 0,0 0 0 0,0 0-6 16,0 0 1-16,0 0-4 0,0 0 1 0,0 0-6 15,0 0 11-15,0 0-16 0,0 0-4 0,0 0-2 16,0 0 1-16,0 0-6 0,0 0-2 0,0 0-10 16,0 0-2-16,0 0-3 0,0 0-2 0,0 0-4 15,0 0 0-15,0 0-4 0,0 0 2 0,0 0-7 16,0 0 1-16,0 0 2 0,0 0-4 0,0 0-5 15,0 0-2-15,0 0-5 0,0 0-10 0,0 0-9 16,0 0-19-16,0 0-9 0,0 0-15 0,0 0-13 16,0 0-18-16,0 0-30 0,0 0-23 0,0 0-18 15,0 0-24-15,0 0-13 0,0 0-132 0,0 0-365 16,0 0 162-16</inkml:trace>
</inkml:ink>
</file>

<file path=ppt/ink/ink2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42:06.373"/>
    </inkml:context>
    <inkml:brush xml:id="br0">
      <inkml:brushProperty name="width" value="0.05292" units="cm"/>
      <inkml:brushProperty name="height" value="0.05292" units="cm"/>
      <inkml:brushProperty name="color" value="#FF0000"/>
    </inkml:brush>
  </inkml:definitions>
  <inkml:trace contextRef="#ctx0" brushRef="#br0">16337 3805 5 0,'0'0'35'0,"0"0"-5"0,0 0-5 15,0 0-1-15,0 0-3 0,0 0 2 16,0 0-6-16,0 0 5 0,0 0-6 0,-6-4 0 15,6 4-2-15,0 0 5 0,0 0-5 0,0 0 1 16,0 0 6-16,0 0 1 0,0 0-1 0,24-8-1 16,-12 3 0-16,6 0 1 0,1 0 8 0,6-2 7 15,2 2-9-15,1-2-3 0,2-1 1 0,0 2-6 0,1-2 2 16,-2 1 10-16,2 2-8 0,0 1-2 16,2-2 4-16,0 2-9 0,3 0 6 0,-3 1 0 15,-1 0-8-15,0 0-2 0,2 2 2 0,1-1 3 16,1 0-1-16,1 2-14 0,0-2 11 0,2 0 5 15,13 1-3-15,-2 0-7 0,-12 1 8 0,14-2-7 16,2 2 2-16,-4-1 6 0,-9 1-1 0,9 0-9 16,-16 1 7-16,6-1 4 0,12 0 3 0,-15 0-14 15,3 2 13-15,13-2-12 0,-14 1 9 0,13 0 0 16,-1 1-1-16,0-4-9 0,-1 4 7 0,1-4 1 16,-11 4-5-16,15-4 10 0,-3 0-5 0,3 0 12 15,-4 1-10-15,3-3 2 0,-2-1-7 0,2 3 0 16,0-2 5-16,1 3 2 0,2-4-5 0,1 2-4 15,0-2 2-15,4 0 6 0,-1 1 18 0,1 1 9 16,-1 1-15-16,-2-2-2 0,-3 3 3 0,3-5-10 16,1 4 1-16,-5 1 1 0,2-2 2 0,-3 3-8 15,5-3 0-15,-7 2-4 0,4 1 0 0,2 3 2 16,-5-3-5-16,-1 0-1 0,3 1 12 0,-3 0-14 16,2-1 0-16,-2 2 0 0,1 1 3 0,-1-3-1 15,0 0-3-15,-11 0 1 0,12 0-3 0,3 0 2 16,0-2 0-16,-1 1 3 0,1 1 4 0,-2-3-4 15,4 2-1-15,-4 1-3 0,3-2 3 0,-1-2-2 16,-4 4 0-16,1 0-3 0,-1-2 3 0,-12 1-4 16,-2 0 0-16,14 2 2 0,-13-1-4 0,12 1 4 15,-13-1 0-15,15 2-2 0,-16-2 2 0,15 0-4 16,-14 0 4-16,16 4 0 0,-3-2-1 0,0-1-2 16,4-1 1-16,-4 0 1 0,-1 1-3 0,3 1 3 15,-15-2-1-15,14 0 2 0,1 3-5 0,-15-3 1 16,0 0 1-16,16 0-1 0,-16 3 4 0,2-2 0 15,15-1-1-15,-1 3-3 0,-16-2 5 0,14 0-11 16,-2 1 7-16,-10 1-2 0,0-1 4 0,12-2-2 16,-12 3 4-16,-3-1-4 0,2-2 2 0,-1 2 1 15,2-2 2-15,0 0-3 0,-3 3 0 0,14-4 0 16,-14 1 5-16,14 2-7 0,-14 1 2 0,0-2 3 16,2 1-2-16,-1-2 0 0,2 2 6 0,-2-1-7 15,3 1 4-15,-4-2-6 0,0 1 2 0,-1 0-3 16,-4 2 3-16,-3-1-1 0,1-2 1 0,-8 2-1 15,0-1 5-15,-3 0-9 0,3 0 4 16,-3-1-3-16,2 0 4 0,-1 0-2 0,2 2 10 16,-2-2-9-16,1 0 1 0,-1 0-4 0,-3-2 3 0,5 2-1 15,-6-1 1-15,3 0-1 0,0 1-3 0,-6 0-4 16,0 0-9-16,5 0-11 0,-3 0-9 0,-2-1-6 16,2 1-12-16,0 0-15 0,-3 0-11 0,9-3-11 15,-7 4-6-15,5-2-5 0,4 1-9 0,-3-1-2 16,7-2-6-16,-6 5-67 0,6-4-201 15,-7 2 88-15</inkml:trace>
  <inkml:trace contextRef="#ctx0" brushRef="#br0" timeOffset="213.94">24377 3534 166 0,'0'0'152'0,"0"0"-16"0,0 0-15 0,0 0-10 16,0 0-19-16,0 0-35 0,0 0-48 0,0 0-65 16,0 0-76-16,0 0-142 0,0 0 63 0</inkml:trace>
  <inkml:trace contextRef="#ctx0" brushRef="#br0" timeOffset="31067.46">24343 9239 3 0,'0'0'151'0,"0"0"-9"16,0 0-4-16,3-11-11 0,-3 11 0 0,0 0-10 15,4-6-5-15,-4 6-7 0,0 0 0 0,0 0-2 16,1-9-2-16,-1 9-1 0,0 0-2 0,3-7-4 16,-3 7-7-16,0 0-8 0,0 0-2 0,1-9 1 15,-1 9-6-15,0 0 3 0,-1-11-5 0,1 11-1 16,0 0-14-16,0 0-6 0,-1-12-2 0,1 12-4 0,-2-7-5 16,2 7-4-16,-1-9-2 0,1 9-5 15,-2-10-1-15,2 10-3 0,-8-7-3 0,8 7 0 16,-6-8-3-16,3 4-8 0,3 4-4 0,-8-3 2 0,8 3 0 15,-14 0-4-15,14 0 2 0,-18 2 1 0,6 1-3 16,-1 1-1-16,-1 0 1 0,-3 4-1 16,-2 0-1-16,1 2-1 0,-6 4-5 0,0-1 6 0,6-2-4 15,-4 4 3-15,7-2 1 0,-5 5-1 0,7-6-3 16,0 2 3-16,0 1 0 0,4-2 2 0,0 0-3 16,3 3 2-16,-1-5-3 0,3 4 2 0,1 1 0 15,0-3 0-15,6 3 0 0,-1 0 3 0,3 0-3 16,0 0 5-16,2-2-1 0,2 0 5 0,-2-3-1 15,3-1 0-15,3 0-2 0,1 0 2 0,-1-1-3 16,1 1 2-16,2-4 0 0,0 0 2 0,1-1-3 16,-2-2-3-16,0-1-22 0,5 1-22 0,-8 1-34 15,1-4-39-15,6-1-33 0,-3-1-32 0,-5 1-191 16,1-2-400-16,0 0 176 0</inkml:trace>
  <inkml:trace contextRef="#ctx0" brushRef="#br0" timeOffset="31777.24">24570 9423 19 0,'0'0'133'0,"-11"1"-4"16,11-1-8-16,-12 0-10 0,12 0-4 0,-8 2-4 15,8-2-11-15,0 0-4 0,-12 0 0 0,12 0 0 16,0 0 0-16,0 0-5 0,0 0-8 0,0 0 3 16,0 0-5-16,-8 2 3 0,8-2-1 0,0 0-3 15,0 0 0-15,0 0-3 0,0 0-3 0,0 0-2 16,0 0-3-16,0 0-6 0,0 0-2 0,0 0-5 0,0 0 1 15,0 0-6-15,0 0-1 0,0 0-8 0,0 0 1 16,0 0-4-16,0 0-5 0,0 0-4 0,0 0 1 16,0 0-4-16,0 0 1 0,0 0 0 15,0 0-7-15,0 0 2 0,0 0-7 0,0 0 3 0,0 0 1 16,0 0-4-16,0 0-2 0,-6 1-1 16,6-1 1-16,0 0-2 0,0 0 3 0,0 0-2 15,0 0-2-15,0 0 2 0,0 0-2 0,0 0 1 0,0 0 0 16,0 0 2-16,0 0-7 0,0 0 6 0,0 0 1 15,0 0-2-15,0 0 2 0,0 0-2 0,0 0-1 16,0 0-4-16,0 0 6 0,0 0-1 0,0 0-1 16,0 0-3-16,0 0 6 0,0 0-3 0,0 0 1 15,0 0-3-15,0 0 1 0,0 0 2 0,0 0 1 16,0 0-4-16,0 0 2 0,0 0 2 0,0 0-1 16,0 0 0-16,0 0-4 0,0 0 2 0,0 0 2 15,0 0-4-15,0 0 2 0,0 0 1 0,0 0 3 16,0 0 1-16,0 0 0 0,25 7 3 0,-15-8 0 15,4-2-1-15,-1 0 0 0,5 2 2 0,1-1-1 16,0-1 0-16,4-1 3 0,3-1-6 0,1 1 1 16,0-1 0-16,-7 1 0 0,3 2-1 0,-4-1 0 15,0 0-2-15,-2 0 1 0,1 0-3 0,-5 0 5 0,-1 2-6 16,8-3 4-16,-8 3-2 0,-1-1-1 16,-1 0 1-16,1-1 1 0,-3 1-5 0,-1 0-12 15,-7 2-8-15,13-3-17 0,-6 2-23 0,-7 1-8 16,0 0-19-16,11-2-8 0,-11 2-18 0,0 0-17 15,0 0-9-15,0 0-13 0,6-1-6 0,-6 1-9 16,0 0-5-16,0 0-87 0,0 0-280 0,0 0 125 16</inkml:trace>
  <inkml:trace contextRef="#ctx0" brushRef="#br0" timeOffset="32064.37">24828 9357 123 0,'0'0'142'0,"0"0"-13"15,0 0 4-15,0 0-14 0,-10-2-11 16,10 2-12-16,0 0-6 0,0 0 6 0,-3 8-3 16,3-8 0-16,0 8 5 0,0-8 8 0,-2 16-15 0,4-7-12 15,-2 4 10-15,2-2-3 0,2 8 4 0,-4-2-11 16,2 0 0-16,1 1-6 0,-1 1-3 0,1-1 3 16,1 1-5-16,-2 1-7 0,3-4-7 0,-3 1-3 15,1 0-1-15,0 1-7 0,0-3 5 0,-1-4-9 16,1 2 2-16,1-1-5 0,-2-2-5 0,2 1-2 15,0-1-1-15,-2-1-8 0,1 1 3 0,0-3-6 16,-1-1-3-16,-2 1-8 0,3-1-18 0,-3-6-24 16,1 11-26-16,-1-11-27 0,1 9-33 0,-1-9-19 15,1 5-34-15,-1-5-27 0,0 0-141 0,0 0-371 16,0 0 164-16</inkml:trace>
  <inkml:trace contextRef="#ctx0" brushRef="#br0" timeOffset="32279.3">25320 9426 59 0,'0'0'236'16,"0"0"-16"-16,0 0-17 0,4-8-9 0,-4 8-18 15,0 0-13-15,8-3-19 0,-8 3-13 0,9-2-14 16,1 2-10-16,-1 0-11 0,5-1-8 0,-3 1-18 15,-2 0-36-15,-9 0-35 0,20 1-55 0,-13-1-46 16,2 1-37-16,-2 0-151 0,-7-1-315 0,11 2 140 16</inkml:trace>
  <inkml:trace contextRef="#ctx0" brushRef="#br0" timeOffset="32464.91">25278 9541 139 0,'0'0'202'16,"0"0"-4"-16,-4 3-4 0,4-3-7 0,0 0-12 0,0 0-8 16,0 0-6-16,0 0-14 0,25 3-14 15,-13-3-12-15,-1 0-14 0,1 0-10 0,5 0-25 0,-4 0-37 16,0 0-46-16,-1 0-47 0,2-2-57 0,-5 1-57 16,0 1-125-16,3-2-321 0,-3 2 142 15</inkml:trace>
  <inkml:trace contextRef="#ctx0" brushRef="#br0" timeOffset="71723.56">26079 9054 64 0,'0'0'164'0,"-2"-15"-4"16,2 8-14-16,-4 1 0 0,4 6-1 0,-2-15-8 15,2 8-2-15,0 7 1 0,-3-12-7 0,3 12-3 16,0-9-10-16,0 9-5 0,0 0-13 0,-1-9-8 15,1 9-10-15,0 0-6 0,0 0-13 0,0 0-6 16,-2-9-7-16,2 9-7 0,0 0-6 0,0 0 1 16,0 0-3-16,0 0-3 0,3 29-2 0,0-12 0 15,-3 1-3-15,0 8 2 0,2 5-5 0,-2 0 2 16,0 3 0-16,0 2 0 0,0 12 3 0,2-1-2 16,0 0-4-16,-2 1-3 0,0 3 4 0,2-2 3 15,-2 0-9-15,5 2 4 0,-1-4-5 0,3 3-1 16,0-1-1-16,-2 3 2 0,5-5-3 0,-3 2 2 15,-1 1-3-15,2-2-2 0,1-3-1 0,-5-10 2 16,1 0-3-16,4 0 1 0,-4 0-2 0,5-2 1 0,-3 1 1 16,0-1 0-16,-2-1-5 0,-1-5 2 15,0-1-5-15,-4-5-8 0,0 3-5 0,3-5-11 16,-1-3-20-16,2-6-17 0,-2 1-23 0,0-1-34 16,-2-2-19-16,0-2-35 0,0-6-27 0,-2 13-149 0,2-13-376 15,-8 4 166-15</inkml:trace>
  <inkml:trace contextRef="#ctx0" brushRef="#br0" timeOffset="72327.16">26827 9367 91 0,'-9'-9'174'0,"1"2"-3"0,-2-2-1 16,1 3-4-16,-1 2-9 0,-2-2-6 0,1 3-12 15,-5 2-13-15,5 0-12 0,-2 2-8 0,-6 3-7 0,1 2-9 16,5 2 0-16,-3 3-8 0,2 1-4 15,-2 1-6-15,3 1-9 0,-2 8-4 0,5-5-7 16,0 7 2-16,1-6-5 0,3 0-2 0,4 0-5 16,2 0-4-16,2-1-1 0,-2-1-3 0,3-1-6 15,4-3-1-15,-2-1-4 0,5-2 1 0,0 1-3 16,5-1 0-16,-4-1-5 0,3-4 1 0,1 0 0 16,2-2-3-16,2-1 0 0,-3-2-3 0,-3 0-2 15,4-5-1-15,1-1-5 0,-3-3-3 0,-2 1-3 0,1-4 5 16,-3-5-7-16,3-2 4 0,-3-3-3 0,-2-2 1 15,-2-1-1-15,-2-2 2 0,-1 1-1 16,0-3 1-16,-4-5-4 0,3 2 1 0,-3-2 1 0,-3 0 4 16,1 0 3-16,2 5 1 0,-2-1 0 0,0 5 7 15,-2 9 1-15,3 0 11 0,-1 5 2 0,0 1 6 16,2 1-1-16,-3 3-1 0,3 7-3 0,-2-11-3 16,2 11-7-16,0-8-2 0,0 8-3 0,0 0 4 15,0 0-9-15,0 0 4 0,5 31-2 0,0-13 4 16,-3 10-3-16,0 0-2 0,-2 5 2 0,2-2 3 15,0 1-4-15,0 2 2 0,-2 1-1 0,3-4 0 16,-1 3-3-16,0 0 2 0,0-2-2 0,2-2-1 16,0-1-10-16,0-3-17 0,-2 1-25 0,2-3-24 15,1-4-27-15,-1-4-32 0,1 0-28 0,2-1-27 16,-1-5-19-16,-1 1-173 0,3-4-406 0,-3-2 180 16</inkml:trace>
  <inkml:trace contextRef="#ctx0" brushRef="#br0" timeOffset="72554.23">27263 9288 25 0,'0'-13'206'0,"-2"1"-7"15,-3 0 2-15,3 3 7 0,-2 3-4 16,2-2-19-16,2 8-11 0,-3-9-20 0,-1 4-16 16,4 5-13-16,0 0-11 0,0 0-12 0,-23 12-6 15,19-2-9-15,-6 5-8 0,4-1-6 0,1 3-8 16,1 0-5-16,0 2-4 0,1 1-9 0,-2-1-2 15,5 5-5-15,3-5-1 0,0 7-8 0,-1-9-14 16,2 0-22-16,0-2-25 0,0 2-31 0,3-1-26 16,-1-2-29-16,-2-3-32 0,2-2-27 0,-3-1-25 0,1 0-125 15,-2-5-352-15,-2-3 156 0</inkml:trace>
  <inkml:trace contextRef="#ctx0" brushRef="#br0" timeOffset="72789.72">27277 9193 9 0,'2'-6'186'0,"5"0"-10"0,-1 0 2 0,2 5-5 15,2-1 1-15,4 3-7 0,0 1-8 0,1 9-10 16,1-1-8-16,-3 2-14 0,7 6-5 0,-4 2-17 16,0 2-4-16,-5 0-11 0,1 4-4 15,-6-1-10-15,1-1-6 0,-5 1-8 0,2-5-5 0,-4 5-5 16,0 0-5-16,-4-6-3 0,2-1-9 0,-3 0-25 15,1 0-21-15,-4-2-29 0,0-2-33 0,1-4-27 16,0 0-26-16,-2-3-24 0,0 0-40 0,-2-1-128 16,-3-4-344-16,4 0 152 0</inkml:trace>
  <inkml:trace contextRef="#ctx0" brushRef="#br0" timeOffset="72949.25">27183 9433 160 0,'-1'-7'164'0,"1"7"-15"15,3-11-9-15,-3 11-11 0,8-6-1 0,3 2-3 16,3 0-4-16,4 0-7 0,0 3-13 0,5-2-11 16,4 3-8-16,1 0-8 0,1 0-9 0,-2 0-8 15,-6 0-30-15,2 2-28 0,-4 3-47 0,2-2-42 16,0 1-39-16,-11 1-114 0,3 0-264 0,-3 0 117 16</inkml:trace>
  <inkml:trace contextRef="#ctx0" brushRef="#br0" timeOffset="73177.67">26933 9745 118 0,'-14'1'193'15,"6"2"-17"-15,3-2-3 0,5-1-8 0,0 0-12 16,0 0-6-16,32 8-13 0,1-8-11 0,16-4-8 0,12-4-12 15,31 1-8-15,-29-1-8 0,29-5-14 16,-27 7-4-16,3 1-13 0,-3-2-15 0,-6 3-25 16,-9 4-41-16,-16 1-43 0,0 1-32 0,-14-2-39 15,3 4-146-15,-10 0-307 0,-1-1 136 0</inkml:trace>
  <inkml:trace contextRef="#ctx0" brushRef="#br0" timeOffset="73672.39">27403 10007 47 0,'-14'-3'257'0,"3"0"-14"0,-8 1-7 16,2-2-5-16,-2 2-12 0,0-1-15 0,-2 3-11 15,1 0-22-15,2 0-14 0,4 1-15 0,-5 3-15 16,0 2-12-16,3-2-12 0,-1 3-12 0,6 0-6 15,-3 3-8-15,5 0-7 0,-3 5-6 0,4-2-7 16,1 2-10-16,3 0 1 0,2-2-6 0,2-1-3 16,2 1-5-16,0-2 0 0,4 1-7 0,-1-2-1 15,1 0-5-15,6-1 4 0,-3 0-2 0,7-2-5 16,-1-1-2-16,-4-1 1 0,5-3-5 0,1 1 1 16,-4-3-8-16,5-1 4 0,-5-1 3 0,-2-3-9 15,1 1-4-15,-1-3-2 0,-3 1-6 0,2-5 4 16,-1-3-3-16,1-1 1 0,-3-2-1 0,1-1 3 15,-4-1-2-15,-2-8 2 0,0-1 2 0,-2 2 2 16,0 1 0-16,-2-1 0 0,-2-1-1 0,4 1 3 16,-3 1 4-16,-1 0 6 0,1 7-2 0,-1 2 15 15,4 4 8-15,-1 1 9 0,1 3-5 0,-3-2 3 16,2 4-3-16,1 6-1 0,0-10-11 0,0 10-7 16,0 0-3-16,0 0-3 0,0 0 0 0,0 0 6 15,0 0-6-15,14 35 5 0,-9-16-4 0,1 9-5 16,1 1 4-16,-3-3 4 0,3 0-5 0,0 1 1 0,-1 3 0 15,-1-4-2-15,2 0-6 0,-2-7-20 16,2 7-25-16,-3-8-30 0,0 1-41 0,1-1-46 0,-1-1-46 16,0-5-49-16,1 4-232 0,-4-6-525 15,3 0 232-15</inkml:trace>
  <inkml:trace contextRef="#ctx0" brushRef="#br0" timeOffset="74061.8">27631 9941 251 0,'5'-12'274'16,"-3"4"-15"-16,0 2-13 0,1-2-18 15,-1 2-19-15,-2 6-22 0,3-7-19 0,-3 7-17 16,0 0-8-16,0 0-9 0,0 0-7 0,19 13-10 0,-14-3-9 16,1 1-5-16,3 4-12 0,-4 1-6 15,3 1 2-15,-2-2-23 0,0 1-5 0,1-1-5 0,1-1-9 16,-3 1 1-16,2-4-2 0,-3 0-5 0,-1 1-7 15,3-3-3-15,-1 0 2 0,-1 1-6 0,2-3-7 16,-2-1 4-16,-2 0-2 0,3-2 0 0,-5-4-4 16,6 6 2-16,-6-6-4 0,7 2 3 0,-7-2-3 15,0 0-2-15,13-7-1 0,-8 2 0 0,2-4-4 16,1 0 3-16,2-4-2 0,-1-4 3 0,-1 0-6 16,2-1-1-16,1-5 1 0,0-2-1 0,-4 2-2 15,-1-2-2-15,1 7 3 0,-3-1 3 0,-3 2-1 16,3-2-5-16,-2 4 3 0,-4 2 0 0,2 1-1 0,0 3-1 15,0 0 2-15,-1 1 3 0,-2-2-4 16,3 10-2-16,-5-12 2 0,3 7-21 0,2 5-19 16,-6-6-27-16,6 6-32 0,-5-6-42 0,5 6-53 15,0 0-51-15,0 0-37 0,-7-1-162 0,7 1-478 16,0 0 212-16</inkml:trace>
  <inkml:trace contextRef="#ctx0" brushRef="#br0" timeOffset="74372.35">28382 9054 42 0,'-4'-18'239'0,"1"0"-6"0,-2 3 3 0,3 4-3 15,1 4-4-15,0 0-28 0,1 7-22 0,-2-9-25 0,2 9-18 16,0 0-11-16,0 0-6 0,11 21 3 0,-2 6-5 16,0 7-5-16,6 18-5 0,-1 6-5 15,1 23-7-15,-5-24-6 0,1 26-5 0,-4-24-7 0,2 23-5 16,-3-23-10-16,-1 0-1 0,5 23-12 0,-3-26-4 16,1 4 2-16,-2-5-7 0,1 3-26 0,-2-3-28 15,-1-4-40-15,1-2-49 0,-1-4-48 0,-3-11-62 16,0-1-44-16,0 2-182 0,2-3-474 0,0-6 210 15</inkml:trace>
  <inkml:trace contextRef="#ctx0" brushRef="#br0" timeOffset="75976.5">24934 11015 53 0,'0'-12'180'15,"3"0"-5"-15,-2 0-3 0,2 1-2 0,-1-1-4 16,0 2 2-16,1 0-10 0,0 0-5 0,0-1-11 16,-2 6-6-16,2-2-11 0,-3 7-1 0,4-10-10 15,-4 10-7-15,2-8-12 0,-2 8-11 0,0 0-10 16,1-8-10-16,-1 8-5 0,0 0-8 0,0 0-1 16,0 0-2-16,0 0-2 0,0 0-1 0,1 28-3 15,-2-16 2-15,1 6-3 0,-1 1 1 0,-3 6-6 16,4 0-2-16,0 1 0 0,-2 0 0 0,0-1-3 15,1-6-6-15,2 0 1 0,-2-1-3 0,1 2 0 16,3-2-1-16,-1-2-6 0,0 1 2 0,2-1-1 0,0-4-2 16,0-2 0-16,2 0-3 0,1-1 11 15,0-2-9-15,2 0-6 0,0-2-4 0,3 1-12 16,1-2-19-16,-2-4-30 0,5 0-28 0,0-2-30 16,2-3-40-16,1 0-31 0,-4-2-22 0,2-3-20 0,-3 0-154 15,4-2-414-15,-7-2 184 0</inkml:trace>
  <inkml:trace contextRef="#ctx0" brushRef="#br0" timeOffset="76175.36">24975 10681 203 0,'-13'-6'213'0,"2"0"-8"0,1 4-6 16,3-1-16-16,0-1-15 0,7 4-15 0,-11-4-16 15,11 4-17-15,-6-5-6 0,6 5-20 16,0 0-6-16,0 0-20 0,0 0-28 0,0 0-43 16,27-2-56-16,-14 1-38 0,7 3-46 0,-3-2-138 0,3 1-304 15,1 1 135-15</inkml:trace>
  <inkml:trace contextRef="#ctx0" brushRef="#br0" timeOffset="76372.89">25470 10945 73 0,'10'1'222'0,"-10"-1"-4"0,14 0-5 0,-4-3-16 16,-1 3-22-16,3-4-16 0,-1 2-18 0,3 1-13 16,3 0-13-16,-3-1-17 0,-1 1-33 0,0 0-27 15,-1 1-41-15,-1 0-49 0,-1-2-35 0,-10 2-27 16,14 2-37-16,-7 0-89 0,-4 1-259 0,-3-3 116 15</inkml:trace>
  <inkml:trace contextRef="#ctx0" brushRef="#br0" timeOffset="76540.17">25558 11129 67 0,'-6'7'175'0,"6"-7"9"0,0 0 1 15,-2 9 4-15,2-9-8 0,0 0-7 0,0 0-12 16,9 4-16-16,-9-4-12 0,17 0-16 0,-4-3-12 15,0 0-7-15,4-1-12 0,0 1-22 0,4 0-34 16,-3-2-42-16,2 1-43 0,0-2-51 0,3 1-32 16,-5-1-163-16,2 2-324 0,0-2 144 0</inkml:trace>
  <inkml:trace contextRef="#ctx0" brushRef="#br0" timeOffset="77740.22">27090 11097 171 0,'0'-14'206'0,"-2"8"-6"0,2 6-13 0,-5-14-14 0,2 7-12 15,-1 1-1-15,0 0-2 0,4 6-12 0,-6-12-10 16,1 8-15-16,1-1-5 0,4 5-12 0,-14-4-5 15,7 3-7-15,-5 1-7 0,12 0-6 0,-21 4-7 0,11 1-5 16,-1 3-2-16,0-1-8 0,-1 1-1 16,1 4-6-16,0 1-7 0,-2 2-4 0,4-1 0 15,2 0-7-15,1 1-1 0,-2-1-3 0,4-2-4 16,2 0-2-16,2 2 0 0,-2-4-6 0,4 5 2 0,2-2-4 16,0-3 2-16,2-2-2 0,2 0-1 0,-1 1 0 15,2-5 2-15,0 2-2 0,2-1 4 0,0 0-6 16,1-4-1-16,-1 1-4 0,-2-2-2 15,4-3-3-15,-4 0 3 0,4-3-1 0,-1 1-3 16,-1-4 0-16,3 0-2 0,-3-4-1 0,-2-1 1 0,0-1-2 16,0-3 2-16,-2 1-1 0,-1-9 2 0,-2 1-4 15,-2 1 2-15,-1-2-3 0,-2-2 3 16,-1 2 2-16,0-3 5 0,-2 4-9 0,2-3 4 0,-3 0-3 16,-1 1 3-16,2 2-2 0,-4 6 3 0,4 3 12 15,-1 0 4-15,3 5 1 0,0-1 4 0,0 3-2 16,-1 3 4-16,-1-1-8 0,4 7 3 0,0-11-9 15,0 11 1-15,0 0-2 0,0 0-1 0,0 0-2 16,0 0 1-16,-2 26 2 0,4-10 1 16,-4 8 1-16,4 4-1 0,2-2-3 0,-4 4 0 0,1-2-1 15,1 0 1-15,0 2-3 0,-2-2 5 0,0 0-5 16,2 2 4-16,5-3-4 0,-3 0-10 0,-4-8-21 16,5 5-34-16,-2-3-23 0,-1-3-28 0,-2-1-36 15,2 0-35-15,0-5-27 0,0 1-33 0,0-2-151 16,-1-2-429-16,1-2 190 0</inkml:trace>
  <inkml:trace contextRef="#ctx0" brushRef="#br0" timeOffset="77976.52">27420 10933 109 0,'0'-7'225'0,"-2"-1"-6"0,0 0-11 16,2 8-11-16,-9-6-14 0,5 3-11 0,4 3-12 15,0 0-3-15,-21 13-5 0,14 0-7 0,-2 3-14 0,-2 0-12 16,4 2-5-16,1 5-11 0,1-4-14 0,0 6-6 16,3-7-8-16,2 1-5 0,0 1-11 15,2 0 1-15,1-2-13 0,-1 0-7 0,3-2-23 16,-3 0-26-16,2-4-30 0,0 0-37 0,-1 1-26 0,3-3-27 16,0-1-32-16,-4-4-26 0,2 1-24 0,-1 0-126 15,-3-6-365-15,4 6 162 0</inkml:trace>
  <inkml:trace contextRef="#ctx0" brushRef="#br0" timeOffset="78208.17">27457 10896 27 0,'10'-13'211'0,"2"1"-7"0,-1 5-2 0,0 0-11 0,4 2-6 15,0 3-12-15,3 2-6 0,-1 4-18 0,-1 1-4 16,2 3-6-16,0 4-13 0,-3 3-12 0,4 3-10 15,-7-3-8-15,3 8-5 0,-3 0-14 16,-5 4-3-16,-2-1-5 0,-2-1-10 0,-3 1-7 0,-3-2-2 16,-4 1-7-16,2-5-7 0,-3-4-33 0,0 1-20 15,-2 1-24-15,-1-3-22 0,2 0-30 0,-5-2-29 16,6-7-19-16,-4 3-34 0,0-2-29 0,-5-1-119 16,-1-2-347-16,5-1 153 0</inkml:trace>
  <inkml:trace contextRef="#ctx0" brushRef="#br0" timeOffset="78390.39">27348 11128 2 0,'7'-6'170'0,"3"0"1"0,-2 1 4 0,5-1-9 16,4 0-7-16,0 1-8 0,3 1-14 0,-1 0-12 16,7-1-6-16,-4 2-13 0,-3 3-11 0,4 0-7 15,-4 2-12-15,0-1-7 0,-2 3-29 0,2-1-25 16,-7 0-34-16,1 1-37 0,-3 2-23 0,1 0-24 15,-2 1-26-15,0-2-118 0,-4 2-267 0,-1 0 119 16</inkml:trace>
  <inkml:trace contextRef="#ctx0" brushRef="#br0" timeOffset="78640.28">27093 11495 114 0,'-5'1'159'0,"5"-1"-8"0,-5 8 13 0,5-8-6 15,0 0-3-15,31 6-11 0,-8-6-9 16,9 0-9-16,22-5-3 0,0-3-11 0,4 2-4 0,0 0-9 16,3-4-6-16,-1 0-9 0,-3 2-5 15,-2-2-10-15,-18 6-5 0,-2-2-13 0,-1 2-12 0,-5 4-31 16,-2 0-33-16,-11-1-40 0,-5 2-32 0,-2 2-19 15,-2 0-33-15,-4 1-149 0,-3-4-321 16,0 0 142-16</inkml:trace>
  <inkml:trace contextRef="#ctx0" brushRef="#br0" timeOffset="79202.92">27555 11914 166 0,'-9'-9'173'16,"-2"0"-10"-16,-3-1-18 0,-4 2-13 0,0-1-3 16,1 2-8-16,0 3-4 0,0-1-3 0,-1 2-6 15,0-1-12-15,4 4-8 0,1-1-5 0,-1 2-14 16,1 2 1-16,-4 2-6 0,5 1-7 0,-3 1-3 15,-2 4-7-15,1 0-6 0,3 1-2 0,2 1-1 16,1 1-7-16,4-2-3 0,-1 3 3 0,3-1-6 16,2-2-2-16,6 1-1 0,-2-2-4 0,5 3 2 15,2 0-9-15,3-4 9 0,3 0-3 0,1-1-4 16,5-3 0-16,-2-3-3 0,10 1 2 0,-8-3-5 16,-2-1-1-16,0-1-7 0,1-2 3 0,-4 0 1 15,-2-1-1-15,-4-2-2 0,-1 1 3 0,0-2 0 0,2-3-2 16,-4 1-3-16,2-5 2 0,-2-3-3 15,-4 1 1-15,1-1 2 0,-4-3-3 0,0 1 6 16,0-8-5-16,-4 1 2 0,-2 0 5 0,0-1-1 16,-1 1 1-16,-2-2 4 0,-2 0 5 0,4 2 7 0,-2 2 8 15,3 5 15-15,-1 4 9 0,0-1-2 16,4 1 4-16,1 3-3 0,-4 2 2 0,4-1-1 16,0 4-8-16,2 7-2 0,-2-9-7 0,2 9-4 15,0 0-3-15,0 0-1 0,0 0-6 0,0 0 7 0,12 25 1 16,-7-8-3-16,5 7-2 0,-4 1-3 15,-1 3 1-15,3 1-1 0,-3 1-1 0,-1 1-5 0,4-2 4 16,-4 3-1-16,4-2-1 0,-3-2-5 0,4-1-2 16,-4 0-1-16,2-4-4 0,-3 2-14 0,2-6-24 15,-2-2-32-15,4-1-35 0,-6 0-47 0,3-4-53 16,-3-1-40-16,-2 0-200 0,2-4-477 0,-2-1 211 16</inkml:trace>
  <inkml:trace contextRef="#ctx0" brushRef="#br0" timeOffset="79540.92">27831 11626 176 0,'1'-9'235'0,"1"-3"-9"15,0 5-3-15,0 0-9 0,-2 0-16 0,0 7-9 16,0-12-20-16,0 12-17 0,2-7-16 0,-2 7-13 15,0 0-14-15,0 0-8 0,0 0-7 0,0 0-5 16,0 0-3-16,7 31-2 0,-5-13-6 0,-4 1-2 16,2 6-7-16,0-5-1 0,0-1-8 0,-4 7-4 15,4 2-7-15,0-2 0 0,1 0-8 0,-1-3 0 16,0-3-6-16,1-1-2 0,1-2-1 0,0 1-3 16,0-3-5-16,1 2-1 0,1-5-6 0,-1-1 0 15,3 5 2-15,-1-6-4 0,-1-1-1 0,1-2-9 16,2-1-15-16,1-1-7 0,-1 0-17 0,2-2-12 15,1-1-24-15,0-1-23 0,1-1-29 0,-1-2-29 16,-1-1-21-16,0-2-27 0,0-1-5 0,1-2-29 16,-3 0-118-16,-1-1-379 0,-1-1 167 0</inkml:trace>
  <inkml:trace contextRef="#ctx0" brushRef="#br0" timeOffset="79701.82">27771 11740 29 0,'-18'-3'178'0,"5"1"-11"15,2 0 5-15,3 1-5 0,1-1-10 0,7 2-15 16,-11-4-10-16,11 4-11 0,0 0-9 16,0 0-11-16,0 0-3 0,0 0-10 0,34 0-10 15,-6-4-16-15,-2 1-30 0,13 0-31 0,-1-2-48 0,16-3-40 16,-4 2-34-16,-16 3-143 0,3-5-286 0,-3 2 127 16</inkml:trace>
  <inkml:trace contextRef="#ctx0" brushRef="#br0" timeOffset="81715.67">25642 12419 150 0,'0'0'166'0,"0"0"-1"16,-10 0-4-16,10 0-9 0,0 0-7 0,0 0-4 15,0 0-14-15,0 0-8 0,0 0-13 0,0 0-1 16,0 0-11-16,0 0-9 0,0 0-6 0,0 0-4 16,29-11-11-16,-12 7-4 0,0-2-5 0,3 1-9 15,-3 3-6-15,2-1-16 0,2-2-18 0,-4 1-34 16,3 0-24-16,-3 0-27 0,-2 2-27 0,1-2-25 16,-3 1-14-16,-2 3-126 0,-1-2-293 0,1 2 129 15</inkml:trace>
  <inkml:trace contextRef="#ctx0" brushRef="#br0" timeOffset="81899.95">25711 12578 118 0,'-6'4'169'0,"6"-4"-9"0,0 0 0 0,0 0-8 15,0 0-10-15,0 0-12 0,0 0-13 0,15 4-12 16,-3-4-12-16,-1-3 6 0,2 1-24 0,5 1-32 15,0-1-32-15,0-1-43 0,2 0-38 0,0 2-40 16,0-2-117-16,-1 0-247 0,-4 0 110 16</inkml:trace>
  <inkml:trace contextRef="#ctx0" brushRef="#br0" timeOffset="83552.78">26708 12528 90 0,'0'0'154'0,"-9"-10"-18"0,5 3-4 16,-6 1-6-16,4 1-6 0,-5-1-8 0,0 1-7 16,1 1 0-16,-7 0-11 0,3 2-3 15,1 0-5-15,-1 2-5 0,-1 2-4 0,0 1-4 0,2-1-5 16,-5 1-4-16,1 4-7 0,-2 0-4 0,6 3-1 16,-3 1 0-16,3 0-10 0,1 1-2 0,-1 4-3 15,5-2 0-15,1 0-4 0,1-3 0 0,4 2-6 16,-2 1-1-16,2-1-3 0,4-1-8 0,0-2 3 15,0 1 0-15,6-1-1 0,-4 0-1 0,3-2-1 16,4-1-3-16,0-2 7 0,5 1 9 16,-2-3-5-16,3-3-4 0,2-1-1 0,0-5 0 15,2 0-2-15,-1 0 0 0,-2-6-1 0,4-2-2 16,1-1-2-16,-3-2-1 0,-6 2-1 0,1-7 1 0,-1 1-2 16,-1-4-4-16,-3 0 0 0,-2-3 1 0,-3 1 0 15,-1 1 1-15,-4-3 2 0,4 3-3 0,-6-3-2 16,0 2 0-16,0-2 2 0,-2-1-3 0,1 1 2 15,-3 0 1-15,-2 2 0 0,4 8 3 0,-1 2 5 16,1-2 4-16,0 3 3 0,2 5 6 0,2 0 4 16,-5 3-2-16,2 2-5 0,3 6-4 0,-2-8-2 15,2 8-3-15,0 0-6 0,0 0 4 0,0 0-2 16,0 0 1-16,10 28 3 0,-8-10 1 0,2 9 2 16,1 0 1-16,3 5 4 0,-5-3-3 0,0 4 1 15,1 0-3-15,-2 0 0 0,0-1-1 0,1 1-4 16,-1-3-1-16,4 0 3 0,-4-1-2 0,1-2-3 15,-1-1 2-15,3-1-7 0,-3-6-13 0,0-2-25 16,1 0-29-16,-3-1-33 0,0-3-27 0,2-2-31 16,0 0-28-16,-2-3-19 0,2-2-26 0,-2-6-115 15,0 11-370-15,0-11 164 0</inkml:trace>
  <inkml:trace contextRef="#ctx0" brushRef="#br0" timeOffset="83790.56">27016 12307 120 0,'-1'-8'204'0,"-3"3"-5"15,4 5-14-15,-8-4-8 0,8 4-3 0,-17 5-9 16,9 3-7-16,-1 0-14 0,-3 7-6 0,3-2-4 16,-1 2-18-16,0 3-11 0,3 1-10 0,1 0-8 15,2-2-8-15,-1 2-6 0,5 0-10 0,0 1-3 16,4-2-7-16,-1 1-6 0,1-1-5 0,0-1-11 15,3-2-17-15,0-2-19 0,4 0-24 0,-6-3-41 16,3-1-37-16,2 0-28 0,-3-4-23 0,1 1-28 16,-3 0-144-16,-1-4-356 0,-4-2 159 0</inkml:trace>
  <inkml:trace contextRef="#ctx0" brushRef="#br0" timeOffset="84028.55">27022 12311 176 0,'8'-11'178'0,"-8"11"0"0,11-3-4 0,-5 4 4 15,-6-1-17-15,23 9-3 0,-12-2-16 0,-2 1-9 16,6 5-10-16,-1 2-11 0,-1 8-7 0,-1-1-11 16,-3 4-6-16,-4-8-8 0,1 8-9 0,-2-7-7 15,-1 6-3-15,1-1-8 0,-4-3-5 0,0-2-6 16,-2-1-4-16,0 0 0 0,0 0-23 0,-3 0-25 15,3-3-23-15,-4 1-33 0,-1-5-44 0,1-2-34 16,0 2-36-16,0-5-149 0,-5 2-354 0,1-5 157 16</inkml:trace>
  <inkml:trace contextRef="#ctx0" brushRef="#br0" timeOffset="84206.97">26976 12569 7 0,'6'-5'191'0,"3"-1"-5"16,3 2-6-16,-2 0-18 0,-3 0-13 0,3 2-11 16,1-1-14-16,1 1-11 0,-2 3-15 0,1-2-8 15,0 2-11-15,-1 0-29 0,3 1-35 0,-2 1-35 16,0 1-43-16,-2 0-29 0,-4-1-39 0,4 3-82 16,-9-6-231-16,9 8 102 0</inkml:trace>
  <inkml:trace contextRef="#ctx0" brushRef="#br0" timeOffset="84488.11">26652 12905 58 0,'0'0'160'0,"0"0"-2"0,0 0 3 15,22 6-15-15,-1-8-9 0,13-2-7 0,1 0-8 16,19-2-7-16,-3 1 0 0,4-3-7 0,-3 1-6 16,2-2 0-16,4 0-15 0,-9 3-6 0,-13 0-11 15,-3 2-6-15,-4 2-7 0,-10 0-6 0,1-1-11 16,-11 2-20-16,2 1-11 0,-4 0-28 0,-7 0-17 16,14 0-17-16,-14 0-6 0,6 4-17 0,-6-4-15 15,0 0-18-15,-2 9-23 0,2-9-11 0,-9 9-87 16,-1-3-248-16,2 1 110 0</inkml:trace>
  <inkml:trace contextRef="#ctx0" brushRef="#br0" timeOffset="85136.73">26854 13180 179 0,'0'0'176'0,"-6"-5"-5"0,1 2-13 16,5 3-8-16,-12-4-17 0,4 2-10 15,8 2-9-15,-13 0-11 0,3 2-8 0,4-1-8 16,-5 3-9-16,-1 1-7 0,3-1-4 0,0 1-2 16,-2 3-3-16,4 0-8 0,-2 0-3 0,1 0-2 15,2 3-6-15,2-2 0 0,0 1-3 0,3 0-4 16,-1-1 1-16,0-2-6 0,2-7-2 0,5 14 1 16,-1-8-6-16,2 2-3 0,0-4 2 0,3 2-6 15,-3-2 2-15,3 0-3 0,0-3-1 0,2 1-1 16,0-2 3-16,1 1-6 0,-3-3-1 0,1 2 2 0,-2-2-4 15,-1-1 0-15,3-3-1 0,-3 1 2 16,1-2-2-16,0 1-6 0,-3-2 4 0,1-1-4 16,-4-2-1-16,4-2-1 0,-4 3 4 0,0-9-6 15,0 3 4-15,-2-1-1 0,0-2 2 0,-2 1-1 16,0-8 2-16,0 6-5 0,-2-4 2 0,2 5 1 0,0 0 5 16,0 0-3-16,-2 3 8 0,6 0 9 0,-4 4 10 15,-1 2 5-15,3 1 6 0,0 3-1 16,0 6-1-16,-2-12-2 0,2 12-3 0,0-9-6 15,0 9-6-15,0 0-5 0,0 0 2 0,0 0-3 0,0 0-5 16,0 0 4-16,0 0 7 0,9 32 2 16,-5-15 2-16,2 1 1 0,-2 5 7 0,2 3-6 0,-3-6-3 15,-1-1-4-15,2 7-1 0,3-1-1 16,-2-6-1-16,2 6-3 0,-3-7 6 0,0 1-7 16,1 0-1-16,-1-3-2 0,1 1-7 0,0-5-18 0,-3 4-13 15,2-3-24-15,-2-4-29 0,1 2-24 0,-1-2-40 16,0-2-27-16,0-1-20 0,0-2-18 0,-2-4-17 15,5 6-120-15,-5-6-374 0,0 0 165 16</inkml:trace>
  <inkml:trace contextRef="#ctx0" brushRef="#br0" timeOffset="85545.31">27143 13062 223 0,'0'-7'224'0,"0"7"-1"15,0-9-2-15,0 9-1 0,0 0-26 0,-2-10-20 16,2 10-20-16,0 0-16 0,-2-6-14 0,2 6-15 16,0 0-5-16,0 0-4 0,0 0-1 0,14 23 8 15,-9-13-14-15,-1 6-2 0,-2-1-2 16,3 0-8-16,1 1-9 0,-4 0 0 0,4 1-9 0,-2 0-6 16,0 2-7-16,3-5-4 0,-1 2-7 0,0 0-5 15,-4-4-3-15,0-1 4 0,4 1-8 0,-3 0-1 16,1-1-1-16,0-4-6 0,1 2 0 15,0 0 0-15,-3-2-5 0,0-3 0 0,3 2 2 0,-3 0-3 16,-2-6-4-16,4 8 8 0,-4-8-8 0,7 5 3 16,-7-5-3-16,0 0 1 0,0 0-2 0,14-10 1 15,-8 4-2-15,-1-4 2 0,-3-1-3 0,4-4 1 16,-1-2-1-16,4-1-2 0,-4 0 1 0,4-6 5 16,-3-1-8-16,4 0 4 0,-4-2-7 0,3 2 1 15,-3 0 2-15,-1 1 0 0,0 0 3 0,0 8-5 16,-3 0 3-16,-2 5-5 0,-2-3-5 0,4 6-8 15,-2 1-15-15,0 7-13 0,0-12-17 0,0 12-30 16,-3-8-32-16,3 8-40 0,-6-8-38 16,6 8-32-16,0 0-26 0,-8-3-141 0,8 3-433 0,0 0 191 15</inkml:trace>
  <inkml:trace contextRef="#ctx0" brushRef="#br0" timeOffset="85741.45">27618 12916 33 0,'0'0'248'0,"-4"-5"-6"0,4 5-11 0,0 0-12 16,-5-7-23-16,5 7-21 0,0 0-17 0,0 0-16 16,0 0-25-16,0 0-30 0,0 0-32 0,0 0-35 15,0 0-40-15,0 0-50 0,0 0-54 0,0 0-162 16,0 0-308-16,0 0 137 0</inkml:trace>
  <inkml:trace contextRef="#ctx0" brushRef="#br0" timeOffset="86772.86">28351 12550 142 0,'2'-10'186'16,"-1"5"-8"-16,-1 5-4 0,-1-15-1 0,1 15-8 0,-3-13-13 15,-1 7-9-15,1 0-11 0,-4-2-3 0,1 3-1 16,1 2-7-16,-4-1-12 0,9 4-6 0,-13-2-8 16,4 4-10-16,-2-2 3 0,1 4-4 15,-2 1-5-15,-5 2-3 0,3 3-7 0,-3-2-7 0,4 3-4 16,1 1-8-16,3-3 1 0,0 4-4 0,-2 1-1 16,4-3-12-16,1 0 1 0,2-1-2 0,-1 1-3 15,5 1-3-15,0-2-5 0,0 2 2 16,2-3-2-16,1-1 0 0,1 2-6 0,2-1 3 15,1-2-1-15,3-2-7 0,0 0 0 0,-1-2 3 0,5 0-1 16,-1-2-4-16,-1-1 1 0,-1-1-1 0,2 0 1 16,-2-4-10-16,-1 1 0 0,-1-1-2 0,0-2 1 15,-1-2-3-15,1 0-3 0,-2-5 1 0,1-1 0 16,-4-2 1-16,0 0-4 0,0-1 1 0,-2-1-3 16,-2 0 5-16,1-7 0 0,-1 1 0 0,-1-2 2 15,-1 1 0-15,-2-1-3 0,6-2 1 0,-7-1 3 16,0 5 0-16,4-5 0 0,-4 3 0 0,3-2 1 15,0 4-3-15,-1 7 4 0,5 1 8 0,-2 6-1 16,-2 0 2-16,4 0-2 0,-2 6-4 0,0 5 7 16,-2-11-8-16,2 11 0 0,0 0-4 0,0 0 3 15,0 0 4-15,0 0 0 0,0 0 7 0,10 32 0 16,-8-13-2-16,-2 8 3 0,1 0-2 0,-2 4 1 16,2-1-3-16,-4 2 1 0,5 1-3 0,-1-1 0 15,-1 1-1-15,3-1 0 0,-2 3 0 0,1-5-1 16,0 1-15-16,2-1-24 0,1-5-33 0,-3-6-35 15,2 7-42-15,2-9-43 0,-2 1-45 0,-2-4-196 16,1-1-464-16,-1-4 206 0</inkml:trace>
  <inkml:trace contextRef="#ctx0" brushRef="#br0" timeOffset="87915.43">28590 12341 129 0,'0'0'192'0,"-2"-8"-4"15,2 8-8-15,0 0-11 0,0-11-16 0,0 11-19 16,0 0-11-16,0 0-15 0,5-6-3 0,-5 6-13 15,0 0 1-15,0 0-5 0,18 12-4 0,-12-7-6 16,6 5-5-16,-6 0-4 0,1-1 0 0,4 5-2 16,0-1-7-16,0 1-3 0,-2-2-5 0,1 2-2 15,-1 0-9-15,-1-2 0 0,-2-2-5 16,3 0-2-16,-1 1-2 0,-2 1-3 0,2-5-3 0,0 2-5 16,-2-1 0-16,1 0-2 0,0-1 0 0,-2-1 2 15,1-2-4-15,-2 0 1 0,1 1-5 0,-5-5 2 16,7 5-1-16,-2-3 3 0,-5-2-3 0,11 0 2 15,-11 0-3-15,12-4-2 0,-8 0-1 0,6-2 0 16,-6-3-1-16,1 2-3 0,1-3 1 0,-2-2 3 16,5-1-5-16,-3-3-1 0,1-1 2 0,-2-2 4 15,1 0-8-15,4-4 4 0,-5 5-3 0,1-8 0 16,-1 1-1-16,-3 7 1 0,3-5-2 0,-2 4 4 16,1 1-4-16,-2 6-1 0,0 0 2 0,-2 1 3 15,1 3-6-15,1-2 3 0,-2 4-2 0,0 6 0 16,-1-12-7-16,1 12-13 0,1-7-20 0,-1 7-16 15,0 0-20-15,0 0-15 0,0 0-7 0,0 0-17 16,0 0-10-16,-16 22-27 0,9-6-18 0,0-1-20 16,2 3-122-16,-5-2-338 0,3 3 149 0</inkml:trace>
  <inkml:trace contextRef="#ctx0" brushRef="#br0" timeOffset="88222.47">28240 12878 160 0,'0'0'186'0,"0"0"-18"0,19 3-6 0,-2-4-13 15,12-3-6-15,6 1-11 0,1-2-5 0,19-1-6 16,-2-2-7-16,0-1-4 0,-2 0-7 0,0 1-5 15,-1-2-5-15,0 0-6 0,-14 2-2 0,2 0-12 0,-4 2-9 16,-2 2-4-16,-2-2-7 0,-4 2-6 16,-6 1-3-16,-4 2-5 0,-4 0-6 0,-1-1-4 15,1 0-16-15,-5 4-15 0,-7-2-17 0,14 0-15 16,-14 0-14-16,7 2-20 0,-7-2-19 0,0 0-21 16,4 10-15-16,-4-10-17 0,-4 9-27 0,4-9-117 0,-12 12-305 15,6-7 135-15</inkml:trace>
  <inkml:trace contextRef="#ctx0" brushRef="#br0" timeOffset="89905.67">28521 13226 153 0,'-1'-10'168'0,"1"10"-10"0,-2-7-3 15,2 7-8-15,-4-8-8 0,4 8-10 0,-4-7-8 16,4 7 3-16,-9-4-11 0,9 4-13 0,-8-5-8 16,8 5-8-16,-9-4-2 0,9 4-3 0,-14 0-14 0,7 4-6 15,-2 0-6-15,-2 1-2 0,0 0-3 0,-4 7-6 16,-1-4-2-16,2 4-1 0,0 0-5 15,0 3 2-15,1 0-4 0,2 1-5 0,1 0-1 16,1 0 0-16,1-4-3 0,0 5-4 0,4-5-3 16,0 1-2-16,2 1 0 0,2-2 2 0,0-2-4 0,2 1 0 15,0 0-2-15,2-1 4 0,-2-2-3 16,1-2-3-16,2-1 4 0,0-1 0 0,3 1-1 16,-1-3 1-16,1 0-19 0,1-2 0 0,1 0 1 15,3-2-2-15,-4-2 5 0,4 1-2 0,-3-2 4 16,1-2-2-16,2-3 2 0,0-1-1 0,1 0 0 15,-5-2-1-15,5-1 6 0,-4 0-5 0,1-4 0 16,-4 3 8-16,1-3-7 0,-2 1 3 0,1 0-2 16,-5 0-3-16,1 0 6 0,-2-2-4 0,-2 2 2 15,0-2 1-15,-1 2-5 0,0-1 1 0,-1 1 2 0,1-1 2 16,-1 1-3-16,-2 1 4 0,0 2-5 0,0-1-1 16,1 2 4-16,0 2 0 0,-1 0 3 0,2 2-3 15,-1 1 1-15,2-1-4 0,-2 3 10 0,4 6-4 16,-5-10 0-16,5 10 1 0,-2-9-1 15,2 9 1-15,-4-7 6 0,4 7-6 0,0 0 0 0,0 0-6 16,-3-6 2-16,3 6-3 0,0 0 3 0,0 0-1 16,0 0 4-16,0 0 3 0,3 31 2 15,-2-14 2-15,2 7 5 0,-1-4-3 0,-1 1 6 16,3 7-3-16,0-4 1 0,-3 1-4 0,2 1 2 16,-2-1 5-16,1-6-8 0,-2 0 0 0,2 1-4 0,0-1 3 15,2-1-3-15,-2-1 1 0,0-2-3 0,3 0-1 16,-2-2 1-16,1-3-15 0,-1 2-16 0,3-3-20 15,-3 1-23-15,1-2-29 0,0 1-31 0,0-2-33 16,0-3-37-16,1 2-162 0,-5-6-389 16,6 6 173-16</inkml:trace>
  <inkml:trace contextRef="#ctx0" brushRef="#br0" timeOffset="90955.97">28914 13113 68 0,'0'0'118'0,"0"0"-3"0,0-15-8 0,0 15-1 0,0-13 5 16,0 13 10-16,0-9 0 0,0 2-2 0,0 7-7 16,-3-12-5-16,3 4-13 0,0 8-6 0,0-16 0 15,1 8-5-15,1 1-3 0,-2-3 8 0,0 10 4 16,0-12-4-16,0 12-8 0,0-10-1 0,0 10-5 15,0-10 2-15,0 10-8 0,2-8-7 0,-2 8-5 16,0 0-6-16,2-8-5 0,-2 8-4 16,0 0-10-16,0 0 1 0,0 0-8 0,0 0-2 15,0 0 0-15,0 0 2 0,0 0-1 0,5 27-1 16,-7-11-1-16,2 0 4 0,2 2 0 0,-4 0-5 0,2-1 2 16,0 1 1-16,2 1-4 0,-4 0 0 0,2 0-1 15,0 0 0-15,0 0-4 0,0-1 0 16,3-2-1-16,-3 0-4 0,1-1 4 0,1-2-6 0,-1 0 2 15,1-1 0-15,0-2 0 0,3 1-1 0,-1-2-2 16,-1-1-3-16,0-1 3 0,0 1-3 0,-1-2-5 16,2-3-6-16,1 2-11 0,-5-5-16 0,9 4-15 15,-9-4-22-15,10 1-30 0,-10-1-24 0,12-3-28 16,-2-3-22-16,-5 2-25 0,0 0-153 0,0-6-384 16,0 1 170-16</inkml:trace>
  <inkml:trace contextRef="#ctx0" brushRef="#br0" timeOffset="91139.09">28818 13118 163 0,'0'0'184'0,"-11"-1"-19"0,11 1-7 16,0 0-20-16,0 0-9 0,0 0-13 0,0 0-13 15,0 0-16-15,28-4 1 0,-11 2-9 0,5 2-31 16,4-3-35-16,4-2-33 0,0 3-41 0,-1-3-31 15,1 0-33-15,-9 3-71 0,7-5-212 0,-2 1 94 16</inkml:trace>
  <inkml:trace contextRef="#ctx0" brushRef="#br0" timeOffset="93427.12">27024 12459 41 0,'-4'18'39'16,"4"-18"-7"-16,2 12-11 0,0-1-16 0,2-2-28 15,-4 4-26-15,0 2 12 0</inkml:trace>
  <inkml:trace contextRef="#ctx0" brushRef="#br0" timeOffset="95150.39">25282 14056 68 0,'0'0'148'0,"0"-12"-4"0,0 12-6 16,0-11 3-16,0 11-2 0,0-12-11 0,0 12-3 0,0-10 2 15,0 10-4-15,0-7-3 0,0 7-9 0,0 0-5 16,0 0-8-16,0-10-10 0,0 10-12 0,0 0-5 16,0 0-7-16,0 0-7 0,0 0-3 0,0 0-7 15,0 0-6-15,0 0-4 0,0 0-1 0,0 0-3 16,0 0-1-16,0 0 0 0,-4 32 2 15,3-21 0-15,-1 2-3 0,1 3-2 0,-5 0 0 0,1 1-15 16,2 2 0-16,-2-2-1 0,1 2 5 16,0-1-2-16,-1 0 0 0,3 1-2 0,-2-1-1 0,0 0-2 15,2-3 1-15,-1 1-1 0,2-4-1 0,-1 1-2 16,2-1-1-16,0 3 2 0,3-3-4 0,-2-1 1 16,3-1 2-16,-1-1-3 0,2 0 0 0,-3-3 1 15,3 2 2-15,3-1-5 0,-3-2 0 0,3 1-14 16,-3-4-14-16,4 1-12 0,-3-3-23 15,-6 0-32-15,16-1-27 0,-9-1-33 0,2-3-16 0,-2 0-16 16,2-1-138-16,-3-1-348 0,1-3 155 0</inkml:trace>
  <inkml:trace contextRef="#ctx0" brushRef="#br0" timeOffset="95367.52">25251 13757 92 0,'0'0'184'0,"-5"-7"-4"0,5 7-15 15,0-7-12-15,0 7-18 0,0 0-17 16,-4-7-8-16,4 7-15 0,0 0-11 0,0 0-12 0,0 0-10 16,0 0-9-16,15-2-18 0,-15 2-40 0,0 0-28 15,21 3-29-15,-21-3-41 0,23 4-19 0,-9-4-81 16,-1 3-219-16,8-3 98 0</inkml:trace>
  <inkml:trace contextRef="#ctx0" brushRef="#br0" timeOffset="95530.98">25615 14004 56 0,'0'0'116'0,"19"-2"-15"15,-7 1-29-15,1-2-13 0,1 1-26 0,-1 0-22 0,-2 0-23 16,-1 1-22-16,3-1-33 0,-5 2-74 0,-8 0 33 16</inkml:trace>
  <inkml:trace contextRef="#ctx0" brushRef="#br0" timeOffset="95727.15">25688 14186 149 0,'-2'3'157'0,"2"-3"-4"16,0 0-10-16,0 0-6 0,0 0-9 0,0 0-4 16,0 0-6-16,0 0-10 0,13 5-8 15,-13-5-11-15,14-2-15 0,-14 2-5 0,16-4-11 0,-5 2-19 16,0 1-18-16,-2-3-24 0,3 2-34 0,-2-2-25 16,0 1-25-16,3-3-15 0,2 0-16 0,-1 1-92 15,-2 0-227-15,6-2 100 0</inkml:trace>
  <inkml:trace contextRef="#ctx0" brushRef="#br0" timeOffset="96056.57">26266 13758 171 0,'-9'3'172'0,"-3"0"-6"0,1 2-4 0,0 2-12 16,-3 2-9-16,1 0-8 0,4 1-4 0,-4 2-7 15,2 2-9-15,1 1-1 0,-1-1-3 0,3 2-10 16,2-1-5-16,-4 0-2 0,5 2-4 0,1-2-9 0,2 2-7 16,0-2-6-16,2 1-8 0,0-5 3 0,2 1-11 15,2-2-5-15,0 2-4 0,-1-2-2 16,3 0-7-16,-2-1 4 0,2-2-10 0,2 4 0 15,1-5-2-15,0 0 0 0,5-2-7 0,-5 1 3 16,5-2-18-16,3-2-15 0,-3-1-31 0,3 0-35 0,-1-1-38 16,0-2-25-16,2-2-27 0,-1-1-24 15,0-1-143-15,-6 2-364 0,9-6 161 0</inkml:trace>
  <inkml:trace contextRef="#ctx0" brushRef="#br0" timeOffset="96356.39">26477 13901 67 0,'0'0'184'0,"-6"-3"-2"0,6 3-20 16,0 0-12-16,0 0-14 0,0 0-16 0,-8-3-13 0,8 3-8 15,0 0-7-15,0 0-1 0,0 0-1 0,0 0-4 16,31-1 0-16,-17 1-6 0,6-5-5 15,-2 2-4-15,5-2-4 0,6 0-5 0,-2 0-8 16,-7 0-6-16,7 4-4 0,-6-4-4 0,-6 4-3 16,3-1-5-16,-5 0 0 0,-1 1-6 0,-1-1-5 15,-5 0-8-15,-6 2-15 0,15 0-13 0,-15 0-27 16,11 0-16-16,-11 0-20 0,10 0-15 0,-10 0-14 16,0 0-6-16,10 2-6 0,-10-2 8 0,0 0-17 15,0 0-6-15,6 3-92 0,-6-3-244 0,0 0 107 16</inkml:trace>
  <inkml:trace contextRef="#ctx0" brushRef="#br0" timeOffset="96648.72">26695 13885 42 0,'0'0'139'0,"0"0"1"0,0 0-7 15,-10 0-9-15,10 0-12 0,0 0-5 0,0 0-12 0,0 0-5 16,0 0 0-16,0 0 3 0,-6 4 2 15,6-4 3-15,0 0-4 0,2 11-1 0,-2-11-8 16,0 0-5-16,2 15 3 0,0-8-4 0,-2 1 0 16,3 3 2-16,0 0 1 0,-1 0-6 0,0 1-13 15,0 0-6-15,-2 0 0 0,2 0-8 0,-2 1-2 0,0 0-4 16,4-1-5-16,-3 1-1 0,-1 2-5 16,4-2-3-16,-4 2 1 0,0-3-7 0,2 1 1 15,0 0-7-15,-2-2 1 0,2 1-2 0,-1 1 1 16,-1-4-7-16,3 1-15 0,-3 0-28 0,2 1-28 15,-2-4-36-15,2 1-32 0,-2-8-29 0,0 11-48 16,0-11-146-16,0 0-380 0,0 13 168 0</inkml:trace>
  <inkml:trace contextRef="#ctx0" brushRef="#br0" timeOffset="96999.37">27047 13987 33 0,'0'0'214'0,"0"0"0"15,0 0-11-15,0 0-10 0,0 0-14 0,0 0-13 16,0 0-11-16,0 0-13 0,0 0-6 0,0 0-9 16,0 0-7-16,0 0-6 0,0 0 1 0,0 0-5 15,0 0-13-15,0 0-5 0,0 0-2 0,0 0-2 16,0 0-4-16,0 0-2 0,0 0-4 0,0 0-4 15,0 0-4-15,0 0-3 0,0 0-3 0,0 0-12 16,0 0 0-16,0 0-6 0,0 0-2 0,0 0-3 16,0 0-5-16,0 0-1 0,0 0 1 0,0 0-11 15,0 0-1-15,0 0-2 0,0 0-5 0,0 0 1 16,0 0-2-16,0 0 0 0,0 0-1 0,0 0-2 16,0 0-2-16,0 0-17 0,0 0-31 0,0 0-24 15,0 0-35-15,0 0-42 0,0 0-52 0,0 0-44 16,0 0-43-16,0 0-155 0,0 0-467 0,0 0 208 15</inkml:trace>
  <inkml:trace contextRef="#ctx0" brushRef="#br0" timeOffset="98702">27604 13871 28 0,'0'0'110'0,"0"0"8"0,2-5-4 0,-2 5 3 15,0 0 1-15,0 0-2 0,3-7-2 0,-3 7-1 16,0 0 0-16,0 0-6 0,0 0-6 15,0 0-6-15,0 0-6 0,0 0-2 0,0-9-8 16,0 9-4-16,0 0-8 0,0 0-7 0,0 0-6 0,0 0-7 16,-7-10-5-16,7 10-3 0,-6-3-3 0,6 3-7 15,-10-1-1-15,10 1-4 0,-13 1 0 16,13-1-4-16,-14 3-5 0,4 0 2 0,0-2 0 16,2-1-4-16,-1 3 4 0,-3 0-2 0,1 2-5 0,5 0-1 15,-4 1 3-15,-1 0-5 0,2 1 2 0,3 2 0 16,-4-1-1-16,5 1 0 0,-3-2 0 0,3 3-2 15,-2-2-3-15,3 1 3 0,1 0-4 16,-1 0 5-16,2 0-5 0,0 0-13 0,2-2 4 16,0-7-2-16,2 16 3 0,0-10-2 0,3 1 3 0,-1-3 0 15,0 3 4-15,3-2 2 0,0 1-1 0,0-5-5 16,1 2 3-16,0 0-2 0,1-2 2 0,-3 1 0 16,6-4 1-16,-12 2-3 0,15-4 0 0,-6 1-7 15,1-3 2-15,-2 2-5 0,1-2 5 0,-3-3-2 16,2 2 0-16,-2-4-17 0,-1 2 10 0,-1-4 0 15,3 3 1-15,-5-8 3 0,3 0 1 0,-1 0 0 16,-3 1-1-16,1-2 5 0,-2-5 0 0,-2 7 3 16,2-2-4-16,0 2 1 0,0-2 3 0,-1 3 1 15,-3 0 5-15,4 5 14 0,-2 1 9 0,-1 1 0 16,3 1 9-16,-2 2-6 0,2 6-4 16,0-12-1-16,0 12-6 0,0 0-4 0,-2-8-3 0,2 8 0 15,0 0 5-15,0 0 1 0,0 0 1 0,0 0 0 16,2 31-2-16,-2-19 2 0,2 5 1 0,1 1-8 15,-3 0 7-15,2-1-8 0,2 4 5 0,-3-2-3 16,3-2 0-16,-2-1-1 0,2 2-2 16,-1-1-3-16,1 2-12 0,-2-6-18 0,3 1-18 0,-2-1-16 15,-3-1-20-15,4 1-20 0,1-3-26 0,-1 0-11 16,0-1-20-16,0 0-121 0,-3-3-301 0,-1-6 134 16</inkml:trace>
  <inkml:trace contextRef="#ctx0" brushRef="#br0" timeOffset="99110.34">27857 13636 103 0,'1'-12'169'0,"-1"12"-12"0,0 0-7 15,0 0-25-15,3-7-3 0,-3 7 3 0,0 0-13 16,0 0-2-16,0 0-6 0,17 22-3 0,-10-13-4 0,0 5-6 15,0-3-4-15,2 3-9 0,2 0-5 0,-2 2-5 16,-2-6-3-16,1 0-3 0,2 4-10 16,-1 1-2-16,0-2-3 0,2 0-6 0,-2-4-4 15,-3 1-3-15,1-3-3 0,2 1-6 0,-6-3-6 16,3 0 2-16,-1 0 2 0,-1-1-3 0,2 0 0 0,-6-4-4 16,10 5 1-16,-5-1 3 0,-5-4-1 0,6 2 2 15,-6-2 1-15,0 0-3 0,0 0-2 16,11-6-3-16,-11 6-2 0,9-15 1 0,-6 6-1 15,1 0 2-15,-1-1-3 0,1-3-2 0,0-4 1 16,1 0-1-16,-4 2 0 0,3-3-2 0,-2 0 1 16,2 3-5-16,-1 3 2 0,1-5-1 0,-3 7-1 15,2-3-3-15,-3 3 5 0,4 0-3 0,-3 1-11 16,0 3-9-16,-1 6-14 0,3-11-16 0,-3 11-31 16,0 0-24-16,0 0-8 0,0 0-3 0,0 0-17 15,0 0-15-15,0 0-13 0,0 0-136 0,-16 26-321 16,7-12 142-16</inkml:trace>
  <inkml:trace contextRef="#ctx0" brushRef="#br0" timeOffset="99344.21">27560 14157 60 0,'0'0'187'15,"0"0"-5"-15,0 0-13 0,0 0-10 0,44-7-2 16,-13-2-15-16,1-1-13 0,20-5-5 0,-4 0-12 16,1 3-12-16,3-2-8 0,1-3-7 0,-6 5-7 15,-7 0-12-15,-5 2-5 0,-3 1-22 0,-1 3-29 16,-5-1-19-16,-5 3-39 0,-4 0-29 0,-4 1-22 16,-3 2-22-16,1 2-19 0,-4-1-103 0,-1 4-264 15,-6-4 117-15</inkml:trace>
  <inkml:trace contextRef="#ctx0" brushRef="#br0" timeOffset="99868.05">27802 14276 67 0,'-14'-3'186'0,"5"0"-4"0,-3 1-9 0,1 1-13 15,1 0-18-15,-1 1-10 0,-1-2-6 0,3 2-6 16,-1 2-15-16,-2-1-4 0,7 0-10 0,-3 1-4 16,-2 4-5-16,2-3-6 0,1 2-6 0,-2 2 0 15,1 1-8-15,0 1-4 0,-1 0-3 0,3 0-4 16,-4 1-5-16,6-1-2 0,1 0-8 0,-1 1-3 16,2 1-2-16,2-4-2 0,0 3-4 0,4-3 1 15,-4-7-2-15,5 13 2 0,-1-9-4 0,3 1-6 16,0-1 3-16,2-3-4 0,4 0-2 0,1-3-2 15,-3-1 1-15,7-1 1 0,-7 0-2 0,1-1-1 16,3-5-2-16,-4 3 0 0,-1-3-1 0,1-2 1 16,1-2 1-16,-6-1 1 0,3 2-4 0,-5-2 0 15,4 0-1-15,-4-1-2 0,-2 0 2 0,0-3-1 16,1-6 4-16,-3 7-3 0,1 0-4 0,-1 1-2 16,0 0 3-16,0 1-1 0,0 3 5 0,0 2 5 15,2 3 4-15,-2 2 1 0,0 6-1 0,-3-13 1 16,3 13-3-16,0-9-6 0,0 9 1 0,0 0-4 15,0 0 9-15,0 0-7 0,0 0 2 0,0 0 4 16,0 0-3-16,3 31 1 0,-3-15-2 16,-2 1 1-16,2 2 0 0,-2-1 0 0,2-1-4 0,0 1 3 15,0 1-1-15,1-1-3 0,-1 1 4 0,3-1-3 16,-1-2 4-16,1 0-5 0,-3-3 0 0,2-1-8 16,1-1-16-16,1-1-25 0,-2-1-21 0,0 2-33 15,-2-11-29-15,8 13-27 0,-6-10-39 0,-2-3-13 16,4 8-143-16,-4-8-377 0,0 0 168 0</inkml:trace>
  <inkml:trace contextRef="#ctx0" brushRef="#br0" timeOffset="100162.29">28063 14077 154 0,'0'0'197'0,"4"-8"-11"0,-4 8-19 0,0 0-11 15,0 0-8-15,0 0 1 0,0 0-1 0,0 0-12 16,7 26-8-16,-10-13 1 0,6 4-14 0,-3 1-7 16,-3 1-2-16,1-2-10 0,2 2-4 0,-2 6-8 15,-1-8-3-15,2 0-9 0,1-1-9 16,0 1 1-16,0-2-8 0,0-2-7 0,0 3-4 0,2-3-3 16,2 0-5-16,-4-3-2 0,6 0-4 0,-1 0 0 15,-2-2-4-15,5 1 2 0,-6-3-7 16,3-2-1-16,2 1-1 0,-2-2-13 0,3-1-20 0,-3 1-17 15,-5-3-14-15,12 0-30 0,-12 0-33 0,11-3-32 16,-11 3-26-16,11-8-25 0,-7 5-19 0,-2-2-135 16,-2 5-371-16,8-13 164 0</inkml:trace>
  <inkml:trace contextRef="#ctx0" brushRef="#br0" timeOffset="100334.2">27991 14257 33 0,'0'0'186'16,"0"0"-2"-16,0 0 1 0,0 0-4 0,0 0-10 16,0 0-22-16,31-8-10 0,-8 4-13 0,3 0-11 15,4-1-16-15,1 0-9 0,3 1-28 16,-6 0-31-16,2-1-42 0,-1 2-63 0,-7-1-48 16,-2 2-136-16,-3 0-279 0,1 0 124 0</inkml:trace>
  <inkml:trace contextRef="#ctx0" brushRef="#br0" timeOffset="106578.9">16965 9829 97 0,'-3'-4'139'15,"-2"-3"-4"-15,-1 2-15 0,-2-1 2 0,0 2-13 16,1 0-9-16,-6 1-2 0,3 1-1 0,-4 0-10 16,3 4-2-16,1-2-9 0,-4 0-5 0,4 3-6 15,-2 3 3-15,0-1-11 0,-3 4-1 0,0 2-2 16,1 1-6-16,0 4-4 0,-4 3-2 0,3 3-1 16,-1 2-4-16,4 0-2 0,2-1-2 0,-1-1-7 0,1 2 0 15,4 1 0-15,2-2 1 0,0 1-2 0,1 1-2 16,2-5-1-16,4-4 0 0,1 4-2 15,1-4-5-15,2 0 1 0,2 0-1 0,2 0-1 16,-2-4-2-16,3 2 1 0,1-2 0 0,4-2-2 16,-1-1 1-16,5-3-1 0,-1 1-2 0,7-1-7 15,1-3-20-15,-1-1-29 0,0-2-22 0,1-3-29 16,3-2-27-16,-3-3-28 0,0 0-142 0,0-2-319 16,-3 1 142-16</inkml:trace>
  <inkml:trace contextRef="#ctx0" brushRef="#br0" timeOffset="106809.29">17252 10094 2 0,'0'0'177'0,"0"0"-15"15,0 0 3-15,13-8-13 0,-5 7-7 0,3-1-13 16,10-2-12-16,-1 0-11 0,8 1-12 0,2-1-12 15,0 0-3-15,0-2-7 0,0 1-10 0,-1 2-14 16,-3 1-21-16,-4 0-26 0,-4 2-24 16,1-3-17-16,0 1-25 0,-7 0-19 0,-1 2-13 0,1-2-18 15,-6 2-97-15,2 2-224 0,-8-2 100 0</inkml:trace>
  <inkml:trace contextRef="#ctx0" brushRef="#br0" timeOffset="107012.7">17587 10046 30 0,'0'0'129'0,"0"0"-5"0,0 0-3 16,0 0-9-16,0 0-9 0,0 0-13 0,-9 2 6 16,9-2 18-16,0 8 2 0,0-8-1 0,0 12-3 15,0-12-3-15,3 18-3 0,-3-4-5 0,0 1-6 16,2 2-6-16,0-2-6 0,-2 1-9 0,0-1-10 16,1 4 0-16,-2-1-9 0,-1 0-3 0,2 0-5 15,2 0-4-15,-2 0-10 0,0-1-16 0,0-1-27 0,0 0-36 16,-3-1-30-16,4-2-37 0,-1-4-35 15,0 2-33-15,2-1-106 0,-2-1-311 0,1-3 138 16</inkml:trace>
  <inkml:trace contextRef="#ctx0" brushRef="#br0" timeOffset="107472.05">18437 9871 211 0,'0'0'196'0,"0"0"-23"15,0 0-19-15,0 0-4 0,0 0-2 0,0 0-12 0,-26 20-11 16,15-6-11-16,-3 7-6 0,1 0-10 0,0-4-7 16,-1 6-8-16,-2 0-9 0,1-2-1 0,0 1-8 15,1 0-7-15,-2 0-4 0,4-5-5 0,-4 4-12 16,4-4 4-16,2-2 2 0,-4 0-12 0,-4 3-2 15,0 1-2-15,1-6 3 0,4-2-9 0,-1-2 4 16,-1 0-6-16,3-1-2 0,-1-3-3 0,2-3 3 16,1 1 2-16,-1-1-8 0,3-2-6 0,8 0 0 15,-12-6-7-15,5-2 1 0,4 0-2 0,1-1 1 16,-1-4-2-16,4-3-2 0,-1-1 1 0,4 1 2 16,3-1-2-16,-1-3 3 0,-1 5-1 0,3-2 2 15,0 2 0-15,2 1 5 0,-1 1 0 0,0 3 3 16,-1 3-2-16,3 0 3 0,0 2 0 0,1 3-4 15,-2-2-1-15,3 4 7 0,1 1-3 0,-3 2 2 16,2 4-3-16,0-2 4 0,1 2 1 0,1 3-4 16,-1 0 4-16,0 4-6 0,-1-3 4 0,2 4-2 15,1-1 0-15,-2 1 1 0,0 0-4 0,1-1 3 16,-2 2-20-16,0-2-21 0,-2-1-26 0,1 1-35 16,2-2-37-16,-1-2-38 0,-1-1-42 0,-3-2-115 15,4 0-354-15,0-5 158 0</inkml:trace>
  <inkml:trace contextRef="#ctx0" brushRef="#br0" timeOffset="107737.11">19140 9719 30 0,'-1'-12'249'0,"-1"6"-13"0,1-1-20 16,1 7-22-16,-1-12-17 0,1 12-18 0,0 0-16 15,0 0-12-15,0 0-2 0,0 0 0 0,0 0-3 16,-5 25-7-16,2-6-9 0,2 5-9 0,-2 0-10 16,1 2-8-16,0 1-10 0,4 0-7 0,-4 0-3 15,4-1-8-15,-2 2-4 0,2-1-4 0,1 1-5 16,-2-3-10-16,0 1-18 0,2-2-24 0,1 1-34 16,-3-6-27-16,0 0-19 0,2 0-28 0,-1-2-25 15,0 0-25-15,-2-6-23 0,0 2-148 0,-2-2-366 16,0-1 161-16</inkml:trace>
  <inkml:trace contextRef="#ctx0" brushRef="#br0" timeOffset="107933.98">18880 10245 127 0,'0'0'181'0,"-10"-4"-9"15,10 4-9-15,-5-4-7 0,5 4-7 0,0 0-2 16,0 0-4-16,22-4-7 0,0 2-13 0,12-3-11 15,6 1-5-15,15-3-16 0,1-1-4 0,3 1-16 16,-3-1-9-16,-2 2-23 0,-2 0-20 0,3 1-26 16,-18 3-27-16,0 0-28 0,1-1-31 0,-4 2-29 15,-4 2-26-15,-8 2-123 0,-2-1-291 0,-7 3 129 16</inkml:trace>
  <inkml:trace contextRef="#ctx0" brushRef="#br0" timeOffset="108500.29">19136 10428 189 0,'0'0'183'0,"-8"2"-18"0,8-2-10 0,0 0 3 16,-6 12 2-16,3-8-2 0,0 6-3 0,-1 2-7 15,-4 6-6-15,4-3-10 0,-1 5-5 0,-3 4-6 16,1 2-12-16,1-2-11 0,2-5-9 0,2 2-7 0,0-2-7 15,2 0-4-15,0-3-8 0,2 2-7 16,0-2-5-16,2 1-4 0,2-4-5 0,-2-4-6 16,2 1 1-16,2-1-3 0,1-3-1 0,1-1-5 15,0-1 1-15,0-3-8 0,3 2 2 0,0-6-2 0,0 2-4 16,-2-4-3-16,-1-1 1 0,2-1-2 0,-2 1-2 16,2-7 4-16,-4 4-2 0,-1-1-4 0,-2-1 8 15,0 0-11-15,2-6 3 0,-1 3-3 0,-4 2 0 16,0 2-2-16,0-4 1 0,1 4-2 0,-2 0 6 15,0 2 1-15,2 3-1 0,-3 5-4 0,3-11 1 16,-3 11 0-16,0 0-3 0,1-7 3 0,-1 7-7 16,0 0 0-16,0 0 2 0,0 0-3 0,0 0 5 15,10 18-3-15,-10-12 1 0,3 3 0 0,0 3 2 16,0-3-2-16,2 1-1 0,0 1 1 0,-1-2 0 16,4-1-1-16,-2 1 6 0,1 0-7 0,0 0 5 15,3-3-2-15,-2-1 1 0,2 1 1 0,3-3 0 16,-3 0 8-16,1-3-9 0,0 2 0 0,1-4 2 15,-1-1-4-15,0-1 4 0,1-3-3 0,5-2 1 16,-8 1 0-16,0 0 0 0,1-5 1 0,-4 2 4 16,1-3 0-16,-4-2 1 0,1-1 1 0,1 0-4 15,2-2-1-15,-4 0-1 0,-1 1 3 0,-1-1 8 16,0 2-11-16,-1-2 0 0,0 2-4 0,-2 5-3 16,-1-1-19-16,-3-2-29 0,2 5-24 0,0 0-17 15,-1 1-33-15,1 1-28 0,0 2-5 0,2 1-28 16,2 5-20-16,-8-9-13 0,8 9-135 0,-5-3-382 15,5 3 169-15</inkml:trace>
  <inkml:trace contextRef="#ctx0" brushRef="#br0" timeOffset="108639.35">19606 10483 122 0,'3'5'173'16,"-3"-5"-5"-16,0 0 6 0,0 0-8 0,0 0-10 15,4 6-19-15,-4-6-14 0,0 0-16 0,0 0-13 16,0 0-35-16,0 0-40 0,0 0-41 0,0 0-54 15,0 0-62-15,0 0-73 0,0 0-228 0,0 0 102 0</inkml:trace>
  <inkml:trace contextRef="#ctx0" brushRef="#br0" timeOffset="109489.55">25003 14005 130 0,'0'0'178'0,"0"-9"-13"16,0 9-14-16,0 0-21 0,0 0-7 0,0 0-18 15,0 0-7-15,0 0-4 0,0 0 4 0,0 0 1 16,2 41 2-16,0-12-4 0,-1 3-17 0,1 0-6 15,-2 0-3-15,0 4-7 0,2-2 1 0,-2 2-9 16,-2-1-5-16,-1 1-1 0,1-2-7 0,-2-2-3 16,2 3-2-16,-4-6-3 0,0 0-2 0,4-1-3 15,0-2-7-15,-3-1 1 0,1 0-2 16,4-1-3-16,-2-7-3 0,0-2-4 0,-3 2-3 0,2-1-15 16,-1 0-34-16,1-8-27 0,2 3-23 15,-2-2-24-15,0-3-21 0,2 2-19 0,1-8-18 0,-5 9-103 16,5-9-297-16,0 0 131 0</inkml:trace>
  <inkml:trace contextRef="#ctx0" brushRef="#br0" timeOffset="111006.23">25062 13789 56 0,'0'0'104'0,"0"-12"-11"0,0 12 0 16,18-11-8-16,4 3-9 0,10 1 0 0,4-1-12 16,16-1 9-16,10-3-6 0,1 3 3 0,25-5-9 15,-28 6 0-15,7 1 0 0,22-5-9 16,-24 3-7-16,26 0 3 0,-26 3-11 0,26-2 2 0,-29 4 0 15,28-2-8-15,-25 1 0 0,27 1 4 16,-27 0-3-16,27 2-2 0,-2-1 0 0,-29 2-5 16,4 1-1-16,2 1 3 0,21 0 0 0,-29 0 4 0,1 0-9 15,1 1 3-15,2-1 0 0,-2 2-6 16,-1-3 2-16,3 0-2 0,-3-2-4 0,-5 1 1 0,3 0 1 16,-4-1-6-16,-3 0 2 0,2 0-2 0,-16 0-1 15,-1 1 2-15,0-2-5 0,3 3 2 0,-5-5-2 16,-1 3 2-16,2-2 0 0,0 1 5 0,0-2 0 15,1 2 0-15,-2-1-2 0,0-2-7 0,-2 2 4 16,-3-1-1-16,5-1 0 0,-6 1-5 0,-1 1 3 16,2 0 2-16,-2 0-2 0,-4 0-3 0,2-2 1 15,-3 2 0-15,-4 0-1 0,5-2-2 16,-3 3 4-16,0 0-2 0,-2-1-3 0,1 2 4 0,0-2-3 16,-1 2-1-16,-5 0 3 0,1 2 0 15,-3-2 2-15,1 1-8 0,-1 1 2 0,-1 0 6 0,1-1-1 16,-4 2-1-16,-7-1-4 0,17 0-8 0,-13 3 20 15,3-2-8-15,-7-1 2 0,13 2-3 0,-6 0-1 16,-1 1 8-16,-6-3-8 0,13 6 5 0,-8-3 4 16,2 4-9-16,0-4 3 0,3 3 2 15,-4-2-2-15,2-1-1 0,1 4 3 0,-1-2-6 0,1-2 5 16,0 2-1-16,-3 0-1 0,5-1 0 0,-4 1 5 16,-1-1 0-16,1 0 5 0,3-2-1 0,-4 2-5 15,1-1 1-15,-3 0-1 0,1 1-2 0,-5-4 8 16,9 6-9-16,-6-3 2 0,-3-3-1 0,8 4-1 15,-4-1 0-15,-4-3 2 0,5 4-3 0,-5-4 2 16,8 6-1-16,-8-6-2 0,6 6 6 0,-2-2 5 16,-4-4-2-16,4 6-4 0,-1-2 5 0,-3-4-4 15,8 7-2-15,-8-7 2 0,5 9 3 0,-1-4-2 16,0 1 2-16,-1 2 3 0,-3-8 0 0,6 15-1 16,-1-5-3-16,-2 0 4 0,-3 0-1 0,5 6 0 15,-1 0 2-15,-2-5 1 0,1 5 2 0,-1-1-1 16,0 1 1-16,-1 0 1 0,-2 0-6 0,2 0 5 15,-2 0-2-15,-1 2 1 0,0-3-5 0,0 1 3 16,1 1-4-16,1 1 8 0,-2 0-4 0,3-1 2 16,-5 0-2-16,0 0-1 0,2 1-5 0,-1-3 2 15,2 1 0-15,-3 1-2 0,-2 0 1 0,3-6 2 16,-2 4-2-16,-3 0 2 0,5-3-4 0,-2-1 2 16,1 0-3-16,-3-1 4 0,4-1-7 0,0 0 4 15,-2 0-3-15,0 0 3 0,1 0-4 0,-1-1 2 16,1-2-2-16,0 0-1 0,-3 1 3 0,2 1 0 15,0-2-4-15,0 2 2 0,0 0-1 0,0-2 0 16,2 1-2-16,-3-2 0 0,4 0 2 0,-2 1 1 16,4-6-2-16,-9 12 2 0,5-7-3 0,0 0 5 15,-2 0 0-15,1 1-5 0,-1-3 10 0,1 3-2 16,-1-2-2-16,-4-1-5 0,1 1-5 0,2 5 6 16,-3-6-4-16,0 2-1 0,2 0-1 0,-1-2 3 15,-1 3 0-15,1-2 1 0,-2-1-2 0,0 4 5 16,-1-2-8-16,-4 4 4 0,1-1 1 0,2-5 1 15,-3 3-7-15,-4 1 2 0,4-1 1 0,-2 1-2 16,1-4-1-16,-2 4 1 0,1-2 1 16,-2 2 2-16,2 0-3 0,0-3 1 0,-3 0-3 0,1 1 2 15,5 3-3-15,-6-3 5 0,4 3-2 0,-2-3 1 16,1 1-6-16,1-2 5 0,0 2-3 0,2 0-1 16,-3-3 5-16,1 5-6 0,1-3 2 0,-2 0 1 15,0 2-2-15,-5-1-1 0,5 1 2 0,-4-1-2 16,-3 3-3-16,5-3 2 0,0 0-1 0,-8-1 0 15,0-1-1-15,-2 3 0 0,1-1 3 0,1 0 2 16,-1-2 2-16,-2-1 0 0,2 4-1 0,0-2 1 16,2-1-3-16,-2 2 6 0,7-1-6 0,-7-1 6 15,-1 1-1-15,1 1-2 0,1-3-3 0,0 3 2 16,-2-3-5-16,3 1 4 0,-4-1 0 0,1 1-1 16,1-1-1-16,-2-3 6 0,11 3-5 0,-11 1 4 15,2-1-2-15,1-1-1 0,4-1-1 0,-3 3 2 16,-1-1-7-16,-3-1-1 0,9 1-7 0,-7-2 2 15,0-1-4-15,-3 3 1 0,-1-1 2 0,1-1 1 16,-1 0 8-16,-2-1-5 0,1 2-1 0,-4 1 4 16,-13-2 0-16,13 0 0 0,0-1-1 0,-16 4-2 15,16-2 1-15,-2-4 4 0,-13 6 0 0,14-3 10 16,-1 3-5-16,0-2 4 0,3 0-2 0,1 0-1 16,2 1 4-16,-3-3-6 0,4 3 2 15,1 0 5-15,-1-3-1 0,1 6 1 0,1-3 1 0,2-1-5 16,-1-1-1-16,-1 0 6 0,2 3-5 0,-3-3 0 15,3 1 1-15,-3 0 1 0,1 2 3 0,2 0-2 16,-3 0 1-16,1-3-6 0,-5 4 2 0,3 0 1 16,-1-2 3-16,-2 5 1 0,1-7-4 0,1 5 6 15,-3 1-8-15,4-5 5 0,-1 4-3 0,4-1 1 16,3 0 2-16,8-2 3 0,-1-1-3 0,6 1 2 16,0-1-2-16,3 0 3 0,-1 0-3 0,6 2-2 15,6-4-11-15,-13 1-11 0,7 0-13 0,6-1-26 16,-12-1-29-16,12 1-31 0,0 0-26 0,-9-7-140 15,9 7-311-15,-5-7 138 0</inkml:trace>
  <inkml:trace contextRef="#ctx0" brushRef="#br0" timeOffset="129303.98">7409 16554 7 0,'0'0'106'0,"0"0"-6"0,0 0 2 0,0 0 0 16,0 0 6-16,0 0-3 0,0 0 1 0,0 0-12 15,0 0-2-15,-1-13-9 0,1 13 3 0,0 0-8 16,0 0-7-16,0 0-6 0,-2-11-4 0,2 11-3 15,-2-9-6-15,2 9-5 0,0 0 7 0,-2-12 3 16,2 12-5-16,0 0-1 0,-1-16-1 0,1 16-6 16,0 0 5-16,-3-13-1 0,3 13 4 0,0 0 0 15,-1-10-4-15,1 10 2 0,0 0-4 0,0 0-1 16,0 0-5-16,-4-12-4 0,4 12-4 0,0 0-5 16,0 0-6-16,0 0-2 0,0 0-6 0,0 0-1 15,0 0 0-15,0 0-4 0,0 0 4 0,0 0 0 16,-2 35-5-16,1-23 1 0,-1 4-3 0,2 1-6 15,0 2 7-15,1 0 1 0,-1-1 0 16,0 0-2-16,0 3 0 0,1 4-2 0,0-6-3 16,1 1 10-16,-2-1-8 0,2 0 5 0,0 1-4 15,-1-1-2-15,-1 0 1 0,1-3-4 0,1-3 0 0,-1 3 3 16,0-3 1-16,2 2-6 0,0-5 5 0,-1 3 2 16,-2-4 0-16,1-1-2 0,3 1 3 15,-4-9-2-15,5 13-3 0,-5-8 3 0,2 0-1 16,-2-5 0-16,4 10-1 0,-1-6 1 0,-3-4 0 15,0 7 0-15,0-7-6 0,4 6 9 0,-4-6-13 16,0 0-12-16,0 0-11 0,0 0-11 0,2 11-15 16,-2-11-21-16,0 0-24 0,0 0-31 0,0 0-34 0,-9 11-151 15,9-11-344-15,-14 2 152 0</inkml:trace>
  <inkml:trace contextRef="#ctx0" brushRef="#br0" timeOffset="129927.49">7606 16647 135 0,'0'0'154'0,"0"0"-10"0,0 0-12 0,0 0-15 16,0 0-12-16,1-8-8 0,-1 8-17 0,0 0-3 16,0 0-6-16,0 0 4 0,0 0-4 15,8 22 4-15,-4-13 3 0,0 1-4 0,-2 2-3 16,0-2-8-16,0 3-2 0,2-2-9 0,2 4 2 16,-3-3 0-16,0 4-1 0,2-1-9 0,-3-3-2 0,3 0-6 15,0 0-3-15,-1 0-1 0,0-1-1 0,1 0-8 16,-1 1 0-16,-1-2-1 0,3 0-2 0,-1-1-3 15,0 2 2-15,-1-1 0 0,1-1 2 16,-1-1-5-16,2 2 0 0,-6-10-3 0,9 13-3 16,-4-8 2-16,1 0-1 0,-1 2 33 0,0-3-6 15,0 2-5-15,-1-3-1 0,-4-3-4 0,7 4 0 16,-7-4 0-16,6 5-5 0,-6-5-2 0,8 3-1 16,-8-3-1-16,0 0-9 0,0 0 7 0,0 0-5 0,18-10-1 15,-12 5 1-15,1-2-2 0,-1-2 2 0,0 0-6 16,1-5 4-16,0-1-4 0,0-1 1 15,4-7 4-15,-5 4-7 0,4-1 0 0,0-5 4 16,-1 2 0-16,0-1-5 0,0 7 0 0,-1-1 4 16,2-7-3-16,-1 1-3 0,-3 6 2 0,1 0-1 15,-1 0-1-15,-1 2 1 0,3-1-1 0,-4 4 3 16,1-3-6-16,-1 4 4 0,0-1-8 0,0 3 8 16,-2 0 10-16,-2 10 8 0,3-13 0 0,-3 13 5 15,1-9-6-15,-1 9-4 0,0 0 2 0,4-11-8 16,-4 11 2-16,0 0-4 0,0 0 1 0,0 0 0 15,0 0-7-15,2-11-6 0,-2 11-20 0,0 0 2 16,0 0-7-16,0 0-15 0,0 0-20 0,0 0-27 16,0 0-33-16,0 0-28 0,-12 31-49 0,12-31-174 15,-6 14-405-15,6-14 180 0</inkml:trace>
  <inkml:trace contextRef="#ctx0" brushRef="#br0" timeOffset="130706.69">8163 16519 120 0,'0'0'121'0,"2"-10"-13"0,-2 10 3 15,2-10-1-15,-2 10-2 0,3-9 2 0,-3 9-4 16,2-10-4-16,-2 10-5 0,0 0-2 0,3-13-16 0,-3 13 4 16,0 0-4-16,1-9 4 0,-1 9 2 0,0 0-4 15,0 0-5-15,0 0-6 0,0 0-8 16,4-11-4-16,-4 11-6 0,0 0-10 0,0 0 1 15,0 0-7-15,0 0-5 0,0 0-5 0,0 0 1 16,0 0-6-16,0 0 3 0,8 30 1 0,-4-17-1 16,1 6 5-16,-3 1 1 0,1 4-2 0,3 2-3 15,-3 1 5-15,0 2 0 0,-1-2-2 0,0 0 2 16,1 3-2-16,-1 2 0 0,1-2-5 0,0 4 4 16,-2-4-3-16,-1 1-3 0,1-1-3 0,-1-5 0 15,1-5-1-15,2 5 0 0,-2-6-2 0,2-1 2 16,-6-1-11-16,7 1 7 0,-5-3-2 0,3-1 1 15,0-1-3-15,-1-2-2 0,1 0 6 0,0-4-5 16,-1 3 2-16,0-5-4 0,-1 2 1 0,3 0-1 16,-3-7 0-16,1 9-7 0,-1-9-14 0,3 9-15 15,-3-9-14-15,0 0-13 0,0 0-19 0,5 7-31 16,-5-7-34-16,0 0-54 0,0 0-176 0,0 0-403 16,0 0 179-16</inkml:trace>
  <inkml:trace contextRef="#ctx0" brushRef="#br0" timeOffset="131329.5">7976 16995 26 0,'0'0'52'0,"0"0"-8"0,0 0-4 15,0 0-4-15,0 0-4 0,0 0-3 0,0 0-3 16,0 0-3-16,0 0-7 0,0 0 0 16,0 0-7-16,0 0-3 0,0 0-11 0,0 0 4 0,0 0 2 15,0 0-5-15,0 0 0 0,0 0-8 0,0 0-3 16,0 0-11-16,0 0-23 0,0 0-51 0,0 0 23 16</inkml:trace>
  <inkml:trace contextRef="#ctx0" brushRef="#br0" timeOffset="133650.23">7982 16949 84 0,'0'0'115'0,"1"-9"-12"15,-1 9-6-15,0 0-1 0,0 0-5 0,0 0 6 16,0 0 2-16,0 0-9 0,0 0-5 0,0 0-6 16,-6-17 5-16,6 17-8 0,0 0-5 0,-4-8-4 15,4 8 1-15,0 0-1 0,0 0-5 0,0 0-7 16,0 0-3-16,0 0-12 0,-4-9-1 0,4 9-2 16,0 0-9-16,0 0 0 0,0 0-4 0,0 0-3 15,0 0-1-15,0 0 2 0,0 0-3 16,-3 31 4-16,3-20-5 0,0 2 1 0,0-1 0 15,-1 1 0-15,1-1 2 0,-1 3-15 0,0 1 14 16,-2-4-3-16,2 4 2 0,0-4-8 0,1-4 1 16,-2 4 3-16,1 0-6 0,-1-2-2 0,3 0 4 15,-1-1-5-15,0-9-1 0,0 14 1 0,0-14-2 16,0 13 1-16,0-13 0 0,1 11 1 0,-1-11 0 16,0 0-4-16,3 11 4 0,-3-11-1 0,0 0 0 15,0 0-2-15,0 11 1 0,0-11-1 0,0 0-9 16,0 0-2-16,0 0-12 0,0 0-12 0,0 0-24 15,0 0-20-15,0 0-34 0,0 0-28 0,0 0-27 16,0 0-106-16,0 0-293 0,0 0 130 0</inkml:trace>
  <inkml:trace contextRef="#ctx0" brushRef="#br0" timeOffset="134468.75">7928 16919 9 0,'0'0'137'0,"0"0"-13"0,0 0-11 0,-2-20-9 16,2 20-10-16,0 0 9 0,0 0-24 0,0 0-12 15,12-15-2-15,-12 15-3 0,11-7-7 0,-11 7 3 16,0 0-7-16,19-6 4 0,-19 6-12 0,0 0 5 16,19-3-7-16,-19 3-2 0,14 2-3 0,-14-2 2 15,0 0-9-15,17 5-1 0,-17-5-3 0,10 6 0 16,-10-6 1-16,10 13 3 0,-10-13-5 0,5 15-1 16,-2-8 0-16,-3-7-6 0,2 18 1 0,-2-18-5 15,2 13 3-15,-2-13-2 0,0 15-6 0,0-15 12 16,-3 18-11-16,3-18 2 0,-5 12-1 0,5-12-3 15,-5 10 3-15,5-10 5 0,-7 13-11 0,7-13 4 16,-8 9 1-16,8-9-3 0,-8 7-2 16,8-7 0-16,-9 7-2 0,9-7 4 0,-12 3 0 0,12-3-3 15,-14 4 2-15,14-4-6 0,-11 3 3 0,11-3-9 16,0 0 10-16,0 0-2 0,-21 3 3 0,21-3-1 16,0 0 0-16,0 0 2 0,0 0-1 0,-12-2-7 15,12 2 8-15,0 0-2 0,0 0 0 0,0 0-1 16,0 0-1-16,0 0-5 0,0 0 2 0,0 0 3 15,0 0-5-15,0 0 3 0,0 0-3 16,-12 3 5-16,12-3-4 0,0 0 2 0,0 0-4 16,0 0 7-16,0 0-5 0,0 0 5 0,0 0-5 15,0 0 4-15,0 0-3 0,0 0-4 0,0 0 9 16,0 0 2-16,0 0 8 0,0 0 1 0,0 0 3 16,0 0 1-16,0 0-4 0,0 0-11 0,0 0 8 0,0 0 1 15,0 0-1-15,0 0 1 0,0 0 0 16,21 15 1-16,-21-15 3 0,0 0 1 0,10 3 2 15,-10-3 3-15,0 0-2 0,10 3 0 0,-10-3-1 16,9 4 0-16,-9-4-2 0,8 9 1 0,-8-9-3 16,9 5 2-16,-3 0 0 0,0 0-4 0,-6-5 1 15,13 11-3-15,-6-7-2 0,-1 4 4 0,2-2-1 16,-2-1-4-16,2 1 1 0,-1-2 1 0,0 3-3 16,-2-2 0-16,-5-5 1 0,10 9-2 0,-2-4 1 15,-3 0 3-15,-5-5-3 0,7 9 8 16,-7-9-6-16,8 8 2 0,-8-8-3 0,9 6 3 0,-9-6-6 15,8 7 2-15,-8-7-2 0,5 5 0 0,-5-5 4 16,0 0-3-16,0 0-2 0,0 0 6 0,0 0-5 16,0 0 0-16,0 0-2 0,0 0 4 0,6 8-1 15,-6-8-1-15,0 0-6 0,0 0-3 0,0 0-20 16,0 0-12-16,0 0-25 0,0 0-30 0,0 0-49 16,0 0-46-16,0 0-150 0,0 0-363 15,0 0 160-15</inkml:trace>
  <inkml:trace contextRef="#ctx0" brushRef="#br0" timeOffset="136363.81">9785 16508 119 0,'0'0'109'0,"0"0"-8"0,0 0 14 0,0 0-10 0,0-12-6 15,0 12 7-15,0 0-12 0,0 0 6 16,0 0-11-16,0 0-7 0,0 0-5 0,0 0-4 15,0 0-11-15,0 0-5 0,0 0-7 0,0 0-2 16,0 0-10-16,0 0-3 0,0 0 0 0,0 0-5 16,-25 29-4-16,14-14-3 0,-1 1-1 0,-3 5 0 15,-1 0 1-15,-2 0 2 0,0 1-11 0,0-2 3 0,0 0 2 16,1 1-5-16,0-2-2 0,-1 1 5 16,0-1-3-16,-1 1-3 0,4-4-1 0,-2 3 6 15,0-4-8-15,3-1 0 0,-1-4 1 0,1 3-2 16,1 0-1-16,-1-4 2 0,5-1-4 0,3-1-1 15,-3 1 0-15,1-1 2 0,2-1 0 0,6-6-2 16,-12 5 1-16,12-5 1 0,-7 7 2 0,7-7 2 16,-11 3 2-16,11-3-7 0,-10 3 5 0,10-3 1 15,0 0-6-15,-17-8 8 0,17 8-4 0,-14-8 0 16,4 1-2-16,6 0 0 0,-2 0 0 0,-3-4 5 16,0 2-6-16,3-2 0 0,-1-2 5 0,2-2-11 15,-2 3 7-15,2 2-5 0,-3-4 2 0,3 2 4 16,-1 3-5-16,1-2 0 0,2 3-6 0,3 8 8 15,-7-16 3-15,5 9 1 0,-1-3-3 0,3 10-3 16,-2-13 3-16,2 13-2 0,-3-12-1 0,3 12 4 16,0-13-3-16,0 13 0 0,3-12 4 15,-3 12-6-15,5-12 0 0,-3 6 1 0,-2 6 1 0,8-11-1 16,-2 6 0-16,-6 5-2 0,10-7 0 0,-3 5 1 16,-7 2-3-16,14-5 4 0,-14 5-4 0,13-1-2 15,-13 1 7-15,15 0-4 0,-15 0 5 0,21 1 1 16,-9 2-3-16,-3-1 3 0,3 0 0 0,0 0-2 15,0 3 5-15,2-2-4 0,-2 2 3 16,0-2 0-16,2 1-3 0,-2 0 2 0,2 3 2 0,0-1-4 16,1 1 7-16,-1 2-5 0,-2-4 0 15,-1 4 2-15,2 1 4 0,2 2-1 0,-2-3 3 16,1 2 0-16,-2 3-3 0,-1-3-2 0,2 3 4 16,-4-4-6-16,1 3 3 0,2 1-1 0,-2 0 0 15,-1-5 1-15,4 4 0 0,-6-3 0 0,1 0 3 0,2 4 0 16,-3-2 2-16,-2-1-2 0,3 0 0 15,-6-2-1-15,6 1 1 0,-3-2 0 0,1 2-1 16,-2-2 30-16,0-1-3 0,0 2-9 0,2-1 6 16,-2-2-4-16,0 0-4 0,0-1-4 0,-1 1 0 15,-3-6-2-15,6 8-4 0,-4-3 0 0,-2-5-1 16,5 8-2-16,-5-8-4 0,7 7 5 0,-7-7-18 16,0 0-9-16,0 0-24 0,7 8-20 0,-7-8-22 15,0 0-35-15,0 0-40 0,4 6-40 0,-4-6-192 16,0 0-416-16,0 0 184 0</inkml:trace>
  <inkml:trace contextRef="#ctx0" brushRef="#br0" timeOffset="137730.37">10325 16640 8 0,'-2'-12'131'0,"2"12"3"0,0 0-5 0,0-9-2 15,0 9 10-15,-1-8-7 0,1 8-11 0,0 0-3 16,0-9-4-16,0 9-10 0,0 0-2 0,0 0-7 15,-1-10 0-15,1 10-5 0,0 0-5 0,0 0-5 16,0 0-8-16,0 0-2 0,0 0-7 0,0 0-4 16,0 0-4-16,0 0-10 0,0 0-3 0,4-12-6 15,-4 12-3-15,0 0-7 0,0 0 2 0,0 0-4 16,0 0-3-16,0 0 3 0,0 0-2 0,0 0-3 16,0 0 3-16,2 32-3 0,-1-22 5 0,-1 1 0 15,0-11-4-15,-1 23 2 0,2-8 2 0,2 2 1 16,-3 0 1-16,-1 0-3 0,2-1 0 0,-1 1 0 15,4 2-6-15,-2-2 2 0,1 1 0 0,-2-1-6 16,-2 0 5-16,2 0-2 0,2-2-2 0,-1 2 0 16,1-5-3-16,-1 0 3 0,0-1-2 15,0 0-1-15,0-5-5 0,-1 4 4 0,0-2 0 16,-1-3 0-16,0-5-3 0,3 13-1 0,-3-13 2 0,2 10-8 16,-2-10 8-16,0 0-1 0,1 10-2 0,-1-10 1 15,0 0 4-15,0 0-10 0,0 0 11 0,0 0-2 16,3 11 3-16,-3-11-1 0,0 0 1 0,0 0-3 15,0 0-11-15,0 0 10 0,23-23 2 16,-15 15-2-16,4-3 0 0,-1-2 1 0,1 2-1 16,1-4-7-16,-3 1 6 0,2 1 0 0,-3 0 0 15,1-4 1-15,-1 1 0 0,-1 0-3 0,1 2 1 16,-2 3-2-16,-2 0-1 0,-1 0 3 0,0-2-1 16,-1 3-3-16,1-1 8 0,-2 2-2 0,-2 9 1 15,3-18-3-15,-3 10 3 0,0 8 0 0,3-13 0 16,-3 13 2-16,2-10-3 0,-2 10 0 0,0 0 0 15,0-13 3-15,0 13-1 0,0 0 2 0,0 0-3 16,0 0-11-16,0 0 9 0,-2-13 0 0,2 13 0 16,0 0-4-16,0 0-1 0,0 0-1 0,0 0 1 15,0 0-3-15,0 0 6 0,0 0-4 0,0 0 2 16,9 27-1-16,-9-27 3 0,4 16-3 0,-1-6-10 16,1 2 12-16,-2-2-1 0,0 2 2 0,1-1 0 15,2 5-4-15,0-5 3 0,-1 4 2 0,0-4-5 16,0 0 2-16,0 0 0 0,1 0 2 0,1-1-2 15,1-1 1-15,-3-1-2 0,3 7 2 16,-2-6-1-16,2 1 2 0,-1-3-4 0,0 2 2 0,2-2 2 16,-3 1 1-16,4 1-3 0,-2-4 0 0,-2 2 0 15,-5-7-3-15,11 11 5 0,-3-6-3 0,-8-5 1 16,9 9 0-16,-5-5 1 0,-4-4 0 0,7 5-14 16,-7-5 17-16,10 5-4 0,-10-5-6 15,10 1 13-15,-10-1-2 0,0 0 2 0,12 0 0 16,-12 0-4-16,0 0 1 0,16-6 1 0,-16 6-4 15,7-9 1-15,-7 9 4 0,8-15-2 0,-2 5 3 16,1-5-8-16,-3 4 2 0,3-6 2 0,0-1-3 16,0 1 0-16,4-5 1 0,-5 5 0 0,-1-2-3 15,4-3 2-15,-5 2 1 0,0 2-2 0,2-1 2 16,-3 1 0-16,2 0-1 0,-1 1 0 0,-4 5-4 16,-2-5 10-16,4 5 5 0,-5 0-2 0,3 12-1 15,-1-24 3-15,1 24 8 0,-4-19 3 0,4 19-6 16,0-16 14-16,0 16-8 0,-5-12-5 0,5 12 6 15,0 0-1-15,-2-15-2 0,2 15-2 0,0 0 2 16,-3-12-3-16,3 12-2 0,0 0 0 0,0 0-5 16,0 0-1-16,-4-11-2 0,4 11 0 0,0 0-5 15,0 0-10-15,0 0-17 0,0 0-18 0,0 0-24 16,0 0-23-16,0 0-24 0,0 0-16 0,0 0-20 16,0 0-1-16,0 0-23 0,0 0-20 0,0 0-18 15,0 0-165-15,0 0-406 0,0 0 179 0</inkml:trace>
  <inkml:trace contextRef="#ctx0" brushRef="#br0" timeOffset="161040.67">13306 16526 10 0,'0'0'122'16,"0"0"-12"-16,0 0-12 0,0-11 2 0,0 11 0 15,0 0-7-15,0 0 0 0,0 0-10 0,0-10 3 16,0 10-10-16,0 0-3 0,0 0-2 0,0 0-5 16,0 0-3-16,-6-9-10 0,6 9-2 0,0 0 3 15,-5-3-6-15,5 3 0 0,0 0-7 0,0 0-1 16,0 0-1-16,-7-5-7 0,7 5 0 0,0 0 9 15,-9-5-9-15,9 5 4 0,-6-3-6 0,6 3-1 16,-7-3-5-16,7 3-3 0,-7-3 4 16,7 3-2-16,-11-2 1 0,11 2-6 0,-11-1-4 0,11 1 0 15,-16-1-2-15,7 2 3 0,0-1-2 0,-3 2 1 16,-1 1-1-16,-1 1-1 0,-1 2 2 0,-4 1 2 16,2-2 1-16,-1 2-1 0,0 1 2 0,0 0-5 15,3 2 1-15,-3-1 2 0,3 4-3 0,2 0 10 16,0-2-14-16,-1 2 2 0,4 3 3 0,1-2 0 15,1 1 3-15,4-3 0 0,-1 4 0 16,1-2 0-16,2 2 1 0,-2-4-2 0,4 5 0 16,0-5-4-16,4 3 2 0,0-4 1 0,-2 1 5 15,1-1-2-15,3 1-1 0,2 4 3 0,0-1-6 0,-1-4 0 16,2-3 5-16,3 1-4 0,1 2 4 0,-3-6 0 16,4 2-3-16,-1-1 0 0,-1 0 0 15,1-2-2-15,-1-2-2 0,1 2 2 0,2-1-2 16,-3-1-5-16,-1 0 2 0,3 0-4 0,-3-2-5 15,2 0-17-15,-13 0-21 0,21-2-21 0,-10 2-21 16,1-2-29-16,-12 2-35 0,20-5-30 0,-9 0-10 16,-2 1-141-16,2-1-353 0,0-1 156 0</inkml:trace>
  <inkml:trace contextRef="#ctx0" brushRef="#br0" timeOffset="161341.37">13599 16741 101 0,'0'0'138'0,"0"0"-11"0,0 0-9 0,0 0 3 16,0 0 2-16,0 0-7 0,0 0-4 15,2 10-5-15,11-12-2 0,5 2-9 0,0-2-6 16,2 0-6-16,1 0-13 0,0 0-5 0,2-1-6 0,-2 1-2 16,0 1-10-16,0 0-2 0,0 0-5 15,-2-2-5-15,1 3-11 0,-3-1-17 0,-4 1-28 0,0-2-26 16,-1 1-23-16,-12 1-27 0,17 0-10 16,-17 0-30-16,10-1-102 0,-10 1-257 0,0 0 114 15</inkml:trace>
  <inkml:trace contextRef="#ctx0" brushRef="#br0" timeOffset="161624.15">13884 16741 42 0,'-12'6'169'0,"12"-6"-14"0,0 0-3 0,-3 11-4 16,3-11-4-16,-2 13-4 0,2-13-12 0,-2 18-13 15,2-6 0-15,0-1-4 0,0 4-4 0,0 2-7 16,2 1-6-16,0-1-10 0,1 1-8 16,-3-6-5-16,5 6-4 0,-3-6-10 0,0 5-4 15,3-2-4-15,-1-3-5 0,2 4-8 0,-1 0 0 16,-3-5-5-16,4 2-2 0,-4-1 26 0,0 0-3 16,2-1-4-16,0 1-8 0,-3-3-8 0,1 2-19 0,0-2-21 15,0 1-23-15,0-4-32 0,-2 2-44 0,0-8-31 16,-4 12-56-16,2-7-148 0,2-5-371 0,-9 7 164 15</inkml:trace>
  <inkml:trace contextRef="#ctx0" brushRef="#br0" timeOffset="162421.16">15238 16451 61 0,'0'0'211'0,"0"0"-15"16,-6-4-6-16,6 4-23 0,0 0-9 0,0 0-3 15,-14 10 2-15,9-1-1 0,-2 5-11 0,-6 3-13 16,1 5-7-16,-5 2-9 0,7 0-13 0,-3-1-7 16,-1 2-9-16,1-1-8 0,0-2-6 0,-1 0-9 15,0 1-9-15,1-2-2 0,2-5-6 0,-3-1-7 16,2 1 0-16,-5 5-6 0,4-5 4 0,-4 5-8 15,3-8-3-15,-1 0-5 0,1-1 2 0,-2-2 0 16,2 2-7-16,-2-5 0 0,5 0 5 0,-2-4-8 16,2 3-1-16,0-3-3 0,-3-1 3 15,2-3-3-15,1 1-2 0,-5-1 2 0,3-2 0 16,0-1-2-16,-3-4-1 0,0 2-4 0,1-4 3 0,1-4-5 16,3 1 3-16,-1-2-5 0,1 0 7 0,2-2-3 15,0 0-1-15,0 0 1 0,4-1-1 0,-1 1 0 16,2 2-2-16,0 1 1 0,4-2-3 0,0 0 5 15,-3 3-5-15,6 4 4 0,1-3-4 16,2 1 2-16,1 0-1 0,7 0 1 0,-2-2-3 16,3 3 3-16,0 0-3 0,1 0 4 0,1 3-2 15,0 1 3-15,-2 0-6 0,3 3 4 0,-2-1 2 16,0 4 1-16,-3-3-2 0,3 3 3 0,-2 3-2 16,0-1 5-16,-1 3 1 0,4 1-2 0,-7 0 0 0,6 1 2 15,-1 4 0-15,-3-2 1 0,3 2 1 16,-3 1 2-16,0 0 6 0,-2 0-7 0,1 0 1 15,1 1 1-15,-2-1-3 0,-1-3 8 0,5 7-9 16,-4-2 1-16,2 1-1 0,-3-1 2 0,-3 2-1 16,4-1 1-16,-1 0-2 0,0 2-1 0,-1-1 3 15,3 0-5-15,-3 0 5 0,4-1-5 0,-3-1 2 16,-1-1 0-16,-1-2-1 0,4 1 3 0,-4-4-10 16,2 2 6-16,0-2-1 0,-3 2 5 0,5-3-6 15,-3 0 1-15,-2-1-2 0,4 0 0 0,-4-2-2 16,-2 2 2-16,1-1 0 0,1 0 5 0,-2-1-11 15,0 1-11-15,-4-5-20 0,6 7-22 0,-6-7-19 16,4 3-31-16,-4-3-23 0,0 0-37 0,0 0-47 16,0 0-27-16,0 0-163 0,0 0-435 0,0 0 193 15</inkml:trace>
  <inkml:trace contextRef="#ctx0" brushRef="#br0" timeOffset="162963.07">16217 16148 99 0,'0'-10'192'0,"0"10"1"0,-4-7-7 16,4 7-8-16,0 0-7 0,0-9-7 0,0 9-7 15,0 0-14-15,0 0-12 0,0-10-11 16,0 10-13-16,0 0-11 0,0 0-9 0,0 0-3 15,0 0 8-15,0 0-5 0,0 0-8 0,0 0-6 0,5 28 4 16,-3-16-3-16,-1 3-4 0,1 1-1 0,0 2-3 16,-2 1 4-16,0 5-13 0,2 2 3 0,0-2-4 15,-1 3-34-15,0 0-2 0,-1 0 0 0,3 0-1 16,-2 2 0-16,0-1-2 0,2-1 1 16,-1-8-3-16,0 7-1 0,0-8 2 0,1 1-2 15,-2-2-3-15,-1 0 1 0,1-6-4 0,-1 5 2 16,1-4 0-16,1-1-2 0,-1-1-1 0,0 1 1 15,1-3 0-15,-1 0-2 0,-2 3-2 0,-1-5 1 16,2-6-1-16,-1 15-1 0,1-15 0 0,-1 8 2 0,1-8-6 16,-3 6-5-16,3-6-15 0,0 0-12 15,-2 6-11-15,2-6-22 0,0 0-26 0,0 0-25 16,0 0-24-16,0 0-32 0,0 0-22 0,0 0-23 16,-12-24-156-16,12 24-403 0,-4-17 179 0</inkml:trace>
  <inkml:trace contextRef="#ctx0" brushRef="#br0" timeOffset="163310.47">15887 16703 92 0,'0'0'136'0,"-10"4"-15"0,10-4-9 0,0 0-10 15,-7 8-4-15,7-8-3 0,0 0 2 16,0 0-6-16,25 7-4 0,-5-4-1 0,10-2 6 0,3-2-3 16,4 2 1-16,14-3-9 0,-2 0 1 15,3-1-1-15,-1 3 4 0,-11-2 0 0,15-2 3 16,-5 0-5-16,0 3-5 0,2-4-4 0,-16 2-3 0,1 3-5 16,-1-1 0-16,-3-1-7 0,-2-1-2 15,-3 1-6-15,-7 2 2 0,0 1-11 0,-3-1-3 16,-7 0-2-16,1 0-9 0,-5 0 6 0,-7 0-11 15,11-1 1-15,-11 1-3 0,8 0-3 0,-8 0 2 16,0 0-5-16,6 3 0 0,-6-3-5 0,0 0-23 16,0 0-25-16,0 0-38 0,-22 11-34 0,22-11-42 15,-18 3-45-15,7 0-185 0,-6-2-413 0,-1 2 183 16</inkml:trace>
  <inkml:trace contextRef="#ctx0" brushRef="#br0" timeOffset="165552.01">16114 16935 41 0,'0'0'130'0,"0"0"9"15,2-10-4-15,-2 10 0 0,0 0-9 0,1-6 0 16,-1 6-7-16,0 0-2 0,0 0-11 0,0 0-2 15,3-10-11-15,-3 10-5 0,0 0-11 0,0 0-3 16,0 0-12-16,0 0-6 0,0 0-7 0,6-3-6 16,-6 3-2-16,0 0-7 0,0 0 7 0,0 0-3 15,12 13-2-15,-8-7-2 0,2 0-2 0,2 4 3 16,-1 0-2-16,2 0-3 0,-1-1-8 16,1 5 4-16,2 1 1 0,-4-5-1 0,4 5 31 0,-2-1-4 15,0 0-4-15,-1-1-3 0,-2-2-6 16,2 3 0-16,-2-3-2 0,7 3-6 0,-5-5-2 15,2 4 2-15,-1-3-3 0,1-1-2 0,-2 1-5 0,3 1-1 16,-2-3-4-16,2 0 2 0,-2 1-4 0,-1-3-2 16,0-1 4-16,-4 1-6 0,-4-6-3 15,10 9 4-15,-10-9-1 0,9 6-11 0,-9-6 10 16,8 5-3-16,-8-5 3 0,0 0-1 0,6 3 1 16,-6-3 1-16,0 0-1 0,0 0-5 0,0 0 4 15,0 0 0-15,0 0-3 0,12-14-1 0,-12 14-1 16,7-16-2-16,-3 7 2 0,0-1 0 0,-1-2 1 15,0-4-10-15,3 2 12 0,0-4-8 0,0 0 7 16,-1 1-3-16,3 0-3 0,-3-1 4 0,4-6-1 16,-4 6-2-16,2 0 2 0,-2 1-1 0,0 0-2 15,0-1 2-15,1 1-1 0,-1 2-1 0,-2 2-5 16,-2 1 10-16,-1 12-2 0,7-19 0 0,-7 19 0 16,4-12-1-16,-4 12-4 0,3-12 4 0,-3 12 1 15,0 0-2-15,3-11 3 0,-3 11-3 0,0 0-1 16,0 0 3-16,0 0-3 0,0 0-9 0,0 0 11 15,4-13-12-15,-4 13-11 0,0 0-14 0,0 0-14 16,0 0-14-16,0 0-20 0,0 0-15 0,0 0-32 16,0 0-35-16,0 0-44 0,0 0-161 15,0 0-399-15,0 0 177 0</inkml:trace>
  <inkml:trace contextRef="#ctx0" brushRef="#br0" timeOffset="165950.14">16702 17158 139 0,'-4'-15'184'0,"4"15"-12"0,-3-14-4 15,3 14-8-15,-2-13-9 0,2 13-5 0,-3-9-8 16,3 9-11-16,-3-9-12 0,3 9-13 0,0 0-12 16,0 0-9-16,0 0-10 0,0 0-1 0,0 0 4 15,0 0-4-15,0 0-3 0,0 0-9 16,7 46 3-16,-7-34-4 0,2 3 0 0,0 1-11 16,-1 0-1-16,-1 0-7 0,1-4 0 0,-1 2-4 15,0 0-3-15,0 3-1 0,2-5-4 0,-1-1 0 0,1 1-7 16,1-1 1-16,-3 1-3 0,0-12-3 0,2 19 7 15,0-10-7-15,-1 1-1 0,-1-10 0 16,2 14-2-16,-2-14 2 0,2 11-8 0,-2-11-5 16,1 12-15-16,-1-12-16 0,0 0-12 0,0 0-16 15,0 0-11-15,0 0-35 0,-5 16-22 0,5-16-34 16,0 0-35-16,0 0-142 0,-11-1-366 0,11 1 162 16</inkml:trace>
  <inkml:trace contextRef="#ctx0" brushRef="#br0" timeOffset="166614">16671 17047 51 0,'0'0'154'0,"10"-11"-8"0,-10 11 3 0,9-10-13 15,-9 10-8-15,8-4-13 0,-8 4-7 0,11-6-3 16,-11 6-11-16,0 0-7 0,19 1 3 0,-19-1-9 15,0 0-2-15,17 10-2 0,-17-10-5 0,8 14-6 16,-5-3-5-16,-3-11 1 0,6 19-9 16,-5-9-11-16,-1 3 4 0,-3-1-8 0,2 0-4 15,0-1-2-15,-3 1-4 0,1-2 3 0,-2 2-6 16,0-2-1-16,-3 1-7 0,3-2 4 0,-1 1-5 0,-2-1-1 16,-1-1-4-16,3-1 4 0,0-1-2 0,-1-1-1 15,7-5 0-15,-10 6-5 0,10-6-1 16,-6 5 5-16,6-5 0 0,0 0-1 0,-11 5 1 15,11-5-6-15,0 0 1 0,0 0 2 0,-14 0 3 16,14 0-2-16,0 0 4 0,0 0-2 0,0 0-2 16,0 0 1-16,0 0 4 0,0 0-4 0,0 0 0 15,0 0-5-15,0 0 4 0,0 0-4 0,0 0 2 16,0 0 0-16,0 0 4 0,0 0-8 0,0 0 5 16,0 0-2-16,0 0 0 0,0 0 2 0,0 0-2 15,0 0 2-15,0 0-5 0,0 0 1 0,0 0 3 16,41-2-4-16,-41 2 3 0,8 5 2 0,-8-5 4 15,9 4 2-15,-9-4-9 0,11 6 16 0,-7 0-3 16,-4-6-1-16,13 10-3 0,-8-6 3 0,3 3 7 16,1 1 6-16,0-1-1 0,1 3 1 0,-1-3 0 15,0 3 0-15,2-2 1 0,-1 0-5 0,5 1 1 16,0 1 2-16,-4-4-1 0,3 5-3 0,2-3 1 16,-5-2 3-16,-1-1-7 0,1 1 9 0,1-4-8 15,-1 3 3-15,-1-1-1 0,0-2 0 0,-10-2-2 16,17 6 0-16,-11-4 0 0,-6-2 1 0,13 3 4 15,-13-3 1-15,0 0 13 0,9 2 1 0,-9-2 4 16,0 0 2-16,0 0 0 0,8 4 2 0,-8-4 8 16,0 0-14-16,0 0 1 0,0 0 4 0,0 0-12 15,0 0-11-15,0 0 4 0,0 0-4 16,0 0-7-16,0 0 0 0,0 0-6 0,0 0-12 16,0 0-17-16,0 0-25 0,0 0-35 0,0 0-36 15,0 0-47-15,0 0-52 0,-38 2-66 0,38-2-263 16,-16 2-581-16,16-2 257 0</inkml:trace>
  <inkml:trace contextRef="#ctx0" brushRef="#br0" timeOffset="174996.78">14806 10872 22 0,'0'0'48'0,"0"0"-10"16,0 0-1-16,0 0-11 0,0 0 4 0,0 0-1 15,0 0-4-15,0 0-7 0,0 0 1 0,0 0 7 16,0 0-15-16,0 0 0 0,0 0 0 16,0 0 4-16,1-8-11 0,-1 8 5 0,0 0-3 0,0 0-1 15,0 0 1-15,0 0-1 0,0 0-1 0,0 0 0 16,0 0-2-16,0 0 3 0,0 0-8 0,0 0 7 16,0 0 1-16,0 0-1 0,0 0-1 0,0 0-5 15,0 0 1-15,0 0 0 0,0 0-1 0,0 0 2 16,0 0-5-16,0 0 3 0,0 0-2 0,0 0-3 15,0 0 8-15,0 0-4 0,0 0-5 0,0 0 4 16,0 0 1-16,0 0 1 0,0 0-2 0,0 0 0 16,0 0 6-16,0 0-7 0,0 0 8 0,0 0-5 15,0 0 1-15,0 0 6 0,0 0-7 0,0 0-5 16,0 0 4-16,0 0 5 0,0 0-1 0,0 0-1 16,0 0 3-16,0 0 0 0,0 0-1 0,0 0 0 15,0 0-3-15,0 0-5 0,0 0 9 0,0 0-2 16,0 0 0-16,0 0-3 0,0 0-4 0,0 0 6 15,0 0-5-15,0 0 3 0,0 0 1 0,0 0-1 16,0 0 4-16,0 0-8 0,0 0 4 0,0 0 1 16,0 0-2-16,0 0-2 0,0 0 5 0,0 0 0 15,0 0-1-15,0 0 3 0,0 0-3 0,0 0-3 16,0 0 1-16,0 0-4 0,0 0 4 0,0 0 3 16,0 0-3-16,0 0-1 0,0 0 4 0,0 0-5 15,0 0-3-15,0 0 3 0,0 0-9 0,-15 14-10 16,15-14-1-16,0 0-16 0,-8 5-43 0,8-5 20 0</inkml:trace>
  <inkml:trace contextRef="#ctx0" brushRef="#br0" timeOffset="180777.64">7797 16845 11 0,'0'0'28'0,"0"0"-1"0,0 0-3 16,0 0-3-16,0 0-6 0,0 0-3 0,0 0 0 0,0 0-1 16,0 0 2-16,0 0-4 0,0 0 5 15,0 0-3-15,0 0-8 0,0 0 1 0,0 0 3 16,0 0-5-16,0 0 0 0,0 0 3 0,0 0-4 16,0 0-1-16,0 0 4 0,0 0-7 0,0 0 5 15,0 0-4-15,0 0 14 0,0 0-18 0,0 0-1 16,0 0 5-16,0 0-5 0,0 0-5 0,0 0 4 15,0 0-4-15,0 0 4 0,0 0-10 0,0 0 8 16,0 0-17-16,0 0-27 0,0 0 12 0</inkml:trace>
  <inkml:trace contextRef="#ctx0" brushRef="#br0" timeOffset="190500.99">13789 16838 8 0,'0'0'11'0,"0"-6"-10"0,0 6 8 0,5-8-2 15,-5 8-3-15,0-9-4 0,0 9 0 0,2-10-2 16,0 4-5-16,-2 6 7 0,4-8-6 0,-4 8-5 15,0-10 2-15</inkml:trace>
  <inkml:trace contextRef="#ctx0" brushRef="#br0" timeOffset="191052.42">13789 16758 12 0,'0'0'21'0,"0"0"2"16,0 0-3-16,0 0 1 0,0 0 2 0,-12 7-3 15,12-7-3-15,0 0 2 0,-6 4 3 16,6-4 0-16,0 0-6 0,0 0 7 0,0 0 10 15,0 0 5-15,0 0-4 0,0 0 3 0,-13 5 1 16,13-5-1-16,0 0 12 0,0 0 3 0,0 0-2 0,0 0 4 16,0 0-6-16,0 0 0 0,0 0 5 0,0 0-11 15,0 0 16-15,0 0-18 0,0 0 2 16,0 0-3-16,0 0-1 0,0 0 0 0,0 0-3 16,0 0-8-16,0 0 2 0,0 0 8 0,0 0-4 15,27-1 8-15,-27 1-2 0,13-3-9 0,-5 2 1 16,2-3 2-16,1 0 0 0,0 1-6 0,-1-1-1 15,1 3-3-15,1-4 0 0,7 2 1 0,-6-1-4 0,-1 3 6 16,3-3-2-16,-3 2-4 0,1-1-5 16,1 1-1-16,-3-1 3 0,0 1-8 0,1 2 6 15,-6-2-8-15,-6 2 5 0,13 0-2 0,-13 0-1 16,12 0-2-16,-5-1-4 0,-7 1-2 0,0 0-2 16,10 3 5-16,-10-3 1 0,0 0-1 0,10-2 4 15,-10 2 0-15,0 0 1 0,0 0-2 0,0 0 0 16,0 0 3-16,7 0 1 0,-7 0-1 0,0 0-3 15,0 0-3-15,0 0 2 0,0 0-4 0,0 0-3 16,0 0-11-16,0 0-17 0,0 0-13 0,0 0-11 16,0 0-25-16,0 0-28 0,-18 9-14 0,18-9-129 15,-16 9-268-15,6-5 120 0</inkml:trace>
  <inkml:trace contextRef="#ctx0" brushRef="#br0" timeOffset="191470.15">13877 16849 74 0,'0'0'113'0,"0"0"-5"0,0 0-8 0,0 0-14 15,0 0-4-15,0 0 0 0,0 0-7 0,0 0-7 16,0 0-7-16,0 0-4 0,0 0-3 0,0 0-1 15,0 0-9-15,0 0-5 0,0 0-1 0,0 0-9 16,0 0 5-16,0 0-7 0,0 0 6 0,0 0-15 16,0 0 7-16,0 0-8 0,0 0 1 0,0 0 1 15,7 31-6-15,-7-21-9 0,-1 1 9 0,-1-4-15 16,2 4-21-16,-2-2-14 0,0 2-14 0,2 1-16 16,0 0-17-16,-2 0-14 0,4-1-73 0,-2 1-185 15,0 1 83-15</inkml:trace>
  <inkml:trace contextRef="#ctx0" brushRef="#br0" timeOffset="-212613.22">176 12349 11 0,'0'0'39'0,"0"0"-2"0,0 0-12 0,0 0 1 16,0 0-4-16,0 0-14 0,0 0-14 0,0 0-21 15,0 0-30-15,0 0 13 0</inkml:trace>
  <inkml:trace contextRef="#ctx0" brushRef="#br0" timeOffset="-212006.27">329 12204 96 0,'0'0'167'15,"0"0"-14"-15,0 0-12 0,0 0-10 0,-23-36-2 16,23 36-12-16,0 0-7 0,0 0-14 0,0 0-14 15,0 0-4-15,0 0-10 0,0 0-12 0,0 0-4 16,-11-24-3-16,11 24-9 0,0 0-7 16,0 0 4-16,0 0-10 0,0 0-7 0,0 0 5 15,0 0-9-15,0 0 3 0,0 0-4 0,0 0 0 0,47 75 0 16,-47-75-3-16,20 40 7 0,-9-13-11 16,3-2 5-16,-5-3-14 0,2 5 13 0,-11-27-2 0,23 50-1 15,-15-27 0-15,-8-23-5 0,19 38 0 16,-11-19-3-16,6 4 4 0,-14-23 3 0,14 33-5 15,-14-33 5-15,20 33-8 0,-20-33 0 0,13 25 4 16,-13-25-3-16,14 18 1 0,-14-18-5 0,0 0 7 16,0 0 1-16,18 25-2 0,-18-25-3 0,0 0 6 15,0 0-2-15,0 0-1 0,0 0 8 0,0 0-3 16,0 0 1-16,0 0 1 0,0 0 2 0,0 0-4 16,0 0 7-16,0 0-2 0,0 0-1 0,45-60-3 15,-43 34-3-15,-2 26 0 0,11-53 1 0,-5 26-10 16,1-3 3-16,0 0 0 0,-2-3 4 0,1-1-3 15,-1 3 4-15,1 2-2 0,-6 29-4 0,8-61 8 16,-4 35-6-16,-4 26 3 0,3-45-9 0,-3 45 6 16,1-38 1-16,-1 38 4 0,0 0 1 0,-1-39-4 15,1 39 2-15,0 0-5 0,0 0 1 0,-5-31 2 16,5 31-5-16,0 0 1 0,0 0 0 0,0 0-12 16,0 0-3-16,0 0-28 0,0 0-17 0,0 0-29 15,-10-31-33-15,10 31-17 0,0 0-12 0,0 0-93 16,0 0-265-16,0 0 118 0</inkml:trace>
  <inkml:trace contextRef="#ctx0" brushRef="#br0" timeOffset="-211156.37">940 12130 91 0,'-10'-8'160'0,"10"8"4"0,0 0-21 16,-13-1-11-16,13 1-11 0,0 0-16 15,-18 6-6-15,11-1-14 0,-1 6-2 0,-6 0-11 16,14-11-4-16,0 0-3 0,-36 54-9 0,27-36 1 16,-5 5-8-16,14-23-3 0,-11 38-11 0,11-38-3 15,-4 37-2-15,4-37 0 0,-6 36-3 0,6-36-4 16,0 0-4-16,6 43-6 0,-4-34-1 15,3 2 1-15,-1-1 2 0,0 0-5 0,0-4 2 0,-4-6 0 16,8 11-5-16,-4-6-3 0,-4-5 3 0,11 6 2 16,-11-6-6-16,10 2 8 0,-10-2-4 0,0 0 0 15,17-11-4-15,-10 4 0 0,0 0 8 0,0-2-3 16,-3-3-4-16,1 0 1 0,1-3 1 0,-4 0 1 16,1-4-4-16,-2 2-3 0,0-2 6 0,-1 2-4 15,-1-4 0-15,2 4 3 0,-3-1-2 0,2 5 1 16,-3 1 3-16,3 2 5 0,0 10 7 0,0-15 1 15,0 15-2-15,-2-12-3 0,2 12 0 0,0 0-2 16,0-11-7-16,0 11 0 0,0 0-3 16,0 0 4-16,0 0-6 0,0 0 5 0,0 0-1 15,0 0-4-15,2 34 1 0,1-17 1 0,-1-1-3 0,3 2 2 16,-1-1-1-16,1 0 7 0,-1-2-2 0,5 3-3 16,0-4-2-16,-2 1-2 0,0-4 6 0,-1-1-3 15,3 0-1-15,0 1 3 0,0-4-5 16,3 2 1-16,-3-5 0 0,-1 1-2 0,3-1 4 15,-1-1-2-15,1-1 3 0,-11-2-1 0,20-1-3 16,-9 0 0-16,1-5 1 0,-2 0 0 0,0 1-3 16,-2-4-6-16,2 3-1 0,0-5 3 0,-2-2-2 15,-1 2 1-15,-1-4 2 0,-1-2 0 0,-3 0-5 16,0 1-5-16,0-1 1 0,-2 0 7 0,-2-3-5 16,-1 0 6-16,-1 4-6 0,-2-1 1 0,-2 1 4 15,2 1 8-15,-3 2 3 0,2 3 0 0,0 1 15 16,1 2 0-16,-1 0 5 0,7 7-1 0,-10-10-7 15,5 5 3-15,5 5-3 0,-10-7-6 0,10 7-1 16,0 0-5-16,-7-7 1 0,7 7 0 0,0 0-2 16,0 0-1-16,0 0-4 0,0 0 0 0,0 0 0 15,0 0-2-15,0 0-1 0,0 0-1 0,0 0-1 16,0 0 0-16,0 0 1 0,35 10-5 0,-25-9 1 16,0 1 3-16,-10-2-1 0,15 0 3 0,-15 0 4 15,20 1-8-15,-13-1 8 0,-7 0-5 0,17-1 3 16,-17 1-1-16,14 1 1 0,-14-1 5 0,16 4-13 15,-9-2 5-15,2 3 2 0,-1 0-2 0,-2 1 6 16,-6-6-1-16,17 18-4 0,-12-8 4 0,5 4-1 16,-2 0 0-16,-1 1 2 0,-3 1 0 15,4 0-3-15,-6 0-5 0,2-1-19 0,3-1-16 16,-5-1-20-16,2 1-10 0,-1-2-36 0,0-1-25 16,3-2-18-16,-6-9-81 0,7 16-254 0,-7-16 112 15</inkml:trace>
  <inkml:trace contextRef="#ctx0" brushRef="#br0" timeOffset="-210770.26">1428 12126 142 0,'0'0'184'0,"-16"0"-12"0,16 0-14 16,-19 6-16-16,19-6-13 0,-13 14-12 0,8-5-12 15,-4 5-5-15,0 2-6 0,4 0-14 0,1 1-10 16,0 0-6-16,2-1-3 0,4-4-8 0,-2 1-8 16,0-2-4-16,4-1-2 0,1 0-7 0,-1-1-5 15,-4-9-6-15,9 12-3 0,-9-12-6 0,10 9 6 16,-10-9-5-16,9 6-2 0,-9-6 3 0,0 0-3 16,0 0 0-16,20-4-5 0,-20 4 4 0,12-11 3 15,-12 11-5-15,8-15-2 0,-8 15 2 0,6-16-4 16,-1 0 5-16,-3 6-2 0,1-2-5 15,-3 12 4-15,2-19 1 0,0 9-2 0,-2 10 2 0,0 0 8 16,4-16-2-16,-4 16-2 0,0 0-1 16,1-13-4-16,-1 13-8 0,0 0 5 0,0 0 0 15,0 0-2-15,0 0 5 0,0 0-5 0,0 0 2 0,0 0-4 16,17 31-18-16,-12-22-11 0,0 3-19 0,-5-12-21 16,8 20-40-16,-3-12-19 0,0 1-15 0,1 0-123 15,1-1-289-15,-7-8 128 0</inkml:trace>
  <inkml:trace contextRef="#ctx0" brushRef="#br0" timeOffset="-210531.36">1635 12086 87 0,'-10'-11'239'0,"10"11"-14"0,0 0-16 0,-10-9-21 16,10 9-19-16,0 0-19 0,0 0-15 0,0 0-15 15,-23 15-12-15,14-5-8 0,-1 6-12 0,3 1-6 16,1 0-9-16,0-2-6 0,2 4-8 0,2-2-2 16,4 2-15-16,-2-7-7 0,4 2-7 0,2 0-18 15,4-2-15-15,-3 0-19 0,3-4-27 0,5 1-23 16,-4-3-30-16,3-4-26 0,3 1-16 0,2-2-12 16,-1-2-106-16,-18 1-285 0,24-5 127 15</inkml:trace>
  <inkml:trace contextRef="#ctx0" brushRef="#br0" timeOffset="-210304.92">1741 11821 225 0,'0'0'234'16,"-2"-14"-21"-16,2 14-15 0,-3-10-27 0,3 10-17 15,0 0-17-15,0 0-19 0,0 0-6 0,0 0-10 16,0 0 5-16,6 35-5 0,-2-5-12 0,0-2-9 15,0 4-5-15,-1 1-9 0,1 0-5 0,1-2-7 16,-1 0-1-16,3 0-10 0,-3-2 0 0,1 0-14 16,0-5-15-16,3 2-27 0,-2-8-32 0,-2 1-21 15,3-1-35-15,-3-4-39 0,1-3-35 0,-2 0-153 16,-3-11-353-16,3 17 157 0</inkml:trace>
  <inkml:trace contextRef="#ctx0" brushRef="#br0" timeOffset="-210124.59">1674 11964 59 0,'0'0'155'16,"0"0"-10"-16,0 0-17 0,0 0-13 0,7-10-16 15,-7 10-26-15,0 0-29 0,17 0-38 0,-17 0-41 0,24 5-39 16,-11 0-46-16,5 0-129 0,-1 1 58 0</inkml:trace>
  <inkml:trace contextRef="#ctx0" brushRef="#br0" timeOffset="-209583.11">2026 12211 106 0,'0'0'233'0,"0"0"-15"0,0 0-18 16,0 0-13-16,16-15-18 0,-12 6-21 0,1 0-13 15,0-4-12-15,2-1-10 0,1-1-12 0,1 0-10 16,-3-2-12-16,1 1-3 0,-1-3-12 0,-2 2-10 16,0-2-3-16,1 2-1 0,-2 0-7 0,-3 0-9 15,1 7-3-15,-1-3-6 0,0 1 1 0,0 12-1 16,-1-17-8-16,-3 7 5 0,4 10-11 0,-6-11 3 16,6 11-5-16,-7-6-5 0,7 6 0 0,0 0 1 15,0 0-1-15,-25 15 1 0,17-7 1 0,-4 5-2 16,1 1 5-16,1-2-1 0,-1 5-4 0,2-1-2 15,1 0 2-15,2 2 2 0,2-1-4 0,1-1 1 16,1 2-2-16,2-6 2 0,2 0-4 0,-2 0 7 16,5-1-5-16,0-1 2 0,1-2-2 0,2 2-1 15,3-5 1-15,-2 0 1 0,2-1 4 0,-1-1-3 16,3-1-1-16,-2-1-3 0,1 2 1 16,-12-3-1-16,24-3 2 0,-13 0-5 0,0 1-4 15,0-6 1-15,1 5-7 0,-3-4 1 0,1 1 1 16,-1 0-2-16,-3-4-13 0,2 3 3 0,-2-5-9 15,-1 2 6-15,-2-3 3 0,-1 3 0 0,4-6 4 0,-4 4 8 16,-1-1-5-16,1 1-1 0,0-2 1 0,1 3 6 16,-2 0 3-16,4-3 2 0,-2 4-3 0,-1-1-1 15,1 3 3-15,2-1 4 0,-5 9-3 0,5-8 4 16,-5 8 0-16,9-6 2 0,-9 6-1 16,0 0 11-16,14-1 4 0,-14 1 6 0,14 7-1 15,-14-7-1-15,13 11-1 0,-5-3 3 0,-2-1 0 16,1 1 4-16,0 2-13 0,-2 1 6 0,2 0 3 15,-1-1-4-15,-1 0-10 0,0 2-17 0,-1-2-8 0,-4-10-29 16,5 22-48-16,-4-12-51 0,2 1-51 0,-3-11-117 16,0 0-340-16,3 25 151 0</inkml:trace>
  <inkml:trace contextRef="#ctx0" brushRef="#br0" timeOffset="-208746.08">3008 11694 153 0,'-14'-2'227'0,"-3"0"-13"0,3 3-14 0,1 0-29 16,-2 2-18-16,4 3-6 0,-6 2-19 15,4 2-12-15,0 3-12 0,1 1-6 0,0 2-14 16,1 1-10-16,3 2-3 0,2 1-6 0,0-1-7 16,4 0-9-16,-1 0 2 0,6 0-10 0,-2-4-4 15,3 1-1-15,1-4-6 0,0 2-3 0,0-4-7 16,2-2 2-16,-1-1-4 0,1 0 1 0,-1-3-4 16,2-1-1-16,-1-3-4 0,-7 0 4 0,14-3-3 15,-6-2-4-15,0 1 2 0,1-3-1 0,-6-2-1 16,4-3 4-16,-2-5-5 0,0-1-3 0,-3-3 0 15,0-4 1-15,-2-1-3 0,-2-3 5 0,0-2 0 0,-2 1-2 16,2-2-3-16,-3-1 0 0,-1 0-1 16,0 0-1-16,0 2 3 0,-5 0 4 0,5 3-4 15,-4 1 8-15,3 1 4 0,-1 2 7 0,1 10-2 16,2 3 6-16,0 0 6 0,1 1 5 0,-1 1-4 16,1 3 1-16,3 0-2 0,1 6-8 0,-4-6-5 15,4 6-1-15,0 0-5 0,0 0-5 0,0 0 1 0,0 0 4 16,0 0-7-16,0 0 2 0,9 37 1 15,1-13 0-15,-2 4-4 0,1 1 2 0,2 1 3 16,-1-1-4-16,2-1-2 0,-1-1-1 0,2 2 2 16,0-4 1-16,0 1-1 0,-2-3 1 0,-1-5-2 15,-1-1 2-15,1-2-4 0,1-3 3 0,-1 0-3 16,-2 0 1-16,2-4-1 0,-2 0 1 0,-2-4-6 16,2 0-1-16,-3 0-2 0,1 1 3 0,-6-5-3 15,8 3 4-15,-8-3-6 0,9-7-1 0,-3 1-3 16,3-3-1-16,-4-3-2 0,3-3 6 0,-3 1-3 15,0-3-1-15,2 1-5 0,-4-3 4 0,0 0 2 16,0 1 5-16,-2 6 1 0,1-1-1 0,-2-3 2 16,0 7 1-16,-1 2 4 0,2-1-2 0,-1 8 0 15,0-11 4-15,0 11-5 0,0 0-5 0,0 0-1 16,0 0 8-16,0 0 0 0,0 0-1 0,0 0 0 16,4 32 5-16,-1-20-2 0,-2 0-2 0,0-1-3 15,2 2-25-15,2-1-27 0,-1-1-35 0,1 1-37 16,-1-2-43-16,1 1-43 0,-1-1-129 0,1-2-370 15,-5-8 163-15</inkml:trace>
  <inkml:trace contextRef="#ctx0" brushRef="#br0" timeOffset="-208577.31">2993 11446 2 0,'-4'-6'110'16,"4"6"-18"-16,0 0-37 0,0 0-19 0,0 0-24 16,0 0-35-16,0 0-25 0,0 0-51 0,20 15 23 15</inkml:trace>
  <inkml:trace contextRef="#ctx0" brushRef="#br0" timeOffset="-208292.13">3226 11630 126 0,'-1'13'158'16,"2"-9"-13"-16,-1-4-9 0,-2 11-7 0,2-11-13 16,1 7-9-16,3-1-8 0,0-2-5 0,-4-4-8 15,9 8-10-15,-4-5-6 0,5 2-4 0,0-2-7 16,1-2-7-16,3-1-4 0,2-1-1 0,-2-1-6 16,-1 0-7-16,1-3 1 0,3-2-4 0,-2 0-1 15,-1-2-1-15,-2 2 3 0,-3-3-7 0,-2 2 4 16,0-4-1-16,-2 2 4 0,-3-1-5 0,-2 1 7 15,-1-2 1-15,-4 2-8 0,-1-2 0 0,-2 3-4 16,-4-2 0-16,-3 0-3 0,0 0 0 0,-3 5-4 16,1 1-1-16,-1 1-7 0,1 2-8 0,4 5-3 15,-1-2-19-15,1 2-20 0,-1 4-23 0,-3 2-28 16,8-2-31-16,4 3-33 0,-3-2-132 0,5-2-311 16,0 1 138-16</inkml:trace>
  <inkml:trace contextRef="#ctx0" brushRef="#br0" timeOffset="-207651.87">3661 11362 208 0,'-7'-4'224'0,"0"1"0"16,-1 2-10-16,-2 0-12 0,2-2-15 0,8 3-19 15,-20 5-16-15,10-2-16 0,-3 3-13 0,0 6-14 16,-1-1-11-16,4 3-11 0,1 1-6 0,1 2-11 15,3-1-4-15,3-3-9 0,2 1-3 0,0-1-9 16,1 3-4-16,3-6 1 0,1 1-9 0,1 0-8 16,1-2 0-16,2-1-8 0,1-3-12 0,-1-2 6 15,2 0-5-15,1-1-8 0,-1-1 8 0,0-4-7 16,-1 2 1-16,0-7-5 0,0 1 0 0,-1-1-2 16,0-3 4-16,1-4-3 0,-2 0 2 0,-2 0 1 15,-1-3 3-15,-2 0 1 0,-1-3-3 0,-2 0 1 16,-1-6 3-16,-3 1-5 0,2-2 7 0,-1 0-1 15,-3 1-1-15,3-1-2 0,0-2 3 0,0 2 3 16,-2-2 0-16,0 4-4 0,-1 0 0 0,4 5 1 16,-3 2 1-16,2 3 13 0,1 5 4 0,-1 0 4 15,2 3-2-15,0-2-3 0,-2 4-6 0,3 6-2 16,-1-9-3-16,1 9-1 0,0 0-1 0,0 0-5 16,0 0 2-16,0 0-1 0,9 34 2 0,-7-9-3 15,5 2 4-15,-1 0-5 0,3 3 6 0,0 2 5 16,0-2-8-16,-1 0-1 0,-1-1 2 0,4-1-2 15,-1-3 2-15,3 1-3 0,1-5 0 0,1 1-1 16,0-8-2-16,-1 1 4 0,3-4-1 0,0-1-2 16,2-2 6-16,-5-1-6 0,4 1-11 0,-2-5-7 15,-2-3-1-15,3 0-2 0,1-4-1 0,-3-3 0 16,-2 1 0-16,2-1 1 0,-3-2-9 0,-1-2 3 16,-2-4 4-16,1 1 3 0,-2-2-3 0,-4 0-2 0,-1-1 5 15,-2 0-4-15,-4-1 8 0,1 2-1 16,-3-3 2-16,-1 3-3 0,-2 3 4 0,1 3 11 15,-1 0 1-15,-1 4 7 0,1-1 2 0,3 2-2 16,-2 4 2-16,7 1 3 0,-18 4-4 0,9 5 0 16,-4 4 3-16,2 3 0 0,1 1-1 0,3 1-2 0,0 7-5 15,3-7-2-15,4 0-15 0,2-1-12 0,2 1-23 16,3-2-29-16,2 0-16 0,-2 1-24 16,5-3-6-16,-1-4-37 0,2 1-156 0,-4-3-345 15,1 0 153-15</inkml:trace>
  <inkml:trace contextRef="#ctx0" brushRef="#br0" timeOffset="-207122.52">315 13498 66 0,'0'0'171'0,"0"0"-18"16,-38 13-14-16,38-13-14 0,0 0-9 0,0 0-13 15,0 0-4-15,0 0 2 0,88-50-7 0,-34 19 3 16,28-18-11-16,15-7 1 0,7-5 0 0,15-4-5 16,13-4-1-16,5 1-6 0,17-3-7 0,5-2 2 15,8-5-8-15,9-2-7 0,-2-1-3 0,18-1-9 16,-3-6 5-16,11 3-9 0,-7-2-3 0,1 3-2 15,-5 3 3-15,-1 4-9 0,-9 3-5 16,-10-1 2-16,-6 7-8 0,-11 9 0 0,-19 5-1 0,-9 5-2 16,-12 8 0-16,-16 9-2 0,-41 12 1 0,-5 5-2 15,-18 3 1-15,-5 2 2 0,-9 5 0 0,-7-1 2 16,-2 2 6-16,-9 4 2 0,0 0 2 0,18-9-6 16,-18 9-1-16,0 0-5 0,0 0-4 0,0 0-17 15,0 0-17-15,0 0-36 0,-45-9-25 0,16 10-47 16,0 1-59-16,-7 7-174 0,-3-3-396 0,-12-2 176 15</inkml:trace>
  <inkml:trace contextRef="#ctx0" brushRef="#br0" timeOffset="-178068.3">688 13454 19 0,'0'0'34'0,"0"0"3"0,-61 10-7 0,61-10 0 15,0 0-6-15,-36 5 3 0,36-5-9 0,0 0 4 16,-34 2 1-16,34-2-6 0,0 0-2 0,0 0 5 15,0 0 4-15,-46-12-10 0,46 12 2 0,0 0-6 16,-21-20 4-16,21 20 8 0,0 0-2 0,-20-40-1 16,20 40 2-16,-9-36-9 0,3 10 9 0,6 26-7 15,-12-52-5-15,7 25 3 0,1-3-7 16,4 30 4-16,-6-62-2 0,-1 30-4 0,3-1 6 0,-2-2-1 16,4-1-3-16,-4-9 1 0,1 10 1 0,-1-14 7 15,1 14-17-15,0-10 0 0,1 11 0 0,-1 0 6 16,3-12 2-16,0 8-5 0,-2 2 0 0,1-8-3 15,1 8 6-15,-2-10-9 0,4-1 12 16,-5 13-9-16,5-14 3 0,0 2 0 0,0 13-4 16,0-3-2-16,0 3 15 0,0 33-9 0,0-68 1 0,2 32-3 15,1 4-4-15,-3-2 4 0,0 34 5 16,4-62-1-16,0 32-2 0,-3 1-1 0,-1 29-1 16,6-57 5-16,-4 28 2 0,3 0-6 0,-5 29 3 15,14-53-3-15,-10 28 5 0,3 0-7 0,-7 25 1 16,16-48 1-16,-5 22-3 0,0 0 1 0,0 1-7 15,3 0 8-15,1 0 1 0,-15 25 11 0,30-43-12 0,-15 22-11 16,4-2 11-16,-2 3-1 0,3-2 2 16,3 2-2-16,4 1 3 0,-1 0 11 0,3 0-14 15,1-1 3-15,15-6-3 0,-11 10 3 0,15-7-1 16,1 0-9-16,1 1-7 0,2 0 9 0,0 2-7 16,1-2 2-16,-2 0 7 0,-1 3-3 0,1-1-2 15,-1 0 6-15,0-1 3 0,3-1 0 0,1 3-5 16,2-1 9-16,1-1-4 0,4-2 0 0,0 1 2 15,22-9-2-15,-22 13 0 0,0-3 3 0,21-8 1 16,-24 10-6-16,1-2 12 0,1 1-9 0,25-6-2 16,-30 9 1-16,8 2 3 0,-1 1 0 15,-1-1-3-15,1-1 4 0,-2 4-5 0,1 0 1 0,-4 0 6 16,-4 5 1-16,0-5-4 0,-4 7-1 0,0 0 3 16,-15 1 1-16,6-3 5 0,-1 5-4 0,12 0-3 15,-13 1 3-15,0 1-7 0,1 0 1 0,-1 1 1 16,1 0-1-16,-2 1 0 0,-1 2-1 0,0 1 7 15,-1 1-4-15,0 1 4 0,-3 0-5 16,-1 1 7-16,0 3-12 0,-2-2 6 0,-2 1-4 16,0 3 3-16,-1 0 0 0,-2-1 5 0,-2 1-5 15,3 0 3-15,-1 0 4 0,-2 2-7 0,1-1 3 16,-2 2-13-16,0 0 10 0,0 1 4 0,-2-1-3 16,-3-3 3-16,4 4-6 0,-5-4 4 0,4 4-4 15,-2 0 8-15,-2-3 2 0,0 6-7 0,2-1-7 16,0 2 6-16,-1-3 5 0,-5-2 0 0,5 5-9 15,-3 1 4-15,3-1-2 0,-3 2-7 0,0-2 13 16,1 2-8-16,-2-1 6 0,-2 0-3 0,2 2-1 16,0 0 11-16,0 0-8 0,-3 0-2 0,-1 2 1 15,-3-1 4-15,3 1-2 0,-4 0-1 0,-1 4 3 16,0-2-3-16,1 4 1 0,-4-1-5 0,1 4 5 16,-4 1-2-16,0 0-1 0,-6 11-1 0,-1 0 4 15,-2-1-2-15,-3-2-4 0,-4-1 4 0,-2 0-5 16,4-11 7-16,1 2-7 0,-3-2 7 0,-6 8 5 15,5-14-7-15,-2 3 8 0,-3-2-8 0,3 1 0 16,-3 0-1-16,-2-2-6 0,-2 0 1 0,-6 8-10 16,6-11-6-16,-2 0-7 0,-7 9-5 0,-5-5-40 15,1-2-79-15,-4-2 36 0</inkml:trace>
  <inkml:trace contextRef="#ctx0" brushRef="#br0" timeOffset="-177235.94">1845 12845 61 0,'0'-9'130'0,"0"9"-7"15,0 0-9-15,0 0-15 0,-1-10-10 0,1 10-14 16,0 0-9-16,0 0-11 0,0 0-6 16,0 0-4-16,0 0 2 0,-2 27-4 0,1-12-9 0,0 3-4 15,-3 1-4-15,2 9 4 0,-2 2-4 0,0 1 3 16,0 0-13-16,1-1 0 0,1 1-3 0,-2 0-2 16,0-2-1-16,2 0 2 0,-2-3-3 15,0-6 6-15,0 4-6 0,2 0-5 0,-4-4 5 16,3-2-25-16,0-1-14 0,-1 2-20 0,2-3-18 15,-3 2-20-15,0-3-87 0,-3 2-187 0,0-3 83 0</inkml:trace>
  <inkml:trace contextRef="#ctx0" brushRef="#br0" timeOffset="-176928.75">1469 13341 46 0,'0'0'75'0,"0"0"-4"16,12 7-1-16,-6-1-3 0,2 0-8 0,1 2 0 15,-3 3-9-15,3-3-6 0,-1 3-4 0,-1 2-1 16,1 1 2-16,0-3-7 0,-1 0-6 0,-2-1 3 16,3 1-4-16,-1-3-7 0,-1 2-2 0,0-2 6 15,-1-3-3-15,1 0-4 0,-4 0 8 0,3-2 6 16,-5-3-10-16,8 4 7 0,-1-3-3 0,-7-1 0 15,15-3 1-15,-6 0-1 0,1-4-3 0,3-4-2 16,1 0 1-16,-2 0-1 0,1-4-2 0,3 2 2 16,-5 0-14-16,-2 4-21 0,0-1-18 0,-1 2-15 15,-3 3-27-15,-1 1-17 0,-4 4-3 0,0 0-48 16,0 0-155-16,0 0 69 0</inkml:trace>
  <inkml:trace contextRef="#ctx0" brushRef="#br0" timeOffset="-176616.72">1085 14153 57 0,'-6'-3'125'0,"6"3"-10"0,-9-6 0 15,5 3-9-15,4 3-10 0,-12-5-7 0,12 5-10 16,-9-1-9-16,9 1-1 0,-8 0-15 0,8 0-4 16,-11 6-8-16,3 2-1 0,0 0-8 0,1 1-6 15,-3 2-2-15,3-2-1 0,1 3 1 0,1 2-12 16,-2-2 4-16,3-1 7 0,2-1-13 0,4 3-1 16,-2-2 12-16,7 0-10 0,-2-1-1 0,4 1-2 15,5-1-4-15,3-1-11 0,1-3-10 0,10 2-21 16,-2-3-28-16,3-3-27 0,0 0-13 0,-2-2-72 15,2 0-190-15,-8-3 85 0</inkml:trace>
  <inkml:trace contextRef="#ctx0" brushRef="#br0" timeOffset="-176256.53">1427 14127 87 0,'0'0'81'0,"4"-10"1"0,-4 10-9 0,0 0-5 15,12-8-14-15,0 4 6 0,5-1 3 0,2-3-8 0,7-1 0 16,3 1-7-16,0-3-11 0,2 4-22 0,-4 0-12 16,-9 3-15-16,0 1-9 0,-4 0-21 15,-5 2-10-15,1-1-2 0,-10 2 3 0,14-3-41 16,-14 3 79-16,10 0-29 0,-10 0 2 0,0 0 4 16,0 0 4-16,0 0 5 0,0 0 11 0,0 0-6 15,0 0 7-15,0 0 12 0,0 0 1 0,0 0 16 16,0 0 2-16,0 0 9 0,0 0 6 0,0 0-3 15,0 0 13-15,0 0-15 0,0 0 0 0,0 0-8 16,0 0-1-16,0 0 10 0,0 0 19 0,0 0-15 16,0 0 16-16,-18 21 3 0,17-12-4 0,1-9 4 15,1 26-4-15,2-15 1 0,-1 6-6 0,-1-2-11 16,-1 2-3-16,0 0-6 0,0 2-8 0,2-1 18 16,-1 0-16-16,1 0 7 0,0 0-9 0,-2 1-14 15,1-1-44-15,-1 2-19 0,2-1-14 0,-4-2-67 16,1 1-156-16,-1 2 70 0</inkml:trace>
  <inkml:trace contextRef="#ctx0" brushRef="#br0" timeOffset="-175742.47">2029 14279 28 0,'3'-9'184'0,"-1"3"-18"16,2-4-13-16,0 1-17 0,3-1-16 0,-2-1-14 0,6-2-3 16,-2 0-15-16,1 0-10 0,0-3-2 15,-1 0-19-15,3 0 2 0,-5 2-5 0,2-1-4 16,-1-1-3-16,-1 1-7 0,-3 1-5 0,0 2-1 16,-1 0 7-16,-2 3 10 0,2-1-7 0,-3 10 2 15,-2-13-7-15,2 13-1 0,0 0-6 0,0-16-3 16,0 16-1-16,0 0-8 0,-4-9-5 0,4 9-5 15,0 0 2-15,0 0-9 0,0 0 4 0,0 0-7 16,0 0 3-16,0 0-5 0,0 0 5 0,0 0 4 16,2 39-6-16,0-29-1 0,0 0-1 0,0 0-2 15,1 1 2-15,1-1-2 0,-4-10-1 0,7 11-1 16,-3-4-2-16,-4-7 7 0,8 8-9 0,-8-8 7 16,7 4-1-16,-7-4 3 0,11 2-5 0,-11-2 7 15,0 0 1-15,0 0-2 0,18-13 3 0,-15 4 0 16,4 2-1-16,-4-4 5 0,0 3-1 0,-2-1 2 15,2-1-1-15,-3 10 4 0,-1-20-2 16,1 10-7-16,0 10 8 0,-4-16-5 0,4 16 10 0,-4-10-7 16,4 10-1-16,0 0-11 0,0-10 3 0,0 10-1 15,0 0-6-15,0 0 3 0,0 0 0 0,0 0-1 16,0 0 2-16,0 0-3 0,0 0 1 16,2 44-1-16,0-26 3 0,-2-1-3 0,0 2-2 0,1 1-14 15,2 3-7-15,-2-4-32 0,-1 0-27 16,3 1-25-16,-2-2-8 0,-1-1-31 0,-1 0-95 15,-2-4-265-15,-1-3 118 0</inkml:trace>
  <inkml:trace contextRef="#ctx0" brushRef="#br0" timeOffset="-175558.59">1959 13813 76 0,'0'0'56'0,"0"0"-17"0,30 10-33 15,-17 0-23-15,4 1-10 0,2 8-29 0,4-5 13 16</inkml:trace>
  <inkml:trace contextRef="#ctx0" brushRef="#br0" timeOffset="-175200.47">2608 13921 143 0,'1'-8'176'0,"-1"8"-15"0,0 0-8 0,0 0-20 15,0 0-17-15,3-9-10 0,-3 9-8 0,0 0-22 16,0 0-2-16,0 0-6 0,0 0-8 0,0 0-11 15,18 20-3-15,-12-10-2 0,0-1-3 0,5 5-2 16,-5-4-4-16,2 2-8 0,-1-2-3 0,0 0-1 16,1 0 7-16,-1-1-12 0,-2-1 1 0,0 0-2 15,-1-2-5-15,-4-6 1 0,7 8-3 0,-7-8 2 16,6 7 3-16,-6-7 9 0,0 0 9 0,6 4 12 16,-6-4 2-16,0 0 1 0,0 0-3 0,0 0-5 15,0 0-4-15,8-20-5 0,-5 11 0 0,-1-3-8 16,1-7 2-16,1 1-2 0,1-6-2 0,-2-3-7 15,0 8-2-15,2-6-20 0,-4 7-14 16,3-1-17-16,0 1-26 0,0 4-9 0,-1 4-25 0,-2-3-41 16,-1 13-29-16,2-13-118 0,-2 13-311 15,0 0 138-15</inkml:trace>
  <inkml:trace contextRef="#ctx0" brushRef="#br0" timeOffset="-174372.41">2920 13893 97 0,'9'-8'131'15,"-2"-1"-5"-15,3 1-7 0,-10 8 1 0,15-16-15 16,-10 7-12-16,0 0-3 0,1-2-8 0,-6 11-7 16,5-21-7-16,-2 11-3 0,-3 10-2 0,0-19 3 15,0 19-10-15,0-17-3 0,0 17-1 0,-5-15 2 16,5 15-7-16,-7-9-1 0,7 9-13 0,-8-7 5 15,8 7-14-15,0 0-5 0,-11-7-2 0,11 7-3 16,0 0 4-16,0 0-11 0,-21 18 7 0,14-10-7 16,2 2 1-16,-1 2-5 0,2-1 5 0,-1 5-7 15,1-1-2-15,3-2 14 0,2 2-10 0,1 1 1 16,0-2-5-16,4-3 4 0,-1 1-3 16,2-1 2-16,0-2-1 0,1 0 4 0,2-2-3 0,2-1-1 15,-3-1 7-15,-9-5-3 0,21 7 2 16,-8-7-4-16,-13 0 1 0,22 1 1 0,-22-1-1 0,20-5 8 15,-9 0-5-15,0-2 4 0,-2 1-1 16,0-3 9-16,-3-1-6 0,3 2 1 0,-2-3-5 16,-1 0 2-16,-1-7-4 0,4 1-2 0,-4 3 6 0,2-1-9 15,-4-2 7-15,4 1-5 0,-3 0 4 0,1 1-5 16,-3 3 2-16,-2 12 0 0,5-19-3 0,-2 9-4 16,-3 10 0-16,4-11-4 0,-4 11 2 0,0 0-8 15,9-10 8-15,-9 10 1 0,0 0-1 16,0 0 3-16,0 0-8 0,0 0 5 0,27 10 1 15,-27-10 1-15,16 12 2 0,-8-5-1 0,-8-7 5 16,15 15-6-16,-6-7-1 0,-1-1 10 0,-8-7-10 16,11 8 4-16,-11-8-3 0,13 6 2 0,-13-6 5 15,9 7-2-15,-9-7 1 0,0 0-4 0,12 4 0 16,-12-4 6-16,0 0-2 0,0 0 3 0,0 0-1 16,0 0 1-16,19-12-5 0,-19 12-1 0,7-10 9 15,-7 10-6-15,8-10 3 0,-8 10-6 0,2-12 2 16,-2 12 0-16,0 0 1 0,7-11 0 0,-7 11-3 15,0 0-4-15,0 0 2 0,0 0-2 0,0 0-1 16,5-10 1-16,-5 10 1 0,0 0-1 0,0 0 3 16,0 0-1-16,0 0-3 0,0 0 5 0,26 12-1 15,-26-12 3-15,16 7-1 0,-6-6-2 0,-10-1 3 16,21 2 6-16,-21-2-7 0,17-1 1 0,-17 1 3 16,14-4 0-16,-14 4-2 0,19-7 0 0,-11 0 4 15,0 1 2-15,-8 6-1 0,14-14-2 0,-6 6 1 16,0 0 1-16,-8 8-1 0,7-13-2 0,-7 13 4 15,7-12 0-15,-7 12 2 0,5-9 4 0,-5 9 0 16,0 0 0-16,0 0-1 0,5-13-6 16,-5 13-3-16,0 0-1 0,0 0-2 0,0 0-2 15,0 0-2-15,0 0 1 0,0 0-2 0,0 0-2 16,11 38 2-16,-8-22-5 0,0 1 10 0,1 8 2 16,1-1-6-16,-1 4-1 0,-1 0-21 0,2 0-20 0,-1 2-19 15,-1 1-11-15,-1 0-31 0,0 1-21 0,-2 1-13 16,-3 2-21-16,-1 1-99 0,-7 9-279 0,3-10 123 15</inkml:trace>
  <inkml:trace contextRef="#ctx0" brushRef="#br0" timeOffset="-173900.81">1724 15365 33 0,'2'-31'150'0,"4"2"-15"0,1-3-9 0,2-4 2 0,0 2-12 16,1-10-6-16,-2 12-5 0,-2-4-15 0,-1 5-5 15,-1 1-6-15,-3 1-7 0,-1 1-1 0,-1 9-9 16,-2 1-3-16,-2 2-5 0,3 4-9 16,-2 2-2-16,-2 2 1 0,2 1-7 0,4 7-7 15,-9-11-3-15,9 11-5 0,-11-4-5 0,11 4 2 16,-18 2-13-16,18-2 8 0,-16 15-5 0,7-6 0 16,-2 4 1-16,4 1-6 0,3 5 0 0,2-4-5 0,2 2 3 15,0 0-8-15,7-1-3 0,4 0-1 16,0-2 6-16,5 2-10 0,6-1 10 0,0-2-9 15,3 1 7-15,0-2-4 0,1-1 12 0,-2 1-6 16,-7-3-6-16,-1-3 5 0,-2 3-2 0,-1-2 4 16,-4-3 1-16,0 5-6 0,-5 0 1 0,3-1 3 15,-2 1 2-15,-3 0-8 0,-2-9 8 0,-2 20-6 16,0-10-7-16,-3 0-12 0,5-10-27 0,-14 25-20 16,6-17-25-16,1 6-21 0,-2-6-94 15,1 2-232-15,-2-2 104 0</inkml:trace>
  <inkml:trace contextRef="#ctx0" brushRef="#br0" timeOffset="-173353.61">2011 15086 120 0,'10'-2'104'0,"-10"2"-7"0,0 0 1 15,0 0-11-15,17 10-11 0,-13-3 2 16,3 0-4-16,-3 0-15 0,-4-7-9 0,7 15 3 15,-4-7-12-15,-1 1 1 0,-2-9-6 0,2 12-8 16,-2-12 11-16,2 12-5 0,-2-12-2 0,0 0 9 16,-2 11-1-16,2-11 9 0,0 0-1 0,0 0 0 15,-13 3-2-15,13-3-11 0,0 0 2 0,0 0-6 16,-21-15 0-16,14 8 1 0,3 0-3 0,-3-2-1 16,4-4-6-16,1 4 5 0,1-5-10 0,1-3 4 15,2 5-9-15,2-6 5 0,3 2-3 0,0 2-8 16,1-3 0-16,4 3 2 0,-3 1-3 0,0 5 0 15,2-1-8-15,-1 5 7 0,0-1-4 0,3 3 0 16,0 3-2-16,-13-1-1 0,25 6 4 0,-13-2 0 16,4 5-3-16,-3 0 2 0,1 1 2 0,-1 2 1 15,-2-2 1-15,-3 1-2 0,1-1 0 0,-3-1 2 16,-2 1 1-16,3-1-2 0,-2-4-4 0,-5-5 2 16,5 12 5-16,-5-12-3 0,6 9 1 15,-6-9 4-15,4 6-1 0,-4-6 13 0,0 0-7 16,0 0 6-16,0 0-4 0,0 0 1 0,0 0-3 15,0 0-2-15,0 0-1 0,0 0-3 0,4-25 1 0,-3 15-3 16,4-1-1-16,-1 0-3 0,1-5-3 16,3 0-3-16,1 2 4 0,1-1-2 0,-2 4 5 15,2-2-3-15,-4 5-3 0,-6 8-2 0,14-10 0 16,-7 6 2-16,-7 4-1 0,11-4 1 0,-11 4-1 16,0 0 3-16,19 11-1 0,-11-1 0 0,-2-1-3 15,2 5-10-15,-4-3-21 0,0 5-16 0,1-1-14 16,-1 0-24-16,-2 2 1 0,0-5-23 0,3 1-8 15,-2-3-3-15,-3-10-80 0,9 19-221 0,-6-12 97 16</inkml:trace>
  <inkml:trace contextRef="#ctx0" brushRef="#br0" timeOffset="-172606.14">2529 15112 332 0,'10'-7'-26'15,"4"-4"14"-15,-2 1 12 0,0-5 5 0,0 0 8 16,-2-2 8-16,0-1 6 0,-1 2 3 0,-1-2 0 16,-2 2 9-16,0-10 14 0,-3 12 11 0,-2-2-10 15,-1 16 5-15,-4-22 14 0,1 13 3 0,3 9-2 16,-14-15-5-16,14 15-3 0,-14-6-7 0,5 2-1 15,9 4-11-15,0 0 4 0,-36 11-7 0,26-3 1 16,-2 1-6-16,3-1-6 0,4 2-6 16,-1 0 5-16,-1 4-7 0,1-1-4 0,3-2-5 0,2 1 4 15,1-12 0-15,-1 23-5 0,5-14-3 0,1 1 2 16,1-2-1-16,1 0 1 0,0-2 3 16,2-2-6-16,1-1-2 0,-10-3 5 0,21 0-6 15,-11 0 2-15,-10 0 2 0,14-2-5 0,-14 2 7 16,13-6 6-16,-13 6 5 0,8-8-4 0,-8 8 1 0,6-10-1 15,-5 3-8-15,-1 7 3 0,2-15-6 16,-2 15 8-16,-2-13 1 0,2 13-5 0,-2-11 4 16,2 11 1-16,0 0-8 0,0 0 2 0,-2-14-9 15,2 14 0-15,0 0-2 0,0 0-6 0,0 0 2 16,0 0 2-16,0 0-4 0,0 0-5 0,0 0 9 16,0 0-1-16,0 0 2 0,0 0-8 0,3 42 10 15,1-34 0-15,2 2 1 0,2-5-4 0,-4 3 1 16,3-3 2-16,2 0-1 0,-9-5 2 0,18 4-1 15,-6-4 5-15,0-1-5 0,1-4 5 0,5-2-6 16,-1-2 7-16,-2-2-5 0,-2-3 2 0,2-1 2 16,-3 2 1-16,-2-3 3 0,0 1 4 0,-5-2 3 15,2-1 7-15,-1 1 5 0,-5 1-5 0,-1-2-3 16,-1-2-2-16,-1 1-5 0,0 0-2 0,-2-7 1 16,-1 2-3-16,1 7 1 0,-1-3-7 0,-1 3 5 15,2 2-2-15,2 3-1 0,2 12 2 0,-6-17 2 16,6 17-6-16,-2-11-3 0,2 11-6 0,0 0 4 15,0 0-2-15,0 0 0 0,0 0 0 16,0 0 3-16,0 0-3 0,0 0-3 0,10 44 1 16,-7-28 1-16,4 3 0 0,1 6 0 0,-3-7-1 0,2 0-1 15,0-1 2-15,3-2 4 0,-1 1-2 16,3-4-2-16,-1 3 6 0,-2-7-4 0,5 5 5 0,-3-7-2 16,0-1 0-16,3 1 2 0,-2-6 0 0,2 1 3 15,-2-2-3-15,0-2-2 0,-12 3 4 16,22-10 2-16,-13 2-8 0,1-1 1 0,-2 0-2 15,-2-2 0-15,0-6 3 0,-1 1-3 0,0-1 2 16,-2 1-3-16,-2 0 2 0,1-3 2 0,-2 2-3 16,-2-2 3-16,1 3-1 0,0-2 1 0,1 18 1 15,-2-21-2-15,2 21-1 0,-1-13-2 0,1 13-1 16,0 0-6-16,0 0-2 0,0 0 3 0,0 0 1 16,0 0 6-16,0 0-4 0,0 0 4 0,4 53-5 15,-1-28 3-15,0 1 4 0,0 4-5 0,1-2-11 16,0 3-28-16,3-3-38 0,0 0-38 0,4 2-18 15,5-6-33-15,3-2-138 0,5-2-332 0,-2-5 147 16</inkml:trace>
</inkml:ink>
</file>

<file path=ppt/ink/ink2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08:37.170"/>
    </inkml:context>
    <inkml:brush xml:id="br0">
      <inkml:brushProperty name="width" value="0.05292" units="cm"/>
      <inkml:brushProperty name="height" value="0.05292" units="cm"/>
      <inkml:brushProperty name="color" value="#FF0000"/>
    </inkml:brush>
  </inkml:definitions>
  <inkml:trace contextRef="#ctx0" brushRef="#br0">24727 9665 43 0,'0'0'107'0,"0"0"1"0,0 0-21 15,0 0 6-15,0-7-9 0,0 7-5 0,0 0-13 16,0 0-7-16,0 0 2 0,0 0-11 0,0 0-12 0,0 0-18 15,0 0-3-15,0 0-9 0,0 0-27 0,0 0-27 16,0 0-30-16,0 0-55 0,0 0-139 0,-7 25 61 16</inkml:trace>
  <inkml:trace contextRef="#ctx0" brushRef="#br0" timeOffset="1236.52">26165 10514 45 0,'0'0'74'0,"0"0"-18"0,0 0-17 15,0 0-20-15,2 7-22 0,-2-7-36 0,0 0-42 16,0 0 20-16</inkml:trace>
  <inkml:trace contextRef="#ctx0" brushRef="#br0" timeOffset="1983.6">28539 9172 15 0,'0'0'22'0,"0"0"-21"0,0 0-8 0,0 0-7 0,14 15 4 16</inkml:trace>
  <inkml:trace contextRef="#ctx0" brushRef="#br0" timeOffset="2220.23">28661 9964 15 0,'2'7'51'0,"-2"-7"-7"0,0 0-5 16,1 6-22-16,-1-6-26 0,0 9-18 0,0-9-28 15,0 0 13-15</inkml:trace>
  <inkml:trace contextRef="#ctx0" brushRef="#br0" timeOffset="2495.85">28519 10291 46 0,'0'0'77'0,"0"0"-10"0,0 0-8 0,0 0-6 0,0 0-8 15,0 0-18-15,0 0-18 0,0 0-20 0,0 0-25 16,0 0-20-16,13-16-61 0,-13 16 26 0</inkml:trace>
  <inkml:trace contextRef="#ctx0" brushRef="#br0" timeOffset="5055.74">27390 10526 18 0,'0'0'120'0,"0"0"16"16,0 0-16-16,0 0-5 0,0 0-12 16,0 0-5-16,0 0-7 0,0 0-15 0,0 0-6 15,0 0-3-15,0 0-3 0,0 0 4 0,0 0-12 0,0 0-5 16,0 0-3-16,0 0 2 0,0 0-11 0,0 0-5 15,0 0-2-15,0 0 1 0,0 0-7 16,0 0-7-16,0 0-1 0,0 0 1 0,0 0 5 16,0 0-10-16,0 0 0 0,0 0-4 0,0 0-2 0,0 0 1 15,0 0-3-15,0 0 2 0,0 0 2 0,0 0-6 16,0 0 1-16,0 0 1 0,0 0 1 0,0 0-3 16,0 0-7-16,0 0 12 0,0 0-6 0,0 0 2 15,0 0-2-15,0 0-5 0,0 0 2 0,0 0 5 16,0 0-2-16,0 0-3 0,0 0-3 0,0 0 2 15,0 0-1-15,0 0 3 0,0 0 0 0,0 0-2 16,0 0-8-16,0 0 2 0,0 0 0 16,0 0 1-16,0 0-6 0,0 0-9 0,0 0-5 0,0 0-11 15,0 0-15-15,0 0 1 0,0 0-9 0,3-25-7 16,-3 25-9-16,0 0-12 0,0 0-19 0,0 0-75 16,0 0-198-16,-4-7 88 0</inkml:trace>
  <inkml:trace contextRef="#ctx0" brushRef="#br0" timeOffset="7530.84">24547 9649 28 0,'0'0'50'0,"0"0"-22"0,0 0-16 15,0 0-20-15,0 0-11 0,0 0-20 0,0 0 10 16</inkml:trace>
  <inkml:trace contextRef="#ctx0" brushRef="#br0" timeOffset="11494.95">25162 11548 33 0,'0'0'116'15,"0"0"-9"-15,0 0-3 0,0 0-23 0,0 0 1 16,0 0-9-16,0 0-8 0,0 0-12 0,0 0 0 16,0 0-2-16,0 0-11 0,0 0-7 0,5 5 2 15,-5-5-5-15,0 0-4 0,0 0-4 0,0 0-14 16,0 0-8-16,0 0-2 0,0 0-13 0,0 0-8 15,0 0-9-15,0 0-13 0,0 0-15 0,0 0-15 16,0 0-52-16,0 0-137 0,0 0 60 0</inkml:trace>
  <inkml:trace contextRef="#ctx0" brushRef="#br0" timeOffset="12452.31">27499 11182 57 0,'0'0'52'0,"0"0"-13"0,0 0-16 0,0 0-15 15,0 0-11-15,0 0-27 0,0 0-32 0,0 0 15 16</inkml:trace>
  <inkml:trace contextRef="#ctx0" brushRef="#br0" timeOffset="13088.26">27508 11775 64 0,'0'0'75'16,"0"0"-2"-16,0 0-5 0,0 0-16 0,0 0 7 0,0 0-13 15,0 0 8-15,0 0-16 0,0 0-4 16,0 0-2-16,0 0 3 0,0 0-10 0,0 0 1 16,0 0-5-16,0 0 2 0,0 0-7 0,0 0-3 15,1 7 2-15,-1-7-2 0,0 0 1 0,0 0 0 0,0 0-11 16,0 0 2-16,0 0 4 0,0 0 1 0,0 0-7 15,0 0 7-15,0 0 1 0,0 0 4 0,0 0-9 16,0 0 4-16,0 0-1 0,0 0-1 0,0 0-11 16,0 0 20-16,0 0-11 0,0 0 11 0,0 0-8 15,0 0-9-15,0 0 9 0,0 0-16 0,0 0 13 16,0 0 4-16,0 0 0 0,0 0-1 0,0 0-6 16,0 0 4-16,0 0 1 0,0 0-4 0,0 0 2 15,0 0-3-15,0 0 1 0,0 0 2 0,0 0-3 16,0 0 8-16,0 0-9 0,0 0-1 0,0 0-7 15,0 0 10-15,0 0 0 0,0 0-5 0,0 0 2 16,0 0 0-16,0 0 4 0,0 0 4 0,0 0-9 16,0 0 1-16,0 0 0 0,0 0 4 0,0 0-8 15,0 0 1-15,0 0 8 0,0 0-2 0,0 0-8 16,0 0 6-16,0 0 4 0,0 0-11 0,0 0 8 16,0 0-12-16,0 0-1 0,0 0-3 0,0 0-3 15,0 0-11-15,0 0-9 0,0 0-11 0,0 0-14 16,0 0-83-16,0 0-156 0,0 0 69 0</inkml:trace>
  <inkml:trace contextRef="#ctx0" brushRef="#br0" timeOffset="14372.56">26742 12730 10 0,'0'0'81'15,"0"0"-23"-15,0 0-13 0,0 0-14 0,0 0-22 16,0 0-15-16,0 0-32 0,0 0-42 0,0 0 19 16</inkml:trace>
  <inkml:trace contextRef="#ctx0" brushRef="#br0" timeOffset="14648.19">27016 12550 39 0,'0'0'88'0,"0"0"-7"0,0 0-19 0,0 0 3 16,0 0-11-16,0 0-13 0,0 0-10 0,0 0-8 16,0 0-15-16,0 0-23 0,0 0-9 15,0 0-52-15,0 0-82 0,0 0 36 0</inkml:trace>
  <inkml:trace contextRef="#ctx0" brushRef="#br0" timeOffset="15225.76">26915 13426 49 0,'0'0'105'0,"0"0"0"0,0 0-1 0,0 0-13 16,0 0-20-16,0 0-3 0,0 0 3 0,0 0-4 16,0 0-9-16,0 0 3 0,0 0 1 0,0 0-3 15,0 0-9-15,0 0 9 0,0 0-11 0,0 0-2 16,0 0 1-16,0 0-7 0,0 0-14 0,0 0 7 16,0 0-6-16,0 0 0 0,4 6-2 0,-4-6-5 15,0 0-1-15,0 0 1 0,0 0-5 0,0 0-2 16,0 0-2-16,0 0-4 0,0 0 2 0,0 0 0 15,0 0-2-15,0 0-2 0,0 0 1 0,0 0 1 16,0 0-4-16,0 0 5 0,0 0 0 0,0 0-3 16,0 0-1-16,0 0 1 0,0 0 0 0,0 0-5 15,0 0-5-15,0 0 17 0,0 0-11 0,0 0 1 16,0 0 2-16,0 0-1 0,0 0-6 0,0 0 0 0,0 0 6 16,0 0-1-16,0 0-12 0,0 0 7 15,0 0-18-15,0 0-10 0,0 0-8 0,0 0-21 16,0 0-9-16,0 0-16 0,4 5-13 0,-4-5-100 15,0 0-214-15,0 0 95 0</inkml:trace>
  <inkml:trace contextRef="#ctx0" brushRef="#br0" timeOffset="16528.02">28350 12481 8 0,'0'0'110'16,"0"0"-4"-16,0 0-23 0,0 0 1 0,0 0-14 0,0 0-18 16,0 0-13-16,0 0-20 0,0 0-24 15,0 0-30-15,0 0-54 0,-15 17-96 0,8-14 43 0</inkml:trace>
  <inkml:trace contextRef="#ctx0" brushRef="#br0" timeOffset="16868.5">27093 13330 20 0,'0'0'10'16,"0"0"-15"-16,0 0-6 0,0 0 2 0</inkml:trace>
  <inkml:trace contextRef="#ctx0" brushRef="#br0" timeOffset="17405.91">28363 12418 23 0,'-3'9'108'0,"3"-9"-6"0,-3 6 2 0,3-6-6 0,0 0 3 16,-2 10-13-16,2-10-3 0,-4 3-11 0,4-3 3 15,0 0-8-15,0 0-2 0,-5 5-1 0,5-5-18 16,0 0-5-16,0 0 2 0,-5 5-13 0,5-5 2 15,0 0 1-15,-5 4-14 0,5-4 3 0,0 0-1 16,0 0-11-16,0 0-6 0,-8 2-9 0,8-2-22 16,0 0-12-16,-5 6-20 0,5-6-27 0,-7 5-113 15,3-1-213-15,4-4 95 0</inkml:trace>
  <inkml:trace contextRef="#ctx0" brushRef="#br0" timeOffset="18314.07">27126 13275 56 0,'0'0'76'0,"0"0"-9"16,0 0-19-16,0 0-11 0,0 0-6 0,0 0-14 16,0 0-17-16,0 0-16 0,0 0-37 0,0 0-58 15,-4 6 27-15</inkml:trace>
  <inkml:trace contextRef="#ctx0" brushRef="#br0" timeOffset="19722.64">25316 14237 54 0,'0'0'97'0,"0"0"-9"0,0 0-6 0,0 0-6 15,0 0 2-15,0 0-10 0,0 0-9 0,0 0-14 16,13-10 0-16,-13 10 5 0,0 0-7 0,0 0-10 16,0 0-13-16,0 0 9 0,0 0-1 15,0 0-13-15,0 0-15 0,0 0-8 0,0 0-13 0,0 0-12 16,0 0-13-16,0 0-16 0,0 0-62 0,0 0-133 15,0 0 58-15</inkml:trace>
  <inkml:trace contextRef="#ctx0" brushRef="#br0" timeOffset="20425.91">25311 14079 2 0,'0'0'69'0,"0"0"-2"16,0 0 1-16,0 0-19 0,0 0 7 0,0 0-11 0,0 0-4 16,0 0-9-16,0 0-2 0,0 0-1 0,0 0-8 15,0 0 3-15,0 0-14 0,-4 3-4 0,4-3-16 16,0 0-19-16,-5 7-13 0,5-7-36 0,0 0-85 16,-5 5 37-16</inkml:trace>
  <inkml:trace contextRef="#ctx0" brushRef="#br0" timeOffset="21300.62">26521 14134 83 0,'0'0'111'0,"0"0"3"0,0 0-6 0,0 0-26 0,0 0 2 16,0 0-2-16,0 0-17 0,0 0 0 0,0 0-19 15,0 0 6-15,0 0-3 0,0 0 1 0,0 0-8 16,0 0 0-16,0 0 0 0,0 0-15 0,0 0 2 16,0 0-5-16,0 0-5 0,0 0 1 0,0 0-19 15,0 0-5-15,0 0-16 0,0 0-2 0,0 0-23 16,0 0-20-16,0 0-15 0,0 0-88 0,0 0-180 16,0 0 81-16</inkml:trace>
  <inkml:trace contextRef="#ctx0" brushRef="#br0" timeOffset="21834.76">27503 14066 23 0,'0'0'29'0,"0"0"-20"0,0 0-20 16,0 0-11-16,0 0 6 0</inkml:trace>
  <inkml:trace contextRef="#ctx0" brushRef="#br0" timeOffset="36223.71">14290 11152 19 0,'0'0'46'0,"0"0"-4"0,0 0 5 16,0 0-9-16,0 0-1 0,0 0 0 0,0 0 0 16,0 0 2-16,0 0 2 0,0 0-7 0,0 0 10 15,0 0-4-15,0 0-8 0,0 0-4 0,0 0 10 16,0 0-4-16,0 0 3 0,0 0-11 0,0 0-2 15,0 0 6-15,0 0-13 0,0 0 5 0,0 0 0 16,0 0-12-16,0 0 3 0,0 0 3 0,0 0-6 16,0 0 4-16,0 0-4 0,0 0-2 0,0 0 1 15,0 0 0-15,0 0-1 0,0 0-3 0,0 0-5 16,0 0 6-16,0 0-2 0,0 0-6 0,-7-5 10 16,7 5-7-16,0 0 0 0,-6-4 1 0,6 4-1 15,0 0-4-15,-10-4 7 0,10 4 2 0,0 0-5 16,-7-4 4-16,7 4-6 0,-6-2 5 0,6 2-4 15,0 0 0-15,-12-4-3 0,12 4 6 0,-6-3-4 16,6 3 0-16,0 0 3 0,-9-2-10 0,9 2 5 0,-6-2 6 16,6 2 4-16,0 0-2 0,-10-5-13 15,10 5 6-15,0 0 7 0,-7-3 8 0,7 3 5 16,0 0-10-16,-6-3 2 0,6 3 3 0,0 0 12 16,0 0-11-16,0 0 6 0,0 0 4 0,-9-4-6 0,9 4 1 15,0 0 0-15,0 0-7 0,0 0 7 16,0 0-5-16,0 0 1 0,0 0-10 0,0 0 4 15,0 0-1-15,0 0-2 0,0 0-4 0,0 0 5 16,0 0 0-16,0 0-2 0,0 0-3 0,0 0-9 0,0 0 9 16,0 0 3-16,0 0-5 0,0 0-3 15,0 0-4-15,0 0 7 0,0 0 3 0,0 0-3 16,0 0 2-16,29 7-2 0,-18-3-3 0,2-1 1 16,5 0 0-16,3-1 11 0,6 5-6 0,-7-4-4 0,7 1 6 15,-5-1-2-15,6 1-9 0,-1 0 6 0,2-2 2 16,-1 0-1-16,0 0-1 0,-1 0 3 0,-5-1-6 15,1 1 8-15,4-2-8 0,-7 0 4 0,-2 0-1 16,0 0 10-16,-1 0-12 0,-5 0 6 0,2 0-8 16,-3 0 5-16,0 0-11 0,-5 0 14 0,-6 0-13 15,12 0 5-15,-12 0 5 0,10 0 1 0,-10 0-4 16,0 0 2-16,12 0 1 0,-12 0 0 0,0 0 0 16,7 0 10-16,-7 0-10 0,0 0 7 15,0 0-7-15,0 0-2 0,0 0 8 0,0 0-7 0,8 2 4 16,-8-2 0-16,0 0-3 0,0 0-6 0,0 0 5 15,0 0 0-15,0 0-2 0,0 0 1 0,0 0-6 16,0 0 12-16,0 0-6 0,0 0 4 0,0 0-6 16,0 0 6-16,0 0 2 0,0 0 2 0,0 0-6 15,0 0 4-15,0 0-3 0,0 0 3 0,0 0 0 16,0 0 2-16,0 0 1 0,0 0 4 0,0 0 9 16,0 0-6-16,0 0-1 0,0 0 0 0,0 0 3 15,0 0-5-15,0 0-4 0,0 0-1 0,0 0 2 16,0 0 3-16,0 0-1 0,0 0-3 0,0 0-4 15,0 0 1-15,0 0 1 0,0 0 0 0,0 0 0 16,0 0-1-16,0 0 4 0,0 0-5 0,0 0-3 16,0 0 3-16,0 0-1 0,0 0 1 0,0 0-2 15,0 0-1-15,0 0 2 0,0 0 2 0,0 0 4 16,0 0-12-16,0 0 5 0,0 0-2 0,0 0-1 16,0 0 3-16,0 0-7 0,0 0 5 0,0 0-3 15,0 0 1-15,0 0 5 0,0 0 1 0,0 0 2 16,0 0-6-16,0 0 5 0,0 0-3 0,0 0-4 15,0 0 6-15,0 0-9 0,0 0 6 0,0 0-1 16,0 0-3-16,0 0 0 0,0 0 0 0,0 0 3 16,0 0-2-16,0 0 0 0,0 0 2 0,0 0-1 0,0 0 1 15,0 0 7-15,0 0-4 0,0 0-6 16,0 0 2-16,0 0-1 0,0 0 2 0,0 0 0 16,0 0 2-16,0 0 1 0,0 0-5 0,0 0-1 15,0 0-1-15,0 0 16 0,0 0-16 0,0 0 2 16,0 0-1-16,0 0 6 0,0 0 0 0,0 0-9 0,0 0 7 15,0 0 2-15,0 0-7 0,0 0 4 16,0 0 1-16,0 0 2 0,0 0 0 0,0 0 1 16,0 0-3-16,0 0 4 0,0 0 0 0,0 0-7 15,0 0-4-15,0 0 1 0,0 0 2 0,0 0 4 0,0 0 1 16,0 0-2-16,0 0 4 0,0 0-9 16,0 0 8-16,0 0-5 0,0 0-1 0,0 0 0 0,0 0 10 15,0 0-11-15,0 0-2 0,0 0 4 16,0 0 7-16,0 0-2 0,0 0-6 0,0 0 6 0,0 0 0 15,0 0-12-15,0 0 6 0,0 0 0 0,0 0 4 16,0 0 3-16,0 0 1 0,0 0-4 0,0 0 2 16,0 0-8-16,0 0 8 0,0 0-3 15,0 0 0-15,0 0-1 0,0 0 0 0,0 0-1 0,0 0-3 16,0 0 7-16,0 0 5 0,0 0-10 0,0 0 11 16,0 0-11-16,0 0 1 0,0 0-1 0,0 0 6 15,0 0-9-15,0 0 9 0,0 0 7 0,0 0-9 16,0 0-3-16,0 0-6 0,0 0 10 0,0 0 3 15,0 0 1-15,0 0-7 0,0 0 5 0,0 0-7 16,0 0 0-16,0 0 4 0,0 0-1 0,0 0-2 16,0 0 3-16,0 0 4 0,0 0-5 0,0 0 0 15,0 0-4-15,0 0 6 0,0 0-4 0,0 0 1 16,0 0-4-16,0 0 5 0,0 0-2 0,0 0 4 16,0 0-4-16,0 0 2 0,0 0 1 0,0 0 0 15,0 0 4-15,0 0-8 0,0 0 4 0,0 0-2 16,0 0 1-16,0 0-2 0,0 0 4 0,0 0-4 15,0 0-4-15,0 0 6 0,0 0-2 0,0 0 7 16,0 0-4-16,0 0 1 0,0 0-1 0,0 0-2 16,0 0 1-16,0 0 5 0,0 0-6 0,0 0-4 15,0 0 4-15,0 0-7 0,0 0 13 0,0 0-4 16,0 0-6-16,0 0 5 0,0 0 10 0,0 0-6 16,0 0-6-16,0 0 5 0,0 0-6 0,0 0 7 15,0 0-3-15,0 0-1 0,0 0 0 0,0 0-3 16,0 0 1-16,0 0-1 0,0 0 12 0,0 0-13 15,0 0 6-15,0 0-1 0,0 0 7 0,0 0-9 0,0 0-1 16,0 0 6-16,0 0-10 0,0 0 4 16,0 0 4-16,0 0-1 0,0 0 4 0,0 0-5 15,0 0-2-15,0 0-7 0,0 0 9 0,0 0-4 16,0 0 5-16,0 0-10 0,0 0 10 0,0 0 2 0,0 0-2 16,0 0 0-16,0 0 0 0,0 0 3 0,0 0-3 15,0 0 4-15,0 0-5 0,0 0 0 0,0 0 4 16,0 0-1-16,0 0-6 0,0 0 3 15,0 0-4-15,0 0 4 0,0 0 2 0,0 0-7 16,0 0 2-16,0 0 3 0,0 0 0 0,0 0-1 0,0 0-4 16,0 0 6-16,0 0-3 0,0 0 1 0,0 0-1 15,0 0 0-15,0 0 2 0,0 0 0 16,0 0 0-16,0 0-2 0,0 0 1 0,0 0-2 16,0 0 7-16,0 0-4 0,0 0 0 0,0 0-8 0,0 0 9 15,0 0 1-15,0 0-1 0,0 0-2 0,0 0 2 16,0 0-2-16,0 0 0 0,0 0-2 15,0 0 1-15,0 0 2 0,0 0-3 0,0 0-2 16,0 0 2-16,0 0 3 0,0 0 2 0,0 0 1 0,0 0-6 16,0 0 1-16,0 0 4 0,0 0 2 0,0 0-7 15,0 0 1-15,0 0 5 0,0 0-7 0,0 0 4 16,0 0 10-16,0 0-17 0,0 0 1 16,0 0 10-16,0 0-7 0,0 0 2 0,0 0-4 0,0 0-10 15,0 0 14-15,0 0 7 0,0 0-4 0,0 0 0 16,0 0-1-16,0 0-3 0,0 0 8 0,0 0-6 15,0 0-2-15,0 0 3 0,0 0-1 0,0 0 0 16,0 0 1-16,0 0-4 0,0 0 8 0,0 0 6 16,0 0-24-16,0 0 22 0,0 0-7 0,0 0-2 15,0 0-1-15,0 0 0 0,0 0 1 0,0 0-3 16,0 0 7-16,0 0-5 0,0 0 5 0,0 0-3 16,0 0 2-16,0 0 0 0,0 0-9 0,0 0 13 15,0 0-5-15,0 0 1 0,0 0-2 0,0 0-3 16,0 0-3-16,0 0 8 0,0 0-3 0,0 0-1 15,0 0-1-15,0 0-1 0,0 0 1 0,0 0 4 16,0 0 1-16,0 0 1 0,0 0-10 0,0 0 6 16,0 0 0-16,0 0 1 0,0 0 1 0,0 0-1 15,0 0-5-15,0 0 6 0,0 0 2 0,0 0-2 16,0 0-4-16,0 0 3 0,0 0-5 0,0 0 3 16,0 0 1-16,0 0 0 0,0 0 3 0,0 0-3 0,0 0 0 15,0 0 0-15,0 0-3 0,0 0 2 16,0 0 1-16,0 0 3 0,0 0-2 0,0 0-1 15,0 0-8-15,0 0 9 0,0 0 2 0,0 0-5 16,0 0 2-16,0 0-2 0,0 0 3 0,0 0 3 0,0 0-6 16,0 0 7-16,0 0-8 0,0 0-1 0,0 0 5 15,0 0-3-15,0 0 4 0,0 0 1 16,0 0-4-16,0 0-1 0,0 0-2 0,0 0 8 16,0 0-4-16,0 0-8 0,0 0 8 0,0 0 2 15,0 0 4-15,0 0-6 0,0 0 0 0,0 0-2 0,0 0 1 16,0 0 0-16,0 0 3 0,0 0-3 0,0 0 3 15,0 0-10-15,0 0 7 0,0 0 2 0,0 0-1 16,0 0-2-16,0 0 2 0,0 0-1 16,0 0 6-16,0 0-10 0,0 0 6 0,0 0-3 0,0 0-6 15,0 0 3-15,0 0 9 0,0 0-9 0,0 0 5 16,0 0 1-16,0 0-2 0,0 0 2 0,0 0-4 16,0 0-4-16,0 0 9 0,0 0-2 0,0 0 0 15,0 0 0-15,0 0 4 0,0 0-6 0,0 0 3 16,0 0-7-16,0 0 10 0,0 0-5 0,0 0-1 15,0 0 4-15,0 0-5 0,0 0 5 0,0 0 6 16,0 0-6-16,0 0-2 0,0 0-6 0,0 0 2 16,0 0 2-16,0 0 5 0,0 0-3 0,0 0 3 15,0 0 3-15,0 0-6 0,0 0 0 0,0 0-1 16,0 0 5-16,0 0-2 0,0 0-7 0,0 0 6 16,0 0-2-16,0 0 3 0,0 0 2 0,0 0-12 15,0 0 9-15,0 0 3 0,0 0-8 0,0 0 8 16,0 0 2-16,0 0-4 0,0 0 3 0,0 0 0 15,0 0-5-15,0 0 2 0,0 0 7 0,0 0-1 16,0 0-6-16,0 0 1 0,0 0-3 0,0 0-4 16,0 0 5-16,0 0 3 0,0 0 0 0,0 0-8 15,0 0 6-15,0 0-2 0,0 0 3 0,0 0-12 16,0 0 4-16,0 0 2 0,0 0-3 0,0 0 10 16,0 0-3-16,0 0 0 0,0 0-10 0,0 0 12 15,0 0-2-15,0 0 3 0,0 0 0 0,0 0-2 16,0 0-4-16,0 0 4 0,0 0-6 0,0 0 5 15,0 0-4-15,0 0 8 0,0 0-7 0,0 0 2 16,0 0 1-16,0 0-1 0,0 0-6 0,0 0 9 16,0 0-4-16,0 0-4 0,0 0 5 0,0 0-4 15,0 0 1-15,0 0-3 0,0 0 9 0,0 0-3 16,0 0-6-16,0 0 8 0,0 0-3 0,0 0-4 16,0 0 5-16,0 0 1 0,0 0 4 0,0 0-2 15,0 0-4-15,0 0-4 0,0 0-2 0,0 0 3 16,0 0 4-16,0 0-4 0,0 0 3 0,0 0 6 0,0 0-11 15,0 0 1-15,0 0 2 0,0 0 0 0,0 0-2 16,0 0-2-16,0 0 8 0,0 0-3 16,0 0 1-16,0 0-9 0,0 0 10 0,0 0 3 15,0 0-1-15,0 0 0 0,0 0 2 0,0 0 0 0,0 0-6 16,0 0 4-16,0 0-9 0,0 0 1 0,0 0 4 16,0 0 4-16,0 0-4 0,0 0 0 15,0 0 5-15,0 0 0 0,0 0-14 0,0 0 15 16,0 0 1-16,0 0-7 0,0 0-3 0,0 0 3 0,0 0 3 15,0 0-2-15,0 0-2 0,0 0 1 0,0 0-2 16,0 0 1-16,0 0 2 0,0 0 3 0,0 0-7 16,0 0 4-16,0 0 1 0,0 0 4 15,0 0 3-15,0 0-6 0,0 0-5 0,0 0 4 0,0 0 6 16,0 0-6-16,0 0-6 0,0 0 12 0,0 0-6 16,0 0-2-16,0 0 7 0,0 0-10 0,0 0-5 15,0 0 8-15,0 0 2 0,0 0-2 0,0 0 12 16,0 0-7-16,0 0 1 0,0 0-4 0,0 0-7 15,0 0 12-15,0 0-1 0,0 0-2 0,0 0-4 16,0 0 1-16,0 0 2 0,0 0 5 0,0 0-12 16,0 0 7-16,0 0 4 0,0 0-6 0,0 0-2 15,0 0 6-15,0 0-5 0,0 0 2 0,0 0 2 16,0 0 9-16,0 0-12 0,0 0 4 0,0 0-1 16,0 0-3-16,0 0-16 0,0 0 3 0,0 0-8 15,0 0-19-15,0 0-5 0,0 0-5 0,0 0-2 16,0 0-19-16,0 0-18 0,0 0-7 0,0 0-71 15,-19-11-182-15,19 11 80 0</inkml:trace>
  <inkml:trace contextRef="#ctx0" brushRef="#br0" timeOffset="62635.75">19236 10954 15 0,'0'0'38'0,"0"0"-10"0,0 0-1 0,0 0 3 16,0 0-4-16,0 0-6 0,0 0 2 0,0 0-2 0,0 0-2 16,0 0-5-16,0 0 0 0,0 0 1 15,0 0-3-15,0 0-1 0,0 0-4 0,0 0 3 16,0 0 0-16,0 0-1 0,0 0-3 0,1-8-1 15,-1 8-1-15,0 0 5 0,0 0-3 0,0 0 1 0,0 0 3 16,0 0-5-16,0 0-2 0,0 0-3 16,0 0 3-16,0 0 0 0,0 0-2 0,0 0-1 0,0 0 6 15,0 0-1-15,0 0-2 0,-3-11-2 0,3 11 1 16,0 0 1-16,0 0-6 0,0 0 3 16,0 0 1-16,0 0-2 0,0 0 3 0,3-6 0 0,-3 6-2 15,0 0 1-15,0 0 1 0,0 0-6 0,0 0 7 16,0 0 0-16,0 0 2 0,0 0-5 0,0 0-1 15,0 0-2-15,1-7 4 0,-1 7-5 0,0 0 0 16,0 0-6-16,0 0-3 0,0 0-7 0,0 0-10 16,0 0-20-16,0 0-54 0,0 0 23 0</inkml:trace>
  <inkml:trace contextRef="#ctx0" brushRef="#br0" timeOffset="63539.02">19181 10931 2 0,'0'0'3'0,"0"0"-1"15,0 0-1-15,0 0 4 0,0 0-2 0,0 0 2 16,0 0-1-16,0 0 3 0,0 0-3 0,0 0 0 16,0 0-5-16,0 0 7 0,0 0-3 0,0 0-4 15,0 0 1-15,0 0 0 0,0 0-2 0,0 0-6 16,0 0-8-16,0 0 4 0</inkml:trace>
  <inkml:trace contextRef="#ctx0" brushRef="#br0" timeOffset="65089.84">19125 11009 17 0,'0'0'15'0,"0"0"1"0,0 0-4 16,0 0 4-16,0 0-6 0,0 0-1 0,0 0 0 16,0 0 1-16,0 0 3 0,0 0-7 0,0 0 1 0,0 0 2 15,0 0-4-15,0 0-1 0,0 0-2 0,0 0 1 16,0 0 2-16,0 0-3 0,0 0 4 16,0 0-4-16,0 0 3 0,0 0 2 0,0 0-6 15,0 0 1-15,0 0 0 0,0 0-5 0,0 0-1 0,0 0-3 16,0 0-24-16,0 0-32 0,0 0 14 0</inkml:trace>
  <inkml:trace contextRef="#ctx0" brushRef="#br0" timeOffset="67778.82">9339 17239 89 0,'5'-8'110'0,"-5"8"-14"16,0 0-9-16,0 0-3 0,0 0-3 0,0 0-21 16,0 0-10-16,0 0-31 0,0 0-23 0,0 0-32 15,0 0-23-15,0 0-38 0,0 0-103 0,-23 23 46 0</inkml:trace>
  <inkml:trace contextRef="#ctx0" brushRef="#br0" timeOffset="68880.47">7790 17248 8 0,'0'0'22'0,"0"0"-18"0,0 0-10 16,0 0-6-16,0 0 3 0</inkml:trace>
  <inkml:trace contextRef="#ctx0" brushRef="#br0" timeOffset="87423.9">10259 16527 2 0,'-15'5'28'0,"15"-5"-4"0,-14 5 6 16,8-2-5-16,6-3-5 0,-16 5 5 0,9-1 1 0,0 1-4 16,7-5 4-16,-11 7-3 0,11-7-1 0,-12 9-2 15,7-6-4-15,5-3 0 0,-10 11-3 16,5-5 10-16,-3 1-16 0,3 0 1 0,-1 1-1 16,0 1 6-16,1-1-5 0,-2 2-7 0,3-1 11 15,-1 2-2-15,-2 0-9 0,3-1 1 0,2 0 1 16,-2 0 0-16,-1-1 0 0,2 1-2 0,1-2 12 15,2-8-17-15,-1 17 11 0,1-17-7 0,-2 14 16 16,2-14-17-16,2 13-3 0,-2-13 0 0,1 12-2 16,-1-12 6-16,4 13-4 0,-2-7-6 0,-2-6-1 15,5 13-12-15,0-4 4 0,2 1-4 0,1 0-8 16,-1 0-25-16,1 2-61 0,-2-1 26 0</inkml:trace>
  <inkml:trace contextRef="#ctx0" brushRef="#br0" timeOffset="90327.19">19204 10833 56 0,'0'0'108'0,"-4"-7"-2"0,4 7-22 0,0-8-6 16,0 8-11-16,0 0 2 0,-1-9-15 0,1 9-1 16,-3-6-5-16,3 6-12 0,0 0-40 0,0 0-26 15,0 0-37-15,-1-9-43 0,1 9-119 0,0 0 52 16</inkml:trace>
  <inkml:trace contextRef="#ctx0" brushRef="#br0" timeOffset="90746.63">17312 10192 28 0,'0'0'64'0,"0"0"-9"0,-1-9 3 0,1 9-19 15,0 0-8-15,0 0-17 0,0 0-14 0,0 0-15 16,0 0-31-16,0 0-49 0,0 0 21 0</inkml:trace>
  <inkml:trace contextRef="#ctx0" brushRef="#br0" timeOffset="91136.24">18957 10740 36 0,'0'0'40'16,"0"0"2"-16,0 0-11 0,0 0-11 0,0 0-20 16,0 0-29-16,0 0-30 0,-22 11 14 0</inkml:trace>
  <inkml:trace contextRef="#ctx0" brushRef="#br0" timeOffset="92182.05">19227 10897 42 0,'0'0'73'0,"7"-3"-8"15,-7 3-9-15,0 0 0 0,0 0 0 0,4-4-16 16,-4 4-20-16,0 0-6 0,0 0-10 0,0 0-24 16,0 0-48-16,0 0-74 0,0 0 34 0</inkml:trace>
  <inkml:trace contextRef="#ctx0" brushRef="#br0" timeOffset="131961.5">1481 14133 14 0,'0'0'25'0,"-9"2"-6"0,9-2-1 16,0 0 3-16,0 0 3 0,0 0-4 16,0 0-1-16,0 0-2 0,0 0 3 0,0 0 3 15,0 0-10-15,0 0 6 0,0 0-4 0,0 0-1 0,0 0 6 16,0 0-6-16,0 0 0 0,0 0-4 15,0 0 2-15,0 0-9 0,0 0 0 0,0 0 8 16,0 0-6-16,0 0-6 0,0 0 4 0,0 0 0 16,0 0 18-16,0 0-12 0,0 0-4 0,0 0-5 15,0 0-6-15,0 0 7 0,34-7-4 0,-34 7 9 16,11-1-12-16,-7 1 7 0,-4 0-2 0,14-2 2 16,-7 0 4-16,-7 2-5 0,18-1-1 0,-10 1 2 15,-8 0 2-15,14-2-4 0,-5 0-3 0,-3 1 0 16,2 0 12-16,-8 1 1 0,15-5-6 0,-6 3 0 15,2-3 14-15,0 1-18 0,0-1 15 0,-1 2-13 16,3-3 0-16,-1 1 1 0,-2 0-1 0,0-2 12 16,0 1-14-16,2 0 4 0,-2 0-8 0,0 1 1 15,-1-2 10-15,1 2-3 0,-1 1 17 0,-1-2-20 16,1 0 9-16,-1 3-15 0,-2-1 13 0,2-2-10 16,-1 2 6-16,0 1-2 0,-2-1-4 0,-5 4 0 15,13-8 3-15,-7 4 3 0,-2 1 8 0,-4 3-11 16,4-3-7-16,-4 3 10 0,6-5-6 0,-6 5 8 15,0 0 0-15,0 0 4 0,0 0-1 16,0 0 1-16,0 0 5 0,9-6-5 0,-9 6 0 16,0 0-2-16,0 0 4 0,0 0 1 0,0 0-1 15,0 0-3-15,0 0 10 0,0 0-7 0,0 0 7 0,0 0-4 16,0 0-3-16,0 0-1 0,0 0 4 0,0 0-11 16,0 0 5-16,0 0-4 0,0 0-15 0,0 0-7 15,0 0-24-15,0 0-9 0,0 0-10 16,0 0-32-16,0 0-100 0,0 0 44 0</inkml:trace>
  <inkml:trace contextRef="#ctx0" brushRef="#br0" timeOffset="132990.34">1694 14017 14 0,'0'0'19'15,"0"0"-5"-15,0 0 0 0,0 0 0 0,0 0-1 16,0 0-6-16,0 0 0 0,14 11 0 0,-11-5-3 16,0 1 4-16,0 2 3 0,2 2-8 0,-1 0 8 15,0-1-4-15,4 6 6 0,-2 0 2 0,-2 0 4 16,2 2 2-16,1-2 0 0,-3 2-1 0,1-2-2 15,3 2-3-15,-2-2 0 0,3 1-1 0,-3 0 1 16,0-4-7-16,1 3 0 0,-2 0-4 0,0-6 5 16,0 3-2-16,1-3 6 0,-3 2-1 0,1-2 13 15,0-1-7-15,-1-2 6 0,0 2-2 0,0-3-5 16,-1 0 4-16,1 0-2 0,-1-1-4 0,-2-5 1 16,5 7-5-16,-5-7 0 0,3 6 6 15,-3-6-4-15,1 7 10 0,-1-7-2 0,0 0-1 16,0 0 11-16,3 5-8 0,-3-5 7 0,0 0-7 15,0 0-7-15,0 0 5 0,0 0 7 0,0 0-4 16,2 6 1-16,-2-6 4 0,0 0 10 0,0 0 1 16,0 0 6-16,0 0 8 0,0 0 6 0,0 0 1 15,0 0 2-15,0 0 3 0,0 0-6 0,0 0-9 16,0 0 0-16,0 0-5 0,0 0-5 0,0 0-6 16,0 0-1-16,0 0-4 0,-17-15 3 0,17 15-10 15,-7-9 0-15,3 5-6 0,4 4 2 0,-6-9-3 16,2 3-2-16,-1-1-4 0,1 0-3 0,-1-2-6 15,1-1-2-15,-1-2-3 0,-1-4-3 0,3 6 2 16,-2-3-12-16,-1-2 5 0,3 3-4 0,0-3-8 16,-3-1-10-16,2 3 2 0,0 1 4 0,-1 0 0 15,2 0 3-15,-1 2 5 0,0-1-8 0,1 0-11 16,-1 2 5-16,0 1 9 0,0-2-6 0,0 2 7 16,0 1 5-16,0 0 4 0,2 2 0 0,2 5 2 15,-2-10-3-15,2 10 0 0,-2-7 4 0,2 7 2 16,-3-7 1-16,3 7-6 0,0 0 8 0,0 0-6 15,-4-7 3-15,4 7 3 0,0 0-4 0,0 0-2 16,0 0-3-16,0 0 12 0,0 0-13 0,0 0 8 16,0 0 3-16,0 32-5 0,4-22 2 15,-1 3 9-15,0 0-7 0,0 2 5 0,2 3-5 16,-1 1-1-16,1-3 4 0,1 2 0 0,-1-2 0 0,-1-1 1 16,2 1 6-16,-3-6-6 0,4 3 6 0,-4-5 2 15,3 3-6-15,-4-3 14 0,2 1-19 0,-3-2-3 16,1-2 6-16,-2-5 10 0,6 9-13 0,-6-9 0 15,4 9 3-15,-4-9 1 0,2 5 6 16,-2-5-3-16,0 0 5 0,4 3 0 0,-4-3 10 16,0 0 5-16,0 0 6 0,0 0-2 0,0 0-3 15,0 0-3-15,0 0-4 0,0 0 1 0,0 0-7 16,0 0 15-16,-11-19-23 0,6 9-5 0,2 0-13 16,-3-3 0-16,2 1-3 0,-1 2-3 0,-2-1 4 15,2 0-17-15,-1 1-11 0,2 1-4 0,0-1-6 16,1 4-9-16,-1 0-5 0,4 6-3 0,-6-10-5 15,2 5-48-15,4 5-137 0,-5-10 60 0</inkml:trace>
  <inkml:trace contextRef="#ctx0" brushRef="#br0" timeOffset="162656.37">27629 3169 6 0,'0'0'211'0,"-2"-12"-4"16,2 12-12-16,0-12-23 0,0 12-9 0,-1-11-2 15,-1 4-8-15,2 7-8 0,-1-10 7 16,1 10-13-16,-3-7-6 0,3 7-12 0,0 0-11 0,0 0-14 16,-2-8-8-16,2 8-12 0,0 0-8 15,0 0-7-15,-4-6-12 0,4 6-3 0,0 0-8 0,0 0-7 16,0 0-6-16,0 0-5 0,0 0-3 16,0 0-2-16,0 0-2 0,0 0 0 0,17 17 0 15,-11-9-1-15,2 1-2 0,-1 1 0 0,5 1-4 16,2 2 3-16,-1-1 0 0,-1 1-1 0,2 0-4 15,-2-1 3-15,2 2 0 0,2-4-6 0,-6-1-9 16,2 1-18-16,-2 0-8 0,1-3-13 0,-2 2-23 16,-1-1-35-16,0 1-39 0,-1-3-36 0,1 1-20 15,-3-1-135-15,1 2-362 0,-6-8 160 0</inkml:trace>
  <inkml:trace contextRef="#ctx0" brushRef="#br0" timeOffset="162857.63">27896 3051 146 0,'0'0'136'0,"0"0"-7"15,-6-2-17-15,6 2-4 0,-14 11 7 0,5 1-7 16,-5 1-11-16,-3 8-4 0,-2 1-12 0,0 1-4 16,1 0-9-16,-1 1-5 0,2 3-6 0,1-3-6 15,-2 4-1-15,4-3-8 0,-1 0-7 0,1-1-6 16,-1 2-26-16,1-1-38 0,0 0-49 15,1-3-164-15,-2-1-266 0,5-4 117 0</inkml:trace>
  <inkml:trace contextRef="#ctx0" brushRef="#br0" timeOffset="163107.31">28031 3214 9 0,'2'-7'176'0,"-2"7"-15"0,0 0-12 16,0 0-10-16,-19 10-5 0,9-3-10 0,-3 3-10 0,-1 3-15 15,3 0-7-15,-2 0-8 0,1 3-8 16,1-2-6-16,3 3-4 0,-3-1-11 0,3-1-4 16,0 0-9-16,3-4 1 0,0 0-7 0,5 2-1 15,-4-1-4-15,6-1-3 0,-1 0-13 0,3 1-28 16,2-2-37-16,1-1-44 0,3-1-43 0,5 0-120 15,-2-3-276-15,3-3 123 0</inkml:trace>
  <inkml:trace contextRef="#ctx0" brushRef="#br0" timeOffset="163266.69">28474 3238 36 0,'9'-1'131'15,"-9"1"-5"-15,12-3-14 0,-12 3-11 0,17-1-22 16,-6 2 3-16,-2-1-22 0,2 0-33 0,1 2-52 16,-1 1-30-16,-2 1-58 0,0 1-121 0,-5 0 53 15</inkml:trace>
  <inkml:trace contextRef="#ctx0" brushRef="#br0" timeOffset="163396.76">28552 3321 115 0,'0'0'114'0,"0"0"-12"16,0 0-5-16,0 0-2 0,0 0-10 0,0 0-26 16,0 0-18-16,25 3-43 0,-14-6-42 0,8-1-67 15,-1 2-120-15,4-3 55 0</inkml:trace>
  <inkml:trace contextRef="#ctx0" brushRef="#br0" timeOffset="163639.21">29260 2856 218 0,'0'0'239'0,"1"-9"-14"15,-1 9-14-15,4-7-23 0,-4 7-15 0,0 0-25 16,2-7-22-16,-2 7-13 0,0 0-9 0,0 0-16 16,0 0-6-16,0 0-10 0,-9 40-4 0,5-21-3 15,-1 6-10-15,1 0-6 0,-1 3-1 0,2-3-9 16,1-1 4-16,0-4-10 0,5 4 2 0,-3-5-16 15,1 6-26-15,-2-5-34 0,-2 5-29 16,2-7-51-16,0-1-58 0,-6 2-159 0,0-2-365 16,-3-3 162-16</inkml:trace>
  <inkml:trace contextRef="#ctx0" brushRef="#br0" timeOffset="163806.16">29004 3253 168 0,'0'0'156'0,"49"-10"-15"0,-28 6-15 0,7-1-16 16,2 0-6-16,2 1-14 0,1 0-4 0,2-2-11 15,0 3-8-15,-1 0-29 0,-2 3-53 0,-1 1-35 16,-4 0-133-16,-10 2-198 0,-2 0 88 0</inkml:trace>
  <inkml:trace contextRef="#ctx0" brushRef="#br0" timeOffset="164156.47">29006 3430 2036 0,'-9'7'88'0,"1"-3"-67"15,8-4-28-15,-10 8 3 0,10-8 2 0,-4 10-5 16,4-10 1-16,0 0-1 0,-1 14 1 0,1-14 2 16,1 12-1-16,-1-12 5 0,3 16 0 15,-3-16 2-15,4 16 5 0,-4-16 3 0,1 20 5 16,-1-20 2-16,-3 19 1 0,2-8-2 0,1-11 1 15,-5 24-1-15,-7-12 6 0,2 2-1 0,0-7-2 16,-3 5-2-16,2-5 0 0,-7 1-6 0,7-3 7 16,-5 2-2-16,2-4 0 0,1-1-5 0,-2-1 4 15,15-1-6-15,-26 1 0 0,26-1 1 0,-23-2-4 16,23 2 1-16,-19-2-3 0,19 2-6 0,-10-3 1 16,10 3 0-16,0 0-9 0,0 0 3 0,-17-2-5 15,17 2 2-15,0 0-5 0,0 0 7 0,0 0 2 16,0 0-5-16,0 0 10 0,0 0-5 0,33 18 1 15,-24-13-1-15,3-1 6 0,-1 4-3 0,7-2 3 16,-2-1-2-16,1 3 2 0,1-2-11 0,1 0-10 16,2 0-18-16,-2-2-30 0,2-1-40 0,-1-2-39 15,-2 1-42-15,1 0-102 0,-19-2-316 0,27-2 140 16</inkml:trace>
  <inkml:trace contextRef="#ctx0" brushRef="#br0" timeOffset="164373.38">29267 3485 226 0,'0'-15'245'0,"0"15"-15"16,0-11-16-16,0 11-19 0,0 0-24 0,0-10-20 15,0 10-21-15,0 0-9 0,0 0-16 16,0 0-10-16,0 0-6 0,0 0-11 0,-9 27-8 16,7-15-7-16,0 1-6 0,0 0-3 0,1 2-4 15,0-2-8-15,1 4-1 0,-1-2-6 0,1-1-17 16,1 1-22-16,-1-15-28 0,0 25-28 0,0-14-41 15,0-11-58-15,1 22-45 0,-1-13-116 0,0-9-347 16,0 0 153-16</inkml:trace>
  <inkml:trace contextRef="#ctx0" brushRef="#br0" timeOffset="164558.04">29387 3505 5 0,'2'-10'207'0,"-2"10"-12"0,0 0-26 16,3-10-16-16,-3 10-17 0,0 0-6 0,0 0-2 15,0 0-1-15,0 0-17 0,0 0-9 0,-12 35-8 16,7-22-12-16,1-1-6 0,2-1-9 0,-5 5-6 16,2-4-7-16,3 4-3 0,0-3-4 0,-1-1-9 15,3 4-14-15,-2-4-23 0,2-12-24 16,-1 22-31-16,1-12-51 0,0-10-53 0,-1 20-125 16,1-20-307-16,0 0 136 0</inkml:trace>
  <inkml:trace contextRef="#ctx0" brushRef="#br0" timeOffset="164706.1">29378 3471 64 0,'20'-5'101'16,"-1"1"-19"-16,9-2-37 0,1 1-20 0,2-1-27 15,-2 1-23-15,0-1-24 0,-2 2-52 0,1-5 24 16</inkml:trace>
  <inkml:trace contextRef="#ctx0" brushRef="#br0" timeOffset="164924.09">29762 3360 111 0,'9'-13'125'0,"-9"13"-1"16,1-11 11-16,-1 11 10 0,0 0-6 15,-1-13 5-15,1 13-12 0,0 0-13 0,-6-10-16 16,6 10-9-16,0 0-11 0,0 0-6 0,0 0-9 16,-17 23 13-16,8-7-10 0,-2 11-6 0,-2 0-4 0,-1 1-7 15,5 4-3-15,-1-1-3 0,0-3-7 0,-1 0 1 16,4-2-4-16,0 1-3 0,3-3 0 0,-1 3-5 15,3-7-3-15,3 5-3 0,-3-9-1 16,0 4-3-16,2-2 3 0,0 1-2 0,0-5-9 16,2 3 5-16,-2-17-20 0,1 24-23 0,-1-24-22 15,-3 23-33-15,3-23-48 0,-4 16-46 0,4-16-151 16,-11 12-354-16,11-12 157 0</inkml:trace>
  <inkml:trace contextRef="#ctx0" brushRef="#br0" timeOffset="165072.29">29655 3613 46 0,'0'0'125'15,"22"-7"-23"-15,-9 4-4 0,3 1-12 0,2-1-5 16,2 1-17-16,1-1-17 0,7 1-49 0,2-2-40 16,-1-1-60-16,0 4-109 0,-1-2 50 0</inkml:trace>
  <inkml:trace contextRef="#ctx0" brushRef="#br0" timeOffset="165240.31">30174 3510 91 0,'-23'-4'167'15,"23"4"-4"-15,-28 11-4 0,7 0 0 0,-4 3-3 16,-2 7-8-16,3-5-8 0,-1 5-9 0,6-4-15 16,-1 0-9-16,4-2-14 0,6-1-9 0,2 1-9 15,2-4-6-15,2-1-7 0,4 4-9 0,0-14 3 16,9 19-10-16,1-12-2 0,11 1-13 0,6 0-19 15,8-3-44-15,0-3-63 0,17-5-72 0,-16 1-145 16,-3-4-337-16,1 0 149 0</inkml:trace>
  <inkml:trace contextRef="#ctx0" brushRef="#br0" timeOffset="-199744.42">17410 10117 61 0,'0'0'69'16,"0"0"-7"-16,0 0-9 0,0 0-2 0,0 0-7 15,0 0-8-15,0 0-5 0,0 0-14 0,0 0-20 16,0 0-13-16,0 0-14 0,0 0-33 0,0 0-67 16,-6 9 29-16</inkml:trace>
  <inkml:trace contextRef="#ctx0" brushRef="#br0" timeOffset="-198507.58">19825 10511 88 0,'0'0'97'16,"0"0"-8"-16,0 0-1 0,0 0-5 0,0 0-16 15,0 0-1-15,1-7-7 0,-1 7-4 0,0 0-8 16,0 0-1-16,0 0-4 0,0 0-6 0,0 0-7 16,0 0-9-16,0 0 4 0,0 0 0 0,0 0 0 0,0 0-3 15,0 0-21-15,0 0 14 0,0 0 6 16,0 0-7-16,0 0-6 0,0 0 1 0,0 0-2 16,0 0 3-16,0 0-5 0,0 0 9 0,0 0-20 15,0 0 11-15,0 0-2 0,0 0 4 0,7 22-4 0,-7-22-2 16,1 7 11-16,-1-7-4 0,2 8-8 0,-2-8-4 15,6 8-1-15,-5-4 10 0,-1-4 1 16,4 7-4-16,-4-7 6 0,3 8-7 0,-3-8 7 16,3 6-9-16,-3-6-1 0,2 4 4 0,-2-4 4 15,0 0-11-15,4 8 4 0,-4-8 7 0,0 0 9 0,0 0 15 16,0 0 4-16,3 4-1 0,-3-4 12 0,0 0-5 16,0 0-7-16,0 0 8 0,0 0-9 15,15-9 0-15,-5-1-7 0,6-3-5 0,6-6-9 16,4-6-13-16,14-6-25 0,5-7-35 0,-1-3-42 15,20-17-115-15,0-1-236 0,2-2 105 0</inkml:trace>
  <inkml:trace contextRef="#ctx0" brushRef="#br0" timeOffset="-189172.46">11154 16560 12 0,'0'0'35'0,"0"0"-2"0,0 0 0 0,0 0-4 0,0 0-6 16,0 0 7-16,0 0-6 0,0 0-1 16,0 0-4-16,0 0 1 0,0 0-3 0,0 0-1 0,0 0-5 15,0 0-2-15,0 0 3 0,0 0-4 0,0 0-2 16,0 0 2-16,0 0-3 0,0 0 0 0,0 0-7 15,0 0 1-15,0 0 3 0,0 0-2 16,0 0 6-16,0 0 3 0,0 0-4 0,8 20-3 16,-8-20-4-16,0 0 4 0,1 7 0 0,-1-7-1 15,0 0-4-15,4 7 5 0,-4-7-1 0,0 0 2 16,3 9-1-16,-3-9 3 0,3 5-4 0,-3-5 5 16,0 0-4-16,3 5 2 0,-3-5-2 0,0 0 1 15,3 7 1-15,-3-7-5 0,0 0 1 0,0 0 4 16,0 0 1-16,3 3-3 0,-3-3 1 0,0 0-2 15,0 0-1-15,0 0 2 0,0 0-5 0,0 0 1 16,4 5 5-16,-4-5-1 0,0 0-2 0,0 0 0 16,0 0-2-16,0 0 5 0,4 6-2 0,-4-6 1 15,0 0 1-15,0 0-4 0,0 0-2 0,14-4 5 16,-14 4 1-16,11-7 17 0,-3 0-21 0,2-3-1 16,2-2-17-16,3-2-2 0,7-5-16 0,-3-5-30 15,1-1-72-15,0-1 33 0</inkml:trace>
  <inkml:trace contextRef="#ctx0" brushRef="#br0" timeOffset="-188240.22">11231 16616 4 0,'2'5'28'0,"1"1"-4"0,-1 0-5 15,4-1 1-15,-4 1-3 0,2-1 4 0,0 0-7 16,0 2 0-16,-1-2-1 0,1 0-2 0,-4-5-2 16,6 9 5-16,-6-9-3 0,6 6-3 0,-6-6 5 15,5 6-6-15,-5-6 2 0,10 0 2 0,-10 0 0 16,11-4-3-16,-2-3-2 0,4-5 2 0,0-3-25 15,3-8-11-15,4-4-15 0,-1-1-46 16,1-3 20-16</inkml:trace>
  <inkml:trace contextRef="#ctx0" brushRef="#br0" timeOffset="-187195.65">17094 10617 21 0,'0'0'20'0,"0"0"-1"0,0 0-2 16,0 0-4-16,0 0-8 0,0 0-22 16,0 0-16-16,0 0 8 0</inkml:trace>
  <inkml:trace contextRef="#ctx0" brushRef="#br0" timeOffset="-182489.59">17491 10061 22 0,'0'0'39'0,"0"0"-8"15,-11 1-1-15,11-1-1 0,0 0-3 0,0 0-1 16,0 0 3-16,0 0-4 0,-9-4-2 0,9 4-3 16,0 0 0-16,0 0 0 0,0 0-2 0,0 0-7 15,0 0 1-15,0 0 6 0,0 0-10 0,0 0 0 16,-12 4-5-16,12-4 0 0,0 0 5 0,0 0 2 16,0 0-8-16,-6 3 3 0,6-3-1 0,0 0 3 0,-5 3 0 15,5-3-5-15,0 0 6 0,-8 4-6 16,8-4 2-16,0 0-3 0,-6 2 2 0,6-2 3 15,0 0 7-15,0 0-7 0,0 0 5 0,-7 3 7 16,7-3 0-16,0 0 7 0,0 0 1 0,0 0-8 16,0 0-1-16,0 0 5 0,0 0-21 0,0 0 17 15,0 0-1-15,0 0-4 0,0 0-3 0,-6 2-1 16,6-2 0-16,0 0-5 0,0 0-2 0,0 0 1 16,0 0 6-16,0 0-8 0,0 0 2 0,0 0 2 15,22 3 2-15,-12-2-3 0,1-1-1 0,3 0 6 0,4 0-6 16,3 0-2-16,-3-1 1 0,2-2 8 0,2-3-5 15,-2 5-2-15,2-3 3 0,-2 1-2 16,0-1 0-16,0-1 1 0,0-1-3 0,-3 2 3 16,-4 0-1-16,-3 3-4 0,1-1 4 0,-3 0-3 0,0 0-1 15,-8 2-1-15,10-2 5 0,-10 2 3 0,7-2 1 16,-7 2 1-16,0 0 0 0,7-2 8 0,-7 2 2 16,0 0-2-16,0 0 6 0,0 0-2 0,0 0-9 15,0 0 0-15,0 0 3 0,0 0-2 16,0 0 3-16,0 0-1 0,0 0 3 0,0 0-11 0,0 0 5 15,0 0-12-15,0 0-2 0,0 0-4 0,0 0-9 16,0 0-13-16,0 0-18 0,0 0-27 16,0 0-65-16,0 0-150 0,0 0 66 0</inkml:trace>
  <inkml:trace contextRef="#ctx0" brushRef="#br0" timeOffset="-181783.25">17545 10103 11 0,'0'0'53'0,"0"0"-9"16,0 0 1-16,0 0-4 0,4-6-5 0,-4 6-1 16,0 0-1-16,0 0-3 0,0 0-4 0,0 0-3 15,0 0 0-15,0 0-9 0,0 0 3 0,0 0-6 16,0 0 3-16,0 0-2 0,0 0 1 0,0 0-2 15,0 0 5-15,0 0-10 0,0 0 2 0,0 0 0 16,0 0-1-16,5-5-8 0,-5 5 9 0,0 0-4 16,0 0-5-16,0 0-7 0,6-5-3 0,-6 5-6 15,0 0-6-15,4-3-3 0,-4 3 3 0,0 0 0 16,0 0 0-16,0 0 3 0,9-3 1 0,-9 3 1 16,0 0 6-16,5-4 0 0,-5 4-3 0,0 0 4 15,0 0 1-15,0 0-1 0,0 0 1 0,0 0 3 16,0 0 6-16,0 0-1 0,0 0 3 0,0 0 6 15,0 0-4-15,0 0-1 0,0 0 6 0,0 0-10 16,0 0-2-16,0 0 4 0,0 0-4 0,0 0 2 16,0 0 13-16,10 8 0 0,-10-8-1 0,2 9 3 15,-1 0-3-15,-1-3 21 0,1 4-3 0,2 2 0 16,-1-1-11-16,0 6 19 0,-1 2 0 0,1 0-1 16,-2 2 2-16,3 3-10 0,-3-5 2 0,1 1-5 15,0-2 4-15,2 0-4 0,-3 0-8 0,3-3-1 0,-3 2 0 16,0-1 0-16,1 1-2 0,-2-7 1 0,2 2-13 15,-2-1 4-15,1-2 1 0,-2 0 5 16,2-1-8-16,0-8 7 0,-1 13 0 0,1-13-5 0,-1 8 2 16,1-8 2-16,0 0 0 0,-2 12 7 15,2-12 3-15,0 0 12 0,-1 7-2 0,1-7 3 0,0 0 1 16,0 0 3-16,0 0-4 0,0 0-2 16,0 0-8-16,0 0 10 0,-1 8-11 0,1-8 2 0,0 0-9 15,0 0-16-15,0 0-30 0,0 0-25 16,0 0-46-16,0 0-87 0,-8 4-205 0,8-4 90 0</inkml:trace>
</inkml:ink>
</file>

<file path=ppt/ink/ink2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30:21.258"/>
    </inkml:context>
    <inkml:brush xml:id="br0">
      <inkml:brushProperty name="width" value="0.05292" units="cm"/>
      <inkml:brushProperty name="height" value="0.05292" units="cm"/>
      <inkml:brushProperty name="color" value="#FF0000"/>
    </inkml:brush>
  </inkml:definitions>
  <inkml:trace contextRef="#ctx0" brushRef="#br0">26494 12184 40 0,'-10'-2'52'0,"10"2"-5"15,0 0-4-15,-9-1 0 0,9 1 0 0,0 0-5 16,0 0-1-16,-12 1 0 0,12-1-1 0,0 0 9 16,0 0-5-16,0 0-2 0,0 0-1 0,-9 0-1 15,9 0-1-15,0 0-6 0,0 0-6 0,0 0 6 16,0 0-6-16,-8 2 0 0,8-2-6 0,0 0 4 16,0 0-6-16,0 0 2 0,-8 2-6 0,8-2 2 15,0 0-6-15,0 0 10 0,0 0-11 0,0 0 6 16,0 0 1-16,0 0-7 0,0 0-6 0,0 0 7 15,0 0-4-15,0 0 4 0,0 0-2 0,0 0 5 0,0 0 2 16,0 0-5-16,0 0-4 0,0 0 7 16,0 0-4-16,0 0 4 0,0 0-5 0,18 12 17 15,-9-10-11-15,-1-1 4 0,5-1 2 0,-2 0 1 16,3 0 2-16,5-1 3 0,0 1-10 0,1-2 2 16,0 2 7-16,9 0-7 0,-8-2-1 0,10 0-1 0,-2-1-1 15,-2 2 5-15,2-3-7 0,-1 0 3 16,-1 3-8-16,-1-1 13 0,3-2-2 0,-2 4-5 0,2-4 3 15,-1 1 3-15,1 0-13 0,-2 1 10 0,2 1-9 16,3 1 10-16,-5-3-10 0,4 2 6 0,0-3 3 16,-1 0 0-16,-1 4-1 0,2-2-1 0,1 2-6 15,-5-2 2-15,6 2-3 0,-1-2 5 0,-3 1-2 16,3-1 0-16,-1 1-2 0,1 0-6 16,-3 1 5-16,2-3-2 0,-4 2 6 0,1 1 2 0,-1-4-6 15,1 6 4-15,0-3-4 0,0-2-5 16,3 0 6-16,-2 1 0 0,-1 1-6 0,3-1 5 0,1-2 6 15,1-1-11-15,0 3 1 0,-1-4-1 0,1 5 3 16,1-4 1-16,0 2-9 0,3-2 3 0,-3 2 5 16,1-1-3-16,1-2-2 0,1 1 2 0,0 2-1 15,1-1 6-15,1-1 7 0,-2 3-18 0,-1-2 3 16,-2 0 3-16,3 1 1 0,-1-1-1 0,-4 2 1 16,5 1 0-16,-1-6-1 0,-3 7-3 0,4-1 4 15,1-1 3-15,2 0-6 0,-3 1 1 0,1 1 6 0,1-1-1 16,-1-3-3-16,13 1 0 0,-15 2-2 15,1 0 6-15,0 0-5 0,0-1 1 0,4 1-2 16,-3-1-2-16,1 0-1 0,-2 0 6 0,1-1 3 16,-2 0-5-16,0 0 1 0,-2 0 7 0,1 2-10 15,1-2 6-15,-2 2-6 0,3-2-1 0,1 1 3 16,-2-1-3-16,-1-1-3 0,1 1 5 0,-2 1-3 16,4 1 7-16,-5-2 2 0,2 0-9 0,0 2 2 15,-1 0-2-15,1-1 5 0,3 1 0 0,-4-1 2 0,2 1-9 16,1 1 8-16,-1-1-1 0,-1 1-4 15,3 1 3-15,-2-2-1 0,-2 1-6 0,-1 0 7 16,-1 0-6-16,4 1 5 0,-3-2 2 0,2 1 1 16,-1 1-3-16,3-1-2 0,-1-1 6 0,-1 2-1 0,0-1 4 15,3 0-4-15,2 1 7 0,0-2-7 0,-3 1 4 16,14 0-6-16,-15 1 3 0,1 1-3 16,0-1 14-16,0-1-13 0,-1-1 5 0,-2 1-10 15,-3-2 3-15,-2 0-17 0,1 1-8 0,-11 1-8 0,-1 0-11 16,-5-1-17-16,-2 1-13 0,-3-1-15 0,-8 1-22 15,9-3-86-15,-9 3-214 0,0 0 95 0</inkml:trace>
  <inkml:trace contextRef="#ctx0" brushRef="#br0" timeOffset="1261.78">28224 9439 23 0,'3'-11'82'0,"-1"-3"2"0,-1 3 5 16,2-1-25-16,-1 2 0 0,1 0-3 0,-1 0 1 16,-2 1 12-16,0 9-7 0,3-11-11 15,-3 11-3-15,0-8-2 0,0 8-10 0,1-7 1 0,-1 7-9 16,0 0 0-16,3-8-4 0,-3 8-13 0,0 0 8 16,0 0-8-16,0 0 6 0,0 0-12 15,0 0 8-15,14 21-10 0,-10-11 2 0,3 4-2 16,-3 0 8-16,3 2-4 0,-1 1-5 0,-1 2 3 0,0 6 4 15,-1 0 6-15,2 2-8 0,-1-1-4 16,2 0 9-16,-1 2-1 0,1 0 4 0,-2-2-6 0,1 1-3 16,3-1 9-16,-1 0-14 0,0 1 5 0,4-1-2 15,-2-1 4-15,1 0-1 0,-1 2 1 0,-1-2 6 16,2 1-6-16,1 2 4 0,-3-1-5 0,0 1 1 16,-1 2 1-16,3-1-6 0,-2 2 1 0,-2-1 2 15,2-2-4-15,-1 0 3 0,0 0-1 0,-4 0-1 16,-1 0-3-16,2 0 8 0,-1 2-1 0,-1 0 2 15,-1 1 2-15,-2-2-4 0,2 1 5 0,-1 0-1 16,2-3-7-16,-1 2-1 0,1-1 0 0,-2 1 0 16,0 1 4-16,2 0-10 0,-2-3 8 0,-1 1 2 15,0-2 3-15,0 4-7 0,0-3 1 0,0 2-1 16,0-1-1-16,-2 0 3 0,0-3 1 0,2 2-1 16,-1-2 2-16,1-6-5 0,1 6 3 0,-2 3-5 15,-2-2-1-15,3 2 4 0,-1-9 1 0,1 6-3 16,0-5 5-16,-2-1-7 0,4 0 2 0,-1 5 1 15,1-5 2-15,0 1 0 0,-2 0-4 0,2-1-4 16,0-2 6-16,0 3 0 0,1 6 0 0,0-7-5 16,2 6 3-16,-4-8 3 0,1 2 1 0,1 0-3 15,0 0 0-15,-2-1 1 0,2 7-2 0,-2-7 6 16,1 3-4-16,0-3 0 0,-1 1-8 0,3 0 11 16,-2-1 0-16,0 0-2 0,-1 0 1 0,3 0-3 15,-2 0-3-15,0 0 3 0,1 0-2 0,-1 0 1 16,0 0-2-16,0-1 3 0,0 2-4 0,1-2 3 15,-2 0-2-15,3 0 2 0,0 0-1 0,-2 0-1 16,1 0 1-16,-1-1-5 0,0-4 3 0,1 1 0 16,-1 1 1-16,-1-2-1 0,2 1 0 0,-1-3 0 15,-2 2-5-15,5-4 3 0,-4 1 3 0,2-1 0 0,-2-1-3 16,-1-7 2-16,1 11 3 0,2-6-7 0,-3-5-2 16,3 10 5-16,-2-6 0 0,-1-4-3 0,4 10 5 15,-4-10-11-15,2 8-5 0,-2-8-10 16,2 7-25-16,-2-7 0 0,1 7-2 0,-1-7-12 0,5 6-17 15,-5-6-23-15,4 4-13 0,-4-4-20 0,0 0-106 16,0 0-259-16,-9 11 115 0</inkml:trace>
  <inkml:trace contextRef="#ctx0" brushRef="#br0" timeOffset="4290.42">26364 9844 11 0,'0'0'61'0,"0"0"8"0,0 0-13 0,0 0-6 0,-4-5-4 15,4 5-6-15,0 0-9 0,0 0-1 16,0 0-2-16,0 0-3 0,0 0-3 0,0 0-5 0,0 0-1 15,17-8 0-15,-9 6-4 0,-8 2 2 0,15-3-8 16,-1 2 3-16,-1-2-1 0,1 3-2 0,4-2 2 16,2 2 9-16,-2-1-17 0,4 0 3 0,6 0-11 15,3-1 3-15,-2 0 5 0,3 0 1 0,1-1-5 16,3 1 3-16,2-1-7 0,1-1-3 0,12-1-1 16,-12 0 5-16,14 1 2 0,-1-2-1 0,0 2 3 15,-12 1-3-15,14-2 0 0,-16 0 2 0,16-1-2 16,-16 4 4-16,2-1 1 0,1 1-1 0,-3-1-5 15,0 0 4-15,-4 1-3 0,2 0 4 0,-5-2-3 16,1 2 4-16,-1 1-1 0,-2-2 0 0,0 3 2 16,-8 0-3-16,10 0 2 0,-12 0-5 0,10-1 5 15,-8 2 1-15,5-4 1 0,3 5-1 0,-6-4-4 16,6 0 5-16,3 0 0 0,-1 0-5 0,2 2 4 16,-2-2 0-16,1 1-5 0,0-2 2 0,1 3-4 15,-1-2-3-15,-1 2 4 0,2-2 1 0,-5 2-10 16,4-1 1-16,0-1 4 0,-2 2-4 0,2-2 6 15,-1 1 2-15,2 0-1 0,-2 1-2 0,0-2 1 16,-1 2 0-16,0-2 4 0,2 2-3 0,0-3 4 16,-4 2-1-16,4-1 1 0,-3 0-3 0,2 1 2 15,-3-1 4-15,1 0-3 0,2-1 9 0,-2 1-3 16,3-1 0-16,-1-1-3 0,1 1 5 0,1 0-2 16,-1-1 1-16,0-1 2 0,0 3-5 0,3 0-1 15,-2 1 0-15,4-1 3 0,-4 1 0 0,5 0-3 16,-2-3-8-16,1 1 10 0,1 1 3 0,1 1-4 0,-2-2 2 15,1 1 1-15,-1-1-6 0,2 2-3 0,-2-4 2 16,1 2 8-16,-1 1-7 0,0-2 5 16,0 2-9-16,-1 0 1 0,2-2 1 0,0 0 1 15,2 2-7-15,-1-1-6 0,-1 0 1 0,13-4 2 16,-13 5 2-16,1 0-1 0,0-2 3 0,-4 0 1 0,1 1 2 16,0-1 2-16,-2 0-1 0,1 1 5 0,-1 0 8 15,2 1-5-15,1 1-2 0,-1-2 4 16,-1 0 2-16,0 0-3 0,1 0 4 0,-3-1-9 15,1 1 5-15,-2 0-1 0,-2 2 0 0,-3-3 0 0,0 1 0 16,-6 2 2-16,7-1-2 0,-6 0 0 0,-1-1-6 16,0 1-10-16,0-2-4 0,-1 1-22 15,2 2-43-15,-2-1 19 0</inkml:trace>
  <inkml:trace contextRef="#ctx0" brushRef="#br0" timeOffset="6298.24">30615 9577 21 0,'-8'-2'54'0,"8"2"5"15,0 0-13-15,-9-2-4 0,9 2 0 0,0 0-3 16,-10-2-6-16,10 2-3 0,-9 0 0 0,9 0-3 16,-9-2-1-16,9 2 6 0,-14 0-17 0,14 0 1 15,-14 0-2-15,5-1 0 0,9 1-6 0,-15 0 4 16,4 1 2-16,3-1-3 0,-3 2-2 0,0-2 1 15,-1 0-5-15,1 2-1 0,-2-1 5 0,-1 0-7 0,1 2 1 16,-5-1 0-16,-1 0 0 0,2-2 4 16,0 3-9-16,-1-1 3 0,-1-1 2 0,1 1 0 15,0 0 4-15,-1 0-5 0,3 1-4 0,-3-1 6 16,2 2-1-16,3-3-2 0,-2 2-3 0,-3-1 3 16,6 0-4-16,-3 1 3 0,5-2 0 0,-3 1 0 15,-3 3 5-15,3-3-6 0,1 0 3 0,0 1 2 16,-2 0-5-16,-1 0 4 0,0 2-2 0,2-2 1 15,-2 3 0-15,-2-2 2 0,5 0 0 0,-1-1-3 16,1 2-2-16,-3-2 5 0,3 1-2 0,-5 0 1 0,5-1 5 16,-5 2 1-16,5-2-1 0,1 0 4 0,-1 2-5 15,0-1 1-15,-1 0-5 0,4 0 7 16,0-2-2-16,-3 2-5 0,1 0 5 0,1 1 0 16,-3-1-4-16,2-1-1 0,0 3 1 0,-1-2 2 15,0 2 8-15,0-2-8 0,0 2 0 0,1-3-1 0,-1 4-2 16,0-1 0-16,0-2 1 0,2 2 0 0,-2-2-1 15,1 3 7-15,0 0-6 0,0-2 2 0,2 0 4 16,-1 1-1-16,-2 1-3 0,0-2-1 16,3 3-1-16,-2-4-5 0,1 3 4 0,0-1 2 15,2 0-1-15,-2 0 1 0,2 1-1 0,-1 0 1 0,-2 0-3 16,3-1-4-16,-1 0 9 0,-4 4-2 0,4-1 9 16,-2-3-1-16,1 3-7 0,1-3 6 0,-6 4-2 15,4 1 5-15,0-2-14 0,-2-2 9 16,1 4-4-16,-1-1 1 0,1 0 0 0,-2 2 3 0,4-1-6 15,-1-3 7-15,2 1-8 0,-3 0 4 0,0 2 0 16,0 1-4-16,4-4-5 0,-2 1 9 0,0 3-1 16,-1-1-4-16,1-3-4 0,2 0 10 0,0 1-6 15,-2 0 4-15,1-1-2 0,1 2 0 0</inkml:trace>
  <inkml:trace contextRef="#ctx0" brushRef="#br0">28782 10384 462 0,'-4'5'180'0,"1"0"-352"0,0 0 248 0,-1-1 185 0,-1 1-264 16,1 1-45-16,0-1 34 0,-1 3 38 0,-1 2-26 0,-2-2 4 0,0 1 44 0,2-1-102 15,-3 3 91-15,-1 1-23 0,1 0-69 0,-2-4 96 16,-1 6-5-16,-3-1-26 0,-1-2-1 0,0 1 5 16,0 2 22-16,1-2-47 0,3 0-9 0,2-2-9 15,0-3 59-15,1 3 2 0,-1-1-31 0,-2 3 34 16,2 0-69-16,-1 0 27 0,-2 0 34 0,1 1-46 15,2-3 48-15,4-1-67 0,-4 1 64 0,4-2-52 16,-1 1 112-16,2-3-119 0,0 2 24 0,-1 0-24 16,3-1 35-16,-4 1 22 0,3-1-47 0,-3 1 44 15,2 1-35-15,-3-1-36 0,1 1 30 0,1-1 23 16,-6 3-15-16,1 2 59 0,-5-4-65 0,3 5 40 16,-3-2-47-16,4-2 16 0,0-1 35 0,3-2-105 15,3 0 213-15,-2 1-275 0,2-4 140 0,-2 3 15 16,3 1-34-16,0-1 70 0,0 1-78 15,1-2 5-15,1-1-34 0,3-5 77 0,-7 11-80 16,7-5 57-16,-3 1-48 0,3 2 32 0,-2 0-2 16,-2 0 31-16,2 0-110 0,0-3 62 0,1 0 1 15,-2 1-29-15,0 1-40 0,1-1 55 0</inkml:trace>
  <inkml:trace contextRef="#ctx0" brushRef="#br0" timeOffset="8116.73">29388 9937 39 0,'0'0'48'0,"-10"6"-9"0,4-3-2 0,0 0 9 0,-1 0-5 15,0 0-5-15,1 1-2 0,1 1-8 16,-3 0 3-16,2-2-3 0,-1 4-1 0,-2-1-3 0,0-1-4 16,2 1-2-16,-1 1 0 0,0 0 11 0,-2 0-3 15,2 0-5-15,-1 0 4 0,0 1-3 16,1-1 3-16,0 1-6 0,-1-1 4 0,-1 0-5 16,1 2-1-16,0-1 2 0,0 1-4 0,-1 1 6 0,1-3 5 15,-2 1-2-15,1 1-12 0,0 0 8 0,-3 3 1 16,2 0-5-16,-1-2 13 0,2 0-17 15,1-1-4-15,0 0 6 0,0-1 6 0,-1 1-6 16,0-1 1-16,2 1-3 0,-2-1-7 0,3 0 4 0,1-3 5 16,-2 3-1-16,2 1-2 0,0-1-1 0,-1 1 8 15,1-1-12-15,1 1 0 0,-4-1 4 0,1 2-9 16,-1-1 3-16,1 0 1 0,0-1-4 0,-1 5-2 16,-3 0 7-16,-2-3 1 0,0 4 4 0,0-4-7 15,2 2-5-15,-2 0 12 0,3 0-7 0,-2-1-2 16,2-3 7-16,2 1-7 0,-4 0 4 0,2 0 4 15,3-1-13-15,-1 0 11 0,1 1-2 0,2-1-9 16,-2 0 2-16,0 1 10 0,2-1-8 0,0 0 9 16,-1 3-6-16,-1-3 1 0,2 2-7 0,-1-1 11 15,-1 3-5-15,0-5 6 0,0 3-2 0,0-1-3 16,-1 1-11-16,1 0 13 0,-1 1 2 0,1-2-3 16,-1 5-11-16,-1-1 7 0,0 0 3 0,2-3 2 15,0-1-2-15,-3 4-5 0,3-2 4 0,-2 1-1 16,2-3-5-16,-2 0 7 0,4 1 0 0,-3-1 6 0,1 0-5 15,1 1-4-15,-1-1 4 0,0 1-1 16,-1 1-4-16,2-3 3 0,-5 6 10 0,-2 0 8 16,-6 4 2-16,-4 0 6 0,-1-1-14 0,3 2-5 15,6-6-1-15,0-1 9 0,4 2-4 0,0-2 3 0,-2 1-2 16,5 0-5-16,1-3-6 0,0-1 4 0,0 1-3 16,1 0-2-16,1-1 6 0,-2-1 0 15,1 1-15-15,0 1 7 0,1-1 5 0,1 1-4 0,-4 0 2 16,4 0 5-16,-3-1-3 0,0 5 0 0,0-3-7 15,1-1 8-15,1 3 2 0,-1 1-5 0,-4-1-3 16,1 0 0-16,2-1 4 0,-2 1-1 0,-1 2-4 16,-1 0-3-16,-5 7 7 0,-1 0 0 0,-4-2 10 15,1-1-17-15,2 0 9 0,3 1-10 0,5-4 2 16,-3 0 1-16,5-3 1 0,1-3 1 0,-3 3 2 16,1 2 2-16,-1-1-2 0,2-2-2 0,-1 1-4 15,0 0 11-15,0-3-9 0,4 0 6 0,-1 2-8 16,0-2 3-16,0 0 1 0,2-1 6 0,-3 3-14 15,1-3 5-15,1 1-3 0,0-2 9 0,-2 3-2 16,2-3-5-16,-3 2 12 0,-1 3-5 0,2 0-12 16,-6 3 20-16,-7 2-17 0,-1 4 6 0,-3-1 5 15,1-2-6-15,5-1-1 0,2-4 1 0,-3 1 3 16,6-3-6-16,1 0 3 0,0 0 1 0,-1-3 4 0,1 3-7 16,-2-3 5-16,2 1 0 0,2-2-6 15,0-1-1-15,0-1 4 0,1 1 3 0,2 0-2 16,-1-2 2-16,-1 0 0 0,1 1 2 0,-1 1-8 15,1-2 3-15,-3 1-5 0,1 0 6 0,-1-1 1 0,3 0-1 16,-3 0 1-16,0 1 4 0,-1-2-5 0,-1 0-7 16,-1 2-2-16,2-2 2 0,-6 1-1 0,3 0 0 15,0 0-8-15,-6 2 1 0,4-2 6 0,-2 1 4 16,1-1-11-16,-2 0 1 0,2 0-8 0,-1 2 9 16,0-2-12-16,-5 2 9 0,3-1-6 0,4 0-10 15,-4 0 3-15,1 2-5 0,3-3-16 0,-4 1-4 16,1 2-10-16,4-2-22 0,-1 1-57 0,0-1-155 15,0-3 70-15</inkml:trace>
  <inkml:trace contextRef="#ctx0" brushRef="#br0" timeOffset="11163.81">26463 10414 25 0,'0'0'17'0,"-7"5"-4"0,7-5 2 0,-4 4 0 15,4-4 1-15,-6 5-8 0,3 0 3 0,3-5-2 16,-9 6 2-16,5-3 0 0,4-3-1 0,-5 7-3 16,5-7 4-16,-6 6-5 0,6-6 2 0,-3 4 7 15,3-4-4-15,0 0 6 0,-6 5 1 0,6-5 4 16,0 0 0-16,0 0 11 0,-6 5-6 0,6-5 1 16,0 0 2-16,0 0-3 0,0 0 1 0,0 0 2 15,0 0 3-15,0 0-2 0,0 0-3 0,0 0-2 16,0 0-7-16,0 0 1 0,0 0-4 0,0 0 6 15,0 0-7-15,0 0 8 0,0 0 0 0,0 0-6 16,0 0-2-16,0 0-1 0,0 0-4 0,0 0 6 16,0 0-8-16,0 0 3 0,0 0-4 0,0 0 2 0,0 0 1 15,0 0-7-15,0 0-2 0,0 0-1 0,0 0 2 16,0 0 4-16,0 0 0 0,15-18-6 16,-15 18 2-16,8-2 5 0,-1-1-3 0,0 1 3 15,2 0-10-15,-9 2 7 0,15-3 2 0,-3 1 6 0,-3 0-1 16,2-1-5-16,1-1-4 0,-2 2 0 0,4-1 3 15,-3 1-2-15,0-1 8 0,3 3-4 0,-1-4-7 16,1 1 22-16,-1 0-19 0,4-1-3 16,0 1 5-16,-3 1-2 0,1-3 1 0,3 1 0 15,-5 0 8-15,4 1-8 0,-4 1-3 0,0-1 7 16,3 0-4-16,-5 1 1 0,3-2-8 0,-1 2 0 16,1 0 3-16,-1-1-1 0,1 1 5 0,1 0-1 15,-2 2 2-15,1-3-2 0,0 2-3 0,0-2 6 0,-1 1-10 16,5 1 4-16,-1-1 4 0,-3 1 1 0,1-1-1 15,4 2-2-15,-6-2-4 0,5 0-1 0,1 0-5 16,-6 2 15-16,7 0 0 0,-4-1-6 16,-2 0 0-16,-1-1 4 0,3 0-5 0,-3 0 2 0,0 2 6 15,-1-2-6-15,-1 1 2 0,3 2 3 0,-1-2-7 16,-2 2 6-16,3-2-3 0,-1 1-6 0,1 0 11 16,-1 0-5-16,3 0-4 0,-3 0 5 0,5 0 4 15,-4-2-5-15,4 2 3 0,-3 0-1 0,5 0-10 16,-2 0 11-16,3 0-7 0,-3 0 7 0,0 2-4 15,2-2 1-15,-3 1-8 0,1-1 4 0,-1 2 2 16,0-2 11-16,-3 0-5 0,1 2 4 0,-3-1 5 16,2 2-7-16,-1-2-5 0,1 2 4 0,-3-3-1 15,2 2-2-15,0 0 1 0,-2 1 2 0,1-1-1 16,1 1-1-16,1 0-5 0,0-1 1 0,0 2-1 16,-4-2 7-16,3 1-6 0,2 0 4 0,-2 1 0 0,0-1-4 15,1 1 10-15,-3 0-6 0,2-1-8 16,-2 0 2-16,3 0 1 0,2 2 4 0,1 1 3 15,-5-4-5-15,1 2-5 0,-1-2 7 0,-1 4 0 16,1-3 12-16,-4 0-4 0,3 0-7 0,-1 0 1 16,0 1 1-16,-1 0 1 0,3-1-4 0,-2 2 4 15,0-1-5-15,2 1 9 0,-2-1 4 0,-1 0-5 16,2 1 4-16,1-1-3 0,-2 0-1 0,3-1-2 0,-3 1-1 16,1 1-12-16,1-1 12 0,1-1 4 0,-3 2 1 15,3 0-5-15,-2-2 2 0,2 1 0 0,-1-1 3 16,2 1-6-16,-4 0 3 0,2 0-7 15,-1 0 3-15,-2-1-4 0,4 3 8 0,-1-3-4 0,0 4 4 16,-2-3-5-16,0-2-3 0,-2 3 8 0,3 0-8 16,1 1 3-16,-2-2-2 0,3 0 0 0,-1 2-1 15,-3-3-1-15,3 0 1 0,-1 1-2 0,0 0 12 16,0 0-12-16,0 0 1 0,-4-1 1 0,5 1 2 16,-2 2-6-16,-2-2 3 0,1-1-4 0,1 1 4 15,-1 0-1-15,2 0 3 0,-4-1-11 0,2 1 6 16,-2 1-2-16,1-2 6 0,1 1 0 0,-1 0-2 15,4-1 4-15,-5 0-3 0,-1 1 4 0,3 1-8 16,1-1 3-16,-3-1 5 0,1 3-3 0,-2 0-7 16,3-3 4-16,-2 1 2 0,4-3-4 0,-2 4 2 15,0 1-1-15,-2 1 1 0,2-2 4 0,3 1-1 16,-2 0-1-16,-1-3 0 0,1 4-2 0,0-1 3 16,2-2 7-16,4 4-14 0,-4-3 1 0,1 1 3 15,-3-3 2-15,0 3-1 0,3-1-4 0,-4-1 0 16,1 3 0-16,0-3 6 0,1 2-3 0,-2 0-9 15,1-1 6-15,0 0 3 0,-1 2 1 0,1 0 5 16,2 0-5-16,-3-4 0 0,1 3-4 0,0 0 9 16,-1 0-9-16,2 0 3 0,-2 0-3 0,0 1-3 15,-1-2 6-15,2 0 0 0,-1 2 0 0,0-2 1 0,1 0-6 16,-2 2-5-16,2-2 8 0,-1 1 3 0,1 2 2 16,1-2 1-16,-2 1-5 0,2 1 5 15,-1-4-1-15,-1 3-4 0,3 0 0 0,-2 0 5 0,0-2-1 16,2 1 0-16,-1-1-9 0,2 3 6 0,-3-2-1 15,2-2 2-15,0 1 6 0,4 4-2 0,-3-3-3 16,3 0-1-16,1 0-4 0,-4-2 0 0,-2 2-3 16,5 1 7-16,-4-2-7 0,2-1 11 0,1 2-5 15,-2-1 9-15,-1 0-9 0,4 2 6 0,-3-2-4 16,0 0-5-16,-1 0 3 0,-2 0 2 0,4-1-2 16,-5 1 0-16,1-2-3 0,2 2-1 0,-1-1 6 15,-2 0 3-15,2-1-4 0,-3-2-3 0,0 1 5 16,-2 1 1-16,6-1-4 0,-2 0 0 0,-2 0-2 15,2 1 8-15,1-2-6 0,-2 0-3 0,0 1 5 16,2-2 1-16,-1 1-5 0,1 0 3 0,-1 2-2 16,3-1 3-16,1 1-6 0,-2-2 8 0,6 3-4 15,-2-1 3-15,2-1-5 0,0 2 5 0,-1-1-4 16,1 2 4-16,0-1-3 0,1-3-3 0,-3 4 5 16,0-3-1-16,1 3 4 0,-4-2-7 0,1 0 0 15,3 0 3-15,-4-1-5 0,1 2-1 0,-3-2 4 16,2 1 4-16,-1-2-4 0,-2 1 1 0,1 0 6 15,0-1-7-15,-1-1-1 0,2 0 6 0,-1 0-2 16,-1 2 1-16,3-1-11 0,-3-1 12 0,-1-1-2 16,4 1-2-16,-2 0 4 0,1 0-7 0,-1 0 5 15,1 0-3-15,0 1 5 0,0-2-3 0,2 2 1 16,-4-1-3-16,1 0 6 0,1 0 1 0,1 0-6 16,0-1 4-16,5 2-4 0,1-2 2 0,-2 1 3 15,-4 0 0-15,6 0-3 0,-6 0 2 0,0 1-2 16,1-2-6-16,0-1 4 0,6 2 2 0,-2 0 5 0,1 0-7 15,1 2 2-15,-1-2-5 0,-1 0 8 16,-1 0 0-16,5 0-4 0,-3-2 1 0,-3 1-4 16,3-1 3-16,-6 0 6 0,1 1 2 0,-2 0-3 15,2-1 5-15,-3 0 3 0,2-1-11 0,5 1 4 0,-1-1 3 16,-3 0-2-16,-1 1-1 0,4-3-5 0,-4 1 4 16,1 1 1-16,3 0-2 0,-3-1-2 0,1-1 1 15,-1 2 0-15,3-2 0 0,1 2 2 16,0-1-4-16,0-1 3 0,1 2-1 0,0 0-7 15,0 2 8-15,-1-2-7 0,1 0 7 0,-4 3-2 16,-2-1 0-16,5-1-1 0,-6 2-1 0,1 0 1 0,0-2 2 16,-2 2-2-16,3-2-1 0,-4 1-3 0,2 1 5 15,-4 0-4-15,3-2 4 0,-4 1-4 16,-7 1 7-16,14 0-9 0,-7-1 7 0,-7 1-4 0,14-1 5 16,-14 1-7-16,11-1 1 0,-11 1 3 0,11-1-1 15,-11 1-6-15,5-3 1 0,-5 3 5 0,0 0-5 16,11-1-7-16,-11 1-4 0,0 0-1 0,6-1-1 15,-6 1-12-15,0 0-5 0,0 0-6 0,0 0-5 16,11 0-12-16,-11 0-4 0,0 0-17 0,0 0-11 16,0 0-12-16,6-2-23 0,-6 2-90 0,0 0-233 15,0 0 103-15</inkml:trace>
  <inkml:trace contextRef="#ctx0" brushRef="#br0" timeOffset="20702.82">30722 10045 4694 0</inkml:trace>
  <inkml:trace contextRef="#ctx0" brushRef="#br0" timeOffset="23666.78">30371 9880 34 0,'0'0'121'0,"0"0"-5"16,-7 3-9-16,7-3-7 0,0 0-1 0,0 0-1 0,0 0-7 15,0 0 1-15,0 0-7 0,0 0-2 0,0 0-3 16,0 0-10-16,0 0-15 0,0 0 11 15,0 0-6-15,0 0 0 0,0 0-16 0,0 0 1 0,16-15-3 16,-16 15-3-16,10-4-2 0,-5 1-3 0,-5 3-6 16,10-6-3-16,-2 3 4 0,-4-2-9 0,-4 5-1 15,10-5 1-15,-5 0-1 0,-5 5 7 0,5-5-4 16,-5 5 8-16,9-6-11 0,-9 6-3 16,4-4 3-16,-4 4-6 0,0 0 2 0,4-4-5 0,-4 4 3 15,0 0-3-15,0 0-2 0,2-9-2 0,-2 9 0 16,0 0-4-16,0 0-1 0,0 0 2 0,0 0 1 15,0 0-2-15,0 0 0 0,0 0-1 0,0 0 1 16,-16-5-2-16,16 5 0 0,-12 2-3 0,12-2 1 16,-13 3 3-16,5-1-3 0,0 4 1 0,-3-5-2 15,3 3 2-15,3-1 2 0,-2 0-6 0,-1 4 2 16,2-3 2-16,-1 1-3 0,1 0 1 0,1 1-1 16,-1 0 3-16,2 2-2 0,0 0-4 0,0 1 4 15,1-1 0-15,1-1 2 0,0 1 2 0,3 1-4 16,-1-9 2-16,1 15-2 0,1-7 2 0,0 0 5 15,3 1-6-15,0 0 2 0,2-2-8 0,2 0-8 0,-2-2-6 16,3-1-18-16,-1 1-14 0,2-1-22 16,1 0-11-16,-4-2-17 0,1 2-32 0,1-1-106 15,-5-1-263-15,3-1 117 0</inkml:trace>
  <inkml:trace contextRef="#ctx0" brushRef="#br0" timeOffset="23927.99">30713 9791 90 0,'0'0'136'0,"0"0"-6"0,0 0-16 0,0 0-19 0,0 0 1 15,0 0-9-15,3-8-14 0,-3 8-5 0,6-4 2 16,-6 4-12-16,13-4-6 0,-4 2-9 0,4-2-3 16,-2 2-18-16,1-1-24 0,0 0-23 0,-1 0-34 15,-4 3-41-15,1 0-65 0,-8 0-179 0,13-3 79 16</inkml:trace>
  <inkml:trace contextRef="#ctx0" brushRef="#br0" timeOffset="24362.12">30820 9971 134 0,'19'-10'155'0,"-19"10"-13"0,8-9-10 0,-3 3-7 0,-1 1-8 16,5-3-10-16,1 1-9 0,-1-2 7 0,4-1-13 15,-3 3-8-15,-2-2-4 0,0 0-8 0,0 2-7 16,-1-1-3-16,1-1 4 0,-4 3-5 0,2-1-1 16,-2 2 6-16,-4 5-11 0,5-9 0 0,-5 9-3 15,5-6-6-15,-5 6-9 0,4-5-3 0,-4 5 9 16,0 0-21-16,0 0-6 0,2-6-1 0,-2 6-6 16,0 0 2-16,0 0-4 0,0 0 3 0,0 0-4 15,-17 13-1-15,13-9-2 0,0 1-16 0,4-5-1 16,-7 10-1-16,5-5 4 0,1 2-6 0,-1 0-3 15,2-7 6-15,2 18 2 0,-1-10-2 0,0-2 2 16,3-2-1-16,-1 6 4 0,0 0 2 0,0-5-5 16,1 2 6-16,0 2-1 0,1 1 2 0,-3-2 1 15,1-1-1-15,1 0-2 0,-3 0-1 0,-1-7 2 16,1 14 1-16,-1-8 2 0,0-6-6 0,-1 12-2 16,-3-7-11-16,-1 1-6 0,0-1-12 0,-3 2-8 15,3-4-22-15,-1 4-15 0,-2-4-17 0,1-1-15 16,0 1-31-16,-2-1-74 0,1-2-240 0,8 0 106 15</inkml:trace>
  <inkml:trace contextRef="#ctx0" brushRef="#br0" timeOffset="26173.1">25480 10003 127 0,'0'0'143'0,"0"-10"-16"0,0 10 1 0,0 0-21 16,0 0-15-16,1-8-2 0,-1 8-21 0,0 0-12 15,0 0-4-15,0 0-2 0,0 0-3 0,0 0-7 16,0 0 1-16,8 27-8 0,-6-17 1 0,0 1-5 15,2 4-1-15,1 1-5 0,-3 1 0 0,0-2 0 0,0 3-3 16,-3-4-4-16,2 0-4 0,2 2 5 16,-3 1-7-16,2-6-5 0,-2 2 8 0,5-2-6 15,-5 0-1-15,2-1-5 0,0-4 9 0,-1 2-4 0,-1-8 3 16,2 10-6-16,-2-10 5 0,2 9-5 0,-2-9 6 16,0 7 11-16,0-7 7 0,0 0 11 0,0 0-1 15,0 0-1-15,0 0 1 0,0 0-3 16,0 0-4-16,0 0-4 0,0 0-2 0,0 0-4 0,13-22-3 15,-11 14-4-15,4 0-1 0,-2-1 3 0,2 1-5 16,-2-1 3-16,5-1-4 0,-1 1-1 0,-1 1-3 16,3-1 0-16,-1 1 0 0,0 1-6 0,0 2 0 15,-2 1 4-15,4 2-2 0,-4 1-8 0,-7 1 7 16,14 1-2-16,-5 1-1 0,-3 1 4 0,1 2-5 16,-1-1 1-16,1 2 1 0,0 2 1 0,-2 1-1 15,1 0-1-15,-3 0 0 0,1 4 2 0,0-5 0 16,-2 2-13-16,2-1-6 0,-2 0-22 0,0 0-7 15,0 1-28-15,0-6 1 0,-2-4-13 0,2 13-19 16,1-10 5-16,-3-3-8 0,2 8 3 0,-2-8 6 16,2 7 8-16,-2-7 13 0,0 0 2 0,0 0 5 15,8 0 13-15,-8 0 7 0,0 0 14 0,0 0 9 16,12-12 4-16,-11 8 15 0,-1 4 14 0,6-12 2 16,-4 6 1-16,0-1 2 0,-2 7 20 0,3-11 5 15,1 5-1-15,-4 6 13 0,2-9 3 0,-2 9 2 16,0-5-10-16,0 5 1 0,0 0-11 0,0 0 2 15,3-8-17-15,-3 8 0 0,0 0 8 0,0 0-5 16,0 0 1-16,0 0-4 0,14 10 4 0,-14-10 10 16,10 8-6-16,-5-7 7 0,4 3-10 0,0 0 6 15,-2-2-10-15,2-1 7 0,0 0-4 0,2 0-5 0,3-1 1 16,-5-1 6-16,1 0 4 0,4 0-2 16,-5-2 5-16,0-3 6 0,0 3-3 0,-4-4 3 0,3 2 1 15,-3 0-1-15,-1-1-5 0,-4 6 3 0,2-12 5 16,-2 4 1-16,0 8-11 0,-2-11-6 15,0 3 4-15,2 8-4 0,-7-10 1 0,3 3-7 16,-4 1-12-16,2 2-15 0,0 0-17 0,6 4-11 0,-13-3-39 16,6 3 5-16,7 0-21 0,-14 1-22 0,8 1-15 15,6-2-79-15,-9 5-230 0,3-2 102 0</inkml:trace>
  <inkml:trace contextRef="#ctx0" brushRef="#br0" timeOffset="26400.75">26032 10042 48 0,'2'-7'174'0,"0"0"4"0,-2 7-8 15,0-13-9-15,2 8-12 0,-2 5-18 0,3-10-12 16,-3 10-14-16,0 0-14 0,0 0-15 0,0 0-6 16,0 0-3-16,0 0-8 0,0 0-7 0,13 23-1 15,-12-14-7-15,3 2-1 0,0 4-6 0,-2-2-6 16,-2 0 2-16,3 3-8 0,2-5 1 0,-1 5-13 15,-2-1-26-15,3 2-13 0,-1-1-32 0,-4-5-20 16,4-1-36-16,-1 1-17 0,-1-2-21 0,0 1-79 16,1-3-249-16,-1 0 111 0</inkml:trace>
  <inkml:trace contextRef="#ctx0" brushRef="#br0" timeOffset="26849.73">26220 10264 115 0,'10'-6'110'0,"-1"-1"2"0,2-2-9 0,0 2-6 0,-2-2 2 0,0 2-4 16,-2 1-10-16,0-2-3 0,-1 0-3 0,-1-1-1 15,1 1-13-15,-4-1 0 0,4-1-12 16,-4 5 4-16,2-1-10 0,-2 0 3 0,-2 6-4 16,1-8-2-16,-1 8 3 0,2-8-12 0,-2 8-3 0,0 0-1 15,0 0-8-15,0 0 2 0,0 0-6 0,0 0-1 16,-14-1-6-16,14 1 9 0,-13 13-14 0,8-7 4 15,-1 2-3-15,4-3 0 0,-1 1 0 0,-2 0-7 16,5-6 4-16,0 11-5 0,0-11 9 0,2 12-7 16,-2-12 6-16,6 6-8 0,0-3 4 0,1-1 4 15,-1 0-6-15,4-2-1 0,1 0 3 0,-1 0 3 16,2-3-2-16,-1-1 1 0,0 0-4 0,1-2 5 16,-1-1-4-16,0 1 3 0,1-2-4 0,-4 2 2 15,1-2-1-15,1 0-1 0,-2 0-2 0,-1-2 0 16,-3 3 2-16,2 2 3 0,-2-1 2 0,0 1-1 15,-2-1-1-15,-2 6 4 0,5-11 7 0,-5 11 2 16,2-7 0-16,-2 7-1 0,4-5-7 0,-4 5-5 16,0 0-2-16,0 0 0 0,0 0 2 0,0 0-7 15,0 0 1-15,0 0 4 0,2 26 2 0,-4-15-3 16,-2 0 2-16,2 3-1 0,0-1 5 0,-3-1-8 16,3 4 5-16,-2-4-27 0,-1 3-15 0,0 1-29 15,3-6-40-15,-3 0-42 0,3 1-129 0,2 0-298 16,-4-4 132-16</inkml:trace>
  <inkml:trace contextRef="#ctx0" brushRef="#br0" timeOffset="27014.28">26616 10215 158 0,'0'0'151'16,"0"-8"-16"-16,0 8-22 0,0 0-15 0,0 0-30 15,0 0-26-15,0 0-26 0,0 0-42 0,0 0-26 0,0 0-66 16,0 0-126-16,0 0 56 0</inkml:trace>
  <inkml:trace contextRef="#ctx0" brushRef="#br0" timeOffset="36163.64">29280 9999 5 0,'0'0'-2'15,"0"0"0"-15</inkml:trace>
  <inkml:trace contextRef="#ctx0" brushRef="#br0" timeOffset="36945.21">29420 10024 33 0,'0'0'42'0,"0"0"-8"16,0 0-6-16,0 0 0 0,0 0-5 0,0 0-3 15,0 0 5-15,0 0-6 0,0 0-10 0,0 0 2 16,0 0 0-16,0 0-4 0,0 0 6 0,0 0-6 16,0 0 1-16,0 0 1 0,0 0-10 0,0 0-2 15,0 0 0-15,0 0-6 0,0 0-4 0,0 0 0 16,0 0-5-16,0 0-5 0,0 0-18 0,0 0-45 16,0 0 21-16</inkml:trace>
  <inkml:trace contextRef="#ctx0" brushRef="#br0" timeOffset="38146.75">29279 9223 52 0,'0'0'164'0,"0"0"-6"0,0 0-8 15,1-6-17-15,-1 6-12 0,0 0-10 0,0 0-20 16,0 0-5-16,0 0-9 0,0 0-12 0,0 0-7 16,0 0-5-16,0 0-10 0,0 0 5 0,11 14-11 15,-9-8-5-15,1-1 3 0,0 2-8 0,-2 0-3 16,1-2-3-16,-2-5 2 0,5 12-2 0,-5-7-6 16,0-5 1-16,4 9-6 0,-4-9 6 0,1 6-3 15,-1-6 10-15,0 0-1 0,0 0 4 0,0 0 2 16,0 0 0-16,0 0-3 0,0 0-3 0,0 0 1 15,0 0-3-15,0 0-1 0,0 0-1 0,0 0-7 16,2-29 4-16,-1 23 0 0,2-3-6 0,-1 2 1 16,1 1-3-16,2-5 1 0,-1 0-3 0,3 3-5 0,-2 2 7 15,3-1-8-15,-3-1 4 0,2 4 0 16,-1-2-1-16,-1 3-6 0,0-1 4 0,-5 4 1 16,12-3-5-16,-12 3 0 0,11 0-2 0,-11 0 6 15,10 2-6-15,-4 3 1 0,-1-2 1 0,0 3 2 0,-5-6 3 16,9 9-6-16,-7-3 5 0,1 1-17 0,-2 3-25 15,2-1-14-15,-3 0-18 0,1 2-24 16,-2-2-18-16,-1 1-36 0,-1 3-91 0,0-2-262 16,0-6 115-16</inkml:trace>
  <inkml:trace contextRef="#ctx0" brushRef="#br0" timeOffset="38377.85">29638 9086 66 0,'0'0'145'0,"0"0"-15"0,2-7-15 15,-2 7-16-15,0 0-4 0,0 0-12 0,0 0-11 16,0 0-5-16,0 0-1 0,9 24-11 0,-8-13 2 16,-1-1-3-16,1-1-5 0,0 7-6 0,-2-4-9 15,1 5 0-15,1-6 1 0,-1 0 0 0,2-1-14 16,-2 3-22-16,0-1-30 0,1-2-15 0,0 1-21 15,-1-2-26-15,2-1-94 0,-2-8-201 0,-2 13 89 16</inkml:trace>
  <inkml:trace contextRef="#ctx0" brushRef="#br0" timeOffset="38778.48">29638 9187 80 0,'0'0'118'0,"0"0"-17"0,0 0-14 16,0 0-8-16,5-9-11 0,-5 9-7 0,0 0-3 16,9-3-9-16,-9 3-9 0,15-1 7 0,-8 0-5 15,3 0-4-15,-2 0-4 0,-8 1 6 0,18 1-10 16,-12-1-11-16,-6 0-1 0,13 2 11 0,-5-1-15 16,-8-1 3-16,10 6 0 0,-6-4-5 0,-4-2-4 15,9 2 2-15,-4 0 2 0,-5-2 0 0,10 4 0 16,-5-1-4-16,0 0-5 0,1 1 10 0,-6-4 2 15,11 2-14-15,-6 1 3 0,-5-3 1 0,12 0-8 0,-12 0 7 16,10 4 2-16,-10-4 1 0,7 0 1 16,-7 0-3-16,9 0 8 0,-9 0 4 0,0 0 0 15,12 0 4-15,-12 0 3 0,0 0-2 0,8-4 0 16,-8 4-2-16,6-2 4 0,-6 2-6 0,0 0-8 0,8-3 2 16,-8 3-2-16,0 0-2 0,0 0-5 0,0 0 2 15,0 0-2-15,0 0 1 0,12 8-4 16,-12-8 7-16,4 9-3 0,-4-2-4 0,3-1 6 15,-3 2-6-15,1 2 1 0,-1-1-8 0,-1 1-26 0,-1 0-7 16,1 0-31-16,1 1-13 0,-2 0-20 0,-1 0-90 16,-1-3-209-16,3-2 92 0</inkml:trace>
  <inkml:trace contextRef="#ctx0" brushRef="#br0" timeOffset="39007.21">30010 9103 107 0,'0'0'131'0,"0"0"-9"15,3-8-17-15,-3 8-10 0,0 0-31 0,0 0 21 16,0 0-15-16,0 0-9 0,0 0-3 0,5 23-3 16,-5-8-9-16,0 1 0 0,-1 0-19 0,1 1 9 15,-2 0-3-15,1-2-2 0,-3 0-4 0,3-2-5 16,-1 0-19-16,2-1-20 0,-3-1-14 0,2 1-22 15,-1-2-21-15,1-3-21 0,-1 1-64 0,0-1-173 16,2-7 76-16</inkml:trace>
  <inkml:trace contextRef="#ctx0" brushRef="#br0" timeOffset="39376.68">30020 9182 2 0,'0'0'89'0,"11"-1"-6"0,-11 1-9 16,0 0-10-16,10 3-12 0,-10-3-2 0,0 0-2 16,8 7-6-16,-8-7-3 0,0 0-3 0,1 8 0 15,-1-8-14-15,0 7-1 0,0-7 0 0,0 0 0 16,0 8-1-16,0-8-1 0,0 0-3 0,0 0-3 16,0 0 1-16,1 8 1 0,-1-8 3 0,7 3-7 15,-7-3-4-15,10 0-6 0,1-3 12 0,1 1-10 16,-1 0 9-16,7-3 5 0,3 0-10 0,3-6 21 15,-4 5-24-15,1-2 7 0,-3-1-3 0,0 0-2 16,-3 2 11-16,-1-1 4 0,-4 1 25 0,-1 1-8 16,-1-2-11-16,-3 5 4 0,1-6 3 0,-3 2-7 15,1 2-1-15,-2-1 8 0,-2 6-4 0,0-9-4 16,0 9 8-16,0 0-14 0,-2-13 0 0,2 13-2 16,0 0-4-16,-8-3 1 0,8 3-2 0,0 0-2 15,-18 10-4-15,9-3-1 0,3 2-2 0,-1-2-16 0,1 4-10 16,1-3-27-16,1 2-9 0,0 2-25 0,2-2-26 15,-1 0-80-15,1 1-203 0,0-4 90 16</inkml:trace>
  <inkml:trace contextRef="#ctx0" brushRef="#br0" timeOffset="39906.61">26425 9114 46 0,'0'0'99'16,"4"14"4"-16,-4-14-4 0,1 14-7 0,1-2-1 15,0-1-13-15,-2 1-2 0,2 2-7 0,-2 3-7 0,0-5-3 16,0 4-3-16,0-5-6 0,0 2-8 15,0-2-8-15,0-1 7 0,0 2-9 0,0 0 0 16,0-1-11-16,0-1-34 0,-4 2-23 0,4-4-30 16,-3 1-31-16,-1 3-65 0,-2-3-175 0,1-1 77 0</inkml:trace>
  <inkml:trace contextRef="#ctx0" brushRef="#br0" timeOffset="40138.87">26524 9179 78 0,'6'-1'106'0,"-6"1"-16"0,12 1-7 0,-8 3-3 16,-4-4-11-16,7 7 10 0,-5-3-12 0,2 3-3 16,-4-7 0-16,0 13-7 0,0-7-7 0,0-6-8 15,-4 15 0-15,0-8-2 0,-1 2-1 0,1 0-1 16,-2-1-7-16,-2-1-7 0,2 0-19 0,-1-1-22 15,3 0-19-15,-3-1-14 0,0 0-16 0,2 0-23 16,-3 1-60-16,3-2-160 0,1 0 71 0</inkml:trace>
  <inkml:trace contextRef="#ctx0" brushRef="#br0" timeOffset="40288.33">26630 9252 17 0,'15'0'63'0,"-8"0"0"0,-7 0-17 0,16 0-12 0,-5 2-18 16,0-2-23-16,-2 0-32 0,2 0-42 15,-11 0 19-15</inkml:trace>
  <inkml:trace contextRef="#ctx0" brushRef="#br0" timeOffset="40487.83">26863 9078 99 0,'0'0'86'0,"0"0"-10"16,0 0 10-16,0 0-12 0,0 0 9 0,0 0 4 0,6 17-34 15,-6-6 15-15,0 2 1 0,4-1-12 0,-4 4-8 16,0 1-4-16,0 1 5 0,0-1-8 0,-4-1-11 16,2 0 3-16,0 0-14 0,0-3-27 0,2-2-3 15,0 1-23-15,-2 2-16 0,0-4-17 0,-1 1-28 16,3-1-48-16,0-3-153 0,0-7 67 0</inkml:trace>
  <inkml:trace contextRef="#ctx0" brushRef="#br0" timeOffset="40814.49">26919 9206 28 0,'0'0'63'15,"11"0"-4"-15,-11 0-1 0,0 0-7 0,8 4-2 16,-8-4-4-16,0 0-8 0,10 4-11 0,-10-4 15 16,7 4-3-16,-7-4 7 0,7 1-14 0,-7-1-1 15,9 3 2-15,-9-3-8 0,9 3 10 0,-9-3 3 16,8 1-17-16,-8-1 8 0,13 0-2 0,-13 0 2 16,12 0 3-16,-12 0-3 0,11-3-9 0,-5 2 1 15,2-2-4-15,-8 3 9 0,11-5-9 0,-6 4 11 16,-5 1-2-16,9-4-1 0,-9 4-4 0,0 0-16 15,0 0 11-15,9 1 3 0,-9-1-4 0,4 8-10 16,-4-8 11-16,5 9-3 0,-5-4-9 0,0-5 9 16,2 13-1-16,-4-4-2 0,2 1-1 0,-1 0-1 0,0 1-15 15,-2-2-10-15,-1 1-17 0,2 0-11 16,-1 0-27-16,-1 1-100 0,-2-4-186 0,1 2 83 16</inkml:trace>
  <inkml:trace contextRef="#ctx0" brushRef="#br0" timeOffset="41037.71">27143 9113 27 0,'0'0'118'0,"12"13"-2"0,-11-7-3 16,1 7-14-16,-4 0-5 0,2 3-12 0,-1 0-3 15,-1 2-7-15,0-1-7 0,0 0-7 0,-1 2-2 16,1-2-10-16,-1-1-21 0,-3 0-35 0,3 2-23 16,-1-6-20-16,-2 2-26 0,-2-1-68 0,2-4-157 15,3-1 70-15</inkml:trace>
  <inkml:trace contextRef="#ctx0" brushRef="#br0" timeOffset="41398.78">27220 9219 47 0,'0'0'79'0,"5"4"-7"16,-5-4-9-16,-2 10-9 0,2-10-1 0,-3 11-2 16,-1-1-9-16,0-4 1 0,0 3-5 0,-4-1-3 15,3 0-8-15,-3-1-12 0,6-2 15 0,-3-1-7 16,0 1-3-16,5-5 3 0,-7 7-7 0,7-7 10 15,-6 5 9-15,6-5-3 0,0 0 5 0,0 0-11 16,0 0 4-16,0 0-3 0,0 0-8 0,0 0 3 16,0 0-2-16,15-14-5 0,-5 7 2 0,-1 3-3 15,-1-1 1-15,2-1 3 0,-6 2-1 0,5-1-1 16,-1 1-2-16,-2 0 5 0,0 0 2 0,-6 4 3 16,9-3-1-16,-9 3-3 0,7-4-3 0,-7 4-11 15,0 0 11-15,4-3-4 0,-4 3-11 0,0 0 13 16,0 0-4-16,0 0 1 0,0 0-8 0,2 16-2 0,-2-9 4 15,0-7-4-15,4 16-23 0,-3-9-17 16,2 3-25-16,1 1-12 0,3-1-117 0,1 1-207 16,8 0 92-16</inkml:trace>
  <inkml:trace contextRef="#ctx0" brushRef="#br0" timeOffset="41823.61">30330 9710 64 0,'0'0'94'16,"0"0"-10"-16,0 0-4 0,0 0-12 0,0 0 5 16,0 0-14-16,0 0-1 0,0 0-11 0,0 0-4 15,0 0-7-15,0 0-5 0,0 0-13 0,-5 8-12 16,5-8-13-16,-9 4-25 0,1-2-20 0,-1 2-60 16,0-3-121-16,-2 3 54 0</inkml:trace>
  <inkml:trace contextRef="#ctx0" brushRef="#br0" timeOffset="42139.33">30114 9659 19 0,'0'0'22'0,"-8"-7"-19"16,8 7-11-16,0 0-7 0,-13 1 3 0</inkml:trace>
  <inkml:trace contextRef="#ctx0" brushRef="#br0" timeOffset="43105.89">27384 12033 45 0,'0'0'41'0,"0"0"-6"16,0 0 2-16,0 0-10 0,0 0-4 0,0 0-2 16,0 0-8-16,0 0 4 0,0 0-13 0,0 0 6 15,0 0-10-15,0 0 8 0,0 0-5 0,0 0 0 16,0 0-4-16,0 0 2 0,0 0 2 0,0 0 3 16,0 0 1-16,0 0-4 0,0 0 3 0,0 0-6 0,0 0 3 15,0 0-2-15,0 0-2 0,0 0 7 16,0 0 0-16,0 0-5 0,0 0 3 0,0 0-1 15,0 0-1-15,0 0-1 0,0 0-3 0,0 0 6 16,0 0-4-16,0 0 0 0,0 0 1 0,0 0-4 0,0 0-3 16,0 0 7-16,0 0-2 0,0 0-2 0,0 0-3 15,0 0 4-15,0 0 2 0,0 0-1 16,0 0 4-16,0 0-3 0,0 0 0 0,0 0-4 16,0 0 3-16,0 0 3 0,0 0-6 0,0 8 4 0,0-8-7 15,0 0 2-15,0 0-13 0,0 0-7 0,0 0-19 16,-2 8-47-16,2-8 21 0</inkml:trace>
  <inkml:trace contextRef="#ctx0" brushRef="#br0" timeOffset="43527.14">27679 11730 23 0,'0'0'20'0,"-5"13"9"0,-2-6-9 15,4 2-2-15,-1 1-2 0,0 0-6 0,-1 1-2 16,1 2-3-16,-3-3-8 0,2 4-11 0,-3 2-8 16,5-5-25-16,-3 0 11 0</inkml:trace>
  <inkml:trace contextRef="#ctx0" brushRef="#br0" timeOffset="44812.2">26102 12149 101 0,'0'-9'116'15,"0"9"5"-15,0 0-12 0,2-7-10 0,-2 7-9 16,0 0-11-16,0 0-14 0,0 0-9 0,0 0-3 16,0 0-2-16,0 0-6 0,0 0-3 0,0 0-9 15,0 0 0-15,0 0-12 0,0 0 1 0,0 0 1 16,0 0-4-16,0 0-1 0,0 0-11 0,0 0 3 16,0 0 13-16,0 0-7 0,0 0 3 0,0 0 8 0,0 0 17 15,0 0-19-15,0 0 13 0,0 0-6 16,0 0-2-16,0 0-1 0,0 0-6 0,0 0-5 15,0 0 5-15,0 0-5 0,-7-11 0 0,5 3-13 16,-3 1 11-16,3-5-4 0,0 3-1 0,0 0 1 0,-1 0 2 16,3-1-6-16,0 10-1 0,-2-17-2 0,4 9-1 15,1-1 0-15,-1-1-4 0,0 5 6 16,2-3-2-16,1 4-1 0,0-2-3 0,-2 1 0 16,-3 5 2-16,10-5-5 0,-5 2 4 0,-5 3-1 0,13-2-2 15,-13 2 2-15,0 0 4 0,14 4-4 0,-10-2 0 16,1 2-3-16,-5-4 3 0,7 8-2 15,-3-5-2-15,-4-3 3 0,4 6-3 0,-4-6 0 0,5 6 2 16,-5-6 2-16,4 5 9 0,-4-5-8 0,0 0 0 16,0 0 2-16,3 3 3 0,-3-3-2 0,0 0-1 15,0 0-1-15,0 0 3 0,0 0 1 0,0 0-1 16,0 0-8-16,0 0 3 0,6-14 1 0,-4 6 1 16,1 0 4-16,2-1-9 0,-1 2 3 0,0-1 1 15,1-1 1-15,-1 0-2 0,0 4 8 0,-1 0-6 16,2 0-8-16,-5 5 4 0,6-8 0 0,-3 5 2 15,-3 3-6-15,6-4 3 0,-6 4-7 0,0 0 10 16,0 0-5-16,0 0 1 0,9 8 5 0,-9-8-2 16,7 9 3-16,-5-2-11 0,1-2-4 0,-3-5-18 15,2 14-20-15,2-6-9 0,-2 1-26 0,0-2-21 16,-2 1-120-16,1-1-245 0,3 0 109 0</inkml:trace>
  <inkml:trace contextRef="#ctx0" brushRef="#br0" timeOffset="45014.4">26394 11865 67 0,'0'0'149'0,"0"0"-19"16,0-7-18-16,0 7-7 0,0 0-18 0,0 0 1 16,0 0-13-16,0 0-4 0,0 0-14 0,0 0-2 15,6 24-6-15,-6-14 0 0,0 1-6 0,0 1-1 0,2 1-12 16,-1-1-5-16,-1 1-14 0,1-2-18 15,2 0-24-15,-3 0-22 0,3 0-14 0,-1 0-29 16,-2-2-70-16,0-2-178 0,0-7 79 0</inkml:trace>
  <inkml:trace contextRef="#ctx0" brushRef="#br0" timeOffset="45387.41">26521 11851 59 0,'1'-5'101'0,"-1"5"7"16,6-13-9-16,-4 6-8 0,1 2-6 0,2-1-13 15,-5 6 0-15,8-8-6 0,-3 1-5 16,-1 3 0-16,-4 4-6 0,5-5-5 0,-5 5-9 0,9-1-6 16,-9 1-2-16,0 0-7 0,15 6 10 0,-12-1-11 15,-1 2 5-15,3 3 3 0,-1-1-15 0,-1 4 3 16,-1-2-7-16,0 0-14 0,0 2-21 15,-2-3-8-15,4 1-19 0,-4-2-20 0,3 3-23 0,-1-4-82 16,0-3-187-16,0 2 83 0</inkml:trace>
  <inkml:trace contextRef="#ctx0" brushRef="#br0" timeOffset="45929.89">26691 11851 27 0,'-6'-8'113'0,"6"8"-12"0,0 0-6 15,0 0-11-15,0 0-10 0,0 0 0 0,0 0-15 16,0 0-11-16,0 0-1 0,0 0-7 0,0 0-5 16,0 0-1-16,0 0 0 0,0 0-3 0,0 0-8 15,8 22 4-15,-8-22-2 0,0 0-6 0,8 3 1 16,-8-3-1-16,0 0 15 0,7 4 1 0,-7-4-5 16,0 0 5-16,0 0-2 0,10-7-3 0,-10 7-5 15,4-6 2-15,-4 6 4 0,4-9 8 0,-4 9-5 16,0-9-4-16,0 9-9 0,0-10 7 0,0 10-6 15,-2-9 4-15,2 9-9 0,-2-10 1 0,2 10 6 16,-2-7-3-16,2 7-4 0,0 0 0 0,-2-10-5 16,2 10 0-16,0 0-5 0,0 0-2 0,0 0 0 15,2-9 3-15,-2 9-5 0,0 0-2 0,0 0-2 16,15 4 4-16,-15-4 2 0,11 4 4 0,-2-1-2 16,-2 3-3-16,0-2-2 0,-1 0 1 0,0-1-1 15,0 2 2-15,1 0-7 0,-3 0 6 0,0-1-6 16,-4-4 3-16,8 8 3 0,-8-8-7 0,6 4 5 15,-6-4 2-15,4 4-5 0,-4-4 4 0,0 0 1 16,5 4 3-16,-5-4 0 0,0 0-1 0,0 0 3 0,0 0 5 16,0 0 0-16,0 0 4 0,0 0-10 15,0 0 1-15,11-10-4 0,-9 4 3 0,-2 6 7 0,7-11-8 16,-6 4-2-16,1 0 4 0,0 2-2 16,2-4 1-16,-2 4-3 0,1-1 6 0,-3 6 0 0,4-9 0 15,-2 4 0-15,-2 5-4 0,2-5-1 0,-2 5 2 16,0 0-4-16,6-6 1 0,-6 6-2 0,0 0 0 15,0 0 5-15,0 0-3 0,0 0-4 0,13 10 3 16,-11-5-3-16,-2-5 1 0,4 10-5 16,-2-3-12-16,0 0-19 0,-2-7-16 0,0 14-13 0,0-6-27 15,1-1-18-15,-1-7-21 0,-5 15-111 0,1-10-261 16,2 1 116-16</inkml:trace>
  <inkml:trace contextRef="#ctx0" brushRef="#br0" timeOffset="46084.38">26859 11703 66 0,'0'0'81'0,"-3"-8"-24"0,3 8-33 0,0 0-24 16,0 0-13-16,0 0-24 0,0 0-38 0,0 0 17 15</inkml:trace>
  <inkml:trace contextRef="#ctx0" brushRef="#br0" timeOffset="46284.75">26965 11587 56 0,'0'0'112'0,"0"0"0"0,8-3 5 0,-8 3-17 16,0 0-4-16,0 0 8 0,13 12-2 0,-10-3-5 15,-3 3-6-15,7 3-9 0,-5-3-9 0,1 3-8 16,-2 4-2-16,-1-3-8 0,1 1-3 0,-1 0-4 15,0-2-7-15,0 2-7 0,0-1-15 0,0-4-26 16,0-2-18-16,2 0-30 0,0 0-28 0,-2-2-20 16,0-2-21-16,0-6-63 0,-4 11-204 0,4-11 91 15</inkml:trace>
  <inkml:trace contextRef="#ctx0" brushRef="#br0" timeOffset="46532.6">27002 11752 2 0,'1'-9'108'15,"-1"9"-15"-15,0 0-14 0,8-11-1 0,-8 11-5 16,7-5 0-16,-1 4-8 0,-6 1-11 0,14-5-2 16,-14 5 4-16,16-4-8 0,-7 3 0 0,-9 1 2 15,17-2-9-15,-7 1-3 0,-10 1-7 0,14-2 2 16,-6 2-5-16,-8 0 1 0,12 3-5 0,-6-1 9 16,-6-2-17-16,9 6 12 0,-5-1 6 0,-3 0-4 15,4-1-3-15,-1 3-4 0,-1 0 4 0,-1 2-8 16,2 1-1-16,-2-3 15 0,-2 3-19 0,4-2 2 15,-3 3 1-15,1-5-5 0,0 4-12 0,2-2-13 16,1-1-16-16,-2 0-7 0,-1-2-11 0,0 1-26 16,0 0-19-16,3-1-102 0,-1-1-209 0,-4-4 92 0</inkml:trace>
  <inkml:trace contextRef="#ctx0" brushRef="#br0" timeOffset="49210.87">30506 11023 75 0,'0'0'94'0,"0"0"-13"15,0 0-9-15,0 0-8 0,0 0-8 0,0 0-7 16,0 0-2-16,0 0-6 0,0 0-1 0,0 0-4 0,0 0-3 16,0 0-3-16,0 0-2 0,0 0 0 15,0 0 0-15,0 0-14 0,0 0 5 0,0 0-4 16,4 20-4-16,-4-20 4 0,0 0 4 0,1 8-5 16,-1-8-3-16,0 0-1 0,3 7-6 0,-3-7 3 0,0 0 0 15,0 0-1-15,0 0-2 0,0 0 8 0,0 0-7 16,0 0 20-16,0 0-2 0,0 0 2 15,0 0 16-15,0 0-10 0,0 0 11 0,0 0-2 0,0 0-8 16,0 0 3-16,0 0-6 0,0 0-2 16,0 0-5-16,0 0 2 0,0 0 4 0,0 0-14 0,0 0 0 15,4-26 0-15,-2 21-6 0,-2 5-4 0,8-9 7 16,-4 5-6-16,2 0 3 0,0 1-5 0,1 0-1 16,-1 0-6-16,2 1 8 0,-8 2 3 0,13-3-7 15,-7 3-3-15,-6 0 1 0,12 4-2 0,-6-3 5 16,0 3-7-16,0 0 3 0,-6-4 1 0,7 8 2 15,-3-4 1-15,1 1 0 0,-5-5-6 0,3 10 5 16,-3-10-1-16,3 7 9 0,-3-7-8 0,2 4-5 16,-2-4 7-16,0 0 0 0,4 6 8 0,-4-6 1 15,0 0 6-15,0 0 3 0,0 0 2 0,0 0-1 16,0 0 1-16,0 0-1 0,0 0-8 0,0 0 3 16,0 0 1-16,0 0-6 0,6-20-2 0,-6 13 0 15,5-1-1-15,-1-1-2 0,2 0-1 0,1 1-3 16,-1 0 2-16,2-1-4 0,-1 2 0 0,0 3 2 15,-3 0-7-15,1 0 1 0,-5 4-2 0,11-5 4 16,-11 5-4-16,9-3 2 0,-9 3-2 0,8 0-2 16,-8 0 8-16,0 0-3 0,9 7-2 0,-5-2 7 15,-4-5-6-15,1 12 6 0,0-5-8 0,-1 0 0 16,0 3-16-16,0-1-9 0,-1 0-23 0,0-1-15 16,1 2-28-16,-3-3-16 0,3-7-99 0,-1 14-230 15,0-8 101-15</inkml:trace>
  <inkml:trace contextRef="#ctx0" brushRef="#br0" timeOffset="49391.53">30830 10948 104 0,'0'0'128'0,"1"-7"-18"16,-1 7-11-16,0 0-7 0,0 0-16 0,0 0-8 15,6-2-4-15,-6 2-9 0,0 0-1 0,0 0-7 16,9 17-10-16,-8-8 6 0,1 1-15 0,0-2 4 15,-1-1-36-15,2 3-7 0,-3 1-32 0,1 1-32 16,-2 1-76-16,0-2-163 0,-1 0 71 0</inkml:trace>
  <inkml:trace contextRef="#ctx0" brushRef="#br0" timeOffset="49757.98">30982 10999 43 0,'0'0'137'16,"9"-15"-12"-16,-4 6-7 0,2 2-9 0,1-2 3 15,0 1-1-15,-1 0-13 0,2 1 1 0,-2 0-7 16,-2 2-7-16,0 1-13 0,-5 4-9 0,6-5-1 16,-6 5-13-16,8-3-5 0,-8 3-2 0,0 0-8 15,0 0-1-15,11 5-5 0,-11-5-5 0,6 7-14 16,-4-2-23-16,-2-5-19 0,4 10-20 0,0-3-15 15,-3 0-23-15,0 0-28 0,-1-7-83 0,0 15-218 16,2-9 96-16</inkml:trace>
  <inkml:trace contextRef="#ctx0" brushRef="#br0" timeOffset="50094.68">31183 10918 79 0,'0'0'78'0,"0"0"-4"0,0 0-9 0,0 0-2 16,0 0-6-16,0 0-7 0,0 0-8 0,0 0 0 16,0 0-10-16,0 0 2 0,16 8-5 0,-16-8-3 15,0 0 3-15,5 3-2 0,-5-3-10 0,0 0 0 16,0 0 7-16,14 0-7 0,-14 0-5 0,6-3 4 16,-6 3-2-16,7-4-4 0,-7 4 5 0,10-2 0 15,-10 2 5-15,0 0-2 0,6-5 3 0,-6 5-8 16,0 0 8-16,0 0-25 0,7-3 9 0,-7 3 5 15,0 0-5-15,0 0 7 0,7-2-12 0,-7 2 12 16,0 0-13-16,0 0 9 0,0 0-15 0,0 0 10 16,16 4-3-16,-16-4 2 0,6 3 4 15,-6-3-6-15,0 0 3 0,9 5 0 0,-9-5-15 0,7 4 0 16,-7-4 11-16,8 0-21 0,-8 0-6 0,11 0-14 16,-11 0-6-16,10 0-18 0,-10 0-1 0,11 0-5 15,-11 0-39-15,12 0-120 0,-12 0 53 0</inkml:trace>
  <inkml:trace contextRef="#ctx0" brushRef="#br0" timeOffset="50202.36">31424 10897 1 0,'0'0'35'0,"0"0"-13"15,0 0 4-15,0 0-6 0,0 0 6 0,0 0-9 16,0 0 4-16,0 0-12 0,0 0-6 16,10 0-33-16,-10 0-33 0,0 0 14 0</inkml:trace>
  <inkml:trace contextRef="#ctx0" brushRef="#br0" timeOffset="50389.85">31530 10853 52 0,'0'0'62'0,"0"0"-13"15,5 11-23-15,-5-11-22 0,0 7-21 0,0-7-13 16,0 0-32-16,0 0 15 0</inkml:trace>
  <inkml:trace contextRef="#ctx0" brushRef="#br0" timeOffset="65025.05">28372 10618 14 0,'0'0'39'0,"0"0"-8"16,0 0 0-16,0 0-1 0,0 0-14 0,0 0 0 16,0 0-5-16,0 0-6 0,0 0 3 0,0 0-4 0,0 0-1 15,0 0-7-15,0 0-5 0,0 0 0 16,0 0 2-16,0 0-7 0,0 0 9 0,15 11-2 15,-15-11-8-15,0 0 8 0,0 0 1 0,5 3 2 0,-5-3 1 16,0 0-6-16,3 5-2 0,-3-5-6 0,0 0-17 16,4 5 7-16</inkml:trace>
  <inkml:trace contextRef="#ctx0" brushRef="#br0" timeOffset="65054.83">28400 10649 30 0,'0'0'-5'0,"0"0"-6"0,1 7 2 16</inkml:trace>
  <inkml:trace contextRef="#ctx0" brushRef="#br0" timeOffset="66278.89">28620 10655 16 0,'7'4'29'0,"1"2"-1"16,-1-2-2-16,3 4-6 0,0 0 2 0,-2 1-3 15,2 2-2-15,2 2-3 0,1-1 5 0,-1 0-8 16,3 4-10-16,6 1 4 0,-2 0-19 0,5 1 2 0,-1-2-22 16,1 1-37-16,-3 0 18 0</inkml:trace>
  <inkml:trace contextRef="#ctx0" brushRef="#br0" timeOffset="70401.73">28372 10659 6 0,'0'0'39'15,"0"0"-2"-15,0 0-6 0,0 0-7 0,0 0 2 0,4-6-6 16,-4 6-1-16,0 0-5 0,0 0-1 0,0 0 4 15,0 0-16-15,0 0 1 0,0 0-1 0,0 0-5 16,0 0-3-16,15 9-10 0,-15-9-20 16,9 3-41-16,-6 1 18 0</inkml:trace>
  <inkml:trace contextRef="#ctx0" brushRef="#br0" timeOffset="70947.84">28458 10649 18 0,'0'0'18'16,"0"0"-1"-16,0 0-11 0,0 0-3 0,0 0-14 16,0 0-11-16,0 0 5 0</inkml:trace>
  <inkml:trace contextRef="#ctx0" brushRef="#br0" timeOffset="71614.5">28497 10683 5 0,'0'0'26'0,"0"0"-5"0,0 0-3 15,0 0 2-15,0 0-1 0,0 0 1 0,0 0-7 16,0 0-1-16,0 0-2 0,0 0 4 0,0 0-1 16,0 0-5-16,0 0 4 0,0 0-3 0,0 0 2 15,0 0-11-15,0 0 7 0,0 0-6 0,0 0 10 16,0 0-5-16,0 0-8 0,0 0 4 0,0 0 3 15,0 0-2-15,0 0-3 0,0 0 3 0,22-2 0 16,-22 2-6-16,0 0 0 0,6 2 5 0,-6-2 2 16,4 4 0-16,-4-4 3 0,6 7-8 0,-6-7 3 0,4 5 1 15,-4-5-4-15,7 4-2 0,-7-4 3 16,6 4 0-16,-2-1-3 0,-4-3 4 0,10 9 0 16,-6-6-1-16,1 2 3 0,0-2-8 0,2 0-4 15,-1 1 3-15,0-1-1 0,-1 2-5 0,2-1-3 0,-1 0 0 16,6 1-5-16,-5-1-13 0,2 1-35 15,-1 0 16-15</inkml:trace>
  <inkml:trace contextRef="#ctx0" brushRef="#br0" timeOffset="108110.34">19339 10475 118 0,'0'0'125'0,"3"-8"0"16,-3 8-8-16,0 0-7 0,0-9-13 0,0 9 5 16,0 0-10-16,1-11 4 0,-1 11-4 0,0-7-1 15,0 7-1-15,0 0 0 0,3-8-8 0,-3 8-11 16,0 0-4-16,0 0-5 0,-3-11-7 0,3 11 0 16,0 0-5-16,-2-7 2 0,2 7-8 0,0 0 1 15,0 0-1-15,0 0 0 0,0 0-5 0,0 0-2 16,-2-10-6-16,2 10 1 0,0 0-7 0,-5-4-1 15,5 4-8-15,-8-3-4 0,8 3 2 0,0 0-3 16,-12-3-1-16,12 3 2 0,0 0 0 0,-14 3-7 16,6 0 0-16,-1 0 0 0,0 3-2 0,-2-2-4 15,0 2 4-15,1 0-6 0,-3-1 6 0,3 4 0 16,0-2-1-16,-2 1 1 0,3 0-3 0,0 2 2 16,-2 1-3-16,2 0 3 0,3-5-1 0,-2 5 2 15,0-1-1-15,2-1-3 0,2 2 3 0,-2 1-3 16,2-3-1-16,1 3 1 0,1-1 4 0,-2-2 0 15,3 2-5-15,1-1 1 0,1 1 0 0,3-1 3 16,-2 0 0-16,3 3-1 0,1-4 0 0,-1 2 1 16,0 0 5-16,2-1-3 0,1-2 3 0,0 1 0 15,0-1-2-15,0-3 2 0,3 4 0 0,-4-6 0 0,5 4-7 16,-2-2 7-16,0-1-4 0,2-1 1 16,-1 0-3-16,1 0-10 0,7-2-19 0,-6-1-23 15,6 0-21-15,-5-1-27 0,4-4-25 0,5 1-29 0,-4-3-17 16,7-2-113-16,-1-1-306 0,-1-1 135 15</inkml:trace>
  <inkml:trace contextRef="#ctx0" brushRef="#br0" timeOffset="108305.76">19732 10578 78 0,'6'-3'166'15,"-6"3"-9"-15,10-4-17 0,-5 4-12 0,-5 0-12 16,14-3-12-16,-6 2-8 0,2-1-6 0,-1 2-23 16,1-1-27-16,1 2-29 0,1-2-20 15,-3 1-37-15,2 1-22 0,-1 2-15 0,-2-2-82 0,-3 1-178 16,-5-2 78-16</inkml:trace>
  <inkml:trace contextRef="#ctx0" brushRef="#br0" timeOffset="108475.75">19820 10717 126 0,'0'0'159'0,"-8"5"-4"0,7 0 4 16,1-5-3-16,0 0-8 0,0 0-8 0,-7 5-19 15,7-5-6-15,0 0-11 0,0 0-11 0,0 0-7 16,0 0-5-16,23-7-14 0,-12 4-8 0,-1-2-22 16,8 1-38-16,0-4-35 0,0 3-27 0,7-3-24 15,3-1-23-15,2-1-23 0,-1 2-97 0,-1-1-248 16,3 1 110-16</inkml:trace>
  <inkml:trace contextRef="#ctx0" brushRef="#br0" timeOffset="108837.62">20573 10346 177 0,'-4'-9'212'0,"0"1"-13"0,0-3-19 0,-1 2-5 16,0 0 3-16,1 3-2 0,0 2-11 15,0-1-16-15,-1-1-18 0,-1 3-14 0,6 3-10 16,-12-5-10-16,12 5-12 0,-14 3-5 0,4 1-8 16,1 4-4-16,-1 1-4 0,0 5-7 0,-2 0-7 0,2 2-5 15,2-1-1-15,2 0-2 0,1 1-10 16,-2 0 2-16,5 1-3 0,0 0-1 0,1-2-5 15,4 0-1-15,-2-2-4 0,3 3-2 0,0-3-1 0,1-4 0 16,1 1-4-16,2 0 1 0,1 0-3 0,0-1 1 16,2-2 2-16,-2 0-6 0,3-2-3 0,4 0-5 15,-3-1-21-15,1-1-23 0,-1-2-16 16,5-1-21-16,-5 0-25 0,4-2-17 0,-2-1-27 0,-1-2-10 16,1 0-21-16,-2-2-6 0,-3 2-127 0,-1-2-340 15,1 1 150-15</inkml:trace>
  <inkml:trace contextRef="#ctx0" brushRef="#br0" timeOffset="109009.97">20617 10454 40 0,'-13'-2'140'0,"-1"2"-5"15,0 0 8-15,4-1-4 0,-3 1 0 0,4-1-4 16,9 1-15-16,-11 2-10 0,11-2-12 0,-10 2-2 16,10-2-7-16,0 0-15 0,0 0-2 0,0 0-6 15,0 0-7-15,20 9-5 0,-2-7-5 0,1-2-17 16,11-2-28-16,2 1-22 0,1 0-32 0,1-2-40 15,3-1-12-15,3-1-11 0,12-2-17 0,-2 2-86 16,-14 1-233-16,0-2 104 0</inkml:trace>
  <inkml:trace contextRef="#ctx0" brushRef="#br0" timeOffset="109439.85">21163 10373 76 0,'-3'-13'175'0,"3"13"1"0,0 0 7 0,0 0-4 16,0 0-3-16,0 0-10 0,-2-10-15 0,2 10-16 15,0 0-9-15,0 0-11 0,0 0 0 0,0 0-8 0,0 0-5 16,-12 27-1-16,7-18-9 0,1 2-9 16,1 0-7-16,-3 0-10 0,1 0-7 0,1 1-3 15,2 0-6-15,-1-2-5 0,-2 1-8 0,3-3 2 16,1 0-8-16,-1-2-3 0,0 1 2 0,2-7-5 0,-3 10-3 16,3-10 5-16,0 8-3 0,0-8 6 0,0 0 3 15,0 0 5-15,-2 7-5 0,2-7 1 16,0 0-11-16,0 0 6 0,0 0-10 0,0 0 2 15,0 0 0-15,-3-30-2 0,3 21-7 0,3-3-1 0,0-3 1 16,3-2-2-16,1-1 1 0,1-6-5 16,1 2 1-16,1-4-1 0,1-1-3 0,1 5 2 15,1-4 2-15,0 0-1 0,-3 8-3 0,-3 2 1 16,2 2-4-16,2 1 3 0,-4 1-3 0,2 5-2 0,-2 0 0 16,-2 3-1-16,0 3 3 0,4-1-3 0,-9 2 3 15,16 7 1-15,-8 2 2 0,1-1 4 0,1 4-6 16,-1 5 9-16,0 0-1 0,-1-1 0 15,-2 1 0-15,1 2 1 0,-1-1-3 0,3 1 0 0,-4 0-1 16,0 0 4-16,2 0-5 0,-4-2 0 0,5-1-12 16,-4 0-10-16,0 0-17 0,-3-3-18 0,3-3-30 15,-4 0-24-15,2 1-26 0,0-3-33 0,-2 2-24 16,1-3-30-16,-1-7-176 0,-1 11-427 0,1-11 190 16</inkml:trace>
  <inkml:trace contextRef="#ctx0" brushRef="#br0" timeOffset="109631.12">21154 10435 140 0,'0'0'136'0,"0"0"-10"0,0 0-9 15,31-2-9-15,-15 1-13 0,3-3-16 0,8 2-1 16,3-3-11-16,2 3-14 0,-2-3-30 0,2 0-31 15,-4 1-35-15,0 2-42 0,-8 0-63 0,-1 0-160 16,0 0 71-16</inkml:trace>
  <inkml:trace contextRef="#ctx0" brushRef="#br0" timeOffset="109876.65">20535 10833 129 0,'0'0'185'15,"0"0"-11"-15,0 0-12 0,50-4 1 0,4-4-11 16,0-2-8-16,7-4-11 0,4 0-13 0,27-6-10 16,-4 2-11-16,-26 8-9 0,0-2-10 0,-3 2-10 0,-3 2-8 15,-6 2-18-15,-14-1-26 0,-5 4-27 0,-4 1-24 16,-6 2-25-16,-2 0-29 0,-2 0-26 15,-3 3-17-15,-4-3-122 0,-2 1-271 0,-8-1 121 16</inkml:trace>
  <inkml:trace contextRef="#ctx0" brushRef="#br0" timeOffset="110392.81">20974 10983 202 0,'-7'9'226'0,"0"0"-4"0,-2 5-8 16,0-1-11-16,1 2-9 0,-1-2-19 0,2 2-13 15,1-1-18-15,4-4-9 0,-1 2-13 0,2-2-13 16,1-1-7-16,3 1-10 0,-1 0-13 0,2-4-4 16,3 2-10-16,0 0-1 0,1-3-6 0,-1 0-7 15,1-2-3-15,5-2-4 0,-2 0-5 0,0 1 0 16,3-5-6-16,-3 0-4 0,3 0-3 0,-2 0-3 15,-2-2 0-15,0 1-2 0,-1-3-2 0,0 1 3 16,0 0-7-16,-4 0 2 0,2-3-2 0,-1 1-1 16,-2 2-4-16,1 0 1 0,0-4-1 0,-3 4-1 15,1 0 0-15,-3 6-1 0,4-10-1 0,-2 7-2 16,-2 3-4-16,0 0 2 0,4-6-4 0,-4 6-1 16,0 0 4-16,0 0-4 0,0 0 1 0,16 11 3 15,-14-6-2-15,1 1-1 0,2-2 2 0,0 2 1 0,3 0-2 16,-1 1 1-16,4-2 1 0,-2-1 0 15,3 1-2-15,0 0 0 0,2-3 3 0,0-1 1 16,4 0-3-16,0-1 1 0,1-1-1 0,-1 0 4 16,-2-5-2-16,1 1-1 0,0-2-4 0,-3 0 2 15,2-2 3-15,-4 2 1 0,0-4-2 0,0 1-1 16,-3 0 3-16,4-3-2 0,-8 3-1 0,-1-5 1 16,0-1-1-16,-3-1 1 0,-1 3-4 0,0 1 0 15,-1-2 2-15,-3 0 5 0,0 4-3 0,-1 1-2 16,-2 1 1-16,-2 0-4 0,2 3-17 0,-1-2-25 15,0 3-30-15,1 2-29 0,7 3-34 0,-12-7-46 16,7 2-29-16,5 5-198 0,0 0-445 0,0 0 198 16</inkml:trace>
  <inkml:trace contextRef="#ctx0" brushRef="#br0" timeOffset="110529.82">21610 10927 180 0,'0'0'179'15,"0"0"-13"-15,0 0-21 0,0 0-14 0,0 0-28 0,0 0-39 16,0 0-50-16,0 0-58 0,0 0-40 0,0 0-59 16,0 0-154-16,-20-17 68 0</inkml:trace>
  <inkml:trace contextRef="#ctx0" brushRef="#br0" timeOffset="128892.61">19783 11733 48 0,'-3'-9'148'0,"3"9"-17"0,-2-8-5 0,-1 3-13 16,3 5-5-16,-6-11-16 0,3 8-2 0,3 3 5 15,-6-10-16-15,6 10-4 0,-8-7-20 0,4 3 7 16,4 4-1-16,-7-5-11 0,7 5-2 0,-9-3-5 16,9 3-6-16,-14-1-3 0,5 2-2 0,-3 3-2 15,-1-1-2-15,0 0-7 0,0 1-2 0,-4 1-3 16,-2 5-2-16,2-2-2 0,-1 1 2 0,5 3-4 15,-3 1-4-15,3-1 8 0,0 4-6 0,0-4-4 16,-1 4 1-16,3 0 1 0,-2 0 0 0,2 2-2 16,0-3-3-16,2 2 8 0,2 0-4 0,0-2-4 0,0 3 3 15,3-2-6-15,3 0 10 0,-1 0-7 16,1 3 0-16,2-2 1 0,1-5-6 0,-1 5-1 16,7-2 5-16,-2 1 4 0,5-1 0 0,1-1-1 0,0-1 1 15,1 0-3-15,2-3 5 0,1 0-5 0,0-1-4 16,3 1-12-16,-1-3-2 0,3-1-23 0,1-2-7 15,6-2-23-15,0 1-17 0,0-3-27 16,-1-2-13-16,5-1-85 0,-5-2-228 0,1-4 101 0</inkml:trace>
  <inkml:trace contextRef="#ctx0" brushRef="#br0" timeOffset="129422.24">20574 11709 47 0,'0'0'141'0,"1"-9"-7"0,-1 9-9 16,3-6-15-16,-3 6-12 0,0 0-13 0,0 0-11 15,0 0-5-15,0 0-8 0,0 0 1 0,0 0 1 16,-5 28-9-16,-2-11 4 0,-6 6-15 0,-1 2-3 15,-1 2-2-15,2-2-4 0,-5-1-2 0,2 3-15 16,-3 0 8-16,2-4 0 0,-4 0-5 0,5-3 5 16,-2 1-10-16,3-6-1 0,1 6 5 0,1-8-4 15,-3 2-1-15,2-2 0 0,0-1-5 0,3-1-9 16,-1-3 9-16,2-1-3 0,0 0-9 0,0-2 3 16,1-1 7-16,0 1 2 0,2-4-3 0,0 1 3 15,7-2 9-15,-13-2-10 0,13 2-2 0,-9-8 4 16,3 4-10-16,2-1 9 0,0-4-7 0,0 1 5 15,0-4-6-15,3 2 3 0,-2-3-9 0,3-4 8 16,3 3-2-16,-2-3 4 0,4 2-13 0,1 0 12 0,2-1-4 16,-1 3 1-16,0 3-4 0,0 1 9 15,3 0 1-15,-1 0-5 0,-1 1-6 0,2 2 7 16,1 1-3-16,1 1 2 0,-1 2-4 0,1 0 5 16,0 2-3-16,1 0-3 0,0 2 0 0,0 3 4 15,0-2 3-15,3 5 3 0,-2 0-6 0,3 1-1 0,-7-1-1 16,1 2 6-16,1-1-10 0,0 3 2 0,-3-2-11 15,3 2 16-15,-2-2 4 0,-3-1-3 0,5 3-6 16,-2 1 6-16,-4-2-12 0,1-1-13 0,-1 1-12 16,0-1-21-16,1 1-16 0,-1-2-17 0,1 1-23 15,-1-2-109-15,0-3-236 0,1 2 105 0</inkml:trace>
  <inkml:trace contextRef="#ctx0" brushRef="#br0" timeOffset="129709.39">21099 11556 118 0,'0'0'160'0,"1"-10"-7"0,-1 10-24 15,0-6-9-15,0 6-17 0,4-7-7 0,-4 7-10 16,0 0-6-16,0 0 1 0,0 0 6 0,13 17-10 15,-12-5-6-15,3 3-6 0,0 2-5 0,0 0-4 16,1 2-5-16,0 9-3 0,1-4-6 16,-2-3-6-16,0 4 2 0,-3-1-13 0,1 1 0 0,-1-6 0 15,1 0-4-15,0 2-3 0,-2-3-23 0,-2 0-11 16,1 1-25-16,0-1-18 0,-2-1-4 0,2-2-18 16,0-1-19-16,-1 0-22 0,0-1-109 0,-1-1-250 15,1-3 111-15</inkml:trace>
  <inkml:trace contextRef="#ctx0" brushRef="#br0" timeOffset="129941.05">20819 12060 97 0,'0'0'114'0,"0"0"6"0,0 0-12 0,0 0-8 15,23-5-9-15,-4 2-1 0,11 0-10 0,4-3-2 16,4 2-8-16,0-2-8 0,13 1-2 0,1-2-4 16,4 0-6-16,-3 2-8 0,-2-3-15 0,0 6-17 0,-13-2-23 15,1 3-33-15,-4 1-21 0,-1 1-26 0,-6 2-80 16,-10-2-188-16,1 1 84 0</inkml:trace>
  <inkml:trace contextRef="#ctx0" brushRef="#br0" timeOffset="130466.6">21226 12264 105 0,'0'0'128'0,"-3"11"-10"0,3-11-11 16,-1 12-18-16,-1-5-4 0,2-7-5 0,2 13-7 15,-1-7-11-15,2-1 3 0,-1 3-9 0,3-1-10 16,0 0 4-16,2 0-6 0,-2-2-11 0,3 1 0 16,0 0-2-16,-1-2-7 0,1-1-7 0,2-3 8 15,0 2-8-15,-1 1-1 0,-1-3 6 0,-8 0-11 16,16-1 2-16,-8 1 0 0,1-4-1 0,0 2-6 16,-9 2 8-16,11-7-3 0,-4 4 2 0,-1-3-5 15,0 0 1-15,-1 2-6 0,1-4 7 0,-1 1-2 16,-1-2-7-16,0 1 2 0,-1 0-5 0,1 2 5 15,-1-4-7-15,-1 4 11 0,-2 6-5 0,4-9 0 16,-1 3-3-16,-3 6 0 0,2-7-6 0,-2 7 6 16,0 0-7-16,8-2 5 0,-8 2 2 0,0 0-7 15,10 8 5-15,-10-8 3 0,9 10-2 0,-3-3 7 16,-2-2-3-16,4 3-2 0,-1 0 2 0,0 2-1 16,2-4-5-16,1 2 5 0,-1-2 4 0,0 1-6 15,1-4-3-15,3 1 9 0,-3-1 4 0,3-1-8 16,-3-1-5-16,3-1 7 0,1-3 6 0,-2 0-4 15,2-1-2-15,-3-3 11 0,-1 1 0 0,3-2-1 16,-3 0 2-16,2-5 5 0,-1 1 2 0,-2-1-4 16,-2 2 0-16,-1 1 5 0,0-5-3 0,-2 2-1 15,-1 1-5-15,-2-2-1 0,-2 3 0 0,0-1-9 0,-2-1 1 16,0 3 0-16,0-1-10 0,-1 2-15 16,0 0-15-16,-2 0-28 0,1 0-27 0,1 4-18 15,0-2-126-15,-1 4-253 0,5 3 113 0</inkml:trace>
  <inkml:trace contextRef="#ctx0" brushRef="#br0" timeOffset="130718.73">21839 12221 54 0,'0'0'162'0,"0"0"-7"0,0 0 6 0,0 0 0 0,0 0-13 15,0 0-10-15,0 0-14 0,8 1-11 0,-8-1 2 16,5 5-10-16,-5-5-10 0,4 10-8 0,-1-6-8 16,1 1-7-16,-2 2-8 0,0-2-8 0,-2-5-3 15,3 11-8-15,-2-4 1 0,2-1-10 0,-3-6 1 16,2 16-9-16,-2-10-4 0,0-6-18 0,0 12-22 16,0-5-28-16,0-7-29 0,0 10-36 0,0-10-37 15,0 10-150-15,0-10-321 0,-2 7 141 0</inkml:trace>
  <inkml:trace contextRef="#ctx0" brushRef="#br0" timeOffset="131277.62">22069 12192 110 0,'0'0'142'15,"0"0"-6"-15,0 0-4 0,0 0-19 0,-22 6-4 16,22-6-15-16,-10 3-7 0,10-3-1 0,-5 6-14 0,5-6-8 16,-2 8-7-16,2-8-9 0,-3 8 0 0,3-8 2 15,-3 9-13-15,3-9-2 0,0 0-7 16,4 9 0-16,-4-9-1 0,8 6-2 0,-4 1 2 16,1-5-8-16,-5-2 0 0,11 2-1 0,-3-2 4 0,1 1-6 15,-9-1-4-15,13-3-1 0,-4 1-3 0,-2-3 3 16,0 1 1-16,-2-1-1 0,0 1-3 15,-2-2-2-15,2-3 0 0,-2-1 2 0,-1 3-5 16,-2-2 6-16,1-2-7 0,-2 0 1 0,-1 0 3 0,1 0 4 16,-1 3-6-16,0-5 10 0,0 2 7 15,-1 0-8-15,1 1 2 0,2-1 7 0,0 2 6 16,-2 0 16-16,2 9 3 0,-1-11-3 0,1 11-9 16,-1-8-7-16,1 8-2 0,0 0-3 0,0 0-3 0,0 0-1 15,0 0 0-15,11 19-4 0,-7-10 0 0,-1 2 2 16,2 5-3-16,-4 1 0 0,2-6-5 0,-2 2-2 15,0 3 1-15,2 3-7 0,-2-2-23 0,0-6-26 16,2 2-45-16,-3-2-34 0,1-1-35 0,-1 2-146 16,0-4-333-16,0 0 148 0</inkml:trace>
  <inkml:trace contextRef="#ctx0" brushRef="#br0" timeOffset="131507.29">22330 12027 121 0,'0'0'189'0,"4"-10"-18"0,-4 10-16 15,4-3-6-15,-4 3-12 0,0 0-7 0,0 0-11 16,10 16-18-16,-8-9-5 0,1 5-11 0,-1 1-3 16,0-2-10-16,-1 3-10 0,-1 2-1 0,1 0-9 0,-2 0-3 15,0-3-11-15,1 1-11 0,0-1-23 16,-2-1-22-16,1 1-20 0,0-2-36 0,-2-1-21 15,-1-1-18-15,-1 1-22 0,3 0-104 0,-2-4-256 16,1 0 113-16</inkml:trace>
  <inkml:trace contextRef="#ctx0" brushRef="#br0" timeOffset="131977.96">22363 12162 106 0,'4'-9'142'0,"0"-1"-2"0,2 2-5 16,2-1-17-16,-2 0-3 0,1-1-7 15,-1-1-9-15,3 2-12 0,-1 0-6 0,-1 0 1 16,0 2-4-16,3-1-5 0,-4 1-13 0,2 0 1 16,-2 0-1-16,-1 2-5 0,0-1-1 0,-1 2-2 15,-4 4-3-15,8-7-4 0,-8 7-5 0,4-4-5 0,-4 4-6 16,7-4-5-16,-7 4-1 0,0 0-3 16,0 0-5-16,0 0 4 0,9 8-5 0,-9-8 3 15,3 10-4-15,-3-1-4 0,1 0 2 0,1 1-2 0,-2 0 2 16,0-4 0-16,0 4-5 0,1 1 1 0,-2-3-1 15,-1-1-6-15,2-7 6 0,2 13-1 0,-2-13-1 16,0 12 0-16,0-7 2 0,0-5-2 0,0 0 4 16,0 12-2-16,0-12 2 0,0 0-3 0,2 3 5 15,-2-3-2-15,0 0-1 0,7 3 6 0,-7-3-7 16,0 0-3-16,15-8 0 0,-9 6 6 0,1-1-11 16,-7 3 4-16,14-5 1 0,-8 3 1 0,0 0-5 15,2 1 2-15,-8 1-1 0,13-2 2 0,-13 2-5 16,11 0-6-16,-4 2 0 0,-7-2-4 0,10 3-7 15,-5 0-13-15,0 0-15 0,0 1-6 0,-5-4-5 16,12 5-5-16,-7-1-3 0,0-1-8 0,0 0-3 16,2 1 11-16,-1 0 2 0,2-3 3 0,-1 1 10 15,4 1-6-15,-1 0 8 0,0-1 8 0,0 3 2 16,0-2 13-16,-3 0-1 0,-7-3-1 0,10 2-2 16,-3 1-1-16,-7-3 5 0,8 3 0 0,-3 0 1 15,-5-3-12-15,9 3-11 0,-5-1-20 0,-4-2-80 16,10 1-162-16,-10-1 73 0</inkml:trace>
  <inkml:trace contextRef="#ctx0" brushRef="#br0" timeOffset="169625.02">27656 9990 9 0,'-4'-8'13'0,"2"2"0"0,-1-2-7 15,1 0 9-15,0 1-5 0,-1 0-3 0,3 7 1 16,-4-14 2-16,3 8-1 0,1 6 0 0,-4-13 0 16,4 7 0-16,0 6 6 0,-4-13-10 0,4 13 2 15,0-11-3-15,0 11 1 0,0-10-1 0,0 10 6 16,2-9-2-16,-2 9 2 0,0 0-3 0,0-9-5 15,0 9 2-15,0 0-1 0,0 0-2 0,0 0 4 16,2-8-1-16,-2 8-3 0,0 0 2 0,0 0-3 16,0 0 3-16,0 0-2 0,17 9 3 0,-11-7-4 15,1 1 2-15,1 4 0 0,2 2 2 0,-1-3-1 16,1 5 0-16,4 2 2 0,-3 2-10 0,-2 0 10 16,5 1-6-16,-4 2 4 0,3 4-6 0,-2 0 6 15,-3 2-3-15,6-1 5 0,-7 1-5 0,3 1 4 16,-2 1 0-16,-1 1-10 0,1 1 12 0,-3 1-3 15,2 0 1-15,0 2 0 0,-1-2-1 0,-3 3 6 0,0-2-4 16,0 1 0-16,2-1-1 0,-2-1 1 16,1 3-1-16,0 0-2 0,0-4 1 0,-1 4-2 15,1 0 0-15,5 0-5 0,-2 1 11 0,0 1 2 16,2-2-6-16,-3 1-1 0,4-1 0 0,1 1 2 0,-1 1-1 16,0-2-1-16,1 1 2 0,0 0 0 15,3-2-4-15,-1 3 7 0,1-3-4 0,-1 1 1 16,0 2 0-16,-1-3-4 0,3 12 0 0,-5-12-5 15,0 5 4-15,-5-3-4 0,1 1 2 0,0 12-1 0,-2-11-2 16,1 11 5-16,-3-12 0 0,2 2-1 0,-1 0-6 16,1-3 1-16,0 3 8 0,2-2-4 15,0-1 3-15,-1 1-4 0,-2-1-2 0,7-4 1 16,-4 3 3-16,-1-5 1 0,0 1-3 0,-1-2 1 0,2 2 3 16,1-5-1-16,3 0-3 0,-4-3 6 0,-1-4-10 15,3 4 8-15,2-5-8 0,-1 3 4 0,0-1-3 16,2-2-5-16,-1 2 3 0,-3-1-2 0,3 0-4 15,-1-2-24-15,-2 2-40 0,-1 0 18 0</inkml:trace>
  <inkml:trace contextRef="#ctx0" brushRef="#br0" timeOffset="170356.69">28024 11968 5 0,'0'0'19'16,"0"0"1"-16,0 0-3 0,0 0 4 0,0 0-4 15,0 0-1-15,0 0-2 0,0 0 1 0,0 0-2 16,0 0-6-16,0 0 3 0,0 0-5 0,0 0-1 0,0 0 5 15,0 0-2-15,0 0-5 0,0 0 6 0,0 0-1 16,0 0 1-16,0 0 0 0,0 0-2 0,0 0 0 16,0 0-3-16,0 0 0 0,0 0-2 0,0 0 5 15,0 0-4-15,0 0 1 0,0 0-1 16,5 22 7-16,-5-22 0 0,0 17 2 0,-1-8-6 0,2 2-2 16,1-1 0-16,-2 3 7 0,2-1-4 0,2 5-4 15,-1 0-2-15,0 0-10 0,1 2-20 0,3-2-17 16,-6-1-52-16,0 3 24 0</inkml:trace>
  <inkml:trace contextRef="#ctx0" brushRef="#br0" timeOffset="171568.53">28957 9593 14 0,'0'0'30'0,"0"0"-4"0,0 0-1 0,21 11-4 16,-15-2 0-16,-2-4-2 0,2 3-3 0,2 1-2 0,-2 2-1 15,5 3 1-15,0 0 0 0,-1 3-2 0,1 1-3 16,2 4-1-16,2 3 0 0,0 1-2 0,-4 1-1 16,2 3 4-16,1 2-6 0,-2 0 11 15,3 11-6-15,-3-10 1 0,3 12-5 0,-2-2 4 0,-7-9 2 16,4 12-6-16,-1-1 1 0,-4-9-3 0,1 0-2 16,0 10 3-16,0-1 1 0,-3-9 3 0,1 10-6 15,1 0 1-15,-4-11 4 0,-1 1-8 0,1 13 4 16,-2-1 4-16,0-2-3 0,0-1-8 0,1 1 8 15,0-11 0-15,2 11 4 0,1 0-6 0,1 1-5 16,-1-13 7-16,4 13-7 0,-5-12 5 0,5 11 1 16,-2-11 3-16,-1 0-1 0,1 14-4 0,-4-17 2 15,0 15 1-15,-2-1-1 0,1-10-3 0,0-1 2 16,1 11-2-16,-2-13 7 0,-1 0-9 0,2 2 2 16,0-1-6-16,0 2 8 0,-2-2 0 0,1 0 1 15,1 0-1-15,1-1-3 0,-1-1 7 0,2 0-4 16,0-2-2-16,-1 0-4 0,3 0 4 0,1-2 4 15,-2 0-3-15,1 1 3 0,-1-1-7 0,1 1 4 16,0-3-1-16,-1 2 2 0,0-9 3 0,1-1-4 16,-1 8 2-16,-1-5 5 0,0 3-7 0,0-7-8 15,0 0 4-15,-2 0-2 0,0-1-8 0,-2 0-9 16,1-1-2-16,1-2-8 0,0-4-18 0,-1 3-55 16,1-3 24-16</inkml:trace>
  <inkml:trace contextRef="#ctx0" brushRef="#br0" timeOffset="171953.89">29613 11835 16 0,'-4'10'29'0,"2"-1"-3"16,0 2-2-16,1 1-1 0,-2 0-6 16,1 0 0-16,1-2 0 0,-1 2-6 0,1 1 2 15,0-2-1-15,-1 3 2 0,1-2-4 0,0 0-3 16,-1-2 0-16,2 2-4 0,-1-2-5 0,0 1-7 16,1-2-11-16,1 3-17 0,-2-4-38 0,-2 1 17 15</inkml:trace>
  <inkml:trace contextRef="#ctx0" brushRef="#br0" timeOffset="172410.18">29453 11814 16 0,'0'0'43'0,"0"17"-1"0,1-5-6 0,-1 0-3 15,-2 2-4-15,1 4 3 0,1-1-3 0,-3 0-8 16,2 1 0-16,-2-1-7 0,1 2-7 0,0-3-18 16,0 1-9-16,-2-1-29 0,1-3-53 0,-2 3 24 15</inkml:trace>
  <inkml:trace contextRef="#ctx0" brushRef="#br0" timeOffset="172627.84">29470 11886 13 0,'0'0'42'0,"-3"15"-3"16,2-5-3-16,-1 1-6 0,1 2-17 0,0-2-10 15,-4 5-16-15,2-3-15 0,1-2-29 0,-2 1 13 16</inkml:trace>
  <inkml:trace contextRef="#ctx0" brushRef="#br0" timeOffset="173097.97">29744 11807 19 0,'0'0'4'0,"0"0"-9"0,0 0-3 0,0 0 2 16</inkml:trace>
  <inkml:trace contextRef="#ctx0" brushRef="#br0" timeOffset="-164520.6">29636 9845 1 0,'2'-6'63'0,"-2"6"-9"16,0 0-2-16,3-7-9 0,-3 7 6 0,0 0-4 15,0 0-4-15,5-9 1 0,-5 9 1 0,0 0-12 16,0 0 5-16,3-4-3 0,-3 4-2 0,0 0-1 15,0 0-5-15,0 0-2 0,0 0-1 0,0 0-2 16,0 0-1-16,1-8-4 0,-1 8-3 0,0 0-4 16,0 0 5-16,0 0-7 0,0 0 5 0,0 0-2 0,0 0-4 15,0 0-6-15,0 0 12 0,0 0-13 0,0 0-7 16,0 0 2-16,0 0-7 0,0 0-3 0,0 0 0 16,0 0-14-16,0 0 1 0,0 0-7 15,0 0-7-15,0 0-6 0,0 0-39 0,0 0-97 0,0 0 42 16</inkml:trace>
  <inkml:trace contextRef="#ctx0" brushRef="#br0" timeOffset="-163698.65">27090 11908 30 0,'0'0'42'0,"0"0"-2"0,5 3-3 0,-5-3-1 16,0 0-9-16,0 0-1 0,0 0-5 0,0 0-7 16,0 0-9-16,0 0-9 0,0 0-16 15,6 6-4-15,-6-6-15 0,0 0-42 0,0 0 20 0</inkml:trace>
  <inkml:trace contextRef="#ctx0" brushRef="#br0" timeOffset="-159208.98">27116 10440 30 0,'0'0'45'0,"0"0"-2"16,0 0-10-16,0 0-8 0,0 0-13 0,0 0-15 16,0 0-11-16,0 0-15 0,0 0-31 15,0 0 14-15</inkml:trace>
  <inkml:trace contextRef="#ctx0" brushRef="#br0" timeOffset="-158388.75">30268 11682 16 0,'0'0'20'0,"0"0"-16"16,0 0 4-16,0 0-3 0,0 0 3 0,0 0-5 15,0 0-3-15,0 0-1 0,0 0-1 0,0 0-4 0,0 0-4 16,0 0-9-16,0 0 4 0</inkml:trace>
  <inkml:trace contextRef="#ctx0" brushRef="#br0" timeOffset="-153763.05">29546 11805 33 0,'5'-9'31'0,"-5"9"1"16,0 0-3-16,4-3 0 0,-4 3 0 16,0 0-7-16,0 0 1 0,0 0-1 0,3-7 1 0,-3 7-4 15,0 0 1-15,0 0-6 0,1-8 6 0,-1 8-2 16,0 0 3-16,0 0-5 0,0 0 2 0,0 0-5 15,0 0 7-15,0 0-8 0,5-5 7 0,-5 5-6 16,0 0-9-16,0 0 4 0,0 0 2 0,0 0-3 16,0 0 0-16,0 0-2 0,0 0 1 0,0 0-5 15,0 0-5-15,0 0 4 0,0 0 5 0,0 0 3 16,0 0-2-16,0 0 1 0,0 0-3 0,0 0 0 16,0 0 0-16,0 0-4 0,0 0 4 0,0 0-4 15,0 0-3-15,0 0 4 0,0 0-5 0,0 0-4 16,0 0 5-16,0 0-11 0,0 0 1 0,0 0 4 15,0 0-4-15,0 0 0 0,0 0-1 0,0 0-3 16,0 0 4-16,0 0 1 0,0 0-3 0,0 0 8 16,0 0 0-16,-24 6 0 0,24-6 0 0,0 0 2 15,0 0 3-15,0 0-6 0,0 0 1 0,0 0 2 16,0 0 2-16,0 0 0 0,0 0 0 0,0 0 3 16,-8 3-2-16,8-3-4 0,0 0-1 0,-7 1 1 15,7-1-14-15,0 0 0 0,-12 3-32 0,12-3 46 16,-8 1-36-16,8-1-45 0,-10 4 21 0</inkml:trace>
  <inkml:trace contextRef="#ctx0" brushRef="#br0" timeOffset="-153198.75">29459 11805 18 0,'0'0'27'0,"0"0"-5"16,0 0 4-16,0 0-3 0,0 0-7 0,0 0 5 15,0 0-1-15,0 0 3 0,0 0 0 0,0 0-4 0,0 0 6 16,0 0-7-16,0 0-1 0,0 0-3 15,0 0 9-15,0 0-6 0,0 0-1 0,0 0 1 16,0 0 6-16,0 0-12 0,0 0 1 0,0 0 1 16,0 0-2-16,0 0-1 0,0 0 2 0,0 0 3 0,0 0-5 15,0 0-1-15,0 0 0 0,0 0-2 0,0 0-5 16,0 0 4-16,15-15-6 0,-15 15 0 0,0 0 8 16,0 0-2-16,0 0-4 0,0 0 5 15,0 0-2-15,0 0 6 0,0 0-4 0,0 0-4 0,0 0 6 16,0 0-3-16,0 0 5 0,9-2-4 0,-9 2-1 15,0 0 7-15,0 0-9 0,0 0 10 0,0 0-7 16,0 0 0-16,0 0 1 0,0 0-7 0,0 0 3 16,0 0 2-16,0 0 0 0,0 0-7 0,0 0 3 15,0 0-4-15,0 0-3 0,0 0 7 0,0 0-7 16,0 0 2-16,7 9-1 0,-7-9 6 0,4 8 1 16,-4-8-1-16,1 7-5 0,-1-7 5 0,3 9 8 15,-3-4-8-15,0-5-2 0,2 11 1 0,0-5 1 16,-2-6 4-16,2 11 1 0,-1-6-6 0,-1-5 2 15,4 10-4-15,-1-4 3 0,-3-6 0 0,3 7 0 16,-3-7-2-16,1 8-5 0,-1-8 4 0,5 7 5 16,-5-7 3-16,1 4-7 0,-1-4 3 0,0 0 2 15,1 10-4-15,-1-10 6 0,0 0 6 0,0 0 0 16,3 4 3-16,-3-4-2 0,0 0-1 0,0 0-7 16,0 0 7-16,0 0-9 0,4 5 6 0,-4-5 0 15,0 0-2-15,0 0-3 0,0 0 0 0,0 0 7 16,0 0-8-16,0 0 6 0,0 0-9 0,0 0 3 15,0 0 2-15,0 0-8 0,0 0 0 0,0 0-14 16,0 0 17-16,0 0-8 0,0 0-6 0,0 0-9 16,0 0-8-16,0 0-10 0,0 0-5 0,0 0-4 15,0 0-6-15,0 0-50 0,0 0-114 0,0 0 51 16</inkml:trace>
  <inkml:trace contextRef="#ctx0" brushRef="#br0" timeOffset="-152819.72">29608 11688 34 0,'5'-3'77'16,"-5"3"-13"-16,0 0-6 0,0 0-9 0,0 0 0 15,0 0-14-15,0 0 1 0,0 0-7 0,0 0 3 0,0 0-3 16,0 0 2-16,6 15-9 0,-6-8 1 0,0 0 9 16,0-7 1-16,0 19-1 0,0-9-10 15,1-1-1-15,-2 1 11 0,1 0-12 0,-1 0 17 16,2 1-15-16,0-1 6 0,-1-3-3 0,0 2-1 0,0-2-1 16,2 0-18-16,-2-7 6 0,1 15-4 0,0-9 5 15,-1-6-4-15,0 11 5 0,0-4-3 0,0-7 5 16,0 0-2-16,0 13-8 0,0-13-1 0,0 9 5 15,0-9-3-15,2 6-1 0,-2-6 3 0,0 0-8 16,0 0-3-16,-2 11 6 0,2-11-21 0,0 0-12 16,0 0-13-16,0 0-10 0,-1 9 4 0,1-9-15 15,-8 1-69-15,8-1-142 0,-11 0 63 16</inkml:trace>
  <inkml:trace contextRef="#ctx0" brushRef="#br0" timeOffset="-151937.58">27859 11945 79 0,'0'0'70'0,"4"-15"-1"15,-4 15-18-15,0 0-2 0,0 0 1 16,0 0-6-16,0 0-10 0,0 0 1 0,0 0-2 0,0 0-7 15,0 0 12-15,0 0-17 0,0 0 11 16,0 0-2-16,0 0-7 0,0 0 1 0,9 21 3 0,-9-21 3 16,4 8-1-16,-2-4-8 0,-2-4 8 0,5 10-6 15,-3-5 5-15,-2-5 4 0,3 9-2 0,-1-4-5 16,-2-5-3-16,0 9 5 0,2-2-11 16,-2-7-11-16,4 8-2 0,-4-8 13 0,2 6 3 0,-2-6-12 15,1 8 10-15,-1-8 0 0,0 0-6 16,2 7-4-16,-2-7 1 0,2 6-5 0,-2-6 5 15,0 0 0-15,2 7 0 0,-2-7 2 0,0 0 0 0,0 0-5 16,0 0-4-16,0 0-4 0,0 0 2 0,0 0-13 16,0 8-13-16,0-8-9 0,0 0 2 0,0 0-15 15,0 0-12-15,0 0-12 0,0 0-17 0,0 0-47 16,0 0-149-16,0 0 65 0</inkml:trace>
  <inkml:trace contextRef="#ctx0" brushRef="#br0" timeOffset="-151627.75">27976 11892 43 0,'6'-2'77'0,"-6"2"-6"0,0 0-6 0,0 0-15 15,0 0 5-15,6-5-5 0,-6 5-5 0,0 0-7 0,0 0 0 16,0 0-10-16,9 11 3 0,-9-11 0 15,6 8 0-15,-5-3-3 0,3 1-3 0,1-1 6 16,-3 1-11-16,1 1 7 0,1 0 2 0,-2 0-5 16,1 1 1-16,-1 0-15 0,0 0 13 0,0-1-1 15,1 1-7-15,-1 0 5 0,0-2-4 0,1 2 1 16,-3-2 0-16,0-6-7 0,2 12-9 0,0-8-1 16,-2-4 9-16,3 10-5 0,-3-10 2 0,1 10 1 15,-1-10-6-15,3 7-4 0,-3-7-15 0,0 8-19 0,0-8-16 16,-3 8-9-16,3-8-20 0,-6 10-50 15,4-5-141-15,2-5 64 0</inkml:trace>
  <inkml:trace contextRef="#ctx0" brushRef="#br0" timeOffset="-150671.93">29511 11873 25 0,'0'0'66'0,"0"0"-4"16,0 0-4-16,0 0-5 0,0 0-1 15,16 13-6-15,-16-13-11 0,1 6 7 0,-1-6-6 16,3 6-3-16,-3-6-1 0,0 0-7 0,1 10 2 15,-1-10-10-15,2 9 4 0,-2-9-10 0,1 10 6 16,0-5-1-16,-1-5 1 0,3 12 4 0,-3-6-14 0,0-6 3 16,1 9 1-16,0-3-5 0,-1-6 4 15,0 10-5-15,0-10 1 0,0 7-4 0,0-7-15 16,0 0-6-16,-2 12-5 0,2-12-13 0,-2 6-11 0,2-6-57 16,-5 8-114-16,5-8 51 0</inkml:trace>
  <inkml:trace contextRef="#ctx0" brushRef="#br0" timeOffset="-150407.75">29629 11743 49 0,'6'-3'72'0,"-6"3"-8"16,0 0 0-16,0 0-6 0,5 15 1 16,-4-8-3-16,1 0-8 0,-2 2-6 0,0 1 0 0,-2-1-8 15,2 1-3-15,-1 1-6 0,1 0 2 0,1-1-9 16,-2 0 5-16,1 0-9 0,1-1-7 0,-4 1-10 16,2-1-15-16,-1 1-11 0,-1 0-20 0,-1-2-57 15,0 2-114-15,-1-2 50 0</inkml:trace>
  <inkml:trace contextRef="#ctx0" brushRef="#br0" timeOffset="-149776.72">27939 12075 48 0,'0'0'47'0,"0"0"-17"0,0 0-10 0,0 0-11 0,0 0-14 15,0 0-21-15,0 0-26 0,0 0 12 0</inkml:trace>
  <inkml:trace contextRef="#ctx0" brushRef="#br0" timeOffset="-149275.84">27811 11958 37 0,'0'0'89'15,"0"0"-10"-15,0 0-10 0,0 0-1 0,0 0-9 16,0 0-16-16,0 0 16 0,0 0-16 0,0 0-8 15,0 0 0-15,0 0-8 0,0 0-1 0,0 0 9 16,0 0 4-16,0 0 3 0,0 0-3 0,0 0-2 16,19 11-3-16,-19-11-6 0,6 11-2 0,-4-5 7 15,3 2 1-15,-1 2 0 0,0-1-12 0,2 0-5 16,-4-1 11-16,2 2-5 0,-2-3-1 0,1 3-2 16,0-2 1-16,-1 2-4 0,-1-4-4 0,-1 1 9 15,2 0-9-15,-2-7 2 0,0 13-1 0,4-7 4 16,-3 1-12-16,1-1 5 0,-2-6 3 0,-2 12 0 15,2-12-1-15,2 7 4 0,-2-7-12 0,2 8 7 0,-2-8-5 16,0 0 5-16,0 8-3 0,0-8 3 16,0 0-8-16,0 0-1 0,0 0 4 0,0 7 2 15,0-7-6-15,0 0 0 0,0 0 1 0,0 0-8 0,0 0-8 16,0 0-13-16,0 0-22 0,0 0-15 0,0 0-13 16,0 0-3-16,0 0-7 0,0 0-6 15,0 0-4-15,0 0-56 0,0 0-165 0,0 0 73 16</inkml:trace>
  <inkml:trace contextRef="#ctx0" brushRef="#br0" timeOffset="-148927.89">28024 11926 54 0,'0'0'98'0,"0"0"-1"0,0 0-11 16,4-5-3-16,-4 5-14 0,0 0-5 0,0 0-7 16,0 0-4-16,0 0-3 0,0 0 3 0,0 0-1 15,0 0 4-15,0 0 0 0,12 11-6 0,-12-11-6 16,5 7 3-16,-3-2-14 0,2 0 8 0,-4-5 0 16,4 10 2-16,-1-5 8 0,-1 3-6 0,1-2-2 15,-2 1 1-15,0 2-6 0,-1-2-3 0,2 1-1 16,0 0-3-16,-2 2 0 0,0-4-8 0,2 2 5 15,-2 1-6-15,0-9 2 0,0 12-8 0,3-5 3 16,-3-7-4-16,0 13-2 0,0-13 0 0,1 9 0 16,-1-9-2-16,0 12-4 0,0-7 0 0,0-5-17 15,2 11-19-15,-2-11-30 0,0 11-12 16,0-11-22-16,1 11-8 0,0-6-30 0,-1-5-85 0,1 12-234 16,-1-12 103-16</inkml:trace>
  <inkml:trace contextRef="#ctx0" brushRef="#br0" timeOffset="-148223.75">29507 11900 39 0,'0'0'90'0,"2"-6"-4"15,-2 6-13-15,0 0 5 0,0 0-12 0,3-5-12 16,-3 5-11-16,0 0 9 0,0 0-15 0,0 0-1 15,0 0-3-15,0 0-3 0,0 0 2 0,0 0-4 16,0 0-11-16,0 0 5 0,0 0 12 0,4 16-1 16,-4-16 9-16,0 0-19 0,-4 18-1 0,3-11 2 15,1-7-2-15,-3 15 6 0,2-7 0 0,1-2-3 16,0-6 2-16,-3 14 0 0,3-7-6 0,0-7 3 16,-1 14-7-16,1-9 6 0,0-5-10 0,1 12 2 15,-1-12-7-15,-1 10 7 0,2-4-6 0,-1-6 2 16,1 9 5-16,-1-9-13 0,0 9 2 0,0-9-10 15,2 7-16-15,-2-7-12 0,1 7-17 0,-1-7-6 16,0 0-18-16,0 0-14 0,0 9-80 0,0-9-181 16,0 0 80-16</inkml:trace>
  <inkml:trace contextRef="#ctx0" brushRef="#br0" timeOffset="-147951.75">29627 11877 1 0,'0'0'94'0,"0"0"-4"0,0 0-7 0,0 0-8 16,0 0 0-16,0 0-4 0,0 0-5 15,0 0 5-15,0 0-8 0,1 20-2 0,-1-20-9 16,0 12-2-16,0-4-24 0,0-8 16 0,3 15-5 15,-3-8-4-15,0 0-4 0,1 3-1 0,-1-3-1 16,0-7-8-16,-1 13-3 0,1-4-20 0,-3-2-7 0,3-7-16 16,-5 13-20-16,-1-5-20 0,2 0-26 0,-4-1-51 15,4-2-155-15,-2-2 69 0</inkml:trace>
  <inkml:trace contextRef="#ctx0" brushRef="#br0" timeOffset="-134598.31">1727 14313 63 0,'0'0'125'0,"-2"-8"-7"0,2 8-1 16,0 0-9-16,-1-7-6 0,1 7-14 0,0 0-3 16,0 0-5-16,-3-8-9 0,3 8-2 0,0 0-9 15,0 0 2-15,0 0-19 0,0 0-2 0,0 0-4 16,0 0-8-16,0 0-1 0,0 0-9 0,0 0 9 15,0 0-2-15,0 0-4 0,0 0-7 0,0 31 1 16,0-21-1-16,1 0-2 0,1 2-4 0,-2-2 5 16,0 2-4-16,1 1 5 0,0 2-6 0,0-3 8 15,2 1-7-15,-3 3 0 0,5-2-2 16,-2-3 0-16,0 2 0 0,0-2-2 0,1 1-6 0,1 4 7 16,-3-6-5-16,2 2 6 0,0-2-8 0,-2 0 1 15,0 0 2-15,1-1 4 0,4 0-5 0,-3-2 3 16,-1-1-3-16,2-1-3 0,-1 1 4 0,1-3 6 15,-5-3-7-15,7 7 6 0,-3-5-1 0,-4-2-1 16,8 3 2-16,-8-3 1 0,0 0 4 16,13-4-5-16,-9 0-1 0,3-1 2 0,-1-3 1 15,-2-1 7-15,3-1-3 0,0 0 0 0,0-1 1 16,3-4-1-16,-5 1 0 0,0 4-3 0,2-3 5 16,-2-2 2-16,-3 4 0 0,1-1-7 0,-2 2 4 0,1-1-8 15,1 0 2-15,-3 1-4 0,3 3 3 0,-3-1-1 16,0 8 1-16,1-11-3 0,-1 11-2 0,1-9 1 15,-1 9-1-15,3-8-5 0,-3 8-3 16,0 0 7-16,0 0-7 0,0 0 5 0,0 0-4 16,0 0 5-16,16 19-2 0,-12-11 5 0,2 1-4 15,-5 1-4-15,6 0 2 0,-4-1 2 0,1-2-2 16,1 0 4-16,0 4-2 0,4-4-3 0,-3 4 3 0,1-2 5 16,-1-2-5-16,2 2 0 0,-3-5-8 15,4 2 8-15,-4-2 1 0,1 2 1 0,1-3-2 16,2-1 1-16,-4-1 4 0,-5-1 0 0,14 3-2 15,-6-5 7-15,-8 2-7 0,16-4 3 0,-9-1 4 16,3 1-2-16,-2-3 5 0,0-1 2 0,-1 0 3 16,0-1 7-16,-2 0 3 0,1-3-4 0,-3 0 2 15,5-2 2-15,-4-3 8 0,-1 2-10 0,0-2 0 16,-1-1-3-16,-1 0 2 0,0 2 0 0,0-1 1 16,-1 0 3-16,-2 2-6 0,1 4-2 0,-1 0 1 15,-1 3-5-15,3 2 0 0,0 6-5 0,-4-10 1 16,4 10-7-16,-1-12-9 0,1 12-19 0,-4-7-32 15,4 7-29-15,0 0-27 0,0 0-21 0,0 0-10 16,0 0-22-16,0 0-14 0,0 0-98 0,0 0-297 16,15 30 132-16</inkml:trace>
  <inkml:trace contextRef="#ctx0" brushRef="#br0" timeOffset="-134210.96">2389 14521 67 0,'0'0'216'16,"0"0"0"-16,8 1-9 0,-8-1-11 0,0 0-6 16,0 0-12-16,0 0-12 0,0 0-14 0,0 0-18 15,0 0-6-15,15-7-10 0,-15 7-14 16,0 0-8-16,11-7-5 0,-11 7-13 0,5-4-7 16,-5 4-9-16,6-9-5 0,-6 9-4 0,7-9 0 15,-2 5-9-15,-5 4-4 0,5-10-4 0,-5 10-2 16,0 0-5-16,3-13 0 0,-3 13-3 0,2-9-2 15,-2 9-3-15,0 0-3 0,0 0-2 0,0 0 0 16,-4-15-4-16,4 15-1 0,0 0-3 0,-6-7 1 16,6 7 1-16,0 0-5 0,-9-5-1 0,9 5-3 15,0 0-5-15,0 0 0 0,0 0 4 0,0 0-3 16,-21 12 0-16,15-6-1 0,-1 1 2 0,1 3-6 16,1-2 0-16,1 1 2 0,-2 2 3 0,2-2-3 15,3 4 3-15,-1-4-2 0,2-9 0 0,0 22-2 16,3-13 3-16,-3 2 0 0,4-1 5 0,-2 2-5 15,6-4 2-15,-3 1 2 0,3-3-8 0,2 2-15 16,1-2-17-16,-2-1-29 0,5-2-47 0,4-1-44 16,0 0-56-16,1-1-169 0,1 1-418 0,0-5 185 15</inkml:trace>
  <inkml:trace contextRef="#ctx0" brushRef="#br0" timeOffset="-133709.39">2970 14364 53 0,'1'-7'230'0,"-1"7"-21"0,0 0-5 0,-6-8-11 16,6 8-14-16,-7-4-17 0,7 4-13 0,-8-2-16 0,8 2-16 15,0 0-13-15,-14 2-10 0,8 2-7 16,-3 3-9-16,1 0-7 0,-3 5 3 0,-1 1-10 0,1 2-4 16,2 0-3-16,1 2-7 0,3 0-3 15,1-2-4-15,2 3-1 0,-1-1-8 0,2 2-3 16,2-3-3-16,3 3-2 0,-2-2-2 0,1-5 0 15,4 3-5-15,-1 0 2 0,0-6-9 0,2 1-19 16,0-1-23-16,1-2-34 0,2-3-38 0,-1 0-32 0,3-1-51 16,6-2-30-16,-5 2-116 0,0-5-358 15,4 0 159-15</inkml:trace>
  <inkml:trace contextRef="#ctx0" brushRef="#br0" timeOffset="-133299.78">3307 14454 132 0,'0'0'222'0,"0"0"-8"0,-13-4-17 0,13 4-15 15,-18 4-15-15,18-4-20 0,-15 6-11 0,5-1-10 16,-2 2-13-16,5 0-8 0,-2 3-11 0,-2-1-11 16,6 0-8-16,-4-1-7 0,2 7-4 0,0-6-6 15,2 2-10-15,0-3-2 0,3-1-5 0,0 0-5 16,0 0-4-16,2-7 0 0,-3 11 5 0,3-11-11 15,0 10-1-15,0-10-5 0,1 8 4 0,-1-8-4 16,0 0-3-16,0 0 0 0,0 0 1 0,8 7-1 16,-8-7-4-16,0 0 0 0,0 0 0 0,0 0-2 15,20-11 2-15,-20 11-4 0,11-17 1 0,-5 9 2 16,2-2-3-16,-4 0 0 0,1 1-4 0,-1-1 2 16,1 0-1-16,-1 1 1 0,-1 0-3 0,1 2 3 15,1 0-4-15,-5 7 3 0,4-10-3 0,-4 10-3 16,5-9-5-16,-5 9 4 0,4-3-5 0,-4 3 0 15,0 0 2-15,0 0-4 0,0 0 4 0,0 0 1 16,15 14 1-16,-11-5-2 0,0 0 4 0,2 6 0 16,-3-4 0-16,0 3 3 0,1-2 0 0,-1 0-2 15,1 0-9-15,-1-2-27 0,2 0-30 16,-4-2-36-16,3 1-44 0,0 0-60 0,-2-2-163 0,-2-7-397 16,3 13 175-16</inkml:trace>
  <inkml:trace contextRef="#ctx0" brushRef="#br0" timeOffset="-132904.28">3445 14445 104 0,'0'0'195'0,"0"0"-13"15,0 0-11-15,0 0-8 0,0 0-7 0,10 15-12 16,-7-9-7-16,1 4-11 0,1-1-9 0,-3 1-12 15,3 0-8-15,-2 3-8 0,1-1-8 0,0-3-6 0,0 0-6 16,-2-1-4-16,1-2-8 0,0-1-4 16,-1 1-4-16,-2-6-1 0,3 9 0 0,-1-5 8 15,-2-4 10-15,0 0 9 0,2 9 11 0,-2-9 3 16,0 0-4-16,0 0-10 0,0 0-7 0,0 0-6 16,0 0-9-16,0 0-7 0,3-26 5 0,1 16-10 15,-4 1-8-15,4-5-2 0,1-1-4 0,1-1 1 16,-1 0 0-16,4-1-7 0,0 3-5 0,-1 3-2 15,2-2-10-15,-2 5 11 0,1-1-5 0,-1 1-5 16,0 3-2-16,-1 1 0 0,0 2-4 0,1 1-2 16,-8 1 8-16,15 2-4 0,-8 1-1 0,3 2-2 15,-1 2 0-15,0 2 3 0,0 0 2 16,-2 0 2-16,1 0-5 0,0 1 3 0,1-1-3 0,-3 3-19 16,0 2-33-16,-2-2-49 0,0-2-54 0,1 1-69 15,-1-2-257-15,-3 2-519 0,2-1 230 0</inkml:trace>
  <inkml:trace contextRef="#ctx0" brushRef="#br0" timeOffset="-128681.79">4334 14718 75 0,'0'0'167'15,"-10"-1"-3"-15,10 1-8 0,0 0-21 0,0 0-9 16,0 0-10-16,0 0-7 0,9-19-10 0,-4 11-2 15,2-2-12-15,0 2-4 0,2-3-5 0,3-3-9 16,-1 1-7-16,2-3-4 0,-3 2-1 0,1-4-6 16,1 3-4-16,-3 1-2 0,0-2-1 0,0 5-2 15,-1-6-6-15,0 2-2 0,-3-1-1 0,0 5 0 16,-2-1-7-16,1-2 2 0,-2 3-8 0,2-2 0 16,-3 3 1-16,0-2-5 0,0 6 3 0,-1-1 0 15,0 7 0-15,2-10-3 0,-2 10-2 0,1-7 2 16,-1 7-11-16,0 0 3 0,0 0-7 15,0 0-8-15,0 0 11 0,0 0-3 0,0 0-1 0,0 0 0 16,-9 22-1-16,8-10 6 0,-1 4-1 0,1-3-4 16,1 2-2-16,0 1 4 0,-1-4 1 0,3 4 0 15,1 1-3-15,1-2 1 0,0-2-1 0,0-4 4 16,-1 0-4-16,4 0 4 0,-2-1 3 16,1 2-1-16,-2-6 0 0,4 2-1 0,-2-3-2 15,-1-1-2-15,-5-2 6 0,14-1-1 0,-14 1-2 0,14-2 0 16,-7-2 5-16,-1 0-4 0,1 0 6 0,1-5-6 15,-3 2 2-15,2-1-2 0,-2-4 0 0,0 1-2 16,-1 1 0-16,2 1 1 0,-3-1 0 0,-1 0-1 16,1 1 2-16,0 2-2 0,-2-1-1 15,-1 8 2-15,4-9-2 0,-3 4-10 0,-1 5 4 16,4-9-2-16,-4 9 2 0,0 0-1 0,5-4-1 0,-5 4 0 16,0 0 0-16,0 0-4 0,13 8 10 0,-8-3-3 15,-3 0 1-15,5 2 4 0,-3-1-10 0,1 0 9 16,0-1 0-16,-1 2-4 0,-1-2 3 15,1-1-1-15,-4-4 0 0,8 7 3 0,-5-3-2 16,-3-4 1-16,6 5 5 0,-6-5-1 0,0 0 3 16,4 5-2-16,-4-5 1 0,5 4-1 0,-5-4 2 0,0 0 0 15,0 0-1-15,0 0 3 0,0 0-5 16,10-10-1-16,-10 10 1 0,5-9-4 0,2 3 3 0,-2-1-1 16,1 2 1-16,1-1-3 0,0-1 6 0,3 1-10 15,-3 4 4-15,-1-1-6 0,2 2 2 16,-1-2 1-16,-7 3-3 0,12 0 5 0,-5 4-3 15,0-1 5-15,-1 0-4 0,0 4-5 0,-6-7 9 16,12 12-4-16,-5-3 3 0,-4-1-4 0,1 2 0 16,2-1 1-16,-4 0-2 0,1 2-5 0,-1 0-15 15,0-2-15-15,-2 3-20 0,-3-1-18 0,2 1-31 16,-2-1-42-16,-2 0-140 0,-5 2-315 0,2 0 139 16</inkml:trace>
  <inkml:trace contextRef="#ctx0" brushRef="#br0" timeOffset="-128485.78">4547 14195 74 0,'0'0'97'0,"0"0"-15"15,11 1-40-15,-11-1-31 0,13 11-37 0,-3-2-21 16,-2 0-51-16,5 2 23 0</inkml:trace>
  <inkml:trace contextRef="#ctx0" brushRef="#br0" timeOffset="-128219.61">5050 14205 61 0,'0'-7'229'0,"0"7"-11"0,1-12-8 0,-1 12-23 16,3-10-17-16,-3 10-24 0,0 0-16 0,0 0-12 15,0 0-13-15,0 0-4 0,0 0-8 0,8 36-6 16,-3-8-8-16,-3-1-3 0,0 5-11 0,-1 0-1 16,-1 1-2-16,0 1-5 0,0 0-10 0,1-1-2 15,0-4-5-15,2 4-2 0,0-3-6 0,-1-3 4 16,2 4-10-16,0-5-2 0,-3-1-2 0,2-6-7 15,-1 0-27-15,1 0-21 0,-1 1-30 16,1-4-35-16,-2-3-33 0,-1-2-24 0,3-3-34 0,-2 0-128 16,-1-2-344-16,0-6 152 0</inkml:trace>
  <inkml:trace contextRef="#ctx0" brushRef="#br0" timeOffset="-127676.78">5175 14466 37 0,'11'3'134'0,"1"-1"-11"0,4 3-8 0,-4 1-12 16,-3 0-10-16,6 5-3 0,-4-3-8 0,-1 2-9 16,3 3-6-16,-5-4-6 0,-1 2 3 15,1-2-16-15,-3 0-3 0,1 2-6 0,0-4-11 16,-4 2 6-16,1 0-1 0,-2-2-2 0,2-1-3 0,-3-6-2 15,1 9-3-15,-1-9 6 0,1 8 1 0,-1-8 5 16,0 0 14-16,0 10 0 0,0-10 2 0,0 0 1 16,0 0 2-16,0 0 2 0,0 0 0 15,0 0-5-15,0 0-5 0,0 0-6 0,-14-19 0 16,14 19-3-16,1-16-6 0,2 6 4 0,1-2-11 16,1 1 0-16,1-4-6 0,2 4 1 0,2-3-4 0,-1 5-1 15,0 0-1-15,0 0-3 0,-1 2-3 0,1 2-2 16,-1-1 0-16,-1 4-1 0,1 1-3 0,-8 1 2 15,15 1-3-15,-9 3 0 0,3 1 1 16,-1 1-2-16,0-1 3 0,-1 5-2 0,0 1 1 16,0-2 1-16,2 5 3 0,-1-7-4 0,0 2 1 15,-2 2 0-15,4-2 3 0,-1 0-5 0,0-3 3 0,3 1 0 16,-5-3-5-16,4-1 6 0,-4-3-4 0,5 3 3 16,-12-3 1-16,14-3 0 0,-3-2-3 15,-3 0-2-15,-2-1 4 0,5-3 4 0,-4 0 0 16,0 1-3-16,-4-5 5 0,1 3-4 0,-2-6-3 15,-2 5 6-15,0-2-2 0,-6-1-5 0,1 0 1 16,-1-2-2-16,-2 6 6 0,1 1-5 0,-1-1 1 0,0 2-5 16,-1 2 0-16,3 1-11 0,-3 0-11 15,1 3-26-15,-1 2-17 0,9 0-24 0,-15 4-27 16,9 0-24-16,-1 1-21 0,2 3-120 0,0 0-306 16,5-8 135-16</inkml:trace>
  <inkml:trace contextRef="#ctx0" brushRef="#br0" timeOffset="-126875.34">5909 14458 213 0,'0'0'204'0,"-3"-11"-7"0,3 11-5 0,-6-12-10 16,1 9-3-16,5 3-15 0,-9-6-12 0,9 6-22 16,-10-4-11-16,10 4-12 0,-17 4-7 0,7 0-13 15,-2 2-11-15,0 1-5 0,-1 4-7 0,-1 1-7 16,2 1-7-16,3 2-1 0,-1-1-10 0,2 1-2 15,3-1-5-15,3 2-2 0,2-4-5 0,1 2-5 16,3-4-2-16,0 1-1 0,2-3 1 0,-1 1-5 16,7-2-2-16,-5-3 6 0,2 2-8 0,4-4-2 15,-4-1 6-15,1-1-4 0,-10 0 0 0,16-3 1 16,-5-4-1-16,2 2-3 0,1-8 2 0,0 2-1 16,-1-3-2-16,-2-2 1 0,2 1 2 0,1-6-2 15,-5 4 2-15,0-1-2 0,-3-7-3 0,1 0 4 16,-3 1-1-16,-2 6-5 0,2-7 2 0,-3-1-1 15,-2 6 2-15,0 1-3 0,1-10 2 0,-5 10 0 16,5 1-3-16,-3 0 2 0,2 5 3 16,0 2-1-16,-2 2 2 0,2-1-4 0,1 10-2 0,0-11-4 15,0 11-4-15,0 0-1 0,0 0 3 0,0 0-1 16,0 0-1-16,0 0 0 0,5 28 5 0,-4-9-2 16,2 6-1-16,-1 3 3 0,1 0 1 0,1 1-1 15,-3-2 0-15,4 1 0 0,0-4 0 0,0 0 1 16,0 2 4-16,-1-10-5 0,5 7 6 0,1 3-3 15,-3-11 3-15,2 0-2 0,-2-2 1 0,0-2-1 16,0-2 3-16,4 0-1 0,-4-4 3 0,4-1-2 16,-6 0 9-16,2-2-7 0,1-2-1 0,-8 0-1 15,17-3 1-15,-7-5 0 0,-3 3 4 0,3-3-6 16,2-4 4-16,-2-2-8 0,-1 1 4 0,0-3 2 16,0 2 0-16,-2-1-2 0,-2-2 3 0,0 3-1 15,0 3 0-15,-3 0 1 0,1 0-5 0,-2 0-2 16,1 4 0-16,-1 0 0 0,-1 7 1 0,1-7-7 15,-1 7-4-15,0 0 3 0,0 0 1 0,0 0 0 16,0 0 1-16,0 0 0 0,5 21 4 0,-3-10-4 16,0 0 3-16,1 1 0 0,-1 1-2 0,6 2 2 15,-4-4 6-15,2-1-5 0,-1 2 7 0,2-2-8 16,0-2 2-16,1 0-1 0,0-1 3 0,-2-2 1 16,3-3-1-16,-3 0 1 0,5-2 2 0,-11 0 0 15,17-6 0-15,-5 2 0 0,-3-3 1 16,2-1-1-16,0 0-1 0,0-4 0 0,-1 0 1 0,1 0-3 15,-2-2 10-15,1 0-7 0,-5 4 0 0,0-2 0 16,-1 1 1-16,0 0 0 0,-2 1-1 16,0 4-1-16,1-1 2 0,-3 7-2 0,4-11 2 0,-4 11-3 15,0-5-4-15,0 5 5 0,0 0-9 0,0 0 2 16,0 0 4-16,0 0-6 0,7 25 6 0,-7-9-3 16,0-1 2-16,-2 0-3 0,5 1 3 0,-3 1-1 15,1 1-14-15,2-2-25 0,-2 0-25 0,2 2-32 16,-1 0-44-16,2-7-36 0,1 1-20 15,-1-3-160-15,-2 2-386 0,4-5 171 0</inkml:trace>
  <inkml:trace contextRef="#ctx0" brushRef="#br0" timeOffset="-126441.21">6727 14386 14 0,'0'0'174'0,"0"0"-11"0,0 0-16 0,0 0-4 16,0 0-1-16,0 0-13 0,-19 18-11 0,16-8-10 16,-1 1-8-16,3-1-7 0,-4 5-5 15,4 1-10-15,1-3-7 0,0 2-4 0,1-2-7 0,4 2-5 16,-2-3-2-16,2-1-7 0,1 0 1 16,2-1-5-16,-2-3-4 0,6 1 3 0,-1-4 0 0,3 1-3 15,-1-2 1-15,1-1 2 0,0-3-7 16,5-2-2-16,-1 1-2 0,1-3-5 0,1 1 3 15,-1-3-8-15,0 1 3 0,0-1-6 0,0-1-2 16,0-3 3-16,3-2-5 0,-5 0 0 0,1 2 3 16,-4-3-6-16,-1 1 1 0,-1-1-1 0,-2-1-2 15,-4 3 3-15,-2 1-1 0,-2-1-2 0,1-1-2 0,-3 2-1 16,0-1 12-16,-2 4 1 0,2 8 4 16,-1-13 5-16,1 13-3 0,-4-7-2 0,4 7-4 15,-8-4-4-15,8 4 1 0,0 0 11 0,-19 14-3 16,12-7-9-16,-1 4 0 0,-2 3-3 0,0 0 3 15,3 0-3-15,1 2 0 0,1 1 2 0,2-4-2 16,-2 3-1-16,4 0-2 0,1-4 1 0,1 1-3 0,3-1-12 16,3-2-14-16,1 0-41 0,1-3-38 0,4 0-66 15,2 0-34-15,6-3-193 0,-1 2-424 16,1-4 188-16</inkml:trace>
  <inkml:trace contextRef="#ctx0" brushRef="#br0" timeOffset="-125817.18">7895 14369 190 0,'-11'-5'229'16,"-1"3"-13"-16,-1 1-22 0,0 0-13 0,-2 3-17 15,0 2-13-15,-2 3-14 0,3 2-10 0,-1 3-5 16,1 3-12-16,1-1-9 0,1 2-11 0,2-1-8 16,3 3-6-16,2 0-8 0,3-4-6 0,1 3-1 15,2-2-11-15,1-3-3 0,1 0-6 0,2 0-3 16,0-2-3-16,2 1-2 0,1-4-3 0,-1-2-1 15,1 3-4-15,0-6 1 0,-1 0-2 0,-7-2-2 16,14-2-4-16,-14 2-1 0,14-3-1 0,-7-1 2 16,-3-2-5-16,3-2 4 0,0 0-4 0,-4-2 2 15,3 0-1-15,-3 1-6 0,0-4-1 0,2 1 3 16,-2 2-3-16,-1-3-2 0,1 4 4 0,-1-1-3 16,-2 4-4-16,3-5 3 0,-3 11-3 0,2-7 7 15,-2 7-15-15,3-7-1 0,-3 7 1 0,0 0-3 16,0 0 2-16,0 0 1 0,0 0 0 0,10 22 4 15,-10-10-4-15,5 3 8 0,-2 0-2 0,1 2 0 16,-2 2-1-16,1-2 2 0,-1 1 5 0,4 0-15 16,-3-3-23-16,2 2-24 0,-2-5-33 0,-1 4-30 15,1-7-43-15,1 2-35 0,-2-3-181 0,0 1-408 16,-1-3 182-16</inkml:trace>
  <inkml:trace contextRef="#ctx0" brushRef="#br0" timeOffset="-125453.58">8036 14544 114 0,'0'0'175'0,"10"15"-5"16,-9-8-9-16,2 2-16 0,-1 0 2 0,2 1-8 16,0 0-4-16,0 1-7 0,-2 0-1 0,1-1-14 15,-1-2-10-15,2 1-12 0,-2-3-9 0,-2-6-5 16,2 13-6-16,-1-9-8 0,-1-4 2 0,3 6 9 15,-3-6 4-15,0 0-6 0,0 0-9 0,0 0 1 16,0 0-15-16,0 0-2 0,0 0-3 0,0 0-5 16,4-24-4-16,-4 16-2 0,3-5-5 0,1 1-1 15,3-5-5-15,1 2-2 0,0-1-1 0,0-1 1 16,1-2-7-16,4 5-1 0,-3-1 0 0,0 2-3 16,2 0-3-16,-3 4 0 0,-2 1-1 0,2 2-1 15,-1 1-3-15,1 3 1 0,-3 0-3 0,-6 2 2 16,19 2 0-16,-19-2 2 0,15 9-1 0,-8-5-1 15,-1 2 1-15,0 1 3 0,0 0-2 0,-1 3-3 16,0 0 1-16,2 2-2 0,-5 1-14 0,2-3-34 16,-4 3-52-16,0 2-65 0,0-2-62 0,-3 0-167 15,3-13-428-15,-3 23 190 0</inkml:trace>
  <inkml:trace contextRef="#ctx0" brushRef="#br0" timeOffset="-124617.97">9020 14737 7 0,'0'0'220'0,"-9"-4"-8"0,9 4-15 0,-7-6-18 0,7 6-20 16,0 0-4-16,0-10-26 0,0 10-6 0,12-17-9 15,-3 8-13-15,1-5-5 0,4 0-3 0,-1 1-15 16,2-1 1-16,1 0-5 0,-4-1-7 0,0 1-2 16,-1 1-5-16,1 0 4 0,-7 4 4 0,1-2-12 15,-1-2-6-15,-2 5-2 0,2-5-1 0,-2 2-2 16,-3-1-4-16,0 1-6 0,-2 3 0 0,2 8 4 16,-2-14-3-16,-2 7-2 0,4 7-5 0,-3-10-1 15,1 5-4-15,2 5-7 0,-4-5-4 0,4 5-4 16,0 0 2-16,0 0-3 0,-12 15 1 0,9-4-1 15,-2 0-3-15,2 8-2 0,1 0-2 0,3 0 4 16,-1 0-2-16,2-1 1 0,3 1 0 16,-1-3-3-16,0 0 3 0,1-2-1 0,0-1 1 0,2-2-2 15,-1-2 1-15,0 0 3 0,2-1-4 0,-3-5 5 16,2 0-2-16,0 0 1 0,1-2-4 0,2 0 2 16,-10-1 1-16,18-7 0 0,-10 3 1 0,0-4-1 15,2 1 1-15,-4 0 1 0,0-3-3 0,-2 0-1 16,3-1 1-16,1-4-1 0,-1 1 1 15,-1 0-1-15,0 2 1 0,-3 1-3 0,4 1 3 0,-4 2-2 16,1-1-1-16,-1 3-3 0,-1 1-1 0,-2 5-1 16,4-6-3-16,-4 6 0 0,0 0-2 15,0 0 2-15,0 0-1 0,0 0 1 0,11 18 4 16,-9-8 1-16,-1 2-4 0,1-2 4 0,-1 2 1 0,0-3-2 16,2 1 0-16,-3 0 3 0,0-10-5 0,1 11 4 15,0-5 0-15,-1-6 3 0,2 7-3 0,-2-7 4 16,0 0 0-16,2 8 3 0,-2-8 2 15,0 0 0-15,5 5-6 0,-5-5-1 0,0 0 2 0,0 0 0 16,16-13-3-16,-11 9 4 0,2-3 1 16,0-1-3-16,-1 1-2 0,3 1 5 0,-1-1-6 0,0 4 0 15,0-2-3-15,0 3 0 0,-2-1-1 0,-6 3 4 16,13 0-4-16,-1 1 2 0,-6 2 6 0,2 1-3 16,1 3-6-16,-2-3 2 0,0 5 1 0,-1 0-7 15,1 1-7-15,-2 1-8 0,-2-1-17 0,0 0-32 16,-2 2-31-16,-1 1-24 0,0 3-39 0,-2-4-25 15,-1-1-28-15,-1 1-122 0,-2-3-373 0,0 0 165 16</inkml:trace>
  <inkml:trace contextRef="#ctx0" brushRef="#br0" timeOffset="-124433.6">9229 14275 90 0,'0'0'121'0,"0"0"-32"0,0 0-35 0,0 0-35 16,0 0-43-16,12 23-35 0,-6-10-63 0,7 1 29 16</inkml:trace>
  <inkml:trace contextRef="#ctx0" brushRef="#br0" timeOffset="-123661.93">9921 14517 101 0,'0'-10'242'0,"0"10"-3"0,-4-10-2 16,4 10-12-16,-3-9-19 0,3 9-23 15,-5-4-17-15,5 4-19 0,0 0-10 0,-14 2-16 16,6 6-5-16,-1 0-15 0,-1 1-5 0,0 4-9 15,0 4-8-15,-5 3-9 0,4-1-4 0,0 3-8 16,2-6-1-16,4 2-10 0,0 0-2 0,7 0-8 16,-2 1-3-16,1-1 0 0,2-2-2 0,1 0-5 15,2-2-2-15,6 1-5 0,-2 0 2 0,-2-7-2 16,3 1-1-16,-1-3 0 0,9 2-1 0,-3-2 0 16,-4-3-5-16,3-2-1 0,-1-1 2 0,2-2-4 15,3 1 3-15,-2-5-4 0,-4 1-5 0,5-3-5 16,7-4-2-16,-8 3-8 0,0-4-7 0,-2 1-8 15,0-2-2-15,3-4-2 0,-6 3-4 0,0-1-3 16,-1-2-3-16,-1 0-4 0,-2 0 4 0,-1 1 5 16,-3-2-6-16,-1 1 4 0,-1 2 6 0,-2 4 3 15,-2 0-5-15,-2 1 8 0,-3 2 0 0,-1-1 1 16,-4 2 2-16,3 4 5 0,-8-2 0 0,2 1 3 16,1 4 4-16,4 1-3 0,-2-3 3 0,12 3-2 15,0 0 3-15,-18 3-1 0,18-3 2 0,-6 6 1 16,6-6 1-16,0 0 0 0,0 0 7 0,0 0-2 15,0 0 4-15,27 16 1 0,-14-13 3 0,6 0-1 16,0-2 5-16,3-1-2 0,-2 2 4 0,-1-3-1 16,0 2 2-16,-2 1-2 0,-4-1-1 0,0 2 0 0,-2-3-3 15,-1 2 3-15,-1 2 1 0,-9-4 1 16,18 5 0-16,-13 1 3 0,2-1 3 0,-2 1 5 16,-1 2 0-16,1 3-3 0,-2-2 0 0,-1 1-3 15,0 1-1-15,1 0-4 0,-1 5-2 0,1-3 2 16,1 2 1-16,0 0-3 0,0-3-1 0,1-1 2 15,1 0-4-15,-1 0-2 0,2-3 3 0,3-1-2 16,0 3 2-16,0-4-1 0,3 0 2 0,4-2-3 16,0 0 0-16,-4-4 0 0,5-1-3 0,-4-1-1 15,0 1 2-15,6-5 2 0,-3-1 0 0,-5 2-6 16,4-3 6-16,-5 1-5 0,4-5 4 0,-5-1-3 16,-1 4 1-16,3-5-3 0,-5 0-7 0,-2-2 0 15,-1 0 2-15,0 5-3 0,-1-6 5 0,-3 2 0 16,-1 4-4-16,-1-2 2 0,1 3 1 0,-2 1-1 15,1 2-1-15,-5 0 2 0,3 1-2 0,-1 3 2 16,5 3 0-16,-17-1-1 0,6 6 1 0,0 0 10 16,-2 6-8-16,-1 0 5 0,4 3-3 0,-2 0 1 15,5 2 1-15,2-5-3 0,1 3 3 0,2-1-3 16,2 4-5-16,3-6-37 0,1 0-33 0,3 5-46 16,2-4-49-16,4-1-48 0,4-2-171 0,1 1-422 15,11 0 186-15</inkml:trace>
  <inkml:trace contextRef="#ctx0" brushRef="#br0" timeOffset="-122746.39">11043 14667 24 0,'0'0'179'0,"0"0"-9"0,0 0-3 16,0 0-24-16,0 0-4 0,-8 27-10 0,7-19-8 0,1 4-9 16,-3-1-13-16,3-2-5 0,-2 2 2 0,0-1-7 15,2 1-7-15,-1-5-8 0,2 3-3 0,-1-9-2 16,-2 10 1-16,2-10 3 0,0 8 10 0,0-8 9 16,0 0 9-16,-3 8 5 0,3-8-6 15,0 0-5-15,0 0-14 0,0 0-12 0,0 0-5 0,0 0-2 16,-11-21-8-16,6 12-4 0,1 0-5 0,3-1-5 15,1 0-8-15,0-3-1 0,1 1 2 0,0 0-8 16,4-4 1-16,0-2-8 0,3 2 0 16,1-2-1-16,1 1-8 0,3 4 4 0,-3 2-3 15,3-1 0-15,-3 6-1 0,0 1-5 0,3-1 3 16,-3 2-6-16,2 4 1 0,1 2-5 0,0 2 2 0,-2 3-1 16,3 2 3-16,-2 4-2 0,0 0-2 15,-4 3 4-15,1-2 4 0,1 4-4 0,-1-2 0 16,-1 1 11-16,-3-1-14 0,0-4 1 0,-1-1-2 15,1 0 4-15,-1-2 1 0,-2 0-1 0,0-3 0 16,-2-6 0-16,1 11 1 0,3-8 2 0,-4-3 3 0,0 8 0 16,0-8 0-16,0 0-3 0,0 0 1 0,0 0 4 15,0 0-6-15,0 0 0 0,0 0 3 0,0 0 4 16,0-26-13-16,0 16 10 0,2-1-12 0,0-1-3 16,1 2 2-16,1-6-12 0,3 1-4 15,0-2 2-15,1 1-6 0,0 2 2 0,-2 4 5 16,1 1 0-16,-1-1-3 0,-1 3 1 0,-5 7 4 0,14-7-1 15,-9 5 0-15,-5 2-1 0,18 6 7 0,-10 1-1 16,2 1-1-16,-1 3 2 0,0-4-1 16,4 6 4-16,-1 0 4 0,-1 0-4 0,1-1 0 15,1 0 4-15,0 1 2 0,1-3 0 0,1-2 3 16,-1 1 0-16,3-3-1 0,-1-2 1 0,1-1 2 16,-3-2-2-16,4-4 2 0,-4 2-2 0,2-4 3 0,-4-1 7 15,0 0-7-15,-3-3 1 0,5-1-2 0,-8 0 2 16,5-2-4-16,-4 1-1 0,-1 1 4 15,-3-3-1-15,1 1 2 0,-3-4-1 0,-1 4-1 16,-4-5 1-16,2 1-3 0,-3 2-2 0,-3-1 5 16,2 5-3-16,0 1 1 0,1 0-2 0,-1 3 0 15,-2 1-4-15,8 5 2 0,-16 0-2 0,16 0 2 0,-19 9 0 16,7 0 5-16,2 4-3 0,0 2 1 16,1 0-2-16,2 3 0 0,3 3-8 0,-1-5-18 15,2 4-33-15,1 0-26 0,4 1-33 0,1-4-28 16,2-1-22-16,0 1-21 0,3-3-14 0,4-1-129 15,-3 2-363-15,0-6 161 0</inkml:trace>
  <inkml:trace contextRef="#ctx0" brushRef="#br0" timeOffset="-122536.39">11793 14794 146 0,'4'-8'146'0,"0"-3"3"16,1-5-5-16,2 6 2 0,0-9-6 0,3 4-1 15,-4-2-7-15,3-1-10 0,3-5-2 0,-1 5 2 16,-3 4-4-16,2 0-2 0,2 1-4 0,-3 4-5 15,-2 2-11-15,1 2-9 0,-1 3-10 0,-7 2-7 16,14-3-4-16,-14 3-2 0,0 0-7 0,20 12-4 16,-13-5-1-16,0 4-9 0,-1 0-4 0,0 3-1 15,-1 2-5-15,1-1 1 0,-1 2-7 0,-2-1-13 16,1 1-33-16,-1 0-32 0,-1-5-42 0,0 1-50 16,0 0-49-16,0-1-194 0,-2-1-417 0,2-2 185 15</inkml:trace>
  <inkml:trace contextRef="#ctx0" brushRef="#br0" timeOffset="-122282.68">12197 14437 230 0,'0'-11'263'15,"0"3"-6"-15,0 1-18 0,0 7-22 0,1-12-24 16,-1 12-19-16,0 0-16 0,0 0-11 0,0 0 8 15,0 0-7-15,12 37-8 0,-9-19-7 0,-3 3-14 16,0 6-5-16,-1-1-8 0,-1 3-7 0,-1-2-13 16,3 1 0-16,0-3-5 0,-4 1-21 0,4 1-4 15,-2-8-8-15,2 6 0 0,-3-7-13 0,3 0-24 16,0-2-31-16,-3 0-28 0,3-3-32 0,-1-2-42 16,1-2-47-16,0-1-45 0,0-8-39 0,-2 11-164 15,2-11-450-15,0 0 199 0</inkml:trace>
  <inkml:trace contextRef="#ctx0" brushRef="#br0" timeOffset="-121775.95">12073 14609 70 0,'19'-5'192'0,"-6"3"-7"0,7-4-11 0,9 0-5 0,1 1-13 16,-1 2-13-16,2-2-13 0,0 0-10 15,-1 1-8-15,1-1-13 0,-7 2-7 0,-1 0-11 16,-2-1-7-16,-2 1-7 0,-1-2-8 0,1 1 3 0,-6 2-1 16,-3-3-4-16,1 2 6 0,1 2-5 0,-12 1 4 15,9-3-2-15,-9 3-3 0,0 0-7 0,14-3-6 16,-14 3 2-16,0 0-7 0,0 0 2 0,0 0-4 16,0 0-3-16,-27 26 3 0,8-8-3 15,0-1 1-15,1 2 0 0,4-2-7 0,0-4-5 16,1 3 1-16,2-1-3 0,4-4-4 0,0 3 0 0,4-2-1 15,0-2-4-15,3 1 3 0,0 0-2 0,0-1-1 16,4-2-1-16,-1-2 4 0,1 0-5 16,0-2-2-16,-4-4 1 0,12 4 3 0,-12-4 0 15,17-3 0-15,-10 2-3 0,3-3 2 0,1-1-7 16,-5-4 6-16,4 3-3 0,-2-1 1 0,-1 0-1 16,-1-5-1-16,2 3 0 0,-5-1 4 0,1 0-6 0,0 0-4 15,0 0 1-15,-4 10 0 0,0-13-1 0,0 13 1 16,3-9-4-16,-3 9 2 0,0 0-7 15,0 0 3-15,0 0-1 0,0 0 3 0,0 0-5 16,0 0 4-16,0 0-4 0,0 0 5 0,-15 25-4 16,15-15 2-16,0 3 3 0,4 1 0 0,-4-2 1 15,4 0 2-15,1-1 0 0,3-2 1 0,2 5 5 16,0-6-6-16,7 0 2 0,-6 0-14 0,4-3-20 16,-3 1-26-16,1-6-38 0,5 0-45 0,-3 0-43 15,1-3-26-15,-2 0-196 0,-2 0-439 0,0-4 194 16</inkml:trace>
  <inkml:trace contextRef="#ctx0" brushRef="#br0" timeOffset="-121549.75">12772 14436 24 0,'-2'-6'288'0,"4"-2"-4"0,-2 8-10 0,2-9-27 15,-2 9-24-15,0 0-23 0,0 0-9 0,0 0 1 16,0 0 2-16,0 0-11 0,0 0-8 0,7 34-7 15,-5-18-13-15,0 3-14 0,-2 6-11 0,2-1-7 16,0-3-11-16,0 4-14 0,-2 0-8 0,3-5 5 16,2 5-26-16,-3 0-3 0,-2-6-9 0,4-1-21 15,-3 0-30-15,3-1-39 0,-4 1-63 0,0-1-61 16,0 0-74-16,-2-2-62 0,-5 1-210 0,3-3-542 16,-2-3 239-16</inkml:trace>
  <inkml:trace contextRef="#ctx0" brushRef="#br0" timeOffset="-121030.4">13661 14528 92 0,'-11'-7'237'0,"2"1"-3"0,-5 0-9 16,3 4-19-16,-7-1-15 0,4 3-16 0,-6 4-12 15,2 0-9-15,2 7-14 0,-5 6 1 0,-4 2-13 16,8 3-10-16,4-1-8 0,-1 3-31 0,4 0-4 15,1 1-9-15,5-2-2 0,1 1-12 0,0-5-1 16,6 2-6-16,0-2-4 0,5-2 3 0,-1 1-10 16,5-4 8-16,1 1-14 0,-2-1-8 0,7-3-13 15,-1-1-21-15,2 0-27 0,1-4-38 0,-2-1-35 16,4-3-33-16,1-3-15 0,-3 0-19 0,9-2-2 16,-2-4 8-16,2 2 6 0,1-4 6 0,-3-1-93 15,0-2-277-15,-2 1 123 0</inkml:trace>
  <inkml:trace contextRef="#ctx0" brushRef="#br0" timeOffset="-120433.56">13903 14776 635 0,'10'-14'-38'0,"0"0"27"0,-5-3 13 0,-1 6 9 0,-4 0 6 16,0 0 20-16,-2 3 16 0,0-1-2 0,-3 0 16 16,-1 3 15-16,0 2 11 0,-6 1 9 0,1 2-6 15,-2 2 8-15,-3 3 3 0,1 2-2 0,-4 2-5 16,5 5-7-16,-1-1-3 0,2 4-13 0,1-4-4 16,1 5-7-16,1-2-7 0,4 0-5 0,2 1-3 15,1-4-6-15,1 4-2 0,4-6-4 0,0 2-3 16,1-5-3-16,3 4-5 0,2-5 1 0,-4-1-1 15,3 0-2-15,1-3-1 0,4 1-2 0,-1-3-3 16,-2-2-1-16,3-2-2 0,0 0-2 16,1-2 1-16,-5-2-2 0,3 0 3 0,-3-1-6 0,2-5 3 15,-3 5-5-15,1-2 3 0,-3 0-2 0,0 0 3 16,0-5-6-16,-1 4 2 0,-2 0 0 0,2 1 4 16,-2 0 10-16,1 6 13 0,-3 5-9 0,0-10 0 15,0 10-2-15,0-9-9 0,0 9-4 0,0 0 0 16,0 0 0-16,0 0 1 0,0 0-6 0,-4 27 3 15,4-16-2-15,0 5 1 0,1-2-2 16,-1 2 0-16,3 0-4 0,-1-4 2 0,2 4 9 0,4 1-5 16,-4-7-6-16,3 2-1 0,-1-2 4 0,1 0 2 15,2-3 1-15,-2 1-3 0,2-2 0 0,2-4 0 16,-2 0 0-16,0-1 0 0,0-2 6 0,3-2-6 16,0-2-1-16,-2 0 4 0,-1-4-3 0,0 0 4 15,1-3-5-15,2-1 8 0,-3-1-9 0,-4-1-4 16,-1 4 2-16,-1-9 1 0,-1 2 2 0,0-7-5 15,1 4 2-15,-2 2 0 0,-1 2-1 0,0-10 3 16,0 0-2-16,-1 3 1 0,-2 6 1 0,3 1 5 16,-2 1 6-16,2 4 6 0,-2 1 17 0,2 11 4 15,-3-16 3-15,3 16-5 0,0-9-10 16,0 9-3-16,0 0-2 0,0 0 3 0,0 0-6 16,0 0 5-16,0 0 7 0,-3 51 2 0,3-21 3 15,1 1 0-15,-1 2 0 0,0 0-6 0,2 1-1 0,-2 0-4 16,3 1-4-16,-1 0-5 0,4-3-1 0,-5 0 4 15,3-1-6-15,0-1-2 0,-1-3 1 16,1 0 1-16,-4-2 0 0,2-5-9 0,6-2 1 16,-6 0-20-16,0-3-19 0,-2 4-28 0,-2-7-36 15,2 5-29-15,-2-5-32 0,-1-2-52 0,-2 0-42 16,3-1-45-16,2-9-170 0,-7 9-504 0,7-9 223 0</inkml:trace>
  <inkml:trace contextRef="#ctx0" brushRef="#br0" timeOffset="-120189.16">14187 14734 18 0,'19'-6'198'16,"0"3"-7"-16,-2 3-2 0,1 1-20 15,-1 3-9-15,-6 0-13 0,4 5-11 0,1 1-12 16,-9 1-8-16,4 2-13 0,-4 3-2 0,-1-2-11 15,-6 3-5-15,2 0-9 0,-3 0-8 0,-4-2-4 16,-1 1-6-16,-4-2-4 0,-1 3-8 0,0-1-2 0,-3-2-4 16,-3-2-24-16,3 3-18 0,-4-3-33 15,-2-3-38-15,3 0-44 0,0-3-54 0,-1 3-146 16,2-2-341-16,3-4 152 0</inkml:trace>
  <inkml:trace contextRef="#ctx0" brushRef="#br0" timeOffset="-119531.16">14703 14745 189 0,'-3'-8'198'16,"3"8"-5"-16,-6-11-15 0,2 5-13 0,-1 3-16 16,-2-2-12-16,7 5-13 0,-18-1-9 0,7 4 0 15,-3 1-12-15,-3 4-5 0,-1 3-9 0,3 2-8 16,-2 0-6-16,2 7-9 0,-1-1-10 0,5 0 0 15,1-1-8-15,2-2-5 0,6 1-2 0,-1 0-4 16,1-1 0-16,2-4-5 0,2 0-5 0,2-1-1 16,-1-1-2-16,3 0-6 0,2-1 1 0,-1-5 1 15,1 2 3-15,-1-5-5 0,4 1-1 0,-2-4 0 16,4-1-5-16,-1-2 10 0,3-5-13 0,0 2-1 16,-2-5 0-16,1 1-2 0,-2-2-2 0,0 0 5 15,1-1-4-15,-4-2 1 0,0 3-1 0,0-1 0 16,-4 0 1-16,1 1-2 0,-3 4 2 0,1 0-1 15,-4 2-2-15,2 2 6 0,-2 6-3 0,5-8-4 16,-2 3-1-16,-3 5-3 0,0 0 2 0,0 0 0 16,0 0 7-16,0 0-6 0,4 17 0 0,-4-6 0 15,2-1-2-15,1 2 0 0,-1-1 3 0,1 1 1 16,-2 4-10-16,3-1-20 0,-1-1-23 0,0-2-32 16,1-1-44-16,0 0-44 0,-2-2-24 0,2 1-161 15,-1-5-386-15,-1 2 171 0</inkml:trace>
  <inkml:trace contextRef="#ctx0" brushRef="#br0" timeOffset="-119085.45">14920 14699 217 0,'-4'-3'213'0,"4"3"-21"15,0 0-17-15,-10-1-15 0,10 1-3 0,-13 12-11 16,5-1-10-16,-1 2-8 0,2 5-8 15,-1 1-7-15,3-1-7 0,0 8-13 0,1-7-8 0,4-1-4 16,2 0-8-16,3 0-7 0,0-2-3 0,2 1-7 16,3-1-2-16,-2-6-8 0,4 1-3 0,2-2-1 15,1 0-3-15,1-3-3 0,2-3-7 16,-1-2 3-16,0-2-7 0,6-2 0 0,-8-3-1 16,5-1-2-16,0-1-1 0,-5-3 2 0,7-4-4 15,-6 1-3-15,5-3 0 0,-5-1 0 0,2-1-2 0,-5 4-1 16,2-7 3-16,-4 6-1 0,-2-1 0 0,-1-1 2 15,-1-1 0-15,-2 1-3 0,-1 0 0 0,-1-1 6 16,-1 3 3-16,-2 3 5 0,0 2-2 0,0 11 5 16,1-15 2-16,-1 15-2 0,-3-10-9 15,3 10-2-15,-6-6-3 0,6 6-3 0,0 0-3 16,0 0-2-16,-24 23-1 0,19-8-1 0,-1 1 4 0,3 1-8 16,-1 2 5-16,3 0-5 0,1 0 2 0,1 1-2 15,3-3 2-15,-1 3 2 0,6-2 0 16,-4-3 10-16,2 0-11 0,2-2-4 0,2-1 4 15,0-2-5-15,0-2-4 0,6 0-13 0,-4-5-17 16,0 0-26-16,1-1-29 0,-3-2-40 0,3 0-41 16,-2-2-30-16,-1-1-39 0,-2 1-178 0,0-3-451 0,-2-4 200 15</inkml:trace>
  <inkml:trace contextRef="#ctx0" brushRef="#br0" timeOffset="-118900.86">15241 14419 162 0,'0'0'147'0,"-7"-4"-14"0,7 4-19 0,0 0-12 16,0 0-24-16,0 0-37 0,0 0-31 0,0 0-43 15,0 0-39-15,22 13-42 0,-13-7-123 0,2 1 54 0</inkml:trace>
  <inkml:trace contextRef="#ctx0" brushRef="#br0" timeOffset="-118653.84">15521 14417 159 0,'0'0'257'0,"2"-9"-3"15,-2 9-11-15,3-9-24 0,-3 9-20 0,0 0-27 16,0 0-13-16,0 0-7 0,0 0-4 0,0 0-2 15,6 24-12-15,-5-7-2 0,-1 8-11 0,0 3-9 16,0 3-7-16,0-1-2 0,-1 0-19 0,1 1-10 16,0-5-4-16,1 2-10 0,-2 3-4 0,2-1-3 15,-3-3-8-15,2-1 0 0,0-1-8 0,0-4-13 16,0-3-15-16,1-1-33 0,2-2-36 0,-3 1-39 16,0-6-41-16,1 1-49 0,-1-5-38 0,0 2-34 15,0-8-135-15,0 10-428 0,0-10 190 0</inkml:trace>
  <inkml:trace contextRef="#ctx0" brushRef="#br0" timeOffset="-118162.05">15458 14645 127 0,'17'-6'167'0,"4"3"-12"0,1 1-13 16,7-4-9-16,5 4-15 0,-2-1-9 0,1-2-11 15,-1 2-7-15,0 1-10 0,0-2-5 0,-3 0-10 16,-2 1-4-16,-7-1-12 0,-2 1 4 0,0 1-13 16,-5-1 12-16,0 2-3 0,-3-3 12 0,-4 3 10 15,2-1 1-15,-8 2 5 0,10-1-3 0,-10 1 0 16,7-2-10-16,-7 2-9 0,0 0-6 0,0 0-5 16,0 0 0-16,-21 10-4 0,13-3 0 0,-2 1-1 15,-4 5-9-15,1 1-2 0,1-1 0 0,1 1-1 16,2 1-3-16,2-2-2 0,-2 1-2 0,2-2-3 15,5 1-2-15,-2-1-1 0,4-1-2 0,-1 0 2 16,1-1-2-16,1 0 1 0,2-3-3 0,-1 0 1 16,1-1-2-16,-3-6 2 0,9 8-1 0,-2-7-3 15,1 2 2-15,-8-3-1 0,15-3-1 0,-3 0 1 16,-2 0-2-16,0-4 8 0,-1 2-5 0,-1-6-4 16,0 2 0-16,-1 1 1 0,2-4-3 0,-2 2 1 15,-2 0-3-15,2-5 4 0,-4 2-2 16,3 2 1-16,-3 0-2 0,-1 1 0 0,0 3 0 0,-1-2-1 15,-1 9 2-15,1-10-4 0,-1 10-3 0,3-7-3 16,-3 7 0-16,0 0 1 0,0 0 3 0,0 0 7 16,0 0-3-16,5 29-1 0,-5-18 2 0,0 6 1 15,-1-6 0-15,2 6-1 0,-1 0-3 0,0 1 2 16,1-2-26-16,1 2-41 0,-2-4-38 0,1 4-42 16,0-6-40-16,4-2-41 0,-2 4-146 0,-2-5-402 15,1 2 179-15</inkml:trace>
  <inkml:trace contextRef="#ctx0" brushRef="#br0" timeOffset="-117773.77">16144 14689 42 0,'0'0'211'0,"0"0"-11"0,0 0-1 0,0 0-4 16,8 18-16-16,-4-8-12 0,-3-1-9 0,-2 2-17 15,2-1-9-15,-1 0-11 0,-1 1-10 0,-1-2-6 16,4 0-14-16,-1-1-3 0,0 0-12 0,-1-8-6 16,1 9-7-16,-1-9 3 0,0 9 4 0,0-9 10 15,0 0 6-15,0 0-9 0,0 0-6 0,0 0-6 16,0 0-1-16,0 0-13 0,0 0-9 0,7-21 1 16,-6 12-5-16,4-2-1 0,-1-4-9 0,5-1 0 15,-1 1-5-15,-1-3-1 0,4 2 0 0,1-6-1 16,-4 4-3-16,4 6-3 0,0-1-3 0,-3 4 1 15,4-3-9-15,-3 4 4 0,1 2-1 0,0 2-6 16,-1 2-2-16,-1 0 2 0,3 4-3 0,-5 0 5 16,2 5-4-16,0-2 6 0,4 6-4 15,-6-1 2-15,0 1-1 0,0 0 10 0,0 2-10 16,1 4-1-16,-4-1 1 0,2-1 2 0,-2 0 3 0,1-4-27 16,-2 5-34-16,-1-2-46 0,-1-4-46 0,2 2-54 15,-2-5-41-15,1 2-200 0,-2 0-476 0,2-3 212 16</inkml:trace>
  <inkml:trace contextRef="#ctx0" brushRef="#br0" timeOffset="-117353">16635 14575 109 0,'0'-10'230'0,"0"10"-22"16,0 0-17-16,0 0-11 0,0 0-9 15,0 0-6-15,0 0-19 0,-19 24-9 0,13-9-10 16,-1-1-2-16,1 4-11 0,0 0-12 0,1 3-9 0,0-6-8 16,3 2-7-16,2 1-8 0,2-2-5 15,2 0-10-15,0-3 5 0,1 2-8 0,1-5-5 0,2 0-2 16,2-1-6-16,4-1-2 0,-2-1-6 16,2-3 2-16,-1-2-6 0,6-2 0 0,0 0-1 15,-1-2-4-15,2-2 0 0,-2-1-1 0,0-3-5 16,3 0 1-16,-3 1-2 0,-1-4-2 0,0 0 0 0,-2-4 1 15,1 3-1-15,-2-1-3 0,-3-1-1 16,1-2 0-16,-5-1 8 0,0 2-9 0,-3-1-4 0,-2 0 3 16,-2 1-4-16,0 3 6 0,-2 1-4 15,-2 3 1-15,-1-1-1 0,-2 4 2 0,-3 2-3 16,-1 3 1-16,-3 2-1 0,2 1 1 0,-2 6 1 0,-1 2 6 16,1 3-4-16,-2 1-2 0,2 6 0 0,2 1 1 15,1 1-3-15,6-7 3 0,1 3-2 16,3-2 0-16,1 2 1 0,4-1-8 0,2-4-4 0,5 2-14 15,2-2-31-15,3-4-32 0,4 2-45 16,4-3-53-16,5-5-47 0,-9 2-195 0,7-2-456 0,-7-2 202 16</inkml:trace>
  <inkml:trace contextRef="#ctx0" brushRef="#br0" timeOffset="-114866">17988 14662 94 0,'-20'-4'130'0,"3"0"1"0,-4 4-8 0,3 0 0 16,-5 3-5-16,2 2-19 0,-5 0-4 0,2 5-6 15,0 2-2-15,5-3-11 0,6 2-4 16,-1 1-4-16,1 1-1 0,3 1-6 0,1 2-5 15,3-1-5-15,3 4-3 0,3-2-3 0,-1-5-1 16,5 6-7-16,1-1 1 0,3-3-3 0,3-2-6 16,2-1 7-16,5-1-4 0,0-1-6 0,3-2-1 0,0-3 0 15,-1-1 1-15,8-4-8 0,-8-1 0 0,8-2-2 16,-9-3-2-16,1 0 3 0,-1-2-7 0,-2-2 5 16,5-4-4-16,-6 2-2 0,2-5 5 0,-4 2-4 15,2-5 1-15,-2-1-4 0,-4-2 2 16,-1 1-6-16,-1-5 3 0,0 4 2 0,-4-4-3 0,-1 3 5 15,1-2-4-15,0 0-1 0,-3-1 2 0,0-1 0 16,1 0-5-16,-2-2 4 0,0 2-1 0,-2 2 8 16,1-1 4-16,-3 9 4 0,1 0 10 0,2 8 6 15,0-1-1-15,0 2 2 0,1 3-3 16,0 7-9-16,-3-11-4 0,3 11-7 0,-3-8-1 16,3 8-1-16,0 0-3 0,0 0 0 0,-10 21-1 0,5-7-2 15,-1 5-1-15,-1 6-2 0,1 0 4 0,0 2-2 16,1 1-4-16,3 0 1 0,4 5 4 15,1-1-3-15,0-3 1 0,4 3-1 0,1-4-2 16,0-1 2-16,3-1 0 0,1-4 1 0,1 0-1 16,-1-7 6-16,0-1-6 0,1-2-1 0,0 0-3 15,-3-4 3-15,4 0 3 0,-3-4-2 0,3-2 1 0,-1 1 0 16,1-3 3-16,0-3 1 0,-2 0-1 16,2-3-2-16,0-3 1 0,0 0 3 0,-5 0-5 15,3-6 1-15,-1 1-3 0,-3-1 0 0,-1 0 0 16,-2 0 2-16,3-1-4 0,-3 0 1 0,-4-1 1 15,1 2 1-15,-1-1-1 0,-2 5 0 0,1 1-2 0,0 10-1 16,0 0 0-16,-3-18 0 0,3 18-3 0,-3-7 0 16,3 7-5-16,0 0 1 0,0 0 0 15,-16 6 1-15,8 2 1 0,2 4 2 0,-2 5-2 16,2-1 1-16,1 0-1 0,2 0 0 0,1 2 5 16,3 0-1-16,1-2-2 0,2 0 6 0,2 1-1 15,2-2-6-15,1 1-17 0,0-7-19 0,4 2-4 0,2 1-23 16,1-3-30-16,-2-1-24 0,2-2-25 0,1-3-21 15,-2 0-15-15,1-1-125 0,-2-1-332 0,-4-1 148 16</inkml:trace>
  <inkml:trace contextRef="#ctx0" brushRef="#br0" timeOffset="-114466.68">18647 14577 18 0,'0'0'190'0,"0"0"-15"15,0 0-25-15,-3-10-13 0,3 10-5 0,0 0 5 16,0 0-5-16,0 0-11 0,-1 45-3 0,0-29-12 16,1 3-11-16,1 1-6 0,0 4-7 0,-3-4-5 15,2-1-5-15,2 0 0 0,-2-1-7 0,1 0-6 16,-1-1-6-16,2-1-5 0,1 0-4 0,0-5-4 16,1 2-3-16,-2-4-3 0,1 1-4 0,-2-2-3 15,2-2 1-15,-3-6-3 0,2 10-2 0,-2-10-3 16,2 7 13-16,-2-7 5 0,4 5 7 0,-4-5-4 15,0 0-1-15,0 0-4 0,0 0-4 0,3-18-5 16,0 8 0-16,-2-8-4 0,0 0 0 0,-1-6-9 16,3 0 3-16,-4-5-1 0,4-4-4 0,-1 1 5 15,0-2-6-15,2 1-3 0,0-13 3 0,-1 12-3 16,2 2 1-16,1 3-3 0,-1-1 1 0,-2 6 0 16,-1 5 0-16,2 2-1 0,0 1-4 0,0 5 1 15,-3 2 5-15,-1 2-10 0,0 7 1 0,5-12-5 16,-2 9 4-16,-3 3-3 0,9-1 1 0,-9 1-20 15,0 0-16-15,20 9-17 0,-12-2-24 0,1 0-18 16,1 8-34-16,4-4-16 0,-1 3-23 0,-1-1-18 16,-1 4-145-16,-1-2-362 0,0-1 161 0</inkml:trace>
  <inkml:trace contextRef="#ctx0" brushRef="#br0" timeOffset="-114159.2">18728 14715 164 0,'-10'2'190'0,"10"-2"-14"0,0 0-21 16,0 0-13-16,0 0-20 0,0 0-11 0,-8 1-11 15,8-1-8-15,0 0-8 0,0 0-11 0,41-6-1 16,-20 2-12-16,-1 1-5 0,11-2-4 0,-2 0-7 16,1 0-4-16,-2-2-3 0,-1 3-9 0,-6 1 3 15,0 2-6-15,-3-4-2 0,-5 3-1 0,0 0-2 16,-2-1-3-16,-3 2-8 0,-1 0-3 0,-7 1 1 15,12 0 0-15,-12 0 0 0,11 2 7 0,-6 0-5 16,0 2 2-16,0 2 1 0,1 1 2 16,-3 2-2-16,0 0-2 0,3 2 4 0,-2 3-2 0,1-2-6 15,-2 3 3-15,2 1 3 0,-2-1-3 0,-1-2-6 16,2 2-22-16,-1 0-24 0,-2-2-44 0,0-2-24 16,0 2-28-16,1-1-29 0,-2-1-91 0,0-3-280 15,0-8 125-15</inkml:trace>
  <inkml:trace contextRef="#ctx0" brushRef="#br0" timeOffset="-113530.88">19223 14888 211 0,'0'0'224'0,"0"0"-17"0,0 0-13 15,0 0-12-15,0 0-12 0,0 0-12 0,0 0-25 16,0 0-14-16,0 0-6 0,8-19-13 0,-1 12-8 16,-3-4-13-16,3 3-1 0,-1-2-13 0,0 1-5 15,2 0-10-15,-2 1 1 0,-1 0-9 0,2 1-5 16,2 1-5-16,-4 3-2 0,0-1-8 0,3 2-2 16,-8 2 0-16,12-1-1 0,-12 1-7 0,12 3-1 15,-6 4 0-15,1-1-3 0,3 1 1 0,-4 1-3 16,3 0 2-16,3 3-2 0,-5-2 2 0,4 0-1 15,0-4-1-15,1 3 1 0,-1-3 0 0,1-1 3 16,-5-2-7-16,5-1-2 0,-2-1-2 0,2 0-5 16,-1-2 0-16,2-1-2 0,-2-2 1 0,3 0-3 15,-1-4 2-15,1 0-4 0,-5 0 1 0,0 0-4 16,-1-1 4-16,-3 1-8 0,5-5 0 0,-5 2 10 16,0 2-2-16,-1-3-1 0,-1 3 1 0,-1-2 3 15,3 1 0-15,-5 1 3 0,0 10 1 0,-3-18 11 16,3 18 0-16,-4-14 1 0,4 14 1 0,-7-10-1 15,7 10 0-15,-10-2-1 0,10 2-2 0,-16 7 5 16,5-1-3-16,2 0-2 0,-3 7 2 0,1 0 8 16,0 0-10-16,2 0 1 0,5 0-1 0,3 2-1 15,-3 0 8-15,3 1-10 0,2-4-18 0,4 4-21 16,-1-6-19-16,2 2-15 0,4-5-27 0,5 2-31 16,-3-2-14-16,4-3-17 0,3 2-21 0,-1-3-99 15,2 0-301-15,2-3 134 0</inkml:trace>
  <inkml:trace contextRef="#ctx0" brushRef="#br0" timeOffset="-113098.23">19988 14705 75 0,'0'0'172'0,"2"-11"3"0,-2 11-3 16,-7-12-10-16,3 9-6 0,-4 1-3 0,-1 1-7 16,9 1-9-16,-27 5-4 0,9 1-5 0,0 2-9 15,-2 1-9-15,3 2-1 0,-5 4-20 0,6-2-8 16,2-2-8-16,2 2-4 0,2-1-12 0,2 0-3 15,3-1-7-15,2 1-3 0,2-3-4 0,1 2-1 16,1-1-2-16,2-3-5 0,-2 0-5 0,2 1 0 16,2-5-4-16,1 3 2 0,1-4-5 0,0 0-1 15,4-4-1-15,-11 2 1 0,18-2-3 0,-8-4 8 16,0 1-13-16,-2-1 0 0,1-3 0 0,2-3 3 16,-2-1-3-16,0 0-2 0,1-4-4 0,-2-1-3 15,0-5 0-15,-1-2 3 0,-2 1-8 0,-2-3 1 16,2-3 1-16,-3 5 2 0,0-6-2 0,-1 3 1 15,-4-3-2-15,0 1 4 0,1 3-4 0,-1-1 3 16,-1 9 2-16,1 0 6 0,1 2 5 0,2 5 7 16,-2 1-4-16,1 2 8 0,0 2-3 15,1 7 8-15,-3-12-17 0,3 12-3 0,0 0-2 0,0 0-3 16,0 0 5-16,0 0 11 0,4 32 3 0,-4-12 0 16,1 6-2-16,-1 3 0 0,2 2-2 0,-1-1 2 15,0 4-1-15,2-2-3 0,-1-2 0 16,3 2-5-16,-1 0 2 0,1-2-8 0,2-2-14 15,-2-2-22-15,1 0-37 0,1-9-29 0,-4 3-42 16,5-3-38-16,0-3-35 0,3 0-37 0,-4-5-149 0,2 0-427 16,2-2 190-16</inkml:trace>
  <inkml:trace contextRef="#ctx0" brushRef="#br0" timeOffset="-112477.5">20579 14575 198 0,'0'0'230'16,"-12"-7"-10"-16,12 7-9 0,-17 3-5 0,5 3-26 15,-3 2-17-15,1 3-7 0,-11 5-14 0,11-2-10 16,0 1-16-16,3 1-7 0,-3 2-19 0,5-3-5 16,2 0-10-16,3 1-4 0,3-4-5 0,0 0-7 15,2-2-5-15,3 2-5 0,1-6-3 0,2 4-2 0,0-7-9 16,3 3-1-16,1-3-1 0,-2 0-3 15,2-5-4-15,-1 2 2 0,3-3-4 0,-1 0-6 16,-1-4 0-16,2 0 1 0,0-2-2 0,1-4-5 16,-7 3 4-16,6-1-2 0,0-4-5 0,-4-1 3 15,-1 3-3-15,2-3 2 0,-4 1-2 0,-1-2-3 16,-2 2 0-16,1 4 3 0,1-2 1 0,-3 4-1 0,1 1 11 16,-3 8 5-16,1-13-5 0,-1 13-3 15,0 0-6-15,5-10-2 0,-5 10-2 0,0 0 4 16,0 0-2-16,0 0 0 0,-1 33-3 0,0-20-6 15,-2 0 9-15,2 2-4 0,2 2 1 0,2-1-1 16,0 0-1-16,0-2-1 0,2-2 2 0,2-2 0 16,-2 0 1-16,4-1-2 0,0-1 4 0,1-3-2 15,3-1 2-15,-2 0 0 0,2-4-1 0,7-2-3 16,-2 1 13-16,0-4-15 0,0 0 3 0,-6 0-3 16,4-4 2-16,1 1-3 0,-3-3 2 0,0-2-4 15,-1 1 3-15,-3-1-7 0,2-1 0 0,-4 1 1 16,-1-3-4-16,0-1 2 0,-1 2 1 0,-1-2 0 15,0 5-1-15,-3 1 2 0,1 2 1 0,-1 0-2 0,-2 9 4 16,4-14-2-16,-4 14 1 0,2-8-6 16,-2 8 1-16,0 0-4 0,0 0 4 0,0 0-1 15,0 0 3-15,0 0 2 0,0 0-1 0,0 0-2 16,-15 34 4-16,10-19-3 0,3 0 0 0,-1 3-1 16,2-1 1-16,0-2-4 0,1 2-2 0,0-2-3 15,-2 2 2-15,2-4-2 0,0-2-1 0,-1 5-2 16,1-4-16-16,-2 3-17 0,0-3-5 0,0 0-11 15,-1-2-25-15,-1 2-21 0,-1-2-29 0,0 2-29 16,-1-3-37-16,1 1-165 0,-2-2-402 0,2 0 179 16</inkml:trace>
  <inkml:trace contextRef="#ctx0" brushRef="#br0" timeOffset="-112075.43">21782 14425 249 0,'1'-9'246'0,"0"2"-8"15,-1 7-12-15,3-11-17 0,-3 11-20 0,0 0-25 16,3-5-17-16,-3 5-13 0,0 0-5 0,0 0-3 16,4 20-4-16,-1-7-5 0,-2 5-6 0,-1 5-5 15,0 3-7-15,-1 0-6 0,3 2-12 0,0-2-8 16,-4 1-5-16,2-2-4 0,4 3-6 0,-4-4-5 15,2-3-2-15,-5-2-10 0,2 5-3 0,1-6 0 16,-2-1-6-16,1 0-32 0,1-2-30 0,-1 0-34 16,-1-2-44-16,0-1-67 0,1-3-39 0,-3 0-34 15,0 0-163-15,2-4-444 0,-2 0 196 0</inkml:trace>
  <inkml:trace contextRef="#ctx0" brushRef="#br0" timeOffset="-111447.34">21769 14630 30 0,'10'-5'125'0,"6"-7"1"16,0 4-7-16,2-2-21 0,-4-1 9 0,1 3-7 16,-3-2-10-16,2-3 3 0,-7 5-11 0,6-3-6 15,-4 1 1-15,-3 3 2 0,0-3-1 0,0 0-9 16,-3-2-4-16,-1-1 1 0,0 3-3 0,0-2-7 15,2 3 4-15,-2 0 4 0,-2 2 4 0,0 7-1 16,3-11-4-16,-3 11-13 0,0-6-5 0,0 6-6 16,0 0 0-16,0 0-2 0,0 0-6 0,0 0 0 15,0 29-2-15,0-12 0 0,-1 0-1 0,1 9-3 16,-4-2-1-16,4 0-1 0,0 2 1 0,-4-2-3 16,4 4-3-16,-4-4-3 0,2 2 2 0,-1-7-5 15,4 0 2-15,1-3-4 0,-4 0 0 0,2-4-2 16,0-1-2-16,-1-4-4 0,1 1-7 0,0-8 2 15,0 11 3-15,0-11 2 0,1 6-1 0,-1-6 1 16,0 0 1-16,8 1-3 0,-8-1 2 0,0 0-3 16,18-14 5-16,-9 8-6 0,2 0 3 0,0 0 2 15,-1 0 0-15,1-1 0 0,0 3 1 0,0 1-1 16,2 0 4-16,-3-1-2 0,0 1 3 0,3 3 2 16,-1-2 2-16,1 1 5 0,2 1-5 0,-1 1 2 15,0-1-3-15,5 0-4 0,-2 0 3 0,2-1-1 16,-1 1 1-16,2-3-4 0,0 2 4 0,0-3-5 15,-1 1 2-15,0-2-1 0,-1 1 2 0,-4 1-1 16,-4-3 1-16,-1 0-1 0,3 1-1 0,-3-2 0 16,0 1-1-16,-3-2 5 0,1 0-2 0,-3 1-6 15,-1-4 2-15,0 1 2 0,-2-2-1 0,-1 2 0 16,0-1 2-16,-1 0 6 0,-1 0 4 0,0 5-4 16,-2-4 10-16,0 5-5 0,4 5-3 0,-10-8 0 15,1 5 1-15,1 3-8 0,8 0 14 0,-22 9-5 16,10-1-1-16,-1 6-1 0,3 0-4 0,-1-1 0 15,3 2 3-15,1-1-3 0,2 5-2 0,2-2 4 16,3 0-7-16,2-2-12 0,2 0-14 0,3-1-30 16,3 1-39-16,1-1-27 0,-1-5-61 0,6-2-45 15,0 4-177-15,2-3-431 0,-2-1 190 0</inkml:trace>
  <inkml:trace contextRef="#ctx0" brushRef="#br0" timeOffset="-108687.9">23322 14962 37 0,'-7'-7'174'15,"7"7"-8"-15,-4-11-13 0,3 5-8 0,1 6-7 16,1-17-9-16,2 7-8 0,1-2-10 0,0-2-2 16,4-2-6-16,0 2-6 0,1-2-2 0,1 0-10 15,3-6-3-15,0 0-6 0,-3 4-8 0,3-6-5 16,-3 7-1-16,3-5 0 0,-4 4-9 0,1-6-7 15,-1 5 1-15,-3 3-4 0,2-1-4 0,-3-2-7 16,0 2 0-16,0 2 1 0,-3-1-7 0,0 0-4 16,-2 4-1-16,0 2-4 0,-1 0 2 0,0 3-7 15,-2 0 1-15,3 7-1 0,-10-9-2 0,5 5-4 16,-3 2 0-16,-3 1-1 0,11 1-5 16,-27 7 3-16,9-1 0 0,-1 1-3 0,3 2 3 0,-1 3-6 15,2-1 5-15,1 1-4 0,4-1 5 0,2 0-5 16,5 1 5-16,0-1-3 0,3 1 1 0,3-1-1 15,6 2 3-15,1-4-2 0,8 3 1 0,0-3 1 16,9-2 0-16,2 2 1 0,3-5 0 16,1-2-4-16,3-4 2 0,1 2 1 0,-4-2-1 0,2 0 0 15,-5-1 2-15,-8 1-2 0,-4-2 0 0,0 4-2 16,-8 2-4-16,3-2 2 0,-4 1 2 0,-3 2 0 16,1 0 1-16,3 1 0 0,-7 0-2 0,3 1 1 15,-3 1 3-15,-1 4 3 0,0-2 1 0,1 1-1 16,0 0-3-16,-2 4 5 0,-1-4-4 0,1 4 1 15,0-1 1-15,2-1-1 0,-1 2 1 0,0-3-3 16,0 5 2-16,1-4-11 0,-1 1-14 0,0 1-13 16,0-2-28-16,3 4-22 0,-2-5-23 0,1 0-20 15,2 0-16-15,-1 0-19 0,2-1-19 0,0-3-114 16,2 1-318-16,0-2 141 0</inkml:trace>
  <inkml:trace contextRef="#ctx0" brushRef="#br0" timeOffset="-108309.02">24145 14663 104 0,'-2'-10'171'0,"-2"-2"4"0,1 2 8 0,-5 1-13 15,0 0-8-15,-2 4-13 0,1 1-7 0,-4 2-5 16,2 4-10-16,-3-1-14 0,-2 6 2 0,-1 2-15 16,1 3-2-16,1-2-9 0,2 3-8 0,-1 3-10 15,3-2-5-15,-1 2-5 0,3-1-8 0,4 2-6 16,0-1-5-16,4 1-1 0,1-5-2 0,2 0-5 15,1 1-2-15,2-3-5 0,2-1 2 0,0-1-8 16,1 0 0-16,-3-3 0 0,4-1-2 0,-2-3-1 16,1 0-3-16,-8-1-2 0,19-2-2 0,-10-1 1 15,0-3-3-15,2-2-1 0,-2 1 2 0,0-2-3 16,4-4 3-16,-7 3-2 0,2-6-4 0,1 3 1 16,-4 2 2-16,3 2-4 0,-3-3 1 0,1 3-2 15,-2 1 5-15,-2 2-4 0,0 0-2 0,-2 6-1 16,4-7-6-16,-4 7 4 0,0 0 1 0,0 0-3 15,0 0 3-15,0 0-2 0,15 16 0 0,-12-6 3 16,-2 2-1-16,2 2 1 0,1 0-1 0,-1 2-2 16,2 1-26-16,-1 0-16 0,3-1-17 0,-1 1-29 15,1-3-30-15,0-2-23 0,-1 0-37 0,1-1-22 16,-1-3-130-16,1 0-361 0,4-2 160 0</inkml:trace>
  <inkml:trace contextRef="#ctx0" brushRef="#br0" timeOffset="-108057.85">24418 14450 141 0,'1'-15'228'0,"-1"6"-9"0,2-1-16 0,-1 5-20 16,-1 5-25-16,0-9-11 0,0 9-10 0,0 0-7 15,0 0 2-15,0 0-7 0,11 23-8 0,-3-9-7 16,-4 4-11-16,-2 1-10 0,4 7 1 15,-1 3-13-15,-3-2-5 0,5 2-3 0,-1-1-12 0,-2 0-9 16,1-1-6-16,0-1-3 0,-1 0-3 0,1-1-15 16,1-9-25-16,-2 4-27 0,1-2-32 0,-3-3-29 15,0 0-29-15,2 1-26 0,-1-5-27 16,-2-1-29-16,1 1-120 0,-2-11-349 0,2 10 154 0</inkml:trace>
  <inkml:trace contextRef="#ctx0" brushRef="#br0" timeOffset="-107885.95">24357 14595 21 0,'13'-4'113'0,"6"-2"-10"0,2 3-6 15,9 1-22-15,0 2-40 0,0 0-36 0,3 2-43 16,-4 5-23-16,-3 2-72 0,1-3 32 15</inkml:trace>
  <inkml:trace contextRef="#ctx0" brushRef="#br0" timeOffset="-107571.95">24708 14880 157 0,'19'-14'160'0,"-10"10"-17"0,3-4-13 15,1-1-8-15,3-2-17 0,-3-1-9 0,2 1-10 16,2-2-4-16,-3 0-6 0,3 0-9 0,-4-2-1 16,-1 1-9-16,0-2-9 0,-3 1-1 0,1 1-6 15,-4-5-2-15,1 3 6 0,-4 5 6 0,0-1-3 0,-4 3 9 16,1 0-1-16,-2 0-8 0,2 9 4 16,-5-13-2-16,0 8 2 0,0 0-8 0,-3 1-2 15,-1 4-1-15,-2 1-2 0,11-1 2 0,-22 6-5 16,11 1-4-16,-1 0-2 0,-1 4-6 0,2 1 0 0,1 2-5 15,3-4 1-15,3 8 0 0,2-4-3 16,-2-1-3-16,5 3-7 0,2 0-19 0,-1 0-18 16,5 1-34-16,2-2-27 0,1-3-40 0,4-1-24 15,3-2-28-15,2 1-112 0,-1-4-318 0,10 0 141 16</inkml:trace>
  <inkml:trace contextRef="#ctx0" brushRef="#br0" timeOffset="-106958">25369 14643 84 0,'-2'-10'203'0,"2"10"-4"0,-1-10-6 15,1 10-17-15,-3-6-20 0,3 6-6 0,0 0-5 16,0 0-4-16,-16 10-14 0,10-1-12 0,-1-1-12 16,1 2-10-16,2 3-6 0,0-3-7 0,4 3-5 15,-4-1-9-15,3 1-1 0,4-1-11 0,1 0 1 16,-2-1-10-16,2 0 1 0,6-2-7 0,-3 0-2 15,0-2-1-15,4-1-5 0,0-3 0 16,0 1-1-16,1-2-6 0,-1-2 6 0,1-2-11 0,2 2 1 16,-4-3-8-16,2-2 7 0,-2-1-4 0,-1-2 1 15,-3 0-6-15,2-2 1 0,-3 1-10 0,-2-4-15 16,2-2-8-16,-5-2 0 0,-2 3 1 0,-1-4-5 16,-1 1 2-16,-3-2 0 0,0 5 2 0,-4-1 5 15,1 1-1-15,-2 1 4 0,1 4 0 0,0 2 0 16,-1-1 5-16,1 1-2 0,1 5 6 0,2-2-2 15,8 4 3-15,-11 0 1 0,11 0-6 0,0 0 3 16,-9 6-1-16,9-6 5 0,-3 7-1 0,3-7 5 16,14 11 0-16,-1-6-1 0,5 4-1 0,3-6 5 15,5-1 3-15,2 0-9 0,5-5 1 0,-2 2 3 16,-2-4-1-16,-2 1 0 0,1-1-2 0,-1-1 0 16,-7 0 1-16,-3-1 1 0,0-2 0 0,-4-3 3 15,1 0-1-15,-3 1 0 0,-3-3 2 0,2 1 10 16,-3-2 3-16,-1-3-2 0,-1 2 0 0,-1 1 10 15,-2-3-1-15,-2 4 15 0,2 2-6 16,-2 1 12-16,-2-1-7 0,2 5 3 0,0-2-4 0,0 9 4 16,-2-13-8-16,2 13-3 0,-2-8-7 0,2 8 4 15,0 0-8-15,0 0-1 0,0 0 3 0,-11 30 0 16,9-12 0-16,-1 7 0 0,-1 4-3 0,-1 1 1 16,5 2-5-16,0 0 1 0,0 3-3 0,3 12 1 15,-6-13-6-15,6-1 5 0,-1 1-3 0,0-4-2 16,1 1 2-16,1 2-4 0,0-1 0 0,-2-2 0 15,1-3-1-15,-3-8-15 0,4 5-18 0,-4-5-22 16,0-1-17-16,0-3-30 0,-4-2-45 0,3-3-35 16,-1 1-19-16,2-3-21 0,0-8-191 0,-2 13-442 15,0-9 196-15</inkml:trace>
  <inkml:trace contextRef="#ctx0" brushRef="#br0" timeOffset="-106786.39">25702 14783 160 0,'4'-8'171'0,"3"5"-2"0,4-1-24 15,7-2-8-15,5 2-10 0,3-2-14 0,9 4-15 16,1-4-13-16,-1 2-31 0,1 1-35 0,-5-3-38 16,3 1-44-16,-4 2-44 0,-10 3-75 0,-1-2-197 15,-5-1 88-15</inkml:trace>
  <inkml:trace contextRef="#ctx0" brushRef="#br0" timeOffset="-105776.61">3278 15422 157 0,'-21'-4'189'0,"2"4"-12"16,0-3-8-16,-3 3-13 0,0 3-12 0,1 0-13 15,3 1-11-15,-1 2-9 0,1 0-10 0,0 4-5 16,2 0-12-16,-1 1-24 0,1 6-4 0,3-3-3 15,4 4-5-15,-3 3-2 0,7-2-4 0,-3 4-3 16,3 2-8-16,3-8-3 0,0 2 0 0,4-1 0 16,0-1-2-16,2-1 1 0,2 0-6 0,1-3-4 15,5 1 6-15,-4-4-7 0,5-1 2 0,2 0-2 16,0-1-3-16,2-2-14 0,2-2-22 16,0-1-23-16,0-4-29 0,8 1-43 0,-7-2-26 0,0-3-18 15,2 2-122-15,-3-1-308 0,0-4 137 0</inkml:trace>
  <inkml:trace contextRef="#ctx0" brushRef="#br0" timeOffset="-105377.72">3391 15302 183 0,'0'0'204'0,"-5"-8"-23"0,5 8-21 16,0 0-16-16,0 0-17 0,0 0-14 0,0 0-11 15,0 0-6-15,0 0-3 0,7 62 0 0,-5-33-11 16,2 1-1-16,1 4-5 0,-2 2-9 0,-2 9-3 16,3-13-4-16,0-2-9 0,-1-1-5 0,1-3-2 15,0-7-4-15,0 0-3 0,1-2-2 0,-2-6-4 16,0 2-3-16,0-2-1 0,-2-4-4 0,-1-7 0 16,3 13-3-16,-3-13 3 0,2 9 5 0,-2-9 14 15,0 0 11-15,0 0 4 0,0 0-7 0,0 0-7 16,0 0 0-16,0 0-7 0,0 0 3 0,0 0-10 15,8-37-4-15,0 21 0 0,1-8-3 0,2 1-6 16,1 1 0-16,0 0-5 0,4 2 1 0,-2 0-2 16,-3 5-3-16,3 3-1 0,-6 2-2 0,2 5 0 15,2 0-4-15,-2 1 0 0,2 4-1 16,-12 0 0-16,23 4 0 0,-11 1 0 0,0 0 1 16,1 5-3-16,-1 4 1 0,-1-3 0 0,1 2-3 0,0 2-14 15,-3-1-18-15,1 0-22 0,-2 1-27 16,-3-3-31-16,3 4-46 0,-2-1-45 0,3 0-164 15,-8-2-402-15,3-4 179 0</inkml:trace>
  <inkml:trace contextRef="#ctx0" brushRef="#br0" timeOffset="-104986.16">3996 15536 177 0,'-10'-18'231'0,"6"12"-1"15,-1 1-27-15,5 5-11 0,-11-8-22 0,11 8-16 16,-14 3-16-16,14-3-12 0,-18 13-10 0,6-2-9 16,3 3-9-16,-2 4-9 0,1-3-12 0,3 4-5 15,0 1-7-15,2-3-5 0,4-1-7 0,-1 1-4 16,2-2-5-16,2-1-5 0,3 0-4 0,-1-2-4 16,0-2-5-16,1-2 2 0,0 0-2 15,2-4 1-15,-7-4-5 0,13 4 1 0,-2-4-6 0,-11 0-5 16,19-4 4-16,-12-3-7 0,2 1-1 15,0-1 1-15,-1-3-3 0,-2-1-2 0,2-1 0 16,0-2-3-16,-3 0-3 0,0-1-6 0,-2 1 1 16,-1-1 3-16,3 4-1 0,-2-2 4 0,-3 13 0 15,6-19-3-15,-6 19-1 0,3-12 0 0,-3 12-5 0,0 0 0 16,1-12-3-16,-1 12 0 0,0 0 4 16,0 0 1-16,0 0 2 0,0 0 3 0,9 30-10 0,-9-14 9 15,2-2-1-15,1 5 2 0,3-2-2 16,-4-2-18-16,3 4-28 0,0-2-26 0,-4-1-29 15,3 1-29-15,1-1-36 0,-1-3-33 0,-3-1-111 16,-1-12-339-16,5 19 150 0</inkml:trace>
  <inkml:trace contextRef="#ctx0" brushRef="#br0" timeOffset="-104606.05">4157 15651 145 0,'0'0'151'16,"0"0"-9"-16,21 21-13 0,-17-14-9 0,-1 0-12 15,1 2-2-15,0 1-13 0,0-2-7 0,-4-8 0 16,5 16-2-16,-2-10-14 0,-3-6-2 0,5 10-4 16,-5-10 1-16,0 0 10 0,3 9 5 15,-3-9 7-15,0 0 1 0,0 0-8 0,0 0-7 16,0 0-8-16,0 0-2 0,0 0-8 0,0 0-2 15,0 0-8-15,0 0-4 0,-6-32-3 0,6 19-3 16,0 13-5-16,5-21 3 0,-3 9-8 0,2-2 3 16,0-1-11-16,4 0 0 0,-1 4 0 0,-3 2-3 15,3-2-5-15,-1 3 0 0,0 1-6 0,-6 7 1 16,14-6-1-16,-6 5-3 0,-8 1 1 0,0 0 1 16,22 7 1-16,-13-2-5 0,0 3 4 0,0 4-1 15,-2-3 1-15,2 6 1 0,0 1-4 0,1-1 2 16,-3 2 1-16,-2-1-2 0,0-2-14 0,0 2-28 15,0 0-31-15,-2-4-34 0,2-2-37 0,0 0-33 16,2-1-167-16,-4 2-372 0,-3-11 165 0</inkml:trace>
  <inkml:trace contextRef="#ctx0" brushRef="#br0" timeOffset="-103889.8">4631 15552 68 0,'-8'-5'183'0,"8"5"-14"16,0 0-14-16,0 0-15 0,0 0-13 15,-16 12-4-15,11-4-10 0,2 1-12 0,1 0-9 0,-1 3-2 16,0-2-17-16,1 1-4 0,2 1-10 16,-1-1 3-16,1-11-14 0,1 21-2 0,0-11-5 15,-1-10-3-15,4 14 0 0,-1-8-9 0,-3-6-1 16,6 9 3-16,-6-9-3 0,7 5 1 0,-7-5-5 15,0 0-1-15,12-1-5 0,-12 1 3 0,0 0-4 16,9-13-3-16,-9 13-3 0,6-12 4 16,-4 5-1-16,-2 7-4 0,0-15 2 0,0 15-5 0,0-13 2 15,0 13 1-15,0-14 15 0,0 14-1 0,0-10-3 16,0 10-1-16,0 0 4 0,0 0-5 0,0 0-1 16,0-12-8-16,0 12 3 0,0 0 4 0,0 0 7 15,0 0 8-15,10 39 0 0,-5-21 3 0,-1 7 0 16,-2 2-1-16,2 2-8 0,4-1 7 0,-4 0-1 15,-2 3-2-15,3-2-1 0,-1 1-1 16,0-2-4-16,-3 0 0 0,6 2-4 0,-5-1-1 0,-1 0-1 16,1 0-2-16,-1-2-2 0,-2-2 1 0,-3-2 0 15,-1-3-4-15,1-2 3 0,0 0-3 16,-1 0-2-16,-1-2-1 0,1-6 1 0,-7 3-3 0,6-3-3 16,-3-1-7-16,1-5-4 0,-3 3-6 0,0-5 3 15,-1 1 2-15,1-2-3 0,1-4-1 0,1 2 1 16,9 1 1-16,-18-10 0 0,9 2 3 15,2-3-2-15,-1-3 3 0,5 2 2 0,1-4-1 16,2-1 1-16,1-9 1 0,6 1-2 0,-1-3 9 16,4 2-9-16,4-1 2 0,3-1 3 0,-3 1-1 15,2 2-4-15,4-2 6 0,-1 2 0 0,0-3-1 16,2 3-1-16,0-2 2 0,0 3 3 0,-2-2-3 16,1 2-1-16,-4 3 4 0,3-1-3 0,-8 7 3 15,1-1-2-15,-5-1 1 0,-1 3 2 0,-2 2 1 16,-1 2 6-16,1-2 7 0,-4 12-7 0,-4-20-1 15,4 20-1-15,-6-18-4 0,2 12 7 0,4 6 3 16,-10-11-4-16,5 8 2 0,5 3-5 0,-16-4-1 16,16 4-2-16,0 0 0 0,-24 10-4 0,15-2 1 15,0 3 1-15,-1 2 1 0,2 3-2 0,2 1 1 16,2-1-1-16,1 2 2 0,5-1-4 0,2-1-3 16,-1 0-22-16,6-2-18 0,4-2-31 0,-4-3-26 15,8 0-30-15,2 0-48 0,1-2-47 16,-2-1-144-16,4-2-399 0,9-2 177 0</inkml:trace>
  <inkml:trace contextRef="#ctx0" brushRef="#br0" timeOffset="-103082.48">5556 15668 11 0,'-5'-4'228'0,"5"4"-10"0,-13-2-15 0,6 3-16 0,7-1-11 16,-17 7-15-16,9-2-16 0,1 3-11 0,-1 1-7 15,0 2-5-15,3-1-17 0,0 6-4 0,1-4-14 16,4 4-1-16,-3-4-14 0,5 5-5 16,-1-4-3-16,4-3-5 0,1 2-7 0,0-3-3 15,2-1-5-15,0-1-1 0,4 0-6 0,0-1 0 16,2-3 0-16,0-2-5 0,0-2-4 0,-1 0 2 15,2-1-5-15,-2-2 1 0,-3-2-4 0,0-1 0 16,0 2-3-16,-2-5-1 0,1 3-1 0,-5-3 0 16,0-1-6-16,-2 1 4 0,-1-6-4 0,-2 5 0 0,-1-2-3 15,-4-1-2-15,3-2-2 0,-7 2 4 16,0 1-3-16,0-2-1 0,0 5-2 0,-1-2 0 16,0 6-5-16,0-2 3 0,-1 2 0 0,2 2-3 15,-3 1-1-15,4-1 2 0,2 3 0 0,7 1-6 16,-14 3 1-16,7 1 3 0,2-1-1 0,1 1 2 15,2 3-2-15,-1 1-2 0,3-8-2 0,6 12 1 16,-2-5 0-16,7-2 1 0,5 1 0 0,2-3-2 16,5-1-3-16,8-5 5 0,-1-3 1 0,0-1-1 15,4-2-3-15,-2-1 5 0,0-2-1 0,-4 0 1 16,-1-2-4-16,-8 4 8 0,-2-1-1 0,0 1 2 16,-5-3-1-16,0 1 5 0,1-2-7 0,-6 0 7 15,0 2-5-15,-2-3 1 0,0-1 1 0,-4 2 6 16,0 0 1-16,-1 3 1 0,-2 1 3 0,2 10 1 15,-5-22 2-15,5 22 7 0,-8-17 1 0,8 17 0 16,-4-9-3-16,4 9-5 0,0 0-3 0,-5-6-3 16,5 6 5-16,0 0 0 0,0 0-3 15,-14 39 0-15,9-14 8 0,3 4-5 0,-1 3 1 16,0 1-1-16,5 15 2 0,-5-14 0 0,2 2 2 16,0 0-1-16,1 9 5 0,-2-10-6 0,4-2-3 0,-2 2 1 15,2-5-3-15,-1 2 1 0,3-3-1 0,-4 2 0 16,2-6 0-16,-1 7-3 0,3-9 2 0,-3 2-2 15,3-6-2-15,-4-3-1 0,0 1-13 16,1-1-26-16,0-2-29 0,1-4-26 0,-4 3-38 16,1-5-50-16,-4 2-43 0,5-10-220 0,-6 12-476 15,6-12 211-15</inkml:trace>
  <inkml:trace contextRef="#ctx0" brushRef="#br0" timeOffset="-102890.27">5863 15927 151 0,'6'-2'180'0,"5"-3"-16"0,4 0-11 0,5-4-22 0,6-1-19 16,2 0-31-16,0 0-37 0,3-4-41 0,1 3-37 15,-2 0-25-15,1-3-20 0,0 0-63 0,-3 1-152 16,-1 0 67-16</inkml:trace>
  <inkml:trace contextRef="#ctx0" brushRef="#br0" timeOffset="-102749.64">6304 15740 64 0,'11'-5'38'16,"-2"1"26"-16,-2 2 21 0,-1-2 27 0,-6 4 18 0,8-4 17 16,-8 4 17-16,0 0 3 0,4-5 3 0,-4 5-1 15,0 0-5-15,0 0 2 0,0 0-7 0,0 0-4 16,0 0-9-16,0 0-16 0,0 0-9 16,0 0-17-16,0 0-9 0,-13-8-14 0,13 8-23 15,0 0-24-15,0 0-26 0,0 0-34 0,0 0-41 16,0 0-45-16,0 0-58 0,0 0-41 0,0 0-147 15,0 0-388-15,0 0 173 0</inkml:trace>
  <inkml:trace contextRef="#ctx0" brushRef="#br0" timeOffset="-100497.23">6908 15800 137 0,'9'-8'148'0,"0"-3"-6"0,4-1-17 0,1 0-3 15,0-4-10-15,1 3-5 0,0-3-11 0,4-3 3 16,-8 3-9-16,2 2-4 0,-1-2-11 0,-1-1 2 15,0 0-11-15,-3 0 0 0,0 4-1 0,-3-4-8 16,0 2-6-16,-2 4 1 0,-1-2 5 0,-1 4 3 16,-1-1-3-16,0 0 0 0,0 10-4 15,-2-12 6-15,-1 6-5 0,3 6-1 0,-5-13-6 0,5 13-3 16,-3-5-6-16,3 5-3 0,0 0-3 0,0 0 2 16,0 0-8-16,-16 11 0 0,11-1-4 0,-1 1 2 15,2 0-7-15,0 6 1 0,0 1 5 0,4 2-8 16,1-1 1-16,1-4-4 0,0 4 3 15,2-2-5-15,2 0 3 0,1-7 1 0,0 3-4 16,1-3 0-16,4-2 0 0,-3-1-2 0,2 0 6 16,2-3-5-16,0-1 2 0,1-1-3 0,2 0-2 0,-2-3 3 15,-1 0-3-15,0-2 2 0,1-2 6 16,-4-1-9-16,2-2 1 0,-2 2-1 0,-1-2 3 0,-1-1-7 16,2 0 4-16,-5 0 0 0,0-3-1 15,-1 2 1-15,1-1-2 0,-1 1 3 0,0-2-5 16,-2 2 0-16,-1 2 0 0,1-3 4 0,-1 5-3 15,0-1-1-15,-1 7-3 0,3-11-4 0,-3 11 1 16,0 0 1-16,2-4-3 0,-2 4 3 0,0 0-4 16,0 0 3-16,6 19 3 0,-6-10-4 0,1 3 1 15,0 1 3-15,0-3 8 0,2 6-9 0,1-5-2 0,-2 0 3 16,1 3-2-16,1-4 4 0,-3-1 0 16,2-3 0-16,-2 1 2 0,1-4-4 0,-2-3 2 15,6 9 0-15,-6-9 2 0,3 7 2 0,-3-7-4 16,8 1 3-16,-8-1-2 0,0 0 3 0,13-8-4 15,-8 4 0-15,5-4 4 0,-4-2-3 0,1 5-1 16,1-4 2-16,-2 4 0 0,1-1-1 0,1 1-3 16,-1 1-1-16,-2 0 2 0,-5 4 0 0,12-3-4 15,-5 3 1-15,-7 0-1 0,0 0 2 0,15 4 0 16,-8 1 0-16,-4 2 2 0,1-1-1 0,1 2 2 16,-2 2-3-16,2-1 2 0,-1 2-2 0,1 1-7 15,-4-1-15-15,4 0-20 0,-5 0-18 0,3 3-31 16,-2 1-25-16,-2-4-28 0,0 1-43 0,-1-1-163 15,0-2-383-15,2-9 169 0</inkml:trace>
  <inkml:trace contextRef="#ctx0" brushRef="#br0" timeOffset="-100292.79">7155 15337 180 0,'-4'-4'166'0,"4"4"-21"15,-10-7-25-15,10 7-26 0,0 0-28 0,0 0-16 0,0 0-21 16,0 0-43-16,15 33-32 0,-1-17-32 0,6 4-41 16,4 0-129-16,0 2 58 0</inkml:trace>
  <inkml:trace contextRef="#ctx0" brushRef="#br0" timeOffset="-99955.75">7668 15672 38 0,'0'0'207'16,"6"-10"-4"-16,-2 5-7 0,1-3-24 0,1-1-6 16,1 0-12-16,-1 0-17 0,3 0-5 0,1-1-11 15,-1-2-6-15,3 0-2 0,-2 3-7 0,0-2-9 16,-2 3 4-16,1-2-5 0,-4 5-1 15,-1 0-4-15,1 1 1 0,-5 4-4 0,5-7-7 0,-5 7-6 16,5-4-4-16,-5 4-11 0,0 0-7 0,6-3-8 16,-6 3-8-16,0 0 0 0,0 0-5 0,7 9-3 15,-6 0 1-15,0 1-5 0,1 4 7 0,-1 3-3 16,1 3 1-16,0 6-4 0,0-1 2 0,3 2-5 16,-3-2 1-16,-1 1-2 0,3-7 1 0,-2 1-9 15,1 0 4-15,1-1 1 0,-3-1-6 0,2-1-1 16,-1 2 3-16,-1-1-11 0,1-3 8 15,-2 2-1-15,1-2-9 0,3 1 2 0,-4-3-24 16,2-3-17-16,-2 3-24 0,-1-2-29 0,1-2-32 16,0 0-34-16,-1 1-46 0,0-4-41 0,1-6-179 15,0 0-455-15,-4 14 202 0</inkml:trace>
  <inkml:trace contextRef="#ctx0" brushRef="#br0" timeOffset="-99781.09">7624 15467 98 0,'0'0'70'16,"14"3"-24"-16,-14-3-38 0,27 10-29 0,-10-2-13 15,7 6-37-15,-1-1 18 0</inkml:trace>
  <inkml:trace contextRef="#ctx0" brushRef="#br0" timeOffset="-99456.58">8037 15757 82 0,'5'3'199'0,"-5"-3"-9"0,0 0-10 0,0 0-14 16,13-7-8-16,-10 2-15 0,3 0-12 15,1-3-12-15,1-1-10 0,1 0-10 0,4-3-9 0,-4-2-11 16,0 3-4-16,1-3-9 0,-2 2-6 15,-2-3-2-15,3 1-8 0,-3 0-6 0,-1 2-1 0,-2 2 1 16,0 0-11-16,-3 0 0 0,1 1-1 0,-4-2 3 16,2 2-5-16,-2 3-3 0,3 6-4 15,-9-8-2-15,4 4-1 0,5 4-2 0,-18-1-6 16,8 1 1-16,-4 4-6 0,-1 4 4 0,-2 2 3 16,2 4-6-16,-2-1 1 0,2 7-2 0,-3 1 4 15,6-6 1-15,-1 7-4 0,6-6 2 0,2 1-1 16,2 1-2-16,3-1 0 0,2-4-1 0,0-1 2 15,6 3-1-15,0-2-2 0,4-1 2 0,3-3-18 0,2 0-23 16,0-3-21-16,3 1-38 0,2-3-31 16,-1-3-34-16,8-1-21 0,-7-1-152 0,-2-3-357 15,1 0 158-15</inkml:trace>
  <inkml:trace contextRef="#ctx0" brushRef="#br0" timeOffset="-99221.8">8409 15473 177 0,'0'0'192'0,"0"0"-5"15,0 0-12-15,-23 18-7 0,13-6-9 0,2 3-7 16,-4 2-12-16,5 0-14 0,-2 7-6 0,4-7-8 16,2 2-13-16,1-2-9 0,-1-1-3 0,4 1-15 15,1-2-4-15,1-3-7 0,6 2-6 16,0-1-3-16,-1-2-7 0,3-3-10 0,0 0-18 0,6 0-23 15,-1-5-28-15,2 1-32 0,-5-3-40 16,6-2-17-16,-1 0-40 0,-4-2-26 0,-1 1-95 16,-1-3-308-16,5-1 137 0</inkml:trace>
  <inkml:trace contextRef="#ctx0" brushRef="#br0" timeOffset="-98989.93">8653 15343 217 0,'-4'-12'212'0,"4"12"-14"0,-4-6-15 0,4 6-9 16,0 0-4-16,0 0 14 0,-10 25-16 0,8-8-10 15,-1 8-7-15,0-5-7 0,1 5-15 0,0 1-7 16,0-1-15-16,-1-5-1 0,3 5-12 0,-1 0-7 16,1-6-10-16,0 6-7 0,0-7-9 0,-1 1-1 15,2-1-7-15,0 0-11 0,2-1-19 0,-2-1-22 16,0-3-27-16,1 0-31 0,-4 0-33 0,2-3-37 15,2 0-36-15,-2 0-46 0,1-4-178 0,-1-6-418 16,-1 11 184-16</inkml:trace>
  <inkml:trace contextRef="#ctx0" brushRef="#br0" timeOffset="-98807.79">8505 15573 148 0,'11'-3'142'0,"-2"-1"-14"16,1 1-12-16,6 2-21 0,3 0-32 0,1 1-37 15,2-1-29-15,-1 2-31 0,0 1-80 0,1 4-123 16,-5 0 55-16</inkml:trace>
  <inkml:trace contextRef="#ctx0" brushRef="#br0" timeOffset="-98489.8">8764 15822 50 0,'0'0'179'0,"12"0"-5"0,-12 0-15 0,11-7-14 16,-1-1-12-16,-1 1-11 0,0-3-14 0,6-1-16 16,-3-1-1-16,3-1-11 0,-3 0-6 0,1-2-12 15,-1 1 0-15,-1-1-10 0,-1 1 0 0,-1-3-9 16,0 4-3-16,-5 0-3 0,1 4-5 0,-4-4-4 15,2 3-2-15,-1-1-6 0,-4 2 4 0,2 9-1 16,-3-12-8-16,1 6 7 0,2 6 4 0,-8-6-11 16,8 6 4-16,-12 2 6 0,12-2-2 0,-16 4 3 15,8 5 3-15,-1-3 0 0,0 2-1 0,1 4 3 16,1 1 3-16,-2 3-4 0,4-6-4 0,0 2-2 16,3-2-3-16,1 4 1 0,2-3-1 0,3 1-7 15,0-3-9-15,2 2-11 0,1-2-16 0,0 3-23 16,4-5-26-16,-1 0-33 0,0-2-13 0,3-1-18 15,1-1-23-15,3 0-15 0,0 0-88 0,-1-3-282 16,-3-3 125-16</inkml:trace>
  <inkml:trace contextRef="#ctx0" brushRef="#br0" timeOffset="-98035.89">9195 15643 86 0,'-9'-12'202'0,"5"8"-6"0,-2-2 7 16,0 3-9-16,0-2-11 0,6 5-9 15,-17-2-9-15,10 3-13 0,-5-2-15 0,3 3-5 0,-2 3-12 16,-2 2-9-16,0 2-7 0,-1 2-12 16,3 0-9-16,-1 3-8 0,2-5-9 0,0 4-2 0,2-3-4 15,3 0-15-15,0 1-3 0,2-2-4 16,2 2 3-16,1-4-9 0,3 1 0 0,0 0-1 16,0-3-3-16,2 0-2 0,0 0-7 0,2-2 2 15,2-1-2-15,2 0 2 0,-2-4-3 0,1 2-1 16,3-3-7-16,-1 0-1 0,1-2-5 0,-4 0-1 15,2-1-4-15,-1-2 3 0,-1-1-6 0,4-4-4 16,1 1-7-16,-5-4-3 0,0 1 2 0,-3-1 0 16,0-2-1-16,-2 0-3 0,-1 0 7 0,-1-1-1 15,0-7-1-15,-1 1 1 0,-2-1 1 0,-3 6 4 16,1-8 1-16,-2 2 5 0,2-1-7 0,-4-2 5 16,3 4 2-16,2-1 7 0,-1 8 9 0,0 7 13 15,0-2 8-15,1 5 7 0,2 8-4 0,-4-14-9 16,4 14 0-16,-1-9-5 0,1 9-3 0,0 0-1 15,0 0 18-15,0 0 10 0,0 0-8 0,4 42 5 16,-4-26-7-16,3 11 1 0,-1-2-5 0,1 3-1 16,-3-8-7-16,1 4 1 0,3-4-3 0,2 5-4 15,0-1 2-15,4 1-3 0,-4-6-6 0,-1 0-17 16,3-2-25-16,-3-1-39 0,1 0-40 0,1 1-38 16,-3-7-52-16,3 1-54 0,-6 1-206 0,3-3-495 15,-1 1 219-15</inkml:trace>
  <inkml:trace contextRef="#ctx0" brushRef="#br0" timeOffset="-96652.2">10193 15534 96 0,'-5'-7'197'0,"-2"4"-11"0,0-1-11 0,7 4-13 0,-17-3-12 15,2 3-7-15,5 1-6 0,-3 3-9 0,-5 3-5 16,0 1-4-16,3 2-10 0,-2 3-10 0,3 2 17 15,-3 3-4-15,5 4-14 0,-5-1-6 16,9-1-10-16,4-3-7 0,1 3-2 0,1-1-8 0,0-1-6 16,2-1-6-16,4 0-4 0,1 0-5 0,4-1-3 15,1-4-6-15,1 1-2 0,2 1-4 0,4-3-14 16,-1-4-17-16,1 4-7 0,1-5-33 0,0-1-25 16,1-1-40-16,1-3-47 0,-2-1-35 0,3 0-36 15,-5-1-125-15,-2-3-380 0,-1 1 169 0</inkml:trace>
  <inkml:trace contextRef="#ctx0" brushRef="#br0" timeOffset="-96241.85">10340 15380 204 0,'0'0'243'0,"-3"-13"-18"0,3 13-20 0,-1-9-24 16,1 9-21-16,0 0-10 0,0 0-12 15,0 0-3-15,1 32-9 0,2-13-4 0,-3 7-10 16,1 3-7-16,-2 2-12 0,2 0-6 0,2 1-6 16,2-5-5-16,-4 4-11 0,0-4-3 0,5 0-11 15,-5-9-1-15,3 7-6 0,-1-7-4 0,0-1 0 16,-1-5-8-16,2-1-2 0,-2-1-2 0,0-3-4 16,-1 0 0-16,-1-7-1 0,3 9-1 0,-2-4-2 15,-1-5 2-15,0 0-5 0,3 7 6 0,-3-7-4 16,0 0-1-16,0 0-2 0,0 0-1 0,0 0 0 15,1-22-2-15,2 14-5 0,-1-5 3 0,3-3-4 16,2-1-9-16,4-5 2 0,1 5-4 0,2-5-1 16,0 6-1-16,4-2-1 0,-3 5-1 0,-2 2 0 15,1 2-1-15,-1 2 1 0,-3 4 2 0,3 0-2 16,-4 3 1-16,2 2-3 0,-4 2 2 0,4 2 2 16,-3 1 3-16,-1 4-3 0,4 1 2 0,-4 3-2 15,0 1 2-15,-1-2-10 0,0 4-14 0,-1-2-29 16,1 1-27-16,-3-2-32 0,1 0-41 0,3-1-37 15,-3-2-42-15,1-2-127 0,1 0-391 0,0-2 173 16</inkml:trace>
  <inkml:trace contextRef="#ctx0" brushRef="#br0" timeOffset="-95534.08">10861 15570 36 0,'-9'-7'238'0,"2"-1"-16"0,0 2-11 16,-1 2-15-16,0 3-14 0,0-2-16 0,8 3-10 16,-19 10-14-16,2 0-8 0,4 1-13 0,1 3-5 0,0 2-12 15,3 2-11-15,0-1-6 0,2 7-8 0,1-8-9 16,5 2-6-16,1-1-3 0,0 0-8 16,4-1-6-16,0-3-1 0,5 0-4 0,-3-4-4 15,4-1-2-15,1-2-3 0,3-1 1 0,-4-2-8 16,3-2-1-16,-1-1 0 0,0-1-5 0,1-3 2 15,-2-2-7-15,6-2 7 0,-7 0-5 0,2-4-6 16,0 0 3-16,0-3-2 0,-2 1-1 0,2-1 2 16,-1-7-7-16,-3 6 3 0,-1-3-5 0,-3 3 4 0,2-1-3 15,-4 0 4-15,-2 1-5 0,1 4 2 16,2 0 0-16,-5 2 1 0,2 10 6 0,0-17-3 16,0 17 2-16,2-13 5 0,-2 13-9 0,0 0 0 15,0 0-2-15,0 0 0 0,0 0 1 0,0 0 0 16,0 0-1-16,0 0 7 0,0 40-6 0,2-26 3 15,0-3-9-15,-1 6 7 0,3 0-6 0,0-5 4 16,3-1 0-16,0 3 0 0,0-5 2 0,1 1-4 16,2 0 2-16,0-1 0 0,1-2 1 0,1-3-2 15,0-1-1-15,2 0 3 0,-4 0-1 0,2-3-2 16,0-2 2-16,-1 0-1 0,-1-1 3 0,1-2-3 16,1-3 4-16,1-2-3 0,-4 1 1 0,1-1 1 15,-2 1-9-15,-1-1 5 0,0-5-3 0,-2-1 1 16,-1 5 0-16,-4-2-3 0,2 1 0 0,-2-4 2 15,-2 5-4-15,-1-5-2 0,-1 6 8 0,0-1-1 16,-1 0-10-16,-2 4 8 0,0-2 0 0,2 3-7 16,-3 0 7-16,8 6-2 0,-11-7-3 0,11 7 2 15,-6-6-4-15,6 6 0 0,0 0 0 0,-8-5 4 16,8 5-1-16,0 0 1 0,0 0 1 16,0 0-2-16,0 0 4 0,0 0-2 0,27 2-2 15,-17 0 3-15,3-2 0 0,-3 0-2 0,3 3 2 16,-1-2 2-16,-1 2-3 0,2 0-2 0,-2 0-4 0,-2 1 8 15,2 1 0-15,-2-1-4 0,0 3 2 0,-1 0-2 16,0 3 3-16,-1-1 2 0,-1 3-1 16,-1-2 0-16,1 1 4 0,-2 1 1 0,-2 1-2 0,2 1 3 15,0 0-3-15,-4 0-5 0,3-1-15 16,-1 0-26-16,1-2-20 0,-2 0-36 0,3 0-25 16,-3 0-44-16,3-1-33 0,3-1-36 0,-3 0-155 15,1-4-423-15,3-1 187 0</inkml:trace>
  <inkml:trace contextRef="#ctx0" brushRef="#br0" timeOffset="-94822.41">11606 15512 112 0,'-12'-7'208'0,"12"7"-8"15,-11 0-5-15,2 0-18 0,-2 4-9 0,2 4-16 16,0-1-10-16,1 2-15 0,-2-1-14 0,4 3-9 15,-1-2-10-15,1 0-13 0,3 3-6 0,-3-3-6 16,5 2-6-16,1 0-7 0,0-4-8 0,1 3-2 16,0-5-11-16,-1-5-3 0,5 12-6 0,-1-8-7 15,-4-4-2-15,9 5-3 0,-9-5 3 0,7 1-8 16,-7-1-1-16,0 0 0 0,14-6 1 0,-12 0-3 16,-2 6 2-16,7-9 0 0,-4 4-4 0,0-3 2 15,-3 8 1-15,4-11-1 0,-3 6-2 0,-1 5 11 16,3-13 5-16,-3 13 8 0,0-6 4 0,0 6-4 15,0 0-3-15,0 0-3 0,0 0-3 0,0 0 5 16,0 0 4-16,0 0 6 0,0 0 4 0,3 30 3 16,0-14 1-16,-6 1-1 0,3 2-2 0,-2 4-1 15,-1 1 0-15,0 2-10 0,0-2 8 0,0 3-4 16,0-2-5-16,1 0 3 0,0-6-3 0,-1 8-7 16,-1-9 0-16,2 0-2 0,-2 3-1 15,0-3-3-15,2 0 3 0,-4-1-2 0,0 7 1 0,1-4-8 16,-4-3 0-16,3-5-7 0,-2 3-3 15,1-4-8-15,-3-2-5 0,1 1-2 0,-1-3-4 0,1-2-5 16,-1 1 1-16,0-4 1 0,-2 0 5 0,3-2-5 16,-1-1 6-16,10 1 2 0,-15-4-4 0,6 2 6 15,5-4 0-15,-4 1 1 0,5-2 1 0,-3-6 3 16,5 1 2-16,1-3 1 0,1 3 8 0,5-6-2 16,0 2 1-16,3-1-2 0,1-1 2 15,4-5 5-15,1 2 2 0,5-1-3 0,-4-1 4 16,5 2 1-16,-1 2 5 0,1-3-1 0,0 1-6 0,4 1 5 15,-3-1-1-15,5-1 0 0,-5 0-1 16,3 0-5-16,-4 1 4 0,0 0-6 0,-4 2 5 0,1-1-2 16,-6 7-3-16,-1-1 2 0,-2 3 1 0,-4 0-7 15,2 2 6-15,-5-1 1 0,2 3 4 16,-4 7 1-16,5-12 2 0,-5 12 2 0,0-12-1 16,0 12 0-16,0 0 5 0,-10-11-5 0,10 11-2 15,-13-3 2-15,13 3 1 0,-20 10 3 0,6-1-8 0,0 2 9 16,2 1 2-16,-2 4-1 0,4-2-4 15,1 2 0-15,-1 0-2 0,6 2 1 0,-1-3-2 16,4 0-6-16,-3 1-6 0,5 0-26 0,2-4-21 16,1-1-40-16,2-1-38 0,8 2-50 0,0-4-57 15,4 1-52-15,-1-1-156 0,3-3-473 0,0 1 211 16</inkml:trace>
  <inkml:trace contextRef="#ctx0" brushRef="#br0" timeOffset="-93957.3">12404 15702 1746 0,'-3'-8'41'0,"-1"2"27"0,4 6-6 16,-8-9-26-16,2 6-3 0,6 3 6 15,0 0 9-15,-13 7 3 0,13-7-3 0,-10 12 12 16,4-2 14-16,3 1-2 0,1 3-3 0,0 3-5 15,0-5-5-15,2 4-4 0,4-1-4 0,1-1-1 16,1 3-3-16,-2-6-3 0,4-2-6 0,-2 2 0 0,3-1-5 16,1-1 1-16,-2-4-4 0,1 3 0 0,2-4-6 15,-1-2-5-15,1 2 9 0,-5-3-4 16,4 0-3-16,-10-1 2 0,13-2-1 0,-5-2-2 16,-2 2-3-16,-6 2 0 0,9-11-3 0,-5 4-1 15,-4-1 0-15,2 0 0 0,-2-2-3 0,0 10 2 16,-4-17-6-16,2 8 3 0,0 0-1 0,0 2-6 0,2 7 3 15,-1-12 5-15,-3 8 1 0,4 4-2 16,0 0-6-16,0-9 2 0,0 9-2 0,0 0-3 16,0 0 4-16,0 0 0 0,0 0-3 0,9 21 2 15,-3-15 2-15,-3 5 2 0,5-4 1 0,0 2 4 16,0-2-2-16,-1 5 9 0,7-6-6 0,-3 1 3 16,-1 0-5-16,1-2 0 0,-1-1 0 0,3 0 4 15,-1-2-1-15,-1-1 4 0,0-1-3 0,-3 2-1 16,2-4-8-16,-10 2 9 0,17-5-6 0,-11 1-1 15,-2 2-1-15,1-3 2 0,-1-3-6 0,-2 2-2 16,0-3-2-16,-2 0-13 0,-2-3 2 0,0 2 1 16,-2-3-7-16,1-2 2 0,-3 3 2 0,1 2-1 15,-2-2 4-15,3 3 1 0,0-1-2 0,4 10 4 16,-9-12-2-16,4 6 0 0,5 6-1 0,-10-9 0 16,10 9-1-16,0 0 5 0,-4-3-4 0,4 3 0 15,0 0 1-15,0 0 6 0,0 0-1 0,23 10-1 16,-18-8 2-16,5 2 6 0,4-2-7 0,-1 0 4 15,2-1-3-15,2-2 3 0,1 2 1 0,-3-1-2 16,2 1 4-16,-4-2-3 0,-2-2 3 0,0 1 2 16,-4 1 5-16,5-2 2 0,-6-1 3 15,1 0 12-15,-7 4-1 0,12-5 6 0,-8 2 9 16,2 0 2-16,-6 3 2 0,5-5-5 0,-5 5 0 0,0 0-18 16,8-2 6-16,-8 2-5 0,0 0 0 0,0 0 4 15,10 6-9-15,-10-6-4 0,2 14-3 16,-2-4 3-16,0 0 0 0,0 2-4 0,-2-1 5 0,2 1-6 15,0 1-24-15,-2 0-27 0,2-2-25 0,-3 2-30 16,3 2-35-16,-4-5-35 0,3 2-44 16,1-3-55-16,0 2-220 0,0-11-529 0,-4 17 234 15</inkml:trace>
  <inkml:trace contextRef="#ctx0" brushRef="#br0" timeOffset="-93786.86">12808 15566 70 0,'0'0'145'16,"0"0"-26"-16,-3-12-34 0,3 12-15 0,0 0-45 16,0 0-35-16,7-5-38 0,-7 5-28 0,0 0-83 0,25 3 37 15</inkml:trace>
  <inkml:trace contextRef="#ctx0" brushRef="#br0" timeOffset="-93569.23">13048 15537 199 0,'0'0'211'0,"2"-6"-3"0,-2 6-6 0,2-6-18 16,-2 6-16-16,0 0-14 0,0 0 3 0,0 0 6 16,0 0 8-16,11 22 5 0,-8-10-1 0,-1 5-12 15,2 8-9-15,-1 0-15 0,-6 3-19 0,3-2 4 16,-2 2-10-16,0 1-33 0,-3-3 6 0,3 0-10 15,0-6-4-15,0 5-7 0,2-5-7 0,-4 5-2 16,3-8-13-16,1 2-20 0,-2-5-31 0,2 2-26 16,0-4-34-16,0 1-42 0,-2-3-51 0,2-10-42 15,0 17-52-15,0-11-199 0,0-6-491 0,0 0 217 16</inkml:trace>
  <inkml:trace contextRef="#ctx0" brushRef="#br0" timeOffset="-93128.89">13090 15815 56 0,'13'-13'167'0,"1"4"3"0,-1-3-4 15,2 2-8-15,0-1-3 0,-1 2-6 16,1-1-9-16,-3 3-9 0,-1-4-7 0,-2 3-2 16,2-2 0-16,-2 2-3 0,0-1-6 0,-3-2-5 15,2 0-11-15,-6 1-4 0,4 1-6 0,-3-2-4 0,1 2-5 16,-2-2-2-16,0 3-2 0,-2 2 3 0,0 6-4 15,3-10-9-15,-3 10-6 0,2-7-8 16,-2 7-8-16,0 0-5 0,0 0 2 0,0 0 3 16,0 0-4-16,9 20 4 0,-11-10-11 0,4 4 0 15,-2 1 0-15,0 0 2 0,0 1-4 0,0 1 1 16,2-1-4-16,-1-1-6 0,1-3-10 0,-2 0 11 16,0-2-4-16,0-1-6 0,0 1 5 0,0-5 1 15,0-5-4-15,2 13 0 0,-2-13-4 0,2 8 4 16,-2-8-6-16,0 0 1 0,2 6-2 0,-2-6-3 15,5 3-3-15,-5-3-5 0,0 0 1 0,16-9-2 16,-10 4-2-16,1 0-2 0,3-1-3 0,-2 0 2 16,-1 2 1-16,1-1 0 0,-3 1 1 0,4 1-1 15,-4 0-2-15,-5 3 2 0,13-3-2 16,-6 3 3-16,-7 0 1 0,11 0 6 0,-11 0-2 0,9 6 3 16,-9-6-2-16,10 9 3 0,-6-3-1 0,-4-6 4 15,6 11-3-15,-3-1-26 0,1-2-26 0,-2 2-39 16,-2-10-59-16,2 14-77 0,-2-5-247 0,0-9-514 15,10 17 227-15</inkml:trace>
  <inkml:trace contextRef="#ctx0" brushRef="#br0" timeOffset="-92620.23">14095 15634 191 0,'0'0'211'0,"2"-5"-19"0,-2 5-9 16,0 0-1-16,0 0-4 0,0 0-15 0,15 14-1 15,-8-4-9-15,-2 1-9 0,4 5-6 16,-3-1-8-16,3 3-9 0,0 0-5 0,0 1-6 0,-4-3-9 16,4 1-8-16,0 0-8 0,-2 1-9 0,1-2-4 15,2 0-7-15,-3-3-4 0,-3-4-7 0,2 0-3 16,-3-1-4-16,1-2-15 0,0-2 2 0,0 2 5 15,-4-6 11-15,4 7 13 0,-4-7 10 0,4 4 7 16,-4-4-8-16,0 0-10 0,0 0-5 16,13-17-4-16,-8 8-1 0,4-5-8 0,-2-1 0 0,-1-3-14 15,1 0 6-15,2-7-10 0,2 1 1 16,0-2-14-16,1-1-4 0,-1-1 9 0,-1 3 2 0,2-1-4 16,-5 8-3-16,0 0-9 0,2 3-21 0,-4 5-21 15,-1 0-37-15,1 4-23 0,-3-1-29 0,-2 7-42 16,0 0-51-16,2-12-29 0,-2 12-13 0,0 0-9 15,0 0-149-15,0 0-455 0,0 0 201 16</inkml:trace>
  <inkml:trace contextRef="#ctx0" brushRef="#br0" timeOffset="-92306.55">14485 15753 14 0,'-3'7'233'16,"3"-7"1"-16,-3 6-11 0,3-6-1 0,-3 9-5 15,3-9-13-15,-4 11-17 0,2-7-15 0,2-4-3 16,0 12-9-16,0-12-3 0,0 11-12 0,0-11-13 16,4 11-11-16,0-8-7 0,1 1-6 0,-1 1-4 15,5-1-13-15,-4-3-11 0,4 5-2 0,0-5-11 16,5 1-4-16,-3-2-7 0,2-2 0 0,-4-2-8 16,2 1-3-16,-1-2-6 0,-2 0-3 0,-1-2-8 15,0 0 6-15,0-5-8 0,-2 5-4 0,-3-5-4 16,0 1-4-16,-4-1-9 0,0 1-2 0,-5-4-4 15,-3 1-4-15,1 0-7 0,-2 3-4 16,-5 1-5-16,6 5-6 0,-2-1-5 0,-1 2-9 0,-1 4-9 16,-6 2-9-16,3 0-7 0,0 4-22 0,-1-1-19 15,5 1-13-15,-1 4-22 0,7-1-29 0,-1 1-32 16,3-1-23-16,2 2-164 0,3-11-422 0,3 16 187 16</inkml:trace>
  <inkml:trace contextRef="#ctx0" brushRef="#br0" timeOffset="-92056.63">14754 15607 211 0,'5'-18'245'0,"-2"-1"7"16,3 4 5-16,-3 0-7 0,1 4-4 0,-1 2-4 16,-2 2-23-16,2 1-23 0,-3 6-20 0,4-8-26 15,-4 8 5-15,0 0-5 0,0 0-3 0,14 23-10 16,-10-8-13-16,-1 5 0 0,1 3-14 0,-4 4-10 15,5-2-12-15,-3 1 4 0,-1 0-21 0,0-2-4 16,-1 5-2-16,0-10-8 0,0 1-8 0,0-2-3 16,2 0-29-16,-2 0-25 0,0-1-46 15,2-2-47-15,-2 2-39 0,-2-6-39 0,2 1-51 16,0-1-48-16,0 0-232 0,0-11-551 0,2 15 245 16</inkml:trace>
  <inkml:trace contextRef="#ctx0" brushRef="#br0" timeOffset="-91804.86">15041 15551 203 0,'0'-11'275'0,"1"1"-5"0,-1 10-15 16,3-12-22-16,-3 12-31 0,0 0-11 0,0 0 1 15,0 0 5-15,0 0-9 0,0 0-10 0,4 37-4 16,-5-13-23-16,-2 2-8 0,3-1-8 0,0-1-10 15,-3 2-17-15,1-5-14 0,1 4-9 0,0-6-6 16,-1 2-5-16,1-4-10 0,0 2-9 0,-2-2-13 16,3 2-13-16,0-4-32 0,-2-3-37 0,4-1-33 15,1 1-37-15,-2-5-33 0,-1-7-31 0,0 16-40 16,3-9-32-16,-3-1-211 0,0-6-495 0,0 0 220 16</inkml:trace>
  <inkml:trace contextRef="#ctx0" brushRef="#br0" timeOffset="-90552.43">14953 15747 119 0,'10'-6'184'0,"-1"2"-15"0,4 2-9 0,4-2-12 16,1 0-11-16,0 0-15 0,2 1-9 0,2 0-11 15,3-2-11-15,-3 1-3 0,1-1-7 16,4 0-8-16,-8 1-6 0,4 1-4 0,-4-2-4 15,-3 2-8-15,-5-1-6 0,-1 0-3 0,-2 2-1 16,-2 1 5-16,-6 1-3 0,12-2 0 0,-12 2-5 0,6 0-2 16,-6 0-1-16,0 0-5 0,0 0-3 0,0 0 6 15,4 6 8-15,-4-6 0 0,0 0 5 0,-14 22-1 16,4-12 1-16,3-1-2 0,-2 5 0 0,1-4-3 16,-1 3-3-16,0 2 1 0,1-4-8 15,3 1 3-15,-3-1-9 0,8-1 4 0,-2 1-5 16,0-1-2-16,4-3 2 0,0 2-5 0,2-5-2 15,2 2 2-15,3-1-2 0,-1 0-2 0,4-3-1 16,-1 1 0-16,1-2-3 0,-1-2-1 0,2-1 2 0,-3 0-2 16,1-2-4-16,-1 0 7 0,0-1-6 0,0-1 3 15,-3-2-4-15,1 0 1 0,2-1-1 16,-3 1 1-16,0-2 1 0,-1-1-3 0,0-1-4 16,-2 1-1-16,0 2 2 0,-2-4 1 0,1 3-1 15,-2 2 0-15,-1 8 1 0,1-12-2 0,-1 6 3 16,0 6-3-16,0 0 0 0,0 0 0 0,0 0 8 15,0 0 9-15,0 0-5 0,0 0 0 0,0 0 1 16,-7 30-2-16,5-21 0 0,2 1 3 0,2 3-1 16,1-3 3-16,1 3-2 0,0-3 4 0,3-1-8 15,-1 0 11-15,5-1-2 0,-2-1 2 0,7 2-5 16,-4-4 0-16,8-1-2 0,-1-1-1 0,1 0 3 16,2-5-7-16,6 2 0 0,-9-1 2 0,3-2-2 15,0-1 0-15,6-2 4 0,-10 0-7 0,1-1-1 16,-2-2 1-16,2 3 0 0,-3-2 1 0,0-1 2 15,-2 0-9-15,-3 2-7 0,1-5 14 0,0-1 2 16,-5 4-12-16,-1-2 10 0,-1 1-1 0,-2-2-1 16,0 0-2-16,-5 3-2 0,2-1 4 0,-4 1 3 15,0 3-2-15,-1 0 0 0,0 3 1 0,5 3 1 16,-15-4 6-16,6 4-9 0,0 4-3 0,-2-1-1 16,0 5-1-16,4-1 5 0,-5 2-6 0,3 0-6 15,1 1 7-15,-3 3 1 0,3-2 1 0,3 1 0 16,3-1 7-16,-2 1-7 0,1-3-1 0,3 2-3 15,2-2 3-15,-2-1 5 0,2-2-8 0,2 0-2 16,0 0-3-16,0-2 0 0,2 0 1 0,2-1 0 16,-2-3-3-16,-6 0 3 0,14 0-1 0,-5 0-1 15,-9 0-1-15,10-3 5 0,-5-3 0 16,3 4-2-16,-4-3 6 0,2 1-8 0,-2-2 3 16,0-1 3-16,-4 7-2 0,6-10-6 0,-3 4 15 0,1 0-5 15,-2 0-2-15,1-1 0 0,2 3 2 0,-5 4-1 16,4-11-11-16,-4 11 12 0,4-6-5 0,-4 6-2 15,0 0 5-15,5-5-1 0,-5 5 3 0,0 0 6 16,0 0 2-16,8 16 4 0,-7-7-3 16,0 2 7-16,-1 5 4 0,1 0 0 0,-1 3 1 15,0 1 1-15,2 3 4 0,-4 3-9 0,2 0 2 0,-2-1 0 16,1 1-1-16,-3-1-7 0,2 4 7 0,0-4-4 16,-2 2-2-16,3-8 3 0,2 0-9 0,-1 1 4 15,-1-1-13-15,-1-1 9 0,2-1 1 16,0 0-4-16,-1-2-2 0,0-4 10 0,-2 1-8 15,2-2 2-15,-4-2-2 0,2 0 1 0,0-2 1 16,-1-1-1-16,-5 2-5 0,1-1-1 0,-1-4 0 16,1 2-4-16,2-4 7 0,-3 2-10 0,9-2 2 15,-15-2 5-15,6 2-3 0,9 0 3 0,-15-6-1 0,8 4-4 16,2-4-2-16,1 1-5 0,-1 0-2 16,5 5-8-16,-1-17-15 0,3 8 12 0,2-2 4 15,6-3 3-15,4-4 0 0,3-1 5 0,7-1-11 16,-1 0 8-16,2-3 6 0,-1 0-10 0,3 2 16 15,-2 0-3-15,1 0-2 0,-1 2 5 0,1-1 0 16,0 3 0-16,-1-3-1 0,-2 2-1 0,0 1 5 16,-5 0 1-16,-3 2-3 0,3-4 1 0,-4 5 4 0,-3-2-2 15,-1 1-5-15,1 0 4 0,-1-2 1 16,-3 5-5-16,-2-4 2 0,1 5 3 0,-3 0 0 16,-1 2-1-16,1-1-1 0,-4 2 1 0,1 8 0 15,-4-11 2-15,0 7-1 0,4 4-4 0,-14-1 5 16,5 2 5-16,-2 5 0 0,0 1-4 0,1 1 4 15,0 2 4-15,1 1-4 0,1-1 1 0,-1 2 2 16,3 0-2-16,3-2-1 0,1 2 2 0,1-1 2 16,4-1-3-16,1 2-22 0,4-4-20 0,1 1-29 15,2-1-25-15,6-4-28 0,0 3-28 0,2-1-45 16,-1-5-38-16,1 1-45 0,-1 0-149 0,2-1-458 16,-5 0 203-16</inkml:trace>
  <inkml:trace contextRef="#ctx0" brushRef="#br0" timeOffset="-89036.5">16699 15826 43 0,'0'0'157'0,"0"0"10"16,0 0-16-16,-17 26-13 0,8-17-15 0,-1 7-12 15,0 0-13-15,-3 0-6 0,-2 7-4 0,-4-1-29 16,2 1-32-16,-2-1-40 0,1 1-45 0,3-1-39 16,-2 0-84-16,5-5-197 0,3-2 87 15</inkml:trace>
  <inkml:trace contextRef="#ctx0" brushRef="#br0" timeOffset="-88676.7">17201 15554 95 0,'1'-10'241'0,"1"1"-9"16,-4-1-15-16,4 3-13 0,-2-3-14 0,0 10-6 15,-5-10-15-15,5 10-4 0,-2-10-15 0,2 10-16 16,-3-5-15-16,3 5-9 0,-11 2-7 0,11-2-9 16,-18 13-8-16,7-2-5 0,-1 5-6 0,0 0-5 15,1 7-5-15,2 1-9 0,1 0-1 0,-4-2-7 16,8 2-3-16,1-5 1 0,2 6-9 0,2-7-2 15,2-1-1-15,2 3-5 0,4-4 0 0,3-1-3 16,0-1-7-16,5-1-19 0,4-1-4 0,-2-3-29 16,9-1-21-16,-8-2-24 0,7-2-20 0,1 1-17 15,-6-4-24-15,6-1-20 0,-6-1-14 0,-2-2-16 16,1 0 3-16,-1-2-1 0,-2-2-118 0,4 2-331 16,-6-1 147-16</inkml:trace>
  <inkml:trace contextRef="#ctx0" brushRef="#br0" timeOffset="-88299.55">17565 15764 465 0,'12'-14'-25'16,"-4"-1"11"-16,-1 1 21 0,-2-2 18 0,3 2 12 15,-4-4 20-15,-3 7 13 0,-1-2 6 0,-1 1 12 16,1 12 10-16,-9-17 14 0,5 8-2 0,-1 0 2 16,1 4-3-16,-2 1 0 0,-2 2-2 0,-3 1-3 15,-1 3-3-15,-1 3 1 0,-2 3-7 0,2 2-6 16,-1 4-8-16,1-2-6 0,-1 4-6 0,4 0-6 16,0-1-5-16,2 2-7 0,3 0-3 0,2-2-5 15,2-2-2-15,2-2-3 0,1 3-6 0,0-3 0 16,2-2-3-16,1-1-5 0,4 1 0 0,-1-3-4 15,0 0-1-15,2-3-1 0,-1-1-1 16,-2-1 2-16,-7-1-2 0,17-1 0 0,-9-1-5 16,-1-3-1-16,0 1 0 0,-1-2 1 0,-1-2-2 0,0 1 0 15,2-4 0-15,-3 4-2 0,1-5-1 0,0 2 1 16,-3-2-3-16,1 1 1 0,1-2-1 0,-2 1 1 16,-2 1 1-16,2 1 1 0,-1 3 8 15,-1-1 2-15,0 8 5 0,0-9 3 0,0 9-5 16,-3-8-8-16,3 8-2 0,0 0 0 0,0 0 0 15,0 0 2-15,0 0-4 0,3 24-1 0,-3-12-3 16,1-1 3-16,-1-1-3 0,3 7 3 0,-1-4-4 16,2 2 5-16,-3-2-14 0,7 2-7 0,-3 1-19 15,0-6-23-15,0 0-22 0,1 2-22 0,1-3-40 0,-1 0-31 16,1-2-32-16,-1-3-21 0,-2 0-148 0,-4-4-400 16,13 5 176-16</inkml:trace>
  <inkml:trace contextRef="#ctx0" brushRef="#br0" timeOffset="-88068.24">17769 15533 45 0,'-3'-16'253'0,"0"7"-1"0,3 9-14 0,-2-12-21 16,2 12-19-16,0 0-20 0,-1-10-19 0,1 10-4 15,0 0-4-15,0 0-5 0,0 0 6 0,5 41-16 16,-5-21-8-16,2-1-14 0,0 6-9 0,-1 2-8 15,1-1-11-15,1 0-9 0,-2-2-5 0,1-3-12 16,-2-2-3-16,2 1-14 0,1-1-26 0,3 1-21 16,-4-4-28-16,2 1-28 0,0-2-32 0,-1-2-34 15,-1-1-39-15,2-2-40 0,0-2-204 0,1 2-443 16,-5-10 196-16</inkml:trace>
  <inkml:trace contextRef="#ctx0" brushRef="#br0" timeOffset="-87846.09">17969 15526 146 0,'0'-8'262'0,"0"8"-22"0,4-13-23 0,-4 13-21 16,0 0-2-16,0 0 4 0,0 0-9 16,0 0-10-16,-6 35-8 0,3-11-13 0,1 3-11 0,-1 3-14 15,0-2-12-15,3 0-8 0,-1-1-14 0,2-1-7 16,-1-2-9-16,2 3-4 0,0-8-21 15,1 2-28-15,-2-2-35 0,0 4-47 0,1-3-49 16,-4-3-45-16,4 1-62 0,-1-2-41 0,-2-3-142 16,1-2-423-16,-2-1 186 0</inkml:trace>
  <inkml:trace contextRef="#ctx0" brushRef="#br0" timeOffset="-87535.8">18094 15926 183 0,'16'-11'212'0,"0"-1"-8"16,1 2-17-16,7-7-11 0,-8 6-13 0,7-4-13 16,-7 3-9-16,0-4-14 0,1 5-9 0,-1-2-6 15,0-2-10-15,-4 1-11 0,1-2-8 0,-6 6-4 16,1-5-6-16,-3 4-7 0,-1-2-4 16,1 2-3-16,-4 2-1 0,2 1 2 0,-3 8-4 0,-4-15-10 15,-1 7 1-15,1 3-6 0,-1-2-6 0,-1 5-1 16,-3-1-6-16,-3 3 3 0,-1 3-3 0,-3 3-1 15,0 5 3-15,-1-1 0 0,2 1-3 0,0 1-1 16,2 3-3-16,3 1-2 0,3-2-2 16,3 2 1-16,1-3-7 0,1 1 6 0,4 3-5 0,3-7-2 15,4 5-15-15,4-2-25 0,-1-2-19 16,4-2-21-16,0-2-29 0,4-1-37 0,0-2-31 16,1-2-22-16,-1 0-19 0,1-2-12 0,1-1-112 15,-1 0-358-15,-1-1 158 0</inkml:trace>
  <inkml:trace contextRef="#ctx0" brushRef="#br0" timeOffset="-87109.01">18661 15709 84 0,'0'0'195'0,"1"-12"6"0,-2 4-5 0,1 8-8 16,-4-9-8-16,4 9-14 0,-12-3-4 0,12 3-7 16,-18 6-7-16,6-3-7 0,-2 6-11 0,-3 2-10 15,2-1-10-15,-1 3-11 0,2 1-10 0,4-1-8 16,0 2-6-16,2-2-8 0,4 0-8 0,3-3-4 15,-2 0 0-15,3-1-10 0,3 1-4 0,0-2-3 16,3 1-2-16,-2-4-4 0,6 0 1 0,-1 1-3 16,0-4-3-16,2-1-4 0,-2 2 0 0,4-3-3 15,-3-3 1-15,1 0-3 0,-1-3 1 0,1 2-3 16,0-2-1-16,-1-2-4 0,1 1 3 0,-1-5-4 16,0-2 0-16,0 1-2 0,-3-3 3 0,0-1-4 15,-1-8 0-15,-2 6-2 0,1-8 1 0,-1 2-1 16,-2-2-1-16,1 0-1 0,-2-1 2 0,1 1 1 15,1 0 5-15,-3-2-2 0,2 7 13 0,0 1 6 16,-2 3 17-16,2 3 15 0,0 4 10 0,-2 11 7 16,1-19-13-16,-1 19-9 0,4-12-7 0,-4 12-3 15,0 0 1-15,0 0 0 0,0 0 1 0,0 0-3 16,3 35 14-16,-3-17-17 0,0 0 0 0,-2 1-5 16,2 7-3-16,3 1-4 0,-3 1-4 0,1-3 5 15,-1 3-6-15,4-4 1 0,-1 2-6 0,3-1-34 16,-2-7-29-16,-1 1-36 0,3 1-34 0,-4-4-41 15,2 1-48-15,-1 1-50 0,-1-4-58 0,0 2-224 16,0-4-579-16,-1-1 255 0</inkml:trace>
  <inkml:trace contextRef="#ctx0" brushRef="#br0" timeOffset="-86309.16">19417 15488 171 0,'3'-9'226'0,"-3"-2"-9"0,0 11-20 0,0-11-22 16,0 11-21-16,2-5-16 0,-2 5-4 0,0 0 2 15,0 0 1-15,0 36-12 0,0-12-8 0,0 2 3 16,0 2-13-16,2 2 19 0,-4-1-8 0,4 2-12 15,0-2-6-15,-2-1-13 0,3 0-8 0,1 1-6 16,-4-2-6-16,2-2-10 0,-1-6 2 0,2 1-18 16,1-1-24-16,-3-1-31 0,4 0-25 0,-2 0-33 15,-3-7-41-15,1 5-43 0,0-6-37 0,0-1-37 16,-1-2-149-16,0-7-408 0,0 0 181 0</inkml:trace>
  <inkml:trace contextRef="#ctx0" brushRef="#br0" timeOffset="-85716.55">19547 15677 90 0,'13'-11'155'0,"-2"-1"-9"0,1-1-17 0,-4 4-12 16,-2-1-6-16,3 1-13 0,-2-1-9 0,-2 0 0 15,1 0-5-15,-3 0-4 0,2-1-1 0,0 1-4 16,0-1-4-16,-4 1-1 0,1 0-3 15,0 1-6-15,0 2 6 0,-2 0 9 0,0 7-2 16,2-12-3-16,-2 12-6 0,1-6-13 0,-1 6-10 16,0 0-1-16,0 0-3 0,0 0-3 0,0 0 3 0,6 19 2 15,-6-3 3-15,0 4-5 0,-3 4-1 0,2 2-6 16,-2 2-2-16,2-1-2 0,-2-1-2 0,3 1 1 16,0-2-4-16,-1-6-5 0,2-2-3 15,-1 2 1-15,2-2 0 0,-1-5-3 0,0 1-4 16,2-3 1-16,-3-1-10 0,1-2-6 0,0 0-2 15,-1-7 2-15,4 11-2 0,-4-11 6 0,6 3-1 16,-6-3-3-16,11 1 4 0,-11-1-3 0,13-4 3 16,-1-1 0-16,-4 2 1 0,5-3-1 0,-1 2 1 15,0-1 1-15,1 1-5 0,-3 1 6 0,0-1-4 16,3 1 2-16,-3 3 0 0,3 0 2 0,1 0 1 16,1 0 5-16,-1 0 1 0,4 2-2 0,-1-4 1 15,2 2 1-15,-5-1-3 0,4 2 3 0,-1-2-1 16,0-2-1-16,-2 2 3 0,-1-4-1 0,-2 2-3 15,1-3 2-15,1 3 0 0,-2-4 2 0,-2 0 1 16,0 1 2-16,-1-2 0 0,-1 0-3 0,-2 0 3 16,1-1-2-16,-2-1-2 0,-1-1-1 0,-1 0 1 15,-1 1 5-15,-4-1-6 0,1 2-1 0,-3-3 0 16,-1 5 0-16,1-2-2 0,-1 3 0 0,0 3-4 16,5 3 4-16,-17-5-3 0,7 5 2 0,-2 2 1 15,-1 4 0-15,1 0 1 0,-1 5-1 0,1 2-3 16,-1 1-2-16,4 4 4 0,2-2-2 0,5 2 5 15,2-2-5-15,1 2-2 0,3 0-22 0,2 0-24 16,5-3-36-16,9 4-36 0,2 0-35 0,0-4-42 16,2-2-160-16,0 0-385 0,9-6 170 0</inkml:trace>
  <inkml:trace contextRef="#ctx0" brushRef="#br0" timeOffset="-85074.02">20627 15754 4 0,'-2'-16'193'16,"-2"3"10"-16,-1-1 5 0,0 4-3 0,1 0 4 16,-4 0-9-16,2 2-14 0,-2 1-12 0,-2 2-10 15,0 2-17-15,0 4-14 0,-2 3-11 16,1 3-7-16,-5 2-8 0,2 3-12 0,0 1-11 0,1 1-12 16,6 2-2-16,-3 1-5 0,2-1-9 15,4 3-2-15,1-3-7 0,5 1-4 0,2 0-2 0,2-2-4 16,-1-4-3-16,5 3-7 0,-1-5 0 0,4 2-1 15,-2-2-7-15,2-5 1 0,1 2 2 0,-1-5-3 16,0 1-6-16,0 0 1 0,-3-4 0 0,1 2-6 16,-2-3-2-16,2-1-4 0,-1-2-1 0,-3-1-2 15,1-2 1-15,-1-3-8 0,-1-3 0 16,1-2 0-16,0 2-2 0,-3-4-1 0,0-8 6 16,-2 1-4-16,0-2 0 0,-5 0-1 0,2-1 4 15,-2-4-1-15,1 2 0 0,-4-1 2 0,2 0-1 0,1 4 3 16,-4 0 8-16,5 1 5 0,-1 6 13 15,1 2 2-15,0 4 8 0,1 4 3 0,-1 2-7 16,2 9-5-16,0 0-3 0,-2-11-7 0,2 11 2 16,0 0 7-16,0 0-9 0,0 0 13 0,-9 42-2 15,9-17 0-15,-1 0 5 0,0 2 1 0,2 0-6 16,3 4-2-16,0-4 0 0,0 1-1 0,5-2-1 16,-2 1 7-16,5-4-6 0,1-1 1 0,0 0-7 15,-2-6 1-15,5-3 3 0,1-1-6 0,1-1-3 16,-3-2 2-16,4-3-14 0,-2 1 17 0,0-2-2 15,-3-3-2-15,-2-2 1 0,1 0-4 0,0-2-2 16,0-1-1-16,3-2-2 0,-4-1-11 0,0-1-4 16,-1-2-1-16,-1-1-2 0,-1-1 1 15,2-1 4-15,-3-4-1 0,-3 0 2 0,-1 1 0 0,1 1 0 16,-3 1-1-16,1 0 1 0,-1 4 2 0,-2-2 5 16,0 5 9-16,0 6 0 0,-2-11-8 0,2 11-2 15,-1-7-3-15,1 7 7 0,0 0 7 0,0 0 2 16,0 0-3-16,-7 24-1 0,5-12-4 0,1 0-2 15,1 0 5-15,3 3-8 0,-3 1-4 0,2 0 12 16,1-5-1-16,3 2-33 0,-1-3-17 0,1 5-34 16,0-5-34-16,-1-1-41 0,1 1-49 0,-1-4-48 15,-1 2-250-15,-4-8-543 0,5 12 240 16</inkml:trace>
  <inkml:trace contextRef="#ctx0" brushRef="#br0" timeOffset="-84875.59">20919 15413 21 0,'0'0'179'0,"1"-11"-16"0,-1 11-14 15,0 0-17-15,0 0-22 0,0 0-40 0,0 0-41 16,0 0-28-16,28 20-39 0,-20-12-25 0,3 2-63 15,1 3-136-15,2-3 61 0</inkml:trace>
  <inkml:trace contextRef="#ctx0" brushRef="#br0" timeOffset="-84459.38">21179 15538 74 0,'0'0'243'0,"0"0"3"0,7-7-4 15,-7 7-20-15,0 0-22 0,0 0-18 0,0 0-17 16,0 0-8-16,13 6 0 0,-7 0-8 0,-3 4-13 15,0 1-12-15,3 5-1 0,-1 1-13 0,-3 2-4 16,0 0-6-16,0 2-9 0,0-4-4 0,-1 9-2 16,4-7-9-16,-4 0-10 0,0 0-5 0,2-3-4 15,-3 1-5-15,0-2 5 0,2-2-15 0,1 2-6 16,0-4-7-16,-1-1 1 0,2-1-5 0,-1 0 0 16,-1-3-2-16,2 2 0 0,0-3-5 0,-2 0 8 15,-2-5-12-15,0 10-1 0,0-10-7 0,4 3 13 16,-4-3 0-16,0 0-1 0,0 0-19 0,0 0 7 15,0 0 2-15,0 0-2 0,5-24-6 0,-5 15-5 16,-1-4 7-16,0-2-8 0,-1-5-5 0,2-5-5 16,-1-2-4-16,4-1-5 0,-2-3 1 0,2-1 1 15,0 1-4-15,1-4 4 0,3 0-2 0,0 3 3 16,0-1-1-16,2 4 6 0,-3 2 1 0,5 2 1 16,0-1 2-16,-4 10 1 0,2 0 1 0,0 3-2 15,2-1 6-15,1 2-2 0,-1 3 2 16,0 5 2-16,0-2 0 0,2 5-3 0,0 1 2 0,0 0 1 15,-2 1-2-15,7 5-13 0,-7 1-29 0,2 4-30 16,-2-3-31-16,-3 7-31 0,-1-3-33 0,-2 2-31 16,-2 1-35-16,1 4-149 0,-4-3-421 15,-2 1 187-15</inkml:trace>
  <inkml:trace contextRef="#ctx0" brushRef="#br0" timeOffset="-83958.35">21316 15713 3 0,'0'0'205'0,"0"0"-8"16,0 0-11-16,30-5-10 0,-16 0-22 0,4-1-16 15,-1-2-10-15,2 2-14 0,1-2-14 0,0 1-6 16,5-5-12-16,-1 1-5 0,-5 2-10 0,-1 3-6 16,-1-3-4-16,-3 1-4 0,-2 2-9 0,-3 0 0 15,2 1-6-15,-3-1 5 0,-1 2 5 0,-1 1 3 16,-6 3-4-16,8-4-7 0,-8 4-2 0,9 0 8 15,-9 0 7-15,8 4 5 0,-6 3 7 0,1-1 1 16,1 1 2-16,-2 3 1 0,-1 3 4 0,3 2 4 16,-4 2-9-16,4-2-4 0,-3 1-1 0,1 1-5 15,0-1-3-15,-1-3-16 0,1 3 6 0,-1-4-3 16,0 0-3-16,2-1-6 0,-2 0 6 0,2-4-11 16,-3 4-1-16,1-7-2 0,-1-4 0 0,3 12-2 15,-2-7 0-15,-1-5-18 0,2 7 12 0,-2-7 1 16,2 7 8-16,-2-7 6 0,0 0 8 0,0 0-2 15,0 0-6-15,0 0 2 0,0 0-7 0,0 0 2 16,0 0-12-16,0 0 8 0,-3-32-22 0,2 19 19 16,3-3-13-16,-2-2-9 0,0-1 0 0,0-6-7 15,0-3-25-15,2 2 16 0,-1-2-8 16,3 1-4-16,-2 1 9 0,1-4-11 0,-1 2 0 0,2-4-2 16,4 2 6-16,-2 5 2 0,1 0-1 0,-4 8 3 15,3-2-1-15,0 5 4 0,-2 1 3 0,1 3-1 16,0 4 5-16,0-3-1 0,3 3-2 0,-8 6 3 15,14-3 1-15,-3 3-2 0,-11 0-11 16,25 5-23-16,-15 2-19 0,2 0-32 0,1 3-32 16,0 2-35-16,1 1-55 0,-3 2-233 0,-5-1-490 15,4 0 217-15</inkml:trace>
  <inkml:trace contextRef="#ctx0" brushRef="#br0" timeOffset="-83149.52">21735 15750 98 0,'0'0'288'0,"-10"2"-2"0,10-2-15 0,0 0-25 15,0 0-25-15,0 0-32 0,0 0-11 0,0 0-16 16,0 0-26-16,28-12-26 0,-15 9-25 0,4-3-32 16,2 2-36-16,-2-1-35 0,0-1-26 0,0 1-30 15,0 0-20-15,-3 1-11 0,-1 1-22 0,-2-1 4 16,2 2 5-16,-4 0 1 0,2-3 7 0,-1 3 6 15,-10 2 6-15,15-4 11 0,-15 4 7 0,11-5 16 16,-11 5 13-16,9-5 17 0,-9 5 20 0,8-4 24 16,-8 4 18-16,9-5 13 0,-9 5 18 0,0 0 17 15,8-7 18-15,-8 7 4 0,0 0 6 0,8-3-2 16,-8 3-4-16,0 0 6 0,0 0 6 0,0 0 5 16,0 0 1-16,9 8-1 0,-7-3-2 0,-2-5-2 15,1 13-4-15,-2-2-3 0,2-1-8 0,-1 0-7 16,0 0-8-16,0 0-5 0,1 0-3 0,-1 0-11 15,4 1-7-15,0-1-1 0,-2-3-5 0,2-2-5 16,0 2-5-16,1-2 5 0,0-1-8 16,0 1-2-16,4-4-3 0,-9-1-3 0,17 2-5 0,-6-2 2 15,-4-1-5-15,0-1-1 0,2-2-7 0,0-2-4 16,0 0-8-16,-1-3-1 0,1 1 2 0,-2-3-1 16,1 1-6-16,1-6 0 0,-1 1-5 0,1 0 2 15,-2-1 1-15,0 0 3 0,-1 0-1 0,-2 3-2 16,0 3 7-16,1-1-11 0,-1 3 18 0,-2 1 5 15,0 1 2-15,-2 6-5 0,4-8-5 0,-4 8 3 16,0 0 5-16,0 0 2 0,0 0 5 16,0 0-5-16,0 0 1 0,0 30-2 0,-2-19 5 15,-2 1 2-15,4 0-1 0,-1-2-2 0,1 3-4 0,3-3 3 16,-1 2 0-16,2-2-5 0,2-1 6 0,-1-1-1 16,1-1-4-16,1-2 3 0,2 0-6 0,4-2-1 15,-4 0 5-15,2-2 1 0,0-2-20 0,0-2 14 16,-1 2 1-16,1-5-3 0,-2 2-8 15,1-3 1-15,-1 0-5 0,2 1-1 0,-3-3-3 16,1 3-3-16,-1-5-3 0,-1 1-2 0,-2-1-1 16,3-5 2-16,-6 6-10 0,2 0 6 0,0-2 6 15,-3 2-4-15,1-3 4 0,-2 6-2 0,0 7 4 0,0-13 0 16,0 13 3-16,-4-10-1 0,4 10-5 16,0 0 6-16,0 0 1 0,-8 0 0 0,8 0-9 15,0 0 9-15,-11 14 2 0,10-4 0 0,-1 2 8 16,1 3-5-16,1-1-2 0,3-3 3 0,-1 6 0 15,3-2 0-15,0 1 3 0,-2-4 2 0,1 3 0 16,-2-3 3-16,1 0 2 0,-2 1 7 0,2-3-6 0,1 3 5 16,-2-5-12-16,2 3 11 0,-3-3 1 15,2 2 0-15,-3-3-7 0,0-7 3 0,2 12 1 16,-3-5 0-16,1-7-7 0,-4 11-7 0,-1-4-24 16,0-2-34-16,-2-1-39 0,0 2-39 0,-3-3-61 15,1 1-49-15,0-1-213 0,9-3-502 0,-19 0 223 16</inkml:trace>
  <inkml:trace contextRef="#ctx0" brushRef="#br0" timeOffset="-82925.56">22608 15580 129 0,'4'-3'258'0,"-4"3"2"16,12 2 4-16,-12-2-14 0,10 7-10 0,-5 0-17 15,-1 3-11-15,1 0-18 0,-1 2-20 16,-2 0-13-16,0 5-15 0,-2-7-14 0,0 6-11 16,1-1-15-16,0 1-7 0,-1-4-2 0,0 0-21 0,1 0-21 15,1-3-33-15,-4 1-40 0,2-1-40 0,0-9-44 16,-1 18-54-16,1-18-60 0,-1 11-230 0,1-11-481 16,-3 9 214-16</inkml:trace>
  <inkml:trace contextRef="#ctx0" brushRef="#br0" timeOffset="-82745.44">22606 15466 180 0,'0'0'191'0,"-5"-12"-22"0,5 12-17 0,-3-9-42 16,3 9-48-16,0 0-40 0,0 0-48 0,0 0-52 15,0 0-53-15,0 0-141 0,0 0 62 0</inkml:trace>
  <inkml:trace contextRef="#ctx0" brushRef="#br0" timeOffset="-82157.74">22956 15615 208 0,'0'0'281'0,"0"0"2"0,6-6-12 0,-6 6-14 15,0 0-23-15,0 0-15 0,0 0-19 0,0 0-11 16,0 0-11-16,0 0-16 0,-28 25-14 0,17-19-13 16,2 5-16-16,1-4-9 0,-3 7-9 0,2-2-13 15,1-2-8-15,2 1-4 0,-2 0-11 0,6 1-1 16,-1-3-23-16,2 4 7 0,1-13-2 0,5 20-8 16,0-13 9-16,1 0-11 0,-1-1 4 0,3 2-2 15,-2-4-12-15,-6-4-3 0,13 7-12 0,-13-7 4 16,17 2-7-16,-8-2-6 0,-9 0 3 0,12-4-5 15,-6 0-6-15,0 0-7 0,3-2 9 0,-4-3-14 16,0 0-1-16,-1-3-15 0,1-4 9 0,-1-1 5 16,2 2-6-16,-1-5 0 0,-1 2 0 0,0 0-4 15,1-6 0-15,-2 10 3 0,-1 2 7 0,1 1-1 16,2 3 2-16,-5 8 3 0,4-13 1 0,-4 13-2 16,6-7 3-16,-6 7 5 0,0 0 1 0,12 6 10 15,-5 1 4-15,0 2 0 0,-1 6 11 16,1-1 0-16,-1 2 1 0,0 1 3 0,1 1-5 0,-2 1 5 15,-1-2-7-15,0 0 0 0,-2-5 0 16,2 3 0-16,0-3 2 0,-1 0-4 0,0-2-1 0,0-1-9 16,-2-2 9-16,0-2 2 0,-1-5-3 15,3 10 1-15,-3-10-1 0,2 5 2 0,-2-5-4 16,0 0 3-16,0 0 0 0,0 0 0 0,0 0-5 16,0 0 4-16,9-15-3 0,-4 8 1 0,-1-1-5 15,1-3 0-15,2 0-1 0,2-3 3 0,1-1-4 16,1 0-1-16,5 0-4 0,-3 1 3 0,-1 3 7 15,1 0-1-15,-3 4-3 0,2 0 0 0,-2 2 3 0,0 0 0 16,2 5-1-16,-6 0-7 0,-6 0 10 0,14 3 5 16,-7 1-11-16,-1 2 17 0,-1 0-10 15,0 1-11-15,-1 1-2 0,-3 2 20 0,2 0-6 16,0 0 8-16,-3 0-24 0,2 0-33 0,-1 2-48 16,-2-3-48-16,1-9-56 0,0 17-59 0,3-9-285 15,0 0-578-15,1 1 255 0</inkml:trace>
  <inkml:trace contextRef="#ctx0" brushRef="#br0" timeOffset="-81767.47">23977 15657 250 0,'-13'0'263'0,"13"0"-3"0,-13 7-2 0,5 1-5 16,-3 0-11-16,4 1-17 0,-6 4-19 0,1 0-16 16,5 1-16-16,-2 0-15 0,1-4-19 0,3 6 0 15,0-2-14-15,2 0-13 0,3-4-1 0,2 2-16 16,1 0-13-16,3 0-1 0,-1-2 0 0,2-3-12 16,1 2-2-16,2-3-10 0,3-1 0 0,-1 0-3 15,-2-2-5-15,2-1-6 0,1-2-7 0,1-1-1 16,-2 0 3-16,1-3-6 0,-1 1-2 15,0-2-1-15,3-4 1 0,-6 2-13 0,2-2 4 16,-4-1-5-16,1-4 7 0,-3 0-6 0,-4-2-5 0,0 0-7 16,-2 1 6-16,-4-4-4 0,1 2 3 0,-5-1-9 15,0 1-6-15,-1 2-9 0,-1 1-5 0,-1 1-10 16,-2 1-18-16,-3 5-21 0,3-2-15 0,-2 2-16 16,2 5-22-16,-5 1-23 0,2 2-31 15,4 4-29-15,3 1-41 0,0 2-39 0,-2 5-171 16,8-3-491-16,3 4 216 0</inkml:trace>
  <inkml:trace contextRef="#ctx0" brushRef="#br0" timeOffset="-81307.66">24109 15959 182 0,'7'-2'252'0,"4"-1"-8"16,-2-1 12-16,1-1 2 0,0-1-17 0,-1 1-14 15,1-4-18-15,1 0-8 0,0 1-13 0,2-2-12 16,1-3-17-16,-3 0-12 0,-2 0-14 0,4 1-21 15,-3-1 5-15,1-2-13 0,0 0-13 0,-2 0-12 16,-3-3-6-16,2 3-6 0,-2-3-9 0,-1 3 0 16,-2-2-11-16,-2 2 2 0,1 1-5 0,-2-1-1 15,-2 4-11-15,0-3-4 0,0 6-5 0,-4-1 1 16,-2 1-5-16,1 1-5 0,7 7-5 0,-16-7 1 16,6 5 0-16,10 2-1 0,-15-3-2 0,15 3-1 15,-14 1 2-15,14-1-4 0,-10 7 1 0,10-7-2 16,-8 4 0-16,8-4 8 0,-3 7-2 0,3-7-7 15,0 0 7-15,0 0-5 0,18 14 2 0,-6-10-2 16,1-3 1-16,6 0 4 0,-3-2-1 0,3 2-2 16,-2-1 2-16,1 0-3 0,1-1 1 0,-2-1-2 15,-1-2 4-15,-2 1 9 0,-2 3-17 0,-1-1 7 16,1 1-19-16,-12 0 17 0,25 1 1 0,-13 0-3 16,2 3-5-16,-5 0 6 0,0-1 0 15,1 3 3-15,-2 1-1 0,-2 2 2 0,-1-1 4 16,2 4-1-16,-1 0 5 0,-5-1 1 0,2 5 1 0,-2-1 0 15,-2 2-2-15,1-3 5 0,-3 4 1 0,-2-3-2 16,-1 0-5-16,2-2-6 0,2 3-4 0,-4-4 7 16,4-2-15-16,2 2-8 0,-1-1-32 0,1-11-43 15,-2 15-52-15,2-15-52 0,0 0-60 0,0 20-80 16,0-20-229-16,0 0-603 0,0 0 267 0</inkml:trace>
  <inkml:trace contextRef="#ctx0" brushRef="#br0" timeOffset="-78811.56">1596 16721 82 0,'0'0'233'15,"0"0"-8"-15,-7 5-12 0,7-5-9 0,0 0-11 16,-6 4-6-16,6-4-5 0,0 0-4 0,0 0 0 16,0 0-9-16,0 0-6 0,0 0-2 0,0 0-7 15,0 0-7-15,0 0 5 0,0 0-11 0,0 0-19 16,0 0-8-16,0 0-6 0,0 0-16 0,0 0-4 15,10-28-13-15,-3 18-9 0,0-1-3 0,1-5-10 16,4-1-9-16,3-5 5 0,3-1-3 0,3-3-13 16,0 0 1-16,2 1-1 0,0-4-5 15,6-9-6-15,-11 10-5 0,5-1 2 0,-3 2-3 0,-4-1-4 16,0 2 1-16,-1 3 0 0,-9 5-8 16,2 2 5-16,-2 1 0 0,-3 3-10 0,-1 4 9 15,-1-2-1-15,-1 10-9 0,0 0-5 0,-3-14 2 16,3 14-7-16,-13 0 5 0,13 0 0 0,-30 4-3 15,6 7-1-15,-3 3 2 0,2 3-1 0,-3-2 0 16,2 4 4-16,4-3-4 0,3 2 1 0,1 1 3 16,7-6-12-16,4 2-6 0,3-1-1 0,4 4 1 0,3-3-1 15,5 3-7-15,1 0 0 0,5-2-1 16,5 5-1-16,4-2 6 0,4 0 0 0,0-4 0 16,3 2 4-16,1-2-1 0,-2 0-1 0,-1 0 10 15,-4 2-6-15,-1-5 2 0,-6-2-1 0,-3 1 1 16,0 0-2-16,-6-2 5 0,2 0-2 0,-2-1 1 15,-3 1 6-15,-2-3-2 0,-3-6 2 0,0 19 2 16,-4-10 4-16,-6 4-4 0,-2 0 3 0,-2 0-1 16,-4-2-8-16,-2 1-13 0,0 1-23 0,-5 2-33 15,5-6-40-15,3-2-48 0,4-1-50 0,3-4-234 16,-4 1-494-16,14-3 219 0</inkml:trace>
  <inkml:trace contextRef="#ctx0" brushRef="#br0" timeOffset="-78317.69">2101 16377 136 0,'2'-11'201'0,"-1"1"1"16,0 1-2-16,-1-1-10 0,2 2-10 0,-2 8-7 15,0-11-7-15,0 11-5 0,4-10-23 0,-4 10-18 16,0-7-9-16,0 7-14 0,0 0-12 0,0 0-2 16,0 0-2-16,0 0 1 0,7 39-2 0,-7-18 1 15,3 4-5-15,-2 1-10 0,-1 2-4 16,3 1-6-16,-3-3-6 0,4-1-2 0,-2 3-2 15,1-5-2-15,-5-4-7 0,5 0-5 0,0 6 1 16,-3-7-7-16,0 0-1 0,5-2-9 0,-4-3-29 16,1-1-25-16,-2-1-32 0,2 5-31 0,-2-6-39 15,1 0-39-15,-1-10-47 0,1 15-178 0,-1-15-435 16,0 0 192-16</inkml:trace>
  <inkml:trace contextRef="#ctx0" brushRef="#br0" timeOffset="-77951.66">2078 16549 101 0,'0'0'146'0,"6"-8"-16"0,-6 8-8 0,0 0-13 16,10-3-8-16,-10 3-5 0,0 0-11 0,19 2-7 15,-19-2-7-15,0 0-9 0,19 9 4 0,-12-4-6 16,2 4-1-16,0 1-2 0,-3 0 2 0,-2 1-5 15,2 1-1-15,3 3 0 0,-4 1-7 0,3-2-2 16,2 1 0-16,-2-1-5 0,-2-2-9 0,5 1 3 16,4-1-6-16,-2 0 3 0,-2-5-2 0,-1-2-1 15,2 1-6-15,1-1 0 0,5-2-1 0,-6-1 1 16,-12-2 1-16,28-3 3 0,-17 1 10 0,-11 2 4 16,23-9 8-16,-13 4 9 0,-2-4 6 0,1 1 5 15,-2-2 1-15,-3-2-6 0,0-1-6 0,0 2-1 16,-3-2-1-16,0-2-6 0,-1 15-7 0,-2-26-1 15,-5 11-9-15,1-1-15 0,-6 3-16 16,0 3-17-16,-2 0-15 0,-2 1-16 0,1 2-25 0,-3 0-19 16,-1 7-43-16,4-3-26 0,-6 4-34 0,6 2-149 15,-3 2-373-15,2 0 164 0</inkml:trace>
  <inkml:trace contextRef="#ctx0" brushRef="#br0" timeOffset="-77545.61">2451 16767 48 0,'0'0'231'0,"0"0"-3"0,0 0-12 0,15-9-13 16,-15 9-8-16,0 0-4 0,7-11-13 0,-7 11-3 16,2-12-10-16,-2 12-19 0,6-13-14 0,-6 13-8 15,4-20-18-15,-1 8-4 0,-1 1-11 0,-2 11-11 16,7-30-8-16,-6 19-5 0,2-1-10 0,-3-6-4 0,1 5-5 15,-1-1-5-15,0 14-1 0,-3-25-9 0,2 14-2 16,1 11-5-16,-3-14-2 0,3 14 0 16,0 0-3-16,-1-16 0 0,1 16-6 0,0 0-8 15,-4-10 7-15,4 10-13 0,0 0-7 0,0 0-5 16,0 0-9-16,0 0 0 0,0 0-6 0,0 0 0 16,0 0-9-16,0 0 5 0,35 7-1 0,-35-7 2 15,25 8 0-15,-9-3 2 0,-2-1-2 0,-1-1 4 16,3 3 2-16,-6 1 2 0,1-1 0 0,1 0 2 15,-1 2 2-15,-2-2-2 0,-1 3 7 0,-1 1 2 16,1 1-3-16,-1 1 5 0,0 0 2 0,-2-2 3 16,-1 2-2-16,-2-1 2 0,-2-11-1 0,3 25 3 15,-1-15-14-15,0 5-21 0,-4-1-32 16,2-14-36-16,4 19-18 0,-3-6-38 0,-1-13-29 16,4 18-143-16,0-11-359 0,-4-7 160 0</inkml:trace>
  <inkml:trace contextRef="#ctx0" brushRef="#br0" timeOffset="-77179.74">2939 16585 87 0,'0'0'181'0,"0"0"0"16,-8-6-16-16,8 6-8 0,0 0-2 0,0 0-14 15,-30 18-15-15,22-9-9 0,0 1-11 0,-1 0-10 16,3 4-14-16,0 0-1 0,0-3-12 15,2 0-4-15,2 1-7 0,2-12-5 0,0 21-3 16,0-21-10-16,1 18-2 0,-1-18-1 0,5 14 0 16,-5-14-13-16,4 11 3 0,-4-11 1 0,8 8-8 0,-8-8 0 15,0 0 2-15,0 0-4 0,0 0-1 0,0 0-1 16,22-6 0-16,-22 6-2 0,0 0 0 0,9-16-1 16,-9 16-1-16,5-14-2 0,-5 14 3 15,6-17-5-15,-6 17 2 0,1-15-4 0,-1 15 1 16,2-11-1-16,-2 11 3 0,0 0 3 0,1-15 1 15,-1 15-4-15,0 0-4 0,0 0-2 0,0 0-1 16,0 0-4-16,0 0 2 0,0 0 4 0,0 0-4 16,0 0 3-16,0 0 2 0,20 34-5 0,-18-26-20 15,-2-8-25-15,10 22-28 0,-6-11-30 0,1 0-39 16,0-2-30-16,1 0-154 0,3-2-352 0,-9-7 156 16</inkml:trace>
  <inkml:trace contextRef="#ctx0" brushRef="#br0" timeOffset="-76479.73">3293 16590 73 0,'-10'-6'191'0,"10"6"-8"16,0 0-14-16,-19 1-12 0,19-1-9 0,-20 10-14 15,11-2-10-15,2 2-11 0,-2-1-10 0,1 2-6 16,4 1-15-16,-2-3-12 0,6-9 0 0,-4 22-5 15,1-12-9-15,3-10-6 0,0 20-4 0,0-20-7 16,0 0-3-16,4 18-6 0,-4-18-6 0,5 7-9 16,-5-7 10-16,11 4-7 0,-11-4-2 15,0 0-2-15,0 0 3 0,0 0-4 0,24-8 7 16,-24 8 2-16,9-8-3 0,-9 8 11 0,9-11 4 0,-9 11-6 16,5-11-1-16,-5 11 2 0,4-11 2 0,-4 11 7 15,5-11 2-15,-5 11 4 0,0 0 5 0,6-13 6 16,-6 13 4-16,0 0 0 0,0 0-3 15,2-11-7-15,-2 11-6 0,0 0-8 0,0 0-2 16,0 0 7-16,0 0-3 0,0 0-2 0,21 32 3 16,-13-16 1-16,0 0-5 0,-1 10-3 0,0-4-1 15,-3 5-1-15,-2 3-1 0,2-2-6 0,1 1 1 16,-3 0-2-16,1-1-5 0,-3-1 10 0,-1 2-11 16,1-2 1-16,-5-3 1 0,-2 5-5 0,2-4 7 15,-2-8-14-15,-1 1 9 0,-3 4-9 0,-2-7 1 16,-1 1 0-16,1-4-11 0,0-1-4 0,-1-1-8 15,4-3-6-15,-2-2-3 0,2-2-10 0,1 1-3 16,9-4 2-16,-15 0-13 0,15 0-1 16,-10-8 5-16,2 2-7 0,3-3 1 0,1-2-8 0,4 11-8 15,-1-28-2-15,7 9 2 0,2 2 1 0,5-7 1 16,2-2 9-16,0 1-1 0,4-2 5 0,3 1 8 16,0 1 3-16,2-3 2 0,-1 1 10 15,12-8 3-15,-11 9-2 0,1 1 1 0,1 1 7 16,-2-1-1-16,1 3 5 0,-4-1 0 0,0 0 3 15,0 3 5-15,-3 2 3 0,-7 3-8 0,0-2 9 16,-1 1 4-16,-3 1 6 0,-2-1 1 0,-1-1 17 16,-4 5 10-16,0-1-4 0,0 13 4 0,-6-22 8 15,1 12 7-15,5 10-3 0,-12-13 2 0,1 9-6 16,11 4 0-16,-24 1-1 0,24-1 2 0,-27 12 2 16,14-2 5-16,1 3-4 0,0 3-3 0,3-1-3 15,1 2-7-15,0 0 1 0,3 2-4 0,5 0-3 16,2 0-1-16,3-2-19 0,9 5-17 0,-2-8-33 15,9 2-37-15,9-4-44 0,2-4-43 16,19-1-48-16,4-2-179 0,-1-3-425 0,4-4 188 16</inkml:trace>
  <inkml:trace contextRef="#ctx0" brushRef="#br0" timeOffset="-75419.58">4393 16606 39 0,'-7'-14'232'0,"3"8"4"0,4 6-3 15,-10-10-13-15,2 5-17 0,8 5-10 0,-22-1-12 16,22 1-19-16,-29 7-12 0,10 1-5 0,2 2-16 15,-1 1-8-15,-1 9-12 0,5-5-2 0,0 1-18 16,-1 6-9-16,4-4-4 0,5-3-11 0,-2 0-6 16,7 2-6-16,2-1-4 0,3 0-4 15,0-1-10-15,5 2-17 0,0 0-29 0,2-4-25 0,-1 0-18 16,3-4-25-16,3 1-16 0,0-4-17 0,1-2-10 16,3 0-14-16,1-5 9 0,0 2-16 15,1-4 16-15,5 3 15 0,-1-5 6 0,-5-1 14 16,5-3 11-16,-8 2 5 0,0-3 17 0,-1 0 8 15,0 0 11-15,0-2 3 0,-4-2 10 0,-1 2 4 16,0-2 18-16,-3 0 3 0,0 3 18 0,-4 2 5 16,-3-2 10-16,0 3 20 0,-2 8 15 0,0-16 1 15,0 16 9-15,-4-10 1 0,4 10 1 0,-13-7 3 16,13 7-1-16,-17 0 3 0,17 0 1 0,-21 7-5 16,9 0-4-16,-4 4 1 0,1 3-9 0,3-1-7 15,3 3-4-15,-2 2-1 0,3-4-9 0,3 1 0 16,1 2-7-16,4-1-8 0,0-5 5 0,2 2-6 15,0-3-6-15,1-1 5 0,-3-9-5 0,13 13-1 16,-6-5-3-16,2-4 1 0,1-2-4 0,1 2 1 16,-11-4-5-16,23 0 2 0,-23 0-2 15,21-7-3-15,-11 1 1 0,0 3-2 0,-2-5 0 16,-8 8 1-16,14-14 1 0,-9 6-5 0,-5 8 4 16,8-17 0-16,-4 7 0 0,-4 10 5 0,2-15-11 15,-2 15 0-15,0-12 2 0,0 12 4 0,0 0 6 16,-1-17 9-16,1 17-6 0,0 0-1 0,0 0-4 15,-3-14-3-15,3 14-4 0,0 0 1 0,0 0-4 16,0 0 3-16,0 0 1 0,0 0 0 0,0 0-2 0,0 0 1 16,14 38 0-16,-7-27-2 0,-1-3 3 15,2 1-2-15,1-1 8 0,1-2-10 0,1-1 6 16,2-1 2-16,-13-4-7 0,24 4 4 0,-11-4-3 16,-13 0 2-16,26-8-6 0,-13 4 1 0,2-3-1 15,-4 1-4-15,6-5 2 0,-4 1 1 0,2-2-2 16,-5-2 1-16,1 2 2 0,1-2 5 0,-1-1-8 15,-2-1 4-15,2 0-1 0,-6-1-2 0,4 1-2 16,-4-3 0-16,-1 0 6 0,1-7-5 0,-4 7 1 16,7-5-1-16,-4 5 2 0,-2 1 0 0,2 1 9 15,-1 1 13-15,-3 16 17 0,4-22 9 0,-4 22 9 16,0-16-3-16,0 16-10 0,0 0-2 16,0 0-13-16,0 0-1 0,0 0 4 0,0 0 4 15,0 0-4-15,0 0-1 0,-2 57 4 0,-1-29-7 16,1 2 4-16,-2 4-2 0,-2 2-1 0,3 0-1 15,3 9-1-15,-3-9-9 0,1 10 9 0,5-13-9 0,-2 2 0 16,-1 1 1-16,4-2-3 0,-4-2-3 16,-3 2-3-16,2-5-11 0,2 1-1 0,-2-2-18 0,1 0-6 15,1-1-20-15,-1-1-33 0,0-8-37 16,-1-5-42-16,4-1-42 0,-3-12-53 0,0 19-37 16,0-12-229-16,0-7-561 0,0 0 249 0</inkml:trace>
  <inkml:trace contextRef="#ctx0" brushRef="#br0" timeOffset="-75172.11">5041 16757 159 0,'26'-13'195'0,"-7"7"9"0,8-5-22 16,-6 9-12-16,-1-1-19 0,-2 3-13 0,-2 2-8 0,-3 1-17 15,-3 0-9-15,0 1-3 0,-10-4-14 0,8 10-8 16,-8-10-4-16,1 17-2 0,-1-17-13 0,-6 19-1 16,-2-3-14-16,-1-1 0 0,-1 0-1 0,-3-2-10 15,1 2-13-15,-5-2-21 0,0-3-40 16,-8 6-35-16,2-1-50 0,-3-4-55 0,2-2-129 16,3-3-333-16,1 0 147 0</inkml:trace>
  <inkml:trace contextRef="#ctx0" brushRef="#br0" timeOffset="-74537.76">5397 16664 152 0,'-3'-5'208'0,"3"5"-1"0,-8-8-3 0,4 4-21 0,4 4-11 16,-12-3-14-16,4 2-9 0,8 1-12 15,-22 4-15-15,12 0-7 0,-4 4-9 0,0 4-6 16,2 0-11-16,2 3-4 0,0-2-6 0,1 1-8 15,1 2-8-15,3 0-3 0,3-3-10 0,3 1-1 16,0-2-7-16,1 0 1 0,3 0-7 0,0-2-8 16,0-1 0-16,0 0-4 0,3-3-4 0,-1-2-7 15,4 0-2-15,-4-3-5 0,-7-1-1 0,21 2 0 16,-21-2 5-16,15-4-3 0,-7 1-4 0,1-3 0 16,-2 2-3-16,0-6 2 0,2 3 2 0,-3-3-1 15,-1 1-2-15,-1-1 1 0,0 1-2 0,-2-1 3 16,1-1-1-16,1 1-2 0,-2 5 0 0,-1-3 8 15,2 0-7-15,-3 8 2 0,1-8-1 0,-1 8 1 16,2-9-4-16,-2 9 2 0,0 0-1 0,0 0 3 16,0 0 0-16,0 0 4 0,0 0-3 0,11 20-1 15,-6-4 3-15,-2-5-1 0,2 4-11 0,-3-3-19 16,0 5-23-16,0-5-29 0,0 0-37 0,1 0-47 16,0-2-43-16,1 0-176 0,-4 0-409 15,1-1 181-15</inkml:trace>
  <inkml:trace contextRef="#ctx0" brushRef="#br0" timeOffset="-74091.69">5696 16631 33 0,'-8'-6'235'0,"8"6"-11"16,-12-3-14-16,12 3-8 0,-10 4-10 0,4 1-6 15,-2 2-13-15,1 3-13 0,0 5-6 0,-1 1-12 16,2-1-10-16,1 3-15 0,2 0-6 0,2-3-10 16,2 2-10-16,1-5-7 0,8 4-9 0,-5-4-6 15,3 4 0-15,-1-5-14 0,7-1 0 0,-1-1-7 16,4-3-1-16,-6 0-6 0,11-4-4 0,-2 1 2 16,0-2-9-16,0-1 4 0,2-1-10 0,-2-3 2 15,-1-3-4-15,-1 1 1 0,0-1-1 0,-4 0-6 16,2-2 0-16,-6 0 5 0,0 2-5 0,-1-3-3 15,1-3 1-15,3 0-5 0,-5-2 7 0,-2 4-6 16,2-3-4-16,-1 0 1 0,-3-3 1 0,-1 5-1 16,-2-3-1-16,2 4-7 0,-2-1 8 0,-1 1-4 15,0 11 9-15,0-13 8 0,0 13 4 0,0-10-1 16,0 10 0-16,0 0-10 0,0 0 2 16,0 0-2-16,0 0-3 0,0 0 6 0,0 0-1 0,0 0 1 15,-8 33 2-15,7-18-4 0,1 3 2 0,-3 0-5 16,5 1-5-16,-4-2 8 0,5 2-9 0,-1-2 4 15,2 0-11-15,-1-1-15 0,1-4-30 16,0 0-39-16,-1 2-43 0,0-5-46 0,2-2-65 16,-5-7-266-16,0 0-548 0,5 15 242 0</inkml:trace>
  <inkml:trace contextRef="#ctx0" brushRef="#br0" timeOffset="-73916.58">5937 16563 2085 0,'-5'-9'-2'0,"-6"0"27"0,4 2-5 15,1 1-23-15,6 6 3 0,0 0-15 0,-9-5-20 16,9 5 3-16,0 0-21 0,0 0-32 0,0 0-54 16,0 0-156-16,0 0-319 0,0 0 142 0</inkml:trace>
  <inkml:trace contextRef="#ctx0" brushRef="#br0" timeOffset="-73480.98">6370 16419 42 0,'0'-17'250'0,"0"17"-2"0,-2-16-3 0,2 16-8 0,0-13 0 15,0 13-5-15,0 0-31 0,0-12-14 0,0 12-26 16,0 0-16-16,0 0-5 0,0 0-6 0,0 0 2 16,0 0-3-16,0 47-7 0,-4-21-11 0,-1-1-11 15,2 4 5-15,2-4-20 0,1 0-7 0,-1 3-5 16,0-2-8-16,-2-7-8 0,0 9-6 0,1-8-10 16,-1 0 4-16,1-2-10 0,-2 2-4 15,1-2-20-15,-2-1-14 0,5 1-26 0,-2-7-30 16,0 2-20-16,1-4-32 0,0 1-29 0,1-10-24 15,0 0-30-15,-1 17-11 0,1-17-36 0,0 0-23 0,-4 4-133 16,4-4-424-16,0 0 187 0</inkml:trace>
  <inkml:trace contextRef="#ctx0" brushRef="#br0" timeOffset="-72992.98">6212 16585 134 0,'0'0'150'0,"0"0"1"0,0 0-6 16,0 0-8-16,29-6-14 0,-12 7-5 0,5-1-13 16,6 0-8-16,0-1-11 0,1-1-9 0,-7 2-7 15,7-1-5-15,-6-2-6 0,-1 3-5 0,-3 0-1 16,0 0-6-16,-1-2 2 0,-6 1-7 0,-1 1 1 16,2 0-4-16,-13 0-8 0,13 0 5 0,-13 0-8 15,14 0-2-15,-14 0 3 0,0 0-4 16,11 1 4-16,-11-1-4 0,0 0 5 0,8 5 7 0,-8-5 5 15,0 0 6-15,0 0-5 0,-13 26 2 0,3-13 0 16,3-1-1-16,-3 1-3 0,1 1-4 0,4-2-4 16,-1-1-3-16,1 7-3 0,2-6 0 15,1 2-3-15,-1-4-3 0,3 2-1 0,-2-2-3 16,2-10 0-16,4 18-1 0,-1-10-2 0,-3-8 2 16,6 11-2-16,-6-11 2 0,6 6-6 0,-6-6-1 15,9 2 2-15,-9-2-2 0,14-1-1 0,-14 1 0 0,14-7 1 16,-14 7 0-16,9-10-4 0,-4 4-2 15,-5 6 3-15,10-11-1 0,-6 3 3 0,-1-2-4 16,-1 1 1-16,-2 9-2 0,1-23 0 0,-1 12 2 16,-1 1 5-16,1 10-8 0,-2-19 0 0,-1 10-2 15,3 9 5-15,-1-10 0 0,1 10-3 0,0 0-3 16,0 0 2-16,0 0 7 0,0 0 6 0,0 0 0 16,0 0 4-16,0 0 0 0,0 0 0 0,1 41 0 15,-1-25-6-15,1 2 0 0,1-3-3 0,-2 2-12 16,2-1-37-16,1 2-37 0,1-1-52 0,-2-5-54 15,-1-2-48-15,-1-10-170 0,-1 23-433 0,2-13 192 16</inkml:trace>
  <inkml:trace contextRef="#ctx0" brushRef="#br0" timeOffset="-72606.27">6763 16771 60 0,'0'0'245'0,"0"0"-19"0,0 0-14 0,0 0-15 16,11 13-7-16,-11-13-15 0,0 0-9 0,3 14-11 0,-3-14-13 15,0 10-9-15,0-10-12 0,0 11-11 0,0-11-4 16,0 0-7-16,0 0-4 0,-4 15-6 0,4-15-7 16,0 0-5-16,0 0-7 0,0 0-10 15,-7 4-4-15,7-4-5 0,0 0-2 0,0 0-6 16,0 0-2-16,0 0-5 0,0 0-7 0,0 0-5 15,-5-29 1-15,5 29-2 0,5-15-3 16,2 7-3-16,-2-5 0 0,2 2-1 0,4-3-6 0,-1 0 3 16,0-1-7-16,4 4 5 0,-3 0-3 0,-2 0-4 15,1 4 3-15,-1 1-7 0,-1-1 5 0,-1 4-9 16,-7 3 3-16,14-4 1 0,-14 4 5 0,18 5 1 16,-9-3-2-16,-3 3 1 0,2 0 6 0,1 3-2 15,-4 2 2-15,2-1-2 0,-2 4 1 0,0 1-1 16,-1-3-4-16,1 0-15 0,-2 0-29 0,-1 3-24 15,-2-3-44-15,0-11-45 0,2 18-57 0,-2-11-50 16,0-7-169-16,0 0-461 0,-1 19 204 0</inkml:trace>
  <inkml:trace contextRef="#ctx0" brushRef="#br0" timeOffset="-72171.74">7213 16606 171 0,'-12'3'238'0,"12"-3"-3"0,-13 12-17 15,7-3-11-15,-2 6-9 0,0-6-17 16,0 7-10-16,0 0-15 0,0 0-19 0,1 8-8 16,-1-7-14-16,4 1-5 0,3-2-16 0,0-2-9 15,4 1-8-15,1 0-6 0,3-4-9 0,-2 0-4 16,2-2-4-16,4 0-3 0,3 1-7 0,-3-5 0 15,7-1-7-15,-1-3-1 0,2-1-4 0,2 0-2 16,-1-2-5-16,8-6 4 0,-8 4-3 0,2-1-5 16,-3-3 1-16,8-1 1 0,-12-1-3 0,7-4 1 15,-5 2-2-15,-3 0-3 0,2 1-2 0,0-2-1 16,7-5-1-16,-9 4-1 0,-1-1-3 0,-4 2 6 16,1-2-4-16,-7 3 1 0,-3 1 1 0,0 1 4 15,0 10-2-15,-2-18 4 0,-3 11-5 0,5 7 1 16,-10-10 3-16,10 10 0 0,-16-2 11 0,16 2 6 15,-23 10 8-15,13-3-5 0,-4 4 2 0,4 2-5 16,-4 1 7-16,4 2-9 0,2-2 2 16,3 3-9-16,0 1 5 0,1-1-12 0,4 2 10 0,4-4-17 15,-4 2-21-15,1-7-39 0,0 5-45 0,-1-15-53 16,8 19-51-16,-3-11-64 0,-5-8-51 0,9 11-161 16,-9-11-512-16,13 7 228 0</inkml:trace>
  <inkml:trace contextRef="#ctx0" brushRef="#br0" timeOffset="-72012.34">7701 16890 37 0,'0'0'303'15,"0"0"4"-15,13 0 9 0,-13 0-1 0,0 0-7 16,0 0-12-16,0 0-27 0,0 0-30 0,0 0-28 16,0 0-20-16,12-6-42 0,-12 6-47 0,0 0-55 15,0 0-74-15,0 0-72 0,0 0-69 0,0 0-84 16,0 0-172-16,0 0-460 0,0 0 204 0</inkml:trace>
  <inkml:trace contextRef="#ctx0" brushRef="#br0" timeOffset="-68879.63">8948 16522 78 0,'0'0'166'0,"-7"-11"-11"0,7 11-10 16,-11-8-7-16,11 8-17 0,-11-5-2 0,11 5-8 15,-17-1-6-15,17 1-5 0,-24 4-1 0,11 2-9 16,-5 2-3-16,3 1-5 0,-3 1-8 0,1 4 2 15,-3 3 0-15,-2 2-9 0,5 0 1 0,2-3-2 16,4 0-8-16,0 0 1 0,1 2-7 0,1-4-9 16,3 3-2-16,1 2-3 0,1-7-2 0,4 4-4 15,-3 0 3-15,5 1-11 0,3-2 4 0,-3-3-6 16,2-3-2-16,3 2 2 0,0-1-4 0,3 0 0 16,2 0-3-16,2 1-20 0,3-3-13 0,-5-3-24 15,6 0-22-15,-1-1-28 0,0 0-23 0,-3-3-13 16,3-1-35-16,1-1-24 0,0-1-108 0,-3-1-321 15,-2 0 142-15</inkml:trace>
  <inkml:trace contextRef="#ctx0" brushRef="#br0" timeOffset="-68629.34">9130 16616 87 0,'0'0'225'16,"0"0"-12"-16,0-10-12 0,0 10-18 0,0 0-18 15,0 0-20-15,0 0-13 0,0 0-13 0,0 0-7 16,0 0-5-16,0 0-1 0,0 0 0 0,0 0-6 16,3 39-6-16,-3-23-2 0,0-4-13 0,0 4-6 15,0 2-8-15,0 0-6 0,-1 0-2 0,2-3-9 16,1 4-1-16,-4-1-6 0,-1 0-4 0,0 0-4 16,4-1-6-16,-2 0-19 0,2-1-13 0,-1-4-30 15,0 1-24-15,0-4-33 0,0-9-26 0,0 20-34 16,-2-10-22-16,2-10-29 0,0 14-118 0,0-14-347 15,0 0 153-15</inkml:trace>
  <inkml:trace contextRef="#ctx0" brushRef="#br0" timeOffset="-68327.88">9132 16649 90 0,'31'-2'179'0,"-6"2"-4"0,4 2-14 0,0 1-14 0,0 3-14 15,1 2-5-15,-1 3-6 0,-2 2-13 0,-2 0-12 16,-3 5-7-16,0-1-12 0,-2 0-5 16,-8 0-5-16,-1-1-9 0,-2 11-4 0,-4-8-10 15,-3 1-6-15,-2-3 4 0,-4 2-4 0,0 0-10 16,-2-2 1-16,-5 0-3 0,1-1-2 0,0-2-3 15,-3 2 0-15,-2-2-7 0,-6 4 8 0,6-6-11 16,-12 3 6-16,0-2-10 0,2-1-10 0,-3-4-29 16,4 2-22-16,4-5-45 0,0-2-48 0,2 1-160 15,0-4-330-15,5 0 146 0</inkml:trace>
  <inkml:trace contextRef="#ctx0" brushRef="#br0" timeOffset="-59112.62">8321 16399 40 0,'0'0'82'16,"-3"-7"6"-16,3 7-1 0,0 0 7 0,-5-8-10 16,5 8-1-16,0 0-4 0,0 0-1 0,-4-5-8 15,4 5-5-15,0 0 2 0,0 0-14 0,0 0-4 16,0 0-13-16,-5-4 1 0,5 4-3 0,0 0-9 15,0 0 1-15,0 0 1 0,0 0-16 0,0 0 12 16,-14 11-8-16,9 2 0 0,-3 0-5 0,-2 5 4 16,-2 4-4-16,1 3-1 15,-3 1 1-15,2 1-5 0,2 1 2 0,-1 1-6 0,0 2 5 0,1-2 1 16,1 3-3-16,2-2-8 0,0 1 2 0,3 1 3 16,4-1 3-16,0 4-4 0,4-5 2 15,3 1 0-15,0-1-5 0,2 0-6 0,1-1-3 0,3-5-15 16,4 0-16-16,-2 1-9 0,7-3-10 15,2-4-1-15,3 0-12 0,-3-5 1 0,8 0-82 16,3-1-169-16,-3-4 75 0</inkml:trace>
  <inkml:trace contextRef="#ctx0" brushRef="#br0" timeOffset="-58652.8">9743 16366 92 0,'14'-10'153'0,"-4"5"-13"0,3 4-7 15,5-2-4-15,1 4-8 0,8 5-3 0,-1 5-5 16,0 1-6-16,0 5-6 0,-2 4-4 0,-5 4-5 16,-2 1-13-16,-3 4-4 0,-5 1-6 0,-3 0-1 15,-2 5-9-15,-4 0-7 0,-4 13 1 0,-3-3-8 16,-6 5-7-16,0-1-3 0,-5-1-3 0,0 1-15 16,-6-2-23-16,-1 1-30 0,-2 1-44 0,-3-2-43 15,-3-1-173-15,-4 1-320 0,-3-6 142 0</inkml:trace>
  <inkml:trace contextRef="#ctx0" brushRef="#br0" timeOffset="-35938.72">29943 9724 39 0,'0'0'48'0,"0"0"-2"0,0 0-7 15,-6-4-12-15,6 4 0 0,0 0 0 0,0 0-3 16,0 0-2-16,0 0 2 0,0 0-10 0,-6-3 6 16,6 3-1-16,0 0-7 0,0 0-9 0,0 0-9 15,0 0-10-15,0 0-11 0,0 0-30 0,0 0-62 16,0 0 27-16</inkml:trace>
  <inkml:trace contextRef="#ctx0" brushRef="#br0" timeOffset="-35508.7">29976 9652 14 0,'0'0'57'0,"0"0"-6"0,0 0-3 0,0 0-11 15,0 0-7-15,0 0-12 0,0 0-9 0,0 0-13 16,0 0-15-16,0 0-22 0,0 0-43 0,0 0 20 15</inkml:trace>
  <inkml:trace contextRef="#ctx0" brushRef="#br0" timeOffset="-35221.36">29930 9645 34 0,'0'0'60'0,"0"0"-2"0,0 0-1 0,0 0-6 16,0 0-6-16,-5-5-1 0,5 5 3 0,0 0-4 16,0 0-9-16,0 0 1 0,0 0-2 15,0 0-1-15,0 0-6 0,0 0-6 0,0 0 5 16,0 0-4-16,0 0-6 0,0 0 2 0,0 0-4 0,0 0-4 15,0 0-9-15,0 0-14 0,0 0-9 16,-3-7-14-16,3 7-10 0,0 0-12 0,0 0-32 16,0 0-96-16,0 0 43 0</inkml:trace>
  <inkml:trace contextRef="#ctx0" brushRef="#br0" timeOffset="-32356.97">27283 11925 34 0,'0'0'50'0,"0"0"-11"0,5 5-2 16,-5-5-3-16,0 0-10 0,0 0 3 0,0 0 4 15,0 0-10-15,0 0-2 0,0 0-9 0,0 0 7 16,0 0 1-16,0 0-6 0,0 0-3 0,0 0 0 16,0 0-3-16,0 0-7 0,0 0-1 0,0 0-10 15,0 0-3-15,0 0 1 0,0 0-5 0,0 0 4 16,0 0-1-16,0 0 5 0,0 0-6 0,0 0 4 0,0 0 2 15,0 0 0-15,0 0-4 0,0 0-2 16,0 0-18-16,0 0-38 0,0 0 18 0</inkml:trace>
  <inkml:trace contextRef="#ctx0" brushRef="#br0" timeOffset="-27338.74">27802 12037 7 0,'0'0'54'0,"0"0"-3"0,0 0-9 16,0 0 0-16,0 0-4 0,0 0 1 15,-4-7-17-15,4 7 6 0,0 0-8 0,0 0 5 16,0 0-1-16,0 0-12 0,-4-7 3 0,4 7-2 15,0 0-1-15,0 0-3 0,0 0 2 0,0 0 0 0,-6-4 3 16,6 4-8-16,0 0-3 0,0 0 8 0,0 0-12 16,0 0 10-16,0 0-3 0,0 0 1 15,0 0-3-15,0 0 7 0,0 0-10 0,0 0 0 16,0 0 3-16,0 0-8 0,0 0 3 0,0 0 1 16,-7-3 3-16,7 3 1 0,0 0 1 0,0 0-2 0,0 0-2 15,0 0 4-15,0 0-3 0,0 0-10 0,-2-8 15 16,2 8 2-16,0 0-4 0,0 0 4 0,0 0-4 15,1-10-2-15,-1 10 5 0,0 0-4 16,0 0 4-16,0 0-1 0,4-7-8 0,-4 7 2 0,0 0-9 16,0 0-1-16,0 0-1 0,0 0 5 0,0 0-5 15,0 0-6-15,0 0 5 0,0 0 2 16,0 0-2-16,0 0 6 0,0 0-5 0,0 0 0 0,0 0 0 16,0 0-10-16,0 0 12 0,0 0 2 15,0 0 0-15,0 0 0 0,0 0 1 0,0 0-1 0,0 0 8 16,0 0-5-16,0 0-1 0,0 0 2 0,0 0 3 15,0 0 0-15,0 0 6 0,0 0-3 0,0 0 2 16,0 0-2-16,0 0 0 0,0 0 1 0,0 0-4 16,0 0 3-16,0 0-1 0,0 0 7 0,0 0 5 15,0 0 0-15,0 0 7 0,0 0-2 0,0 0 3 16,0 0-3-16,0 0 3 0,0 0-5 0,0 0 3 16,0 0-5-16,0 0 6 0,0 0-7 0,0 0 1 15,0 0-1-15,0 0 6 0,0 0 5 0,0 0-7 16,0 0-7-16,0 0 5 0,0 0-8 0,0 0 6 15,0 0-8-15,0 0 4 0,0 0-2 0,0 0 2 16,0 0 1-16,0 0 0 0,0 0-2 0,0 0 18 16,0 0-5-16,0 0 2 0,9 16-6 0,-9-16-7 15,0 0-2-15,3 7 2 0,-3-7 8 0,2 9-3 16,-2-9-16-16,2 9 2 0,-2-9 7 0,4 8 1 16,-2-1 1-16,-2-7-1 0,2 12 3 0,1-3 11 15,-3-2-11-15,2-1 6 0,1 2-2 0,-3-1-15 16,1 1 6-16,1-1 5 0,-1-1-1 0,1 3 1 15,0-4-3-15,1 3 0 0,-3-8 5 0,3 12 5 16,-1-5-13-16,0-2 11 0,-2-5-6 0,2 10 4 16,-2-10-1-16,2 9-2 0,0-4-5 0,-2-5 5 15,2 8 3-15,-2-8-5 0,0 0 0 0,1 6 4 16,-1-6-7-16,0 0-8 0,1 10 7 0,-1-10-2 16,0 0 4-16,0 0 1 0,1 8-5 0,-1-8 6 15,0 0-7-15,0 0 5 0,0 0-8 0,0 0 10 16,0 0-13-16,0 0 7 0,0 0 0 0,0 0 3 15,0 0 5-15,0 0-6 0,2 6-5 0,-2-6-5 16,0 0-16-16,0 0-12 0,0 0-26 0,0 0-32 16,0 0-26-16,0 0-112 0,0 0-245 0,0 0 110 15</inkml:trace>
  <inkml:trace contextRef="#ctx0" brushRef="#br0" timeOffset="-26759.6">27999 11927 46 0,'0'0'84'0,"0"0"-4"0,0 0-6 0,0 0-6 16,0 0-3-16,0 0 0 0,0 0-5 0,0 0-3 16,0-8-4-16,0 8-4 0,0 0-7 0,0 0 2 0,0 0-10 15,0 0-5-15,0 0-9 0,0 0 1 16,0 0 0-16,0 0-2 0,0 0 5 0,0 0-10 16,0 0 8-16,0 0-2 0,0 0-7 0,0 0 2 0,0 0-8 15,0 0-1-15,0 0 12 0,0 0-7 16,0 0-4-16,0 0-4 0,0 0-4 0,0 0 6 0,0 0 8 15,0 0-3-15,0 0-7 0,0 0 10 16,0 0-1-16,0 0 2 0,5 21 0 0,-5-21 9 0,2 10-10 16,3-3 13-16,-2 0 3 0,1 2 4 0,0 0-7 15,0 0 2-15,1 0-2 0,1 0 1 0,0 1-2 16,-2 1-5-16,4-1 5 0,-3 0-5 0,0-2 4 16,1 2 11-16,2-1 2 0,-4-1 4 0,2-3-7 15,-2 3-1-15,3 1-4 0,-2-3-3 0,-2 0-7 16,-1-2 8-16,3 2-10 0,-5-6 4 0,5 7-5 15,-4-2-4-15,-1-5 2 0,4 5 4 0,-4-5-8 16,4 7 4-16,-4-7 0 0,0 0-4 0,0 0 0 16,0 0 3-16,3 9-6 0,-3-9 9 0,0 0-5 15,0 0 3-15,0 0 1 0,0 0 1 0,0 0 1 16,0 0-3-16,0 0 1 0,0 0-1 0,0 0 1 16,0 0-8-16,0 0-3 0,0 0-18 0,0 0-25 15,0 0-14-15,0 0-23 0,0 0-19 0,0 0-19 16,-7-30-29-16,7 22-124 0,-2-3-289 0,2-2 128 15</inkml:trace>
  <inkml:trace contextRef="#ctx0" brushRef="#br0" timeOffset="-25821.73">29583 11896 31 0,'0'0'49'0,"0"0"-2"0,0 0-5 15,0 0 4-15,0 0-1 0,0 0 1 0,0 0-1 16,0 0-8-16,0 0 4 0,0 0-4 0,0 0 0 16,0 0 3-16,0 0 4 0,-25-7 1 0,25 7-3 15,0 0-2-15,0 0 1 0,0 0 5 0,-7-4 5 16,7 4 5-16,0 0 0 0,-6-3-6 0,6 3 3 16,0 0-11-16,-8-7 5 0,8 7-5 0,-2-6 5 15,2 6-4-15,-4-6-1 0,4 6 4 0,-4-5-5 16,4 5 0-16,0 0-5 0,-4-8-2 0,4 8 6 0,0 0-3 15,-5-4-1-15,5 4 2 0,0 0 0 16,-5-5-3-16,5 5-8 0,0 0 11 0,0 0-14 16,0 0 2-16,0 0-2 0,-4-6-4 0,4 6 5 15,0 0-4-15,0 0-3 0,0 0 1 0,0 0 0 0,0 0-3 16,0 0-8-16,0 0 11 0,0 0-6 16,0 0 1-16,0 0-5 0,0 0-4 0,0 0-1 15,0 0 0-15,0 0-3 0,0 0 4 0,0 0 1 16,0 0-9-16,0 0 6 0,0 0-3 0,0 0 3 0,-5 15-3 15,5-15 5-15,-1 12-2 0,1-12-2 0,0 10-1 16,0-10 1-16,-1 10 2 0,1-3 0 16,0-7-5-16,1 12-1 0,0-4 6 0,0-2-2 15,1 4-2-15,-1 0 4 0,-1-4 2 0,0 4-4 16,0 1 5-16,1-1 4 0,-1 0-1 0,2 2-9 0,-1-3 10 16,-2-1-4-16,1-8-1 0,0 16-1 0,0-10-10 15,0-6 10-15,1 12 1 0,-1-12 0 0,0 9 1 16,1-4-6-16,-1-5 1 0,0 0 3 15,2 9 0-15,-2-9-3 0,0 0 1 0,0 0 3 0,0 0 1 16,0 0-2-16,0 10 0 0,0-10-8 0,0 0-11 16,0 0-17-16,0 0-33 0,0 0-30 0,0 0-21 15,0 0-33-15,0 0-145 0,0 0-318 16,0 0 141-16</inkml:trace>
  <inkml:trace contextRef="#ctx0" brushRef="#br0" timeOffset="-25514.84">29554 11764 127 0,'0'0'123'0,"0"0"-10"0,0 0-14 0,0 0-5 16,0 0-3-16,14 13 2 0,-14-13-3 0,5 12-6 15,-1-4 1-15,1 3-10 0,-4-2-5 0,2 1-9 16,-1 0-2-16,0 1 3 0,0 0 0 0,1 1-10 16,-2-1-3-16,2 1-4 0,-3-2-3 0,0 3 3 15,0-4-16-15,0 1 2 0,0-3-2 0,0-7-5 16,1 15-1-16,0-8-5 0,1 0 0 0,-2-7 2 16,0 14-1-16,1-9-16 0,-1-5-17 0,-3 10-27 15,3-10-20-15,2 10-32 0,-2-10-29 0,-3 6-129 16,3-6-272-16,0 0 121 0</inkml:trace>
  <inkml:trace contextRef="#ctx0" brushRef="#br0" timeOffset="-23789.13">27784 12078 14 0,'0'0'19'16,"0"0"-5"-16,0 0-18 0,0 0-4 0,0 0-8 0,0 0 4 15</inkml:trace>
  <inkml:trace contextRef="#ctx0" brushRef="#br0" timeOffset="-23356.42">27982 12093 47 0,'0'0'62'0,"0"0"-13"15,0 0-13-15,9-2-14 0,-9 2-27 16,0 0-31-16,0 0-38 0,0 0 18 0</inkml:trace>
  <inkml:trace contextRef="#ctx0" brushRef="#br0" timeOffset="-12629.57">27773 12016 43 0,'0'0'49'0,"0"0"-10"0,0 0-7 16,0 0 3-16,0 0-6 0,0 0 0 0,6-3-7 15,-6 3-2-15,0 0-3 0,0 0 5 0,0 0 0 16,0 0-10-16,0 0 3 0,0 0-8 0,0 0 3 0,0 0 2 16,0 0-5-16,0 0 10 0,0 0-9 15,0 0-2-15,0 0-2 0,0 0 5 0,5-2-8 16,-5 2 3-16,0 0 1 0,0 0 0 0,0 0 1 16,8-4-6-16,-8 4 0 0,0 0 3 0,0 0 0 0,6-6 5 15,-6 6-2-15,6-3 0 0,-6 3 3 0,5-4 3 16,-5 4 3-16,0 0-1 0,7-4 0 15,-7 4 8-15,0 0-8 0,4-8-3 0,-4 8 11 16,0 0 3-16,4-6 2 0,-4 6-2 0,0 0 0 16,0 0-5-16,0 0 0 0,6-3-5 0,-6 3 1 0,0 0-3 15,0 0-3-15,0 0-4 0,0 0 2 0,0 0 3 16,0 0-1-16,4 17-3 0,-4-10 8 0,0 0 0 16,0-7-10-16,0 15 5 0,0-4 0 15,0-2-6-15,0 2 17 0,0-1-2 0,-2 1-3 0,4 0-9 16,-2 0 18-16,0-1-1 0,0 0-3 15,0 1-7-15,0-2 0 0,0-1 2 0,0-1-5 16,0-7 2-16,0 14 5 0,0-8-6 0,0-6 2 0,0 10-3 16,0-10-1-16,2 12 9 0,-2-12-6 0,0 8-11 15,0-8 5-15,2 7-7 0,-2-7 8 0,0 10-1 16,0-10 6-16,0 0-5 0,0 8-2 0,0-8 0 16,0 0-1-16,0 0 3 0,0 7-7 0,0-7 4 15,0 0-19-15,0 0-16 0,0 0-10 0,0 0-21 16,0 0-20-16,0 0-1 0,0 0-87 0,-4 9-181 15,4-9 80-15</inkml:trace>
  <inkml:trace contextRef="#ctx0" brushRef="#br0" timeOffset="-11963.31">28067 12052 8 0,'0'0'76'0,"-3"-7"-9"15,3 7 4-15,0 0-3 0,0 0-4 16,-4-8-8-16,4 8-8 0,0 0 6 0,0 0-5 16,0 0 4-16,0 0-6 0,-2-7 4 0,2 7-3 15,0 0-12-15,0 0 2 0,0 0 2 0,0 0-9 16,-2-8 10-16,2 8-5 0,0 0 8 0,0 0-9 0,0 0 0 16,-2-8 0-16,2 8 2 0,0 0 0 0,0 0 2 15,0 0-5-15,0 0-10 0,0 0 6 16,-2-9 8-16,2 9-14 0,0 0 1 0,0 0-1 0,0 0-6 15,0 0 6-15,0 0-4 0,0 0-4 0,-1-7 2 16,1 7-10-16,0 0-4 0,0 0-4 0,0 0 7 16,0 0 0-16,0 0-11 0,0 0 11 15,0 0-4-15,0 0 5 0,-4-7-4 0,4 7-1 0,0 0 4 16,0 0-10-16,0 0 7 0,0 0-13 0,0 0 12 16,0 0-9-16,0 0-1 0,0 0 6 0,7 23 12 15,-7-23-11-15,0 10 1 0,1-4-18 0,-1-6 17 16,0 13 0-16,1-4 4 0,-1-1-3 0,2 1 1 15,-2-1-3-15,0-8 0 0,2 14 6 0,-2-4-5 16,3-4 1-16,-3-6 3 0,1 15-4 0,-1-8 1 16,0-7 2-16,0 11-8 0,0-11 7 0,0 9 2 15,0-9 0-15,3 6-2 0,-3-6 5 0,0 0-3 16,0 10-1-16,0-10 3 0,0 0-5 0,0 6 5 16,0-6-2-16,0 0-1 0,0 0 1 0,0 0 2 15,0 0-5-15,2 7-6 0,-2-7 8 0,0 0 4 16,0 0-4-16,0 0 7 0,0 0-4 0,0 0-1 15,0 0-7-15,0 0-7 0,0 0-14 0,0 0-21 16,0 0-15-16,0 0-15 0,0 0-8 0,0 0-19 16,0 0-13-16,0 0-80 0,0 0-210 0,0 0 93 15</inkml:trace>
  <inkml:trace contextRef="#ctx0" brushRef="#br0" timeOffset="-11653.94">27769 12049 27 0,'0'0'66'0,"0"0"-9"16,0 0 4-16,0 0-1 0,0 0-7 0,0 0-7 16,0 0-13-16,0 0 1 0,0 0 7 15,0 0-17-15,9 19 6 0,-9-19-1 0,1 7-2 16,-1-7-11-16,1 10 3 0,-1-10 2 0,1 8-5 16,-1-8-29-16,1 8 5 0,-1-8-17 0,-1 11-15 0,1-11-56 15,-1 10-104-15,1-10 46 0</inkml:trace>
  <inkml:trace contextRef="#ctx0" brushRef="#br0" timeOffset="-11421.15">28129 12030 16 0,'0'0'67'0,"-1"10"-6"0,1-10-11 0,0 0-2 0,-3 10 0 15,3-10-5-15,-2 9-12 0,2-9-2 0,-3 10-9 16,1-6-8-16,2-4-26 0,-6 10-13 0,4-5-37 16,-2 1-70-16,-2-2 31 0</inkml:trace>
  <inkml:trace contextRef="#ctx0" brushRef="#br0" timeOffset="-7313.55">27792 11994 41 0,'0'0'51'0,"0"0"-3"0,0 0 2 0,-4-7-1 0,4 7-5 16,0 0-7-16,0 0 3 0,0 0-12 0,0 0-6 15,0 0 6-15,0 0-10 0,0 0-1 0,0 0 5 16,0 0-2-16,0 0 2 0,-9 16-2 0,5-10-6 15,4 1 2-15,-2 0 9 0,2-7-7 0,-2 17-2 16,0-8-4-16,-1-1 3 0,2 1-2 0,-3 0-1 16,2 1-3-16,0-2-6 0,0 2-5 0,0-1-16 15,0 0-8-15,1-3-15 0,-1 2-11 0,0 0-44 16,2-8-103-16,-3 11 47 0</inkml:trace>
  <inkml:trace contextRef="#ctx0" brushRef="#br0" timeOffset="-7075.63">28036 12091 62 0,'-3'14'53'0,"1"-6"0"0,-1 2-10 0,2-1 5 16,1-9-14-16,-4 22-10 0,1-14-18 0,1 5-32 15,0-2-24-15,0 1-54 0,-4-1 24 0</inkml:trace>
  <inkml:trace contextRef="#ctx0" brushRef="#br0" timeOffset="-6396.42">29504 11846 41 0,'0'0'63'16,"0"0"-9"-16,0 0 1 0,0 0 0 0,0 0 6 15,0 0-2-15,0 0-6 0,0 0-5 0,4 25-8 16,-3-17 12-16,1 2-3 0,-1 1 3 0,-1-2-5 16,1 1-5-16,2 1-4 0,-3-2-3 0,1 2-3 15,-2-2-5-15,2 1 9 0,0-1-17 0,2 1-3 16,-2 0 9-16,2 1-5 0,-3-1-6 0,0 1 1 16,1 0-10-16,-1-2-5 0,1 0-22 0,-1-2-10 15,0 2-19-15,0-9-25 0,-2 15-70 0,-2-9-157 16,0 1 69-16</inkml:trace>
  <inkml:trace contextRef="#ctx0" brushRef="#br0" timeOffset="-6176.05">29598 11889 25 0,'0'0'89'0,"0"0"9"0,0 0-12 0,0 0-1 0,2 29-16 16,-1-17-6-16,1-1-10 0,-2 5-5 15,0 2 3-15,0-3-7 0,2 2-7 0,0-2-18 16,-1 2-19-16,-1-2-27 0,-1 0-26 0,-2-1-62 16,-2 1-124-16,2-5 55 0</inkml:trace>
  <inkml:trace contextRef="#ctx0" brushRef="#br0" timeOffset="-2598.21">27908 12017 16 0,'-5'-4'17'0,"5"4"-4"16,0 0 2-16,-4-5-3 0,4 5-3 0,0 0 4 16,0 0 4-16,0 0 7 0,0 0-6 0,-3-8-5 15,3 8 5-15,0 0 0 0,-4-6 1 0,4 6-2 16,0 0 0-16,0 0 11 0,-2-9 4 0,2 9-2 16,0 0 9-16,0 0-8 0,0 0 3 0,0 0-5 0,0 0-4 15,0-9-3-15,0 9-1 0,0 0-6 16,0 0 5-16,0 0-6 0,0 0-1 0,0 0-3 15,0 0 3-15,0 0-3 0,0 0-5 0,0 0 4 16,0 0 5-16,0 0-8 0,0 0 7 0,0 0-4 0,4 28-3 16,-4-21-6-16,0-7 13 0,-4 13-11 15,2-5 4-15,-1-3-2 0,2 5-9 0,-2-3 13 16,2 4-10-16,-1-4 9 0,0-1-3 0,-1 2-2 16,3-8-3-16,-3 12 4 0,0-5 2 0,1 0-3 0,-2 2 3 15,4-4 4-15,-3 2-15 0,-1 3 7 0,1-7-1 16,1 5 2-16,2-8-3 0,-4 11 4 15,3-4-3-15,1-7 0 0,-4 10-17 0,2-5-8 16,2-5-16-16,-4 11-15 0,4-11-5 0,-3 7-34 0,3-7-102 16,-2 6 46-16</inkml:trace>
  <inkml:trace contextRef="#ctx0" brushRef="#br0" timeOffset="-2343.84">27959 11951 45 0,'0'0'75'0,"0"0"-7"0,0 0-13 0,0 0 1 0,0 0-4 15,9 21 3-15,-9-11-13 0,0 3 2 0,-2 3-4 16,0-1-9-16,2 2 11 0,-2 0-8 0,0 2-10 15,1-2 0-15,-3 2-5 0,2 1-11 0,-1-4-9 16,-1 2-11-16,1 0-15 0,-1 0-22 0,0-2-56 16,-1 0-112-16,3-4 49 0</inkml:trace>
  <inkml:trace contextRef="#ctx0" brushRef="#br0" timeOffset="-2088.76">28004 12046 26 0,'0'0'58'16,"14"12"-3"-16,-12-6-9 0,2-1 0 0,-1 3-4 15,-1 1-1-15,0 3-8 0,0 0-7 0,0 0-4 0,0-2-2 16,-1 2-5-16,1 6-12 0,-2-3-13 16,-2 0-14-16,1-2-43 0,0 1-72 0,0-3 32 15</inkml:trace>
  <inkml:trace contextRef="#ctx0" brushRef="#br0" timeOffset="-1502.59">29701 11975 51 0,'0'0'72'0,"0"0"-4"0,10 15-9 15,-9-8 0-15,1 4-12 0,-2-11-2 0,-2 16 3 16,0-4-22-16,-2-1-28 0,-1 1-32 0,0 0-40 15,1-2-79-15,-4-1 36 0</inkml:trace>
  <inkml:trace contextRef="#ctx0" brushRef="#br0" timeOffset="462.9">27884 12000 5 0,'1'-6'48'0,"-1"6"-14"0,0 0-4 0,0 0-1 15,0 0-5-15,0 0-1 0,0 0-2 0,0 0 1 16,-9-7-7-16,9 7-5 0,0 0 7 0,0 0-4 16,0 0 1-16,0 0-1 0,-15 8 3 0,15-8-15 15,-7 6 8-15,7-6-5 0,-3 7-2 0,3-7 4 16,-6 6 1-16,3-2-7 0,3-4 4 0,-8 8-3 15,8-8 3-15,-4 6 4 0,-2-3-10 0,6-3 6 16,-5 6-2-16,1-1 0 0,4-5-3 0,-8 7 1 16,8-7 3-16,-7 6-8 0,3-1 2 0,4-5 1 15,-8 7-3-15,4-5 1 0,4-2 1 0,-6 9-4 16,1-6-2-16,5-3-3 0,-6 4 2 0,6-4 3 16,-6 6-3-16,6-6 2 0,-6 5 3 0,6-5-3 15,-5 4 2-15,5-4-7 0,-4 4 6 0,4-4-4 16,0 0 3-16,-9 5-2 0,9-5 4 0,0 0-2 15,-8 4 4-15,8-4 0 0,0 0 0 0,-6 1 2 16,6-1-3-16,0 0 2 0,0 0 2 0,-11 1-1 16,11-1-2-16,0 0 4 0,-11 2 3 0,11-2-6 15,0 0 2-15,-9 0-5 0,9 0 6 0,0 0-2 16,-11 0-1-16,11 0 0 0,-9 0-5 0,9 0 2 0,-11 1-3 16,11-1-2-16,-11 0-14 0,4 1-25 15,7-1 12-15</inkml:trace>
  <inkml:trace contextRef="#ctx0" brushRef="#br0" timeOffset="1722.57">27885 12143 14 0,'-11'3'24'0,"11"-3"-5"15,-11 3-4-15,5-1-1 0,-2 0 0 0,-3-1 0 16,2 0-2-16,-3 0-3 0,2 1-4 0,-1-1 7 16,-1-1-7-16,-1-1 0 0,1 2-10 0,-1-2-8 15,-1 2-11-15,-1-1-26 0,2 0 11 0</inkml:trace>
  <inkml:trace contextRef="#ctx0" brushRef="#br0" timeOffset="2700.37">27987 12110 32 0,'0'0'38'0,"0"0"5"0,0 0-14 0,-23 7 5 16,23-7 0-16,-11 4-10 0,4-3 3 0,7-1-3 16,-11 4-2-16,2 0-6 0,-1-1-2 0,2 0-2 0,1 0-3 15,-4-1-13-15,1 0 2 0,-2 1-3 16,1 1-8-16,-1-1-5 0,1 0-4 0,-3-1-27 0,-3-1-54 16,2 0 24-16</inkml:trace>
  <inkml:trace contextRef="#ctx0" brushRef="#br0" timeOffset="7554.63">27885 11878 5 0,'0'0'17'0,"0"0"0"0,0 0-4 0,0 0-1 16,-7 4-2-16,7-4 3 0,0 0-2 0,0 0-3 15,0 0-1-15,-11 2-1 0,11-2-2 0,-8 0-3 16,8 0 3-16,-10 1 1 0,10-1-1 0,0 0 1 16,-7 1-2-16,7-1-2 0,0 0 0 0,0 0 1 15,-8 1-4-15,8-1 5 0,0 0-2 0,0 0 2 16,0 0-3-16,0 0 6 0,-10 3-1 0,10-3-1 16,0 0 0-16,0 0 6 0,0 0 0 0,0 0 5 15,0 0 3-15,0 0-1 0,0 0-1 0,0 0 6 16,0 0-2-16,0 0 8 0,0 0-3 0,0 0 3 0,0 0-4 15,0 0 9-15,0 0-8 0,0 0 2 16,0 0-9-16,0 0-1 0,0 0 0 0,0 0 3 16,0 0-4-16,0 0 2 0,0 0 3 0,3 11 5 15,-3-11 5-15,3 12-7 0,-3-12-2 0,1 15-5 16,2-6 8-16,-3 0-7 0,0 1 5 0,0-1 0 16,0 2 5-16,0-1-5 0,0 2-1 0,0-1-5 15,-2-1 0-15,1 3 5 0,0-2-3 0,-2-1-1 16,0 2-8-16,1-1-7 0,0-1 2 0,2 2 7 15,-1-3-3-15,-1-3 1 0,1 4-2 0,1-2 4 0,-3 1-7 16,1-3-3-16,-1 2 2 0,3-8-3 0,-2 14-30 16,0-7 0-16,1-1-13 0,1-6-10 0,-3 10-9 15,1-3-16-15,2-7-54 0,0 0-142 16,0 0 64-16</inkml:trace>
  <inkml:trace contextRef="#ctx0" brushRef="#br0" timeOffset="7777.51">28024 11905 53 0,'0'0'110'0,"0"0"-18"0,0 0-10 16,0 0-4-16,0 0-9 0,0 0-9 0,0 0 0 15,0 0-10-15,4 23 3 0,-6-11-6 0,-1 3-7 16,0 1 0-16,3 0-4 0,-2 2-2 0,-1 1-3 15,-1 6-8-15,1 1-4 0,1-7-15 0,0 8-25 16,-3-8-24-16,1 8-23 0,-5 0-74 0,0-10-152 16,4 4 67-16</inkml:trace>
  <inkml:trace contextRef="#ctx0" brushRef="#br0" timeOffset="10138.16">29535 11862 46 0,'0'0'66'0,"-1"-11"-9"0,1 11-4 0,0-8 0 15,0 8 4-15,0-11-3 0,0 11-3 0,0-13-1 16,0 13 14-16,0-14-10 0,1 4-9 0,-1 3-2 16,0 7 5-16,-1-16 6 0,1 6-6 0,0 3-1 15,0 7 8-15,0-15 3 0,1 8-8 0,-1 0 5 16,0 7 1-16,1-12 1 0,-1 12-5 0,3-7-5 15,-3 7-6-15,1-7-7 0,-1 7-2 0,0 0-6 16,0 0-1-16,0 0-9 0,0 0 1 0,0 0-3 16,0 0-2-16,0 0 3 0,0 0-7 0,5 24 2 15,-5-15-2-15,0 3 4 0,-2 1-6 0,0 1 2 16,0 3-2-16,-2 1-5 0,1-2 4 0,2 2 0 16,-2 0-2-16,2 0 1 0,-1 1 3 0,-5-1-4 15,2-2 0-15,0 3-3 0,1-2-13 0,0 0-13 16,-1 0-5-16,-1-1-18 0,0-2-20 0,-2-1-3 15,0-2-19-15,2 0-8 0,-1-3-20 0,1 1-60 16,1-2-194-16,0-1 87 0</inkml:trace>
  <inkml:trace contextRef="#ctx0" brushRef="#br0" timeOffset="10329.34">29620 11918 71 0,'-1'12'70'0,"1"4"-9"16,-1 0-7-16,0 0-14 0,-3 4-27 0,0-4-40 16,-4 10-20-16,2-8-52 0,-3-1 24 0</inkml:trace>
  <inkml:trace contextRef="#ctx0" brushRef="#br0" timeOffset="19823.97">23494 15212 39 0,'-13'0'43'0,"2"0"6"0,0 0 0 0,0 1-1 0,3-1 3 16,8 0-1-16,-15 0-5 0,7 0 2 0,8 0-7 16,-10 2 1-16,10-2-6 0,-9 0 2 0,9 0-9 15,0 0 8-15,0 0-3 0,-11 2-4 0,11-2 2 16,0 0 1-16,0 0 3 0,0 0-8 15,33 1-7-15,-13-4 23 0,8 3-7 0,6-2 7 0,18-3-12 16,3 2 10-16,5 0-12 0,3-1 4 0,29-3-11 16,0 1 14-16,2-3 4 0,1 2-7 0,2-1 2 15,-1 1 6-15,2 1-13 0,-2-2 1 16,1 2-4-16,2-2-12 0,-2 0 1 0,-4-1 0 0,3 2 1 16,-6-5 2-16,-24 6-2 0,23-5-6 0,-30 4-2 15,-1-1 0-15,-1 1-2 0,-6 0 5 16,-12 0-7-16,-2 4 4 0,-5-2-4 0,-5-1 4 15,-10 2-2-15,-3 2 9 0,-1 0 3 0,-4 0 4 0,-1 1 3 16,-2 0-4-16,-6 1-9 0,9-3 2 0,-9 3 4 16,0 0-9-16,0 0 0 0,0 0-10 0,0 0-10 15,0 0-22-15,-29-3-13 0,17 6-20 0,-6 1-20 16,5-1-21-16,-7 0-23 0,-7 6-70 0,1-2-218 16,-4-3 96-16</inkml:trace>
  <inkml:trace contextRef="#ctx0" brushRef="#br0" timeOffset="21058.41">3529 16220 19 0,'-18'1'37'0,"7"0"5"0,-3 1-5 0,1-1 4 15,-5 0-1-15,4 2-3 0,0-1 7 0,3-1 5 16,0 1-4-16,11-2 17 0,-16 1-14 15,16-1 12-15,-12 2-16 0,12-2-6 0,0 0-7 16,-11 2-6-16,11-2-1 0,0 0 1 0,0 0-5 16,0 0-2-16,0 0 7 0,0 0-1 0,0 0 4 15,0 0-3-15,34 0-10 0,-15-1 8 0,3 1 13 16,7-1-5-16,3-1 0 0,3 1-4 0,5-1 3 16,-1 1-5-16,16-4-1 0,0 3-1 0,-3-4 6 15,1 6-8-15,-12-3-1 0,13 3 6 0,7-3-8 16,-1 2 7-16,1-2-16 0,6 0 13 0,21 1-1 15,-27 0 3-15,6-1-14 0,25 1 18 0,-30-1-9 16,0 0 1-16,30-1 4 0,-31 1-4 0,0-1 5 16,34 1 1-16,-31 0-7 0,29-1 3 0,-28 0-1 15,29-2-3-15,-32 6-3 0,29-2 4 0,-26 4-1 16,-1-3 2-16,29 5 2 0,-26-6-5 0,26-1 3 16,-2-1-2-16,-27 3-5 0,33-6 4 0,-5 2-6 15,-26 4-2-15,29-2 4 0,-30 2-7 16,28 2 3-16,-3-4-1 0,-29 4 4 0,30-6-4 15,0 2 2-15,-27-1-3 0,28 0-1 0,0 2 3 0,-3-2-5 16,-25 1 5-16,29-1-3 0,-28 4 1 0,29-5-2 16,0 4 2-16,-31-5 1 0,30 6-1 0,-2-4 0 15,-26 4-2-15,30-3-1 0,-3 1 7 0,0 1-8 16,-26-2 6-16,38-2-4 0,-10 2 1 16,0-3 7-16,-1 3-4 0,-1-1 0 0,1-3 1 15,0 0 6-15,1 5 0 0,-29 0 0 0,36 0 3 16,-5-2-2-16,-30 0 0 0,36 2 1 0,-10-1-2 15,0 1 2-15,-25 0-3 0,28-2 1 0,-5-1 1 16,-26 5-4-16,31-4 1 0,-35 3 0 0,32-3-1 16,-28 2 6-16,26-2-6 0,-24 3-2 0,27-2 5 15,-4 3-5-15,-27-2-4 0,4 0 3 0,24 2 1 16,-25-5-3-16</inkml:trace>
  <inkml:trace contextRef="#ctx0" brushRef="#br0">11889 15989 1873 0,'27'1'34'0,"5"-1"-129"0,1 2 354 0,5-4-489 0,-1 2 272 0,20 2-40 16,-18-4 19-16,-1 2-32 0,0 0 41 0,12 2-55 15,-14-4 19-15,0 2 11 0,-3-1 48 0,-2-1-63 16,-3 2 23-16,-6 0-30 0,7-2 46 0,-15 1-18 16,6 1-18-16,-5-1 39 0,-3 2-76 0,-3-2 79 15,-1 1-64-15,-8 0 80 0,13-2-86 0,-13 2 38 16,8-2 0-16,-8 2 21 0,0 0-33 0,0 0 52 15,11-2-99-15,-11 2 75 0,0 0-191 0,0 0 57 16,0 0-78-16,0 0-90 0,0 0 73 0,0 0-43 16,0 0-6-16,0 0-9 0</inkml:trace>
  <inkml:trace contextRef="#ctx0" brushRef="#br0" timeOffset="22179.76">10923 16059 4 0,'0'0'35'16,"0"0"-10"-16,-3 10 3 0,3-10-7 0,0 0 3 16,0 0-7-16,5 14-8 0,-5-14-1 0,4 11-8 15,-1-6-8-15,0-1-20 0,0 1-29 0,0 2 13 16</inkml:trace>
  <inkml:trace contextRef="#ctx0" brushRef="#br0" timeOffset="23039.51">11376 16301 15 0,'-10'0'52'16,"10"0"-7"-16,-8 1-7 0,8-1 0 0,0 0-7 16,0 0 2-16,0 0 1 0,0 0 7 0,0 0-1 15,0 0 5-15,0 0-8 0,0 0 2 0,18 10-3 16,-4-9 1-16,-1 2-2 0,6-1-1 0,2-1-3 15,0 1 4-15,8-1-5 0,1 0 4 0,4-1-3 16,1 0-3-16,4-1 2 0,-1 1-7 0,0-1 10 16,16-2-7-16,-2 3 2 0,-1-2-5 0,-13 4-4 15,13-5 9-15,-12 1-10 0,12 2 5 0,2-1 2 16,-2 2 7-16,-10-2-6 0,10 0-4 0,1-1 1 16,4 4 1-16,-4-2-4 0,-1-2 2 0,5 2 6 15,-1 0-2-15,5-4 4 0,-4 3-7 0,7 1-1 16,-2-2 4-16,4 2-4 0,0-3 12 0,2 1-14 15,-2-1-1-15,25-1 1 0,-31 6-4 0,4-4 0 16,0 2-2-16,4-1-1 0,-2-2-3 0,29 1 5 16,-31 1-1-16,3-2 4 0,26-4-4 0,-27 7-6 15,29-3 8-15,-31 1-4 0,27 1-2 0,-27-2 3 16,4 1 1-16,25-6-3 0,-27 3-2 0,29 0 3 16,-29 0-4-16,30-2 4 0,-30 5-2 0,25-6-6 15,-27 6 0-15,5-3 3 0,-3 2 0 0,27-1 3 16,-31 1-2-16,2-3 1 0,-1 3 1 0,1-3-2 15,0 2 1-15,-1 1-1 0,0 1-2 16,-2 1 4-16,-5 0-6 0,-3-1 2 0,-1 2-2 0,-11 0 1 16,-4-1-3-16,1 1 4 0,-3-4 2 0,-2 4-8 15,-5-1 6-15,-6-1-5 0,-2 2 4 16,-3-3-3-16,-3 3 5 0,-1-1 8 0,-5-1 9 16,-7 2 12-16,14 0 1 0,-14 0 8 0,9 0 2 15,-9 0 2-15,7-1-8 0,-7 1 1 0,0 0-6 16,0 0-3-16,0 0-6 0,11-2-1 0,-11 2-5 15,0 0-2-15,0 0-20 0,0 0-13 0,0 0-25 0,0 0-15 16,0 0-36-16,0 0-20 0,0 0-30 16,0 0-27-16,0 0-140 0,0 0-332 0,0 0 148 15</inkml:trace>
  <inkml:trace contextRef="#ctx0" brushRef="#br0" timeOffset="23187.59">16207 16195 1469 0,'13'-14'-28'15,"-8"10"-23"-15,-1-1-53 0,1 0-88 0,-5 5 9 16,0 0-198-16,0 0 89 0</inkml:trace>
  <inkml:trace contextRef="#ctx0" brushRef="#br0" timeOffset="-205107.14">27925 12068 78 0,'0'0'110'0,"0"0"-11"0,0 0-15 0,0 0-4 15,0 0-11-15,0 0-1 0,0 0-9 0,0 0-14 16,0 0-6-16,0 0-8 0,0 0-7 0,0 0-20 15,0 0-20-15,0 0-16 0,0 0-27 0,0 0-56 16,0 0-122-16,0 0 54 0</inkml:trace>
  <inkml:trace contextRef="#ctx0" brushRef="#br0" timeOffset="-202760.59">28008 12049 7 0,'0'0'47'0,"0"0"-1"16,0 0-3-16,0 0-3 0,0 0-2 0,-4 10-6 15,4-10-7-15,-5 3 4 0,5-3-4 0,-9 3 2 16,9-3-12-16,-10 3 8 0,3-2-3 0,0 2-7 16,-1 0-1-16,-7-1-4 0,4 3-2 0,-7-1-11 15,2 1-2-15,-2-1-7 0,-1 1-8 0,-4-1-12 16,4 0-29-16,-8 0-68 0,4-3 32 0</inkml:trace>
  <inkml:trace contextRef="#ctx0" brushRef="#br0" timeOffset="-202169.57">27112 12043 34 0,'0'0'55'16,"0"0"0"-16,-2-7-8 0,2 7 4 0,0 0-2 15,0 0-6-15,0 0-1 0,0 0-7 0,0 0 2 0,0 0-8 16,0 0 1-16,0 0-8 0,0 0-3 0,0 0-2 15,0 0-5-15,0 0-1 0,0 0-3 0,-6-3-6 16,6 3-3-16,0 0 5 0,0 0-3 0,0 0-4 16,0 0 6-16,0 0-6 0,0 0-4 0,0 0 3 15,0 0 7-15,0 0-3 0,0 0-1 0,0 0 0 16,0 0 5-16,0 0-3 0,0 0-5 0,0 0-2 16,0 0 10-16,0 0-4 0,-14 2 0 0,14-2 0 15,0 0 1-15,0 0-5 0,0 0 0 0,0 0 0 16,0 0 1-16,0 0 4 0,-9 5 1 0,9-5 9 15,0 0-11-15,0 0-3 0,0 0 7 0,0 0-6 16,-5 5 4-16,5-5-3 0,0 0-2 0,0 0 6 16,-4 5-4-16,4-5 0 0,0 0 6 0,0 0-3 15,0 0 6-15,0 0-2 0,0 0 0 0,0 0 0 16,0 0-3-16,0 0 5 0,0 0 3 0,0 0-3 0,0 0-4 16,0 0 6-16,0 0 0 0,0 0-3 15,-2 8-4-15,2-8-1 0,0 0 2 0,0 0-2 16,0 0-1-16,0 0 1 0,0 0 5 0,0 0-6 15,0 0 2-15,0 0 1 0,0 0 0 0,0 0 1 0,0 0 4 16,0 0-5-16,0 0-1 0,0 0 3 0,0 0-6 16,0 0 0-16,0 0 3 0,0 0 5 15,0 0-12-15,0 0 0 0,0 0-7 0,0 0-9 0,0 0-8 16,0 0-15-16,0 0-12 0,0 0-43 0,0 0-106 16,0 0 47-16</inkml:trace>
  <inkml:trace contextRef="#ctx0" brushRef="#br0" timeOffset="-198627.09">27842 12113 9 0,'0'0'67'0,"0"0"-14"0,-11-1-2 16,11 1-7-16,0 0-6 0,0 0 5 0,-11 0-13 16,11 0-4-16,0 0-4 0,0 0-4 0,-9 1-5 15,9-1-5-15,-7 2-2 0,7-2-9 0,-11 3-9 16,11-3-5-16,-14 4-15 0,4 0-29 0,-2-3-66 15,-2 3 30-15</inkml:trace>
  <inkml:trace contextRef="#ctx0" brushRef="#br0" timeOffset="-197689.4">27727 12007 39 0,'-8'4'48'0,"8"-4"-8"16,-7 5 1-16,1-3-1 0,6-2-12 0,-10 6 3 15,6-3-1-15,-3 0-13 0,1 0-8 0,-1 1 2 0,-1 2-8 16,-2-2 2-16,-1 1-7 0,-1 1-2 0,1-2-3 16,-5 2-7-16,-1-2-3 0,1 0-6 15,-2-1-24-15,-3 1-48 0,-1 0 21 16</inkml:trace>
  <inkml:trace contextRef="#ctx0" brushRef="#br0" timeOffset="-197485.11">26632 12060 8 0,'0'0'48'0,"0"0"-11"16,0 0-1-16,13-10-11 0,-13 10-10 0,7-3-3 15,-7 3-12-15,11-1-11 0,-11 1-18 0,13-3-30 16,-8 3 13-16</inkml:trace>
</inkml:ink>
</file>

<file path=ppt/ink/ink2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2T09:50:21.425"/>
    </inkml:context>
    <inkml:brush xml:id="br0">
      <inkml:brushProperty name="width" value="0.05292" units="cm"/>
      <inkml:brushProperty name="height" value="0.05292" units="cm"/>
      <inkml:brushProperty name="color" value="#FF0000"/>
    </inkml:brush>
  </inkml:definitions>
  <inkml:trace contextRef="#ctx0" brushRef="#br0">20379 12148 15 0,'0'0'33'0,"0"0"-17"0,0 0-21 0,26 17-6 15,-17-7-9-15,3-3 4 0</inkml:trace>
  <inkml:trace contextRef="#ctx0" brushRef="#br0" timeOffset="2448.53">19925 12271 2 0,'0'0'9'0,"0"0"-12"0,0 0-1 0,-6 18 1 15</inkml:trace>
  <inkml:trace contextRef="#ctx0" brushRef="#br0" timeOffset="20771.05">29969 9885 47 0,'0'0'47'0,"0"0"-4"0,2-7-5 0,-2 7-4 15,0 0-1-15,0 0-15 0,0 0-15 0,2-7-14 16,-2 7-31-16,0 0-46 0,0 0 20 0</inkml:trace>
  <inkml:trace contextRef="#ctx0" brushRef="#br0" timeOffset="25697.93">27321 11824 5 0,'0'0'53'0,"0"0"-6"0,0 0-1 0,0 0-5 15,0 0-4-15,0 0-4 0,0 0-5 0,0 0-2 16,0 0-1-16,0 0-14 0,0 0-3 0,0 0 4 16,0 0 0-16,0 0-16 0,0 0 3 0,0 0-4 0,0 0-1 15,0 0-2-15,0 0 0 0,0 0-4 0,0 0-2 16,0 0-5-16,0 0-33 0,3 5-55 0,-3-5 25 15</inkml:trace>
  <inkml:trace contextRef="#ctx0" brushRef="#br0" timeOffset="47397.89">28142 11907 14 0,'0'0'85'15,"0"0"-10"-15,0 0-10 0,0 0-4 0,0 0-4 16,1-7-17-16,-1 7-7 0,0 0-14 0,0 0 2 16,0 0-13-16,0 0-5 0,0 0-5 0,0 0-9 15,0 0-4-15,0 0-16 0,-16 11-6 0,16-11-28 16,-8 7-69-16,3-5 31 0</inkml:trace>
</inkml:ink>
</file>

<file path=ppt/ink/ink2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13:23.060"/>
    </inkml:context>
    <inkml:brush xml:id="br0">
      <inkml:brushProperty name="width" value="0.05292" units="cm"/>
      <inkml:brushProperty name="height" value="0.05292" units="cm"/>
      <inkml:brushProperty name="color" value="#FF0000"/>
    </inkml:brush>
  </inkml:definitions>
  <inkml:trace contextRef="#ctx0" brushRef="#br0">26014 4388 36 0,'0'0'69'0,"-4"-3"-7"0,4 3-5 16,-8-4 9-16,8 4-16 0,0 0-4 0,-8-6-2 16,8 6-3-16,-7-5-2 0,7 5 0 0,-6-6 3 15,6 6-12-15,-10-5-1 0,6 3-7 0,4 2 1 16,-9-4-5-16,9 4 2 0,-8-4 1 0,8 4 1 15,-8-4-6-15,8 4-3 0,-7-6 1 16,7 6-3-16,-6-2-5 0,6 2 5 0,0 0 0 16,0 0 3-16,0 0-14 0,0 0 19 0,0 0-24 0,0 0 16 15,0 0 16-15,0 0-2 0,0 0-6 0,29 2 7 16,-12-1-7-16,4-1 4 0,6-2-6 0,9-2-1 16,0 3 3-16,16-4-1 0,4-2-1 15,5 6 2-15,2-2 2 0,33-5-12 0,-4 1-4 16,0 4 2-16,-2-1-2 0,-25 2 0 0,34-3-8 0,-1 2 5 15,-4 0 5-15,2 1 0 0,0 0-7 16,5-2 0-16,-2-1 0 0,2-3-10 0,1 2 14 16,0-2-4-16,-5-1-5 0,6-1 15 0,-2 2-6 15,-10-1-1-15,-2 6 3 0,-24 0-4 0,27 1-5 16,-29 2 7-16,2-1-3 0,-1 1-6 0,-2 3-9 16,-1-2 20-16,0-1 6 0,-1 0-8 0,-1 1 3 0,-4 0-7 15,-2 1-31-15,-1 1 14 0,-14-1-8 0,-1-3-6 16,2 2-8-16,-6 1 4 0,-1 0 2 0,0-4-6 15,-6 4 1-15,-5-1 8 0,-2-1-10 0,-4 0-9 16,-3 0-12-16,-3 0-15 0,-1 1-40 16,-8-1-123-16,10 2 54 0</inkml:trace>
  <inkml:trace contextRef="#ctx0" brushRef="#br0" timeOffset="1448.81">5357 5365 81 0,'-4'-4'102'0,"4"4"4"16,-5-6-1-16,5 6-13 0,-6-5-12 0,6 5-5 16,-5-5-4-16,5 5-11 0,0 0-5 0,-8-7 2 15,8 7 5-15,0 0-19 0,-5-4-2 0,5 4-3 16,0 0-13-16,0 0-8 0,-6-3 9 0,6 3-2 16,0 0-8-16,0 0-2 0,0 0 3 0,0 0 3 15,0 0-6-15,0 0-6 0,0 0 4 0,0 0-4 16,0 0 3-16,0 0-10 0,0 0-3 0,0 0 3 15,0 0 4-15,0 0-9 0,0 0 6 0,0 0-5 16,0 0-4-16,0 0 3 0,0 0-3 0,0 0 6 16,32 3 2-16,-12-1-9 0,13-1-10 0,3-1-6 15,14-1 6-15,2-1-4 0,4 0-16 0,5 1 1 0,3-3-10 16,27-2 3-16,-26 2-7 0,29-1-2 16,-5 0 2-16,-25 3-4 0,1 1-9 0,28-4 3 15,-30 2-2-15,1-1-39 0,27-1-110 0,-34 0 49 16</inkml:trace>
  <inkml:trace contextRef="#ctx0" brushRef="#br0" timeOffset="1872.94">8304 4810 24 0,'0'0'86'0,"0"0"-45"16,0 0-49-16,0 0-17 0,0 0-25 0,0 0 12 15</inkml:trace>
  <inkml:trace contextRef="#ctx0" brushRef="#br0" timeOffset="11648.03">26933 9371 5 0,'0'0'47'15,"0"0"-19"-15,0 0-6 0,5-7-23 0,-5 7-17 16,0 0-18-16,0 0 9 0</inkml:trace>
  <inkml:trace contextRef="#ctx0" brushRef="#br0" timeOffset="14640.54">29908 9737 30 0,'0'0'59'0,"0"0"-15"0,-6-2-18 15,6 2-36-15,0 0-16 0,0 0-26 0,-19 8 12 16</inkml:trace>
  <inkml:trace contextRef="#ctx0" brushRef="#br0" timeOffset="18988.59">27710 11481 14 0,'0'0'69'0,"0"0"-2"0,0 0-12 15,0 0-12-15,0 0-1 0,0 0-17 0,-9 4-16 16,9-4-12-16,0 0-14 0,-10 3-34 0,10-3-55 16,-8 1 24-16</inkml:trace>
  <inkml:trace contextRef="#ctx0" brushRef="#br0" timeOffset="21591.89">27936 11487 45 0,'0'0'60'0,"0"0"-11"16,0 0-1-16,0 0-8 0,0 0-9 0,0 0-16 15,0 0-28-15,0 0-34 0,0 0-48 0,0 0 21 16</inkml:trace>
  <inkml:trace contextRef="#ctx0" brushRef="#br0" timeOffset="22284.04">27208 10405 39 0,'0'0'34'16,"0"0"-10"-16,0 0-19 0,0 0-22 0,0 0-19 16,0 0 8-16</inkml:trace>
  <inkml:trace contextRef="#ctx0" brushRef="#br0" timeOffset="53217.42">26649 12146 19 0,'0'0'19'0,"0"0"-1"16,0 0-4-16,0 0-3 0,0 0 4 0,0 0-7 16,0 0-1-16,0 0-4 0,0 0 7 0,0 0-5 15,0 0 6-15,0 0-4 0,0 0-6 0,0 0 0 16,0 0 3-16,0 0 1 0,0 0-1 0,0 0 2 16,0 0-5-16,0 0 4 0,0 0-2 0,0 0-3 15,0 0 3-15,0 0 0 0,0 0 0 0,0 0-4 16,0 0 3-16,0 0 2 0,0 0 3 0,0 0-7 15,0 0 4-15,0 0-1 0,0 0-2 0,0 0-2 16,0 0 1-16,0 0 2 0,0 0 2 0,0 0-3 16,0 0 3-16,0 0-1 0,0 0 3 0,0 0 0 15,0 0-1-15,12-7-5 0,-12 7 3 0,0 0 4 16,0 0 0-16,0 0-6 0,7-4 5 0,-7 4-4 16,0 0 0-16,6-3 1 0,-6 3-3 0,0 0 3 15,0 0 1-15,0 0-3 0,0 0 7 0,7-2-10 16,-7 2 5-16,0 0-3 0,0 0 3 0,0 0 4 15,0 0-2-15,0 0 5 0,0 0 1 0,0 0-2 16,0 0 2-16,0 0 6 0,0 0 3 0,0 0-3 16,0 0 0-16,0 0-1 0,0 0-1 0,0 0 2 15,4-4-3-15,-4 4-3 0,0 0 0 0,0 0 6 16,0 0-3-16,0 0-7 0,0 0 0 0,0 0 0 16,0 0 0-16,0 0 4 0,0 0-6 0,0 0 6 15,0 0-12-15,0 0 7 0,8-4-2 0,-8 4 0 16,0 0-2-16,0 0 1 0,0 0 1 0,0 0-5 15,0 0 3-15,0 0 5 0,0 0-7 0,0 0 5 16,0 0-7-16,0 0 10 0,0 0-2 0,0 0-2 0,0 0 2 16,0 0 0-16,0 0-1 0,0 0-1 0,0 0 1 15,0 0-4-15,0 0 4 0,0 0-1 16,0 0-8-16,0 0 9 0,0-9-6 0,0 9 7 16,0 0-4-16,0 0 0 0,0 0-2 0,0 0 6 15,0 0-6-15,0 0 3 0,4-5-1 0,-4 5 1 0,0 0 6 16,0 0-4-16,0 0-7 0,0 0 1 15,0 0-3-15,0 0 0 0,0 0-2 0,0 0 1 0,0 0 2 16,0 0 0-16,0 0 0 0,0 0 4 16,0 0-2-16,0 0 6 0,0 0-4 0,0 0 4 0,0 0-7 15,0 0-1-15,0 0 11 0,4-5-7 0,-4 5-9 16,0 0 15-16,0 0-7 0,0 0 6 0,0 0 0 16,0 0 2-16,0 0-4 0,0 0-4 15,0 0 2-15,0 0 1 0,0 0-5 0,0 0 12 16,0 0-4-16,0 0-8 0,0 0 3 0,0 0-1 0,0 0 2 15,0 0 1-15,0 0-5 0,0 0 1 0,0 0 5 16,0 0-6-16,0 0 5 0,0 0-7 16,0 0 9-16,0 0-5 0,0 0-1 0,0 0 2 15,0 0-4-15,0 0 4 0,0 0-1 0,0 0 1 0,0 0 8 16,0 0-10-16,5-5 5 0,-5 5-6 0,0 0 3 16,0 0-1-16,0 0 2 0,0 0-2 0,0 0 0 15,0 0 2-15,0 0 0 0,0 0-1 0,0 0 1 16,2-8 1-16,-2 8 1 0,0 0 7 15,0 0-12-15,0 0-1 0,0 0 7 0,0 0-4 0,0 0-3 16,0 0-1-16,0 0-3 0,0 0 6 0,0 0 3 16,0 0 0-16,0 0-2 0,0 0-4 0,0 0 5 15,2-5-4-15,-2 5 6 0,0 0 0 0,0 0-9 16,0 0 8-16,0 0-4 0,0 0-2 0,0 0 5 16,0 0-5-16,0 0 4 0,0 0-1 0,0 0-4 15,0 0 2-15,0 0-7 0,0 0 12 0,0 0-7 16,0 0 1-16,0 0 3 0,0 0 3 0,0 0-1 15,0 0 4-15,0 0 2 0,0 0-3 0,0 0-12 16,0 0 6-16,0 0 1 0,0 0 1 0,0 0 2 16,0 0-4-16,0 0-2 0,0 0 6 0,0 0-7 15,0 0 6-15,0 0-6 0,0 0 5 0,0 0-2 16,0 0-2-16,0 0 6 0,0 0-5 0,0 0 5 16,0 0-6-16,0 0 1 0,0 0-2 0,0 0 4 15,0 0-11-15,0 0 0 0,0 0-4 0,0 0-7 16,0 0-8-16,0 0 0 0,0 0-10 0,0 0-4 15,0 0-10-15,0 0-31 0,0 0-90 0,0 0 40 16</inkml:trace>
  <inkml:trace contextRef="#ctx0" brushRef="#br0" timeOffset="131045.97">27613 11521 2 0,'0'0'43'0,"-9"1"-3"0,9-1-5 0,0 0-5 15,0 0-6-15,0 0-2 0,-9 4 3 0,9-4-12 16,-8 4-5-16,8-4-4 0,-7 5-3 0,7-5-4 16,-9 2-14-16,9-2-22 0,-9 6-40 0,2-4 18 15</inkml:trace>
  <inkml:trace contextRef="#ctx0" brushRef="#br0" timeOffset="157717.99">21222 11190 40 0,'0'0'44'0,"0"0"-1"16,0 0-2-16,0 0-5 0,0 0-5 0,0 0 0 15,0 0-4-15,0 0-2 0,0 0-6 0,4-8-8 16,-4 8-9-16,0 0-6 0,0 0-5 0,0 0-14 15,0 0-3-15,0 0-22 0,0 0-52 0,0 0 23 16</inkml:trace>
  <inkml:trace contextRef="#ctx0" brushRef="#br0" timeOffset="162032.5">19803 12023 4 0,'0'0'39'0,"0"0"1"0,0 0-8 0,0 0-14 16,0 0-17-16,7-4-24 0,-7 4-24 0,0 0 11 16</inkml:trace>
  <inkml:trace contextRef="#ctx0" brushRef="#br0" timeOffset="167917.97">19080 11949 8 0,'0'0'46'0,"0"0"1"0,0 0-1 16,0 0-2-16,0 0-1 0,0 0 1 0,0 0 1 16,0 0-11-16,0 0-4 0,0 0-2 0,0 0-2 0,0 0-8 15,0 0 7-15,0 0-8 0,0 0-2 0,0 0-2 16,0 0 4-16,11 16-6 0,-11-16 5 0,0 0 14 16,0 0 3-16,4 7-8 0,-4-7-1 0,0 0 3 15,3 4 1-15,-3-4-1 0,0 0 1 0,0 0-4 16,0 0 1-16,4 5 0 0,-4-5 12 0,0 0 3 15,0 0 10-15,0 0 7 0,0 0-4 16,0 0-6-16,0 0 1 0,12-9-5 0,-8 2-2 16,1-1-10-16,2-3 2 0,-1 1-4 0,5-7-6 15,2-6-3-15,6-2-4 0,1-3-5 0,13-11-25 0,4-3-39 16,0-3-30-16,24-18-41 0,-17 19-72 0,20-23-212 16,1 9 94-16</inkml:trace>
  <inkml:trace contextRef="#ctx0" brushRef="#br0" timeOffset="170467.22">20858 12564 8 0,'-7'-2'61'0,"7"2"0"0,0 0-9 0,0 0-4 16,0 0-9-16,-8-3-9 0,8 3 0 0,0 0-3 15,0 0-6-15,0 0 3 0,-11 0-2 0,11 0-5 0,0 0 2 16,0 0-3-16,-13 4-4 0,13-4 5 0,-9 3-8 16,9-3 0-16,-11 5-3 0,6-4 5 15,5-1-7-15,-12 4 3 0,4-1 1 0,1-1-6 16,7-2 4-16,-12 2-6 0,6 0 7 0,6-2-6 0,-10 2 6 15,10-2-8-15,-11 2 6 0,11-2 4 0,-6 1 3 16,6-1 1-16,0 0 11 0,-8 2-1 0,8-2-3 16,0 0 5-16,0 0-2 0,-7 2-2 15,7-2-4-15,0 0 5 0,0 0-5 0,0 0-3 16,0 0 3-16,0 0 3 0,0 0 2 0,33 0 1 0,-11-3 5 16,8 1-2-16,5-2 3 0,2-2 0 0,17-1 1 15,2-2 1-15,5 2 4 0,4-2 1 16,25-3 2-16,-29 3-2 0,4 3-2 0,26-6-7 15,-26 7 5-15,-1 0-10 0,1-1 0 0,2 4-7 0,-3-2 1 16,-3 0-2-16,0-1 2 0,-6 1-2 0,-1 2 0 16,-18 0-6-16,5-2 3 0,-6 4-3 0,0 0 3 15,-4-2-10-15,-2 2 7 0,-7 0-6 0,-3 0 4 16,-1 2 5-16,-5-4-5 0,1 1-3 0,-5 1 2 16,1 0 11-16,-1 0 14 0,-9 0 7 0,14 0 1 15,-9 0 6-15,-5 0-1 0,0 0-2 0,13-2 6 16,-13 2 5-16,0 0 1 0,0 0 2 0,9 0-4 15,-9 0 0-15,0 0 0 0,0 0 0 0,0 0-1 16,0 0 3-16,7-1-5 0,-7 1-5 0,0 0-2 16,0 0-2-16,0 0-3 0,0 0-2 0,0 0-2 15,0 0-1-15,0 0-8 0,0 0-1 0,0 0-2 16,0 0 0-16,0 0 0 0,0 0-7 0,0 0-1 16,0 0-4-16,0 0-1 0,0 0 1 0,0 0-4 15,0 0-4-15,0 0-8 0,0 0-14 0,0 0-21 16,0 0-24-16,0 0-26 0,0 0-38 0,0 0-42 15,0 0-46-15,0 0-115 0,0 0-360 0,0 0 159 16</inkml:trace>
  <inkml:trace contextRef="#ctx0" brushRef="#br0" timeOffset="173730.72">28328 10816 34 0,'0'0'56'0,"0"0"0"0,0 0-8 0,0 0 0 0,0 0-5 16,-2-12-5-16,2 12-9 0,0 0-10 0,0 0 1 15,0 0-16-15,0 0-10 0,0 0-5 0,0 0-16 16,0 0-32-16,0 0-63 0,0 0 28 0</inkml:trace>
  <inkml:trace contextRef="#ctx0" brushRef="#br0" timeOffset="178133.73">28893 10419 47 0,'-7'-9'68'15,"7"9"-14"-15,0 0 1 0,0 0-7 0,0 0-3 0,0 0-9 16,0 0-2-16,0 0-8 0,0 0-15 0,0 0-10 16,0 0-13-16,0 0-8 0,0 0-12 0,0 0-29 15,0 0-64-15,0 0 28 0</inkml:trace>
  <inkml:trace contextRef="#ctx0" brushRef="#br0" timeOffset="180749.92">28139 10775 84 0,'0'0'76'0,"0"0"-3"0,0 0-9 0,-10-3 0 16,10 3 6-16,0 0-9 0,0 0 0 0,0 0-3 15,0 0-4-15,0 0-1 0,0 0-3 0,0 0 5 0,0 0-8 16,0 0-12-16,0 0 5 0,0 0-17 0,0 0 8 16,0 0-3-16,0 0-3 0,19-14-13 0,-19 14 5 15,7-7-1-15,-3 3 2 0,-4 4-4 0,7-5 6 16,-7 5-1-16,6-6-9 0,-6 6-3 0,6-8 3 16,-6 8-3-16,5-7 0 0,-5 7-4 0,3-7 4 15,-3 7-4-15,2-7-1 0,-2 7 4 0,0 0 0 16,4-8-1-16,-4 8 3 0,0 0-9 0,0 0 2 15,0 0-1-15,-7-13-4 0,7 13-5 0,-6-2 13 16,6 2-6-16,-8-1 2 0,8 1-8 0,0 0 9 16,-18 3-13-16,11 0 5 0,1 0 2 0,-2-1 0 15,-1 5 3-15,5-5 4 0,-3 3-2 0,1 2 1 16,0 1-3-16,-1-1 3 0,2 3 2 0,0-1-1 16,1-2 1-16,3 1-2 0,0 0 2 0,1-8 0 15,0 14-3-15,0-6-1 0,2-3 1 0,-2-5 5 16,4 11-2-16,0-4-11 0,0-2 11 0,1-1 0 15,0 3 6-15,1-4-5 0,1 2 12 0,2 0-14 16,-3-1-24-16,2-1-27 0,-2-1-27 0,1 1-28 16,-2-1-63-16,-5-2-182 0,11 0 81 0</inkml:trace>
  <inkml:trace contextRef="#ctx0" brushRef="#br0" timeOffset="180931.16">28251 10636 57 0,'0'0'85'16,"8"-4"-15"-16,-4 1-18 0,-4 3-23 0,9-2-33 0,-9 2-45 15,0 0-51-15,9 0 23 0</inkml:trace>
  <inkml:trace contextRef="#ctx0" brushRef="#br0" timeOffset="181366.5">28188 10949 86 0,'0'0'122'16,"0"0"2"-16,0 0 10 0,0 0-25 0,0 0-14 16,0 0-5-16,0 0-10 0,0 0-6 0,0 0-7 15,0 0-5-15,0 0-14 0,0 0 1 0,0 0-4 16,0 0-3-16,0 0-10 0,0 0-5 0,12-17-1 15,-12 17-1-15,2-6-14 0,-2 6 10 0,0 0-4 16,4-8 4-16,-4 8-14 0,0 0 1 0,0 0-6 16,0 0 1-16,0 0-5 0,-2-10 8 0,2 10-6 15,0 0-4-15,0 0 4 0,0 0 3 0,0 0-8 16,0 0 5-16,0 0-4 0,-24 10 3 0,19-8 4 16,5-2-10-16,-9 7 3 0,4-2 2 0,3 2-1 15,-2-3 6-15,-1 2-11 0,5-6 5 0,-4 11 4 16,4-6-5-16,0-5 9 0,-2 12-10 0,2-5 2 15,0-7 6-15,4 12-33 0,0-7-30 0,0 2-33 16,-1-2-110-16,1 0-219 0,3-2 98 0</inkml:trace>
  <inkml:trace contextRef="#ctx0" brushRef="#br0" timeOffset="181530.67">28307 10788 19 0,'0'0'51'16,"5"-3"-36"-16,-5 3-30 0,7-4-15 0,-7 4 8 16</inkml:trace>
  <inkml:trace contextRef="#ctx0" brushRef="#br0" timeOffset="181973.55">28353 10821 32 0,'0'0'81'0,"0"0"-14"0,0 0-11 0,0 0 0 16,0 0-8-16,0 0 1 0,0 0-9 0,0 0-2 15,0 0-7-15,0 0 1 0,0 0-1 0,0 0 6 0,0 0-8 16,0 0 1-16,0 0-14 0,0 0 5 16,0 0 11-16,0 0-3 0,0 0 20 0,0 0-12 15,0 0-3-15,0 0-8 0,6-24 2 0,-6 24 4 16,4-6-8-16,-4 6-1 0,3-10 5 0,-1 6-1 15,-2 4 9-15,5-9-5 0,-2 4-18 0,-3 5 15 0,3-7-4 16,-3 7-4-16,5-6-2 0,-5 6 7 16,0 0-7-16,4-6 2 0,-4 6-4 0,0 0 0 15,2-7-1-15,-2 7-7 0,0 0 3 0,0 0-2 16,0 0-6-16,-11-9-1 0,11 9 14 0,0 0-15 0,-13 5 8 16,13-5-13-16,-11 4 9 0,4 1-12 0,-1-1 10 15,3 1-9-15,-2 2 8 0,2-3-5 16,-2 5 3-16,4-3 4 0,-1 2-1 0,4 1-6 15,2 1-37-15,3 0-23 0,1-3-37 0,0 1-100 0,2-1-214 16,-1-3 94-16</inkml:trace>
  <inkml:trace contextRef="#ctx0" brushRef="#br0" timeOffset="182148.52">28332 10689 79 0,'0'0'66'0,"11"-10"-45"0,1 6-49 16,1-2-30-16,3-1 14 0</inkml:trace>
  <inkml:trace contextRef="#ctx0" brushRef="#br0" timeOffset="184633.19">28796 10601 3 0,'0'0'55'0,"0"0"10"16,0 0-5-16,0 0-10 0,0 0 3 0,0 0-4 0,0 0-3 15,0 0 2-15,0 0-10 0,0 0-2 0,0 0-5 16,0 0 2-16,0 0-6 0,0 0-6 16,0 0 5-16,0 0-3 0,0 0-1 0,0 0 4 15,0 0-1-15,0 0-5 0,0 0 2 0,0 0-2 0,0 0-3 16,4-11 6-16,-4 11-12 0,0 0 1 0,0 0 2 15,0 0 2-15,0 0-1 0,0 0 1 0,0 0 9 16,0 0-6-16,-3-8-7 0,3 8 11 0,0 0 1 16,0 0-6-16,0 0-1 0,0 0 0 0,0 0-5 15,0 0 6-15,0 0-13 0,0 0 2 0,0 0-4 16,0 0-6-16,0 0 4 0,0 0-5 0,0 0 4 16,0 0 9-16,0 0-12 0,0 0 10 15,0 0-6-15,-9 18 5 0,9-18-6 0,0 0 6 0,-1 8-4 16,1-8-4-16,0 0 2 0,0 0 6 0,0 0-4 15,0 0 0-15,4 11 3 0,-4-11 3 0,8 1 5 16,-8-1 3-16,9 0-1 0,-9 0-1 0,18-5-8 16,-9 2 8-16,2-2 1 0,-1 1-13 0,-1-3 6 15,-1 2-2-15,-2 2 0 0,2-4 8 0,-3 2-7 16,0 0 4-16,-2-1-7 0,-3 6 8 0,9-10-5 16,-7 5 1-16,-2 5-6 0,0-10 3 0,0 10-2 0,0 0 4 15,-5-10-9-15,5 10-2 0,-7-6 0 16,0 5 7-16,7 1 0 0,-13 0 0 0,2 1-9 15,1 1 6-15,-2 4-8 0,1-5 6 0,0 6-5 0,1-5-10 16,3 2-33-16,1 1-10 0,0 1-17 16,1-3-23-16,1 2-73 0,-1 1-186 0,5-6 83 0</inkml:trace>
  <inkml:trace contextRef="#ctx0" brushRef="#br0" timeOffset="184881.63">28998 10485 127 0,'0'0'132'0,"0"0"-16"0,0 0-16 15,0 0-11-15,0 0 0 0,0 0-16 0,0 0-5 16,0 0-10-16,15-14-11 0,-15 14-9 0,11-4-26 16,-11 4-28-16,10-3-19 0,-10 3-32 0,9-3-72 15,-9 3-150-15,6-3 66 0</inkml:trace>
  <inkml:trace contextRef="#ctx0" brushRef="#br0" timeOffset="185067.54">28993 10411 87 0,'0'0'89'0,"0"0"0"16,0 0-18-16,0 0-3 0,0 0-14 0,0 0 0 16,0 0-13-16,-5 17-12 0,5-17-29 0,-1 14-33 15,-2-4-59-15,1 0-99 0,-1-3 44 0</inkml:trace>
  <inkml:trace contextRef="#ctx0" brushRef="#br0" timeOffset="185417.54">29034 10618 7 0,'0'0'94'0,"0"0"2"15,9-3-14-15,-9 3-7 0,8-2-7 16,-8 2-3-16,10-3-20 0,-10 3-22 0,7 0-12 0,-7 0-12 16,7-3-12-16,-7 3-2 0,0 0-2 15,0 0-11-15,9-3 3 0,-9 3-6 0,2-5 2 0,-2 5 2 16,4-6 1-16,-4 6 7 0,0 0 4 16,-1-10 8-16,1 10-2 0,0 0 5 0,-4-11-3 15,4 11 12-15,-2-7 6 0,2 7 9 0,0 0 6 16,-3-8 4-16,3 8-2 0,0 0-4 0,0 0 6 15,-4-7-5-15,4 7 4 0,0 0-8 0,0 0 5 0,0 0-3 16,0 0 1-16,0 0-3 0,0 0-2 16,0 0-1-16,0 0-8 0,0 0 1 0,0 0 5 15,0 0-8-15,0 0-10 0,0 0 11 0,-8 15 2 16,8-15 0-16,-1 10 2 0,1-10-19 0,-1 8-27 0,1-8-26 16,-2 11-52-16,0-6-120 0,2-5 55 0</inkml:trace>
  <inkml:trace contextRef="#ctx0" brushRef="#br0" timeOffset="186083.42">29080 10583 16 0,'4'10'85'15,"-4"-10"-8"-15,5 4-7 0,-5-4 2 0,5 6-12 16,-5-6-8-16,0 0-3 0,9 1 11 0,-9-1 0 15,0 0-3-15,12-3-3 0,-12 3-7 0,6-5-10 0,-6 5 19 16,10-6-22-16,-9 1 6 0,-1 5-13 16,5-10 3-16,-3 6-7 0,0-3 1 0,-2 7 4 15,-1-12-11-15,1 12-3 0,-4-10-1 0,4 10-6 16,-6-9-2-16,1 4-5 0,5 5 3 0,-13-6-20 16,5 3-7-16,0 3-5 0,8 0-10 0,-17 2-10 15,6 0-23-15,2 3-77 0,-2-1-159 0,3 0 71 16</inkml:trace>
  <inkml:trace contextRef="#ctx0" brushRef="#br0" timeOffset="186261.91">29190 10425 41 0,'0'0'47'0,"7"-2"-14"16,-7 2-11-16,0 0-15 0,0 0-8 0,10-1-5 0,-10 1-7 15,0 0-9-15,0 0-23 0,0 0 9 0</inkml:trace>
  <inkml:trace contextRef="#ctx0" brushRef="#br0" timeOffset="186417.3">29210 10408 14 0,'0'0'10'0,"0"0"10"0,-5-14 6 15,5 14 12-15,-4-8 8 0,4 8-1 0,-5-7 3 16,5 7 6-16,-2-6 1 0,2 6 0 0,0 0 0 0,-8-8 1 15,8 8-10-15,0 0-1 0,0 0-15 0,0 0-3 16,0 0-7-16,0 0 0 0,0 0 3 16,-10 12-2-16,10-12-6 0,-3 12 1 0,2-4 0 15,-2 2-4-15,2-2-10 0,0 3-15 0,0 2-32 16,-1-5-29-16,1 6-41 0,0-2-122 0,-1 0 54 0</inkml:trace>
  <inkml:trace contextRef="#ctx0" brushRef="#br0" timeOffset="186802.97">28921 10886 51 0,'-11'-1'160'0,"11"1"5"15,0 0-19-15,0 0-14 0,-8-3-7 0,8 3-12 16,0 0-10-16,0 0-4 0,0 0-18 0,0 0-5 16,0 0-11-16,-9-3-7 0,9 3-5 15,0 0-4-15,0 0-10 0,0 0 0 0,0 0-6 0,0 0-4 16,0 0-4-16,0 0 1 0,0 0-3 0,0 0-1 16,0 0-4-16,0 0-3 0,0 0 3 0,0 0-3 15,0 0 1-15,0 0-1 0,0 0-6 0,0 0 2 16,0 0-2-16,28 0 5 0,-28 0-1 0,9-4-3 15,-2 1-2-15,-7 3-3 0,6-7 0 0,-3 2 4 16,-1-1-2-16,-2 6-6 0,3-11-3 0,-3 11-3 16,1-10-5-16,-1 3 2 0,0 7-4 0,-1-12-4 15,1 12-6-15,-1-11-4 0,1 11-12 0,-2-9 10 16,2 9-15-16,-2-9-5 0,2 9-20 0,0 0-5 16,-4-7-13-16,4 7-8 0,0 0-21 0,0 0-88 15,0 0-220-15,0 0 98 0</inkml:trace>
  <inkml:trace contextRef="#ctx0" brushRef="#br0" timeOffset="186984.07">29001 10769 68 0,'0'0'88'0,"0"0"-11"0,6-6-35 0,-6 6-23 16,9-1-28-16,-9 1-39 0,8-1-51 0,-8 1 22 16</inkml:trace>
  <inkml:trace contextRef="#ctx0" brushRef="#br0" timeOffset="187132.55">29043 10662 9 0,'0'0'75'0,"-14"13"-2"0,10-7-10 16,3 2-10-16,-1 2-1 0,0 0-9 0,-1 1-3 16,-1 1-18-16,2 5-27 0,-1-4-67 0,-1 3-76 15,2-3 35-15</inkml:trace>
  <inkml:trace contextRef="#ctx0" brushRef="#br0" timeOffset="193464.94">28874 10648 24 0,'0'0'71'0,"0"0"-28"0,0 0-32 15,-9-7-37-15,9 7-26 0,-24 2 12 0</inkml:trace>
  <inkml:trace contextRef="#ctx0" brushRef="#br0" timeOffset="-214630.16">4186 12475 129 0,'0'0'167'0,"-8"-4"-5"0,8 4-13 15,-12-3-13-15,5 2-4 0,-3-1-7 0,0 2-7 16,0 0-12-16,-1 0-7 0,0 0-2 0,0 3-5 15,0-2-5-15,-1 3-13 0,-1-2-6 0,0 4-7 16,1-2-6-16,0 2 8 0,0 1-21 0,2-1-20 16,-2 3-6-16,0 1 0 0,3 0-2 0,-3 3-6 15,3 0 3-15,2 1-7 0,0 2 1 0,2-6 0 16,-2 5 1-16,4-3-2 0,-1-1 1 0,3 2-3 16,1-1 3-16,-2-1-7 0,2 1 5 0,2-2-1 15,-1 2-4-15,2-2 6 0,1 2-1 0,1-2-2 16,1-1 3-16,0-2 0 0,5 1 3 0,0 1-3 15,-1-2-17-15,2-2-36 0,3 3-37 0,1 0-38 16,1-4-34-16,-5 1-123 0,2-3-304 0,-1 1 135 16</inkml:trace>
  <inkml:trace contextRef="#ctx0" brushRef="#br0" timeOffset="-214396.48">4341 12614 17 0,'0'0'180'0,"4"-6"-16"0,-4 6-19 0,0 0-12 16,0 0-18-16,0 0-11 0,0 0-12 0,0 0-6 15,0 0-16-15,0 0-3 0,9 19-7 0,-8-10-4 16,3 4-6-16,-2-2-8 0,2 5-6 0,-1 2-3 16,-1-1 0-16,1 1-2 0,-1-1-2 0,1 2 0 15,-2-2-2-15,1 1-4 0,-1-1-3 0,-1-1-4 16,2 0-24-16,-3-3-31 0,2 0-26 0,-1-2-20 15,-1 1-24-15,-1 1-15 0,0-3-81 0,-2 2-222 16,2-5 99-16</inkml:trace>
  <inkml:trace contextRef="#ctx0" brushRef="#br0" timeOffset="-214128.18">4343 12701 32 0,'8'2'91'0,"-8"-2"-10"0,19 1-8 0,-6 3 3 16,4 1-10-16,-1 1-7 0,1 2-3 0,-2 1-5 15,3 1 0-15,-4 0-11 0,0 3-3 0,-3-1 2 16,0 2 1-16,-2-1 8 0,-1 1-4 16,-6-2 4-16,1 5-10 0,-3-2-9 0,-3-2 17 0,-1 2-3 15,-1 2-4-15,-3-4-1 0,-2 2-3 0,0-4 1 16,-2 3-5-16,-1-2-3 0,-3 0 3 0,-2-2-15 15,0 1 5-15,1-2-4 0,0-1-10 16,-1 0-21-16,3-1-30 0,3-5-35 0,-1 4-40 16,2-5-70-16,11-1-204 0,-12-6 90 0</inkml:trace>
  <inkml:trace contextRef="#ctx0" brushRef="#br0" timeOffset="-213729.12">4915 12613 14 0,'0'0'236'0,"0"0"-25"16,-13-2-19-16,13 2-23 0,0 0-14 0,-8-2-19 15,8 2-16-15,0 0-15 0,0 0-9 0,0 0-11 16,0 0-7-16,0 0-6 0,24-2-6 0,-11 2-5 16,1-2-10-16,3 2-3 0,3-1-3 0,0 1-8 15,-4 1-2-15,3-1-6 0,-7 2-2 0,1-1-3 16,-1 0-5-16,-3 1-3 0,-1 0 0 0,0 1-4 16,-2 0-1-16,-1 1 0 0,-1 1-4 0,0 0 8 15,-3 3-8-15,-1 1 2 0,0 3 0 0,-2-2-3 16,-3 6 3-16,-1 0 1 0,-1 1-1 0,-2-1 5 15,-4 1-5-15,0-2 2 0,-2 7-4 0,-2-2-1 16,3-5 0-16,3 0 3 0,-5 0-4 0,2 1 0 16,0-1-13-16,3-1-15 0,-2 1-27 0,1-1-40 15,3-4-42-15,2 0-44 0,-1-2-133 0,2 2-334 16,2-6 147-16</inkml:trace>
  <inkml:trace contextRef="#ctx0" brushRef="#br0" timeOffset="-213427.11">5471 12473 78 0,'0'0'220'0,"0"0"-15"0,2-5-18 0,-2 5-19 15,0 0-16-15,0 0-19 0,0 0-12 0,0 0-9 16,0 0-9-16,0 0 3 0,-19 13-9 0,13-5-8 15,-2 1-11-15,-2 4-8 0,0 2-7 0,0-1-4 16,2 3-11-16,1 1-1 0,0-2-24 0,3 1-3 16,-1-2 1-16,2-2-8 0,-1 0 1 0,4-2 0 15,-1 0-1-15,2 0-1 0,3-2 2 0,1 3-5 16,0-3-17-16,3-2-18 0,1 0-28 0,2-1-19 16,1-2-37-16,1-3-22 0,1 1-17 0,4-4-9 15,-2-1-106-15,2-1-285 0,-1-3 127 0</inkml:trace>
  <inkml:trace contextRef="#ctx0" brushRef="#br0" timeOffset="-213241.75">5747 12557 56 0,'6'-3'129'0,"-6"3"-13"0,9-4-16 15,-2 1 8-15,3 1-7 0,0 0-19 0,8-4-5 16,-2 4-1-16,3-5-6 0,8 1-3 0,-2-1-15 15,-4 1-8-15,1 1-3 0,4-1-38 0,-7 0-13 16,1 0-33-16,-3 2-24 0,-3 1-26 0,-4 1-59 16,-2 0-164-16,1 2 73 0</inkml:trace>
  <inkml:trace contextRef="#ctx0" brushRef="#br0" timeOffset="-213047.72">5996 12530 91 0,'-1'13'142'0,"-1"1"-21"0,1 4 2 0,0 1-1 16,-3 6-1-16,4 1-20 0,-3 1-10 0,2-1-3 15,-1 2-13-15,0-3-1 0,0 3-10 0,-1-4-6 16,1-4 2-16,0 0-11 0,0-2-4 0,2-3-5 16,-4 3-8-16,3-3-16 0,-2 2-41 0,-1-6-53 15,2-1-48-15,-2 1-88 0,4-11-233 0,-8 13 103 16</inkml:trace>
  <inkml:trace contextRef="#ctx0" brushRef="#br0" timeOffset="-212874.17">5960 12523 73 0,'9'-5'163'0,"4"-2"-21"15,2-1-6-15,11-1-25 0,-2-3-25 0,5-2-51 16,5 0-44-16,-1 0-36 0,3 0-71 0,-3-5-124 16,10-3 55-16</inkml:trace>
  <inkml:trace contextRef="#ctx0" brushRef="#br0" timeOffset="11436.98">4369 12289 76 0,'0'0'95'0,"-9"-2"12"0,9 2-9 16,-10-4-6-16,10 4-2 0,-7-2-9 0,7 2 1 16,-7-3 7-16,7 3-1 0,0 0-9 0,-7-3 0 15,7 3-4-15,0 0-12 0,0 0-2 0,-7-6-3 16,7 6-9-16,0 0-4 0,0 0-5 0,0 0 0 16,0 0-7-16,0 0-5 0,0 0 0 0,0 0 8 15,0 0-2-15,0 0-6 0,0 0-2 0,9 25 1 16,-6-15-4-16,1 0-2 0,0 3-1 0,0-1-2 15,1-1-3-15,3 4-4 0,-3-5 3 0,-1 1-14 16,1-3-1-16,-1-4-7 0,0 3 7 0,-2-2 0 16,1 0-2-16,-3-5 1 0,6 8 5 0,-5-4 1 15,-1-4 6-15,0 0 9 0,5 4 6 0,-5-4 0 16,0 0-2-16,11-19 1 0,-5 3-8 0,9-8 1 16,-1-3-3-16,9-14-2 0,4 0 4 0,1-3-7 15,3 0 1-15,1 0 3 0,2-2-3 0,2 1 2 16,-5 0 1-16,1 3-4 0,-1-2-2 0,-3 6 5 15,-5 10-1-15,-2 0-9 0,0 4 10 0,1-2-4 16,-6 6-4-16,0 5 5 0,-6 3-4 0,-1 3 1 16,0 1 3-16,-6 4-1 0,3-1 0 0,-4 1-3 0,-2 4-4 15,5-5-2-15,-1 0-9 0,-4 5-3 16,0 0-13-16,5-5-7 0,-5 5-19 0,0 0-10 16,0 0-17-16,0 0-33 0,0 0-33 0,3 19-138 15,-3-19-304-15,-10 21 135 0</inkml:trace>
  <inkml:trace contextRef="#ctx0" brushRef="#br0" timeOffset="12338.7">4378 12736 28 0,'0'0'83'0,"0"0"-17"16,0 0-6-16,0 0 1 0,0 0 5 0,0 0 12 15,0 0-26-15,0 0-6 0,0 0 8 0,0 0-8 16,-6-4 1-16,6 4-5 0,0 0 8 16,0 0-4-16,0 0 0 0,-6-5 1 0,6 5-3 15,0 0-5-15,0 0 1 0,0 0-6 0,0 0 6 0,-6-5-1 16,6 5-10-16,0 0-5 0,-4-8 3 0,4 8 6 15,-2-6 0-15,2 6 8 0,0 0-8 0,0 0 2 16,0 0-3-16,-4-7 0 0,4 7-7 16,0 0-6-16,0 0-2 0,0 0-2 0,0 0-4 15,0 0-7-15,0 0 2 0,0 0 4 0,0 0-1 0,0 0 1 16,11 26-5-16,-7-14-1 0,0-1-5 0,1 5 4 16,2-3-1-16,0 3 2 0,-2-4-7 0,-1 3 7 15,1 2-2-15,-1-5 0 0,0 0-7 0,1 0 13 16,-4-1-6-16,4 1-2 0,-2-2 2 15,-1-1-8-15,1-2 8 0,-2 2 1 0,2-2 3 16,-3 0-7-16,0-7 7 0,2 11 0 0,0-6-6 0,-2-5 7 16,0 0-3-16,4 6 15 0,-4-6-2 0,0 0 1 15,0 0 0-15,1 7 5 0,-1-7-4 0,0 0 1 16,0 0 0-16,0 0-6 0,0 0-2 0,0 0 2 16,0 0-2-16,0 0 2 0,0 0-11 15,0 0-8-15,0 0-25 0,0 0-23 0,0 0-14 0,0 0-15 16,0 0-14-16,0 0-21 0,0 0-12 0,0 0-88 15,0 0-235-15,1-26 105 0</inkml:trace>
  <inkml:trace contextRef="#ctx0" brushRef="#br0" timeOffset="12719.94">4349 12773 79 0,'0'0'128'0,"0"0"-5"0,-4-6-12 0,4 6-25 16,0 0-2-16,-4-7-13 0,4 7-2 0,0 0-7 15,-1-9-11-15,1 9-2 0,0 0-2 0,6-10-9 0,-1 5 3 16,0 1-5-16,5-1 4 0,-1 0 3 0,3 0-5 16,2 1-4-16,3-1 7 0,0 1 0 15,-4 0-13-15,6 2 0 0,-1 2-6 0,-5 0 4 16,0 0-6-16,0 2 0 0,-3 2-5 0,1 0 0 15,-2 2-1-15,0 3 1 0,-1 0-3 0,-1 3 1 0,1 3-3 16,-4-3-10-16,-1 4 15 0,-2 1 8 16,-4 1-7-16,1-1-4 0,-3 2 2 0,-4 6-1 15,-3 0-5-15,-2-2 4 0,-2 1 15 0,-2 2-3 16,-3-3-1-16,2-3-1 0,1-1-6 0,2-8 11 16,1 2-7-16,-1-4-4 0,3 0-2 0,0-3-3 15,4 1 6-15,-1-4-7 0,0-1 2 0,0 0-7 0,3 0-19 16,7-2-8-16,0 0-59 0,-15-7-33 0,13 2-22 15,0-3-121-15,2 8-279 0,2-15 124 16</inkml:trace>
  <inkml:trace contextRef="#ctx0" brushRef="#br0" timeOffset="13410.28">5906 12839 19 0,'0'0'133'0,"0"0"-20"0,0 0-11 0,0 0-7 15,0 0-11-15,0 0-18 0,0 0-30 0,7-2-35 16,-7 2-42-16,0 0-61 0,0 0-110 0,0 0 49 16</inkml:trace>
  <inkml:trace contextRef="#ctx0" brushRef="#br0" timeOffset="14393.71">4107 13414 108 0,'-9'0'141'0,"9"0"-13"15,0 0-13-15,0 0-2 0,-10 0-20 0,10 0-1 16,0 0-14-16,0 0 0 0,0 0-11 0,0 0-13 15,0 0-4-15,0 0-5 0,0 0 3 0,0 0-9 16,0 0-3-16,29-16 14 0,-8 10 5 16,8-4 8-16,2 1-2 0,7-4-4 0,15-3-9 15,1-3 6-15,3-1-7 0,3 2-4 0,0-3 1 16,1 2-3-16,2 2-3 0,-3-1-6 0,27-4-1 0,-33 7 0 16,4-2-4-16,1 5-4 0,2-4-2 0,1 4 0 15,2 1-7-15,0-1 4 0,-2 2-4 16,26-9-2-16,-30 7 1 0,2 1-2 0,1 1-5 15,3 2 4-15,-1-3-1 0,2 2 0 0,-2-2-1 16,-2 2 2-16,-5-3-2 0,-4-1-3 0,-13 8 4 16,-1-1-4-16,-1 0 2 0,-1 0-1 0,-4 2-4 0,-3 1 2 15,-9 0-2-15,-1-1 2 0,-1 2-4 0,-4 0 4 16,-5 0 10-16,2 1 13 0,-11 1 9 0,13-2 1 16,-13 2 1-16,0 0 13 0,13-2 15 15,-13 2 6-15,0 0 5 0,11-1-8 0,-11 1-4 16,0 0-2-16,0 0-4 0,0 0-8 0,0 0-3 15,9-3-9-15,-9 3-3 0,0 0-7 0,0 0 1 0,0 0-8 16,0 0-4-16,0 0-23 0,0 0-18 16,0 0-22-16,0 0-24 0,0 0-29 0,0 0-34 15,0 0-50-15,10-3-49 0,-10 3-173 0,0 0-438 16,0 0 193-16</inkml:trace>
  <inkml:trace contextRef="#ctx0" brushRef="#br0" timeOffset="28159.49">28011 11150 28 0,'0'0'77'0,"0"0"-19"0,0 0 1 0,0 0-6 0,0 0 2 16,0 0-11-16,0 0-13 0,0 0 3 0,-5 4-14 16,5-4 2-16,0 0-8 0,0 0-14 15,0 0-15-15,0 0-4 0,0 0-9 0,-5 5 0 0,5-5 1 16,0 0-5-16,0 0-26 0,0 0-62 0,-6 3 27 16</inkml:trace>
</inkml:ink>
</file>

<file path=ppt/ink/ink2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1T05:36:40.858"/>
    </inkml:context>
    <inkml:brush xml:id="br0">
      <inkml:brushProperty name="width" value="0.05292" units="cm"/>
      <inkml:brushProperty name="height" value="0.05292" units="cm"/>
      <inkml:brushProperty name="color" value="#FF0000"/>
    </inkml:brush>
  </inkml:definitions>
  <inkml:trace contextRef="#ctx0" brushRef="#br0">7124 3395 20 0,'3'-10'156'0,"2"3"-4"0,-2-1-2 0,-2 1-3 16,0-1-16-16,-1 8 2 0,3-14 2 0,-3 7-2 15,0 7 2-15,1-11-6 0,-1 11-10 16,0-10-8-16,0 10-6 0,0-10-10 0,0 10-3 16,-4-5-11-16,4 5-8 0,-10-4-10 0,10 4-5 15,-14-2-9-15,4 5 0 0,-2 0-10 0,-1 0-1 16,-4 3-7-16,1 1 0 0,-2 0-9 0,3 2 2 15,-3 0-7-15,3 3 1 0,-3-2-3 0,4 2-1 16,0-1-2-16,2 2 1 0,-1-1-5 0,4-2 0 16,3-1 0-16,0 1-7 0,-1 1 5 0,4-3-5 15,-1 3 6-15,2-3-6 0,2 4 1 0,2-2 4 16,-1-2 1-16,4 1-5 0,0 0-1 0,3 1 3 16,2-2-5-16,3-1 5 0,-3 0-5 0,7 2 2 15,1-2 2-15,1 2-3 0,-1-2-1 0,1 0-4 16,-1 1 4-16,1-2 0 0,-1 2-3 0,-3-2-1 15,2 1-4-15,-6-4 3 0,-1 3-2 0,2 1-2 16,-3-2 1-16,0 0-3 0,-4 0-6 0,1 0-3 16,-1-1 2-16,-1 1 1 0,-3 2 3 0,-1-7 1 15,2 10-2-15,-2-10 3 0,-8 10 0 0,-2-2 3 16,1-2-6-16,-3-1 6 0,-4 4-26 0,4-5-1 16,-3 0-8-16,-2-1-25 0,-2 3-15 0,2-3-37 15,-2 2-29-15,3-4-159 0,-2 0-335 0,3-2 147 16</inkml:trace>
  <inkml:trace contextRef="#ctx0" brushRef="#br0" timeOffset="357.96">7399 3572 115 0,'0'0'160'0,"0"0"-7"15,0 0-6-15,0 0-9 0,0 0-15 0,0 0-13 16,-13 15-12-16,13-15-5 0,-6 8-17 0,1-3 2 16,2 0-8-16,3-5-7 0,-3 14-11 0,1-6-1 15,2-2-5-15,0-6-2 0,4 13-3 0,0-4-6 16,2-3-4-16,2-1-1 0,0 1 1 0,3-3-6 16,1 0 2-16,0-1-5 0,6-2 0 0,-5-1 0 15,2 0 1-15,-2-2 3 0,0 1 7 0,0-3 3 16,-2 0-2-16,1 2 10 0,-2-1 7 0,-1-1 8 15,1 0 4-15,-5 0-3 0,0-6-7 16,-1 4-6-16,-1-3 4 0,-2 0-9 0,-2 2-5 16,0-2-1-16,-2-1-6 0,-2 2-8 0,-2 0-1 15,0 1-4-15,-1 5-4 0,-1-5-12 0,-1 5-6 0,-3 0-23 16,2 2-20-16,-3 2-18 0,-3 4-33 0,-3 0-39 16,3 2-40-16,-2 1-179 0,2 5-387 0,3-3 171 15</inkml:trace>
  <inkml:trace contextRef="#ctx0" brushRef="#br0" timeOffset="526.77">7696 3730 137 0,'0'0'127'0,"2"8"-6"0,-2-8-8 0,1 12-14 16,-1-12-3-16,-3 20-12 0,-1-7-51 15,0-1-47-15,-5 5-119 0,-9 5-144 0,0-3 64 16</inkml:trace>
  <inkml:trace contextRef="#ctx0" brushRef="#br0" timeOffset="1464.66">10882 3644 185 0,'-3'-5'189'0,"-1"0"-14"0,4 5-1 0,-7-7 7 15,4 3 0-15,3 4-15 0,-6-8 11 16,2 4-17-16,4 4-17 0,-10-3-15 0,3 1-14 16,7 2-13-16,-10-1-13 0,10 1-8 0,-19 4-10 15,7 0-8-15,-6 4-4 0,4-1-6 0,-3 4-8 16,-1 3-5-16,0 1-2 0,-4 5-1 0,2 1-2 16,2 2-6-16,-1 1 1 0,4-1-4 0,1-1 0 15,4-6-6-15,2 4 0 0,2-4 0 0,-1 2-7 16,4-1 4-16,0 0-3 0,5-2-4 0,-1-3 6 15,0 2-4-15,1-3 0 0,3 4 0 0,2-5-2 16,5 4 3-16,2-4-1 0,1 0-3 0,4-2 3 16,1 1 3-16,8-4-14 0,2-3-21 0,1-1-25 15,-2-1-35-15,3-1-33 0,-1 1-49 0,1-2-36 16,-3-2-27-16,-10 4-133 0,1-4-388 0,1 2 172 16</inkml:trace>
  <inkml:trace contextRef="#ctx0" brushRef="#br0" timeOffset="1781.66">11252 3923 286 0,'0'0'293'0,"-1"-10"-5"0,1 10-5 16,0 0-17-16,0 0-18 0,-2-8-16 0,2 8-20 15,0 0-23-15,0 0-25 0,0 0-14 0,0 0-18 16,0 0-19-16,0 0-14 0,0 0-9 0,0 0-13 16,0 0-7-16,0 0-5 0,11 25-6 15,-10-13-3-15,0-1-4 0,1 5-5 0,-1 0-5 16,-1 1-4-16,1-1 6 0,2 1-14 0,-3 0-3 0,0-1 1 16,0 1-7-16,0-2 6 0,0 0-9 0,0 3 2 15,0-3-6-15,-3 1-16 0,1-6-38 0,0 5-27 16,1-3-32-16,-1 0-31 0,-3 0-41 0,1-1-43 15,0-1-42-15,-1 0-212 0,-3-3-505 16,3 1 225-16</inkml:trace>
  <inkml:trace contextRef="#ctx0" brushRef="#br0" timeOffset="2083.34">11244 3923 199 0,'0'0'185'0,"0"0"-14"0,5-9-8 0,-5 9-10 15,12 0-5-15,0 3-6 0,-1 3-11 0,8 1-3 16,2 2-11-16,2 3-10 0,-4-2-9 0,4 6-8 16,-6-5-10-16,4 7-3 0,-2 0-6 0,-7-3-8 15,0-1-5-15,-2 2-6 0,-4-2-5 0,-1 3-5 16,-3-2-2-16,-2 3-3 0,-2-3-4 0,0-1-3 15,-6-1-3-15,0 3-4 0,-6-1 1 0,0-1-2 16,-2 0-5-16,-10-1 1 0,2 0-5 0,-2-2-5 16,-3 0-9-16,2-2-17 0,-1-1-17 0,1-1-25 15,5-2-35-15,4-3-42 0,-1 1-52 0,3-1-158 16,3-3-375-16,0 0 166 0</inkml:trace>
  <inkml:trace contextRef="#ctx0" brushRef="#br0" timeOffset="2423.19">12325 3936 158 0,'-9'-6'192'0,"4"3"-10"0,5 3-6 0,-12-6-8 16,6 5-11-16,6 1-6 0,-9-3-11 0,9 3-17 15,-7-4-8-15,7 4-9 0,0 0-6 0,0 0-10 16,-9 0-3-16,9 0-8 0,0 0-3 0,0 0-12 16,0 0-4-16,0 0-7 0,0 0-2 0,0 0-5 15,0 0 4-15,0 0-9 0,0 0-3 0,0 0-2 16,32-3-7-16,-19 3 1 0,5 0-6 0,-4-1-15 15,1-1-36-15,-1 1-36 0,-1 1-37 0,1 1-45 16,-1 0-29-16,-4-2-24 0,-1 3-123 0,-8-2-348 16,11 4 154-16</inkml:trace>
  <inkml:trace contextRef="#ctx0" brushRef="#br0" timeOffset="2627.6">12188 4093 185 0,'0'0'183'0,"0"0"-15"0,0 0-5 0,0 0 5 0,13 8-16 16,1-8-6-16,4 0-11 0,4 1-11 0,8-2-15 16,-1 1-10-16,4 1-8 0,-4-2-35 15,5 0-40-15,-3-1-74 0,-3 0-46 0,3 2-169 0,-11-1-294 16,-7 1 130-16</inkml:trace>
  <inkml:trace contextRef="#ctx0" brushRef="#br0" timeOffset="3735.26">12261 3947 78 0,'0'0'75'0,"0"0"-5"16,0 0-9-16,0 0 1 0,0 0 5 16,0 0-20-16,0 0-2 0,0 0-4 0,0 0 4 0,0 0-6 15,0 0-6-15,0 0 2 0,0 0-4 16,0 0 0-16,0 0-4 0,0 0 1 0,0 0-2 0,-6 6 1 16,6-6-3-16,0 0 3 0,-9 6-3 15,9-6 10-15,-7 4-6 0,7-4 0 0,-6 2 12 16,6-2-1-16,0 0 2 0,-8 1-1 0,8-1 0 15,0 0 2-15,0 0 0 0,-6 3-8 0,6-3 7 16,0 0-6-16,0 0 6 0,0 0-4 0,0 0-9 0,0 0-4 16,0 0-1-16,0 0-5 0,0 0 4 15,0 0-2-15,0 0 0 0,0 0-1 0,0 0 2 0,30 1-7 16,-17-2-2-16,1 1-15 0,3-1-34 16,4-1-46-16,-2 1-43 0,-3 1-121 0,-5-2-266 15,1 2 118-15</inkml:trace>
  <inkml:trace contextRef="#ctx0" brushRef="#br0" timeOffset="5279.49">14014 3860 30 0,'0'0'209'0,"-5"-12"-4"0,1 6-12 0,-3-2-12 16,0 3-20-16,-2 1-6 0,1-1-6 0,-4 0-13 15,1 2-14-15,0 0-5 0,-3 0-16 0,3 1-14 16,-5 3-6-16,0 1-12 0,-2 2-2 0,3 2-10 16,-1 4-7-16,0 0-5 0,0 3-7 0,3 0-5 15,-1-1 0-15,3 2-5 0,3 0-2 0,-2 2 4 16,-1-1-11-16,9-3-1 0,0 1-1 0,0-3-4 16,2 3 0-16,4-2-2 0,0 1 1 0,3-2 0 15,2-2 2-15,0 1 25 0,4 0-2 0,-3-1-5 16,5-1-3-16,1-3 1 0,2-1-4 0,0-2-1 15,-5 1-2-15,8-2-4 0,-8-2 1 0,5 0-3 16,-7-1 2-16,3-3-4 0,-3 0 0 0,-2 0 1 16,5-5-3-16,-2 1 0 0,-5-1-1 0,3-3 1 15,1-2-7-15,0-6 2 0,-2 6 0 0,2-8 7 16,-2-4-2-16,-1 4-1 0,-2-3-1 0,0-1 0 16,-1 0 2-16,-3-2 1 0,2 1-1 0,-4 3 3 15,2-3-1-15,-2 3 1 0,-2-2 5 0,2 3 4 16,0 9 7-16,-4 3 8 0,4 2-3 0,0 1 7 15,0 1-2-15,-2 2-2 0,2 7-4 0,0-9-11 16,0 9-3-16,0 0-5 0,-2-9-6 0,2 9-4 16,0 0-7-16,0 0 5 0,4 29 3 0,-2-10 0 15,0 9-1-15,-2 0 2 0,0 1-3 0,0 2 2 16,0 2 0-16,0 14 1 0,0-17-2 0,2 5 1 16,2-4 3-16,-4-3-5 0,4 2 2 0,-2-3-2 15,2-2 0-15,-1 0-1 0,-1-6-19 16,0 0-45-16,3-2-29 0,-3 1-30 0,-2-2-48 15,2-3-52-15,-2 0-45 0,0-2-190 0,0-11-490 0,-2 18 217 16</inkml:trace>
  <inkml:trace contextRef="#ctx0" brushRef="#br0" timeOffset="5547.39">14520 3685 42 0,'0'0'253'0,"-6"-7"-17"0,0 4-13 16,6 3-22-16,-11-1-8 0,11 1-15 15,-17 8-6-15,7-3-9 0,-2 7-7 0,1 3-10 16,-4 9-5-16,5 0-13 0,-1 1-7 0,1 0-13 16,0 1-12-16,1 0-10 0,7-7-7 0,-3 6-4 15,4-6-8-15,2-2-10 0,-1 2 2 0,-4-2-10 16,6 0-4-16,0-1-5 0,1-5-8 0,1 2-33 15,1-3-25-15,1 2-30 0,-2-3-49 0,4-1-44 16,-4-2-56-16,0 0-51 0,-4-6-136 0,5 12-423 16,-5-12 187-16</inkml:trace>
  <inkml:trace contextRef="#ctx0" brushRef="#br0" timeOffset="5807.54">14465 3653 137 0,'9'-4'212'0,"0"2"-11"0,5 4-11 15,3 4-6-15,4 2-2 0,-3 3-12 0,6 4-14 16,1 5-7-16,-2 4-12 0,0 2-6 0,-4 2-10 16,-3-1-11-16,-5 0-6 0,3 1-12 15,-5-1-3-15,-3-2-9 0,-2 0-9 0,-1-5-4 16,-3-1-11-16,-2-2-1 0,-2 2-7 0,-1 1-1 0,0-2-5 15,-1 1-8-15,-6-2-16 0,1-2-24 0,-5 0-28 16,-3 0-32-16,-6-2-50 0,4 3-63 0,-4-7-40 16,-1 1-159-16,-1-5-408 0,-2 0 180 0</inkml:trace>
  <inkml:trace contextRef="#ctx0" brushRef="#br0" timeOffset="6007.9">14317 4024 154 0,'9'-3'250'0,"5"2"-7"16,1-2-7-16,-1 3-11 0,5-1-9 0,2 0-18 15,0 1-9-15,-2 0-13 0,10 1-20 16,-6 1-21-16,2 1-1 0,6 0-19 0,-4 0-17 16,-2 0-2-16,-3 0-23 0,-3 1-38 0,10-2-33 15,-10 0-43-15,-5 0-53 0,-2 0-48 0,2 0-56 16,-3 2-178-16,-5-3-408 0,-6-1 181 0</inkml:trace>
  <inkml:trace contextRef="#ctx0" brushRef="#br0" timeOffset="6467.53">13911 4473 129 0,'0'0'177'0,"0"0"-2"0,0 0 0 0,0 0 2 0,26 4 4 15,11-7-6-15,13 1-7 0,18-4-8 0,29-5-7 16,4 2-4-16,-1-3-4 0,-3 2-8 0,1 1-11 16,-5-1-3-16,-28 3-12 0,-2 0-8 0,-2-1-9 15,-4 3-9-15,-2-2-7 0,-14 4-5 0,-5-1-5 16,-1-1-4-16,-5 1-4 0,-8 2-6 0,-6 0 2 15,-2 1 8-15,-1 0-2 0,-2-1-1 0,-2 1-1 16,-9 1-3-16,12 1-2 0,-12-1-6 0,6-1-1 16,-6 1-10-16,9-3-6 0,-9 3-7 0,0 0-39 15,0 0-38-15,0 0-48 0,0 0-46 0,0 0-69 16,-31 4-74-16,11 0-200 0,-3-2-529 0,-4 2 234 16</inkml:trace>
  <inkml:trace contextRef="#ctx0" brushRef="#br0" timeOffset="7291.48">14418 4774 202 0,'-3'-4'232'0,"3"4"-8"0,0 0-11 0,-6-9-15 16,6 9-20-16,-7-5-18 0,0 2-10 0,7 3-6 16,-8-3-15-16,-1 1-13 0,9 2-9 0,-16 2-12 15,7-1 1-15,-2 1-20 0,1 4-6 16,-5 1-8-16,1 0-6 0,-1 3-1 0,0 0-6 16,2 3-5-16,2 0-5 0,0 0-6 0,0 1 1 0,6-4-9 15,-1 2 0-15,1 0-4 0,2-1 3 0,2 0-5 16,0 2-2-16,1-5 2 0,1 3-3 15,0 0-2-15,2-4-1 0,2 1-3 0,2 0-2 16,-1-3 3-16,3-1 3 0,3 0-2 0,-1-2 3 16,2 0-4-16,-1 0-2 0,0-2 3 0,-2 0-5 0,1-2-2 15,0-1 6-15,-1-3-4 0,0 1 3 0,-1 0-3 16,1-4 1-16,-1-1-4 0,3-3 2 16,-2 0 0-16,-5-3 0 0,-1-1-4 0,2-1 1 15,1-6 0-15,-5 5-1 0,4-6-3 0,-2-3 6 16,1 2-5-16,-3-4 2 0,-1 4 7 0,0-3 2 0,-1 3 6 15,0-1 1-15,0 2-4 0,0 10 15 0,0 0 20 16,-1 3 3-16,0 5 0 0,1-2-2 0,-2 2-10 16,2 7-2-16,0-11-7 0,0 11-12 15,-1-7 0-15,1 7-8 0,0 0-1 0,0 0 3 16,0 0-4-16,-4 32 5 0,4-13-1 0,-2 6-2 0,2 2 0 16,-2 0-1-16,-1 0 0 0,3-1 2 0,1 0-1 15,1 0-4-15,0 3 1 0,4-2-1 16,-3 1 5-16,-1-3-6 0,4-1-23 0,-1-5-33 15,-1-2-40-15,3 1-40 0,-3 0-51 0,-1-3-59 16,1-2-52-16,-2 0-171 0,2-1-500 0,-3-1 221 16</inkml:trace>
  <inkml:trace contextRef="#ctx0" brushRef="#br0" timeOffset="7993.04">14698 4666 82 0,'0'0'235'0,"0"0"-27"0,1-9-15 15,-1 9-21-15,0 0-6 0,0 0-6 0,0 0 3 16,14 16 6-16,-8-2-5 0,2 0-14 0,2 3-1 16,-1 1-9-16,2 5-9 0,3 1-13 0,-4-6-12 15,2 4-10-15,0-6 1 0,-3 1-8 0,1 0-8 16,0-1-6-16,2-3-9 0,-2 1-8 0,1 0-4 15,-4-4-4-15,1 0-8 0,2-3-1 0,-4 2 9 16,1-2-18-16,-1-2-2 0,-3 0-6 0,2-1-2 16,0 1 3-16,-5-5 0 0,7 6-4 0,-7-6 7 15,6 2 1-15,-6-2 0 0,0 0 7 0,10-1 2 16,-10 1-5-16,6-7 0 0,0-2-5 0,-1 1-2 16,2-3-6-16,1-4-1 0,1-3 3 0,2-5-9 15,1-2 2-15,-2 2-8 0,0-6 6 0,0 1-6 16,2-1 2-16,-3 0 3 0,2 2-3 0,-3 1 6 15,-3 0-1-15,0 6 1 0,0 2 4 0,-2 6 6 16,-1 1 10-16,0 1 6 0,-1 0 4 0,-1 10-11 16,4-15 2-16,-4 15-6 0,0-10-4 0,0 10-2 15,0 0 1-15,4-11-3 0,-4 11-10 0,0 0-13 0,0 0 6 16,0 0-2-16,1-10 3 0,-1 10-6 16,0 0 7-16,0 0 2 0,0 0-21 0,0 0 6 15,0 0 0-15,0 0-11 0,0 0 4 0,0 0-6 16,0 0 0-16,0 0 2 0,0 0-6 0,0 0 2 0,0 0 1 15,0 0 3-15,0 0-3 0,-8 33 3 16,8-33 6-16,0 0-2 0,-4 8 1 0,4-8-2 16,0 0 2-16,0 0 5 0,-7 5 4 0,7-5-5 15,0 0-2-15,0 0 4 0,0 0 2 0,0 0-2 16,-4 8 4-16,4-8-2 0,0 0 1 0,0 0-3 16,0 0 3-16,0 0-6 0,0 0 4 0,0 0-4 0,-7 6 7 15,7-6-1-15,0 0-4 0,-7 6 6 16,7-6-2-16,-7 9 0 0,7-9 0 0,-5 7-4 15,5-7 2-15,-2 10-1 0,2-10 3 0,-4 10-2 16,4-10-1-16,-2 10 5 0,2-10-3 0,0 0-6 16,2 15 5-16,-2-15 0 0,5 10-3 0,-5-10 2 15,4 9-2-15,-4-9 0 0,9 10-20 16,0-9-14-16,-9-1-17 0,19 4-9 0,-5-6-23 0,4 2-17 16,4-2-30-16,-1 1-22 0,7-7-51 0,-7 3-34 15,7-2-209-15,-10 2-493 0,2 1 218 0</inkml:trace>
  <inkml:trace contextRef="#ctx0" brushRef="#br0" timeOffset="80924.64">16381 4120 98 0,'-9'-1'153'0,"9"1"3"15,0 0-8-15,-8-4-5 0,8 4-15 0,0 0-4 16,-8-1-14-16,8 1-8 0,0 0-16 0,0 0-3 16,0 0-10-16,0 0-9 0,0 0-6 15,0 0-3-15,0 0-16 0,0 0 1 0,0 0-2 16,0 0-3-16,0 0-3 0,25-7-1 0,-11 6-6 0,4 0-10 15,2-2-23-15,-1 3-25 0,3-1-29 0,-3 1-28 16,-1 0-29-16,-3 3-21 0,-3-3-91 16,-2 2-250-16,-2-1 111 0</inkml:trace>
  <inkml:trace contextRef="#ctx0" brushRef="#br0" timeOffset="81137.09">16364 4273 59 0,'0'0'140'16,"0"0"-26"-16,0 0-6 0,0 0-14 0,0 0-9 16,0 0-4-16,37 0-16 0,-19-1 0 0,5 0-21 15,5-2-23-15,3 0-29 0,-1 1-33 0,5 0-38 16,-4 0-46-16,1-2-136 0,-2-2 61 0</inkml:trace>
  <inkml:trace contextRef="#ctx0" brushRef="#br0" timeOffset="81709.77">17682 3852 142 0,'-7'-4'174'0,"-2"-3"-15"0,-1 3-8 0,-1 1-5 0,-1-1-12 16,-6 3-10-16,-2 2-5 0,1 0-16 0,-8 5-3 16,-1 0-8-16,2 4-13 0,2 1-9 0,-2 4-6 15,4 1-6-15,1-2-5 0,5 1-3 0,0-1-9 16,3 1 0-16,2 1-8 0,0 0-1 0,4 1-3 15,3-1-4-15,0 1 25 0,3-5-8 0,1 4-3 16,2-1-3-16,3 0 0 0,-1-3-4 0,3-2-3 16,-1 2-3-16,2-3 2 0,4 3-6 0,-1-5 3 15,1 0-5-15,0-2 1 0,5-2-2 0,0-1-2 16,3-1-2-16,-1-1-2 0,-5-2 4 0,3-3-1 16,-5 1-2-16,5-5 0 0,-2 2-1 0,-2-5-3 15,1-2 0-15,3-5-2 0,-3 3-1 0,-5-1-1 16,6-8-3-16,-2 0 1 0,-4 0-2 0,0-2 3 15,-3 2-2-15,-2-5-2 0,-2 1 0 0,1-3 3 16,-4 1-4-16,-3 3 4 0,-5 1-1 0,4 2 3 16,0 1 1-16,0 6 5 0,1 1 5 0,-1 0 5 15,-2 4 3-15,4 2 0 0,-3 2 6 16,3 4-3-16,1-1 3 0,2 6 0 0,-2-10-11 16,2 10-6-16,-6-7-5 0,6 7-2 0,0 0-2 0,0 0 0 15,0 0-3-15,0 0 1 0,3 28 6 0,2-11-7 16,0 10 0-16,-2 0 2 0,1 2-4 0,1 5 8 15,-3-3-3-15,2 2 0 0,1-1 3 0,7-3-3 16,-7 3 4-16,3-2-3 0,-2 1 1 0,-2-3-3 16,1 1-23-16,0-4-32 0,-2-1-27 15,-2-5-33-15,1-1-49 0,3 0-29 0,-2-1-26 16,-3-5-150-16,-3-1-394 0,3-11 175 0</inkml:trace>
  <inkml:trace contextRef="#ctx0" brushRef="#br0" timeOffset="81973.56">18070 3814 93 0,'0'0'233'16,"1"-8"-21"-16,-1 8-14 0,0 0-20 0,0 0-20 15,-10-6-10-15,10 6-6 0,-14 11-10 0,4-3-13 16,-3 4-8-16,0 2-9 0,-1 1-9 0,3-1-10 15,1 1-7-15,-1 3-6 0,5 0-9 0,0-2-4 16,-1 0-6-16,2 2-4 0,4-1-6 0,-2-2 0 16,6 1-4-16,-3-4-3 0,4 0-5 0,-2 1-14 15,2-2-25-15,0 0-26 0,0 2-35 0,1-6-28 16,0 2-33-16,1-1-36 0,-1 1-32 0,-2-3-108 16,-3-6-333-16,5 7 148 0</inkml:trace>
  <inkml:trace contextRef="#ctx0" brushRef="#br0" timeOffset="82208.77">18069 3763 8 0,'2'-6'200'0,"0"-1"-17"0,-2 7-17 16,6-8-15-16,-6 8-13 0,10-1-9 0,-10 1 4 15,18 12 2-15,-9-3-9 0,9 12 0 0,-2 2-5 16,-4 4-9-16,0-1-7 0,-1-2-3 0,-1 4-4 15,-2 2-9-15,-3-5-10 0,-1 1-5 0,-3-1-2 16,1-5-11-16,-4 0-6 0,-1-1-2 0,0 0-9 16,-1-2-20-16,0-1-24 0,-1-4-29 15,-1 1-31-15,-3-2-51 0,1-2-46 0,-3 2-55 0,-6-3-125 16,0-2-363-16,-2-3 161 0</inkml:trace>
  <inkml:trace contextRef="#ctx0" brushRef="#br0" timeOffset="82390.39">17839 4013 174 0,'0'0'209'0,"10"-6"-5"0,-2 3-5 0,2 1-6 0,4 2-12 16,0-3-13-16,5 5-16 0,2-1-6 16,2-1-25-16,4 4-4 0,2-1-17 0,-2 3-9 15,1-3-29-15,-1 2-42 0,-2 2-46 0,1 1-68 16,1-3-63-16,-8 2-153 0,-4-2-337 0,2 0 149 15</inkml:trace>
  <inkml:trace contextRef="#ctx0" brushRef="#br0" timeOffset="82815.14">17338 4513 92 0,'0'0'171'0,"0"0"-4"0,0 0 1 0,0 0-6 0,51-5 0 15,-1 0-15-15,9 0-5 0,31-4-8 0,1 1-13 16,0-3-8-16,0 5-6 0,-25-1-12 0,26 0-10 16,-32 4-8-16,1-1-6 0,0 2-7 0,-10-3-5 15,0 3-4-15,-15 1-8 0,-3-1-5 16,-5-2-2-16,-5 1-2 0,-4 2-4 0,-5-1-7 15,-1 2-1-15,-2 0-4 0,-2 0-3 0,0 0 0 0,-9 0-9 16,12 0-16-16,-12 0-29 0,0 0-26 0,0 0-28 16,0 0-36-16,0 0-49 0,6 2-164 0,-6-2-366 15,0 0 162-15</inkml:trace>
  <inkml:trace contextRef="#ctx0" brushRef="#br0" timeOffset="83653.45">17716 4864 81 0,'0'-9'202'0,"0"9"-5"0,-1-9-14 0,1 9-9 0,-3-8-18 16,3 8-14-16,-6-7-9 0,6 7-13 0,-5-6-11 15,5 6-7-15,-9-6-15 0,9 6-6 0,-13-1-13 16,13 1-1-16,-11 2-11 0,0 2-10 0,1-1 2 16,0 2-7-16,-1 0-6 0,0 2-4 15,1 0-5-15,-1 2-2 0,3-1-2 0,0 1-6 0,2-1 4 16,-2 2-7-16,4-3 2 0,0 5-2 0,3-5-1 16,1 3-3-16,0-2-1 0,3 2 1 0,-2-3-2 15,2 0 0-15,0-1 5 0,5 1-6 0,0-1 2 16,-3-1-7-16,5 0 8 0,0 1-6 0,1-2 7 15,-5-2-6-15,4-2 2 0,2 1 1 0,-1-2-2 16,-2 1-1-16,1-2 2 0,2-2 1 0,-1 1 2 16,0-4-3-16,-1 2 1 0,-1-2 2 0,-2-1 0 15,0-1 0-15,1-4-6 0,-2 2 0 0,-1-1-3 16,-1 0 4-16,0-3-3 0,-1 1 0 0,1-5 4 16,-2 3-5-16,-2 0 5 0,2-1-2 0,-1 1 6 15,-1-1-7-15,2 0 5 0,-1 4 1 0,3 2 6 16,-6-1 5-16,2 2 5 0,0 1-2 0,0 1 6 15,0 8-4-15,2-9 0 0,-2 9-2 0,1-7-5 16,-1 7-1-16,0 0-7 0,0 0-2 0,0 0-3 16,0-10-1-16,0 10 2 0,0 0-7 0,0 0 5 15,0 0 0-15,6 29 3 0,-2-15-2 0,-4 2 3 16,4 3 2-16,-1 0 0 0,-3-2-2 0,2 3 2 16,2 5-4-16,-4-6 3 0,3 6 0 0,-1-4 0 15,-1-2-1-15,1 0-2 0,0-3-24 0,-1 4-21 16,1-4-27-16,-2 2-38 0,2 0-32 0,0-2-35 15,-1-1-40-15,-1-2-143 0,0-4-386 0,4-1 171 16</inkml:trace>
  <inkml:trace contextRef="#ctx0" brushRef="#br0" timeOffset="83877.42">18073 4807 139 0,'0'0'186'0,"4"-7"-19"0,-4 7-18 15,7-7-10-15,3 3-4 0,2 1-22 16,1 1-12-16,7-4-10 0,-1 2-8 0,2 0-9 0,1 4-10 16,-1-4-30-16,-1 2-25 0,0-1-38 0,-5 1-26 15,-1-1-30-15,-2 0-28 0,-1 3-88 0,-4-2-217 16,-1 1 96-16</inkml:trace>
  <inkml:trace contextRef="#ctx0" brushRef="#br0" timeOffset="84233.62">18180 4801 121 0,'-1'13'142'0,"2"1"4"0,0 2-1 0,1 1-7 16,0 0-9-16,1 0-8 0,-1-1-14 0,1 3-6 15,-2-8-4-15,0 5-13 0,2 3-8 16,-2-4-9-16,2-2-4 0,-3-3-7 0,1 1-2 0,2 0-7 16,-2-1-4-16,0-3 0 0,1 1-7 0,-2-8-5 15,-3 12-10-15,2-4-6 0,1-8-9 16,-4 8-10-16,-1-4-12 0,0 1-7 0,-2-2-1 16,7-3-3-16,-14 4 8 0,5-4-13 0,0 0 14 15,9 0-11-15,-16-3 9 0,8 1 4 0,-1 0 2 0,9 2 1 16,-13-6 6-16,8 3 4 0,5 3 6 0,-8-4-1 15,8 4-2-15,-7-2 2 0,7 2 4 0,0 0-5 16,0 0 8-16,0 0-2 0,0 0 17 0,0 0 7 16,0 0 8-16,25-1-2 0,-12 2 4 15,-1 1-3-15,7-2 2 0,0 1-6 0,8 1 1 0,2-4-8 16,2 1-6-16,3-2-24 0,1 2-45 0,1-5-61 16,1 1-63-16,-3-1-110 0,5-2-305 0,-4 2 136 15</inkml:trace>
  <inkml:trace contextRef="#ctx0" brushRef="#br0" timeOffset="84453.64">18933 4460 28 0,'-5'-3'270'0,"5"3"-22"0,-8-5-15 15,8 5-21-15,-5-4-19 0,5 4-20 0,0 0-18 16,-6-6-22-16,6 6-16 0,0 0-32 0,0 0-43 16,0 0-45-16,0 0-45 0,0 0-59 15,0 0-54-15,0 0-101 0,0 0-283 0,0 0 124 16</inkml:trace>
  <inkml:trace contextRef="#ctx0" brushRef="#br0" timeOffset="84980.86">20010 4169 57 0,'1'-6'220'0,"-1"-2"-11"0,0 8 23 16,-6-15-20-16,-1 9-12 0,-3 0-19 0,-1 1-17 15,-3 1-18-15,-5 2-14 0,-2 2-11 0,-6 3-13 16,6 5-10-16,-4 4-12 0,2 0-8 0,0 2-8 16,2 4-9-16,7-4-8 0,3-1-1 0,0 3-7 15,1 0-3-15,2 0-5 0,2-2-5 0,2-4-4 16,3 4-1-16,1 0 0 0,2-2-2 0,-1-1-3 16,6-2-2-16,-2 1-1 0,1-2-1 0,3 0 0 15,1-2-1-15,1-2-2 0,-1 0 2 0,3 0-3 16,-2-4 3-16,2 1-2 0,6-2-1 0,-7-1 1 15,4-5-4-15,-3 3-2 0,1-4 2 0,0-1 2 16,0-5 0-16,-4 3-2 0,1-4-3 0,-1-3-5 16,-2 1 3-16,-1-8-3 0,-2 2 2 0,2-3-1 15,-4-1 0-15,-1-1-3 0,-2 2-1 0,-3-3-1 16,2 0 0-16,0 0-1 0,-6 4 5 0,5-1 0 16,-1 10 5-16,1-2 2 0,-1 6 4 0,1 1 5 15,0-1 12-15,1 2 3 0,0 1-3 0,1 9-1 16,0-9-6-16,0 9-5 0,0 0-6 0,-3-7-7 15,3 7 4-15,0 0-2 0,0 0-3 0,1 32 3 16,-1-12-1-16,2 4 1 0,-5 0-2 0,4 6 3 16,-1-2-2-16,2 3-2 0,-2-3 2 0,1 4 1 15,0-2-2-15,1-5 0 0,0 3-8 0,2-2-8 16,0-6-32-16,-2-1-42 0,2-2-48 0,-1 0-53 16,0 0-59-16,1-1-208 0,-2-6-488 0,-2-10 216 15</inkml:trace>
  <inkml:trace contextRef="#ctx0" brushRef="#br0" timeOffset="85647.34">19988 4527 1848 0,'-31'3'99'0,"2"1"12"0,13-2-53 16,3 0-29-16,3-1-13 0,3-1-4 0,7 0-3 16,-11 3-6-16,11-3 0 0,0 0 16 0,0 0 3 15,0 0 13-15,29 9 9 0,5-5 3 0,18-2-1 16,5-6-2-16,3 2-2 0,4-3-5 0,0 1-2 16,-2 0 1-16,-4 2-7 0,-3 0-2 0,-5 0-4 15,-14 1-5-15,0-3-18 0,-4 4-29 0,-5-3-33 16,1 3-40-16,-9 0-43 0,-6 0-46 0,1 1-170 15,-7-1-391-15,-7 0 174 0</inkml:trace>
  <inkml:trace contextRef="#ctx0" brushRef="#br0" timeOffset="90229.46">20374 4018 85 0,'-3'-5'100'0,"3"5"-2"15,-5-6 7-15,5 6-13 0,-6-5-7 0,6 5 0 16,-6-7-15-16,6 7 1 0,-8-6-7 0,6 2-4 16,2 4 3-16,0 0-4 0,-8-6 0 0,8 6-1 15,0 0-2-15,-8-4 3 0,8 4-8 0,0 0-2 16,0 0 2-16,-6-5-11 0,6 5 7 0,0 0 0 15,0 0-8-15,0 0-3 0,0 0 1 0,0 0-6 16,0 0-3-16,0 0-8 0,0 0 2 0,0 0-4 16,22-13-4-16,-6 11 5 0,3 0-6 0,10-5-8 15,-1 3-11-15,-3 0-11 0,-3 2-10 0,0-1-23 16,-2 0-22-16,-1 0-20 0,-1 1-16 0,-4 2-22 16,0-2-93-16,-3 3-241 0,-4-2 107 0</inkml:trace>
  <inkml:trace contextRef="#ctx0" brushRef="#br0" timeOffset="90719.34">20488 3937 14 0,'-1'6'87'0,"-2"0"3"16,2 4-10-16,-1 1 6 0,0 4-1 0,1 2-3 0,1-1-6 15,-3 3-12-15,2-1 1 0,-2 0-10 0,5 0 0 16,-2 0 5-16,-2-2-11 0,4 1-4 16,-1-2 4-16,0-2-6 0,1 0-11 0,-1-3-2 15,0 3-1-15,-1-5 0 0,2 3-2 0,0 0-6 16,-2-4-2-16,0 1-4 0,0-8 4 0,1 14-5 16,-1-10 1-16,0-4-5 0,3 13 12 0,-3-13-15 0,-1 9 4 15,1-9-2-15,2 7 2 0,-2-7 3 0,-1 7-6 16,1-7-5-16,0 0 3 0,0 10-6 15,0-10 8-15,0 0 0 0,0 0 2 0,0 0-1 16,-4 6 3-16,4-6-6 0,0 0 3 0,0 0-7 16,0 0 3-16,0 0-7 0,-14-1 6 0,14 1-3 15,0 0 0-15,-14-6-1 0,14 6 5 0,-10-3 6 0,10 3-8 16,-12-4 0-16,12 4-1 0,-7-2-9 0,-2 1 9 16,9 1-8-16,-8-2 4 0,8 2 1 15,0 0-2-15,-10-4 4 0,10 4-3 0,0 0 1 16,0 0-1-16,-8-2-3 0,8 2 1 0,0 0 4 15,0 0-2-15,-8-1-4 0,8 1 0 0,0 0 4 16,0 0-1-16,0 0 3 0,0 0-3 0,0 0 8 0,0 0-7 16,0 0 2-16,37-2 1 0,-19 0 3 0,3-1-2 15,8 3-6-15,2-3-16 0,2 1-22 16,-1 1-43-16,0-1-33 0,-3 4-86 0,-6-4-221 16,-1 2 98-16</inkml:trace>
  <inkml:trace contextRef="#ctx0" brushRef="#br0" timeOffset="92523.08">20150 4940 180 0,'-3'-7'202'0,"-2"-1"-22"15,0 1-13-15,1 3-7 0,-1-2-10 0,-2 2-19 16,1 1-7-16,6 3-16 0,-12-5-10 0,5 4-10 16,-2-1-14-16,-1 5-4 0,-1 0-11 0,0 2-8 15,2 2-3-15,0 0-1 0,-1 2-5 0,1-2-3 16,2 2-5-16,0 1-8 0,1 0-9 0,2 0 9 16,0-1-5-16,2 4-1 0,1-4 0 0,2 2-5 15,1 1-2-15,2-3 3 0,1 1-3 16,1-5-1-16,-1 3 0 0,0-2 0 0,3-1-4 0,0-1 2 15,-1 0-2-15,1-1-1 0,0-1 2 0,-1-1 1 16,-7-1 0-16,18-2 3 0,-10-1-3 0,2-1 1 16,-1-1-3-16,-1 0 0 0,1-3 1 15,0-1 1-15,-2-5-8 0,-2 3 4 0,2-6-4 16,0-8 0-16,2 1 1 0,-5 0-2 0,-1-1 3 0,1 5-5 16,-2-8 3-16,0 2-2 0,-2-1 2 0,1 2-2 15,-2 0 12-15,-2 6 5 0,2 2-2 0,1 1 6 16,-2 4 8-16,1 0 7 0,-1 2-2 15,0 5-3-15,2 5-3 0,-1-11-4 0,1 11-4 0,-1-9-7 16,1 9-4-16,0 0-4 0,0 0-1 0,0 0 9 16,0 0-9-16,0 0 2 0,-4 36-6 0,4-18 2 15,0 3 4-15,1 5-2 0,0 0-1 0,2 1 1 16,1 0-2-16,-4-1 4 0,2 0-3 0,1-1-2 16,1 1 4-16,0-2-6 0,-1-4-17 0,0-1-20 15,1-1-25-15,-3 0-7 0,2-1-35 16,0 1-31-16,-1-7-15 0,0 2-21 0,1-2-17 0,-1 0-119 15,0 0-333-15,-1 0 148 0</inkml:trace>
  <inkml:trace contextRef="#ctx0" brushRef="#br0" timeOffset="93011.09">20438 4841 8 0,'3'-7'213'0,"-3"0"-8"15,0 7-12-15,2-10-10 0,-2 10-23 0,2-7-13 16,-2 7-20-16,0 0-18 0,4-5-11 0,-4 5-13 16,0 0-6-16,0 0-11 0,0 0-9 0,9 16 0 15,-4-7-4-15,1 3-7 0,-1 3-5 0,0 2 0 16,3-3-9-16,-3 2 1 0,1 0-3 0,-1-2-7 16,2 1-2-16,-2-4-3 0,0 2 1 0,-1-3 0 15,2 2-2-15,-1-3-3 0,1 1 1 0,-4-1-5 16,3-1 0-16,-2-2 1 0,-1-1-1 15,-2-5-2-15,7 8 2 0,-5-5-3 0,-2-3 2 0,7 7-2 16,-7-7 3-16,2 5 1 0,-2-5 7 0,0 0 1 16,7 4-5-16,-7-4 6 0,0 0-5 15,14-13-2-15,-8 7 3 0,-1-2-2 0,3-1-3 16,1-3 1-16,1-2-2 0,-1-2 1 0,-3-1-5 0,3 0 2 16,-2-1-2-16,-1 0 0 0,-1-6 0 0,-1 6-3 15,1-1-2-15,-2 0 4 0,-2 2-2 0,0 0 1 16,-1 1 0-16,0 6-1 0,0-1 3 0,-1 4 10 15,1 7-6-15,0-13 2 0,-1 8-7 0,1 5-1 16,0 0-4-16,-2-11 2 0,2 11-8 16,0 0 2-16,0 0-1 0,0 0 4 0,0 0-5 15,0 0 4-15,0 0-4 0,0 0 7 0,-11 23-7 0,11-13 4 16,1 1-2-16,2-1 1 0,3 1-2 0,0-2 2 16,5 3-6-16,4-2-10 0,3-2-16 0,4-2-28 15,7 1-31-15,-2 1-40 0,4-4-37 16,-3-1-34-16,-3 0-128 0,-4-3-356 0,-1 0 158 15</inkml:trace>
  <inkml:trace contextRef="#ctx0" brushRef="#br0" timeOffset="98086.09">9279 6218 2 0,'0'0'27'0,"0"0"1"15,0 0-3-15,0 0-1 0,0 0-2 0,0 0-4 16,0 0 0-16,0 0-2 0,0 0 0 0,0 0 5 15,0 0-8-15,0 0 6 0,0 0-7 0,0 0 7 16,0 0-8-16,0 0 1 0,0 0 1 0,0 0-3 16,0 0 4-16,0 0-1 0,0 0-6 0,0 0 1 15,0 0 3-15,0 0-2 0,0 0 2 0,0 0 2 16,0 0-3-16,0 0 1 0,0 0 0 0,0 0-4 16,0 0 2-16,0 0-2 0,0 0 2 0,0 0 2 15,0 0-2-15,0 0 5 0,0 0 0 0,0 0-8 16,0 0 1-16,0 0-1 0,0 0 10 0,0 0-5 15,0 0-6-15,0 0 5 0,0 0 2 0,0 0-1 16,0 0 0-16,0 0 1 0,0 0-6 0,0 0 0 16,0 0-8-16,0 0 12 0,0 0-5 0,0 0 9 15,0 0-8-15,0 0 5 0,0 0-7 0,0 0 8 16,0 0-8-16,0 0 8 0,0 0-8 0,0 0 3 16,0 0-2-16,0 0-5 0,0 0 8 0,0 0-6 15,0 0-3-15,0 0-3 0,0 0 10 0,0 0-6 16,0 0-5-16,0 0 9 0,0 0-1 0,0 0-3 15,0 0 6-15,0 0-3 0,0 0-3 0,0 0 0 16,0 0 2-16,0 0-1 0,0 0-5 0,0 0 6 16,0 0-4-16,0 0-1 0,0 0-7 0,0 0 14 15,0 0 3-15,0 0-4 0,0 0-1 0,0 0 2 16,0 0-2-16,0 0 0 0,0 0 3 0,0 0-3 0,0 0 6 16,0 0 1-16,0 0-6 0,0 0-1 15,0 0 6-15,0 0-11 0,0 0 8 0,0 0-1 16,0 0-8-16,0 0 5 0,0 0 2 0,0 0 4 0,0 0-8 15,0 0 4-15,0 0 5 0,0 0 0 0,0 0-8 16,0 0 2-16,0 0-3 0,0 0 8 16,0 0-12-16,0 0 14 0,0 0-12 0,0 0 8 15,0 0 5-15,0 0-5 0,0 0 6 0,0 0-10 0,0 0 9 16,0 0-5-16,0 0 1 0,0 0 6 0,0 0 5 16,0 0-4-16,0 0 0 0,0 0 1 0,0 0 4 15,0 0 7-15,0 0 2 0,0 0 6 0,0 0-1 16,0 0 2-16,0 0 2 0,0 0 5 15,0 0-2-15,0 0 2 0,0 0-7 0,0 0-1 0,0 0-1 16,0 0 10-16,0 0 5 0,-1-11-7 0,1 11 7 16,0 0-3-16,0 0 3 0,0 0 2 0,0 0 0 15,-7-11-1-15,7 11 0 0,0 0-1 0,0 0-1 16,-2-5-3-16,2 5-4 0,0 0 0 0,-4-6-5 16,4 6 2-16,0 0-7 0,0 0-4 0,-6-6-2 15,6 6-8-15,0 0-7 0,0 0 4 0,0 0 3 16,0 0-6-16,0 0-6 0,0 0-1 0,-13 10 4 15,13-10-4-15,-10 13 3 0,2-5 3 0,-2 1 0 16,-2 4-5-16,2 0 3 0,-3-1 13 0,3 1-1 16,0 0-2-16,0 1 2 0,2 0-6 0,-1-1 0 15,3-1-3-15,1-1 1 0,-5 2-1 0,5-1-2 16,0 2 0-16,0-1-1 0,1-3-2 0,2 2 4 16,-1-1-6-16,3 2 5 0,-1-1-2 0,2 0 2 15,-1-2 1-15,0 3-5 0,3-3 1 0,1 1-1 16,2-1 2-16,-1 1 0 0,0-2-3 0,0 1 3 15,3-2 0-15,1 1 2 0,0 0-5 0,1-2 3 16,2-1-6-16,3 2-4 0,-2-2-20 0,-3-1-18 16,0 2-11-16,0-1-19 0,1-3-23 0,-2 2-15 15,2-2-17-15,-2-1-20 0,-1 0-19 0,1 2-116 16,-2-1-306-16,-7-3 136 0</inkml:trace>
  <inkml:trace contextRef="#ctx0" brushRef="#br0" timeOffset="98523.63">9141 6187 8 0,'5'-5'150'0,"0"0"-13"0,3 1-1 0,3-1-8 16,2 3-6-16,6-3-4 0,-3 3-13 0,3 2-6 15,1 2 1-15,0 3-10 0,5 4-2 0,-6-1-2 16,6 8-7-16,-1 0-4 0,-1 3-3 0,-3 2-8 16,-3 3-3-16,1-1-2 0,-4 3-3 0,1 1-2 15,-5 1-4-15,-2-1-5 0,2 0-3 0,-5 0-2 16,-1-2-3-16,1 1-2 0,-3-5-4 0,-2 4-1 16,-2-4-6-16,1 3 1 0,-3-1-2 0,-2-5-2 15,-3 0-13-15,-1 6-17 0,1-8-10 0,-8 6-17 16,3-7-25-16,-5 2-34 0,0 0-27 0,-3-1-30 15,0-1-149-15,-2-2-326 0,5-6 145 0</inkml:trace>
  <inkml:trace contextRef="#ctx0" brushRef="#br0" timeOffset="98761.8">9067 6434 151 0,'11'-5'200'16,"2"1"-10"-16,1 2-5 0,4 0-14 0,3-1-12 15,-1 3-4-15,-2 1-18 0,4 3-6 0,-3 0-8 16,1 0-13-16,1 0-8 0,-2 3-13 0,0 1-7 16,7 2-5-16,-10-2-7 0,2 0-12 0,-1 3-24 15,-2-2-31-15,3 3-51 0,-4-2-31 0,1 0-51 16,1 0-44-16,-2 3-126 0,-1-5-324 0,-3 0 144 15</inkml:trace>
  <inkml:trace contextRef="#ctx0" brushRef="#br0" timeOffset="98950.86">9946 6459 2235 0,'5'-3'61'0,"-1"-2"-29"0,-4 5-15 15,7-7-10-15,-2 3 0 0,-5 4-6 0,6-5-2 0,0 2 1 16,0-1-1-16,4-1 0 0,0 1-6 0,0 1-29 16,3 3-32-16,-2-2-33 0,2 1-29 15,1 2-32-15,-1 1-148 0,-3 0-334 0,-1-1 148 16</inkml:trace>
  <inkml:trace contextRef="#ctx0" brushRef="#br0" timeOffset="99131.79">9967 6573 143 0,'-7'6'186'15,"7"-6"-9"-15,0 0-13 0,0 0-5 0,0 0-10 16,0 0-10-16,16 4-9 0,-4-5-14 16,8-1-12-16,1-1-8 0,7 3-14 0,2-4-21 15,2-2-45-15,0 3-52 0,5-4-56 0,-1 2-55 0,-5 0-95 16,5-1-261-16,1-1 116 0</inkml:trace>
  <inkml:trace contextRef="#ctx0" brushRef="#br0" timeOffset="99365.02">11067 6210 239 0,'-11'-1'222'0,"11"1"-27"16,0 0-20-16,0 0-21 0,0 0-14 0,0 0-15 0,24-13-10 15,-1 10-13-15,5-2-13 0,8 0-6 0,-1 1-8 16,3 3-18-16,-3-1-24 0,1 1-25 0,-4 1-39 16,-1 1-30-16,-6 0-40 0,-7 0-37 0,-6 0-110 15,-1 1-266-15,-3-1 117 0</inkml:trace>
  <inkml:trace contextRef="#ctx0" brushRef="#br0" timeOffset="99765.71">11210 6228 87 0,'-2'6'152'0,"0"6"-9"0,2-1-2 0,0 6 13 0,-4 2-4 16,3 1-12-16,0 4-14 0,0 2-5 0,2-3-6 15,0-3-13-15,0-1-3 0,-1 1-11 0,2-1-8 16,0-1-2-16,0-1-11 0,0-1-8 0,-1-3 0 16,2 4-7-16,0-7-8 0,-1 2 0 0,-1 0-5 15,1-5-5-15,-4 3 0 0,4-4-1 0,-2-6-5 16,2 12-3-16,-2-7-2 0,0-5-1 0,0 0 0 16,0 10-2-16,0-10-3 0,0 0 4 0,0 0-6 15,-7 3-3-15,7-3-5 0,0 0-2 0,0 0 5 16,-18-9-5-16,11 4-3 0,1 0 0 0,1 1 4 15,-2 0 0-15,1 1-4 0,0-4 1 0,6 7-1 16,-8-8 4-16,2 7 3 0,6 1-1 0,-10-5-2 0,10 5-2 16,-6-4-1-16,6 4-3 0,0 0-3 15,0 0 0-15,0 0 5 0,0 0 2 0,0 0 0 16,0 0 0-16,0 0 1 0,0 0-2 0,0 0 3 16,25 16 2-16,-13-12 1 0,1 1 0 0,6-4-2 15,9 2-2-15,3-1-14 0,0 0-29 0,1 1-40 0,1-5-60 16,3 1-59-16,-6 0-135 0,4-2-361 15,-4-1 160-15</inkml:trace>
  <inkml:trace contextRef="#ctx0" brushRef="#br0" timeOffset="100336.04">12305 6217 38 0,'2'-6'140'0,"-2"6"-6"15,0 0-10-15,0 0-2 0,0 0-22 0,0 0 2 0,0 0-14 16,0 0-4-16,0 0-5 0,0 0-12 0,0 0-3 16,0 0-4-16,0-9 0 0,0 9-8 15,0 0-2-15,0 0-4 0,0 0-5 0,0 0-6 16,0 0-2-16,0 0-3 0,0 0 0 0,0 0-5 0,0 0 1 16,0 0-6-16,0 0-2 0,0 0 0 0,0 0-2 15,0 0-3-15,0 0 1 0,0 0-6 16,0 0 2-16,0 0 0 0,0 0-3 0,0 0-3 15,0 0 4-15,0 0-8 0,0 0 9 0,0 0-9 16,0 0 0-16,0 0-6 0,0 0 3 0,0 0-4 0,0 0-11 16,0 0-5-16,0 0-5 0,0 0-14 15,0 0-21-15,0 0-20 0,-16 20-26 0,13-17-31 16,3-3-71-16,-18 4-228 0,9-1 101 0</inkml:trace>
  <inkml:trace contextRef="#ctx0" brushRef="#br0" timeOffset="101741.55">12054 6221 38 0,'-8'-3'105'15,"8"3"-1"-15,0 0-3 0,0 0-4 0,0 0-13 16,-13 1-5-16,13-1-12 0,0 0-6 0,0 0-9 15,0 0-5-15,0 0-1 0,0 0 5 0,0 0-4 16,0 0 4-16,29 8-3 0,-12-8 1 0,6 1-8 0,5 0-1 16,2-1 1-16,2-1-7 0,0 1-6 15,1-1-2-15,-2-3-2 0,-1 3 3 0,-3-2-7 16,0 2-4-16,-7 0 4 0,-2 1-1 0,1-3-33 16,-6 2-26-16,-1 1-24 0,-4-1-25 0,-1 0-33 15,-7 1-67-15,8-2-205 0,-8 2 90 0</inkml:trace>
  <inkml:trace contextRef="#ctx0" brushRef="#br0" timeOffset="102131.55">12230 6234 121 0,'0'0'143'0,"9"8"-8"0,-9-8-6 0,0 0-10 16,7 4-12-16,-7-4-6 0,3 4-6 0,-3-4-11 16,4 7-5-16,-4-7-7 0,4 10-1 0,-2-7 0 15,-2-3-4-15,0 14-7 0,0-6 3 0,-2 3-1 16,2 0 3-16,-4 0-6 0,-1 2-3 0,1 2 3 16,-4 0-4-16,4 1-3 0,-3-1-3 0,1 0-7 0,-1 0 0 15,0 0-3-15,0-2-3 0,1 3-8 16,0-3 2-16,1-6-2 0,-2 6-2 0,4-2-5 15,-1-1-4-15,2 1 0 0,-2-2 2 0,0 1-4 16,1 0-3-16,3-3 1 0,-2 0 0 0,2-7-3 16,-2 11 1-16,2-3-5 0,0-8 2 0,2 10 2 0,0-5 0 15,-2-5-1-15,6 9 1 0,-1-6-2 16,0 2 1-16,6-3 0 0,-2 0 0 0,4 0 0 0,1-2-16 16,-1 1-6-16,4-2-26 0,2 0-39 15,-3-1-26-15,2-1-31 0,0-4-30 0,1 2-29 0,-2-1-99 16,-1-2-317-16,1-2 141 0</inkml:trace>
  <inkml:trace contextRef="#ctx0" brushRef="#br0" timeOffset="102331.12">12326 6257 103 0,'0'0'187'0,"-6"-4"-11"0,6 4-21 0,0 0-13 16,0 0-14-16,0 0-15 0,16-10-14 0,2 7-9 0,5-1-14 16,-3 2-23-16,8-1-33 0,2-1-30 0,-3-1-27 15,-5 2-40-15,-1 1-32 0,-4 2-77 0,-3-3-200 16,-3 1 90-16</inkml:trace>
  <inkml:trace contextRef="#ctx0" brushRef="#br0" timeOffset="104211.61">3592 6474 138 0,'-1'-10'177'0,"1"10"-14"16,-2-8-19-16,2 8-13 0,0 0-17 0,0 0-11 15,0 0-9-15,0 0-13 0,0 0-7 0,0 0-3 16,-8 27-6-16,2-8-4 0,0 6-1 0,-3 0 2 15,0 0-13-15,0 1-4 0,-2 3-11 0,2-6 3 16,-2 2-4-16,2 1-4 0,4-9-2 0,-2-1-3 16,2 2-4-16,1-2 5 0,0 0-5 0,0-6-7 15,0 1 8-15,3-4-5 0,-3-1 1 0,4-6 0 16,-2 9 1-16,2-9 3 0,-2 8 9 0,2-8 5 16,0 0 4-16,0 0-8 0,0 0-5 0,0 0 1 15,0 0-4-15,-1-29-3 0,1 15-6 0,3-2 0 16,-1-1 2-16,4-9-3 0,-2 2-2 0,3-4 0 15,1-1-2-15,-1 0-1 0,2 0-1 0,0-3-3 16,4 1 6-16,-2 0-7 0,3 1 0 0,3 1-1 16,-3 4-1-16,1-1 0 0,-4 9-1 0,3 2 3 15,-3 1-8-15,-2 5 2 0,0 1-1 16,-1 1-2-16,-1 3 1 0,4 3-2 0,-1 2 0 0,0 3-5 16,0 0 5-16,0 7 5 0,3 4-1 0,3 7 6 15,-2 0 5-15,-3 2-3 0,2 2 0 0,-1 1 3 16,-4-1 1-16,1 0 2 0,-1-1 0 0,0 1 1 15,-1-3-1-15,-2-5-4 0,1-1 0 0,-3 1 0 16,3-1 3-16,-1 0-2 0,-3-4-3 0,4 3 2 16,0-2-4-16,-2-4-17 0,-2 0-23 0,3-1-37 15,-5-9-29-15,3 13-31 0,1-8-38 0,-4 1-147 16,0-6-343-16,0 0 152 0</inkml:trace>
  <inkml:trace contextRef="#ctx0" brushRef="#br0" timeOffset="104374.02">3577 6641 109 0,'12'-5'138'0,"5"-2"-19"16,3 3-33-16,1-2-36 0,1 4-26 15,6 0-35-15,-8 2-37 0,-2 3-31 0,1 2-83 0,-3 0 37 16</inkml:trace>
  <inkml:trace contextRef="#ctx0" brushRef="#br0" timeOffset="104717.32">3983 6847 152 0,'9'-9'202'0,"-3"2"-4"15,2-4-18-15,2-4-13 0,2 1 6 0,-2-3-12 16,0 0-17-16,0 2-12 0,7-7-11 15,-3-2-14-15,-1 2-5 0,0-3-8 0,-2 0-6 16,-2 3-12-16,3-1-3 0,-6 5-11 0,-1 0-2 16,-1 2-6-16,-1 4-4 0,0 2-3 0,-1 2-7 0,-1 3-2 15,-1 5-6-15,1-13-10 0,-1 13-1 16,0 0-5-16,-4-8-1 0,4 8-8 0,0 0 0 16,-16 16-1-16,8-6-4 0,-3 4-8 0,2 0-5 15,-2 9-2-15,4-7-3 0,2 2-1 0,3 0-3 16,2-1-1-16,2 2 3 0,-1-1-1 0,4 2 5 0,1-2 1 15,-1-1 2-15,3 2 4 0,-1-5-4 0,0 3 5 16,2 0-2-16,-2-2 0 0,-2 0 2 16,-1-2-3-16,1 3 3 0,-3-5-2 0,2 0-14 15,-2-1-23-15,0 2-24 0,-1-2-17 0,-1-10-38 16,-1 18-22-16,1-18-21 0,-5 12-124 0,5-12-315 16,-5 12 141-16</inkml:trace>
  <inkml:trace contextRef="#ctx0" brushRef="#br0" timeOffset="105249.03">4570 6628 176 0,'2'-4'270'0,"3"0"-22"0,-5 4-24 15,3-6-25-15,-3 6-18 0,0 0-21 0,4-6-19 16,-4 6-12-16,0 0-13 0,0 0-12 0,5 17-6 15,-3-6-10-15,1 0-7 0,1-1-7 0,-3 3-8 16,7 2-7-16,-5-1-3 0,4 1-5 0,1-1-5 0,1 0-6 16,1-2-4-16,-1-1-2 0,-2-2-2 15,4 0-4-15,-2-3 2 0,2 0-10 0,-3-2-6 16,1-1 0-16,0 1 0 0,0-1-2 0,-1-3 2 16,-8 0-5-16,15-4 4 0,-9 1-7 0,4-4 3 15,-2 1-1-15,-2-2 0 0,1-2-3 0,0 0 2 16,-3-1-5-16,3-4 0 0,-1-1-7 0,0-1-3 15,1 0-1-15,-1 2 1 0,0-1 2 0,-2 5 1 16,2 3-1-16,-5 0 4 0,0 4-9 0,-1 4 1 16,6-10-2-16,-6 10-3 0,0 0-1 0,4-4 2 15,-4 4 4-15,0 0-1 0,0 0 2 0,5 16 0 16,-5-5 3-16,3-1 2 0,-2-1-5 0,3 1 5 16,1 1-1-16,0-2 3 0,0-3-1 0,3 2 1 15,1-1 1-15,2 1 1 0,-2-4-2 0,2-1 4 16,0 3 1-16,1-5 8 0,-2-1 4 0,1 0 9 15,2 0 6-15,-1-3 12 0,-1-1 8 0,-1-1 2 16,-1-1 4-16,3-2-1 0,-3-2 4 0,0-2-7 0,-2 1-3 16,2-3-7-16,-1-3-4 0,-3-1-3 15,-1 0 0-15,0 2-10 0,-4-3-15 0,3-1-11 16,-3-6-30-16,2 7-21 0,-2 3-15 0,-2-1-21 16,1 5-21-16,-1 2-27 0,-2 1-18 0,4 9-34 15,0-14-32-15,0 14-9 0,-1-5-126 0,1 5-386 16,0 0 171-16</inkml:trace>
  <inkml:trace contextRef="#ctx0" brushRef="#br0" timeOffset="105567.38">5186 6677 19 0,'7'3'140'16,"2"0"-7"-16,0-1 8 0,1-1 0 0,1-1-3 16,-1-1 1-16,1-3-6 0,0 1-2 0,-1-1-5 15,3-5-5-15,-3 4-7 0,0-1-8 0,4-5 1 16,-2 0-3-16,-5 3-3 0,1-3-6 0,0 0-6 15,-3 0-8-15,0 1-5 0,-1-2-5 0,-2 2-4 16,2-1-5-16,-3 1 2 0,1 4-7 0,-2 6-5 16,-3-11-7-16,3 11-6 0,-6-10-3 0,1 9-8 15,5 1-7-15,-16 0 0 0,4 5-5 0,-3 3 2 16,-2 4-3-16,-5 4-5 0,0 0 0 0,3 3-1 16,1 0-4-16,5-2 2 0,3-1-2 0,3 0 0 15,1 0-4-15,6 0-5 0,3-3-8 0,3 2-2 16,3-1 0-16,6-3 2 0,10 4-4 0,2-6-11 15,3-2-10-15,2-1-12 0,1-1-18 0,7-3-9 16,-2 1-3-16,12-4-7 0,0-1-17 0,-12 2-7 16,2-6-28-16,-2 3-19 0,-2-1-3 0,1-2-130 15,-5-1-314-15,-2 1 139 0</inkml:trace>
  <inkml:trace contextRef="#ctx0" brushRef="#br0" timeOffset="105771.85">5889 6356 220 0,'-7'-14'254'0,"5"1"1"16,-2 4-2-16,0 3-16 0,3 0-29 0,1 6-22 16,-3-9-27-16,3 9-18 0,0 0-15 0,0 0-11 15,0 0-6-15,9 29 2 0,-6-10-20 0,2 9 4 16,0-1-20-16,1 3-6 0,1 2-4 0,-5-1-7 16,3 2-4-16,-2-2-3 0,-1 2-7 0,1-2-4 15,0-5-7-15,-1 2-25 0,-2-1-40 0,0-2-36 16,0-4-43-16,-2 2-61 0,0-4-36 0,-2 6-203 15,2-10-446-15,-3-2 197 0</inkml:trace>
  <inkml:trace contextRef="#ctx0" brushRef="#br0" timeOffset="106062.93">6198 6442 1956 0,'6'-19'94'0,"1"4"-37"0,-5 3-13 0,-2 0-26 15,0 3-7-15,-1 2 2 0,1 7-2 0,-9-12 0 16,3 9 2-16,-3-1 6 0,-2 4-4 0,-3 2-3 16,1 1-2-16,-4 2 3 0,5 0-5 0,-4 1 0 15,5 3 2-15,0-3-5 0,-3 5 0 0,5-1 1 16,0-1-6-16,1 0 0 0,2 2 0 0,-2-2-3 16,3 1 0-16,-1 0-5 0,1-1 3 0,1 0 3 15,0 2-2-15,1-2-2 0,1 1 2 0,2 1-6 16,0-2 8-16,1 1 2 0,0 0-2 0,2 1 3 15,1-1-2-15,1-1 2 0,1 1-1 0,3 0-19 16,-1-1-27-16,2 0-31 0,1-2-43 0,4 3-30 16,0-1-34-16,-5-3-99 0,3-2-306 15,0-1 135-15</inkml:trace>
  <inkml:trace contextRef="#ctx0" brushRef="#br0" timeOffset="106369.7">6281 6602 215 0,'0'0'227'0,"0"0"-7"0,0 0-16 16,0 0-8-16,0 0-14 0,0 0-14 0,5-7-17 15,-5 7-13-15,0 0-16 0,0 0-10 16,0 0-9-16,0 0-7 0,0 0 0 0,0 0-12 0,0 0 7 16,0 0-1-16,0 0-1 0,0 0-3 0,4-6-6 15,-4 6-9-15,2-5-7 0,-2 5-8 16,2-8-9-16,-2 8-3 0,6-12-3 0,-2 5-5 0,1 0-5 15,0-2 2-15,0 3-11 0,2-2 0 0,1 2-4 16,0-1-3-16,0 3-2 0,0-2-1 0,-2 4-6 16,2-1 0-16,-8 3-5 0,14-2 8 0,-5 5-7 15,0 2-1-15,-2 0-3 0,2 2-2 0,1 0-5 16,-3 0-5-16,-1 2-20 0,1 1-29 0,0 0-28 16,-3 3-25-16,1-4-35 0,-1 1-43 0,1 1-35 15,-2 1-171-15,1-4-431 0,-4-8 191 0</inkml:trace>
  <inkml:trace contextRef="#ctx0" brushRef="#br0" timeOffset="106682.89">6585 6538 173 0,'0'0'184'0,"0"0"-19"16,0 0-9-16,0 0-15 0,0 0-11 15,6 31-12-15,0-21-7 0,-3 0-11 0,4 1-13 16,-1-2-4-16,1 1-10 0,2-2-8 0,-3 1-1 0,4-2-10 16,-1-1-4-16,0-1-2 0,1-2-3 15,-2 0-1-15,0 0-7 0,-2-3-3 0,-6 0 6 16,15-3 12-16,-8 0 10 0,-1 0 0 0,2-4 9 16,-5 1 0-16,4-3-2 0,-3 1 6 0,-2-3 1 15,2 0-3-15,-2-2-3 0,0 1-11 0,-1 2-5 0,-2-3-7 16,2 1-2-16,-3-6-9 0,1 8 1 0,-3 0-13 15,0-1-16-15,-1 4-23 0,-2-4-26 16,2 5-36-16,5 6-46 0,-9-9-43 0,9 9-32 0,0 0-22 16,-13 0-140-16,13 0-388 0,0 0 173 15</inkml:trace>
  <inkml:trace contextRef="#ctx0" brushRef="#br0" timeOffset="107147.99">7054 6511 235 0,'4'-2'231'0,"-4"2"-11"0,0 0-24 16,0 0-19-16,0 0-20 0,0 0-16 0,0 0-15 15,8 9-11-15,-8-9-10 0,1 13-5 0,1-3-11 16,-2 1-7-16,4 1-4 0,-3 1-10 0,5 2-4 0,-3-4-8 16,1-1-5-16,2 1-5 0,-1-1-3 15,2-1-5-15,0 0 0 0,-2-4-8 0,-1 1 5 16,1-2-6-16,1-1-1 0,-6-3-2 0,9 8-4 15,-5-6 3-15,-4-2 0 0,8 2-3 0,-8-2-2 0,0 0-5 16,11-4 2-16,-11 4-1 0,8-6-2 16,-8 6-2-16,5-8-3 0,-3 4 8 0,-2 4-10 15,7-6 0-15,-7 6-6 0,4-7 1 0,-4 7-8 16,0 0-4-16,6-4 1 0,-6 4-2 0,0 0 0 16,0 0 3-16,11 11 0 0,-8-8-2 0,1 4 4 0,0-1-2 15,2 1 0-15,2-1 4 0,-3 0 4 0,3 0 0 16,2-2 0-16,-3 1 0 0,2-1-3 15,0-1 2-15,4-3 0 0,-4 0 1 0,1-1 3 16,3 0-3-16,-3-4 1 0,2 0 5 0,-3-2 6 16,1 0 13-16,-5-1 9 0,3 0 9 0,-3-4-2 15,-1 2 2-15,1-2-1 0,0-3-6 0,-2 1-4 0,-1-1 5 16,-1 3 0-16,1-6-1 0,-4 7-3 16,2-3-6-16,-1 2 2 0,-1-3-7 0,-1 2-7 15,-2 3-16-15,1-1-17 0,1 5-33 0,-1 1-36 16,4 5-43-16,0 0-50 0,-11-7-34 0,11 7-43 15,0 0-135-15,0 0-424 0,0 0 188 0</inkml:trace>
  <inkml:trace contextRef="#ctx0" brushRef="#br0" timeOffset="107308.76">7725 6764 130 0,'0'0'224'0,"3"13"-18"0,-1-5-26 15,-2-8-11-15,0 17-17 0,-1-5-12 16,-3-3-14-16,-1 0-22 0,-3 7-44 0,1-5-72 16,-1-3-57-16,-6 6-166 0,-1 0-256 0,-2-4 114 15</inkml:trace>
  <inkml:trace contextRef="#ctx0" brushRef="#br0" timeOffset="112541.27">15136 6150 112 0,'0'0'149'15,"0"0"-12"-15,0 0-6 0,0 0-7 0,0 0-13 16,0 0-14-16,0 0-8 0,0 0-10 0,0 0 0 0,0 0-5 16,0 0-6-16,18-5 0 0,-11 5-16 0,5 1-5 15,-1-2 0-15,9 0-11 0,-1-1 1 0,9 1-2 16,1 0-8-16,-1-1-14 0,-8 2-23 15,3-3-16-15,-3 2-33 0,-2 1-27 0,-1 0-22 0,-5-1-19 16,0 2-73-16,-6 0-215 0,-6-1 95 0</inkml:trace>
  <inkml:trace contextRef="#ctx0" brushRef="#br0" timeOffset="112878.46">15299 6146 77 0,'-2'6'103'0,"2"-6"4"0,0 0-4 0,9 12-4 15,-5-6-7-15,2 2-3 0,2 2-5 0,-4 1-10 16,3 0-10-16,-3 2-6 0,0-2 5 0,0 5-4 16,0 1-7-16,-4 0-1 0,0 1-5 0,0 0-3 15,-3 0-4-15,1 0 1 0,-3-2-5 16,1 3 1-16,-2-4-6 0,1 0-2 0,-1 1 3 0,-2-2-3 15,-1 1 3-15,3-5-5 0,-2 4-7 0,1-2 5 16,1-4-4-16,1 1-1 0,-1 0-2 16,3-1 5-16,-2-2-3 0,3 2-2 0,-2-1-1 15,4-7 0-15,0 12 1 0,0-12-1 0,3 10-2 0,-1-6-2 16,3 0 1-16,-1 0 0 0,5-2 1 0,1 1-4 16,3-2-9-16,6 1-15 0,0-1-24 0,1-4-23 15,9 1-31-15,-10-1-35 0,1 0-133 0,-2 0-281 16,-1-2 125-16</inkml:trace>
  <inkml:trace contextRef="#ctx0" brushRef="#br0" timeOffset="113073.01">15776 6400 133 0,'0'0'174'0,"13"2"-8"0,-5-2-14 0,2 0-14 16,0 0-12-16,3 3-14 0,0-3-10 0,-1 0-12 16,5 1-27-16,1-1-41 0,2 2-45 0,-2-2-61 15,-4 0-112-15,0-2-211 0,-1 2 94 16</inkml:trace>
  <inkml:trace contextRef="#ctx0" brushRef="#br0" timeOffset="113491.43">16777 6193 115 0,'0'0'194'0,"-7"-4"-5"0,7 4-12 15,-10-2-17-15,10 2-11 0,-11-1-17 0,11 1-10 16,-17 3-5-16,8 1-15 0,-1 4-11 0,-4 1-3 0,0 3 7 15,-1 0-1-15,2 0-14 0,-3 2-12 16,6 0 1-16,0 1-10 0,-1 2-4 0,3-2-8 0,1 2-2 16,5-2-5-16,-1-2-5 0,2-1-2 15,2 3-2-15,0-2-2 0,5-3-5 0,0 1-15 0,2-1-20 16,3 2-12-16,3-2-27 0,2-1-30 0,0-1-26 16,5-3-24-16,-2 0-27 0,0-2-15 0,1 0-115 15,-2-3-311-15,4-2 138 0</inkml:trace>
  <inkml:trace contextRef="#ctx0" brushRef="#br0" timeOffset="114627.53">17081 6297 171 0,'1'-9'178'0,"-1"9"-7"0,0 0-9 16,-9-6-11-16,9 6-7 0,-14 2-8 0,14-2-11 15,-24 12-1-15,12-6-5 0,-3 5-11 0,-2 1-12 16,2-1-9-16,1 0-7 0,0 3-10 0,1-1-5 15,4 0-5-15,-2 0-10 0,6-1-5 0,0-3-2 16,1 1-10-16,2-1 0 0,2-2-4 0,4 3-8 16,0-3-7-16,0-3-7 0,1 1-10 0,0-2 1 15,3 0-1-15,-2-1 3 0,-6-2-5 0,14 0 5 16,-6 0 0-16,-8 0-1 0,14-5 3 0,-5 0-3 16,0 1 4-16,0-3-1 0,-3 1 6 0,0-2-2 15,2-1 8-15,-3-3-5 0,1 3 3 0,-3-1-1 16,0 0 11-16,1 0 2 0,-2 1 6 0,0-1 10 15,-1 6 10-15,0-4 6 0,-1 8 3 0,3-9-7 16,-3 9-1-16,2-6-6 0,-2 6-5 0,0 0-8 16,0 0-5-16,0 0-7 0,0-9-2 0,0 9-3 15,0 0 0-15,0 0-4 0,0 0-2 0,0 0 1 16,-6 23 2-16,5-16-6 0,1-7 2 0,-2 14-6 16,4-6 2-16,-1 0 2 0,3-2-2 0,-2 2 1 15,3 0 4-15,2-2 0 0,1 3-1 0,3-2 2 16,1-2 1-16,-2 0-3 0,8 0 1 0,-4-3 1 15,1 0-3-15,2-2 2 0,1-2-3 0,-6 1-5 16,4-1-4-16,-3-2-1 0,0 0 2 0,0 0-2 16,0-2-1-16,-3-2-4 0,1-1 0 0,2-3 1 15,-2 1-4-15,-5 2 2 0,2-3-6 0,-3 2 2 16,-1-4 5-16,0-1-3 0,-4 3 3 0,2-4-2 16,-3 2 0-16,-2-1 2 0,-2 1 2 0,0 2 0 15,-4-2-2-15,2 4 4 0,-1-1 1 0,-4 3-1 16,3-1 5-16,0 2-2 0,-1 1-2 0,5 2-1 15,0 0 0-15,5 4-3 0,-8-7-4 0,8 7-5 16,-4-4-2-16,4 4 1 0,0 0 4 0,0 0 3 16,0 0 2-16,29 6-3 0,-18-3 5 0,4-1-1 15,2 1 2-15,1 4-2 0,0-4 2 0,-2 2 0 16,-4 4 0-16,1-5-4 0,-6 3 7 0,2 1-6 16,-2 0 2-16,0 1 3 0,0-1 1 0,-3 1-5 15,-1 0 5-15,1 0 1 0,-1 1-1 0,-2-1 4 16,1 2-1-16,-1-1 0 0,-1 1 1 0,1 0-1 15,-1-2 3-15,4 2-1 0,-3-2 0 0,2 1-1 16,2-1 1-16,-1 0 3 0,1-1 0 0,1 1 4 0,2 0-5 16,1-3 4-16,1-1 1 0,3 1 0 0,2-3-1 15,4 0 0-15,-2 0-2 0,2-3 3 16,-2 0-1-16,1-2 0 0,-2-2-4 0,-4 1-1 16,-1-1-1-16,2-4-5 0,-3 3 4 0,-1-3-2 15,1 0 4-15,-3-3-6 0,0 0 1 0,-3 1 2 0,0-1-3 16,-3-2 3-16,1 1-3 0,-2-1 0 15,-4 0 3-15,3 1-3 0,-3 0 5 0,1 1 9 16,1 2-1-16,-2-1 0 0,2 4 2 0,2 6 0 16,-2-8-1-16,2 8-5 0,-2-9 4 0,2 9-9 0,0 0 2 15,6-7-1-15,-6 7-1 0,9-1-1 16,-9 1 2-16,15 2 0 0,-7 0-4 0,1 2 3 16,1-1-2-16,-1 4-2 0,0 0 4 0,0-1-2 15,-1 3-4-15,-1-2 3 0,-2 2 0 0,0 0 0 16,0 0 0-16,0 0 2 0,0 0-1 0,-1 1 1 0,-1 1 2 15,1-3-2-15,1 2 3 0,-1-1-1 0,-2 0 4 16,2-3-4-16,1 2 2 0,-1-2-3 0,1-1 6 16,-1 0-2-16,1-1 3 0,3 0 0 15,-2 0-2-15,1-2 0 0,-7-2 3 0,15 2-5 0,-5-4 4 16,0 1 0-16,2-2-3 0,-3-1 0 0,1 1 2 16,0-3-1-16,-1-1 1 0,0 0-4 0,-4-3 2 15,3 1-2-15,-2-1 2 0,-2-1 1 0,0 1-2 16,-1-4-2-16,-3 3 0 0,2 1-1 15,-1-1 1-15,-1 1 7 0,0 3 5 0,0 7 1 0,0-11 1 16,0 11-8-16,2-8 1 0,-2 8-6 0,0 0-7 16,0 0 1-16,0 0 3 0,0 0-1 0,0 0-3 15,0 0 7-15,0 0 0 0,-7 23-5 16,5-13 2-16,-1 3 0 0,0-4 0 0,3 3 2 0,-1 2-14 16,1-3-27-16,-1 0-30 0,1 1-38 0,0 0-52 15,0-1-33-15,2-3-56 0,-3-1-134 0,1-7-412 16,1 12 183-16</inkml:trace>
  <inkml:trace contextRef="#ctx0" brushRef="#br0" timeOffset="114792.92">17831 6172 2101 0,'-2'-16'-4'0,"0"0"6"16,-2 5 4-16,4 3-3 0,-2 5-19 0,2 3-20 15,-1-14-26-15,1 14-27 0,0-7-29 0,0 7-32 16,6-4-124-16,-6 4-295 0,0 0 131 0</inkml:trace>
  <inkml:trace contextRef="#ctx0" brushRef="#br0" timeOffset="115367.82">18183 6397 270 0,'10'-4'266'0,"-4"2"-12"16,1 0-17-16,0-2-14 0,1 2-13 0,-2-2-24 15,3 0-18-15,-1-1-14 0,3 1-19 0,-2-2-11 16,-2 2-9-16,-2-2-15 0,3 0-5 0,-3 2-11 16,1-2-10-16,-1-1-7 0,0 2 0 0,-2 1-6 15,-3 4-6-15,7-8 0 0,-5 1-4 0,-2 7-11 16,1-10-3-16,-1 10-6 0,-5-9-3 0,5 9-6 15,-10-7-5-15,5 3-3 0,-2 1 1 0,-3 3-7 16,-1 0 0-16,2 0 1 0,-2 4-5 0,-1 1-3 16,3 0 2-16,-2 2-5 0,1 1 5 0,4 1-4 15,-2 2 1-15,2 4 0 0,2-4 1 0,3 1-4 16,1 1 8-16,2-1-3 0,2-2-2 0,0 4 1 16,5-2 5-16,1 1-4 0,3-2 4 0,0 1 2 15,-3-5-1-15,6 0 1 0,0 0 4 0,0-1-3 16,5-1 2-16,-4-1 0 0,-4-1 0 0,0 0-3 15,8-3 6-15,-8 0-4 0,-1 0-4 0,1-3 5 16,-1 2-1-16,-1-3-1 0,1 2 0 0,-2-3-1 16,-1 2 3-16,1-4-5 0,-4 0-7 0,3-1-4 15,-4-1 1-15,1-1-5 0,-3 0-7 0,1-1-1 16,-1 0-3-16,-1-1 3 0,0-1 6 0,1 3-5 16,0-1 2-16,-1-1 2 0,1 6 3 0,0 0-2 15,-3 6 1-15,3-11-2 0,0 7 0 0,-3 4-1 16,5-7 1-16,-5 7 1 0,9-5 5 0,-9 5-3 15,12-2-3-15,-12 2 2 0,10 5 1 0,-1-3-2 16,-3 3 0-16,1-2 0 0,-2 4 6 0,1 1-2 16,0 0 6-16,1-1-3 0,-3 3 1 0,-2-3-3 15,3 2 2-15,1 0 2 0,-4 1 1 0,-1-1 0 16,-1-1 0-16,2-2 1 0,1 4-22 0,0-1-24 16,-3 2-46-16,0-3-51 0,2-1-57 0,1-1-48 15,0 0-151-15,-3-6-432 0,6 10 193 0</inkml:trace>
  <inkml:trace contextRef="#ctx0" brushRef="#br0" timeOffset="115609.83">19011 6134 161 0,'1'-16'313'0,"-2"3"4"0,1 1-2 16,-1 4-15-16,1 1-37 0,0 7-18 0,-2-11-35 15,2 11-22-15,0 0-20 0,0 0-24 0,0 0-14 16,0 0-5-16,4 42-13 0,-3-17-6 0,1 1-13 16,-1 0-9-16,3 2-5 0,-3 0-10 0,3 0-3 15,-2 1-17-15,0-4-2 0,2 0-16 0,-2-1-26 16,1-5-32-16,-2-1-46 0,2 0-38 0,-2-1-68 0,1-5-53 16,0 1-47-16,-4-1-175 0,4-1-490 15,-4-4 217-15</inkml:trace>
  <inkml:trace contextRef="#ctx0" brushRef="#br0" timeOffset="115803.87">19213 6320 106 0,'0'0'255'16,"4"-6"-23"-16,-4 6-24 0,3-3-23 0,-3 3-13 15,0 0-6-15,0 0-18 0,0 0-13 0,6 24-2 0,-6-14-10 16,1 2-11-16,3 4-8 0,-4-3-14 15,1 1-8-15,-2 4-11 0,2-2-25 0,-1-1-38 16,0-3-37-16,0 0-45 0,0 1-54 0,-1-4-52 16,-1 1-148-16,1-4-355 0,1-6 157 0</inkml:trace>
  <inkml:trace contextRef="#ctx0" brushRef="#br0" timeOffset="116238.7">19697 6099 269 0,'0'0'274'16,"0"0"-19"-16,-7-7-20 0,7 7-25 0,0 0-20 16,0 0-19-16,0 0-2 0,-16 21 0 0,10-3-10 15,-6 7-14-15,2 4-9 0,-2 0-13 0,0 4-11 16,-5 9-4-16,7-7-12 0,0-3-7 0,-1 3-5 15,3-5-8-15,0 3-7 0,0-4-6 0,3 0 0 0,-4-1-12 16,3-1-3-16,-1-2-3 0,2-6-5 0,1-2 1 16,-2-2-9-16,3 2-4 0,1-3-5 15,1-3-7-15,-2-1-21 0,2 0-13 0,-3-1-26 16,4-1-29-16,-1-2-29 0,1-6-27 0,0 0-26 0,-4 14-15 16,4-14-32-16,-4 5-36 0,4-5-172 0,0 0-442 15,0 0 196-15</inkml:trace>
  <inkml:trace contextRef="#ctx0" brushRef="#br0" timeOffset="116544.86">19394 6511 106 0,'21'-2'167'0,"0"-1"1"0,11 2-10 0,-4-2-8 15,1-2-15-15,-1 4-10 0,0-2-13 0,1-1-6 0,-2 2-10 16,-1-3-9-16,-3 2-9 0,-3-2-2 0,2-1-5 15,-4-1 1-15,-2 2 2 0,-4-1 10 0,-2-2 2 16,1 3-7-16,-3-4-1 0,-1 0 5 0,-2 2-4 16,0-3-6-16,-3 4-2 0,0-1-9 15,-4-3 0-15,2 10-4 0,-5-16-1 0,3 10-9 0,-2 0 4 16,-1 0-5-16,0 3-4 0,5 3-4 0,-18-4-5 16,10 6-10-16,-5 0 3 0,-1 3-2 0,1 5-1 15,-3 3-4-15,2 0 4 0,0 3-6 16,1-2 4-16,1 1-8 0,4 3 2 0,0 0 0 0,5-1-14 15,2-1-19-15,5 0-34 0,1 2-45 0,6-4-66 16,5-2-68-16,0-2-202 0,4-3-468 0,8 1 207 16</inkml:trace>
  <inkml:trace contextRef="#ctx0" brushRef="#br0" timeOffset="116823.43">20378 6213 234 0,'3'-9'315'0,"-2"-2"-14"15,0 6-16-15,-1 5-30 0,0-10-24 0,0 10-28 16,0 0-24-16,0 0-19 0,0 0-13 0,0 0 1 16,4 26-15-16,-5-7-13 0,0 8-7 0,1 0-3 15,-2 2-12-15,0 1-7 0,0-3-10 16,2 1-8-16,-2-3-6 0,2 1-3 0,-3-8-9 0,3 0-3 15,0-1-5-15,2 1-9 0,-4 0-20 0,4-7-24 16,-2 1-42-16,0-2-41 0,1-1-47 0,-1-2-39 16,1-1-41-16,-1-6-21 0,0 0-10 0,-2 11-164 15,2-11-445-15,-9 2 197 0</inkml:trace>
  <inkml:trace contextRef="#ctx0" brushRef="#br0" timeOffset="117091.61">20187 6423 118 0,'0'0'187'0,"0"0"-16"0,0 0-19 16,0 0-9-16,11-7-13 0,2 5-12 0,5 0-9 15,3 0 0-15,5 1-15 0,6 0-5 0,-1-1-9 16,-1 2-4-16,-1-1-7 0,-1-2-1 0,-5 3-4 16,-3-3-6-16,-2 3 3 0,2-2 1 0,-4 0 4 15,-2 0 3-15,-3 2 5 0,1 0 0 0,-5 0-3 16,-7 0-2-16,11 0-4 0,-11 0-8 0,9 0-2 15,-9 0-1-15,7 6-6 0,-3-3-3 0,-1 4 4 16,0-1-2-16,0 2-1 0,-3 1-5 0,1 1-3 16,1 2-2-16,-4-2-3 0,2 2-7 0,0-2-18 15,0 1-40-15,-1 1-46 0,0-2-62 0,-1 0-58 16,2 1-233-16,-2-3-466 0,1-2 207 0</inkml:trace>
  <inkml:trace contextRef="#ctx0" brushRef="#br0" timeOffset="117249.42">20633 6272 1523 0,'6'-27'-72'0,"-1"7"24"0,-1 2-12 0,1 2-24 16,-1 2-14-16,0 4-16 0,1 0 2 0,-1 4-45 15,3 2 127-15,1 3-44 0,-8 1-39 0,17 8-121 16,-6 1 53-16</inkml:trace>
  <inkml:trace contextRef="#ctx0" brushRef="#br0" timeOffset="117845.06">20849 6496 95 0,'1'8'225'0,"-1"-8"6"0,0 0 2 0,0 0-8 0,4 5-10 16,-4-5-7-16,0 0-13 0,0 0-14 15,0 0-11-15,0 0 3 0,0 0-2 0,0 0-21 16,2-20-15-16,-2 20-9 0,2-11-15 0,-2 11-4 15,2-11-8-15,1 1-13 0,-2 0-4 0,6 0-15 16,0-2-5-16,-1 2-8 0,3 1-1 0,7-5-5 0,-2 0-11 16,1 3-4-16,-1 1-4 0,1 0-5 15,1 4-1-15,-2 1-8 0,-3 4-1 0,3 0-3 16,-2 2-4-16,-1 2 1 0,5 5-2 0,-6 0 3 16,4 2-2-16,-6-1-4 0,-2 2 2 0,-1 1-2 15,3-2 2-15,-3 2-2 0,-1 1 0 0,1-3-1 16,0 1 2-16,-2-2-1 0,2 1-6 0,-3-3-9 15,5 1-2-15,-6-2-5 0,-1-6-3 0,1 5 2 16,-1-5-3-16,0 0 0 0,1 9 5 0,-1-9-4 0,0 0 3 16,0 0-18-16,0 0-3 0,0 0 2 0,0 0 0 15,16-16 3-15,-7 12 6 0,-3-6-1 0,2 3 2 16,1-2 1-16,2 3 3 0,-1-3-3 16,1 2 5-16,1 1-2 0,-1-1 4 0,1 3 3 15,-1 1 0-15,-5-1-4 0,4 3 5 0,-2 1 0 0,-8 0 2 16,18 2 7-16,-7 1 2 0,1-2 2 0,-1 3 10 15,2-2 3-15,0 4-1 0,5-2-1 0,-1-1 2 16,3 1 0-16,0-4-1 0,-3 3 2 0,3-3 0 16,-2-3-3-16,0 2-2 0,1-2-2 15,-1-1 5-15,-1-2 1 0,-2 1-7 0,-1 0 4 0,-2-3 0 16,2-2-3-16,-1 1 0 0,-3-4 7 0,-1 3 2 16,-4-1 0-16,0-1 2 0,-1 2 0 0,-2-1-3 15,0 0 7-15,-1 0 5 0,-1 5-1 0,0 6 0 16,-3-15 4-16,1 10-6 0,2 5-3 0,-5-7-5 15,5 7 0-15,0 0 2 0,-21 9-2 0,8 1 7 16,-2 2-4-16,2 1 1 0,1 1-1 0,3 2 1 16,0 1-5-16,2 0 4 0,3-1-2 15,1 3-2-15,3-3-12 0,3-3-28 0,2 3-31 0,3-2-43 16,4 1-71-16,6-8-77 0,-4 5-249 0,5-5-539 16,0-4 239-16</inkml:trace>
  <inkml:trace contextRef="#ctx0" brushRef="#br0" timeOffset="124210.72">22064 6383 1446 0,'-1'1'-75'0,"1"0"292"0,1-1-495 0,-1 0 709 15,0 0-520-15,0-1 112 0,1 2-43 0,-1-1 25 16,0 0-6-16,0 0-6 0,0 0-57 0,0 0 86 16,4-8-126-16,-4 8 87 0,5-5-101 15,-5 5 42-15,4-6 56 0,-4 6-24 0,5-6-100 16,-5 6-46-16,7-7-41 0,-5 1-47 0</inkml:trace>
  <inkml:trace contextRef="#ctx0" brushRef="#br0" timeOffset="133151.57">9290 7827 50 0,'0'0'127'0,"-10"-6"-9"0,5 3 3 15,-1-3-2-15,6 6-6 0,-10-7-11 0,1 5-13 16,-2-1-3-16,1 2-7 0,-2-1 2 0,0 1-9 15,-2 0-3-15,2-1-4 0,1 5-4 0,-7 0-8 16,6 1-2-16,0-1-10 0,0 3 2 0,-4 3-7 16,4-3 7-16,1 4-13 0,-1-1-1 0,1 2-5 0,-1 3 1 15,5-3-10-15,0-1 2 0,1-2-3 0,2 5 1 16,0-2-5-16,1 0 2 0,1 0-1 16,4-2 1-16,-2 3-1 0,2-2 3 0,-1-1-3 15,3-2 0-15,1 3-2 0,-1-4 3 0,4 0 1 0,-3 1-5 16,2-5 3-16,0 3-1 0,0-3-3 0,2-2 2 15,4 1-3-15,-4-2 3 0,5-2 0 0,-4-1 1 16,1-1-2-16,0-1-3 0,-3-3 5 0,4-3-2 16,0 0 0-16,-2-1-11 0,0-4 11 0,2 2-3 15,-7-2 3-15,0-2 3 0,2 3-3 0,-1-2 3 16,-1-2 1-16,-1-4-1 0,-2 5 3 0,2-6 3 16,-4-2 3-16,0 6-9 0,0 2 7 0,0-9 3 15,1 10-1-15,-1-1 7 0,-1-1 4 0,0 4 1 16,0-1 10-16,1 8-5 0,0-2 0 0,0 3 2 15,-2 1-3-15,2 7-5 0,-1-10 0 0,1 10-6 16,0 0-7-16,-1-9-6 0,1 9-2 0,0 0-1 16,0 0-1-16,0 0-1 0,0 0-2 0,2 36-1 15,1-15 0-15,-2 4 2 0,0 2-1 0,2 0-4 16,-2 0 4-16,1 1-1 0,0 0 0 0,0-2-1 16,-2 1 4-16,0-1-2 0,2-2 0 0,1 2 1 15,2 0-4-15,-3-6-17 0,1 4-23 0,1-6-18 16,-2 0-42-16,2 0-38 0,0-3-33 0,0 2-37 15,-3-7-128-15,3-1-363 0,-2-2 161 0</inkml:trace>
  <inkml:trace contextRef="#ctx0" brushRef="#br0" timeOffset="133397.17">9627 7750 109 0,'-2'-10'235'16,"2"10"-21"-16,0 0-13 0,0-9-23 0,0 9-12 16,0 0-14-16,0 0-7 0,-16 14-13 0,8-5-3 0,-3 7-7 15,2 0 9-15,-3 4-13 0,2-1-11 0,-3 2-11 16,7 0-6-16,1-2-13 0,0 0-2 0,2 4-10 16,2-3-6-16,1-3-3 0,1 0-10 15,0 3-13-15,4-4-21 0,-1-1-33 0,-1-3-30 16,2 0-34-16,0-2-42 0,0 2-38 0,2-4-41 0,0 0-144 15,-2-3-377-15,0-1 168 0</inkml:trace>
  <inkml:trace contextRef="#ctx0" brushRef="#br0" timeOffset="133635.01">9659 7699 149 0,'6'-2'183'16,"6"1"-16"-16,-1 6 1 0,2 0 1 0,0 5-10 0,2 2-11 16,-1 4 2-16,-1-1-10 0,1 8-12 15,0 1-12-15,-6 1-9 0,-3-2-11 0,-1-3-8 16,-3-1-8-16,3 5-8 0,-4-5-6 0,0 1-8 16,-2-2-1-16,1 1-6 0,-3-3-10 0,2 0-22 15,-3 0-31-15,-2-3-35 0,1-2-43 0,-2-2-41 0,0 0-39 16,-2-1-157-16,-5 0-355 0,-2-3 157 0</inkml:trace>
  <inkml:trace contextRef="#ctx0" brushRef="#br0" timeOffset="133823.73">9544 7954 121 0,'0'0'211'0,"16"-3"0"0,-4 3-6 16,-1 0-13-16,2 0-16 0,-1 3-14 15,0 0-15-15,1 1-11 0,0 2-16 0,3-2-12 0,0 5-9 16,-2 0-8-16,0 1-9 0,1-1-27 0,-5-2-40 16,2 5-48-16,-2-2-43 0,2 0-40 15,-2 3-56-15,-2-5-117 0,-3 1-314 0,-1 0 139 0</inkml:trace>
  <inkml:trace contextRef="#ctx0" brushRef="#br0" timeOffset="134170.03">8901 8346 84 0,'20'7'155'0,"10"-4"0"0,4-3-9 16,25-5 0-16,5 0-7 0,26 1-3 0,-26-3-11 15,27-3-6-15,-28 7-6 0,-2-3-9 0,0 3-9 16,-4-1-10-16,-5 1-4 0,-12 0-7 0,-2 1-10 16,-5 1-7-16,-3-2-5 0,-1 2-3 0,-1 0-8 15,-10 2-1-15,0 0-6 0,-5-2-2 0,-1 2-2 16,-2-1-1-16,-3-1-7 0,-7 1-5 0,13 0-19 15,-13 0-24-15,10 0-29 0,-10 0-36 0,7 3-24 16,-7-3-33-16,0 0-151 0,0 0-321 0,0 0 142 16</inkml:trace>
  <inkml:trace contextRef="#ctx0" brushRef="#br0" timeOffset="134761.14">9395 8847 38 0,'-7'-8'236'0,"-2"4"-14"0,-1-3-9 15,-3 1-7-15,1 4-15 0,-6-1-12 0,6 0-14 16,-1 3-13-16,0 1-13 0,-6 4-15 0,-1 1-13 16,1 0-7-16,2 3-11 0,0 0-12 0,2 4-6 15,2-1-8-15,-1 3-8 0,2-1-3 0,3 2-6 16,2-1-6-16,0 0-6 0,3 0-1 0,4 2-1 16,0-6-7-16,2 1-1 0,3 0 0 0,0-1-5 0,5 4-6 15,-2-7-3-15,1-1 3 0,5-1-9 0,-3-1-4 16,7 0 0-16,-5-5-1 0,2 0 6 15,-2-2-7-15,1 1 0 0,-1-3 1 0,0-2-2 16,2-1 2-16,-6-1 0 0,3-3-3 0,2-3 2 0,-3-1-1 16,-1-1 1-16,-1-1 4 0,0 0-6 0,-1-2 1 15,2-5 1-15,-3-3 1 0,-5 1 0 0,2-3 5 16,-1 1 4-16,-1-2-4 0,-2-1 6 0,1 4 5 16,-2-1 12-16,1 2 3 0,0 0 6 15,-2 1-3-15,2 8 9 0,-2 1 8 0,1 0 8 0,1 5-3 16,-1-1 4-16,1 5-3 0,1 0 4 0,-1 7-19 15,0 0-12-15,0-10-4 0,0 10-4 0,0 0-11 16,0 0-3-16,0 0 2 0,3 27 4 0,-3-10-6 16,5 9-1-16,-4 4 1 0,3-1 9 15,-2 3-10-15,1 0-2 0,-2 0-3 0,0-3 7 0,2 2-7 16,-2-2 3-16,2-2-2 0,-1 1 3 0,0-2-17 16,-1-7-19-16,0-1-28 0,-1 0-22 0,2-1-32 15,-1-1-36-15,0 1-33 0,2-5-52 0,-1-3-45 16,-1 1-183-16,1-3-495 0,-1 0 220 0</inkml:trace>
  <inkml:trace contextRef="#ctx0" brushRef="#br0" timeOffset="135023.72">9694 8732 59 0,'0'0'224'0,"-5"-6"-15"0,5 6-9 15,0 0-15-15,-5-4-15 0,5 4-15 0,0 0-12 16,0 0-19-16,16-7-9 0,-7 3-11 0,3 2-14 16,8-2-9-16,1 0-7 0,6 0-9 0,1-1-8 15,0 0-15-15,-7 3-14 0,-2-1-30 0,1 1-26 16,-2 1-42-16,-1-1-26 0,-4 2-35 0,1-2-30 15,-4 2-113-15,-2 2-295 0,-8-2 131 0</inkml:trace>
  <inkml:trace contextRef="#ctx0" brushRef="#br0" timeOffset="135473.12">9928 8681 160 0,'0'0'172'0,"0"0"-6"0,-5 9 10 16,5-9 3-16,-1 16 0 0,1-3-10 0,-3 3-7 16,2 0-10-16,-1 1-11 0,0 2-14 15,1 0-8-15,-3 0-11 0,3 1-7 0,-1-4-9 16,1-3-6-16,0 4-10 0,2-2-3 0,-2-2-13 0,2-1-5 16,-1-1-2-16,1 1-4 0,-1-5-10 0,0 1 2 15,0 1-7-15,0-1 1 0,0-8-4 0,0 10-4 16,2-5-2-16,-2-5 0 0,1 8-1 15,-1-8-4-15,0 0 0 0,0 0 5 0,0 0-8 0,-3 8 0 16,3-8 0-16,0 0-4 0,0 0-3 0,0 0 2 16,0 0-2-16,0 0-1 0,0 0-3 0,-13-16 0 15,9 12-1-15,4 4-3 0,-7-10 1 16,2 6 1-16,5 4-3 0,-5-8 1 0,5 8-5 0,-9-6 2 16,9 6 1-16,-5-5-1 0,5 5 0 0,0 0-2 15,-5-4 2-15,5 4 2 0,0 0-8 0,0 0 1 16,-4-5 1-16,4 5-1 0,0 0 1 0,0 0 0 15,0 0 1-15,0 0 2 0,0 0-1 0,0 0 0 16,0 0 0-16,0 0 4 0,0 0-4 0,24 10 3 16,-17-7-1-16,0 0 1 0,5-3-7 0,-1 0-12 15,4 0-16-15,4 0-22 0,-5-2-30 0,5 1-37 16,0 0-37-16,2-3-36 0,-2 2-40 0,-3-3-122 16,2 0-388-16,3 0 172 0</inkml:trace>
  <inkml:trace contextRef="#ctx0" brushRef="#br0" timeOffset="135815.26">11118 8403 174 0,'-6'-6'228'0,"6"6"-5"16,-5-2-12-16,5 2-16 0,0 0-15 0,-7-5-15 15,7 5-21-15,0 0-15 0,0 0-10 0,0 0-15 16,0 0-11-16,0 0-8 0,0 0-2 0,0 0-14 15,21-3-9-15,-11 2-18 0,3 2-20 0,1-1-29 16,2 0-33-16,-1 0-31 0,-2 3-26 0,2-5-32 16,-3 2-26-16,0 2-23 0,-4-2-98 0,2 3-297 15,-5 1 133-15</inkml:trace>
  <inkml:trace contextRef="#ctx0" brushRef="#br0" timeOffset="135983">11094 8518 61 0,'-7'1'188'16,"7"-1"2"-16,-7 6-10 0,7-6-2 0,-7 3-18 16,7-3-13-16,0 0-13 0,-6 4-11 0,6-4-11 15,0 0-11-15,0 0-8 0,0 0-6 0,19 4-7 16,-9-3-22-16,3 0-36 0,0 0-58 0,6-2-54 16,-2 1-63-16,-3 1-120 0,6-3-295 0,-1 1 130 15</inkml:trace>
  <inkml:trace contextRef="#ctx0" brushRef="#br0" timeOffset="136488.78">12272 8064 10 0,'0'0'152'0,"0"0"-22"16,6-10-11-16,-6 10-3 0,11-4-10 0,-3 2-16 16,6-1-7-16,2 0-8 0,6 2-8 0,3-5-3 15,3 3-7-15,-7-1-8 0,8 1-5 0,0 0-21 16,-8 1-21-16,2 0-12 0,-4-1-20 0,2 1-19 16,-6-1-13-16,-1 2-14 0,-1 1-16 0,-1 0-53 15,-1 0-157-15,-5 0 70 0</inkml:trace>
  <inkml:trace contextRef="#ctx0" brushRef="#br0" timeOffset="136857.31">12542 7986 106 0,'0'0'156'0,"0"0"-8"0,0 0-21 0,-11 0 0 15,11 0-21-15,0 0-12 0,0 0 2 0,0 0-12 16,0 0-4-16,0 0-6 0,7 16-3 0,-3-9-6 0,0 2 11 15,2 0-11-15,-2 2 5 0,1-1-11 0,1 5 0 16,-2 1-3-16,-1 0-2 0,-1-1 1 0,-2 1-3 16,-2 1 2-16,-3 0-2 0,1 1-3 0,0-1-1 15,-1 1 0-15,-4 4-4 0,2-4 3 0,-1-3 0 16,-1 3-3-16,-3-1-5 0,3-3 2 0,0 2-3 16,-1 1-3-16,2-4 1 0,-1 2 1 0,3-5-7 15,0 5-3-15,2-4 6 0,-3-1-7 0,5-2-1 16,-2 2-6-16,2 2-1 0,-1-5 2 0,2 0-1 15,-1 2 0-15,1-3 0 0,1-6-2 0,3 12 1 16,-1-10-2-16,2 5 0 0,-4-7 0 0,9 9 2 16,-5-4-1-16,2-4-1 0,4 2-3 0,-1 0 0 15,5-2-17-15,3-1-10 0,-3 0-22 0,0-1-25 16,4-2-32-16,-1 0-30 0,0-3-31 0,0-3-39 16,1 2-28-16,-5 3-122 0,1-5-371 0,0-2 164 15</inkml:trace>
  <inkml:trace contextRef="#ctx0" brushRef="#br0" timeOffset="137077.49">12496 8020 129 0,'0'0'182'0,"-7"-5"-13"0,7 5-20 15,0 0-11-15,0 0-16 0,0 0-17 16,13-9-5-16,5 5-10 0,4 1-18 0,10-3-16 16,4 0-17-16,3 1-30 0,0 3-26 0,-1-4-23 15,-4 2-38-15,3-2-35 0,-6 3-73 0,0 0-201 16,-6-1 89-16</inkml:trace>
  <inkml:trace contextRef="#ctx0" brushRef="#br0" timeOffset="148528.34">23273 4498 106 0,'0'0'127'0,"0"0"-6"16,0 0-8-16,0-9-16 0,0 9-14 0,0 0-1 16,9-4-6-16,1 4-3 0,4-1-19 0,7 0 5 15,8 1-6-15,2-1-5 0,4-2-6 0,4-1-14 16,-1 3-16-16,2 0-18 0,-1 1-31 0,1-3-18 15,-2 2-33-15,2 1-77 0,-3-3-179 0,-3 2 79 16</inkml:trace>
  <inkml:trace contextRef="#ctx0" brushRef="#br0" timeOffset="148763.87">24212 4192 128 0,'3'-10'181'0,"-3"-1"-4"0,1 5-4 16,-1 6-4-16,1-12-20 0,-1 12-15 0,-1-7-21 16,1 7-11-16,0 0-13 0,0 0-9 0,0 0-14 15,0 0-1-15,1 27-7 0,1-11-5 0,-1 4-5 16,-2 8-2-16,-2 0-9 0,2 2 0 0,-2-4-6 16,2 4-3-16,-3-4-1 0,2 3-15 0,0-2-31 15,0-4-23-15,2-4-25 0,0 1-34 0,-2-1-26 16,4-2-20-16,-2-2-103 0,-2-2-272 0,2-13 121 15</inkml:trace>
  <inkml:trace contextRef="#ctx0" brushRef="#br0" timeOffset="149201.94">24047 4027 73 0,'-7'-3'127'0,"-3"3"-12"0,10 0-18 16,-20 6 2-16,4 2-22 0,0 4 0 0,-4 8-6 0,-2 3-2 15,2 3-13-15,1 3-16 0,-6 12 7 0,9-10-6 16,0 2 0-16,5-1-6 0,-1 4 0 0,5 11-3 16,5-14-7-16,1 3 5 0,4-3 2 0,2 0 6 15,4-2-13-15,1 1 0 0,3-3-7 0,5-3 0 16,1-2-7-16,3-5 4 0,4-1-1 15,3-2 3-15,1-2-3 0,6-5-2 0,1 1 0 0,4-7-4 16,10-3-5-16,-10 0 9 0,10-5-9 0,-14-1 8 16,-1-2 0-16,0-3 11 0,-4-1 7 0,0-4-9 15,-2-3 5-15,-3 0 10 0,2-4 1 16,-2-3-6-16,-5 0-1 0,1-3 3 0,-4-3-3 16,4-9 4-16,-6 9-8 0,-1-12-1 0,-5 10-4 0,-5-12-1 15,-3 12-2-15,-4-3-3 0,-6-9 1 0,-3 1-1 16,0 12 0-16,-3 1 2 0,-6 3-5 0,0-3 2 15,-6 6-4-15,-2 1 1 0,-2 3-9 0,-3 5-3 16,1 3 1-16,-5 4-8 0,-4 5-11 16,-14 5-8-16,-2 7-15 0,-3 5-26 0,-2 9-21 15,-22 10-26-15,25-2-31 0,-21 18-104 0,2 3-271 0,23-16 120 16</inkml:trace>
  <inkml:trace contextRef="#ctx0" brushRef="#br0" timeOffset="149835.47">14382 7882 108 0,'0'0'163'0,"0"0"-15"0,0 0-12 16,-9 4-9-16,9-4-15 0,0 0-11 15,0 0-11-15,0 0-7 0,0 0-9 0,0 0-8 16,0 0-6-16,9 11 2 0,0-9-8 0,4 2-9 16,1-2-2-16,6-1-1 0,8 2-17 0,5-1-22 0,5-4-35 15,0-1-20-15,16-6-29 0,-16 5-30 16,0-3-100-16,-1 3-230 0,-2-2 102 0</inkml:trace>
  <inkml:trace contextRef="#ctx0" brushRef="#br0" timeOffset="150158.6">15076 7709 44 0,'11'2'130'16,"0"0"2"-16,1 4-8 0,-3 0-17 0,0 1 3 16,-1 1-7-16,-2 2-12 0,-2 0-3 0,1 7-15 15,-6-1-4-15,-3 2-5 0,-2-2-3 0,-7 8-7 16,-1-1-1-16,-3-2-9 0,2 2-3 0,0-3 0 15,-6-1-3-15,2-2-8 0,-3 2-2 0,7-6-4 16,-3-1 1-16,4-5-11 0,-2 3 8 0,6-3-7 16,1-1 2-16,1-2-3 0,2 0 1 0,1-2 3 15,5-2-4-15,-6 3-4 0,6-3 0 0,0 0 1 16,-8 4 5-16,8-4-7 0,0 0 1 0,0 0-2 16,0 0 0-16,0 0 2 0,27 2 2 0,-15-2-9 15,3 0 3-15,4-2-4 0,3 0 4 0,6-1-9 16,5 0-6-16,-1-2-32 0,-1 1-20 0,1 0-21 15,-2-1-31-15,0-2-25 0,-2 2-92 0,-7 0-249 16,0-2 111-16</inkml:trace>
  <inkml:trace contextRef="#ctx0" brushRef="#br0" timeOffset="150549.81">15031 7593 120 0,'-29'-2'161'0,"-5"4"-20"0,0 8-8 0,-2 1-10 16,-13 6-5-16,4 7-13 0,0 4-1 0,5-1-10 0,11-2-5 15,-5 9-3-15,5 3-6 0,10-7-5 16,4 3-12-16,-1-2-6 0,9 5-7 0,3-2-6 16,0-1 1-16,8 1-3 0,5-4 4 0,5-1-12 15,5-2 9-15,4-1-10 0,6-4-7 0,21 6 2 0,-3-9 3 16,9-6-6-16,1-2-1 0,1-7 0 0,3-2-6 15,4-2 1-15,-1-4 7 0,1-2 0 16,1-1-8-16,-3-2 3 0,-4-1-1 0,-4-2 1 16,-6-5-2-16,-15 5-2 0,-7-2 0 0,2-2 3 0,-4-2-1 15,-5-2-4-15,-4-3 0 0,0-3-1 0,-6-1-1 16,-5-7-1-16,0 5-4 0,-8-6-2 0,-1 1 4 16,-9-10-5-16,-6-1-4 0,-7-1 0 15,-4 5 0-15,-5 4-1 0,-2-3 1 0,-5 10-4 0,-5 1-2 16,-4 3-1-16,-3 7-9 0,-4 6-16 0,-2 6-16 15,-2 3-1-15,-30 12-31 0,27 3-16 0,-25 10-24 16,6 7-17-16,2 4-22 0,3 11-120 0,6 3-301 16,18-14 134-16</inkml:trace>
  <inkml:trace contextRef="#ctx0" brushRef="#br0" timeOffset="151425.73">4493 9305 160 0,'0'0'178'0,"-9"1"-5"0,9-1-12 16,-9 3-15-16,9-3-16 0,0 0-16 0,0 0-8 16,-6 2-12-16,6-2-8 0,0 0-6 0,0 0 4 15,24 2-14-15,-4-5 0 0,7 2-5 0,5-3-8 16,3-2-5-16,-1 3-10 0,-3-3-9 0,-3 4-24 15,1-1-17-15,-9 1-36 0,-6 1-26 0,-2-1-29 16,0 2-15-16,-2 0-14 0,-3 1-14 0,-7-1-76 16,9 1-236-16,-9-1 105 0</inkml:trace>
  <inkml:trace contextRef="#ctx0" brushRef="#br0" timeOffset="151639.94">4401 9387 75 0,'-10'3'141'0,"0"2"-15"16,2 0-15-16,-1 4 7 0,1 0 16 0,1 4-12 16,0 4 5-16,2 7 5 0,0 1-6 0,-1 1-5 15,2 1-8-15,0 1-8 0,0 3-9 0,3-1-7 0,-3 0-10 16,1-4-4-16,2 2-11 0,0-2-4 16,-1-1-4-16,1 4-7 0,0-10-6 0,0 1-12 15,-3-1-28-15,1 7-25 0,1-6-36 0,1-3-59 16,-2-5-33-16,2 4-29 0,-3-6-100 0,1-1-302 15,3-9 135-15</inkml:trace>
  <inkml:trace contextRef="#ctx0" brushRef="#br0" timeOffset="152637.84">4333 9688 88 0,'12'-1'159'0,"-1"4"-6"0,3-3-6 16,3 5-4-16,0 0-11 0,0 2-8 0,1 1-5 16,-1 1-8-16,1 0-8 0,-2 3 2 0,0-2-8 15,0 0-8-15,-1 2-8 0,-5-4-11 0,0 1-6 0,-1 0-2 16,-3-1-9-16,3 1-2 0,-5-3-3 16,1-1-4-16,-2 1-7 0,-1-1 1 0,-2-5-2 15,4 8-6-15,-4-8 1 0,0 0-2 0,1 8 2 16,-1-8-5-16,0 0 0 0,0 0-2 0,-7 6 5 0,7-6-10 15,0 0-2-15,0 0 2 0,0 0-5 0,0 0-3 16,-15-14 1-16,15 14-5 0,0-13-6 16,0 13-6-16,7-17-5 0,-3 7-1 0,4 0 1 15,0 0 0-15,1-3 1 0,0 1-1 0,-1 3 2 16,2 1-3-16,-1-1 3 0,1 2-1 0,1 1 1 0,-2 2 2 16,0 0 0-16,2 1-2 0,-5 1-3 0,2 2 2 15,-8 0 0-15,12 5 4 0,-4 1 3 16,-2-1 7-16,-1 3 3 0,-1 1 3 0,2 0-2 15,-1 1 0-15,-2 0 0 0,-2 0 2 0,3 2-3 0,-3-1-3 16,2-1 4-16,-1-1 0 0,2 3 0 16,-1-4-2-16,-1 0-2 0,3-2 5 0,1 1-3 0,1 2 1 15,-2-1-1-15,-1-5 0 0,0 1-2 16,3 0 7-16,-2-3-6 0,3 1 1 0,-8-2 0 16,13-2-2-16,-13 2 0 0,15-3 2 0,-7 0-1 0,-3-2-2 15,3-1 0-15,-3 0 2 0,-3-1-6 0,4-2-3 16,-4-2 0-16,-1 3 1 0,-1-3-2 0,0 0 0 15,-1 0 3-15,0-3-1 0,-4 0 1 16,3 1-3-16,0-2 4 0,-1 4-3 0,1 0-1 0,-1-2 4 16,3 5-3-16,0-3-1 0,5 2-3 0,-2 1-1 15,3 3 0-15,3 0 2 0,3 3 0 0,-1 0-3 16,2 4 4-16,5 2-1 0,0-1-1 0,0 6 2 16,-1 1 1-16,-2 1 0 0,0-1 1 0,-1 2-1 15,0 1 2-15,-2 1 2 0,-5-5 0 0,6 3-2 16,-5-1 5-16,-2-2-1 0,1 0-2 0,-1-1 2 15,0 0 0-15,-3-1-1 0,-1-2 3 0,1 1 10 16,-3-6-3-16,4 7 4 0,-4-7 6 0,1 6 6 16,-1-6-1-16,0 0 1 0,0 0-4 0,0 0-3 15,-12 2-1-15,12-2 0 0,0 0 12 0,0 0-17 16,-12-13 4-16,9 7 1 0,3 6-4 0,-4-14-2 16,4 4-4-16,3-2-1 0,1 0 4 0,5-2-8 15,-2-3 2-15,4 2-5 0,0 2-1 0,2-3 2 16,1 5-4-16,3 2 2 0,-3 0 2 0,0 4-5 15,-1 1 1-15,0 3 0 0,0 1-4 0,0 1 0 16,-3 4 1-16,2-1-1 0,-1 2 2 0,-1 1 0 16,1 0 1-16,-1 1 0 0,-1-2 3 0,-3 3-4 15,-1-2 0-15,3 1 0 0,-5-1-1 0,-1-2-1 16,-1 2-3-16,-1-7-1 0,3 10 4 0,-3-10 3 16,3 6 2-16,-3-6-5 0,0 0 9 0,0 0-2 15,0 0 1-15,0 0-2 0,0 0 1 0,0 0 0 16,0 0 4-16,0 0-3 0,0 0-1 0,0 0-2 15,0 0 4-15,0 0-3 0,-6-28-2 0,12 18-1 16,-1-2 0-16,2-2-1 0,5-2-1 0,-1 4 2 16,3-1 2-16,-2 2-1 0,-2 3-2 0,3 0 0 15,-4 2-2-15,1 3-5 0,1 1 1 0,-3 0 1 16,-8 2 3-16,16 4 2 0,-10-1 0 0,2 3 8 16,-2 3-8-16,1 0 1 0,-2 2 0 0,0 0-2 15,-3 0-2-15,-1 0-33 0,-1 2-44 0,-1-1-55 16,0 1-52-16,-3-4-171 0,2 4-392 0,-2-3 174 15</inkml:trace>
  <inkml:trace contextRef="#ctx0" brushRef="#br0" timeOffset="153478.49">5634 9771 193 0,'7'-15'203'0,"-1"10"-15"16,9-4-18-16,3 0-14 0,8-2-11 16,-1-1-12-16,2 1-11 0,4 0-11 0,0-1-10 0,-1 0-13 15,-2 0-1-15,-1 1-16 0,1-2-2 0,-11 4 12 16,-1 0-9-16,-1-2 0 0,-3 4 1 0,-3-3-4 15,0 2-2-15,-2-2-3 0,-1 2-1 16,-5-1-6-16,2 1-5 0,-3 8-4 0,-4-14-6 16,-1 8-4-16,-1-2-6 0,-3 3 1 0,-2 0-10 0,0 1 2 15,1 1-3-15,-4 5-5 0,3-1-1 0,-3 2-1 16,2 3-3-16,-4 2 0 0,1 3-3 0,2 3-3 16,0-1 0-16,4 4 0 0,-4 4-1 0,5-4 1 15,3 2-2-15,1-2 3 0,2 1 0 0,2-1-3 16,4 1-1-16,3-1 3 0,0-1 0 0,7-2 0 15,3-2-3-15,7 1 2 0,3-2-9 0,1-3-14 16,4-3-13-16,1-1-17 0,4-3-7 0,-1-4-2 16,1 0-18-16,-1-2-3 0,-1-2 4 0,-2 1-1 15,-2-2 9-15,-2 1 8 0,-1-5 4 0,-6 5 7 16,-4-3 1-16,-1 0 4 0,1-2 5 0,-4 1 7 16,-2-2 9-16,1 1 7 0,0 0 12 0,-8 2 13 15,0-2 13-15,-2 1 8 0,-1 1-1 0,-2 1 6 16,0 2 8-16,0 7 12 0,-5-12 0 0,1 7-5 15,-1 0-4-15,5 5-2 0,-14 0 4 0,1 2 1 16,1 1-3-16,1 4 0 0,-6 0-4 0,1 3-4 16,0 2-3-16,3 1-4 0,0-2-4 0,2 4 0 15,1-2-6-15,1-2-2 0,4 0 3 0,-1 0-8 16,3-2-3-16,-1-2 1 0,3-1-3 0,1-6-2 16,-3 11 2-16,3-11-3 0,0 9 1 0,0-9 0 15,0 0 3-15,3 8-1 0,-3-8 1 0,5 2 1 16,-5-2-3-16,0 0-2 0,0 0 1 0,13-1 0 15,-13 1-4-15,10-5 4 0,-5 1-4 0,-5 4-1 16,5-3-2-16,-5 3-3 0,0 0-4 0,0 0 4 16,9-1-4-16,-9 1 2 0,0 0-1 0,9 7 0 15,-4-2 3-15,-2 2 1 0,1 3-3 0,-2 2 2 16,0 4-1-16,-1 2 4 0,-1 0-5 0,-1-2 6 16,-1 1-6-16,1 0 7 0,1-1-3 0,-1 2 0 15,-1-2-2-15,2-4 10 0,0-1-12 0,0 2 4 16,0-6 0-16,0 1-1 0,0-8 1 0,2 11-2 15,-2-11 2-15,0 8 5 0,0-8-5 0,1 7 3 16,-1-7 1-16,0 0 2 0,10 0-2 0,-10 0 4 16,18-7-6-16,-9-1 2 0,0 1-4 0,4-6 6 15,-2 1-9-15,2-1-18 0,-1-3-20 0,7-2-29 16,-9 3-34-16,2-1-40 0,7-7-45 0,-7 1-38 16,0 5-169-16,-2-8-429 0,0 0 190 0</inkml:trace>
  <inkml:trace contextRef="#ctx0" brushRef="#br0" timeOffset="153839.7">6565 9345 155 0,'0'-10'196'0,"0"10"-17"0,0 0-18 15,1-9-19-15,-1 9-10 0,0 0 10 0,0 0-4 16,0 0-8-16,15 19-10 0,-8-9-11 0,-2 3-5 15,0 1-5-15,-1 0-12 0,2 2-8 0,-5-4-6 0,2 3-8 16,-2-4-6-16,3 2-6 0,-4-4 1 16,1 1-9-16,-1-3-3 0,0-7-3 0,0 11-1 15,2-5-2-15,-2-6 5 0,0 0 5 0,0 9 3 16,0-9 2-16,0 0-4 0,0 0-5 0,0 0-6 16,0 0-1-16,0 0-7 0,0 0-2 0,-2-29-2 0,4 17-5 15,1 1 2-15,4-5-5 0,2 0-1 0,-6-1-1 16,4 3-2-16,2 1-4 0,-3 3-1 15,2 4 0-15,-3-1 1 0,0-2-5 0,-1 6 1 16,-4 3-5-16,6-7 1 0,2 4 2 0,-8 3-2 0,0 0 1 16,17 9-1-16,-11-3 2 0,3 2-15 15,-3 1-26-15,1 1-29 0,-1 1-37 0,2 4-54 16,3-1-43-16,-2 3-207 0,0-4-444 0,3-2 197 0</inkml:trace>
  <inkml:trace contextRef="#ctx0" brushRef="#br0" timeOffset="154255.87">7288 9582 42 0,'8'0'209'0,"-8"0"-6"0,14 1-13 0,-4 3-9 0,-4-1-14 16,1 1-11-16,-2 1-6 0,4 3-10 16,-6-1-10-16,0 1-9 0,2 2-11 0,-3-2-7 0,-1 1-4 15,-1 0-6-15,0-9-8 0,-3 16-6 0,2-9-7 16,-2-2-6-16,-1 2-7 0,1 0-3 0,-4 0-2 15,1-2-6-15,1 0-3 0,1 0-3 0,-1-1-3 16,5-4-2-16,-10 5-4 0,6-3-1 0,4-2-7 16,-5 6 2-16,5-6-5 0,0 0-2 0,-7 3-2 15,7-3-5-15,0 0-3 0,0 0 0 0,0 0-1 16,0 0-3-16,0 0 1 0,0 0-18 0,22 4-14 16,-10-4-22-16,0-1-21 0,11-1-28 0,-1 0-20 15,5 0-32-15,0 0-24 0,1-3-43 0,-1 1-137 16,-7 0-381-16,1 0 169 0</inkml:trace>
  <inkml:trace contextRef="#ctx0" brushRef="#br0" timeOffset="154465.14">7683 9536 160 0,'2'-9'206'0,"-2"9"-21"15,3-5-18-15,-3 5-15 0,0 0 0 0,0 0 1 16,10 19 2-16,-6-2-6 0,3-1-13 0,0 0-9 15,-2 10-13-15,-1-2-10 0,0-5-9 0,-4 0-9 16,-1 0-4-16,-1 1-11 0,0-1-4 0,-2-1-10 16,-2 0-5-16,-3-1-9 0,-2 0-19 0,-1-1-21 15,-2 1-38-15,-2-4-40 0,-4 4-32 0,-3-3-37 16,2-3-41-16,-7-4-148 0,-1 1-360 0,1-3 160 16</inkml:trace>
  <inkml:trace contextRef="#ctx0" brushRef="#br0" timeOffset="154688.28">7018 9615 101 0,'-11'4'235'0,"4"3"11"16,0 2-1-16,-1 5-5 0,0-1-3 0,0 4-17 15,1 3-7-15,2-4-17 0,1 4-12 0,1-1-17 16,3 0-15-16,3 7-12 0,2-7-11 0,6 3-11 15,2 2-5-15,3-1-18 0,4-5-12 0,3-1-22 16,-1-6-29-16,5 1-40 0,0-4-43 0,0-1-52 16,1-2-67-16,4-1-48 0,-11-2-226 0,1-2-479 15,0-3 213-15</inkml:trace>
  <inkml:trace contextRef="#ctx0" brushRef="#br0" timeOffset="155524.81">8612 9552 126 0,'1'-10'251'0,"2"5"-15"0,-1-1-13 15,-2 6-19-15,3-9-21 0,-3 9-17 0,0 0-21 16,2-8-14-16,-2 8-14 0,0 0-12 0,0 0 5 16,7 21 2-16,-4-10-7 0,-1 6-11 15,1 1 13-15,-1 1-11 0,-1 7-10 0,2-2-6 16,-2-5-10-16,0 6-5 0,1-7-6 0,-2-1-8 0,1 2-5 16,-1-2-3-16,1 1-2 0,1 0-7 0,-1-2-14 15,-1-6-24-15,-1 3-24 0,2-3-19 16,0 1-27-16,-1-1-40 0,0-1-36 0,0-2-43 15,0-7-38-15,-2 12-147 0,2-12-409 0,-6 8 182 0</inkml:trace>
  <inkml:trace contextRef="#ctx0" brushRef="#br0" timeOffset="155857.74">8566 9707 103 0,'19'-2'154'0,"-1"4"-14"0,1 1-9 16,0 1-10-16,-1 1-13 0,1 2-5 0,-3 0 2 16,2 2-19-16,-4-1-6 0,2 0-11 0,-3 2-7 15,2-1 2-15,0-2-8 0,-3 0-4 0,0-1-8 16,1 0 1-16,-1-1 3 0,4 1-5 0,-2-3 1 16,-1 0-1-16,0-3-6 0,4 2-2 0,-2-4 8 15,-2-1 1-15,1-1-2 0,-2-1 1 0,2-3 6 16,3-1 2-16,-8 1 7 0,1-1 2 0,-3-1 1 15,1-4-5-15,-4 3 5 0,-1-2-2 0,-2 1 0 16,-1 1-8-16,-3-6-4 0,-1 2-4 0,-2 4-2 16,-1 0-5-16,-4-2-3 0,3 5-3 0,-1 1-4 15,-3 2-6-15,0 2 1 0,-1 0-6 0,1 3-6 16,-1 4-22-16,-1-1-32 0,4 3-48 0,-1 2-57 16,2 0-59-16,4 2-179 0,3-2-418 0,3-1 185 15</inkml:trace>
  <inkml:trace contextRef="#ctx0" brushRef="#br0" timeOffset="156645.75">9675 9814 2158 0,'12'-7'105'0,"-2"0"17"0,-1-1-27 0,0 0-36 15,0-1-10-15,1 1-9 0,-1-1-10 0,4-3-5 16,1 1-1-16,1 0 3 0,1-1-9 0,1 0-3 15,6-4 2-15,-7 4 0 0,2 0-2 0,-4 2 0 16,2-3-3-16,-3 2 1 0,2 0 0 0,-6 3-3 16,2 0-1-16,-5 1 2 0,3 0-2 0,-7 2 2 15,4 0 4-15,-6 5 2 0,6-6-2 0,-6 6-5 16,0 0-3-16,0 0 1 0,0 0-4 0,-22-2 2 16,7 6-3-16,-7 5 3 0,-3 1 0 0,-1 4 3 15,0 3-2-15,4-2-2 0,2 3 3 0,6-3 1 16,3 2-3-16,2 1 4 0,4-2-1 0,1 1 3 0,4 1-4 15,2-4-1-15,4 2 11 0,4-1-9 16,1-2 2-16,3 0-5 0,9 0 0 0,4-3 2 16,3-4-5-16,2 0 1 0,5-2-7 0,-2-2-6 15,5-5-12-15,-3 2-4 0,0-3-5 0,0 0 5 0,-1-2-1 16,0-1 6-16,-4-2-3 0,-3-2 4 0,-2 4 1 16,-1-2 3-16,-7 2 1 0,-1-5 3 0,1 4 1 15,-4-3-1-15,-1-1 4 0,-2 1 1 0,-2-3 2 16,-1 1 0-16,-1-1 8 0,-5 3-1 0,4-1 5 15,-4 2 6-15,-3-1 10 0,2 1 2 0,-4 1-2 16,2 9-1-16,-5-10-1 0,0 5-5 0,-1 2 0 16,6 3-3-16,-18 0 2 0,7 1-1 0,-2 4-4 15,-4 2-2-15,2 3-1 0,-2 1 3 0,4-1-2 16,-2 0-3-16,5 3 0 0,3-4-1 0,1 2-2 16,1-2 3-16,2-2-6 0,2 3 5 0,1-1 0 15,0-3-1-15,0-6-3 0,5 11 4 0,0-8-4 16,0 0 3-16,-5-3 1 0,12 3 1 0,-6-2-4 15,-6-1 1-15,14-4 3 0,-6 1 1 0,-8 3-3 16,12-5-1-16,-5 1 1 0,-2-1 2 0,0 0-5 16,-1 1 3-16,1-1-1 0,-5 5 4 0,11-8-1 15,-9 5 2-15,-2 3-1 0,8-7-7 0,-8 7-2 16,0 0-1-16,0 0 2 0,0 0 1 0,13 10 1 16,-8 0 5-16,-3-1-2 0,2 1 1 0,0 5-4 15,-1 1 1-15,-1-1 2 0,-1 6-2 0,1-4 2 16,-1 0 4-16,2 1-1 0,-2-7-1 0,0 5-2 15,-1-5 1-15,0 0-7 0,1-2 4 0,2 3-1 16,-3-5 0-16,0-7 5 0,4 8-3 0,-4-8 1 16,0 9 3-16,0-9 3 0,0 0 8 0,3 5 10 15,-3-5-6-15,0 0 0 0,0 0-4 0,0 0-1 16,16-11-5-16,-10 4-1 0,3 0-7 0,-1-2-17 16,3-2-18-16,2-1-23 0,3-8-18 0,-1 7-25 15,-1-2-26-15,8-4-24 0,2 2-21 0,3-1-12 0,-2 0-18 16,5 1-9-16,0 0-7 0,4 3-122 0,-1 2-363 15,2-4 162-15</inkml:trace>
  <inkml:trace contextRef="#ctx0" brushRef="#br0" timeOffset="156871.91">11288 9567 28 0,'4'-3'216'0,"-4"3"-6"0,9-8 5 0,-9 8 0 15,2-7 11-15,-2 7-7 0,4-5-8 0,-4 5-11 16,0 0-16-16,0 0-16 0,5-5-14 0,-5 5-16 15,0 0-15-15,0 0-15 0,0 0 5 0,0 0-4 16,3 22 0-16,-4-10-10 0,-2 0-6 0,2 4-16 16,-2-1 0-16,-1 2-10 0,2-1-6 0,1-1-2 15,-3 0-5-15,1 2-2 0,-1-1-8 0,1-4-8 16,1 1-10-16,2-1-18 0,-2 0-34 0,-1-1-35 16,2 0-42-16,0-2-42 0,-1 0-47 0,2-9-46 15,0 9-55-15,0-9-148 0,-4 8-476 0,4-8 210 16</inkml:trace>
  <inkml:trace contextRef="#ctx0" brushRef="#br0" timeOffset="157032.67">11176 9310 39 0,'0'0'158'0,"-7"-4"-42"0,7 4-52 15,0 0-53-15,0 0-47 0,0 0-23 0,0 0-64 16,0 0 29-16</inkml:trace>
  <inkml:trace contextRef="#ctx0" brushRef="#br0" timeOffset="157251.96">11565 9464 35 0,'7'1'240'0,"0"3"-6"15,-1 1-9-15,1 0-10 0,0 3-4 0,0 2-9 16,0 4-17-16,-1 2-19 0,2 1-15 16,-4-2-12-16,0 3-13 0,-4-1-11 0,-2 3-8 0,2-3-5 15,-4 1-13-15,-2 1-11 0,2-3-9 0,-2 0-3 16,-1 1-6-16,-2-2-9 0,-2-1-2 0,2 1-7 16,-3-2-9-16,-2 0-33 0,2-1-43 0,-6-1-54 15,-6 1-67-15,-2-2-52 0,-5 0-196 0,4 0-446 16,-3-1 198-16</inkml:trace>
  <inkml:trace contextRef="#ctx0" brushRef="#br0" timeOffset="157479.07">10947 9571 102 0,'0'0'204'0,"-17"7"-9"15,8 3 1-15,2 1-11 0,-4 4-12 0,2 0-15 16,3 3-13-16,0 0-16 0,2 1-12 0,4-2-8 16,0 1-9-16,5 8-13 0,0-10-8 0,4 0-6 15,3-1-14-15,3-1-21 0,6 2-35 0,3-3-33 16,1-4-37-16,7-1-40 0,0-2-32 0,1-3-37 16,-3-1-97-16,0 2-294 0,0-2 130 0</inkml:trace>
  <inkml:trace contextRef="#ctx0" brushRef="#br0" timeOffset="157748.79">12163 9669 120 0,'0'0'176'0,"0"0"-16"0,7-1-21 16,-7 1-25-16,0 0-38 0,0 0-47 0,0 0-43 15,0 0-42-15,0 0-68 0,0 0-135 0,0 0 60 16</inkml:trace>
  <inkml:trace contextRef="#ctx0" brushRef="#br0" timeOffset="158953.81">1303 9514 74 0,'-11'4'150'0,"-2"1"-2"15,-5 3-8-15,-5 5-5 0,-4 1-10 0,5 2-8 16,-2 0-9-16,2 1-8 0,0-2-12 15,9-1-4-15,0 0 13 0,5-4-8 0,0 1-12 16,3 1-8-16,1 0 0 0,2 0-13 0,2-1-6 16,4 0-2-16,1 2-6 0,5 0 1 0,0-3-9 15,6 0 0-15,1 0-5 0,1-1-5 0,3-2 4 16,-3-1-6-16,2 0-2 0,-2 0-4 0,0 0-1 16,-4 0-3-16,-4-2 0 0,2 1-2 0,-3 0-2 15,0 1 0-15,-5-2-10 0,-4-4 17 0,7 6-8 16,-7-6-1-16,4 12-2 0,-4-12-1 0,0 0 1 15,-17 21 0-15,8-12 0 0,-6 1-3 0,-2 0-1 16,-1 0-10-16,1-2-10 0,-2 2-14 0,-1-4-7 16,5-1-23-16,1 1-23 0,2-2-22 0,3 0-38 15,9-4-23-15,-16 2-88 0,16-2-279 0,-12-1 124 16</inkml:trace>
  <inkml:trace contextRef="#ctx0" brushRef="#br0" timeOffset="159708.81">1393 9737 204 0,'6'-8'196'16,"-6"8"-19"-16,6-3-17 0,-6 3-16 0,0 0-6 15,0 0-6-15,0 0-7 0,11 15-7 0,-11-15-8 16,2 15-11-16,3-4-7 0,-2 1-8 0,0 0-10 16,-1 4-2-16,3-1-8 0,0-4-7 0,1 0-6 15,1 0-3-15,-1-2-7 0,1 0 1 0,2-1-5 16,2-1-5-16,1-1 1 0,1-3-2 0,-2 0-5 15,3 0 2-15,-1-3-5 0,1-2 1 16,4-2-2-16,-6 1-2 0,0-1-2 0,1-1 1 16,-3-2-1-16,-1 0 2 0,-1-3 0 0,-2 4 0 0,0-4 0 15,-1 0-1-15,-1-2 3 0,0 2 1 0,0 0 0 16,-3-3-2-16,-1 2 2 0,3 1 3 0,-3 10 4 16,0-16 0-16,0 16 6 0,0-11 0 0,0 11-4 15,0 0-7-15,0-10-7 0,0 10-4 0,0 0 0 16,0 0-6-16,0 0 5 0,0 0-8 15,0 0 6-15,0 0-4 0,-5 43-2 0,5-27 2 16,1-4-1-16,0-1-2 0,2 2-1 0,1-1-1 0,-2-1-1 16,5-2 5-16,-1 0 1 0,-1 0-3 0,5-4-2 15,-1 3 7-15,-1-2-4 0,3-5-2 0,0 2 2 16,-11-3-1-16,23-3 3 0,-12 0-1 0,1-1-3 16,-1-1 2-16,2-5 2 0,-4 2 0 15,1-1-3-15,-1-2 3 0,-2 3-3 0,0-9-1 16,1-1 2-16,-2 1-2 0,1-6 2 0,-5 2-1 15,3 2 1-15,-2-6-3 0,1-3-1 0,-4 2-1 0,0 2 0 16,0 4 0-16,-2 4 4 0,2 0 2 16,0 5 11-16,-1 0-4 0,1 6 1 0,0 5-6 15,-1-11-8-15,1 11 0 0,0 0-3 0,0 0 2 16,0 0 0-16,0 0 2 0,6 36 5 0,-3-17 3 16,1 5-6-16,-4 2 1 0,1 0-12 0,1 0 13 15,-1-7 0-15,1 0 3 0,-1-2-4 0,2 2 3 16,-3-4-5-16,0-3 5 0,0-1-1 0,1-2-3 15,-1-9 5-15,0 19 0 0,1-12-2 0,-1-7-6 16,0 0 8-16,0 0 4 0,0 14-7 0,0-14 6 16,0 0-2-16,0 0-3 0,0 0-7 0,8 3-5 15,-8-3-4-15,0 0-4 0,0 0-4 0,19-13 0 16,-11 6-2-16,1 2-2 0,0 0 1 0,0 0 0 16,2 2 4-16,-2-1 1 0,-9 4-3 0,17 0 2 15,-7-1-2-15,-10 1 1 0,13 5 2 0,-13-5 2 16,11 8 3-16,-4-4-1 0,-2 2 1 0,-5-6 2 15,2 10 4-15,-2-10 0 0,0 0 2 0,-4 19-2 16,-3-9-3-16,0-3 1 0,-4 5-8 0,-2-2-14 16,-2-1-15-16,1-1-25 0,-5 1-21 0,3-2-29 15,-2 0-34-15,7-1-36 0,-2-3-35 0,0 0-131 16,13-3-382-16,-15 2 169 0</inkml:trace>
  <inkml:trace contextRef="#ctx0" brushRef="#br0" timeOffset="160082.22">2170 9951 158 0,'7'-10'223'0,"2"2"-2"0,0-2-11 0,4-4-3 16,-7 4-13-16,5-4-5 0,-1 0-6 0,-3 1-12 0,5-3-15 15,-6 2-14-15,3 0-6 0,-5 3 1 0,2-6-21 16,2 2-3-16,-3 0-10 0,2-2-8 0,-5 1-5 15,2 0-15-15,-1 4-1 0,-2 0-3 16,-1 3-12-16,0 9-9 0,0-15-14 0,0 15 7 0,-5-10-7 16,5 10-10-16,0 0-2 0,-13-7-4 15,13 7-13-15,-13 3-11 0,13-3-4 0,-19 9-11 16,11-3-10-16,-1 1-10 0,3 0-5 0,1 3-8 0,2 0-1 16,3-10-1-16,0 21 1 0,4-10-3 15,2 0 1-15,1 0 4 0,1 3 0 0,1 1 7 16,-3-5 7-16,4 4 1 0,-3-5 4 0,-1 3 2 15,3-1 1-15,-1-2 7 0,-3 1 1 0,-1 1 3 16,1-1 0-16,-5-10 3 0,5 21 12 0,-4-12-6 16,-1-9-1-16,-4 19-4 0,4-19-10 0,-7 18-24 15,0-11-39-15,-2 1-49 0,9-8-56 0,-16 13-137 16,5-9-357-16,11-4 159 0</inkml:trace>
  <inkml:trace contextRef="#ctx0" brushRef="#br0" timeOffset="160341.94">2512 9629 2370 0,'3'-16'82'0,"-3"-1"42"0,1 6-36 16,0 3-28-16,0 0-10 0,1 2-10 0,-2 6-5 16,0-9-4-16,0 9-10 0,0 0-3 0,2-7-1 15,-2 7 3-15,0 0 11 0,0 0 6 0,7 34 17 16,-5-16 6-16,1 7-3 0,1-6-3 0,1 7-4 15,-2-7 1-15,0 6 0 0,-3-6-16 0,0 2 0 16,3 3-5-16,-3 2 2 0,0-7-14 0,0-2 5 16,-2-5-5-16,0 4-20 0,2 0-18 0,-2-3-36 15,2-13-39-15,-1 18-47 0,0-9-47 0,1-9-47 16,-6 13-38-16,2-7-156 0,4-6-465 0,0 0 205 16</inkml:trace>
  <inkml:trace contextRef="#ctx0" brushRef="#br0" timeOffset="160565.03">2446 9782 95 0,'7'-3'180'0,"2"-1"-13"0,2 1-4 0,-1 0-19 16,2 1-6-16,4 0-15 0,-1 1-6 0,4-1-6 16,-2 0-9-16,2 0-4 0,-6 2-4 0,6 0-7 15,-1 0-4-15,-4 3-6 0,3 1-8 0,-5 0 0 16,-1 0-7-16,0 2-4 0,-3 0-4 0,1 3-5 15,-3-2-4-15,-1 2-4 0,2 3-5 0,-5-2 2 16,-2 0-13-16,0 6-26 0,-1-5-37 16,0 0-40-16,1-11-39 0,-4 20-45 0,1-10-160 0,1-1-349 15,-2 0 156-15</inkml:trace>
  <inkml:trace contextRef="#ctx0" brushRef="#br0" timeOffset="160971.9">2948 9536 123 0,'0'0'258'0,"-3"-7"-1"16,3 7-24-16,0 0-24 0,0 0-20 15,0 0-23-15,0 0-25 0,0 0-13 0,0 0-5 0,0 0 1 16,3 34 1-16,-2-10-9 0,0 4-6 0,-1 0-9 15,2 1-11-15,-2-1-6 0,-3 1-12 0,2-2 0 16,-1 2-12-16,1-3-3 0,-1 0-8 16,-2 0-5-16,1-1 1 0,0-6-7 0,-1 0-9 15,1-2-25-15,1 1-33 0,-2-2-36 0,1-3-45 0,2-3-44 16,0-3-38-16,-1 0-49 0,0 1-135 0,2-8-408 16,-8 9 181-16</inkml:trace>
  <inkml:trace contextRef="#ctx0" brushRef="#br0" timeOffset="161369.84">2876 9767 47 0,'0'0'132'0,"16"-2"-2"0,-10 2-9 0,4 2-7 15,2-1-8-15,-2 3-6 0,-1-1-4 0,1 3-10 16,0-1-8-16,-1 1-3 0,1 1-3 0,-2 0-10 0,0 0 1 15,2 2-8-15,-5-2-6 0,2 1-9 0,-1 0-2 16,-1 1 5-16,-1-2-7 0,2-1-8 16,-2-2-6-16,1 3 6 0,-5-7-6 0,9 9 3 15,-2-6-6-15,-7-3 3 0,11 6-3 0,-6-6-5 16,-5 0 1-16,0 0-4 0,21-4 3 0,-12-1 1 16,0-1-4-16,-2 2 3 0,2-4-3 0,0 0 1 0,0-1 1 15,-4-1 0-15,3 3 2 0,-3-5 10 16,0 2 5-16,-1 0 0 0,0 1 6 0,-3-1-3 15,2 0 6-15,-2 4 12 0,-1 6 1 0,2-10-2 16,-2 10-5-16,0-8-5 0,0 8-9 0,0 0-8 0,0 0-1 16,0 0-2-16,0 0-2 0,0 0 0 0,0 0-1 15,5 27-1-15,-5-15-2 0,2 0 3 16,0 1-4-16,1 2 0 0,-1 1 1 0,0 0-20 16,0-4-36-16,1-3-47 0,-3-9-41 0,5 21-36 15,1-13-46-15,-6-8-106 0,8 11-345 0,-8-11 152 0</inkml:trace>
  <inkml:trace contextRef="#ctx0" brushRef="#br0" timeOffset="161612.37">3345 9586 42 0,'-1'-9'276'0,"0"0"-9"0,1 9-16 0,-4-10-21 0,4 10-25 16,0-8-24-16,0 8-21 0,0 0-18 15,0 0 0-15,0 0-2 0,7 37-2 0,-5-19-9 16,-1 6-7-16,-1 2-9 0,1 0-9 0,-2 0-13 0,1-7-6 16,-1 5-8-16,3-3-8 0,-2-3-8 15,0 1-6-15,0 0-10 0,4-4-20 0,-4-2-22 0,0 3-27 16,-1-5-32-16,0-1-44 0,1-10-28 0,-3 17-30 16,3-17-46-16,-3 10-34 0,3-10-137 15,-6 10-405-15,6-10 180 0</inkml:trace>
  <inkml:trace contextRef="#ctx0" brushRef="#br0" timeOffset="161838.84">3313 9781 42 0,'12'-2'133'0,"1"0"0"16,-1-1-13-16,1 2-11 0,5 1 15 0,0 0-21 15,0 1 4-15,-4-1 7 0,-1 1-6 0,0-1-7 16,0 3-10-16,-1 0-2 0,-2-1-12 15,0 0-2-15,-1 2-5 0,-2-1-5 0,-2 2-4 16,3 1-3-16,-3-3-8 0,0 4-5 0,0-1-3 0,-2 0-3 16,2 2-1-16,-3-2-5 0,2 1-29 0,-4-7-25 15,4 15-40-15,-2-5-39 0,1-3-29 16,-3 1-43-16,0-8-86 0,0 0-280 0,-3 17 124 0</inkml:trace>
  <inkml:trace contextRef="#ctx0" brushRef="#br0" timeOffset="162511.12">3722 9863 64 0,'0'0'224'0,"0"0"-2"15,0 0-3-15,0 0-13 0,7 4-3 0,-7-4-15 16,0 0-3-16,0 0-13 0,0 0-8 0,0 0-13 15,0 0-20-15,5-13-11 0,-5 13-13 0,4-8-14 0,2 2-6 16,-2 1-9-16,-2-2-9 0,-2 7-7 0,8-10-6 16,-1 2-7-16,-2 5-7 0,1-1-7 15,-1 0-4-15,-5 4-5 0,12-5 0 0,-5 5-6 16,-7 0-1-16,16 5-7 0,-9-1 4 0,1 1-6 16,1 1 3-16,-1 0-3 0,-2 1-7 0,0-2-3 15,-2 2-3-15,5-2-12 0,-4 1-8 0,-2-1-6 16,2 1-16-16,-5-6-8 0,9 6-6 0,-9-6 1 15,11 4 0-15,-11-4-4 0,15 2 6 0,-15-2-7 16,15-2-4-16,-15 2 16 0,18-7 4 0,-8 2 5 16,-4 1 5-16,2-1 6 0,0-3 9 0,-8 8 10 15,10-10 16-15,-8 4-2 0,2-1 9 0,0 1 9 16,-1-1 9-16,-3 7 9 0,2-12 3 0,0 8 5 0,-2 4 5 16,2-7 0-16,-2 7-4 0,0 0-6 15,0 0-5-15,0 0-8 0,0 0-3 0,0 0-4 16,-13-2-2-16,13 2-3 0,0 0 2 0,-10 16-7 15,4-6 3-15,3 0-6 0,-1 1 1 0,2 0-4 0,-1 1-1 16,3 1-2-16,3 3-4 0,1 0 1 0,-2 3 2 16,2-2 1-16,2 0-5 0,-2 2 1 15,0 0 4-15,-2 1-6 0,2-3 3 0,-2 8 1 16,-2-5 0-16,0 5 0 0,-2 0 1 0,-2-7-2 16,-1 1 0-16,0-2-12 0,-2 0-9 0,-1-2-15 0,-2-2-18 15,-4 0-27-15,1-3-38 0,3-2-40 0,-2-3-48 16,-6 2-155-16,3-4-391 0,2-3 173 15</inkml:trace>
  <inkml:trace contextRef="#ctx0" brushRef="#br0" timeOffset="162714.31">3736 9492 323 0,'2'-8'282'0,"-2"8"-42"0,0 0-29 16,0-10-19-16,0 10-35 0,0 0-33 0,0 0-32 15,0 0-56-15,0 0-46 0,0 0-51 0,0 0-65 16,16 16-118-16,-12-12-263 0,-4-4 116 0</inkml:trace>
  <inkml:trace contextRef="#ctx0" brushRef="#br0" timeOffset="170456.58">10667 11075 33 0,'0'0'198'0,"5"-8"-13"0,-5 8-13 15,3-9-5-15,-1 2 0 0,-1 0-1 16,-1 7-17-16,2-14-6 0,-2 9-11 0,0 5-5 15,0-14 1-15,0 14-8 0,-3-11-7 0,2 5-6 16,1 6-10-16,-3-10-1 0,3 10-12 0,-6-9-11 0,2 6-11 16,4 3-3-16,-10-4-8 0,2 3-8 0,8 1-1 15,-28 8-5-15,8-1-4 0,-10 5-6 16,2 2 0-16,-2 4 10 0,1-1-1 0,3 1-5 16,0 1-3-16,2 1-5 0,1 2-4 0,1 1-1 15,4 0 4-15,0-2-9 0,3 2 1 0,6-6-5 0,1 0 2 16,2 2-5-16,1-2 2 0,2 1-1 0,1 0-3 15,3-1 0-15,4-1 1 0,0 0-3 16,5-2-7-16,4 0-6 0,4-4-2 0,3-1-16 0,9 0-24 16,4-4-16-16,0-1-27 0,3-1-20 0,3-3-43 15,-4 0-21-15,-1-2-26 0,1 2-161 0,-6 0-397 16,-1-5 176-16</inkml:trace>
  <inkml:trace contextRef="#ctx0" brushRef="#br0" timeOffset="170723.94">11004 11339 37 0,'0'0'249'0,"0"-12"-9"0,0 12-5 16,0 0-8-16,0-9-10 0,0 9-15 0,0 0-17 16,0 0-23-16,-1-10-13 0,1 10-20 0,0 0-12 15,0 0-17-15,0 0-9 0,0 0-12 0,0 0-4 16,0 0-2-16,9 28-2 0,-8-15-12 0,3 2-3 15,0 4-7-15,-3 1-5 0,2 4-5 0,1-6 1 16,-4 2-2-16,1 0-8 0,2 5-2 0,-3-8 0 16,0 2-4-16,1 6-4 0,-4-2-5 0,2-3-9 15,-2-4-22-15,2 3-25 0,-1-3-29 0,-2 1-36 16,1-5-40-16,1-1-37 0,0-2-44 0,-3 4-161 16,4-4-420-16,-4 0 186 0</inkml:trace>
  <inkml:trace contextRef="#ctx0" brushRef="#br0" timeOffset="171020.26">11037 11413 15 0,'13'-3'193'0,"4"4"-10"16,2 2-11-16,2-3-9 0,-1 7-3 0,-1 0-20 15,1 0-12-15,1 7-5 0,-4-1-10 0,-2 0-13 16,-1 0-12-16,-2 2-7 0,-3 0-6 0,-2 2-6 16,-2-2-10-16,0 2-5 0,-3 0-4 0,-1-1-4 15,-4 1-9-15,1-1 1 0,-7 0-5 0,1 0-4 16,0-1-3-16,-3 2-4 0,-3-1-1 0,1-3 0 16,-3 1-6-16,-5 0-6 0,0 3-7 0,3-5-12 0,0-1-9 15,-1-1-18-15,-6 1-20 0,1 0-29 0,-3-4-21 16,7 1-35-16,3-3-28 0,-3 2-104 15,1-5-295-15,2 1 131 0</inkml:trace>
  <inkml:trace contextRef="#ctx0" brushRef="#br0" timeOffset="171237.72">11633 11460 87 0,'8'-5'225'0,"1"1"-3"0,1-1-13 0,1 2-9 16,0-3-23-16,-1 2-19 0,1 1-15 15,6-3-10-15,-3 4-15 0,-1 1-15 0,5-2-19 0,1 3-26 16,-8 0-35-16,1 1-35 0,1 1-39 0,-2-2-39 16,-3 1-31-16,1 0-19 0,-1 3-115 0,-3-1-276 15,-5-3 124-15</inkml:trace>
  <inkml:trace contextRef="#ctx0" brushRef="#br0" timeOffset="171389.13">11660 11614 167 0,'-9'6'172'16,"9"-6"-10"-16,0 0-11 0,-3 3-13 0,3-3-11 16,0 0-9-16,0 0-5 0,0 0-11 0,14 7-9 15,-3-7-9-15,2-3-28 0,7 1-49 0,7-3-59 16,1 0-69-16,-10 0-99 0,2 0-238 0,-1-3 105 15</inkml:trace>
  <inkml:trace contextRef="#ctx0" brushRef="#br0" timeOffset="171805.75">12942 11187 112 0,'0'0'208'0,"-7"-5"-5"0,7 5-8 16,0 0-22-16,0 0-14 0,0 0-16 0,0 0-10 16,0 0-18-16,0 0-11 0,13-10-11 0,4 9-5 15,3-3-13-15,9-1-8 0,3 0 0 0,4 0-5 16,-1-1-11-16,-3 0-5 0,-1 2-4 0,-1 1-16 15,-3 0-26-15,-8 2-13 0,0-2-32 16,-9 3-24-16,-2-2-32 0,1 2-24 0,-9 0-14 0,10 0-19 16,-10 0-94-16,0 0-273 0,0 0 120 0</inkml:trace>
  <inkml:trace contextRef="#ctx0" brushRef="#br0" timeOffset="172143.41">13039 11164 58 0,'0'0'156'0,"0"0"-4"16,-5 3-5-16,5-3-4 0,0 0-6 0,0 0-7 16,0 0 1-16,14 9-9 0,-14-9-4 0,9 10-6 15,-1-3-9-15,-3 0-10 0,2 0 2 0,-2 3-3 16,-1-1-9-16,1 1-5 0,-1 0-4 0,0 2 3 16,0-1-3-16,-4 2-2 0,0 2-5 0,-4-3-7 15,4 5-3-15,-8-3 2 0,1 4 1 0,-2-1-6 16,-3-2-6-16,-3 8 2 0,-3 0-6 0,-1-1-1 15,-2 1-3-15,0-4-4 0,0 2-1 0,6-2-4 16,2-5-5-16,-1 0-1 0,3-1 1 0,-1 0-8 16,6 1-2-16,-1-3 8 0,3 0-10 0,-2-1 0 15,2 1-5-15,2-3 6 0,2 0-5 0,2 0 1 0,4-1 3 16,2-2-2-16,5-1-1 0,6-1-4 16,10-3 3-16,0-3-2 0,5-1-9 0,-2-2-19 15,1-2-21-15,-1-1-26 0,1 1-27 0,-4-3-35 16,-2 1-34-16,0-5-24 0,-2 3-23 0,-3-2-172 0,-6 2-414 15,2 1 184-15</inkml:trace>
  <inkml:trace contextRef="#ctx0" brushRef="#br0" timeOffset="172365.81">13113 11168 1382 0,'-18'-6'89'16,"1"1"-39"-16,5 1-31 0,3 2 4 0,2 0-24 16,1 0 5-16,6 2-2 0,-10-4 2 0,10 4 2 15,0 0 3-15,0 0-6 0,18-7 1 0,0 3 4 16,9-2-4-16,4 1-2 0,3 0-19 0,0-1-17 16,4 0-24-16,-4 1-31 0,2 0-24 0,-3-1-104 15,-3 4-233-15,-3-1 103 0</inkml:trace>
  <inkml:trace contextRef="#ctx0" brushRef="#br0" timeOffset="172565.43">13618 11318 64 0,'-2'9'237'16,"2"-9"-6"-16,0 0-6 0,0 0-17 0,-2 6-19 15,2-6-18-15,0 0-17 0,0 0-16 0,-5 6-24 16,5-6-31-16,0 0-40 0,0 0-54 0,-4 5-38 16,4-5-49-16,0 0-72 0,0 0-86 0,-4 6-275 15,4-6 122-15</inkml:trace>
  <inkml:trace contextRef="#ctx0" brushRef="#br0" timeOffset="173268.67">14492 11351 30 0,'-7'-11'210'0,"1"1"-13"0,-3 1 1 16,2-1-10-16,-4 2-10 0,-2-1-13 0,-1 2-8 15,0 1-13-15,0 3-12 0,-3-2-11 0,3 7-14 16,1-2-6-16,-2 7-8 0,-2 0-8 0,2 2-6 16,-1 3 2-16,-1 1-12 0,2 7-8 0,2-4-5 15,-1 6-5-15,5-4-9 0,3-1 0 0,-1 0-6 16,4 3 2-16,-1-2-6 0,4 1-3 0,2 1 2 16,2-4-7-16,4-1 0 0,-2-6-5 0,-1 1-2 15,3-1-2-15,5-1 0 0,0 0 5 0,0-4-6 16,5-1 0-16,1-1-4 0,0-4 3 0,-3 0-5 15,-3-1 2-15,5-3-2 0,-4-2 1 0,2-1-3 16,-3-1 3-16,-1-3-8 0,-1-2 5 0,-2-1 0 16,2-3 4-16,-2-3-6 0,-2-4 0 0,-1 1-5 15,-4-1 3-15,-2-2 1 0,0 1-3 0,2-1-1 16,-4-2 0-16,0 1 0 0,0-1-1 0,-1 0 1 16,-3-2 0-16,2 0 1 0,0 1 1 0,-1 3-3 15,0 3 2-15,4 6 3 0,-2 3 2 0,3 3 7 16,-1 3 7-16,-3 1-1 0,4 2 0 0,0 7-6 0,-2-10-4 15,2 10-7-15,0 0 0 0,0 0-1 0,0 0 3 16,0 0-2-16,2 29 5 0,-2-8 0 0,2 8 5 16,-2-1-4-16,0 4 6 0,2 0-4 15,-4 1 0-15,-2-1 2 0,4-2 2 0,0 2 1 0,2-3-5 16,2 1 2-16,-1-3 1 0,-2 0-7 0,0-1 4 16,4-2 0-16,-5-3-1 0,0-2-3 0,2-2-10 15,1 1-30-15,1-2-25 0,-4-3-36 16,0-1-66-16,4-2-29 0,-2-2-28 0,0-1-201 0,-1-2-454 15,-1-5 202-15</inkml:trace>
  <inkml:trace contextRef="#ctx0" brushRef="#br0" timeOffset="173493.39">14822 11183 120 0,'0'0'196'0,"-2"-7"-14"0,2 7-16 16,0 0-14-16,7-8-14 0,0 4-14 0,4 0-5 15,7 1-15-15,1-1-12 0,2 1-2 0,10-1-8 16,-4 1-17-16,-4 1-23 0,-5 1-29 0,6-2-36 16,-5 1-25-16,-6 0-18 0,0 1-32 0,-3-1-21 15,0 2-104-15,-2-1-239 0,-8 1 106 0</inkml:trace>
  <inkml:trace contextRef="#ctx0" brushRef="#br0" timeOffset="173848.84">14966 11169 32 0,'-5'3'115'0,"5"-3"3"0,-8 7 2 16,2 0 4-16,0 1-2 0,2 2 6 0,4 1 8 0,-4 5-4 16,2 1-1-16,2-1-7 0,-3 2 0 0,3 1-10 15,-2-1-5-15,2 7-4 0,0-7-4 16,0 1-5-16,0 0-14 0,2 5-6 0,0-5-6 15,-1-3-5-15,-1 1-6 0,0-2-5 0,2 2-3 16,-2-4-2-16,0-3-11 0,-2 2-5 0,2-5 1 16,0 5-5-16,0-6 1 0,0-6-4 0,-1 11-4 15,-1-5 3-15,2-6-3 0,-3 9-3 0,3-9 2 16,-9 6-4-16,9-6-2 0,-10 1 1 0,2-1-4 16,8 0-5-16,-15-3-7 0,6 1-5 0,1-2 6 0,-2-1-2 15,3 2 2-15,1-2-7 0,1 1 1 16,5 4 2-16,-8-10 1 0,5 7-3 0,3 3-3 15,-3-8 4-15,3 8-1 0,0 0 0 0,0 0 2 16,8-11-2-16,-2 7 2 0,3 2 0 0,1 0-1 0,3-1 1 16,0 2 3-16,5-1-5 0,-2-1 6 0,6 3-5 15,0-4 4-15,1 1-18 0,-3-1-21 0,2 1-35 16,-3 1-35-16,0-4-35 0,3-1-33 16,-4 1-184-16,-1 0-392 0,0-2 174 0</inkml:trace>
  <inkml:trace contextRef="#ctx0" brushRef="#br0" timeOffset="174056.83">14972 11160 127 0,'0'0'181'15,"9"-11"-14"-15,3 7-10 0,7-2-7 0,8-1-15 16,1 1-13-16,4-3-15 0,1 3-4 0,5 2-20 15,-2 0-13-15,-1 0-25 0,-3 2-41 0,-2 2-42 16,0-2-25-16,-8 2-20 0,4 2-39 0,-8-2-70 16,-4 2-206-16,-1-1 92 0</inkml:trace>
  <inkml:trace contextRef="#ctx0" brushRef="#br0" timeOffset="174449.44">14254 11987 149 0,'0'0'160'0,"0"0"-2"0,25-11 0 15,-4 7-11-15,11-3-6 0,9-1-9 0,10-2-10 16,7 0-7-16,-1-1-11 0,4 4-9 0,2-3-5 15,-5 2-10-15,3 1-5 0,-5 0-10 0,0 2-1 16,-6-2-6-16,-15 3-7 0,2 0-8 0,-3-1-20 0,-3 5-26 16,0-2-30-16,-12 1-36 0,1-2-36 15,-6 3-36-15,-1-1-140 0,-7 1-302 0,-6 0 134 16</inkml:trace>
  <inkml:trace contextRef="#ctx0" brushRef="#br0" timeOffset="174989.79">14636 12291 135 0,'2'-9'222'0,"-2"9"-9"15,0 0-17-15,-3-14-3 0,-1 8-18 0,-2-2-11 16,-3 1-21-16,-5 1-8 0,-3 1-12 0,-6-1-11 0,-4 1-5 15,6 1-9-15,-10 4-6 0,2 2-5 0,7-2-8 16,-5 5-4-16,0 3-9 0,6-3-6 0,2 4-5 16,2 0-5-16,-1 3-3 0,5-1-8 0,0 1-5 15,1 2 0-15,3-1-5 0,3 2-7 0,2 1 2 16,0-4-4-16,8 3 0 0,-1-1-1 0,2 0-4 16,2-3 2-16,3 1-3 0,5 1 0 0,0-3-3 15,5-3 4-15,5 1-4 0,-5-4 0 0,2-1-3 16,-1-3 1-16,2-3-3 0,3-4 4 0,-8 4-5 15,3-4 3-15,-4-2-4 0,3 0 2 0,-4-2 0 16,0-3 5-16,-3 0-10 0,3-8 5 0,-5 5-2 16,1-7 5-16,1 0-4 0,-4-4 0 15,-1 1-3-15,-4-1 3 0,0 0-1 0,0 0 0 0,-2-1-4 16,-2-1 1-16,-2 4 2 0,0-1-1 0,0 8 12 16,-2 0 2-16,3 1-2 0,0 2 9 0,-1 6 2 15,0 0-1-15,2 3 1 0,0 7-7 16,-1-10-7-16,1 10-5 0,0 0 1 0,0 0 2 0,0 0-1 15,0 0-2-15,4 30 3 0,-3-11 2 0,3 9-4 16,-2-1 3-16,2 6-2 0,-1-2 3 0,1 0-2 16,-2 3 1-16,1 1 3 0,-2-4 0 0,-1-1-3 15,3-2-4-15,-3-1 1 0,0 0 2 0,0 1 15 16,1-8-22-16,0-3-38 0,-3 2-29 0,2 0-40 16,-4-3-49-16,1-1-47 0,1-3-34 0,0-1-211 15,-3-3-481-15,1 1 214 0</inkml:trace>
  <inkml:trace contextRef="#ctx0" brushRef="#br0" timeOffset="175475.34">14953 12204 245 0,'4'-4'250'0,"-2"-2"-13"0,-2 6-21 0,5-9-19 16,-5 9-22-16,6-3-9 0,-6 3-2 0,0 0-15 15,0 0-10-15,15 12-11 0,-12-6-2 0,0 5-15 16,-1 0-4-16,3 2-9 0,-3-2-8 0,0 2-9 16,0 0-9-16,5 1-5 0,-6-1-7 0,3-1-5 15,-2-1-2-15,1 0-9 0,-1 1-1 0,1-3-5 16,-2-1-2-16,1-1-5 0,0 1-1 0,1-3-1 16,-1 1 0-16,-2-6-10 0,4 10 3 0,-3-5-6 15,-1-5 3-15,4 7-2 0,-4-7 0 0,0 0-2 16,5 4 1-16,-5-4-1 0,0 0-1 0,0 0-2 15,0 0-3-15,17-11 0 0,-12 3-3 0,1 0 4 16,2-7-1-16,-2 7-5 0,0-7 0 0,1-4-5 16,0 2-3-16,-4-2-5 0,5-7 2 0,-1-1-2 15,-1 1 3-15,1 1 0 0,-2 0 3 0,0 6-4 16,-2 0 3-16,0 0-3 0,1 1 6 0,-2 3-4 16,-2 2 4-16,2 1 1 0,-4 2-6 0,2 3 1 15,0 7 1-15,-4-14-2 0,2 9 2 0,2 5-5 16,-8-3 3-16,8 3 1 0,0 0-1 0,-20 8-2 15,12 0 1-15,0 1 3 0,-2 0 1 0,4 0 0 0,-2 2-1 16,3 0-2-16,0 1 5 0,4-2 2 16,-1 3-5-16,5-2 1 0,1-3 8 0,1 2-5 15,4-2-1-15,9 2-2 0,-1-3-12 0,13-1-31 16,3-2-47-16,2-4-48 0,-2-3-44 0,7-4-41 16,-4 2-213-16,-3-1-475 0,-1-2 210 0</inkml:trace>
  <inkml:trace contextRef="#ctx0" brushRef="#br0" timeOffset="175628.53">15688 12078 207 0,'6'-3'232'0,"-6"3"9"0,0 0 7 15,7-3 1-15,-7 3-10 0,0 0-12 16,0 0-23-16,6-4-23 0,-6 4-14 0,0 0-25 16,4-4-39-16,-4 4-34 0,0 0-42 0,0 0-52 15,0 0-54-15,5-5-59 0,-5 5-65 0,0 0-146 16,0 0-378-16,0 0 168 0</inkml:trace>
  <inkml:trace contextRef="#ctx0" brushRef="#br0" timeOffset="182980.93">16156 11543 171 0,'0'0'184'16,"0"0"-13"-16,0 0-6 0,0 0-12 0,0 0-12 15,0 0-11-15,0 0-11 0,0 0 9 0,0 0-22 16,0 0-2-16,0 0-9 0,24-10-6 0,-13 8-10 16,0 3-13-16,0-2-5 0,2 0-7 0,0 0-7 15,-1-1-3-15,0 1-13 0,-2 1-18 0,3 0-33 16,-1 0-36-16,-1 0-25 0,1 0-33 0,-2 1-25 16,0-1-16-16,-4 3-110 0,-6-3-286 0,9 2 127 15</inkml:trace>
  <inkml:trace contextRef="#ctx0" brushRef="#br0" timeOffset="183148.95">16179 11681 33 0,'-5'4'159'0,"5"-4"-1"16,-9 2 1-16,9-2-8 0,-6 4-4 16,6-4-14-16,0 0-11 0,0 0-9 0,0 0-13 15,0 0-1-15,0 0-11 0,19 8-11 0,-6-8-15 16,6 0-33-16,1 1-48 0,8-4-35 0,0 0-67 0,-9 3-119 15,2-3-259-15,-1-1 115 0</inkml:trace>
  <inkml:trace contextRef="#ctx0" brushRef="#br0" timeOffset="183735.34">17629 11254 61 0,'0'0'157'0,"-10"-3"-1"15,10 3-5-15,-10-1-12 0,10 1-9 0,-7-2-9 16,7 2-7-16,0 0-14 0,0 0-13 0,-11-2-10 15,11 2-5-15,0 0-16 0,0 0 6 0,0 0-1 16,0 0 2-16,0 0-7 0,23 8-5 0,-4-6-3 16,-1-2-1-16,13 0-2 0,-2-1-7 0,7 0-2 15,-2-2-4-15,3 1-5 0,-2-1-3 0,-1 2-6 16,-2-1-26-16,-1 0-32 0,-3 1-23 0,-7-2-34 16,-2 1-28-16,-6 2-28 0,-1 0-105 0,-1-2-278 15,-5 1 123-15</inkml:trace>
  <inkml:trace contextRef="#ctx0" brushRef="#br0" timeOffset="184089.28">17817 11278 146 0,'0'0'129'0,"0"0"5"0,0 0-6 0,0 0-4 16,0 0 3-16,0 0-9 0,0 0-9 0,12 14-8 15,-12-14-9-15,5 9-2 0,-4-3 2 0,0 1-8 16,1 1-6-16,-1-2 0 0,-1 5-8 0,-1 0 1 0,1 0-1 16,-3 0 0-16,-1 5 5 0,-1-1-3 15,-1 3-7-15,-2 0 2 0,0 0-2 0,-1 0-5 16,0-2-4-16,-2 1-5 0,1 1-4 0,-2-3-4 0,2-1-2 16,2 3-7-16,1-2 0 0,-3-1-2 0,2 2-5 15,4-6-1-15,0 2-7 0,-1-2 2 16,0 0-4-16,2 2 1 0,0-3-6 0,0-1 5 15,3 1-6-15,0-2 4 0,0-7-2 0,1 12 0 0,1-6-1 16,1-1 1-16,4 0-1 0,3-4-2 0,2 1 0 16,7-1-7-16,0-2-21 0,-1 1-31 0,2 0-37 15,-2-5-37-15,2 2-42 0,1-1-21 16,-4-1-29-16,-5 1-132 0,1-1-376 0,4-3 167 0</inkml:trace>
  <inkml:trace contextRef="#ctx0" brushRef="#br0" timeOffset="184390.39">18190 11551 144 0,'5'-5'222'15,"-5"5"0"-15,7-1-3 0,-7 1 0 0,0 0-15 16,0 0-10-16,5-6-12 0,-5 6-15 0,0 0-16 16,0 0-12-16,6-2-14 0,-6 2-10 0,0 0-14 15,0 0-6-15,0 0-10 0,0 0-2 0,8-5-7 16,-8 5-4-16,0 0-2 0,0 0-5 0,0 0 0 15,0 0 3-15,0 0-6 0,0 0-2 0,5-3-10 16,-5 3 0-16,0 0-2 0,0 0-9 0,3-8 4 16,-3 8-1-16,0 0-5 0,0 0 0 0,1-7-3 15,-1 7-1-15,0 0-2 0,0 0-6 0,0 0-1 16,0 0-7-16,0 0 3 0,0 0-4 0,2-7-5 16,-2 7 2-16,0 0 1 0,0 0-15 0,0 0-22 15,0 0-31-15,0 0-34 0,0 0-35 0,-1 23-46 16,1-23-51-16,3 9-53 0,-3-9-200 0,5 9-513 15,0-7 226-15</inkml:trace>
  <inkml:trace contextRef="#ctx0" brushRef="#br0" timeOffset="186024.62">18979 11171 99 0,'-3'-9'165'0,"3"9"-21"15,-4-5-5-15,4 5-5 0,-2-7-2 16,2 7-5-16,0 0-8 0,-3-10-8 0,3 10-12 0,0 0-9 15,-1-10-9-15,1 10-4 0,-3-7-2 0,3 7 2 16,0 0-9-16,-2-10 0 0,2 10-7 0,-1-9-5 16,1 9-4-16,-2-10-1 0,2 10-6 15,0-12-2-15,0 12-1 0,-1-10 3 0,1 10-3 0,-4-13-3 16,4 8 3-16,0 5 0 0,0-11 6 0,0 11 1 16,-1-8-3-16,1 8-3 0,0 0-3 0,-1-10-5 15,1 10-7-15,0 0-4 0,0 0-3 0,0 0-3 16,0 0-4-16,0 0 4 0,0 0-3 0,1 40 3 15,-1-14 1-15,1-1 7 0,-2 2-4 0,0 1 3 16,0-1-2-16,-1 4-3 0,1-2 5 0,-2-3-5 16,2 0-1-16,2 1-1 0,-1-8 0 0,3 6 1 15,0-7-1-15,-3 1-1 0,3 6-3 0,1-6 3 16,-1-3 5-16,0 0-12 0,-1-3 1 0,0-1-1 16,0 1-5-16,0 0-1 0,1-3 0 0,-2 0-5 15,0 0-22-15,-1-3-19 0,2 0-27 0,-2-7-31 16,0 9-24-16,0-9-38 0,0 10-25 0,0-10-13 15,0 0-177-15,0 0-409 0,-7 3 182 0</inkml:trace>
  <inkml:trace contextRef="#ctx0" brushRef="#br0" timeOffset="186253.84">18580 11650 87 0,'21'14'168'16,"-4"-10"-5"-16,4 0-1 0,12-3-8 0,8-1-6 0,14 2-9 16,1-5-10-16,3-1-7 0,0-1-9 15,1 1-15-15,-3 3-6 0,-4-2-4 0,-3 2-11 16,-16 0-7-16,1-1-7 0,-1 4-6 0,-7-2-5 16,0 0-20-16,-7 1-32 0,-2 0-29 0,-5 0-30 15,-1 1-29-15,0-1-24 0,-3 2-26 0,-4-1-127 0,-5-2-287 16,0 0 127-16</inkml:trace>
  <inkml:trace contextRef="#ctx0" brushRef="#br0" timeOffset="186768.73">18783 12326 45 0,'0'0'192'0,"-4"6"-11"0,4-6-4 0,0 0 2 16,0 0 1-16,-2 7-4 0,2-7-1 0,0 0-12 15,0 0-10-15,0 0-9 0,0 0-9 0,0 0-5 16,28-15-8-16,-18 7-8 0,6-4-9 0,-1-1-10 16,4-6-5-16,-1 1-7 0,-3 3-5 15,-1-1-9-15,4-6-1 0,-1 3-12 0,-1-3-6 16,0 1-5-16,-1-3-3 0,-3 3-6 0,-2-4 0 0,-1 9-6 15,-1-7 7-15,-5 4-14 0,1 2 2 0,-2 1-2 16,-1 3 0-16,-4 3-1 0,1 0-8 0,-3 1 0 16,-2 1 1-16,-1 2-7 0,-4 2 5 0,0 0-3 15,-6 4 1-15,0 3-4 0,-2 1 1 0,0 2-3 16,2 2 0-16,0 0 0 0,1 0-1 0,2 2-4 16,3 2 2-16,3-3 1 0,2 0-3 0,3 1 0 15,1 2 4-15,5-2-2 0,-1 0 3 0,5 0-3 16,6-1 3-16,3 1-3 0,5-1-1 0,9-1 9 15,2 1-6-15,1-4 1 0,2 0-1 0,-1-2-4 16,-1 0 7-16,0 0-5 0,-4 2 0 0,0-4 0 16,-10 4-3-16,1 0 3 0,-2-1-4 0,-6 4-1 15,0-2 1-15,-1 2-1 0,0 5 3 0,-4-3-3 16,0 5 3-16,-3 2 1 0,-1 2 1 0,-2 1 1 16,3 5-3-16,-3-6 0 0,0 2 2 0,0-2 0 15,0 1-3-15,2-1-20 0,0 1-31 0,2-2-41 16,-1 0-54-16,0-1-56 0,6-2-56 0,-2-1-193 15,0-3-487-15,0-1 215 0</inkml:trace>
  <inkml:trace contextRef="#ctx0" brushRef="#br0" timeOffset="190561.12">8851 13403 105 0,'0'-9'162'16,"0"-1"0"-16,-1 1-11 0,1 9-1 0,0-13-2 15,0 13-9-15,0-11-6 0,0 11-17 0,0 0-11 16,0-8-10-16,0 8-16 0,0 0-4 0,0 0-6 16,0 0-9-16,0 0 1 0,0 0 1 0,9 19 0 15,-8-6 9-15,3 3-5 0,-2 10-2 16,0-2-3-16,-1 1-7 0,-1 2 2 0,0 3-6 0,0-3-3 16,0 0-1-16,-3 3-1 0,2-3-5 0,1 1-6 15,0 1-1-15,1-3-2 0,1 0-5 0,-2 0-1 16,0-2-1-16,0-4-3 0,1-3-2 0,0 3-10 15,0-4-7-15,1 0-28 0,-2-4-24 0,0-1-35 16,0 2-21-16,1-5-40 0,-1-2-21 0,0-6-18 16,0 0-148-16,-3 12-359 0,3-12 159 0</inkml:trace>
  <inkml:trace contextRef="#ctx0" brushRef="#br0" timeOffset="190815.04">8850 13290 84 0,'16'-8'141'0,"0"2"-8"0,2 2-1 15,-1 5-11-15,1 1-8 0,0 4-7 0,-1 1-8 16,-2 3-8-16,2 3-7 0,-5 3-12 0,3 7-3 16,-4 0-1-16,-5 2-3 0,0 2-12 0,-3 2-7 15,-4-11 3-15,-1 7-10 0,-1-1 4 0,-2-6-5 16,1-2-6-16,-3 2 0 0,0 2-1 0,-2-5-6 15,-1 2-2-15,1-1-2 0,1-2-13 0,-2-1-21 16,0 1-15-16,0-5-22 0,2 1-18 0,-1 0-15 16,1-3-20-16,3-3-14 0,0 1-104 0,2 0-240 15,3-5 107-15</inkml:trace>
  <inkml:trace contextRef="#ctx0" brushRef="#br0" timeOffset="191673.29">9142 13630 120 0,'0'0'118'0,"0"0"-1"0,0 0 11 0,13 7-5 16,-13-7-7-16,1 11-2 0,-1-1-8 0,0-10-1 15,-1 21-5-15,2-10-7 0,-1 0-12 0,0 3 0 0,0-2-11 16,2 2-5-16,-1 2-6 0,3-7-6 0,-3 2-6 16,3 2-4-16,-2-4 1 0,5 0-8 0,-2-3-2 15,-1-1 4-15,2 1-3 0,2-5-7 0,0 0 6 16,1-1-9-16,-9 0 9 0,17-5 2 15,-6 1-3-15,0-1-1 0,-1-4 1 0,2-2-2 16,2-1-2-16,-4-1 7 0,0 0-3 0,0-5-3 0,-3 3 1 16,-2-3-5-16,-1 1-1 0,0 2 8 0,-2 3 0 15,2-4-1-15,-3 3 1 0,-1 1-1 16,-1 4 10-16,-1-2-5 0,2 10-4 0,-2-12-1 0,2 12-6 16,-1-8-3-16,1 8-6 0,-2-8-5 0,2 8-2 15,0 0 1-15,0 0 2 0,0 0-3 0,-4 25 0 16,2-14-3-16,1 5-2 0,1 0-2 15,1-3 4-15,-1 4-6 0,4 2 6 0,-1-5-5 0,1 3 1 16,2-1-1-16,-1-6 5 0,3 5-5 16,-3-5-1-16,1-3 3 0,4 1 1 0,-1-2-1 15,3-1 1-15,-1-3-3 0,2-2 4 0,1-1 1 0,3-4-2 16,1 0-2-16,-2-4 1 0,2-2 2 0,-1-2 7 16,3-6-8-16,-6 2-1 0,-1 4 2 15,1-10 2-15,-2 7-4 0,-2-3 1 0,4-5 3 0,-5 0-3 16,0 0-1-16,-4 0 0 0,0-1 0 15,-2-1 4-15,-1 7-2 0,1 0-2 0,-2 0 1 0,0 1 1 16,-2 2 1-16,0 3 8 0,1 1 4 0,-2 5-1 16,2 7 8-16,0-12-6 0,0 12-10 0,0-7-2 15,0 7-2-15,0 0 0 0,0 0-4 16,0 0 9-16,0 26-12 0,0-8 5 0,2 1-4 16,-1 8 3-16,-1-2-1 0,0 0 3 0,0 1-6 15,3-2 1-15,-2 3 2 0,1-9-2 0,1 1 1 0,1-1-1 16,2-1 1-16,2 2 0 0,1-5-2 0,0 1 10 15,-3-7-4-15,7 5-2 0,-1-6-2 16,0 0 1-16,0-3 1 0,3-3 1 0,2 3-1 16,0-6 3-16,0-1-4 0,2-2 1 0,-3-3 3 15,0 0-3-15,-3-3-3 0,2 1 2 0,0-5-1 0,-3-1-1 16,-2-1 0-16,2-7-1 0,-2-3-2 0,-2 1-1 16,1 4 3-16,-7-3-2 0,2-2-1 0,-1 1 3 15,-6 1-2-15,2-1 0 0,0 2 2 0,-1 6 0 16,1 1 3-16,0 1-2 0,1 5 0 15,-3 2 8-15,1 1 0 0,2 8-5 0,-2-10 4 0,2 10-9 16,0 0-2-16,0 0 2 0,0 0 3 0,0 0 7 16,3 27 6-16,-3-9 2 0,0 8-7 15,0-1 6-15,-1 1-5 0,2 2 5 0,-1 0-3 0,-1 1 1 16,1-1-1-16,-2 0 0 0,4-2-1 0,0-1-1 16,-2 2-2-16,2-10-2 0,-1 2 0 15,0 0-2-15,2-2-2 0,2-1-4 0,-4 0-14 0,2-7-19 16,-1 4-20-16,1-4-28 0,-1 0-20 0,-2-9-27 15,5 10-17-15,-5-10-21 0,3 8-11 0,-3-8-18 16,0 0-8-16,0 0-151 0,0 0-386 16,0 0 172-16</inkml:trace>
  <inkml:trace contextRef="#ctx0" brushRef="#br0" timeOffset="191909.74">9955 13583 101 0,'0'0'105'0,"-6"-10"-3"16,6 10-11-16,0 0 5 0,0 0-11 15,0 0 6-15,0 0 1 0,27-7-4 0,-15 4-4 16,6 4-7-16,3-3 7 0,-3-1-9 0,2 3-2 16,2-1 3-16,-3 1-2 0,0 0-8 0,0 1-3 15,-3-1-1-15,-3 1-7 0,-1 1-7 0,0 0 1 16,-2 3-5-16,-3-2 4 0,3 2-5 0,-3 3-1 16,-2 0 3-16,3 1-3 0,-4 2-9 0,-3 1-1 15,0-1 2-15,1 6-6 0,-4-2-1 0,0 2-4 16,2-4-14-16,-2-2-16 0,1 5-31 0,0 0-25 0,1-6-30 15,-1 0-40-15,1 0-39 0,0-10-109 0,1 14-303 16,-1-14 135-16</inkml:trace>
  <inkml:trace contextRef="#ctx0" brushRef="#br0" timeOffset="192069.33">10160 13333 2 0,'0'0'20'0,"0"0"-24"15,0 0-4-15,13 33 2 0</inkml:trace>
  <inkml:trace contextRef="#ctx0" brushRef="#br0" timeOffset="192591.75">10385 13690 76 0,'0'0'189'16,"2"-15"-2"-16,-2 15 5 0,1-13-15 0,1 4-10 15,0-1-4-15,3-1-11 0,0 1-16 0,1-1-11 16,0 1-16-16,3 0-5 0,0 1-15 0,0 3-7 16,0-1-3-16,1 4-10 0,-1-1-7 0,1 4-6 15,2 0-4-15,-2 1-1 0,-1 2 0 0,1 2-9 16,-1 0-6-16,1 2-3 0,0 1-1 0,-2 1-2 15,1 0-5-15,0 3-1 0,0-4-3 0,1 4 0 16,-1-3-1-16,3-1-5 0,-2-1-2 0,0-1-3 16,1-4 1-16,1 1-4 0,0-3-1 0,2-1 0 15,-3-3-4-15,2-1 2 0,0-1 0 0,4 0 1 16,-6-1 1-16,-1 0-3 0,1-1 0 0,0 0 2 16,-5-1 2-16,3-1-2 0,-4 0-1 0,-1 0 1 15,-4 0 1-15,1 1-1 0,1 0 5 0,-2 9 3 16,-4-14 3-16,1 7 0 0,-1 2 6 0,4 5 0 15,-10-7-1-15,4 5-2 0,6 2-1 0,-18-1 5 16,8 4 1-16,1 3-13 0,-3 0-1 0,3 1-3 16,0 0 1-16,2 2-3 0,-2 1 5 0,5 2-5 15,0 0 2-15,3 0-1 0,-2 5 0 0,2 0-5 16,5-1 7-16,-2 5-8 0,3-2 1 0,2 8 3 16,0 0-5-16,4-1 2 0,-4-1 0 0,3 5-1 15,2-5 5-15,-5 3-5 0,1-2 3 0,-1 2-3 16,-3-3 5-16,-1 4-8 0,0 0 3 0,0-2-2 15,-2-1 4-15,0 1-1 0,-3-1 0 16,-1-2 3-16,0-2-1 0,-2 1-3 0,0 1 5 0,-2-4-1 16,-1-4 9-16,0-1-13 0,-2 1-1 0,-3-3-22 15,4-3-19-15,-6 1-32 0,3-4-47 0,1 0-42 16,0-4-46-16,-1 0-206 0,2-3-449 0,10 0 199 16</inkml:trace>
  <inkml:trace contextRef="#ctx0" brushRef="#br0" timeOffset="193190.08">11846 13925 13 0,'7'-8'266'0,"-3"-4"-18"0,-2 1-18 16,5-6-8-16,-3 2-8 0,4-3-16 0,-4 0-19 15,0 0-12-15,1 0-15 0,-1 0-12 0,-4 0-12 16,3-2-9-16,-1 1-4 0,0 1-12 0,1-2 0 16,-3 0-7-16,0 2-9 0,-5 2-4 0,2-2 5 15,-3 4-4-15,6 2-1 0,-5 2-8 0,1 1-5 16,0 1-7-16,-6 1 0 0,4 1-12 0,-1 2-6 16,-2 3 0-16,-2 0-5 0,0 3-6 0,-3 3-6 0,-4 2 3 15,0 1-12-15,-4 6 4 0,4-2-4 16,5-2-3-16,3 4-3 0,4-2 1 0,-1-2 0 15,7 3-3-15,2-2-5 0,1 0 1 0,1 2 0 16,3-6-4-16,8 6 3 0,-1-3-2 0,6-2 2 0,7 0-3 16,4-2-3-16,-4-1 1 0,3 2 1 15,-3-5-1-15,-7 1-2 0,0 0 4 0,-2-1-4 0,0 3 0 16,-7-2-1-16,3 1-2 0,-5 1 0 16,1 2 0-16,-2 0-2 0,0 3 4 0,1 4-1 15,-3 0 4-15,0 1-6 0,-2 2 6 0,-1 1-3 0,-1-3-1 16,-4 3 7-16,1 0-4 0,-3 2-3 0,0 3-14 15,-1-4-1-15,1-2 5 0,3 2-26 0,1-3-21 16,-4-1-35-16,1 0-42 0,3-1-41 0,-1-2-39 16,2 3-28-16,4-4-23 0,-2 1-153 0,12 1-454 15,3-3 201-15</inkml:trace>
  <inkml:trace contextRef="#ctx0" brushRef="#br0" timeOffset="193500.57">12868 13786 186 0,'0'0'202'0,"0"0"-22"0,-4-9-15 0,4 9-20 15,0 0-10-15,0 0-17 0,0 0-8 0,0 0-13 16,0 0-1-16,0 0-14 0,24 9-3 0,-14-8-10 16,0 3-10-16,2-1-25 0,1 1-35 0,-2-2-50 15,3-2-41-15,-1 1-43 0,-4 2-112 0,5 0-267 0,-14-3 119 16</inkml:trace>
  <inkml:trace contextRef="#ctx0" brushRef="#br0" timeOffset="193656.69">12879 13995 171 0,'-4'6'171'0,"4"-6"-1"0,0 0-4 15,0 0-10-15,13 8-17 0,-3-6-14 0,3-2-11 16,9-3-25-16,-3 0-50 0,12-1-56 0,-3-2-46 15,-7 2-60-15,-3-2-67 0,0 2-206 0,0-4 92 16</inkml:trace>
  <inkml:trace contextRef="#ctx0" brushRef="#br0" timeOffset="194449.15">11882 13764 61 0,'0'0'124'0,"0"0"-4"0,0 0-12 0,0 0-6 15,-4-6-12-15,4 6-8 0,0 0-2 0,0 0-6 16,0 0-11-16,0 0-4 0,0 0-6 0,0 0 0 16,0 0-14-16,0 0-1 0,0 0-10 0,0 0 6 15,0 0-4-15,0 0 11 0,0 0-5 0,0 0 7 16,0 26-7-16,0-18 2 0,-3 1 4 0,-1 1-2 0,3 0-4 15,-1 0 0-15,-4 6-12 0,5-5-1 0,-1 2 5 16,0 1-8-16,-2 1 8 0,-1 0-19 0,-2 0-30 16,0 2-38-16,3-5-31 0,-2 4-59 15,-1-2-85-15,-3-4-252 0,2 2 111 0</inkml:trace>
  <inkml:trace contextRef="#ctx0" brushRef="#br0" timeOffset="195911.91">14022 13619 59 0,'-2'-7'180'0,"2"7"-6"0,-2-11-4 0,2 11-16 16,-4-8-17-16,4 8-18 0,0 0-14 0,0 0-9 15,0 0-6-15,0 0-3 0,0 0-5 0,13 20-14 16,-6-4-1-16,0 2-6 0,-3 0-2 0,3 7-3 15,-1 0-2-15,0 1-6 0,-2 1-4 0,0-8-5 16,0-1-3-16,-1 3 0 0,3-3-5 0,-4-2-5 16,4 0 0-16,-2-1-2 0,-2-4-4 0,1-1-13 15,1 0-3-15,-4-2 2 0,4-4 3 0,-4-4-4 16,0 10 6-16,0-10 6 0,2 5 5 0,-2-5 4 16,0 0-2-16,0 0-4 0,0 0 0 0,0 0-1 15,0 0-2-15,0 0-6 0,3-27 2 0,-1 14 0 16,3-3-2-16,2-2-3 0,1-7 0 0,-1 9 2 15,6-7-6-15,1-2 1 0,0 3 1 0,-1 7-6 16,0 0 2-16,1-1 4 0,-1 3-6 0,1 5 0 16,-3-2 0-16,0 5 5 0,2 0-8 0,0 1 2 15,-2 4 1-15,-1 3-3 0,-3 0 3 0,5 0-2 16,-3 5 2-16,-1 1 4 0,1 1-4 0,2 3 4 16,-2 2-2-16,-4 1 5 0,4-1 1 0,-4 2-1 15,-1-2-3-15,2 1-1 0,-3 1-1 0,3-1 6 16,0 1-5-16,-2-4-31 0,1 4-22 0,-1-2-26 15,0-3-34-15,0-1-39 0,0-1-55 0,-1 3-111 16,2-4-339-16,-1-3 150 0</inkml:trace>
  <inkml:trace contextRef="#ctx0" brushRef="#br0" timeOffset="196300.81">14743 13650 120 0,'0'0'184'0,"3"-7"-17"16,-3 7-17-16,6-2 1 0,-6 2-1 0,0 0-6 15,13 17-5-15,-5-7-12 0,-2 4-5 0,1 2-7 16,2 1-12-16,1 2-4 0,0 5-8 0,-1-1-2 16,0-5-8-16,3 5-5 0,-3-6-8 0,-2 1-3 15,3-2-7-15,-2-1-6 0,0-1-4 0,3-1-6 16,-1-1-2-16,-4-2-2 0,2-1-5 0,-4-2-4 15,5 2-4-15,-5-4 1 0,1-1 0 0,0 1 4 16,-5-5 4-16,10 3 3 0,-10-3 0 0,9 0 2 16,-9 0-6-16,11-13-1 0,-4 5 0 0,0-1-5 15,-1-8-5-15,1 0 0 0,-2-2-1 0,2-6 1 16,0-1-5-16,-1 0 3 0,-1-2-6 0,0-1 0 16,3-3-2-16,-1 0-2 0,1 2 2 0,-1-1-6 15,3 3 2-15,-6 5 1 0,1 6 9 0,-3 5-11 16,2 2-4-16,-2 0-3 0,-2 4-17 15,1 1-28-15,-1 5-38 0,-1-12-43 0,1 12-15 0,0 0-18 16,0 0-18-16,0 0-11 0,0 0-10 0,15 14-146 16,-13-5-373-16,4 4 166 0</inkml:trace>
  <inkml:trace contextRef="#ctx0" brushRef="#br0" timeOffset="196518.41">15312 13804 122 0,'0'0'218'16,"0"0"-8"-16,14-12-9 0,-5 6-15 0,2 1-10 15,0-1-14-15,6-1-14 0,2 0-15 0,8-3-14 16,2 3-9-16,-3 0-12 0,2 1-11 0,0-2-5 16,-9 3-11-16,0 4-11 0,-1-2-25 0,-4 2-26 15,-2-1-35-15,-3 2-33 0,-9 0-29 0,16-2-37 16,-9 2-13-16,-7 0-25 0,0 0-109 0,0 0-293 15,0 0 129-15</inkml:trace>
  <inkml:trace contextRef="#ctx0" brushRef="#br0" timeOffset="196756.7">15496 13692 114 0,'0'0'207'15,"0"0"-8"-15,-5-3-16 0,5 3-19 0,0 0-14 16,0 0-13-16,0 0 1 0,0 0-4 0,0 0 6 15,10 29-2-15,-8-17-3 0,3 5-7 0,-4 2-7 16,0-1-8-16,1 0-8 0,-2 2-10 0,1 1-8 16,-2-2-7-16,1 0-8 0,-2 0-7 0,1 0-5 15,-3 1-10-15,2-2-1 0,2-2-4 0,-3 0-6 16,3-1 5-16,-1 1-6 0,1 0-21 0,-1-5-26 16,1-1-25-16,-2-1-36 0,1 0-32 0,1-9-35 15,-3 10-35-15,2-4-20 0,1-6-31 0,-4 7-129 16,4-7-380-16,0 0 168 0</inkml:trace>
  <inkml:trace contextRef="#ctx0" brushRef="#br0" timeOffset="196932.97">15531 13682 87 0,'5'-3'147'15,"4"3"-10"-15,1-2-7 0,4 0-23 0,4 0-11 16,1 4-40-16,-1-2-49 0,1 0-40 0,-1 1-30 16,-5 2-50-16,-3-2-120 0,3 1 54 0</inkml:trace>
  <inkml:trace contextRef="#ctx0" brushRef="#br0" timeOffset="197384.13">14546 14340 152 0,'0'0'166'0,"24"-4"0"15,-5 0-9-15,13-1-4 0,6 1-5 0,16-1-9 16,2 2-12-16,5-3-6 0,-2 0-11 0,1 1-3 15,2 1-10-15,-6 0-6 0,3 0-5 0,-3-3-9 16,-1 5-6-16,-17-2-8 0,13 1-8 0,-15 2-5 16,-5-1-4-16,3 1-4 0,-6-1 0 0,-10 0-9 15,3 2-2-15,-7-1 0 0,-3 1-4 0,1 0-2 16,-1-1-7-16,-5 1 3 0,-6 0-3 0,12-1 0 16,-12 1-6-16,7-1-10 0,-7 1-16 0,0 0-25 15,0 0-27-15,0 0-31 0,0 0-40 0,0 0-40 16,0 0-152-16,0 0-357 0,-24 10 159 0</inkml:trace>
  <inkml:trace contextRef="#ctx0" brushRef="#br0" timeOffset="197717.43">14849 14609 135 0,'0'0'187'0,"0"0"-7"0,36-4-8 0,-13 3-13 16,12-1-9-16,15-2-19 0,-1-1-8 0,3-3-14 16,2 3-7-16,-2 0-9 0,-15 2-27 0,-3-2-27 15,-4 1-28-15,-1 2-33 0,-8-1-31 0,-7 3-32 16,-1-2-24-16,-6-1-123 0,-7 3-250 0,0 0 110 16</inkml:trace>
  <inkml:trace contextRef="#ctx0" brushRef="#br0" timeOffset="198167.29">15158 14545 74 0,'0'0'159'0,"-3"7"-9"0,3-7 10 16,-1 14 3-16,1-3-11 0,0-1-11 0,0 3-11 15,1 4-1-15,0-1-8 0,-2 1-2 0,1-1-8 16,1 1-10-16,-2 2-8 0,1-1-2 0,-1 1-6 15,1 0-3-15,2-1-3 0,-2-1-10 0,-2-2-6 16,-1 1-4-16,3-3-7 0,-1-1-4 0,-3 0-4 16,6-3-5-16,-2 1-5 0,2-1 3 0,-2 0-9 15,0-9-3-15,0 11-3 0,0-4 1 0,0-7-3 16,0 0-3-16,-2 14-3 0,2-14 0 0,0 6 0 16,0-6-3-16,0 0 5 0,-2 7-5 0,2-7-1 15,0 0 9-15,0 0-14 0,0 0-10 0,-10 2 0 16,10-2-7-16,0 0 4 0,-13-4-2 0,13 4 0 15,-10-1 5-15,10 1-4 0,-15-4 1 16,7 2 2-16,-1-1 1 0,0 2-1 0,-3 0-1 0,2 1 3 16,-2-2-4-16,1 1 5 0,-3 1 0 15,3-1-1-15,2 1 0 0,9 0 0 0,-14 0 0 0,14 0 3 16,-11 0-7-16,11 0-1 0,0 0 2 0,-7 2 3 16,7-2-4-16,0 0 8 0,0 0 1 0,0 0 0 15,0 0-3-15,30 8 3 0,-12-11-3 0,2 3 3 16,9 0-3-16,5-1 3 0,-2-3-7 0,5-1-22 15,-1 1-40-15,0 3-36 0,-4-4-48 16,2-2-53-16,-5 5-146 0,-9-2-379 0,0 3 167 0</inkml:trace>
  <inkml:trace contextRef="#ctx0" brushRef="#br0" timeOffset="-212068.98">11702 15754 91 0,'0'0'108'0,"0"0"-12"0,0 0-6 0,7-2 3 16,-7 2 0-16,0 0 0 0,0 0 5 0,0 0-10 0,0 0-9 15,0 0-14-15,0 0 1 0,0 0-9 0,0 0-8 16,0 0 1-16,0 0-5 0,-15-12-6 0,15 12-5 16,-10-6-2-16,4 4 1 0,6 2-5 0,-13-3-5 15,8 3 11-15,5 0 8 0,-22 0 0 0,12 1-6 16,-3 0 0-16,2 2-7 0,-3 0-1 15,2 3 4-15,-1-2-7 0,-4 2 3 0,0 2-5 0,2 2 0 16,-2 0-1-16,2 2-3 0,-1-1-1 16,4 3 1-16,-1-1 0 0,0 1 1 0,4 1 0 0,-4 0 2 15,4 0-3-15,0 1 3 0,5 0-2 16,-3 0-6-16,4 0 4 0,3 0-2 0,-1-3-1 0,2-3 2 16,4 2 1-16,0 1-2 0,2 2 3 15,2-3-3-15,5 5 6 0,-1-7-8 0,2 2 3 16,0-2-5-16,4-1 3 0,3 5-3 0,-4-9-1 15,0 0-13-15,0-1-19 0,4 0-24 0,-1-1-32 0,-3-2-29 16,4-1-29-16,-1 0-17 0,-1-1-142 16,0 1-318-16,-7 0 141 0</inkml:trace>
  <inkml:trace contextRef="#ctx0" brushRef="#br0" timeOffset="-211810.85">11968 15967 186 0,'2'-9'202'0,"-2"9"-4"16,0-8-7-16,0 8-3 0,0 0-6 0,0-10-12 16,0 10-11-16,0 0-15 0,0 0-13 0,0-6-15 15,0 6-11-15,0 0-11 0,0 0-8 0,0 0-3 16,0 0-4-16,4 20-6 0,-2-7-4 0,-1 3-3 16,-1-1 0-16,0 0-4 0,0 5-9 0,-1 4-1 15,-1 2-7-15,2-7-4 0,-1 5-2 0,0 2-8 16,-1-1-1-16,2-5 0 0,0-2-4 0,0 1-6 15,0 1-5-15,-2-1-12 0,2-2-44 0,0 1-27 16,0-3-20-16,0-1-29 0,0-4-37 0,0 1-34 16,0 0-34-16,0-1-138 0,0-10-389 0,0 0 172 15</inkml:trace>
  <inkml:trace contextRef="#ctx0" brushRef="#br0" timeOffset="-211490.77">12056 15998 73 0,'26'2'160'0,"-12"2"-13"0,3 1-12 15,2 4-14-15,-4 0-17 0,1 4-3 0,4 4-8 16,-8-2-5-16,0 2-11 0,-2 1-5 0,-3 0-2 15,-1 7-8-15,-1-6-6 0,-1-2-1 0,1 2-10 16,-5 2 1-16,-5-3-9 0,1 8 0 0,1-9-6 16,-4 1-6-16,1 2-8 0,-3-5 9 0,-3 7-2 15,2-7-4-15,-2 1-2 0,-4-4-4 0,2 5 3 16,-2-4-4-16,-1-1 0 0,0 0 0 16,2-1-2-16,-2-4-10 0,-1 0-17 0,1 0-14 0,5-3-28 15,0-1-22-15,-1-2-33 0,6-1-32 0,-2 2-85 16,9-2-250-16,-20-7 111 0</inkml:trace>
  <inkml:trace contextRef="#ctx0" brushRef="#br0" timeOffset="-211303.93">12460 16129 141 0,'21'-3'160'15,"-21"3"-5"-15,17-1-21 0,-17 1-13 0,19 0-6 16,-19 0-15-16,21 2-15 0,-10 1-25 0,-11-3-33 0,18 5-36 16,-11-2-29-16,-7-3-30 0,14 3-97 15,-14-3-177-15,0 0 80 0</inkml:trace>
  <inkml:trace contextRef="#ctx0" brushRef="#br0" timeOffset="-211137.78">12493 16284 78 0,'0'0'127'0,"0"0"-3"0,0 0-11 15,-7 5-1-15,7-5-14 0,0 0-6 16,0 0-6-16,0 0-5 0,0 0-21 0,0 0-28 0,52-16-50 16,-32 10-38-16,6-5-100 0,-7 2-167 0,1 0 75 15</inkml:trace>
  <inkml:trace contextRef="#ctx0" brushRef="#br0" timeOffset="-206986.66">14025 15502 69 0,'0'0'72'0,"0"0"-1"16,0 0-5-16,0 0-3 0,0 0-4 0,0 0-3 15,0 0 5-15,0 0-14 0,0 0 2 0,0 0 1 16,0 0 3-16,0 0 2 0,0 0-7 0,0 0 13 16,0 0-14-16,0 0 2 0,0 0-15 0,0 0 13 15,-16 13-6-15,16-13-2 0,-11 2 0 0,11-2-9 16,-10 1 11-16,10-1-3 0,-6 3 4 0,6-3-8 16,0 0-2-16,-9 3 0 0,9-3 5 0,-9 2-7 15,9-2-1-15,-9 1 2 0,9-1-1 0,-8 2-1 16,8-2 1-16,0 0 2 0,0 0-8 0,-10 0 1 15,10 0-1-15,0 0-6 0,0 0-1 16,0 0-1-16,0 0 1 0,0 0-8 0,0 0 1 0,0 0 3 16,0 0-1-16,0 0 10 0,0 0-2 0,29 4 0 15,-7-6 0-15,8 1-1 0,2-3-3 0,3 3 0 16,-1-3 0-16,5 1-4 0,-2-3 1 0,-3 2-7 16,4 1-18-16,-4-3-5 0,-5 5-24 15,0-3-16-15,-10 1-31 0,0 1-10 0,-3-1-20 16,-5 2-20-16,-1-1-108 0,-3 2-265 0,-7 0 119 0</inkml:trace>
  <inkml:trace contextRef="#ctx0" brushRef="#br0" timeOffset="-206689.06">14315 15576 89 0,'7'7'93'0,"-3"1"-3"15,2 2-7-15,2 1-1 0,-6 0-8 0,2 5 8 16,-1-1-18-16,-2 3-1 0,-5-2-1 16,4 4 2-16,-4-2-5 0,-1 4 5 0,-2-4-3 15,0-1-12-15,1 0-11 0,-1 1 10 0,-4-2 5 16,-1 6 2-16,-2-5-2 0,-1 4 1 0,-1 0-12 0,6-5 2 16,-1-3-5-16,1 2-4 0,1 2 1 0,2-7-8 15,1-1-5-15,2-2 1 0,-1 0-3 0,2 2-3 16,1-5 2-16,-2 3-3 0,4-7-1 15,0 12 0-15,0-12-2 0,8 9 1 0,-2-6-1 16,2 0-32-16,-8-3-30 0,28-3-24 0,-9 0-37 16,1-3-31-16,1 2-97 0,4-5-255 0,-5 4 114 0</inkml:trace>
  <inkml:trace contextRef="#ctx0" brushRef="#br0" timeOffset="-206505.82">14611 15867 61 0,'0'0'173'0,"0"0"-14"0,0 0-5 0,0 0-15 15,0 0-17-15,0 0-12 0,0 0-8 0,0 14-12 16,0-14-2-16,1 7-12 0,-1-7-20 0,0 0-48 16,4 9-40-16,-4-9-41 0,6 3-43 0,-6-3-71 15,0 0-201-15,12-1 89 0</inkml:trace>
  <inkml:trace contextRef="#ctx0" brushRef="#br0" timeOffset="-206291.87">14970 15630 177 0,'2'-8'195'15,"-2"8"-21"-15,5-4-19 0,3 1-12 0,2 1-13 16,8-2-14-16,3 0-8 0,9-2-14 0,4 4-7 16,0-4-22-16,3 3-34 0,-2-2-36 0,-4 2-31 15,-1 0-42-15,1-2-25 0,-13 3-107 0,-4 2-226 16,-2-3 101-16</inkml:trace>
  <inkml:trace contextRef="#ctx0" brushRef="#br0" timeOffset="-205858.18">15251 15590 32 0,'0'0'141'0,"-6"3"-2"0,6-3 7 16,0 12-5-16,-2-5-4 0,2 3-5 0,-1 2-9 15,-3 5-8-15,3-2-6 0,-1 4-4 0,1 0-12 0,0-1 0 16,2 1-3-16,-1-1-11 0,1 7-3 0,1-7-4 15,-1-1-9-15,-2 2-8 0,2-1-2 16,-1-2-6-16,0 1-2 0,-1-1-11 0,-1 0 0 16,1-3-1-16,1 2-5 0,-1-3-4 0,2-3-1 15,-2 2 0-15,1 0-2 0,0 0-3 0,0-3-3 16,-1-1-1-16,1-7-3 0,-8 11-7 0,7-5-11 0,-2-1-13 16,3-5-4-16,-9 5-6 0,5-2-8 0,4-3-4 15,-11 2-1-15,11-2 4 0,-13-3-5 16,13 3 4-16,-11-6 8 0,3 2-1 0,3-2 5 15,-3 1 3-15,3-1 5 0,2-1-5 0,3 7 10 16,-5-8 2-16,5 8 12 0,-6-8 2 0,6 8 3 16,-4-5-3-16,4 5 2 0,0 0-3 0,0 0 2 15,0 0 1-15,0 0-2 0,14-3 1 0,-14 3 4 0,16 1-3 16,-16-1 0-16,19 4 4 0,-10-3-3 0,5 3 0 16,-1-4 0-16,7 4 4 0,-8-3-10 15,0 1-23-15,2 0-26 0,3-1-26 0,-4-1-37 16,0-1-35-16,1 1-100 0,-3-3-268 0,-1 1 120 15</inkml:trace>
  <inkml:trace contextRef="#ctx0" brushRef="#br0" timeOffset="-205651.17">15223 15593 74 0,'-1'-7'154'0,"1"7"-16"0,12-4-7 16,-1 1-21-16,7 0-3 0,8-3-16 0,5 3-13 15,2 0-6-15,3 1-14 0,0 0-36 0,0-1-37 16,-2-2-44-16,-2 4-34 0,-3-2-52 0,-11 2-157 16,0-1 70-16</inkml:trace>
  <inkml:trace contextRef="#ctx0" brushRef="#br0" timeOffset="-205121.29">14177 16329 87 0,'0'0'124'0,"-9"2"-5"0,9-2-4 0,-6 3-23 15,6-3 15-15,0 0 2 0,0 0 2 0,13 16 2 0,6-12 1 16,10 3-3-16,7-3-6 0,18 1-2 0,7-4-10 16,30 1-32-16,0-4-3 0,3-3 0 0,-3 2-7 15,1-1 5-15,-3-1-10 0,5 1 0 16,-2 2 4-16,-3-3-6 0,6 0-2 0,1 0-2 15,-4 3-1-15,-3-1 1 0,-26 1-1 0,1-2-2 16,-1 0-3-16,-1-1-1 0,-2 3 4 0,-9 0-9 16,-11 2 0-16,-5-4-3 0,-5 2 0 0,-10 2-7 0,-2-1 3 15,-6 2 0-15,0-1-2 0,-5 0 2 0,-1-1 4 16,-6 1-9-16,9-3 2 0,-9 3-3 16,0 0-22-16,0 0-34 0,0 0-27 0,0 0-49 15,0 0-35-15,-42-4-42 0,15 6-143 0,-1-2-363 16,-4-2 161-16</inkml:trace>
  <inkml:trace contextRef="#ctx0" brushRef="#br0" timeOffset="-204184.46">14524 16770 137 0,'0'0'187'0,"0"-10"-13"0,0 10-15 15,0 0-20-15,-2-8-11 0,2 8-15 0,0 0-13 16,0 0-11-16,0 0-4 0,0 0-8 0,0 0-1 15,11 19 1-15,-7-7-5 0,2 2-14 0,-1 4 2 16,4 1-9-16,-4 1 5 0,-1-1-7 0,2 6 0 16,-1-5-9-16,3 2 0 0,-4-3-5 0,0-1 32 15,0 0-9-15,-1 0-4 0,1-1-4 0,-1-2-7 16,2 2-4-16,-3-5-4 0,0-2 0 0,0 1-3 16,-2-3-8-16,3-2-3 0,-3-6 1 0,1 12-2 15,-1-12-1-15,0 8 5 0,0-8 3 0,1 5 4 16,-1-5 6-16,0 0-4 0,0 0-5 0,0 0 0 15,0 0-4-15,0 0 1 0,0 0-8 0,-7-19-3 16,7 19-6-16,2-22 2 0,3 9 3 0,1-4-2 16,0 1-1-16,1-1-6 0,3 0 4 0,5-4 0 15,-3 5-3-15,-1 2 0 0,2-1-2 0,-3 7-1 16,-2-1 1-16,-1 5-7 0,-1 0 4 0,-6 4-3 16,12-2-2-16,-12 2 2 0,0 0-1 0,19 10 2 15,-11-2 2-15,-2 1-2 0,1 1 2 16,-1 6 1-16,-3-3 0 0,4 3-1 0,-2 1-7 15,-3 0 12-15,3 0-5 0,-1 1 0 0,0-2-6 16,2 2-12-16,-2-7-38 0,-2 5-27 0,2 0-32 16,1-2-33-16,-1-3-46 0,0-3-191 0,-1 0-415 15,-3-8 184-15</inkml:trace>
  <inkml:trace contextRef="#ctx0" brushRef="#br0" timeOffset="-203791.73">14988 16931 189 0,'5'-13'194'0,"-5"13"-12"0,5-9-17 15,-5 9-19-15,8-6-4 0,-8 6-8 0,0 0 0 16,0 0-9-16,25 15-9 0,-17-6-10 0,2-1-7 16,-5 2-2-16,3 7-10 0,-3-6-8 0,0 4-7 15,1 2-5-15,-1-1-5 0,1-1-9 0,-1 0 0 16,0-5-5-16,0 6-4 0,-1-5-6 0,0-1-3 15,-2 3 1-15,1-4-11 0,-1 0-2 0,3-1 1 16,-5-8-3-16,6 12-4 0,-4-7 2 0,2 2-3 16,-4-7 2-16,0 0 1 0,9 9 1 0,-9-9 15 15,0 0-8-15,0 0 1 0,0 0-8 0,22-13 4 16,-14 4-7-16,0-2 1 0,2-5-3 0,2 1-1 16,3-8 2-16,-1-2-2 0,1-2-2 0,-2 1 1 15,0 0-1-15,4-6-3 0,-4 4-1 0,-2-1 4 16,3-1-6-16,-4 2-1 0,3 4 0 0,-3 2-10 15,-3 5 13-15,-1 1-4 0,-1 4-1 0,0 2 1 16,-2 5-6-16,-3 5-16 0,6-13-22 16,-6 13-38-16,0 0-21 0,7-11-24 0,-7 11-25 0,0 0-39 15,10 0-30-15,-10 0-137 0,0 0-382 16,0 0 170-16</inkml:trace>
  <inkml:trace contextRef="#ctx0" brushRef="#br0" timeOffset="-203560.49">15531 16952 45 0,'5'9'188'16,"-5"-9"-2"-16,10 5 0 0,-2-1-6 0,-8-4-7 16,20 3-11-16,-3 0-9 0,3-3-8 0,7-3-15 15,2 3-10-15,5-2-18 0,0 0-4 0,-3-1-9 16,1 2-9-16,-3-2-18 0,1 0-20 0,-2 2-24 15,-9-1-25-15,0 0-16 0,-5-1-42 0,4-1-12 16,-4 2-24-16,-2-5-27 0,-1 2-19 16,-1 0-8-16,-10 5-88 0,16-5-263 0,-16 5 116 15</inkml:trace>
  <inkml:trace contextRef="#ctx0" brushRef="#br0" timeOffset="-203344.17">15931 16889 77 0,'0'0'128'0,"0"0"0"0,0 0 0 0,-10 10 5 16,10-10 6-16,1 10-3 0,-1-10 1 0,-1 18 14 16,2-7-2-16,0 0-10 0,-2 6-8 0,1 0-4 15,-1 2-6-15,1 0-13 0,2-2-10 0,-2 3-8 16,-1-1-9-16,0-1-7 0,2 2-7 0,1 6 0 16,-2-7-14-16,0-3-1 0,-1 2-15 0,0 0 5 15,1-2-14-15,0 0-15 0,1-4-29 0,-1 3-29 16,-1-5-29-16,1 2-41 0,-1-3-47 0,1 1-209 15,0-10-401-15,-3 17 177 0</inkml:trace>
  <inkml:trace contextRef="#ctx0" brushRef="#br0" timeOffset="-203124.57">16062 16954 98 0,'9'-6'67'0,"3"2"-21"0,3-5-27 0,4 4-35 15,7-5-20-15,2 1-39 0,1 1 17 0</inkml:trace>
  <inkml:trace contextRef="#ctx0" brushRef="#br0" timeOffset="-202404">10246 15444 60 0,'6'15'111'0,"-4"-6"-3"0,-1 11-7 0,5 10 7 16,-5 5-4-16,-1 14-4 0,1 5 0 0,-1 3 1 16,0 25 21-16,-5-25-11 0,1 3-2 15,-1 21-11-15,5-1-1 0,-5-23-12 0,0 25-5 16,4-27-11-16,2 1-5 0,-1 1-33 0,2 1 1 0,0-7-4 15,1 1-9-15,0-3 7 0,-2-4-7 0,3-9-2 16,1-2 1-16,2 12-2 0,-3-14-2 0,4 0 0 16,-1-2-3-16,-2-2 1 0,-1 0-15 15,0-3-12-15,-2-8-18 0,5-2-21 0,-4-4-41 16,-1 0-29-16,0-2-37 0,0-3-89 0,-2-6-272 16,0 0 121-16</inkml:trace>
  <inkml:trace contextRef="#ctx0" brushRef="#br0" timeOffset="-200837.43">10214 15399 58 0,'32'-1'94'0,"6"2"-7"15,15-1-8-15,0-3 16 0,8 3-16 0,0-3-11 16,1 0-3-16,0 2-11 0,1-2-2 0,5 0-4 16,27 3 0-16,-29-4 3 0,28 0-5 0,3 1-13 15,-6-2 1-15,2 0 5 0,6-4-1 0,-2 1-2 16,5 3 5-16,-5 0-4 0,4-1 3 0,2 4-7 16,3 1 2-16,1 0 1 0,-3-4 1 0,2 3-3 15,1-3-5-15,1 5 4 0,4 0-6 0,-2-1-3 16,3 1-1-16,4-3-6 0,-6 1 0 0,0-1-2 15,4 1 1-15,4-2 2 0,-3 4-10 0,7-2 4 16,-3 2 0-16,-5-3-2 0,4-3-2 0,-2 2 0 16,-3 1 2-16,2-1-2 0,2-1 2 0,-3 3-2 15,-4-4 2-15,3 8-8 0,1-9 2 0,1 3 0 16,-2 3 2-16,5-5-2 0,-2 0 4 0,2 2-7 16,1 1 1-16,-6-1-1 0,0-2-6 0,-1 3 15 15,0-3-10-15,-1 3-5 0,1-2 1 0,-2 6 3 16,-5 0-6-16,-4-6 4 0,-2 5-5 0,-2 1 9 15,-4-3-8-15,-1 3 4 0,2-1 3 0,-30 0-3 16,28 1 3-16,-32 1-6 0,3 0 1 0,-4-2 3 16,6 2 1-16,-10 2 1 0,0-2-2 0,-5-2 4 15,2 1-2-15,-15 2-3 0,-3-2 0 0,-1-1 4 16,-2 4 5-16,-3-2-7 0,1 0-7 0,-2 5 6 16,-9-4 4-16,0-2-3 0,-2 2-1 0,-3 0-4 15,-1 0 8-15,-2 1-7 0,0-1 5 0,-3 2-2 16,-1-1 2-16,-1-1-1 0,2 0 4 0,-2 2-3 15,-2-1-5-15,0 1 4 0,0 0-2 0,-2 4-1 16,0-1 6-16,1 2 1 0,-3 1 8 0,3 0-2 16,-6 1 0-16,1 4 7 0,1 3-2 0,-1 1-3 15,1-2 4-15,-3 8 0 0,1-1-5 0,-3 1 3 16,3 2 1-16,3-3 0 0,-5 3-3 0,-1 2 25 16,2-2 0-16,-2 1-4 0,2 0 0 0,1 0-1 15,-1 0 7-15,3 0-2 0,-1 2-5 0,0-3 3 16,-1 3 2-16,3-1-2 0,0 2 0 0,-2 0 2 15,5 1 0-15,-1 2 0 0,0-1 2 0,-1 2 1 16,-1 11-3-16,0-1-5 0,0-12-1 0,1 1-30 16,-1 11 5-16,1-12-2 0,-1 13 3 0,0-13-4 15,-2 12 0-15,1-10 0 0,-1 9 1 0,-1-11 1 16,-2 0-1-16,1 11 0 0,-1-11-4 0,-6 13 10 16,1-3-5-16,5-8 4 0,1-1-5 0,-1-1 6 15,1-1-4-15,-6 0 3 0,2 15 29 0,-1-18-5 16,4 5-8-16,-4 0 1 0,4-5-1 0,1 1-3 15,-1 2-4-15,3-3-1 0,-3 0-2 0,-4-1 1 16,4-2-4-16,3 1 0 0,-3-2-8 0,0 0 12 16,2-9-7-16,-2 10 2 0,-2-9-6 0,2 0 2 15,-2 0-2-15,2-1 0 0,-3 1 0 0,2-2 1 16,-3-1 0-16,1-1-1 0,-2 0-1 0,4-3 2 16,-2-2-5-16,0 0 2 0,2-1-2 0,-1-1-2 15,3 0 8-15,-5-2-2 0,1 0 0 0,8-5-2 16,-17 9-2-16,7-2-2 0,-1-5 4 0,-1-1 0 15,-1 3 2-15,2-4-1 0,-2 2-2 16,0-1 2-16,-3-2 0 0,0-1 1 0,-3 1-3 0,-3-2 3 16,-4 0-5-16,4-2 4 0,-9-2-8 15,2 3 8-15,-6-3-2 0,2 0 2 0,-3 1-2 16,1 2-1-16,0-2 1 0,-16-3-5 0,13 3 6 0,-16-4-1 16,1-1-2-16,1 3 0 0,-5-2-1 0,-2 1 0 15,-5 3 3-15,3-1 0 0,-5 0 0 0,-27 0-2 16,5-3 1-16,-3 4 0 0,2-5 0 15,-2 3 0-15,0 0-2 0,-1 6 4 0,2-4-3 16,-5-1 3-16,0 1-3 0,-6 0-2 0,8-2 6 16,-4 2-3-16,1 3-2 0,3 0 4 0,-7-4-3 15,6 0 2-15,-5 2-2 0,3-2 0 0,-1 2 2 16,-1 0 0-16,-4 2-2 0,3-4-1 0,5 6 3 16,-5-3-2-16,-1 3 4 0,-4-4-5 0,1 3 4 15,-6-1-2-15,0-2-4 0,-2 3 8 0,2-3-8 16,-4 5 6-16,-4-7 0 0,8 7-2 0,-8-4 3 15,2 1-1-15,4 1 0 0,4-3 8 0,0 3-1 16,-1-4 7-16,4 0-4 0,3 3-1 0,4 0 1 16,-2-2-4-16,-4 2-1 0,7 0-1 0,-3-4 0 15,8 0 2-15,-5-1-2 0,4-2 2 0,0 6-6 16,-1-3 2-16,1 5 4 0,0-6-7 0,1 3-1 16,-3-3 0-16,27 3 5 0,-28-4 0 0,7 2-4 15,23 2 2-15,-27 1-8 0,26-2 9 0,-1 1-3 16,1-1 3-16,2-2 0 0,1 0-4 0,1 4 6 15,4-6-6-15,-2 2-3 0,4-1 7 0,1-1-5 16,16 3 4-16,-12-5-3 0,14 3 2 0,1 0 2 16,-13-4-2-16,13 8-2 0,0-4 4 0,1 1-14 15,2 2 8-15,0-1-1 0,-1 1 3 16,7 2-4-16,-4-1-2 0,3 4-5 0,8-1-1 0,-1 1-4 16,4 1-3-16,4-1-11 0,13 1-1 15,-22 0-9-15,22 0-15 0,-21-2-11 0,21 2-5 16,-14 3-5-16,14-3-9 0,0 0-6 0,-10 7-18 15,10-7-23-15,0 0-30 0,0 0-21 0,0 0-142 0,0 0-351 16,0 0 156-16</inkml:trace>
  <inkml:trace contextRef="#ctx0" brushRef="#br0" timeOffset="-200231.72">10286 16802 45 0,'-8'-4'55'0,"8"4"1"15,0 0-6-15,0 0-5 0,0 0-4 0,0 0-4 16,0 0 2-16,0 0 0 0,0 0 5 0,0 0-1 16,0 0-10-16,-13 0 11 0,13 0-3 0,0 0-2 15,0 0-8-15,0 0 16 0,0 0-8 0,0 0 11 16,0 0-4-16,-6 14 4 0,6-14 1 0,0 10 3 15,0-10-4-15,0 0 1 0,4 19-7 0,-2-6 11 16,-1-2-3-16,0 0 0 0,2 2-4 0,4 4 4 16,-4 0-3-16,-1 3 2 0,1-1-6 0,1 0-4 15,-2-1-4-15,1 2 0 0,-2-3-11 0,-1 1 0 16,0 2 1-16,0-3-6 0,1 0 0 0,-1 0-3 16,-1-1-3-16,2 0 2 0,-3-5-7 0,2 1-9 15,-3 0-22-15,3-1-26 0,-1-1-26 0,1 2-37 16,-1-4-39-16,-3 1-96 0,4-9-264 15,-4 14 117-15</inkml:trace>
  <inkml:trace contextRef="#ctx0" brushRef="#br0" timeOffset="-200053.87">10594 17062 45 0,'5'5'60'0,"-5"-5"-57"0,5 7-21 15,-2-4-20-15,-3-3 9 0</inkml:trace>
</inkml:ink>
</file>

<file path=ppt/ink/ink2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17:22.714"/>
    </inkml:context>
    <inkml:brush xml:id="br0">
      <inkml:brushProperty name="width" value="0.05292" units="cm"/>
      <inkml:brushProperty name="height" value="0.05292" units="cm"/>
      <inkml:brushProperty name="color" value="#FF0000"/>
    </inkml:brush>
  </inkml:definitions>
  <inkml:trace contextRef="#ctx0" brushRef="#br0">14734 5521 10 0,'0'0'11'16,"0"0"1"-16,0 0 3 0,0 0-8 0,0 0-4 15,0 0-4-15,0 0 3 0,0 0-2 0,0 0 2 16,0 0-6-16,0 0-6 0,0 0-11 0,0 0 6 16</inkml:trace>
  <inkml:trace contextRef="#ctx0" brushRef="#br0" timeOffset="4369.53">20252 4202 13 0,'0'0'20'0,"0"0"-14"0,0 0-13 16,0 0-7-16,0 0 3 0</inkml:trace>
  <inkml:trace contextRef="#ctx0" brushRef="#br0" timeOffset="5170.35">20148 5296 3 0,'0'0'5'0,"0"0"3"0,0 0-2 15,0 0 0-15,0 0 4 0,0 0-5 0,0 0-1 16,0 0 0-16,0 0-2 0,0 0 4 16,0 0-5-16,0 0 7 0,0 0-6 0,0 0 0 15,0 0-2-15,0 0 1 0,0 0-3 0,0 0 1 0,0 0-2 16,0 0-9-16,0 0-12 0,0 0 6 0</inkml:trace>
  <inkml:trace contextRef="#ctx0" brushRef="#br0" timeOffset="9218.61">11265 6354 35 0,'0'-10'39'0,"0"10"-21"16,0 0-20-16,0 0-13 0,0 0-17 0,0 0 7 15</inkml:trace>
  <inkml:trace contextRef="#ctx0" brushRef="#br0" timeOffset="12407.16">16859 6867 9 0,'-12'-2'67'0,"1"2"4"0,-1 2-8 0,2-2 1 15,0 0-5-15,-3 0-4 0,3 0-7 0,2 0-1 16,-2 0-10-16,2 0-6 0,8 0 5 0,-13-2 5 16,13 2-2-16,-11 2-6 0,11-2-8 0,-10-2 2 15,10 2-11-15,-9-1 10 0,9 1-4 0,0 0 2 0,0 0 1 16,-13 0-4-16,13 0-9 0,0 0 5 15,0 0 0-15,0 0-3 0,0 0-2 0,0 0-8 16,0 0 8-16,-6 3 0 0,6-3-2 0,0 0 2 16,0 0 14-16,0 0 8 0,0 0 7 0,21 10-11 15,-16-5-7-15,2-2-1 0,-1-1-14 0,2 0 14 0,-2 0-4 16,-6-2-5-16,16 5 1 0,-6-1-3 0,0-2-1 16,2 1-2-16,1-1-2 0,6 1 5 15,-2-1 0-15,5 1 1 0,4 1-9 0,2-1 6 0,0 0-1 16,0-3-2-16,3 6-3 0,-1-6 2 0,1 1-3 15,2 1 8-15,1-2-6 0,0 1 3 0,3-1 1 16,-1 0-5-16,1 2-2 0,0-1-1 16,1-7 2-16,3 9-4 0,10-6 4 0,-14 2 1 0,0 1 3 15,3 0-2-15,-2-4 0 0,15-1-3 0,-15 5-1 16,14-4-3-16,-14 2 3 0,-1 0-1 0,2-2 4 16,0 1-3-16,-1 1 4 0,14-1-5 0,-13-3 4 15,-2 6-4-15,15-4 1 0,-16 3-1 16,1-1 0-16,0 0 14 0,0 0-13 0,0 2-2 0,-2-2 2 15,3-2-1-15,-1 6-3 0,-3-4 12 0,2 1-9 16,-2-1 1-16,3 2 4 0,0 0-2 0,1-3-7 16,2 4 10-16,-3-2-7 0,15 1 1 0,-12-1 4 15,11 1-2-15,1-2 4 0,1 0 1 0,0-1-4 16,1 3-4-16,-4-2 7 0,1-4-1 0,3 0-2 16,-4 1 5-16,-10 2-5 0,13-2 3 0,-1-2 1 15,2 0 4-15,-4 3-10 0,-10-1 3 0,12 0 1 16,0 1 1-16,-12 0 0 0,12-1 1 0,-1 1-3 15,2 0 2-15,-2 1-7 0,0-2 7 0,0 2 4 16,0-1-3-16,-11 0 0 0,11-1-7 0,0 3 1 16,-1-2 2-16,2 2 3 0,-1 1-2 0,-12-1-5 15,-1 2 1-15,14-2-2 0,-13 2 5 0,-3 0-3 16,1-1 4-16,1 1 1 0,-1-1 1 0,-1 2 1 16,0-1-3-16,-2 0-2 0,-1-1 2 0,2 1 1 15,-3 0-10-15,0 0 7 0,-3 0-1 0,2 0 4 16,-6-2-5-16,4 2 0 0,-8-1 6 0,10-2-3 15,-3 1 0-15,-6 2-8 0,3 0 10 0,-4 2-5 16,0-4 2-16,-1 2-4 0,0 2-8 0,0-2 16 16,1-2-5-16,-1 2 0 0,1 0-4 0,-2 0 1 15,1-1 1-15,0-1 7 0,-4 1-1 0,5 1-2 0,-2-1 7 16,-1 1-13-16,0-2 2 0,-2 2 5 0,-2-2 6 16,-1 2 0-16,-1 0-2 0,2 0-7 15,-4-1 0-15,3 1 5 0,-6 0-1 0,1-1-4 16,-8 1 5-16,16 0-2 0,-9 0 0 0,-7 0-6 0,12-2 8 15,-12 2-1-15,11-1-6 0,-11 1 6 0,0 0-2 16,11 0 10-16,-11 0-2 0,0 0 1 16,8 0 2-16,-8 0-1 0,0 0 3 0,0 0-5 15,9-3 0-15,-9 3 8 0,0 0-4 0,0 0-2 16,0 0 0-16,0 0-2 0,0 0 6 0,0 0 0 0,9 3-3 16,-9-3-5-16,0 0 4 0,0 0 0 0,0 0 4 15,0 0-2-15,0 0 1 0,0 0-2 0,0 0-1 16,0 0-1-16,0 0-5 0,0 0 5 15,0 0-1-15,0 0-3 0,0 0 4 0,0 0 0 0,0 0 6 16,0 0 9-16,0 0-3 0,0 0-6 0,0 0 2 16,0 0-3-16,0 0-2 0,0 0-1 0,0 0 0 15,0 0-2-15,0 0 0 0,0 0-5 0,0 0 2 16,0 0-4-16,0 0-1 0,0 0-8 0,0 0-11 16,0 0-17-16,0 0-11 0,0 0-37 0,0 0-36 15,0 0-45-15,0 0-131 0,0 0-316 0,0 0 140 16</inkml:trace>
  <inkml:trace contextRef="#ctx0" brushRef="#br0" timeOffset="14829.7">21153 7053 11 0,'0'0'86'0,"0"0"-11"0,0 0-5 0,0 0 0 0,0 0-3 16,0 0-4-16,0 0-10 0,0 0-2 0,0 0-6 15,0 0 4-15,0 0-3 0,0 0-6 16,-5-11 7-16,5 11-8 0,0 0 3 0,0 0 2 15,0 0-19-15,0 0 17 0,0 0-4 0,0 0-6 16,0 0 2-16,0 0-3 0,0 0-5 0,0 0-12 0,0 0 15 16,0 0-2-16,0 0 2 0,0 0 0 0,0 0-1 15,-3-7-1-15,3 7-8 0,0 0-14 16,0 0 13-16,0 0-7 0,0 0 2 0,0 0-6 0,0 0 1 16,0 0 3-16,0 0-5 0,0 0-7 0,0 0 4 15,0 0-9-15,0 0 1 0,0 0 9 0,0 0-7 16,-5 28 4-16,5-17 1 0,0 4 2 0,-1 5 0 15,-1 5-5-15,-1 0 5 0,-1 2-4 0,2-4-3 16,-1 4 3-16,0-8 1 0,2 6 2 0,-2-6-3 16,2-1 7-16,-2-3-10 0,1 2-5 0,-1-5 11 15,2 0-1-15,0 0 2 0,0-2-5 0,1 1 6 16,0-2-6-16,0-2 0 0,0-7 7 0,0 13-3 16,0-13-3-16,0 7 3 0,0-7-2 0,0 7 11 15,0-7-3-15,0 0 8 0,0 8-13 0,0-8 15 16,0 0-1-16,0 0 2 0,7 6-5 0,-7-6 2 15,0 0-3-15,10-2 9 0,-10 2-11 0,12 0 1 16,-12 0 0-16,18-1-6 0,-7-2 0 0,2 0 0 16,5-1 1-16,0 1 2 0,0 1-5 0,2-1 1 15,0-1-4-15,1 1-1 0,7-3 4 0,-6 2-4 16,6 1 0-16,-1-2 10 0,0 1-7 0,-7-2-5 16,8 1-3-16,0-1 7 0,-6 2-4 0,5-3 5 15,-8 3-9-15,2 0 4 0,-1 0 5 0,-2 1 4 16,0 0-13-16,-5-3 5 0,-1 3-1 0,-1 0-3 15,-1 0 6-15,1 1 0 0,-3 0 2 0,0 2-3 16,-8 0-10-16,12-3 6 0,-12 3 1 0,9 0 0 16,-9 0 3-16,0 0-4 0,7-2-1 0,-7 2-1 0,0 0 2 15,4 7-2-15,-4-7-1 0,-3 11 6 16,3-11 1-16,-8 15-1 0,3-4-1 0,-1-1 1 16,-6 4 5-16,1-1-4 0,-2 2-7 0,0 0 17 0,2-2-8 15,-2 1-1-15,4-5-3 0,-1 0 5 16,0 1-3-16,2-1 0 0,0-3 2 0,-1 5-15 0,2-5-25 15,0 2-27-15,5-3-18 0,-4 0-31 16,1-3-120-16,5-2-253 0,-7 9 113 0</inkml:trace>
  <inkml:trace contextRef="#ctx0" brushRef="#br0" timeOffset="15027.27">21636 7271 42 0,'-13'-13'156'0,"5"7"-14"0,-2-1-5 16,-1-2-10-16,0 0 1 0,0 3-6 0,2-1 3 16,1 2-9-16,-1-1-4 0,2 2-13 0,2-2-11 15,5 6-11-15,-11-6-7 0,9 3-5 0,2 3-8 16,-7-4-18-16,7 4-15 0,-7-3-24 0,7 3-31 16,-5-6-25-16,5 6-26 0,0 0-34 0,0 0-125 15,0 0-259-15,7-14 115 0</inkml:trace>
  <inkml:trace contextRef="#ctx0" brushRef="#br0" timeOffset="19274.08">24154 7927 5 0,'0'0'58'0,"0"0"8"16,0 0-15-16,0 0-2 0,0 0-10 0,0 0-10 16,0 0-10-16,0 0-15 0,0 0-24 0,0 0-30 15,0 0-55-15,0 0 25 0</inkml:trace>
  <inkml:trace contextRef="#ctx0" brushRef="#br0" timeOffset="36031.56">18882 4532 17 0,'0'0'28'0,"0"0"-8"16,0 0-1-16,0 0-2 0,0 0 0 15,0 0 2-15,0 0-2 0,0 0-1 0,0 0-6 16,0 0 1-16,0 0-2 0,0 0-7 0,0 0 9 15,0 0-5-15,0 0-3 0,0 0 3 0,0 0 2 0,0 0-5 16,0 0 5-16,0 0-2 0,0 0-4 0,-13 2 2 16,13-2-8-16,0 0 3 0,0 0 2 15,0 0 8-15,0 0-8 0,0 0 4 0,0 0-5 16,0 0 0-16,0 0 5 0,0 0-5 0,0 0 0 16,0 0 1-16,0 0-4 0,0 0-9 0,0 0-5 15,-13 5-6-15,13-5-15 0,0 0-39 0,-2 7 18 0</inkml:trace>
  <inkml:trace contextRef="#ctx0" brushRef="#br0" timeOffset="38357.15">13488 11804 10 0,'0'0'80'0,"0"0"-8"0,0 0-20 16,0 0-15-16,0 0-14 0,0 0-24 0,0 0-23 15,0 0-18-15,0 0-45 0,0 0 21 0</inkml:trace>
  <inkml:trace contextRef="#ctx0" brushRef="#br0" timeOffset="38716.03">14640 11558 70 0,'0'0'72'0,"0"0"-2"15,0 0-23-15,0 0-1 0,0 0-14 0,0 0-10 0,0 0-10 16,0 0-20-16,0 0-4 0,0 0-20 0,0 0-22 16,0 0-57-16,0 0 25 0</inkml:trace>
  <inkml:trace contextRef="#ctx0" brushRef="#br0" timeOffset="38986.31">15227 11258 96 0,'0'0'99'0,"0"0"-11"0,0 0-13 16,0 0-3-16,0 0-13 0,0 0-2 0,0 0-12 16,0 0-20-16,0 0-14 0,0 0-13 0,0 0-30 15,0 0-7-15,7-3-54 0,-7 3-100 0,0 0 45 16</inkml:trace>
  <inkml:trace contextRef="#ctx0" brushRef="#br0" timeOffset="39675.4">15080 12647 1 0,'0'0'71'0,"0"0"0"16,0 0-12-16,0 0-5 0,0 0-8 0,0 0 1 16,0 0-14-16,0 0 10 0,0 0-7 0,0 0-10 15,0 0 5-15,0 0-9 0,0 0 0 0,0 0-1 0,0 0-6 16,0 0 2-16,0 0-2 0,0 0 5 0,0 0 3 16,0 0 2-16,0 0-3 0,0 0-4 15,0 0-2-15,0 0 5 0,0 0-3 0,0 0-9 16,0 0 4-16,0 0-12 0,0 0 16 0,0 0-12 0,0 0 7 15,0 0-2-15,0 0-2 0,0 0-4 0,0 0-11 16,0 0 14-16,0 0-7 0,0 0 6 0,0 0-3 16,0 0 0-16,0 0 8 0,0 0 3 15,0 0-13-15,0 0 4 0,0 0 2 0,0 0-5 0,0 0-2 16,0 0 2-16,0 0-4 0,0 0 4 0,0 0-1 16,0 0-1-16,14-1-6 0,-14 1 11 0,0 0-8 15,0 0 6-15,0 0-6 0,0 0 3 16,0 0-2-16,0 0 3 0,0 0 0 0,0 0-3 0,0 0 4 15,0 0-5-15,0 0 4 0,0 0 0 0,0 0-12 16,0 0-5-16,0 0-1 0,0 0 6 0,0 0-1 16,0 0-7-16,0 0 2 0,0 0-3 0,0 0 0 15,0 0 4-15,0 0 1 0,0 0-3 0,0 0 5 16,0 0 5-16,0 0-1 0,0 0-3 0,0 0 2 16,0 0 2-16,0 0-9 0,0 0 4 0,0 0-8 15,0 0 4-15,0 0-1 0,0 0-3 0,0 0-11 16,0 0 0-16,0 0-14 0,0 0-30 0,0 0-82 15,0 0 36-15</inkml:trace>
  <inkml:trace contextRef="#ctx0" brushRef="#br0" timeOffset="41956.95">15035 11344 47 0,'0'0'55'15,"0"0"-15"-15,0 0 1 0,0 0-11 0,0 0-11 0,0 0-16 16,0 0-17-16,0 0-24 0,1 15-39 0,-1-15 18 16</inkml:trace>
  <inkml:trace contextRef="#ctx0" brushRef="#br0" timeOffset="42815.54">15169 12580 4 0,'0'0'46'0,"0"0"-4"15,0 0-2-15,0 0-15 0,0 0 5 0,0 0-1 16,0 0-5-16,0 0-1 0,0 0-5 0,0 0-3 15,0 0 4-15,0 0-9 0,0 0 8 0,0 0-4 16,0 0 0-16,0 0-3 0,0 0 3 0,0 0 1 16,0 0-7-16,0 0 2 0,0 0 0 0,0 0-1 15,0 0-10-15,0 0 4 0,0 0 3 0,0 0-3 16,0 0 2-16,0 0-2 0,0 0 0 0,0 0 0 16,0 0-1-16,0 0-2 0,0 0 3 0,0 0 1 15,0 0-3-15,0 0-4 0,0 0 5 0,0 0-3 16,0 0 0-16,4 5 4 0,-4-5 0 0,0 0-1 15,0 0-3-15,0 0 1 0,0 0 0 0,0 0 0 16,0 0 3-16,0 0 1 0,-3 10-6 0,3-10 6 16,0 0-3-16,0 0 0 0,0 0-4 0,0 0 4 15,0 0-5-15,0 0 3 0,0 0 3 0,0 0 0 16,0 0-2-16,0 0 2 0,0 0-4 0,0 0 5 16,0 0 0-16,0 0-2 0,0 0-2 0,0 0-3 15,0 0 6-15,0 0 0 0,0 0-6 0,0 0-1 16,0 0-6-16,0 0-3 0,0 0-5 0,0 9-4 15,0-9-3-15,0 0-2 0,0 0-35 0,0 0-66 0,0 0 29 16</inkml:trace>
  <inkml:trace contextRef="#ctx0" brushRef="#br0" timeOffset="43567.13">16478 11835 30 0,'0'0'65'0,"0"0"-18"0,0 0-6 0,0 0 3 16,0 0-8-16,0 0-7 0,0 0-8 0,0 0-10 15,0 0-9-15,0 0-17 0,-8 8-38 0,8-8-55 16,0 0 25-16</inkml:trace>
  <inkml:trace contextRef="#ctx0" brushRef="#br0" timeOffset="45569.06">19293 11191 52 0,'0'0'69'0,"0"0"1"16,0 0-20-16,0 0 3 0,0 0-8 0,0 0-4 0,0 0-5 15,0 0-5-15,0 0 6 0,0 0-9 0,17 10-7 16,-17-10 2-16,0 0-15 0,2 9-8 0,-2-9-10 15,3 5-20-15,-3-5-18 0,0 8-32 0,0-8-85 16,-1 9 37-16</inkml:trace>
  <inkml:trace contextRef="#ctx0" brushRef="#br0" timeOffset="46288.12">19119 12394 64 0,'0'0'76'0,"0"0"-9"0,0 0-13 0,13-3 3 16,-13 3-7-16,0 0-2 0,0 0-11 0,0 0-3 0,0 0-1 15,0 0-6-15,0 0-6 0,0 0-1 0,0 0-9 16,0 0-3-16,0 0 1 0,0 0-9 0,0 0-13 16,0 0 9-16,0 0 1 0,0 0-12 0,0 0 1 15,0 0-14-15,0 0-8 0,0 0-49 0,0 0-90 16,0 0 40-16</inkml:trace>
  <inkml:trace contextRef="#ctx0" brushRef="#br0" timeOffset="47389.01">19192 12564 52 0,'0'0'74'0,"0"0"-10"16,0 0-15-16,0 0-11 0,0 0-22 0,0 0-24 16,0 0-40-16,0 0-51 0,0 0 22 0</inkml:trace>
  <inkml:trace contextRef="#ctx0" brushRef="#br0" timeOffset="48511.83">19238 12673 1 0,'0'0'86'0,"0"0"-15"0,0 0-2 0,0 0-15 16,0 0-2-16,0 0-29 0,0 0-15 0,0 0-23 16,0 0-44-16,0 0-63 0,0 0 29 0</inkml:trace>
  <inkml:trace contextRef="#ctx0" brushRef="#br0" timeOffset="52693.05">19250 12659 30 0,'0'0'71'16,"0"0"-12"-16,0 0 3 0,0 0-6 0,0 0-17 15,0 0-26-15,0 0-19 0,0 0-48 0,4-12-59 16,-4 12 26-16</inkml:trace>
  <inkml:trace contextRef="#ctx0" brushRef="#br0" timeOffset="53838.03">19447 12368 58 0,'0'0'68'16,"0"0"-1"-16,5-8-5 0,-5 8-7 0,0 0-2 15,1-8 4-15,-1 8-15 0,0 0 17 0,0-9-4 16,0 9 10-16,0 0 1 0,2-7-8 0,-2 7-6 15,0 0-8-15,0 0 3 0,0 0-8 16,3-6-10-16,-3 6 7 0,0 0-1 0,0 0-8 0,0 0-9 16,0 0 9-16,0 0-9 0,0 0-1 0,0 0-2 15,0 0-3-15,0 0-3 0,0 0 3 0,0 0 0 16,0 0 0-16,3-7 2 0,-3 7-9 0,0 0 6 16,0 0-3-16,0 0 9 0,0 0-2 0,0 0-18 15,0 0 19-15,0 0 0 0,0 0-3 0,0 0 7 16,0 0-3-16,0 0 1 0,0 0 3 0,0 0-4 15,0 0 5-15,0 0-4 0,0 0-8 0,0 0 5 16,0 0-5-16,0 0 0 0,0 0-5 0,0 0 5 16,0 0-7-16,0 0 1 0,0 0 2 0,0 0-2 15,0 0 5-15,0 0-3 0,0 0 4 0,-9 20-2 16,9-20-4-16,-5 11 3 0,2-5 0 0,-1 0-3 16,3 1 12-16,1-7 6 0,-5 16-4 0,2-7 0 15,2 1-8-15,-2-3 3 0,2 4-2 0,0-2-5 16,-2 2 6-16,1-2 3 0,-1-2 1 0,2 2-8 15,0-1 6-15,-2-2-3 0,3 3-2 0,0-9-4 16,-4 13 6-16,2-9-1 0,2-4 0 0,-2 8-5 16,2-8-1-16,0 0 5 0,-2 9-1 0,2-9-2 15,0 0-4-15,0 8-2 0,0-8 6 0,0 0-1 16,0 0 1-16,0 0-4 0,-1 8-1 0,1-8 8 16,0 0-5-16,0 0-2 0,0 0-1 0,0 0-3 0,0 0 3 15,-2 9 1-15,2-9-3 0,0 0-2 0,0 0-4 16,0 0-5-16,0 0-10 0,0 0-9 0,0 0-6 15,0 0-21-15,-4 5 12 0,4-5-18 16,0 0-5-16,0 0-15 0,0 0-16 0,0 0-19 0,0 0-91 16,0 0-227-16,0 0 101 0</inkml:trace>
  <inkml:trace contextRef="#ctx0" brushRef="#br0" timeOffset="54840.64">19044 12475 35 0,'0'0'52'0,"0"0"1"0,0 9-4 0,0-9-6 16,0 0-6-16,0 0-4 0,0 0-2 0,0 0-1 15,0 0-5-15,0 0-7 0,0 0-11 0,0 0 15 16,0 0-10-16,0 0 3 0,0 0-7 0,-5 6-4 15,5-6-11-15,0 0-4 0,0 0-6 0,0 0-1 16,0 0-10-16,-5 5 1 0,5-5-5 0,0 0-1 16,0 0-18-16,-7 5-54 0,7-5 25 0</inkml:trace>
  <inkml:trace contextRef="#ctx0" brushRef="#br0" timeOffset="55155.95">19021 12484 1 0,'0'0'50'0,"0"0"-3"0,0 0-7 0,0 0 2 0,6-2-3 15,-6 2-3-15,0 0-7 0,0 0 5 0,0 0-12 16,0 0 6-16,0 0-5 0,0 0-1 0,0 0-6 15,7-3 7-15,-7 3-9 0,0 0 1 0,0 0-5 16,0 0-5-16,0 0 1 0,0 0-1 0,0 0 0 16,0 0 2-16,0 0 0 0,0 0 3 0,0 0-9 15,0 0 1-15,0 0 0 0,0 0-2 0,0 0 7 16,0 0-9-16,0 0 2 0,0 0-10 0,0 0-2 16,0 0-5-16,0 0-2 0,0 0-8 0,0 0-2 15,0 0-5-15,0 0-33 0,0 0-72 0,0 0 33 16</inkml:trace>
  <inkml:trace contextRef="#ctx0" brushRef="#br0" timeOffset="55978.61">19108 12443 19 0,'0'0'20'0,"0"0"-27"15,4 5-7-15,-4-5 3 0</inkml:trace>
  <inkml:trace contextRef="#ctx0" brushRef="#br0" timeOffset="56411.25">19105 12572 55 0,'0'0'116'16,"0"0"-12"-16,0 0-11 0,0 0-7 0,0 0-4 15,0 0-14-15,0 0-5 0,0 0-7 0,0 0-11 16,0 0-3-16,0 0-6 0,0 0-2 0,0 0-19 16,0 0-4-16,0 0-16 0,0 0-18 0,0 0-16 15,0 0-15-15,0 0-14 0,0 0-52 0,0 0-129 16,0 0 57-16</inkml:trace>
  <inkml:trace contextRef="#ctx0" brushRef="#br0" timeOffset="57301.15">19049 12713 101 0,'0'0'107'0,"0"0"-17"16,0 0 2-16,0 0-22 0,0 0-5 0,0 0-8 15,0 0 1-15,0 0-11 0,0 0-9 0,0 0 1 16,0 0-4-16,0 0-6 0,0 0 6 0,0 0-8 16,0 0-2-16,0 0-6 0,0 0 5 0,0 0-10 15,0 0 3-15,0 0-7 0,0 0 6 0,0 0-6 16,0 0-2-16,0 0 1 0,0 0-4 0,0 0 1 16,0 0 1-16,0 0 5 0,0 0 5 0,0 0-20 15,0 0 9-15,0 0-3 0,0 0 2 0,0 0-5 0,0 0 9 16,0 0-12-16,0 0 10 0,0 0-5 15,0 0-5-15,0 0 6 0,0 0 4 0,0 0-7 16,0 0 9-16,0 0-13 0,0 0 4 0,0 0-1 16,0 0 2-16,0 0 1 0,0 0 4 0,0 0-12 15,0 0-4-15,0 0 12 0,0 0 2 0,0 0-11 16,0 0 4-16,0 0-3 0,0 0-11 0,0 0-1 16,0 0 4-16,0 0-13 0,0 0 8 0,0 0-7 15,0 0-5-15,0 0-6 0,0 0 2 0,0 0-13 16,0 0-13-16,0 0-7 0,0 0-50 0,0 0-129 0,0 0 57 15</inkml:trace>
  <inkml:trace contextRef="#ctx0" brushRef="#br0" timeOffset="75653.27">15582 14995 19 0,'0'0'34'0,"0"0"10"0,0 0-11 0,0 0-1 15,0 0-3-15,0 0-11 0,0 0 9 16,0 0-7-16,0 0 0 0,0 0-4 0,0 0 2 16,0 0-5-16,0 0 2 0,0 0-3 0,0 0 0 0,0 0 4 15,0 0 0-15,0 0-8 0,0 0 6 0,0 0-3 16,0 0 1-16,0 0 0 0,0 0 7 0,0 0 1 16,0 0-1-16,0 0 7 0,0 0-4 0,0 0-5 15,0 0 7-15,0 0-6 0,0 0-2 0,0 0 4 16,0 0-10-16,-5-10 5 0,5 10-3 15,0 0-9-15,0 0 6 0,0 0-6 0,0 0 3 0,0 0-1 16,0 0 4-16,0 0-8 0,0 0 8 0,0 0 0 16,0 0-2-16,0 0-3 0,0 0 2 0,0 0-9 15,0 0 3-15,-4-6 0 0,4 6-7 0,0 0 5 16,0 0 3-16,0 0 2 0,0 0-5 0,0 0-5 16,0 0-12-16,0 0-8 0,0 0-22 15,0 0-59-15,0 0-117 0,0 0 51 0</inkml:trace>
  <inkml:trace contextRef="#ctx0" brushRef="#br0" timeOffset="76403.43">11439 16465 4 0,'0'0'91'0,"0"0"-6"0,0 0-5 16,0 0-7-16,0 0-4 0,0 0-7 0,0 0-4 16,0 0-11-16,0 0 3 0,0 0-7 0,-6-18-8 15,6 18 0-15,0 0 1 0,0 0-12 0,0 0 0 16,0 0-7-16,0 0 1 0,0 0-5 0,0 0-16 16,0 0-17-16,0 0-22 0,0 0-21 15,0 0-60-15,0 0-133 0,0 0 59 0</inkml:trace>
  <inkml:trace contextRef="#ctx0" brushRef="#br0" timeOffset="77354.9">14442 16098 6 0,'0'0'64'0,"0"0"-11"15,-24-8 1-15,24 8 2 0,0 0-13 0,0 0-1 16,0 0-7-16,0 0-1 0,0 0-6 0,0 0 0 15,0 0-9-15,0 0 8 0,0 0 3 0,0 0-11 16,0 0-6-16,0 0 1 0,0 0-8 0,0 0-12 16,0 0-10-16,0 0-25 0,0 0-9 0,0 0-27 15,0 0-82-15,0 0 36 0</inkml:trace>
  <inkml:trace contextRef="#ctx0" brushRef="#br0" timeOffset="77957.95">15475 15903 58 0,'0'0'77'0,"0"0"-10"0,0 0 8 15,0 0-16-15,0 0 5 0,0 0-6 0,0 0-3 16,0 0-3-16,0 0 1 0,0 0-5 0,0 0-2 0,0 0-4 15,0 0 3-15,0 0-5 0,0 0-5 0,0 0 11 16,0 0-2-16,0 0-6 0,0 0 1 16,0 0-5-16,0 0 2 0,0 0 1 0,0 0-6 15,0 0 8-15,0 0-13 0,0 0 3 0,0 0 5 16,0 0-11-16,0 0-2 0,0 0 4 0,0 0-11 16,0 0 3-16,0 0-3 0,0 0-2 0,0 0 5 15,0 0-9-15,0 0 3 0,0 0 1 0,0 0-2 16,0 0-3-16,0 0-10 0,0 0 8 0,0 0 9 15,0 0-16-15,0 0-5 0,0 0-20 0,0 0-32 16,0 0-24-16,0 0-26 0,0 0-96 0,0 0-222 16,0 0 99-16</inkml:trace>
  <inkml:trace contextRef="#ctx0" brushRef="#br0" timeOffset="78490.03">14841 17233 37 0,'0'0'66'16,"0"0"-5"-16,0 0-12 0,0 0-9 0,0 0-20 15,0 0-18-15,0 0-16 0,0 0-30 0,0 0-47 16,0 0 21-16</inkml:trace>
  <inkml:trace contextRef="#ctx0" brushRef="#br0" timeOffset="78745.28">15553 17261 9 0,'0'0'57'15,"0"0"-18"-15,0 0-11 0,0 0-28 0,0 0-23 16,0 0-24-16,0 0 11 0</inkml:trace>
  <inkml:trace contextRef="#ctx0" brushRef="#br0" timeOffset="79027.58">16399 17289 55 0,'0'0'144'0,"0"0"3"0,0 0-13 0,10 1-6 16,-10-1-11-16,0 0-9 0,0 0-13 0,0 0-10 15,0 0-5-15,0 0-11 0,0 0-9 0,0 0-7 16,0 0-7-16,0 0-10 0,0 0-27 0,0 0-15 16,0 0-17-16,0 0-40 0,0 0-35 0,0 0-98 15,0 0-213-15,0 0 94 0</inkml:trace>
  <inkml:trace contextRef="#ctx0" brushRef="#br0" timeOffset="80656.87">16381 17259 39 0,'0'0'155'16,"0"0"-12"-16,0 0-12 0,0 0-14 0,0 0-9 16,0 0-8-16,0 0-4 0,0 0 1 0,0 0-14 15,0 0 10-15,0 0-13 0,0 0-3 0,0 0-6 16,0 0-12-16,0 0-5 0,0 0-1 15,0 0-7-15,0 0-10 0,0 0-2 0,0 0 0 0,0 0-5 16,0 0-10-16,0 0 4 0,0 0 0 0,0 0-5 16,0 0 2-16,0 0-3 0,0 0-5 0,0 0 4 15,0 0-6-15,0 0-12 0,0 0 5 0,0 0 0 16,0 0-18-16,0 0-15 0,0 0-9 0,0 0-12 16,0 0-11-16,0 0-28 0,0 0-8 0,0 0-31 15,0 0-102-15,0 0-249 0,0 0 110 16</inkml:trace>
  <inkml:trace contextRef="#ctx0" brushRef="#br0" timeOffset="81529.32">14667 17093 51 0,'0'0'110'0,"0"0"-10"0,0 0-4 16,0 0-14-16,0 0-3 0,0 0-12 0,0 0-5 15,0 0-11-15,0 0 2 0,11 4-1 0,-11-4-13 16,0 0 2-16,0 0-12 0,0 0 5 0,0 0-5 16,0 0 5-16,0 0-16 0,0 0-4 0,0 0-5 15,0 0 8-15,0 0-3 0,0 0-6 0,0 0-8 16,0 0-20-16,0 0 3 0,0 0-16 0,-1 12-20 16,1-12-9-16,0 0-17 0,0 0-59 0,-6 10-149 15,6-10 67-15</inkml:trace>
  <inkml:trace contextRef="#ctx0" brushRef="#br0" timeOffset="82930.09">19222 15711 43 0,'0'0'196'0,"0"0"-14"16,0 0-9-16,0 0-8 0,-4-7-10 0,4 7-20 16,0 0-8-16,0 0-20 0,0 0-9 0,0 0-7 15,0 0-17-15,0 0-6 0,0 0-15 0,0 0 0 16,0 0-11-16,0 0-8 0,0 0 3 15,0 0-4-15,0 0-1 0,13 25-5 0,-10-14-3 16,0 0-5-16,-1 1-2 0,2 0-4 0,0-1-1 16,0 1 4-16,0-2-7 0,0 1 5 0,-2 0-5 0,2-1 4 15,0 0-6-15,-2-1 12 0,1-3-11 0,0 0-2 16,-1-1-3-16,-1 2 4 0,2-1-2 16,-3-6 3-16,3 7-5 0,-3-7 1 0,2 6 1 15,-2-6 0-15,0 0 15 0,1 7 13 0,-1-7 9 16,0 0 10-16,0 0 12 0,0 0 0 0,0 0-5 15,0 0-7-15,0 0-4 0,0 0-9 0,0 0 0 16,9-18-5-16,-6 8-3 0,3-5-7 0,1 1-2 16,0-4-2-16,6-7-2 0,1 0-2 0,1-2-3 15,1-1 1-15,2 3-1 0,-3-3-4 0,2 3 0 16,-6 3 1-16,4 0-3 0,-3 6 1 0,-3 2-2 16,0 6-2-16,-1-1-4 0,-2 1 1 0,-2 3-4 15,1 1 1-15,1 1-1 0,-6 3 1 0,9 0 0 16,-9 0 0-16,11 7-3 0,-5 0 1 0,1 2 2 15,1 5-3-15,-4-2 1 0,3 6 2 0,-4 1-1 16,4 6-3-16,-4-8 3 0,0 7 1 0,0-5-3 16,0 0 2-16,-1-1 0 0,-1 1 2 0,0 0-5 15,1-1 4-15,0 0 5 0,-1-2-4 0,1 0-2 16,-1-1 7-16,3-3-4 0,-4 0-3 0,1 0 7 16,2 1-5-16,-1-3 1 0,2 2-1 0,-3-2-9 15,-2 1-24-15,2-2-31 0,1 2-42 0,0-2-54 16,-1-4-47-16,1 2-171 0,-2-7-409 0,0 13 181 15</inkml:trace>
  <inkml:trace contextRef="#ctx0" brushRef="#br0" timeOffset="83110.28">19954 15744 53 0,'5'-7'157'0,"-5"7"-16"0,8-3-15 16,-1 0-10-16,0 1-12 0,4 0-10 0,2 0-13 16,-1 2-8-16,0 0-20 0,8 0-51 0,-9 0-59 15,2 1-101-15,-7 1-170 0,1 0 76 16</inkml:trace>
  <inkml:trace contextRef="#ctx0" brushRef="#br0" timeOffset="83296.28">19939 15906 25 0,'0'0'202'15,"0"0"-16"-15,0 0-10 0,0 0-22 0,0 0-15 16,0 0-13-16,0 0-11 0,0 0-14 0,27-1-8 16,-14 1-7-16,7-3-3 0,-1 1-28 0,0 0-39 15,0 0-49-15,9-1-41 0,-1 0-54 0,-5 1-93 16,-4-1-238-16,2-2 105 0</inkml:trace>
  <inkml:trace contextRef="#ctx0" brushRef="#br0" timeOffset="83596.28">20741 15551 112 0,'0'0'257'0,"0"0"-17"0,-2-8-19 0,2 8-24 16,0 0-25-16,-2-7-17 0,2 7-22 0,0 0-9 15,0 0-13-15,0 0-13 0,-3 27-10 0,0-10-7 16,-1 8-6-16,2 0-8 0,-4-1-8 15,4 3-5-15,-1 0-3 0,1-1-4 0,-2-7-13 16,0 9-36-16,-1-1-33 0,1-1-55 0,-1-1-73 0,0 0-185 16,-3-6-377-16,5-1 167 0</inkml:trace>
  <inkml:trace contextRef="#ctx0" brushRef="#br0" timeOffset="84064.15">21792 15437 118 0,'-16'7'175'0,"1"4"-4"16,-5 7-12-16,-5 3-1 0,2 2-11 0,2 1 9 16,-2 1-11-16,4 2-11 0,0 0-11 0,4 0-1 0,4-4-14 15,2 0-6-15,0 1-12 0,5-6-9 16,1 0-9-16,3-2-4 0,2-4-8 0,0 5-3 16,1-7-7-16,2 4-4 0,2 2-3 0,3-2-2 15,0-4 1-15,4 3-8 0,1-4-18 0,2-2-44 16,-2 0-63-16,6-2-77 0,-2 0-205 0,-1-2-402 15,1-3 178-15</inkml:trace>
  <inkml:trace contextRef="#ctx0" brushRef="#br0" timeOffset="84529.35">22229 15473 164 0,'-5'-7'218'0,"5"7"-15"0,0 0-20 15,-12-3-11-15,12 3-11 0,-19 7-12 0,5 4-13 16,0 1-10-16,-7 7 1 0,1 2-12 0,2 1-13 0,-2 5-7 16,3-2-12-16,2 3-9 0,1 0-8 0,2-2-5 15,2-2-6-15,5 0-9 0,-2 0-3 0,4-5-4 16,1-2-2-16,2-2-3 0,0 2-4 0,2-6-4 15,3 1-1-15,-2-3 0 0,3 1-5 16,-1-2 2-16,0-2-1 0,0-1-3 0,4-1-3 16,-3-1 4-16,3-2-1 0,-1 0 1 0,3-1 12 15,-11 0 4-15,17-6-5 0,-6-1 3 0,-1 1-4 16,0-1-3-16,0-1-4 0,1-4-1 0,-3 2-2 0,5-3 0 16,-3 1-4-16,-2 1 0 0,-1 2-3 15,0 0-3-15,-1 1 3 0,-1 2 1 0,1 1-3 16,-4-1-3-16,-2 6 0 0,6-7-5 0,-6 7 0 15,7-3 0-15,-7 3-5 0,0 0 2 0,0 0-1 16,13 12-1-16,-9-8-1 0,-1 2 1 0,1 1 2 16,-1 3-1-16,-1-1 0 0,1 2 2 0,-2 0-1 15,0-1-1-15,2 1 3 0,-1 2 1 0,0 0-1 16,0-3 1-16,2 3-4 0,-1-4-11 0,-1 3-34 16,1-3-30-16,-1-1-63 0,0-1-64 0,0 1-233 15,-2-8-472-15,0 0 209 0</inkml:trace>
  <inkml:trace contextRef="#ctx0" brushRef="#br0" timeOffset="84863.13">22598 15780 22 0,'0'0'207'0,"9"-9"-17"0,-2 2-5 16,-2 1-11-16,1 0-19 0,0-1-13 0,2 0-14 15,0-2-11-15,-2 0 5 0,-1 0 2 0,-1 3-4 16,0-2-13-16,0 0-8 0,-3 4-4 0,-1 4-10 16,1-12-8-16,-1 12-11 0,-4-10-7 15,4 10-8-15,-9-6-6 0,2 5-8 0,-5 1 0 16,12 0-4-16,-24 5-6 0,7 2 0 0,1 4 1 0,2 1 6 16,-3 1 1-16,3 3 3 0,0-1-4 0,3 1-5 15,-1-1-2-15,1 0-2 0,2 2 0 0,3-2-6 16,3-3 1-16,1-1-2 0,4 5-1 15,-1-5-2-15,4 1 1 0,1-2-3 0,2 0-1 16,7-2-1-16,1 0-11 0,2-1-30 0,2 0-46 16,1-3-59-16,7 1-62 0,0-4-222 0,-8 1-453 15,2-5 201-15</inkml:trace>
  <inkml:trace contextRef="#ctx0" brushRef="#br0" timeOffset="85046.39">23106 15449 22 0,'10'5'211'0,"0"3"-18"16,0 3-17-16,3 2-15 0,-2 4-14 0,1 6-11 16,-1 3-14-16,-3 1-10 0,-3 3-10 0,-5 1-16 15,0 2-17-15,-4 0-47 0,-2-1-44 0,-4 2-71 16,-11 9-148-16,2-11-261 0,-13 7 116 0</inkml:trace>
  <inkml:trace contextRef="#ctx0" brushRef="#br0" timeOffset="85713.79">20386 16505 154 0,'10'-4'149'15,"2"2"-12"-15,-2 1-9 0,0 1-18 0,0 3 11 16,-3 1-1-16,0 0-3 0,1 3-1 0,-4 1 0 15,0 2 1-15,-4 3-8 0,-4 3-7 0,-1 1-11 16,-3 1-6-16,-6 5 6 0,0-6-16 0,-1 4-1 16,-6 1-7-16,0-5-4 0,1 1-7 0,4-5-1 15,3-2-5-15,0 0-5 0,5-4-5 0,1-2-1 16,0 1-7-16,2-3-1 0,0-1-5 0,5-2-1 16,-6 6-2-16,6-6-4 0,-3 6 5 0,3-6 10 15,0 0 2-15,22 0-9 0,-9-2 3 0,10-3-4 16,6 2-3-16,3-3 0 0,0-1-19 0,3 2-22 15,-1-2-32-15,3 0-59 0,16 1-69 0,-16 1-232 16,-2-3-443-16,4 2 197 0</inkml:trace>
  <inkml:trace contextRef="#ctx0" brushRef="#br0" timeOffset="85865.35">21195 16586 50 0,'0'0'175'16,"13"-2"-14"-16,-6-1-14 0,-7 3-14 0,22 2-3 16,-13-2-30-16,4 1-11 0,-2-1-31 0,2 1-51 15,-1 0-43-15,-1 0-59 0,-1 1-59 0,-10-2-165 16,14 4 73-16</inkml:trace>
  <inkml:trace contextRef="#ctx0" brushRef="#br0" timeOffset="86363.35">21784 16408 158 0,'-5'-3'208'0,"0"0"-8"16,5 3-14-16,-10-9-16 0,2 6-17 0,8 3-19 15,-13-1-12-15,13 1-14 0,-20 10 10 0,8-4-17 16,-1 8-2-16,-4 5 9 0,-1 2-4 0,1 3-16 16,3 4-9-16,1-4-10 0,4 4-4 15,-3 1-7-15,3 0-7 0,1 1 0 0,1-2-9 0,2 1-2 16,3-2-7-16,2-1-2 0,1-1 2 15,3 2-5-15,2-3-5 0,-1-5 4 0,4 4-10 16,4-7-4-16,-3 0-23 0,5-1-21 0,2-2-47 0,0-3-52 16,1-3-52-16,2-1-199 0,-3-2-413 0,3-1 182 15</inkml:trace>
  <inkml:trace contextRef="#ctx0" brushRef="#br0" timeOffset="86679.73">22262 16424 89 0,'-13'-2'221'0,"13"2"-8"0,-16 4-18 16,4-1-16-16,-1 3-20 0,4 0-10 0,0 1-17 16,-1 3-17-16,4 1-8 0,-2-1-15 0,3 6-3 15,-2 0-14-15,4 0-4 0,3 0-5 0,3-2-9 16,0-1-4-16,2-2-4 0,4 5-4 0,3-2-5 15,0-2-8-15,1 2-4 0,1-3-1 0,0-1-2 16,-1-1-3-16,4 0-2 0,-9-2 0 0,-1-1-3 16,2 0-3-16,-4-2-2 0,0-1-5 0,-5-3 4 15,7 7-1-15,-7-7 25 0,0 0 3 16,0 0-2-16,0 0 0 0,-14 20-4 0,5-16-6 16,-3 3 2-16,1-4-7 0,-7 3-8 0,1-1-10 15,-1 1-19-15,0 0-27 0,2 0-39 0,-2-1-59 0,6-3-72 16,-5-1-156-16,5 2-400 0,12-3 177 0</inkml:trace>
  <inkml:trace contextRef="#ctx0" brushRef="#br0" timeOffset="86879.79">22505 16606 33 0,'0'0'227'0,"0"0"-14"0,8-4-22 0,-8 4-19 15,5 0-3-15,-5 0 7 0,0 0-17 0,0 0-10 16,7 16-5-16,-5-9-16 0,3 1-5 0,-4 3-19 16,-1 1-9-16,1-2-7 0,-1 7-8 0,0-6-9 15,3 1-25-15,-3 1-21 0,0-1-26 0,0 0-43 16,0-12-61-16,0 24-81 0,-3-12-158 0,3-12-370 16,-9 22 163-16</inkml:trace>
  <inkml:trace contextRef="#ctx0" brushRef="#br0" timeOffset="87038.39">22530 16330 21 0,'-11'-5'178'0,"11"5"-34"15,0 0-25-15,0 0-65 0,-23 13-61 0,18-4-79 16,-3 0-91-16,4 1 41 0</inkml:trace>
  <inkml:trace contextRef="#ctx0" brushRef="#br0" timeOffset="87212.96">22809 16389 1545 0,'32'-10'23'0,"-4"2"-23"0,-1 2 1 0,0 5 4 16,-7 2 23-16,2 1 34 0,-3 4-6 0,-1 4 11 15,-3 4 17-15,5 4 8 0,-8 5 3 0,-2 0-2 16,-6 6-8-16,-4 2-10 0,-5 2-3 0,-6 16-7 15,-3-3-11-15,-3 3-16 0,-2 0-21 0,-3-1-31 16,-7 2-38-16,-8-5-55 0,2-2-78 16,-26 17-182-16,14-20-397 0,2 0 176 0</inkml:trace>
  <inkml:trace contextRef="#ctx0" brushRef="#br0" timeOffset="88940.19">20411 16581 3 0,'0'0'22'0,"0"0"-2"0,0 0-2 16,0 0-2-16,0 0-2 0,0 0 0 0,0 0-7 15,0 0 1-15,0 0-4 0,0 0 3 0,0 0 18 16,-7-11-18-16,7 11 9 0,0 0-4 0,0 0-1 16,0 0-4-16,0 0 7 0,0 0 3 0,0 0 3 15,0 0 5-15,0 0 3 0,0 0-1 16,0 0-2-16,0 0-1 0,0 0-9 0,0 0 3 16,0 0 0-16,0 0-5 0,0 0-1 0,4-14-2 15,-4 14-1-15,0 0-1 0,0 0 2 0,0 0-2 16,0 0-5-16,0 0-7 0,0 0-7 0,0 0-6 15,0 0-10-15,0 0-13 0,0 0-30 0,0 0-75 16,0 0 34-16</inkml:trace>
  <inkml:trace contextRef="#ctx0" brushRef="#br0" timeOffset="105500.05">11559 16438 39 0,'0'0'38'0,"0"0"-19"0,0 0-22 16,0 0-13-16,0 0-17 0,0 0 8 0</inkml:trace>
</inkml:ink>
</file>

<file path=ppt/ink/ink2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4T04:48:41.911"/>
    </inkml:context>
    <inkml:brush xml:id="br0">
      <inkml:brushProperty name="width" value="0.05292" units="cm"/>
      <inkml:brushProperty name="height" value="0.05292" units="cm"/>
      <inkml:brushProperty name="color" value="#FF0000"/>
    </inkml:brush>
  </inkml:definitions>
  <inkml:trace contextRef="#ctx0" brushRef="#br0">25244 10591 5 0,'0'0'6'0,"0"0"-3"0,0 0-1 0,0 0 8 16,0 0-8-16,0 0 2 0,0 0 0 0,0 0-4 16,0 0 4-16,0 0-5 0,0 0 9 0,0 0-3 15,0 0-4-15,0 0-2 0,0 0 0 0,0 0-1 16,0 0 5-16,0 0-6 0,0 0-1 0,0 0 1 15,0 0 0-15,0 0 4 0,0 0 2 0,0 0-4 16,0 0 0-16,0 0-1 0,0 0 0 0,-14 3-5 16,14-3-6-16,0 0 3 0</inkml:trace>
  <inkml:trace contextRef="#ctx0" brushRef="#br0" timeOffset="198.7">25190 10587 1 0,'-5'-8'13'0,"5"8"-2"15,-3-5 1-15,3 5-2 0,0 0-1 0,-1-7 6 16,1 7 3-16,0 0-4 0,0 0-7 0,-2-12 4 0,2 12 0 16,0 0-2-16,-3-5-1 0,3 5-6 15,0 0 3-15,0 0-8 0,0 0-6 0,0 0-15 16,0 0-26-16,0 0 11 0</inkml:trace>
  <inkml:trace contextRef="#ctx0" brushRef="#br0" timeOffset="10926.16">19919 10494 15 0,'0'0'49'0,"2"-11"-8"0,-2 11 0 15,0 0-2-15,0 0 1 0,0 0-9 0,0 0-5 16,0 0 0-16,0 0-5 0,0-8 4 0,0 8-8 0,0 0 4 16,0 0-5-16,0 0-3 0,0 0 4 0,0 0-8 15,0 0-3-15,0 0-1 0,0 0-9 0,2-8-1 16,-2 8-10-16,0 0-7 0,0 0-5 16,0 0-11-16,0 0-21 0,0 0-61 0,0 0 27 0</inkml:trace>
  <inkml:trace contextRef="#ctx0" brushRef="#br0" timeOffset="11189.02">19946 10419 24 0,'0'0'71'0,"0"0"2"0,0 0-8 15,0 0-6-15,0 0 3 0,0 0-18 0,0 0 3 16,0 0-6-16,0 0-5 0,0 0-4 0,0 0-7 15,0 0 3-15,0 0-2 0,0 0-3 0,0 0-8 16,0 0-1-16,0 0-4 0,0 0-2 0,0 0 4 16,0 0-8-16,0 0 8 0,0 0-1 0,0 0-10 15,0 0 0-15,0 0 3 0,0 0 1 0,0 0-1 16,0 21-4-16,0-21 1 0,0 9-8 0,0-9-10 16,1 7 0-16,-1-7-5 0,0 8-13 0,0-8-13 15,0 0-54-15,-2 14-111 0,-3-11 49 0</inkml:trace>
  <inkml:trace contextRef="#ctx0" brushRef="#br0" timeOffset="13181.3">19388 9822 95 0,'-8'-7'132'0,"8"7"-3"0,0 0-7 16,-5-6-9-16,5 6-7 0,0 0-4 0,0 0-8 15,0 0-3-15,-4-5-6 0,4 5 3 0,0 0-9 16,0 0-4-16,0 0-7 0,0 0-7 0,0 0-3 15,0 0-7-15,-5-4-1 0,5 4-8 0,0 0-6 16,0 0 1-16,0 0-6 0,0 0-4 0,0 0-3 16,0 0-2-16,0 0 1 0,0 0-3 0,17 13-1 15,-17-13-2-15,7 6-3 0,-3-3 1 0,1 2-3 16,3 1 0-16,0 1 0 0,1 2-1 0,-3-2 1 16,2 0 1-16,-3 3-1 0,2-1-4 0,-2 3 6 15,1-2-4-15,3 3-2 0,-4-2 1 0,1-2-4 16,-1 1 2-16,2 1 3 0,-2-1-5 0,0-1 3 15,-1 1-3-15,2-2 0 0,-1 2-3 0,2-2-2 16,-2 1 10-16,0 0-8 0,0-1 2 0,0-4 1 16,-4 1-4-16,3 0 2 0,0 0-3 0,-4-5 3 15,5 9 0-15,-2-4-1 0,-3-5 5 0,4 6-6 16,-4-6 1-16,3 4 0 0,-3-4 3 0,5 4-2 16,-5-4 0-16,0 0 4 0,0 0 0 0,3 6 5 15,-3-6-3-15,0 0 7 0,0 0-5 0,0 0-3 0,0 0 1 16,0 0 4-16,10-14-3 0,-10 14 3 0,3-10 0 15,1 3-3-15,-3 0 3 0,0-4-1 16,0 5 0-16,2-5-4 0,1 0 3 0,-3-4-2 16,2 3 0-16,-2-2-1 0,-1 1 0 0,2 2 1 0,0-6 5 15,-1 2-4-15,0-2-1 0,2 3-1 0,-1-2-2 16,0 3 1-16,0-3 0 0,0 6 0 0,0-3-2 16,1 2 5-16,-2-1-3 0,1-1 4 0,1 2-3 15,-2-1-2-15,2 2-1 0,-2-1 0 0,2 1 0 16,1-1-1-16,-1 3-1 0,0-1 3 0,0 2-7 15,-1 3 3-15,-2 4-3 0,5-11 1 0,-5 11 1 16,3-7-1-16,-3 7 1 0,1-5-2 16,-1 5 0-16,0 0 2 0,0 0-2 0,2-8-1 0,-2 8-10 15,0 0-15-15,0 0-11 0,0 0-7 0,0 0-14 16,0 0-17-16,0 0-10 0,0 0-17 0,0 0-18 16,0 0-22-16,7 15-19 0,-7-15-116 0,0 12-302 15,0-12 134-15</inkml:trace>
  <inkml:trace contextRef="#ctx0" brushRef="#br0" timeOffset="14153.09">19716 9933 120 0,'0'-7'138'15,"0"7"-2"-15,0 0-10 0,0 0-4 0,0 0-8 16,0 0-6-16,-1-10-14 0,1 10-7 0,0 0-14 15,0 0-5-15,0 0-13 0,0 0-4 0,0 0-4 16,0 0-3-16,0 0-7 0,0 0-1 0,0 0 10 16,0 29 0-16,0-20-4 0,0 4-4 0,-1-2-2 15,-1 1-8-15,2 1-2 0,0 3 4 0,0 0-2 16,-1-5 0-16,2 1-7 0,-1 1 1 0,2-1-2 16,-1-1-1-16,0-1 0 0,1 3-7 0,0-5 2 15,-1 2 6-15,2-1-14 0,-3 2 8 0,1-3-5 16,2 0 0-16,-3-8 2 0,2 11-1 0,0-5-1 15,-2-6-6-15,1 9-1 0,-1-9 4 0,2 6-3 16,-2-6-8-16,3 6-8 0,-3-6-9 0,0 0-7 16,1 7-10-16,-1-7-3 0,0 0-21 0,0 0-24 15,0 0-9-15,0 0-22 0,0 0-27 0,0 0-84 16,0 0-249-16,0 0 110 0</inkml:trace>
  <inkml:trace contextRef="#ctx0" brushRef="#br0" timeOffset="14632.47">19705 9953 98 0,'0'0'117'0,"6"-11"-14"0,-1 5 4 0,2 2-17 0,0 0 0 16,2-1-6-16,0 1-5 0,4 1 5 0,-5 2-4 15,1 1-10-15,2 0-4 0,-11 0-7 0,18 4 4 16,-10 0-3-16,1 1-4 0,-2 0-13 0,1 3-2 15,-2 0-4-15,-1-4 0 0,-1 4-3 0,0 2 1 16,0 0-9-16,-3-1 1 0,1-2-4 0,-2 3-5 16,0-10 2-16,-3 16-3 0,2-10-3 0,-2 2-1 15,-1 1-1-15,-2-5 8 0,1 4-10 0,-2-1-3 16,4-3 2-16,3-4 1 0,-6 9-4 0,3-5 0 16,3-4-4-16,-7 4 4 0,7-4-9 0,0 0 12 15,-4 5-7-15,4-5 10 0,0 0-5 0,0 0-1 16,0 0-4-16,0 0 2 0,0 0-6 15,0 0 10-15,0 0-11 0,21 3 6 0,-15-3 0 0,-6 0-3 16,17 0-1-16,-9 2 2 0,2 2-1 0,1-1-1 16,-2 1 3-16,0-1-6 0,1 5 2 0,-2-4-2 15,1 2 4-15,-3 2 3 0,1-4 5 0,-2 2-13 16,0-2 0-16,-2 4 5 0,-1-3-1 0,-2-5 6 16,0 15-6-16,-2-8 1 0,-4 2-10 0,0-3 12 15,-3 1 2-15,0 1-1 0,-1-1-3 0,-5 2 2 16,3-4-6-16,-1 0 3 0,-3 0 2 0,2 0-2 15,1-3-10-15,0 0 2 0,0 0-12 0,3-1-8 16,0-1-11-16,1 0-7 0,9 0-21 0,-13-3-5 16,7 1-21-16,6 2-18 0,-9-3-107 0,9 3-238 15,-4-5 105-15</inkml:trace>
  <inkml:trace contextRef="#ctx0" brushRef="#br0" timeOffset="14959.34">19982 10017 67 0,'0'0'200'0,"3"-10"-9"0,-3 10 1 16,1-12-6-16,0 7-9 0,-1 5-14 0,0-9-17 15,0 9-16-15,0 0-11 0,0 0-18 16,0 0-8-16,0 0-13 0,0 0-7 0,0 0-6 15,0 0-7-15,0 0-3 0,9 16-5 0,-6-4-7 0,-2 1-1 16,3-2-4-16,-3 2-3 0,2 2 1 0,-3-2-6 16,1 4-7-16,1-1 0 0,0-1-5 15,-2-2 3-15,2-1-5 0,0-1-2 0,-2 2-1 0,0-2-2 16,1 1 0-16,0 1-11 0,-2-4-14 0,2 1-2 16,0-1-9-16,-1 1-15 0,0-4-18 0,0-6-16 15,0 13-22-15,2-8-22 0,-2-5-14 0,-2 9-17 16,2-9-19-16,-1 9-116 0,1-9-306 0,0 0 135 15</inkml:trace>
  <inkml:trace contextRef="#ctx0" brushRef="#br0" timeOffset="15534.68">20009 9961 30 0,'5'-4'142'0,"0"0"-19"15,-5 4-9-15,9-2-10 0,-9 2 0 0,13-2-10 16,-7 2-11-16,-6 0-6 0,12 5 6 0,-5 1-9 16,-2-1-6-16,-1 1-18 0,0 1 14 0,-1 3-7 15,-2-3-11-15,2 3-2 0,-2-2-5 0,-1-1-6 16,0-7 4-16,-3 15-12 0,-1-7 6 0,2-1 4 15,-3 1-2-15,2-1-4 0,-2-1-2 0,-1 0-6 16,1-2 4-16,-3 1-6 0,2-2 2 0,-1 0-6 16,1-1-1-16,6-2 11 0,-10 6 2 0,6-3 1 15,4-3-2-15,-12 0 3 0,12 0 0 0,0 0 1 16,-9 0 0-16,9 0 5 0,0 0-6 0,0 0-1 16,0 0-1-16,0 0-2 0,-7-6 1 0,7 6-2 0,0 0-2 15,0 0-8-15,0 0 2 0,0 0-1 16,0 0-4-16,0 0-5 0,0 0-2 0,0 0 8 15,0 0-8-15,0 0 2 0,0 0 0 0,20 12 1 16,-16-10 0-16,-4-2-7 0,10 8 10 0,-6-5-1 0,2 4 2 16,1-1 2-16,0-1-6 0,0 1 2 15,1 2-3-15,-1-1 4 0,1 0-1 0,1 0 2 16,-3 0-3-16,4 2 2 0,-2-1 1 0,0 0 2 0,-1 1-3 16,2-2 4-16,-1-1-4 0,-2 1 0 0,1 0 0 15,0 0 7-15,-2-3 4 0,1 1 3 0,-1-2-3 16,0 2 2-16,-5-5-2 0,6 5 0 0,-2-1-1 15,-4-4 2-15,0 0-4 0,6 5-3 0,-6-5 1 16,0 0 0-16,0 0-2 0,6 4-4 0,-6-4 1 16,0 0-5-16,0 0-9 0,0 0-21 0,0 0-25 15,0 0-40-15,0 0-39 0,0 0-37 0,0 0-34 16,0 0-158-16,0 0-386 0,0 0 170 0</inkml:trace>
  <inkml:trace contextRef="#ctx0" brushRef="#br0" timeOffset="16153.33">19930 10394 33 0,'0'0'99'0,"0"0"-12"0,0 0-6 0,0 0-7 15,6-5-8-15,-6 5-5 0,0 0 3 0,0 0-9 16,8-4-9-16,-8 4-6 0,0 0-5 0,0 0 0 16,7-3-10-16,-7 3-4 0,0 0-11 0,7-3-16 15,-7 3-17-15,0 0-16 0,0 0-22 0,9 0-57 16,-9 0-126-16,0 0 56 0</inkml:trace>
  <inkml:trace contextRef="#ctx0" brushRef="#br0" timeOffset="16995.38">19983 10403 138 0,'0'0'124'0,"-1"-11"-1"0,1 11 1 0,0 0-6 0,-3-7-18 15,3 7-3-15,-3-4-7 0,3 4-11 16,0 0-9-16,0 0-4 0,0 0-7 0,0 0-11 0,-5-9-4 15,5 9-1-15,0 0-9 0,0 0 0 0,0 0-1 16,0 0-7-16,0 0-7 0,0 0-4 0,0 0-4 16,0 0-9-16,0 0 2 0,0 0-3 0,0 0-6 15,0 0 2-15,0 0 1 0,0 0-7 0,0 0 4 16,0 0-7-16,0 0 9 0,0 0-1 0,0 0 3 16,0 0-2-16,0 0 9 0,0 0-12 0,0 0 11 15,0 0-2-15,0 0 3 0,0 0 8 0,0 0 4 16,0 0-5-16,0 0 8 0,0 0 0 0,0 0 8 15,0 0 13-15,0 0-4 0,0 0 3 0,0 0 2 16,0 0-7-16,0 0 8 0,0 0 3 0,0 0-6 16,0 0 1-16,0 0-5 0,0 0-2 0,0 0-5 15,0 0-4-15,0 0 1 0,0 0-10 0,0 0 1 16,0 0 0-16,-8 15-1 0,8-15-7 0,0 9 6 16,0-9 1-16,-1 13-1 0,-1-3 0 0,0 0-6 15,1 3 7-15,1-4-4 0,0 4 0 0,1 0 3 16,-1-2-4-16,1 0 0 0,0 1-1 0,2 1 1 15,-2-2-2-15,2 1-4 0,-1-2 4 0,3 1-1 16,-1-2 2-16,-1 2-6 0,1-3 1 0,-2 3 1 16,1-5-2-16,-1 0 0 0,-2-6-8 0,4 10 12 15,-1-4-1-15,-3-6-3 0,1 8 1 0,-1-8-4 16,4 7 3-16,-4-7-5 0,2 5 5 0,-2-5 2 0,0 0-2 16,0 0-2-16,0 0 10 0,2 7 2 15,-2-7 6-15,0 0 1 0,0 0 3 0,0 0-1 16,0 0 1-16,0 0-6 0,0 0-1 0,0 0-4 0,0 0-3 15,0 0-1-15,0 0 3 0,0 0-2 0,-10-21-3 16,10 21 1-16,-4-10-2 0,4 10 1 16,-3-9-4-16,3 9-4 0,-1-12 1 0,-1 6-4 15,1-2-3-15,1 8 1 0,-1-13-4 0,1 13 2 0,0-12 4 16,0 12-4-16,0-13 0 0,0 13 2 0,0-13 0 16,-1 7 3-16,1 6 2 0,0-13-5 15,0 13 1-15,0-12 1 0,-2 5 0 0,2 7 0 16,-2-13 2-16,0 2-2 0,2 11 1 0,-1-8 0 15,0 1-1-15,1 7 3 0,-1-12 0 0,-2 7-2 0,3 5 2 16,-6-7-3-16,6 7 3 0,0 0-2 0,-1-8 0 16,1 8 2-16,0 0-1 0,-4-8 1 0,4 8-2 15,0 0-1-15,0 0-1 0,0 0 0 0,-2-7 2 16,2 7-2-16,0 0 0 0,0 0-3 0,0 0-4 16,0 0-6-16,0 0-2 0,0 0-10 0,0 0-5 15,0 0 1-15,0 0-9 0,0 0-5 0,0 0-17 16,0 0-16-16,0 0-9 0,0 0-14 0,0 0-2 15,0 0-12-15,-9 19-4 0,9-19-8 0,-2 5-2 16,2-5 4-16,-2 7-2 0,2-7-75 0,0 0-221 16,-1 9 97-16</inkml:trace>
  <inkml:trace contextRef="#ctx0" brushRef="#br0" timeOffset="17859.07">19946 10469 7 0,'0'0'41'15,"0"0"1"-15,0 0 3 0,0 0 9 0,-11-18 3 16,11 18-8-16,0 0-3 0,-4-9 1 0,4 9 3 15,-4-5-5-15,4 5 4 0,-2-7 5 0,2 7-13 16,0 0 0-16,0 0-8 0,-4-8-5 0,4 8-3 16,0 0 5-16,0 0-3 0,-3-5-6 0,3 5 8 15,0 0-14-15,0 0-2 0,0 0 2 0,0 0 0 16,0 0 0-16,0 0-6 0,0 0-1 0,0 0 0 16,0 0-14-16,0 0 10 0,0 0 7 0,0 0-8 15,0 0 6-15,0 0-7 0,0 0 9 0,-6 16-3 16,6-16-8-16,0 0 1 0,0 0-2 0,0 0 8 15,0 9-3-15,0-9-3 0,0 0 7 0,0 0-5 16,0 0-2-16,0 0-7 0,0 0 4 0,0 0 2 16,0 0 2-16,0 0-11 0,0 0 23 0,0 0-2 15,0 0 2-15,0 0 14 0,0 0-1 0,0 0-10 16,0 0 18-16,0 0-10 0,0 0 8 0,0 0 5 0,0 0 1 16,0 0 11-16,0 0-7 0,0 0 8 0,0 0-5 15,-5-22-1-15,5 22-1 0,0 0-13 16,0 0 14-16,0 0-6 0,0 0-5 0,-2-7-15 15,2 7 7-15,0 0-6 0,0 0 2 0,0 0 6 0,0 0-4 16,0 0-4-16,0 0-5 0,11 24 7 0,-9-16 1 16,-2 2 2-16,1 2-3 0,1-1 0 0,-1 1 0 15,-1-2-3-15,1 1-2 0,-2 0 0 0,4 0-2 16,-2 1-3-16,0-2 3 0,0 3-3 0,2-4 1 16,-4 0-3-16,1-2-1 0,0-7 3 0,1 14-4 15,-1-9-3-15,0-5 1 0,0 11 3 0,0-11-4 16,1 6-1-16,-1-6 2 0,0 0 0 0,0 0-2 15,0 10-4-15,0-10-6 0,0 0-6 0,0 0-8 16,0 0 0-16,0 0 4 0,0 0-7 0,0 0-1 16,-11-19 0-16,11 19-3 0,-2-12 3 0,1 3 4 15,0 0 0-15,0-2 3 0,1 3 0 0,-2-3-2 16,2 1 7-16,-1 0 2 0,0 2-2 0,-2-2 4 16,2 1-1-16,1 9 1 0,-3-14-10 0,2 7 18 15,1 7 2-15,-2-11 0 0,2 11-3 0,-2-8 0 16,2 8-1-16,0 0 8 0,-2-8-13 0,2 8 6 15,0 0-1-15,0 0 0 0,0 0-3 0,0 0 1 16,0 0 3-16,4 26-1 0,-4-20 4 0,2 4-6 16,-2-3 5-16,3 1 1 0,-2 0-1 0,3 2 0 15,-3-1-1-15,0-3 2 0,1 1 3 0,-1 2 0 16,3-4-1-16,-3 1-1 0,-1-6 4 0,3 9-3 0,-3-9-4 16,2 8 0-16,-2-8-3 0,3 5 3 15,-3-5 0-15,0 0 9 0,0 0-4 0,0 0 4 16,0 0 2-16,0 0-4 0,0 0-1 0,0 0 3 0,0 0-3 15,0 0 7-15,0 0-11 0,-4-25 3 16,4 25 3-16,-4-15-5 0,3 5 3 0,-2 1 1 16,2 0-11-16,1-1 11 0,-1-2-2 0,-2 3-3 15,-1 0 3-15,3-1 3 0,0 2-1 0,1 8 7 0,0-14-1 16,0 14-2-16,-2-8-6 0,2 8-1 16,-1-7-2-16,1 7 1 0,0 0-2 0,0 0-1 0,0 0 0 15,0 0 6-15,0 0-3 0,0 0 4 16,0 0 0-16,-1 33-14 0,0-24-12 0,-1 0-15 0,0 0-27 15,-2 0-26-15,1 1-35 0,-1-1-27 0,1 3-121 16,0-4-291-16,-1 0 130 0</inkml:trace>
  <inkml:trace contextRef="#ctx0" brushRef="#br0" timeOffset="206883.19">7352 9646 37 0,'0'0'42'0,"0"0"-12"15,0 0-2-15,0 0-4 0,0 0-5 0,0 0-2 0,0 0-9 16,0 0-3-16,0 0-2 0,0 0-3 0,0 0 1 16,0 0-4-16,0 0 7 0,0 0-3 15,0 0 0-15,0 0-5 0,0 0 0 0,0 0 6 16,0 0-7-16,0 0-2 0,0 0 7 0,0 0-3 15,0 0 1-15,0 0-4 0,0 0 5 0,0 0 0 0,0 0-2 16,0 0 3-16,0 0 0 0,0 0 0 0,0 0 2 16,0 0-2-16,0 0 3 0,0 0-3 15,0 0 6-15,0 0-4 0,0 0-7 0,0 0 8 16,0 0-3-16,0 0-1 0,0 0 1 0,0 0 0 0,0 0-2 16,0 0 5-16,0 0 1 0,0 0-6 15,0 0 2-15,0 0-2 0,0 0 4 0,0 0-2 16,0 0 1-16,0 0-3 0,0 0 1 0,0 0 2 15,0 0-1-15,0 0-1 0,0 0 1 0,0 0 0 0,0 0-2 16,0 0 3-16,0 0 0 0,0 0-4 0,0 0 6 16,0 0 0-16,0 0-1 0,0 0 1 0,0 0-3 15,0 0 0-15,0 0 1 0,0 0 1 16,0 0-1-16,0 0-4 0,0 0 5 0,0 0 1 0,0 0-6 16,0 0 1-16,0 0 0 0,0 0 6 0,0 0-6 15,0 0 6-15,0 0-2 0,0 0 0 0,0 0-5 16,0 0 2-16,0 0 1 0,0 0-1 0,0 0-3 15,0 0 6-15,0 0 1 0,0 0-5 0,0 0-2 16,0 0 6-16,0 0-7 0,0 0-2 0,0 0-6 16,0 0-17-16,0 0-32 0,11 6 14 0</inkml:trace>
  <inkml:trace contextRef="#ctx0" brushRef="#br0" timeOffset="211895.08">9517 9696 42 0,'0'0'45'0,"6"-2"-2"0,-6 2-6 16,0 0-7-16,0 0-8 0,0 0-10 0,0 0-15 0,0 0-35 15,0 0-42-15,0 0 19 0</inkml:trace>
  <inkml:trace contextRef="#ctx0" brushRef="#br0" timeOffset="-211417.31">10641 9410 57 0,'0'0'123'0,"0"0"-12"0,0 0-20 15,-5-5 11-15,5 5-22 0,0 0-3 0,0 0-9 16,0 0-5-16,0 0-8 0,0 0-1 0,0 0-15 16,18-6 3-16,-11 4-1 0,-7 2-7 0,17-1-6 15,-6-2-1-15,-1 3-2 0,3-3-2 0,-3 3-1 16,3-2 0-16,-2 1-17 0,1 0-7 0,6-1-17 16,-6 1-6-16,2 1-13 0,-2-2-21 0,2 0-1 15,-4 2-11-15,-2 0 2 0,3 0-11 0,-2-1-48 16,-9 1-139-16,13-1 62 0</inkml:trace>
  <inkml:trace contextRef="#ctx0" brushRef="#br0" timeOffset="-211215.72">10855 9288 69 0,'0'0'80'16,"0"0"-5"-16,0 0-5 0,0 0-8 0,0 0-10 16,-9 29-10-16,6-18-5 0,0 2 2 0,-4 4-16 15,-2-1-9-15,0 7-27 0,0 0-22 0,-5 3-52 0,4-5-92 16,-2 2 41-16</inkml:trace>
  <inkml:trace contextRef="#ctx0" brushRef="#br0" timeOffset="-210233.23">6407 9677 89 0,'0'0'105'0,"0"0"2"0,0 0-10 0,0 0-11 15,0 0-3-15,0 0-9 0,0 0-9 0,0 0-6 16,0 0-4-16,0 0-3 0,0 0-7 0,0 0-5 15,13-17-4-15,-13 17 1 0,18-2-10 0,-5-1-6 16,1 1-10-16,5 0-8 0,0-2-28 0,3 3-17 16,10 0-20-16,1-3-26 0,-1 0-59 0,1 0-157 15,6-1 70-15</inkml:trace>
</inkml:ink>
</file>

<file path=ppt/ink/ink2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21:55.994"/>
    </inkml:context>
    <inkml:brush xml:id="br0">
      <inkml:brushProperty name="width" value="0.05292" units="cm"/>
      <inkml:brushProperty name="height" value="0.05292" units="cm"/>
      <inkml:brushProperty name="color" value="#FF0000"/>
    </inkml:brush>
  </inkml:definitions>
  <inkml:trace contextRef="#ctx0" brushRef="#br0">28229 9674 78 0,'0'0'198'0,"0"0"-21"0,-5-6-15 15,5 6-20-15,0 0 1 0,0 0-10 0,14-9-16 16,-9 7-9-16,-5 2-20 0,10-5-7 0,0 2 4 15,3 0-2-15,-3-1-9 0,4 1-7 0,0-1-6 16,2 1-8-16,4-1-5 0,-7 2-5 0,3-1-1 16,0-1-7-16,0 2-2 0,-3 0-3 0,0 1-14 15,1-2-7-15,-2 2-21 0,-1 0-16 0,-1-1-27 16,-1 2-33-16,-1-2-25 0,-8 2-26 0,14-1-21 16,-14 1-93-16,0 0-272 0,0 0 121 0</inkml:trace>
  <inkml:trace contextRef="#ctx0" brushRef="#br0" timeOffset="217.15">28280 9674 97 0,'-8'7'108'0,"6"-1"-10"16,-1 0 21-16,-1 1-7 0,4 2-4 0,-4 1 5 15,3 2-13-15,-4 2-5 0,3-3-11 0,-1 5-10 16,-1-1-2-16,2 2-4 0,-2 1-1 0,2-7-2 15,1 6-9-15,-1-2-9 0,2-2-2 0,-2 3-6 16,1 0-1-16,-2-4-4 0,3-1-4 0,-3 1 1 16,3 1-3-16,-2 0-5 0,2-3-15 0,-1-1-30 15,1 0-46-15,-1-1-33 0,1-8-39 0,0 13-98 16,0-13-259-16,-1 8 115 0</inkml:trace>
  <inkml:trace contextRef="#ctx0" brushRef="#br0" timeOffset="418.71">28219 9891 34 0,'5'-4'120'16,"4"2"-17"-16,0-1-2 0,2-1-6 0,7 0-8 16,1 1-7-16,3-4-12 0,-2 2-2 0,10-2-7 15,-10 2-9-15,6 0-6 0,-5 0-3 0,-3 3-4 16,2 0-3-16,-7 1-5 0,-2 0-19 0,-1-2-27 15,-1 3-13-15,-9 0-20 0,15 1-16 0,-15-1-19 16,7 0-50-16,-7 0-147 0,0 0 65 0</inkml:trace>
  <inkml:trace contextRef="#ctx0" brushRef="#br0" timeOffset="705.64">28593 9745 102 0,'1'-8'211'0,"-1"8"-13"16,0 0-22-16,0 0-21 0,0 0-18 0,0 0-18 0,0 0-7 16,0 0-12-16,0 0-8 0,0 0-12 15,7 21-8-15,-6-10-2 0,-1 1-3 0,2 3 1 16,-2 2-3-16,2-1-6 0,-2-3-7 0,0 3-2 15,0-1-5-15,0 0-5 0,-2 2 2 0,2-3-7 16,-2 3-4-16,2-1 0 0,-1 0-8 0,-2-1-14 16,-2 1-38-16,2-5-45 0,1 1-43 0,2-5-44 15,0 3-149-15,-3-3-337 0,3-7 149 0</inkml:trace>
  <inkml:trace contextRef="#ctx0" brushRef="#br0" timeOffset="1083.76">28667 9690 177 0,'10'-9'181'0,"-1"2"-7"0,1 1-18 0,1-1-19 0,-4 4-13 16,6-1-6-16,-3 2-15 0,1 1-9 16,-2 0-11-16,4 0-10 0,0 2-7 0,-4 1-5 15,-2-1-8-15,-1 1-7 0,-1 2 0 0,2-1-5 16,-4 6-3-16,1-2-5 0,-4 1-6 0,0 0 2 15,-2 2-1-15,-1-1-5 0,-1 1-3 0,-1-2-1 0,2 0-2 16,0-1 0-16,2 1-2 0,-2-2-4 16,3-6 2-16,-1 13-4 0,-1-8 0 0,2-5-4 0,2 11 6 15,-2-11-2-15,6 10 0 0,-3-6-4 16,3-1 3-16,2 2-4 0,-1-1 1 0,4 1-1 0,-4-3-2 16,4 2 1-16,-2 1 0 0,1-1-1 0,-3-2 4 15,0 1-5-15,-2 2-3 0,-1-3-1 16,2 3 2-16,-6-5 3 0,6 9 23 0,-6-3-1 0,0-6 9 15,0 11 3-15,-5-4-2 0,0 2-6 16,-2-4-2-16,-1 3-4 0,0 0 1 0,-2 0-8 0,0 1-23 16,0-4-40-16,-4 5-48 0,5-4-57 0,-2-1-194 15,0-1-373-15,3 1 165 0</inkml:trace>
  <inkml:trace contextRef="#ctx0" brushRef="#br0" timeOffset="1240.38">29061 9894 2502 0,'11'-6'156'0,"1"4"-94"0,-3-2-38 16,-3 2-9-16,0 0 6 0,-6 2 30 0,11-3 25 16,-11 3 12-16,9-2-6 0,-9 2-4 15,0 0-2-15,9-2-15 0,-9 2-8 0,0 0-30 0,0 0-32 16,0 0-36-16,0 0-43 0,0 0-47 0,0 0-65 16,-23 15-76-16,10-5-161 0,1-2-471 0,-3 4 209 15</inkml:trace>
  <inkml:trace contextRef="#ctx0" brushRef="#br0" timeOffset="2600.6">24382 10985 110 0,'0'0'151'0,"6"-4"-10"16,-6 4-6-16,0 0-4 0,0 0-6 0,3-6-6 15,-3 6-9-15,0 0-9 0,0 0-4 0,0 0-14 16,3-7-7-16,-3 7-3 0,0 0-16 0,0 0-1 16,0 0-4-16,16 7-4 0,-11-1 6 0,1-2-3 15,-1 5-3-15,2 0-3 0,2 1-4 0,2 4-8 16,-2 3-1-16,1 0-6 0,-4 0 1 0,0 0-1 15,1 1-1-15,-2-2-6 0,4 2-1 0,-7-1-2 16,0 1-1-16,-1-2 3 0,0 0-3 0,-2 1-3 16,0-2 1-16,-3 1 1 0,1 0-1 0,-3 0-5 15,2 0-2-15,-1-1-29 0,-2 2-25 0,-1-1-35 16,3-6-41-16,0 0-33 0,-2 6-145 0,1-6-325 16,1-3 145-16</inkml:trace>
  <inkml:trace contextRef="#ctx0" brushRef="#br0" timeOffset="2984.77">24442 11026 160 0,'0'-9'165'16,"0"9"-1"-16,4-16-17 0,1 9-9 0,2-2-4 15,4 2-9-15,1 0-13 0,2 1-10 0,5-1-12 16,-1 0-12-16,0 4-6 0,-4 1-8 0,-1 2-11 15,-1 0 0-15,1 4-7 0,-3 0-1 0,-1 4-10 16,-2-1 4-16,-2 3-5 0,-7 7-3 0,1 0-5 16,-5 7-5-16,-4 1 4 0,-5 0-11 0,-1 1-5 15,-3-4-2-15,-2 0-2 0,1-2-4 0,-1-2-3 16,3-6 0-16,4-2 4 0,-1-1-1 0,5-2 0 16,0-3-3-16,1 2 7 0,4-3-7 0,-1-1 8 15,6-2-4-15,-11 2-5 0,11-2 5 0,0 0 3 16,0 0 4-16,0 0-5 0,0 0-5 0,0 0 2 15,0 0-1-15,0 0 4 0,0 0-6 0,0 0 1 0,24-10 0 16,-24 10-4-16,22 3 10 0,-10 0-4 16,-1 1-2-16,-1 2 1 0,4 2 0 0,3-1 0 15,-3 1 5-15,4 0-5 0,-4 2-31 0,1 0-45 0,3-2-39 16,-3 0-59-16,-6-1-98 0,4 2-295 0,-3-4 131 16</inkml:trace>
  <inkml:trace contextRef="#ctx0" brushRef="#br0" timeOffset="3137.37">24826 11268 160 0,'0'0'236'0,"0"0"-12"0,2-6-12 16,-2 6-20-16,0 0-16 0,0 0-14 16,2-6-24-16,-2 6-14 0,0 0-17 0,0 0-29 0,0 0-34 15,0 0-43-15,0 0-66 0,0 0-55 0,0 0-159 16,0 0-301-16,-6 30 134 0</inkml:trace>
  <inkml:trace contextRef="#ctx0" brushRef="#br0" timeOffset="3371.77">24974 11047 14 0,'-2'-8'280'0,"0"-1"-15"0,2 2-21 0,0 7-18 15,-3-9-25-15,3 9-19 0,0 0-24 0,0-10-16 16,0 10-18-16,0 0-9 0,0 0-8 0,0 0-1 16,5 25-12-16,-7-9 9 0,4 2-9 0,-2 0-10 15,0 8-8-15,-2 0-9 0,-1 0-18 0,2 0-9 16,0-3-23-16,1-4-16 0,-3 8-31 0,1-6-36 16,2-2-54-16,0-2-50 0,0 2-50 0,0 0-145 15,2-1-393-15,-4-2 175 0</inkml:trace>
  <inkml:trace contextRef="#ctx0" brushRef="#br0" timeOffset="3733.69">25035 11029 81 0,'8'-14'225'0,"-3"6"-11"0,3 0-13 15,-2 1-16-15,1 1-13 0,1 1-13 0,-2-1-20 16,2 4-14-16,-1 0-10 0,1 0-15 0,-8 2-8 15,15 3-11-15,-7-2-7 0,-2 3-7 0,1 0-5 16,1 2-9-16,-2 1-2 0,-3 0-3 0,0 1-1 16,0 2-5-16,-1 0-2 0,-4 0-5 0,4 0-4 15,-6 2 1-15,3-2-7 0,-2-1-4 0,2 1-8 16,-1-3-8-16,0 1-6 0,2-8-11 0,0 14 5 16,0-7-2-16,0-7-5 0,3 17 4 0,-2-11-1 15,2-2-1-15,1 2 1 0,-1-1 3 0,2 0 0 16,3 1-1-16,-6 0 1 0,5 2 3 0,-3-2-2 15,-2-1 3-15,2 2 0 0,1-2 2 0,-5 2 2 16,0-7 8-16,4 12 4 0,-4-12 2 0,-4 12 7 16,2-4-2-16,-6 1 1 0,-1 0-4 0,-4 4-2 15,1-1 0-15,-1 1-21 0,-5-1-16 0,-5 4-38 16,1-1-62-16,-1 2-66 0,-4 1-166 0,-3 1-384 16,0-2 169-16</inkml:trace>
  <inkml:trace contextRef="#ctx0" brushRef="#br0" timeOffset="5534.67">18366 13955 153 0,'0'0'157'0,"0"0"-25"0,-3-7-11 0,3 7-11 16,0 0-20-16,0 0 1 0,0 0-1 0,0 0 14 16,0 0-4-16,3 33-17 0,-2-16-5 15,-1 0-7-15,0 4-3 0,1 4-9 0,0-1-8 0,-1-4-2 16,3 5-10-16,-2-6-1 0,-1-2-5 0,3 0-2 16,-3 2-1-16,1 0-3 0,0-1-3 0,-2-2-1 15,2 1-2-15,-1 1 5 0,1-1-12 16,-1-2-2-16,-1 0-7 0,1-2-34 0,-1-3-37 15,2 2-41-15,-2-2-46 0,0-1-110 0,-2-3-284 16,3-6 126-16</inkml:trace>
  <inkml:trace contextRef="#ctx0" brushRef="#br0" timeOffset="5934.77">18351 13969 54 0,'-1'-10'145'15,"2"-2"-1"-15,3 2-9 0,0 0-8 0,3 2-14 0,0-2-2 16,1 2-7-16,2 1-7 0,3 1-15 0,-2 0-11 16,1 0-6-16,0 2-1 0,-1 3-11 15,-1 1-2-15,1 0-7 0,-2 4-5 0,0 0-5 0,-2 3 7 16,-2 2-11-16,-3 1 1 0,-2 2-4 16,0 3 1-16,-5 2-5 0,3-3 1 0,-5 2 1 0,2 0-7 15,-2-2 1-15,3-2-5 0,0-2-1 0,0-2-2 16,3 0-3-16,-3-2 3 0,4-6-3 15,-1 9-8-15,1-9 8 0,2 9 3 0,-2-9-4 16,5 8-2-16,-1-6-3 0,1 2 1 0,2-2 0 16,-2 2 0-16,0-1-3 0,6 1 1 0,-2-1 2 15,-1 0 0-15,2 4-1 0,2-3-2 0,-1 1 3 0,-1 1-4 16,-1 1 1-16,2 0 0 0,-5 1 2 16,-1 1 0-16,-1 0 0 0,1 2 9 0,-4 1 3 15,-3 1 5-15,1 0-6 0,-6 2 2 0,1 0 0 16,-1-3-2-16,-2 1 2 0,-1-1-6 0,-1 1-3 15,-1-1-8-15,1-1-13 0,-2 2-20 0,0-4-38 0,3 1-39 16,1-3-49-16,0 0-116 0,1-1-298 16,-2-3 132-16</inkml:trace>
  <inkml:trace contextRef="#ctx0" brushRef="#br0" timeOffset="6171.53">18806 14177 90 0,'0'0'98'0,"0"0"-32"0,0 0-44 0,0 0-34 16,0 0-32-16,-24 12-48 0,19-7 21 0</inkml:trace>
  <inkml:trace contextRef="#ctx0" brushRef="#br0" timeOffset="8133.78">18860 13957 42 0,'-4'-7'197'0,"4"7"-20"0,0 0-23 0,0 0-12 16,-2-7-14-16,2 7-17 0,0 0-9 0,0 0-11 15,0 0-9-15,0 0-6 0,0 0-5 0,0 23 1 16,1-10-10-16,-1 2-4 0,1 2-4 0,1 3-9 15,0 5-6-15,-1-1-4 0,-1-4 2 0,0 0-8 16,0-1 1-16,4 1-12 0,-4-2 8 0,1 1-5 16,2-1 0-16,-2 0-2 0,2-1-2 0,-3 1-1 15,1-6-5-15,2 5-1 0,-2-5 5 0,0 3-5 16,0-4-7-16,-1 0-8 0,0-2-16 16,-1 0-38-16,1-9-33 0,0 14-34 0,0-6-32 0,0-8-102 15,-4 10-282-15,4-10 124 0</inkml:trace>
  <inkml:trace contextRef="#ctx0" brushRef="#br0" timeOffset="8466.58">18811 13904 81 0,'6'-11'152'0,"-1"1"-15"0,0 2-6 0,2 1-18 15,1-1-12-15,-2 2-11 0,2 2-2 16,-8 4-14-16,15 0-10 0,-15 0-7 0,16 9-3 15,-7-2-2-15,-4 3-3 0,0 0-4 0,-1 8-7 16,0 1 4-16,-3-1-6 0,0 1-7 0,-2 0 2 16,-2 0-4-16,1 1-3 0,-3-2-4 0,0-1-2 15,-4-2 0-15,2-1-6 0,2-5 4 0,0-1-5 0,-1 0 3 16,-1-4-4-16,2 1 8 0,-1-1 2 16,6-4 0-16,-8 2 0 0,8-2 5 0,0 0-2 15,0 0 4-15,-14-4 1 0,14 4-3 0,0 0 4 16,-6-3-6-16,6 3-2 0,0 0-2 0,0 0-5 15,0 0-2-15,0 0-5 0,0 0 1 0,0 0 0 16,30 3-1-16,-17 2-2 0,1 2 0 0,4-1 4 0,-1 3 0 16,3-1-3-16,4 8-46 0,-7-8-64 15,7 7-71-15,-10-2-110 0,6 6-307 0,-8-3 137 16</inkml:trace>
  <inkml:trace contextRef="#ctx0" brushRef="#br0" timeOffset="8601.41">19291 14373 81 0,'1'-11'130'0,"-1"11"-20"16,0 0-68-16,5-8-54 0,-5 8-47 0,0 0-63 16,0 0 28-16</inkml:trace>
  <inkml:trace contextRef="#ctx0" brushRef="#br0" timeOffset="8900.9">18335 14522 150 0,'31'-14'169'0,"-11"10"-13"0,12-5-20 16,4 2-6-16,17-5-22 0,11-4-6 0,22-8-13 15,4 2-6-15,1-3-18 0,0-3-40 0,1 3-44 16,-8-3-57-16,-23 10-111 0,-1 0-202 0,25-10 90 15</inkml:trace>
  <inkml:trace contextRef="#ctx0" brushRef="#br0" timeOffset="68517.02">19579 9486 36 0,'0'0'34'0,"-17"5"2"0,6-2 0 0,0 0-5 0,-1 1-2 16,2-1-6-16,-3 2-1 0,3-1 0 0,1 0-10 16,-3 1 3-16,1 0 7 0,2 0-8 0,-2 2-3 15,1-2 6-15,-1 1-2 0,0 2-6 0,3-3 5 16,-3 3-5-16,2-1 8 0,-2 2-4 16,4 1-3-16,-1-2-7 0,-3 4 8 0,3-1 2 0,1 0 3 15,-1 0 0-15,0 3-1 0,0-4-3 0,1 6 4 16,0-6 9-16,2 2-2 0,0-1 2 0,0 5-8 15,0-6-1-15,2 2 6 0,-1 2-12 0,-2 2 1 16,4-3 6-16,-2 0-10 0,4-2 2 0,-2 5 3 16,1-4-5-16,1 5 3 0,0-2-1 0,0 4 4 15,0-4-1-15,1 2-1 0,-1-1 0 0,2 0 9 16,-2 1-8-16,1-1-7 0,-1-3 6 0,1 2 1 16,1-2-4-16,0 3 3 0,1 0 2 0,3-2-9 15,-1 2 5-15,-1-4 7 0,0 0-9 0,1 2 0 16,1 0 2-16,1-2 11 0,-4-1-6 0,4 1-9 15,2 1 9-15,1 2-1 0,0-1-6 0,-2 0 2 16,-2-4 6-16,3 1-8 0,1 1 2 0,0-4-4 16,3 4 4-16,2-5 5 0,-1 3 0 0,-3-3-3 15,4 2 0-15,-4-3-1 0,2-2 22 0,3 4-9 16,-3-4-1-16,1 0-3 0,-3-1-7 0,7 1-3 16,-5 0 1-16,4 0 5 0,-1 0 2 0,-2-2-5 15,3 0 1-15,2-1-4 0,-6 0 0 0,6 1-1 16,0-2 4-16,-1 0-8 0,0-2 2 0,-4 1 3 15,4 0-4-15,-5 0 2 0,2 0 3 0,-1 0-7 16,4 0 2-16,-1-2 5 0,2 0-3 0,-2 1-12 16,-1 2 5-16,1-2 4 0,1-2 1 0,-6 2-4 15,4 2-14-15,-3-1 22 0,4-2-8 0,-4 2 6 16,5-1-10-16,-5 0 9 0,1 0-9 0,-1-1 0 16,-1 2 3-16,1 0 6 0,0 0-4 0,1-1-6 15,-1 1 3-15,0-2 4 0,-1 0 0 0,2 3-9 16,-3-3 4-16,3-1 4 0,-2 3 1 0,1-1 0 15,1-1-9-15,4-1 7 0,-4 1 3 0,3-2 1 16,2 1-1-16,-7 1 1 0,4-4-6 0,0 2 8 16,-2 0-3-16,-3-3 2 0,6 2-8 0,-3-2 1 15,1-1 6-15,-3 2-4 0,-2 1 1 0,5-4 2 0,-2 0-5 16,-2 2 6-16,0 0 4 0,0-3-12 16,-1 4 0-16,-2-2 9 0,1 3-8 0,0-3 0 15,0 0 1-15,-3 0 0 0,2 1-1 0,-3-2-3 16,1 0 9-16,-2 1-3 0,0-1 3 0,0-1 2 0,0 1-3 15,0-1-1-15,-2 0 0 0,1-1-9 0,-2 0-7 16,2-4 14-16,-1 1-3 0,-2 3 8 0,1-2-1 16,-2-1-2-16,1 3-3 0,-2-1 4 15,-1 2-6-15,-1-6 2 0,0 5 6 0,2 0-2 0,-2-1 0 16,-1 2-6-16,0 0 4 0,-3-2-4 0,0-3 8 16,2 6-6-16,0 0 3 0,-2-2-6 0,0-2 1 15,-1 1 4-15,2 2-6 0,-3-3 4 16,-2 1 2-16,2 0-1 0,-2 1 7 0,3 2-4 0,-1-2-6 15,-1 1 8-15,0-3-8 0,0 2 4 0,-2 2 13 16,1-1-12-16,2 3 2 0,1-1 4 0,0 1-15 16,-5-3 8-16,0-1 2 0,5 3-11 0,-2 1 11 15,1-1-1-15,1 3 2 0,-3-3-1 0,-2-1 10 16,3 1-14-16,-2-1 0 0,1 1 8 0,1 2-2 16,1 2 1-16,-1-2-5 0,-1 0 13 0,1 2-8 15,0-2 7-15,2 2 10 0,1 1 0 0,-1-1-9 16,-1 0 3-16,0 1-3 0,2 0-6 0,-1 1 4 15,0-4 2-15,-1 5-12 0,2-1 6 0,-2 1 1 16,3 0-3-16,-2-1-3 0,-4 1 3 0,3 0-1 16,-2 2-5-16,2-2 1 0,-2 1 7 0,0 0-5 15,0 1-2-15,-1 0-4 0,1-2-1 0,-1 1 4 16,-1 2 1-16,-3-3 1 0,4 3 3 0,1 0-4 16,0 1-1-16,-2-1-4 0,1 0 1 0,2 1 4 15,-1 0-2-15,1 0 2 0,-2-2-4 0,1 3-4 16,0-1 13-16,3 0-14 0,-3 2 14 0,1-2-8 15,0 2 2-15,1-2 2 0,-1 3 1 0,0-1-6 16,1 0 6-16,-2 0 1 0,-4 2-8 0,3 1 4 16,-2 2-6-16,0-2 3 0,-1 2 1 0,0-1 2 15,3 2 0-15,-4-2-4 0,6-1 4 0,-6 1-5 16,6-1 3-16,-1 1 7 0,-2 0-8 0,4-1 5 16,-2 2-2-16,0-2 0 0,1-1 0 0,0 1-2 15,1 0 3-15,-1 1-5 0,-1-3 2 0,3 3 1 16,0-1-3-16,-1 0 4 0,1 1-3 0,1-2 8 15,3-1-8-15,-2-2 3 0,2 1-3 0,5-4 9 16,-7 6-11-16,3-3 1 0,4-3 2 0,-8 7 2 16,6-3-1-16,2-4 2 0,-9 7-6 0,9-7 7 15,-5 6-5-15,5-6 2 0,-6 5 5 0,6-5-2 16,-2 6 1-16,2-6-6 0,-4 4 0 0,4-4-1 0,-5 10 2 16,1-7-6-16,4-3-17 0,-6 8-21 0,6-8-6 15,-3 6-26-15,3-6-15 0,-4 5-13 16,4-5-113-16,-2 8-236 0,2-8 104 0</inkml:trace>
  <inkml:trace contextRef="#ctx0" brushRef="#br0" timeOffset="74200.73">19982 10535 14 0,'-3'-9'25'0,"3"9"-4"15,0 0-1-15,0 0 4 0,0 0-6 0,0 0 9 16,-2-5-2-16,2 5 8 0,0 0-9 16,0 0 10-16,0 0-7 0,0 0-8 0,0 0 7 15,-3-7 2-15,3 7-2 0,0 0 1 0,0 0-5 0,0 0-3 16,0 0-2-16,0 0 3 0,0 0-5 0,0 0 0 16,0 0 8-16,0 0 2 0,0 0-9 0,0 0 13 15,-3-7-7-15,3 7 1 0,0 0-4 0,0 0-4 16,0 0 2-16,0 0-6 0,0 0-11 15,0 0 14-15,0 0-3 0,0 0-8 0,0 0 8 0,0 0-5 16,0 0 1-16,0 0 4 0,0 0-3 0,0 0 2 16,0 0-6-16,0 0 4 0,0 0-7 0,0 0 4 15,0 0 0-15,0 0 5 0,0 0 2 0,-2-10-3 16,2 10 0-16,0 0 7 0,0 0 0 0,0 0-7 16,0 0 8-16,0 0-13 0,-3-6 4 0,3 6 6 15,0 0 3-15,0 0-10 0,0 0 4 0,0 0-5 16,0 0 9-16,0 0-2 0,0 0-5 0,0 0-5 15,0 0 4-15,0 0-2 0,0 0-1 0,0 0 5 16,0 0-7-16,0 0-3 0,0 0 0 0,0 0-4 16,0 0 7-16,0 0-3 0,0 0 0 0,0 0 2 15,0 0 2-15,0 0-6 0,0 0 2 0,0 0-3 16,0 0 6-16,0 0-3 0,0 0-3 0,0 0 5 16,3 26-2-16,-3-26-2 0,0 11 9 0,2-6 18 15,-2-5-4-15,2 12-7 0,-1-6 13 0,-1-6-9 16,2 11 3-16,-2-11-6 0,0 12-2 0,2-8 3 15,-2-4 4-15,1 12-5 0,-1-6 8 0,0-6 1 16,2 11-4-16,-2-11-6 0,1 10 0 0,-1-10 1 16,1 6 0-16,-1-6 5 0,0 0-4 0,2 8-2 15,-2-8 6-15,0 0 3 0,0 0 8 0,0 0-9 16,0 8 1-16,0-8-5 0,0 0 8 0,0 0-11 16,0 0 3-16,0 0 1 0,0 0 2 0,0 0 4 15,0 0-4-15,0 0-2 0,0 0 5 0,0 0 2 16,0 0-2-16,0 0 0 0,0 0-6 0,1 7 3 15,-1-7-5-15,0 0 4 0,0 0-7 0,0 0 4 0,0 0-6 16,0 0-9-16,0 0-17 0,0 0-38 16,0 0-29-16,0 0-17 0,0 0-24 0,0 0-131 15,0 0-274-15,-13-19 121 0</inkml:trace>
  <inkml:trace contextRef="#ctx0" brushRef="#br0" timeOffset="79017.05">19940 10581 1 0,'0'0'18'0,"0"0"-6"0,0 0 2 15,2-10 1-15,-2 10-5 0,0 0 3 16,0 0-3-16,0 0 2 0,0 0-4 0,0 0-1 15,0 0-2-15,0 0 0 0,0 0 2 0,0 0-4 0,0 0 1 16,0 0-8-16,0 0 4 0,0 0 2 0,0 0-4 16,0 0 1-16,0 0 1 0,0 0-4 15,0 0-2-15,0 0 6 0,0 0-6 0,0 0 6 16,0 0-5-16,0 0 6 0,0 0-1 0,0 0 1 0,0 0-2 16,0 0-2-16,0 0 1 0,0 0-3 0,0 0 0 15,0 0 0-15,12 16-2 0,-12-16 3 0,0 0-3 16,0 0-7-16,0 7-15 0,0-7 7 15</inkml:trace>
  <inkml:trace contextRef="#ctx0" brushRef="#br0" timeOffset="116600.45">13560 9837 28 0,'0'0'150'0,"0"0"-5"0,-5-9 1 15,5 9-9-15,0 0-12 0,-4-6-5 0,4 6 10 16,-4-4-3-16,4 4-7 0,0 0-7 0,-5-9-16 15,5 9 2-15,-4-6 3 0,4 6-3 0,-6-3-5 16,6 3-11-16,0 0-9 0,-6-9-5 0,6 9-6 16,0 0 1-16,0 0-10 0,0 0-3 0,-4-6-7 15,4 6-4-15,0 0-4 0,0 0-5 0,0 0-7 16,0 0-4-16,0 0-7 0,0 0 1 0,0 0 2 16,0 0-7-16,0 0-1 0,0 22 1 0,0-11 1 15,2-1-5-15,-2 6 2 0,2 1 2 0,-2 0-6 16,2 6 2-16,-2-3 2 0,2-1-1 0,-2-1 3 15,0 1-3-15,0-1 0 0,2 1-1 0,-4-1-1 16,2 0 1-16,0-1-3 0,0 0-6 0,0-2-11 16,0-5-15-16,-2 1-17 0,2 0-26 0,0-2-27 0,0-2-18 15,0-7-19-15,2 11-20 0,-2-11-6 0,2 9-10 16,-2-9-98-16,0 0-295 0,0 0 131 16</inkml:trace>
  <inkml:trace contextRef="#ctx0" brushRef="#br0" timeOffset="116781.37">13532 9929 135 0,'-2'-6'137'15,"2"6"-17"-15,0 0-25 0,0 0-2 0,0 0-6 16,0-8-6-16,0 8-13 0,0 0 2 0,0 0-12 0,0 0-3 16,12-1-8-16,-12 1-4 0,9 2-7 0,-9-2-7 15,16 2 18-15,-5-1-27 0,-2 2 10 0,5-2-6 16,-1 2-13-16,-2-3-28 0,3 0-30 15,-1 0-35-15,1 0-108 0,-3 0-207 0,3 0 92 0</inkml:trace>
  <inkml:trace contextRef="#ctx0" brushRef="#br0" timeOffset="116983.97">13823 9729 55 0,'0'0'175'0,"0"0"-13"0,0 0-6 15,0 0 2-15,0 0-6 0,0 0-11 0,-2 24-13 16,0-12-14-16,4 4-6 0,-2 2-7 0,2 1-11 16,0 5-9-16,-2-3-6 0,4 3-6 0,-2 2-10 15,1 0-4-15,-1-8-3 0,0 7-12 0,4 0-27 16,-5-8-39-16,2-2-35 0,-1-3-41 0,2 2-35 16,-1-4-140-16,-1 4-299 0,2-6 133 0</inkml:trace>
  <inkml:trace contextRef="#ctx0" brushRef="#br0" timeOffset="117266.87">13969 9954 137 0,'0'0'144'0,"0"0"2"16,0 0-4-16,0 0-9 0,0 0-13 0,0 0-10 16,0 0-8-16,0 0-11 0,13 20-8 0,-11-16-14 15,2 1-3-15,1-1-7 0,0 0-2 0,-5-4-7 16,11 5 17-16,-2-4 4 0,-9-1 8 0,16-6-5 15,-7 5 4-15,2-6-2 0,1 0-3 0,-4-1 0 16,1-2 3-16,1 2 9 0,-2-2-1 0,-3-1-2 16,1 0-3-16,-2 0-6 0,-1 1-11 0,-3-1-3 15,0-1-12-15,-2 1 4 0,0 0-20 0,-3-1-5 16,1 4-19-16,-1-1-12 0,-3 3-20 0,2 2-22 16,6 4-37-16,-15-2-21 0,7 6-20 0,-4 3-15 15,3 4-23-15,-2 5-18 0,1 0-151 0,2 10-359 16,-1-10 160-16</inkml:trace>
  <inkml:trace contextRef="#ctx0" brushRef="#br0" timeOffset="117567.04">14194 10009 141 0,'8'-6'167'0,"1"-1"3"0,-2-1-9 0,0-2-14 0,3 3-9 16,-3-4-3-16,1 3-6 0,-2-1-8 15,-2-1-13-15,-1 0-5 0,1 0-12 0,-4-2-6 16,4 2-7-16,-8-1-3 0,4 0-8 0,-4 0-8 15,2 0-7-15,-3 3-1 0,-1-3-9 0,-2 5 0 0,2-2-8 16,1 1 2-16,-1 1-6 0,2 1-4 16,4 5 0-16,-7-10-6 0,7 10-5 0,-3-5 3 15,3 5-8-15,-3-7 3 0,3 7-5 0,0 0-2 16,8-9-5-16,-8 9 4 0,11-5 0 0,-6 3-5 0,3 2 5 16,-8 0-6-16,20 2 0 0,-13 0 0 0,0 1 2 15,4 1 0-15,-2 1 1 0,-2 2-2 0,2-2 0 16,-2 3-1-16,2 1 2 0,-3-1-1 15,4 1 3-15,-6-2 0 0,2 2-2 0,-1 0-9 16,2-2-13-16,-2 2-32 0,3-2-32 0,-3-1-43 0,-1-2-43 16,1 1-156-16,1-1-355 0,1-1 157 0</inkml:trace>
  <inkml:trace contextRef="#ctx0" brushRef="#br0" timeOffset="118585.14">14575 9726 118 0,'0'0'169'0,"-7"0"-10"0,7 0-14 0,0 0-13 0,0 0-11 16,-6 13-12-16,4-6-6 0,2-7-13 0,0 12-10 15,0-2-6-15,-1-3-9 0,1-7-4 0,1 15-1 16,-1-9-13-16,2 1 10 0,-2-7 0 0,0 7 2 16,0-7 14-16,2 8 9 0,-2-8 15 0,0 0 8 15,0 0-7-15,-2 8-13 0,2-8-9 0,0 0-4 16,0 0-8-16,0 0-5 0,-20-8-6 0,20 8-5 15,-9-8-3-15,5 2-8 0,1 1-3 0,1-5-9 16,-3-2-3-16,3 0-2 0,2 0-4 0,2-5-5 16,3 5-1-16,0 0-1 0,0 1-3 0,3-3 1 15,-2 5-4-15,3 2 0 0,-4 0-2 0,5 3-2 16,3 3 1-16,-4 0-3 0,3 3 4 0,0 2-5 16,-1 3 1-16,0-1 2 0,0 3 2 0,0-2-4 15,-1 3 1-15,-1-3 1 0,0 5-1 0,0-3 1 16,-3-1 1-16,2 2-3 0,-4-4 2 0,0 0 9 15,-2 0-8-15,-2-6 3 0,7 8 2 0,-7-2-2 16,0-6 11-16,7 4 7 0,-7-4 12 0,0 0 5 16,0 0 3-16,0 0-6 0,0 0-2 0,0 0-4 15,0 0 0-15,0 0-1 0,0 0 3 0,0 0-12 16,1-20-7-16,-1 20-6 0,0-14 4 0,3 4-12 16,-2 0 16-16,3-1-7 0,0 1-8 0,0 0 0 15,1 1-3-15,4 1 2 0,-6 3-5 0,3 1 1 0,-1 1 4 16,-5 3-6-16,11-6-1 0,-11 6 6 15,14 2-3-15,-6 0 1 0,-3 0-3 0,2 1-12 16,0 2-6-16,4 2-6 0,-4-2-13 0,2 1-15 16,-3 0-11-16,1-2-5 0,2 2-31 0,1-1-20 15,-2 0-14-15,3-4-4 0,1 3 0 0,-1-6 6 0,0 2 8 16,2-4 11-16,0 0 10 0,-1 0 16 0,-3-1 18 16,2-1 17-16,1-1 14 0,-6 1 20 15,1-2 17-15,-5 0 17 0,2 1 15 0,-1 0 21 16,-3 7 8-16,-2-14 13 0,2 14 5 0,-2-11 3 0,-1 4 8 15,-1 2-2-15,4 5 3 0,-11-5-8 0,11 5 3 16,-12 0-9-16,1 4-3 0,4 2-4 16,-3 2-2-16,2 1-8 0,1 1-1 0,-1 0-8 15,2 1-5-15,0 1-5 0,4-3-3 0,0 1-1 16,0 0-1-16,2-3-7 0,2 0-3 0,-2-7-1 0,4 10 2 16,2-6-6-16,0-1-5 0,-6-3 0 0,11 2-4 15,-4-3-3-15,3-2-1 0,2-1 0 0,-3-3 2 16,2 0-4-16,-1-2 3 0,-2 2-1 15,-3-1 1-15,0-2 2 0,3 3 0 0,-6 1-2 0,1-4 2 16,-1 4 3-16,0-1-4 0,-2 7 0 0,4-11 2 16,-4 11-4-16,1-6 3 0,-1 6-1 0,0 0-2 15,0 0-1-15,4-5 2 0,-4 5 0 0,0 0-1 16,0 0 1-16,0 0-3 0,0 0 0 0,-3 29 2 16,3-23-1-16,2 0 8 0,1 3-9 0,-1-4 0 15,4 1 1-15,-2 1 2 0,1-2 1 0,0-2 2 16,-5-3-5-16,13 3 7 0,-2-1 5 0,0-4-8 15,1 0 3-15,0-4-3 0,-1 0-2 0,1-1 0 16,1-3-3-16,3 0-2 0,-5 0 4 0,0-2 1 16,-2 1-4-16,-1 1 1 0,-2-5 1 0,-2-1 0 15,2 1-2-15,2-3 3 0,-4 1-3 0,1 0 2 16,-4-2 1-16,2 1 0 0,-3-3 2 0,0 4 6 16,1 1 1-16,0 3 18 0,-1 3 4 0,0 1 3 15,-1 2 1-15,1 7-4 0,3-10-9 0,-3 10-5 16,0 0-2-16,1-7-1 0,-1 7-1 0,0 0 2 15,1 23 1-15,1-6 0 0,-2 2-6 0,0 1 3 16,-2 7-1-16,2 3 0 0,-4-2-3 0,3 0-1 16,1-2-12-16,1-2-16 0,1-5-24 0,0-1-36 15,0-1-69-15,5-3-75 0,-3-1-227 0,-2-4-488 16,4-3 216-16</inkml:trace>
  <inkml:trace contextRef="#ctx0" brushRef="#br0" timeOffset="118766.13">15567 9323 121 0,'-4'-6'238'0,"4"6"-26"0,0 0-22 16,0 0-22-16,0 0-17 0,0 0-9 0,-12 23-18 16,8-5-11-16,-1 8-15 0,-1 0-45 0,3 5-69 15,2-3-66-15,-1 0-170 0,-2 1-273 0,0-1 120 16</inkml:trace>
  <inkml:trace contextRef="#ctx0" brushRef="#br0" timeOffset="118966.33">14887 10137 2505 0,'-4'-1'-26'15,"4"1"24"-15,0 0 1 0,0 0-12 0,0 0 5 0,0 0 8 16,42-26-5-16,-11 10-3 0,15-9 1 0,8-1-24 16,26-13-36-16,-21 11-35 0,25-12-42 15,-4 4-55-15,-27 11-117 0,6 0-341 0,-2 0 150 16</inkml:trace>
  <inkml:trace contextRef="#ctx0" brushRef="#br0" timeOffset="186967.11">14034 6406 53 0,'0'0'53'0,"-10"-4"4"15,10 4 2-15,-11-3-1 0,11 3-6 0,-8-2-1 16,8 2-4-16,0 0-2 0,-7-2-4 0,7 2-4 16,0 0-5-16,-9-2-1 0,9 2-11 0,0 0 4 15,0 0-10-15,0 0 2 0,-5 7 0 0,5-7 6 0,-2 9 7 16,2-9-1-16,0 9-6 0,0-9-6 15,0 13 6-15,2-6 14 0,0-1 11 0,-2-6-17 16,0 12 3-16,1-8-2 0,-1-4 2 0,1 10-4 16,-1-10-6-16,1 8 3 0,-1-8-5 0,4 8 4 15,-4-8 13-15,2 4-2 0,-2-4 0 0,5 6-4 0,-5-6-5 16,0 0 6-16,3 6-2 0,-3-6 10 0,0 0 2 16,0 0 4-16,6 3 1 0,-6-3-3 15,0 0-6-15,9-9-1 0,0-5-4 0,11-7-2 16,3-3-9-16,10-14 2 0,6-2-6 0,-1-4-1 15,24-18-7-15,-18 18 2 0,16-18-7 0,-15 19-6 16,27-17-14-16,-25 19-16 0,27-16-22 0,-9 2-15 16,-20 15-23-16,4 2 3 0,-6 0 0 0,-2 4-11 15,-12 10-7-15,-3-1-8 0,-5 7-80 0,-5 7-207 16,-7 3 92-16</inkml:trace>
  <inkml:trace contextRef="#ctx0" brushRef="#br0" timeOffset="188216.56">13262 8006 43 0,'0'0'62'0,"0"0"-6"0,0 0-4 16,0 0 1-16,0 0-2 0,0 0-2 0,-6-6-4 0,6 6-1 16,0 0 3-16,0 0-7 0,0 0-1 15,0 0 5-15,0 0-12 0,0 0 6 0,0 0-9 16,0 0-3-16,0 0-5 0,0 0 2 0,0 0-6 16,0 0 2-16,0 0-4 0,0 0-6 0,0 0 3 0,0 0-8 15,0 0 4-15,0 0-2 0,0 0-2 0,0 0-3 16,0 0 3-16,0 0 9 0,0 0-12 15,0 0 1-15,8 22 0 0,-8-22 2 0,4 11 7 16,-2-2 17-16,0 0-6 0,-1 1-2 0,1-1-3 16,2 0-2-16,-4-1 2 0,4 4 2 0,-2-2-6 0,-1-3 5 15,1 0-2-15,-2 2-6 0,3-3 3 0,-1 3 12 16,2-2 4-16,-4-1-11 0,0-6-1 16,5 13 1-16,-5-8-6 0,4 0 6 0,-4-5-9 15,2 9 2-15,-2-9 1 0,2 8-1 0,-2-8 1 0,3 6 3 16,-3-6 0-16,0 0 3 0,4 6 11 0,-4-6 6 15,0 0 5-15,7 2 2 0,-7-2-5 0,0 0 2 16,20-17-5-16,1 1-3 0,4-8-1 16,17-13-5-16,3-4-1 0,31-23-14 0,3-3-37 0,8-7-43 15,10-7-52-15,6-2-134 0,5-7-276 0,7-2 122 16</inkml:trace>
  <inkml:trace contextRef="#ctx0" brushRef="#br0" timeOffset="-139186.4">13913 6319 11 0,'0'0'34'0,"-4"-5"1"0,4 5-4 0,0 0-1 0,0 0 0 16,0 0 1-16,0 0-8 0,0 0 1 15,0 0-6-15,0 0 2 0,0 0-6 0,0 0 1 16,0 0 6-16,0 0-12 0,0 0-2 0,0 0 2 15,0 0-5-15,0 0 1 0,0 0-3 0,0 0 10 16,0 0 2-16,0 0-8 0,0 0-9 0,0 0 6 16,0 0-2-16,0 0 2 0,0 0 2 0,0 0 10 15,12 18-2-15,-12-18-5 0,2 9-13 0,1-6 13 16,-3-3 2-16,4 10 2 0,-4-4 19 0,2 0 6 16,-2-6 3-16,8 11-7 0,-8-5 0 0,2 0-9 15,-2-6 5-15,4 10-9 0,-1-4-5 0,-1-2-1 16,-2-4 6-16,4 9 0 0,-4-9-13 0,4 6 4 15,-4-6 2-15,3 8-6 0,-3-8 3 0,4 6 6 16,-4-6-4-16,5 6 2 0,-5-6-5 0,0 0-1 16,4 7-1-16,-4-7-3 0,0 0 4 0,3 5-5 15,-3-5 1-15,0 0 4 0,0 0-6 0,0 0 0 16,4 5-2-16,-4-5 2 0,0 0-8 0,0 0 4 16,0 0-3-16,0 0 10 0,5 6-7 0,-5-6 3 15,0 0 5-15,4 6-3 0,-4-6 2 0,4 3 3 16,-4-3 6-16,3 6-2 0,-3-6-3 0,4 5-3 15,-4-5 13-15,0 0-11 0,5 8-7 0,-5-8 4 16,4 5 6-16,-4-5-8 0,3 4 5 0,-3-4-3 16,0 0 7-16,0 0-4 0,4 6-5 0,-4-6 2 15,0 0 1-15,4 3-5 0,-4-3-2 0,0 0 5 16,0 0 3-16,5 6 0 0,-5-6 3 0,0 0-7 16,5 5-3-16,-5-5 6 0,0 0 10 0,0 0 0 15,0 0 17-15,0 0-18 0,0 0-4 0,4 5 11 16,-4-5 1-16,0 0 5 0,0 0 7 0,0 0 0 15,0 0 4-15,0 0-6 0,0 0 2 0,0 0-1 16,0 0-1-16,0 0-2 0,7-17-4 0,-3 13-7 16,1-2 0-16,-1-3-2 0,1 2 1 0,2-3-2 15,-1 0-4-15,7-4-3 0,-3-1 0 0,3-1 2 16,3-5-8-16,4 1 2 0,-4 0-4 0,6-2 0 16,-4 2 2-16,5-2-1 0,-6-1-1 0,4 3-3 15,4-2 0-15,-2 1-2 0,-2-1 0 0,2 1 11 16,0 1 0-16,-1 1-8 0,-2 2-2 0,-6 5 4 15,-1-2-1-15,3 3 5 0,-3 1-8 0,-2-1-5 16,3 1 7-16,-5 1-3 0,1 0 3 0,1 3-3 16,-3-2-3-16,1 3-8 0,1-1 16 0,-2 1-3 15,-1-2 8-15,1 2-10 0,-2 0 4 0,1 0-3 16,-2 2 1-16,0 0 1 0,2-1-1 0,-2 0-4 16,-5 4 8-16,7-6 0 0,-7 6 5 0,6-3-13 15,-6 3 6-15,6-4-9 0,-6 4 11 0,0 0-5 16,5-5-3-16,-5 5 7 0,0 0-4 0,0 0 4 15,6-5 1-15,-6 5-3 0,0 0 3 0,8-5 0 16,-8 5-2-16,0 0-3 0,8-6-2 0,-8 6-5 16,5-4 14-16,0 1-7 0,-5 3 6 0,11-7-1 15,-5 2-5-15,1-1-1 0,0 1-5 0,2 1 7 16,-4 0-1-16,1 0 2 0,1 0 3 0,1-1-9 16,-2 0 7-16,1 0-2 0,-1 1-2 0,1 0 5 15,0 0 2-15,0 1-4 0,1-4 3 0,-1 2-6 16,1 1 2-16,-3 0 0 0,-5 4 0 0,10-6 2 15,-10 6 6-15,6-4-6 0,-6 4 2 0,8-3-3 16,-8 3 15-16,4-3 3 0,-4 3 2 0,0 0 3 16,0 0 2-16,7-4 1 0,-7 4-1 0,0 0-4 15,0 0-2-15,0 0-1 0,0 0 0 0,0 0-1 16,0 0-5-16,0 0 3 0,0 0-6 0,0 0 5 16,0 0-6-16,0 0-2 0,0 0 3 0,0 0 1 15,0 0-8-15,2-7 8 0,-2 7-14 0,0 0 9 16,0 0-3-16,0 0-4 0,0 0 3 0,0 0-2 15,0 0-3-15,0 0-17 0,0 0-17 0,0 0-24 16,0 0-31-16,0 0-17 0,0 0-17 0,0 0-20 16,0 0-98-16,0 0-264 0,0 0 117 0</inkml:trace>
  <inkml:trace contextRef="#ctx0" brushRef="#br0" timeOffset="-104745.53">20100 10518 6 0,'0'0'42'16,"-7"-4"-5"-16,7 4-1 0,0 0-7 0,0 0 2 15,0 0-7-15,0 0-2 0,0 0 1 0,0 0 2 16,-5-5-8-16,5 5 0 0,0 0-5 0,0 0 2 16,0 0-8-16,0 0 4 0,0 0-2 0,0 0 3 15,0 0-10-15,0 0 2 0,0 0-2 0,-14 5 1 16,14-5 1-16,-8 4-6 0,8-4 0 0,-8 4 1 15,8-4 1-15,-8 6-1 0,4-2 1 0,4-4-2 16,-6 4 1-16,6-4 2 0,-9 5 0 0,9-5 0 16,-7 6 1-16,3-3-4 0,4-3 4 0,-6 7-6 15,2-4 2-15,4-3 10 0,-6 7-6 0,6-7-3 16,-6 4 5-16,6-4-4 0,-4 7-2 0,4-7 1 16,-6 7 6-16,6-7-6 0,-2 5 2 0,2-5-5 15,-4 7 5-15,4-7-3 0,-4 8 1 0,4-8 4 16,-4 5 4-16,4-5-3 0,-6 7-3 0,6-7 0 15,-2 7 0-15,2-7 0 0,-3 5-2 0,3-5 1 16,-3 7 3-16,3-7 1 0,0 0-2 0,-1 9 0 16,1-9-3-16,-1 6 3 0,1-6 2 0,0 0-5 0,-1 11 4 15,1-11-4-15,0 7 1 0,0-7 2 16,-3 8-6-16,3-8 3 0,0 0 3 0,-1 10-2 16,1-10-5-16,-3 7 2 0,3-7-5 0,-1 7-10 15,1-7 0-15,-3 8-31 0,3-8-55 0,-1 8 25 16</inkml:trace>
  <inkml:trace contextRef="#ctx0" brushRef="#br0" timeOffset="-103946.1">19855 10487 13 0,'0'0'55'0,"0"0"6"0,0 0-19 0,0 0-2 16,0 0-2-16,0 0-5 0,-3-7-2 16,3 7 0-16,0 0 2 0,0 0-8 0,0 0 5 15,0 0-10-15,0 0 4 0,0 0 1 0,0 0-4 0,0 0-3 16,0 0 1-16,0 0 0 0,0 0-3 0,-4-7 1 15,4 7 0-15,0 0-2 0,0 0-2 16,0 0 2-16,0 0-4 0,0 0 13 0,0 0-13 16,0 0 8-16,0 0-1 0,0 0-6 0,0 0 4 0,0 0-2 15,-3-8 1-15,3 8 2 0,0 0-6 0,0 0-3 16,0 0 12-16,0 0-2 0,0 0-3 0,0 0-2 16,0 0 2-16,0 0-3 0,0 0-3 0,0 0 6 15,0 0-10-15,0 0 1 0,0 0-6 0,-2-7 20 16,2 7-19-16,0 0-1 0,0 0-8 0,0 0 8 15,0 0-18-15,0 0-7 0,0 0-15 0,0 0-19 16,0 0-23-16,0 28-46 0,-1-22-137 0,1-6 60 16</inkml:trace>
  <inkml:trace contextRef="#ctx0" brushRef="#br0" timeOffset="-69795.93">13346 12343 52 0,'-4'-7'123'0,"4"7"-3"0,-5-6-19 0,5 6-5 16,-4-4-18-16,4 4-2 0,0 0-6 0,0 0-15 15,0 0 1-15,0 0-6 0,0 0-4 0,0 0-7 16,0 0-2-16,-4 26 19 0,6-7-1 0,0 10 1 16,0 2-5-16,5 1 4 0,-3 3 14 0,6 10 5 15,-4-9-10-15,5 8-3 0,-4-10 1 0,3 2 7 16,3 8-6-16,-5-12-4 0,6 0 11 0,-5 0-2 16,1 3-8-16,3-5-3 0,-7 2-7 0,8 0-3 15,-7-3-7-15,1 2-3 0,-1-3 2 0,2 1-6 16,-6-5-11-16,-1-5-3 0,-2-1-3 0,2-1-2 15,0 1 1-15,0-3-3 0,-2-4-10 0,1 0-17 16,-1-1-13-16,2-1-21 0,0-3-16 0,-2-6-23 16,0 10-10-16,0-10-40 0,0 0-47 0,0 0-103 15,0 0-312-15,0 0 138 0</inkml:trace>
  <inkml:trace contextRef="#ctx0" brushRef="#br0" timeOffset="-68961.73">13421 12203 16 0,'9'-2'103'0,"9"-3"-3"0,6-2 1 0,12-1-5 15,13-5-5-15,8 0-8 0,8-1-9 0,31-6-6 16,-2-1-10-16,-1 0-3 0,1 1 1 0,0-3-13 15,4 4 3-15,-4-1-7 0,5-1-1 0,-1 2-1 16,-3 1-3-16,-2-1-10 0,-1 4-2 0,-1-3 1 0,-29 6-8 16,32-7 7-16,-2 4 1 0,-3-3-7 15,-25 6-4-15,31-5-4 0,-6 1-1 0,-28 7-3 16,-1-1 2-16,0 2 0 0,-3-2-1 0,-7 2-12 16,-11 5 7-16,-1-3-7 0,1 0 5 0,-1 2-4 15,0 1 3-15,-2-1 6 0,-5 1-6 0,1 0 7 0,-3-1-3 16,-1 2 1-16,-8 1-3 0,0 1 2 15,-1 0-1-15,-1-2-2 0,0 4 2 0,-5-2 0 16,5 0 0-16,-4 1-2 0,2-1 1 0,1 2 2 16,1 0-2-16,-5-1-2 0,6 0 4 0,-1-1 4 15,0 2-2-15,1-1-5 0,0 0 9 0,0-1-5 0,3 0-1 16,-2-1-3-16,9 0 6 0,-1 1-5 16,-5-3-3-16,3 2 2 0,-3 1 5 0,3-2 9 15,-4 2-7-15,-1-3-1 0,0 3 4 0,-3-3-5 16,-2 3-3-16,-2 0-1 0,-2 0 2 0,-1 0 3 15,0 1 2-15,-4 1-8 0,2-2 0 0,-1 3-5 0,-3 0 10 16,4 2-5-16,-1 3-1 0,-1 0 2 0,1 1 1 16,1 4-1-16,0 2 6 0,-4 2-6 15,3-1 6-15,-2 4-4 0,4 5 5 0,-3 1 3 16,0-1 15-16,0 3-4 0,0 0 0 0,0 2 2 0,-1-2 1 16,1 3-5-16,-1-1-1 0,0 1 2 0,-3-1 1 15,1 1 13-15,-2-3 3 0,2 3-6 16,-1-3 4-16,-1 0-3 0,1 0 0 0,-2-1 10 15,2-1-5-15,-3 3-2 0,1-1-8 0,-1-4-2 0,-1 1-3 16,-1 0 5-16,-3-8-5 0,1 3-3 0,-1-2 1 16,-5 4-5-16,0-4 0 0,0 0-1 0,-7 2-1 15,-1-1-2-15,-2 1-3 0,-3-4 2 0,0 3 5 16,-4-3-6-16,-3 1 3 0,-2-1-2 16,-2 0-6-16,-17 3 3 0,-3 0-1 0,-3-2-2 0,-1-2 4 15,-6 1-6-15,-20 6-1 0,19-5-2 0,-27 5 4 16,2-8 1-16,26 3-2 0,-24 2-2 0,-1 3 2 15,25-8 0-15,-33 11-4 0,3-5 5 0,5-1-3 16,-6 4-3-16,1-5-1 0,-2 2 13 0,0-1 5 16,0 0 5-16,1-4-3 0,-4 0 5 0,-1 0 1 15,0-1 3-15,6-4 1 0,1 0-4 0,29-3 7 16,-1-1-4-16,2-4 4 0,4 4-1 0,8-5-3 16,13-2 3-16,2-1-3 0,9-2-3 0,9 1-4 15,-2-2-10-15,9 0-17 0,-1 1-8 0,3-3-17 16,5 0-26-16,1-1-26 0,4-2-34 0,5-8-20 15,7-4-46-15,6-4-128 0,6-2-341 0,12-10 151 16</inkml:trace>
  <inkml:trace contextRef="#ctx0" brushRef="#br0" timeOffset="-67979.08">14553 12049 78 0,'0'0'136'0,"0"0"-14"0,0 0-22 0,0 0-6 16,0 0-7-16,0 0-17 0,0 0-1 0,0 0-11 15,0 0-5-15,11 36-7 0,-3-8 10 0,-1 5 5 16,5 19-1-16,-1-1-5 0,-4 0-6 15,2 8-6-15,-2-1 4 0,3 23 1 0,-7-25 18 0,1 1-6 16,0-6-4-16,1 1 1 0,-2-4 0 0,1 1-2 16,-3-16-4-16,2 2-3 0,2-3-5 0,-1 0-4 15,2-4-4-15,-2 4-5 0,2-6 0 0,-1-1-2 16,-1-4-2-16,0-5-2 0,-1 4-5 0,2-1-1 16,0 0-2-16,-3-5 0 0,0 2-18 0,0-4-17 15,0-3-18-15,-2 2-26 0,0-1-39 0,0-1-32 16,-4 1-158-16,-1-3-316 0,-4 0 140 0</inkml:trace>
  <inkml:trace contextRef="#ctx0" brushRef="#br0" timeOffset="-67694.51">14214 12594 161 0,'0'0'162'0,"-3"-8"-18"0,3 8-16 16,0 0-17-16,-4-6-15 0,4 6-9 0,0 0-3 15,0 0-7-15,0 28-1 0,2-9-1 0,0 7-7 16,-2 2-4-16,5 3-7 0,-5 0-13 0,3 1 7 16,0-3-8-16,-2 1 3 0,3-2-5 0,-2 0-8 15,1-2 5-15,-1 1-18 0,0-1 8 0,0 1-5 16,0-8-9-16,0-1-16 0,1 0-16 0,-2-2-32 15,1-4-20-15,-2-1-32 0,2-1-17 0,-2-2-116 16,0-2-256-16,0-6 114 0</inkml:trace>
  <inkml:trace contextRef="#ctx0" brushRef="#br0" timeOffset="-67461.08">14267 12657 62 0,'10'-2'92'0,"-10"2"-11"16,13 2 6-16,-2 0 3 0,-1 3-17 0,-2 0 2 16,-1 2-2-16,-1 3-17 0,2 0 23 0,-6 1-3 15,2 3-11-15,-4 1-10 0,0 0 6 0,-6 2-8 16,-2 0-2-16,0 1 1 0,-3-3-3 0,-4 4-6 16,-2 1-7-16,1-6 6 0,1 0-17 15,1-1-7-15,0-3 4 0,1-2-7 0,4-1-10 0,-2 0-22 16,2-4-27-16,2-1-36 0,1 0-29 0,6-2-89 15,0 0-214-15,-9-7 95 0</inkml:trace>
  <inkml:trace contextRef="#ctx0" brushRef="#br0" timeOffset="-65612.66">15324 12415 16 0,'0'0'174'0,"0"-10"-17"16,0 10-15-16,0 0-12 0,0-9-12 0,0 9-16 16,0 0-4-16,0 0-22 0,2-7-5 0,-2 7-9 15,0 0-4-15,0 0-9 0,0 0-4 0,0 0-3 16,0 0-6-16,14 15-2 0,-7-6-3 0,0 2-1 16,1 2-7-16,1 0 0 0,-1 2-2 0,-1-1 9 15,0-1-5-15,0 2-2 0,1-1-2 0,-3-3-4 16,2-2-2-16,-4 1 2 0,0-2-4 0,0-1 3 15,-1 2 1-15,-2-3 12 0,0-6 6 0,5 10 13 16,-3-6 8-16,-2-4 8 0,3 8-2 0,-3-8 4 16,0 0 7-16,3 6 1 0,-3-6-2 0,0 0-6 15,0 0-7-15,0 0-5 0,0 0-3 0,0 0-5 16,0 0-7-16,0 0-7 0,-3-26-2 0,6 9-3 16,4-2 1-16,5-6-6 0,2-2-2 0,-1-3-4 15,6 0-2-15,2 2-2 0,5-11-4 0,-3 8 2 16,2 3-3-16,-4 1 1 0,6 2-2 0,-3 5 0 15,-1 0-2-15,-1 3 0 0,-3 4-4 0,-2 5-3 16,2 1 3-16,-2 3 0 0,-4 1-3 0,1 5 1 16,-2-1-1-16,0 4-1 0,-1 3 0 0,4 3 1 15,-4 0 0-15,0 4 0 0,-1 3 2 0,1-1 1 16,-5-1-1-16,2 0-3 0,-2 3 8 0,1-2-6 16,-2-1-10-16,-1 2-12 0,1-1-23 0,0-1-38 15,-1 0-54-15,-2-5-29 0,2 1-40 0,-3 0-154 16,1-1-390-16,-2-3 173 0</inkml:trace>
  <inkml:trace contextRef="#ctx0" brushRef="#br0" timeOffset="-64695.99">15100 11958 36 0,'0'0'82'0,"0"0"-12"0,0 0-5 0,-4-9-8 16,4 9-4-16,0 0-5 0,-5-8-1 0,5 8-1 0,-2-5 5 15,2 5-3-15,0 0-1 0,-6-6 3 0,6 6 1 16,0 0-8-16,-3-5 3 0,3 5-3 0,0 0 6 15,0 0 0-15,0 0-5 0,0 0 6 16,-7-5-1-16,7 5-6 0,0 0 0 0,0 0-8 16,0 0 3-16,0 0-10 0,0 0 1 0,0 0-7 0,0 0 0 15,0 0-2-15,0 0-2 0,0 0-7 0,0 0-4 16,0 0 7-16,0 0-10 0,0 0 1 16,0 0-1-16,5 26 3 0,0-9 1 0,-1 2-3 15,1 8 3-15,2-1-3 0,-2 3 1 0,3 3 14 16,-5 3 6-16,6 11 4 0,1-2-2 0,1 4-1 0,3-3 5 15,0 0-6-15,-1-1 2 0,1 1-2 16,-1-2 3-16,-3-8 8 0,5 11 10 0,-4-14-6 0,2 0-4 16,0 1-1-16,-2-2-2 0,0-1-3 15,-1 2-3-15,-1-4 9 0,5-1-2 0,-3-3-3 16,1 1 9-16,-4-8-17 0,2 8-1 0,-3-9-2 0,0 1-3 16,-1-1-2-16,1-1-2 0,-2-2 2 0,-2-2-4 15,-1-2 0-15,2 3-1 0,1-3-3 16,-2 1 2-16,-1-2-2 0,1 2-2 0,-1-4-14 15,1 0-18-15,-3-6-23 0,1 11-31 0,-1-6-34 16,0-5-37-16,0 9-46 0,0-9-101 0,-8 9-324 0,1-6 144 16</inkml:trace>
  <inkml:trace contextRef="#ctx0" brushRef="#br0" timeOffset="-60370.98">14281 13500 46 0,'0'0'41'0,"0"0"1"0,0 0-10 0,0 0-1 16,-10 0-4-16,10 0-4 0,0 0-12 0,0 0-6 15,0 0-15-15,0 0-32 0,0 0-45 0,0 0 20 0</inkml:trace>
  <inkml:trace contextRef="#ctx0" brushRef="#br0" timeOffset="-59806.36">14699 13434 39 0,'0'0'100'0,"0"0"-3"0,0 0 5 0,0 0-17 16,0 0-5-16,0 0-1 0,0 0-15 0,-10 0-7 15,10 0 0-15,-11 3-4 0,11-3 8 0,-11 3 4 16,3 1-7-16,-1-1 6 0,-1 3-18 0,-1-2 1 15,-2 0-2-15,-5 3 7 0,-1 0-6 0,0 1 1 16,1-1 4-16,0 0 4 0,0 0 7 0,-1 0-10 16,1-2-4-16,-2 0 0 0,7-2 6 0,1 3-6 15,1-2 0-15,-1-1 6 0,-1 0-8 0,3 1-2 16,1-1-8-16,-1-3 1 0,4 3-6 0,6-3 3 16,-11 2-8-16,11-2-2 0,-7 2 0 0,7-2-3 15,-9 3-2-15,9-3-2 0,-9 2-3 0,9-2-1 16,0 0-2-16,-7 1-3 0,7-1 0 0,0 0-2 15,0 0-3-15,0 0-14 0,0 0-13 0,-9 2-16 16,9-2-34-16,0 0-31 0,0 0-18 0,0 0-16 16,0 0-24-16,-5 4-106 0,5-4-289 0,0 0 129 15</inkml:trace>
  <inkml:trace contextRef="#ctx0" brushRef="#br0" timeOffset="-59082.98">15675 13169 50 0,'0'0'87'0,"-9"6"-7"0,4-5-3 16,5-1 0-16,-9 3-11 0,3-1 4 0,6-2-7 0,-10 4-17 15,10-4 2-15,-8 4-9 0,8-4-11 16,-6 3-3-16,6-3-1 0,-7 2 4 0,7-2-13 16,0 0 7-16,-6 3-1 0,6-3-9 0,0 0 5 15,0 0 0-15,-5 3-2 0,5-3-8 0,0 0 5 16,0 0 7-16,0 0 19 0,-10 1-12 0,10-1-9 15,0 0 4-15,0 0 1 0,-7 6 6 0,7-6-1 0,0 0-8 16,0 0 7-16,0 0 4 0,0 0-14 0,0 0-6 16,0 0 1-16,0 0-1 0,0 0 2 0,0 0 3 15,0 0 4-15,0 0 0 0,0 0-4 16,22 4-10-16,-12-6 8 0,5 1 5 0,5-4 4 16,6 0 1-16,2-2-2 0,4-3-3 0,-1 2 1 15,5-3 4-15,0 0-8 0,1-1 4 0,10-5-2 16,-14 4-1-16,2 4 5 0,-5-5-7 0,0 5-5 15,-5-1 2-15,-4 3-4 0,-2 1 1 0,-2 1-5 16,-6 2 9-16,2 0 0 0,-4 0 3 0,1-1 4 16,-10 4 8-16,13-5 1 0,-13 5 4 0,10-2 9 15,-10 2-3-15,0 0 4 0,9-4 0 0,-9 4 1 16,0 0 1-16,0 0-2 0,0 0 4 0,11-3-4 16,-11 3-2-16,0 0-9 0,0 0-3 0,0 0-2 15,0 0-3-15,0 0-1 0,0 0-2 0,0 0-7 16,7-3 5-16,-7 3-11 0,0 0-16 0,0 0-29 15,0 0-36-15,0 0-56 0,0 0-51 0,0 0-148 16,0 0-355-16,0 0 158 0</inkml:trace>
  <inkml:trace contextRef="#ctx0" brushRef="#br0" timeOffset="-58430.42">15931 13017 47 0,'0'0'130'0,"0"0"-1"0,0 0-19 16,0 0-2-16,0 0-14 0,0 0-7 0,-5-4-12 15,5 4-2-15,0 0-1 0,0 0-5 0,0 0-1 16,0 0-9-16,0 0-10 0,0 0 1 0,0 0-7 16,0 0 0-16,0 0-7 0,0 0-1 15,0 0-2-15,0 0-6 0,0 0 2 0,0 0 0 0,27-6-8 16,-18 4 0-16,3 0-3 0,6-3-2 0,-1 2-2 16,1 3 3-16,0-2-8 0,1 2 4 15,0-2-3-15,0 0 2 0,-1 2-3 0,1 0-1 0,-6 1 3 16,1 0-7-16,-2 2 1 0,-1 1 0 0,-1 2-3 15,-2-1-3-15,-3 4-13 0,0 2-14 0,-2 0-27 16,-5 6-29-16,-4 1-52 0,-7 7-79 0,0-3-235 16,-8 1 104-16</inkml:trace>
  <inkml:trace contextRef="#ctx0" brushRef="#br0" timeOffset="-57596">14296 13427 9 0,'0'0'48'0,"0"0"4"0,0 0-1 0,0 0 15 16,0 0 1-16,4-6-4 0,-4 6-9 0,0 0-8 0,0 0 4 16,0 0-5-16,0 0-7 0,0 0-6 0,0 0-6 15,0 0-6-15,0 0-8 0,0 0 8 0,-10 18 2 16,3-10-3-16,1 1-1 0,1 1-2 0,-2 0 3 16,2 1-5-16,-1 0 4 0,0-1-11 15,-2 0-3-15,6 0 5 0,-4-1-1 0,3 1-3 16,-3-3 4-16,2-1 0 0,1 2 1 0,-2-3-4 0,1 1 0 15,-1-2-2-15,5-4 3 0,-4 7-6 0,4-7-2 16,-5 8-2-16,5-8 8 0,-4 4 3 0,4-4-15 16,0 0 8-16,-4 6-5 0,4-6 5 0,0 0-4 15,0 0 20-15,0 0-18 0,4 14-7 0,-4-14 6 16,9 7-2-16,-5-4 3 0,1 2 3 0,4 1-5 16,0-1 5-16,2 1-8 0,2-1-11 0,1 4-16 15,4-2-4-15,-1-2-8 0,2 0-14 0,2 1-60 16,0-2-129-16,-2 0 58 0</inkml:trace>
  <inkml:trace contextRef="#ctx0" brushRef="#br0" timeOffset="-56495.14">14841 13433 28 0,'0'0'84'0,"0"0"-8"15,0 0-2-15,0 0 0 0,0 0-13 0,0 0-5 16,0 0-1-16,0 0 2 0,0 0-17 0,0 0 2 16,0 0 0-16,0 0-8 0,0 0 0 0,0 0-1 15,-7-5-6-15,7 5-7 0,0 0 1 0,0 0-14 16,0 0 0-16,-12 13 7 0,12-13 0 15,-7 10-5-15,3-5-1 0,-1 1 0 0,0 3-1 0,-1-3 7 16,1 3-6-16,1-1-2 0,0 0-4 16,0 1 7-16,-1-1-3 0,5 0-4 0,-4-1-9 0,4 3 4 15,0-4 0-15,-1 3 8 0,-2-2-9 0,3-7 7 16,0 13-2-16,3-6-1 0,-3-7 2 16,1 9 1-16,3-6 4 0,-4-3-6 0,5 9 5 15,-1-7-6-15,-4-2 4 0,9 4-2 0,0-4 1 16,-9 0 15-16,0 0-23 0,15-5 6 0,-8 2-3 0,-1 0 4 15,0-1-6-15,-2-1 3 0,4-2-3 16,-5 0-9-16,3-1-7 0,-5 3 2 0,2-6-12 16,-1 3 5-16,-2-2-9 0,-2 0 7 0,-1 0-8 15,1 1-2-15,-5-1 0 0,5 2-1 0,-5-2 4 16,-1 3 4-16,0 0 0 0,0-1-1 0,1 5-5 0,0-1-3 16,7 4-7-16,-16-2-28 0,10 2-81 0,6 0 36 15</inkml:trace>
  <inkml:trace contextRef="#ctx0" brushRef="#br0" timeOffset="-47112.89">15213 14801 94 0,'-9'1'94'0,"-3"1"1"0,2-1-12 0,0 1 4 15,1 2 1-15,2-4-2 0,7 0 0 0,-13 1-2 16,13-1-6-16,-9 3-3 0,9-3-10 0,-6 2-5 16,6-2-6-16,0 0-7 0,0 0-7 0,-9 0-6 15,9 0-3-15,0 0-1 0,0 0-4 0,0 0-5 16,0 0-5-16,0 0 6 0,0 0-1 0,0 0 1 16,0 0-12-16,31-6 6 0,-3-1-3 0,7-3-2 15,13-5-5-15,7-1 5 0,3 1-2 16,1-5 2-16,27-6 0 0,-30 9 8 0,1-1-7 15,-5-4-6-15,1 4-6 0,-2 4 2 0,-4-1 3 0,-12 1 4 16,0 1-4-16,0 0 4 0,-1 3-5 0,-4-2 0 16,-2 3 1-16,-9 1-7 0,1 4 15 0,-7 1-17 15,0 0 4-15,-3 1 1 0,-2-1-2 0,-8 3 6 16,13-5-18-16,-13 5-7 0,0 0-13 16,0 0-2-16,0 0-29 0,0 0-20 0,0 0-32 15,-30 29-95-15,2-13-228 0,-4 2 100 0</inkml:trace>
  <inkml:trace contextRef="#ctx0" brushRef="#br0" timeOffset="-46795.1">15243 14617 8 0,'-11'14'92'0,"-8"7"-5"0,2 4-10 16,0 0 4-16,-3 3-11 0,1-1-15 0,-3 2 2 15,3 0-5-15,1-3-4 0,3-3-3 0,0-1-11 16,3-7 1-16,2 0-3 0,2-2 10 0,0-4-21 16,3-2-1-16,1-1-4 0,0 0 6 0,1-3-2 15,3-3-10-15,-4 6 14 0,4-6-7 0,-4 6-5 16,4-6 0-16,0 0-3 0,0 0 1 0,13 3 2 15,-4-3-2-15,9-2-4 0,-2 1 8 0,16-2-9 16,-4 0 17-16,7 3-20 0,-2 0-2 0,3 0-15 16,0 3-14-16,-1-3-27 0,1 1-22 0,3 1-73 15,-4-1-162-15,0 1 72 0</inkml:trace>
  <inkml:trace contextRef="#ctx0" brushRef="#br0" timeOffset="-46179.21">15592 15176 32 0,'-10'4'136'0,"-2"-2"-6"16,1 2-13-16,-2 0-13 0,2 3-11 16,-1-2-11-16,4 4-5 0,2-2-11 0,0-1-9 15,2 3-10-15,0-1 11 0,3-2-16 0,1 1-5 16,0-7-6-16,7 16 3 0,2-7-8 0,2-2-2 15,0-2 2-15,8-1 1 0,-1-1-11 0,1-2 9 16,0-1-6-16,-1-1-6 0,0-3-3 0,-5 4-9 16,-2-1 2-16,-2-1-1 0,-1 2 5 0,-8 0-1 15,12 0-7-15,-12 0 3 0,0 0 15 0,0 0-15 16,0 0-8-16,0 0 9 0,0 0-5 0,-29 17 12 16,12-7 2-16,1 1-1 0,-5 4 0 0,-1 3 17 15,3 0-1-15,-2 3 3 0,3-1-5 0,4 0-8 16,5-6 0-16,-1 3 0 0,4 0-8 0,2 1 6 15,3-1 23-15,2-1-4 0,1 1-3 0,5-4-2 16,2-3-2-16,6 1-2 0,4 0 0 0,11-6-46 16,2-5-75-16,4-6-185 0,16-10-305 0,-1-5 136 15</inkml:trace>
  <inkml:trace contextRef="#ctx0" brushRef="#br0" timeOffset="-43511.61">15820 14262 35 0,'0'0'77'0,"0"0"-1"0,0 0-7 15,0 0-1-15,0 0-3 0,0 0-8 0,0 0-2 16,0 0-8-16,0 0-9 0,0 0 6 0,0 0-8 15,0 0-3-15,0 0-4 0,0 0-7 0,0 0 4 16,0 0-8-16,0 0-6 0,15-9 14 0,-15 9-14 16,9-2 10-16,0 0-4 0,-2 0-16 0,-7 2-2 15,21-4-11-15,-15 1-18 0,5-1-12 0,-1 0-4 16,0 1-17-16,-1-1-55 0,-4 2-126 0,-5 2 55 16</inkml:trace>
  <inkml:trace contextRef="#ctx0" brushRef="#br0" timeOffset="-43346.45">15838 14123 33 0,'0'0'73'0,"-2"18"5"0,2-18-12 0,4 22-4 15,-3-4-7-15,4 6-9 0,-2 3-31 0,-1 1-42 0,-2 1-41 16,-1-1-71-16,-3 2 31 0</inkml:trace>
  <inkml:trace contextRef="#ctx0" brushRef="#br0" timeOffset="-42796.56">15094 14465 73 0,'0'0'79'0,"0"0"-6"15,0 0-11-15,0 0-4 0,34-7-9 0,-16 3-7 16,11-2-40-16,2-1-43 0,0-4-26 0,3-1-71 16,2-2 32-16</inkml:trace>
</inkml:ink>
</file>

<file path=ppt/ink/ink2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2T10:00:15.089"/>
    </inkml:context>
    <inkml:brush xml:id="br0">
      <inkml:brushProperty name="width" value="0.05292" units="cm"/>
      <inkml:brushProperty name="height" value="0.05292" units="cm"/>
      <inkml:brushProperty name="color" value="#FF0000"/>
    </inkml:brush>
  </inkml:definitions>
  <inkml:trace contextRef="#ctx0" brushRef="#br0">24907 4966 21 0,'9'-2'35'0,"2"2"-7"0,1 0 3 16,1-1-3-16,5-1-3 0,-1 1-2 0,3 0-9 15,-1 1 3-15,3 0 11 0,5-2-16 0,2 4 2 16,-2-1 5-16,3 0-2 0,-1-1-3 0,2 2-6 16,3-2-1-16,1 0 3 0,1 1 4 0,3 1-4 15,1 0-3-15,12-1 2 0,-2 1-6 0,2 1 2 16,2-1 4-16,1-1-1 0,4 4 3 0,1-2-3 15,-2 1 6-15,1 0-7 0,0 1 4 0,5-1-4 16,-3 1 5-16,2 2-6 0,-2-4 5 0,4 3 7 16,2-1-8-16,25 0-4 0,-26-2 2 0,1 2-4 15,-2 0-4-15,27-1 5 0,-31-1 1 0,2 1 0 16,4-1 1-16,-2 1-1 0,-4-2 2 0,2 2-4 16,-3-1 2-16,1 2-9 0,-1-1 9 0,1-1 10 15,0 0-9-15,-2-2-5 0,-1 3 0 0,-4 2-2 16,2-3 0-16,-1 0-2 0,0-2 2 0,-1 3 5 15,-3-1-7-15,1-1 3 0,-14 1-3 0,-2 0-2 16,5-1 7-16,-4 0-6 0,0 0-1 0,-1 0-3 16,2 1 3-16,-2-1 5 0,2 1 1 0,-2 1-10 15,0-3 4-15,-2 1 3 0,-1 0 1 0,1-1-7 16,-2 2 1-16,-6 0 9 0,3-3-4 0,-10 3-1 16,1-2 2-16,-7 1-3 0,2-2 3 0,-3 0 1 15,-1 1 1-15,1-1 9 0,-2 0-1 0,0 1 2 16,-3-1 3-16,-7 0-8 0,15-2 9 0,-15 2-13 15,15-2 11-15,-7 1-4 0,-1-2 2 0,-7 3 5 16,11 0-6-16,-5-3 0 0,-6 3-1 0,9-3 3 16,-9 3-2-16,0 0 3 0,11-2-6 0,-11 2-2 15,0 0-1-15,5-3 1 0,-5 3 0 16,0 0 0-16,0 0-12 0,0 0-12 0,7-4-12 0,-7 4-17 16,0 0-11-16,0 0-52 0,0 0-120 0,0 0 54 15</inkml:trace>
  <inkml:trace contextRef="#ctx0" brushRef="#br0" timeOffset="76270.34">4826 15896 6 0,'-10'0'33'16,"10"0"0"-16,0 0-1 0,0 0 0 0,0 0-2 0,0 0-1 15,0 0-2-15,0 0 1 0,0 0 0 16,0 0-6-16,0 0 0 0,0 0 7 0,-9 3-1 16,9-3-8-16,0 0 4 0,0 0-5 0,0 0 0 15,0 0 1-15,0 0-3 0,0 0 0 0,0 0 2 16,0 0 8-16,0 0-7 0,0 0 12 0,22 10-4 16,-17-8 2-16,3 0-9 0,2 0 3 0,-1 1 1 15,8 0 1-15,-3 0 11 0,4-2-8 0,2 1 2 16,2 0-3-16,6 0-2 0,0 1 3 0,-7-3-3 15,8 0 6-15,0 1 2 0,3 1 0 0,-1-2 0 16,1 0 2-16,1 0-2 0,2-2-4 0,-1 4 6 16,4-2-7-16,-1-2 11 0,-1 4 3 0,4-4-10 15,-3 4-9-15,0-2 6 0,-1 0-5 0,2 0-4 16,2-2 0-16,13 2 0 0,-13 0 1 0,13 2-4 16,-2 0-2-16,-13-2 3 0,17 1-1 0,-3 2-3 15,-2-2-2-15,2-1 2 0,3 1-3 0,-1 1 5 16,-4-2-7-16,5-2 2 0,-3 1-2 0,-12 2 8 15,13-2-9-15,-2 4 5 0,1-6-6 0,0 3 6 16,-13 0-2-16,14 1-1 0,-13-1 6 0,12-1 0 16,-12 0 2-16,11 2-2 0,0-4 2 0,-14 6-3 15,3-6-8-15,-1 3 11 0,0-1 1 0,2 1-5 16,-4-1 5-16,-2-1-1 0,1 0 2 0,-1 1-9 16,-3-1 11-16,0-2-1 0,-5 3 2 0,1-1 0 15,-9 1-1-15,1-2 2 0,-1 0-1 16,0 3 3-16,-4-2-2 0,-8 2-5 0,2-1 2 0,-9 1 6 15,9-2 9-15,-9 2 5 0,8 0 5 0,-8 0 1 16,0 0 2-16,11-1 1 0,-11 1 3 0,0 0-1 16,8-1 0-16,-8 1-2 0,0 0-4 0,0 0-11 15,0 0 3-15,0 0-7 0,0 0-1 0,0 0-10 16,0 0 0-16,0 0-17 0,8-3-17 16,-8 3-27-16,0 0-20 0,0 0-37 0,0 0-35 15,0 0-50-15,9 0-22 0,-9 0-20 0,0 0-127 0,21 0-380 16,-10-2 168-16</inkml:trace>
  <inkml:trace contextRef="#ctx0" brushRef="#br0" timeOffset="77914.42">26938 15040 51 0,'0'0'68'0,"0"0"-4"0,0 0-15 16,0 0 7-16,0 0-7 0,0-6-3 0,0 6-7 16,0 0-7-16,0 0 5 0,0 0-8 0,0 0 0 15,0 0-4-15,0 0-8 0,0 0 5 0,0 0-8 16,0 0 3-16,0 0 2 0,0 0 2 0,0 0-10 16,0 0 1-16,0 0-5 0,0 0 11 0,0 0-7 15,0 0-2-15,0 0-1 0,0 0 5 0,0 0-4 16,2-8 7-16,-2 8 5 0,0 0-3 0,0 0 9 15,0 0-5-15,0 0 9 0,0 0-6 0,0 0 2 16,0 0 3-16,0 0 2 0,0 0 4 0,0 0 2 16,0 0 2-16,0 0 1 0,0 0 0 0,0 0-4 15,0 0 2-15,0 0 3 0,0 0 5 0,0 0-9 16,0 0 0-16,0 0-4 0,0 0 3 0,0 0-8 16,0 0 6-16,0 0-11 0,0 0 0 0,0 0 1 15,0 0-3-15,0 0 1 0,0 0-2 0,0 0-1 16,0 0-2-16,0 0 1 0,0 0-2 0,0 0-1 15,0 0-7-15,0 0 2 0,9-1 0 0,1 1-3 16,2 2-4-16,6-2 9 0,4 0-9 0,7 2 10 16,-1-1-8-16,-1-2-3 0,6 3 2 0,-5-1-5 15,1-2 5-15,0 1-3 0,0 0-3 0,-9-1 7 16,9 1 0-16,-2-1-6 0,-4 1 1 0,6-2 2 16,-9 1 0-16,4 1-3 0,3 1 6 0,-6-2-3 15,-1 0 4-15,0 1-3 0,-7-2 4 0,-1 4-2 16,-1-4 5-16,1 1 4 0,-3 1 0 0,2-1 0 15,-11 1 5-15,11-2 3 0,-11 2 3 0,9-1-2 16,-9 1 3-16,0 0 3 0,11-1 1 0,-11 1-3 16,0 0 1-16,0 0 0 0,9-2 0 0,-9 2-2 15,0 0-4-15,0 0 0 0,0 0-6 16,0 0-3-16,0 0 0 0,0 0 0 0,0 0-4 0,0 0-3 16,11 1-1-16,-11-1 0 0,0 0-17 0,0 0-11 15,0 0-22-15,0 0-25 0,0 0-7 0,0 0-23 16,0 0-14-16,1 7-28 0,-1-7-27 0,0 0-124 15,0 0-316-15,-14 21 140 0</inkml:trace>
  <inkml:trace contextRef="#ctx0" brushRef="#br0" timeOffset="86078.02">9730 15775 47 0,'-11'-2'127'0,"-3"2"-9"0,-3-1 7 0,-1 4-2 16,0-1-1-16,-1 1-12 0,-1 1-9 0,3 4-5 15,-2-2-9-15,-5 3-3 0,-1 5-4 16,7-4-11-16,1 0-2 0,1 1-8 0,1 2 1 15,-1-1-5-15,4 4-2 0,-1-1-10 0,4 1 3 16,-1 1-10-16,3-2 7 0,1-1-13 0,2 2-2 16,0 1-4-16,3-5-1 0,2 4-1 0,1-4-3 15,0-2 4-15,3 1-6 0,2-2-1 0,0 1-4 0,2-3 4 16,0 1-3-16,7-1 3 0,-5-4 1 16,6-2-2-16,1-1 0 0,-2-1-2 0,5 0 0 15,-4-4 0-15,4-2-4 0,-2-2 3 0,0 0 4 16,-1-2-9-16,-1-1 2 0,-2 2 2 0,0-6 2 15,0 3-1-15,-4 0-3 0,1-3 1 0,-3 1 1 16,1 0-3-16,-4-2 2 0,0 2 0 0,2 0 1 0,-4 5 4 16,1 0 4-16,-2 0 10 0,0 4 4 15,-1-1-5-15,-2 7-1 0,2-10-3 0,-2 10-4 16,3-5 3-16,-3 5-10 0,0 0-1 0,0 0-6 16,0 0 4-16,0 0-3 0,0 0 1 0,0 0-2 15,6 25 4-15,-6-13-6 0,2-1 1 0,-1 2 1 16,0 1-2-16,0-1-1 0,1-2 3 0,4 1-2 15,-1-1 2-15,-1 2-5 0,2-4 0 0,0 2 0 16,0 1-21-16,3-3-28 0,-1-1-35 0,-1 1-49 16,5-5-35-16,-5 4-190 0,0-1-385 0,-1-4 172 15</inkml:trace>
  <inkml:trace contextRef="#ctx0" brushRef="#br0" timeOffset="86333.84">10083 15555 121 0,'-1'-18'219'0,"1"18"-5"16,0-11-19-16,0 11-16 0,0 0-21 16,-2-10-16-16,2 10-11 0,0 0-6 0,0 0-3 0,-3 33-4 15,1-6-11-15,-2 2-11 0,1 3-5 0,0 4-12 16,0-1-6-16,1-2-8 0,1 1-4 15,-2-5-7-15,3 5-6 0,0-3-1 0,0-3-20 0,0-3-22 16,-2 1-22-16,2-1-28 0,0-5-41 0,-2 5-31 16,2-10-37-16,2 2-37 0,1-1-121 0,-4-7-337 15,2 2 150-15</inkml:trace>
  <inkml:trace contextRef="#ctx0" brushRef="#br0" timeOffset="86545.42">10246 15594 143 0,'0'0'164'0,"0"0"-15"0,2-5-11 16,-2 5 4-16,0 0-1 0,0 0 4 0,9 33-9 16,-7-6-11-16,0-3-12 0,0 6-12 0,0-2-8 15,-2 5-3-15,0-5-16 0,-2 2-7 0,1-2-20 16,2-1-35-16,-3 1-40 0,2 1-57 0,-2-6-50 15,2 6-137-15,2-2-295 0,3 0 130 0</inkml:trace>
  <inkml:trace contextRef="#ctx0" brushRef="#br0" timeOffset="87420.07">11254 15973 1500 0,'10'-7'-26'0,"-3"-1"104"0,-3 4 35 16,0-1-66-16,1 1-7 0,-5 4-17 0,8-4-6 15,-8 4-8-15,0 0 1 0,0 0 1 0,9 12-2 16,-9-12-1-16,-1 15 0 0,-2-8-7 0,3-7 6 16,-3 15-4-16,1-5-1 0,1-4 2 0,-2 3 1 15,1-2-2-15,2-7 0 0,-4 9 12 0,4-9 16 16,0 7 19-16,0-7 14 0,0 0-1 0,-4 5 0 15,4-5-7-15,0 0-4 0,0 0-6 0,0 0-2 16,-7-21-4-16,7 12-4 0,-2-1-3 16,2-1-4-16,0-5-5 0,0-3-3 0,4 1-2 0,-2-1-2 15,5-7-2-15,4 1-2 0,-2-1 1 0,3 1-3 16,3 1 0-16,-2 2-4 0,3 1-1 0,-2 7-2 16,0 0 2-16,1 3-1 0,1 2-2 0,1 1-4 15,2 4 1-15,1 1-3 0,0 4 3 0,0 3-3 16,-1 4 0-16,-1-1 3 0,5 8-4 0,-2 0 2 15,-4-2 1-15,1 6 5 0,-1 0-5 16,-5-4-2-16,-2 0 0 0,-1 0 10 0,-4-4-9 16,-1 0 1-16,1-1 0 0,-2-1 5 0,-1 0-5 0,0-2-1 15,0-1 4-15,-2-6 2 0,-2 9 1 0,2-9-1 16,-4 7 4-16,4-7 1 0,-8 2-5 0,8-2 2 16,0 0-2-16,-15-6 2 0,8 2 0 15,7 4 1-15,-12-8-3 0,8 2-2 0,-2-4 0 16,4 0-1-16,-1-1-3 0,1-1 1 0,3 0 2 15,0-5-5-15,2 2 1 0,3 5-1 0,-2-1 4 16,1 3-4-16,2-1 1 0,0 0-3 0,2 3 0 0,0 2 0 16,2 0-1-16,0 4-1 0,1 0 1 0,1 2 4 15,0 0 1-15,5 4-4 0,-7 1 1 0,5 2-1 16,-2-1 2-16,-3-1-1 0,3 4 0 16,-1-3 3-16,-4 1-2 0,0-3-4 0,0 1-2 15,-2 0-5-15,-1 1-11 0,1-4-4 0,-1 2-3 16,-1-3 0-16,1 0 0 0,-1 0-1 0,-5-3 6 15,8 2 6-15,-8-2-1 0,10-2 11 0,-10 2-5 16,12-6 1-16,-6 1 2 0,-2-2 1 0,3 2 3 16,1-4-8-16,-4 1 8 0,2 0 4 0,-1 0-5 15,-1 3 3-15,1 1-1 0,-5 4 4 0,7-8-4 16,-7 8-4-16,5-5 3 0,-5 5 1 0,0 0 0 16,0 0 4-16,0 0 2 0,11 11-7 0,-7-5 3 15,0-1 0-15,2 1 7 0,0 3-3 0,-1-2 3 16,3 2-1-16,-1-3 1 0,2-1 1 0,0 2 1 15,2-3-2-15,-1 0 3 0,2-2-3 0,2 1 1 16,-1-3 3-16,6 0 3 0,-6-4 4 0,-2 3 6 16,3-5-16-16,-5 3 12 0,2-3 9 0,-2 2-4 15,-3-1-2-15,-1 0 0 0,-3-1-1 0,-1-1-3 16,-1-2-1-16,0 9-3 0,-8-17-1 0,2 9 2 16,-5 0-4-16,2 2 0 0,0 2-5 15,0-2 0-15,-3 4-11 0,-1 1-12 0,-1 2-11 0,1 1-33 16,-5 5-23-16,7 1-32 0,-5 0-39 0,5 4-139 15,0-4-324-15,0 2 144 0</inkml:trace>
  <inkml:trace contextRef="#ctx0" brushRef="#br0" timeOffset="88472.84">12630 15784 101 0,'-11'2'158'0,"-1"0"-10"16,1 3-15-16,-5 2-9 0,1 1-14 16,-1 3-11-16,2 1-10 0,2 2-4 0,-4-1-11 15,5 0-8-15,4 4-7 0,-1-3-7 0,2-1 0 16,4-3-12-16,-3 0 0 0,3 3 0 0,0-3-6 16,2 0-1-16,2-2-7 0,0 2 1 0,0-3 7 15,3 2-11-15,-1-6-3 0,6 1-3 0,-6-1 3 16,5-3-3-16,2 0 2 0,1-1-5 0,-2-4 1 15,1 1 1-15,8-6-5 0,-4-1-5 0,-1 0 2 16,-1-3 1-16,1-7 13 0,-1 1-11 0,1-1 4 16,-3-4-6-16,-2 0-2 0,-1-1 0 0,-2-3 3 0,3 0-1 15,-5 0-1-15,0 0-2 0,0-3 1 16,0-1 0-16,-2-1 4 0,-2 1-2 0,0 1 5 16,-2 6 8-16,0 5 13 0,2 3 6 0,0 3 7 15,-3 4-3-15,3 4-2 0,-3-2-5 0,3 2-4 16,0 7-7-16,0-9-4 0,0 9-8 15,0 0 2-15,0 0-3 0,0 0 0 0,0 0-2 0,-4 36 0 16,2-12-1-16,2 4-3 0,0 5-3 0,2 1 4 16,-2-3-1-16,4 3-1 0,0 1-1 0,2-2-2 15,-1-2 2-15,3-2-3 0,1-2 2 0,2-2-2 16,-2-8 0-16,2 2 2 0,5 2 1 0,-7-7 1 16,7 0-3-16,-1-3 7 0,0-1-5 0,2-4 0 15,3-1-1-15,-4-2 0 0,2 0 1 0,3-4-2 16,-4-2 1-16,2-2 1 0,0 1-2 0,-1-5-2 15,1 1 1-15,-4-5-4 0,1 1 2 0,2-6 1 16,-4 3-2-16,-1-3 3 0,-1-3-6 0,0-4-2 16,-5 2-1-16,-3 4 0 0,-2-5 2 0,1 6-2 15,-3 1-1-15,-2 0 4 0,1 6-2 0,1 1 4 16,-4-1-3-16,0 4-3 0,2 0 0 0,-1 3 1 16,-1-2 0-16,4 6 1 0,-12-5 1 0,6 3-3 15,6 2 1-15,-13 6 3 0,6 1-3 0,-2 2 0 16,0 5 3-16,2 2-2 0,1 3 1 0,-2 4 0 15,2-2 5-15,2-3-2 0,3 2 0 0,1 3 1 16,1-4 2-16,3-1 5 0,2-2-5 0,2 1 5 16,0-3-1-16,1 0 1 0,2-2-4 0,-1 2 5 15,5-4-5-15,1-3 4 0,-1-1 3 0,2 0-4 16,2-1 6-16,-1-3-5 0,-4 1-1 0,4-3 3 16,-4-3-4-16,3 2-1 0,2-4 1 0,-8 1 1 15,7-5-3-15,-5 0 0 0,0 1-1 0,-3-1 1 16,-4-1 0-16,5-3 2 0,-3-1 1 0,-4-2 0 15,-2 2-6-15,0 1 2 0,-2-3 0 0,3-1-2 16,-6 3 2-16,6 1 1 0,-6 2-3 0,3 1-1 16,0 3 5-16,0-1-4 0,0 8-1 0,3-14-4 15,-1 10 1-15,2-1 7 0,-4 5-9 0,12-5 1 16,-3 4 0-16,-9 1 1 0,19 4 0 16,-7 0-2-16,-1 1 3 0,3 2-1 0,-1 2 1 0,-2-1 0 15,-1 1-2-15,2 4 2 0,-3-4-1 0,1 4 4 16,-3-2-1-16,-1 4 2 0,-2-4 1 0,2 1 0 15,-2-1 0-15,0 4 1 0,1-2-2 16,-5-2 3-16,4 1-3 0,-2-1-17 0,2 0-25 16,-3-1-32-16,3-1-26 0,-1-1-28 0,2 0-24 15,-5-8-16-15,8 13-15 0,-1-10-104 0,-7-3-308 16,14 5 136-16</inkml:trace>
  <inkml:trace contextRef="#ctx0" brushRef="#br0" timeOffset="88858.9">13919 15764 98 0,'-6'-8'155'0,"2"3"-9"0,-6 1 0 0,1 1-11 15,-4 3 10-15,1 1-10 0,-1 1-11 0,1 2-4 16,-3 3-3-16,-3 1-8 0,4 2-8 0,-2 3-11 16,1 0-6-16,3 0-7 0,4 1-7 15,1-2-4-15,1 0-6 0,4-2-11 0,-1 0-1 0,3 0-9 16,0 1-2-16,2-6 2 0,3 4-4 0,-1-2-2 15,3-1 3-15,4-1-2 0,-2-3 0 0,4-1-3 16,5-1 2-16,-5-1-1 0,6-3-4 16,0-2 0-16,-2 1 1 0,-1-3 2 0,-3 2-4 0,3-2 3 15,-5 0-1-15,-2 0-3 0,2-5-3 0,-4 4-1 16,0-3 0-16,-3-3-6 0,3 0 1 16,-5 4-4-16,3 0 0 0,-1 2 6 0,-2-1-7 0,-1 4 2 15,-1 6 0-15,2-10 1 0,0 4-3 0,-2 6-7 16,0 0-4-16,2-7 2 0,-2 7-3 0,0 0 0 15,0 0-1-15,6 18 3 0,-3-7-2 0,-3 0 5 16,2 2-4-16,0 2 1 0,3-2 0 0,-3 3 1 16,1-3-4-16,1 2-1 0,1-4-28 15,-1 3-19-15,0-2-24 0,1 0-33 0,0-2-32 16,1-1-29-16,-1 0-43 0,-3-3-148 0,-2-6-388 0,9 10 173 16</inkml:trace>
  <inkml:trace contextRef="#ctx0" brushRef="#br0" timeOffset="89111.25">14250 15557 161 0,'-1'-13'226'16,"1"13"-19"-16,0 0-20 0,-1-11-27 0,1 11-15 15,0 0-15-15,0 0 2 0,0 0-2 0,6 31-2 16,-4-12-8-16,0 11-4 0,0 1-7 0,-1 1-11 15,1 0-13-15,-4-3-7 0,1 1-4 0,2-2-9 16,-1-1-6-16,0 1-5 0,-1-2-4 0,0-2-7 16,1-6-3-16,0 2-26 0,0-1-24 0,-1-3-28 15,1 1-24-15,0-4-23 0,0-13-38 0,1 21-45 16,1-11-40-16,-2-10-112 0,0 0-346 0,-2 16 153 16</inkml:trace>
  <inkml:trace contextRef="#ctx0" brushRef="#br0" timeOffset="89286.39">14164 15702 85 0,'20'-8'122'0,"-10"7"-15"0,2 0-8 0,1 1-20 0,2 1-34 15,3 1-29-15,0 4-32 0,-1-1-26 0,-1 4-41 16,-2 2-89-16,-1-2 40 0</inkml:trace>
  <inkml:trace contextRef="#ctx0" brushRef="#br0" timeOffset="89609.9">14395 15959 132 0,'0'0'158'0,"0"0"2"0,10 2-5 15,-10-2-3-15,8 0-11 0,-8 0-8 0,9-5-7 16,-1 2-3-16,3-2-13 0,-5-2-9 0,3 0-8 15,2 0-7-15,0-2-13 0,-4-1-4 0,5-3-6 16,-2-1-4-16,-1 0-9 0,-1 0-1 0,-2-1-10 16,-1 1-3-16,-3 3-4 0,0 0 0 0,-2-2-6 15,0 3-1-15,-2 0-5 0,0 1 0 0,-3 1-5 16,1 3 4-16,2-1-11 0,-6 2 0 0,8 4 1 16,-15-3 0-16,15 3-6 0,-16 6-3 0,7 1 3 15,0 3 6-15,-3 2-10 0,2 2 1 0,-1 1 0 16,2 0 0-16,2 1 2 0,2-1 0 0,1-1 2 15,2 1-1-15,2-3 0 0,4 1 0 0,0-2 5 16,-1 1 1-16,7 1-3 0,0-4 5 0,3 1-4 16,2-4 0-16,-2 0 3 0,5-1-16 0,-1-2-20 15,2 1-31-15,1-2-35 0,0-5-41 0,2 0-29 16,-1-2-12-16,1-1-121 0,-2-2-321 0,-2-1 142 16</inkml:trace>
  <inkml:trace contextRef="#ctx0" brushRef="#br0" timeOffset="89829.89">14820 15534 150 0,'0'0'157'0,"0"0"-3"16,0 0 14-16,0 0 13 0,0 0 11 0,-2 36-20 16,2-12-11-16,-3 3-10 0,1 1-14 15,0-2-6-15,0 3-16 0,-1-4-10 0,3 2-9 16,-1-2-9-16,0-6-9 0,1 0-6 0,0 0-6 0,0 1-19 15,1-5-35-15,0 1-33 0,-1-5-20 16,0 2-30-16,0-2-31 0,1-1-29 0,1-4-26 0,-2-6-4 16,0 11-4-16,5-6-100 0,-5-5-285 15,8 3 127-15</inkml:trace>
  <inkml:trace contextRef="#ctx0" brushRef="#br0" timeOffset="90354.3">14979 15790 60 0,'0'0'134'0,"0"0"6"0,0 0 6 0,0 0 9 16,0 0-8-16,0 0-12 0,10 15-7 0,-10-15 0 0,1 12-23 16,-1-12-7-16,3 9-3 0,-3-4 2 15,0-5-1-15,7 9-3 0,-3-6-3 0,0 1 1 16,-4-4-5-16,15 3 2 0,-9-5-2 0,-6 2-3 16,16-1-2-16,-10-1-3 0,5-2-4 0,-6 3-6 15,5-3-2-15,-2-1-3 0,1 0 3 0,-4 3-4 16,1-1 2-16,2-5-10 0,-8 8 1 15,11-9-11-15,-8 5 1 0,-3 4-9 0,5-6 10 0,-3 1-5 16,-2 5-4-16,0 0-4 0,7-5-6 0,-7 5-9 16,0 0 3-16,0 0-5 0,0 0 2 0,4 20 1 15,-3-2 5-15,1 1-7 0,-2 9-8 0,5 0 7 16,-3 3 0-16,1 3-3 0,2-2-2 0,5 18 4 16,-1-5 0-16,-1 4-4 0,-3-15-1 0,4 13 1 15,-4-13 0-15,-1-1-2 0,2 2-3 0,-2-2 2 16,-3-1-3-16,7 3 3 0,-6-5-6 0,5-2 3 15,-7-2-31-15,2 0 5 0,1-6-3 0,-2-3 5 16,-1-1 3-16,-1-3 2 0,1-4 0 0,-1 4 4 16,1-7 4-16,0-6 0 0,-4 12 2 0,-2-9 3 15,6-3 4-15,-11 3-6 0,11-3 6 16,-20-4 2-16,8-4-7 0,2 2 4 0,-3-7-8 0,-3-1-2 16,-3-8-9-16,0 0-3 0,3-5-3 0,2-2 1 15,0 0-6-15,5-2 6 0,1-2 2 0,4 4 1 16,3 0 2-16,1 0-2 0,5-4 3 0,3 2 1 15,6 4 1-15,0-2 0 0,4-3 2 0,1 4-5 16,13-8 0-16,-7 11-3 0,4 2-14 0,-1 2-22 16,5 1-2-16,9-3-27 0,5 4-25 0,3 2-21 15,5 2-23-15,3 3-34 0,0 0-21 0,3 3-144 16,-4 1-380-16,6-1 169 0</inkml:trace>
  <inkml:trace contextRef="#ctx0" brushRef="#br0" timeOffset="90903.39">16305 15773 36 0,'-13'-2'152'0,"-4"0"-3"0,-1 0-3 0,0 6-17 15,1 0-8-15,-2 2-7 0,2 3-7 0,0 3-17 16,-5 3 0-16,3 4-16 0,6-4-3 0,1 0-9 16,0 0-4-16,3 2-3 0,5-2-3 0,0 0-12 15,4 1-2-15,-1-4 0 0,6 3-7 16,0-3 2-16,1-3-10 0,2 1 5 0,1-3-3 15,1-4 0-15,3 0 2 0,-2 0 3 0,1-6-6 16,2 1 0-16,-1-2 1 0,5-2 12 0,-4-4-9 16,2 1 6-16,-2-3-6 0,-2 1-1 0,-1-3-4 0,0-1 3 15,-4-1-4-15,0-2-3 0,-4 0 0 0,3-6-5 16,-2-2 0-16,-2 0 0 0,-1-2 0 0,-2-1-4 16,2-2 2-16,2-1-4 0,-3 1 2 0,1 1-3 15,-2 3-1-15,2 1 11 0,-1 9 2 16,0 1 4-16,1 4 10 0,1 2 5 0,-2 10-6 15,1-16-3-15,-1 16-9 0,0-9-6 0,0 9 2 16,0 0-4-16,0 0-1 0,0 0-1 0,6 30 3 16,-3-5-1-16,-2 5 6 0,-2 0-5 0,1 0 0 0,0 1-3 15,-1 1 4-15,1-2-2 0,0 1-1 16,1-4-1-16,0 3-1 0,0-5 2 0,1-1-3 0,-1-4 0 16,2 0-2-16,-1-4-31 0,-1 1-29 15,2-2-26-15,1-2-42 0,-3-3-36 0,2-1-37 16,-1-2-155-16,-2-7-379 0,1 11 168 0</inkml:trace>
  <inkml:trace contextRef="#ctx0" brushRef="#br0" timeOffset="91186.25">16505 15856 49 0,'0'0'133'15,"0"0"-3"-15,3 16 5 0,-3-16-5 0,3 11-4 16,-3-5-13-16,4 1-6 0,0-1-6 0,1 1-3 15,0 0 2-15,1 1-6 0,2-4 1 0,0 2 2 16,3-2-4-16,1-2-7 0,0-1-4 0,0 1-5 16,1-4-4-16,1-1-9 0,-1-1 1 0,2-4-8 15,-1 0 0-15,1-4 1 0,-4 5-1 0,-4-1-7 16,2-3 2-16,-5 1-9 0,-2-2-4 0,1-6-6 16,-6 2-1-16,-2 0-4 0,-1 1-6 0,-3 1 3 15,0 1-11-15,-4 1 0 0,4 5-5 0,-2 1-12 16,-2 2-10-16,-5 4-14 0,-2 3-20 0,-8 0-25 15,1 6-25-15,1 0-30 0,3 3-30 16,4-4-30-16,4 3-131 0,-1-1-345 0,7-3 152 16</inkml:trace>
  <inkml:trace contextRef="#ctx0" brushRef="#br0" timeOffset="91478.17">16914 15583 163 0,'0'0'228'0,"1"-13"0"15,-1 13-15-15,4-10-13 0,-4 10-20 0,2-7-23 16,-2 7-19-16,0 0-13 0,0 0-14 0,0 0-6 16,0 0-5-16,9 30 7 0,-8-1-5 0,-2 0-1 15,1 3-6-15,-2 3-9 0,2 0-6 0,-3-2-6 16,-2-1-9-16,4 1-4 0,-2-3-8 0,-1 1 1 15,0-1-10-15,3-1 7 0,0 0-14 0,-2 1-2 16,3-3-3-16,-1-2 0 0,1-4-12 0,1-5-17 16,-2 0-31-16,0-1-31 0,-1-2-32 0,0-3-28 15,-1 0-35-15,0 0-26 0,3-10-37 0,-3 12-155 16,3-12-403-16,0 0 178 0</inkml:trace>
  <inkml:trace contextRef="#ctx0" brushRef="#br0" timeOffset="91963.42">16995 15751 140 0,'6'-1'166'0,"1"-1"-14"0,-7 2-5 0,13 5-9 16,-9-1-8-16,1 0-9 0,-1 2-10 0,-2 2-9 15,2 1-10-15,0 1-6 0,-4 0-12 0,-3 2-7 0,1-1-1 16,-5 5-6-16,1-5-12 0,-3 1 0 15,-1-2-9-15,1-1 2 0,1 1-15 0,-2-3-5 16,2-3 2-16,2 2-5 0,6-6-5 0,-6 6 2 16,6-6 1-16,-7 4-2 0,7-4-4 0,-5 3-4 15,5-3-2-15,0 0-2 0,0 0-3 0,0 0 7 16,0 0-1-16,0 0-1 0,27-7-5 0,-14 5 5 16,-2 1-1-16,3-2 0 0,7 0 0 0,2-1 2 15,3-2-5-15,1 2 0 0,-7-1 5 0,1 1 3 0,0-2-4 16,-2 2 0-16,0-2 3 0,-2-1 4 15,-1 2 2-15,-3 0-2 0,4-5-4 0,-2 3 6 16,-4 1 2-16,-1-3 6 0,-4 1 4 0,0-3-3 16,1 3-6-16,-4-2-1 0,-1-1-5 0,-1 1 2 15,-1 0 0-15,0 10 0 0,-4-16-7 0,-1 7 4 16,-1 1-4-16,1 3-2 0,-3-2 0 0,1 5 2 16,-5 1 0-16,0 4 1 0,1 1-6 0,-6 4 3 15,2 1 0-15,-1 5 0 0,5-1 4 0,-2 2 1 16,4 0-2-16,1 1 1 0,1-1 1 0,2-1 1 15,2 2-4-15,2-1-2 0,2-1-8 0,-1-2-25 16,3-2-18-16,2 0-25 0,2 0-27 0,4-2-30 16,4-2-8-16,0 0-10 0,3-3-1 0,3 1-110 15,1-2-280-15,-1-1 123 0</inkml:trace>
  <inkml:trace contextRef="#ctx0" brushRef="#br0" timeOffset="92383.03">17461 15926 574 0,'21'-8'-53'0,"-3"1"13"0,1-4 8 0,-3 2 10 15,2-1 7-15,-6 1 22 0,-1 2 13 0,-4-2 9 16,0 3 11-16,-3-3 4 0,-4 9 22 0,2-14-20 15,-2 14 13-15,-4-14 11 0,2 8 7 0,-3 1 1 16,-2 2 13-16,-2-1-4 0,-1 4 0 0,0 0 0 16,-4 3 0-16,-2 3-9 0,-1 2 0 15,0 2 3-15,2 2-8 0,-1 1-7 0,1-1-5 16,3 1-8-16,3 0-2 0,1-2-7 0,2-1 0 16,1 2-2-16,3-2-6 0,2 2 1 0,-2-3-6 15,4-2 2-15,0 3-8 0,5-4 1 0,-1-2 1 16,3 3-2-16,1-5-1 0,2 0-3 0,0 0 4 15,1-4-6-15,4-1 0 0,-4 0 0 0,-1-2-4 16,2-3 0-16,-2 1 6 0,1-5 0 0,-2-2-2 16,1 0 0-16,-5-4 3 0,1 0-3 0,2-7-2 15,-2-1-1-15,-3-1-1 0,-1 0-3 0,0-2 1 16,-3-2-1-16,0-3-1 0,-1 4 1 0,2 1-4 16,-4-1 5-16,2 3 1 0,-1 2 6 0,-3 7 16 0,4 2 6 15,-2 3 4-15,-1 3 12 0,2-1 13 16,1 11-17-16,-4-14-3 0,4 14-6 0,0 0-11 0,-1-9-3 15,1 9-3-15,0 0-5 0,0 0-1 16,-5 36 3-16,2-11-5 0,1 1-1 0,-1 5 3 16,0-2-7-16,2 2 2 0,-3-1-3 0,2 1-1 15,0 1 0-15,1-3 5 0,1 0-8 0,0-4-15 16,3-1-30-16,-2-4-32 0,3 4-28 0,2 0-18 16,2 2-32-16,6-4-52 0,5-3-45 0,0 3-187 15,11-5-463-15,0-1 206 0</inkml:trace>
  <inkml:trace contextRef="#ctx0" brushRef="#br0" timeOffset="92775.8">18680 15612 88 0,'1'-20'226'0,"2"3"-10"0,-1 0 0 0,1 4-7 16,1 3 0-16,-4-1-6 0,2 4-16 0,-2 7-19 15,0-12-18-15,0 12-23 0,3-6-11 0,-3 6-10 16,0 0 0-16,7 18-1 0,-4 0 2 0,1 10-3 15,-2 5-8-15,-1 14-2 0,-2 1-11 16,-6-2-1-16,3-12-8 0,-6 11-4 0,3-13-8 16,-5 1-13-16,6 1-9 0,0-5 12 0,-1 3-2 0,-1-2-10 15,0 1-3-15,5-4 1 0,-2 1 7 0,0-2-10 16,2-8-12-16,1-2-6 0,1 2-7 0,-1-5-29 16,0 3-29-16,1-6-42 0,-2-1-32 0,2-2-34 15,1-7-34-15,-1 10-41 0,1-10-39 16,-2 6-149-16,2-6-455 0,0 0 202 0</inkml:trace>
  <inkml:trace contextRef="#ctx0" brushRef="#br0" timeOffset="93042.24">18691 15741 171 0,'17'-10'183'0,"3"6"-5"15,-6 0-9-15,4 2 0 0,3 2-16 0,-2 1-8 16,0 4-17-16,-1 2-10 0,-4 2-10 0,1 0-11 16,-6 0-8-16,-2 3-9 0,-2-1-5 0,0 2-4 15,-6 2-6-15,-1 0-2 0,-4 1-5 0,2-5-2 16,-4 5-3-16,-4-3-4 0,0-1 0 0,1-1-5 16,-5-1-3-16,0-1-4 0,-2 0 0 0,0-2-3 15,1 1-3-15,2-1-6 0,0-1 1 0,1-2-24 16,1 0-31-16,0-3-40 0,-1 1-57 0,14-2-50 15,-18 4-192-15,7-4-397 0,11 0 175 0</inkml:trace>
  <inkml:trace contextRef="#ctx0" brushRef="#br0" timeOffset="93205.11">19049 15937 68 0,'12'0'183'0,"1"-2"-7"0,0 4-16 0,2-4-15 0,0 2-19 16,-2 0-22-16,4 2-38 0,-5-4-53 0,6 2-44 16,-4-1-50-16,-1 1-75 0,-4-2-167 0,-9 2 75 15</inkml:trace>
  <inkml:trace contextRef="#ctx0" brushRef="#br0" timeOffset="93598.59">19466 15781 186 0,'4'-4'183'0,"-4"4"1"0,5-8-8 16,-5 8 1-16,5-8-14 0,-5 8-15 0,0 0-17 15,5-3-7-15,-5 3 0 0,0 0-2 16,6 13-10-16,-3-4-8 0,-1 4 3 0,0-2-3 0,-2 7-7 16,1 0-8-16,-1-4-7 0,3 4-4 15,-6 0-10-15,2-3-4 0,-1 1-5 0,4-3-3 16,-2-3-7-16,-2 2 1 0,2-2-10 0,2-5-2 0,-2-5 3 15,0 13-2-15,0-13 4 0,0 8 12 16,0-8 5-16,1 6 0 0,-1-6-7 0,0 0-7 16,0 0-1-16,0 0-5 0,0 0-3 0,9-26-3 15,-3 19-5-15,3-7-1 0,0-2-1 0,4 1-4 16,-3-2-1-16,9-3-3 0,1 0-4 0,0 1 2 16,-6 6-6-16,3-1 1 0,-3 1 2 0,0 4-3 15,-5 2 4-15,1 0-9 0,-2 5 1 0,1-2-6 0,-2 2 5 16,-7 2 1-16,14 6 1 0,-5-2-1 15,0 3 3-15,1 3 0 0,-3 1 2 0,0 3-7 16,-1 2 3-16,0 2 4 0,-2 0-7 0,-2 1 3 16,1 0-5-16,-3 0-33 0,-1 1-41 0,-2 5-50 15,-1-6-57-15,2-2-76 0,-1 3-275 0,1-3-573 16,4 1 254-16</inkml:trace>
  <inkml:trace contextRef="#ctx0" brushRef="#br0" timeOffset="94020.82">20358 15961 1851 0,'5'-11'39'0,"0"-1"1"15,4-1-12-15,-3 4-15 0,6-4-9 0,3-1 2 16,1 1-4-16,9-4 30 0,1-2 0 0,3 1 1 15,0 0 5-15,-2 3 2 0,-2-2 5 0,2 1 4 16,-2 0 2-16,-3 1 1 0,-8 2 2 0,7-2 4 16,-5 4 9-16,-3 0 5 0,-3 2 4 0,-1 0 10 15,-4 3 13-15,0 0-4 0,-1 1 6 0,1 0-21 16,-5 5-11-16,5-5-18 0,-5 5 2 0,6-5-12 16,-6 5-3-16,0 0-4 0,0 0-3 0,7 20-8 15,-6-2-4-15,-4 7 1 0,2 4 3 16,-1 2-7-16,-5 2-1 0,5 1-3 0,-2 1 1 0,-1-2 1 15,0 0-2-15,2 2-3 0,-2-2 7 0,0 1-7 16,1-1-1-16,2-1-14 0,-1-2 16 0,-1-2-1 16,2 1-1-16,0-10-7 0,1 0-26 0,-2 2 2 15,3-3 0-15,-2-1 2 0,1-1 3 0,-1-4 12 16,0 0-9-16,-1-1 0 0,0 0-11 16,0-2-16-16,0-1-23 0,-1-1-33 0,2-1-32 0,-5-1-35 15,-1-1-58-15,8-4-53 0,-18 0-144 0,6-1-455 16,12 1 201-16</inkml:trace>
  <inkml:trace contextRef="#ctx0" brushRef="#br0" timeOffset="94186.37">20306 15589 1994 0,'-3'-25'1'0,"2"9"-1"0,2 2-5 0,0 2 1 16,1 5-3-16,-2 0-21 0,0 7 3 0,6-9 5 15,-2 6 4-15,1 0-36 0,4 1-38 16,1 2-48-16,3 5-131 0,0-2-290 0,-2 1 128 16</inkml:trace>
  <inkml:trace contextRef="#ctx0" brushRef="#br0" timeOffset="94550.1">20826 15560 108 0,'0'0'180'0,"0"0"-8"0,10 4-15 0,-8 1-6 0,2 1-12 15,0 2-8-15,-1 1-10 0,0 1-11 0,0 0-8 16,0 0-6-16,-1 2-4 0,-1-2-11 16,-1-3-4-16,2-1-5 0,-2-6-8 0,0 11 6 15,0-11 11-15,0 7 13 0,0-7 14 0,0 0 7 16,0 0 8-16,0 0-16 0,0 0-11 0,0 0-7 15,0 0-4-15,0 0-12 0,0 0-8 0,0-28-8 16,1 16-2-16,4 0-11 0,0-3 2 0,4-2-9 16,5-4-13-16,-2 5 7 0,3-4-4 0,2-1-2 15,2 2-2-15,-5 5-4 0,4 0-2 0,-7 1-4 16,2 0 3-16,0 6-1 0,-3-1-2 0,3 3-10 16,-3 0-3-16,0 5-1 0,-10 0 1 0,23 3 4 15,-14 1-4-15,3 3-3 0,-2 5-1 0,0 4-2 16,-1 0-15-16,-1 2-25 0,-7 2-36 0,3 7-34 15,-7-1-52-15,1 3-48 0,-1-1-246 0,-10-5-499 16,6 1 222-16</inkml:trace>
  <inkml:trace contextRef="#ctx0" brushRef="#br0" timeOffset="94948.98">21214 15728 92 0,'10'-15'206'16,"2"4"-3"-16,-1-5-12 0,1 0 3 0,0 0-15 16,-1-1-12-16,-2 1-12 0,5 0-14 0,-1-6-6 15,3-1-8-15,-2 3-8 0,-2 2-7 0,1-5-8 16,-3 10-5-16,1-5-5 0,0 4-5 0,-4 3-1 16,1 1 1-16,-1-1-3 0,-4 4-6 0,-3 7-9 15,5-11-1-15,-5 11-10 0,4-9-8 0,-4 9-9 16,0 0-6-16,4-6-3 0,-4 6-5 0,0 0 0 15,0 0-5-15,0 0-3 0,-16 16-3 0,9-6-5 16,-2-1-7-16,0 4 2 0,0 1-7 0,4-3-5 16,0 0-5-16,1 6-5 0,0-2-1 0,4 2-3 15,0 1-2-15,1-3 0 0,3 2-1 16,-1 0 0-16,4-1 5 0,0 2-1 0,2-1 0 16,0-1 2-16,1 0 2 0,-2-2 0 0,-2 3 0 0,-2-7-1 15,0 2 3-15,-2-2 3 0,2 2-3 0,-1-3 5 16,-3 1-1-16,0-1 0 0,-3-3-1 0,-2 2-3 15,-1 1-4-15,-1-2-17 0,-1 3-20 0,-2-3-27 16,-1 0-41-16,-1 0-46 0,0-2-63 16,-4 2-145-16,2-3-406 0,-1 2 180 0</inkml:trace>
  <inkml:trace contextRef="#ctx0" brushRef="#br0" timeOffset="95141.76">21311 16118 64 0,'4'3'315'16,"-4"-3"10"-16,5 4 13 0,-5-4 5 0,0 0-15 15,0 0-21-15,0 0-25 0,9 8-28 0,-9-8-29 16,0 0-16-16,0 0-25 0,0 0-27 0,0 0-49 16,0 0-33-16,0 0-71 0,0 0-82 0,0 0-99 15,0 0-119-15,0 0-199 0,0 0-535 0,-32-25 236 16</inkml:trace>
  <inkml:trace contextRef="#ctx0" brushRef="#br0" timeOffset="-2322.18">4660 15926 25 0,'0'0'51'0,"0"0"0"0,0 0 3 0,0 0-4 16,0 0 0-16,0 0 1 0,0 0 2 0,0 0-7 15,0 0-5-15,0 0 6 0,0 0-12 0,0 0 6 16,0 0 11-16,0 0-17 0,0 0-2 0,-7-4 5 16,7 4-9-16,0 0 9 0,0 0-4 0,0 0-3 15,0 0-1-15,0 0-2 0,0 0 8 0,0 0-12 0,0 0-2 16,-5-4-2-16,5 4-6 0,0 0 4 15,-9-3-14-15,9 3 7 0,0 0-3 0,-10-4-2 16,10 4 1-16,0 0 3 0,-7-3-1 0,7 3-12 16,0 0 14-16,-9-3-5 0,9 3 7 0,0 0-7 15,-8 0 5-15,8 0 5 0,-8-3-32 0,8 3 22 16,0 0-6-16,0 0 6 0,-12 1-6 0,12-1 0 16,0 0 0-16,0 0 5 0,0 0-4 0,-8 2-2 15,8-2 1-15,0 0-1 0,0 0-1 0,0 0-8 16,0 0 13-16,0 0-7 0,0 0 4 0,0 0 6 15,0 0-6-15,0 0-6 0,0 0 1 0,0 0 2 16,0 0-3-16,0 0 6 0,0 0-8 0,0 0 13 16,30 4 3-16,-21-2-8 0,1-2-1 0,4 1 11 15,-1 0-22-15,5 1 16 0,-2-2-1 0,5 3-1 16,-3-3-8-16,8 0 13 0,-6 0-3 16,2 0 2-16,-1-2 2 0,9 2-3 0,-8-1-1 0,8 1-2 15,-2 0-5-15,-6 1 10 0,6-1-8 0,-1 2 6 16,1-4 8-16,0 4-11 0,-6-2-6 0,7 0 5 15,0 2-3-15,-2-1-2 0,2-1 7 0,2 3 1 16,-1-3 0-16,2 1 5 0,-1-1-8 0,1-1 4 16,2 2-3-16,0-2-2 0,1 1 3 0,-1-3-4 15,2 0 4-15,-1-2-2 0,2 0 0 0,-4 2 0 16,3-3 1-16,-2 5 15 0,3-3-6 0,-2-1-15 16,-2 2 3-16,-1 0 7 0,2-1-7 0,1 1-4 15,-3 0 0-15,1 0 11 0,0-1 4 0,-1 0-11 16,1 1 4-16,1-2 4 0,-2 3-3 0,1 1-2 15,-2 0-3-15,1-4 3 0,1 4 2 16,-1-2-3-16,0 2 8 0,0-1-14 0,-2 0 8 16,1 2 6-16,1-2-7 0,-1-1-6 0,3 1 2 15,-3-3 7-15,-1-2-3 0,1 3-1 0,1-1 0 0,-1 2 13 16,-3-3-14-16,1 1 1 0,-1 1-7 16,-5 2 9-16,5-3-4 0,1-2 2 0,-3 3-2 0,2 1 4 15,-7 0-1-15,1 3 1 0,-1-3-3 16,7-2 1-16,-1 3 2 0,-6-1-3 0,2 1 3 15,-2-1-1-15,0 2-10 0,-1-3 10 0,0 4-6 16,-1-2 7-16,0 1-2 0,0-2 2 0,-1 3-2 16,0-2 2-16,-5 2-1 0,1 0 9 0,-3-1-11 0,2 1 2 15,0-2-4-15,0 1 7 0,-13 1-10 0,23 0 8 16,-12-1-7-16,2 1 12 0,-3 1-8 16,2-1 2-16,-12 0-2 0,21 0-3 0,-8 0 0 15,-13 0 7-15,21 0-11 0,-11 0 12 0,-10 0 1 16,19 0-5-16,-8-1 1 0,-11 1 2 0,14 0-1 15,-14 0-1-15,17 1-12 0,-7 0 11 0,-10-1-3 16,13 2 7-16,-13-2-5 0,15 1 6 0,-15-1-2 16,17 3 8-16,-8-1-4 0,-1-1-6 0,-1 1 0 15,1-1 5-15,0 0 1 0,2 1-2 0,-2-2-5 16,-8 0 6-16,14 1-6 0,-5-1 3 0,-9 0 5 16,11 2-7-16,-3-2 4 0,-8 0-4 0,10 1 4 15,-10-1-3-15,10 0-7 0,-10 0 11 0,12 2-6 16,-12-2 5-16,0 0-17 0,9 0 10 0,-9 0 3 15,0 0-2-15,0 0-3 0,10 1 4 0,-10-1-5 16,0 0 7-16,8 2-2 0,-8-2-1 0,0 0 1 16,0 0 3-16,8 1-10 0,-8-1 6 0,0 0 0 15,7 2 2-15,-7-2-1 0,6 2 0 0,-6-2 3 16,9 2-6-16,-9-2 3 0,13 3 1 0,-7-2 1 16,1 2-4-16,0-1-3 0,1-1 8 0,2 2-8 15,1-2 4-15,-3 1 3 0,3 0 1 16,0-2-2-16,1 0-1 0,-1 2 0 0,2-1 2 0,0-1-5 15,0 0 4-15,1 0-1 0,-2 2 1 0,8-2-3 16,-5 0 6-16,-1 2-7 0,3 0 7 0,-3-2-5 16,-1 0-1-16,-1 0 2 0,1 0 5 0,0 0-9 15,-2 0 5-15,0 0-1 0,0 0 0 0,-3 0 3 16,-1 0-6-16,1 2 7 0,-8-2 0 16,15-2-9-16,-8 4 6 0,-7-2-4 0,9 0 6 0,-9 0 0 15,0 0-2-15,12-2-1 0,-12 2 1 0,0 0-7 16,0 0 3-16,9-1-1 0,-9 1 1 0,0 0 0 15,0 0-2-15,0 0 0 0,0 0-2 0,0 0 3 16,0 0 6-16,8 1-1 0,-8-1-1 0,0 0-6 16,0 0 10-16,0 0-4 0,0 0 4 0,0 0-7 15,0 0 3-15,0 0-2 0,0 0 4 16,0 0-7-16,0 0 2 0,0 0-7 0,0 0 11 0,0 0-2 16,0 0-2-16,0 0-4 0,0 0-17 0,0 0-6 15,0 0 4-15,0 0 9 0,0 0-10 0,0 0-14 16,0 0-1-16,0 0-12 0,-1 12-11 0,1-12-21 15,0 0-18-15,-10 7-65 0,10-7-180 16,-12 7 81-16</inkml:trace>
  <inkml:trace contextRef="#ctx0" brushRef="#br0" timeOffset="2028.91">11244 16369 36 0,'0'0'37'0,"-8"-4"-8"16,8 4-5-16,-8-2 3 0,8 2-5 0,0 0 8 16,-9-4-4-16,9 4 0 0,0 0-5 0,-10-2 0 15,10 2-8-15,0 0 6 0,-7-3-11 0,7 3 12 16,0 0-13-16,0 0 4 0,0 0 2 15,-8-3 0-15,8 3 6 0,0 0-5 0,0 0 5 16,0 0-1-16,0 0-4 0,0 0 1 0,0 0 5 0,0 0-1 16,0 0-4-16,0 0 0 0,30-1 2 0,-17 1-12 15,0-2 9-15,1 1-6 0,8 1 4 0,4-2-16 16,5 1 14-16,0 0-2 0,2 1 4 0,3-3 1 16,-1 3 3-16,3-1-9 0,14 0 4 0,-12 0 1 15,16-1 2-15,-5 0 0 0,3 2-10 16,3-2 14-16,-1 1-7 0,1 1 1 0,3-2 4 15,-3 1-8-15,5 1 2 0,-2-1-9 0,1 2 9 16,-1-2 3-16,4 2 1 0,1-3 4 0,1-1 0 0,-2 2 1 16,2 2-8-16,26 0 1 0,-30-1 1 15,3 2 3-15,1 0-3 0,1 0-2 0,22 2 4 16,-26-3 0-16,2 0-2 0,3 4 0 0,-2-6 3 16,-3 3-2-16,29 1 5 0,-32 0-1 0,32 1 4 15,-29 1-7-15,0-5 3 0,2 2-3 0,27-2 6 16,-27 3-6-16,0-2-4 0,23-2 3 0,-21 2-3 15,-2-2 5-15,31-2 4 0,-5 6-3 0,-26-7-6 16,30 5 8-16,-6-5 4 0,-23 4-8 0,26-3-1 16,0-3 7-16,-4 6 2 0,-21 0-9 0,29-2 0 15,-6-2 4-15,4-2-3 0,1 6-3 0,0-3 0 16,5 1 1-16,-4-3 5 0,2 3-14 0,0-3 15 16,1-2-7-16,2 6-1 0,-3-5-9 0,4 3 6 15,-5-3 10-15,-3 3 0 0,-1 3-3 0,-28-3-1 16,31 1 6-16,-29-2-1 0,26 7 1 0,-27-6-8 15,27 6 10-15,-28-2-5 0,25 4 0 0,-28-5 0 16,-1 4-5-16,-1-3 1 0,8 3-10 0,-9-2 11 16,1 0-5-16,-1 0 2 0,-5 1-2 0,-3-2 2 15,-1 1-4-15,-11 0 5 0,-5 1 0 0,1 0-1 16,-3-2 0-16,-4 0 1 0,-1 1 1 0,-9-3-1 16,-5 4 5-16,0-3-3 0,1 0-1 0,-2 1 2 15,-2-2 4-15,-2-1 1 0,-8 2 3 0,14-1 1 16,-14 1 2-16,9 0 2 0,-9 0 6 0,0 0-3 15,11 0-2-15,-11 0-2 0,0 0-1 0,0 0-1 16,0 0-3-16,8-1 1 0,-8 1-3 0,0 0-1 16,0 0-3-16,0 0 3 0,0 0-5 0,4-8 0 15,-4 8 3-15,0 0-6 0,0 0 3 0,0 0-4 16,0 0-1-16,0 0 0 0,0 0-2 0,0 0 0 16,0 0-2-16,0 0 3 0,0 0-7 0,-4-11 2 15,4 11 2-15,0 0-1 0,0 0-2 0,0 0 6 16,0 0-7-16,0 0 1 0,0 0-5 0,0 0 4 15,0 0 2-15,0 0 0 0,0 0-4 0,0 0 1 16,0 0 2-16,0 0-3 0,0 0 3 0,0 0-2 16,0 0 5-16,0 0-5 0,0 0 1 0,0 0-1 15,0 0 2-15,0 0-1 0,0 0 1 16,0 0-1-16,0 0 0 0,0 0 3 0,-5-8-4 0,5 8 2 16,0 0 1-16,0 0 0 0,0 0-1 0,0 0-1 15,0 0 5-15,0 0-3 0,0 0-5 0,0 0 4 16,0 0 1-16,0 0-3 0,0 0 3 0,0 0-1 15,0 0-1-15,0 0-4 0,0 0 2 16,0 0 0-16,0 0 2 0,0 0-2 0,0 0 5 16,0 0-6-16,0 0 3 0,0 0-5 0,0 0 0 15,0 0 2-15,0 0-6 0,0 0-2 0,0 0-9 0,0 0-3 16,0 0-7-16,0 0-10 0,0 0-13 0,0 0-14 16,0 0-4-16,0 0-20 0,0 0-19 0,-9-2-11 15,9 2-8-15,0 0-10 0,-13 1-8 16,13-1-124-16,-11 2-293 0,2 0 129 0</inkml:trace>
  <inkml:trace contextRef="#ctx0" brushRef="#br0" timeOffset="2660.87">13497 16351 56 0,'0'0'127'0,"0"0"-26"0,0 0-15 15,0 0-10-15,9 5-25 0,-9-5-23 0,0 0-28 16,0 0-25-16,-3 9-59 0,3-9-90 0,0 0 40 15</inkml:trace>
</inkml:ink>
</file>

<file path=ppt/ink/ink2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4T05:01:24.307"/>
    </inkml:context>
    <inkml:brush xml:id="br0">
      <inkml:brushProperty name="width" value="0.05292" units="cm"/>
      <inkml:brushProperty name="height" value="0.05292" units="cm"/>
      <inkml:brushProperty name="color" value="#FF0000"/>
    </inkml:brush>
  </inkml:definitions>
  <inkml:trace contextRef="#ctx0" brushRef="#br0">6450 6765 59 0,'-4'-6'74'0,"4"6"-10"0,0 0-8 0,-5-5-7 15,5 5 2-15,0 0-13 0,-7-4 4 0,7 4-18 16,0 0 5-16,0 0-4 0,0 0-2 0,-5-5-8 16,5 5 0-16,0 0-6 0,0 0 2 0,-5-3-7 15,5 3 1-15,0 0 1 0,0 0 0 0,0 0 0 16,0 0-6-16,0 0-2 0,0 0 2 0,0 0 3 16,0 0 0-16,0 0-3 0,0 0-2 0,0 0 0 15,0 0 6-15,0 0-2 0,0 0 0 0,0 0-5 16,0 0 4-16,0 0 2 0,0 0-3 0,0 0 0 15,0 0 7-15,0 0-3 0,0 0 2 0,0 0 1 16,0 0 2-16,0 0-1 0,0 0 3 0,0 0-1 16,0 0 2-16,0 0-13 0,0 0 4 0,0 0-1 15,0 0-3-15,0 0-2 0,0 0 4 0,0 0-5 16,0 0-3-16,0 0 3 0,0 0 4 0,0 0-6 16,0 0 3-16,21-1 2 0,-21 1-4 0,19 0 2 15,-9 1 5-15,5-1-4 0,2 0 1 0,1 2 0 16,3-2 7-16,8 0-8 0,-3 0-3 0,3 0 7 15,1-2 7-15,2 2-9 0,1 0-6 0,1-3-5 16,3 1 7-16,2 0-4 0,0-1-7 0,13 0-1 16,0 1 5-16,-12-2-11 0,12 1-4 0,1 1-7 15,-1 0-7-15,-1-3-40 0,2 0-87 0,6-1 39 16</inkml:trace>
  <inkml:trace contextRef="#ctx0" brushRef="#br0" timeOffset="1100.58">12852 6795 55 0,'0'0'59'0,"0"0"-12"15,0 0-4-15,0 0 2 0,0 0-7 0,0 0-7 16,0 0 2-16,36 4-4 0,-14-2-2 16,8 1-2-16,1-1-7 0,5 1 0 0,5-3-1 15,10 1 4-15,3 0-10 0,3-1 1 0,1 2 0 0,9-2 1 16,0 0-4-16,25-2-12 0,-4 2-6 0,-23-1 1 15,25 1-1-15,-25-3-3 0,25 2-2 0,-27 1-1 16,4-1 0-16,-2 0 4 0,28-4 1 16,-1-1-4-16,-1 6 4 0,-26-2 4 0,33 0-3 15,-3-1 2-15,-4-2 4 0,-28 3 1 0,3 2 1 0,27-2-3 16,-30-1 2-16,29-1-4 0,-28 1 5 0,28-1-3 16,-30 0 0-16,5 4 2 0,-2-2-7 0,-1 2-11 15,0-1 3-15,-6 2 1 0,0-2 3 0,-3 2 1 16,-3-2 2-16,-2 1 3 0,-13 1-4 0,0 3 3 15,2-2 0-15,-2 2 6 0,0-1-3 0,0 1-4 16,-5-2-4-16,0 0-6 0,-3 2-16 0,-10-1-35 16,-1 0 15-16</inkml:trace>
  <inkml:trace contextRef="#ctx0" brushRef="#br0" timeOffset="8812.03">22792 6807 32 0,'0'0'80'0,"-7"-3"-12"0,7 3-2 16,-5-5-4-16,5 5-3 0,0 0-10 0,-7-6-6 15,7 6-7-15,0 0 1 0,-7-2-8 0,7 2 0 16,0 0-6-16,0 0 3 0,0 0-8 0,-7-3 1 0,7 3-9 16,0 0 4-16,0 0-1 0,0 0-6 0,0 0-2 15,0 0-1-15,0 0-6 0,0 0 12 0,0 0-14 16,0 0 4-16,0 0 2 0,0 0 0 15,0 0-6-15,24 5 0 0,-16-5 7 0,0 2-5 0,4 0-2 16,1 2 6-16,1-3-4 0,4-1 2 0,4 0 4 16,6 0 10-16,0-1-7 0,4 2-1 0,0-2 2 15,1-1 4-15,2-1 0 0,3 2-2 16,13-1 1-16,-11 0-6 0,14-1 13 0,-1 0-2 0,-1 0-5 16,0-1 1-16,0 0 4 0,2 1-1 0,0 2-8 15,3-4 2-15,-2 3-2 0,-1-2 5 0,0 1-4 16,2 1 1-16,-3-1 7 0,5 2-1 15,-3-4-5-15,0 1 1 0,0 0 4 0,-2 4-7 0,-3-2 1 16,-10 0 3-16,-2 0-4 0,2 0-2 0,13 1-6 16,-1 0 5-16,-15 2-1 0,0-2 5 0,15-1-6 15,-1 4 7-15,-14-2-10 0,-1 0 4 0,14 1-6 16,-12-1 4-16,-1 0-1 0,2 3 6 0,-2-2-7 16,2 0-7-16,-1-1 7 0,-2 2-4 0,-1 1 8 15,0-2-6-15,0 2-3 0,0-1 14 0,-2 1-9 16,3 0-5-16,-4-1 13 0,1 3-11 0,0-5 0 0,3 7 9 15,-2-4-5-15,0 0 6 0,3 0-8 16,-2-2 4-16,1-1-1 0,-2 2-3 0,4-2-4 16,-1 1 7-16,2-2-8 0,12 2-7 0,-10-1-1 15,-3 2-1-15,0-4 6 0,0 1-1 0,1-1 2 0,-1 4 3 16,-2-2 1-16,2 0 8 0,-3 1-12 16,4-1 13-16,-3 0-12 0,2 2 4 0,-2-3 4 15,0-1 0-15,-2 3-8 0,2-1 7 0,-4 4-5 16,3-4 0-16,-3-2 7 0,3 1-4 0,-5 1-6 0,5 1 9 15,-1 2 4-15,0 1-6 0,-1-2-6 16,2 1 6-16,1-1 2 0,-3 1 2 0,-1-2-3 16,-1-1-3-16,3 5 5 0,-3-5-1 0,1 5 7 15,-3-5-1-15,5 4-11 0,-1-2 10 0,1-1-3 0,1 0-6 16,-1-1 9-16,1 4-2 0,-2-3-3 0,1-2-4 16,-1 2 2-16,-1-4 0 0,-1 5-4 0,1-1 7 15,-1-1-5-15,1 2 3 0,-3-2 4 0,0 2-8 16,0 1 6-16,1-1-7 0,1 0 2 0,-2-2 4 15,2 0 0-15,-3 1-5 0,-2-1-4 0,3 3 6 16,0-1 1-16,0-1-3 0,0-1-5 0,-1 0-9 16,4 4 5-16,-1-1 3 0,-2-1 10 0,0-1-11 15,2 1-1-15,-3-1 2 0,3-1-2 0,-4 5 11 16,1-5-1-16,-1 0-6 0,-2-2 4 0,-4 4-8 16,8-2 6-16,-1 1-1 0,3 1 13 0,-4-4-9 15,2 2 12-15,-1 0-16 0,2 0 8 0,-2 3 1 16,-8 0 2-16,8-3-4 0,-7 1-4 0,2-1 0 15,-1 0 0-15,-2 0 2 0,-1 1-4 0,0-1 0 16,2 5-7-16,0-3 7 0,-3-1-4 0,4 0 0 16,-2 3 4-16,1-1 3 0,-2 1-5 0,3-6-9 15,-4 4 7-15,1-1 2 0,-2-4 5 0,2 3-5 16,0 2-6-16,-8-4 9 0,2 2-7 0,1-1-4 16,-1 1-6-16,1 0-4 0,-1-1 4 0,1 1-2 15,-3-2-4-15,2 2 1 0,-1 0-3 0,-1 2-1 16,-1-2-12-16,-1 0-31 0,2 0-80 0,-11 0 35 0</inkml:trace>
  <inkml:trace contextRef="#ctx0" brushRef="#br0" timeOffset="10123.77">5196 7835 1 0,'17'5'16'16,"3"-2"-2"-16,-1 0 5 0,8 2-9 0,1-2-4 0,0-2 4 16,4 1-1-16,1-2 6 0,4-1-10 0,0 0-1 15,3 0-1-15,-1-3 3 0,12-5 2 0,1 1-5 16,2 0-2-16,-2-1 7 0,0-1-7 0,2 1 1 15,-4-2 3-15,2 0-3 0,2-1 0 16,-3 2-2-16,-1 2 4 0,2-4-2 0,-2 4 0 0,-11 2-3 16,12-2 1-16,-13 2-1 0,3 1-3 15,13-2-4-15,-15 4-16 0,10-1-26 0,3 0 11 0</inkml:trace>
  <inkml:trace contextRef="#ctx0" brushRef="#br0" timeOffset="10420.1">7709 7601 1 0,'52'-8'14'15,"0"0"-4"-15,-13 4-1 0,12-7-1 0,-13 5 3 16,0 2-3-16,15-3 5 0,-14 3-3 0,14-3 1 0,-15 4 1 16,-1 0-5-16,16 2 6 0,-14-1-5 0,12 0 0 15,-14 4-4-15,1 0 2 0,-3-2-2 0,2 3 3 16,-4-3 0-16,2 1-3 0,0 2 2 15,-2 0-2-15,-1 0-2 0,1 0 6 0,-1-1-2 16,0 0-4-16,0 0-1 0,0 0 0 0,1 0 3 0,-2-2-3 16,-1 2 0-16,1-4-1 0,-2 2 8 0,1 0-5 15,-1 0 2-15,1 0-2 0,0-2 0 16,-8 2 3-16,7-2-4 0,1-1-1 0,-11 2-3 16,4-2 0-16,-1 2 6 0,-2 0-4 0,-1 0-6 15,2-2-8-15,-3 3-23 0,-3 1-41 0,-2 1 18 0</inkml:trace>
  <inkml:trace contextRef="#ctx0" brushRef="#br0" timeOffset="11034.05">11067 7874 27 0,'0'0'52'16,"0"0"-2"-16,0 0-1 0,0 0-11 0,0 0-2 15,0 0-3-15,0 0 0 0,0 0-8 0,0 0-4 16,0 0 0-16,0 0-4 0,0 0-2 16,0 0 5-16,17-7-12 0,-17 7 3 0,19-2 1 15,-6 0 0-15,8-5 0 0,8 5 2 0,-1-5-11 0,5 3 7 16,2-1 1-16,3-1-2 0,13-1 0 0,-13 0-7 15,16 0 8-15,-2-2-2 0,2 2-11 16,3-1 12-16,2 0-8 0,2 3-2 0,5-2 1 16,26 0-6-16,-29 4 5 0,2 0-4 0,26 0 2 0,-27 3-3 15,26 0-4-15,-29-1-10 0,-2 1 1 0,5-1-1 16,2-2-1-16,-2 4-6 0,-3-3-7 0,-2 2 0 16,-1-1 1-16,-1-3-24 0,-4 4-60 0,-14 0 28 15</inkml:trace>
  <inkml:trace contextRef="#ctx0" brushRef="#br0" timeOffset="11754.06">14926 7719 15 0,'-6'-3'103'0,"6"3"-10"0,0 0-12 0,0 0-7 16,-6-7-10-16,6 7-11 0,0 0-6 0,0 0 3 15,0 0-14-15,0 0-1 0,0 0-5 0,0 0-1 16,0 0-1-16,0 0-6 0,25 0-3 0,-5 2-2 15,0-2-3-15,12 2 3 0,7-2-9 0,16 0 0 16,4-1 11-16,5-1-6 0,2 2-2 0,26-1 4 16,-28-2-17-16,28 2 15 0,-29 1 1 0,3 0-7 15,0-2-5-15,27 0-24 0,-32 0 16 0,6-4 2 16,-5 1-8-16,-2 1 10 0,-1 1-11 0,-1-1 8 16,-4 0-5-16,-3 1 8 0,-13 1 3 0,-4-1-6 15,-2 2 5-15,0-3-5 0,-4 3-1 0,-8-1 5 16,-1 2-6-16,-6-2-2 0,-1 2 5 0,-2-1-3 15,1 1 10-15,-11 0 11 0,12 0 3 0,-12 0-12 16,9 0 11-16,-9 0 8 0,0 0 0 0,0 0-3 16,0 0-6-16,0 0-19 0,8-1-9 0,-8 1-16 15,0 0-11-15,0 0-23 0,0 0-72 0,0 0-146 16,0 0 66-16</inkml:trace>
  <inkml:trace contextRef="#ctx0" brushRef="#br0" timeOffset="12491.94">18967 7657 11 0,'0'0'31'0,"0"0"-3"15,-10 2-5-15,10-2-5 0,0 0 4 0,-5 5-4 16,5-5-3-16,0 0-1 0,0 0-5 0,0 0 7 0,0 0-4 15,15 9-1-15,-8-7 0 0,-7-2 2 0,15 3-3 16,-5-3 1-16,2 4 3 0,0-3 0 0,1-1-4 16,6 3 7-16,0-2-5 0,1-1-2 15,2 0 3-15,4 0-5 0,4 3 5 0,-2-3-7 0,4 5 3 16,-1-3 0-16,3-3-3 0,0 4 5 0,5-2 0 16,12 2-5-16,-14-1-1 0,3-1 3 0,11-1-6 15,0 4 3-15,0-3-3 0,3 3 7 0,-2-1-4 16,2-2 1-16,0 2 2 0,3-1-2 0,0-2 2 15,5 1-2-15,-2-1-1 0,1 3 2 0,1-6 0 16,0 3-9-16,-2 0 7 0,0 0-5 0,-2 0 3 16,-1 0 2-16,-2-3 2 0,3 5 4 0,1-4 13 15,-1 4-6-15,-1-1 0 0,-2-1 3 0,2 2-3 16,-6-2 2-16,2 1-5 0,-2 0 1 0,-10-1-7 16,-2 2 3-16,0 0 0 0,-2-2-1 0,1 4-4 15,0-3 8-15,-3 1-8 0,-2-2 10 0,0 1-7 16,-2-1 2-16,-3-1 6 0,-6 1-14 0,-3 0 4 15,-1 2-1-15,-6-2 1 0,1 0 2 0,-1 0-5 16,-3 2 1-16,2-4-8 0,-4 4-7 0,-7-2-10 16,10 1-16-16,-10-1-10 0,10 2-20 0,-10-2-55 15,3 4-128-15,-3-4 58 0</inkml:trace>
  <inkml:trace contextRef="#ctx0" brushRef="#br0" timeOffset="14328.64">23030 7861 19 0,'0'0'90'16,"0"0"-13"-16,29 6 0 0,-9-4-10 0,1-2 5 0,14-2 4 16,3 2-6-16,16-4-5 0,1 1 0 0,1 3-5 15,0-2-1-15,4 1-12 0,7 1 3 0,-2-1-7 16,28 1-7-16,-3-1-6 0,-25 0-2 16,27-1 2-16,-27 1-2 0,31 0 3 0,-32 1-11 0,27 0-23 15,-27 0 25-15,26 1-4 0,-23-2-5 0,22-3 3 16,-24 4-5-16,3-3-3 0,20 1 3 0,-24 1 1 15,26-1-2-15,-30 0-1 0,-3 1-3 0,3-3-2 16,-5 0 2-16,0 2-3 0,-16 2 6 0,13 0-8 16,-14 0 7-16,-2 0-2 0,-1 2 4 0,-3-2-1 15,-6 0-5-15,-5 1 2 0,-1-1-4 0,-2 3 3 16,-5-2 5-16,1 0 5 0,-5-1-1 0,0 0 12 16,0 2 1-16,-2-1 8 0,-7-1 1 0,11 0 4 15,-11 0 2-15,0 0-4 0,11-1-1 0,-11 1 11 16,0 0 2-16,0 0 4 0,9 1 3 0,-9-1-2 15,0 0-3-15,0 0-4 0,0 0-2 0,0 0-2 16,0 0-2-16,0 0-7 0,0 0-4 0,0 0-1 16,9 0-6-16,-9 0-2 0,0 0-4 0,0 0-1 15,0 0-3-15,0 0-1 0,0 0-5 0,0 0 1 0,0 0 3 16,0 0-6-16,0 0 3 0,0 0-4 0,0 0-2 16,0 0-3-16,0 0 0 0,0 0 1 15,0 0 1-15,0 0 0 0,0 0 1 0,10-1-1 16,-10 1 0-16,0 0-1 0,0 0 2 0,0 0 1 0,8 1-1 15,-8-1 2-15,0 0-2 0,0 0-2 0,0 0 1 16,0 0-2-16,0 0 3 0,0 0 1 16,0 0 0-16,0 0 2 0,0 0 1 0,0 0 3 0,0 0-2 15,0 0 1-15,0 0-1 0,0 0 4 0,0 0-4 16,0 0-4-16,0 0 3 0,0 0-2 0,0 0-3 16,0 0-2-16,0 0 2 0,0 0-2 0,0 0 2 15,0 0 2-15,0 0-5 0,0 0-2 0,0 0 3 16,0 0 1-16,0 0 1 0,0 0-4 0,0 0 2 15,0 0-3-15,0 0 2 0,0 0 4 0,0 0-3 16,0 0 2-16,0 0-2 0,0 0 2 0,0 0 1 16,0 0 1-16,0 0-3 0,0 0 1 0,0 0-1 15,0 0 0-15,0 0 2 0,0 0-5 0,0 0 5 16,0 0-1-16,0 0 1 0,0 0-2 0,0 0 1 16,0 0 1-16,0 0-2 0,0 0 3 0,0 0-2 15,0 0-3-15,0 0-1 0,0 0 6 0,0 0-2 16,0 0 0-16,0 0-3 0,0 0 3 0,0 0 2 15,0 0 2-15,0 0-4 0,0 0 5 0,0 0 1 16,0 0 0-16,0 0 2 0,0 0 3 0,0 0-2 0,0 0-1 16,0 0 1-16,0 0 2 0,0 0-4 15,0 0-1-15,0 0-1 0,0 0 1 0,0 0-5 16,0 0 3-16,0 0-2 0,0 0-1 0,0 0 2 16,0 0 2-16,0 0-5 0,0 0-1 0,0 0-2 0,0 0 9 15,0 0-9-15,0 0 1 0,0 0-2 16,0 0 5-16,0 0-4 0,0 0 2 0,0 0 1 15,0 0 0-15,0 0 0 0,0 0-2 0,0 0-1 16,0 0-4-16,0 0 1 0,0 0 4 0,0 0-1 0,0 0 1 16,0 0-3-16,0 0 2 0,0 0 2 0,0 0-4 15,0 0 0-15,0 0 0 0,0 0 4 16,0 0 2-16,0 0-1 0,0 0-2 0,0 0 2 16,0 0-1-16,0 0-1 0,0 0 0 0,0 0 0 0,0 0-1 15,0 0-1-15,0 0 3 0,0 0-2 0,0 0 3 16,0 0-3-16,0 0-3 0,0 0 2 0,0 0 4 15,0 0-3-15,0 0 1 0,0 0 0 0,0 0-2 16,0 0 0-16,0 0 3 0,0 0 0 0,0 0 1 16,0 0-2-16,0 0 1 0,0 0-2 0,0 0 2 15,0 0 1-15,0 0 1 0,0 0-5 0,0 0 1 16,0 0 2-16,0 0-2 0,0 0 2 0,0 0-1 16,0 0-2-16,0 0 2 0,0 0-1 0,0 0 1 15,0 0-1-15,0 0 0 0,0 0 0 0,0 0 4 16,0 0-3-16,0 0 3 0,0 0-3 0,0 0 2 15,0 0-1-15,0 0 2 0,0 0-3 0,0 0 0 16,0 0 2-16,0 0 0 0,0 0-4 0,0 0 4 16,0 0-4-16,0 0-1 0,0 0 1 0,0 0 2 15,0 0 0-15,0 0 1 0,0 0-3 0,0 0 1 0,0 0-5 16,0 0 8-16,0 0-3 0,0 0-1 16,0 0 4-16,0 0-2 0,0 0-1 0,0 0 1 15,0 0-1-15,0 0 3 0,0 0-1 0,0 0-2 16,0 0 2-16,0 0-3 0,0 0 1 0,0 0-1 0,0 0 5 15,0 0-2-15,0 0-4 0,0 0 1 16,0 0 4-16,0 0-3 0,0 0 3 0,0 0-5 16,0 0-2-16,0 0 5 0,0 0 0 0,0 0-3 15,0 0 0-15,0 0 0 0,0 0-2 0,0 0 0 0,0 0-1 16,0 0-5-16,0 0 5 0,0 0 2 0,0 0-2 16,0 0-1-16,0 0 3 0,0 0-5 0,0 0 5 15,0 0 2-15,0 0-2 0,0 0 4 0,0 0-3 16,0 0 0-16,0 0 2 0,0 0 0 0,0 0-1 15,0 0 1-15,0 0-2 0,0 0 6 0,0 0-1 16,0 0-1-16,0 0-1 0,0 0 3 0,0 0-3 16,0 0 0-16,0 0-4 0,0 0 1 0,0 0 1 15,0 0 5-15,0 0-2 0,0 0-2 0,0 0 1 16,0 0 0-16,0 0 1 0,0 0-1 0,0 0 0 16,0 0 2-16,0 0-1 0,0 0 3 0,0 0-6 15,0 0 3-15,0 0-4 0,0 0 5 0,0 0 0 16,0 0-3-16,0 0 0 0,0 0 1 0,0 0-3 15,0 0 3-15,0 0 1 0,0 0-2 0,0 0 0 16,0 0 1-16,0 0 1 0,0 0-4 0,0 0 2 16,0 0-2-16,0 0-3 0,0 0-1 0,0 0-4 15,0 0 0-15,0 0-3 0,0 0-3 0,0 0-3 16,0 0-2-16,0 0-10 0,0 0 0 0,0 0-3 16,0 0 1-16,0 0-5 0,0 0-6 0,0 0-12 15,0 0-6-15,0 0-10 0,0 0-17 0,0 0-11 0,0 0-15 16,0 0 2-16,0 0-12 0,0 0-6 15,0 0-7-15,0 0-80 0,0 0-237 0,-26-8 105 16</inkml:trace>
  <inkml:trace contextRef="#ctx0" brushRef="#br0" timeOffset="41043.89">24291 11200 60 0,'-11'-2'61'0,"2"1"-3"15,-3 1-5-15,12 0-5 0,-19 1-8 0,12-1 0 16,-1 0 0-16,-1 2-5 0,9-2-3 0,-14 1-7 16,14-1 5-16,-14 2-5 0,14-2-15 0,-10 1 11 15,10-1-3-15,-7 3-1 0,7-3-6 0,-7 3 3 16,7-3-3-16,0 0 3 0,-7 3-8 0,7-3 3 16,0 0-3-16,0 0 3 0,11 13 9 0,-5-12 0 15,3 4-4-15,5 0 5 0,3-1-4 0,11 1 6 16,1 0-9-16,3-1 8 0,4-3 3 0,16 5-1 15,2-3-2-15,3-1 1 0,0 2-1 0,5 2 2 16,4-5-3-16,0 2 3 0,26-2-1 0,-26-1 4 16,26 0-12-16,-28 0-7 0,30 3 9 0,-29-4-1 15,33-1 9-15,-7 1-8 0,1 1-8 0,-3 0 7 16,3-2 8-16,-2 1 1 0,-23 1-5 0,24-1 6 16,-27-1-4-16,31 2 9 0,-30 2-6 0,32-4 0 15,-30 0 1-15,25 1-4 0,1 1 4 0,-3-1-2 0,-23 3-8 16,25-3 10-16,-29 2-1 0,29 1-4 15,-2 2-9-15,-23-4 5 0,-2-1 7 0,29 4-2 16,-31-2-10-16,27-1 6 0,-28 3 0 0,29 3-2 0,-30-3-4 16,-1-3 2-16,3 3-1 0,2 1-2 0,-5-2 1 15,4-1-1-15,0 2 2 0,-5 0-6 0,4-2 1 16,-5 1 3-16,-3 0 1 0,1 3-3 16,-3-2 6-16,-1-1-3 0,-12 1 2 0,-1 2-1 0,14-2-10 15,-16-2 6-15,0 4-1 0,-3-4 2 0,-2 0 2 16,-1 1-1-16,-3-1-2 0,-1 1-4 0,-8-2 4 15,4 4-2-15,-3-6-3 0,0 4 9 0,-6-1-5 16,-5-1 6-16,0 0 1 0,-2 0 2 0,-7 0 7 16,11-1-3-16,-11 1 0 0,0 0-4 0,11 0-1 15,-11 0 0-15,0 0-2 0,0 0-4 0,0 0 3 16,8-2-20-16,-8 2-15 0,0 0-16 0,0 0-12 16,0 0-12-16,0 0-31 0,0 0-7 0,0 0-24 15,0 0-129-15,-45 3-276 0,27-1 124 0</inkml:trace>
  <inkml:trace contextRef="#ctx0" brushRef="#br0" timeOffset="42143.84">4671 12220 2 0,'-9'-3'78'15,"9"3"-1"-15,0 0-7 0,-7-4-10 0,7 4-10 16,0 0-5-16,0 0-4 0,0 0 0 0,-6-4-10 16,6 4-3-16,0 0-2 0,0 0 2 0,0 0-8 15,0 0-1-15,0 0-6 0,0 0 2 0,27 5-4 16,-17-1-5-16,0-2 0 0,8 1 4 0,2 0 0 16,-2-1-3-16,4 0 0 0,9 0-7 0,-1 2 9 15,8-1-4-15,-1-1 0 0,2 0-3 0,11-5 6 16,2 6-2-16,1-5-1 0,-1 2-7 0,5-4 16 15,-3 2-17-15,4-3 13 0,2-3-2 0,0 0-6 16,3 3 4-16,-3-1-2 0,4 1 1 0,1-2 1 16,27 0 0-16,-28 1 2 0,25-4-4 0,-25 4-1 15,27-3-4-15,-29 2 6 0,1 4 1 0,2-3-3 16,1 2-3-16,24 0 5 0,-27-1-6 0,28-1 11 16,-30 1-9-16,4 0-6 0,0 4 9 0,3-1 2 15,26 0-7-15,-30 0-1 0,2 2 1 0,-2-1 1 16,-3-1 1-16,0 2-3 0,1 0 6 0,-4 0 3 15,5 0-8-15,-7 0 1 0,-2 0-1 0,0 0 1 16,-3 3 3-16,-12 0-1 0,12 0-5 0,-15-3 5 16,1 3-4-16,-1-1 4 0,-1 0-2 0,-1-1 0 15,-2 1-5-15,-3-1-1 0,0 0-8 0,-8 2-18 16,7-1-18-16,-7 3-20 0,-3-1-43 0,2 2-123 0,-7-2 55 16</inkml:trace>
  <inkml:trace contextRef="#ctx0" brushRef="#br0" timeOffset="42767.74">10107 12140 7 0,'-7'1'61'0,"7"-1"-9"0,-12 2-6 0,12-2 0 16,-11 0-1-16,11 0-10 0,-8 0-4 0,8 0-3 15,0 0-8-15,0 0-9 0,0 0 0 0,0 0-5 16,0 0-1-16,0 0-5 0,0 0 2 0,0 0-2 16,27 6 5-16,-14-5 2 0,4-2-1 0,3 1-8 15,7 0 6-15,2 1-6 0,2 2 6 0,1-3-1 16,2 0 0-16,4-2-7 0,12 6 5 0,-10-5-3 15,11 1 0-15,3 4 3 0,-2-4-7 0,-1 1 3 16,3-1-14-16,5-1 6 0,-2 3 3 0,4-4-1 16,1 4 2-16,3-2-8 0,-1-1 6 0,1-2-8 15,0 5 8-15,0-2 4 0,2-2-6 0,-3 2 2 16,-1-1 13-16,28 1 1 0,-31-2-4 0,-2-3 14 16,2 3-3-16,1-1 0 0,-3-3 1 0,3 2 13 15,-7 3-3-15,-2-2-3 0,-2 0-4 0,-12 1 3 16,-2 0 1-16,-3 1 2 0,-1-1-1 0,-5 1-5 15,-5 1 1-15,-4-1 1 0,-3 1-10 0,-5 1 8 16,3-2 2-16,-8 1-1 0,-5 0-7 0,13 0 4 0,-13 0 5 16,9-2-19-16,-9 2 9 0,0 0 8 15,0 0-5-15,0 0-19 0,9 0-6 0,-9 0-14 16,0 0-8-16,0 0-15 0,0 0-47 0,0 0-105 16,0 0 47-16</inkml:trace>
  <inkml:trace contextRef="#ctx0" brushRef="#br0" timeOffset="43757.56">14002 12030 20 0,'0'0'56'0,"0"0"-9"0,0 0 1 0,0 0-10 15,0 0 3-15,0 0-5 0,0 0-7 0,0 0-1 16,23 5-8-16,-14-4 2 0,0-1-8 0,4 3 1 15,1-3-4-15,5 1 3 0,2 0-2 0,8-1-3 16,-6 0-5-16,8-1 2 0,3 2 2 0,2 1-2 16,1-4-3-16,15 4 2 0,-13-4 0 0,0 2-3 15,14 2-3-15,-1-2 1 0,2 0-1 0,-3 2-1 16,3-1 10-16,-2 0-7 0,4-1 1 0,-2 0-2 16,0 0-2-16,2 3-3 0,0-3 1 0,3 3 7 15,3-3 0-15,1 2-1 0,-4 1-1 0,6-3 2 16,0 1-2-16,2 2-5 0,22-5 8 0,-29 4-10 15,4 1 8-15,0-2 0 0,0 2 1 0,0 0-6 16,1-2 0-16,26-2 5 0,-30 2-3 0,4 1 1 16,25 0 0-16,-27-2 2 0,0 4-5 0,5-4 1 0,20 1 6 15,-24 3-8-15,1-1 9 0,26 1 1 0,-31-2-7 16,3-1 2-16,3 1 2 0,-1 0 0 16,1-2 2-16,0 1 2 0,26 3-1 0,-31-2 5 15,5-2-6-15,-4 1-5 0,3-2 11 0,-2 1-1 0,1 0-11 16,28 0 11-16,-32 0 4 0,5 0-8 0,-1 0-1 15,24-2-4-15,-29 2 1 0,4 0 4 16,-2 2-5-16,2-1 1 0,-3 2-1 0,1-3 1 0,-1 1-4 16,-2-5 8-16,-2 4-5 0,0 2 3 0,1-1-9 15,0-2-1-15,-5 1 3 0,2-2 5 0,-1 4-1 16,-1-2 3-16,-12 1-1 0,11-2-3 0,-12 1-2 16,-1 0 2-16,1 0-4 0,0 0 7 0,0 0 0 15,-4-2-5-15,0 1-1 0,1 2 6 0,-4-1 2 16,0 0-8-16,0-1 2 0,0 1 5 0,1 1-10 15,-1-2-1-15,0 2 6 0,-3-2 4 0,1 1 1 16,-1-2-5-16,-2 4 6 0,1-2 3 0,0 0-4 16,-6 0-1-16,7 0 7 0,-3 0 0 0,-5 0 0 15,1-2-7-15,0 2 1 0,5-2 6 0,-7 2-1 16,2-2-2-16,-3-1 3 0,3 6 0 0,-3-4-4 16,-1-1 8-16,1 2-5 0,0-3 2 0,-1 2 3 15,-4 1-2-15,3-3 3 0,-2 3-2 0,-4-2-10 16,2 2 5-16,1-1-6 0,-2 1 10 0,1-1-11 15,-2 0 13-15,1 1-15 0,-2-1 18 0,-2-1-14 16,-1 5-3-16,-7-3 0 0,15 0 1 0,-15 0 1 16,11 0-13-16,-11 0-3 0,6 1 2 0,-6-1-18 15,9 1-9-15,-9-1-13 0,0 0-15 0,6 5-43 16,-6-5-118-16,0 0 52 0</inkml:trace>
  <inkml:trace contextRef="#ctx0" brushRef="#br0" timeOffset="43929.82">20677 11997 33 0,'13'1'19'0,"-13"-1"-28"0,9 3-10 16,-9-3 5-16</inkml:trace>
  <inkml:trace contextRef="#ctx0" brushRef="#br0" timeOffset="46126.04">20229 12203 16 0,'0'0'20'16,"0"0"-6"-16,0 0-3 0,0 0 5 0,-7-8-7 16,7 8 1-16,0 0-3 0,0 0-1 0,0 0-1 15,0 0-5-15,0 0 3 0,0 0-1 0,0 0-3 16,0 0 1-16,0 0 2 0,0 0-2 0,-5-6 3 15,5 6 3-15,0 0 5 0,0 0-5 0,0 0 2 16,0 0 2-16,-2-7 4 0,2 7-6 0,0 0 4 16,0 0 2-16,0 0-1 0,0 0 1 0,0 0-1 15,0 0-2-15,0 0-1 0,0 0 3 0,0 0-2 16,7-9 4-16,-7 9 6 0,8-4-5 0,-2 2 4 16,0-2-2-16,5 3 1 0,2-2 5 0,6-2-6 15,-1 1 1-15,4 0 1 0,6-3 5 0,0 0-11 16,4 4-3-16,-2-2 4 0,2 0 1 0,2 0 0 15,0 1-1-15,2 1-7 0,0-1 10 0,2 1-10 16,-4 1-2-16,4 2 0 0,-3-2 2 0,3 0 0 16,0 1-5-16,-1 2 2 0,0-2-13 0,3-1 10 15,-3 1 0-15,3 0 0 0,13 1-6 0,-15-1 4 16,2-2 0-16,-2 1-4 0,2 1 3 0,-1 1 1 16,1-1 6-16,10-1-8 0,-10 2-8 0,-2-1 6 15,3 0 3-15,-4 0 9 0,0 1-2 0,-1 0 0 16,-2 1-6-16,-2 1 4 0,-2 4-9 0,-2-4 9 0,-7 0-2 15,-3 3 1-15,1-1-6 0,-5-2 0 16,2 5 3-16,-1-4 2 0,-3 0-2 0,-1 1 1 16,1 0-3-16,-2-1 13 0,-2-1-10 0,0-1-1 15,-3 2 4-15,2-2-7 0,-7-1 5 0,10 4 10 0,-10-4 3 16,9 2 7-16,-9-2 4 0,6 2 6 0,-6-2-4 16,0 0 15-16,0 0 3 0,0 0-4 0,9 0-2 15,-9 0-2-15,0 0-9 0,0 0 2 0,0 0 0 16,0 0 0-16,7-6-5 0,-7 6 8 0,0 0-11 15,0 0 4-15,5-4-11 0,-5 4 5 0,0 0-3 16,0 0 0-16,0 0-7 0,6-6 5 0,-6 6-6 16,0 0 1-16,0 0-4 0,8-2 6 0,-8 2-8 15,0 0 1-15,0 0-1 0,0 0 0 0,5-4-4 16,-5 4 14-16,0 0-4 0,0 0 3 0,0 0-2 16,0 0 5-16,0 0 2 0,0 0 1 0,0 0-2 15,0 0 5-15,0 0 3 0,8-4-7 0,-8 4-3 16,0 0 1-16,0 0 3 0,0 0 6 0,0 0-14 15,0 0 2-15,0 0-2 0,0 0-5 0,0 0-1 16,0 0 3-16,0 0-4 0,0 0 0 0,0 0 1 16,0 0 0-16,0 0-2 0,0 0 3 0,0 0-3 15,0 0 5-15,0 0-2 0,0 0 7 0,0 0-3 16,0 0-1-16,0 0 7 0,0 0-1 0,0 0 0 16,0 0 7-16,0 0-7 0,0 0-4 0,0 0-4 15,0 0 7-15,0 0-7 0,0 0 3 0,0 0-2 0,0 0-3 16,0 0-1-16,0 0-2 0,0 0 3 15,0 0-2-15,0 0 0 0,0 0-4 0,0 0 3 16,0 0 2-16,0 0-4 0,0 0-4 0,0 0 7 0,0 0-2 16,0 0 3-16,0 0-8 0,0 0 7 0,0 0 1 15,0 0-8-15,0 0 5 0,0 0-5 0,0 0 7 16,0 0-5-16,0 0 2 0,0 0 2 0,0 0 1 16,0 0-11-16,0 0 8 0,0 0 0 0,0 0 0 15,0 0 3-15,0 0-6 0,0 0-1 0,0 0 3 16,0 0 1-16,0 0-1 0,0 0 0 0,0 0-1 15,0 0 4-15,0 0-4 0,0 0 2 0,0 0-3 16,0 0 3-16,0 0-2 0,0 0-5 0,0 0 4 16,0 0 6-16,0 0-4 0,0 0 6 0,0 0-9 15,0 0 6-15,0 0-8 0,0 0 1 0,0 0 3 16,0 0 3-16,0 0 0 0,0 0-1 0,0 0-1 16,0 0 0-16,0 0 1 0,0 0-2 0,0 0 6 15,0 0-11-15,0 0 9 0,0 0-4 0,0 0 6 16,0 0-6-16,0 0 4 0,0 0-1 0,0 0-1 15,0 0-3-15,0 0-2 0,0 0-11 0,0 0-9 16,0 0-13-16,0 0-12 0,0 0-14 0,0 0-16 16,0 0-11-16,0 0-7 0,0 0 0 0,0 0-16 15,0 0-6-15,0 0-93 0,0 0-229 0,-22 13 102 16</inkml:trace>
  <inkml:trace contextRef="#ctx0" brushRef="#br0" timeOffset="76243.73">16508 13381 25 0,'0'0'38'0,"-12"1"1"0,12-1-9 0,-10-1-4 15,10 1-2-15,-9-2-3 0,9 2 0 0,-8-2-2 16,8 2-2-16,-13-1 1 0,13 1 2 0,-6-3 0 16,6 3-1-16,-9-1-1 0,9 1-2 0,-7-5 1 15,7 5-3-15,0 0-2 0,-11-2 0 0,11 2-1 16,0 0 1-16,-7-3-4 0,7 3-5 0,0 0 1 16,0 0 3-16,0 0 3 0,0 0 5 0,0 0-8 15,0 0-3-15,0 0 2 0,0 0 5 0,0 0-11 16,26 0 2-16,-16 0 2 0,3 1 0 0,-1 1 2 15,2-1-3-15,3 1 2 0,1 3-4 0,0-2 3 16,4 0-1-16,1-1-1 0,4 1-3 0,1-1 1 16,6 1 0-16,0 0 5 0,1 3-4 0,3-3 4 15,0 3-2-15,3-2 5 0,11 3-8 0,-2 1 1 16,-12-4 1-16,1 3-4 0,12-1 0 0,-1 0 5 16,1 0-5-16,-12-2 0 0,13 1 9 0,0 0-6 15,-14-1-1-15,16 2-2 0,-3-3-1 0,2 0 4 16,-1-1-3-16,4 0 3 0,4-4-1 0,0 1 1 15,0 1-4-15,3-3 5 0,1 1-1 0,26 1 3 16,-30-2-3-16,3 1 1 0,1 0 4 0,0-2-7 16,1 3 8-16,-1-3 1 0,26 1 7 0,-30 0-7 15,2 0-9-15,1 1 7 0,3-1 0 0,1 2 3 16,24-5-6-16,-29 2 0 0,1 1 3 0,2-1 1 16,0 0-2-16,28 1 1 0,-33 0-7 0,4-1 7 15,1 0 2-15,1 1-1 0,23 0-3 0,-26-1 1 16,-2 1-2-16,6 0 4 0,-1-1-2 0,25-3-1 15,-30 4-7-15,0-2 6 0,2 3-2 0,-2 0 6 16,5-2 1-16,-4 1-5 0,2 2 2 0,0-1 2 16,-1 0-1-16,1 2 4 0,1-1-6 0,-5 1 1 15,0 0-2-15,0 0 0 0,1-2 0 0,1 0-3 16,-3 2 2-16,2 0 1 0,1-4 5 0,2 3 4 16,1-1-17-16,2-1 5 0,-2 2-1 0,27-3-3 15,-31-2 3-15,-2 3 5 0,4 1-5 0,-2 0 8 16,0-1-6-16,-2 1 2 0,6-1 5 0,-3 2 3 15,-1-1-5-15,-1-2-3 0,0 3 6 0,3-1 1 16,-3 2-1-16,3-1 5 0,-7-1-8 0,3 2-4 16,-2-2 1-16,-2 2-3 0,1 1 2 0,-2-1 2 15,-3 1 4-15,0-3-3 0,-11 2-1 0,11 2-2 16,-1-3-1-16,-11 4 2 0,0-3-9 0,1 1 6 16,12 1 0-16,-14 1 8 0,2-1-5 0,-2-2 3 15,0 2-3-15,0-1 3 0,-3 1 4 0,1-1-5 16,0 1-4-16,0 0-1 0,-2-1 3 0,-3 1 2 15,0-2-7-15,-3 0 7 0,0 0 2 0,0 2 5 16,-9-3-7-16,0 2 5 0,2-1 3 0,-9 0 6 16,8-1-3-16,-9 1 7 0,-1-1 3 0,-1 1 12 15,-9 0 4-15,13 0 7 0,-13 0 4 0,9-1 6 16,-9 1-2-16,0 0 2 0,11-1-2 0,-11 1-5 16,0 0-1-16,0 0-3 0,7-3-4 0,-7 3 7 15,0 0-12-15,0 0-1 0,0 0-6 0,0 0 0 0,0 0-4 16,5-3-2-16,-5 3 0 0,0 0-6 15,0 0 5-15,0 0-4 0,0 0-6 0,0 0-1 16,0 0 2-16,0 0-4 0,0 0 2 0,0 0 5 16,0 0-8-16,0 0-1 0,0 0-6 0,0 0 3 15,0 0-1-15,0 0 3 0,0 0-2 0,0 0-1 16,0 0-2-16,0 0 1 0,0 0-4 0,0 0 3 16,0 0-2-16,0 0 2 0,0 0-7 0,0 0 3 15,0 0 1-15,0 0 1 0,0 0 1 0,0 0 0 16,0 0-5-16,0 0 2 0,0 0 2 0,0 0-3 0,0 0 2 15,0 0-1-15,0 0 0 0,0 0 3 0,0 0-3 16,0 0-1-16,0 0 1 0,0 0-2 0,0 0 5 16,0 0-5-16,0 0 4 0,0 0 11 15,0 0-14-15,0 0 4 0,0 0-5 0,0 0 3 16,0 0-2-16,0 0 7 0,0 0-5 0,0 0 9 0,0 0-3 16,0 0-8-16,0 0-1 0,0 0 4 0,0 0-5 15,0 0 1-15,0 0 3 0,0 0 1 0,0 0 0 16,0 0-2-16,0 0-1 0,0 0 2 0,0 0-2 15,0 0-2-15,0 0 6 0,0 0-6 0,0 0 3 16,0 0 2-16,0 0-3 0,0 0 0 0,0 0-1 16,0 0 4-16,0 0-4 0,0 0 3 0,0 0-2 15,0 0-2-15,0 0 3 0,0 0-2 0,0 0 2 16,0 0 0-16,0 0 4 0,0 0 3 16,0 0 4-16,0 0 0 0,0 0 5 0,0 0 0 0,0 0 3 15,0 0 1-15,0 0-1 0,0 0-2 0,0 0-2 16,0 0-2-16,0 0 4 0,0 0-5 0,0 0-3 15,0 0-2-15,0 0-1 0,0 0 0 0,0 0-12 16,0 0-20-16,0 0-16 0,0 0-25 16,0 0-24-16,0 0-35 0,0 0-21 0,0 0-16 0,-31 5-140 15,15-2-329-15,2 1 145 0</inkml:trace>
  <inkml:trace contextRef="#ctx0" brushRef="#br0" timeOffset="83102.05">8484 15675 24 0,'0'0'23'0,"0"0"1"0,0 0 0 15,0 0 0-15,0 0 1 0,0 0-3 16,0 0-5-16,0 0-1 0,0 0 0 0,0 0-4 16,0 0-4-16,0 0 2 0,0 0-2 0,0 0-1 15,0 0 3-15,0 0-6 0,0 0 1 0,0 0 2 0,0 0-1 16,0 0 0-16,0 0-3 0,0 0 0 0,0 0 1 15,0 0-6-15,0 0 3 0,0 0 1 16,0 0-1-16,0 0 0 0,0 0 3 0,0 0-4 0,0 0-1 16,0 0 0-16,0 0 0 0,0 0 4 15,0 0 4-15,0 0-5 0,0 0 3 0,0 0-2 16,0 0-3-16,0 0 1 0,0 0-5 0,0 0-1 16,0 0 6-16,0 0-3 0,0 0 3 0,0 0 1 0,0 0-4 15,6 4 2-15,-6-4-1 0,0 0 4 0,0 0-5 16,0 0 1-16,0 0-1 0,0 0-1 15,0 7-2-15,0-7 1 0,0 0-3 0,0 0-5 16,3 7-2-16,-3-7-6 0,0 0-4 0,0 0-15 16,0 0-42-16,4 6 19 0</inkml:trace>
  <inkml:trace contextRef="#ctx0" brushRef="#br0" timeOffset="98307.25">526 12652 26 0,'0'0'64'0,"0"0"3"0,0 0 0 15,0 0-1-15,0 0-2 0,0 0 6 0,0 0-7 16,0 0 1-16,0 0-7 0,0 0-3 0,0 0 0 15,0 0 0-15,0 0 1 0,0 0-11 0,0 0-10 16,-47-12-3-16,47 12-6 0,0 0 1 0,0 0-7 16,0 0-1-16,0 0-4 0,0 0-2 0,0 0-3 15,0 0 3-15,0 0 0 0,0 0 2 0,0 0-6 16,0 0 4-16,0 0-4 0,0 0 1 0,0 0-1 16,0 0-3-16,105 31 3 0,-105-31 1 15,41 6-11-15,-41-6 7 0,58 5 5 0,-28-1-3 0,-4-4-14 16,8 1 11-16,-4 0-7 0,1 0 4 0,2 0 0 15,-1 0-1-15,-1 2-10 0,1-2-1 0,-1 2 13 16,-1-3-4-16,-1 3 1 0,4 1-5 0,-4-2 6 16,1-1 2-16,1 0-8 0,0 1 6 15,1-1-5-15,-5 0 7 0,5 0-2 0,-1 0-4 0,0 1-1 16,0-1 5-16,-1 0 3 0,5-1-2 0,-2-1-1 16,0 1 0-16,2 0-8 0,-4 0 10 15,3 0-8-15,-3-1 9 0,1-1 3 0,-2 1-1 16,0 1-3-16,4-1 1 0,-3 2-1 0,4-3 0 15,-2 2-2-15,2-1 7 0,0-2-4 0,0 2-1 16,4-3-3-16,0 2 6 0,8-4 1 0,-6 0 2 0,10 2 2 16,3-2-1-16,-2-2-2 0,0-1-5 0,-3-1 4 15,-9 3 7-15,11-5-4 0,1 3-1 16,-1-2-4-16,2-3 4 0,2 2 6 0,-1 1-2 16,4-2-3-16,-5 4 1 0,3-5-11 0,2 1 14 15,0 1-8-15,1-2 4 0,-4 2-4 0,0 4 9 16,1-5-10-16,-4 4-4 0,1-1-1 0,-3 4 1 15,-12-2 6-15,1 3-9 0,0-1-8 0,-2 3 14 16,-1-3 0-16,1 3 1 0,-3 2 2 0,-2-3-8 16,0 0 8-16,0-1-7 0,-1 5 2 0,-2-4 1 15,-1 3-1-15,0-2 3 0,-7 2-4 0,-1 0 1 16,-3-1 10-16,2 2-11 0,-19 0 3 0,26-3-9 16,-26 3-16-16,21-2-10 0,-21 2-6 0,0 0-13 15,0 0 2-15,18 1-12 0,-18-1-34 0,0 0-77 16,0 0-185-16,0 0 81 0</inkml:trace>
  <inkml:trace contextRef="#ctx0" brushRef="#br0" timeOffset="99064.76">2076 11554 34 0,'0'-9'123'0,"-1"1"10"16,1 8-6-16,0-13-12 0,0 13-6 15,-1-7-11-15,1 7-15 0,0 0-6 0,0-12-18 0,0 12 0 16,0 0-12-16,0 0 5 0,0 0-12 0,0 0-8 16,7 24 1-16,-2-5-2 0,-1 8-5 0,0 5 1 15,3 4-9-15,-1 13 10 0,3 5-16 0,0 1 12 16,-2-1-6-16,0 2-3 0,0 2 3 16,2 0 0-16,-3 2-2 0,9 20 6 0,-9-25-4 0,2 5 2 15,7 23-3-15,-2-2 3 0,-5-26 4 0,2 3-9 16,3 24-2-16,-2-25 0 0,8 24 0 0,-11-27-2 15,4 5 2-15,2 24-3 0,-7-29 0 16,3 1 1-16,3 0-7 0,-4 0 3 0,1 0-1 16,1-4 2-16,-3-1 2 0,2-1 2 0,1-1-7 15,-3-3-11-15,-2-10 9 0,1 0-1 0,-4-1-2 0,2 0-10 16,-2-1-7-16,1 1-3 0,-4-1-11 0,3-2-6 16,-3-2-15-16,-2-5-11 0,4 2 2 15,-2-7-11-15,0-1-13 0,-2 1-1 0,0 0 0 16,-2 0-1-16,-3 5-14 0,-4 0-57 0,2-8-171 0,3 1 76 15</inkml:trace>
  <inkml:trace contextRef="#ctx0" brushRef="#br0" timeOffset="103719.02">2208 12712 14 0,'0'0'62'15,"0"0"-9"-15,0 0-5 0,0 0-3 0,0 0 11 16,0 0-18-16,0 0-3 0,0 0-4 0,0 0-5 16,0 0 8-16,0 0-3 0,0 0-7 15,0 0-1-15,0 0 1 0,0 0-6 0,0 0 9 0,0 0-14 16,0 0 6-16,0 0 1 0,0 0-14 0,0 0 7 15,0 0-3-15,0 0-4 0,0 0-4 0,0 0-4 16,0 0 14-16,0 0 6 0,0 0-15 0,0 0-5 16,0 0 10-16,0 0-6 0,-24 6 10 0,24-6-16 15,0 0 8-15,0 0-1 0,0 0 6 0,-11-3-3 16,11 3-2-16,0 0 4 0,0 0-6 16,0 0 2-16,0 0-1 0,-10 2 0 0,10-2 8 0,0 0-5 15,0 0 5-15,0 0-6 0,-9 0-6 0,9 0 11 16,0 0-13-16,0 0-1 0,-8 1 1 0,8-1-7 15,0 0 13-15,0 0 7 0,0 0-1 16,-12-1 8-16,12 1-8 0,0 0 5 0,0 0-4 0,-8-3-3 16,8 3 1-16,0 0-4 0,-9-2 0 15,9 2 8-15,0 0-3 0,-10-3 2 0,10 3-11 16,0 0 17-16,0 0-14 0,-8-2 2 0,8 2-4 0,0 0 4 16,-9 0 1-16,9 0 0 0,0 0-9 15,-12-2 6-15,12 2-7 0,-8-1 6 0,8 1-3 0,0 0 0 16,0 0 5-16,-10-3-2 0,10 3 0 15,0 0 2-15,0 0-9 0,-11 0 4 0,11 0-2 16,0 0 6-16,-11 2-3 0,11-2-3 0,-9 1 1 16,9-1-7-16,0 0 9 0,0 0 11 0,-9 1-13 15,9-1-3-15,0 0 4 0,-10 2 1 0,10-2 1 0,-8 0-5 16,8 0 15-16,-9 2-13 0,9-2 2 16,-9 4-6-16,9-4 12 0,-7 1-8 0,7-1-2 15,-8 1-1-15,8-1 2 0,-12 2 7 0,12-2-3 16,-12 1 8-16,4 0-11 0,8-1 4 0,-11 2 2 15,4-1-7-15,7-1 0 0,-13 0 21 0,13 0-16 16,-11-1-3-16,11 1-2 0,-17 0 2 0,11 0 2 16,6 0-2-16,-15 0 2 0,15 0 1 0,-15 0-7 15,9 0 8-15,6 0 0 0,-14 0 5 0,14 0-6 16,-13 1 2-16,13-1-5 0,-10 0-6 0,10 0 9 16,-12 0 4-16,12 0-4 0,-11-1 8 0,11 1-14 15,-14 0 5-15,14 0 4 0,-10-2 0 0,10 2-7 16,-10 0 3-16,10 0-3 0,-12 2 0 0,12-2 0 15,-9 0-3-15,9 0 5 0,-9 0-3 0,9 0 12 16,-9 1-7-16,9-1 0 0,0 0-5 0,-13 0 6 16,13 0-6-16,-7 0 0 0,7 0 4 0,0 0 2 15,-13 0-14-15,13 0 10 0,-7 1 9 0,7-1 9 16,0 0-17-16,0 0 6 0,-12-1 4 0,12 1 2 16,0 0-8-16,-13-3-2 0,13 3 0 0,0 0 1 15,-9 0 6-15,9 0-3 0,-10 0-2 0,10 0 1 16,-13-1 0-16,13 1 0 0,0 0 3 0,-13 0-13 15,13 0 7-15,0 0 1 0,-11 0-4 0,11 0 3 16,0 0-2-16,-9 0-1 0,9 0-6 0,0 0 4 16,-13-1 6-16,13 1-3 0,-10 0 2 0,10 0-3 15,-8 1 3-15,8-1-4 0,-9 1 0 16,9-1 6-16,-10 0-7 0,10 0 7 0,-9 0-7 16,9 0 6-16,-8 2-14 0,8-2 11 0,-9 1-3 0,9-1 7 15,-10 1-10-15,10-1 8 0,0 0 2 0,-13 2-2 16,7-1-2-16,6-1-5 0,-12 1 2 0,12-1 6 15,-11 3-9-15,11-3 12 0,-14 0-4 0,8 0 1 16,6 0 0-16,-11 0 0 0,11 0 0 16,-11 0 3-16,11 0 0 0,-10 1-1 0,10-1 8 0,0 0 19 15,-13-1 7-15,13 1-7 0,-8-1 4 0,8 1-6 16,0 0-10-16,-13-4 11 0,13 4-14 0,-9-1 0 16,9 1 5-16,-6-2-5 0,6 2-2 0,0 0-6 15,-14-3 0-15,14 3-1 0,0 0-3 0,-10 0 1 16,10 0 0-16,0 0 4 0,-8-1-2 0,8 1-4 15,0 0-4-15,0 0 2 0,-11-1-2 16,11 1 6-16,0 0-12 0,-11 1 10 0,11-1-3 0,-6 1 1 16,6-1 0-16,0 0 0 0,-13 2-8 0,13-2 4 15,0 0 5-15,-10 1 0 0,10-1-6 0,0 0 0 16,-11 1 0-16,11-1 5 0,-7 2-1 0,7-2 1 16,-9 4-4-16,9-4 1 0,-7 2-4 0,7-2 8 15,-7 2-9-15,7-2 8 0,-7 3-1 16,7-3 0-16,-6 4-5 0,6-4 7 0,-7 3 3 0,7-3-8 15,-11 3 1-15,11-3 4 0,-10 2-1 0,4 0-6 16,6-2 2-16,-9 4 5 0,9-4-4 0,-12 4 1 16,6-3 1-16,6-1-4 0,-11 3 1 0,11-3 0 15,-7 4 6-15,7-4-4 0,-11 1-2 16,11-1 3-16,-7 2-5 0,7-2 4 0,-8 3-2 16,8-3 7-16,-7 3-2 0,7-3 0 0,-10 2-3 15,10-2 0-15,-11 2-3 0,11-2 3 0,-10 3-1 0,10-3 1 16,-12 2-5-16,7 0 5 0,5-2 0 0,-9 1 0 15,9-1-21-15,-7 3 27 0,7-3-9 16,-8 4 5-16,8-4-2 0,-7 2 1 0,7-2 0 16,0 0-5-16,-9 5 4 0,9-5 2 0,-4 3-3 15,4-3-1-15,-8 4-2 0,8-4 6 0,-8 5-3 16,8-5 7-16,-7 5-8 0,3-2 4 0,4-3-7 16,-10 5 8-16,6-3-4 0,4-2-1 0,-9 5 4 0,5-2-1 15,4-3 15-15,-9 3-12 0,9-3-11 0,-10 4 8 16,10-4-4-16,-7 4-1 0,7-4 1 15,-10 6 1-15,10-6 3 0,-7 3-6 0,2-1 0 16,5-2 8-16,-6 5-1 0,6-5-4 0,-7 3 2 16,7-3 0-16,-5 6-1 0,5-6 1 0,-9 4-2 15,9-4 0-15,-7 4 4 0,7-4-4 0,-8 5 3 16,8-5 2-16,0 0 0 0,-11 7-7 0,7-5 1 16,4-2 5-16,0 0-6 0,0 0 4 0,-10 6-5 15,10-6 4-15,0 0-1 0,-5 5-6 0,5-5 4 16,0 0 3-16,-6 9 0 0,6-9 2 0,0 0 5 15,0 0 0-15,0 0-5 0,0 0 13 0,0 0-18 16,0 0-2-16,0 0 4 0,0 0-1 0,0 0 0 16,0 0 3-16,0 0-8 0,0 0 10 0,0 0-2 15,-27 36 0-15,27-36-4 0,0 0-2 0,0 0 0 16,0 0 10-16,0 0-9 0,0 0 5 0,0 0 3 16,-14 27-1-16,14-27 1 0,0 0-1 0,0 0-7 15,0 0 4-15,0 0 6 0,0 0-4 0,0 0 2 16,-13 24 1-16,13-24 0 0,0 0 3 0,0 0 7 15,0 0-14-15,0 0 0 0,0 0-6 0,0 0 10 16,-5 29-5-16,5-29 1 0,0 0-1 0,0 0 2 16,0 0-2-16,0 0 1 0,0 0 1 0,0 0-6 15,0 0 9-15,0 0-5 0,-8 30 8 0,8-30-8 16,0 0 3-16,0 0 1 0,0 0 3 0,0 0 5 16,0 0-1-16,-17 24-6 0,17-24 10 0,0 0 0 15,0 0 3-15,0 0-1 0,0 0-3 0,0 0 3 16,-14 23-8-16,14-23-1 0,0 0 6 0,0 0-6 15,0 0 1-15,0 0-1 0,0 0-2 0,0 0 2 16,-17 21 2-16,17-21-4 0,0 0-2 0,0 0 1 16,0 0-1-16,0 0-4 0,0 0 6 0,0 0-5 15,-16 26 5-15,16-26-1 0,0 0 1 0,0 0-2 16,0 0-4-16,0 0-7 0,0 0 7 16,-13 21 6-16,13-21-5 0,0 0 6 0,0 0-2 15,0 0-4-15,0 0 0 0,0 0-2 0,0 0 4 16,0 0-3-16,-15 24 4 0,15-24-2 0,0 0 5 0,0 0-9 15,0 0 4-15,0 0 1 0,0 0 3 0,0 0-7 16,0 0 4-16,-14 24-1 0,14-24 1 0,0 0-4 16,0 0 2-16,0 0-1 0,0 0-1 0,0 0 9 15,0 0-6-15,0 0 0 0,0 0 0 16,0 0-2-16,-11 29 3 0,11-29-4 0,0 0 4 16,0 0-5-16,0 0 6 0,0 0 4 0,0 0-8 15,0 0 0-15,-10 27-3 0,10-27 4 0,0 0 2 0,0 0-5 16,0 0 3-16,0 0 1 0,0 0-3 0,0 0 1 15,0 0 9-15,-11 26-9 0,11-26 3 16,0 0-1-16,0 0-24 0,0 0-3 0,0 0 13 16,0 0-4-16,0 0 3 0,0 0-3 0,-9 27 3 15,9-27-2-15,0 0 9 0,0 0-6 0,0 0 4 16,0 0-4-16,0 0 4 0,0 0 9 0,0 0 10 16,0 0 0-16,0 0 9 0,-18 23 0 0,18-23-1 0,0 0-4 15,0 0 0-15,0 0-3 0,0 0 1 16,0 0-4-16,0 0 0 0,0 0-2 0,0 0 5 15,0 0-2-15,-11 24-2 0,11-24-6 0,0 0 6 16,0 0-2-16,0 0-1 0,0 0 2 0,0 0-2 16,0 0-2-16,0 0 0 0,0 0 8 0,0 0-9 15,0 0 0-15,-18 25-3 0,18-25 1 0,0 0-4 16,0 0 6-16,0 0-2 0,0 0-2 0,0 0 3 16,0 0-1-16,0 0-2 0,0 0 4 0,0 0 2 15,-13 24 3-15,13-24-6 0,0 0 1 0,0 0 6 16,0 0-7-16,0 0 3 0,0 0-4 0,0 0-10 15,-14 22 10-15,14-22-1 0,0 0 0 0,0 0 1 16,0 0-1-16,0 0 6 0,0 0-4 0,0 0 2 16,0 0-4-16,0 0-2 0,0 0 10 15,0 0-3-15,0 0-1 0,-13 25 0 0,13-25 2 16,0 0-5-16,0 0 2 0,0 0-2 0,0 0 0 0,0 0 0 16,0 0-1-16,0 0-1 0,0 0 0 0,-11 29 3 15,11-29 0-15,0 0 1 0,0 0 1 0,0 0-2 16,0 0-1-16,0 0 4 0,0 0-4 0,0 0-1 15,0 0 0-15,0 0 8 0,-10 27-2 0,10-27-8 16,0 0 5-16,0 0 3 0,0 0-6 0,0 0 1 16,0 0 1-16,0 0-2 0,0 0 1 15,0 0 2-15,-6 32-4 0,6-32 5 0,0 0-4 16,0 0-2-16,0 0 1 0,0 0 7 0,0 0-5 16,0 0 2-16,0 0-3 0,0 0 4 0,0 0-5 15,0 0 0-15,-9 28 9 0,9-28-5 0,0 0-2 16,0 0 1-16,0 0 0 0,0 0-3 0,0 0 2 0,0 0-1 15,0 0 1-15,0 0 3 0,0 0 0 16,0 0-4-16,-4 32 2 0,4-32 2 0,0 0-7 16,0 0 7-16,0 0-2 0,0 0-4 0,0 0 3 15,0 0-2-15,0 0 3 0,0 0-3 0,0 0 7 16,0 0-14-16,0 0 12 0,0 0-2 0,0 0-1 16,0 0 5-16,0 0-1 0,-12 26 1 0,12-26 2 15,0 0-9-15,0 0 4 0,0 0-3 0,0 0 5 16,0 0-3-16,0 0-3 0,0 0 7 0,0 0-5 15,0 0-2-15,0 0 7 0,-7 30-2 0,7-30-5 16,0 0-2-16,0 0 8 0,0 0-4 0,0 0 2 16,0 0-1-16,0 0-2 0,0 0 1 0,0 0-2 15,0 0 4-15,0 0-8 0,-11 28 10 0,11-28-3 16,0 0 3-16,0 0-14 0,0 0 14 0,0 0-6 16,0 0 8-16,0 0-2 0,0 0 0 0,0 0 0 15,-9 27-3-15,9-27 2 0,0 0-1 0,0 0-1 16,0 0-1-16,0 0-3 0,0 0 5 0,0 0 3 15,0 0-4-15,0 0 0 0,0 0-4 16,0 0 2-16,0 0 3 0,0 0-2 0,0 0 2 0,-9 28 0 16,9-28 3-16,0 0-3 0,0 0 3 0,0 0-6 15,0 0 6-15,0 0-3 0,0 0-9 0,0 0 8 16,0 0 0-16,0 0 0 0,0 0-1 0,0 0 2 16,-9 28-1-16,9-28-3 0,0 0 4 0,0 0-2 15,0 0 4-15,0 0-3 0,0 0 2 0,0 0 2 16,0 0-3-16,0 0-4 0,0 0 1 15,-4 31 5-15,4-31-4 0,0 0 3 0,0 0-3 16,0 0 0-16,0 0 6 0,0 0-8 0,0 0 2 16,0 0-2-16,0 0 3 0,0 0-5 0,0 0 6 15,0 0-6-15,0 0 3 0,-7 29 5 0,7-29-5 16,0 0 3-16,0 0 2 0,0 0-2 0,0 0-1 16,0 0 2-16,0 0 0 0,0 0-1 0,0 0-3 15,0 0 3-15,-7 31 0 0,7-31-6 0,0 0 5 16,0 0-1-16,0 0 2 0,0 0 0 0,0 0-5 15,0 0 3-15,0 0 3 0,-7 30-6 0,7-30 0 16,0 0 6-16,0 0-1 0,0 0-2 0,0 0-2 16,0 0 4-16,0 0 1 0,-8 32-6 0,8-32 6 15,0 0-4-15,0 0 1 0,0 0 2 0,0 0-3 16,0 0 13-16,0 0-8 0,0 0-4 0,-8 29 2 16,8-29-4-16,0 0 1 0,0 0-3 0,0 0 0 15,0 0 8-15,0 0-5 0,0 0 5 0,0 0-4 16,0 0-1-16,-6 30-1 0,6-30 5 0,0 0-7 15,0 0-1-15,0 0 6 0,0 0 0 0,0 0 3 16,0 0 1-16,0 0-3 0,0 0 0 0,0 0 2 16,0 0-1-16,0 0-3 0,0 0 3 0,-7 29 0 15,7-29-3-15,0 0 1 0,0 0 1 0,0 0 2 16,0 0 2-16,0 0 24 0,0 0-1 16,0 0 0-16,0 0-2 0,0 0 3 0,0 0-3 15,0 0-3-15,0 0-5 0,0 0 1 0,-9 27-2 16,9-27-1-16,0 0-4 0,0 0 1 0,0 0-6 0,0 0 1 15,0 0 1-15,0 0-3 0,0 0 2 0,0 0-3 16,0 0 2-16,0 0 2 0,0 0 0 16,0 0-4-16,0 0 2 0,0 0 7 0,0 0-6 15,0 0 1-15,0 0 2 0,0 0-2 0,0 0 1 16,-11 29 3-16,11-29-5 0,0 0 3 0,0 0-2 16,0 0-2-16,0 0 2 0,0 0 0 0,0 0-4 15,0 0 5-15,0 0-3 0,0 0 1 0,0 0-1 16,0 0 0-16,0 0 0 0,0 0-2 0,-9 27-3 15,9-27-1-15,0 0 2 0,0 0 2 0,0 0-4 16,0 0 1-16,0 0-1 0,0 0 0 0,0 0-1 16,0 0 3-16,0 0-3 0,0 0 3 0,0 0 1 15,0 0-3-15,0 0 2 0,0 0 1 0,0 0-1 16,-13 26-1-16,13-26-1 0,0 0-2 0,0 0-1 16,0 0 5-16,0 0 0 0,0 0-1 0,0 0 4 15,0 0-1-15,0 0 2 0,0 0-2 0,0 0 5 16,0 0-3-16,0 0-5 0,0 0 5 0,0 0-2 15,0 0 1-15,0 0-1 0,0 0 4 16,0 0-3-16,0 0 0 0,-12 26 0 0,12-26-1 16,0 0 5-16,0 0 3 0,0 0 0 0,0 0-2 15,0 0 3-15,0 0 6 0,0 0-4 0,0 0 0 16,0 0 2-16,0 0 1 0,0 0 3 0,0 0-2 16,0 0 4-16,0 0-6 0,-15 22 1 0,15-22 0 15,0 0 1-15,0 0-1 0,0 0 1 0,0 0-4 0,0 0 2 16,0 0-3-16,0 0-2 0,0 0-2 0,0 0 3 15,0 0-5-15,0 0 2 0,0 0 0 16,0 0-3-16,0 0 0 0,0 0-3 0,0 0 1 16,0 0-2-16,0 0 5 0,0 0-5 0,0 0 4 15,0 0-5-15,0 0-3 0,0 0 5 0,0 0-3 16,0 0 1-16,0 0 1 0,0 0 0 0,0 0-4 16,0 0 1-16,0 0-1 0,0 0 2 0,0 0 1 15,0 0-3-15,0 0 3 0,0 0-9 0,0 0 4 16,0 0-9-16,0 0-20 0,0 0-20 0,0 0-27 15,0 0-25-15,0 0-14 0,0 0-44 16,0 0-53-16,0 0-153 0,0 0-397 0,0 0 176 16</inkml:trace>
  <inkml:trace contextRef="#ctx0" brushRef="#br0" timeOffset="124348.79">340 8259 92 0,'0'0'133'0,"0"0"2"0,0 0-10 0,0 0-10 16,0 0 0-16,0 0-13 0,0 0-12 0,0 0-7 16,0 0-7-16,-19-34-10 0,19 34-11 0,0 0-8 15,0 0-3-15,0 0-11 0,0 0 4 0,0 0-6 16,0 0-8-16,0 0 11 0,0 0-8 0,0 0-4 16,48 92-2-16,-39-62-4 0,5 4 9 15,-1 13-2-15,-7-14-5 0,4-1 7 0,1 1-10 0,-2-1-6 16,-2-1 6-16,-1-1-2 0,-6-30-3 0,12 50-4 15,-8-32 6-15,-4-18-6 0,9 34 6 0,-9-34-3 16,0 0 0-16,7 36-2 0,-7-36-4 0,0 0 8 16,0 0 4-16,0 0 9 0,6 27 21 0,-6-27 6 15,0 0-3-15,0 0 3 0,0 0-13 16,0 0 5-16,0 0 0 0,0 0-10 0,0 0 4 0,0 0-8 16,0 0 4-16,0 0 2 0,0 0-8 15,0 0-5-15,-42-89-2 0,42 89-1 0,2-37-7 16,-2 37 6-16,0 0-11 0,11-52 3 0,-11 52-6 0,18-31-1 15,-18 31-3-15,20-21-1 0,-20 21 1 16,21-12-3-16,-21 12 3 0,0 0 1 0,38-3-1 16,-38 3-1-16,0 0-1 0,0 0 0 0,52 15-1 15,-52-15 2-15,23 14-5 0,-23-14 1 0,0 0 3 16,23 24 0-16,-23-24-2 0,0 0 0 0,10 31 1 0,-10-31 2 16,0 0-2-16,0 0 3 0,-21 54-1 15,21-54 1-15,-24 27 1 0,24-27-7 0,-30 21 5 16,30-21-9-16,-31 18 1 0,31-18-3 0,-36 16-8 15,36-16-11-15,-33 12-26 0,33-12-16 0,-25 6-16 16,25-6-41-16,0 0-57 0,0 0-105 0,0 0-315 16,-39 0 139-16</inkml:trace>
  <inkml:trace contextRef="#ctx0" brushRef="#br0" timeOffset="125007.43">733 8719 180 0,'0'0'178'0,"0"0"-10"0,20-45-8 0,-20 45-9 16,13-31-11-16,-13 31-13 0,9-35-4 15,-9 35-11-15,12-37-12 0,-12 37-7 0,5-38-11 0,-5 38-4 16,0-38-3-16,0 38-7 0,-3-37-2 15,3 37-8-15,-7-35-4 0,7 35-3 0,0 0 6 16,-13-33-8-16,13 33 2 0,0 0-8 0,-19-25-6 0,19 25-6 16,0 0 3-16,-23-12-10 0,23 12 1 0,0 0-10 15,0 0 1-15,0 0-4 0,0 0-1 0,0 0-7 16,-41-2-5-16,41 2 0 0,0 0-1 16,0 0-9-16,0 0 2 0,0 0 4 0,0 0 2 0,0 0-2 15,0 0 2-15,0 0 2 0,0 0-11 0,60 8 12 16,-42-14 1-16,0 3 0 0,0-5 1 0,-1 4-1 15,-2 1-2-15,-3-3-6 0,0 5 5 16,-3-2 0-16,-2 1-4 0,0 1 6 0,-7 1-2 0,14 3-7 16,-8-3 3-16,1 3 7 0,-2 2-3 15,1 3-6-15,1-3 4 0,-3 5 6 0,1-1-6 0,2 7 4 16,-2-5-2-16,-1-2 5 0,5 6-3 0,-5-6 1 16,2 2-3-16,2 2 5 0,0-4-5 0,-1 2 5 15,1-3-3-15,2 1-2 0,1-2 7 0,0-3-8 16,1 2 1-16,3-3-2 0,-3-3-1 15,3 1-2-15,2-4 0 0,0 0-2 0,-1-1 1 16,-1-3-4-16,-3 0 0 0,1-3-1 0,-4 0 5 0,3-1 2 16,-6 0 0-16,3-5-2 0,2 1-5 0,-8 4 6 15,2-6 0-15,-4 6 0 0,-1-5 4 0,-1-1-5 16,-2 1 5-16,-2 1 3 0,3 4 1 16,-5-4 6-16,1 6 10 0,1 0 5 0,1 2 8 15,-1 2 0-15,-1 1-6 0,6 4-1 0,-8-6-5 16,8 6 4-16,0 0-8 0,-14 6-2 0,9 2-7 15,-3 0 2-15,4 4 0 0,-1 5 2 0,4-5-1 16,-2 6-2-16,3-2-6 0,2 1-6 0,1-1-13 16,1-5-14-16,4 4-34 0,-2-3-26 0,3-4-20 15,2 0-21-15,0-1-15 0,5-3-20 0,-2-2-116 16,5-2-307-16,0-3 137 0</inkml:trace>
  <inkml:trace contextRef="#ctx0" brushRef="#br0" timeOffset="125564.09">1423 8220 41 0,'-5'-8'175'0,"1"2"13"0,-1 3-8 16,5 3-11-16,-14-7-17 0,10 6-16 0,4 1-14 15,0 0-15-15,-18 10-7 0,11-3-11 0,-4 5-4 16,5 2-5-16,-4 2-7 0,7-6-11 0,0 4-5 16,0 3-8-16,-1-5 0 0,6 1-5 15,0-2-6-15,-2 0 0 0,4 0-8 0,0-3-9 0,-3 0-14 16,-1-8-4-16,11 10-6 0,-4-8-6 0,-7-2 1 15,14 4 2-15,-14-4 0 0,0 0 1 0,19-10 0 16,-14 4 1-16,3-2 2 0,-6 3-3 0,5-4 2 16,-3 0 10-16,-3 0-4 0,0 2 6 0,-1-5-7 15,2 1 3-15,-2 0 3 0,2 1 5 0,-1 3 10 16,-1 7 1-16,-1-13-1 0,1 13 3 0,1-8-5 16,-1 8-4-16,0 0-2 0,0 0-7 15,0 0-3-15,0 0 2 0,0 0-2 0,0 0 6 0,0 0-2 16,0 0-4-16,24 18 2 0,-17-9 0 0,-1-2-3 15,6 0 1-15,-6 1 2 0,1-1-5 0,0-3 5 16,2 0 2-16,0 1-5 0,0-1-2 0,2-2 1 16,-11-2-7-16,20 0 2 0,-6-3-7 15,-5-3-2-15,2-1 1 0,2 1-2 0,-1-7 9 16,-6 4-8-16,0-2 6 0,-2-1 1 0,0-2 1 0,-1-2 4 16,-3 0 3-16,-3 0 6 0,-1 1-2 0,0-5 0 15,-4-5-2-15,4 2 4 0,-7-1 2 0,4 0 4 16,-2 6 5-16,0 0 2 0,4 2 11 15,-1 5 26-15,4 0 5 0,1 2 4 0,-2 1-8 16,3 8-2-16,-4-7-13 0,4 7-9 0,-2-6-5 16,2 6-2-16,0 0 0 0,0 0 4 0,10 32-3 15,-6-14 4-15,2 2-11 0,1 5 5 0,3 0-4 0,-1 0-1 16,-3 0-3-16,3-2 0 0,2 1-2 16,-1-6-1-16,-2 5 3 0,1-6-15 0,0 1-36 0,0-1-28 15,-2-4-33-15,0-2-37 0,0 3-52 0,-3-4-45 16,2 0-193-16,-5 2-452 0,-1-12 199 15</inkml:trace>
  <inkml:trace contextRef="#ctx0" brushRef="#br0" timeOffset="125837.17">1767 8035 115 0,'0'0'211'0,"0"-11"-6"0,0 11-14 16,0-9-16-16,0 9-19 0,0 0-20 0,0 0-16 15,0-7-12-15,0 7-10 0,0 0-10 0,0 0-10 16,0 0-9-16,-10 20-6 0,7-13-4 0,-2 3-14 16,0-1-7-16,3-3-9 0,-2-1-7 0,4-5-9 15,-6 11 0-15,4-6-14 0,2-5-3 0,0 0-5 16,-2 6-3-16,2-6-3 0,0 0-2 0,-2 8-3 16,2-8 12-16,0 0-2 0,6 11-3 0,-2-7 4 15,1 3 3-15,0-2-2 0,-1-1 1 0,1 2-11 16,2-2-10-16,-2 1-18 0,4 2-23 0,-1-1-8 15,1-2-33-15,2-1-30 0,-6 0-95 0,-5-3-253 16,22 6 112-16</inkml:trace>
  <inkml:trace contextRef="#ctx0" brushRef="#br0" timeOffset="126235.92">2116 7947 27 0,'-4'-2'212'0,"4"2"-22"0,-11-4-14 16,11 4-17-16,-15 5-19 0,5 0-9 16,1 2-15-16,0 3-6 0,2 0-16 0,-4 4-6 0,6 2-8 15,-1-4-4-15,5 0-12 0,-2 0-7 0,2 0-3 16,1-1-6-16,0-1-3 0,4 0-6 0,0-2 1 16,-2-2-10-16,3-1-2 0,0 2-2 15,2-5-2-15,-2 0-9 0,-5-2-1 0,14 0-2 16,-14 0-2-16,15-6-4 0,-10 1-8 0,2-4-1 15,-3 1 5-15,0-2-5 0,-2-2 0 0,2-3 2 0,-4-2 1 16,-4 0 1-16,4-1 0 0,-3-2 2 0,-2-6 11 16,-1-1 1-16,-2-3-5 0,-2 4 4 0,5-2 3 15,-5 3 11-15,1-3-10 0,-3 1 6 16,5 9 19-16,-3-5-5 0,3 7 9 0,3 5 14 0,0 2 0 16,-1 1 1-16,4 4-12 0,1 4-9 15,-3-7-7-15,3 7-3 0,0 0-6 0,0 0 0 16,4 26-2-16,4-3-1 0,1 3-2 0,0 5-6 0,-2-1 0 15,4 2 1-15,1 0-2 0,-3 0-20 0,4-4-22 16,-1 1-40-16,-2-3-50 0,1-2-60 16,0-1-57-16,-9-4-139 0,4-3-406 0,-2-4 181 15</inkml:trace>
  <inkml:trace contextRef="#ctx0" brushRef="#br0" timeOffset="126527.31">2205 7963 8 0,'0'0'185'0,"0"0"-24"0,0 0-16 0,11 19-10 15,-8-11-13-15,4-2-5 0,2 4-12 0,-2-2-11 16,0 0-9-16,3-3-12 0,0 1 1 0,0-4-4 16,1 0-2-16,3-2 2 0,-14 0-3 0,23-6-2 15,-13-1-5-15,-1 1 9 0,2-2 5 0,-2-2 2 16,-2 2 10-16,-2-2 2 0,-1-1 0 0,-2 1-4 15,0-2-5-15,-2 0 1 0,-4-3-8 0,0 4-4 16,-1-5-6-16,-2-1-6 0,-2 3-6 0,-1 4-5 16,3 1-6-16,-3-1-7 0,2 3-7 0,-1 1-9 15,0 2-18-15,-3 2-26 0,2 0-32 0,10 2-26 16,-23 5-45-16,13 1-25 0,2 1-23 0,2 2-37 16,-7 4-124-16,9-4-367 0,-1-1 163 0</inkml:trace>
  <inkml:trace contextRef="#ctx0" brushRef="#br0" timeOffset="126933.11">2454 7832 143 0,'8'-4'205'15,"-8"4"-17"-15,0 0-18 0,0 0-13 0,0 0-17 16,0 0-16-16,0 0-12 0,0 0-7 0,0 0-13 16,12 9-7-16,-12-9-10 0,4 10-6 0,-4-10-5 15,5 11-9-15,1-2-6 0,-2-2 1 0,1-1-5 16,-1 0-4-16,1 0-8 0,1-2 3 0,1-1-1 15,-3 3-8-15,-4-6-2 0,10 6-3 0,-5-4-2 16,-5-2-7-16,10 2-3 0,-10-2 1 0,12-2-5 16,-12 2-6-16,10-5 0 0,-10 5-2 0,11-6-2 15,-11 6 3-15,8-9-3 0,-5 6 0 0,0-3 2 16,-3 6-3-16,7-10-2 0,-7 10 0 0,4-9-1 16,-4 9 4-16,7-9-4 0,-7 9 5 0,0 0-8 15,8-6 7-15,-8 6-1 0,10-4-1 0,-2 3 2 16,-8 1 3-16,13-3-1 0,-4 2 4 15,-9 1 2-15,17-3-1 0,-6 0 4 0,0 0 0 0,1-1-1 16,-2 1 0-16,1 0 12 0,-2-1 10 0,-2-2 14 16,2 0 4-16,-3-1 7 0,0 0 7 0,-3 2 9 15,-3 5-4-15,5-12 2 0,-6 5-4 0,1 7-12 16,0 0-6-16,-4-22-4 0,0 13-10 16,4 9-16-16,-10-13-20 0,4 7-24 0,-1 1-38 15,7 5-28-15,-13-7-36 0,13 7-52 0,-12 0-36 16,12 0-134-16,0 0-382 0,-21 12 169 0</inkml:trace>
  <inkml:trace contextRef="#ctx0" brushRef="#br0" timeOffset="127175.08">2915 7763 243 0,'6'-13'261'15,"-1"4"-2"-15,-2 0-10 0,-2 1-11 0,-1 8-22 16,5-18-16-16,-1 7-24 0,1-1-13 0,0 1-18 15,2-4-13-15,2 0-15 0,1-2-15 0,1 5-7 16,2-2-11-16,0 2-12 0,0 1-3 0,-1 3-10 16,-1 1-10-16,0 3-8 0,3 0-1 0,-4 2-9 15,-10 2-1-15,23 4-2 0,-11-2-4 0,-3 2-2 16,2 3-3-16,-3 2-1 0,0 1-5 0,-2 0-21 16,-1 0-26-16,-1 1-31 0,-1 2-36 0,-3-13-47 15,3 23-55-15,-1-12-51 0,-2-11-143 0,-5 23-431 16,-2-11 191-16</inkml:trace>
  <inkml:trace contextRef="#ctx0" brushRef="#br0" timeOffset="127772.08">522 9412 121 0,'0'0'240'16,"0"0"-17"-16,0 0-21 0,0 0-20 0,0 0-26 15,0 0-16-15,0 0-17 0,0 0-10 0,0 0-13 16,0 0-8-16,0 0-4 0,0 0-10 0,0 0-2 0,0 0-9 16,81 35-5-16,-61-18-2 0,-20-17-9 0,29 27-6 15,-13-15-2-15,-16-12-6 0,22 19-6 16,-22-19 4-16,0 0-9 0,27 20 1 0,-27-20-2 16,0 0-1-16,0 0 8 0,21 14 14 0,-21-14 12 15,0 0 16-15,0 0-9 0,0 0-7 0,0 0-6 16,0 0-4-16,0 0-2 0,0 0-8 0,0 0-1 0,8-71-4 15,-8 71-4-15,-7-43-2 0,7 43-1 16,-8-52-3-16,-2 22-1 0,6 3-4 0,-3-5-7 0,7 32 0 16,-4-47 0-16,4 47-11 0,-6-35-12 15,6 35-20-15,0 0-28 0,-5-30-36 0,5 30-50 16,0 0-44-16,0 0-48 0,0 0-7 0,0 0-125 16,0 0-399-16,0 0 177 0</inkml:trace>
  <inkml:trace contextRef="#ctx0" brushRef="#br0" timeOffset="128033.31">888 9393 140 0,'5'4'144'0,"-1"0"4"15,-4-4-1-15,9 6-1 0,-9-6 7 0,5 5-4 16,-1-3 1-16,-4-2-2 0,0 0-6 0,11-1-7 16,-11 1-4-16,14-6-9 0,-6 2-10 0,1-3-10 15,0-1-8-15,3-4-10 0,-4 3-6 0,-1-3-4 16,5 0-9-16,-5 1-4 0,-1-5-4 0,-2 5-10 15,0-4 2-15,-4 2-4 0,0-4-6 0,-1-1-5 16,-2 5-1-16,-1 2-7 0,0-1 1 0,-1 0-3 16,-1 8-4-16,2-3-5 0,1 2-3 0,3 5-6 15,-10-5-1-15,10 5-2 0,-11 2-10 0,2 4-11 16,1 0-23-16,-4 7-31 0,0 1-31 0,0 1-40 16,3 2-37-16,3-2-221 0,-4 2-434 0,5-1 192 15</inkml:trace>
  <inkml:trace contextRef="#ctx0" brushRef="#br0" timeOffset="128271.78">1049 9052 17 0,'0'-11'324'0,"-2"1"-8"15,2 1-25-15,0 9-12 0,0-12-22 0,0 12-24 16,2-9-26-16,-2 9-28 0,1-5-16 0,-1 5-21 15,0 0-14-15,0 0-10 0,18 18-10 0,-7-3-12 16,7 7-13-16,-5 4-5 0,0 0-4 16,3 2-4-16,-4-1-10 0,-1 2-3 0,0-3-11 0,0 0-38 15,1 0-28-15,-3-1-23 0,-3-5-47 0,3-4-44 16,-4-1-48-16,3-2-45 0,-3-3-213 0,-1 0-477 16,0-5 212-16</inkml:trace>
  <inkml:trace contextRef="#ctx0" brushRef="#br0" timeOffset="128480.19">1283 9035 158 0,'-9'-34'222'0,"5"6"8"0,-1 9 21 0,1 0-1 15,0 3-2-15,1 0-5 0,1 5-10 0,0 2-16 16,0 1-25-16,2 8-30 0,-2-8-14 16,2 8-16-16,0 0-20 0,0 0-9 0,14 16-10 15,-7 1-10-15,2 5-5 0,1 2-11 0,1 4-5 16,0-2-8-16,1 3-2 0,-2-3 0 0,2 1-6 0,-4 1-12 15,5-1-30-15,-3-3-33 0,1-1-27 0,-5-6-29 16,2 0-47-16,-3-7-57 0,-1 1-50 0,1 0-227 16,-3-3-506-16,-2-8 224 0</inkml:trace>
  <inkml:trace contextRef="#ctx0" brushRef="#br0" timeOffset="129516.16">1238 9160 2123 0,'-4'-9'1'0,"3"3"3"15,1 6-24-15,0-12 13 0,0 12 6 16,3-11 0-16,4 2 0 0,2 1-2 0,4-2 2 16,1-2 4-16,6-3 5 0,5 1-1 0,0-2 1 15,2 4 7-15,-3-1-7 0,-6 3 0 0,9-3 0 16,-8 3-2-16,-2 3 2 0,-3 2-8 0,-4 0 0 16,-1 0 3-16,0-1 5 0,-9 6 0 0,10-3 3 15,-10 3 5-15,6-4 4 0,-6 4 4 0,0 0-7 16,0 0 1-16,0 0-2 0,0 0-3 0,0 0-3 15,-20 33 4-15,11-19-2 0,1-1-2 0,1 1 2 16,0 2-6-16,0 1-1 0,5-5 2 0,1 0-2 16,0 0 3-16,1-3 0 0,0-9 0 0,4 18-7 15,0-11 6-15,1-1-1 0,-5-6 2 0,9 7-5 16,-9-7 2-16,15 4 5 0,-15-4 0 0,14-3-1 16,-14 3-2-16,17-7 3 0,-10 2 1 0,-7 5-3 15,12-12-1-15,-7 3 2 0,-1-1-4 0,0 3 2 16,-2-3 0-16,-2-1 3 0,0 0 0 0,-2-1 0 15,0 1-2-15,-2-1 2 0,2 2-1 0,-3 0 8 16,3 4 1-16,0-1 0 0,2 7-4 0,0-9-3 16,0 9 0-16,0 0-11 0,0 0 1 0,0 0-5 15,4-9 6-15,-4 9-2 0,0 0-1 0,0 0 0 16,15 13 6-16,-5-8-4 0,1-1 2 0,0 2-2 16,0-5 2-16,2 3 1 0,4-2-2 0,1-1 0 15,1-2 5-15,0-3-3 0,1-2 2 0,7-5-5 16,-2-2 0-16,-2 0 3 0,-8 1-3 0,3 0-1 15,4-2 1-15,-6 2 1 0,-5-1 2 0,-4 3 4 16,0-1 3-16,-1 2 2 0,-3-3 11 0,-2 0 2 16,-2 1-2-16,1 0 0 0,-2 0 3 0,-2 1 0 15,1 1-2-15,0 3 5 0,-2-1 3 0,5 7 0 16,-6-10-4-16,3 6-9 0,3 4-1 0,0 0-5 16,-14 3-1-16,4 5-6 0,5 0 5 0,-4 6-5 15,-1 2-1-15,2 0-2 0,2 2 0 0,2-3-6 16,4 1-9-16,-2-4-11 0,4 1-2 0,0-3-10 15,-1-1-7-15,-1-2-3 0,3-1-6 0,3 0-6 16,-3-1 3-16,2-2 3 0,-5-3 5 0,11 4 3 16,-4-4 6-16,-7 0 7 0,14-4 0 15,-10 1 5-15,5-3 3 0,-3-1 2 0,-1 3 2 0,0-2-3 16,-1 0 8-16,-4 6 2 0,5-10 4 0,-1 7 7 16,-4 3 1-16,4-7-5 0,-4 7 7 0,5-4-5 15,-5 4-2-15,0 0-1 0,14 11 8 0,-8-3 7 16,5 6 0-16,0 3 1 0,2 5-3 0,4 4 0 15,-2 5 1-15,0-2 1 0,1-2 3 0,-1 6 2 16,0-3-2-16,10 11 1 0,-14-13 5 16,3 2-1-16,-2-5 1 0,-2 2 0 0,0-1-3 0,-1-2-3 15,-4-7-3-15,0 4 1 0,-3-4 3 0,1 0-2 16,-6-5-2-16,3 1-1 0,-3-2 3 0,-3-1-4 16,-2-1-2-16,0-1-1 0,-1 0-1 0,-1-5 0 15,0-1-11-15,-1-3 2 0,0-1-5 0,2-2 7 16,-3-1-2-16,2-4-2 0,1 0 2 15,-3-6-2-15,3-2 2 0,-2-7-4 0,3-2 2 16,6-5-1-16,1 1-2 0,4-3 0 0,3-1 1 0,2 1-3 16,1-2 1-16,5-10 0 0,-4 15-3 0,0-4 4 15,2 1 0-15,-2 0 1 0,0 1 3 16,-1 5 3-16,-2 1-4 0,0 1-1 0,-3-1 1 16,-2-2 7-16,1 2-4 0,-3 6 2 0,0 1-2 15,0 8 3-15,-4-5 5 0,2 5 0 0,-1 1 11 16,1 5-1-16,-1-1 1 0,3 6-2 0,-4-8-2 0,4 8-4 15,-10-2-2-15,10 2-1 0,0 0-1 16,-14 13-2-16,5 2 2 0,-2-1-3 0,3 3 0 0,1-2 0 16,5 3 0-16,0-2-2 0,2 0-8 15,4-2-23-15,0-2-32 0,3 0-42 0,5-1-64 16,1-3-45-16,-2-4-149 0,10-3-395 0,-1-2 175 16</inkml:trace>
  <inkml:trace contextRef="#ctx0" brushRef="#br0" timeOffset="130064.02">2490 8604 11 0,'0'0'252'0,"-5"-9"-22"0,5 9-23 0,0 0-21 16,0 0-18-16,0 0-1 0,0 0-6 0,0 0-9 16,0 0-8-16,-2 28-12 0,2-28-6 0,3 22-15 15,0-11-8-15,0 0-12 0,0-1-7 0,4-1-7 16,-1 2-8-16,2-4-6 0,0 0-4 0,1-1-3 15,-4-1-7-15,-5-5 4 0,14 3-8 0,-14-3-6 16,11 3 1-16,-11-3-3 0,0 0-1 0,17-7-10 16,-17 7-4-16,6-12-8 0,-5 4 0 0,2 0-4 15,-3-4-2-15,0 12-1 0,-6-23-4 0,-1 6-3 16,0 1 1-16,2 1 1 0,-6 1-2 0,1 0 1 16,-1-1-1-16,2 1 10 0,3 6 7 0,0 0 7 15,0 2 5-15,6 6-6 0,-7-9-1 0,7 9-3 16,0 0-4-16,-6-9-8 0,6 9-6 0,0 0 2 15,0 0 0-15,0 0 0 0,14-10 1 0,-1 6 3 16,0 1-4-16,6-5 2 0,10-2-5 0,-1 0-7 16,1-3-8-16,0-1-1 0,-4 1-4 0,0-2 1 15,-9 1 2-15,1 2 7 0,-3 0-4 0,-4-4 6 16,-2 2 2-16,-2-2 1 0,0 2 3 0,-3-1-2 16,-4-3 10-16,-2 1 5 0,1 1 4 0,-5 0 0 15,4 1 3-15,-1 3 3 0,-3-1 9 0,3 5 9 16,2 2 6-16,-2 1 0 0,4 5-8 0,-5-11-9 15,5 11-3-15,0 0-11 0,0 0-1 0,0 0 2 16,0 0-3-16,13 38 1 0,-4-10 2 0,3 6 0 16,-1-1 5-16,4 15-5 0,-2-13 2 0,2 8 7 15,0 2-7-15,-3-11 3 0,-1-2 4 0,3 14-9 16,-2-14 2-16,-1 0-3 0,1-1-1 0,-2-2 2 16,3 0-4-16,-4-3-5 0,0-3-9 0,1-5-18 15,-1-2-48-15,-2-2-39 0,-2 2-44 0,0-6-51 16,0-2-60-16,-4 0-229 0,-1-8-532 0,0 0 235 15</inkml:trace>
  <inkml:trace contextRef="#ctx0" brushRef="#br0" timeOffset="130222.46">2821 8646 2520 0,'-1'-17'6'0,"-3"2"2"0,3 4-14 0,1-2-5 0,4 1 7 15,0 1-3-15,2 0 4 0,4-3 3 16,2-1 0-16,4-5 3 0,2 1 0 0,-2 8 4 0,1-1-6 15,1 1-15-15,5-3-23 0,-6 3-35 0,-2 1-42 16,2 1-50-16,-9 3-189 0,-8 6-383 16,9-4 170-16</inkml:trace>
  <inkml:trace contextRef="#ctx0" brushRef="#br0" timeOffset="130869.81">480 10177 166 0,'0'0'233'0,"0"0"-13"16,0 0-14-16,0 0-16 0,-37-25-15 0,37 25-17 15,0 0-11-15,0 0-10 0,0 0-18 0,-61 31-7 16,46-10-37-16,4 3-9 0,11-24-4 0,-23 51-5 16,19-25-4-16,4-26-11 0,-5 40-2 0,5-40-6 15,3 38-2-15,-3-38 0 0,11 32-1 0,-11-32-1 16,22 27-6-16,-22-27-4 0,18 16-1 0,-18-16-2 15,0 0 2-15,36 10-7 0,-36-10 2 0,0 0-6 16,0 0 1-16,54-14-5 0,-54 14 0 0,25-22 2 16,-25 22 0-16,20-27-1 0,-20 27 0 0,7-32 2 15,-7 32-2-15,2-36 4 0,-2 36-3 0,-4-46-1 16,4 46-2-16,-7-37 2 0,7 37 4 0,-8-26 17 16,8 26 11-16,0 0-2 0,0 0-1 15,-11-29-8-15,11 29-6 0,0 0-9 0,0 0 2 0,0 0 0 16,0 0-6-16,0 0 2 0,0 0-2 15,0 0 1-15,0 0-1 0,0 0-1 0,34 77-1 16,-34-77 2-16,18 34-21 0,-18-34-26 0,22 31-29 0,-12-17-38 16,-10-14-34-16,29 27-41 0,-29-27-46 0,31 18-127 15,-31-18-384-15,28 5 169 0</inkml:trace>
  <inkml:trace contextRef="#ctx0" brushRef="#br0" timeOffset="131454.09">953 10140 146 0,'-11'-9'262'0,"2"6"-13"0,9 3-17 0,-18-5-11 15,6 7-17-15,12-2-20 0,-20 4-21 0,20-4-14 16,0 0-16-16,0 0-12 0,-39 32-16 0,39-32-5 16,-14 31-17-16,14-31-7 0,-5 36-7 0,5-18-6 15,0 0-6-15,4-1-8 0,3-2-1 0,-2-2-6 16,4 0-1-16,-1-6-9 0,1 3-7 0,3-3-7 15,-3-2-4-15,-2-2-3 0,1-1-8 0,4 0-4 16,-12-2-1-16,20-3-2 0,-10-2 2 0,-2 0-1 16,0-5 0-16,-1-1 7 0,1-3-7 15,-6-2 6-15,0-2 0 0,0-1-3 0,-2-6 1 16,-2 0 4-16,-5-1 0 0,-4-1 6 0,6-2-3 16,-4 0 5-16,-4-2 5 0,4 2-4 0,-2 0 6 0,-1-2 0 15,2 4 5-15,1 0 0 0,1 12 15 0,2-1 5 16,1 3 11-16,1 6 3 0,4 7-5 0,-4-15-6 15,4 15-12-15,-5-11-8 0,5 11-1 16,0 0-10-16,0 0-2 0,0 0-5 0,0 0-2 16,0 0 7-16,18 46-9 0,-4-15 7 0,-1 0 0 15,1 1-6-15,-1 0-1 0,0-3 2 0,3-1 1 16,-3-5-2-16,6 2-2 0,-5-2-2 0,1-9 2 16,-2 2-1-16,1-4-1 0,3 0-4 0,-1-4 0 15,1 0-9-15,0-4-1 0,-6-1-5 0,5-2-3 0,1-5-5 16,0 0-2-16,-2-4 1 0,-1-2-2 15,-3 4 10-15,-1-3 0 0,-4 0 2 0,0-6 1 16,-3-1 3-16,1 0 0 0,-2-3 7 0,-4 2-4 16,0 0 2-16,-4-1 1 0,1 4 2 0,0 2 2 15,-4 2 2-15,5 1 4 0,4 9 9 0,-7-13 4 16,7 13-11-16,-8-9 1 0,8 9-6 0,0 0-2 16,0 0 0-16,0 0 3 0,0 0-3 0,0 0-1 15,-5 35-4-15,5-35-8 0,6 26-16 0,-1-10-22 16,-1 1-19-16,3-2-23 0,-3-4-34 0,5 4-50 15,-1-1-46-15,-2-5-211 0,-2 1-470 0,0-1 208 16</inkml:trace>
  <inkml:trace contextRef="#ctx0" brushRef="#br0" timeOffset="131625.54">1092 9852 163 0,'0'0'197'16,"-4"-8"-27"-16,4 8-42 0,0 0-16 0,0 0-32 16,0 0-12-16,0 0-44 0,0 0-24 0,0 0-36 15,40 8-28-15,-24-2-77 0,2 4-152 0,0 0 68 16</inkml:trace>
  <inkml:trace contextRef="#ctx0" brushRef="#br0" timeOffset="131873.96">1364 9960 56 0,'0'0'124'15,"2"18"14"-15,-2-8-5 0,0-10-7 0,6 21-5 16,-3-13 0-16,-3-8-6 0,3 19-4 0,-1-9 1 16,-2-10-10-16,9 15 7 0,-5-9-8 0,-4-6-10 15,11 11-10-15,-11-11 1 0,10 7 8 0,-10-7 11 16,20 1-1-16,-20-1-6 0,24-7-8 0,-24 7-5 16,19-10-8-16,-6-1 0 0,-4 3-12 0,2-5-3 15,-3 4 2-15,-8 9 9 0,12-23-2 0,-5 11 1 16,-7-4-10-16,0 16-5 0,-4-24-6 0,4 24-5 15,-10-22 3-15,1 8-12 0,0 4-13 0,1 0-11 16,-1 5-11-16,0-1-16 0,9 6-20 0,-21-6-28 16,21 6-36-16,0 0-19 0,-29 7-49 0,20 0-34 15,2 2-195-15,7-9-432 0,-18 18 193 16</inkml:trace>
  <inkml:trace contextRef="#ctx0" brushRef="#br0" timeOffset="132457.57">1670 9868 94 0,'-7'-9'263'0,"7"9"-14"0,0 0-22 16,0 0-21-16,0 0-23 0,0 0-16 0,0 0-19 16,0 0-14-16,-12 31-6 0,12-21-16 0,-2 1-12 15,2 1-5-15,3 0-14 0,-3 2-7 0,4-3-7 16,0 0-5-16,-1 0-6 0,1-3-4 0,1 1-7 0,-1-1-6 15,3-5-7-15,-4 2-6 0,3-1-3 16,-6-4-5-16,11 1-5 0,-11-1 2 0,14-7-7 16,-7 1-2-16,-7 6 1 0,6-16 8 0,-1 6-9 15,-1 0 3-15,-4-6-7 0,0 3 3 0,-4-5 1 16,3 1-1-16,-3-9 1 0,-2 3-1 0,-1-3-1 16,-3 1 5-16,0 0 3 0,-1 1 2 0,1 1 9 15,1 5 9-15,2 0 3 0,-2 2 16 0,1 2 6 16,2 3 0-16,1 0 9 0,0 3-3 0,0 4-6 15,3-3-8-15,2 7-10 0,-5-6-10 0,5 6-6 16,0 0-1-16,0 0-1 0,0 0-2 0,12 33-7 16,-2-9 6-16,4 4-5 0,-5-4-1 0,0 1-2 15,3 1 7-15,-3-8-9 0,0 0 1 0,4 3-1 16,-1-5-4-16,-1-4 4 0,4 1-4 0,-2-2 3 16,0-5-3-16,0 4 5 0,-3-6-1 0,0 2-4 15,0-2-4-15,1-2-11 0,1-3 11 0,-3-2-3 16,4 1-2-16,-3-4-3 0,-1-2 1 0,0-1-7 15,0 0 4-15,-1-2-3 0,-2-4 0 0,-3 3-2 16,-1-3 4-16,-2 5 2 0,0-8 1 0,-2 3 0 16,-1 1 1-16,-2 0-1 0,1 2 4 0,-1 2 8 15,0 0 7-15,-4 3-1 0,7 2 4 0,-4 0-8 16,6 5 2-16,0 0-7 0,-15 3-2 0,9 4 9 16,1 3-3-16,1 3-4 0,-1 3 0 0,2 2 1 15,2-3 1-15,1 2-1 0,1 0 1 0,4-1-11 16,4-1-15-16,1-1-33 0,3-4-28 0,1 1-55 15,5-6-62-15,7-3-68 0,-2-3-193 0,4-3-500 16,2-2 221-16</inkml:trace>
  <inkml:trace contextRef="#ctx0" brushRef="#br0" timeOffset="133553.97">845 10869 148 0,'0'0'176'0,"0"0"-16"0,-52-7-9 16,52 7-15-16,0 0-8 0,-47 12-10 0,47-12-9 16,-27 16-15-16,27-16-5 0,-19 24-12 0,19-24-3 15,-17 34-9-15,17-34-5 0,-9 38-7 0,9-38-3 16,3 37-4-16,-3-37-7 0,11 35-1 0,-11-35-2 16,16 25-4-16,-16-25-1 0,19 24 22 0,-19-24-3 15,23 11-8-15,-9-7 0 0,-3-2-5 0,5 0-1 16,-3-2-2-16,-2-3-5 0,1-2-1 0,-1 0 0 15,0-3-7-15,-2-2 0 0,2-3 0 0,-6-2 1 16,4-1-3-16,-4 0 0 0,-5-4 4 0,0-1 3 0,0-4-6 16,-3-1-3-16,-4 2 10 0,3-5-1 15,-3 3 4-15,0-2 1 0,-1 1 2 0,8 27 2 16,-18-53 8-16,7 30 9 0,11 23-3 0,-12-32 4 16,12 32 12-16,-7-26 6 0,7 26-1 0,0 0-5 15,0 0-4-15,0 0-13 0,-10-29-5 0,10 29-14 16,0 0-4-16,0 0-4 0,0 0-2 0,0 0-4 0,15 44-4 15,-5-15 4-15,-2 5-1 0,3 10-1 16,-3-12-2-16,2 1-1 0,3-2-2 0,1 0 2 16,-1-4-3-16,1-1 1 0,0-3 0 0,-4-6-3 15,5-2 4-15,1-1-4 0,-1-2 0 0,-2-5-1 16,3 3-6-16,-3-7-9 0,0-1 1 0,7-1-5 16,-6-2 2-16,-2-1-5 0,-1-3 3 0,-2-3-1 15,2 1 4-15,-4-2 0 0,1-5-2 0,-1-2 1 16,-4 1-3-16,1-2 4 0,-4-2-5 0,-2-6 1 15,-2 8 2-15,0-2 1 0,-4 0 4 0,2 2 2 16,-2 1 3-16,0 6-1 0,2-2 11 0,-2 2-1 16,2 3 4-16,1 1-1 0,-1 3-3 0,-2-1-9 15,8 4 3-15,0 0 0 0,-13 7 0 0,9 2-2 16,3 8 6-16,-2 0-8 0,3-1 3 0,0 0 0 16,4 0 3-16,0 1-3 0,2-2-1 0,3 0 3 15,-1-4 1-15,3 2-1 0,2-2-1 0,0-5 0 16,-1-1-10-16,4-2-10 0,2-1-16 0,1-5-20 15,0-1-15-15,1-4-11 0,-4-1 1 0,2-1-9 16,0 1 1-16,-5-4 11 0,1 1 1 0,-1-1 10 16,-3-1 17-16,-4-2-9 0,1 0 8 0,-3-7 6 15,-2 2 4-15,-2 2 5 0,0 0 9 16,-5-8 3-16,-3 3 14 0,3-2 14 0,-6 2 11 0,2 0 16 16,1 5 13-16,0 2 2 0,2 2 17 0,1 4 17 15,0 1 14-15,1 2 8 0,0-1-5 0,0 4-7 16,4 5-14-16,-5-7-11 0,5 7-7 0,0 0-10 15,0 0-6-15,0 0 0 0,0 0-7 16,13 24 3-16,-4-5 2 0,0 7-5 0,5 5-1 16,-1-3 1-16,-2 5-8 0,-2-5-1 0,4-1 0 15,-1 3 2-15,1-4-8 0,0 3 3 0,0-4-6 0,1 0 1 16,-4-1-1-16,-1-8-11 0,4 6-26 0,-3-5-28 16,-1-2-33-16,1-1-20 0,-1 0-32 0,-2-4-41 15,-2 1-46-15,-1-4-32 0,-1 3-170 0,-3-10-456 16,0 0 202-16</inkml:trace>
  <inkml:trace contextRef="#ctx0" brushRef="#br0" timeOffset="133973.84">1336 10849 1493 0,'-10'-25'0'0,"1"1"30"0,4 5-25 16,0 7-2-16,5 1 2 0,0-3 5 15,1 2 6-15,3 2 23 0,-1 2 2 0,4-1 18 16,1 5-1-16,1 0 1 0,2 1 10 0,-11 3-12 15,23 0-8-15,-12 6-2 0,0-3-2 0,-1 7-6 16,-1-3-1-16,0 1-2 0,-1 6-3 0,-2-1-3 16,-3 1-13-16,-3 2-3 0,0-4-9 0,-2 1-13 15,0-1-4-15,-3-2 2 0,2-1-4 0,0 0 6 16,3-9 1-16,-3 12-3 0,3-12 3 0,-4 9 0 16,4-9 3-16,0 0 4 0,-2 8-7 0,2-8 2 15,0 0 0-15,0 0-7 0,0 0 4 0,0 0 3 16,0 0-4-16,21-21 8 0,-13 12-5 0,0-1 2 15,-1-1 1-15,3-3-2 0,3 0 4 0,-1 1 3 16,1-2-1-16,-2-1-1 0,0 0 6 0,0-1 4 16,-2 3 5-16,-3 4 5 0,-3-4 9 0,-2 2 10 15,1 1 0-15,-2 11 2 0,-3-19 1 0,3 19 10 16,-5-17 2-16,-1 14-7 0,0-5-1 0,6 8 3 16,-13-7 3-16,13 7-7 0,-12-1-6 0,12 1-5 15,0 0-3-15,-16 8-3 0,10 1-4 0,2 0-3 16,3 3 1-16,-4-1-5 0,5 1 0 0,2 5-13 15,1-1-30-15,-1-4-33 0,3 0-42 0,4 2-44 16,-3-4-47-16,2-1-48 0,1 2-127 0,1-3-399 16,-1-4 177-16</inkml:trace>
  <inkml:trace contextRef="#ctx0" brushRef="#br0" timeOffset="134179.07">1689 10665 157 0,'0'-15'224'0,"0"-2"3"15,-1 4-5-15,2-2 6 0,0 3-1 0,-1 2-3 0,2-2-15 16,1 1-15-16,0 2-12 0,-3 9-24 0,5-14-14 16,0 9-14-16,0-1-13 0,-1 3-15 0,-4 3-10 15,13-4-10-15,-2 7-3 0,-11-3-9 16,18 4-8-16,-9 3-2 0,1 0-7 0,-1 2-7 0,2 0-18 16,0 2-26-16,-4-2-38 0,-1 1-39 15,2-1-38-15,-2 4-51 0,2-5-64 0,-3 0-223 0,-5-8-488 16,8 10 216-16</inkml:trace>
  <inkml:trace contextRef="#ctx0" brushRef="#br0" timeOffset="134771.34">2037 10404 115 0,'-5'-8'259'0,"-2"-1"-2"0,-3 3-13 15,1 0-13-15,0 0-7 0,0 2-20 0,-2 1-20 16,4 2-19-16,7 1-16 0,-15 6-19 0,7 2-16 15,-2 4-9-15,2 4-10 0,-1 1-10 0,4 2-6 16,1-2-8-16,3 2-7 0,1-2-9 0,2-2 1 16,1 1-9-16,2-6-4 0,-2 8-6 0,7-10-3 15,-1 0-1-15,-1-1-2 0,4-3-3 0,-1-1-2 16,0-2 0-16,2-2 1 0,-13 1-7 0,22-6-1 16,-12-1 1-16,-1 1-6 0,0-2 0 0,0 0 0 15,-3-3-4-15,1 0 5 0,-3-4-3 0,-2 0 0 16,-2-4-4-16,-1 2-1 0,-2-2 3 0,-1 1 0 15,-2-7-6-15,-1-3-7 0,-3 1 7 0,3-2 3 16,-5 2-1-16,2-1-1 0,1 2 1 0,0 2 2 16,3 5-1-16,-3 2 12 0,4 4 10 0,2 2 6 15,-1 3-11-15,2 1 14 0,2 7-12 0,-4-10-11 16,4 10-6-16,0 0 1 0,0 0-4 0,0 0 1 16,0 0-5-16,5 28 2 0,3-3 2 0,-2 0-4 15,2 1 1-15,-1 1-1 0,2-1 3 0,3 0 0 16,-5-8-3-16,2 0 0 0,-2-1-2 0,4-2 2 15,-1-3 10-15,-3 0-9 0,3-5-2 0,0 2 3 16,1-3-3-16,3-3 6 0,-4-3-3 0,1-1-6 16,-11 1-1-16,25-6-11 0,-16 0 4 0,2 0-1 15,-3-3-1-15,2-3-8 0,0-3-9 0,-2-1 8 16,-3 0 1-16,-1 0-7 0,-2 0 4 0,0-1 4 16,-2-1-3-16,-2 2 6 0,2 4-1 0,-2 0 0 15,1 0 1-15,-2 1 1 0,3 11 5 0,0-14 4 16,0 14-4-16,0 0-3 0,-3-10-3 0,3 10-2 15,0 0 4-15,0 0 6 0,0 0-4 0,0 0 6 16,9 41-2-16,-5-24 2 0,2-2 0 0,-2 2 3 16,2 0 0-16,-1 2 2 0,-1-2-1 0,1-2 3 15,1 2-23-15,-2-2-22 0,1-4-22 0,-1-1-38 16,-4-10-51-16,6 18-67 0,-3-10-222 0,-3-8-481 16,5 10 212-16</inkml:trace>
  <inkml:trace contextRef="#ctx0" brushRef="#br0" timeOffset="135344.21">2485 10060 2508 0,'-2'-12'34'0,"2"12"-7"0,-2-20 14 16,-1 12-24-16,3 8 5 0,-5-10-2 0,5 10-5 16,0 0 7-16,0 0 0 0,0 0 8 15,0 0 9-15,0 0 2 0,-8 26 6 0,10-11-1 16,2 1-3-16,-1 0-6 0,1-5-2 0,1 1-5 15,1 4-3-15,0-7 1 0,2 0 1 0,5 3-3 16,-4-6-5-16,0 0 6 0,3-1-4 0,-1-1-5 16,-1-2 1-16,1 0 1 0,-11-2-1 0,20 1 0 15,-20-1-3-15,12-7 2 0,-5 4 0 0,-7 3 1 16,6-12-4-16,-2 6 3 0,-4 6-3 0,1-18-3 16,-2 8-1-16,1 10 2 0,-4-19-5 0,-1 6 4 15,-3-2-5-15,-2 1 1 0,4 4-2 0,-3-5-1 16,2 5-1-16,0-2-5 0,2 3 14 0,1-1-12 15,0 2-1-15,4 8 2 0,-5-11 0 0,5 11-2 16,-3-8-6-16,3 8-3 0,0 0 1 0,0 0-1 16,0 0-1-16,0 0 0 0,18-7 2 0,-18 7-1 15,21 10 1-15,-11-3 3 0,3 0 2 0,1 1 5 16,1 2-6-16,-5-3-3 0,1 0 4 0,0 0 4 16,-2 0 1-16,0-1 3 0,0 2-2 0,-4-5 0 15,-5-3 3-15,9 8 3 0,-9-8 7 0,6 5 8 16,-6-5 6-16,0 0-3 0,0 0-2 0,0 0-4 15,0 0-4-15,0 0 1 0,0 0-1 0,0 0-2 16,0 0-1-16,0 0-3 0,-24-22-5 0,18 14-3 16,2-3-3-16,0 0-7 0,3-2-5 0,1 2 9 15,1-5-8-15,2 2 2 0,-1 4 2 0,1 0 3 16,3 1-5-16,-2 1-4 0,2 1-5 0,-6 7 3 16,12-7 5-16,-12 7-1 0,14-3-1 0,-14 3 4 15,15 4-1-15,-5 1 1 0,1 0 1 0,-2-1 3 16,0 5-1-16,-1-1 4 0,1 2-10 0,-2-2-19 15,-2 2-33-15,3 0-36 0,-8-10-45 0,6 17-56 16,-3-8-54-16,-3 1-207 0,0-10-500 0,0 0 221 16</inkml:trace>
  <inkml:trace contextRef="#ctx0" brushRef="#br0" timeOffset="135584.37">3004 9650 2020 0,'-4'-29'13'0,"1"0"93"0,-3 2 18 0,2 11 1 16,1-2 1-16,-1 4-2 0,1 4-6 0,1 3-6 16,2 7-16-16,-2-11-11 0,2 11-15 0,0 0-5 15,0 0-2-15,0 0-2 0,0 0 4 0,17 25 8 16,-5-2 11-16,2 1-14 0,-3 2-10 0,2 1-8 16,-2 0-2-16,1 1 6 0,1-2-11 0,0-1-9 15,-2 1 3-15,-3-7-3 0,-1-1-42 0,2-1-33 16,0-2-42-16,-2 1-32 0,-5-3-32 15,3-2-49-15,-5-11-52 0,7 16-42 0,-7-16-189 0,0 0-517 16,0 0 228-16</inkml:trace>
  <inkml:trace contextRef="#ctx0" brushRef="#br0" timeOffset="136141.26">3090 9755 59 0,'-4'-14'218'0,"5"2"-17"15,-1 12-16-15,3-17-18 0,1 8-14 0,-1-4-12 16,4-3-13-16,0 2-14 0,2 0-4 0,2 0-7 0,-1-2-12 15,0 4-11-15,0-2-6 0,-3 2-1 0,-1 2-1 16,-1 0 3-16,-1-2 1 0,0 2-1 0,1 2 2 16,-4-1 0-16,-1 9-4 0,-1-16-2 15,1 16-6-15,-1-16-8 0,1 16-3 0,-5-12-2 16,5 12-2-16,-4-10-7 0,4 10-7 0,-4-7-6 16,4 7-7-16,0 0-4 0,0 0-5 0,-5-9 2 0,5 9-6 15,0 0-2-15,0 0 0 0,0 0-1 0,14 36 1 16,-7-18-3-16,0-3-1 0,-1 0 2 15,1 2 0-15,0 0 1 0,0-3-2 0,-1 2 1 16,-1 0 0-16,2-1 0 0,-1-4-3 0,0 0 3 16,-2-3-4-16,0 2-7 0,-1-4-7 0,-3-6-4 15,5 9-2-15,-5-9 1 0,2 7-3 0,-2-7-1 16,0 0-3-16,0 0-2 0,8 9 4 0,-8-9 1 16,0 0 6-16,0 0-2 0,0 0 4 0,18-12-2 15,-18 12 2-15,11-9 0 0,-2 2 5 0,2 3-1 16,0-4 0-16,-2 4 2 0,1 0 4 0,0-1-1 15,2 1-1-15,-2-1 5 0,4 3-4 0,-2-4 6 16,2 3 0-16,2-5 4 0,1 3 0 0,-2-3-4 16,-2 0 7-16,1 1-7 0,-4 0 0 0,2 1 2 15,-2 0-1-15,-1-4 4 0,0 0 0 0,-3 1 6 16,0-1 2-16,-3 0 5 0,-3 10 0 0,2-19 8 16,-2 9 1-16,0 10 7 0,-4-19-1 0,0 10 3 15,-1-1 1-15,1 2-5 0,4 8-2 0,-9-12 5 16,5 6 0-16,4 6-2 0,-9-6-6 0,9 6-6 15,0 0-3-15,0 0-2 0,-21 12-4 0,14-2 4 16,1-1-5-16,1 2 1 0,-2 6-5 0,5-6-1 16,1 3 0-16,-1-2-5 0,2 0-11 0,3-2-28 15,3-2-30-15,0 1-38 0,-6-9-45 0,17 13-48 16,-4-6-59-16,-2-4-175 0,1-2-464 0,-12-1 205 16</inkml:trace>
  <inkml:trace contextRef="#ctx0" brushRef="#br0" timeOffset="137730.29">484 11762 140 0,'0'0'148'16,"0"0"-15"-16,0 0-5 0,0 0-13 0,0 0-4 15,0 0-11-15,0 0-4 0,0 0-9 0,0 0-8 16,4 92-7-16,-4-92-6 0,9 35-3 0,-9-35-8 16,16 29-6-16,-16-29-2 0,20 22-16 0,-20-22 8 15,18 17 3-15,-18-17-5 0,0 0 2 0,34 16-8 16,-34-16 1-16,0 0-1 0,38-2 0 0,-38 2-1 16,0 0-3-16,0 0 2 0,45-24-4 0,-45 24-2 15,15-17 0-15,-15 17-4 0,0 0 1 0,17-32-3 16,-17 32 3-16,0 0 2 0,1-38 1 0,-1 38-5 15,0 0 6-15,0 0-6 0,-15-46 1 0,15 46 7 16,0 0 4-16,-12-24 8 0,12 24-2 0,0 0-5 16,0 0-7-16,0 0-3 0,0 0-8 0,0 0-4 15,0 0 3-15,0 0-4 0,0 0 2 0,0 0-4 16,0 0-1-16,0 0 2 0,0 0-1 0,0 0 0 16,0 0-1-16,0 0 1 0,0 0-3 0,0 0 5 15,76 34-2-15,-61-34 2 0,-2 0-3 0,2-1-2 16,-3-3 6-16,2-1-5 0,1-2 0 0,-4 1-1 15,1-1-1-15,-2 0-3 0,-3-2-2 0,2 2 2 16,-6-2-7-16,1 0-4 0,-2 2 0 0,-4-3 5 16,0 1-7-16,-2-2 1 0,-1 2 3 0,0-1 7 15,-2 1-6-15,-1 2-1 0,8 7 2 0,0 0 1 16,-16-19 2-16,16 19 2 0,0 0 1 0,0 0-3 16,-13-11 4-16,13 11-7 0,0 0-1 0,0 0-3 15,0 0-1-15,-9-12 10 0,11 12-2 0,-2 0 1 16,0 0-2-16,11-9-5 0,-1 5 4 0,2-2-3 15,-3 0 3-15,5-1 3 0,-5-2 1 0,4-3 3 16,-3 4 0-16,-1-2-1 0,-3 4 5 0,2-1 3 16,-2 0-1-16,-1-1 4 0,-1-2 5 0,0 2 1 15,-2-1 0-15,1 0 2 0,-2 2 1 16,-1 7 9-16,3-10 1 0,-3 10-4 0,2-8 0 16,-2 8-3-16,0 0-6 0,2-6-7 0,-2 6-6 0,0 0 0 15,0 0 1-15,0 0 2 0,18 10 0 0,-13 0 1 16,6 2-1-16,-1 4 0 0,-2-1 2 0,1 0 0 15,4 3-5-15,-4-1-22 0,0 1-19 16,1-1-23-16,0 1-35 0,-3-1-45 0,3-1-64 16,-4 0-136-16,1 0-368 0,-5-6 163 0</inkml:trace>
  <inkml:trace contextRef="#ctx0" brushRef="#br0" timeOffset="137889.72">911 11414 147 0,'0'0'129'15,"-8"-7"-56"-15,8 7-46 0,-2-6-19 0,2 6-21 16,0 0-50-16,0 0-66 0,0 0 29 0</inkml:trace>
  <inkml:trace contextRef="#ctx0" brushRef="#br0" timeOffset="138272.16">1223 11407 93 0,'4'-2'196'16,"-4"2"-10"-16,0 0 2 0,0 0-4 0,0 0-10 15,0 0-17-15,0 0-16 0,0 0-12 0,0 0-11 16,-25 5-11-16,21-1-12 0,-1 3-9 0,-1 2-9 16,-1-2-8-16,0 8-7 0,3 0-5 0,0-4-8 15,3 1-4-15,1 5-5 0,1-7-6 0,0 2-4 16,3-1 1-16,-1-2-1 0,6 0-7 0,-2-2 2 15,0-1-4-15,3-2-1 0,-1-4-7 0,3 2-2 16,-1-4-11-16,1-2-8 0,-1 0 2 0,-2-1-1 16,0-2-1-16,0-2 4 0,-3-2 1 15,-2 0-2-15,-1-3 2 0,-1-5 2 0,-2 4 0 16,-2-2 4-16,0-1 1 0,-5 3 4 0,3-4 7 0,-5 3-1 16,0 0-3-16,0-3 0 0,0 3 6 0,-3 1 19 15,3-2 9-15,3 7 10 0,1 2 4 0,-2 0 7 16,3 3-7-16,1 0-7 0,3 5-12 0,-6-8-4 15,6 8-8-15,0 0-7 0,0 0-2 16,0 0-1-16,0 0 2 0,11 26-6 0,-3-11-2 16,0 2 3-16,3 8 1 0,3 1-11 0,-1-2-11 15,-4-7-22-15,2 8-27 0,1-2-30 0,3 0-33 0,-6-7-34 16,0 0-38-16,3-3-50 0,-2 2-139 0,-5-7-410 16,4-1 182-16</inkml:trace>
  <inkml:trace contextRef="#ctx0" brushRef="#br0" timeOffset="138481.6">1427 11219 208 0,'-2'-6'247'0,"2"6"-27"0,-3-8-26 0,3 8-24 16,0 0-17-16,0 0-10 0,0 0-12 0,0 0-5 15,0 0-12-15,18 31-7 0,-13-13-11 0,8 6-6 16,-4-6-11-16,1 5-6 0,1-2-10 0,0-3-5 15,0 6-5-15,-2-9-16 0,4 2-26 0,-8-1-19 16,3-1-29-16,-3-3-29 0,-1-2-58 0,2-1-43 16,-4-2-162-16,-2-7-356 0,0 0 158 0</inkml:trace>
  <inkml:trace contextRef="#ctx0" brushRef="#br0" timeOffset="138861.34">1458 11337 73 0,'7'-17'132'0,"-4"8"-2"0,1-1 2 16,0 0 0-16,1 1 5 0,1-1-5 0,-2 0-10 16,0-1-4-16,2 5-2 0,-6 6-6 0,7-15-5 15,-5 11 14-15,-2 4-9 0,5-12 1 16,-5 12-2-16,5-7-7 0,-5 7-9 0,0 0-7 0,1-10-13 16,-1 10-8-16,0 0-10 0,7-3-7 0,-7 3-9 15,0 0-2-15,0 0-3 0,11 10-6 0,-4-4 0 16,-1 4-1-16,4 5-3 0,-3-4-4 0,1 2-1 15,2 0-5-15,-1 1 2 0,-3-4-5 0,1 1 0 16,-3 0 0-16,3-2-2 0,-2-1-9 16,-1-1-12-16,1-2 3 0,-5-5-3 0,6 9-2 0,-6-9 0 15,7 8 3-15,-7-8 3 0,0 0 1 0,0 0-1 16,0 0 3-16,0 0-2 0,14-13 2 0,-12 5 5 16,2-3-3-16,0 0-2 0,0-1 1 0,4 1 0 15,-3 2-2-15,-1 1 3 0,1 2-2 16,0 0-1-16,0 2-2 0,1 1-2 0,-6 3 1 15,15 0 4-15,-5 0 3 0,1 2 2 0,-1 2-4 16,1 3-16-16,1 0-33 0,-1 0-29 0,1-2-37 0,3 2-44 16,-4 1-47-16,-2 0-108 0,1-4-344 0,-10-4 153 15</inkml:trace>
  <inkml:trace contextRef="#ctx0" brushRef="#br0" timeOffset="139400.2">2006 11073 197 0,'-2'-6'236'0,"0"0"-5"16,2 6-23-16,-5-7-22 0,5 7-20 0,0 0-22 15,0 0-12-15,0 0-13 0,0 0-12 0,0 0-6 16,3 28-8-16,-1-16-9 0,2 1-5 0,1-2-6 16,4 3-9-16,-4-3-6 0,2-1-2 0,0-1-5 15,1 0-5-15,1-2-5 0,0 0-4 0,0-3-1 16,-2 0-2-16,1-2-1 0,-3-1-6 0,-5-1 0 15,13-3-2-15,-13 3-5 0,14-5-7 0,-14 5-3 16,8-11-5-16,-6 3-4 0,-2-3 0 0,0 2-7 16,0-1 5-16,-4-1-5 0,-1-1-2 0,-1-4 0 15,-3 1 4-15,-1-1 0 0,1 1 1 0,-4 0 0 16,3 2 1-16,3 4 11 0,1 0 7 0,-2 2 2 16,4 3 2-16,-1-1-4 0,5 5-1 0,-6-7-7 15,6 7-1-15,-3-4-2 0,3 4-2 0,0 0 2 16,0 0-1-16,0 0 1 0,0 0-2 0,20-6-1 15,-10 6 3-15,0-3 1 0,4 0-1 0,-2-2-3 16,3-1 2-16,-3-1-5 0,-1 2 3 0,2-2 1 16,-4 0 1-16,-2 1 1 0,0-1 0 0,-3 0 0 15,2-1 0-15,-6 8 1 0,2-17 0 0,0 9 0 16,-2 8 4-16,-2-21 1 0,0 10 3 0,-1 3 1 16,3 8-1-16,-5-15 4 0,2 9 7 0,3 6 1 15,-6-9 0-15,6 9-5 0,0 0-10 0,-2-12-3 16,2 12-2-16,0 0 0 0,0 0 0 0,0 0-1 15,13 36 6-15,-2-10-2 0,-2 1 0 0,1 1 3 16,0 4 2-16,2-1-4 0,-3 1 1 0,2-2-2 16,1-1 1-16,3-2 0 0,-5 1-1 0,3-2-3 15,-1 0 1-15,-2-8-47 0,-2-3-27 0,0 3-36 16,-1-4-39-16,-3-3-52 0,1 0-60 0,-2 2-155 16,-3-13-441-16,1 19 195 0</inkml:trace>
  <inkml:trace contextRef="#ctx0" brushRef="#br0" timeOffset="139557.4">2249 11078 146 0,'-3'-15'230'0,"3"15"-15"0,2-10-21 0,-2 10-19 16,3-13-15-16,1 8-19 0,3-5-14 0,0 3-16 15,3-2-48-15,6-1-54 0,-1-2-75 0,4 2-79 0,-2-2-82 16,1 1-246-16,-1 0 110 0</inkml:trace>
  <inkml:trace contextRef="#ctx0" brushRef="#br0" timeOffset="139772.09">2525 10610 143 0,'-4'-11'238'0,"4"11"-25"16,0 0-21-16,0 0-22 0,0 0-11 0,0 0 1 15,0 0-4-15,0 0 2 0,31 42-16 0,-16-19-9 16,-1 4-15-16,0 1-8 0,0-1-11 0,-2 0-7 16,3-3-4-16,-3 1-11 0,2-1-12 0,-3 1-10 15,1-5-29-15,-6-3-32 0,4-1-51 0,-2 1-61 16,-3-7-41-16,0 1-54 0,-4-1-128 0,-1-10-368 16,4 13 163-16</inkml:trace>
  <inkml:trace contextRef="#ctx0" brushRef="#br0" timeOffset="140302.5">2648 10778 53 0,'1'-10'179'15,"4"-7"-15"-15,0 2-4 0,4-2-3 16,-4 1-9-16,3 0-7 0,0 1-17 0,-1 1-10 16,-1-2-9-16,1 0-14 0,-1 2-7 0,-1 2-4 0,-2 2-5 15,2-2-7-15,-4 2-5 0,1 0 0 0,-2 10-1 16,0-21-2-16,0 12-5 0,0 9-9 0,-2-12-1 15,2 12-4-15,0 0-5 0,-1-13 4 16,1 13-16-16,0 0-3 0,0 0-5 0,0 0-2 16,0 0 1-16,0 0-8 0,0 0 1 0,0 0 8 15,22 23-6-15,-13-12 1 0,1 3-4 0,-1 4 1 16,-1-2 0-16,2-1 0 0,0 0-3 0,-2-1 4 0,2 0-6 16,-4 1 0-16,2-2 2 0,-2-3 0 0,1-1-5 15,-4 1-7-15,-3-10-4 0,7 10 0 0,-7-10 3 16,6 8 1-16,-6-8 1 0,0 0 8 15,0 0-5-15,0 0 1 0,0 0 2 0,0 0 0 16,0 0 1-16,0 0 2 0,27-24 1 0,-20 17 7 16,0 1 0-16,2 0 0 0,0-2 0 0,-1 1 5 15,-8 7 1-15,20-10-3 0,-8 8 5 0,-1-4 4 0,1 0-9 16,-12 6 6-16,24-9-3 0,-11 5-3 16,-1-2-3-16,0 1 2 0,0 0-3 0,-1-1 1 15,-1 0-1-15,-10 6-1 0,13-9 2 0,-13 9 2 16,9-11-3-16,-9 11 6 0,6-13 9 0,-4 3 0 15,-1 0 4-15,-1 10 6 0,0-18 5 0,0 18-2 16,-4-15-1-16,2 6-2 0,2 9 8 0,-7-10 3 16,7 10 2-16,-5-9-10 0,5 9 0 0,0 0-2 15,-10-4-16-15,10 4 6 0,0 0-4 0,-12 17-6 16,8-6 2-16,-3 5-6 0,3-1 1 0,2 1-4 16,0 3-7-16,2-4-39 0,2 3-32 0,0-7-47 15,6 5-62-15,-3-6-61 0,1 0-217 0,-6-10-494 16,14 16 218-16</inkml:trace>
  <inkml:trace contextRef="#ctx0" brushRef="#br0" timeOffset="140941.74">3531 10346 2213 0,'0'-11'72'15,"0"11"13"-15,-8-20-30 0,3 14 11 0,-2-3 6 16,2 4 6-16,-4 0-4 0,9 5 8 0,-17-5-1 15,6 2-9-15,11 3-8 0,-23 1-10 0,12 2-3 16,1 1-5-16,-2 0-4 0,1 3-8 0,3 2-2 16,-5 3-5-16,7-2-3 0,1 1 1 0,1 0-7 15,3 2-1-15,-1-1-3 0,5-1-6 0,-1 2 9 16,3-5-2-16,-1 3-4 0,4-1 0 0,-2-2-4 16,2 1-6-16,1-3-1 0,-3-3 1 0,2 1-1 15,-8-4-3-15,18 1 2 0,-18-1-10 0,14-4 10 16,-8-3 3-16,3 0-2 0,-4-1-3 0,2-1 3 15,-3-1-1-15,0-3 4 0,-4 0-1 0,1-4-1 16,-4-2-12-16,-2-5 14 0,0-3-5 0,-2 3 1 16,1-2 3-16,-1 2-3 0,-2-3 4 15,0 1-2-15,-5 0 1 0,3 0-3 0,2 1 6 16,1 1 0-16,2 7 4 0,-1 2-4 0,1-1 5 0,3 5 5 16,-2 0 2-16,5 11 7 0,-8-10-12 15,8 10-9-15,0 0-4 0,0 0-4 0,0 0-1 0,0 0 1 16,0 0 10-16,14 32-6 0,-4-6 2 15,1 2 6-15,1 0-6 0,2 1 2 0,0 0-5 0,2-2-5 16,-1-4 7-16,0 0 3 0,6-5-3 16,-8-3 4-16,2-2 0 0,0-4-1 0,3 1 3 15,-6-4 5-15,5-1-8 0,0-3-1 0,1-4-7 16,0-4-6-16,0 1-1 0,-4-6-3 0,2 2 0 0,-1-1 4 16,-3-3-4-16,0-1 4 0,-2-3-5 15,-5 2 5-15,-1-2-4 0,0-1-2 0,-4 0-2 0,-1-1-1 16,-3 1 1-16,0 0 5 0,-1 0-4 15,-3 1 1-15,0 3 0 0,2 6 9 0,1-2 2 16,-4 3 4-16,5 0-1 0,4 7-3 0,-10-1 1 16,10 1-4-16,0 0 2 0,-19 13 0 0,14-1 5 15,0 2-1-15,-1 2 2 0,4 0-3 0,2 0 2 16,1 0 0-16,2-1-1 0,2 2 6 0,0-5-2 16,4 3 3-16,1-2-2 0,2-2-2 0,-3-3-15 15,3-2-15-15,0-1-39 0,2-2-35 0,3-3-46 16,2-3-45-16,-3 1-37 0,2-6-177 0,-8 2-442 15,1-1 196-15</inkml:trace>
  <inkml:trace contextRef="#ctx0" brushRef="#br0" timeOffset="141137.54">3813 9875 226 0,'-4'-17'235'0,"-1"5"2"0,1 2 5 0,1 0 3 15,3 10-10-15,-4-13-22 0,4 13-15 0,-2-9-33 16,2 9-16-16,0 0-22 0,0 0-6 0,0 0-11 15,21 24 0-15,-14-6-10 0,6 10-5 0,1 3-2 16,-1-1-14-16,2 3-4 0,0 0-15 0,4 11 4 16,-6-12-5-16,2 0-11 0,-4-2-26 0,1 0-45 15,1-2-38-15,-4-1-45 0,-1 0-54 0,0-9-70 16,-5 0-225-16,0-1-493 0,-3-6 219 0</inkml:trace>
  <inkml:trace contextRef="#ctx0" brushRef="#br0" timeOffset="141368.73">3914 9991 246 0,'7'-8'235'16,"-4"3"-13"-16,4 1-16 0,-2-1-19 0,1-2-16 15,1 6-15-15,4 0-9 0,-1 0-14 0,1 6-14 16,0-4-10-16,-2 5-10 0,1 1-9 0,-1 2-8 15,-1 1-8-15,-4 0-10 0,1 2-5 0,-1-2-12 16,-3 2-17-16,-1 1-17 0,-3-2-26 0,2 1-25 16,-3 0-36-16,-2-1-41 0,1-1-49 0,-4-1-184 15,1-1-376-15,-1 0 166 0</inkml:trace>
  <inkml:trace contextRef="#ctx0" brushRef="#br0" timeOffset="141776.07">3978 9790 137 0,'-3'-9'276'0,"1"2"-3"0,1 0-10 15,1 7-13-15,-2-9-22 0,2 9-22 0,0 0-26 16,-1-9-20-16,1 9-19 0,0 0-12 0,0 0-9 16,15 16-15-16,-7-6-6 0,5 4-6 0,5 7-10 15,-4 0-8-15,5-2-7 0,-4 4-6 0,-2-6-8 16,2 4-3-16,-2-4-4 0,0-3-4 0,-4-1-6 15,4 3-13-15,-6-8-13 0,1 3-11 0,2-4-4 16,-1-1-13-16,1-2-8 0,1-1 4 0,-1 1-12 16,0-4 4-16,-2-4 4 0,3 3 5 0,-1-4-1 15,-1-3 4-15,4-1-2 0,0-2 5 0,-2-3 2 16,1 2 4-16,-4-2 0 0,-3 2 1 0,2-2 1 0,-3-2 7 16,-1 0 5-16,-3 1 3 0,-3 3 0 15,1 1-4-15,-3-1 0 0,0-3 7 0,-2 5 3 16,2 1-2-16,0 0-3 0,-2 5 5 0,1-2-4 0,1 2 0 15,5 4-5-15,-10-4 2 0,10 4-7 16,-12 5 2-16,5 2-1 0,0 3 1 0,1 4 0 16,1 2-3-16,-3 0 1 0,6 1 0 0,-1 0 0 15,2-1-3-15,1 0-7 0,1-3-21 0,2-1-28 0,-1-3-36 16,3 2-50-16,1-4-46 0,2 1-39 0,-3-1-159 16,0-4-419-16,3-3 185 0</inkml:trace>
  <inkml:trace contextRef="#ctx0" brushRef="#br0" timeOffset="141989.6">4336 9735 35 0,'-2'-9'274'0,"1"1"7"0,1 8 0 16,0-13-8-16,0 13-19 0,-1-10-22 16,1 10-27-16,0 0-24 0,0 0-24 0,0 0-12 0,0 0-1 15,0 0-8-15,17 19-13 0,-7-4-9 0,-1 1-10 16,1 0-3-16,-2 2-12 0,2 0-6 0,0 0-12 15,0 0 0-15,-2-1-9 0,1 1-8 0,4 2-12 16,-3-4-25-16,-4-4-40 0,-1-2-55 0,2 3-50 16,-3-3-61-16,2-2-65 0,-5 2-223 0,-1-5-515 15,0-5 228-15</inkml:trace>
  <inkml:trace contextRef="#ctx0" brushRef="#br0" timeOffset="142262.25">4332 9890 1 0,'-4'-7'237'0,"4"7"-8"0,0 0-5 16,-2-6-19-16,2 6-15 0,0 0-18 0,10-10-14 15,-1 4-17-15,0-1-10 0,6-3-6 0,3 1-18 16,2 0-8-16,1 1-4 0,-3-3-9 0,1 1-4 16,0 3-2-16,-2 0-3 0,-5 3-1 0,0-1-1 15,-2 0-5-15,-1 3-5 0,-3-1-3 0,0 0-2 16,-6 3-9-16,9-3-5 0,-9 3-6 0,7-2-5 15,-7 2 0-15,0 0-2 0,13 4-1 0,-7-2 2 16,0 1 3-16,2 4-12 0,-3-2 3 0,3 2-2 16,-3 0-4-16,3-1-2 0,-3 3-25 0,-1-2-25 15,-2 2-37-15,0-4-51 0,-1 3-58 0,-1-8-54 16,1 12-218-16,-1-4-485 0,0-8 215 0</inkml:trace>
  <inkml:trace contextRef="#ctx0" brushRef="#br0" timeOffset="142444.64">4502 9687 2339 0,'-8'-15'36'0,"3"3"21"16,0 4-23-16,-1-2-17 0,1 3-8 0,2 0-3 16,3 7-10-16,-4-6-8 0,4 6-12 0,0 0-16 15,0 0-5-15,0 0-20 0,0 0-18 0,0 0-34 16,28 13-26-16,-14-5-39 0,2 3-116 0,-1-1-321 15,8 3 142-15</inkml:trace>
  <inkml:trace contextRef="#ctx0" brushRef="#br0" timeOffset="142939.84">4734 9728 20 0,'0'0'186'16,"0"0"0"-16,8 1 3 0,-8-1-1 0,0 0-4 16,0 0-10-16,0 0-13 0,0 0-16 0,0 0-14 15,0 0-15-15,0 0-11 0,8 3-2 0,-8-3-6 0,1 11 17 16,-1-4-6-16,1 1-9 0,1-1-8 0,-1 0-13 15,0 0-3-15,4 3-8 0,-2-2-7 16,-2-1-7-16,3-2-6 0,-1 1 1 0,-1 1-7 16,1-2-4-16,1-1-4 0,-4-4-1 0,3 5-10 0,-3-5-8 15,7 3-6-15,-7-3-1 0,0 0-1 16,0 0-5-16,0 0-6 0,0 0 0 0,0 0-4 16,9-13 1-16,-9 13-1 0,-2-11 0 0,2 2 0 15,0 9-1-15,-2-16-1 0,-1 7-2 0,1-1 3 16,-2 0-3-16,3 0 2 0,-1 0-3 0,2-2 1 0,0 12 2 15,0-14 0-15,2 9 2 0,0-1-5 0,-2 6 6 16,9-9-3-16,-5 7 14 0,2-1 3 16,-6 3 1-16,18 0 2 0,-8 0 7 0,2 4 2 15,-2 1 2-15,0 3-1 0,2-3 5 0,-1 1 3 0,0 0-2 16,-2 1-2-16,1-2-1 0,-5 1-3 0,4-2 0 16,-5 0-2-16,2 0 2 0,-2 0 0 0,-4-4 3 15,6 4 5-15,-6-4-7 0,0 0-3 16,0 0 1-16,0 0-2 0,8-9-1 0,-8 9-2 15,-1-11-2-15,2 2-7 0,-1 9 5 0,4-15-5 0,0 4 3 16,-2 0-7-16,3 1 2 0,-1-2-2 0,0 5 1 16,0-3-4-16,0 4 0 0,0 1-2 0,1 0 1 15,-5 5-1-15,11-2 0 0,-11 2-1 16,0 0 1-16,13 11 4 0,-8-2 4 0,0 1-4 0,-2 0 1 16,0 2-1-16,1 4 0 0,-2-3-2 0,1 3-2 15,-3-6-32-15,2 4-36 0,-4-2-59 0,1-1-61 16,1 0-84-16,-4-2-149 0,-2 1-461 0,-3-1 204 15</inkml:trace>
  <inkml:trace contextRef="#ctx0" brushRef="#br0" timeOffset="144179.94">5381 10110 8 0,'5'-7'187'0,"2"-5"-20"16,3-2-12-16,-1-2-5 0,0 1-12 0,1-3-2 0,-1 0-8 16,0-1-10-16,0 2-7 0,-4 5-3 0,1-3 0 15,-3-1-14-15,-1 3-6 0,-2-2-6 0,-1-1-9 16,-3 6-2-16,1 0-11 0,-4-1-1 0,2 4-3 15,-3 0-8-15,2 2-7 0,-4 1-5 0,0 2-2 16,-1 3-4-16,-1-1-2 0,-1 1-5 0,-1 5-4 16,3-3-2-16,0 2-3 0,2 0 0 0,0 1-2 15,4-3-5-15,2 1-1 0,3-4 0 0,-1 12-1 16,1-12 4-16,8 8-2 0,-2-5-2 0,6 1 3 16,2-2-2-16,4-2-1 0,0 2 0 0,1-4 0 15,-1 2 0-15,1-3 2 0,-1 0-3 0,-6 1-4 16,0 2 0-16,1-3-3 0,-4 5-3 0,-2-2 1 15,-7 0 5-15,16 6-6 0,-10-1 6 0,-1-1-2 16,0 7 3-16,2-1-3 0,-4 2 4 0,1-2-4 16,-2 2 2-16,1 0 0 0,0-1-1 0,2-1 0 15,4 1 0-15,-3-5-1 0,2 1 5 0,1-2 3 16,1-2-4-16,3-1-2 0,5-2 3 0,-3-5 1 0,3 0 0 16,0-3-4-16,8-5 3 0,0-1 0 15,-3-3-3-15,2 2 3 0,-3-2-1 0,-9 5 2 16,7-7-1-16,-9 7-1 0,1-4-5 0,-5 3 6 15,0 2 1-15,-1-5-2 0,-2 1 2 0,-4 4-1 0,0-2-5 16,-3 1 10-16,1 1 4 0,-2 0-4 0,-1 1 1 16,-3 1-1-16,2 3 4 0,-2 1-4 15,3 1 1-15,-4 1-5 0,9 3 3 0,-11 1-4 16,4 5 1-16,-3 1-3 0,0 6 2 0,2 2 0 0,-1-1-3 16,4 3-3-16,3 1 3 0,2-2 2 0,2-3-1 15,2-2 2-15,6 2 1 0,-1-3-3 0,4 0 1 16,5-1 1-16,0-4-2 0,2 2-8 15,2-6-3-15,5-5-4 0,2-3-12 0,2 3 1 0,-2-5 0 16,-1-1 1-16,-1 0 5 0,-4-2 0 0,-4 3 3 16,-2 0 2-16,-3 0 0 0,-4 0 7 0,-1 0 2 15,0 1 1-15,-1-2 2 0,-3 2 3 0,-1-2 3 16,-3 2 5-16,-1-3-2 0,-3 1 0 16,1 0 4-16,-2 1-5 0,-1 3 4 0,-2 2 4 0,-1-1 12 15,-4 1-1-15,2 6 7 0,-4-1-7 0,1 4-5 16,-4 0 1-16,7 1-4 0,-1 2-2 0,-1-3-1 15,3 4 0-15,1-1-1 0,1 0-3 0,2 1-3 16,1-1-1-16,0 0-1 0,3-4 0 0,1-4 3 16,0 13-3-16,0-13-2 0,5 7 2 0,-5-7-6 15,11 2-3-15,-4-1-6 0,-7-1-1 0,16-3 1 16,-4-3-3-16,-2 2 5 0,0-2-1 0,2 1 3 16,-3 0-2-16,-1 1-1 0,-2-1 3 0,4 1-5 15,-4 1 15-15,-6 3-11 0,12-1-4 0,-12 1 2 16,13 3 0-16,-6 2-3 0,1 2 4 0,0 1 1 15,-1 4 6-15,2 0-4 0,-1 5 0 0,0-1 1 16,1 7 8-16,-2-4-5 0,0-1-4 0,2 0 6 16,-6-1 5-16,3-1 5 0,-4 0-3 0,2-4 8 15,-3 0 1-15,-2 0 2 0,1-1 2 0,-3-1-2 16,1 1-2-16,-2 0-4 0,-2 0 2 0,-3-3 0 16,1 2-9-16,-2-3-18 0,0-1-30 0,1-1-32 15,-3 1-44-15,3-6-33 0,-1 0-64 0,0 3-143 16,-3-6-388-16,5 0 173 0</inkml:trace>
  <inkml:trace contextRef="#ctx0" brushRef="#br0" timeOffset="144359.21">6250 9733 47 0,'1'-5'241'0,"1"-1"-22"0,-2 6-15 15,4-7-14-15,-4 7-7 0,7-1-9 0,-7 1-11 16,10 9-11-16,-1-1-8 0,-1 2-15 0,4 5-13 15,-3 2-9-15,1-1-10 0,0 2-8 0,-2-3-21 16,-1 3-36-16,-1-2-49 0,-1-1-45 0,1 1-58 16,-1 1-60-16,-5-2-150 0,1-3-357 0,-1-3 158 15</inkml:trace>
  <inkml:trace contextRef="#ctx0" brushRef="#br0" timeOffset="144529.66">6229 9582 28 0,'0'0'111'16,"0"0"-32"-16,0 0-26 0,0 0-29 0,19 15-44 16,-12-5-27-16,1-1-48 0,5 1 21 0</inkml:trace>
  <inkml:trace contextRef="#ctx0" brushRef="#br0" timeOffset="145018.56">6439 9718 101 0,'0'0'177'15,"0"0"6"-15,-1 10 3 0,1-10 3 0,0 9-16 16,0-9-14-16,4 12-17 0,-4-5-16 0,1-1-8 16,2 1-11-16,-1 2-8 0,3-2-10 0,-1-2-6 15,3 4-8-15,-1-4-9 0,-2 0-4 0,2 0-1 16,1-2-10-16,-1-1-4 0,-6-2-3 0,10 1-3 0,-10-1-6 15,12 0-2-15,-12 0 1 0,10-3-4 16,-10 3-2-16,6-7-5 0,-4 3-3 0,-2 4-1 16,1-10 3-16,-1 10-8 0,-1-13-2 0,1 13 2 15,-4-18 0-15,1 9-3 0,2 3-3 0,-3-3-1 16,0-1 4-16,2-1-5 0,-1 1-6 0,2-1 5 0,0 0 6 16,3 0-7-16,1 1-2 0,1 1 1 0,-2 2-3 15,2 2 1-15,1-1 1 0,2 1-1 0,1 3 1 16,3 0 3-16,0 3 9 0,2 2 3 15,-2 2 4-15,6 4-2 0,-4 0-2 0,-2 2 1 0,5-1 1 16,-6 2-2-16,-2-2 0 0,2-1 1 0,-5 0-3 16,1 0 0-16,-2-2-1 0,0 0 4 0,0-3 3 15,-4-4 6-15,5 9 2 0,-5-9-3 16,0 0 0-16,-1 6 0 0,1-6-3 0,0 0-3 0,0 0 2 16,0 0 4-16,0 0 1 0,0 0-1 0,0 0-6 15,0 0-2-15,-11-19 0 0,11 19-4 0,2-13 3 16,3 3 0-16,1 1-4 0,-1 0-3 15,2 1-2-15,2 1 1 0,-1 0-3 0,2 2-1 16,0 0 0-16,-3 4 2 0,4 0-8 0,0 1 3 0,1 2 2 16,-6 1 1-16,4 2-5 0,-2 2 3 0,2 0-17 15,-2 1-29-15,-2 0-38 0,1-1-42 0,-1 2-46 16,-1-1-57-16,-2 0-244 0,0-1-509 0,0 0 225 16</inkml:trace>
  <inkml:trace contextRef="#ctx0" brushRef="#br0" timeOffset="145167.44">6990 9729 177 0,'0'0'304'0,"3"-6"-11"0,-3 6-3 0,0 0-19 15,0 0-23-15,0 0-18 0,0 0-26 0,0 0-20 16,5-5-17-16,-5 5-21 0,0 0-33 0,0 0-49 16,0 0-63-16,0 0-86 0,0 0-100 0,0 0-219 15,0 0-438-15,0 0 195 0</inkml:trace>
  <inkml:trace contextRef="#ctx0" brushRef="#br0" timeOffset="147051.01">4939 17043 37 0,'0'0'171'16,"-1"-9"-2"-16,1 9 6 0,0 0-15 0,0 0-10 15,0-12-13-15,0 12-20 0,0 0-8 0,0 0-10 16,0 0-13-16,0 0-11 0,0 0-3 0,0 0-2 16,0 31 6-16,-1-13-4 0,-3 1-4 0,-3 9-7 15,2-1-5-15,0 1 31 0,0 3-5 0,1-1-8 16,2-1-9-16,0-3-5 0,4 0-6 0,0-7-7 15,-1 0-2-15,6-7-4 0,-1 2 0 0,2 1-4 16,0-4-2-16,0-3 0 0,-1 1 3 0,4-4-4 16,-2-1 3-16,5-1-5 0,-2-3-1 0,-12 0 3 15,31-7-3-15,-14 2-3 0,1-6-3 0,0-1 3 16,0 1-5-16,1-7-5 0,2 1 4 0,-10 5-15 16,3-4 9-16,-5 0 3 0,-1 1-13 0,-3-2 9 15,2 2 0-15,-1 0-1 0,-2-1-3 0,-2 5 1 16,-2 0 0-16,1 1-3 0,-1 10-1 15,0-12-1-15,0 12-1 0,2-11-6 0,-2 11-2 16,0 0-2-16,0 0 3 0,0 0-2 0,0 0-4 16,0 0 4-16,10 33 5 0,-4-16-4 0,-2-1 0 0,2 4 1 15,1-2 0-15,1 0-1 0,-1 0 3 16,2-4-3-16,1 4 5 0,3-6-2 0,-3-3 5 16,7-1 0-16,-2 1-3 0,2-5 1 0,0 0 3 15,0-4-3-15,-2-3 5 0,2 0 6 0,0-5-4 16,2-1 3-16,-3-1 5 0,-2-3-5 0,0-1 5 15,1-1 3-15,-5-2 0 0,5-8 1 0,-7 7 2 16,3-7-3-16,-6 0-2 0,1 0 3 0,-5-2-1 16,0 3-10-16,-3-2 6 0,1 2-2 0,-4 4-3 15,-2 1 0-15,-1 1-1 0,2 3 0 0,0 3-1 16,1 1-7-16,5 11-7 0,-9-15-19 0,9 15-25 16,-8-10-38-16,8 10-41 0,0 0-33 0,0 0-35 15,0 0-39-15,0 0-222 0,0 0-494 0,0 0 219 16</inkml:trace>
  <inkml:trace contextRef="#ctx0" brushRef="#br0" timeOffset="147291.87">5750 17096 85 0,'0'0'184'15,"7"-6"-6"-15,-7 6 2 0,0 0-20 0,6-7-10 16,-6 7-9-16,0 0-6 0,0 0 0 0,0 0 3 16,0 0-6-16,12 30-5 0,-12-13-6 0,-3 0-11 15,3 1-11-15,-1 0-9 0,2 5-9 0,-1-4-7 16,3-2-10-16,-3 3-8 0,2-2-24 0,2-4-41 16,-1 3-33-16,-2-6-53 0,2 2-53 0,-1-1-215 15,-2-12-394-15,5 20 174 0</inkml:trace>
  <inkml:trace contextRef="#ctx0" brushRef="#br0" timeOffset="147458.94">5894 16831 84 0,'0'0'175'0,"0"0"-29"0,0 0-33 0,0 0-50 15,0 0-51-15,0 0-69 0,0 0-33 0,0 0-97 16,-18 31 43-16</inkml:trace>
  <inkml:trace contextRef="#ctx0" brushRef="#br0" timeOffset="147952.2">6172 17185 217 0,'-18'-15'211'16,"9"8"-12"-16,1 1-4 0,-1 1-3 15,-3 1-13-15,2 1-12 0,10 3-15 0,-18-1-18 16,18 1-14-16,-19 7-14 0,10-4-5 0,-1 5-13 15,1 1-9-15,0 4-9 0,1 1-4 0,2-3-12 16,2 0-1-16,0 2-10 0,4-2-3 0,-1-1 0 16,2 2-6-16,2-2-7 0,-1 1-2 0,-2-11-9 15,9 15-5-15,-4-10 2 0,-5-5-5 0,12 8-3 16,-5-6 5-16,-7-2-2 0,18-1-2 0,-18 1-4 16,17-8-2-16,-8 5 0 0,0-5-2 0,-2-2-1 15,3-2 0-15,-3-2 2 0,-1-3 0 0,0 1 3 16,-4-3-2-16,-1-1 3 0,-1 1-2 0,0-8-2 15,-2 2 4-15,-1-2 1 0,-1 8-3 0,-1-8 1 16,-3 4 0-16,2 4 5 0,0 3 6 0,-2-1 6 16,4 6 9-16,0 0 10 0,4 11 7 0,-7-15 1 15,7 15-5-15,-7-8-10 0,7 8-1 0,0 0-6 16,0 0 3-16,0 0-4 0,0 0 4 16,2 48-6-16,0-19 0 0,2-2-1 0,-4 1-4 15,5 1 2-15,-1-4-3 0,1 2-5 0,0 0-14 16,2-2-26-16,-5-7-39 0,4 0-46 0,0-2-51 0,1-1-73 15,-1 1-191-15,-1-6-464 0,1-3 205 16</inkml:trace>
  <inkml:trace contextRef="#ctx0" brushRef="#br0" timeOffset="148181.34">6373 16902 202 0,'-3'-16'266'0,"3"16"-16"0,-4-13-21 0,4 13-16 16,0 0-11-16,0 0 1 0,0 0-5 0,0 0-9 16,0 0-23-16,9 64-17 0,-5-34-12 0,-4 1-13 15,3 1-13-15,-1-1-13 0,5-1-4 0,-5 0-12 16,1 0-23-16,1-5-31 0,-4 2-20 0,4-2-30 16,-4-8-29-16,2 1-27 0,-2-6-35 0,1 0-38 15,-1-12-41-15,3 15-46 0,-3-15-123 0,0 0-391 16,0 0 174-16</inkml:trace>
  <inkml:trace contextRef="#ctx0" brushRef="#br0" timeOffset="148562.37">6410 17095 24 0,'3'-8'201'0,"-3"8"-11"16,12-17-27-16,-5 8-11 0,2 2-15 0,-2-3-12 15,3 2-8-15,1-3-5 0,-2 2-11 0,3-4-5 16,-1 7-3-16,3-7 4 0,-4 2-7 0,-1 3-2 15,-9 8 0-15,13-14 8 0,-13 14-2 0,10-14-4 16,-10 14-1-16,8-16-13 0,-8 16-14 0,6-15 1 16,-6 15-5-16,6-12-7 0,-6 12-3 0,0 0-19 15,0 0 7-15,8-9-6 0,-8 9-3 0,0 0-1 16,0 0 0-16,13 23-11 0,-8-5 7 0,3 1-8 16,-5 5 5-16,4 2-3 0,-6-6 0 0,0-1-5 15,2-1-4-15,-3 1 6 0,3-3-3 0,-2-1-2 16,1-5-6-16,-2-10-6 0,0 18-6 0,0-18-2 15,2 13 5-15,-2-13 0 0,0 0 5 0,0 0-2 16,6 9-1-16,-6-9 0 0,0 0-1 0,0 0 4 16,0 0-6-16,23-30 11 0,-14 23-2 0,-1-3 1 15,1 0 2-15,1 1-1 0,-3-1 5 0,1 4 1 16,0-2-4-16,-8 8 1 0,16-5-1 0,-16 5 0 16,13 0 2-16,-13 0-7 0,18 9 3 0,-9-1-17 15,3 6-39-15,-2-1-35 0,-3 1-49 0,1 0-72 16,2 0-194-16,-2 1-436 0,2-2 192 15</inkml:trace>
  <inkml:trace contextRef="#ctx0" brushRef="#br0" timeOffset="149170.31">7243 17005 256 0,'0'0'250'0,"-13"-3"-23"0,13 3-17 16,0 0-11-16,-23 13-7 0,16-3-17 0,2 4-12 15,-2 4-14-15,4-2-14 0,1 4-12 0,2 3-10 16,3-5-14-16,3-1-6 0,-2 0-8 0,2 0-10 16,2-7-4-16,1 4-10 0,2-2-8 0,0-5-1 15,-1 0-4-15,1-3-3 0,1-1-5 0,1-1-5 16,-1-2-1-16,1-4-7 0,5 1 0 0,-4-6-8 15,0 1 2-15,-2-1-1 0,-2 1-3 0,-2-3 0 16,-2 0-5-16,-1 0 3 0,-2-2-11 0,-2-3 7 16,-2 0-5-16,-3-1-4 0,-3 2-4 0,2-2-4 15,-7-5-3-15,1 6-7 0,-3 0 7 16,-1 3-8-16,1 2 10 0,-1 0-2 0,-1 5 5 16,4 1-1-16,-1 4-4 0,13 1 1 0,-25-2 0 15,25 2 1-15,-16 3-9 0,16-3 11 0,0 0-4 16,-13 7 9-16,13-7-4 0,0 0 3 0,0 0-3 15,0 0 4-15,0 0-11 0,47 9 14 0,-26-11-3 0,-1-1-3 16,10-5 3-16,-5-1-2 0,2 0-6 16,1-3 8-16,-4 2 2 0,2-4 1 0,-3-2-1 15,0 2 4-15,-9 3 1 0,1-3 2 0,-3 2 7 16,-4 3 9-16,-1-6-6 0,-2 5 5 0,-4-1 3 16,-1 11-5-16,3-20 2 0,-3 20-2 0,-4-20-2 15,4 20 4-15,-6-16 2 0,6 16-1 0,-4-9-8 16,4 9-1-16,0 0-7 0,0 0-10 0,0 0 16 15,0 0 5-15,-10 64 8 0,9-29 3 0,2 11 3 16,1 2-3-16,-2-1-4 0,2 0-1 0,-1-11-3 16,4 11-7-16,3-3 7 0,-5-13-9 15,1 2 3-15,4-3-3 0,0 2-5 0,1-1 2 0,-4-2 0 16,0 0-14-16,1-3-19 0,-2-7-28 0,-3 0-38 16,2 1-41-16,-2-5-60 0,2-2-67 0,-3-1-238 15,0-12-535-15,-8 16 236 0</inkml:trace>
  <inkml:trace contextRef="#ctx0" brushRef="#br0" timeOffset="149320.03">7583 17276 168 0,'0'0'213'0,"13"-14"-15"0,-7 10-20 15,3-3-22-15,3 1-9 0,2-2-18 0,4-1-32 16,0 0-46-16,7-2-45 0,2-2-72 0,1 5-148 15,-1-4-230-15,6 2 102 0</inkml:trace>
  <inkml:trace contextRef="#ctx0" brushRef="#br0" timeOffset="149728.31">8185 16824 115 0,'3'-8'242'0,"-1"0"-17"0,1 3-21 16,-3 5-19-16,4-5 3 0,-4 5-2 16,0 0-6-16,20 17-11 0,-8 3-16 0,-2 3-7 15,-3 8-8-15,1 1-13 0,-1 3-13 0,-1 11-7 16,-1-13-14-16,-3 2-17 0,0 0-1 0,-5-5-9 15,1-2-26-15,3 1-27 0,-1-4-23 0,0-5-35 16,1-3-38-16,2-2-33 0,-2-4-61 0,0-1-219 16,-2 2-430-16,1-12 191 0</inkml:trace>
  <inkml:trace contextRef="#ctx0" brushRef="#br0" timeOffset="150277.22">8313 17091 13 0,'0'0'172'0,"8"-17"-20"0,-4 5-20 16,3 3-7-16,5-6-14 0,-1-1-11 0,0 2-12 16,1 1-2-16,0-1-10 0,-1 0-2 15,-3 1-5-15,-2 2 8 0,-1-2-6 0,2 3 4 16,-2-2-3-16,-3-4 7 0,1 5 1 0,-1 0-8 0,0-1-2 16,-2 12-5-16,0-21-5 0,0 11-6 0,0 10-3 15,0-12-6-15,0 12-7 0,0 0-6 0,0-12-7 16,0 12-3-16,0 0-4 0,0 0-1 15,0 0 2-15,7 31-1 0,-5-5 1 0,0 4-2 0,1 0-3 16,-2-1-2-16,-5 5 2 0,3 0-3 16,1-2-1-16,0-2-1 0,1-1 1 0,3-3-4 15,0-2 2-15,-4-9-16 0,1-1 2 0,2-3-13 16,-1-1-7-16,0-5-8 0,0 2 2 0,-2-7 1 16,3 9 6-16,-3-9 1 0,0 0 5 0,0 0 0 0,7-1 6 15,-7 1 6-15,0 0 0 0,13-19 6 0,-6 11 2 16,0-1 17-16,0 0 5 0,4 1 6 15,-1 3 1-15,2-2 5 0,-1 4-4 0,1-1 5 16,2 2 4-16,-1 0-1 0,2 1-4 0,-1-1-8 16,5 2 5-16,-1-2-3 0,0 2-1 0,-4-2-4 15,4 1-2-15,-1-2 1 0,-3 0-3 0,-2-1-1 16,0 0-1-16,1 0 1 0,-3-3-9 0,0-1 3 16,0 0-4-16,-3 0 6 0,-1-1 4 0,-1 0 14 15,-1-1 2-15,-3 1 0 0,1 0-2 0,-4-2 4 16,1 0-3-16,-3 1 0 0,0 0 1 0,-3 1-4 15,2 3-1-15,0 1 1 0,5 5-1 0,-16-7-5 16,6 7-2-16,0 3-2 0,-2 1-4 0,1 4 2 16,-2 5-5-16,-1 8 1 0,1 1-5 15,3 3 6-15,5-6-9 0,4 5-10 0,2-6-33 0,4 1-33 16,6-4-47-16,0 1-44 0,9 3-28 0,2-2-52 16,2-2-179-16,7-2-455 0,1-7 202 0</inkml:trace>
  <inkml:trace contextRef="#ctx0" brushRef="#br0" timeOffset="150957.41">9553 17071 104 0,'-9'-5'188'0,"-2"1"-5"0,-1 2-4 16,-3 2-18-16,-2 0-2 0,0 3-13 0,-1 3-11 15,-2-3-11-15,2 5-11 0,0 0-10 0,1 0-9 16,2 3-7-16,2 3-6 0,-5 8-8 0,7-8-7 16,-1 2-3-16,6 1-5 0,1-1-10 0,1 0-1 15,3-4-3-15,5 5-4 0,-2-5-8 0,3-1 1 16,3-2-3-16,5 3-2 0,-3-5-5 15,1 0 2-15,2-3-3 0,-1 2-4 0,3-6 0 16,2 2 0-16,-3-4-2 0,-1-1-3 0,0-1 2 0,3-2-4 16,-3 0-2-16,1-5-1 0,-5 3 4 0,3-7-6 15,-4 0 3-15,-1 1-2 0,-1-3 2 0,0-1-7 16,1-7 4-16,-6 2-3 0,0 4 0 16,-1-7 2-16,-2-2 1 0,0 4-3 0,1-3 1 15,-2-1-3-15,0-1 0 0,-5 0 2 0,2 1-4 0,-1-4 4 16,-1 2-2-16,0-2 0 0,0 1 3 15,0 3 1-15,4 3 7 0,-1 9 7 0,0 0 18 16,1 4 3-16,2 2 10 0,-1 2-5 0,3 8-5 16,-1-11-7-16,1 11-3 0,0 0-8 0,0 0-3 15,0 0-1-15,0 0-11 0,0 0 12 0,0 35-1 0,4-11 1 16,0 6 4-16,3 0-1 0,-2 4-2 16,2-1 0-16,1 2-4 0,-2 0 1 0,4-4-3 15,0 3-11-15,-1-3 12 0,1-3 0 0,-1 4-22 16,-2-7-35-16,1 2-24 0,0-2-42 0,-2-6-36 15,0-2-41-15,-1-1-53 0,0-1-181 0,-1-3-453 16,-2-3 201-16</inkml:trace>
  <inkml:trace contextRef="#ctx0" brushRef="#br0" timeOffset="151676.28">9637 17313 143 0,'0'0'148'0,"0"0"3"0,10-27-10 0,-1 20-15 16,3-6-8-16,0 1-16 0,2-1-9 15,-1-2-6-15,5-5-12 0,-4 6-1 0,3-7-12 16,-4 7 3-16,-1-2-11 0,-4 1-1 0,0-4-7 16,-3 3 5-16,-1-1-7 0,-3 1 1 0,-1 1-6 15,0-1 5-15,-3 1-1 0,2 5 10 0,-3 0 1 0,0 1 0 16,1 1-6-16,-3 3 0 0,6 5-1 15,-7-7-1-15,0 5-8 0,7 2-2 0,-12 1-1 16,3 3-4-16,-1 3 2 0,-1 3-3 0,0 4 0 16,-1 4-2-16,6 1-2 0,-3 4 2 0,4-7-8 15,1 2 5-15,3 0-12 0,3 2 5 0,3-4-2 16,3 2 1-16,1-4-1 0,1 1-10 0,5-6-19 16,3-1-22-16,0-1-20 0,1-2-33 0,9 0-36 15,-7-5-38-15,7-3-34 0,2 1-126 0,-10-3-347 16,8-3 154-16</inkml:trace>
  <inkml:trace contextRef="#ctx0" brushRef="#br0" timeOffset="151897.76">10080 16922 177 0,'-7'-13'219'15,"3"10"-4"-15,4 3-13 0,-7-8-19 0,7 8-19 16,0 0-12-16,0 0 3 0,0 0 12 15,-8 32-5-15,10-8-9 0,-2 5-16 0,3 0-16 0,0 3-17 16,3 1-2-16,-4-1-7 0,2 2-8 0,5 0-5 16,-4-3-25-16,-4 0-6 0,1-3-18 15,0 0-25-15,1-2-27 0,1-9-34 0,-2 7-32 16,2-7-52-16,-1-5-47 0,-2 2-208 0,0-4-423 16,-1-10 187-16</inkml:trace>
  <inkml:trace contextRef="#ctx0" brushRef="#br0" timeOffset="152114.65">10161 17017 176 0,'14'-8'217'0,"0"5"-6"0,-1 2-11 15,2 1-16-15,-2 2-12 0,0 2-15 0,-1 1-10 16,-1 1-9-16,1 6-18 0,-1 1-5 0,-7-2-16 15,-1 4-11-15,-3 2-5 0,-1 1-5 0,-5-1-19 16,-2 1-19-16,0-1-31 0,-3-4-32 0,1 4-31 16,-3-5-48-16,4-3-46 0,-1-1-180 0,-3-2-355 15,3-4 157-15</inkml:trace>
  <inkml:trace contextRef="#ctx0" brushRef="#br0" timeOffset="152515.94">10327 16819 237 0,'4'-8'236'0,"-4"8"-14"0,4-10-19 0,-4 10-21 15,0 0-24-15,0 0-10 0,0 0-11 0,0 0-3 16,6 24-12-16,-7 2-12 0,1 0-12 0,-3 3-9 0,3 4-8 16,-2-3-11-16,0 3-4 0,0-5-21 0,2 3-18 15,0-5-22-15,5-6-13 0,-1-2-15 0,2 1-10 16,-1-3-3-16,2-5 4 0,2-1-2 15,0-1 6-15,2-5 4 0,2 0 4 0,0-3-1 16,4-2 3-16,2-3 8 0,0-1 9 0,1-1 13 16,-3-4 8-16,2 2 2 0,-1-3 1 0,0-2 5 15,-3 1-2-15,-1-1-2 0,-1-2 5 0,-2 3 2 16,-3-1-5-16,-2 2 7 0,-2-1-2 0,-1 0 6 16,-1 4 2-16,0-3 1 0,-2 11-3 0,-4-22 14 15,1 12 5-15,-2 3-15 0,5 7 16 0,-15-12 2 16,7 8-14-16,8 4 14 0,-17-4-8 0,6 6 0 15,1 3-6-15,1 2-12 0,-3 6 10 0,3 3-4 16,3 0-3-16,-1 3-4 0,5 0-2 0,-3-2-5 16,6 8-5-16,2-9-8 0,-2-3-23 0,1-1-29 15,6 1-29-15,0 1-40 0,0-5-40 0,2-1-44 16,1-3-60-16,0 1-165 0,1-5-451 0,-1 1 200 16</inkml:trace>
  <inkml:trace contextRef="#ctx0" brushRef="#br0" timeOffset="152729.44">10820 16845 216 0,'-2'-10'233'0,"-2"1"2"0,4 9-16 16,-3-11-17-16,3 11-14 0,0 0 5 16,0 0 9-16,0 0-4 0,0 0-14 0,0 37-8 15,3-10-17-15,-2 3-19 0,1-2-10 0,-1 0-22 0,-1-1 0 16,2 2-11-16,-2-3-6 0,7 3-14 0,-6-6-24 15,1-3-34-15,2-1-33 0,0-1-38 0,0-6-45 16,-1 0-34-16,-1-2-50 0,1-2-55 16,-3-8-184-16,0 11-454 0,0-11 200 0</inkml:trace>
  <inkml:trace contextRef="#ctx0" brushRef="#br0" timeOffset="152994.31">10777 17060 135 0,'0'0'194'0,"27"-5"-16"16,-17 4-4-16,3-2-10 0,0-1-13 0,8 0-4 15,-3-1-15-15,4 2-8 0,0-3-11 0,-3 2-7 16,2-2-4-16,-3 2-3 0,0 1-3 0,-4-1-5 16,-1 2 0-16,-1-1-6 0,-1 2-9 0,-4-1-11 15,-7 2 0-15,10 2-4 0,-10-2 7 0,10 3 6 16,-5 1 8-16,-2 3-7 0,0 2 1 0,1 2-9 15,0 4-7-15,-3-4-6 0,2 4-2 0,-4 2-5 16,-1 0-10-16,2-1-33 0,2 0-22 0,-4-1-49 16,1-2-45-16,-1-1-66 0,2-2-77 0,-4-1-165 15,1 0-454-15,3-9 202 0</inkml:trace>
  <inkml:trace contextRef="#ctx0" brushRef="#br0" timeOffset="153150.04">10970 16819 42 0,'0'0'27'0,"0"0"-39"16,0 0-12-16,10 39 5 0</inkml:trace>
  <inkml:trace contextRef="#ctx0" brushRef="#br0" timeOffset="153614.41">11182 17003 30 0,'0'0'192'0,"3"3"-9"0,-3-3-12 15,1 7 7-15,-1-7-9 0,-3 13-3 0,2-3-7 16,0-1-14-16,1 4-11 0,-2-1-14 0,4 1-5 16,-2-1-11-16,0 0-11 0,2 3-8 0,-2-5-12 15,3 1-3-15,1-2-8 0,-2-1-5 16,3 0-5-16,-2-3-5 0,1-2 0 0,-4-3-5 0,7 7-2 15,-7-7-5-15,9 1 0 0,-9-1-4 0,0 0-3 16,16-9-8-16,-12 4 2 0,0 0 0 0,-2-2 0 16,2-2-6-16,-2 1 3 0,5-1-6 0,-6-1-1 15,1 1 0-15,1-2-1 0,1 0-5 0,-4 1 1 16,4 0-2-16,-3 0-3 0,3 2 1 0,0-2-3 16,-2 5-1-16,3-2 0 0,0 3 0 0,1 1-2 15,-6 3 2-15,11-2 1 0,-11 2 0 0,15 4 4 16,-7 1-2-16,0 2 1 0,0-4 0 0,-1 5 3 15,0 0-4-15,1 0 1 0,-2-1-5 16,0 2 7-16,-2-2-4 0,0 0 4 0,-2-3-3 16,1 2 2-16,-3-6-3 0,5 7 3 0,-3-4-2 0,-2-3 3 15,0 0 0-15,7 4 1 0,-7-4-1 0,0 0 0 16,10-10 2-16,-5 4 3 0,0 1 2 0,3-2-2 16,-1 0 6-16,1-3 8 0,2 2 4 0,1 0 8 15,0-1-3-15,0 3-9 0,0 1 13 0,-1 0-3 16,-1 2-3-16,-9 3 0 0,17-1 0 15,-17 1-6-15,19 2-2 0,-9 3-5 0,-4 0 2 16,0 1-24-16,1 1-41 0,0 1-35 0,-4-1-44 16,3 1-52-16,-3 1-77 0,-3-9-196 0,3 15-484 0,2-10 215 15</inkml:trace>
  <inkml:trace contextRef="#ctx0" brushRef="#br0" timeOffset="155439.84">11935 17213 166 0,'0'0'247'0,"5"-4"-13"0,-5 4-15 0,5-5-12 16,-5 5-17-16,5-9-14 0,-2 4-16 0,2-2-11 15,-3-3-14-15,0 3-12 0,4-5-14 0,-4 3-12 16,0-2-6-16,0-1-6 0,1-4-6 16,-2 0-4-16,-1 0-5 0,0 4-1 0,0-6-3 15,-2 3 1-15,-2-1-9 0,0 2 0 0,-1 2-5 0,0-4 1 16,3 7 0-16,-4-4 4 0,1 7-9 15,0-3 1-15,5 9-7 0,-9-9-2 0,1 5-7 16,8 4-5-16,-15 0-16 0,15 0-19 0,-26 9 6 16,10 4 4-16,3 0-15 0,1 0 17 0,2 1-4 15,5 1-8-15,1-4 7 0,4 5 0 0,0-3 1 0,4-3-2 16,0 0-3-16,7 3 3 0,-3-4-3 0,2-2 3 16,2 0-6-16,1-4 0 0,8 1 4 0,-3-4-14 15,2 0 14-15,-1-3 1 0,2 1 0 0,-3 0-2 16,0 1-13-16,-4-1 17 0,-4 0-2 15,1 2 1-15,1-2-2 0,-5 2 2 0,1-1-4 16,-8 1 3-16,15 1-3 0,-9 1 1 0,-6-2-11 16,13 6 14-16,-10-2-3 0,4 5 0 0,-2-1-9 0,1 3 10 15,-4 0-4-15,3 5 9 0,-1-5-5 0,1-1-12 16,-1 0 13-16,1-1-3 0,1 3 5 16,-2-5-4-16,3 1-3 0,1 0 4 0,0-3 2 15,-8-5-1-15,19 7 2 0,-10-4-7 0,3-2 7 16,1-2-2-16,-1-3-1 0,1-1 3 0,0 0-1 15,-3 1 1-15,4-2-1 0,-1-5 3 0,-4 4 2 16,3-8-5-16,-4 1 1 0,1 1 2 0,-2 1-3 16,-4-4 2-16,3 2-1 0,-5-2 3 0,-1 1-6 15,1-1-2-15,-2-2-3 0,0 0 3 0,-1 0-2 16,-2 3 0-16,4 1 1 0,0 14 2 0,-6-23 2 16,6 14-11-16,0 9 12 0,-4-13-8 0,4 13 8 15,0 0 0-15,-2-15-5 0,2 15 2 0,0 0 0 16,0 0 0-16,0 0 1 0,0 0-1 0,0 0-1 15,-21 30 6-15,20-19-3 0,1-11 0 0,-5 24 0 16,7-11 0-16,1 0-2 0,-2-2 3 0,5-2-6 16,0 1 7-16,3-2-6 0,1 0 4 0,-1-3-10 15,3-1 14-15,-12-4-4 0,23 5 4 16,-12-5-5-16,-11 0 3 0,27-2-4 0,-13-3-4 16,-3 2 8-16,0-1 0 0,-11 4 1 0,20-10-4 0,-13 4 2 15,-7 6 2-15,12-11-3 0,-12 11 6 0,7-12-5 16,-7 12 4-16,2-11-5 0,-2 11 1 0,0-13 3 15,0 13-3-15,0 0 3 0,-1-19-1 16,1 19-4-16,0 0 6 0,0 0 0 0,-6-16-4 16,6 16 0-16,0 0 2 0,0 0-5 0,-10-4 4 15,10 4-2-15,0 0-3 0,0 0 3 0,0 0-9 16,-24 13 9-16,24-13 3 0,-11 7-4 0,11-7 2 16,-9 7-6-16,9-7 1 0,0 0-6 0,-7 10-3 15,7-10-6-15,0 0-5 0,0 0 1 0,-4 12-14 16,4-12 5-16,0 0 2 0,0 0 3 0,0 0 4 15,0 0 1-15,0 0-2 0,20 9 4 0,-20-9 3 16,0 0 0-16,16 0 4 0,-16 0-4 0,0 0 0 16,0 0 4-16,27-6 2 0,-27 6-1 0,10-4 3 15,-10 4-5-15,11-5 10 0,-11 5-1 0,0 0-3 16,0 0-1-16,21-8 3 0,-21 8 4 0,0 0-2 16,13-8-2-16,-13 8 3 0,0 0 0 0,14-4 1 15,-14 4 1-15,0 0-2 0,0 0 8 0,0 0-3 16,0 0 0-16,0 0 2 0,0 0-2 15,4-9 1-15,-4 9 0 0,0 0 1 0,0 0 0 0,0 0 0 16,0 0 2-16,0 0-2 0,0 0 2 0,0 0 0 16,0 0-3-16,0 0-1 0,0 0 0 0,0 0 3 15,-33-2-4-15,33 2-3 0,0 0 6 0,0 0-3 16,0 0 2-16,-7 20-1 0,7-20-1 0,-4 10 0 16,4-10 0-16,-5 11 3 0,5-11-4 15,0 0 2-15,0 0 1 0,-2 15-2 0,2-15 0 16,0 0 3-16,0 0-3 0,0 0 6 0,0 0-2 15,0 0 3-15,0 0 2 0,0 0 10 0,-1 13 2 16,1-13-1-16,0 0 4 0,0 0-5 0,0 0 1 16,0 0-1-16,0 0-3 0,0 0 0 0,0 0 2 15,0 0 5-15,0 0 2 0,0 0-5 0,0 0 0 16,0 0-4-16,0 0 2 0,0 0-8 0,0 0-1 16,0 0 1-16,0 0-6 0,0 0 1 0,0 0 0 15,0 0-3-15,0 0 3 0,0 0-2 0,0 0-3 16,6 16 4-16,-6-16-3 0,4 16 3 0,-2-6-2 15,-2-10-1-15,7 15 5 0,-1-9-8 0,-6-6 5 16,7 13-5-16,-7-13 3 0,12 9 2 0,-12-9-11 16,8 3 13-16,-8-3-2 0,0 0 4 0,0 0-4 15,26-7 4-15,-26 7-5 0,12-10-7 0,-2 3 10 16,-4 0-1-16,-6 7-1 0,9-12 2 0,-9 12 0 16,5-12 1-16,-5 12 0 0,4-14 1 0,-4 14-2 15,0 0 11-15,0-18-2 0,0 18-1 0,0 0-2 16,0 0-1-16,0 0 7 0,2-12-6 0,-2 12-9 15,0 0 5-15,0 0 7 0,0 0 3 0,0 0 1 16,6 40 3-16,-7-19 2 0,1 5 0 0,-1 1-4 16,2 1 3-16,-2-1-7 0,1-1 4 0,-1 0-3 15,-2-1-6-15,6-1 1 0,-3-3 3 16,2-2-6-16,-1-1 1 0,1 8-13 0,-4-11 14 16,0 2-1-16,-2-1-8 0,0-3-23 0,-1 4-25 0,-1-3-13 15,-3-1-32-15,-3-1-27 0,-1-1-39 0,3-4-40 16,-4-1-45-16,3 0-190 0,-6-1-467 0,17-5 207 15</inkml:trace>
  <inkml:trace contextRef="#ctx0" brushRef="#br0" timeOffset="155665.4">12711 17095 188 0,'0'0'189'0,"7"-19"-20"0,-1 12 22 16,-6 7 26-16,2-11-8 0,-2 11-21 0,0 0-19 15,5-10-24-15,-5 10-16 0,0 0-14 0,0 0-10 16,0 0-5-16,0 0-9 0,0 0-8 0,27 18-5 16,-21-7-3-16,0 0-9 0,-2-1-6 0,0 7-3 15,1-6-13-15,-1 6-13 0,-2-6-38 0,-2 6-31 16,0-4-46-16,0-13-10 0,-2 24-33 0,2-24-15 16,-4 17-16-16,4-17-30 0,-5 13-123 0,5-13-336 15,0 0 149-15</inkml:trace>
  <inkml:trace contextRef="#ctx0" brushRef="#br0" timeOffset="155820.94">12770 17015 8 0,'0'0'115'0,"-2"-21"61"0,2 21-8 0,-8-15-15 0,8 15-36 16,0 0-42-16,-2-15-54 0,2 15-2 0,0 0-35 15,0 0-14-15,0 0-15 0,0 0-8 0,0 0 1 16,0 0-11-16,0 0 5 0,0 0-32 15,0 0-96-15,0 0 42 0</inkml:trace>
  <inkml:trace contextRef="#ctx0" brushRef="#br0" timeOffset="156448.87">12845 17024 128 0,'0'0'146'0,"0"0"-17"0,0 0-11 0,0 0-11 0,0 0-14 15,0 0-3-15,0 0-5 0,11 9-6 0,-11-9-7 16,0 0 1-16,0 0 0 0,6 8-6 0,-6-8 6 15,4 10-5-15,-4-10-4 0,0 0 3 0,4 14-6 16,-4-14 1-16,3 9-8 0,-3-9 5 0,0 0-5 16,4 16-1-16,-4-16-4 0,6 9-5 0,-6-9-5 15,3 10-1-15,-3-10-4 0,0 0-4 0,7 12 0 16,-7-12-4-16,0 0-1 0,3 10-9 0,-3-10 2 16,0 0-2-16,0 0 1 0,6 8-6 15,-6-8 6-15,0 0-4 0,0 0 0 0,8 8 0 0,-8-8 0 16,0 0 2-16,0 0-2 0,0 0 6 0,0 0 1 15,19 1 2-15,-19-1-1 0,0 0-1 0,0 0 2 16,15-9 0-16,-15 9 5 0,10-9-6 0,-10 9 2 16,11-14 4-16,-9 4-4 0,-2 10 5 0,2-16-1 15,-2 16 4-15,2-17-3 0,-2 17 5 16,0-15 5-16,0 15 7 0,-4-19-7 0,4 19 4 16,-5-12-3-16,5 12 1 0,-4-10 2 0,4 10-3 15,0 0-7-15,0 0-1 0,-2-14-9 0,2 14 0 16,0 0-7-16,0 0-2 0,0 0-13 0,0 0 1 15,0 0-1-15,11-11-1 0,-11 11-3 0,18-2 3 16,-18 2 3-16,30 7-3 0,-15-4 0 0,5 2-2 0,-7-1 0 16,4 6 1-16,-6-7-3 0,5 6-5 15,-6-2 7-15,-1 2 2 0,1-2 1 0,-4 0-12 16,-6-7 13-16,9 11 1 0,-9-11-1 0,7 11-8 16,-7-11 16-16,6 7 4 0,-6-7 4 0,0 0 6 15,0 0-4-15,0 0 3 0,0 0-14 0,0 0 11 16,0 0-2-16,0 0 1 0,0 0-2 0,0 0 2 15,0 0-2-15,-31-28 3 0,29 19-7 16,2 9 2-16,-1-23 1 0,2 8-3 0,-1 15-15 0,9-28 14 16,-4 17-3-16,-1 1-4 0,-4 10-1 0,18-21 4 15,-9 15-3-15,2 1 0 0,-11 5 0 0,16-3 2 16,-16 3 0-16,22 3-2 0,-10 2 3 0,1-1-8 16,-2 2 6-16,1 6-1 0,-2-3-2 0,0 4-1 15,-3-2-29-15,-1 6-32 0,-2-6-46 0,-4-11-58 16,3 29-60-16,-4-13-15 0,1-16 7 15,-12 23-185-15,-2-8-452 0,-2-5 200 0</inkml:trace>
  <inkml:trace contextRef="#ctx0" brushRef="#br0" timeOffset="160484.29">13044 16988 3 0,'0'0'84'15,"0"0"-1"-15,0 0 1 0,0 0-3 0,0 0-8 16,0 0 11-16,0 0-6 0,0 0-4 0,0 0-4 16,0 0-4-16,0 0-2 0,0 0-7 0,0 0 4 15,0 0-2-15,0 0-5 0,0 0-2 0,0 0 0 16,0 0-5-16,0 0-6 0,0 0-1 16,0 0-4-16,0 0-6 0,0 0-4 0,0 0 2 0,0 0-16 15,0 0 13-15,0 0-2 0,0 0-7 0,0 0-2 16,11-15 4-16,-11 15-2 0,0 0 1 0,0 0-4 15,0 0 1-15,0 0 5 0,0 0 6 16,0 0 8-16,0 0-5 0,0 0 1 0,0 0 1 16,0 0-4-16,0 0 4 0,0 0-1 0,0 0-1 15,0 0 4-15,0 0 1 0,0 0-9 0,0 0 5 0,0 0-4 16,10-8-7-16,-10 8 7 0,0 0-7 0,0 0-3 16,0 0-3-16,0 0 0 0,0 0 0 0,0 0 0 15,3-11 0-15,-3 11-1 0,0 0-1 0,0 0 2 16,0 0-3-16,0 0-2 0,0 0 0 15,0 0-1-15,0 0-1 0,0 0 6 0,0-16-9 16,0 16 5-16,0 0 1 0,0 0 1 0,0 0 2 16,0 0-5-16,0 0 5 0,0 0-5 0,0 0 1 15,0 0 0-15,0 0-1 0,0 0 2 0,0 0-1 16,4-13-3-16,-4 13-2 0,0 0 2 0,0 0 1 16,0 0-3-16,0 0 2 0,0 0-6 15,0 0 8-15,0 0-5 0,0 0 2 0,-7-16-3 0,7 16 2 16,0 0-3-16,-6-8 6 0,6 8-2 0,0 0-5 15,0 0 2-15,-6-11-1 0,6 11 3 16,0 0-4-16,0 0 2 0,0 0 1 0,0 0-1 0,0 0 2 16,0 0 0-16,-5-14-6 0,5 14 1 0,0 0 1 15,0 0-5-15,0 0 12 0,0 0-10 0,0 0 8 16,0 0 1-16,0 0-3 0,0 0 2 0,0 0-4 16,0 0 5-16,0 0-2 0,0 0-4 0,0 0-2 15,-7-8 5-15,7 8-7 0,0 0 0 16,0 0 0-16,0 0-1 0,0 0 5 0,0 0-5 15,0 0 5-15,0 0-1 0,0 0 3 0,0 0-3 16,22 26-3-16,-22-26 3 0,7 12 1 0,0-3 2 16,-2-1-2-16,-5-8-3 0,9 16 2 0,-1-7-3 15,-4 0 8-15,2-1 0 0,0 2-1 0,-1-1-4 16,-5-9 2-16,10 18 2 0,-4-8 0 0,-2 0 1 16,1 1 1-16,-3-3 0 0,2 2-3 0,-2-3 4 15,0 2-1-15,-2-9 0 0,5 14 2 0,-5-14-1 16,4 15-4-16,-1-10-2 0,-3-5 9 0,5 12-3 15,-5-12-2-15,2 9 0 0,-2-9-3 0,0 0 0 16,2 10 4-16,-2-10-3 0,0 0 2 0,2 7 1 16,-2-7-1-16,0 0 1 0,0 0-2 0,0 0 5 15,4 9 1-15,-4-9-9 0,0 0 4 0,0 0-1 16,0 0 9-16,0 0-3 0,0 0 5 0,0 0 2 16,0 0 3-16,0 0 0 0,0 0 0 0,0 0-6 15,0 0-1-15,0 0 0 0,0 0-1 0,0 0 8 16,0 0-9-16,0 0 4 0,0 0-10 0,0 0 8 15,0 0-1-15,-2-33-4 0,2 33 1 0,0 0-1 16,-2-18-2-16,2 18-3 0,5-17 0 0,-5 17 1 16,4-15-1-16,0 7-3 0,-4 8 4 0,10-16-3 15,-3 9 2-15,-1-2 0 0,1 1 0 0,4-1 3 16,-11 9-5-16,15-14 3 0,-8 7-3 16,-7 7-3-16,12-7 5 0,-12 7-1 0,13-4-1 15,-13 4-3-15,0 0 0 0,20 1-2 0,-20-1 4 0,14 10-4 16,-5-2 3-16,-4 0-2 0,1 4 6 0,1 2-2 15,-1 0 1-15,-4 1 2 0,4 3-5 16,-2-1-9-16,0 1-30 0,-1-3-41 0,-1 2-35 16,4-2-61-16,-2 2-167 0,-3-5-375 0,1-2 167 15</inkml:trace>
  <inkml:trace contextRef="#ctx0" brushRef="#br0" timeOffset="161904.54">14043 17157 8 0,'-2'-16'193'0,"-1"8"-6"0,-3-1-18 16,1 0 0-16,-4 0-9 0,0 1-10 0,-2 3-10 16,0-1-13-16,-2 0-10 0,-2 2-12 0,-2 4-7 15,-4 0-11-15,-1 4-6 0,2 2-7 0,0 2-1 16,-3 3-13-16,5-1-5 0,-4 6-7 0,3-5-4 15,6 3 4-15,2 0-12 0,-3 2-3 0,6 0-3 16,1-6-4-16,5 6-3 0,-1-4-5 0,3-1 4 16,3 1-4-16,1-1-2 0,3-3 0 0,2 1 1 15,3-3-7-15,5-1 4 0,1-2-3 0,0 0 4 16,2-3-2-16,1-1-2 0,-2-1-2 0,0-2-1 16,-2-4 1-16,2-2 1 0,-1 0-1 0,-3-1-3 15,6-7 0-15,-10 2 1 0,2 0 3 0,1-7 1 16,-6 4 9-16,-3-4-1 0,0-3-4 15,-1 2 2-15,-4-3 0 0,0 3 1 0,0-4-2 0,-4 2-6 16,2-1 4-16,-3 8 3 0,0-7-1 0,-1 2 2 16,1 7 2-16,1 3 3 0,0 2 2 0,4 12 0 15,-6-15-4-15,6 15-5 0,-4-10-4 16,4 10 1-16,0 0 0 0,0 0-9 0,0 0 5 16,-7 37 1-16,5-8-7 0,0 4 3 0,0 3-5 15,2 13 5-15,0-2-7 0,-2-1 2 0,2-14-1 16,2 0 4-16,2-1-2 0,5-1-4 0,-5-2 7 15,4-3-5-15,0-2 5 0,-1-5-6 0,5-2 3 16,-3 1-2-16,3-5 3 0,-2-3-2 0,-1-4-7 16,2 1 3-16,1-3-2 0,1-2-7 0,-13-1 3 15,24-5-5-15,-8-3 4 0,2 1 1 0,-2-6-2 16,-2 0-1-16,0-2 1 0,1-6 2 0,2-2-2 16,-7-1 1-16,1 1 5 0,-2 0-3 0,-2-2 2 15,-3 7-3-15,0-2 7 0,-3-4-9 0,-1 7 9 16,1 1-3-16,0 7 8 0,-1 9 4 0,2-16 1 15,-2 16 0-15,0 0-4 0,-2-14 0 0,2 14-3 16,0 0 0-16,0 0-5 0,0 0 4 0,0 0 1 16,0 0 1-16,-17 36-3 0,9-19 1 0,5 2-2 15,-1-2-3-15,0 2 5 0,2 0-10 0,2-3 10 16,0 1-3-16,2-6-1 0,4 3 2 0,-1-3-2 16,3-2-9-16,0 0 4 0,1-3-2 0,3 0 5 15,1-4-2-15,0-1-1 0,5-1 4 0,11-5-1 16,-2-2 2-16,1-3-6 0,-1-1-1 15,-2-3-1-15,-8 2 6 0,6-2-4 0,-8 1 2 16,-4-3 2-16,1 2 3 0,-6-5-1 0,0 0-1 16,-4-1 3-16,1-4 1 0,-3-2-2 0,-3 0 4 15,1-1 1-15,-2 2-2 0,0 7 12 0,1-2 2 16,1 4 11-16,-2 1 6 0,-1-1 10 0,4 6 3 0,1 10 1 16,-8-15-6-16,8 15-8 0,-4-7-8 15,4 7-1-15,0 0-2 0,0 0 1 0,0 0 2 0,9 51 0 16,-5-21-3-16,1 2 0 0,-1 4-5 15,-3-2 4-15,3 11-5 0,-2-12-3 0,0 2-1 16,2 0 1-16,-4-2 0 0,2-2 2 0,1 2-2 16,1-6-2-16,1 2-13 0,-2-2 12 0,-1-1-10 15,2-6-6-15,0-2-27 0,-1 2-33 0,1-4-31 16,-1 1-28-16,-1 0-31 0,1-6-42 0,1 0-28 16,-2-3-166-16,-2-8-426 0,0 0 188 0</inkml:trace>
  <inkml:trace contextRef="#ctx0" brushRef="#br0" timeOffset="162322.1">14577 17239 1296 0,'-2'-26'19'0,"2"2"46"0,2 8-24 16,0 4 2-16,4 2-14 0,-6 10 3 0,13-14-3 16,-4 9 13-16,2 2-8 0,-11 3 2 0,18 0-2 15,-18 0 1-15,20 6 1 0,-11 2-5 16,3 5 0-16,-6 4 1 0,-2-1-9 0,-2 3 2 15,-2-1-5-15,-3 0-6 0,-2 1-4 0,-4-2-11 16,1-2-8-16,0 1 4 0,1-2-3 0,-2-5 1 16,3 0 7-16,1-3-1 0,5-6 0 0,-7 9-6 15,7-9 12-15,-4 9-3 0,4-9 3 0,0 0-3 16,0 0-4-16,0 0 2 0,0 0 4 0,0 0 2 16,0 0 8-16,33-12-8 0,-20 8 10 0,2-4-7 15,0 1-1-15,4 1 5 0,-5-2-1 0,3-1 4 16,2-2-1-16,-3 2-1 0,2-1 3 0,-1-3-5 15,-1 0 0-15,-1 1 4 0,-4-4-5 0,-2 6 9 16,0-3 1-16,-3 1 0 0,1-3 0 0,-2-1 1 16,-5 4 0-16,1-6-5 0,0 3 9 0,-3 3 4 15,-3 1 1-15,3 2-3 0,2 9 0 0,-7-17 0 16,3 11 1-16,4 6-3 0,-5-8-8 0,5 8-1 16,0 0-1-16,0 0-3 0,-26 17-1 0,16-2-2 15,-1 9 3-15,3-5-7 0,-1 3-24 0,1 3-37 16,3 1-43-16,3-7-45 0,0 7-54 0,0-9-153 15,2 2-378-15,0-3 168 0</inkml:trace>
  <inkml:trace contextRef="#ctx0" brushRef="#br0" timeOffset="162518.01">14984 17231 156 0,'6'-11'157'0,"3"-5"0"0,-2 6 0 16,0-1 1-16,1 3 3 0,-2-1-9 0,-6 9-21 0,9-12-6 15,-9 12-12-15,12-3-12 0,-6 1-8 0,-6 2-6 16,0 0-5-16,18 9-10 0,-10 1-6 16,-2-1-7-16,-1 4-3 0,0 1-12 0,0 3-19 15,-1 0-36-15,-1-4-24 0,-3 5-32 0,0-3-48 16,0-2-38-16,0-1-143 0,0-12-320 0,0 21 142 16</inkml:trace>
  <inkml:trace contextRef="#ctx0" brushRef="#br0" timeOffset="163108.15">15400 17122 102 0,'0'0'171'0,"-7"-23"-3"15,3 13-19-15,-4 1 7 0,8 9-11 0,-15-13-8 16,15 13-9-16,-18-1-14 0,18 1-8 0,-20 10-9 16,6 3-6-16,-2 7-11 0,5-3-7 0,0 8-1 15,4-8-14-15,-1 7-1 0,1 0-15 0,2-6 5 16,4 0-7-16,0-1 0 0,2-5-5 0,2 1 0 15,2-2-14-15,1-1 4 0,2-3-2 0,2 0-1 16,3-5-7-16,5-3-3 0,2-3 2 16,6-5 0-16,1-1 0 0,0-3-3 0,-3 0 0 15,-1-4 1-15,-1 0-1 0,-10 1-3 0,0 2 1 16,3-9-2-16,-8 5 5 0,2-4 3 0,-4 2-7 0,0-5 5 16,-3 0-4-16,-1-1-3 0,5-1 2 0,-7 1 4 15,-1-4-7-15,-2 0-2 0,0 4 4 0,-3 1-2 16,2 7 11-16,0 3 10 0,2 5 10 15,2-2 5-15,1 12-5 0,-4-12-6 0,4 12-5 16,0 0-2-16,0 0-5 0,0 0 0 0,0 0 1 16,9 49 1-16,-9-21-5 0,3 3-2 0,-3 3 0 15,1-1 1-15,0 3-3 0,0-5-3 0,-1-1 1 16,0-2 0-16,3-1-1 0,1-8-9 0,1-2 8 16,-2 2-2-16,3-5-1 0,-2-3 3 0,2-1 0 15,2-2 1-15,1-2-2 0,2-1 1 0,3-5-1 16,3-1 3-16,3-4-4 0,6-3-1 0,2 0 3 15,-4-4-4-15,1-2-6 0,-2 0 8 0,-3-3-4 16,-3 3-4-16,-5-2-5 0,6-4 2 0,-6 4-5 16,-5-1 0-16,0-1 0 0,-1-7 0 0,-3 6 3 15,1 2-1-15,-2 4 1 0,1 2 2 0,-3 11 2 16,3-15 0-16,-3 15 0 0,0 0-10 0,4-13 6 16,-4 13 1-16,0 0-1 0,0 0 8 0,0 0 9 15,-2 36 1-15,2-20-12 0,-2 3 15 16,-1 6-5-16,0-1 2 0,-1-5-4 0,3 1-1 15,0 3 4-15,-2-5-5 0,2 1 0 0,0-2-14 0,-1-4-22 16,1 2-23-16,-2-4-30 0,1 1-28 0,2-12-70 16,-1 20-222-16,-3-10-438 0,4-10 193 0</inkml:trace>
  <inkml:trace contextRef="#ctx0" brushRef="#br0" timeOffset="163769.81">16434 16967 42 0,'8'-13'234'0,"-8"13"-4"0,3-9-6 15,-3 9-16-15,0 0-15 0,5-10-24 0,-5 10-21 16,0 0-8-16,0 0-11 0,0 0-4 0,0 0-1 16,-5 36-12-16,1-15-5 0,-1-4-9 15,-2 3-8-15,2 6-9 0,3-7-12 0,0 1-15 16,4-1 4-16,-1-2-3 0,1 0-6 0,5-3-5 16,-5-2-4-16,5-1-4 0,-1-3-2 0,1-1-13 15,-1 0 12-15,1-2-7 0,3-3-1 0,-10-2 0 16,19 0-6-16,-8-4-1 0,1 1-15 0,-1-2 13 15,-2-3-3-15,0-1 0 0,1-2-13 0,-2 1 0 0,-2-4-5 16,0 3 5-16,1-5-6 0,-3 5-2 16,-2-3 1-16,0-3-6 0,-2 0-2 0,-2 2-5 15,2 15 3-15,-1-29-3 0,0 17 5 0,1 12 1 16,-1-23 1-16,1 23 1 0,0-13-3 0,0 13-3 16,0 0 4-16,5-12 2 0,-5 12 3 0,0 0-3 15,0 0 1-15,29 16 1 0,-17-5 3 0,-5 0-2 16,5 3 6-16,-2-1-4 0,0 4 3 0,-2 0-1 15,1-2 0-15,0 1-1 0,-3-4 3 0,1 2 1 16,-2-3 0-16,-4-2 3 0,0 0 0 0,-1-9 1 16,4 10 1-16,-4-10-6 0,0 0 6 0,0 0 0 15,0 0 1-15,0 0-2 0,0 0 3 0,0 0-1 16,0 0 2-16,0 0-2 0,-25-25-1 0,22 14 4 16,3-6-4-16,3-1-1 0,-1-2 2 0,7-5-5 15,-1 2 0-15,3-3 2 0,3 3-3 0,3 2 2 16,1 2 2-16,-4 4 2 0,9-1 5 0,-9 8 2 15,4 0-8-15,-5 4 5 0,1 4-1 16,-14 0 0-16,25 5 5 0,-9 2-4 0,-5 1 0 16,-3 3 1-16,1 5-1 0,-2 0-3 0,-3 3-5 15,-1 1 8-15,1 5-15 0,-4-1-35 0,-3 2-29 16,-1 1-41-16,4-8-77 0,3-2-233 0,-1 2-455 0,7-4 202 16</inkml:trace>
  <inkml:trace contextRef="#ctx0" brushRef="#br0" timeOffset="164350.4">17746 16976 152 0,'-12'-14'215'0,"6"8"-14"0,-4 1-10 15,-2 1-11-15,-6 1-12 0,1 3-18 16,1 1-11-16,-2 6-17 0,-6 6-5 0,6-2-15 15,-4 6-11-15,2 2-6 0,1 2-15 0,3 1 0 16,2 2-6-16,8 0-9 0,-1 0-3 0,5-4-4 16,2-1-7-16,2-4-3 0,1-2-4 0,2 2-2 15,1 1-7-15,3-7-1 0,0 1 3 0,0-5-6 16,4 2 0-16,0-4-6 0,-2 0 4 0,5-4-1 16,3-3-6-16,-1-5 0 0,-1-1-1 0,4-7-2 15,-6 2 0-15,1-6-11 0,-5 6 15 0,-1-10-6 16,-1 1 1-16,-4 5-4 0,2-11 4 0,-6 5-4 15,-1-7-2-15,-4 0 5 0,0 3-2 0,-1-4 1 16,-1 1 0-16,0 3-7 0,-1-2 4 0,1 3-1 16,-2 3 4-16,2 7 10 0,1 1-1 0,-2 2 9 15,5 6 4-15,-2-1 1 0,4 10-5 0,0 0-6 16,-7-13-4-16,7 13 3 0,0 0-4 0,0 0 5 16,0 0 4-16,-1 59-2 0,1-31-1 15,-1 6 0-15,0 13-1 0,-1 0 0 0,0-12-1 16,3 0-5-16,-2-3-1 0,5 1 2 0,1 0-3 0,2-4-6 15,-3 0-24-15,3-2-40 0,-1-2-36 0,-2-6-49 16,0-3-58-16,2-4-49 0,-5 1-139 0,0-2-422 16,-1-11 187-16</inkml:trace>
  <inkml:trace contextRef="#ctx0" brushRef="#br0" timeOffset="164636.34">17899 17060 12 0,'0'0'175'0,"0"0"-3"0,0 0 4 16,0 0-4-16,0 0-19 0,0 0-7 0,0 0-19 16,-5 46-6-16,6-37-11 0,3 3-9 0,0 0-3 15,1 0-11-15,2-3-7 0,2-1-2 0,1 0 2 16,1-3-3-16,6-1 5 0,2 0-7 0,2-6-5 16,8-1 2-16,-2-5-4 0,-1-1-3 0,0-2-2 15,-8 2 3-15,-2-1 5 0,-2-3 4 0,-5 0-10 16,-2 1-9-16,-3-1 3 0,-4 0-17 0,0-2 8 15,-6-2-13-15,-3 2 4 0,-3 2-20 0,-9-3 9 16,5 5-3-16,-10-2-12 0,7 7-21 0,-2 2-1 16,0-1-21-16,0 6-19 0,-7 2-30 0,8 4-25 15,-2-1-38-15,4 5-42 0,2-2-38 0,1 3-165 16,1 0-416-16,7-2 185 0</inkml:trace>
  <inkml:trace contextRef="#ctx0" brushRef="#br0" timeOffset="164883.93">18356 16841 1388 0,'13'-21'68'0,"-5"4"2"0,-3 2 16 15,-1 3-12-15,0-4-7 0,0 5 7 0,-4 11 26 16,3-15 5-16,-3 15-12 0,2-12-5 0,-2 12-18 16,0 0 0-16,0 0 12 0,0 0 4 0,0 0 1 15,16 31 0-15,-14-7 4 0,3 8-8 0,-4 3-8 16,2 1-4-16,-2 12-6 0,0-12-11 15,-2 11-3-15,0-15-8 0,1 1-4 0,0-1-7 0,-2-1 5 16,1-2-8-16,4-3-4 0,0 2-3 0,-1-9-15 16,0 2-33-16,-2-6-34 0,3 5-24 0,-3-9-40 15,0-11-38-15,0 25-65 0,1-17-41 0,-1-8-144 16,-6 14-445-16,6-14 196 0</inkml:trace>
  <inkml:trace contextRef="#ctx0" brushRef="#br0" timeOffset="165106.01">18433 16883 50 0,'14'-10'211'16,"-1"7"-15"-16,-13 3-17 0,24 0-16 0,-24 0-5 16,22 10-20-16,-9 0-6 0,-3 1-14 0,-2 1-9 15,-2 3-12-15,-3 2-7 0,-1 0-8 0,-2 1-12 16,-4 1 1-16,-2-2-11 0,-1 0 1 0,-3-2-10 15,0 2-9-15,-3-5 0 0,2 1-26 0,1-4-24 0,2 0-22 16,-2-2-42-16,2-1-42 0,2-1-59 16,6-5-118-16,0 0-313 0,-21 4 139 0</inkml:trace>
  <inkml:trace contextRef="#ctx0" brushRef="#br0" timeOffset="165296.06">18633 16877 1681 0,'12'-12'24'0,"-3"1"22"0,0 5-18 15,-9 6-8-15,11-10-14 0,-11 10 0 0,12-4 24 16,-12 4 1-16,0 0 9 0,0 0 13 0,16 11 12 16,-16-11 3-16,8 20 2 0,-5-4-3 15,-2 4 2-15,2 4-8 0,-5-4-8 0,2-1-1 16,0 7-6-16,-1-7-6 0,-1 6-5 0,2-6-19 16,0 1-30-16,0 0-35 0,0-2-43 0,-4 1-38 15,1-4-57-15,2-2-170 0,-3-1-385 0,4-12 172 0</inkml:trace>
  <inkml:trace contextRef="#ctx0" brushRef="#br0" timeOffset="165670.44">18874 16981 26 0,'0'0'159'0,"6"-20"10"0,-2 8-3 0,1 1-8 15,3 0-3-15,0-4-5 0,2 2-8 0,3 3-9 16,1 0-7-16,-4 2-12 0,4 5-8 16,3-2-9-16,-3 4-5 0,-14 1-7 0,28 5-12 0,-17 1-4 15,3 5 0-15,-2 2-1 0,-2 2-5 0,-1 3-8 16,-4 0-4-16,-1 1-9 0,-1 1-3 0,-3 0-28 16,0 4-44-16,0-4-48 0,-2-5-64 0,1-2-69 15,-3 2-111-15,3-3-350 0,1-12 155 0</inkml:trace>
  <inkml:trace contextRef="#ctx0" brushRef="#br0" timeOffset="166176.4">19455 16777 157 0,'-13'-14'217'0,"6"11"-9"15,7 3-10-15,-23 1-10 0,8 5-7 0,-3 4-17 16,1 2-8-16,-4 7-13 0,-1 2-13 0,4-1-16 15,0 2-11-15,8-4-11 0,2-1-5 0,-1-1-12 16,5-1-3-16,2-5-9 0,2-10-10 0,0 19-2 16,0-19-8-16,8 13-4 0,-8-13-2 0,21 5-5 15,-9-6 0-15,-12 1-4 0,38-10-2 0,-21 3-1 16,3 2-5-16,-3-5-5 0,-1 0 3 16,-3-2-1-16,-1 5-1 0,-2-2 1 0,-10 9-3 0,15-16-2 15,-9 8 3-15,0 0 3 0,-6 8-3 0,6-11-1 16,-6 11 4-16,0 0-10 0,8-9 0 15,-8 9-5-15,0 0 1 0,0 0 7 0,0 0 7 16,10 26 4-16,-9-5 4 0,3 9-3 0,-3 3 6 0,1 13 5 16,-2 0 2-16,2 0-4 0,-2 2 0 0,3-1 6 15,-2-11-11-15,0 11-1 0,3-1-1 0,0-13-3 16,0 0-2-16,-4 0-4 0,5-3 5 0,0-2-10 16,-4-9 5-16,2 0-4 0,-1-2 2 0,1 0-4 15,-3-6 6-15,0-4 0 0,0-7-1 0,0 0 1 16,-9 17-2-16,9-17-1 0,-17 3-3 15,17-3 0-15,-23-2 0 0,12-3-1 0,-1-1-1 16,-2-6-1-16,5 2 3 0,-1-6-5 0,4-2 1 16,-2-7-5-16,4-2 3 0,2-1-2 0,2-1-1 0,5-4-9 15,5 1-6-15,-1-3-8 0,5 3 0 16,1 0-8-16,2 1 1 0,5 2-9 0,1 1-12 16,1 6-16-16,4-2-21 0,-1 3-23 0,7 5-25 15,-2 1-39-15,14-5-40 0,-11 9-227 0,0 1-476 16,3-2 210-16</inkml:trace>
  <inkml:trace contextRef="#ctx0" brushRef="#br0" timeOffset="167059.37">20238 16816 193 0,'-13'-10'218'0,"5"9"-11"15,-3-3-18-15,11 4-12 0,-28 6-9 0,12 2-8 16,-5 11-8-16,0-1-17 0,3 6-9 0,2 4-12 16,3 3-9-16,-2-1-12 0,4 3-5 0,2-2-8 15,2 0-12-15,5 0-2 0,0-2-11 0,3-2 0 16,3-9-6-16,2 1-8 0,3-2-11 0,0-3-17 16,5-2-10-16,2-1-25 0,1-4-10 0,1 0-12 15,4-5-5-15,-2-2-19 0,1-2-2 0,-1-3-15 16,2-2 20-16,-3-2 5 0,-2-1 2 0,-2-2 9 15,2-2-11-15,-5 2 23 0,1-1 8 0,-2-5 13 16,-1 1 2-16,5-7-3 0,-4 2 8 0,0-4 13 16,-2 8 1-16,-4 0 8 0,0 2 11 0,-1 0 9 15,0 1 12-15,-3 2 10 0,0 4 12 16,-1 9 6-16,2-11-6 0,-2 11-4 0,0 0-10 0,0 0-3 16,0 0 0-16,0 0 6 0,0 0 0 0,0 0-3 15,-21 43-1-15,12-18-6 0,2-1-4 0,0 0-2 16,2-4-7-16,4-1 0 0,2 0-3 0,-1-1-5 15,3-1 3-15,1 0-14 0,-1-6 6 0,7 3 2 16,-2-4-3-16,3-2-2 0,1-2 1 16,0-2-4-16,2-4 0 0,2 1-3 0,3-3-4 15,-6 0-3-15,-2-1 2 0,0-4-3 0,-3 0 2 16,1-1-3-16,0-1 0 0,-4-3-3 0,-3 2 3 0,-2-3-6 16,0-3 1-16,-2-1-5 0,-1 2 2 0,-1-2-3 15,-2-1-2-15,2 0 3 0,-1 1-5 0,0 0 3 16,2 0-1-16,1 1-1 0,-1 3 4 15,4 2-14-15,-1 11 13 0,4-14-2 0,-4 14 4 16,11-5 0-16,-11 5-7 0,19 4 11 0,-9 3 0 16,4 3 2-16,-2 2 2 0,0 2 1 0,0 1 3 15,-2-1-1-15,-1 3 2 0,0-1-1 0,-4-2 4 16,0 1-3-16,0 1 2 0,-5-5-2 0,3 2 0 16,-2-2 1-16,-1-11-3 0,-2 13 2 0,2-13 1 15,-2 11 2-15,2-11-12 0,-5 7 12 0,5-7-8 16,0 0 10-16,0 0-2 0,0 0-5 0,0 0 1 15,0 0-3-15,0 0 1 0,10-41 1 0,0 25-3 16,2 0 1-16,6-7 1 0,-1 1 0 0,3 2-1 16,2 2 1-16,-2 0-4 0,-2 8 2 0,-2 1 2 15,1 2-3-15,-5 1 1 0,2 3-1 0,-14 3 3 16,20 2-1-16,-8 5 3 0,-4 0-2 0,-2 2 3 16,-1 5-4-16,3 1 4 0,-8 2-20 15,0 2-33-15,-2-1-32 0,1 8-38 0,-1-7-68 0,4 5-68 16,-4-6-144-16,7-1-431 0,0-3 191 0</inkml:trace>
  <inkml:trace contextRef="#ctx0" brushRef="#br0" timeOffset="167617.81">21274 16827 45 0,'0'0'203'0,"0"0"-1"0,-11-15-11 0,11 15-14 16,-16-6-10-16,16 6-12 0,-24 3-9 0,6 7-9 15,-8 3-2-15,4 6-12 0,-3 3-6 16,1 0-6-16,6 4-18 0,5 0 1 0,-1-2-12 16,3 4-1-16,1-5-11 0,4-4-2 0,5 1-6 15,1-1-4-15,1-1-13 0,6-1 4 0,2-2-1 16,2-1-8-16,1-1 3 0,-1-4-12 0,6-2 3 15,3 0-4-15,2-2-1 0,4-3-5 0,2-4-3 0,-1-3 0 16,1-2-2-16,-1-3-2 0,-2-1-1 16,-7 3-10-16,4-9 8 0,-6 6 1 0,-3-2-1 15,-1-1 0-15,-1-1-5 0,-4 1-1 0,0-3 4 16,-3 0-5-16,0-1 3 0,-2 2-9 0,0-1 5 16,-2 5 0-16,-2 3 7 0,2 9 4 0,-1-14 11 15,1 14-8-15,-5-11-1 0,5 11-4 0,0 0-2 16,0 0-3-16,0 0 1 0,-24 16-2 0,14 0 0 15,1-1-1-15,0 2 0 0,1 1 0 0,3 1-2 16,1-1-8-16,1 0-28 0,3 3-35 0,0-3-49 16,2 1-25-16,2-4-66 0,-1 0-59 0,0 2-150 15,1-5-448-15,0-3 199 0</inkml:trace>
  <inkml:trace contextRef="#ctx0" brushRef="#br0" timeOffset="167942.18">21535 17118 53 0,'0'0'208'0,"4"-3"-10"0,-4 3-2 16,0 0-14-16,0 0-8 0,0 0-6 0,5-6-15 15,-5 6-9-15,0 0-14 0,0 0-8 0,0 0-8 16,0 0-4-16,0 0-12 0,0 0 0 0,0 0-5 16,0 0 3-16,0 0-3 0,0 0 7 0,-25 2-3 15,25-2-5-15,-10-6-7 0,7 2-3 0,3 4-6 16,-6-12-10-16,6 12-3 0,0-16-10 15,0 16-5-15,8-26-1 0,1 13-12 0,1-4 5 16,2 2-6-16,4-4-18 0,3-1 10 0,-3 6-3 16,2 3-14-16,-2 0-7 0,1 3 17 0,-2 0-1 15,-2 3-2-15,-1 2-4 0,-1 1-3 0,2 2-2 16,-13 0-2-16,19 8 8 0,-10 1-3 0,-3 0-3 16,1 2 3-16,-2 5-10 0,-3 0 6 0,0 1-20 15,-1-1-27-15,-1 3-36 0,-1-2-39 0,-2-1-45 16,1 1-57-16,-1-5-65 0,-2 3-158 0,2-3-478 15,-1-3 211-15</inkml:trace>
  <inkml:trace contextRef="#ctx0" brushRef="#br0" timeOffset="168175.69">21874 16745 248 0,'-2'-9'261'0,"2"9"-24"0,-2-12-19 0,2 12-26 16,0 0-15-16,0 0 1 0,0 0-4 0,0 0-9 16,-5 43-17-16,3-15 2 0,-2 1-15 0,2 1-7 15,-3 2-17-15,0 0-11 0,4 1-7 16,-3 0-10-16,0-1-5 0,2-3-10 0,1 3-22 16,-1-2-21-16,-1-3-25 0,2 0-35 0,1-1-35 15,0-7-50-15,1-4-69 0,0 1-245 0,-1-5-470 16,-2 0 208-16</inkml:trace>
  <inkml:trace contextRef="#ctx0" brushRef="#br0" timeOffset="168755.84">21936 16983 129 0,'19'-3'208'16,"-11"4"1"-16,-8-1-6 0,23 7-18 0,-13-1-9 15,2 2-13-15,-1 2-12 0,0 0-13 0,-3 4-15 16,1 1-13-16,-1-1-7 0,-3-3-14 0,-4 1-1 16,3-2-15-16,1 0-3 0,-1 0-7 0,-4-1-4 15,0-9-6-15,1 17-8 0,-1-17-2 0,-7 13 0 16,2-7-4-16,5-6-4 0,-9 5-2 0,9-5-2 16,-9 2-5-16,9-2-11 0,0 0 8 0,0 0-4 15,-14-12-4-15,14 12 1 0,1-17-9 0,-1 17-7 16,15-25-3-16,-3 8-9 0,1 2-3 0,3-7 0 15,3 1-7-15,1-1 6 0,-5 6-1 0,3-4 0 16,-4 4 0-16,-1 1 9 0,-1 1-1 16,-1 1 6-16,-2-3 3 0,-2 10 17 0,-3-3 0 15,0 4 9-15,-4 5-2 0,5-8-5 0,-5 8-8 0,0 0 5 16,0 0 4-16,0 0 2 0,0 0 2 0,-18 32 7 16,7-15 4-16,-2 5-1 0,1 1-4 15,1 0-3-15,2 0 1 0,-1-8-6 0,6 2 1 0,-3 0-3 16,5-4-4-16,1 2 7 0,-1-5-5 15,4 0-3-15,-1-1-2 0,0-4 5 0,-1-5-3 16,9 9 0-16,-4-7-11 0,8-4-3 0,0-2-7 16,5-2 3-16,0-5-3 0,-1 3 5 0,1-3-4 15,-4-2 3-15,2-2-5 0,-5-1 6 0,-2 0-3 16,-2 1-4-16,1-2 1 0,-1 1 0 0,-3-1 2 16,-2 5-1-16,1 2 3 0,0 0-3 0,-1 1 2 15,-2 9-3-15,1-9-5 0,-1 9-4 0,0 0 10 16,0 0 8-16,0 0 7 0,0 0 0 0,0 0-1 15,-3 44 2-15,0-28-3 0,0 1 3 0,2 1-8 16,0-1 5-16,-1 0-11 0,2 1 7 0,3 0-1 16,-2-2-27-16,3-4-25 0,1-2-38 0,3-1-45 15,0-2-42-15,3 0-55 0,1-2-180 0,0-4-443 16,0-2 197-16</inkml:trace>
  <inkml:trace contextRef="#ctx0" brushRef="#br0" timeOffset="168976.17">22493 16757 14 0,'0'0'239'0,"0"0"-3"0,0 0 4 16,0 0-7-16,0 0-5 0,0 0-5 16,3 46-18-16,-1-22-16 0,1 3-12 0,1-1-17 15,-3 3-16-15,0 0-5 0,-3-1-21 0,2 0-10 16,1 0-8-16,-4 2-7 0,1-5-10 0,1-5-16 15,-4 4-17-15,0-4-36 0,1 5-33 0,1-8-49 16,1 1-33-16,-1-3-51 0,0-2-44 0,0-3-225 0,3-10-456 16,-12 15 202-16</inkml:trace>
  <inkml:trace contextRef="#ctx0" brushRef="#br0" timeOffset="169253.47">22426 17022 23 0,'0'0'190'0,"0"0"-11"0,0 0-6 16,0 0 1-16,0 0-16 0,5-14 0 0,-5 14-10 16,20-3-6-16,-20 3-7 0,24-3-13 0,-4 1-3 15,8-4-8-15,1 2-3 0,-2 0-10 16,1-2-4-16,-5 2-5 0,-4 1-10 0,0-3-1 16,1 1-10-16,-4 4-2 0,-4-1-4 0,-12 2-8 15,16-2-4-15,-16 2-6 0,18 1 4 0,-18-1 1 0,13 8 4 16,-6-1-6-16,-7-7 15 0,10 19 0 0,-8-8-7 15,-1 5-5-15,1-1-3 0,-2 2-6 0,1-2-3 16,-2 3-1-16,-1-4-6 0,2 6-12 16,-5-6-41-16,3 3-29 0,-6-3-39 0,6-4-51 15,-1 4-54-15,3-14-71 0,-8 19-167 0,2-10-469 16,6-9 208-16</inkml:trace>
  <inkml:trace contextRef="#ctx0" brushRef="#br0" timeOffset="169425.25">22640 16702 93 0,'0'0'157'16,"0"0"-18"-16,0 0-36 0,0 0-40 0,0 0-43 15,0 0-44-15,0 0-69 0,23 33-99 0,-16-24 45 16</inkml:trace>
  <inkml:trace contextRef="#ctx0" brushRef="#br0" timeOffset="169948.25">22881 16893 18 0,'0'0'153'0,"12"6"-9"0,-12-6-8 16,0 0 3-16,0 0-20 0,0 0 4 0,8 14 6 16,-8-14-9-16,-5 15-2 0,5-15 3 0,-6 26-7 15,2-14-3-15,0 3-5 0,3 1-5 0,-5-1-15 16,3-1-7-16,0-2-3 0,3-12-9 0,-1 23-4 15,-2-13-5-15,3-10-7 0,4 18-3 0,-4-18-5 16,10 13-4-16,-2-7-1 0,-8-6-3 0,13 7-3 16,-13-7-2-16,19 5-2 0,-6-6-2 0,-1-2-4 15,0 2 2-15,-12 1-4 0,23-9 1 16,-10 2-4-16,-4-1-2 0,0-2-7 0,-2 2 5 0,1-3-1 16,-3 1-6-16,-1-1 2 0,1-4-1 0,-2 0 1 15,-1-2-1-15,0 0-1 0,-1 2 2 0,-1-3-2 16,0 1 0-16,0 5-1 0,1-6-1 15,2 7-2-15,-3 11 8 0,3-19-2 0,-3 19-5 0,4-11 1 16,-4 11 0-16,10-5 3 0,-10 5 7 16,0 0 7-16,29 10 0 0,-17 0 4 0,2 3 1 15,-5 2-8-15,-1 4 14 0,1-3-1 0,-3 1-7 16,-3-2 1-16,1 2-7 0,-3-7 1 0,0 2 2 16,-1-4-1-16,0-8-2 0,-1 16-3 0,1-16 7 15,-3 10-8-15,3-10 2 0,-5 6 3 0,5-6-17 16,0 0 13-16,0 0-7 0,0 0 6 0,0 0-5 15,0 0 0-15,0 0-1 0,0 0-2 0,16-46 2 16,-6 31-3-16,1 4-1 0,5-5-1 0,-3 4 1 16,1-2-1-16,1 4-1 0,0-2-2 0,-1 5-14 15,-1 2 13-15,0 2 4 0,-13 3 5 0,20 0 2 16,-20 0 3-16,20 8 1 0,-13-1 1 0,0 3 1 16,-1 0 1-16,-1 2-1 0,-1 3-3 0,-2 0-3 15,0 3 1-15,-2-1-13 0,0-2-25 0,0-15-53 16,-3 23-48-16,1-12-59 0,2-11-73 0,-3 21-203 15,3-21-503-15,-3 10 223 0</inkml:trace>
  <inkml:trace contextRef="#ctx0" brushRef="#br0" timeOffset="170078.11">23551 17036 26 0,'11'-7'262'0,"-11"7"-16"0,0 0-20 16,5-7 2-16,-5 7-6 0,0 0-5 0,0 0-26 15,0 0-13-15,0 0-18 0,0 0-10 0,0 0-20 16,0 0-37-16,-23-14-55 0,23 14-72 15,0 0-82-15,-14-6-254 0,14 6-401 0,0 0 179 16</inkml:trace>
  <inkml:trace contextRef="#ctx0" brushRef="#br0" timeOffset="212203.43">517 7902 73 0,'0'0'180'0,"0"0"-3"0,0 0-5 0,0 0 3 0,0 0-1 15,7-90-12-15,-7 90 3 0,7-52-13 0,-3 25-14 16,-4 27-7-16,10-55-12 0,-6 27-11 16,0-4-11-16,0 2-11 0,-1-4-8 0,1 0-13 0,3 2-6 15,-2-4-5-15,1-11-6 0,3-1-8 0,-4-3-4 16,6-1-3-16,-6-3-6 0,-1-3 0 0,3 4-9 15,2-5-1-15,0-22-1 0,0 30 2 0,1-2-8 16,0 1 1-16,-1 2-3 0,2-2-2 16,3 2 0-16,-5 0-5 0,1-1 0 0,0 2 2 15,-1 0-3-15,-3 0-1 0,6 1-2 0,-8 1 2 16,5-2-3-16,-4 15 2 0,4-1 0 0,-6 4-1 0,3 2 0 16,1 2 0-16,-1-3 3 0,4 7-1 0,-4-4-4 15,-1 9 4-15,-4 2-2 0,2-1 2 16,1-1 0-16,1 3-1 0,-5-1-24 0,0 4-1 15,2 1 5-15,1 0 2 0,-3 2-1 0,0-2 2 16,2 6 5-16,-2 5-1 0,2-12 4 0,0 7 0 16,-2 5 3-16,0-8 0 0,0 8 4 0,3-8-4 15,-3 8 1-15,0 0-2 0,0 0 2 0,1-6 0 16,-1 6-2-16,0 0 2 0,0 0-3 0,0 0 2 16,0 0 4-16,0 0-3 0,0 0-5 0,0 0-7 15,0 0-7-15,0 0 1 0,0 0-13 0,0 0-15 16,0 0-15-16,0 0-23 0,0 0-12 0,0 0-34 15,0 0-22-15,-47 56-114 0,47-56-295 0,-29 26 130 16</inkml:trace>
  <inkml:trace contextRef="#ctx0" brushRef="#br0" timeOffset="212641.97">540 6008 115 0,'0'0'130'0,"0"0"1"15,0 0-7-15,0 0-13 0,0 0-9 0,0 0-5 16,0 0-12-16,0 0-8 0,0 0-1 0,0 0-15 15,0 0-2-15,0 0-5 0,0 0-6 0,0 0-2 0,0 0-5 16,0 0 1-16,0 0-9 0,0 0 2 16,53-32-7-16,-53 32 2 0,57-12 3 0,-26 5-8 15,-4 0-1-15,4 0-5 0,1-2 7 0,-3 2-6 16,-2-3 2-16,-2 3-2 0,-5 1-7 0,0-1 7 16,-9 5-8-16,7-4 4 0,-6 2-1 0,0 0-3 15,-2 1-3-15,-3 1 2 0,-1 0 2 0,-6 2-2 16,12-1-5-16,-12 1 1 0,0 0-2 0,9-2-1 15,-9 2-4-15,0 0 2 0,0 0 0 0,9 3-1 16,-9-3 4-16,1 11-5 0,-2-1 11 0,1 1-6 16,-3 6 2-16,-1 2-2 0,-1 9-1 0,-3 2-1 15,1-1 1-15,-3 2-32 0,2-2-34 0,4 1-51 16,0 2-30-16,-1 0-120 0,-1-3-282 0,2 0 124 16</inkml:trace>
  <inkml:trace contextRef="#ctx0" brushRef="#br0" timeOffset="213766.27">392 3928 68 0,'0'0'190'0,"0"0"-9"15,0 0-9-15,0 0-11 0,0 0-10 0,0 0-13 16,0 0-14-16,0 0-13 0,-10-41-17 16,10 41-9-16,0 0-8 0,0 0-6 0,0 0-2 15,0 0-4-15,0 0-1 0,0 0 1 0,8 100-5 16,-8-100-5-16,0 69-4 0,-1-21-5 0,-1-4-3 15,-3-10-6-15,5-2-5 0,0 3-1 0,0-35-8 16,-9 57 6-16,9-57-6 0,-2 47-2 0,0-21 2 16,2-26-1-16,-4 45-9 0,4-45-15 0,-1 28-23 15,1-28-27-15,0 0-17 0,-4 43-29 0,4-43-41 16,-7 29-44-16,7-29-122 0,0 0-330 0,0 0 146 16</inkml:trace>
  <inkml:trace contextRef="#ctx0" brushRef="#br0" timeOffset="214028.48">384 3910 43 0,'0'0'164'0,"0"0"-10"0,16-36-16 15,-16 36-10-15,0 0-10 0,21-19-5 0,-21 19-11 16,0 0-7-16,0 0-9 0,34-5-18 0,-34 5 8 15,0 0-15-15,0 0-5 0,0 0-5 0,46 28-7 16,-46-28-12-16,0 0 10 0,10 39-14 0,-10-39 1 16,0 32 3-16,0-32-6 0,0 0-3 0,-21 53 1 15,10-28-6-15,-7-3 2 0,18-22-17 0,-25 30-4 16,12-14-24-16,13-16-26 0,-27 24-34 0,27-24-37 16,-23 26-127-16,23-26-269 0,-17 12 119 0</inkml:trace>
  <inkml:trace contextRef="#ctx0" brushRef="#br0" timeOffset="214373.72">470 4187 5 0,'0'0'130'0,"0"0"-10"15,23 33-1-15,-23-33-12 0,0 0-6 0,6 29-7 16,-6-29-6-16,0 0-11 0,0 0-4 0,2 39-12 15,-2-39 2-15,0 0-8 0,0 0-6 0,0 0 11 16,0 0 13-16,0 0 9 0,5 29 9 0,-5-29-2 16,0 0 0-16,0 0-12 0,0 0-12 0,0 0-2 15,0 0-16-15,0 0 5 0,0 0-9 0,0 0-6 16,0 0-3-16,0 0-6 0,14-94 0 0,-14 94-2 16,13-36-8-16,-13 36-1 0,20-31-1 0,-20 31-6 15,19-22-1-15,-19 22 2 0,0 0-4 0,24-17-7 16,-24 17 2-16,0 0 2 0,0 0-1 0,51 11 2 15,-51-11-2-15,30 19 4 0,-30-19-4 0,23 24 0 16,-23-24 1-16,19 32-5 0,-19-32-5 0,14 35-18 16,-14-35-25-16,9 35-27 0,-9-35-43 0,4 36-42 15,-4-36-141-15,-4 34-328 0,4-34 146 0</inkml:trace>
  <inkml:trace contextRef="#ctx0" brushRef="#br0" timeOffset="-214714.39">948 4134 200 0,'0'0'188'0,"0"0"-23"0,0 0-7 0,0 0-16 16,3-11-13-16,-3 11-8 0,7-9-7 0,-3 5-2 15,2-1-5-15,4-4-6 0,-2 2-4 0,-1 1-3 16,3 1 0-16,-4-2-3 0,-1 2 0 0,-1 2-3 16,1-1-1-16,-5 4-5 0,8-6-9 15,-8 6-6-15,6-3-9 0,-6 3-7 0,0 0-7 16,0 0-6-16,0 0-2 0,0 0-9 0,10 9 1 15,-7 0-11-15,1 6 6 0,-4 0 2 0,4 4-5 16,-4 6-3-16,0-4 2 0,0 4-6 0,0 0 3 0,0-6-6 16,0 0 4-16,0 1 1 0,-2-4-4 15,4 2 0-15,-4-2-1 0,2 1-2 0,0 0-18 16,-2-6-26-16,2 6-34 0,-2-4-29 0,2-13-44 16,-7 18-60-16,2-8-190 0,-6-3-424 0,2-1 189 15</inkml:trace>
  <inkml:trace contextRef="#ctx0" brushRef="#br0" timeOffset="-214555.55">982 3805 1831 0,'7'-17'11'0,"-3"0"-4"15,1 8-38-15,-3-2-19 0,1 1-45 0,-1 2-41 16,3 2-42-16,-5 6-49 0,8-13-245 0,-1 8 109 15</inkml:trace>
  <inkml:trace contextRef="#ctx0" brushRef="#br0" timeOffset="-214313.48">1144 3874 1852 0,'8'1'39'0,"-8"-1"-32"0,0 0 8 16,0 0-6-16,0 0 9 0,13-15 24 0,-13 15 9 15,4-10-9-15,-2 2-3 0,0-4 9 0,3-4 4 16,-1 0 2-16,3 1-5 0,0-2 1 0,-3 3-4 16,5 1-2-16,-5 1-5 0,3 2-1 0,-2 2-9 15,1 1-8-15,-1 1 0 0,1 3-4 16,2 2-1-16,-8 1-5 0,19 6 0 0,-9 2-2 0,3 3 0 16,-2 2-7-16,6 9-8 0,-7 2-18 0,-1 1-18 15,0 4-28-15,-4-2-42 0,3 0-57 0,-6 2-208 16,-3-1-407-16,2-1 181 0</inkml:trace>
  <inkml:trace contextRef="#ctx0" brushRef="#br0" timeOffset="-213498.53">1834 4002 139 0,'7'-3'154'16,"-7"3"-19"-16,0 0-6 0,0 0-3 0,0 0-15 16,0 24-4-16,-3-12-10 0,1-1-9 0,0 5-6 15,-2 0-10-15,1 1-8 0,2-6-5 0,2 0-6 16,-1 3-2-16,3-3-5 0,1 0-8 0,0 0 3 16,4-3-6-16,-3-1-3 0,2-1 6 0,4-2-5 15,1 2-8-15,-2-3-7 0,1-1 11 0,1-2-4 16,-3 0-5-16,4-2 0 0,-4-3-1 0,-2 3 1 15,2-5-1-15,-1 2-1 0,0-3-2 0,-2 0-4 16,-1-2 0-16,0-1-1 0,-2 2 4 0,-1-3-6 16,0 2 0-16,-2-3-3 0,0 3 4 0,0 0-3 15,1 1 1-15,-1 9 4 0,0-13-4 0,0 13-4 16,1-9 2-16,-1 9-5 0,0 0-1 0,2-5 0 16,-2 5-1-16,0 0 0 0,0 0-1 0,10 15 2 15,-3-8 1-15,-2 2 0 0,2-1 2 0,0 2-1 16,2-1 0-16,-2 0-5 0,3-3 4 15,-1 0 0-15,0 1-7 0,0-2-1 0,-1-4-1 16,3-1-26-16,-5 0 13 0,2 2-7 0,-8-2-5 16,0 0-12-16,22-11 3 0,-18 6 0 0,-4 5-14 15,6-13 8-15,-6 4-2 0,1-1 12 0,-1 10 5 0,-4-22 7 16,1 12 8-16,0 0 19 0,-1 2 7 0,2 0 10 16,0 2 1-16,2 6-4 0,0 0-1 0,-5-14-4 15,5 14-3-15,0 0-3 0,-1-11-8 16,1 11 5-16,0 0-1 0,0 0 1 0,0 0 1 15,15-4-5-15,-15 4 8 0,15-3-3 0,-5 0-2 16,1 2 4-16,0 1-5 0,1-3 9 0,0 3-2 16,-2-3-7-16,-10 3 10 0,15-2 6 0,-15 2 10 15,13-5 13-15,-13 5 1 0,10-7 1 0,-6 2 3 16,-4 5-3-16,6-8 2 0,-6 8 0 0,4-9 6 16,-4 9 4-16,4-9 0 0,-4 9-1 0,0 0-3 15,0 0-10-15,5-9-6 0,-5 9-7 0,0 0-5 16,0 0 0-16,0 0-6 0,0 0 7 0,14 23-8 15,-9-6 0-15,-2-3-1 0,0 2 0 0,-1 3-10 16,3 6 12-16,-1-1-24 0,1 1-21 0,-4-6-32 16,1-1-24-16,-2-4-19 0,1-1-50 0,0-3-33 15,1 0-120-15,-2-10-335 0,0 17 148 0</inkml:trace>
  <inkml:trace contextRef="#ctx0" brushRef="#br0" timeOffset="-213350.78">2262 3764 43 0,'0'0'21'0,"6"-7"-32"0,-6 7-12 16,0 0 6-16</inkml:trace>
  <inkml:trace contextRef="#ctx0" brushRef="#br0" timeOffset="-213126.59">2499 3751 116 0,'0'0'185'0,"0"0"-24"0,0 0-17 16,0 0-13-16,0 0-4 0,0 0 0 0,12 31-6 15,-10-12-9-15,3 5-8 0,-2 4-12 0,0 2-10 16,0-2-5-16,0 2-6 0,1-1-7 0,0-2-7 15,-2-8 0-15,1 0-10 0,-1 1-4 0,1-4-4 16,-2 2-17-16,0-5-25 0,2-1-34 0,-2-3-36 16,-1-9-35-16,2 13-19 0,-2-13-21 0,1 9-100 15,-1-9-268-15,0 0 119 0</inkml:trace>
  <inkml:trace contextRef="#ctx0" brushRef="#br0" timeOffset="-212764.31">2628 3856 68 0,'14'-13'107'0,"-3"0"-1"0,3 0 7 0,-2 1-6 16,3 2 5-16,-5 2 7 0,-1-1 2 15,-2 4 1-15,1-2-6 0,-3 3 1 0,-1-1-8 16,-4 5-13-16,8-5-2 0,-8 5-19 0,5-6-5 16,-5 6-16-16,0 0-3 0,0 0-4 0,0 0-7 15,0 0-1-15,16 17-6 0,-13-5-1 0,-1 8-1 16,0-3-6-16,0 8 1 0,-2 1 2 0,2-1-8 15,-2-6 2-15,0 1-4 0,0-1-2 0,1-2 2 16,-1-2-3-16,-1-4-4 0,-1 1-2 0,2-3 3 16,0-9-1-16,0 11-5 0,-1-5 7 0,1-6-6 15,1 8 6-15,-1-8-1 0,0 0-2 0,0 0-1 16,0 0-3-16,0 0-3 0,0 0 2 0,0 0 1 16,14-14-5-16,-9 7 0 0,1 2 2 0,-1-2-4 15,1 2 0-15,-1 0 3 0,4-2-7 0,-9 7 0 16,10-3 2-16,-10 3-2 0,12 0 1 0,-12 0 4 15,15 3-5-15,-7 5 2 0,0 0-9 16,0 1-18-16,1 2-34 0,-2 0-27 0,-1-2-42 0,2 7-27 16,-4 2-138-16,-4 0-323 0,0-2 144 0</inkml:trace>
  <inkml:trace contextRef="#ctx0" brushRef="#br0" timeOffset="-212054.48">143 4714 22 0,'0'0'206'0,"0"0"-21"0,0 0-18 16,0 0-18-16,0 0-19 0,0 0-14 0,0 0-11 15,0 0-4-15,0 0-10 0,0 0-2 0,0 0-6 16,0 0-7-16,0 0-12 0,8 107 1 0,-8-82-4 16,0-25-10-16,4 36-5 0,-4-36-2 0,0 0-5 15,1 42-6-15,-1-42 0 0,0 0 0 0,4 32 0 16,-4-32 0-16,0 0-3 0,0 0 2 0,0 0 6 16,0 0 6-16,4 29 7 0,-4-29 7 0,0 0 9 15,0 0-1-15,0 0-2 0,0 0-4 0,0 0-4 16,0 0-8-16,0 0-8 0,0 0-2 0,0 0-3 15,0 0-2-15,0 0-7 0,0 0 0 0,29-79-9 16,-29 79-2-16,19-36-2 0,-6 15 0 0,-13 21-4 16,27-26-8-16,-27 26 2 0,21-15-2 0,-21 15-3 15,0 0-3-15,31-6 4 0,-31 6-2 0,0 0-1 16,0 0 2-16,0 0-2 0,46 39 0 16,-46-39 4-16,15 32-6 0,-15-32-7 0,6 37-12 15,-6-37-24-15,2 43-23 0,-2-43-33 0,0 36-24 16,0-36-37-16,0 0-45 0,-4 40-146 0,4-40-386 15,0 0 171-15</inkml:trace>
  <inkml:trace contextRef="#ctx0" brushRef="#br0" timeOffset="-211880.48">488 4877 118 0,'0'0'188'16,"0"0"-24"-16,0 0-12 0,0 0-12 0,0 0-15 15,0 0-14-15,0 0-8 0,0 0-11 0,0 0-14 16,0 0 0-16,13 73-15 0,-13-73-36 0,0 0-39 16,0 45-44-16,0-45-59 0,-2 32-95 0,2-32-227 15,0 0 101-15</inkml:trace>
  <inkml:trace contextRef="#ctx0" brushRef="#br0" timeOffset="-211721.33">520 4806 1737 0,'-3'-51'25'0,"3"51"0"0,0 0-19 0,-4-32-6 15,4 32-35-15,0 0-25 0,0 0-33 0,0 0 4 16,0 0-15-16,0 0-9 0,0 0-10 0,0 0-73 16,0 0-213-16,0 0 94 0</inkml:trace>
  <inkml:trace contextRef="#ctx0" brushRef="#br0" timeOffset="-211377.15">773 4808 5 0,'0'0'188'0,"0"0"-8"15,0 0-6-15,0 0 7 0,0 0 0 0,0 0-9 16,0 0-17-16,0 0-12 0,0 0-12 16,0 0-14-16,0 0-9 0,0 0-13 0,0 0-13 15,0 0-6-15,0 0-8 0,-105 20-6 0,105-20-7 16,-14 21-4-16,14-21-8 0,0 0-4 0,0 0-14 15,-9 31-8-15,9-31-3 0,0 0 0 0,0 0-16 16,0 0 4-16,0 0-2 0,0 0-3 0,0 0 3 0,36 35-3 16,-36-35 1-16,0 0 1 0,0 0 2 15,0 0 0-15,46-4 2 0,-46 4-2 0,0 0 2 16,0 0-3-16,0 0 1 0,0 0-1 0,0 0-1 16,0 0-6-16,0 0 1 0,0 0 2 0,46-2-2 15,-40 9 1-15,-6-7 4 0,10 22 0 0,-10-22-3 16,7 35 8-16,-7-35-3 0,2 44 5 0,-2-44 3 15,-6 44-3-15,6-44-1 0,-17 48 6 0,6-26-1 16,11-22 0-16,-20 35-1 0,5-15-17 0,15-20-24 16,-19 32-30-16,19-32-42 0,-20 25-44 0,20-25-196 15,-24 21-372-15,24-21 165 0</inkml:trace>
  <inkml:trace contextRef="#ctx0" brushRef="#br0" timeOffset="-211031.91">940 4711 177 0,'0'0'176'0,"0"0"-10"16,0 0-16-16,0 0-14 0,17 18-2 0,-13-4-4 16,1 6-4-16,-3-1-6 0,6 8-7 0,-6 0-9 15,0-2-10-15,2-6-4 0,-2 0-13 0,-1-3-6 16,1 1 0-16,0-4-5 0,-2-2-4 0,0-1-8 15,0-10-4-15,2 16-4 0,-2-16 4 0,0 9 5 16,0-9 11-16,0 0 5 0,0 0-1 0,0 0-11 16,0 0-9-16,0 0-4 0,0 0-1 15,0 0-8-15,10-25-2 0,-8 13-5 0,3-3-6 0,1-3-7 16,1 3-1-16,1 1 0 0,1 0-6 0,-2 2 0 16,0 5-4-16,3-1 0 0,-2 3-2 0,-1 1-3 15,-7 4 0-15,18-3 0 0,-7 5-2 0,-11-2-2 16,20 8 5-16,-11 0-3 0,2 4-11 0,-1 4-17 15,-2 1-42-15,-3 2-35 0,1 0-63 16,-5 7-257-16,-2-7-460 0,2-2 205 0</inkml:trace>
  <inkml:trace contextRef="#ctx0" brushRef="#br0" timeOffset="-210328.52">1546 4864 182 0,'0'0'221'16,"0"0"-18"-16,-3-9-18 0,3 9-19 0,0 0-9 16,-6-8-18-16,6 8-4 0,-9-3-12 0,9 3-14 15,0 0-10-15,-13-1-11 0,13 1-15 0,-14 6 3 16,8-2-14-16,-4 3-5 0,1-1-7 0,1 3-30 16,-2 1-3-16,-3 4 1 0,2-2-7 0,4-2 3 15,0 1-4-15,0 4 2 0,3-5-6 0,0-1-5 16,4 1-1-16,-1-1-6 0,1-9 0 0,1 13-4 15,3-9-2-15,1 3-4 0,1-5 8 0,1 1-7 16,4-3 5-16,0-2 1 0,2 0-1 16,-1-2 3-16,6-2 0 0,-2-2-1 0,-3-1 1 0,1-1 5 15,-3-3-5-15,2 0 5 0,-3-1 0 0,-2-1 1 16,2-1 1-16,-5-3 0 0,0-5 3 0,-2 4 1 16,-3-5 4-16,2 0 7 0,-2 1-4 0,0-3-2 15,-2 1 3-15,2-1 2 0,-3 3 11 0,0 6 9 16,1-1 8-16,2 5 7 0,1 3-1 15,-2 1 7-15,0 1-2 0,1 9-4 0,-4-11-10 16,4 11-9-16,0-6-7 0,0 6 0 0,0 0-6 16,0 0 6-16,2 25-5 0,2-5-3 0,-3 9 0 15,1 0-4-15,-2 3 2 0,4 1 1 0,-4 2-4 0,0-1-3 16,-2-2-20-16,4 2-21 0,-2-5-37 16,2 0-27-16,-2 0-33 0,3-3-47 0,-2 1-42 15,-2-2-120-15,2-8-366 0,-5 0 162 0</inkml:trace>
  <inkml:trace contextRef="#ctx0" brushRef="#br0" timeOffset="-210032.89">1789 4977 121 0,'10'-13'188'0,"0"0"-12"0,3-3-21 16,-1 1-6-16,-1 1-18 0,2-1-10 0,-3 1-9 15,-1-2-10-15,-1 1 3 0,-1 0-7 0,0 2 3 16,-2 1-10-16,-3-2-4 0,0 3-3 0,-1 0-7 16,-1 6 0-16,0-5-5 0,0 10-2 0,-3-12-11 15,3 12-4-15,-5-7-8 0,5 7-8 0,-5-5-2 16,5 5-6-16,-11 2-4 0,11-2-4 0,-15 14-1 16,7-6-3-16,1 1-1 0,2 2 3 0,1 5-12 15,0 0 6-15,3-4-3 0,1 3-3 0,3-3-14 16,0 1-18-16,4 1-15 0,-1-4-27 0,4 0-22 15,1-1-35-15,-1-2-26 0,8-1-27 16,-4 0-142-16,0-2-342 0,-1-1 152 0</inkml:trace>
  <inkml:trace contextRef="#ctx0" brushRef="#br0" timeOffset="-209822.4">2111 4632 209 0,'0'0'240'0,"-4"-12"-15"0,4 12-26 16,0 0-27-16,0-11-15 0,0 11-19 0,0 0-10 16,0 0-11-16,4 34-7 0,-3-4-3 0,-1-1-7 15,-1 3-11-15,1 15-4 0,-6-3-12 0,4-12-4 16,-2 0-7-16,-1 0-10 0,4-1-22 0,-3 0-35 16,4-2-24-16,-3-3-35 0,1-1-31 0,1-7-36 15,-1-7-35-15,2 3-146 0,-3-3-338 0,3-11 149 16</inkml:trace>
  <inkml:trace contextRef="#ctx0" brushRef="#br0" timeOffset="-209618.42">2146 4764 50 0,'15'0'159'0,"-15"0"-4"15,19 6-14-15,-13-1 1 0,1 3-17 0,-3 0-5 16,2 2-21-16,-1 0-5 0,-3 4-5 0,-3-2-9 16,-1 4-8-16,-5-3-25 0,-2 3-26 0,-1-1-34 15,-1-2-38-15,0-2-49 0,1-2-105 0,-4 0-223 16,8-5 99-16</inkml:trace>
  <inkml:trace contextRef="#ctx0" brushRef="#br0" timeOffset="-209186.46">2286 4534 168 0,'0'0'163'16,"0"0"-17"-16,0 0-3 0,0 0-10 0,0 0-2 16,15 36-10-16,-11-15-7 0,-1 6-14 0,0 4-10 15,0-3-6-15,-3 1-12 0,4-1-17 0,-2 1-20 16,-2-3-29-16,2-2-20 0,-2-6-16 15,2-2-11-15,-2-3-16 0,5-3-10 0,-5-10-11 0,7 17-1 16,-3-11-1-16,3 2 7 0,-7-8 13 0,13 4 7 16,-13-4 7-16,13 4 12 0,-13-4 15 15,0 0 22-15,0 0 15 0,23-5 15 0,-23 5 12 0,10-7 6 16,-10 7 2-16,14-12 0 0,-9 5 4 16,3-2 7-16,-2 3-1 0,-1-4-3 0,3 1 3 15,-2-1-4-15,2 0 1 0,0-5 2 0,-1 5-6 16,1-4 8-16,0-1-6 0,-1 0 3 0,0 1 6 15,-2 0-2-15,-1 1 6 0,-2 4-3 0,0-1 5 16,-2 10 0-16,2-13 0 0,-2 13-9 0,0-14-7 16,0 14-6-16,0 0-5 0,-4-11-11 0,4 11-3 15,0 0-2-15,0 0-6 0,0 0-2 0,-25 25-1 16,17-12-1-16,-1 4-3 0,-2-1-8 0,5 1-15 16,-1 1-9-16,3-2-20 0,3 3-29 0,2-8-23 15,3 1-19-15,-2 1-29 0,6-4-22 0,1-1-24 16,2 0-144-16,0-1-350 0,8-4 155 0</inkml:trace>
  <inkml:trace contextRef="#ctx0" brushRef="#br0" timeOffset="-208958.08">2811 4474 149 0,'0'0'259'16,"-1"-11"-19"-16,1 11-24 0,0 0-29 0,0-13-19 15,0 13-16-15,0 0-7 0,0 0-6 0,0 0-14 16,13 45-10-16,-8-17-1 0,-1-4-12 16,1 4-11-16,-1-1-7 0,-2-4-5 0,-1 4-9 15,1-2-5-15,0-6-5 0,1 2-9 0,-3-2-19 16,1 0-23-16,0 0-34 0,-3-4-24 0,3-3-27 16,-1-12-35-16,-4 22-44 0,3-11-46 0,-2-3-139 15,3-8-367-15,-9 8 163 0</inkml:trace>
  <inkml:trace contextRef="#ctx0" brushRef="#br0" timeOffset="-208700.51">2738 4645 119 0,'21'-6'129'0,"-1"1"-13"0,8-2-8 0,3 1-1 0,-9 3-8 16,7-1-1-16,-7 1-8 0,-3 0-3 15,0-1-5-15,-2 1-4 0,1 1 1 0,-18 2-5 0,21 0-1 16,-21 0-6-16,13 0-6 0,-13 0-5 16,12 3-3-16,-12-3-2 0,10 12 3 0,-5-6-1 0,-2-1 2 15,0 5 0-15,1-2-7 0,-1 4-3 0,-1-3 0 16,3 1-3-16,-3 1-4 0,0-1-7 0,1 1-19 16,-3-11-35-16,1 18-43 0,-1-18-40 0,3 17-47 15,-3-17-141-15,2 12-317 0,-2-12 142 0</inkml:trace>
  <inkml:trace contextRef="#ctx0" brushRef="#br0" timeOffset="-208552.64">2985 4481 1498 0,'-4'-11'42'15,"-1"1"-47"-15,2 0-7 0,3 10-23 0,-5-10-92 16,5 10-5-16,-1-9-13 0,1 9-36 0,0 0-196 15,0 0 87-15</inkml:trace>
  <inkml:trace contextRef="#ctx0" brushRef="#br0" timeOffset="-208026.85">3196 4542 36 0,'0'0'194'0,"-13"19"1"15,8-11-15-15,0 2-12 0,0 0-12 0,-1 2-15 16,3-2-12-16,-2 2-8 0,2 0-17 0,2-1-5 16,0 0-14-16,-1 0-5 0,2-11-1 0,4 20-19 15,-1-13 0-15,-3-7-6 0,7 11-3 16,-3-5-6-16,-4-6-6 0,8 9 0 0,0-7 1 16,-8-2-7-16,11 4-8 0,-11-4 9 0,0 0-10 15,0 0-1-15,18-9-6 0,-18 9 0 0,9-13-4 16,-4 6-3-16,-3-4 3 0,2 0-8 0,0-2-2 0,-1 1 0 15,1-4-4-15,-2-1 5 0,2 0-2 0,3 1 0 16,-1-1-2-16,-2 5 3 0,2-2-3 0,-3 3 2 16,2 3-2-16,0-1-1 0,-5 9-3 15,7-8 1-15,1 5 1 0,-8 3 1 0,22 5 1 16,-11 1 6-16,1 1-1 0,2 3-1 0,-4 5 4 16,0-1 0-16,-1 0 2 0,-1 0 0 0,-3-3 1 15,0 1 5-15,-2-2-1 0,0 0 3 0,0-2-5 16,-3-8-2-16,4 12 4 0,-4-12 6 0,0 0-2 15,0 12-3-15,0-12 4 0,0 0 1 0,0 0-1 16,0 0 0-16,0 0-3 0,0 0 2 0,0 0 2 16,0 0-6-16,0 0 6 0,-12-30 1 0,12 30-1 15,4-20-6-15,0 8 0 0,1 0 1 0,4-2-4 16,0 3-4-16,4-2-1 0,0 1-2 0,2 3 1 16,0 0-4-16,2 5-1 0,2-2 1 0,-6 5-2 15,0 2 1-15,5 3 4 0,-7 1-2 16,3 5 5-16,-4 3 3 0,1 1-5 0,-1 4-1 0,-3-1 1 15,-1 1-15-15,-4 3-31 0,1-5-48 0,-3 3-62 16,-2 0-49-16,-1 0-210 0,-6-2-441 0,-3-1 196 16</inkml:trace>
  <inkml:trace contextRef="#ctx0" brushRef="#br0" timeOffset="-206746.16">319 5679 137 0,'0'0'221'0,"0"0"-16"0,0 0-10 16,0 0-17-16,0 0-13 0,0 0-15 0,0 0-13 15,0 0-12-15,0 0-14 0,0 0-9 0,0 0-7 16,31-87-8-16,-21 69-5 0,-10 18-9 0,22-41-5 15,-10 18-2-15,-1-1-11 0,-11 24-3 0,10-36-4 16,-2 11-4-16,-8 25-2 0,5-32-3 0,-5 32-3 16,0 0-4-16,0 0 8 0,-3-43-6 0,3 43-5 15,0 0-3-15,0 0-3 0,0 0-6 0,-16-29-3 16,16 29-3-16,0 0-2 0,0 0 0 0,0 0-5 16,0 0 6-16,0 0-8 0,-63 46 1 0,63-46 2 15,-19 25 0-15,19-25-7 0,0 0-1 0,-17 26-8 16,17-26 3-16,0 0-1 0,0 0-6 0,0 0-1 15,0 0 4-15,0 0-1 0,0 0 0 0,0 0 3 16,36 45-2-16,-36-45 2 0,0 0-2 0,41 1 1 16,-41-1 1-16,0 0-2 0,0 0-2 15,45-5 0-15,-45 5-5 0,0 0 0 0,0 0 0 0,0 0 1 16,36 4 2-16,-36-4-3 0,0 0 4 0,0 0-1 16,20 16 5-16,-20-16-2 0,0 0 4 0,15 26 2 15,-15-26-1-15,0 0 0 0,17 26 3 16,-17-26-2-16,0 0 3 0,15 23-1 0,-15-23-8 0,0 0-1 15,18 19 2-15,-18-19-4 0,0 0 2 0,23 13 2 16,-23-13-2-16,0 0 3 0,0 0 3 16,56-7-1-16,-56 7 1 0,45-12 1 0,-45 12-3 15,36-18 2-15,-20 7 2 0,1 2-1 0,1-2-1 16,-5 1-2-16,0-1 1 0,-3 1 3 0,1 0-3 16,-1-4 2-16,-2 4-3 0,-3-1 0 0,-1-4-2 0,3 5-1 15,-2 0-1-15,-5 10 2 0,4-19 9 16,-4 19-3-16,-2-14-2 0,2 14-2 0,0 0 4 15,0 0-4-15,0 0 2 0,0 0 0 0,0 0 0 16,0 0 4-16,0 0-2 0,0 0-4 0,-83 41 5 16,72-27 1-16,11-14-2 0,-18 31 3 0,18-31-1 15,-11 29-3-15,11-29 1 0,0 0-10 0,2 35 3 16,-2-35-7-16,0 0-1 0,0 0-5 0,34 36-4 16,-20-32-1-16,7-1-1 0,0-1-3 0,6-4 1 15,4-2 3-15,-7-2 0 0,7 0 3 16,-4-3-1-16,-1 1 14 0,-8-1-2 0,8-2 1 0,-7 2 2 15,-3-1-5-15,-1 0 17 0,-6 2 6 0,2 0 6 16,-4 0 0-16,-1-2 2 0,-1 0 5 0,-3-6-1 16,-2 16 5-16,2-20-1 0,-2 20 6 0,-6-19 3 15,6 19 2-15,-7-14-5 0,7 14 7 0,-8-8-2 16,8 8 3-16,-11-8-5 0,11 8 0 0,0 0-7 16,0 0 0-16,-27 13 0 0,17-8-5 0,3 4 2 15,0 0-6-15,-2 2-3 0,4-1 4 16,1 0-2-16,0 1-3 0,2-1-1 0,0 1 1 15,2-11 1-15,-2 14-17 0,2-14-7 0,1 13 3 16,-1-13-1-16,3 7 8 0,-3-7 1 0,0 0-3 0,7 8 4 16,-7-8-5-16,0 0 3 0,8 4 0 15,-8-4 4-15,0 0 3 0,0 0-5 0,10 3-6 16,-10-3 5-16,0 0-1 0,8 4-3 0,-8-4 3 16,5 7 0-16,1-1 3 0,-6-6-2 0,10 17 3 15,-4-3 1-15,-1 1 0 0,-1 1-2 0,1 3 3 16,0 0 0-16,2 5 3 0,-4-5 2 0,-3-1-1 15,1 0 0-15,-2-1-1 0,0 0 3 0,-3-1-2 16,-1 0 2-16,-3 0-2 0,-1-1-3 0,1-1 4 16,-4 0-16-16,1-1-29 0,0-2-27 0,-2-4-48 15,3-3-63-15,-3 3-95 0,0-5-291 0,13-2 129 16</inkml:trace>
  <inkml:trace contextRef="#ctx0" brushRef="#br0" timeOffset="-206542.48">1279 5411 136 0,'0'0'227'0,"0"0"-27"16,7-6-18-16,-7 6-19 0,0 0-16 16,0 0-11-16,0 0-8 0,12 18-15 0,-9-7-6 15,1 1-13-15,-2 5-6 0,2 0-15 0,-2 0-6 16,-2 1-27-16,0-1-48 0,0 1-41 0,0-7-55 15,0-11-62-15,-2 24-97 0,-2-14-284 0,4-10 126 16</inkml:trace>
  <inkml:trace contextRef="#ctx0" brushRef="#br0" timeOffset="-206379.28">1250 5271 59 0,'0'0'92'0,"0"0"-24"0,0 0-22 16,0 0-27-16,0 0-33 0,0 0-31 0,0 0-49 15,0 0 21-15</inkml:trace>
  <inkml:trace contextRef="#ctx0" brushRef="#br0" timeOffset="-205914.55">1468 5423 129 0,'-10'14'161'16,"-1"0"-3"-16,4 1-15 0,-5 1-5 0,2 1-8 16,1-1-10-16,4 2-16 0,-4-2-7 0,7-2-2 15,0-1-15-15,1-1-4 0,1-12-9 0,3 22-3 16,-1-13-9-16,-2-9 3 0,12 17-11 0,-6-12-4 16,-6-5-6-16,13 7-2 0,-13-7 0 0,16 2 0 15,-16-2-11-15,23 0 0 0,-23 0-4 0,18-8-2 16,-18 8-5-16,9-11-4 0,1 1 3 0,-10 10-15 15,4-19 6-15,-4 9-8 0,0 10 4 0,-2-23 2 16,2 23-1-16,-3-23-2 0,1 12-5 0,2 11 6 16,-2-21-9-16,2 21 4 0,0-22-3 15,0 22 2-15,2-10 2 0,-2 10-6 0,0 0 7 0,0 0-2 16,9-5-3-16,-9 5 8 0,0 0 2 0,24 12 5 16,-24-12-8-16,14 17-2 0,-4-8 8 0,-4 1 3 15,3 0-4-15,-1 1-1 0,-3-1-1 0,2-2-1 16,-7-8 8-16,9 12-4 0,-9-12 0 0,6 10 2 15,-6-10 0-15,0 0 15 0,5 7 16 16,-5-7 12-16,0 0 10 0,0 0-3 0,0 0-9 16,0 0-6-16,0 0-6 0,21-19-4 0,-16 9 0 15,1-1-5-15,2 1-2 0,-2 0-4 0,2 1 4 16,-1-1-10-16,2 1 1 0,0 1-1 0,0 3-6 16,-9 5-1-16,17-10-3 0,-9 7 2 0,-8 3-6 0,17 0 5 15,-17 0-5-15,18 8 1 0,-10-2 2 0,0 2 0 16,-1 1-7-16,0 0-28 0,-1 1-34 15,-6-10-40-15,9 24-52 0,-6-8-210 0,-3 1-398 16,0-17 176-16</inkml:trace>
  <inkml:trace contextRef="#ctx0" brushRef="#br0" timeOffset="-205146.11">2037 5402 57 0,'0'0'207'0,"7"-1"-18"0,-7 1-9 0,0 0-14 15,0 0 0-15,0 17 3 0,-2-6-13 16,0 3-9-16,0-2-16 0,-1 3-13 0,1-2-14 16,1 3-8-16,1-4-6 0,0 0-14 0,1 0-5 0,0-2-7 15,0-1-6-15,2-2-3 0,1 0-6 0,1-2-1 16,1-1-4-16,1 0-5 0,0 0 0 16,2-3-2-16,0 1-7 0,0-2 2 0,2-1-5 15,1-3 0-15,-3 0-6 0,0 1 0 0,0-3-4 16,-1-1 6-16,-1 1-12 0,-1-2-8 0,-1-1-7 15,1 0 4-15,-5-1-4 0,-1 3 2 0,0-5-5 16,-1 2 4-16,-2 0-4 0,0 5 2 0,3 5-2 16,-4-11 3-16,1 8-2 0,3 3-2 0,0 0-3 15,-2-10 1-15,2 10-1 0,0 0 0 0,0 0 1 16,0 0 1-16,0 0 8 0,0 0-6 0,9 32 4 16,-4-22-1-16,-2-4-1 0,3 2 2 0,1-2-1 15,1 2 4-15,3-2 1 0,-2-2 1 0,2 1 1 16,1-3 4-16,1-1-1 0,0 0-1 0,0-2 3 15,-2-2-2-15,2 2 1 0,-1-3-1 0,-2-1 1 16,-1 0 0-16,-4 0-7 0,-5 5-4 0,8-16-5 16,-7 10 1-16,-1 6-1 0,1-16 3 0,-1 16-7 15,-9-19 2-15,5 9-5 0,4 10 6 0,-6-12 2 16,6 12 4-16,-4-10-3 0,4 10 2 0,-5-8-3 16,5 8 6-16,0 0-11 0,0 0-7 0,-5-8-8 15,5 8 2-15,0 0 2 0,0 0-1 0,0 0-5 16,0 0 5-16,0 0 2 0,24 1-8 0,-24-1 13 15,13 1 3-15,-13-1-1 0,22-2 2 0,-11-1 3 16,2 3-1-16,-3-1 2 0,-10 1 7 0,14-2 7 16,-14 2 10-16,13-5 8 0,-13 5 10 0,13-3 10 15,-13 3 3-15,0 0 8 0,9-4 2 0,-9 4 2 16,0 0 3-16,7-4-7 0,-7 4-7 0,0 0-5 16,0 0-9-16,0 0-3 0,0 0-2 0,16 10-2 15,-11-5 1-15,0 4 0 0,-1 0-3 0,0 3 4 16,1-2-9-16,0 7-1 0,-3-3-1 0,1 1-11 15,-1-3-15-15,-2 0-36 0,4 4-44 0,-2-5-36 16,-1 0-53-16,0 1-54 0,-2-2-156 0,2 0-422 16,-1-10 186-16</inkml:trace>
  <inkml:trace contextRef="#ctx0" brushRef="#br0" timeOffset="-204976.94">2368 5260 145 0,'-2'-7'128'0,"2"7"-24"0,0 0-24 16,15-6-66-16,-4 6-93 0,-1-4-85 0,3 2 38 16</inkml:trace>
  <inkml:trace contextRef="#ctx0" brushRef="#br0" timeOffset="-204750.35">2702 5211 244 0,'0'-9'217'0,"0"9"-20"0,0 0-17 15,0 0-14-15,0 0-11 0,12 31-8 0,-8-12-9 16,-2 7-12-16,1 1-9 0,1 0-12 0,-2-2-12 0,0 4-9 15,-1-4-7-15,-2 0-9 0,2-5-6 0,-1-1-11 16,0-1-18-16,0 0-38 0,1 0-35 16,-1-2-32-16,1 2-26 0,-1-8-20 0,0-4-44 15,2 3-133-15,-2-9-318 0,0 0 141 0</inkml:trace>
  <inkml:trace contextRef="#ctx0" brushRef="#br0" timeOffset="-204470.38">2717 5388 32 0,'0'0'70'0,"0"0"-4"16,0 0 5-16,0 0-11 0,0 0 3 0,15 0 3 15,-15 0-5-15,0 0 9 0,0 0 1 0,0 0-1 16,0 0 1-16,0 0 3 0,0 0-7 0,0 0-3 15,0 0-2-15,8-2-6 0,-8 2-6 0,0 0 8 16,0 0-19-16,0 0 0 0,0 0-2 0,0 0-10 16,0 0-6-16,0 0-13 0,0 0-5 0,0 0-17 15,0 0-3-15,0 0-21 0,0 0-13 0,0 0-12 16,0 0-18-16,0 0-13 0,0 0-7 0,0 0-53 16,0 0-165-16,0 0 74 0</inkml:trace>
  <inkml:trace contextRef="#ctx0" brushRef="#br0" timeOffset="-203827.04">2435 5231 131 0,'0'0'145'0,"0"0"-11"0,0 0-18 0,0 0-28 16,0 0-28-16,0 0-15 0,0 0-18 16,0 0-18-16,0 0-18 0,0 0-20 0,0 0-29 15,0 0-53-15,0 0-118 0,11 18 52 0</inkml:trace>
  <inkml:trace contextRef="#ctx0" brushRef="#br0" timeOffset="-203461.1">2708 5206 46 0,'1'-9'201'0,"-1"9"-11"0,1-8-11 0,-1 8-16 16,1-7-19-16,-1 7-9 0,0 0-17 0,3-5-16 16,-3 5-6-16,0 0-20 0,0 0-3 0,0 0-11 15,0 0-7-15,0 0-4 0,0 0-8 0,0 0-1 16,0 0-4-16,18 8-5 0,-14-4 2 0,-4-4-10 16,5 12 2-16,-3-7-3 0,0 3-3 0,2-1-7 15,-2 5 2-15,-1 0 3 0,2 3-3 0,-1 2 1 16,-2 1 5-16,0 2-11 0,-2 5 12 0,-1-6-2 15,8 6-1-15,-8-6-1 0,1 2-1 0,1 4 2 16,0-6-9-16,-2-1 1 0,3 0 3 0,0-3-2 16,2 3 0-16,-2-3 1 0,1-1-4 0,-1-3-7 15,4 1-6-15,-1-1-7 0,0 1-17 0,-2-5-10 16,3 2-10-16,-1-3-27 0,-3-6-5 0,3 13-47 16,0-9-14-16,0 0-27 0,-3-4-99 0,0 0-289 15,0 0 128-15</inkml:trace>
  <inkml:trace contextRef="#ctx0" brushRef="#br0" timeOffset="-203208.76">2961 5227 106 0,'0'-7'246'16,"0"7"-10"-16,2-12-11 0,-2 12-13 0,2-9-21 15,-2 9-19-15,0 0-17 0,0-7-18 0,0 7-18 16,0 0-9-16,0 0-13 0,0 0-5 0,3 24-6 16,0-8-5-16,-3 3-1 0,2 7-11 0,1 1-10 15,-2 3 4-15,-1-3-11 0,1 4-1 0,1-4-8 16,-2 0-16-16,2 0-33 0,0-1-33 0,-1 3-53 16,0-5-67-16,-1 0-49 0,-1 2-160 0,1-10-398 15,0-3 176-15</inkml:trace>
  <inkml:trace contextRef="#ctx0" brushRef="#br0" timeOffset="-202536.53">3436 5266 98 0,'-6'-12'254'0,"1"1"-21"0,1 0-10 16,1 2-10-16,-1 4-12 0,3-3-26 0,1 8-19 16,-4-9-20-16,4 9-20 0,0 0-7 0,0 0-16 15,0 0-5-15,0 0-10 0,9 31-5 0,-5-16-10 16,4 11-5-16,-1 1-4 0,0-2-4 0,0 1-7 16,0 0-3-16,-2-2-4 0,-1-5-5 0,-2-1 0 15,1-1-3-15,-1-3-4 0,0-1-3 0,-1-2-3 16,2-2 0-16,-3-2 0 0,2 0-3 0,-2-7 1 15,1 11-3-15,-1-11-2 0,2 6 1 0,-2-6-3 16,0 0-4-16,0 0 0 0,0 0-19 0,0 0-6 16,0 0-1-16,0 0 2 0,14-24-3 0,-9 12 1 15,4-2-6-15,0-1-2 0,1-3 1 0,5-4-1 16,-1 8 9-16,-1 0-6 0,2 3 2 0,-1 3-1 16,-3 1 7-16,1 3-2 0,-3 1-2 0,3 2 6 15,-12 1 0-15,20 1 6 0,-6 1-3 0,-2 1-2 16,0 2 4-16,-1 0-2 0,2 1 6 0,-2-3 1 15,2 2-1-15,0-1-2 0,5-1 5 16,-5 0-3-16,-1-2 0 0,0-1 6 0,-12 0-2 0,24-2 5 16,-15-1-3-16,0 0-2 0,1-3 6 0,-1 1-2 15,-4-4 8-15,-5 9-4 0,13-14 7 0,-9 2-2 16,-2 4 0-16,1-1-4 0,-2-2 1 0,0 0 6 16,-2 2 4-16,-1-1 1 0,-1 2 1 0,0-1 1 15,1 2 3-15,2 7-1 0,-9-8-2 0,9 8-3 16,-9-6-6-16,9 6 2 0,0 0-2 0,-15 9-3 15,6-4-1-15,1 2 4 0,2 2-10 0,-1-1-7 16,2 3-3-16,0-3-13 0,4 2-1 0,1-10-1 16,-1 14 2-16,1-14-3 0,2 12 4 15,-2-12 1-15,8 10-1 0,-8-10 0 0,11 7 2 0,-4-4 3 16,-7-3 0-16,16 0 0 0,-16 0 5 16,17 0 1-16,-17 0-1 0,14 3 6 0,-14-3-13 0,9 1 4 15,-9-1 3-15,0 0 6 0,13 8-1 0,-13-8 0 16,9 7-2-16,-6-3-8 0,-3-4-34 0,6 14-40 15,-3-8-29-15,-3-6-40 0,6 14-143 16,-6-5-326-16,0-9 145 0</inkml:trace>
  <inkml:trace contextRef="#ctx0" brushRef="#br0" timeOffset="-202022.87">4064 5287 38 0,'0'0'221'0,"1"-9"-17"0,-1 9-26 0,0 0-18 16,6-5-15-16,-6 5-13 0,0 0-14 0,0 0-10 0,12 19-10 15,-10-11-11-15,2 3-8 0,-1 2-3 0,3 1-10 16,-1 1-5-16,-1-3-5 0,2 1-8 16,-3 2-3-16,1-2-3 0,0-1-1 0,-1-1-14 15,1 1-2-15,-1-3-3 0,-1-2-14 0,-2-7-7 16,4 9 4-16,-4-9 0 0,7 9-2 0,-7-9 3 15,0 0-5-15,0 0 0 0,0 0-2 0,0 0-3 0,0 0 3 16,0 0 2-16,0 0-3 0,15-22 2 16,-10 11-1-16,0 0-1 0,3 0 4 0,-2 1-5 15,2 0-1-15,0-1 4 0,0 3 1 0,0 0-4 16,-1 5 2-16,4-2-2 0,-11 5 3 0,15-8-10 16,-6 7 11-16,3 1-1 0,-12 0 1 0,15 1-2 15,-15-1 4-15,17 2-3 0,-7-1 3 0,-10-1-1 0,20 3-2 16,-9-3 2-16,-1-3 4 0,-10 3 0 15,18-4 6-15,-8 1-1 0,-10 3 1 0,14-6 1 16,-7 1 5-16,-7 5 4 0,10-11-1 0,-3 4-1 16,-2 2 1-16,-1 0 2 0,-2-3-7 0,0 1 11 15,-1 0-2-15,-1-3 2 0,0 10-4 0,0-14 2 16,0 6 8-16,0 8-6 0,-2-10 6 0,2 10-10 16,-5-7-1-16,5 7-5 0,-7-2-1 0,7 2-3 15,0 0 1-15,-24 16-2 0,10-5 8 0,1 4-9 16,3 0-3-16,-1 1 2 0,3 1-6 0,3 0-8 15,1 1-24-15,1-1-36 0,5 0-36 0,0-3-37 16,5-3-35-16,0-2-42 0,1 1-113 0,9-1-353 16,2-3 156-16</inkml:trace>
  <inkml:trace contextRef="#ctx0" brushRef="#br0" timeOffset="-201518.02">4860 5142 110 0,'1'-8'202'0,"-1"8"-17"0,0 0-22 16,0 0-16-16,0 0-6 0,0 0-3 0,0 0 9 15,1 23-9-15,-3-6-9 0,-1 2-12 0,3 1-6 16,-1-1-13-16,-3-1-7 0,4 0-11 0,0 0-3 16,0 2-3-16,0-5-9 0,1 4-1 0,1-9-3 15,-2 1-6-15,1-2-7 0,-1-2-7 0,0 0-1 16,0-7-5-16,1 14 6 0,-1-14 3 0,3 5 5 15,-3-5 8-15,0 0 6 0,0 7 3 0,0-7 1 16,0 0-4-16,0 0-7 0,0 0-4 0,0 0-2 16,0 0-6-16,0 0-4 0,6-22-9 0,-3 15-4 15,2-8-6-15,1 0-4 0,3 0-3 0,0 0-2 16,4 1-3-16,1 2 1 0,-1-2-6 0,1 3-5 16,-3 4 3-16,2 1-5 0,-4 0 3 0,3 6-3 15,0 1-3-15,0 3 3 0,-1 3 1 0,3 3 5 16,-2 3-9-16,-2 3 12 0,-2-3-8 0,-2 3-3 15,1 1-19-15,-4-1-25 0,0-4-37 0,1 3-28 16,-3-1-35-16,-2-4-44 0,2 0-51 0,0 1-176 16,-1-5-454-16,0-6 202 0</inkml:trace>
  <inkml:trace contextRef="#ctx0" brushRef="#br0" timeOffset="-201342.94">5200 5278 83 0,'0'0'190'0,"-2"-9"-24"0,2 9-11 0,0 0-19 16,0 0-3-16,0 0-3 0,0 0-7 0,6 33-11 15,-5-17-6-15,0 2-17 0,-1-1-5 0,0-4-21 16,1 4-45-16,1 0-51 0,-1 0-44 0,0-6-58 16,1 2-90-16,-4-4-242 0,2 1 108 0</inkml:trace>
  <inkml:trace contextRef="#ctx0" brushRef="#br0" timeOffset="-201180.3">5143 5138 20 0,'11'8'-4'0,"0"1"-3"0,5 2 1 15</inkml:trace>
  <inkml:trace contextRef="#ctx0" brushRef="#br0" timeOffset="-200834.33">5549 5299 86 0,'0'0'187'0,"-11"-7"-3"15,11 7-5-15,-17-6 4 0,6 2 1 0,0 1-3 16,-3 1-10-16,1 2-13 0,-1 1-13 0,1 3-15 15,-3 1-15-15,0 3-9 0,1-1-13 0,3 5-7 16,3-5-10-16,0 3-6 0,3 1-11 0,1-3-2 16,0 2-17-16,3 0-6 0,2-2-6 0,0-8-18 15,4 13-10-15,0-8-2 0,1-1-4 0,2-1-6 16,0 1 4-16,4-4-5 0,-4 0-3 0,2 1 2 16,3-3 0-16,-5 1 3 0,4-2 0 0,-3 0 2 15,0 2 4-15,-1-4-4 0,-7 5 4 0,12-1-4 16,-12 1 1-16,8-3-1 0,-8 3 7 0,0 0-2 15,12 6 2-15,-9-2 13 0,0 4 5 0,1 3 0 16,-1-1 6-16,-1 6 0 0,-2 3 9 0,-2 0 3 16,0-2 0-16,-2 2 0 0,0 0-4 0,1 0-1 15,-4-1-2-15,-2 4-2 0,-1 1-6 0,1-5 3 16,-1-4-11-16,-3 2-28 0,2 0-35 0,-1-3-40 16,3-4-60-16,-1-3-61 0,0 0-162 0,-2-2-407 15,3-3 180-15</inkml:trace>
  <inkml:trace contextRef="#ctx0" brushRef="#br0" timeOffset="-200484.48">5648 5211 1610 0,'10'-24'96'0,"-2"6"10"16,-1 2-12-16,-4 6-18 0,4 3-22 0,-5-1-16 15,2 5-7-15,-4 3 12 0,8-1 6 0,-8 1 8 16,9 13 11-16,-5-1 4 0,-2 3 1 0,6 3-6 15,-6 2 4-15,1 7-5 0,1 0 1 0,-3 2-7 16,3-3 9-16,-3-3-15 0,-1-6-6 0,0-1-6 16,0 1-2-16,2-8-5 0,0 1 2 0,-1 1-5 15,-1-5-3-15,2-1 2 0,-2-5-4 0,3 7 0 16,-3-7 8-16,0 0-10 0,0 0-3 0,0 0 1 16,0 0-3-16,0 0 1 0,11-19-13 0,-6 8-2 15,0 0-2-15,4-6-5 0,5-4 9 0,-4 5-13 16,4 2 1-16,0 2-2 0,1 3 3 0,-2 2-2 15,-2 1-1-15,1 4-1 0,0 2-1 0,-1 1 4 16,-2 2 4-16,2 4 0 0,-3-1 3 0,0 4-6 16,1 7 3-16,-2-1-1 0,-2-2-18 0,-2-1-27 15,-1 2-50-15,-4 3-56 0,1-2-41 0,4 2-42 16,-3-3-207-16,2-3-478 0,1 0 211 0</inkml:trace>
  <inkml:trace contextRef="#ctx0" brushRef="#br0" timeOffset="-199926.32">6268 5229 2057 0,'6'-15'29'15,"-2"3"-4"-15,-1 1 26 0,-2-1-2 0,-1 3 6 16,1 0-1-16,1 3 8 0,-2 6-4 0,1-11-14 15,-1 11-8-15,1-6-5 0,-1 6-3 0,0 0-6 16,0 0 2-16,3 23 3 0,-2-5 1 0,3 9 3 16,-4-1-3-16,0 2 1 0,0 3 4 0,-1-4-10 15,-1 0-2-15,2-2-1 0,2-6-3 0,-2 0-1 16,0-3-3-16,0-3 10 0,1-3-11 0,-1 0-1 16,0-3-4-16,0-7 3 0,1 13-1 0,-1-8 0 15,0-5-1-15,0 0 3 0,0 10-4 0,0-10-3 16,0 0-1-16,0 0-8 0,0 0-5 0,0 0-3 15,18-22 3-15,-10 15 0 0,1-3-5 0,1-2 9 16,3-1-8-16,2-1 1 0,-1 3 1 0,4 1 3 16,-3 3 0-16,-2 2-3 0,0 0 4 0,1 2 1 15,-6 2-5-15,-1 2 6 0,1 2 3 0,0 0 3 16,-3 1 0-16,-1 2 6 0,-2 3 1 0,-1 0 3 16,-2 3 0-16,-3-2 0 0,-5 4-1 0,1-4-2 15,-4 1-15-15,-2 2-14 0,0-4-31 0,0 4-29 16,1-8-39-16,1 1-38 0,-2 0-37 0,4-3-183 15,-3 2-409-15,1-2 181 0</inkml:trace>
  <inkml:trace contextRef="#ctx0" brushRef="#br0" timeOffset="-199370.29">6494 5514 126 0,'11'-5'186'0,"4"-5"0"0,-5 0-10 16,-1 1-17-16,1-1-8 0,3-3-11 0,-1-1-9 16,0-4-5-16,-5 4-14 0,-1-1-6 0,-1 0-10 15,4-2-7-15,-5 1-8 0,-3-1-8 0,2 5-4 16,-3 2-4-16,-1-3-2 0,-5 4-3 0,3-1-11 16,-5 3 0-16,-1 1-8 0,0 1-3 0,3 2-6 15,-4-2-6-15,4 4-4 0,6 1-4 0,-9-3 0 16,9 3-2-16,0 0-6 0,-9 5-4 0,9-5 0 15,0 0-6-15,0 0 1 0,0 0 0 0,11 17 4 16,-4-15-7-16,4 2 2 0,5 0-3 0,-3 0 8 16,6-2-9-16,-1 0 6 0,-1 2-5 0,-3-2 3 15,-2 1-2-15,1 3 0 0,0-1 0 0,-3 2 8 16,-1 0 5-16,0 4-3 0,-2-1 1 0,-2 1 2 16,-1 0 3-16,-2 2 2 0,-1-1-8 0,1 4 4 15,-1-3 0-15,1 3-1 0,0-6-5 0,-2 2 4 16,1-2 0-16,1-2-4 0,-2 0-1 0,7 1 0 15,-5-3 4-15,2-1-6 0,3-2 0 0,3 2 1 16,-2-4-2-16,3 1-1 0,3-4 1 0,0 1-4 16,0-4 3-16,2 1-1 0,-2-1-2 0,-4-2 4 15,3 0-5-15,-2-1 1 0,-2-2 2 0,-1 2-2 16,1-1 2-16,-2-6 1 0,-1 3 0 0,-4 0-2 16,-1-4 0-16,-1 5 1 0,-1 0 5 0,0 0-3 15,0 5 0-15,-2-4 5 0,-1 4 4 0,1 0 3 16,0 0-3-16,3 6-2 0,0 0 3 0,-14 0-7 15,6 7 0-15,2 2 0 0,-6 3 1 0,6 1 4 16,-2 2-7-16,2-1-13 0,-1 1-21 0,5-2-20 16,-1 2-19-16,3 0-37 0,2-4-35 0,0 0-29 15,4-1-26-15,-1-2-141 0,2 1-366 0,2-3 162 16</inkml:trace>
  <inkml:trace contextRef="#ctx0" brushRef="#br0" timeOffset="-198805.26">7165 5372 210 0,'-9'-7'212'16,"9"7"-6"-16,-11-1-15 0,11 1-10 0,-18 5-19 15,9 0-12-15,0 3-15 0,0-1-14 0,0 4-7 16,3-2-9-16,-1 1-6 0,3 0-15 16,2 2-7-16,2-2-12 0,0 0-1 0,2-1-9 0,4 0-1 15,0-2-7-15,3-1-6 0,2-1-9 0,1-1-8 16,2-3-3-16,-2-1-5 0,0 0 1 0,2-3-3 15,-1 1-3-15,1-3 0 0,-5 0 3 0,0 0-1 16,-1 0 5-16,-2-4-3 0,-1 0-1 0,-1 0 0 16,-3 0-1-16,-1-3 3 0,2 3 2 0,-2-2 0 15,-2 2 4-15,2-2 3 0,-1 3-4 0,0 0 5 16,1 8 9-16,0-12 1 0,0 12-4 0,0 0-3 16,0 0 0-16,0 0 6 0,0 0-5 0,0 0 2 15,0 0-1-15,0 0 0 0,2 37-4 0,-2-25-4 16,2 5 1-16,-1-1-5 0,0 1 0 0,3 0 1 15,-1-5-10-15,3 3-7 0,0-4-16 0,-2-1-12 16,4 0-19-16,1-2-14 0,2 0-20 0,1-2-21 16,2-3-21-16,4 0-20 0,1-5-20 0,1 2-6 15,-3-4 3-15,2 0 9 0,-2-2 7 0,-3 0 18 16,-4-1 10-16,3-4 10 0,-3-3 21 0,-4 4 17 16,2-7 13-16,-1 3 22 0,-2-3 14 0,-3 0 16 15,1-3 10-15,-3-1 18 0,1 2 21 0,-2-8 10 16,1 8 1-16,-2 1 25 0,2-1 10 0,-1-2 13 15,1 7 30-15,-1 3 20 0,0 0 0 0,-1 6-2 16,2 5-17-16,-1-11-12 0,1 11-18 0,0 0-13 16,0 0-2-16,0 0-5 0,0 0-2 15,0 0 0-15,-10 45-5 0,7-21 4 0,-2 0-6 0,0 2-2 16,2 1-8-16,0-2-8 0,-1 3-4 0,0-2-2 16,2-3-8-16,0 3-3 0,1-8-20 0,0 0-32 15,1 0-27-15,0-1-41 0,-2-1-43 0,1-2-51 16,2-5-41-16,-1-9-42 0,0 16-202 0,0-16-497 15,0 0 220-15</inkml:trace>
  <inkml:trace contextRef="#ctx0" brushRef="#br0" timeOffset="-198529.43">7706 5312 10 0,'3'-3'201'0,"-3"3"-11"16,0 0-11-16,0 0-10 0,0 0-9 0,0 0-14 15,-24 23-15-15,13-14-9 0,-3 0-19 0,-3 4-3 16,1-3-12-16,-1 3-7 0,0-4-7 0,2 3-8 16,5-5-5-16,-2 2-8 0,3-5-8 0,0 3-9 15,9-7 3-15,-10 7-2 0,10-7-5 16,-7 3 2-16,7-3 0 0,0 0 2 0,0 0-4 0,0 0 9 16,0 0-1-16,0 0-1 0,0 0 3 0,0 0-4 15,15 9-2-15,-11-6-3 0,1 2-10 0,0-2 5 16,1 5-5-16,2 0-12 0,-3-1-28 0,3 2-25 15,0-1-48-15,0-1-52 0,4 0-49 0,6 2-165 16,-3-1-385-16,15-2 171 0</inkml:trace>
  <inkml:trace contextRef="#ctx0" brushRef="#br0" timeOffset="-198002.98">7954 5389 149 0,'-12'0'231'0,"-3"0"-20"16,-2 0-13-16,3 4-17 0,3 2-17 15,-7 3-19-15,3 2-12 0,2-1-8 0,-1 4-12 16,3 0-12-16,3 1-12 0,3-1-11 0,3-1-3 0,1-1-5 16,4 0-8-16,0-1-2 0,5-3-11 0,-2 2-1 15,5-1-7-15,0-1-5 0,6-2-9 16,-1-4-8-16,2-1-6 0,0-3 0 0,-1 0 0 15,-1-3-2-15,0-3 0 0,0 0-2 0,-7 0 0 16,5-3 7-16,-5-2-8 0,-1 0 0 0,-3-2 3 0,1-3 2 16,-3 3 1-16,-2-6 0 0,-2 2-2 15,1-1 0-15,0-6 6 0,-1 2 1 0,-2 5 0 16,-1 0-1-16,3 0 11 0,0 2 13 0,-2 5 11 16,2 0 6-16,0 3 4 0,-1 0-5 0,1 3-9 15,1 6-5-15,0-10-10 0,0 10-9 0,0 0-2 0,0 0-4 16,0 0 4-16,0 0-1 0,-3 36-3 15,2-8-1-15,-1 2 4 0,-1 1-2 0,0-4-6 0,3 3 3 16,-1-5-22-16,0 3-24 0,2-2-44 16,-1-6-46-16,1-1-43 0,1-3-41 0,0 0-45 15,-2-5-166-15,2-2-448 0,-1 0 199 0</inkml:trace>
  <inkml:trace contextRef="#ctx0" brushRef="#br0" timeOffset="-197724.3">8120 5460 147 0,'0'0'181'0,"0"0"-6"0,0 0-8 0,0 0-10 15,0 0-5-15,-6 23-14 0,6-23-8 0,3 14 0 16,0-6-14-16,-1 0-10 0,2-3-8 16,1 1-3-16,3-1 5 0,1-1-3 0,-3-2-8 15,5-2 1-15,-11 0-9 0,15-1 3 0,-6-2 0 16,1-1-1-16,2-2 2 0,-5 0 2 0,-2 1 5 15,1-3-2-15,-1-2-11 0,0 0-8 0,-3 0 2 16,0-2 1-16,-2-1-12 0,0 2-5 0,-3 0-12 0,-3-5-10 16,2 0-13-16,0 6-19 0,0-1-17 15,-2 3-30-15,-1-1-34 0,0 2-31 0,0 4-29 16,7 3-44-16,-11-4-28 0,11 4-27 0,-15 1-158 0,15-1-425 16,0 0 188-16</inkml:trace>
  <inkml:trace contextRef="#ctx0" brushRef="#br0" timeOffset="-197309.06">8306 5386 86 0,'9'2'213'0,"-9"-2"-7"15,0 0-16-15,0 0-7 0,0 0-27 0,0 0-7 16,0 0-18-16,3 5-10 0,-3-5-3 16,3 7-4-16,-3-7-13 0,1 7-11 0,-1-7-8 15,1 12-8-15,2-6-8 0,-3-6-2 0,0 11-8 16,2-6-7-16,2 0-6 0,0 0-4 0,-4-5-8 15,6 8-14-15,-2-4-6 0,-4-4-2 0,8 5-4 16,-3-4 3-16,-5-1-4 0,10 3 4 0,-10-3-3 16,8 1-1-16,-8-1 3 0,10-4-1 0,-10 4 1 15,10-6 1-15,-10 6-3 0,5-6 1 0,-5 6-2 0,5-4 3 16,-5 4 5-16,0 0-10 0,7-4-1 0,-7 4-2 16,0 0 1-16,0 0-2 0,0 0-2 0,0 0 4 15,0 0-4-15,5 15 2 0,-4-10 2 0,-1-5-2 16,4 11 2-16,0-6 3 0,-4-5 3 15,4 10-1-15,0-6 1 0,1-1 13 0,0 0-1 16,-5-3 0-16,14 1-2 0,-6-2 8 0,2-2 3 0,1 0 3 16,-2 0 4-16,0-4 5 0,-2 4 6 15,1-3 14-15,-1-1-4 0,1 0 1 0,-2 0-11 16,-1-3 0-16,0 2-4 0,-2-1-11 0,-1 0-15 16,-2-3-13-16,0 2-20 0,0 0-17 0,0 1-35 15,-1-1-26-15,0 3-27 0,1 7-33 0,-2-12-41 0,2 12-20 16,0 0-152-16,0 0-398 0,0 0 176 15</inkml:trace>
  <inkml:trace contextRef="#ctx0" brushRef="#br0" timeOffset="-197099.53">8655 5453 230 0,'4'-6'242'15,"0"1"-10"-15,1-3 3 0,0-1-14 0,-1 1-11 16,3-3-22-16,-2 4-6 0,0-3-11 15,2 0-18-15,1 1-10 0,0-1-11 0,1 0-13 16,2 5-12-16,-1 0-8 0,2 1-10 0,2 2-7 0,-1 5-7 16,2 5-6-16,-2-3-11 0,0 6-5 15,-1 0-2-15,-1 3-6 0,0 0-24 0,-6 1-38 0,0 1-40 16,-1-1-69-16,-1-2-85 0,-2 2-255 16,-1-4-506-16,0-1 224 0</inkml:trace>
  <inkml:trace contextRef="#ctx0" brushRef="#br0" timeOffset="-196741.22">9094 5324 328 0,'2'-10'298'0,"-2"10"-31"16,4-8-28-16,-4 8-23 0,0 0-21 0,6-1-16 15,-6 1-18-15,0 0-9 0,11 16-19 0,-6-6-4 16,-1-1-10-16,3 2-12 0,1 4-9 0,-2 0-9 16,2-1-6-16,-4-2 9 0,2-2-12 0,-2 1-8 15,-1-1-7-15,2-1-6 0,-1-3-4 16,-2 1 5-16,2-1-7 0,-1 0 2 0,2-1 3 0,-5-5 14 16,6 5 20-16,-6-5 12 0,0 0 9 0,5 3-12 15,-5-3-16-15,0 0-1 0,12-13-3 0,-8 4-4 16,1-1-14-16,0-1 1 0,1-6-11 15,2 2-2-15,0-3-8 0,-1-1-4 0,5-4-4 0,-6 4-5 16,2-5-18-16,-6 6-30 0,7-5-19 0,-4 7-37 16,3 0-31-16,-2 2-32 0,-2 4-42 0,0 1-45 15,-3 1-48-15,3 4-24 0,-4 4-255 16,1-9-594-16,-1 9 262 0</inkml:trace>
  <inkml:trace contextRef="#ctx0" brushRef="#br0" timeOffset="-196486.66">9374 5355 131 0,'0'0'212'0,"5"9"4"16,-3-3-4-16,-2-6-9 0,3 7 2 0,-3-7-13 15,5 7-4-15,-1-5-10 0,-4-2-9 0,9 5-7 16,-3-4-17-16,4-2-10 0,1 1-8 0,3-2-8 16,-2-1-16-16,1 1-3 0,4-5-12 0,-7 3-5 15,3 1-7-15,-5-3-7 0,1-3-4 0,1 1-5 16,-5-1-2-16,0-1-4 0,-1 0-5 0,-3 2-8 15,-2-2-4-15,-1 1-1 0,-3 0-10 0,-1 2-4 16,-3 0-5-16,0 2 3 0,-1 1-20 0,-3 2-8 16,0 2-20-16,-5 2-18 0,0 2-22 0,-1 3-38 15,0 0-39-15,3 3-38 0,0-1-55 0,2 4-225 16,5-5-501-16,-2 2 221 0</inkml:trace>
  <inkml:trace contextRef="#ctx0" brushRef="#br0" timeOffset="-196258.31">9615 5186 157 0,'0'0'290'0,"4"-8"-11"0,-4 8-21 16,3-5-24-16,-3 5-22 0,0 0-17 15,0 0-14-15,0 0-7 0,14 19-6 0,-11-7-10 16,1 4-23-16,-1 2-9 0,0 0-12 0,0 8-13 15,-1-2-9-15,0-5-5 0,-1-1-20 0,1 3-30 16,-2-4-36-16,1 1-41 0,-1-6-50 0,1 2-57 16,-1-3-52-16,1-1-57 0,-1 1-133 0,2-5-422 15,-2-6 186-15</inkml:trace>
  <inkml:trace contextRef="#ctx0" brushRef="#br0" timeOffset="-196038.56">9848 5134 278 0,'1'-7'321'16,"0"-1"-25"-16,1 2-26 0,-2 6-22 0,1-7-29 15,-1 7-22-15,0 0-1 0,0 0 0 0,2 21-2 16,0-3-13-16,-2 0-10 0,0 1-12 16,0 8-20-16,0 1-9 0,2-2-18 0,-3 0-14 0,1-1-9 15,-1 1-2-15,1-7-12 0,-2 0-26 0,1-4-29 16,2-1-40-16,-1-3-34 0,0 0-40 0,0 1-61 15,2-3-43-15,-4 0-55 0,2 0-240 0,0-9-532 16,-5 10 236-16</inkml:trace>
  <inkml:trace contextRef="#ctx0" brushRef="#br0" timeOffset="-195029.34">9798 5321 48 0,'18'-3'164'0,"1"-1"-18"16,9-4-18-16,-9 6-7 0,-1-2-10 0,1-1-5 16,0 3-7-16,-6-2-5 0,1 3 1 0,-2-1-11 15,-2 1-6-15,2-2-1 0,-6 2 5 0,-6 1 0 16,9-2 11-16,-9 2-1 0,9-2 1 0,-9 2 0 16,0 0-5-16,0 0-14 0,0 0-10 0,0 0-5 15,0 0-6-15,-3 18-2 0,-3-11-6 0,0 2-6 16,-1 1 6-16,2 0-8 0,0-3-7 0,2 2-1 15,-2 0-4-15,3 0-2 0,2-2-4 0,0 2 4 16,0-9-5-16,2 11 1 0,1-4-3 16,-1-3-1-16,5 1 1 0,-7-5 1 0,9 5-6 0,-4-4 1 15,-5-1-2-15,14 1 0 0,-4-3-4 0,-4-1-2 16,1 1-1-16,-1-3 4 0,4 2-1 0,-4-2-2 16,-3-1-3-16,3-1 2 0,-3 2 1 0,0-2-3 15,2-2-3-15,-2 3 2 0,-3 6-3 0,3-13 2 16,-1 7-4-16,0 1 1 0,-2 5-2 0,2-10 4 15,-2 10 0-15,2-7-3 0,-2 7-3 0,0 0 3 16,0 0-1-16,0 0 1 0,0 0-1 0,0 0 6 16,0 0 1-16,9 18-3 0,-6-10 4 0,-1-3-1 15,4 0 0-15,1 2-2 0,-3-1 0 0,4 1 7 16,2-1 5-16,-1-1 0 0,1-2 4 0,4-1-5 16,-1 0-4-16,6-4 4 0,0 2 1 0,0-2-3 15,2 1 1-15,-2-1 5 0,-1-3 0 0,0-1 2 16,-1-1-5-16,-5 0 8 0,-1 1 0 0,-2 1 16 15,-1-3 7-15,1 2 1 0,-3-4-10 0,0 3 4 16,-4 2 0-16,2 0-5 0,-1-3 0 0,-3 8-3 16,0-9-4-16,0 9-3 0,-2-10-4 0,2 10-5 15,-7-6 1-15,7 6 0 0,-13-2-5 0,4 3-1 16,-1 2-4-16,-1 1-2 0,-1 1-2 0,3 2 2 16,-2-1-12-16,3 1-9 0,0 0-11 0,3 1-7 15,2-2 2-15,-1 0-6 0,4-6-5 0,-5 11 3 16,4-5 1-16,1-6 7 0,-1 9 2 0,1-9 2 15,5 10 5-15,-3-5 4 0,-2-5 3 0,7 3 5 16,-7-3-1-16,5 5 6 0,-5-5-2 0,0 0 9 16,2 5-4-16,-2-5 1 0,0 0-4 0,4 6 4 15,-4-6-1-15,4 12 9 0,-3-5 6 0,-1 9 6 16,2 3 3-16,-1 6 11 0,1 4 0 0,1 1 2 16,-3 2-2-16,2 2 2 0,-3 0 4 0,1-2-3 15,1 2 0-15,1-2 2 0,0 0-12 0,-2 0 3 16,2 0-8-16,-2-3 3 0,1-4-7 0,-1 0 6 15,0-8-3-15,-1 0 0 0,1-4-2 0,-3-1-4 16,-2-2-5-16,-4-2-8 0,0 1-16 0,-1-4-12 16,-8 0-9-16,1-2-3 0,-2-1-1 0,1-4 8 15,0-5-1-15,1 1 1 0,1-1 6 0,1-5 2 16,1-1 6-16,4-3 6 0,3 2 14 0,3-3-4 16,2-3-3-16,7-6 4 0,6 2 0 0,3-5-2 15,6 0-3-15,0 0 0 0,15-7-2 0,4 3 0 16,1 2-4-16,0-1 1 0,2 5 2 0,-1-4 0 15,-11 9 3-15,2 2 6 0,-4-1-7 0,-1-1 10 16,0 3-5-16,-7 4 12 0,1-3 6 0,-7 6 5 16,-1 0 16-16,-7 2 15 0,1 0 1 0,-4 1 4 15,2 0 3-15,-2-1-3 0,-4 4-5 0,1 6 0 16,0 0-6-16,-8-14-6 0,3 14 0 0,5 0-4 16,-18 0-4-16,4 3 0 0,2 3 2 0,-3 4 1 15,1-1-2-15,0 4-5 0,4-1-4 0,3-3 2 16,2 3 2-16,3 0-10 0,2-2-25 0,2 0-29 15,3 0-35-15,3-1-41 0,7 1-31 0,8 2-41 16,7-3-46-16,1-4-227 0,-2-1-500 0,7-4 222 16</inkml:trace>
  <inkml:trace contextRef="#ctx0" brushRef="#br0" timeOffset="-194570.41">11103 5337 169 0,'0'0'212'0,"0"0"-6"15,-23 13-5-15,14-3-10 0,0 4-15 0,-1 1-9 16,3 3-8-16,-3 0-12 0,1-1-9 0,5 0-15 16,3-1-16-16,1-2-1 0,5-1-10 0,0 3-4 15,3-5-7-15,5 0 0 0,1-2-3 0,2-2 2 0,2-3-3 16,3-1-3-16,-1-2-11 0,2-2-2 15,-2-5 0-15,3 2-11 0,-6-2 7 0,0-3 4 16,-2 2-1-16,-5-3-2 0,-2 0 5 0,-3 0-5 16,1-2-11-16,-4 0-5 0,1-4 6 0,-4 1-16 15,-3 0-5-15,-3 1-4 0,-1-1-5 0,-1-1-9 0,-2 0-12 16,0 2-20-16,1 1-15 0,-1 1-27 16,0 4-23-16,1 3-26 0,-4 1-37 0,2 2-50 15,0 4-37-15,-1 2-42 0,-4 3-147 0,7 2-458 16,-1 3 204-16</inkml:trace>
  <inkml:trace contextRef="#ctx0" brushRef="#br0" timeOffset="-194228.4">11325 5621 231 0,'9'0'230'16,"4"-4"2"-16,-4 1-6 0,1-1-4 0,-1-1-5 15,2-1-11-15,-4-1-12 0,1 0-18 0,-2-2-2 16,0-1-10-16,-1-3-19 0,1 2-6 0,-3-4-12 15,0 3-12-15,-3-4-10 0,-3 0-13 0,2-1-10 16,-4 2-9-16,-1-2-11 0,-3 1 0 0,2-1-11 16,1 5-2-16,-1-3-7 0,-1 6-5 0,2 1-2 15,0 1-3-15,2 2-4 0,0 0-3 0,4 5-11 16,-4-8-16-16,4 8-4 0,0 0 0 0,0 0-1 16,0 0 5-16,20-4 4 0,-4 7-9 0,5 0 7 15,7 1-1-15,-3 4 2 0,0 1-1 0,2 1-1 16,-8-5-3-16,0 4 7 0,-5 0-5 0,1-1 4 15,-1 3 4-15,-5 0-2 0,0-2 4 0,3 3 1 16,-4-2 4-16,-2 2-3 0,-1 0-5 0,-1-2 5 16,0 2-5-16,2-1-1 0,-4 1-25 0,1-3-39 15,-2 2-40-15,2-2-38 0,-4 1-41 0,4-1-49 16,-1-2-55-16,-2-7-154 0,4 10-474 0,-4-10 209 16</inkml:trace>
  <inkml:trace contextRef="#ctx0" brushRef="#br0" timeOffset="-193838.5">11807 5357 2377 0,'8'-15'136'0,"-1"1"-65"16,-1 0-28-16,-1 4-1 0,1 4 7 0,-1 0 1 15,-5-1 5-15,4 3-8 0,-4 4-6 0,8-8-4 16,-8 8 2-16,10 1 4 0,-10-1 15 0,16 13 1 0,-3 0 8 16,-3 2-8-16,-1 2 1 0,2 1-4 15,1 5-7-15,-2 0 1 0,-4 1-1 0,1-6-5 16,1 0-4-16,-3-1-9 0,3-1-2 0,-4-4 2 0,-2-2 2 16,5 0-7-16,-4-3 4 0,0-2-4 0,-1 0 10 15,1 0 24-15,-3-5 11 0,5 7 15 0,-5-7-8 16,0 0-2-16,0 0-7 0,13-10 1 15,-8 3-26-15,0-3 10 0,4-2-14 0,-1-2 4 16,2-3-14-16,1-6 4 0,-4 7 1 0,4-10-13 0,-2 9-7 16,-4-3-15-16,5 2-14 0,0 1-17 0,-1-1-17 15,-1 3-18-15,-1 0-22 0,-2 6-31 16,0 1-32-16,-2 4-40 0,0 0-36 0,-3 4-12 16,6-4-23-16,-6 4-20 0,0 0-214 0,0 0-537 0,9 12 238 15</inkml:trace>
  <inkml:trace contextRef="#ctx0" brushRef="#br0" timeOffset="-193661.69">12262 5364 97 0,'4'-11'264'0,"-4"11"-1"15,2-5-3-15,-2 5-4 0,0 0-6 0,4-5-13 16,-4 5-33-16,0 0-14 0,0 0-23 0,0 0-5 16,0 0-23-16,-2 22-4 0,0-11-14 0,0 1-14 15,2 1-8-15,-4 3-7 0,1-1-11 0,1 2-9 16,-2 0-42-16,1-1-41 0,0-1-49 0,0-3-53 15,-2 0-66-15,5 0-61 0,-5-2-198 0,3 0-473 16,0 0 209-16</inkml:trace>
  <inkml:trace contextRef="#ctx0" brushRef="#br0" timeOffset="-193517.45">12188 5214 39 0,'0'0'37'0,"0"0"-50"16,15 1-14-16,-15-1 7 0</inkml:trace>
  <inkml:trace contextRef="#ctx0" brushRef="#br0" timeOffset="-193150.91">12538 5343 117 0,'0'0'244'0,"0"0"-6"0,0 0-8 0,0 0-4 16,0 0-9-16,-9 20-14 0,5-6-12 15,-4 1-13-15,2-2-19 0,1-3-15 0,1 2-15 0,0 4-12 16,2-3-12-16,0-1-3 0,4-1-11 0,0 1-10 16,0-1-9-16,4 1-8 0,-1-5-3 0,4 4-8 15,0-5-1-15,2 1-8 0,3-3-6 0,-1-1-10 16,3-1-6-16,-3 0-3 0,0-4-4 0,1 1 0 15,-1-2-5-15,-1-2 0 0,1-2-4 0,-2 2-3 16,1-4-2-16,-1-2-3 0,1 0-7 0,-5 2 4 16,1-1-3-16,-1-4-1 0,0-2 2 0,-3 5 5 15,-2-2-3-15,3 5 5 0,-5 1 15 0,2 0 6 16,-2 7 2-16,0 0-1 0,0-11-3 0,0 11 1 16,0 0-5-16,0 0 4 0,0 0 12 0,-29 14-8 15,16-3-2-15,3-1 2 0,1 3 0 0,-1 0-4 16,4-2-13-16,2-1-22 0,2 1-39 0,-1-1-38 15,2-1-47-15,2 1-37 0,4-3-20 0,4 2-19 16,5-1-8-16,6 0-180 0,0-4-436 0,9-1 193 16</inkml:trace>
  <inkml:trace contextRef="#ctx0" brushRef="#br0" timeOffset="-192834.98">12996 5366 136 0,'4'-13'263'15,"-1"6"7"-15,-3-1-1 0,4 2-9 0,-4 6-25 0,2-9-24 16,-2 9-23-16,0 0-18 0,0 0-15 0,0 0-7 16,16 19-11-16,-11-5-7 0,3 3-13 0,0-1-8 15,-4 2-7-15,3 0-12 0,-3 0-6 0,1 0-9 16,1-2-9-16,-1 2-4 0,2-4-1 0,-3-2-12 16,-1-1-3-16,1-2-2 0,0 0 3 15,0-3-9-15,-4-1 12 0,0-5 25 0,6 8 26 0,-6-8 2 16,0 0-6-16,0 0-9 0,0 0-16 0,0 0 6 15,11-12 1-15,-9 4-12 0,2-1-5 16,0-2-9-16,-4 0-4 0,3-8-7 0,2 2 0 0,-1-8-15 16,-1 7-2-16,1-7-39 0,0-3-7 0,3 2-28 15,0 0-25-15,0 1-14 0,1 7-14 0,-1 2-29 16,0 0-43-16,2 2-42 0,-4 4-37 0,3 2-24 16,-1 1-9-16,2 2-5 0,-2 3-159 0,0 2-487 15,-7 0 216-15</inkml:trace>
  <inkml:trace contextRef="#ctx0" brushRef="#br0" timeOffset="-191950.55">13324 5457 90 0,'5'4'210'15,"-5"-4"13"-15,6 3 3 0,1-1-5 0,-7-2-6 16,12 2-8-16,-12-2-5 0,11-2-10 0,-11 2-20 16,12-3-4-16,0 0-7 0,-5-1-10 0,-1-1-11 15,3-1-5-15,-1 2-7 0,0-3-5 0,-1-2-20 16,-3 1-4-16,2-1-6 0,-2 0-10 0,-2-1-7 15,-2-1-1-15,0 0-11 0,-2 1-3 0,2 10-10 16,-2-12-4-16,0 5-3 0,-4 3-9 0,2-2 3 16,4 6-9-16,-7-5-7 0,7 5-1 0,0 0-5 15,-18 9 8-15,11 0-10 0,-1 3 3 16,-1-1-2-16,1-1 0 0,-2 4-5 0,5-2 11 0,1-2-8 16,-2 5 6-16,2-1-15 0,2-2 0 0,0 0 5 15,4 0-5-15,-2 0 5 0,2 0-2 0,6-3 3 16,-4 1-3-16,3-3 0 0,3 0-1 0,2-1 0 15,6-1 5-15,2-1-3 0,1 1-3 0,-2-1 0 16,-5-4 8-16,0 0-8 0,0-2 1 0,-3 0-3 16,5-1 3-16,-5-3-1 0,-1 1-19 0,2-1-9 15,-3-2 12-15,0-1-6 0,-1-1 0 0,-2 1-4 16,-2-2-3-16,3-4-1 0,-5-2 3 0,0 6 0 16,-2-7 4-16,-2 0 4 0,0 1-4 0,-1 0 10 15,-1 0-8-15,-2 7 4 0,-2-1 10 0,4 2 7 16,-1 3 1-16,1-2-5 0,4 8 9 0,-4-9-13 15,4 9 1-15,-2-6 0 0,2 6-3 0,0 0-3 16,-3-8 2-16,3 8 5 0,0 0-3 0,0 0 0 16,0 0 0-16,16 1 3 0,-6-1 5 0,4 2 6 15,4-2-13-15,2 1-2 0,-1-1 5 0,3-1-4 16,0 1 8-16,-5-2-2 0,-4 2-4 0,1 0 2 16,-4 0 0-16,-3 2-1 0,-7-2-5 0,14 0 8 15,-10 1-6-15,-4-1 5 0,9 4 1 0,-5 0-1 16,-4-4-11-16,4 10 17 0,-4 1 1 0,0-1 5 15,-4 0-3-15,4 2 0 0,-4 5 8 0,2-1 16 16,0-3-20-16,1-2-1 0,-1 0 0 0,0 0 2 16,0 0 0-16,2-1-6 0,2 0 5 0,-2-3-6 15,2 1 2-15,1-4 0 0,1 1 4 0,0 0-6 16,3 0 12-16,0-3-13 0,4 1 8 0,0 0-3 16,1-2-1-16,1-1 12 0,1 0-17 0,-1-2 3 15,0-1-4-15,1-3 5 0,-3 0-4 0,3-3 0 16,1 1-3-16,-1-3-2 0,-3-1-7 0,0 0-3 15,-1-4-2-15,-2 1-5 0,-1-3-5 0,-3 0 7 16,1-1-9-16,2 2 6 0,-3 2-4 0,-1 3 3 16,-1 1 3-16,-2 2-4 0,2 3 2 0,0-1 1 15,-2 7 1-15,0-10-4 0,0 10-1 0,0 0 4 0,0 0-4 16,0 0 2-16,0 0 4 0,-17 17 0 16,11-6 6-16,0 7-4 0,-5 3 2 0,6-4 4 15,1 0 3-15,1 1 1 0,1 0 6 0,2 0-2 16,0 0-3-16,0-2 3 0,2 0 3 0,4 0 1 15,-5-4-2-15,2 1-1 0,1-2 0 0,-2 0-4 0,1-2 10 16,-1 1-9-16,0-1 3 0,-2-2 5 16,0-7 3-16,0 8 0 0,0-8 6 0,-5 10-1 15,-1-6-2-15,0-2-7 0,-7-1 5 0,1-1-4 16,-2 0-21-16,1-1-17 0,-6-1-34 0,2-1-21 16,5 0-31-16,-1 1-39 0,6-1-39 0,-2 1-45 0,9 2-54 15,-11-5-179-15,11 5-511 0,-2-10 226 0</inkml:trace>
  <inkml:trace contextRef="#ctx0" brushRef="#br0" timeOffset="-191524.43">14229 5414 200 0,'7'-6'275'0,"-5"3"-5"0,-2 3-13 0,8-5-15 15,-8 5-3-15,4-5 0 0,-4 5-11 0,4-6-8 0,-4 6-4 16,0 0-11-16,0 0-9 0,0 0-16 16,0 0-16-16,0 0-22 0,0 0-4 0,0 0-23 15,0 0-1-15,-6-16-19 0,6 16-12 0,0 0-5 16,-13 3-10-16,13-3-8 0,-10 7 8 0,3-1-16 16,0 0-9-16,-2 1-4 0,5-1-11 0,0-1-2 0,-1 1 4 15,5-6-6-15,-4 13-5 0,4-7-7 0,0-6-3 16,0 8 1-16,0-8-12 0,4 9 0 15,-4-9-9-15,6 6-5 0,-6-6-5 0,9 2 2 16,-9-2-3-16,12 0 5 0,-12 0 0 0,9-3 0 16,-3-1-3-16,-6 4 6 0,9-6-5 0,-1 1 6 0,-4-1 2 15,2 1 0-15,-3 0-3 0,3-1-3 16,-3 0 13-16,0 0-5 0,-3 6 0 0,8-8 0 0,-8 8 7 16,0 0 5-16,7-8 0 0,-7 8 0 15,4-3 3-15,-4 3-7 0,0 0 1 0,0 0 6 0,0 0-2 16,6 14-3-16,-6-14 2 0,2 9-3 15,-2-1-20-15,3-3-31 0,-3-5-46 0,0 14-70 16,0-14-72-16,5 11-82 0,-2-4-217 0,-3-7-581 0,13 6 258 16</inkml:trace>
  <inkml:trace contextRef="#ctx0" brushRef="#br0" timeOffset="-191385.08">14558 5480 3726 0,'0'0'292'0,"0"0"-191"15,8-3-68-15,-8 3 18 0,0 0 71 16,4-7 7-16,-4 7 12 0,0 0-12 0,0 0-16 15,0 0-8-15,0 0-9 0,0 0-13 0,0 0-11 16,-10-13-27-16,10 13-38 0,-2-6-64 0,2 6-121 16,0 0-152-16,-12-10-450 0,5 5-845 0,7 5 373 15</inkml:trace>
</inkml:ink>
</file>

<file path=ppt/ink/ink2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29:04.627"/>
    </inkml:context>
    <inkml:brush xml:id="br0">
      <inkml:brushProperty name="width" value="0.05292" units="cm"/>
      <inkml:brushProperty name="height" value="0.05292" units="cm"/>
      <inkml:brushProperty name="color" value="#FF0000"/>
    </inkml:brush>
  </inkml:definitions>
  <inkml:trace contextRef="#ctx0" brushRef="#br0">13207 4853 911 0</inkml:trace>
  <inkml:trace contextRef="#ctx0" brushRef="#br0" timeOffset="14830.33">15724 7742 15 0,'0'0'80'0,"0"0"-16"0,0 0-7 0,0 0 4 16,0 0-11-16,0 0-3 0,0 0 1 0,0 0-9 0,0 0-7 15,0 0-3-15,0 0-3 0,0 0 0 0,0 0-6 16,0 0 2-16,0 0-3 0,0 0-4 0,0 0-4 16,0 0 1-16,0 0-3 0,0 0 4 0,0 0-9 15,0 0 3-15,6 2 3 0,-6-2-5 0,0 0 2 16,0 0 0-16,0 0-9 0,0 0 13 0,0 0-7 16,0 0-1-16,0 0-2 0,0 0 6 0,0 0-5 15,0 0 5-15,0 0-2 0,0 0-3 0,0 0 5 16,0 0-5-16,0 0 1 0,0 0-2 0,0 0 1 15,0 0 7-15,0 0-14 0,0 0 6 0,0 0 1 16,0 0-4-16,0 0 2 0,0 0 4 0,0 0-4 16,0 0 2-16,0 0-1 0,0 0-4 0,0 0 3 15,0 0-1-15,0 0 4 0,0 0-2 0,0 0-2 16,0 0-1-16,0 0 0 0,0 0 1 0,0 0 4 16,0 0-2-16,0 0-2 0,0 0 4 0,0 0 1 15,0 0 1-15,0 0 3 0,0 0-11 0,0 0 6 16,0 0-3-16,0 0-4 0,0 0 8 0,0 0-2 15,0 0 0-15,0 0 2 0,0 0-8 0,0 0 8 16,0 0 1-16,0 0-1 0,0 0 1 0,0 0-2 16,0 0 4-16,0 0 0 0,0 0 2 0,0 0 2 15,0 0-1-15,0 0 1 0,0 0-5 0,0 0-8 16,0 0 12-16,0 0-6 0,0 0 7 0,0 0-2 16,0 0 2-16,0 0-2 0,0 0-4 0,0 0 1 15,0 0 8-15,0 0-13 0,0 0 12 0,0 0-6 16,0 0 7-16,0 0-1 0,0 0 0 0,0 0-6 15,0 0 1-15,0 0 3 0,0 0-8 0,0 0-2 16,0 0-5-16,0 0-1 0,0 0-1 0,0 0-4 16,0 0-5-16,0 0-5 0,0 0-9 0,0 0-9 15,0 0-10-15,0 0-8 0,0 0-7 0,0 0-68 16,0 0-139-16,0 0 61 0</inkml:trace>
  <inkml:trace contextRef="#ctx0" brushRef="#br0" timeOffset="16391.41">25291 7695 97 0,'0'0'80'0,"0"0"-35"0,0 0-26 16,0 0-17-16,0 0-12 0,8 4-30 0,-8-4-41 15,0 0 19-15</inkml:trace>
  <inkml:trace contextRef="#ctx0" brushRef="#br0" timeOffset="17293.59">26014 7741 14 0,'0'0'43'16,"0"0"-2"-16,0 0-13 0,0 0 4 0,0 0 1 16,0 0-8-16,0 0-3 0,0 0 2 0,0 0-2 0,0 0-2 15,0 0-6-15,0 0-3 0,0 0-2 0,0 0 2 16,0 0 0-16,0 0 0 0,0 0-3 16,0 0 4-16,0 0-2 0,0 0-3 0,0 0-2 15,0 0-1-15,0 0 1 0,0 0-4 0,0 0 1 0,0 0 0 16,0 0 3-16,0 0-4 0,0 0-6 0,0 0 10 15,0 0 0-15,0 0-4 0,0 0 5 0,0 0-5 16,0 0 1-16,0 0-2 0,0 0 1 0,0 0 8 16,0 0-2-16,0 0 8 0,0 0-4 0,0 0 4 15,0 0 11-15,0 0-10 0,0 0-1 0,0 0 7 16,0 0-5-16,0 0-3 0,0 0-2 0,0 0 8 16,0 0-3-16,0 0-7 0,0 0 3 0,0 0 2 15,0 0-5-15,0 0-1 0,0 0-1 0,0 0 3 16,0 0-1-16,0 0 4 0,0 0-12 0,0 0 12 15,0 0-7-15,0 0-1 0,0 0 4 0,0 0-6 16,0 0-2-16,0 0 3 0,0 0 7 0,0 0-6 16,0 0-3-16,0 0 1 0,0 0-3 0,0 0 1 15,0 0 2-15,0 0 0 0,0 0-2 0,0 0-4 16,0 0 4-16,0 0 2 0,0 0-1 0,0 0-6 16,0 0 5-16,0 0-2 0,0 0 3 0,0 0-7 15,0 0 3-15,0 0 0 0,0 0 0 0,0 0-2 16,0 0-1-16,0 0 6 0,0 0 7 0,0 0-12 15,0 0 0-15,0 0 8 0,0 0-7 0,0 0 7 16,0 0-7-16,0 0 8 0,0 0-4 0,0 0-6 16,0 0 3-16,0 0-2 0,0 0-3 0,0 0 7 15,0 0-1-15,0 0 2 0,0 0-2 0,0 0 0 16,0 0-5-16,0 0 4 0,0 0-1 0,0 0 4 16,0 0-1-16,0 0-2 0,0 0 7 0,0 0-4 15,0 0-3-15,0 0-15 0,-14-16 19 0,14 16-3 16,0 0 5-16,0 0-5 0,0 0-3 0,0 0 3 0,0 0-5 15,0 0-1-15,0 0 2 0,0 0 1 16,0 0 1-16,0 0-3 0,0 0-8 0,0 0 4 16,0 0 1-16,0 0-4 0,0 0 3 0,0 0 8 0,0 0-6 15,0 0-3-15,0 0-5 0,0 0 10 0,0 0-2 16,0 0-2-16,0 0-1 0,7-7 0 16,-7 7 0-16,0 0-10 0,0 0-2 0,0 0 5 15,7-5-1-15,-7 5 1 0,0 0 5 0,0 0-7 0,0 0 4 16,5-4-1-16,-5 4 0 0,0 0-3 0,0 0 4 15,0 0-3-15,0 0 2 0,4-3-5 0,-4 3-6 16,0 0-6-16,0 0-29 0,0 0-65 0,0 0 30 16</inkml:trace>
  <inkml:trace contextRef="#ctx0" brushRef="#br0" timeOffset="17984.1">27208 7601 19 0,'0'0'65'0,"0"0"-9"15,0 0-1-15,0 0-7 0,0 0-1 0,0 0-10 0,0 0-8 16,0 0-11-16,0 0-7 0,0 0-2 16,0 0-1-16,0 0-5 0,0 0 0 0,0 0-5 15,0 0-2-15,0 0-4 0,0 0 9 0,0 0-2 16,0 0 1-16,0 0-6 0,0 0 3 0,2 5 2 0,-2-5 0 16,0 0-2-16,0 0-3 0,0 0-2 0,0 0-3 15,0 0-1-15,0 0 3 0,0 0 1 16,0 0-4-16,0 0 2 0,0 0-2 0,0 0 1 15,0 0 2-15,0 0 1 0,0 0 1 0,4 5-3 0,-4-5 1 16,0 0 4-16,0 0-1 0,0 0-2 0,0 0 5 16,0 0 1-16,0 0 8 0,0 0-3 0,0 0 4 15,6 3-8-15,-6-3 6 0,0 0 0 0,0 0-3 16,0 0-2-16,0 0-4 0,0 0 0 0,0 0 1 16,0 0-12-16,0 0-1 0,0 0-18 0,0 0-35 15,0 0 16-15</inkml:trace>
  <inkml:trace contextRef="#ctx0" brushRef="#br0" timeOffset="19305.9">14227 8738 19 0,'0'0'34'0,"0"0"-9"16,0 0-2-16,0 0-9 0,0 0-3 0,0 0-8 16,0 0-9-16,0 0-15 0,0 0-22 0,0 0 9 15</inkml:trace>
  <inkml:trace contextRef="#ctx0" brushRef="#br0" timeOffset="20485.28">14838 8671 12 0,'0'0'65'0,"0"0"-5"0,0 0-3 15,0 0-7-15,0 0-4 0,0 0 3 0,0 0-17 16,0 0 6-16,0 0-8 0,0 0-1 0,0 0-7 15,0 0-1-15,0 0 0 0,0 0-2 0,0 0-1 16,0 0 2-16,0 0-4 0,0 0 3 0,0 0-2 0,0 0-3 16,0 0 3-16,0 0-5 0,0 0 3 15,0 0-8-15,0 0 6 0,0 0 0 0,0 0 3 16,0 0-7-16,0 0 11 0,0 0-6 0,0 0-3 16,0 0 4-16,0 0 2 0,0 0 0 0,0 0 2 15,0 0 2-15,0 0-5 0,0 0-3 0,0 0-3 16,0 0 4-16,0 0-4 0,0 0 2 0,0 0 3 15,0 0-11-15,0 0 8 0,0 0-12 0,0 0 3 0,0 0 5 16,0 0 3-16,0 0-6 0,0 0 4 16,0 0-9-16,0 0-2 0,0 0-2 0,0 0-3 15,0 0-1-15,0 0-6 0,0 0-6 0,0 0-14 0,0 0 6 16,0 0-4-16,0 0-8 0,0 0-4 16,9 2-8-16,-9-2-15 0,9 1-47 0,-9-1-123 15,0 0 55-15</inkml:trace>
  <inkml:trace contextRef="#ctx0" brushRef="#br0" timeOffset="22072.39">24133 8213 34 0,'-1'-10'100'0,"1"10"-12"16,0 0-23-16,0 0-10 0,0 0-12 0,0 0-3 15,0 0-7-15,1-8-2 0,-1 8 1 0,0 0-6 16,0 0 2-16,0 0-1 0,0 0-10 0,0 0-13 16,0 0-12-16,0 0-11 0,0 0-9 0,0 0-9 15,0 0-13-15,0 0-31 0,0 0-86 0,0 0 38 16</inkml:trace>
  <inkml:trace contextRef="#ctx0" brushRef="#br0" timeOffset="22655.07">26266 8325 39 0,'0'0'47'0,"0"0"-5"0,0 0-6 15,0 0-5-15,0 0-1 0,0 0-3 0,0 0-1 16,0 0-6-16,0 0-8 0,0 0-11 0,0 0-11 15,9 4-7-15,-9-4-8 0,6 4-19 0,-6-4-47 16,5 5 22-16</inkml:trace>
  <inkml:trace contextRef="#ctx0" brushRef="#br0" timeOffset="23025.71">28592 8344 123 0,'0'0'116'0,"0"0"-29"16,0 0-27-16,7-3-25 0,-7 3-22 0,0 0-20 15,0 0-22-15,0 0-38 0,-1 15-72 0,1-15 33 16</inkml:trace>
  <inkml:trace contextRef="#ctx0" brushRef="#br0" timeOffset="23264.79">29723 8258 54 0,'8'0'106'0,"-8"0"-21"0,0 0-25 16,0 0-28-16,0 0-40 0,0 0-48 0,0 0-58 15,-34 13 25-15</inkml:trace>
  <inkml:trace contextRef="#ctx0" brushRef="#br0" timeOffset="24600.43">13118 9150 34 0,'0'0'46'0,"0"0"-4"0,0 0-10 0,0 0-1 16,0 0-1-16,0 0-6 0,0 0 4 0,0 0-9 16,0 0 3-16,0 0 2 0,0 0-7 0,0 0-2 15,0 0 3-15,0 0-2 0,0 0-1 0,0 0-9 16,0 0 1-16,0 0 8 0,0 0-5 0,0 0-3 16,0 0 0-16,0 0 1 0,0 0-1 0,0 0 0 15,0 0 2-15,0 0-5 0,0 0 3 0,0 0 4 16,0 0-7-16,0 0 9 0,0 0-4 0,0 0-1 15,0 0-6-15,0 0 8 0,0 0-3 0,0 0-3 16,0 0 4-16,0 0-1 0,0 0 2 0,0 0-3 16,0 0 5-16,0 0-4 0,0 0 2 0,0 0-2 15,0 0 3-15,0 0-1 0,0 0 2 0,0 0-2 16,0 0 2-16,0 0-7 0,0 0 0 0,0 0 5 16,0 0-4-16,0 0 0 0,0 0 6 0,0 0-5 15,0 0 4-15,0 0-1 0,0 0-7 0,0 0-5 16,0 0 3-16,0 0 10 0,0 0-13 0,0 0 13 15,0 0-10-15,0 0 7 0,0 0-3 0,0 0-3 16,0 0 3-16,0 0-3 0,0 0 3 0,0 0-1 16,0 0-9-16,0 0 4 0,0 0 3 0,0 0-1 15,0 0 0-15,0 0 2 0,0 0-12 0,0 0 6 16,0 0-13-16,0 0-13 0,0 0-14 0,0 0-19 16,0 0-41-16,0 0-112 0,0 0 50 0</inkml:trace>
  <inkml:trace contextRef="#ctx0" brushRef="#br0" timeOffset="38385.54">22455 11772 46 0,'0'0'100'0,"0"0"-7"0,0 0 1 15,0 0-16-15,0-8-10 0,0 8-2 0,0 0 0 16,0 0-10-16,0 0-2 0,0 0-10 16,0 0 8-16,0 0-4 0,0 0 8 0,0 0-3 0,0 0-3 15,0 0-10-15,0 0 0 0,0 0 16 0,17 15 9 16,-15-8 15-16,1 2 0 0,-2-1-10 0,0 1-5 15,1 1-11-15,-1-1-1 0,1 1-4 0,0 0-5 16,0 1-3-16,2-2 5 0,-1-1 3 0,2 0-2 16,-3-1 6-16,1 0-8 0,-1 0 0 0,-2-7-2 15,4 7-7-15,-4-7-1 0,7 3-8 0,-7-3-1 16,0 0-3-16,19-13-2 0,-8 0-2 0,3-1-3 16,6-6-3-16,4-3-1 0,4-2-17 0,13-10-19 15,0 1-32-15,5 0-38 0,6-4-41 0,22-10-51 16,-23 14-118-16,3-3-327 0,19-10 145 0</inkml:trace>
  <inkml:trace contextRef="#ctx0" brushRef="#br0" timeOffset="59417.54">12870 9611 12 0,'3'-50'122'0,"1"2"-13"15,-2-1-22-15,2 2 5 0,-3 1-22 0,-1 11 3 16,2-1-15-16,-2 0-6 0,2 4-9 0,-2-3-4 15,5 7-81-15,-5-5-78 0,2 2-129 0,1 0 58 16</inkml:trace>
  <inkml:trace contextRef="#ctx0" brushRef="#br0" timeOffset="70403.14">14530 5482 5 0,'0'0'43'0,"0"0"5"0,0 0-16 0,0 0-1 16,0 0-4-16,0 0 0 0,0 0-4 0,0 0-6 15,0 0-2-15,0 0 2 0,0 0 2 0,0 0-6 16,0 0-1-16,0 0 5 0,0 0-1 16,0 0-8-16,0 0 7 0,0 0-1 0,0 0 6 15,0 0-6-15,0 0 2 0,0 0-3 0,0 0 1 16,0 0 3-16,0 0-5 0,0 0-2 0,0 0 7 15,0 0 0-15,0 0-5 0,0 0 4 0,0 0-8 0,0 0-1 16,0 0 3-16,0 0 1 0,0 0-5 0,0 0 2 16,0 0 1-16,0 0-7 0,0 0 9 15,0 0 1-15,0 0-10 0,0 0 3 0,0 0-6 16,0 0 0-16,0 0 4 0,0 0-2 0,0 0 1 16,0 0 16-16,0 0-19 0,0 0 7 0,0 0-5 15,0 0-1-15,0 0 4 0,0 0 1 0,0 0-1 16,0 0 5-16,0 0-4 0,0 0 3 0,0 0-2 15,0 0-4-15,0 0-3 0,0 0 5 0,0 0 3 16,0 0-2-16,0 0-2 0,0 0-3 0,0 0 3 16,0 0 2-16,0 0 2 0,0 0-4 0,0 0-2 15,0 0-6-15,0 0 12 0,0 0-6 0,0 0 2 16,0 0-1-16,0 0-7 0,0 0 8 0,0 0 9 16,0 0-1-16,0 0-14 0,0 0-15 0,0 0 18 15,0 0 1-15,0 0 3 0,0 0 8 0,0 0-16 16,0 0-2-16,0 0 6 0,0 0 7 0,0 0-1 15,0 0-12-15,0 0 10 0,0 0-7 0,0 0 3 16,0 0-3-16,0 0 12 0,0 0-14 16,0 0 4-16,0 0-2 0,0 0 1 0,0 0-1 0,0 0 6 15,0 0-1-15,0 0-4 0,0 0 3 0,0 0-2 16,0 0 2-16,0 0-3 0,0 0 0 0,0 0-1 16,0 0 3-16,0 0-3 0,0 0 14 0,0 0-14 15,0 0-4-15,0 0-10 0,0 0-4 16,0 0 3-16,0 0-6 0,0 0 2 0,32-8-15 15,-32 8-2-15,0 0-13 0,0 0-41 0,9-1-101 16,-9 1 45-16</inkml:trace>
  <inkml:trace contextRef="#ctx0" brushRef="#br0" timeOffset="98584.31">5156 17545 22 0,'0'0'102'0,"0"0"2"15,0 0-17-15,0 0-1 0,0 0-18 0,0 0 0 16,0 0-14-16,0 0 2 0,0 0-7 0,0 0-6 15,0 0-1-15,0 0-7 0,0 0-7 0,0 0 4 16,0 0-11-16,0 0-3 0,0 0-1 0,0 0 2 16,0 0-7-16,0 0 7 0,0 0-7 0,0 0 4 15,0 0-4-15,0 0 2 0,0 0-9 0,32 0 1 16,-32 0-4-16,25-1 5 0,-6-5 0 0,-3 2 6 16,6 3-13-16,-2-4 6 0,2 3-10 15,5-2 12-15,2-1-2 0,2 1 11 0,-1 2-13 16,0 0-13-16,3 2 17 0,-2-1-3 0,2-1 4 15,2 2-6-15,-2 3 3 0,4-3-4 0,-1 2-2 16,17-1-1-16,-1 0-12 0,0 2-5 0,4-2-9 16,-2 2-10-16,1-1-13 0,1 2-1 0,2-1-9 15,0-1-12-15,0 2-6 0,6 1-44 0,-11 0-132 16,0-1 58-16</inkml:trace>
  <inkml:trace contextRef="#ctx0" brushRef="#br0" timeOffset="99484.4">10278 17297 74 0,'0'0'114'0,"0"0"-11"16,0 0 9-16,0 0-16 0,0 0-2 0,0 0-6 15,0 0-12-15,0 0-4 0,32 11-8 0,-16-6-4 16,4 1 1-16,1-3-3 0,9 3 3 0,2-5-24 15,3 3 24-15,1-2-3 0,2-1-7 0,13-1-3 16,-13 2-6-16,16-2-4 0,0 0-5 0,-2 3-3 16,-1-5-4-16,0 1-1 0,3 4 2 0,4-3-7 15,-2 2 4-15,6-6-2 0,0 4-9 0,-1-1 3 16,0-1 3-16,2 1-7 0,-2-4-5 0,1 3 2 16,3-2-3-16,-2-1 2 0,1-2 0 15,-2 1-2-15,0-1 9 0,1 1-12 0,0 2 0 16,-5-2 4-16,7 3 2 0,-4-4 1 0,-2-1-4 0,1 5-1 15,-3-5 0-15,-1 6-3 0,-2-1-2 0,-5-1 0 16,3 3 3-16,0-1 0 0,-16 0-1 0,4 3 2 16,12-2-4-16,-16 1 3 0,-3 0-6 0,3 0-15 15,0 0-2-15,-3 1-7 0,4-1-24 0,-5 0-23 16,1 1-28-16,-1 1-22 0,-3-4-116 16,-9 5-260-16,2-1 115 0</inkml:trace>
  <inkml:trace contextRef="#ctx0" brushRef="#br0" timeOffset="99852.14">14663 17206 36 0,'0'0'85'0,"9"6"-13"0,-9-6-4 16,14 10-11-16,-2-4-6 0,0 0 3 0,5 0-16 15,2 1-2-15,8 2-16 0,-7-4-20 0,9 3-30 16,0-1-52-16,-9-3-87 0,2 0 39 0</inkml:trace>
  <inkml:trace contextRef="#ctx0" brushRef="#br0" timeOffset="100450.61">15790 17449 61 0,'33'11'92'0,"-22"-9"-2"16,3 1-7-16,1 0-9 0,14-1-12 0,0 2 0 16,1-4 7-16,3 1-12 0,2 0 3 0,5-1 5 15,12-5-19-15,3 7 3 0,0-5-12 0,-1 0 8 16,3 2-19-16,1 0 11 0,0 2-4 0,1-4-9 16,3 3 4-16,-1-2-2 0,28-3 1 0,-31 3-6 15,2-1-5-15,6-3 1 0,-2 0-1 0,3-1 4 16,25-1 0-16,-32 0 10 0,2 4 0 0,1-1-2 15,2-1 6-15,1 0 2 0,-4 0 1 0,-2 1-2 16,-1 2-2-16,0-1-13 0,-2-1 10 0,-2 3 4 16,0-5-4-16,-5 6 6 0,-12 0-12 0,15-2 8 15,-14 3-5-15,0 0 1 0,-2 0-4 0,1 0 0 16,-1 0-4-16,-6 2 3 0,-2 0 0 0,-2-1 0 16,1 2-4-16,-8 0-6 0,0-2 4 0,-1 1 0 15,-6 0-8-15,5 0 1 0,-4 1-1 0,0-2 5 16,2 0-9-16,-2 2-1 0,-14-3 4 15,21 0-1-15,-21 0-2 0,19 4-7 0,-9-3 3 16,-10-1-11-16,0 0-9 0,28 2-16 0,-28-2-19 0,0 0-21 16,18 5-23-16,-18-5-38 0,13 2-14 0,-13-2-98 15,17 3-268-15,-17-3 119 0</inkml:trace>
  <inkml:trace contextRef="#ctx0" brushRef="#br0" timeOffset="100751.9">18747 17443 77 0,'0'0'188'0,"16"2"-8"0,-16-2-8 0,18 2-13 16,-18-2-18-16,20 2-13 0,-2-2-12 0,-1 2-16 16,2 1-8-16,1-3-10 0,7 3-7 0,1 0-10 15,2 0-3-15,-1-1-11 0,0-1-10 16,2 0-5-16,-3 2-5 0,4-3-3 0,1 1-8 0,1-2-3 15,0 2 0-15,-1-2 1 0,17-1-2 0,-13 4-6 16,0-5 8-16,2 3-9 0,13-4-2 0,-12 2 0 16,11 2 3-16,-1-7 2 0,-10 7-9 0,12-5-6 15,-1 1 0-15,-11 2-6 0,13-2-19 0,-3-1 0 16,1 4-11-16,-13 0-19 0,-1-1-8 16,3-2-22-16,12 3-11 0,-16 2-27 0,-1 0-5 15,2 1-88-15,-3 1-237 0,2-2 106 0</inkml:trace>
  <inkml:trace contextRef="#ctx0" brushRef="#br0" timeOffset="101051.74">20950 17451 118 0,'29'-6'187'15,"-11"4"-3"-15,-5-2-5 0,-1 3-9 0,5-2-10 16,2 0-15-16,-1 2-6 0,1-1-3 0,4 2-8 15,-2-3-8-15,7-1-11 0,-6 6 2 0,8-4-12 16,0 0-15-16,3-1-5 0,0 1-6 0,3-2-8 16,1 1-5-16,1 3-8 0,12-3-1 0,-9 1-11 15,11 0-1-15,1 0-13 0,-2 2 5 16,0-3-6-16,1 1 2 0,1-1-4 0,-2 0-1 16,1 2-1-16,1-3-4 0,3 5-3 0,-5-6 0 15,7 2-3-15,-3 3-8 0,1-4-1 0,1 3-7 16,1-1-9-16,-3 2-14 0,1-3-15 0,4 6-13 15,-6-3-17-15,-2 0-24 0,-14 2-22 0,12 3-32 16,-10-4-25-16,10 2-23 0,-11-2-102 0,-3 2-326 16,1-1 145-16</inkml:trace>
  <inkml:trace contextRef="#ctx0" brushRef="#br0" timeOffset="101192.71">23512 17325 17 0,'0'0'247'15,"24"-3"-29"-15,-12 2-19 0,-12 1-16 0,20-2-23 16,-20 2-16-16,19-4-21 0,-19 4-38 0,0 0-40 16,16-4-42-16,-16 4-57 0,0 0-63 0,0 0-93 15,0 0-226-15,6-14 101 0</inkml:trace>
  <inkml:trace contextRef="#ctx0" brushRef="#br0" timeOffset="114940.39">6162 10140 2 0,'0'0'94'0,"0"0"-5"16,0 0-5-16,0 0-12 0,0 0-9 0,0 0 0 15,0 0-12-15,0 0 1 0,0 0-8 0,0 0-11 16,0 0-2-16,-6-13-3 0,6 13-4 0,0 0-3 16,0 0 2-16,0 0-4 0,0 0-4 0,0 0-6 15,0 0 1-15,0 0-3 0,0 0 3 0,0 0-4 16,0 0-5-16,0 0-6 0,0 0 2 0,0 0-1 15,0 0-5-15,0 0-7 0,0 0 3 0,0 0-9 16,0 0-4-16,0 0-6 0,0 0-2 0,0 0-5 16,0 0-3-16,0 0-3 0,0 0 0 0,0 0-41 15,0 0-94-15,0 0 42 0</inkml:trace>
  <inkml:trace contextRef="#ctx0" brushRef="#br0" timeOffset="130095.04">24221 9123 7 0,'0'0'73'0,"0"0"-4"0,0 0-8 16,0 0 1-16,0 0-17 0,0 0-2 0,0 0-2 15,0 0 1-15,0 0-7 0,0 0-1 0,0 0 0 16,0 0-6-16,0 0 3 0,0 0-11 0,0 0 0 15,0 0 4-15,-1-10-12 0,1 10 8 0,0 0-12 16,0 0 6-16,0 0-2 0,0 0 0 0,0 0-13 16,0 0 12-16,0 0 0 0,0 0-1 0,0 0 7 0,0 0-7 15,0 0 2-15,0 0-2 0,0 0 2 0,-6-8-7 16,6 8 4-16,0 0-3 0,0 0 1 16,0 0-3-16,0 0-3 0,0 0 9 0,-4-6-4 15,4 6-2-15,0 0-3 0,0 0 4 0,0 0-3 0,0 0-4 16,0 0 6-16,0 0 2 0,0 0-4 0,0 0-8 15,0 0 9-15,0 0-2 0,0 0 4 0,0 0 5 16,0 0-16-16,0 0 2 0,0 0-7 16,0 0-2-16,0 0 1 0,0 0-1 0,0 0 0 0,0 0-1 15,0 0-4-15,0 0-2 0,0 0-10 0,0 0-18 16,0 0 0-16,0 0-11 0,0 0-44 0,0 0-110 16,0 0 49-16</inkml:trace>
  <inkml:trace contextRef="#ctx0" brushRef="#br0" timeOffset="132898.5">24321 8985 73 0,'0'0'109'0,"0"0"-15"0,0 0 1 16,0 0-15-16,-1-11 0 0,1 11-17 0,0 0-5 15,0 0-2-15,0 0-21 0,0 0-3 0,0 0-21 16,0 0-24-16,0 0-17 0,0 0-7 15,0 0-28-15,0 0-43 0,0 0-115 0,0 0 52 0</inkml:trace>
  <inkml:trace contextRef="#ctx0" brushRef="#br0" timeOffset="143967.14">21449 16241 7 0,'0'0'52'0,"0"0"2"0,0 0-1 16,0 0-6-16,0 0-4 0,0 0 3 0,0 0 1 16,0 0-5-16,0 0 9 0,0 0-12 0,0 0 8 15,0 0-1-15,0 0-8 0,0 0 8 0,0 0-6 0,0 0 6 16,0 0-8-16,0 0 2 0,0 0-9 15,0 0 6-15,0 0-14 0,0 0 8 0,0 0-9 16,0 0 3-16,0 0-10 0,0 0 6 0,0 0-1 16,0 0-3-16,0 0-2 0,0 0-5 0,0 0-1 15,0 0 8-15,0 0-6 0,0 0-2 0,0 0 1 16,0 0 6-16,0 0-1 0,0 0 5 0,0 0-7 16,0 0-1-16,0 0 2 0,0 0-4 0,0 0 1 15,0 0 5-15,0 0-9 0,0 0 8 0,0 0-14 16,0 0 10-16,0 0-7 0,0 0-2 0,0 0 5 15,0 0-4-15,0 0 1 0,0 0 5 0,0 0-6 16,0 0-2-16,0 0 4 0,0 0-4 0,0 0-3 16,0 0 7-16,0 0-2 0,0 0 3 0,0 0-3 15,0 0-2-15,0 0-1 0,0 0 5 0,0 0-7 16,0 0 2-16,0 0 4 0,0 0 1 0,0 0-4 16,0 0 5-16,0 0-1 0,0 0 0 0,0 0 0 15,0 0-3-15,0 0-5 0,0 0 5 0,0 0-8 16,0 0 8-16,0 0-1 0,0 0 2 0,0 0-2 15,0 0 1-15,0 0-2 0,0 0 0 0,0 0 0 16,0 0 3-16,0 0-4 0,0 0 1 0,0 0 3 16,0 0-8-16,0 0-1 0,0 0-11 0,0 0-14 15,-6 18-24-15,5-13-31 0,1-5-26 0,-7 7-70 16,7-7-198-16,-9 8 88 0</inkml:trace>
</inkml:ink>
</file>

<file path=ppt/ink/ink2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2T10:04:32.040"/>
    </inkml:context>
    <inkml:brush xml:id="br0">
      <inkml:brushProperty name="width" value="0.05292" units="cm"/>
      <inkml:brushProperty name="height" value="0.05292" units="cm"/>
      <inkml:brushProperty name="color" value="#FF0000"/>
    </inkml:brush>
  </inkml:definitions>
  <inkml:trace contextRef="#ctx0" brushRef="#br0">17006 3859 4 0,'0'0'32'0,"0"0"-11"0,0 0-1 0,0 0-4 0,0 0 3 16,0 0-9-16,0 0 3 0,11-7 1 0,-11 7 3 15,0 0-4-15,0 0-1 0,0 0-3 0,17 1 7 16,-17-1-6-16,10 2 3 0,-10-2 0 16,13 1 2-16,-3-1-7 0,-2 1 7 0,3 1 1 15,-1-1 0-15,6 1 2 0,-4-2-4 0,8 1 3 16,-2-2-3-16,3 2 3 0,9-2-3 0,-2-1 6 0,1 4-5 15,2-4-2-15,1-1 1 0,1 1 4 0,0-1 0 16,3-2-3-16,0 3 1 0,0-1-4 16,2-1-1-16,13 0-2 0,-13 1 2 0,15-1-6 15,-15 1 12-15,-1-1-5 0,-1-1-1 0,18 2-4 16,-6-4 1-16,-8 4 0 0,11-1 0 0,-13 2 4 16,17-2-1-16,-14 1-3 0,12-1-1 0,-2-2 0 15,-16 6 0-15,16-3 10 0,-11 2-6 0,12-3 0 16,-13 2 5-16,16-1 0 0,-3-4 5 0,-13 4-10 15,14-1 1-15,0-1 4 0,-2 3 3 0,0-2-6 16,1 2 6-16,-1-3-2 0,-11 3-8 0,14 0 7 16,-4-1-8-16,-11 0-5 0,11 0 1 0,-9 3 2 15,11-4 8-15,-11 2-1 0,12 1-5 0,-2-3 9 16,-12 3-11-16,14-4-3 0,-2 3 5 0,-13 2 1 16,2-1 2-16,12-1 4 0,-12 1 1 0,1-1-2 15,-3 1-4-15,12 1-3 0,-12-2 0 0,-2 0-1 16,2 0-2-16,1 0 7 0,0 0-11 0,0 1 6 15,-1-1 8-15,2-3-9 0,0 3 15 0,9-4-7 16,-9 3-9-16,-2 0 7 0,2-3 3 0,-2 5-5 16,2-2-1-16,-3 1 0 0,1-2-2 0,-1 3 25 15,1-3-3-15,-1 0-2 0,1 2 5 0,-5-2-7 16,0 5-3-16,2-4-2 0,-1 1-3 0,-1 2-1 16,2 0 2-16,-3-1-6 0,1 1 4 0,-2 0-4 15,0 0 2-15,1 1-7 0,0 1-1 0,-1-2 1 16,1 2-3-16,-1 0 6 0,2 1 0 0,-1-3-3 15,1 1 2-15,0-1-1 0,2 1 1 0,0 1-3 16,-2-1-3-16,4 1 3 0,-2 0-4 0,1-2 3 16,1 1 5-16,1 2 0 0,1 0-5 0,-2-3 0 15,0 3-4-15,-2-2 1 0,2 1 4 0,-3 0 1 16,2 0-3-16,-2-2 0 0,2 2-2 0,0-1 0 16,-1-1 5-16,0 0-5 0,2 2 1 15,-1-2-5-15,0 4 5 0,1-4-3 0,0-2 10 0,1 2-9 16,-2 3 1-16,1-2-4 0,2 2 5 0,-2-2-4 15,2-2 2-15,-2 2 0 0,0 0 3 0,-1 0-5 16,0 1 13-16,1-2-14 0,0 2 6 0,-2-1-4 16,-1-1 0-16,1 2-3 0,-1-1 7 0,2-1-6 15,0 1 8-15,-3 1-3 0,1-2 0 0,2 0-1 16,-3 1-1-16,5 0-1 0,-1-2 0 16,1 4 2-16,-2-3-1 0,2 1-1 0,1 0 2 15,-4-2-1-15,2 2-4 0,-2 1 2 0,-1-3 7 0,2 1-4 16,-1 1 1-16,0 2-1 0,1 0 0 0,0-3-11 15,0 0 13-15,1 1-2 0,1 0 4 0,3 3-6 16,-3-4 7-16,15 3 5 0,-15-4-9 0,2 1-2 16,11 0 1-16,-14 0 2 0,3 0-1 0,0-2-6 15,12 4 7-15,-15-2-4 0,2 1-2 0,11 0 2 16,-17 0-3-16,3-3 1 0,0 3 4 16,1-1 1-16,-3 0-2 0,4-1 0 0,0 1-1 0,0 0 4 15,2-3-1-15,13 5-1 0,-3-4-3 0,-9 1-1 16,-2 2 1-16,14-2-2 0,-16 1-2 0,0-1 1 15,2 1-7-15,-1 2-10 0,-4-2-8 0,0 0-6 16,0 0-22-16,-1 3-23 0,-2-2-19 16,-1 2-20-16,-10 0-86 0,-2 0-224 0,-3 0 100 0</inkml:trace>
  <inkml:trace contextRef="#ctx0" brushRef="#br0" timeOffset="1007.8">25688 3730 5 0,'0'0'83'0,"0"0"1"15,0 0-1-15,0 0-1 0,0 0-3 0,0 0-4 16,0 0-4-16,0 0-2 0,0 0-11 0,0 0 4 16,-27-2-8-16,27 2-5 0,0 0-11 0,0 0-1 15,0 0-4-15,0 0-7 0,0 0-7 0,0 0 1 16,0 0 0-16,0 0-4 0,0 0 6 0,0 0-6 16,34 5-2-16,-18-4-6 0,1 2 6 0,4-1 15 15,8-1-21-15,0 0-3 0,3 1 1 0,0 0 5 16,3-1-6-16,-1 3 4 0,1-3-4 0,0 0 18 15,1 0-12-15,4 1 5 0,-2-4-5 0,3 4 6 16,10-4-3-16,-1 0 7 0,-12 2-9 0,20 2 4 16,-6-4-3-16,-1 6 3 0,1-4-1 0,2-2 4 15,0 0-3-15,-2 0 7 0,0 2-4 0,2-4 1 16,-1 5-2-16,-1-1 2 0,-2 3-6 0,-10-5 6 16,14 4-4-16,-5-1 3 0,2 0-7 0,2 1 2 15,-15 0-5-15,0-1 5 0,2 2-4 0,11 0-4 16,-13-1-3-16,2 0 5 0,10 1-3 0,-14-1 7 15,6 1 0-15,-3-1-1 0,12-2-6 0,-11 2 8 16,-3-2-9-16,3 1 4 0,-2 3 5 0,16-2 2 16,-15-2 0-16,15 0 0 0,-14 2-2 0,10-1 5 15,2-2-6-15,-14 1 3 0,2-2-3 0,0 4 2 16,-2-1 3-16,14-2-1 0,-15-1 1 0,-1 2 0 16,-1 0 3-16,2 0-3 0,-4-2 6 0,-2 0-2 15,-1 0-3-15,-9 2 0 0,0-1 0 0,0 1-8 16,1-2 2-16,-2 0-3 0,0 2 4 15,-4-1-3-15,4 1-1 0,-1-3-6 0,-2 4 8 0,1-2 0 16,-6 0-3-16,0 0-3 0,6-1 5 0,-6 2-2 16,8 0 0-16,-8 2-6 0,6-6 6 0,-8 4-1 15,1 0 1-15,-3 0-4 0,2 0 1 0,-10 0 0 16,14-1 1-16,-14 1-3 0,9-3 5 0,-9 3-6 16,9-1 5-16,-9 1 1 0,0 0 6 0,10 1 0 15,-10-1 3-15,0 0 1 0,0 0 3 0,0 0-5 16,0 0 3-16,9-1-1 0,-9 1-5 15,0 0 1-15,0 0-1 0,0 0-3 0,0 0-1 0,0 0 1 16,0 0-4-16,0 0 1 0,0 0-2 0,0 0 3 16,0 0-1-16,0 0 2 0,4 4-6 0,-4-4 5 15,0 0 1-15,0 0 0 0,0 0-1 0,0 0 4 16,0 0-3-16,0 0 2 0,0 0-1 16,0 0 6-16,0 0-7 0,0 0 1 0,0 0-3 15,0 0-1-15,0 0-1 0,0 0 2 0,0 0 4 16,0 0-6-16,0 0 0 0,0 0-2 0,0 0 0 0,0 0 1 15,0 0 2-15,0 0 4 0,0 0 0 0,0 0 0 16,0 0 0-16,0 0 2 0,0 0 1 16,0 0-2-16,0 0 4 0,0 0-6 0,0 0 2 0,0 0 0 15,0 0-4-15,0 0 4 0,0 0-5 0,0 0 0 16,0 0 6-16,0 0-7 0,0 0 1 16,0 0-2-16,0 0 1 0,0 0-4 0,0 0 0 0,0 0 0 15,0 0 3-15,0 0-6 0,0 0 6 0,0 0-2 16,0 0 1-16,0 0-2 0,0 0-1 0,0 0-6 15,0 0-8-15,0 0-9 0,0 0-17 16,0 0-13-16,0 0-20 0,0 0-21 0,0 0-27 16,0 0-33-16,0 0-37 0,0 0-167 0,0 0-389 15,0 0 172-15</inkml:trace>
  <inkml:trace contextRef="#ctx0" brushRef="#br0" timeOffset="1254.77">29996 3734 1376 0,'12'0'-1'0,"-1"0"5"0,-4 0-36 0,-7 0-55 16,13-1 1-16,-13 1 8 0,12 2 26 0,-5-2 16 15,-7 0 3-15,12 2-2 0,-12-2-14 16,10 1-13-16,-10-1-5 0,8 2-6 0,-8-2-43 16,0 0-123-16,7 2 54 0</inkml:trace>
  <inkml:trace contextRef="#ctx0" brushRef="#br0" timeOffset="3162.07">8942 4763 10 0,'0'0'34'0,"0"0"0"0,0 0-2 15,0 0 1-15,0 0-9 0,0 0-3 0,0 0 1 16,0 0 2-16,0 0 1 0,0 0-2 0,0 0 10 16,0 0-5-16,0 0 6 0,0 0 14 0,0 0-17 15,0 0-3-15,0 0 4 0,0 0-8 0,0 0 3 16,0 0-3-16,0 0-4 0,0 0-9 0,0 0 0 15,0 0 9-15,0 0 9 0,19-4-4 16,-19 4 3-16,18-6-11 0,-8 3 10 0,8-1 0 0,-2-1 5 16,6 0-12-16,-3 0-3 0,10-2 5 0,-3 1 2 15,1 0 5-15,0 0-9 0,-5 2 2 0,5-3-9 16,1 0 6-16,1 1-5 0,1-1-5 0,-2 2 1 16,0 3-2-16,2 0-7 0,1-3 23 0,-2 3-11 15,3-1-4-15,-2 2-1 0,0 2-4 16,0 0-2-16,1 2 3 0,0 3 3 0,-2-3-12 15,-3 2 9-15,2 2-5 0,-1-3 3 0,-1 2 5 0,1-1-10 16,1 0 4-16,0 0 7 0,0-2-4 0,2 2-5 16,-1-2 7-16,2 1-5 0,2-4 0 0,0 3 0 15,0-3 6-15,2 0 0 0,1 1-6 0,3-1-4 16,-2 2 10-16,2-4 3 0,-2 0-5 0,2 3-4 16,1-2 2-16,-2 2 4 0,13-4-1 15,-12 3-6-15,13-2-10 0,-16 2 12 0,1 0 6 0,1-1-8 16,3 0 1-16,12-2 1 0,-14 1-3 0,15 1 5 15,-15-3 5-15,16 3-5 0,-1-1 1 0,-13-1-1 16,9-2 1-16,1 4 2 0,-11 1-1 0,11-6-1 16,-1 8 1-16,-12-4-2 0,0 2-2 0,1 3 0 15,14-3 2-15,-18 1 1 0,2 1 2 16,-1-1 1-16,15 1-1 0,-14 0-2 0,-1 0-2 0,3 0 1 16,-1-2 0-16,0 2-6 0,0-1 9 0,1-1 10 15,1-1-21-15,-4 0 8 0,2 1-7 0,1-1 8 16,-2 1-6-16,-2-6 4 0,0 4 8 15,1-1-6-15,0-1 3 0,0 0 1 0,-4 1-3 16,-1 0-1-16,1 1 0 0,-3 0-4 0,-8 0 7 16,2 0-4-16,-2 1-2 0,-1 0 1 0,0 1 1 0,3-1 3 15,-6-1-4-15,1 2 2 0,1-2-1 0,-6 4 2 16,-2-2-1-16,3 2 4 0,-1-2-8 16,1 0 3-16,-3 0 1 0,0 1 0 0,-11-1-10 15,22-1 10-15,-11 2-4 0,-11-1 4 0,16 0-6 16,-7 1 0-16,-9-1 7 0,0 0-2 0,16 0 1 15,-16 0 10-15,0 0-9 0,11 3 3 0,-11-3-5 16,0 0 3-16,0 0-1 0,0 0 6 0,12-2-9 16,-12 2 1-16,0 0 2 0,0 0 2 0,0 0-8 0,0 0-4 15,0 0-19-15,0 0-27 0,0 0-21 16,0 0-38-16,0 0-12 0,13 3-99 0,-13-3-238 16,0 0 105-16</inkml:trace>
  <inkml:trace contextRef="#ctx0" brushRef="#br0" timeOffset="4150.22">14428 4585 59 0,'0'0'61'16,"-6"-2"-6"-16,6 2-7 0,-6-3-3 0,6 3-5 16,0 0-11-16,0 0 2 0,-7-5-4 0,7 5-5 15,0 0 13-15,0 0-12 0,0 0-7 0,0 0-3 16,-7-2 1-16,7 2-1 0,0 0-9 0,0 0 4 16,0 0-3-16,0 0 3 0,0 0 1 0,0 0 0 15,0 0-10-15,0 0 0 0,0 0 7 0,0 0-5 16,0 0 5-16,0 0 5 0,0 0-3 15,18 12-1-15,-13-9 7 0,4-2 5 0,0 1 9 0,3 0-8 16,5 1 6-16,0-2 0 0,2 0-2 0,2 0-3 16,-2 1-2-16,10-4 3 0,0 2-10 0,-4 2 6 15,6-2 15-15,-3-3-16 0,5 2 8 0,-2 1-2 16,-1-1-4-16,4 1-3 0,-1-1 0 0,0 1 21 16,2-6-21-16,-1 8-3 0,3-4 3 15,0 1-12-15,0-2 12 0,14 1 2 0,-13-1 7 0,1 0-6 16,16 0 3-16,-3-1 5 0,-2 3-12 0,-10 0 6 15,12-3-2-15,-1 3-2 0,-12-1-2 0,13 0-1 16,-1 2-3-16,-1-3 7 0,-9 2-4 0,12-5-2 16,-2 4-10-16,-13 4 6 0,16-2 0 0,-1-3 2 15,-13 3-2-15,13 0 0 0,-1-2-3 0,3 2 1 16,-4-5 1-16,1 3 2 0,-1-1 4 0,-11 3-9 16,14 0 7-16,-2-2-11 0,-14 1 5 0,15-2 2 15,0 3-1-15,-1-1 7 0,0-2-4 0,-14 2-1 16,18-3 0-16,-1 4-7 0,0 0 0 0,-2 1 6 15,0 0-1-15,1-1-1 0,0-1-1 0,0 2 4 16,-1-3-5-16,2-2 3 0,-4 3 4 0,-10 1-7 16,14-1 1-16,-5-2 4 0,6 2-3 0,-4-2-2 15,1 2 1-15,2-2-4 0,-1-1 1 0,-1 1 6 16,-4 3 0-16,6-3-1 0,2 0-2 16,-2-1 0-16,1 2-5 0,-3 0 0 0,-1-1 8 0,1-1 2 15,-15 5-3-15,2-2-1 0,12 1 5 0,-1-1-5 16,-14 1 1-16,2-3-3 0,-1 5 5 0,13-1-6 15,-11-2 1-15,-3-1-9 0,1 1 7 0,2-1 1 16,-5 1 0-16,3 1-1 0,-3-1 6 16,1 0-2-16,0 1 1 0,-4 0-1 0,1-1 2 0,-1 1-6 15,-4 0 0-15,1 0 7 0,-8 0-3 0,1 0 2 16,-2-3-7-16,-2 3 5 0,0 0-3 0,0-1 1 16,-7 1 0-16,1 0-3 0,-1 0 0 15,0-2 3-15,-4 2 6 0,-7 0 9 0,13-1-15 16,-13 1 13-16,10 0-12 0,-10 0 9 0,8 0 3 15,-8 0 0-15,0 0 2 0,0 0-7 0,11 0 1 0,-11 0-1 16,0 0 5-16,0 0 2 0,0 0-7 16,0 0-14-16,0 0-11 0,0 0-14 0,0 0-18 0,0 0-20 15,8 1-39-15,-8-1-24 0,0 0-134 0,0 0-282 16,0 0 124-16</inkml:trace>
  <inkml:trace contextRef="#ctx0" brushRef="#br0" timeOffset="5223.95">20771 4632 33 0,'0'0'34'0,"0"0"4"0,0 0 1 0,0 0-14 15,0 0 3-15,0 0-6 0,0 0 1 0,0 0-4 16,0 0-2-16,0 0 5 0,0 0-3 0,0 0-4 16,0 0 3-16,19 9 4 0,-19-9 8 0,11 2 2 15,-2 1 11-15,0 0-16 0,1-1 2 0,2 0 6 16,1 1-1-16,-1-2-1 0,3 1 2 0,1-1-7 16,2 0 1-16,2 2 7 0,1-1-4 15,-1-2-2-15,7 4 4 0,-4-6 1 0,7 0-5 0,-2 5 4 16,2-2-10-16,-3-1 5 0,4 3-6 15,0-3 4-15,2 1-1 0,-1 1 0 0,0-3-4 0,0 2 6 16,1-1-6-16,1 1 0 0,2 1-5 0,0 0 11 16,2-1 1-16,1 0-18 0,-1 1 5 0,2-2 5 15,-1 0 7-15,14 0-6 0,-15 0 0 0,3 0-4 16,10 0 6-16,0 0-4 0,1 0 0 0,0-2 1 16,-1 2-3-16,-12 0 0 0,14 2-1 15,3-2 0-15,-4 2-3 0,1-2 2 0,2 0-2 0,-2 2-1 16,-3 0-5-16,4 2 0 0,-3-4-2 0,-1 1 8 15,1 1-4-15,1 1 0 0,-13-2-2 0,16 1 3 16,-4-4-10-16,-3 5 10 0,6-3-1 0,-2 1-3 16,0 2 0-16,3-3 4 0,-2-2-4 0,0 1-1 15,-1 1 1-15,3-1 0 0,0 1 3 0,-3 0 1 16,-11-3-7-16,13 2 7 0,-2 0 2 0,1-1-1 16,-1 2 6-16,-1 0-10 0,-11-2 1 0,12 2 2 15,-1 2 1-15,-11-5-6 0,10 1 2 16,-12 2 0-16,1 2 2 0,0-2-6 0,-1 0 7 15,1 0-6-15,-3-3-1 0,1 4 5 0,-3-3-2 0,-1 0 1 16,-1 4 1-16,-1-5 2 0,0 3 0 16,-2-1 1-16,-7 2 2 0,6-1-6 0,-9 1 1 0,3-1-1 15,-4 2-5-15,2-1 1 0,-7-1-2 0,2 3 4 16,-2-3-1-16,1 3-4 0,-4-3 3 16,-1 2-1-16,-2-1-2 0,0 0 1 0,-7-1 1 15,9 3 6-15,-9-3 2 0,8 0 2 0,-8 0 8 0,0 0 6 16,0 0 2-16,10 0-1 0,-10 0 1 0,0 0 5 15,0 0-4-15,0 0-2 0,8 1-1 0,-8-1 0 16,0 0 0-16,0 0 2 0,0 0-9 0,0 0 0 16,0 0-5-16,0 0 0 0,0 0-3 0,0 0 2 15,0 0 0-15,0 0-5 0,0 0 2 16,0 0-1-16,0 0-3 0,0 0 0 0,0 0-2 0,0 0-1 16,0 0 2-16,0 0-6 0,0 0-2 0,0 0-13 15,0 0-6-15,0 0-17 0,0 0-15 0,0 0-26 16,0 0-20-16,0 0-23 0,0 0-26 0,0 0-16 15,0 0-16-15,0 0-106 0,0 0-309 16,0 0 136-16</inkml:trace>
  <inkml:trace contextRef="#ctx0" brushRef="#br0" timeOffset="22441.8">25187 4346 59 0,'0'0'86'0,"0"0"-3"16,0-8-10-16,0 8-10 0,0 0 20 0,0 0-11 15,0-11-3-15,0 11-2 0,3-7-10 0,-3 7 1 16,0 0 16-16,0-11-6 0,0 11-12 0,0 0-8 16,-3-11 0-16,3 11-12 0,0-9 11 0,0 9 0 15,-1-7 9-15,1 7-8 0,-3-9 1 0,3 9 2 16,0-8 3-16,0 8-8 0,-1-9-1 0,1 9-7 16,1-10-6-16,-1 10 2 0,2-12-7 0,-2 5 0 15,0 7 6-15,1-13 0 0,-1 13-4 0,4-11-10 16,-4 11 5-16,4-11-2 0,-4 11-3 0,0-8 2 15,0 8-4-15,0-11 2 0,0 11 0 0,1-9-6 16,-1 9 0-16,0 0-8 0,0 0 4 0,0-9 4 16,0 9-1-16,0 0-2 0,0 0-6 0,0 0-2 15,0 0-3-15,0 0 1 0,0 0-4 0,0 0-5 16,0 0 4-16,0 0 4 0,0 0-6 0,0 0 2 16,0 0-1-16,-1 33 0 0,1-16 6 0,0 1 2 15,0 0 5-15,0 0-21 0,-2-3 10 0,4 2 2 16,-2-2-1-16,0-3 4 0,1 1-5 0,0-1 5 15,1 0-2-15,0-3 6 0,1-2-5 0,-1 1 6 16,3 1-1-16,-1-4 1 0,-1 0 2 0,1-1-12 16,1 0 8-16,-5-4-1 0,6 5 5 0,-6-5-1 15,8 3 0-15,-8-3-7 0,11 0 8 0,-11 0-2 16,13-7-1-16,-9 5 6 0,-4 2 4 0,9-7 2 16,-7 4 0-16,-2 3-2 0,7-10-5 0,-2 3 2 15,-1 0-8-15,-4 0 7 0,0 7-5 0,2-12 3 16,-2 12-3-16,0-11-2 0,0 11 0 0,0-9-2 15,0 9-1-15,0-8 0 0,0 8 0 0,0 0-7 16,0 0 2-16,4-8-3 0,-4 8-1 0,0 0-1 16,0 0-3-16,0 0 4 0,0 0-3 0,0 0 3 15,0 0-1-15,0 0 0 0,10 16 2 0,-10-16 1 16,7 9 0-16,-1-5-1 0,-2 1 6 0,2-2-2 16,-1 1-2-16,-5-4 0 0,12 2 1 0,-8 0 1 15,-4-2 1-15,10 5 5 0,-10-5-4 0,9 0 2 16,-9 0 7-16,11-5-8 0,-7 3 3 0,4-4 5 15,-2-1-8-15,-1-1 0 0,2 0 4 0,-2-1 0 16,1 1 1-16,-4-3-1 0,1 1-4 0,0 0 4 16,0-3-3-16,-1 3 0 0,-2-2 1 15,-2 3-2-15,0-1 1 0,2 10-1 0,2-11-3 0,-2 4 2 16,0 7-10-16,2-9-17 0,-2 9-17 0,0 0-19 16,0 0-17-16,0 0-3 0,0 0-25 0,0 0-4 15,0 0-16-15,0 0-111 0,-9 30-259 0,5-18 115 16</inkml:trace>
  <inkml:trace contextRef="#ctx0" brushRef="#br0" timeOffset="22696.83">25573 4328 28 0,'0'0'137'0,"8"-7"4"0,-8 7-12 15,2-7 10-15,-2 7-12 0,4-4-13 16,-4 4-8-16,0 0-8 0,0 0-14 0,3-6-13 15,-3 6-9-15,0 0-9 0,0 0-2 0,0 0-8 0,0 0-2 16,6 17-7-16,-3-7-3 0,0-1-8 0,0 3 5 16,-3 0 0-16,2-1-2 0,1 6 5 0,-3-5-13 15,4 5 0-15,-3-2-3 0,1 2-1 16,-2-1-6-16,0-3-11 0,0-2-14 0,0 1-1 16,0-12-14-16,-2 16-8 0,2-16-16 0,4 15-22 15,-4-7-11-15,0-8-9 0,0 12-18 0,0-12-77 0,0 0-207 16,-5 13 92-16</inkml:trace>
  <inkml:trace contextRef="#ctx0" brushRef="#br0" timeOffset="22978.46">25527 4337 81 0,'0'0'90'0,"0"0"-16"0,0 0 7 0,13-6-8 15,-13 6-7-15,19 2 18 0,-6-1-11 0,5 4 4 16,-1 1 0-16,2-2-24 0,1 2 4 0,-4-1-1 16,1 4-4-16,-1-2-7 0,0 2-4 0,-7-2-8 15,0 1-3-15,0 2 1 0,-4-2 8 0,1 5-6 16,-4-4-12-16,-2 1-2 0,0-10 2 0,-4 20-2 16,-2-8-3-16,-1-2 3 0,-5 3-5 0,-1 0-2 15,-4-3 2-15,2 0-3 0,-1 1 1 0,-5 3-5 16,4-5-14-16,-3-2-15 0,9-1-15 0,0-2-29 15,1 2-15-15,-2-3-22 0,7 1-84 0,5-4-200 16,0 0 89-16</inkml:trace>
  <inkml:trace contextRef="#ctx0" brushRef="#br0" timeOffset="23197.85">26075 4377 100 0,'0'0'154'0,"0"0"-20"0,0 0-6 0,0 0-17 16,7-3-18-16,-7 3-13 0,10-3 1 0,-10 3-14 16,0 0-22-16,19 0-23 0,-10-1-20 0,-9 1-34 15,18-1-30-15,-12 1-29 0,-6 0-48 0,0 0-150 16,0 0 66-16</inkml:trace>
  <inkml:trace contextRef="#ctx0" brushRef="#br0" timeOffset="23350.14">26059 4450 45 0,'0'0'132'0,"0"0"-9"15,0 0-7-15,0 0-15 0,0 0-5 0,0 0-19 0,25 2-22 16,-25-2-37-16,18-2-41 0,-18 2-33 15,11-2-58-15,-11 2-124 0,0 0 55 0</inkml:trace>
  <inkml:trace contextRef="#ctx0" brushRef="#br0" timeOffset="27651.73">26967 3956 30 0,'0'0'40'0,"0"0"-9"0,-8-3-2 16,8 3-2-16,0 0-2 0,-6-6-1 0,6 6-5 15,-7-3-1-15,7 3-2 0,-8-2 3 0,8 2-9 16,0 0 3-16,-14-3-2 0,14 3 1 0,-11 0-2 16,11 0-1-16,-11-2 8 0,11 2-11 0,-14 1 1 15,5-2 0-15,9 1 0 0,-14 1-1 0,8-1 3 16,6 0-2-16,-14-1 4 0,14 1 1 0,-14 0 0 15,14 0 2-15,-11 0 4 0,11 0-2 0,-10 1 2 16,10-1 1-16,-10-1-5 0,10 1 6 0,0 0-1 16,-9 1 7-16,9-1-1 0,0 0 4 0,0 0-4 15,0 0 0-15,0 0-8 0,0 0-2 0,0 0-3 16,0 0-8-16,0 0 10 0,0 0 0 0,0 0-3 16,40-8-2-16,-10 6 4 0,6 1-1 0,18-7-6 15,0 2 10-15,8 0 4 0,4 0-9 0,23-4-3 16,-24 2 0-16,28-3 20 0,-29 3-15 0,27 0 5 15,-27-1 7-15,0-4 5 0,29 0-2 0,-29 9 12 16,30-4 2-16,-31 0 1 0,29 3 1 0,-31-2-7 16,3 3-3-16,4-3 7 0,-3 5-1 0,-1-4 3 15,-3 0-9-15,-3-1 3 0,-2 2-4 0,-16 0-9 16,-2 4 7-16,-2-2-6 0,1 0-1 0,-4-3-5 16,-5 4-5-16,-9 0 2 0,1 0-6 0,-4-1 4 15,-2 2-3-15,-3 0 2 0,-2-1-4 0,-2 2 0 16,-7 0 2-16,12-1-4 0,-12 1 3 0,9-2-2 15,-9 2-4-15,0 0-5 0,11-1-6 0,-11 1 0 16,0 0-8-16,0 0 1 0,6 3-8 0,-6-3-1 16,0 0-15-16,0 0-13 0,0 0-8 0,0 0-16 15,0 0-13-15,0 0-9 0,-21 7-9 0,9-2-89 16,-9 1-211-16,-6 1 93 0</inkml:trace>
  <inkml:trace contextRef="#ctx0" brushRef="#br0" timeOffset="28314.72">26775 3993 6 0,'0'0'91'0,"-4"-8"0"15,4 8 1-15,0 0-27 0,0 0-8 0,0 0-2 0,0 0-12 16,0 0-6-16,0 0 7 0,0 0-9 0,0 0-8 16,0 0-4-16,0 0-2 0,-9 17-4 0,9-5 4 15,-6 4-6-15,3 11 4 0,-6 3 7 16,4 0-4-16,-5 6 1 0,3 9 8 0,0-9 9 15,-4 12-9-15,4 0-1 0,3-14-4 0,-6 0-5 16,3 11 2-16,-1 1 15 0,1-16-11 0,0-3-4 16,0 2-4-16,1-5-4 0,1-5 5 0,1-3 3 0,0-4-8 15,1-1 1-15,-2 0-6 0,3-3 2 16,2-8 2-16,-4 12-11 0,2-7 13 0,2-5 21 16,-1 8 25-16,1-8 16 0,0 0 12 0,-4 8-11 15,4-8-13-15,0 0-4 0,0 0-9 0,-16-14-5 16,9 6-5-16,-3-1-6 0,-2-3-3 0,-1 1-6 15,-2-4-2-15,-4-4-7 0,3 7-8 0,-4-4-4 16,-5 1 1-16,1 0-6 0,-2 2-3 0,-1 1 1 16,-1 2 0-16,-1 5-1 0,0 0 2 0,4 2-6 15,-6 3-2-15,3 2 5 0,1 1-6 0,0 4 5 16,7-3-8-16,-6 2-7 0,7-1-2 0,4 2-24 16,-3-1-18-16,7 0-27 0,3 1-16 0,-1-1-17 15,3-3-20-15,4 0-97 0,2-3-260 0,0 0 116 0</inkml:trace>
  <inkml:trace contextRef="#ctx0" brushRef="#br0" timeOffset="28750.12">27016 4179 41 0,'0'0'112'0,"4"-7"-7"0,-4 7 5 16,8-2-24-16,-8 2-11 0,10-3-4 0,-10 3 0 15,14 4-8-15,-5-3-16 0,0 1-5 0,0 6 4 16,-3-5-10-16,-1 1-4 0,0 0-1 0,-1 3 2 15,0 1 5-15,-3-1-13 0,-1 3 6 0,0-10-7 16,-7 17 5-16,0-9-8 0,0 3-5 0,0-3 0 16,-1 1 4-16,-1-4-14 0,-1 3 7 0,1-3 5 15,-1-2-6-15,2 0-4 0,2 0 8 0,6-3 3 16,-11 4 7-16,8 0 19 0,3-4-8 0,0 0-2 16,-11 3-1-16,11-3-10 0,0 0 0 0,0 0-1 15,0 0 1-15,0 0-5 0,-7 1-2 16,7-1-9-16,0 0 1 0,0 0 3 0,0 0-10 0,0 0 7 15,0 0-8-15,21 3 3 0,-11-2-3 0,2-1-28 16,1 0-12-16,6 0-31 0,3 0-25 0,0 0-32 16,6 0-92-16,-6-1-236 0,7-4 105 0</inkml:trace>
  <inkml:trace contextRef="#ctx0" brushRef="#br0" timeOffset="29024.45">27541 4055 151 0,'0'0'155'0,"0"0"-11"0,0 0-18 16,-7-5-14-16,7 5-10 0,0 0 0 0,0 0-27 0,-26 10-11 16,12 3 14-16,0-3-13 0,1 5-3 0,-3 1-9 15,3-2-4-15,4 1-7 0,-3 1-1 0,2-2-1 16,1 2-4-16,2 0-5 0,5-4-1 15,1-1-3-15,-1 2-2 0,2-1 1 0,2-2 4 16,0-1-16-16,4 2 5 0,1-2-4 0,1-2 1 0,1 0-26 16,7 1-5-16,-5-2-35 0,5-1-31 0,0-2-7 15,0 0-21-15,-3-2-24 0,1-2-75 0,-4 1-224 16,1-3 99-16</inkml:trace>
  <inkml:trace contextRef="#ctx0" brushRef="#br0" timeOffset="29186.8">27447 4205 118 0,'0'0'118'0,"0"0"-18"0,0 0 2 0,10-10-16 16,3 7-2-16,0 2-8 0,3-2 0 16,1 2-20-16,4-3-38 0,-3 3-39 0,-1 0-36 15,-4 2-69-15,-3-1-137 0,-3 1 60 0</inkml:trace>
  <inkml:trace contextRef="#ctx0" brushRef="#br0" timeOffset="29435.22">27020 4506 95 0,'27'-3'141'0,"7"-2"-5"16,7-2 9-16,14-1-23 0,-1-2-2 0,2 4-9 15,-1-4-3-15,-1 3-11 0,-3 0-12 0,-15 0-7 16,-3 2-10-16,0 1-4 0,-7 1-11 0,-6 0-24 16,-1 3-31-16,-6 0-35 0,0-2-36 0,-1 2-23 15,-1 2-112-15,-5-2-224 0,-6 0 99 0</inkml:trace>
  <inkml:trace contextRef="#ctx0" brushRef="#br0" timeOffset="30946.01">27310 4655 104 0,'-6'-6'149'0,"6"6"-13"0,-10-9-10 16,10 9 0-16,-11-6 2 0,11 6-2 0,-8-3-13 15,8 3-9-15,-12-6-12 0,12 6-6 0,-9-2-11 16,9 2-7-16,0 0-6 0,-19 0-8 0,19 0-10 16,-15 5-2-16,7-2-8 0,-4 1 2 0,3 2-6 0,3 2-2 15,-4-1 2-15,-1 1-9 0,5 1-4 16,-1 0 0-16,0 1-4 0,2-1 2 0,-1 1-8 15,4-2 4-15,2-8-2 0,-5 14 1 0,5-6-2 16,0-8 2-16,2 12-4 0,-2-12-2 0,4 11 4 16,-4-11 0-16,3 9-3 0,-3-9-3 0,8 5-1 15,-8-5 5-15,0 0-2 0,13 3 1 0,-13-3 2 0,10 0-1 16,-10 0 0-16,16-3 3 0,-16 3-1 16,9-8 6-16,-9 8 0 0,9-9-3 0,-5 3 0 15,2 1 3-15,-6 5 4 0,4-16 1 0,-2 9 3 16,-2 7 1-16,4-13 2 0,-4 13 0 0,2-12 0 15,-2 12-5-15,3-9-3 0,-3 9-1 0,0 0-6 16,2-11 1-16,-2 11-2 0,0 0-5 0,0 0-6 16,0 0 1-16,4-4-1 0,-4 4-3 0,0 0 0 15,5 17-1-15,-5-6 5 0,5 1 0 0,-5 6 5 16,0 1-3-16,2 0-1 0,-2 2-3 0,0-3 5 16,-2 1-1-16,2 0 1 0,-3-1 1 0,3-2-4 15,0-5 4-15,0-1-2 0,0 0 0 0,0-3-1 16,0-7 2-16,0 12 0 0,0-12 7 0,3 8 17 15,-3-8 16-15,0 0 5 0,0 0-1 0,4 3-5 16,-4-3-4-16,0 0-8 0,11-21 0 0,0 9-5 16,-1-2 1-16,0-2-3 0,3-1-4 0,-3 2-3 15,1-2 1-15,0 1-8 0,5-6-1 0,-5 8-8 16,-1-2-2-16,1 3-8 0,0-2-12 0,-4 8-8 16,0-1-19-16,-1 0-28 0,0 3-27 0,-6 5-36 15,12-9-24-15,-3 4-21 0,-3 4-142 0,1-1-355 16,-7 2 157-16</inkml:trace>
  <inkml:trace contextRef="#ctx0" brushRef="#br0" timeOffset="31533.99">27793 4188 21 0,'-2'-7'159'0,"2"7"-15"15,0 0-15-15,0 0-23 0,0 0-9 16,0 0-15-16,0 0 5 0,0 0-12 0,-9 26-7 16,5-8 7-16,-5 4 0 0,1 6-6 0,-1-1-3 15,1 2-13-15,-1-3 0 0,2-1-9 0,0 2 1 16,2-9-7-16,1 8-4 0,2-1-3 0,2-5 3 15,0-1 2-15,4 5-1 0,1-5-10 0,1-2 8 0,1-1-6 16,3-1-4-16,1 0 3 0,1-1-2 16,3-1-4-16,3-4-4 0,-1 1-11 0,0-1-16 15,2 0-26-15,1-4-30 0,-1-1-18 0,0 0-27 16,0-3-21-16,-4-1-102 0,4-1-256 0,-6-1 114 16</inkml:trace>
  <inkml:trace contextRef="#ctx0" brushRef="#br0" timeOffset="31783.97">28175 4228 28 0,'0'0'208'16,"0"0"-14"-16,0-9-19 0,0 9-20 0,0 0-13 15,0 0-21-15,0 0-16 0,3-8-11 0,-3 8-8 16,0 0-4-16,0 0-13 0,2 28-2 0,-1-12 3 15,2 1-6-15,-1 0-7 0,-2 3-6 0,0-1-2 16,-1-1-2-16,0 2-4 0,1-1-8 0,0-2 3 16,-3 2-6-16,2 0-3 0,-1 5-4 0,2-10-21 15,0 3-25-15,-3-4-29 0,1 2-35 0,2-6-44 16,0 2-48-16,-1-1-91 0,0-4-291 0,1-6 129 16</inkml:trace>
  <inkml:trace contextRef="#ctx0" brushRef="#br0" timeOffset="32124.25">28085 4534 143 0,'0'0'188'0,"0"0"-15"0,0 0-23 16,0 0-11-16,0 0-19 0,0 0-10 0,0 0-14 15,35-17-8-15,-18 13-6 0,2 0-11 0,3 0-24 0,-2-1-33 16,11 1-49-16,-12 3-45 0,0-1-40 0,-5 2-78 16,-3 0-214-16,-11 0 95 0</inkml:trace>
  <inkml:trace contextRef="#ctx0" brushRef="#br0" timeOffset="32361.5">28155 4615 80 0,'0'0'155'15,"0"0"-15"-15,0 0-16 0,0 0 1 0,0 0-12 16,0 12-9-16,0-12-4 0,2 11 0 0,0 0-1 16,-2-1 2-16,2 1-9 0,0 4-5 0,1 1-10 15,-2 0-3-15,-1 1-5 0,0 0-6 0,-1 1-11 16,2-2 0-16,-2 1-6 0,-2 0-7 0,1-5-17 15,2 4-33-15,-2-3-45 0,2-1-38 0,0-4-32 16,0-1-32-16,-2 1-88 0,2-8-265 0,0 0 119 16</inkml:trace>
  <inkml:trace contextRef="#ctx0" brushRef="#br0" timeOffset="32724.16">28167 4698 131 0,'0'0'142'16,"8"-3"-9"-16,-8 3-15 0,18-3-9 0,-18 3-5 15,20-1-13-15,-9 1-11 0,1 0-5 0,1 0-7 16,5 0-10-16,-5 0-4 0,1 0-14 16,-1 1-24-16,1 0-30 0,-1-2-27 0,-1 2-17 15,-1-1-12-15,-2 0-6 0,-2 2-3 0,-7-2 6 0,11-2 16 16,-11 2-4-16,9-1 9 0,-9 1 10 0,0 0 15 15,11-9 21-15,-11 9 17 0,0 0 9 0,4-9 11 16,-4 9 5-16,0 0 32 0,0-13 10 0,0 13-4 16,0 0 17-16,-2-14 9 0,2 14 4 0,-2-6 6 15,2 6-8-15,0 0-13 0,0 0-8 16,-4-7-18-16,4 7-3 0,0 0-9 0,0 0-4 0,0 0-8 16,0 0 2-16,0 0-2 0,-3 22-9 0,1-12-2 15,2-2 1-15,0 5-1 0,0-2-3 0,0 2-2 16,0 1-8-16,-3 3-27 0,-1-6-40 15,3 5-41-15,1-3-49 0,-1 0-155 0,-3 2-320 0,0-4 141 16</inkml:trace>
  <inkml:trace contextRef="#ctx0" brushRef="#br0" timeOffset="33056.18">28420 4888 137 0,'0'0'227'0,"0"0"-8"0,0 0-11 0,9 3-11 15,-9-3-10-15,0 0-8 0,0 0-14 0,0 0-6 16,0 0-7-16,0 0-3 0,0 0-8 0,0 0-15 16,0 0-6-16,6-12-13 0,-6 12-11 0,0-13-14 0,3 6-9 15,1-5-9-15,-1 2-3 0,2 0-9 0,1-6-2 16,-2 0-9-16,5 0-5 0,0 0-2 16,0 0-3-16,-1 0-6 0,3 2-4 0,-2-5-3 15,1 8-2-15,-2 1-2 0,1 3-5 0,-5 1-4 16,0 1-5-16,1 1 4 0,-5 4-10 0,6-5-1 15,-6 5 1-15,0 0-1 0,0 0 2 0,16 10-3 16,-12-1 3-16,2-1-2 0,-5 3 3 0,4 1 8 16,-1 2-4-16,0 3-2 0,-4-6 0 0,3 6 2 15,-1-6 1-15,0 7-2 0,0-6-2 0,-2-1-15 16,1 2-23-16,0-1-31 0,2-1-35 0,-3 1-37 16,0-3-48-16,0 0-41 0,0-1-157 0,0-8-423 15,-5 12 187-15</inkml:trace>
  <inkml:trace contextRef="#ctx0" brushRef="#br0" timeOffset="33206.53">28514 4836 56 0,'0'0'194'0,"0"0"-20"16,0 0-18-16,0 0-16 0,7-8-15 0,-7 8-8 15,11-3-13-15,0-1-24 0,1 0-40 0,5-3-42 16,10-3-56-16,1-1-130 0,-4 1-204 0,5-3 91 15</inkml:trace>
  <inkml:trace contextRef="#ctx0" brushRef="#br0" timeOffset="33405.68">28722 4466 191 0,'0'0'195'0,"-5"-5"-19"15,5 5-20-15,0 0-13 0,0 0-15 0,0 0-13 16,0 0-11-16,0 0-11 0,27-8-23 0,-15 7-23 16,5-1-33-16,1-2-39 0,-1 1-39 15,3 3-30-15,-7-2-24 0,1-1-71 0,-4 1-204 16,-10 2 90-16</inkml:trace>
  <inkml:trace contextRef="#ctx0" brushRef="#br0" timeOffset="33560.49">28828 4363 146 0,'0'0'172'16,"0"0"-13"-16,0 0-26 0,0 0-11 0,-6-4-16 16,6 4-12-16,0 0-13 0,0 0 1 0,0 0-13 15,-3 26 0-15,3-16-7 0,0-10-4 0,3 28-6 16,-5-10-3-16,4 0-2 0,2-3-8 0,-3 9-8 16,1-8-34-16,1 0-46 0,0 0-43 0,0-1-47 0,0 1-76 15,2-8-233-15,-2 2 104 0</inkml:trace>
  <inkml:trace contextRef="#ctx0" brushRef="#br0" timeOffset="33787.87">29229 4220 1622 0,'9'-22'46'0,"-2"6"37"15,-2 4 34-15,-1-1-31 0,-2 6-8 0,1 2-12 16,-3 5-10-16,4-11-8 0,-2 8-9 0,-2 3-8 15,0 0-6-15,2-8-5 0,-2 8-2 0,0 0-1 16,0 0-2-16,0 0-1 0,3 24-3 0,-3-8 1 16,2-1 0-16,0 5 1 0,-2-1-1 0,-4-2-3 15,3 9-27-15,-1-8-19 0,0 0-31 0,1 1-35 16,0 0-49-16,-2-1-28 0,-2 0-136 0,0-1-341 16,0-3 150-16</inkml:trace>
  <inkml:trace contextRef="#ctx0" brushRef="#br0" timeOffset="33934.53">29125 4441 67 0,'0'0'201'0,"0"0"-20"0,9-10-22 15,-4 6-12-15,7 0-17 0,6-1-15 0,1 1-6 16,8-1-16-16,1 0-5 0,-1-1-18 0,2 6-39 16,-8 0-45-16,2 0-58 0,-4 0-54 0,-5 2-71 15,-2 0-213-15,-6 1 95 0</inkml:trace>
  <inkml:trace contextRef="#ctx0" brushRef="#br0" timeOffset="34152.03">29207 4530 97 0,'0'0'215'0,"0"0"-26"0,0 0-18 0,0 0-14 0,0 0-18 15,0 0-15-15,-4 7 0 0,4-7-10 0,0 0-3 16,-2 16 14-16,1-6-9 0,0-1-12 15,-1 1-8-15,2 1-10 0,-2 1-9 0,1 1-5 16,1 2-5-16,-2-6-6 0,2 5-8 0,-1-4-6 16,1 0-10-16,0-1-20 0,0-9-35 0,0 13-41 15,0-13-48-15,0 0-50 0,1 16-47 0,-1-16-105 16,0 0-335-16,0 0 148 0</inkml:trace>
  <inkml:trace contextRef="#ctx0" brushRef="#br0" timeOffset="34319.21">29199 4566 106 0,'15'-2'147'15,"-6"-1"-12"-15,1 2-18 0,4 0-4 0,3-2-17 16,2 2-7-16,0 1-11 0,-1 0-28 0,1 1-24 16,1-1-29-16,-3-1-28 0,1 2-14 0,-5-2-18 15,-1 1-8-15,-12 0-1 0,19-2-40 0,-19 2-122 16,13-2 54-16</inkml:trace>
  <inkml:trace contextRef="#ctx0" brushRef="#br0" timeOffset="34481.68">29457 4549 381 0,'10'-7'-24'15,"-10"7"19"-15,1-10 13 0,-1 10 19 0,0 0 16 16,-1-17 20-16,1 17 14 0,-4-13 14 0,4 13 18 16,-4-10 9-16,1 6-2 0,3 4 0 0,0 0-4 15,-4-9-10-15,4 9-17 0,0 0-12 0,0 0-12 16,0 0-4-16,0 0-3 0,0 0 3 0,0 0-7 16,0 0-6-16,-4 29 0 0,4-29-1 0,0 26 0 15,0-10-3-15,-1 2-4 0,2-1-3 0,-1 3-2 16,1-4 1-16,-1 1-8 0,2-4-23 15,-2-1-40-15,1 0-38 0,1-2-46 0,0 0-50 16,-2-10-116-16,1 14-312 0,-1-14 139 0</inkml:trace>
  <inkml:trace contextRef="#ctx0" brushRef="#br0" timeOffset="34681.91">29598 4559 34 0,'3'-6'191'15,"-3"6"-25"-15,0 0-16 0,0 0-21 0,0 0 11 16,0 0 0-16,0 0-1 0,3 22-12 0,-4-10-9 16,-1 0-11-16,1 4-8 0,1-4-12 0,-2 4-11 0,-1 1-4 15,2-3-9-15,1-3-4 0,-3 5-8 0,3-5-14 16,-1 0-25-16,1-11-33 0,-3 18-38 16,3-11-29-16,0-7-35 0,0 12-23 0,0-12-114 15,0 0-282-15,0 0 124 0</inkml:trace>
  <inkml:trace contextRef="#ctx0" brushRef="#br0" timeOffset="34913.93">29641 4520 75 0,'10'-2'136'16,"0"2"-12"-16,-10 0 19 0,16 6-2 0,-6-2-7 15,-1 4-13-15,2 0-10 0,-2 5-2 0,0 2 2 16,-1-2 4-16,0 3-8 0,-5-1-8 15,1-3-11-15,-1 3-7 0,-2-3-8 0,2-1-1 0,-3 1-7 16,-3 1-8-16,1-2 1 0,-4 1-6 0,1-2-5 16,-5 3-3-16,-4 0-3 0,-1-2-4 0,-1 0-16 15,0-1-20-15,-1-3-32 0,1 2-32 0,-1-5-43 16,4 0-56-16,-4-2-156 0,0-3-343 0,4-3 153 16</inkml:trace>
  <inkml:trace contextRef="#ctx0" brushRef="#br0" timeOffset="35181.25">30003 4174 1562 0,'20'-17'125'16,"-7"5"-44"-16,-2 3-59 0,-3 1-5 0,1 1-7 15,-1 3-12-15,-2 1 1 0,0 3-3 0,-6 0-2 16,17 3 9-16,-6 4 9 0,1 6 6 0,-2 2 2 15,7 7 5-15,-4 4 8 0,-1 1-2 0,-3-1 5 16,0 3 0-16,-1 0-1 0,-2 1-5 0,-2-2-2 16,-2 1-3-16,0-4-2 0,-3 4-2 15,-6-2 4-15,1 1-2 0,-3-1-1 0,-2-1-4 0,-6-3-5 16,-2 0-16-16,-6-1-20 0,0-3-27 16,-4 0-40-16,-2-2-40 0,0-2-55 0,-3-1-115 15,-1-5-325-15,2-5 143 0</inkml:trace>
  <inkml:trace contextRef="#ctx0" brushRef="#br0" timeOffset="35845.89">28951 3802 18 0,'107'-13'94'0,"4"2"2"0,2 1-3 15,-2-2-20-15,4 3 0 0,-5-3 3 0,-5 1-3 16,5 2 5-16,-9 0-15 0,-4-2-1 0,-4 0 25 15,-32 5-4-15,2-4-6 0,-3 5-5 16,1-2-6-16,-4-2 0 0,-6 6-10 0,-18-2-1 16,-2 0-3-16,-2 1-5 0,-8 4-4 0,-2-3 5 15,-6 3 5-15,-2-3-9 0,-2 3 9 0,-1 0 2 0,-8 0 5 16,11-1 3-16,-11 1-10 0,9-3-10 0,-9 3-1 16,0 0-3-16,8 0-6 0,-8 0-7 15,0 0-4-15,0 0-14 0,0 0-18 0,0 0-22 16,0 0-17-16,0 0-38 0,0 0-12 0,0 0-21 15,0 0-24-15,0 0-124 0,-14 19-289 0,-3-12 127 16</inkml:trace>
  <inkml:trace contextRef="#ctx0" brushRef="#br0" timeOffset="69021.73">14631 5531 12 0,'0'0'9'0,"0"0"-1"16,0 0-1-16,0 0 1 0,0 0 2 0,0 0-4 16,0 0-4-16,0 0 5 0,17 20-3 0,-13-17-1 15,6 0 9-15,1 1-2 0,2 1-1 16,-1-1 4-16,5 1-3 0,0-1 3 0,5 0-1 15,-1 1 2-15,8-2 4 0,-1 1-3 0,-1-3 8 16,1 3-5-16,-1-2 0 0,3 0-4 0,0 0-2 0,2-1 12 16,1 1-6-16,0-1-5 0,5 0 7 0,-2-1-5 15,4-1-2-15,-2-2 1 0,16 1-6 16,-1-1 1-16,1 1 3 0,-3 0 11 0,2-1-12 16,-15 1-5-16,14 1 5 0,-15-2-1 0,1 1-2 15,0 1 0-15,3 1 0 0,-4 0 0 0,-1 0-3 16,-3 0-5-16,5 1 6 0,-1 0-5 0,0-1 6 15,-1 3-1-15,-1-2 0 0,0 2-6 0,1 0 3 16,0 1-2-16,-2-1 3 0,3-1 5 0,-1 2 2 16,5 0-5-16,9 2 2 0,-12-3 11 0,3 1-9 15,9-1-5-15,-10 0-2 0,11-3 4 0,-13 3 3 16,2 0-1-16,13-3-2 0,-16 1 2 0,3-1-8 0,11 0 10 16,-12 0 1-16,0 0 1 0,14-4-3 15,-1 4 11-15,-15 0-11 0,1 1-6 0,13-1-4 16,-12 2 8-16,-1-2 1 0,3 0-2 0,9-2-3 15,-15 4-1-15,-1-2 0 0,3 0 2 0,-1 0-1 16,2 0 6-16,-3 1-2 0,4 0 2 0,1-2 2 16,0 1-4-16,-2-1 2 0,13 1 1 0,-14 0 6 0,0 0-5 15,4-2-1-15,-4 2 3 0,3-1-1 0,-2 0-5 16,0 2 2-16,1-2 12 0,0-1-21 16,0 0 2-16,-1 1 3 0,2-1 1 0,-5-2 1 15,3 0-3-15,-3 2-4 0,2 1 3 0,-5-2-5 16,-2 2 6-16,-1-2-7 0,-1 3 9 0,-7-1-4 0,2 1-1 15,-2-1 1-15,0 1-5 0,-1 1 4 16,1-1 3-16,-2 1-3 0,0 2-4 0,-1-2-2 16,2 1-11-16,1 0-17 0,-3 2 0 0,3-2-12 15,1 4-21-15,7-3-18 0,2 3-45 0,0-3-136 16,-2 0 60-16</inkml:trace>
  <inkml:trace contextRef="#ctx0" brushRef="#br0" timeOffset="69773.48">19991 5631 23 0,'0'0'42'16,"-14"0"-3"-16,14 0-3 0,-13 0-8 0,13 0 2 15,-9 0-11-15,9 0 0 0,0 0 1 0,-8-2-9 16,8 2 6-16,0 0-5 0,0 0 2 0,0 0 2 16,0 0 2-16,0 0-1 0,26 8-1 15,-5-5 5-15,12-3 0 0,5 1 4 0,13-1 4 16,8-1 6-16,5-3 5 0,28-1-10 0,-25-1-3 0,26 0 4 15,9 1-9-15,-37 0 6 0,28 0-13 0,-29 1-9 16,0 0 13-16,-1 0-2 0,3 3 2 0,-4-3-4 16,-5 2 9-16,1-2-12 0,-6 0 3 0,-12 3 2 15,-3-2-5-15,-3 3 1 0,0 0-4 0,-5-2-2 16,-1 1-5-16,-6 0-1 0,-3 1 2 0,0-1 4 16,0-1 2-16,-7 2 0 0,-1 0 5 0,1-2 1 15,-5 2-4-15,-7 0 7 0,11-1 4 0,-11 1 2 16,11 0 6-16,-11 0 5 0,0 0-4 0,0 0 3 15,9 0 5-15,-9 0-6 0,0 0 5 16,0 0 1-16,0 0 1 0,0 0-5 0,8-2-3 0,-8 2 0 16,0 0-6-16,0 0 3 0,0 0-3 0,0 0-7 15,0 0 1-15,0 0-8 0,0 0-4 0,0 0 9 16,0 0-6-16,7 5-1 0,-7-5-3 0,0 0 1 16,0 0-3-16,0 0-4 0,0 0 4 0,0 0-7 15,0 0 2-15,0 0-1 0,0 0-1 16,0 0 1-16,0 0-6 0,0 0-4 0,0 0-7 0,0 0-6 15,0 0-22-15,0 0-4 0,0 0 3 0,0 0-8 16,0 0-7-16,0 0-5 0,0 0 2 0,0 0 2 16,0 0-3-16,0 0 2 0,0 0 1 0,0 0 4 15,0 0-8-15,0 0-11 0,0 0-44 0,3 5-130 16,-3-5 58-16</inkml:trace>
  <inkml:trace contextRef="#ctx0" brushRef="#br0" timeOffset="73037.69">23230 5611 38 0,'33'0'32'0,"0"3"-1"15,4-2 0-15,0 1-1 0,3 2 0 0,12-2 3 16,-2 2 0-16,4-2-7 0,-1 0 2 16,1 1 9-16,-2 1-15 0,6 0 1 0,-4-1-8 0,4 0-2 15,2 2 18-15,0-2-16 0,3 2 2 0,1 1-7 16,-3-1 1-16,3 1-5 0,-2-1 7 0,3 1-4 15,1 0 3-15,-1 0-4 0,1 0 3 0,23 5 0 16,-26-7-7-16,-1-1 7 0,5 4-6 0,-2-1 7 16,0-1-1-16,-1 2 6 0,-3-1-9 0,2-2-2 15,-6 0 4-15,1 2 6 0,-3-3-5 16,1 2-2-16,3-1 1 0,-3 3-14 0,-4-5 10 0,1 4-4 16,-1-2 3-16,-2-1-2 0,-10 1 4 0,0-2 0 15,12 1-3-15,-14 0 4 0,3-1-4 0,-3 1-4 16,-2-3 8-16,4 3 5 0,-1 1-11 15,-1 0 1-15,11-3 2 0,-12 0-2 0,3 0 1 0,12 2 2 16,-16 0-4-16,-1-1 0 0,1 0-4 0,2-2 0 16,-2 2 7-16,3-2-6 0,-3 0 1 0,1 0 2 15,-3-1 3-15,0 2-8 0,-1-3 5 0,1 2-5 16,-3 0 6-16,-1 0 10 0,-1 0-11 0,2-2 0 16,-4 1 4-16,-6 0 3 0,2 1-12 0,6-3 8 15,-3 3-2-15,-4 0-6 0,-1-1 1 0,0 1-4 16,7-2 1-16,-1 2 4 0,2 0-3 0,-1-1 2 15,-6 2-1-15,5-2-2 0,-7 1-1 0,2 0 8 16,6 0-5-16,1 1 8 0,-7-1-3 0,6 0-5 16,-2 2 0-16,-3-1 2 0,5-1-1 0,0 0 3 15,1 0 1-15,0 2-2 0,0-4-6 0,-2 2 4 16,0 0 2-16,0 0 1 0,-4 2-6 0,5-4 18 16,-7 2-13-16,9 0-9 0,-11 0 11 0,12-1 24 15,-4 1-26-15,3-2-3 0,-3 0 2 16,2 2 2-16,1 0-5 0,-1-2 3 0,-2 3-1 0,5-2 5 15,-4-1 0-15,0 0-5 0,1 0-4 0,0 1 1 16,-3 2 6-16,4-2 1 0,-2 1-5 0,-6 0 6 16,6-1-7-16,-7 1 1 0,1 1-2 0,5-2 5 15,0-1-3-15,-5 2 1 0,-1 2-1 0,0-1-2 16,2-2 4-16,-4 1 1 0,0 0-1 0,3 1-1 16,0-2 1-16,4 1 0 0,-4 0-10 0,-1-2 3 15,-2 2 8-15,1 0 5 0,1 0-6 0,-3 0 10 16,3-2-29-16,0 2 15 0,-2-1-1 0,4 1 4 15,-3-2-9-15,7 1 6 0,-7 0 14 0,7 0-17 16,-6-1 3-16,1 1 0 0,-2-1 8 0,7 0-5 16,1 1 15-16,-7-2-14 0,-1 3-5 0,2 0-5 15,6-1 6-15,-8-1 5 0,2 0-3 0,-1 1 3 16,-1 0-3-16,-2 1-3 0,1-2 6 0,-2 2 0 16,1-1-3-16,-6 1 3 0,2-1 0 0,-1-1 0 15,0 2-1-15,-1 0 1 0,-2 0-1 0,2-2 3 16,-1 2-2-16,-11 0-7 0,18 0 10 0,-8-1-12 15,-2 1 5-15,2-1-2 0,0-1 10 0,-10 2-9 16,15-1 4-16,-6 1 0 0,-9 0 10 0,12-2-10 16,-12 2 1-16,14-1-3 0,-14 1 5 0,9 0 0 15,-9 0-7-15,7-1-8 0,-7 1 0 0,0 0-6 16,0 0-12-16,0 0-9 0,0 0-53 0,0 0-99 16,0 0 45-16</inkml:trace>
  <inkml:trace contextRef="#ctx0" brushRef="#br0" timeOffset="-205550.08">15616 7317 5 0,'40'1'9'16,"-2"1"2"-16,14-1-1 0,-13 1 1 0,-2 2-1 16,14-4-2-16,-11 2-3 0,11-2 2 0,-11 2 1 15,11 0-2-15,0-2 2 0,-14 2 3 16,15-1 0-16,-3 1-2 0,3 1-1 0,-12-2 1 0,12 0-2 16,-12 2-2-16,11-1 3 0,3-3 1 0,-16 3-4 15,14-1 3-15,-2-1-2 0,-10 0 2 0,15 1-7 16,0 0 6-16,0 1 3 0,-3-4-2 0,-1 1-2 15,6 2 0-15,-4-2-4 0,1 0 4 16,3 3-4-16,-3-2 4 0,0 0-4 0,1-2 4 16,-3 2-1-16,-1-1 0 0,-12 0-3 0,13 0 0 0,-2 0 7 15,1 0-1-15,-14-1-8 0,0 2 9 0,0-1 3 16,2 0-7-16,-4 1 1 0,2-2 2 16,-1 0-6-16,0 1 6 0,-2-2-2 0,0 2 1 0,-2 0 1 15,-2-1 1-15,0 0-2 0,-2-2 9 0,-7 3-3 16,-3 0-2-16,2 0 5 0,-8 0-4 0,1-1 0 15,-1 0 5-15,-1 1 13 0,-5 0 1 0,-6 1 8 16,13-2 4-16,-8 1-3 0,-5 1 1 0,11-4-1 16,-11 4-6-16,6-2 0 0,-6 2-6 0,6-2 0 15,-6 2-8-15,0 0 10 0,0 0-13 0,0 0 3 16,6-5-8-16,-6 5 3 0,0 0-18 0,0 0-5 16,0 0-15-16,0 0-14 0,0 0-14 0,0 0-6 15,11 2 1-15,-11-2-18 0,0 0-38 16,6 5-122-16,-6-5 54 0</inkml:trace>
  <inkml:trace contextRef="#ctx0" brushRef="#br0" timeOffset="-204860.73">20152 7376 19 0,'28'-2'33'0,"3"2"1"0,6 0-2 15,1-3-3-15,12 0 4 0,2 2-3 16,3-3 2-16,0 2-2 0,0 1-3 0,2-1-2 0,0 1 2 16,2-1-2-16,-3 1-6 0,3-1 1 15,-2 1 1-15,0 2-3 0,-1-2 8 0,4-1 2 16,-3 1-9-16,2 0-1 0,3 1-2 0,-2-1 1 15,4 1-5-15,1-3 10 0,0 3-7 0,-1 2-2 0,2-5 0 16,1 0 0-16,-2 2 3 0,0 0 1 0,-2 0 8 16,-1 0-1-16,2 1-9 0,0-2 1 0,-1 2 7 15,3 0-5-15,-1-1-5 0,-2 1 2 16,0 0-7-16,-3-3 8 0,2 3-9 0,-3-1-1 16,0 2 10-16,-2-1-13 0,1 0 12 0,-3-1-11 0,0 1 9 15,-4-1-3-15,-13 1-6 0,1 0 0 0,0 0 6 16,0 0-7-16,-2 0 1 0,1-2-1 0,-2 4 5 15,0-2-7-15,-2 0 5 0,-1 0-2 0,1 0-4 16,-4 0 2-16,1 1-11 0,0-1-7 0,-10 1-14 16,7 1-7-16,0-2-16 0,-7 1-9 0,1 0-70 15,6 1-142-15,-7 0 63 0</inkml:trace>
  <inkml:trace contextRef="#ctx0" brushRef="#br0" timeOffset="-204410.31">24833 7336 25 0,'0'0'76'0,"0"0"-13"0,0 0 1 0,0 0-7 16,0 0-3-16,12-7-5 0,-2 6-6 0,3 0-2 15,7 1-7-15,8-4 2 0,3 4 2 0,0-2 4 16,5 1-5-16,2-1 5 0,1 1-13 16,-1-3 6-16,14 2-4 0,-14 0-1 0,0-1-1 0,0 3-1 15,-4-3 0-15,0 2-1 0,-6-2-3 0,5 1-1 16,-5 1-11-16,-8-2 10 0,-1-1-2 15,1 4-1-15,-6-3 8 0,-3 3-2 0,2-3-3 0,-4 3 8 16,0-1-2-16,-4-1 10 0,-5 2 0 0,11 0 2 16,-11 0 0-16,0 0-6 0,11-1-4 0,-11 1 0 15,0 0-3-15,0 0-5 0,5-2-2 0,-5 2-3 16,0 0-3-16,0 0 5 0,0 0-6 0,0 0-1 16,0 0 0-16,6-3-14 0,-6 3-18 15,0 0-14-15,0 0-16 0,0 0-13 0,0 0-12 0,0 0-1 16,0 0-13-16,8 8-20 0,-8-8-71 0,4 9-195 15,-2-5 86-15</inkml:trace>
  <inkml:trace contextRef="#ctx0" brushRef="#br0" timeOffset="-203826.53">27589 7406 32 0,'15'-6'59'0,"-1"2"-5"0,4 3-8 0,2-1 1 15,12 2-10-15,3-1-4 0,3 0-4 0,21 0-1 16,-5 0 4-16,2 1-12 0,0-2-1 0,0 0 2 16,-2-1 0-16,2 1 3 0,-2 0 0 0,-1 0-1 15,-3-1 3-15,-9 0-2 0,-3 1-3 0,0-1 1 16,-1-1 6-16,-2-2-4 0,-3 3 7 0,-1 0-8 15,-9 0-3-15,-1 0 0 0,-3 1 6 0,2-1 7 16,-9 1-3-16,2-1 2 0,-3-1-16 0,-2 3 7 16,2-2-9-16,-5 0 7 0,-5 3-2 0,8-3-1 15,-8 3 0-15,6-2-9 0,-6 2 1 0,0 0-20 16,4-7-18-16,-4 7-9 0,0 0-10 0,0 0-24 16,0 0-73-16,-23-6-156 0,9 5 69 0</inkml:trace>
  <inkml:trace contextRef="#ctx0" brushRef="#br0" timeOffset="-202422.43">6214 8160 22 0,'31'-1'41'16,"4"-1"4"-16,3-1-5 0,0 1-2 0,13-2-1 16,6-1-1-16,-4 1-5 0,1 0 5 0,1 0-10 0,2 1 1 15,5-2-1-15,0 1-4 0,5 1 7 0,25-2-7 16,-28 3 4-16,2-1-1 0,30-3 5 16,-6 3-3-16,0 1-3 0,4-6-1 0,0 4 3 0,-2-2 0 15,-1 3 8-15,2 2-4 0,-25-1-4 16,25 1-4-16,-28-1 1 0,30 1 0 0,-2 1-4 15,-28 0 2-15,29-2 3 0,0-2 3 0,0 3-2 0,0-5-3 16,-2 3 1-16,2-1 5 0,-2-2-2 0,-27-2-4 16,33 2 4-16,-5-1-1 0,-1 1-1 15,-3-4-2-15,-23 6-2 0,0-1 0 0,0 0 7 16,24-3-10-16,-32 6-1 0,-2 0-1 0,1-2 5 0,1 1-5 16,-3 0 1-16,1 0-6 0,-16 2 2 0,11 0-1 15,-13-2 1-15,0 0 2 0,-1 2 0 0,1 2-7 16,-4-3 5-16,0 2 0 0,-6-1-3 0,-5 1-9 15,-3 0 6-15,-1 0-3 0,-6 0 3 16,0 0-9-16,-3 1 10 0,-3 0-8 0,-7-1 4 16,14 0 0-16,-14 0-2 0,9 1-1 0,-9-1 4 15,0 0-1-15,9-1-1 0,-9 1 0 0,0 0 1 16,0 0-1-16,6 2-2 0,-6-2 1 0,0 0 3 0,0 0-4 16,0 0 1-16,0 0-7 0,4 9-23 15,-4-9-15-15,0 0-7 0,0 7-23 0,0-7-28 0,-4 15-98 16,0-8-216-16,4-7 96 0</inkml:trace>
  <inkml:trace contextRef="#ctx0" brushRef="#br0" timeOffset="-200342.05">13731 8142 22 0,'0'0'25'0,"13"1"2"0,-1 2-6 0,-4-2-2 16,3 0 4-16,3 0-3 0,-1-1 2 0,1 2-12 15,4-1 6-15,-4 1-2 0,5-2 1 0,0 0 1 16,3 1 3-16,-4-2-2 0,2 2 3 0,-2 1-4 15,5-1-2-15,4 0 5 0,2-1-2 0,-7 2-4 16,6-2 1-16,-6 0 3 0,-2 3 1 0,11-3-6 16,-1 4 4-16,-1-2-10 0,0 2 9 0,4-2-6 15,-3 0-1-15,-1-1 0 0,3 1-2 0,1 0-1 16,-1 0 7-16,3 1-4 0,1-1 1 0,-2 0 0 16,5-1-1-16,-3 2 2 0,4 0 4 0,-2-2-13 15,3 0 7-15,-2 1 1 0,12 1-2 0,-14 0 1 16,1-3-4-16,-1 1 0 0,0 1-3 0,2 0 7 15,-1 1-3-15,2-2 0 0,0 0-3 0,-1-1 5 16,-1 1 1-16,-2 1-3 0,5 0 5 0,-5-1 1 16,1 2-11-16,0-2 6 0,-1 2-3 0,-1 0 0 15,4-2 0-15,-5 2 3 0,2 0 4 0,0-3-3 16,1 4 0-16,0-1 0 0,0-1 0 0,1 1 0 16,-2-2 1-16,15 0-4 0,-15 0 0 0,1 0 2 15,1 0 0-15,3 1-1 0,-2-2-3 0,-1 2 5 16,3-1-5-16,10-1 3 0,-13 0-4 0,3 0 5 15,9 3-5-15,-12-3 3 0,1-2 0 0,0 4-4 16,12-2-1-16,-15 1 1 0,1-1 0 0,0 2-13 16,2-1 17-16,-5-1 5 0,1-1-13 0,0-1 9 15,0 4-2-15,1-4 10 0,-3 2-11 0,-1 0 1 16,1-1 2-16,-2 1 1 0,-3 0-3 0,0 1 0 16,-7-1 1-16,-1 2 9 0,-1-1-9 0,0-1-3 15,-2 1 1-15,-3-1 0 0,-2 0 6 0,0 1 4 16,-3-2-1-16,-1 1 9 0,-8 0-1 0,14 0 7 15,-14 0-1-15,9 1 2 0,-9-1 5 0,0 0 1 16,10-1 4-16,-10 1-1 0,0 0-10 0,0 0-5 16,8 2-4-16,-8-2-1 0,0 0-14 0,0 0-12 15,0 0-25-15,0 0-18 0,0 0-26 0,0 0-20 16,0 0-65-16,0 0-177 0,0 0 79 0</inkml:trace>
  <inkml:trace contextRef="#ctx0" brushRef="#br0" timeOffset="-199604.75">19245 8268 59 0,'-7'-4'67'0,"7"4"-6"16,0 0-2-16,0 0-11 0,0 0-2 0,0 0-5 16,0 0-9-16,0 0 2 0,0 0-7 0,0 0-7 0,0 0 1 15,0 0 1-15,0 0-2 0,0 0-1 16,33 3-1-16,-20-3-1 0,6 1 6 0,-1 1 1 15,5-2-4-15,5 0 3 0,3 0 5 0,1-2 3 16,5 2 1-16,16-4-5 0,-1 3 9 0,2 1-9 0,3 0 8 16,1-4-3-16,4 2-6 0,1 0 0 0,1-2 0 15,28 3-2-15,-29-1 2 0,26-4-4 0,-26 5 5 16,30-5-5-16,-4 4 6 0,3 1 1 0,3-2-1 16,-30 0-8-16,36 1-4 0,-7-2 4 0,0-1 4 15,-3 2-8-15,-1 1 5 0,2-2 2 0,-1 1-3 16,1 3 1-16,-4 0-5 0,-23-2-1 0,25-2 7 15,-26 3-3-15,24 1 8 0,-24-1-3 0,2-1-5 16,-1 2 0-16,1-1 5 0,-4-1-7 0,2 2 1 16,-4-2-4-16,-2-1-3 0,-7 3 2 0,-12 2 0 15,-1-4-1-15,-3 2 5 0,-4-2-3 0,-4 2 0 16,-7-1-3-16,0 1-2 0,-8 0 14 0,0-1 2 16,-2-1 7-16,-2 2 7 0,-8 0 0 0,11 0-4 15,-11 0 4-15,9-1-8 0,-9 1-1 0,0 0-3 16,9-1-2-16,-9 1-3 0,0 0-3 0,0 0-4 15,0 0 0-15,0 0-3 0,0 0-2 0,0 0-3 16,8-3-3-16,-8 3-21 0,0 0-15 0,0 0-20 16,0 0-21-16,0 0-30 0,0 0 7 0,0 0-19 15,4 8-24-15,-4-8-125 0,0 0-286 0,0 0 126 16</inkml:trace>
  <inkml:trace contextRef="#ctx0" brushRef="#br0" timeOffset="-198746.13">24401 8222 47 0,'0'0'62'0,"-7"-3"3"0,7 3-9 0,0 0-3 15,0 0-4-15,0 0-2 0,0 0-3 0,0 0 0 16,0 0-7-16,29-5 0 0,-8 4-2 0,9-2 5 15,20 3 3-15,9-4-1 0,0 1 0 0,35 1-8 0,0 0-2 16,10-4 26-16,-5 4-22 0,-2 1 5 16,1-2 0-16,0-1 0 0,4 2 5 0,-3-1-7 15,1 2-2-15,0 0 0 0,1-1-6 0,-7 2 2 16,-2-4 10-16,-1 2-14 0,-2 1-1 0,3-5 2 16,-27 6-12-16,28-2 8 0,3-3-6 0,-4 0 4 15,-2 1 1-15,-27 2-13 0,4 0 10 0,-2-3-3 16,25 0-6-16,-29 2 3 0,-3-2-4 0,-1 1 6 15,-4 0-2-15,-1 0 5 0,-13 2 7 0,-1-2-5 0,-3 2 1 16,-1-2-2-16,-3 1-6 0,-8 2 3 16,-4-3 4-16,0 3-3 0,-6 0 2 0,-1-1 2 0,-3 2 6 15,-1-1 2-15,-8 1-5 0,14-3 2 16,-14 3 5-16,5-1-4 0,-5 1 1 0,0 0-5 0,12 0 7 16,-12 0-6-16,0 0-3 0,5-2-4 0,-5 2-1 15,0 0-2-15,0 0-3 0,0 0 3 0,0 0-6 16,0 0-1-16,0 0 0 0,0 0-1 15,10-1-4-15,-10 1-7 0,0 0-22 0,0 0-18 0,0 0-20 16,0 0-23-16,0 0-34 0,0 0-15 0,0 0-18 16,0 0-132-16,0 0-305 0,-21 8 135 0</inkml:trace>
  <inkml:trace contextRef="#ctx0" brushRef="#br0" timeOffset="-197124.72">5582 9155 18 0,'-10'-1'53'0,"10"1"-3"16,0 0-3-16,-12-1-7 0,12 1-7 0,0 0-1 15,-7-2-3-15,7 2-8 0,0 0 2 0,0 0-2 16,0 0-3-16,0 0-10 0,0 0 10 0,0 0 1 16,24 14-1-16,-14-11-8 0,8 2 10 0,1-1-6 15,2 1 3-15,7-2 1 0,2 1-3 0,1 0 0 16,2 0 9-16,4-1-4 0,1 0 4 0,15-5 7 16,-1 4-9-16,6-4 12 0,-1-2-3 0,3 1 2 15,4-1-8-15,0-2 4 0,1-1 4 0,26-6 2 0,-31 5-4 16,30-5-7-16,-26 6 7 0,30-5-8 0,-3-2 8 15,0 3-6-15,-2 2 1 0,-24 1 3 0,30-3-2 16,-6-1-2-16,-26 7 1 0,31-4-8 16,-2-1 6-16,-2 1-9 0,-24 4 7 0,32-1-6 15,-8 0 3-15,0-2 0 0,-25 4-10 0,30-3 1 0,-30 3 2 16,33-4-6-16,-3 1 10 0,-1 4-3 16,-2 0 3-16,-27 2 1 0,30-3-6 0,-30 2 2 0,27-1-1 15,-28 4-6-15,1-2 10 0,29 2-2 0,-28-2 0 16,29 1 0-16,-28 0 1 0,29-1-2 0,-4-1 0 15,-27-1 3-15,27-2 3 0,-26 3-4 0,-1-1 4 16,33 0-2-16,-6-1 9 0,-1-2-15 0,-26 3 4 16,27-4 0-16,0 1 0 0,-25 2-3 0,32 1 1 15,-7-4 2-15,-25 3 0 0,25-1-3 0,-28 3-6 16,29-5 4-16,-28 4 0 0,30 0-2 0,-6-2-2 16,-24 1 2-16,29 1-5 0,-30-2 2 0,1 3 4 15,27-1-1-15,-27 0 1 0,26-2-2 0,-26 2 6 16,-1 1 1-16,26-4 0 0,-27 6-1 0,1-2 2 15,0 1 1-15,1-2 0 0,0 2-2 0,-6 1-4 16,2-2 6-16,-5 0-2 0,-3 1-2 0,3 1-1 16,-2 0 1-16,-16 0 1 0,14-1-2 0,-16 1 5 15,0 2-5-15,2-2-3 0,-7-1-6 0,2 4 2 16,-5-3 2-16,-7 0-1 0,1 0 2 0,-4 3-6 16,-4-3 5-16,-3 1 1 0,0-1 2 0,-4 0-3 15,-7 0 7-15,13 0 9 0,-13 0 3 0,10 0-3 16,-10 0 5-16,8 0-9 0,-8 0 4 0,0 0-2 15,7 0-4-15,-7 0 1 0,0 0-4 0,0 0-16 16,0 0-34-16,0 0-37 0,0 0-27 0,4 6-47 16,-4-6-194-16,0 0-369 0,-19 15 163 0</inkml:trace>
  <inkml:trace contextRef="#ctx0" brushRef="#br0" timeOffset="-193640.76">9941 10219 8 0,'0'0'30'0,"0"0"-4"0,0 0-6 0,0 0 0 0,0 0-1 16,-10-3-14-16,10 3 15 0,0 0 6 15,0 0-3-15,0 0 3 0,0 0-2 0,0 0 3 16,0 0 2-16,0 0 0 0,0 0 2 0,0 0 1 0,-9-1-2 16,9 1-1-16,0 0 1 0,0 0-5 0,0 0 1 15,0 0-1-15,0 0 6 0,0 0-14 0,0 0-1 16,0 0 2-16,0 0 1 0,0 0-1 0,0 0-8 15,0 0-1-15,0 0-3 0,0 0-3 0,0 0-2 16,0 0 0-16,0 0-4 0,0 0-5 0,0 0 6 16,0 0-1-16,0 0 2 0,0 0 4 0,0 0-6 15,0 0 9-15,29 8-4 0,-18-5 0 16,8-3-6-16,10 2 7 0,2-1 2 0,5-1 4 0,1-1 1 16,15-1 5-16,0 0-9 0,3 1 5 0,2-1 8 15,-1 0-4-15,0 0-11 0,2-2 9 16,-4 2 1-16,3 0-3 0,-3-2 3 0,-1 2 3 0,3-4-1 15,4 3-4-15,-2-1 8 0,1-1-6 0,-3 1 8 16,2 0 0-16,-1 0 0 0,2-1-5 0,0 0-6 16,-3 1 13-16,-2 1 7 0,-5-1 0 0,-9 2-5 15,-1-2 6-15,-1 3 2 0,0-2-3 0,-5 1-7 16,2 1-2-16,-2-1 3 0,-1 1-4 0,0 0 3 16,-4-1-3-16,-8 1-3 0,1 1-2 0,-4-1 2 15,0 1 2-15,-4-2-6 0,0 2 1 0,-2-1 4 16,0 1-3-16,-3 1-5 0,-8-1 6 0,13-1 9 15,-13 1 8-15,7 1 3 0,-7-1 2 0,0 0 13 0,0 0-1 16,12 0-5-16,-12 0 1 0,0 0 5 16,0 0-4-16,0 0-4 0,0 0-3 0,8-1 1 15,-8 1-14-15,0 0 5 0,0 0-5 0,0 0-5 16,0 0-2-16,0 0-4 0,0 0 3 0,0 0-3 16,0 0-2-16,0 0 0 0,8 1-4 0,-8-1 0 0,0 0-1 15,0 0 0-15,0 0-5 0,0 0-5 16,0 0-23-16,0 0-17 0,0 0-26 0,0 0-21 15,0 0-16-15,0 0-17 0,0 0-12 0,0 0-11 0,-4 13-131 16,4-13-295-16,-4 10 131 0</inkml:trace>
  <inkml:trace contextRef="#ctx0" brushRef="#br0" timeOffset="-192754.64">14223 10226 19 0,'0'0'47'0,"0"0"-5"0,0 0-4 16,-7 3 4-16,7-3-20 0,0 0 8 0,0 0-7 15,0 0 7-15,0 0-7 0,0 0-5 0,0 0 5 16,0 0-8-16,0 0 4 0,0 0-5 0,0 0 0 16,0 0 7-16,0 0 0 0,0 0 5 0,0 0-10 15,30 0-1-15,-20 2 4 0,4-4 5 0,6 2-3 16,9 0-4-16,1-3 3 0,1 3 0 0,7-3-16 16,0 1 15-16,14-1 2 0,0 1-2 0,0-1-3 15,0 0 0-15,1 0-1 0,-1 1-1 0,1 1-6 16,-1-2 6-16,0 2-3 0,3 0 1 0,3-1 9 15,-1 2-4-15,3-1 1 0,3-1 10 0,1 2-9 16,27-2 4-16,-26 2-2 0,1-1 3 0,30 0 2 16,-32-2-7-16,1-1 6 0,26 3 0 0,-26-1-1 15,27 0 6-15,-28-1-10 0,28-1 3 0,-29 2 5 0,27-4 1 16,-24 4-9-16,23-3-4 0,-25 0 1 0,-1 3 9 16,-1-3-1-16,29 3-3 0,-32-1-1 15,1 0 3-15,1 0-4 0,-5 2 5 0,-1 0-2 16,0-3-6-16,-1 2-1 0,-16 2-2 0,-1-2-2 0,4 4 3 15,-4-1-7-15,-1-1 1 0,-3 0-5 16,-2 1 8-16,-3 0-6 0,-6-1-4 0,-3 0 6 0,-4 0-2 16,1 1 5-16,-4-1-2 0,0 0-1 15,-4 0 12-15,-1 0 4 0,-7 0 8 0,12 0 0 0,-12 0 7 16,9 0 0-16,-9 0-3 0,0 0-5 0,10-2 1 16,-10 2-8-16,0 0-4 0,5-4 4 0,-5 4-4 15,0 0-3-15,0 0-1 0,0 0-1 0,0 0-4 16,6-4-1-16,-6 4-2 0,0 0-10 0,0 0-15 15,0 0-23-15,0 0-27 0,0 0-17 0,0 0-17 16,0 0-13-16,0 0-17 0,0 0-122 0,0 0-275 16,0 0 122-16</inkml:trace>
  <inkml:trace contextRef="#ctx0" brushRef="#br0" timeOffset="-192018.31">19719 10251 8 0,'-9'1'42'0,"9"-1"-4"16,0 0-4-16,-8 1-1 0,8-1-1 0,0 0 7 16,0 0 6-16,0 0 13 0,0 0-21 0,0 0 16 15,19 12 0-15,-1-8 0 0,4-2-3 0,6-2-7 16,5 1 12-16,2 2 9 0,15-4-24 0,1 2 5 15,4-1-7-15,3 0 12 0,9-1-1 0,29-2-4 16,-5-1-5-16,1 2 2 0,2-2 0 0,2 0 1 16,-1 0-8-16,1 1-3 0,-1-1 4 0,4 3-3 15,-1-3-3-15,-2-1 0 0,4 2 0 0,2 1 3 16,1-1-3-16,-2-2-8 0,-2 0 2 0,0 4 3 16,-2-3-4-16,2 1 5 0,-1-3 1 0,-2 3 4 15,3-1-2-15,-5 3-9 0,-2-3 13 0,-1 4-2 16,-25 0-4-16,1-1 4 0,27-2-1 0,-31 5-4 15,1-2-3-15,-1 1-6 0,-1 2-2 0,-2-1 0 16,-1-1 3-16,-3 1-4 0,-4 2-3 0,-14-2 4 0,-4 0 0 16,-1 2-1-16,-2-4-2 0,-10 2 4 15,-1-1 8-15,-5 0 6 0,-4-2 12 0,-4 2 8 16,5 0 6-16,-6-1 4 0,-6 0 2 0,10 0-5 16,-10 0-1-16,9 1-4 0,-9-1-3 0,0 0-11 0,0 0 1 15,12 0-6-15,-12 0-4 0,0 0-4 0,0 0-2 16,0 0-9-16,6-3-18 0,-6 3-29 15,0 0-47-15,0 0-55 0,0 0-71 0,0 0-201 16,0 0-437-16,0 0 193 0</inkml:trace>
  <inkml:trace contextRef="#ctx0" brushRef="#br0" timeOffset="-189006.69">26023 10451 39 0,'0'0'76'0,"0"0"6"15,0 0-2-15,0 0-1 0,0 0-2 16,0 0-9-16,0 0-4 0,5-18-12 0,-5 18-3 16,0 0 5-16,0 0-3 0,4-7-9 0,-4 7 0 0,0 0-14 15,9-5 8-15,-9 5-5 0,5-3-5 0,-5 3-3 16,11-4-1-16,-3 3 2 0,4-3-1 0,3 0-9 15,4 2 4-15,8-2 9 0,5 1 0 0,5-1-5 16,3 2 2-16,15-4 3 0,1 5-4 0,7-1-1 16,27-1-1-16,-25 2 9 0,25-3 0 0,2 4-4 15,-4-1 5-15,-23-2-7 0,35 1 1 0,-7 0 2 16,3-2-10-16,-2-3 0 0,3 4-7 0,2 2 13 16,-3-1-2-16,-5 0-11 0,5-1 5 0,1 2-2 15,-3-2 2-15,2 0 2 0,5-1-6 0,1 1 3 16,1 0-3-16,-6 3-3 0,-3-2 1 0,-3-2-3 15,0 1 3-15,-27 0 1 0,25 4-1 0,-25-1-3 16,-1-2-1-16,1 1-1 0,-2-1-2 0,-2 2 2 16,-2-1-2-16,-2-1 7 0,-19 2-5 0,1-2 0 15,-1 2-2-15,-4-2 3 0,-2 2-4 0,-11-2 1 16,-3 2 1-16,0-1-1 0,-4 1 2 0,-3-1-7 16,-2 1 3-16,0-2 1 0,-8 2 1 0,10-1-4 15,-10 1 1-15,9-1-2 0,-9 1 3 0,0 0 3 16,0 0-3-16,11-2 4 0,-11 2-21 0,0 0-16 15,0 0-25-15,1-6-8 0,-1 6-18 0,0 0-17 16,-23-8-11-16,9 6-18 0,-6 1-69 0,-7-1-215 16,0-3 96-16</inkml:trace>
  <inkml:trace contextRef="#ctx0" brushRef="#br0" timeOffset="-187890.76">4664 11088 12 0,'0'0'50'0,"0"0"-2"0,0 0-8 0,0 0-5 15,0 0 6-15,0 0-3 0,-7 6-4 0,7-6-6 16,0 0 3-16,-4 3-5 0,4-3-1 0,0 0 0 0,0 0-2 16,0 0-1-16,0 0 4 0,0 0 13 0,0 0 7 15,15 12 1-15,-2-12 3 0,7 1 10 0,11-4-16 16,9 1 13-16,17-4-12 0,4 1 4 16,30-8-15-16,-27 5-1 0,27-4-1 0,-27 4 1 15,28-5-2-15,-30 6-6 0,1-3 3 0,2 2-10 16,25-6-1-16,-30 7 5 0,2-2 0 0,28-3 3 0,-30 1-7 15,1 0 5-15,2 3 4 0,-2-3 2 16,-3 2-2-16,-2-2 2 0,1 2 4 0,-6-1-4 16,-15 4 5-16,1 0 5 0,-5-1-8 0,-4 2-3 15,-7 3-1-15,-3-1 1 0,-7 1-5 0,1 0 3 0,-12 2 2 16,18-2 8-16,-18 2 3 0,10-1 4 16,-6-1 8-16,-4 2-6 0,0 0 1 0,10-1-6 0,-10 1-2 15,0 0-2-15,0 0 0 0,0 0-8 0,0 0-8 16,0 0-11-16,0 0-22 0,0 0-27 15,0 0-33-15,0 0-32 0,0 0-39 0,0 0-38 0,0 0-93 16,0 0-299-16,0 0 133 0</inkml:trace>
  <inkml:trace contextRef="#ctx0" brushRef="#br0" timeOffset="-169858.72">24732 11843 5 0,'-9'0'21'0,"9"0"-4"0,-12 0 4 15,12 0-4-15,-13 2-3 0,6-2 6 0,7 0 5 16,-13 0-3-16,13 0 0 0,-11 0-1 0,11 0-4 16,-11-2 3-16,11 2 1 0,-13 0-6 15,13 0 3-15,-8 0-1 0,8 0-1 0,0 0-2 0,-14-2 8 16,14 2-16-16,0 0 11 0,0 0 9 0,-7-2-16 16,7 2 1-16,0 0-4 0,0 0 1 0,0 0 6 15,0 0-3-15,0 0-7 0,0 0 8 0,0 0-2 16,0 0 0-16,34 2 10 0,-20-2-4 0,-1 0 4 15,7 0 1-15,1-1-7 0,-1 0 2 0,9-2 3 16,-7 2 1-16,6-1 0 0,2-1-3 0,-2 2 9 16,0-2-10-16,-7 3 1 0,7-2-5 0,0 1 7 15,0-1 2-15,1 0 3 0,2-3-3 0,3 3 4 16,0-2-12-16,-1 1 19 0,-1-1-6 0,5 0-18 16,0 1 9-16,1-1 2 0,0 3-3 0,12-1-1 15,-10 1-6-15,0-3 4 0,-1 4 10 0,12-5-11 16,-1 3 3-16,-10 0-4 0,12 2 5 0,-12 0-5 15,10-1 8-15,-12 1-12 0,2 0 2 0,-1 0 1 16,10 1-1-16,-11-1-2 0,-1 2 1 0,0-2 6 16,2 0-11-16,-2 0 1 0,15 1 5 0,-16 0-2 15,2-2-2-15,-1 1 4 0,1-1-8 0,0 2 5 16,-5-2 3-16,3 3 1 0,3-2 1 0,-3-1-8 16,0 2 2-16,-3-1 5 0,3-1 0 0,0 2 3 15,-3-1-8-15,4-1 6 0,-5-2 4 0,1 2-4 16,-1 0 0-16,1-1-3 0,-2 2 1 0,-1-1 5 15,-1 0-8-15,-2 2-6 0,-1-4 3 0,4 3 0 16,-10 0 1-16,3-1 1 0,-2 1-1 0,0-2-2 16,0 0 4-16,-2 2-2 0,4-1 1 0,-1 0 2 15,-3-2 2-15,3 2-5 0,-6 0 7 0,3-1-5 0,-2 0 1 16,0 2-5-16,-3 0 3 0,-1 0-2 0,-1 0 0 16,-1 0 2-16,0 0 0 0,-1 1 0 0,-2-1-6 15,-8 0-5-15,16 0 12 0,-9 0 1 16,-7 0-9-16,10 0 5 0,-10 0-3 0,9 0 9 0,-9 0-1 15,0 0-8-15,8 1 3 0,-8-1 3 0,0 0 5 16,0 0-3-16,0 0 2 0,0 0 1 16,9 0-3-16,-9 0 3 0,0 0 2 0,0 0-7 15,0 0-11-15,0 0 14 0,0 0-4 0,0 0-2 0,0 0 5 16,0 0-8-16,0 0 0 0,0 0 1 0,0 0 3 16,0 0-5-16,0 0 1 0,10 0 2 0,-10 0-2 15,0 0 0-15,0 0 0 0,0 0-3 0,0 0 3 16,0 0 2-16,0 0 0 0,0 0 4 0,0 0-6 15,0 0-2-15,0 0 0 0,0 0 6 0,0 0-5 16,0 0 1-16,0 0 1 0,0 0-15 0,0 0 18 16,0 0-7-16,0 0 3 0,0 0-6 0,0 0 6 15,0 0-1-15,0 0 5 0,0 0-7 0,0 0 6 16,0 0-5-16,0 0 2 0,0 0 1 0,0 0-4 16,0 0-4-16,0 0 9 0,0 0-4 0,0 0 6 15,0 0-2-15,0 0 1 0,3 4-6 0,-3-4 4 16,0 0 4-16,0 0-3 0,5 5-10 0,-5-5 8 15,0 0-3-15,0 0-6 0,5 5-11 0,-5-5-14 16,0 0-13-16,3 7-10 0,-3-7-4 0,0 0-3 16,3 6-8-16,-3-6-14 0,0 0-1 0,2 8-22 15,-2-8-59-15,0 0-180 0,0 0 81 0</inkml:trace>
  <inkml:trace contextRef="#ctx0" brushRef="#br0" timeOffset="-167016.43">27786 11025 18 0,'0'-8'42'16,"0"8"-3"-16,2-9-7 0,-2 9 5 0,0-9 0 15,0 9 6-15,0 0-9 0,0-10-1 0,0 10-6 16,0-7-7-16,0 7 5 0,0 0-4 0,0-10 2 16,0 10 0-16,0 0-2 0,3-10-1 0,-3 10 5 15,1-7 1-15,-1 7-4 0,0 0 1 0,1-9 2 16,-1 9-3-16,0 0-3 0,0 0 5 0,0 0-2 16,0-10 6-16,0 10-11 0,0 0-4 0,1-7-1 15,-1 7 4-15,0 0 0 0,0 0-3 0,0-11 3 16,0 11-11-16,0 0 13 0,0 0-3 0,0 0 2 15,4-8 0-15,-4 8 0 0,0 0 1 0,0 0 4 16,0 0 1-16,0 0-2 0,0 0-1 0,0-6 0 16,0 6 1-16,0 0-4 0,0 0-9 0,0 0 12 15,0 0-9-15,0 0-6 0,0 0-3 0,0 0 5 16,0 0-2-16,0 0 3 0,0 0-5 0,0 0-7 0,0 0 11 16,0 0-7-16,0 0 0 0,0 0 0 15,0 0 0-15,0 0 4 0,0 0-3 0,0 0 2 16,0 0-11-16,0 0 10 0,0 0 2 0,0 0 3 15,0 0-11-15,0 0-2 0,0 0 5 0,0 0-1 16,0 0 2-16,0 0 11 0,0 0-11 0,0 0 8 0,0 0-5 16,0 0-3-16,0 0 3 0,0 0-4 0,0 0 11 15,0 0-8-15,0 0 3 0,0 0-6 16,0 0 7-16,0 0 4 0,0 0-5 0,0 0-1 16,0 0 2-16,0 0-15 0,0 0 12 0,0 0 5 0,0 0-14 15,0 0 13-15,-10-5-5 0,10 5-3 0,0 0 2 16,0 0 5-16,-4-6-4 0,4 6-2 0,0 0-5 15,0 0 7-15,-3-6-4 0,3 6 3 16,0 0 1-16,0 0 0 0,0 0-3 0,0 0 2 0,-3-9 10 16,3 9-1-16,0 0-7 0,0 0 2 0,0 0 6 15,0 0-1-15,0 0-5 0,0 0 2 0,-3-6 3 16,3 6-3-16,0 0 4 0,0 0-5 16,0 0 0-16,0 0 6 0,0 0-2 0,0 0-2 0,0 0 0 15,0 0 0-15,0 0-3 0,0 0 3 0,0 0-4 16,0 0 2-16,-4-7-7 0,4 7 5 0,0 0-5 15,0 0 2-15,0 0 0 0,0 0-2 0,0 0-5 16,0 0 6-16,0 0-3 0,0 0 2 0,0 0 3 16,0 0 4-16,0 0 0 0,0 0-7 0,0 0 0 15,4 26-5-15,-4-26 6 0,-4 12 8 0,4-7-12 16,0-5 6-16,0 12-3 0,0-5 0 0,0 1-1 16,0-8 4-16,-2 14 0 0,2-4 2 0,0-2-4 15,0 0 8-15,-2 1 4 0,2-9-9 0,-2 16-3 16,2-7 8-16,-4 1-5 0,2-2 2 0,2 1 1 15,-2-1 0-15,1-1 2 0,0 0-13 0,1 2 14 16,0-9-4-16,-3 13 1 0,2-6 0 0,-2 0 1 16,1-1-7-16,2 1 7 0,-3 0-1 0,3-7-10 15,-3 14 9-15,0-9-1 0,3 3 1 0,0-8 4 16,-5 11-4-16,2-5 4 0,2 1-1 0,0 0 1 16,1-7 2-16,-4 13-3 0,2-7-5 0,0 0 3 15,-1 4 2-15,1-3 0 0,-2 2-2 0,2-2 4 16,2-7-4-16,-4 13 2 0,4-6 0 0,-3 2-5 15,0-1 0-15,3 2 2 0,-2-3 0 0,2-7 1 16,-2 14-5-16,0-8 1 0,2 1 1 0,0-7 5 16,-3 15-5-16,2-6-1 0,0-2 2 0,-1-2 1 15,2-5 3-15,-2 14-5 0,0-8-3 0,2-6 3 16,-2 13 1-16,0-7 1 0,2-6 0 0,-3 11 1 16,1-4-1-16,-1-1 9 0,3-6-7 0,-2 13 4 15,-1-6-3-15,3-7-8 0,-4 10 7 0,2-1-4 16,0-5 0-16,2-4 3 0,-2 16-1 0,0-9 2 15,0-1-7-15,2-6 6 0,-3 12-5 0,1-2 3 16,0-4 2-16,-1 5 2 0,3-6-4 0,0-5 2 16,-3 13 3-16,1-6-5 0,2 0-4 0,0-7 5 0,-4 15-1 15,4-8-1-15,0-7 3 0,0 11-1 16,-2-5-6-16,2-6 3 0,0 13 2 0,-2-7 4 16,2-6-2-16,0 14 0 0,0-14-1 0,0 14 2 15,-1-7 7-15,-1 1-11 0,2-8-1 0,-2 15-2 16,2-9 0-16,-2 1 3 0,2-7 2 0,-2 15 1 0,-2-5 2 15,4-3-3-15,-1 3 1 0,-1-2-2 0,2-8 4 16,-3 13 2-16,-1-6-5 0,4 0-2 0,-4 1 4 16,4-8-1-16,-1 12 1 0,-2-4-9 0,0-2 5 15,-1 1 3-15,2 1 1 0,0-1 2 0,-1 1-2 16,-2-1-3-16,5-1-3 0,0-6 5 0,-4 10-1 16,2-3 1-16,-1-1-1 0,1 0 0 0,2-6-1 15,-4 13 13-15,2-7 0 0,0 0-2 0,2-6 1 16,-5 11-4-16,5-4-3 0,0-7 0 0,-4 12 4 15,4-6-6-15,0-6 5 0,-4 11-7 0,4-11 2 16,-1 10-3-16,0-3 4 0,-1 0-3 0,-2 0 2 16,4-7-4-16,-3 10 2 0,1-3-2 0,2-7 3 15,-4 13-2-15,4-7 0 0,-4 1-2 0,4-7 3 16,-2 10-3-16,2-4 0 0,0-6 7 0,-3 12-9 16,3-12 2-16,-5 8 2 0,3-3-4 0,2-5 3 15,-3 10-1-15,3-10 1 0,-2 9-1 0,2-9-2 16,-2 7 3-16,2-7-3 0,-2 7 1 0,2-7-1 15,0 0 0-15,-2 9-1 0,2-9 2 0,0 0 0 16,-2 7 0-16,2-7 1 0,0 0-1 0,0 0-1 16,-3 7 0-16,3-7 2 0,0 0-2 0,0 0-2 15,0 0 8-15,-2 6-7 0,2-6 3 0,0 0 0 16,0 0 0-16,0 0-1 0,0 0 1 0,0 0 1 16,0 0-2-16,0 0 5 0,0 0-1 0,0 0-4 15,0 0 5-15,0 0-3 0,0 0-2 0,0 0-10 16,0 0-10-16,0 0-17 0,0 0-29 0,0 0-28 15,0 0-25-15,0 0-29 0,0 0-10 0,0 0-130 16,0 0-310-16,-9-20 137 0</inkml:trace>
  <inkml:trace contextRef="#ctx0" brushRef="#br0" timeOffset="-166261.72">27748 11000 37 0,'2'-10'36'16,"-2"10"-3"-16,0 0 7 0,1-9-11 0,-1 9 1 16,0 0-6-16,1-8-1 0,-1 8-1 0,0 0-1 15,0 0-3-15,0 0 0 0,0 0-9 0,3-8 0 16,-3 8 3-16,0 0-7 0,0 0 2 0,0 0 2 16,0 0-3-16,0 0 0 0,0 0-1 0,0 0 1 15,0 0-7-15,0 0 3 0,0 0 5 0,0 0 0 16,0 0 5-16,-9 31 0 0,7-20 2 0,0 1 3 15,-3 5-5-15,0 1 5 0,-2 6 2 0,1 1 11 16,-1 1-7-16,1 0 3 0,-4 4 4 0,1-3-5 16,0 4 0-16,-2 1 2 0,0-2 0 0,2 2-6 15,-2 0 2-15,1 0 10 0,0 2 1 0,-2-1-5 16,5-3 3-16,-3 2-4 0,0 0-1 0,1-2 5 16,0 0-5-16,1 1 6 0,-2-6-6 0,3 4 9 15,-1 0 3-15,1-1-7 0,-2-2-1 0,0 1 1 16,2 1-7-16,-2-4 13 0,-2 4-1 0,0-4 1 15,5 1-6-15,-6-2 4 0,3 0-8 0,2-6 2 16,-2 2-9-16,2-4 5 0,1 2-3 0,1-2-3 16,-1 0 0-16,-1 0 4 0,2-5-5 0,1 1-2 15,-1-1 0-15,1 0 3 0,0-1-1 0,-2-1-1 16,4 0-4-16,-2 0 5 0,0-2-5 0,-1-1 3 16,5-5-6-16,-4 8 1 0,2-3-3 0,2-5-1 15,-3 6 2-15,3-6 1 0,-5 8-1 0,5-8 1 16,0 0-2-16,0 0 1 0,0 0-12 0,-5 2-15 0,5-2-24 15,0 0-29-15,0 0-28 0,0 0-23 0,0 0-28 16,-15-10-90-16,15 10-256 0,-6-13 113 16</inkml:trace>
  <inkml:trace contextRef="#ctx0" brushRef="#br0" timeOffset="-161765.87">16272 12677 3 0,'-6'2'26'0,"-2"1"0"0,8-3-5 0,-15 4 2 15,4-3 4-15,4 1-1 0,0 0-7 0,-4 0 4 16,4 0 4-16,1 1-6 0,6-3 7 15,-14 0-2-15,14 0 0 0,-8 3 8 0,8-3-5 16,0 0-1-16,-7 2-3 0,7-2-3 0,0 0-1 0,0 0 4 16,0 0 4-16,0 0 4 0,29 1-5 0,-10-4 6 15,13 0 6-15,6-1-9 0,15-1-4 16,6-1 4-16,-3-1 3 0,3 0-7 0,2 0-2 0,-1-1-3 16,-2 3-8-16,2-1 4 0,0-4-2 15,-3 7 8-15,-3-4-6 0,0 3 0 0,-2-1 2 0,-2 2 10 16,1-1-7-16,-11 0 3 0,-1-1-2 0,11 1 1 15,-14 1 0-15,-2-1 2 0,-2 0-9 0,-4 3 6 16,-10 0 0-16,3-2-1 0,-4 1-3 0,-4 1 8 16,-2 1 0-16,-4-2 0 0,5 2 3 0,-12 0 6 15,11 0 7-15,-11 0 3 0,8-2 2 0,-8 2 2 16,0 0-6-16,0 0 1 0,9-2-7 0,-9 2-6 16,0 0-5-16,0 0 1 0,0 0-3 0,0 0-6 15,0 0-2-15,0 0 4 0,0 0-5 0,0 0-3 16,0 0-2-16,0 0-17 0,0 0-26 0,0 0-20 15,0 0-33-15,0 0-32 0,0 0-41 0,0 0-99 16,0 0-276-16,0 0 122 0</inkml:trace>
  <inkml:trace contextRef="#ctx0" brushRef="#br0" timeOffset="-159633.58">24750 12350 53 0,'-2'-9'84'15,"2"9"-6"-15,0 0-5 0,0 0-7 0,0 0-4 16,0 0 3-16,-3-9-1 0,3 9-10 0,0 0 9 16,0 0-5-16,0 0-9 0,0 0 0 0,0 0 0 15,0 0-11-15,-2-8-8 0,2 8-4 0,0 0-2 16,0 0 3-16,0 0-8 0,0 0 0 0,0 0-5 15,0 0-7-15,0 0 8 0,0 0 5 0,0 0-9 16,0 26 2-16,0-26 0 0,1 12-10 0,-1-5 14 16,0-7-11-16,1 12 1 0,-1-12-6 0,0 12 4 15,0-7-8-15,0-5 2 0,0 10 3 0,0-10 5 16,3 7-5-16,-3-7-1 0,0 0 25 0,2 8-4 0,-2-8 9 16,0 0 12-16,0 0-15 0,17-9-4 15,-5 3-1-15,3-4-8 0,9-3 7 0,0-3-4 16,2 1 0-16,-1-2-13 0,2 3 7 0,0-2-2 15,0-1 8-15,0 2-3 0,-2-4-7 0,-1 3-7 0,-1 3 7 16,-1-1 6-16,-4 2-6 0,-4 5 7 0,-1-1 0 16,-3 1-3-16,1-1-5 0,-2 2 3 15,0 1 2-15,-3 1-3 0,1 1-3 0,-7 3 0 16,8-5-4-16,-8 5 7 0,5-5-8 0,-5 5 5 0,7-3-11 16,-7 3 5-16,0 0 0 0,7-4-2 0,-7 4-1 15,0 0 6-15,0 0-2 0,4-4-3 0,-4 4 3 16,0 0-8-16,0 0 0 0,0 0 3 0,0 0 2 15,0 0 1-15,0 0 6 0,0 0-7 0,0 0 1 16,0 0 2-16,0 0 1 0,0 0 1 0,0 0-3 16,0 0-1-16,0 0 3 0,0 0-2 0,0 0-3 15,0 0 2-15,0 0 1 0,0 0 1 0,0 0-4 16,0 0 7-16,0 0 0 0,0 0-3 0,0 0-4 16,0 0 4-16,0 0-1 0,0 0 1 0,0 0-3 15,0 0-15-15,0 0-3 0,0 0-14 0,0 0-8 16,0 0-6-16,-1 17-7 0,1-17-5 0,0 0-5 15,0 9-10-15,0-9 0 0,0 0-2 0,0 0-12 16,0 0-1-16,-3 10-61 0,3-10-163 0,0 0 72 16</inkml:trace>
  <inkml:trace contextRef="#ctx0" brushRef="#br0" timeOffset="-134420.52">16570 13475 16 0,'0'0'44'0,"-7"-3"-3"16,7 3-6-16,0 0 0 0,0 0 0 0,0 0-6 16,-6-4-3-16,6 4-6 0,0 0 3 0,0 0-4 15,0 0-3-15,0 0 0 0,0 0-3 0,0 0-4 16,0 0-1-16,0 0 1 0,0 0 5 0,0 0-3 15,0 0 0-15,0 0-3 0,0 0 3 0,26 8-1 16,-19-7-5-16,1 1 6 0,2 0 6 0,3-1-3 16,-2 0 8-16,2 2-6 0,1-2 1 0,3 2 0 15,2-2 5-15,1 0-2 0,1 0-2 0,7-1 2 16,-6 1-6-16,7-1 4 0,2-1 3 0,0 0-8 16,0 1 6-16,1 0-8 0,-1 1 9 0,2-1-9 15,1-1 1-15,1 0-1 0,4 0 1 0,-2 0-5 16,1 1 8-16,13-2-4 0,0 0 0 0,-11 0-3 15,-2 1 4-15,16 0-4 0,-16 1 2 0,16 0 6 16,-4-1 1-16,2 1-8 0,-12 0 1 0,15-1 1 16,-4-1-1-16,1 2-3 0,-1-1 4 0,3 1 0 15,0-1-1-15,-4 1 1 0,3 0 9 0,-14 1-6 16,16-2 2-16,-2 3-2 0,-3-3 10 0,-10 0-14 16,-1 1 5-16,16 0-3 0,-2 0 0 0,-12-2 10 15,12 1-10-15,2 1 5 0,0-1 3 0,1-2-9 16,-1 3 10-16,3 0 0 0,-1-4-2 0,1 3-4 15,-2-1 8-15,-1-1-6 0,-1 2 5 0,-3-1-10 16,1 0 3-16,-13 0 0 0,-2 2-6 0,15-2 2 0,-13 2 2 16,0-2-1-16,-1 2 0 0,1-2-2 0,-1 2 1 15,0-2 0-15,1 2-2 0,-2-4 3 16,1 2-6-16,-1 1-1 0,3-1 2 0,-2 0-1 16,-2 0-2-16,-3 0-1 0,2 1 0 0,-3-3 0 15,-2 3 0-15,2-3-3 0,-4 3 2 0,1-1 3 0,-1 1 2 16,-7-2-8-16,1 3 4 0,-4 0-3 15,0-2-2-15,0 1 2 0,-4 0-2 0,-4-1 3 16,0 1-1-16,-1 2-2 0,-9-1 5 0,12-1 1 16,-12 1-5-16,7 1 2 0,-7-1 5 0,0 0-2 15,10 0-1-15,-10 0 2 0,0 0 0 0,0 0-7 16,0 0 1-16,0 0 3 0,0 0-2 0,0 0-6 0,8 0-3 16,-8 0-14-16,0 0-16 0,0 0-9 15,0 0-16-15,0 0-18 0,0 0-16 0,0 0-7 16,0 0-85-16,0 0-207 0,0 0 92 0</inkml:trace>
  <inkml:trace contextRef="#ctx0" brushRef="#br0" timeOffset="-132809.5">22973 13598 38 0,'0'0'41'0,"0"0"-4"0,0 0 1 0,0 0-4 15,0 0-9-15,12-7 1 0,-12 7-4 0,12 0-2 16,-12 0 1-16,14-2-3 0,-6 2-3 0,2-1 1 16,1-1 0-16,0 2 4 0,1-1-2 0,1-1-3 0,5 0 4 15,2 0-5-15,2 2 5 0,8-3-2 16,0 2 5-16,2-1-7 0,-1 0 1 0,2 0-3 0,2-1 5 16,0 3-5-16,2 0 3 0,2-3-2 15,12 2-3-15,-13-1-4 0,13-1 5 0,-12 3 2 0,14-4 0 16,-13 3 0-16,15-1 0 0,-4 1-3 0,3 1 2 15,-1-2-2-15,4 0 3 0,-2 1 0 0,1 4-2 16,-1-7 2-16,0 2 1 0,0 0-2 0,-2 0-3 16,2 0 5-16,0 1 1 0,3 0-4 0,-3-1 14 15,0 1-12-15,1 1 4 0,-1 0-3 0,2-2-4 16,0 1 7-16,3 1-7 0,0-3 1 0,-3 5 3 16,4-2 0-16,0-3-1 0,4 3-10 0,-4-1 8 15,1 0-5-15,2 1 8 0,-1-3-12 0,-3 2 10 16,3-2-10-16,0 3 10 0,-4-3-4 0,-2 3 2 15,4-2-7-15,-4 1 8 0,-1 1-12 0,4-3 5 16,-8 0 3-16,1 3 2 0,2 0-9 0,1 2 7 16,0-2-5-16,-4-2 2 0,1 0-5 0,-15 3-2 15,17-2 3-15,-5 0 1 0,2 0-2 16,-12 2 2-16,14-2 4 0,-1 0 0 0,-1-1-6 0,-14 1 1 16,1 0-5-16,10 0 7 0,-11 2-3 0,-2-2 3 15,4 0-3-15,11 0 2 0,-14 1 1 0,-3-3-3 16,4 1 1-16,-2 0-1 0,-1 1 1 0,2-1-1 15,-1 1 0-15,-3-2 11 0,1 0-10 0,0 1 1 16,-1-3-2-16,1 1-1 0,-3 0-1 0,1 2 3 16,-1-3 2-16,-4 1-6 0,2-2 2 0,-1 2 5 15,-6-1-2-15,0 3-2 0,-1-1-2 0,1 1 1 16,-2-1 3-16,9-1-5 0,-10 1 4 0,1-1 5 16,-2 2-5-16,2 0-1 0,-2-1 0 0,2 0 3 15,2 0-4-15,-2 0-3 0,0-1 2 0,-1-2 5 16,1 2-1-16,-2 2 5 0,2-1-8 0,-2-1 3 15,3 1 1-15,-2 0 0 0,2 0-2 0,-1 0 8 16,0 2-3-16,-2-3-7 0,2 3-5 0,-2-2 10 16,2 2-3-16,-4-1 2 0,5 0-8 0,-1-1 9 15,0 1-1-15,3 0-7 0,-1-3 2 0,-1 3 8 16,6 1-9-16,-5-1 6 0,0 0-1 0,1 0-2 16,2 0 1-16,-6 0 10 0,2 0-14 0,-2 1 1 15,0-2 1-15,0 2 9 0,-2 0-5 0,-2 0 0 16,3 1-8-16,-1-3 11 0,-4 2-2 0,1-2-8 15,2 3-2-15,1-2 8 0,2 2 1 0,-1 0-1 16,-5 0-1-16,0 0 7 0,5-3-9 0,-5 4 2 0,-2-1 0 16,0 0 4-16,1 0-2 0,-6 2 1 0,-6-2-4 15,12 0-2-15,-12 0-12 0,9 1 2 16,-9-1-17-16,0 0-6 0,12 0-12 0,-12 0-8 16,0 0 3-16,6 1-2 0,-6-1-2 0,0 0-14 0,0 0-12 15,0 0-53-15,-35 12-145 0,8-8 65 0</inkml:trace>
  <inkml:trace contextRef="#ctx0" brushRef="#br0" timeOffset="-130788.45">6404 14296 14 0,'0'0'41'0,"10"2"-4"0,-4-2-2 16,-6 0 1-16,16 0-8 0,-7 0 5 0,4 0-2 15,0 0 3-15,3 0 6 0,0 0-14 0,5-2 8 16,0 2-3-16,0-1-7 0,7 1 5 0,-6 0-5 15,7-1-10-15,0 1 11 0,0 0 2 0,1 2-19 16,-2-2 13-16,1 0-1 0,1 0-2 0,0-1 8 16,2 2-12-16,1-1 7 0,1 0-11 0,2-1 11 15,-1 0-4-15,2 1 12 0,0-3-13 0,0 2 5 16,0 1-7-16,0-4 6 0,0 2-7 0,0 0 4 16,1 0-11-16,1 1 8 0,-2-1 8 0,1 1-10 15,3 0 0-15,9-1 11 0,-14-1-8 0,1 2-14 16,-2-1 11-16,1 1 1 0,1 1-3 0,2-2 6 15,-1 0 1-15,0 0-2 0,1 1-5 0,0 0 1 16,2-2-3-16,-2 1-2 0,12 0 6 0,-12 0 1 16,14 1-1-16,-15-2 0 0,14 2 9 0,-2-3-3 15,1 1-2-15,-11 1-7 0,14-2 4 0,1 0 2 16,-5 2-4-16,3-1 0 0,1 2 3 0,-4-3 0 16,3 1 8-16,-2 3-11 0,-1-3 4 0,-9 3-8 15,9-2 6-15,2 2 0 0,-13 0-1 16,13-4-3-16,-13 4-2 0,14-1 7 0,-13 1-7 0,15-2 4 15,-4 2-1-15,-12-1-2 0,16 1-2 0,-1-3 4 16,1-1 1-16,-1 3-2 0,-1 1-1 0,-1-1 2 16,0-3-1-16,0 2 6 0,1-1-4 0,-14 2-1 15,11 0-5-15,3-1 5 0,-2 0-2 0,-13 0 3 16,16 0-4-16,-4-1 1 0,-10 2-1 16,13-1-2-16,-1 1 2 0,1 1 3 0,-2-2 4 0,-1 0-4 15,-12 0-1-15,1-3 1 0,1 4-4 0,-1-1 0 16,1 0-2-16,-1 0 7 0,-1 1-8 0,-1 1 5 15,0-3 1-15,0-1-4 0,-1 3 2 0,0-3-2 16,-3 2 0-16,-1 0 3 0,-1 2 0 0,-3 0-1 16,-7-1-2-16,1 2 2 0,-3-1 2 0,2-1-8 15,-2 1 5-15,-5 0-2 0,-1 0 3 16,0 0-3-16,-1 0-5 0,-4 0 4 0,1 0 0 0,-9 0-3 16,13 0 3-16,-13 0-4 0,10 0 6 0,-10 0 7 15,0 0-7-15,9-2 0 0,-9 2 2 0,0 0 4 16,0 0 3-16,8 2-2 0,-8-2 3 15,0 0-1-15,0 0 4 0,0 0-3 0,0 0-5 0,0 0 5 16,9 0 1-16,-9 0-4 0,0 0-4 0,0 0 0 16,0 0 2-16,0 0-2 0,0 0 0 0,0 0 0 15,0 0-4-15,0 0 4 0,0 0 3 0,0 0-8 16,0 0 2-16,0 0-1 0,0 0 0 0,0 0 3 16,0 0-4-16,0 0 0 0,0 0-1 0,0 0 1 15,0 0 0-15,0 0 0 0,0 0-3 0,0 0 1 16,0 0 4-16,0 0-1 0,0 0-2 0,0 0 6 15,0 0-6-15,0 0-6 0,0 0 4 0,0 0-2 16,0 0 1-16,0 0 0 0,0 0 0 0,0 0 0 16,0 0 3-16,0 0-5 0,0 0 3 15,0 0 4-15,0 0-3 0,0 0-1 0,0 0 0 0,0 0 2 16,2 5-3-16,-2-5-5 0,0 0 6 0,0 0-1 16,0 0-1-16,0 0 1 0,0 0 1 0,0 0 3 15,0 0-5-15,0 0 1 0,0 0 3 0,0 0-5 16,0 0 1-16,0 0 4 0,0 0-3 15,0 0 1-15,0 0 0 0,0 0 0 0,0 0 1 0,0 0-2 16,0 0 1-16,0 0 2 0,0 0-6 0,0 0 5 16,0 0 4-16,0 0-14 0,0 0 8 0,0 0 1 15,0 0-2-15,0 0 4 0,0 0-7 0,0 0 6 16,0 0 0-16,0 0-3 0,0 0 1 16,0 0 2-16,0 0-3 0,0 0 10 0,0 0-9 15,0 0 3-15,0 0 0 0,0 0 2 0,0 0-1 0,0 0 3 16,0 0-2-16,0 0-3 0,0 0 0 0,0 0 2 15,0 0-1-15,0 0-1 0,0 0 4 16,0 0-6-16,0 0 4 0,0 0-2 0,0 0 1 16,0 0-1-16,0 0-1 0,0 0 1 0,0 0 0 0,0 0-3 15,0 0 2-15,0 0 0 0,0 0 0 0,0 0 0 16,0 0-3-16,0 0 5 0,0 0-1 0,0 0-5 16,0 0-12-16,0 0-14 0,0 0-18 15,0 0-4-15,-14 12-18 0,10-9-17 0,-1 1-16 16,0 1-23-16,-4 2-26 0,0-1-91 0,-2 1-263 15,-2-1 118-15</inkml:trace>
  <inkml:trace contextRef="#ctx0" brushRef="#br0" timeOffset="-92604.74">3089 9903 77 0,'0'0'161'0,"0"0"0"0,0 0-12 16,0 0-22-16,0 0-7 0,0 0-13 0,0 0-4 16,0 0-16-16,0 0-11 0,0 0-8 0,0 0-8 15,0 0-8-15,0 0-9 0,0 0 0 0,0 0-13 16,0 0 4-16,0 0-3 0,0 0-5 0,8 21 1 15,-1-12-10-15,-2 0-2 0,0 1 2 0,0 2 1 16,-1 0 3-16,2-3-10 0,-1 1 4 0,-1 2-7 16,0-2 2-16,0-1 4 0,1-2-4 0,-2-1-7 15,3 3 5-15,-4-4-3 0,2 0-7 0,-1 1 8 16,-3-6-1-16,5 7-2 0,-5-7-1 0,5 6 8 0,-5-6-3 16,3 4 7-16,-3-4 7 0,7 2 8 0,-7-2 5 15,14-6 8-15,-2-2 4 0,11-10-3 16,5-5-5-16,16-11-1 0,23-23-3 0,2 3 7 15,5-2-4-15,2 0-8 0,-5-6-14 0,7-1-14 16,-1 0-15-16,-2 0-34 0,3 1-5 0,3 1-8 0,-3 5-23 16,0 0-18-16,-3 0-7 0,-21 23-14 15,-1 1-26-15,-1 4-102 0,-5 2-271 0,-14 9 120 16</inkml:trace>
  <inkml:trace contextRef="#ctx0" brushRef="#br0" timeOffset="-11439.25">16965 10339 4 0,'0'0'12'0,"0"0"2"0,0 0 1 0,0 0-7 16,0 0 3-16,0 0-3 0,0 0 0 0,0 0-4 15,0 0 2-15,0 0-1 0,0 0-2 0,0 0 4 16,0 0-2-16,0 0-2 0,0 0 2 0,-3 7-5 16,3-7 3-16,0 0-3 0,0 0-4 0,0 0-16 0,0 0-21 15,0 0 10-15</inkml:trace>
  <inkml:trace contextRef="#ctx0" brushRef="#br0" timeOffset="66488.56">25711 3953 25 0,'0'0'42'0,"0"0"-8"0,0 0 10 0,-5-10-15 16,5 10 0-16,0 0-1 0,0 0 0 0,-4-7-2 15,4 7-5-15,0 0 3 0,0 0-8 0,-3-9 5 16,3 9-9-16,0 0 6 0,0 0-4 0,-2-8-3 16,2 8-3-16,0 0 8 0,-2-9-3 0,2 9 0 15,0 0 2-15,-4-7 3 0,4 7-11 0,0 0 8 16,0 0-6-16,-3-5-5 0,3 5 1 0,-4-7-1 15,4 7-1-15,0 0 4 0,-7-7-3 0,7 7 4 16,-4-7-5-16,4 7 5 0,-8-5-8 0,8 5 3 16,-6-6 2-16,6 6-6 0,-6-4 3 0,6 4-3 15,-7-5-8-15,7 5 8 0,-10-5-3 0,2 3-9 16,8 2 7-16,-13-3-8 0,3 1 0 0,1 0 0 16,-4 4-4-16,1-4-2 0,2 2-1 0,-3 0 3 15,0 3-8-15,0-3 8 0,1 1-7 0,0 0 5 16,-2 1 0-16,5 1-4 0,-4-1 5 0,-1-1 3 15,3 3-5-15,0 0 1 0,-3-1 4 16,3 1-20-16,-1 0-38 0,0 2 16 0</inkml:trace>
  <inkml:trace contextRef="#ctx0" brushRef="#br0" timeOffset="67037.92">24910 4700 9 0,'5'14'5'0,"0"-1"3"0,0 1 0 0,4 1-3 16,-2-1 5-16,-1-1-6 0,3 0-3 0,0 2 2 15,0-1 3-15,0-2-3 0,5 2 4 0,-4-1-2 0,-1-3-4 16,4 3 4-16,-3-3 1 0,3-1 3 0,0 1-2 16,-1-2-5-16,2 0 3 0,1-1-2 15,1-1 0-15,0 1 4 0,2-2 2 0,-3-1-3 16,4 1-1-16,-2-3 4 0,0 1-5 0,3 0-1 16,-4-1 2-16,3 0-1 0,-1-1 1 0,1 1 0 15,3-2 2-15,-4 1 1 0,3-1-5 0,-1 1 4 16,-1-2-6-16,2 0-2 0,-1 1 1 0,0-2 1 15,0 1-2-15,-1-1 3 0,1-1 4 0,2 0-13 16,-4 1 6-16,2-3 0 0,3-1 2 0,-2 2-4 16,4-2 6-16,2-1-6 0,1 1-1 0,-8 0-3 15,7-2-1-15,-7 3 5 0,0-1-10 0,7-1 1 16,-6 1-1-16,-5-1-11 0,4 3-25 0,-3-3 12 16</inkml:trace>
  <inkml:trace contextRef="#ctx0" brushRef="#br0" timeOffset="67275.36">26237 4025 16 0,'-17'-23'12'0,"0"9"-4"0,-2-4 5 16,-5 1-4-16,2-2 0 0,-3 2-5 0,-2 6-2 15,-5-2 1-15,-3 4-7 0,-1 3-8 16,-16 0-13-16,0 5 5 0</inkml:trace>
  <inkml:trace contextRef="#ctx0" brushRef="#br0" timeOffset="68878.53">214 9368 152 0,'0'0'143'0,"0"0"-2"0,0 0 1 15,0 0-8-15,0 0-11 0,-21-40-15 0,21 40-8 16,0 0-12-16,0 0-9 0,0 0-4 16,0 0-9-16,0 0-5 0,-10-25-13 0,10 25-8 0,0 0-14 15,0 0-10-15,0 0-6 0,0 0-7 16,0 0-2-16,0 0-7 0,0 0-7 0,0 0 6 15,0 0-2-15,0 0-6 0,0 0 4 0,0 0-7 16,0 0 2-16,0 0 3 0,0 0-7 0,0 0-1 16,0 0-7-16,0 0-14 0,0 0-6 0,0 0-14 15,0 0-9-15,0 0 1 0,0 0-1 0,0 0 2 16,0 0-1-16,0 0 10 0,38-28 4 0,-38 28 5 16,0 0 9-16,0 0 11 0,11-26 14 0,-11 26 9 15,0 0 5-15,0 0 10 0,0 0 14 0,0 0 1 16,3-34 19-16,-3 34-3 0,0 0 6 0,0 0-5 15,0 0 0-15,0 0-10 0,0 0-8 0,0 0 10 16,0 0-22-16,0 0 2 0,0 0 2 0,0 0-8 16,0 0 7-16,0 0 6 0,0 0-12 0,0 0-6 15,0 0 11-15,0 0-6 0,-10 104 1 0,10-104 13 16,2 53-10-16,0-26-3 0,-2-27 2 0,6 48-2 16,-6-48-6-16,6 38 5 0,-6-38-4 0,13 35 6 15,-13-35 3-15,18 26-8 0,-18-26 1 0,18 19 5 16,-18-19-2-16,23 13-6 0,-23-13 0 0,0 0 10 15,31 7-9-15,-31-7 4 0,0 0 11 16,0 0-5-16,45-24 0 0,-45 24 2 0,16-22-1 0,-16 22 3 16,18-29-5-16,-18 29 4 0,11-33 0 0,-11 33 4 15,7-31-2-15,-7 31-4 0,2-34-2 16,-2 34 10-16,0 0-11 0,0-36 2 0,0 36 4 0,0 0 1 16,0 0-4-16,0 0-2 0,0 0-4 15,0 0-8-15,0 0 3 0,0 0-2 0,0 0 3 16,0 0-3-16,0 0-6 0,0 0 6 0,0 0 4 15,0 0-4-15,0 0 6 0,0 0-13 0,0 0 6 16,0 0-10-16,0 0 8 0,31 77-3 0,-31-77 8 16,0 0 0-16,23 22-1 0,-23-22-3 0,0 0 5 15,25 11-5-15,-25-11 6 0,0 0 3 0,0 0 4 16,0 0-9-16,58-17 2 0,-58 17-3 0,25-24 1 16,-25 24 2-16,22-32 4 0,-12 15 4 0,-10 17-2 0,12-36 2 15,-12 36 1-15,7-38 2 0,-7 38-8 16,-4-34 1-16,4 34 3 0,-5-38-6 0,5 38 2 15,-11-32-6-15,11 32 3 0,-11-25-1 0,11 25-18 16,0 0-19-16,0 0-27 0,-16-24-32 0,16 24-18 16,0 0-86-16,0 0-214 0,0 0 95 0</inkml:trace>
  <inkml:trace contextRef="#ctx0" brushRef="#br0" timeOffset="69090.7">848 9301 13 0,'0'0'93'0,"13"6"-7"0,-13-6-6 0,8 10 0 0,-5-1 0 15,4 7-16-15,-2 0 0 0,-1 3-11 16,5 5 3-16,-5 3-10 0,2-4 0 0,-2 4-1 16,2-2-13-16,-1 0 6 0,1-1-5 0,-4-3-10 15,5 3 5-15,-2-6-9 0,1 7-1 0,-3-6-17 16,-1-1-19-16,2 0-20 0,-3 0-25 0,2-2-84 15,-2 1-158-15,-1-5 69 0</inkml:trace>
  <inkml:trace contextRef="#ctx0" brushRef="#br0" timeOffset="69347.17">935 9241 1 0,'11'-4'90'0,"-11"4"-15"0,20-5 0 0,-20 5-12 0,23 4-10 15,-12 1-11-15,1 1 8 0,-2 2-5 0,-3 1-4 16,2 1 3-16,-2 4-10 0,-1 3-10 16,-3 1 9-16,-3 0-9 0,0 2 4 0,-4 5-12 15,-1-6 3-15,-3 5 2 0,0-6-3 0,-5 4-3 16,4-5-10-16,0 0-15 0,-2-5-8 0,0 1-25 15,1-2-17-15,1-3-55 0,-3 0-123 0,2-2 55 0</inkml:trace>
  <inkml:trace contextRef="#ctx0" brushRef="#br0" timeOffset="69520.78">1257 9331 104 0,'8'-5'98'16,"-8"5"6"-16,21-10-30 0,-8 4-11 0,1-1-19 16,-2 1-23-16,-2 2-23 0,-10 4-24 0,18-5-21 15,-18 5-26-15,13-3-77 0,-13 3 34 0</inkml:trace>
  <inkml:trace contextRef="#ctx0" brushRef="#br0" timeOffset="69690.25">1281 9168 129 0,'0'0'152'0,"-10"-7"-21"0,10 7-9 0,0 0-17 16,0 0-9-16,0 0-12 0,0 0-12 15,0 0-12-15,0 0 1 0,0 0-5 0,0 35-8 16,0-35-3-16,8 35 1 0,-3-11-4 0,-1-1-5 16,0 4-17-16,-1 1-26 0,3 0-41 0,-2 1-36 15,3-4-112-15,-6 1-212 0,3-9 94 0</inkml:trace>
  <inkml:trace contextRef="#ctx0" brushRef="#br0" timeOffset="70182.27">1589 8982 143 0,'0'0'158'0,"0"0"-15"0,0 0-14 0,0-11-18 0,0 11-14 16,0 0-5-16,0 0-8 0,0 0-14 16,16 35-5-16,-10-18-9 0,3-1-2 0,0-1-9 15,0 3-1-15,2 0 0 0,-2-5-8 0,2 1-9 0,-1-5 2 16,-3 1-3-16,5 2-3 0,-3-4 1 0,1 0 7 16,0-1-16-16,1-3 7 0,0 0-7 15,-3 0-1-15,3-3 4 0,-11-1-4 0,18-1 1 0,-18 1-9 16,13-8 6-16,-5 0-6 0,1 1 2 15,-3-2 0-15,-1 0-1 0,-1-2-2 0,-1 2 0 16,-1-3-9-16,2 1 4 0,-3-2 2 0,-1-2-2 16,0 2 2-16,0 2-3 0,0 11 1 0,0-15-3 15,0 15 6-15,0-10-18 0,0 10-1 0,0 0 4 0,0 0 3 16,0 0-4-16,0 0 3 0,0 0-8 16,0 0 13-16,0 0-5 0,0 0 8 0,28 21 2 15,-20-13-4-15,-2-1 2 0,1-4 0 0,2 1-12 0,1 0 14 16,-10-4-1-16,21 0-1 0,-10-2 5 15,-2-2 8-15,3 0 8 0,-1-3 4 0,-2-2 2 16,3-2 0-16,-4-4 5 0,1 1 9 0,0-2 4 16,-4-2 1-16,-1 4-3 0,0-4 0 0,-2 1 1 15,-2 1-9-15,-2 4-8 0,1-5-5 0,-2 9-3 16,-1-4-18-16,-2 4-23 0,6 8-30 0,-12-11-43 16,5 8-36-16,7 3-19 0,-21 6-113 0,10 2-285 15,-2 5 126-15</inkml:trace>
  <inkml:trace contextRef="#ctx0" brushRef="#br0" timeOffset="70450.2">2144 9222 52 0,'0'0'212'0,"0"0"-10"0,14-16 1 0,-13 10-17 15,-1 6-11-15,2-18-12 0,-2 7-12 0,0 11-9 0,1-22-18 16,-1 10-13-16,0-5-9 0,-1 2-15 15,2-3-7-15,0 0-8 0,1 3-8 0,-1-1-10 16,3 4-4-16,1-7-5 0,1 5-7 0,-3 4-6 0,4 1-4 16,-2 0-5-16,4 2-4 0,0 1-5 15,-1 1-5-15,5 3-6 0,-13 2 3 0,22 1-8 16,-9 2 1-16,-1 2-6 0,2 2-3 0,0 5-13 16,0-2-5-16,2 4-8 0,-6 0-22 0,1 3-19 15,-1 0-38-15,3 7-38 0,-1 0-35 0,-8 1-104 0,-1-7-316 16,-1-1 140-16</inkml:trace>
  <inkml:trace contextRef="#ctx0" brushRef="#br0" timeOffset="72169.78">241 8475 47 0,'0'0'155'15,"0"0"-7"-15,0 0-2 0,-9-47-8 0,9 47-9 0,0 0-9 16,0 0-17-16,0 0-7 0,0 0-17 0,0 0-10 16,0 0-10-16,0 0-6 0,0 0-5 0,0 0-6 15,0 0 1-15,0 0-9 0,0 0-6 0,0 0-1 16,0 0-6-16,0 0 0 0,0 0-3 0,0 0 0 15,41 73 1-15,-41-73-2 0,13 32-7 16,-13-32 3-16,14 27 0 0,-14-27-1 0,0 0-4 16,15 26-5-16,-15-26 2 0,0 0 0 0,0 0 4 15,0 0-1-15,18 20 2 0,-18-20-2 0,0 0 0 16,0 0-3-16,0 0-1 0,0 0-1 0,0 0 3 16,0 0 0-16,0 0-11 0,0 0 6 0,0 0-1 15,40-60-6-15,-40 60 7 0,0 0-1 0,5-40-12 0,-5 40 5 16,4-25-1-16,-4 25 1 0,0 0-3 15,0 0 4-15,5-35-1 0,-5 35-10 0,0 0-6 16,0 0 1-16,0 0-8 0,0 0 12 0,0 0-4 16,0 0 5-16,0 0 8 0,0 0-5 0,0 0 5 15,0 0 0-15,0 0-1 0,47 9 7 0,-47-9-9 16,0 0 5-16,0 0 0 0,0 0 2 0,0 0 0 16,52 16-1-16,-52-16 0 0,0 0 12 0,0 0-8 15,36-17 5-15,-36 17 2 0,15-16-3 0,-15 16-1 16,16-24 7-16,-16 24-2 0,0 0 10 0,13-37 1 15,-13 37 0-15,0-30-2 0,0 30-1 0,0 0-5 16,0 0-2-16,-9-47 0 0,9 47-3 0,0 0-1 16,-13-32-3-16,13 32 5 0,0 0-7 0,0 0-16 15,-18-24-20-15,18 24-27 0,0 0-30 0,0 0-4 16,0 0-11-16,0 0-5 0,0 0-68 0,0 0-199 16,0 0 88-16</inkml:trace>
  <inkml:trace contextRef="#ctx0" brushRef="#br0" timeOffset="72377.66">706 8304 5 0,'0'0'173'16,"0"0"-8"-16,0 0-21 0,0 0-18 0,0 0-18 0,0 0-14 16,0 0-11-16,0 0-7 0,0 0-12 15,0 0-2-15,0 0-6 0,0 0-9 0,0 0 0 16,0 0 0-16,0 0-4 0,0 0-15 0,27 82 9 15,-18-58-12-15,-9-24-14 0,11 36-26 0,0-13-10 16,-11-23-23-16,14 41-22 0,-10-22-20 0,-4-19-19 16,8 38-72-16,-8-38-196 0,0 36 87 0</inkml:trace>
  <inkml:trace contextRef="#ctx0" brushRef="#br0" timeOffset="72629.69">811 8274 11 0,'18'-6'97'0,"-5"2"-4"0,4 3-19 0,0 1 7 0,1 0-12 16,-5 4-1-16,3 3-6 0,-2 2-12 0,-2-2 6 16,3 6-12-16,-1-1 2 0,-5 2-9 0,2 3 2 15,-2 6-5-15,-2 3 0 0,-5-3 1 16,0-3-4-16,-4-1-5 0,0 5-1 0,-2-8-7 15,-3 4 3-15,0-2-12 0,0-2 15 0,-6 1-8 0,3 1-4 16,-1-4-21-16,0 0-19 0,-3-3-25 0,1 1-32 16,-3-2-72-16,16-10-168 0,0 0 74 15</inkml:trace>
  <inkml:trace contextRef="#ctx0" brushRef="#br0" timeOffset="72813.27">1321 8163 19 0,'9'-8'107'0,"5"5"-34"16,-5-3-20-16,0 3-27 0,-3 3-9 0,3-1-17 16,0 4-20-16,-9-3 1 0,12 9-6 0,-6-3-14 15,-5 2-41-15,3 2 18 0</inkml:trace>
  <inkml:trace contextRef="#ctx0" brushRef="#br0" timeOffset="72942.14">1399 8263 11 0,'0'0'49'0,"-6"12"12"0,6-12 3 0,0 0 12 0,0 0-8 16,-3 11-2-16,3-11-3 0,0 0 4 15,0 0-6-15,0 0 0 0,0 0 2 0,0 0-4 0,0 0-2 16,0 0-15-16,0 0 3 0,0 0-1 16,30-5-12-16,-13-2-16 0,0 3-33 0,3-3-36 15,1 1-104-15,-4 3-168 0,3-1 75 0</inkml:trace>
  <inkml:trace contextRef="#ctx0" brushRef="#br0" timeOffset="73388.3">641 9657 27 0,'0'0'116'0,"0"0"-11"16,0 0-13-16,0 0-24 0,0 0-28 0,0 0-23 0,0 0-12 16,0 0-15-16,0 0-22 0,0 0-40 15,0 0-77-15,0 0 34 0</inkml:trace>
  <inkml:trace contextRef="#ctx0" brushRef="#br0" timeOffset="73793.66">2168 9214 72 0,'0'0'108'0,"0"0"-7"0,0 0-9 0,0 0-18 16,0 0-9-16,0 0-1 0,0 0-24 0,0 0-6 15,0 0-17-15,0 0-18 0,0 0-14 0,0 0-39 16,2 14-46-16,-2-14-108 0,0 0 48 0</inkml:trace>
  <inkml:trace contextRef="#ctx0" brushRef="#br0" timeOffset="75705.2">591 10064 36 0,'0'0'65'0,"0"0"-1"0,0 0-10 0,0 0-6 15,0 0 3-15,0 0-1 0,0 0 4 0,0 0-7 16,0 0-12-16,0 0 12 0,0 0-11 15,0 0-10-15,-46 11 6 0,46-11-3 0,0 0 8 16,0 0-8-16,0 0 2 0,0 0-1 0,0 0 4 16,0 0-8-16,0 0 1 0,0 0 3 0,0 0-7 15,0 0-5-15,0 0 2 0,0 0-7 0,0 0 1 0,0 0-1 16,0 0-1-16,0 0-5 0,0 0 7 0,0 0-5 16,0 0 5-16,92-30 7 0,-34 11 0 15,27-11-5-15,7 1-1 0,2-1 1 0,6 0 1 16,-6-3-2-16,-2 3 5 0,-5 3-6 0,1-1-3 15,-5 0 6-15,-20 8 0 0,1 2-3 0,-2-2 3 16,25-5 1-16,-33 7 1 0,1 0-3 0,-4 0-1 16,-14 7 0-16,12-6 0 0,-16 6 0 0,-4 0 2 0,1 2 2 15,-10 2 0-15,-1 1-4 0,0 1-2 16,-8 2 2-16,-1 0-4 0,-3 1 3 0,-7 2-5 16,12-4-2-16,-12 4-2 0,8-6-11 0,-8 6 0 15,0 0-28-15,0 0-29 0,0 0-34 0,0 0-25 16,0 0-85-16,-25 17-222 0,2-5 98 0</inkml:trace>
  <inkml:trace contextRef="#ctx0" brushRef="#br0" timeOffset="76814.3">194 10864 6 0,'0'0'72'0,"0"0"-3"0,0 0-6 15,0 0 0-15,0 0-1 0,0 0 2 0,0 0 2 16,0 0-14-16,0 0-4 0,0 0-6 0,0 0 10 16,0 0-24-16,0 0 3 0,0 0 4 15,0 0-5-15,0 0-8 0,0 0-5 0,0 0-5 16,0 0-3-16,0 0 3 0,0 0 0 0,0 0 10 16,0 0-16-16,0 0 2 0,0 0-2 0,0 0 0 15,0 0 5-15,0 0-1 0,51 59-3 0,-51-59-2 16,16 27-7-16,-16-27 10 0,16 32 2 0,-16-32-4 15,18 32 0-15,-9-17 0 0,-9-15-3 0,15 34 3 16,-15-34 4-16,10 24-1 0,-10-24 4 0,15 29-4 16,-15-29 4-16,0 0-7 0,16 30 2 0,-16-30 2 15,0 0-1-15,13 25-6 0,-13-25-3 0,0 0 5 16,0 0 2-16,11 26-7 0,-11-26 0 0,0 0 2 16,0 0 6-16,0 0-2 0,0 0 2 0,0 0 9 15,0 0 5-15,12 23 4 0,-12-23 12 0,0 0 10 16,0 0 7-16,0 0 11 0,0 0 7 0,0 0 9 15,0 0 5-15,0 0-1 0,0 0-10 0,0 0-10 16,0 0-6-16,0 0-7 0,0 0-4 0,0 0-6 16,0 0-10-16,13-84 4 0,-13 84-8 0,12-50-2 15,-8 22 1-15,1 2-7 0,-5 26 0 0,11-60-1 16,-4 29-6-16,-3 0 3 0,1 0-6 0,-1 1-1 16,-4 30 0-16,9-58-3 0,-5 34 3 0,-4 24-6 15,6-45 1-15,-6 45 5 0,2-28-1 16,-2 28 5-16,0 0-2 0,0 0 1 0,6-32-2 15,-6 32 0-15,0 0 0 0,0 0 1 0,0 0-1 16,0 0-4-16,0 0-2 0,0 0-4 0,0 0 1 16,0 0 1-16,0 0-4 0,0-35 3 0,0 35-6 15,0 0 1-15,0 0 0 0,0 0-13 0,0 0-8 16,0 0-9-16,0 0-6 0,0 0-15 0,0 0-27 16,0 0-15-16,0 0-32 0,0 0-23 0,0 0-24 0,0 0-108 15,0 0-306-15,0 0 136 0</inkml:trace>
  <inkml:trace contextRef="#ctx0" brushRef="#br0" timeOffset="77038.53">681 10946 1 0,'0'0'158'0,"0"0"-11"0,0 0-11 16,0 0-17-16,0 0-12 0,0 0-13 0,0 0-6 15,0 0-12-15,0 0-16 0,0 0-33 0,0 0-38 16,0 0-44-16,61-7-104 0,-51 5-170 0,2 1 75 16</inkml:trace>
  <inkml:trace contextRef="#ctx0" brushRef="#br0" timeOffset="77216.97">715 11145 6 0,'0'0'185'0,"0"0"-1"0,0 0-8 0,0 0-10 16,0 0-9-16,0 0-26 0,0 0-11 0,0 0-16 15,0 0-10-15,29 7-19 0,-9-14-43 0,-2 1-53 16,9-7-49-16,2 4-49 0,-9 1-85 0,5-4-220 15,-7 5 98-15</inkml:trace>
  <inkml:trace contextRef="#ctx0" brushRef="#br0" timeOffset="78021.83">562 11243 56 0,'0'0'105'0,"0"0"-3"15,0 0-5-15,0 0-9 0,0 0-7 0,0 0-10 16,0 0-7-16,0 0-2 0,0 0-5 0,0 0-12 16,0 0-8-16,0 0-1 0,0 0-6 0,0 0-4 15,0 0-6-15,0 0-2 0,0 0 8 0,0 0-14 16,0 0 2-16,0 0-6 0,0 0 4 0,0 0 1 15,0 0-12-15,0 0 8 0,-27 71 2 0,27-71-4 16,0 0 14-16,0 0-14 0,0 0-2 0,2 40 0 16,-2-40-8-16,0 0-1 0,0 0 7 0,0 0 12 15,0 0-3-15,20 24 0 0,-20-24 7 0,0 0 3 16,0 0-4-16,0 0 9 0,0 0 2 0,0 0 3 16,0 0 0-16,0 0-8 0,0 0 1 0,0 0-8 15,0 0 4-15,0 0 4 0,55-52-1 0,-55 52 6 16,0 0-5-16,0 0-1 0,-3-42 3 0,3 42-9 15,0 0-6-15,0 0 3 0,0 0-5 0,-22-44-1 16,22 44-3-16,0 0-9 0,0 0-10 0,0 0-14 16,-25-16-17-16,25 16-11 0,0 0-9 0,0 0-35 15,0 0-22-15,0 0-87 0,-63 48-225 0,63-48 100 16</inkml:trace>
  <inkml:trace contextRef="#ctx0" brushRef="#br0" timeOffset="80320.68">376 4896 136 0,'0'0'139'0,"0"0"-3"16,0 0-15-16,-12-54 3 0,12 54 6 0,0 0 4 15,-8-27-9-15,8 27-9 0,0 0-7 0,0 0-6 16,0 0-9-16,0 0-16 0,-10-27-18 16,10 27 3-16,0 0-4 0,0 0-12 0,0 0-5 15,0 0-8-15,0 0-1 0,0 0-7 0,0 0 1 16,0 0-5-16,0 0-4 0,0 0-1 0,0 0 3 0,0 0-5 16,-2 105 3-16,0-75-8 0,-2 1 0 0,-1 2 0 15,5-33 3-15,-6 63-6 0,0-34 1 16,2 2 1-16,0-2-2 0,4-29-2 0,-5 53-1 15,3-27 4-15,2-26-5 0,0 35 0 0,0-35 3 16,0 0-1-16,7 49 1 0,-7-49-2 0,4 27 0 16,-4-27-1-16,0 0 3 0,16 24-1 0,-16-24 3 15,0 0-6-15,0 0 3 0,25 17 1 0,-25-17-4 16,0 0 3-16,34 4 0 0,-34-4-12 0,0 0-21 16,0 0-15-16,56-17-15 0,-56 17-35 0,0 0-29 15,36-16-26-15,-36 16-138 0,0 0-311 0,22-23 138 16</inkml:trace>
  <inkml:trace contextRef="#ctx0" brushRef="#br0" timeOffset="80494.87">425 5164 88 0,'0'0'145'0,"0"0"-15"0,0 0-14 16,0 0-15-16,0 0-7 0,0 0-10 0,0 0-3 15,0 0-14-15,40-45-17 0,-40 45-33 16,0 0-39-16,41-16-39 0,-41 16-88 0,27-11-160 16,-27 11 71-16</inkml:trace>
  <inkml:trace contextRef="#ctx0" brushRef="#br0" timeOffset="80685.98">378 4908 102 0,'0'0'129'0,"0"0"-6"16,0 0-17-16,0 0-8 0,24-61-9 0,-1 44-10 16,4-3-35-16,3-1-40 0,3 4-52 0,-1-2-73 15,1 0-132-15,9-5 59 0</inkml:trace>
  <inkml:trace contextRef="#ctx0" brushRef="#br0" timeOffset="80864.6">831 4788 48 0,'0'0'91'15,"25"-5"-14"-15,-16 1-19 0,2 2-37 0,1-1-42 16,1 1-25-16,-13 2-49 0,21-2 21 0</inkml:trace>
  <inkml:trace contextRef="#ctx0" brushRef="#br0" timeOffset="81035.65">819 5019 14 0,'0'0'180'0,"0"0"1"0,0 0-10 16,-2 5-14-16,2-5-10 0,0 0-18 0,0 0-11 16,0 0-10-16,0 0-10 0,31-6-10 0,-14 0-14 15,11-2-31-15,3-1-47 0,2-5-28 0,1 3-69 16,2-2-128-16,-7 2-248 0,5-3 111 16</inkml:trace>
  <inkml:trace contextRef="#ctx0" brushRef="#br0" timeOffset="81602.27">1380 4782 171 0,'0'0'171'0,"-8"-4"-9"15,8 4-7-15,0 0-13 0,0 0-9 0,0 0-7 0,0 0-10 16,0 0-3-16,0 0-10 0,0 0-6 0,0 0-11 16,0 0-2-16,0 0-3 0,0 0-5 0,0 0-1 15,0 0-4-15,0 0-7 0,0 0-6 16,0 0 0-16,-13 0 1 0,13 0-9 0,0 0-3 16,0 0-1-16,0 0-7 0,0 0-2 0,0 0-8 15,0 0-3-15,0 0-1 0,0 0-3 0,0 0 1 16,23-11-4-16,-6 5 1 0,9-5-5 0,4-2 1 15,5-1 0-15,10-7-1 0,-11 7-3 0,2 0-3 16,-3 0 1-16,-2 1 2 0,-2 1-2 0,-2 1-1 16,-4-2-3-16,-8 7 2 0,-1 2 1 0,-4 0-3 15,-2 3 0-15,2-3-3 0,-3 1 1 0,-3-1 2 16,-4 4-2-16,9-2 3 0,-9 2-2 0,0 0 1 16,8-4-5-16,-8 4 1 0,0 0 4 0,5-2-4 15,-5 2-7-15,0 0 1 0,0 0 0 0,0 0-13 16,0 0-22-16,0 0-29 0,0 0-22 0,0 0-40 15,0 0-45-15,-13 25-202 0,8-17-407 0,5-8 181 16</inkml:trace>
  <inkml:trace contextRef="#ctx0" brushRef="#br0" timeOffset="82018.57">2034 3969 169 0,'-1'-8'177'0,"1"8"-14"16,-1-12-22-16,-2 6-9 0,3 6-17 0,-1-7-13 16,1 7-14-16,0 0 0 0,0 0-18 0,0 0-6 15,0 0-5-15,0 0-5 0,-7 29-10 0,5-11-4 16,-2 13-3-16,1 2 0 0,-2 13-9 0,-1 2 1 15,1 0-2-15,0 5 1 0,1-2-3 16,1-1 0-16,2-1-7 0,2 2 4 0,4 1-5 0,-1-1 5 16,3 4-3-16,-1-5 2 0,2 1-4 0,0-2 1 15,2 2-8-15,-3-6 9 0,3 1-10 0,-3-1 2 16,0-12-7-16,-1 0 4 0,-1-1 0 0,-1-1 0 16,1-2-2-16,-2 0 2 0,-1-1 0 15,-1-3-2-15,0-6 2 0,1 0-1 0,-2 6 1 16,-2-7-2-16,1-2 3 0,-2 1-1 0,-2 0-3 15,-1-3 8-15,0 0-10 0,-2 2 5 0,-1-6-4 16,-1-3-7-16,-3 2-1 0,3 0-11 0,-7-4-19 16,6-2-19-16,-7 1-21 0,6-5-42 0,-6-2-61 15,1 0-91-15,2-4-289 0,1-5 127 0</inkml:trace>
  <inkml:trace contextRef="#ctx0" brushRef="#br0" timeOffset="82500.36">2242 4460 98 0,'-2'-10'146'16,"-2"-2"2"-16,-1 2-10 0,0 0 4 0,1 4-9 15,1 0-6-15,0-2-18 0,3 8-18 0,-7-7-6 16,7 7-13-16,-5-6-5 0,5 6-6 0,-8-2-9 15,8 2-4-15,0 0-5 0,-15 12-5 16,7-2-5-16,-2 4-6 0,0 1-1 0,2 1 3 0,-1-1-6 16,2 1-3-16,3-1 0 0,0-3-1 0,1 1-2 15,1-3-1-15,-1 1-9 0,3-11 1 0,3 19 1 16,-3-19 1-16,3 9-3 0,-3-9 1 16,6 7 4-16,-6-7-2 0,0 0 2 0,14 0-3 15,-14 0-4-15,14-9-2 0,-5 0-1 0,-1 0-1 16,0-2-2-16,0-4 7 0,-3-2-8 0,1-1 4 15,2-1-4-15,-5-4-1 0,-2 3 2 0,0 0 0 16,-1-5-3-16,1-1 4 0,-1 7-2 0,-1 0-2 16,1 2 2-16,-1 4 9 0,0 0 5 0,0 3 3 15,-1-2-4-15,2 5 5 0,0 7-4 0,-1-10 2 16,1 10-8-16,-1-9-2 0,1 9-1 0,0 0-4 16,0 0-3-16,0 0 1 0,0 0 5 0,4 23-5 15,-2-7 6-15,0 0-1 0,0 4-2 0,2-1 5 16,0 9-3-16,-3-1 2 0,4-1 1 0,0 0-5 15,1-1 3-15,0 3-1 0,-2-3-23 0,2-3-35 16,-3-4-19-16,2-3-41 0,6-1-37 0,-5-4-117 16,-2 1-291-16,-4-11 130 0</inkml:trace>
  <inkml:trace contextRef="#ctx0" brushRef="#br0" timeOffset="82796.25">2452 4251 132 0,'0'0'167'16,"0"0"-19"-16,4-10-17 0,-4 10-14 0,0 0-10 16,0 0-16-16,0 0-2 0,0 0-9 15,22 20-1-15,-15-10-6 0,0 1-4 0,0 3-14 16,0 1-4-16,2-1-4 0,-3-2-1 0,0-2-7 16,0 2-8-16,-1-5 0 0,1 1 2 0,-2-1-5 15,-4-7 0-15,5 12-4 0,-5-12 1 0,6 7 14 16,-4-5 22-16,-2-2 21 0,0 0-4 0,0 0-5 15,0 0-4-15,0 0-11 0,0 0-3 0,10-15-7 16,-10 3-7-16,4 0-6 0,-2-5 0 0,1-2-2 16,2-6-9-16,0 1-3 0,1-1-9 0,-2 0-14 15,4 0-16-15,-3 7-9 0,0 3-18 0,0 2-23 16,0 3-36-16,-1 1-50 0,0 5-31 16,-4 4-129-16,5-3-340 0,-5 3 150 0</inkml:trace>
  <inkml:trace contextRef="#ctx0" brushRef="#br0" timeOffset="82989.5">2213 4807 64 0,'0'0'175'0,"0"0"-5"0,28-19-8 0,-4 1-16 16,6 1-13-16,2 1-12 0,1-3-9 0,3 2-11 15,-2 1-10-15,-1 4-35 0,-1-1-40 0,-1 3-60 16,-3 5-61-16,-7 0-95 0,-10 6-217 0,1-3 97 16</inkml:trace>
  <inkml:trace contextRef="#ctx0" brushRef="#br0" timeOffset="83411.05">2410 4885 62 0,'-12'4'136'0,"7"2"-11"0,5-6-9 0,-11 11-23 0,4-3 5 15,-2 1-8-15,3 3-9 0,-2-1-7 0,1 3-5 16,2-1-8-16,1-1 1 0,1-2-13 0,0 1 0 16,1 0-9-16,1 0-3 0,1-11-1 0,2 17 1 15,-2-17-7-15,4 11-3 0,-4-11 1 16,5 8-1-16,-5-8-2 0,11 3-1 0,-11-3-5 0,0 0 1 15,22-10 1-15,-12 6-3 0,0-6-1 16,0-2 0-16,-1-4-3 0,-2 1-3 0,1-2 3 16,-2-2-2-16,0 1-4 0,-1-1 3 0,2-6 0 0,-3 1-2 15,-3-3-3-15,2 3 2 0,0 4 7 0,-2 1-5 16,-1 1 10-16,0-2 11 0,0 8 10 0,-1-1 3 16,1 3 9-16,0 10 7 0,0-15-9 15,0 15-9-15,1-11-9 0,-1 11-2 0,0 0-5 16,0 0-6-16,0 0-2 0,0 0-1 0,0 0-3 15,0 0-2-15,6 42 2 0,-6-22-3 0,2 6 6 16,-2 0-7-16,4 2-2 0,-3-9 0 0,1 6 3 16,0-1-2-16,3-5-2 0,-5 5-12 0,3-5-23 15,0-2-23-15,2 0-36 0,0-1-33 0,-3-6-31 16,1 3-31-16,0-2-102 0,-3-11-307 0,6 14 136 16</inkml:trace>
  <inkml:trace contextRef="#ctx0" brushRef="#br0" timeOffset="83814.85">2648 4824 111 0,'0'0'139'0,"0"0"-6"16,20 10-5-16,-15-5-15 0,-1 2-6 15,-2 2-8-15,4-1-5 0,-4 2-10 0,1 2-3 16,-3-1-8-16,0-11-5 0,1 18-9 0,-1-18 0 15,0 11-8-15,0-11-6 0,1 9-3 0,-1-9 8 0,0 6 6 16,0-6 12-16,0 0-3 0,0 0 3 0,0 0-7 16,0 0-7-16,0 0-5 0,0 0-10 0,0 0 4 15,0 0-10-15,2-27 1 0,0 15-15 16,1-4-6-16,-1 4-3 0,2-5-4 0,1-1-5 16,-1 0-11-16,0 0 5 0,2 1-3 0,-2 5 2 15,0-5 4-15,-2 6-2 0,2 0-2 0,-1 2 3 16,-3 9 2-16,2-11-2 0,-2 11-12 0,3-8 7 15,-3 8-4-15,0 0 6 0,0 0-2 0,0 0 0 16,0 0 2-16,0 0 1 0,0 0 3 0,-8 35 2 16,4-17 5-16,1 0-3 0,0-3-1 0,-1 1-1 15,2 1-3-15,2 0 8 0,1-6-2 0,4 2 2 16,0-2 4-16,3-3-20 0,0 3-18 0,3-5-19 16,4 2-30-16,4-5-36 0,1-2-37 0,0-2-122 15,-1-2-294-15,-1-2 130 0</inkml:trace>
  <inkml:trace contextRef="#ctx0" brushRef="#br0" timeOffset="83942.89">3037 4702 80 0,'0'0'184'0,"0"0"-22"0,1-9-17 16,-1 9-15-16,0 0-23 0,0 0-39 0,0 0-38 15,0 0-58-15,0 0-119 0,0 0-159 0,0 0 72 16</inkml:trace>
</inkml:ink>
</file>

<file path=ppt/ink/ink2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4T05:06:45.963"/>
    </inkml:context>
    <inkml:brush xml:id="br0">
      <inkml:brushProperty name="width" value="0.05292" units="cm"/>
      <inkml:brushProperty name="height" value="0.05292" units="cm"/>
      <inkml:brushProperty name="color" value="#FF0000"/>
    </inkml:brush>
  </inkml:definitions>
  <inkml:trace contextRef="#ctx0" brushRef="#br0">19453 8628 15 0,'0'0'26'0,"-1"-6"-16"16,1 6-19-16,0 0-9 0,0 0 4 0</inkml:trace>
  <inkml:trace contextRef="#ctx0" brushRef="#br0" timeOffset="840.93">21885 8287 45 0,'0'0'46'0,"0"0"-4"16,0 0-4-16,0 0-3 0,0 0 4 0,0 0-4 16,0 0-3-16,0 0 0 0,0 0-5 0,-11 0 2 15,11 0 2-15,0 0-11 0,0 0 3 0,0 0 6 16,0 0-6-16,0 0-4 0,0 0 4 0,0 0-5 16,0 0-12-16,0 0 15 0,0 0-4 0,0 0 9 15,0 0-6-15,0 0-4 0,0 0-9 0,0 0 9 16,0 0-5-16,0 0 6 0,0 0-2 0,0 0 2 15,0 0-3-15,0 0 2 0,0 0 1 0,0 0-3 16,0 0-6-16,0 0 1 0,0 0 2 0,0 0-4 16,0 0 1-16,0 0-10 0,0 0 13 0,0 0 3 15,0 0-8-15,0 0 0 0,0 0 0 0,0 0 4 0,0 0-3 16,0 0 6-16,0 0-3 0,0 0 3 16,0 0 2-16,0 0-11 0,0 0 15 0,-8 3-6 15,8-3 0-15,0 0-6 0,0 0 10 0,0 0-3 16,0 0 1-16,0 0 5 0,0 0-10 0,0 0 2 0,0 0-1 15,0 0-20-15,0 0 10 0,0 0 4 16,0 0 1-16,0 0-5 0,0 0-15 0,0 0-13 16,0 0-14-16,0 0-14 0,0 0-4 0,0 0-17 15,0 0-71-15,0 0-157 0,0 0 70 0</inkml:trace>
  <inkml:trace contextRef="#ctx0" brushRef="#br0" timeOffset="2127.03">27831 8393 118 0,'0'0'110'0,"0"0"8"0,12-7-15 0,-12 7-11 15,0 0-5-15,0 0-10 0,4-6-3 0,-4 6-6 0,0 0-3 16,2-6-7-16,-2 6-7 0,0 0 5 0,0 0-8 15,4-5-13-15,-4 5 5 0,0 0-10 16,0 0 9-16,0 0-16 0,0 0 2 0,0 0-5 16,0 0-8-16,5-5-1 0,-5 5 5 0,0 0-12 0,0 0-1 15,0 0 14-15,0 0-7 0,0 0-8 0,0 0 7 16,0 0-5-16,0 0-4 0,0 0 5 0,0 0 6 16,0 0-11-16,0 0 9 0,0 0-5 0,0 0 4 15,0 0-6-15,0 0-16 0,0 0 9 0,0 0 7 16,0 0-5-16,0 0 8 0,0 0-2 0,0 0 1 15,0 0 2-15,0 0 1 0,0 0-3 0,0 0 0 16,0 0 0-16,0 0-6 0,0 0-5 0,0 0 13 16,0 0-2-16,0 0-4 0,0 0 1 0,0 0 9 15,0 0-8-15,0 0 4 0,0 0-7 0,0 0 1 16,0 0 4-16,0 0-1 0,0 0-2 0,0 0 2 16,0 0 0-16,0 0-5 0,0 0-1 0,0 0 1 15,0 0-2-15,0 0 2 0,0 0 1 0,0 0 5 16,0 0-16-16,0 0 10 0,0 0 0 0,0 0 3 15,0 0-1-15,0 0 2 0,0 0-4 0,0 0 4 16,0 0-2-16,0 0-1 0,0 0 0 0,0 0-6 0,0 0 5 16,0 0 2-16,0 0-6 0,0 0-12 15,0 0 5-15,0 0-5 0,0 0-14 0,0 0-10 0,0 0-7 16,0 0 0-16,0 0-19 0,0 0-6 16,0 0-12-16,0 0-86 0,0 0-184 0,-11-11 82 15</inkml:trace>
  <inkml:trace contextRef="#ctx0" brushRef="#br0" timeOffset="136786.31">31150 6610 81 0,'0'0'87'0,"-6"-5"4"0,6 5-12 15,-5-5 6-15,5 5-7 0,-5-5-13 0,5 5-1 16,-6-4-14-16,6 4-4 0,0 0-8 0,0 0 11 16,0 0-10-16,0 0-22 0,0 0 10 0,0 0-1 15,0 0-4-15,0 0 2 0,31 6 6 0,2 0-6 16,20 2 1-16,4 1 0 0,10 0 0 15,30 5-4-15,0 0-4 0,4-4-6 0,-4 2 3 0,-3-4-3 16,-1 1 1-16,-2-5-4 0,-28 2 4 0,30 2 7 16,-27-3-3-16,22-1 1 0,-25 1-12 0,27 6 15 15,-29-5-11-15,4-1 2 0,-4-1-14 0,0 3-13 16,-4 0 2-16,1-1 6 0,-3-1-4 0,-15 2-2 16,-5-4-6-16,1 3-9 0,-4-2-1 0,-32-4-7 15,41 6 1-15,-41-6-16 0,31 5-1 0,-31-5-10 16,0 0-6-16,0 0-10 0,0 0-49 0,36 5-138 15,-36-5 61-15</inkml:trace>
  <inkml:trace contextRef="#ctx0" brushRef="#br0" timeOffset="137384.57">32456 5709 10 0,'0'0'101'0,"-1"-9"-8"0,1 9-7 15,0 0-4-15,0 0-14 0,0 0-15 0,0 0 0 16,0 0-3-16,0 0-15 0,0 0 4 0,0-9-6 16,0 9-4-16,0 0-4 0,0 0-8 0,0 0 2 15,0 0-1-15,0 0 2 0,0 0-10 0,-3 27-1 16,2-18-2-16,0 2 0 0,0 6 7 0,-2 1-6 16,-1 1 1-16,2 5 1 0,-2 2 2 0,1 2-4 15,0 1 1-15,-3 3-5 0,1-2 8 0,-4 17 8 16,3 0-15-16,-3 0-1 0,-1 5 3 0,-6 3 0 15,5 1 5-15,-4 1-5 0,-11 21 8 0,9-21-6 16,-4 0 2-16,-10 26-4 0,2-28 8 0,-10 21-6 16,1 3-2-16,5-3 8 0,6-22-6 0,-11 25-9 15,7-2 11-15,5-21-1 0,3 0 1 0,-9 19-4 16,13-22 4-16,3 1-1 0,-1-2-14 0,3-1-10 16,-1 3-18-16,2-5-23 0,-2 0-22 0,4-13-88 15,-8 11-178-15,6-14 78 0</inkml:trace>
  <inkml:trace contextRef="#ctx0" brushRef="#br0" timeOffset="139364.91">33162 6063 29 0,'0'0'31'0,"0"0"-1"0,0 0-5 0,0 0-5 16,0 0-2-16,0 0 0 0,0 0-3 0,0 0-2 16,0 0 0-16,0 0-3 0,0 0 0 0,0 0 1 0,0 0-6 15,0 0 5-15,0 0-5 0,0 0 1 0,-37-31 0 16,37 31 0-16,0 0 1 0,0 0-5 16,0 0 0-16,0 0 4 0,-31-11-1 0,31 11-4 15,0 0 1-15,0 0-1 0,0 0 1 0,0 0-2 16,-34-7 0-16,34 7 1 0,0 0 2 0,0 0-1 0,0 0-2 15,-39-5-1-15,39 5 0 0,0 0 1 0,0 0 0 16,-33-4-1-16,33 4 0 0,0 0 12 16,0 0-14-16,-34-5 5 0,34 5 0 0,0 0 1 15,0 0-7-15,0 0 8 0,-45-3-3 0,45 3 0 16,0 0-3-16,0 0 5 0,-44-4 1 0,44 4-2 16,0 0-5-16,0 0 1 0,-41-4 3 0,41 4-3 0,0 0 5 15,0 0-5-15,-34-3 0 0,34 3 4 16,0 0-2-16,-31-3 3 0,22 3-1 0,2 0-2 15,0 0 2-15,7 0-1 0,-13 0 1 0,13 0-3 16,-11 0 2-16,11 0-4 0,-9 1-1 0,9-1-2 16,-8 2 5-16,8-2-2 0,0 0 0 0,-8 2-2 15,8-2 5-15,0 0-3 0,0 0 0 0,0 0 0 16,-11 0 2-16,11 0-1 0,0 0-5 0,0 0 9 16,-8 3 1-16,8-3-3 0,-10 2-3 0,10-2 7 15,-7 4-1-15,2-1-1 0,5-3-2 0,-11 6 3 16,5-6 1-16,-2 3-6 0,2-1 7 0,-1 1-5 15,7-3-1-15,-13 4 1 0,6-1 1 0,2 0 2 16,-2-2-3-16,7-1-2 0,-11 4 6 0,3-2 2 16,2 1-6-16,-1 0 4 0,7-3-4 0,-12 6 4 15,4-4-3-15,8-2 2 0,-11 6 0 0,2-2 7 16,9-4-12-16,-13 4 7 0,13-4-7 0,-10 5 5 16,10-5 0-16,-13 6-3 0,7-3 3 0,6-3-5 15,-11 6 2-15,11-6 0 0,-10 6-1 0,10-6 1 0,-8 4 2 16,8-4 4-16,-9 3-8 0,9-3-1 15,-6 7 8-15,6-7-8 0,-10 3 4 0,10-3-1 16,-7 6 4-16,7-6 0 0,-6 6-1 0,6-6-6 16,-8 7 3-16,8-7 2 0,-7 7-4 0,7-7 2 15,-8 7-2-15,8-7 3 0,0 0-3 0,-6 9 5 16,6-9 2-16,-6 6-9 0,6-6 3 0,0 0 1 16,-6 7 3-16,6-7-7 0,-6 7 3 0,6-7 6 15,0 0-1-15,-9 9 0 0,9-9 2 0,-5 6-6 16,5-6 1-16,-5 7 1 0,5-7 5 0,0 0-4 15,-11 7 0-15,11-7-2 0,-5 6 9 0,5-6-5 16,0 0-3-16,-9 7-1 0,9-7 4 0,-6 6-6 16,6-6 4-16,0 0 6 0,-10 5 2 0,10-5-4 15,0 0 3-15,-8 7-5 0,8-7 9 0,0 0-13 16,-6 5 10-16,6-5-8 0,0 0 9 0,-9 7-8 16,9-7 4-16,0 0 1 0,-7 6-2 0,7-6 5 15,0 0-4-15,0 0-1 0,-7 4-3 0,7-4-5 16,0 0 1-16,0 0 2 0,-8 5 0 0,8-5-1 15,0 0-1-15,-8 6 0 0,8-6 11 0,0 0-10 16,-10 6 3-16,10-6-9 0,0 0 3 0,0 0-3 16,-9 4 3-16,9-4 5 0,0 0-3 0,0 0-2 15,-8 5 7-15,8-5 1 0,0 0-2 0,-7 7 3 16,7-7-3-16,-8 5-1 0,8-5 2 0,0 0 5 16,-8 5-8-16,8-5-6 0,0 0 6 0,0 0-4 15,-6 7 5-15,6-7-4 0,0 0 2 0,0 0-1 16,0 0-2-16,0 0 5 0,0 0-6 0,0 0 5 15,0 0-4-15,0 0 4 0,0 0-3 0,0 0 2 16,-6 5-4-16,6-5 5 0,0 0 6 0,0 0-8 16,0 0 9-16,0 0-9 0,0 0 2 0,0 0-1 15,0 0 0-15,0 0-7 0,0 0-7 0,0 0 1 16,0 0-22-16,0 0-8 0,0 0-48 0,0 0-98 16,0 0 43-16</inkml:trace>
  <inkml:trace contextRef="#ctx0" brushRef="#br0" timeOffset="142290.65">32256 6232 11 0,'0'0'28'0,"0"0"-3"16,-7 6 1-16,7-6-7 0,0 0 0 0,0 0-1 15,0 0 2-15,-7 7-3 0,7-7 2 0,0 0-3 16,0 0 1-16,-9 5 1 0,9-5-6 0,0 0 4 16,-9 4 1-16,9-4 0 0,0 0 0 0,0 0-3 15,-7 5 0-15,7-5-3 0,0 0 2 0,-7 5-3 16,7-5 4-16,0 0 0 0,-9 5 4 0,9-5-6 15,0 0 3-15,-9 5-8 0,9-5 3 0,0 0-2 16,-8 7 0-16,8-7-2 0,0 0 1 0,0 0-3 16,-9 3-1-16,9-3-2 0,0 0 7 0,0 0 11 15,-10 7-13-15,10-7 2 0,0 0-2 0,-6 6 3 16,6-6 1-16,0 0-2 0,-9 8 9 0,9-8-7 16,-7 3 14-16,7-3-9 0,-10 3 5 0,10-3-12 15,-8 7 5-15,8-7-5 0,-9 2-1 0,9-2 2 16,-9 4 2-16,9-4 0 0,-10 4 0 0,10-4-5 15,0 0-4-15,-11 4 2 0,11-4 3 0,-8 4 0 16,8-4-1-16,-10 4-1 0,10-4 6 0,0 0-10 16,-9 4 8-16,9-4-5 0,0 0 0 0,-9 5 0 15,9-5 1-15,0 0 0 0,-10 5-8 0,10-5 4 16,0 0 5-16,-10 5 6 0,10-5-10 0,0 0-2 16,-11 4-2-16,11-4 5 0,0 0-4 0,0 0 3 15,-12 5 5-15,12-5-3 0,-9 2 23 0,9-2-23 16,-9 4-2-16,9-4 1 0,0 0 0 0,-12 4 3 15,12-4-6-15,0 0 5 0,-8 4 1 0,8-4 1 16,0 0-8-16,0 0 3 0,0 0 2 0,-9 3-5 16,9-3 8-16,0 0 2 0,0 0-3 0,0 0 0 15,0 0-3-15,-10 6 2 0,10-6 13 0,0 0-7 16,-12 2-4-16,12-2-1 0,-10 3 2 0,10-3 6 16,0 0-3-16,-10 3-9 0,10-3 0 0,0 0 3 15,-11 3-2-15,11-3 1 0,0 0 3 0,-10 3-9 16,10-3 8-16,0 0-5 0,-10 1 19 0,10-1-27 15,0 0 16-15,-11 3-9 0,11-3 9 0,0 0-14 16,-11 3 10-16,11-3-9 0,0 0 6 0,-13 3-4 16,13-3 3-16,0 0 0 0,0 0 5 0,-9 3-8 15,9-3 4-15,0 0-1 0,0 0 4 0,0 0-5 16,0 0-2-16,-12 1 23 0,12-1-23 0,0 0-1 16,0 0 1-16,0 0-1 0,-11 4 6 0,11-4-1 15,0 0 0-15,-10 1-1 0,10-1-4 0,0 0 0 16,-13 3 6-16,13-3 0 0,0 0-9 0,-10 2 5 15,10-2 0-15,0 0-3 0,-13 5 5 0,13-5-1 16,0 0 17-16,-13 1-11 0,13-1 5 0,0 0-13 16,-10 3 14-16,10-3-7 0,0 0-10 0,-10 2 0 15,10-2 6-15,-10 2-2 0,10-2-1 0,0 0-1 16,0 0 6-16,0 0-8 0,-15-1 4 0,15 1-1 16,0 0-2-16,0 0 7 0,0 0 0 0,-15 0-4 15,15 0 8-15,0 0-6 0,0 0 1 0,0 0-6 16,0 0 4-16,-14 0-2 0,14 0 3 0,0 0-5 15,0 0 2-15,-13 0 2 0,13 0-1 0,0 0 3 16,-15 3-4-16,15-3-4 0,-12 0 6 0,12 0 1 16,0 0 3-16,-16 1-6 0,16-1-4 0,-11 1 9 15,11-1-5-15,0 0-4 0,0 0 19 0,-16 1-8 16,16-1-7-16,0 0-4 0,0 0 11 0,-12 3-1 16,12-3-6-16,0 0 0 0,0 0 5 0,-11 2-2 15,11-2 4-15,0 0-9 0,0 0 5 0,0 0-1 16,-12 2 2-16,12-2-7 0,0 0 8 0,0 0-4 15,0 0 8-15,-11 0-11 0,11 0 6 0,0 0-5 16,0 0 12-16,0 0-2 0,0 0-7 0,-14 0 0 16,14 0 1-16,0 0-3 0,0 0 4 0,0 0-8 15,0 0 3-15,-14 2 1 0,14-2 5 0,0 0-8 16,0 0 13-16,0 0-12 0,0 0 5 0,0 0 4 16,0 0-1-16,-13 0-8 0,13 0 7 0,0 0 0 15,0 0-6-15,0 0 6 0,0 0-2 0,0 0-7 16,0 0 3-16,0 0 2 0,-14 1 2 0,14-1 0 15,0 0-2-15,-10 2-5 0,10-2 9 0,0 0-5 16,0 0-1-16,-14 0 5 0,14 0-7 0,0 0 6 16,0 0 6-16,0 0-7 0,-21 0 2 0,21 0-8 15,0 0 9-15,0 0 0 0,-18-2-5 0,18 2-5 16,0 0 8-16,0 0 4 0,0 0-5 0,-17 0 4 16,17 0-3-16,0 0-1 0,0 0-1 0,0 0-1 15,0 0 1-15,0 0 3 0,0 0 2 0,0 0-7 16,0 0 6-16,0 0-4 0,0 0 5 0,0 0 1 15,0 0-7-15,-15-1 1 0,15 1 7 0,0 0-5 16,0 0-3-16,0 0-1 0,0 0 1 0,0 0-3 16,0 0 2-16,0 0 0 0,0 0 4 0,0 0 4 15,0 0-3-15,0 0-3 0,0 0 2 0,0 0 2 16,-17 0-1-16,17 0 3 0,0 0-6 0,0 0-5 16,-21 0-1-16,21 0 4 0,0 0 4 0,-15 0-5 15,15 0 7-15,0 0-3 0,0 0 7 0,-17-2-4 16,17 2-4-16,0 0 2 0,0 0 1 0,-18 0-4 15,18 0 5-15,0 0-6 0,0 0 1 0,-19-2 9 16,19 2-4-16,-8-2-7 0,8 2 7 0,0 0-4 16,0 0-4-16,-14 0 1 0,14 0 2 0,0 0 7 15,0 0-2-15,0 0-3 0,0 0-2 0,-15-3-2 16,15 3 8-16,0 0 2 0,0 0-5 0,-12 0-1 16,12 0 2-16,0 0-3 0,-12-2 0 0,12 2 2 15,0 0 0-15,-12-1-2 0,12 1 4 0,0 0 2 16,-14-2-8-16,14 2 0 0,0 0 4 0,-11-2-4 15,11 2 3-15,0 0-1 0,0 0 1 0,-16 1 6 16,16-1-5-16,0 0-4 0,0 0 3 0,-11-3-2 16,11 3-2-16,0 0 3 0,0 0 0 0,0 0 6 15,0 0-9-15,0 0 2 0,0 0 4 0,0 0-5 16,0 0 4-16,0 0 1 0,-13 3-7 0,13-3 6 16,0 0-4-16,0 0 6 0,0 0 0 0,0 0-5 15,0 0-2-15,0 0 5 0,-13 1 1 0,13-1-4 16,0 0-5-16,0 0 5 0,-11 2-1 15,11-2 2-15,0 0 7 0,0 0-8 0,0 0 4 0,0 0-2 16,0 0 3-16,0 0-7 0,0 0 3 0,-16-3 1 16,16 3 2-16,0 0-3 0,0 0 0 0,0 0-1 15,0 0 0-15,0 0 8 0,0 0-5 0,0 0-2 16,0 0 8-16,0 0-11 0,0 0 7 0,0 0-2 16,0 0 1-16,0 0 5 0,0 0-6 0,0 0 1 15,0 0-2-15,0 0 1 0,-12-1 1 16,12 1-6-16,0 0 8 0,0 0-1 0,0 0-3 0,0 0-3 15,0 0 1-15,0 0-2 0,0 0 8 0,0 0-2 16,0 0 3-16,0 0-1 0,0 0-3 0,0 0-5 16,0 0 4-16,0 0-6 0,0 0 6 15,0 0 0-15,0 0 1 0,0 0 2 0,0 0 0 16,0 0-12-16,0 0 12 0,0 0-3 0,0 0-5 16,0 0 4-16,0 0 1 0,0 0 3 0,0 0-3 0,0 0 2 15,0 0 4-15,0 0-3 0,0 0-9 0,0 0 7 16,0 0 2-16,0 0-4 0,0 0 2 15,0 0-6-15,0 0 13 0,0 0-11 0,0 0 6 0,0 0-7 16,0 0 7-16,0 0-8 0,0 0 8 16,0 0 2-16,0 0-3 0,0 0-9 0,0 0 14 15,0 0-9-15,0 0 6 0,0 0-8 0,0 0 5 16,0 0 3-16,0 0-4 0,0 0 0 0,0 0-2 0,0 0 6 16,0 0-9-16,0 0 5 0,0 0 3 0,0 0-7 15,0 0 3-15,0 0 3 0,0 0 3 0,0 0-7 16,0 0 8-16,0 0-3 0,0 0 2 15,0 0 0-15,0 0-1 0,0 0-3 0,0 0 4 16,0 0 2-16,0 0-6 0,0 0 9 0,0 0-9 16,0 0 0-16,0 0 2 0,0 0-1 0,0 0 3 15,0 0-6-15,0 0 5 0,0 0-4 0,0 0 18 16,0 0-22-16,0 0 4 0,0 0 2 0,0 0-4 16,0 0 2-16,0 0 2 0,0 0-5 0,0 0 9 15,0 0-5-15,0 0 1 0,0 0-7 0,0 0 5 16,0 0-3-16,0 0 9 0,0 0-11 0,0 0 4 15,0 0-7-15,0 0 11 0,0 0-6 0,0 0-2 16,0 0 4-16,0 0-1 0,0 0 5 0,0 0-8 16,0 0 2-16,0 0 5 0,0 0-5 0,0 0 0 15,0 0 3-15,0 0-5 0,0 0 1 0,0 0 7 16,0 0-7-16,-8 6-2 0,8-6 5 0,0 0-7 16,0 0 2-16,0 0 9 0,0 0 0 0,0 0 1 15,0 0 24-15,0 0-29 0,0 0 1 0,0 0-2 16,0 0 3-16,0 0-5 0,0 0 1 0,-5 8 1 15,5-8 4-15,0 0 3 0,0 0-8 0,0 0 4 16,0 0 8-16,0 0-13 0,0 0 6 0,0 0-3 16,0 0-1-16,0 0 5 0,0 0 0 0,0 0 0 15,0 0-7-15,0 0 9 0,0 0 0 0,0 0-5 16,0 0-1-16,0 0 5 0,0 0-1 0,0 0 0 16,0 0-2-16,0 0 2 0,0 0-6 0,0 0 7 15,0 0-4-15,0 0 3 0,0 0-12 0,0 0-8 16,0 0-19-16,0 0-22 0,0 0-28 0,0 0-96 15,0 0-198-15,0 0 88 0</inkml:trace>
  <inkml:trace contextRef="#ctx0" brushRef="#br0" timeOffset="147120.87">32311 5902 1 0,'-8'12'1'15,"4"-7"-1"-15,4-5 0 0,-5 12 9 0,-1-6-4 16,6-6-1-16,-5 13 0 0,1-4 0 0,4-9 0 16,-4 13-3-16,4-13 2 0,-3 12-2 0,3-12-2 15,-1 12 5-15,1-12-3 0,-1 10 1 0,1-10 0 16,-3 13-2-16,3-13-1 0,-5 9-2 0,5-9-5 16,-1 13-6-16,1-13 2 0</inkml:trace>
  <inkml:trace contextRef="#ctx0" brushRef="#br0" timeOffset="148198.76">32511 5545 16 0,'0'0'10'0,"0"0"2"0,0 0 3 16,0 0-2-16,0 0-2 0,0 0-3 0,0 0-1 15,0 0-1-15,0 0-3 0,0 0 2 16,0 0 1-16,0 0-6 0,0 0 5 0,0 0-1 15,0 0-2-15,0 0 1 0,0 0-4 0,0 0 0 16,-9 14 3-16,9-14 1 0,-2 7-3 0,2-7 0 0,-3 5 1 16,3-5 1-16,-4 7 3 0,4-7-5 0,-2 9 3 15,2-9 0-15,-4 8-9 0,4-8 8 16,-4 7-5-16,4-7 6 0,-2 7-2 0,2-7-1 16,-4 5 3-16,4-5-6 0,-4 9 6 0,4-9-5 15,-4 8 2-15,4-8 2 0,-2 9 1 0,2-9-3 16,-4 8 3-16,1-3-6 0,3-5 9 0,-4 8-12 15,4-8 3-15,-5 9 3 0,3-3 0 0,2-6 0 16,-7 10 3-16,5-7-5 0,-2 6 4 0,1-4 1 16,3-5-2-16,-3 11 3 0,-1-5 3 0,2-1-3 15,-1 2-1-15,0 0 0 0,-2-1 9 0,5-6-10 16,-4 11 1-16,2-4 16 0,-1 0-20 0,0-2 8 16,3-5-9-16,-3 11 4 0,1-5 1 0,2-6 3 15,-4 10-3-15,4-3 16 0,0-7-24 0,-2 9 5 16,2-9-2-16,-3 10 2 0,2-4 1 0,1-6 0 15,-1 8 1-15,1-8-2 0,-4 10 0 0,4-10 4 16,-1 7-2-16,1-7-2 0,-1 9 0 0,1-9 4 16,-3 7-6-16,3-7 6 0,-3 6-4 0,3-6 12 15,0 0-10-15,-2 7-2 0,2-7 11 0,0 0-11 16,-3 8 3-16,3-8 0 0,0 0-3 0,-4 9 1 16,4-9 1-16,-2 6 2 0,2-6-3 0,0 0-3 15,-3 10 7-15,3-10-5 0,-4 7-2 0,4-7 1 16,0 0 1-16,-6 12 3 0,6-12-3 0,-5 8 2 15,5-8 2-15,-4 9-5 0,4-9 3 16,-5 10-3-16,5-10 4 0,-5 11-3 0,5-11 5 16,-5 10 0-16,-2-5-6 0,7-5 6 0,-7 13-6 0,4-8 4 15,3-5-4-15,-6 11 5 0,2-2-5 0,0-1 5 16,-2 0-4-16,-1-1-2 0,7-7 6 0,-9 16-3 16,4-7 0-16,-1-2 2 0,0 2-1 0,0-2-1 15,1 2-2-15,0-1 1 0,-1 4 3 16,-3-3-2-16,1 2 0 0,-1 1 4 0,-2 2-4 15,0 1 0-15,1 0 4 0,-6 6-4 0,1 1-3 16,-1-3-5-16,1 1-3 0,-2 2-8 0,0-2-9 16,5-4-22-16,-4 7-51 0,4-7 23 0</inkml:trace>
  <inkml:trace contextRef="#ctx0" brushRef="#br0" timeOffset="152716.44">32392 6109 2 0,'0'0'5'0,"0"0"-5"15,-7 7 0-15,7-7 5 0,0 0 1 0,0 0-5 16,-9 5-1-16,9-5 7 0,0 0-5 0,0 0 2 16,0 0 4-16,-9 4 1 0,9-4-1 0,0 0-4 15,0 0 2-15,0 0-3 0,-8 6 1 0,8-6 3 16,0 0-7-16,-10 2 6 0,10-2 3 0,0 0-8 15,0 0-1-15,-11 2 0 0,11-2-2 0,0 0 2 16,0 0 0-16,0 0-1 0,-8 6 5 0,8-6-1 16,0 0-1-16,0 0-4 0,0 0 8 0,0 0-4 15,0 0 4-15,0 0-5 0,-9 5-3 0,9-5 3 16,0 0 6-16,0 0-6 0,0 0-1 0,0 0 0 16,0 0-8-16,-9 4 9 0,9-4-5 15,0 0 3-15,0 0 6 0,0 0-2 0,-9 4 1 0,9-4-6 16,0 0 5-16,0 0 0 0,0 0-1 0,-9 5-4 15,9-5 2-15,0 0 3 0,0 0-2 0,0 0 0 16,-11 5-5-16,11-5 3 0,0 0 3 0,0 0-3 16,0 0-1-16,-7 5 2 0,7-5-3 0,0 0 6 15,0 0-2-15,-8 6-3 0,8-6 0 16,0 0 3-16,0 0 2 0,0 0-7 0,0 0 6 16,-6 4-1-16,6-4-2 0,0 0 2 0,0 0 4 15,0 0-4-15,0 0 9 0,0 0-8 0,0 0-2 0,0 0 7 16,0 0 2-16,-13 2-9 0,13-2 8 0,0 0 0 15,0 0-8-15,0 0-1 0,0 0 3 16,0 0-1-16,0 0 0 0,0 0-2 0,-7 5 3 16,7-5-3-16,0 0 2 0,0 0-2 0,0 0 4 15,0 0-1-15,0 0 7 0,0 0-3 0,0 0 4 16,0 0 8-16,0 0-15 0,0 0 6 0,0 0-1 16,0 0 1-16,0 0-1 0,0 0-2 0,0 0 2 15,0 0-2-15,0 0 2 0,0 0-1 0,0 0-6 0,0 0 0 16,0 0 3-16,0 0-2 0,0 0 3 15,0 0-1-15,0 0 0 0,0 0 1 0,0 0-4 16,0 0 6-16,0 0-8 0,0 0 5 0,0 0-5 16,0 0 4-16,0 0-3 0,0 0-8 0,0 0-18 15,0 0-25-15,0 0-55 0,0 0 24 0</inkml:trace>
  <inkml:trace contextRef="#ctx0" brushRef="#br0" timeOffset="155112.79">31316 5866 36 0,'0'0'48'0,"0"0"-6"0,0 0-6 0,0 0-1 15,0 0-7-15,0 0-2 0,0 0-4 0,0 0-1 16,0 0-8-16,0 0 5 0,0 0-2 0,9-23 6 15,-9 23-5-15,0 0 3 0,0 0-7 0,7-9-1 16,-7 9 13-16,0 0-11 0,9-7-5 0,-9 7 2 16,0 0-3-16,3-6 10 0,-3 6-12 0,0 0-2 15,6-7-1-15,-6 7 7 0,0 0 3 0,0 0-8 16,6-6-5-16,-6 6-1 0,0 0 3 0,7-6 0 16,-7 6-2-16,0 0 0 0,10-5-3 0,-10 5 6 15,7-5-3-15,-7 5 0 0,0 0 3 0,12-3-9 16,-12 3 3-16,0 0 1 0,10-4-4 0,-10 4 6 15,0 0-1-15,13-2-1 0,-13 2 6 0,10-1-2 16,-10 1-3-16,14 0 5 0,-14 0-1 0,13 0-1 16,-13 0-7-16,15 1-4 0,-15-1 9 0,16 2-3 15,-8-1 6-15,-8-1-3 0,15 3 0 0,-15-3 6 16,12 2-9-16,-12-2 0 0,17 1 3 0,-17-1 1 16,14 1-2-16,-5 1-1 0,-9-2 4 0,14 2-4 15,-14-2 1-15,15 4 4 0,-8-3-6 0,-7-1 1 16,14 3 1-16,-8 0 3 0,2-2-9 0,-8-1 1 15,10 4-1-15,-10-4 1 0,10 3 0 0,-5-1 0 16,0 1-2-16,-5-3 11 0,11 4-6 0,-6 0-3 16,-1-1 0-16,-4-3 4 0,10 6-1 0,-5-4 0 15,1 1-6-15,0 1 11 0,-6-4-5 0,10 5-1 16,-5-3 8-16,-5-2-8 0,9 3-2 0,-4 0 3 16,-5-3 2-16,8 4-1 0,-8-4 2 0,8 4-5 15,-8-4 1-15,11 3-4 0,-11-3 10 0,9 4-6 16,-4-2 4-16,1 0 0 0,-6-2 3 0,10 4-9 15,-10-4 3-15,11 5 0 0,-5-2 5 0,0-1 1 16,0 0-5-16,-6-2 2 0,10 5-2 0,-4-3-4 16,-1 1 6-16,-5-3 3 0,11 5-3 0,-11-5 3 15,7 3-4-15,-2-2 1 0,-5-1-2 0,10 5-3 16,-10-5 10-16,8 4-2 0,-8-4-2 0,9 5-7 16,-9-5 6-16,9 4-5 0,-9-4 9 0,9 4-4 15,-9-4 0-15,9 6-3 0,-9-6 8 0,11 8-2 16,-7-5-8-16,-4-3 0 0,8 6 2 15,-8-6-2-15,8 8 3 0,-8-8-4 0,11 5 4 0,-6-1-3 16,-5-4 1-16,12 8-2 0,-4-4 2 0,2 1 1 16,-1-1 0-16,1 1-1 0,1-1 4 0,0 0 4 15,-1 1-13-15,1 1-2 0,-2-2-8 16,-1 0 5-16,2 1-8 0,-2-1-26 0,-8-4-51 16,14 5 22-16</inkml:trace>
  <inkml:trace contextRef="#ctx0" brushRef="#br0" timeOffset="155135.65">32118 6053 143 0,'10'6'-25'15,"-4"-4"-25"-15,-6-2 12 0</inkml:trace>
  <inkml:trace contextRef="#ctx0" brushRef="#br0" timeOffset="155471.25">32205 6110 2 0,'0'0'7'16,"0"0"-2"-16,0 0 3 0,0 0-4 0,0 0 2 0,0 0-6 15,0 0-6-15,0 0-6 0,0 0 3 16</inkml:trace>
  <inkml:trace contextRef="#ctx0" brushRef="#br0" timeOffset="155921.37">32385 6151 6 0,'0'0'9'0,"0"0"2"0,0 0-13 0,0 0 11 16,0 0-15-16,0 0 12 0,0 0-9 0,0 0 3 15,0 0-5-15,0 0-6 0,-26-14 2 0</inkml:trace>
  <inkml:trace contextRef="#ctx0" brushRef="#br0" timeOffset="157258.72">32381 5969 14 0,'0'0'23'0,"0"-9"-5"0,0 9 0 16,1-9 0-16,-1 9-4 0,3-8 0 0,-3 8 2 16,1-12-4-16,-1 12 1 0,0-10 8 0,0 2-9 15,0 8-6-15,-5-17 3 0,3 9-2 0,-1-3 0 16,-1 3-1-16,1-2 2 0,1 4-2 0,1-1-2 16,1 7 5-16,-6-12-6 0,4 7 1 0,2 5-2 15,-3-10 0-15,3 10-4 0,-5-9 5 0,5 9-1 16,-1-6-1-16,1 6 3 0,0 0-2 15,-2-7 6-15,2 7-3 0,0 0 2 0,0 0-1 16,0 0-3-16,-2-10 1 0,2 10 10 0,0 0-8 16,0 0-4-16,0 0 1 0,-2-7-5 0,2 7 5 0,0 0 0 15,0 0-1-15,0 0-5 0,0 0 3 0,0 0 3 16,0 0-11-16,0 0 8 0,0 0-1 0,0 0 3 16,0 0-3-16,0 0 2 0,0 0 17 0,0 0-21 15,0-10-4-15,0 10 10 0,0 0-5 16,0 0 2-16,0 0 1 0,0 0 1 0,0 0-3 15,0 0 11-15,0 0-18 0,0 0 4 0,0 0 2 0,0 0 14 16,0 0-15-16,0 0 1 0,-7-4-2 0,7 4 1 16,0 0 4-16,0 0-2 0,0 0-4 0,0 0 5 15,0 0 2-15,0 0 0 0,0 0-4 16,0 0 1-16,0 0-3 0,0 0 7 0,-2-7-3 16,2 7 0-16,0 0-1 0,0 0 1 0,-4-10 3 15,4 10-2-15,-4-6 1 0,4 6 1 0,0 0-4 0,-5-7 1 16,5 7-2-16,-3-9 5 0,3 9 4 0,-3-8 2 15,3 8-2-15,-3-10 1 0,0 4-5 16,1 1 11-16,2 5 1 0,-4-12-11 0,3 5 0 16,1 7-3-16,-3-14 2 0,2 6-4 0,0 1 10 15,-2-2-8-15,-1 0-1 0,2 4 0 0,2 5-2 16,-4-13 2-16,1 8-2 0,3 5 6 0,0 0 5 0,-2-13-10 16,2 13 3-16,0 0 2 0,-2-8-1 0,2 8-5 15,0 0-5-15,-2-6 2 0,2 6 1 16,0 0-1-16,0 0 5 0,0 0-4 0,0 0-1 15,-4-7 5-15,4 7 1 0,0 0-7 0,0 0 1 16,0 0 4-16,0 0-3 0,0 0 8 0,0 0-6 16,0 0 0-16,0 0 2 0,0 0-1 0,0 0 4 0,0 0-6 15,0 0-1-15,0 0 6 0,0 0-3 16,0 0-3-16,0 0 3 0,0 0-6 0,0 0 5 16,-4 21 0-16,4-21 3 0,-1 9 1 0,1-9 8 15,-1 9-11-15,1-9 0 0,-2 9 1 0,2-9 0 16,-1 11-2-16,1-5-4 0,0-6 6 0,-4 11-3 15,3-5 8-15,1-6 1 0,-4 13-8 0,0-5 6 16,4-8-6-16,-1 11 2 0,1-11 1 0,-2 16 5 16,2-16-4-16,-3 13 5 0,0-6-6 0,1 0 24 15,2-7-23-15,-3 14 5 0,-1-4 1 0,4-10 1 16,-3 14 2-16,0-5 5 0,-1 1-9 0,0-3-3 16,4-7 2-16,-5 18-4 0,0-11 0 0,1 3 3 15,-2-3-2-15,4 4 4 0,-4-3 0 0,2 2 2 0,-1-1-2 16,1 1-9-16,-1-1 7 0,0 0-1 15,0 0-2-15,1-1 3 0,-1 0 14 0,0 0-18 16,5-8 3-16,-8 14-5 0,3-8 1 0,5-6 3 16,-6 13 0-16,2-7-3 0,4-6 2 0,-6 15-1 15,3-9 0-15,-1 3 1 0,4-9 11 0,-4 15-11 16,1-7-3-16,1 2 4 0,0 0-9 0,-2 0 3 16,1 1 8-16,3-11-4 0,-5 17 6 0,3-5-9 15,0-2-3-15,0 0 7 0,-1 2-1 0,2-2 2 16,-3-1 1-16,2 1-1 0,2-10-2 0,-3 18 3 15,2-10 0-15,1-8 2 0,-4 16-10 0,3-9 8 16,1-7-7-16,-5 13 2 0,5-13 7 0,-4 12-6 16,4-12 3-16,-5 13-1 0,2-6-3 0,-1 3-1 15,4-10 0-15,-5 12 10 0,5-12-3 0,-4 13-3 16,1-3-6-16,-1-3 7 0,-1 5-8 0,-1-5 10 16,0 4 4-16,0-2-16 0,1 2 15 0,-2-3-6 15,2 3-2-15,0-2 6 0,-1 0-6 0,0 0 14 16,1-1-15-16,-1 0 0 0,1 1 3 15,0-1-3-15,0 1 2 0,5-9 1 0,-8 12 1 0,4-4-2 16,4-8-3-16,-5 12 9 0,2-6-12 0,-2 4 5 16,5-10 1-16,-5 10 0 0,5-10-3 0,-4 12 0 15,4-12 3-15,-3 13-2 0,0-8 12 0,3-5-14 16,-4 13-2-16,4-13-6 0,-5 12-2 0,0-6 5 16,5-6-23-16,-6 11-8 0,0-6-11 0,3-1-40 15,-1 0-97-15,-1 1 43 0</inkml:trace>
  <inkml:trace contextRef="#ctx0" brushRef="#br0" timeOffset="159006.31">32803 5782 5 0,'0'0'21'0,"0"0"4"16,-9 56-10-16,9-56-3 0,-7 31 7 0,7-31-10 16,-11 33-3-16,11-33 4 0,-8 35 2 0,0-11 5 15,8-24-8-15,-13 48 1 0,6-23-9 0,-1 1 8 16,-3 0-1-16,-1 2 1 0,1-1 0 0,-3 0 0 15,-3 0-7-15,-1-1 6 0,-2-1-5 0,-1 1 0 16,0 2 5-16,3-4-4 0,-3 1 0 0,4 1 2 16,-3-2 0-16,1-2-2 0,5-1-4 0,3-3 1 15,0-2-1-15,2 1-5 0,1 0 6 16,1-2-7-16,1 1-5 0,3 2 9 0,1-3-9 0,-1 0-4 16,2 2 2-16,2-5-6 0,-1 4-12 0,0-3-33 15,3-1 15-15</inkml:trace>
  <inkml:trace contextRef="#ctx0" brushRef="#br0" timeOffset="161751.93">31245 6418 2 0,'0'0'13'15,"0"0"2"-15,0 0-4 0,0 0 4 0,0 0 0 16,0 0-1-16,0 0-2 0,0 0-7 0,0 0-1 16,0 0-5-16,0 0 7 0,0 0-2 0,0 0-1 15,5-19-4-15,-5 19-1 0,0 0-2 0,0 0 3 16,0 0-1-16,0 0 1 0,0 0 4 0,0 0-7 16,0 0-3-16,0 0-10 0,0 0-18 0,0 0 8 15</inkml:trace>
  <inkml:trace contextRef="#ctx0" brushRef="#br0" timeOffset="174834.97">32340 5473 15 0,'0'0'41'0,"0"0"-7"15,0 0-1-15,0 0-7 0,0 0 2 0,0 0-3 16,0 0-3-16,0 0-5 0,-1-7-1 0,1 7 0 16,0 0-2-16,0 0-1 0,0 0-7 0,0 0 8 15,0 0-2-15,0 0-3 0,0 0-1 0,0 0 5 16,15 13-5-16,-15-13-2 0,10 8-2 0,-1-2 4 15,0 2-5-15,3-3 5 0,-2 3-5 0,3-3 6 16,3 4-7-16,5 0 7 0,-3-1-3 0,10 4 2 16,-1 0 1-16,1 1-2 0,-1 0-3 0,2-2 4 15,-1 1-3-15,0-1 4 0,0 0 5 0,-28-11-8 16,50 16-1-16,-29-8 2 0,-21-8 3 0,37 13 6 16,-37-13-1-16,29 9-1 0,-29-9 2 0,0 0 0 15,0 0 0-15,32 9 1 0,-32-9 9 0,0 0 4 16,0 0 2-16,0 0 11 0,0 0 4 0,0 0 7 15,0 0-15-15,0 0 0 0,0 0-5 0,0 0-8 16,0 0-9-16,0 0-8 0,0 0-21 0,0 0-18 16,0 0-16-16,0 0-20 0,0 0-80 0,0 0-157 15,0 0 69-15</inkml:trace>
  <inkml:trace contextRef="#ctx0" brushRef="#br0" timeOffset="175395.22">32391 5331 11 0,'-12'1'50'0,"1"1"-2"0,0 1-11 15,-3 0 5-15,2 2-8 0,1-2-1 16,0 2 7-16,1-2-17 0,0 2 10 0,0 0-1 0,1-1-10 16,0 2-5-16,9-6 2 0,-14 5-3 0,14-5-4 15,-11 3 3-15,11-3-7 0,-8 5-3 0,8-5-1 16,-8 3 5-16,8-3 1 0,0 0-3 0,-6 9 7 15,6-9-15-15,0 0 10 0,0 0-4 16,0 12 6-16,0-12-3 0,0 0-6 0,0 0 5 16,7 15 2-16,-2-9-6 0,-5-6 4 0,10 12-9 15,-4-7 8-15,1 3 1 0,1-3 7 0,1 3-13 16,-1 0 5-16,1 1-3 0,-3-1 0 0,5 5 0 16,-2-4-9-16,2 4 2 0,-2-3-7 0,-3 0-14 0,2 1-11 15,-3-1-19-15,4-2-30 0,-4 0-90 0,-3-1 40 16</inkml:trace>
  <inkml:trace contextRef="#ctx0" brushRef="#br0" timeOffset="175954.04">32741 5238 3 0,'-6'-1'47'0,"6"1"-10"16,-14-3 2-16,6 2-6 0,8 1-1 0,-16 1-1 15,8 0-6-15,8-1 3 0,-12 3-8 16,7 0 4-16,0 1-3 0,5-4-9 0,-10 5 1 16,10-5 2-16,-5 6 7 0,5-6-11 0,0 8 4 15,0-8-5-15,3 11-1 0,2-7-2 0,1 3 14 16,-6-7-15-16,0 0 5 0,0 0-7 0,0 0-2 15,38 33-2-15,-38-33 6 0,0 0-3 0,23 17-2 16,-23-17 9-16,0 0-14 0,0 0 1 0,0 0 8 16,23 14-11-16,-23-14 4 0,0 0-2 0,0 0 3 15,0 0 3-15,0 0 0 0,0 0-2 0,0 0 0 16,0 0-5-16,0 0 1 0,0 0 3 0,0 0-4 16,0 0 3-16,0 0-4 0,0 0 6 0,0 0-3 15,-15-5 9-15,15 5-6 0,0 0 2 0,-17 1-4 16,17-1 1-16,0 0 1 0,-11 4 1 0,11-4 1 15,-9 0-3-15,9 0-3 0,-5 5 3 0,5-5 16 16,-8 6-13-16,6-2-8 0,2-4-8 0,0 9-8 16,0-9-17-16,4 15-32 0,-4-15-74 0,0 0 32 15</inkml:trace>
  <inkml:trace contextRef="#ctx0" brushRef="#br0" timeOffset="177049.26">32711 5347 12 0,'0'0'19'0,"0"0"-5"15,-5-4 0-15,5 4-1 0,0 0 1 0,0 0 0 16,-13 3 1-16,13-3-4 0,0 0 15 0,-17 4-4 16,11-1 1-16,-2 0 1 0,-1 0-9 0,0 2 4 15,2-3 10-15,-1 1-13 0,0-2-4 0,2 2 8 16,6-3-13-16,-12 4 5 0,5 0 0 0,2-1-4 16,5-3-2-16,-7 7 5 0,3-2-4 0,4-5 3 15,-2 7-1-15,2-7-4 0,0 11 3 0,0-11-3 16,6 14 2-16,1-5-4 0,0-2-8 0,3 2-15 15,1-1-11-15,-1 0-34 0,-10-8-69 0,0 0 30 16</inkml:trace>
</inkml:ink>
</file>

<file path=ppt/ink/ink2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35:48.745"/>
    </inkml:context>
    <inkml:brush xml:id="br0">
      <inkml:brushProperty name="width" value="0.05292" units="cm"/>
      <inkml:brushProperty name="height" value="0.05292" units="cm"/>
      <inkml:brushProperty name="color" value="#FF0000"/>
    </inkml:brush>
  </inkml:definitions>
  <inkml:trace contextRef="#ctx0" brushRef="#br0">28258 11863 25 0,'0'0'138'0,"0"0"-12"16,0 0-3-16,0 0-13 0,0 0-15 0,5 2-8 15,-5-2-2-15,0 0-11 0,0 0-5 0,0 0-16 16,0 0-6-16,0 0 0 0,0 0-3 0,15-3-7 15,-15 3-3-15,0 0-4 0,0 0 1 0,0 0-8 16,0 0 1-16,0 0-3 0,0 0-1 0,0 0-15 16,0 0-11-16,7 1-11 0,-7-1-6 0,0 0-13 15,0 0-17-15,0 0-12 0,0 0-2 0,-1 10-15 16,1-10-13-16,0 0-56 0,0 0-163 0,-6 11 71 16</inkml:trace>
  <inkml:trace contextRef="#ctx0" brushRef="#br0" timeOffset="416.57">28607 11543 72 0,'1'6'170'16,"-1"-6"-10"-16,0 0-14 0,0 0-10 0,0 0-14 0,0 0-19 16,0 0-5-16,0 0-9 0,0 0-11 0,0 0-2 15,0 0-12-15,0 0-7 0,0 0 0 0,0 0-10 16,0 0-5-16,0 0-8 0,0 0-2 16,0 0-9-16,0 0-10 0,0 0-12 0,0 0-11 0,0 0-14 15,0 0-11-15,0 0-8 0,0 0-9 16,0 0-11-16,0 0-18 0,-6 13-9 0,6-13-22 15,-1 6-73-15,1-6-201 0,-7 9 88 0</inkml:trace>
</inkml:ink>
</file>

<file path=ppt/ink/ink2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4T04:51:14.357"/>
    </inkml:context>
    <inkml:brush xml:id="br0">
      <inkml:brushProperty name="width" value="0.05292" units="cm"/>
      <inkml:brushProperty name="height" value="0.05292" units="cm"/>
      <inkml:brushProperty name="color" value="#FF0000"/>
    </inkml:brush>
  </inkml:definitions>
  <inkml:trace contextRef="#ctx0" brushRef="#br0">7919 3221 76 0,'0'-11'141'0,"0"1"-1"0,0-1-16 0,0 0-4 16,-1 1 3-16,1 10-11 0,-3-16-2 0,1 6-11 16,-1 5 1-16,1-2-7 0,2 7-11 0,-5-11-6 15,0 6-5-15,0 1-7 0,-3-1-11 0,-3 4-7 16,1 0-8-16,-2 3-1 0,-8 3-2 0,2 4-4 16,-2-3-1-16,-7 9-8 0,2 2-2 0,-5 1-2 15,7 2-3-15,-4 0 1 0,3 3-7 0,2 3-1 16,3-1 3-16,0 1 3 0,1 5-2 0,3-5-2 15,3 4 4-15,3-4-6 0,0 3 2 0,4-1 2 16,4-3 5-16,4-1 6 0,0 2 3 0,4-3-3 16,6-1 7-16,1 0 5 0,3-3-4 0,4-2-4 15,7 2-1-15,-1-4 0 0,5-5-1 0,1 0-4 16,4-2-1-16,1-1-5 0,1-5-4 0,-1-2-19 16,1 0-21-16,-2-2-40 0,-3 0-38 0,-1-1-38 15,-5-3-37-15,-8 3-121 0,-6 0-328 0,0-6 145 16</inkml:trace>
  <inkml:trace contextRef="#ctx0" brushRef="#br0" timeOffset="905.48">8193 3414 108 0,'0'0'157'0,"0"0"-10"0,0 0-13 0,0 0-8 16,0 0-4-16,0 0-21 0,0 0 0 0,-13 25-1 15,5-11-6-15,5-1-1 0,-3 2-4 0,1 2-3 16,0 2-7-16,0-3-6 0,0-1-10 0,0 2-5 16,2-4-7-16,1 2-7 0,-1 0-1 0,2 1-1 15,1-6-4-15,1 0-5 0,2 2-2 0,-1-3 0 0,2 0-3 16,1-1-3-16,2 2-2 0,-1-4 1 16,2 0 1-16,2 0-1 0,1-1-7 0,0-2 3 15,0-3-4-15,2 2 1 0,-2-4-5 0,1 1-1 16,2-2-3-16,0-1-5 0,0-4-3 0,3 2-5 15,-7-3-5-15,-1 1 2 0,4-5-1 0,-6 3-1 16,1-4-8-16,-3-1 5 0,-4 2-4 0,1-3 4 16,-4 1 1-16,0-1-5 0,-3-1 3 0,-3 1 3 15,0 2 0-15,-4 0 2 0,0 3-3 0,-3-1 0 16,-1 2 5-16,-3 1-1 0,1 2 2 0,0-1-2 16,3 4 3-16,0 1-2 0,2 1 6 0,2 0-3 15,2-1-4-15,1 2 1 0,8 1 2 0,-10-2-2 16,10 2 0-16,0 0 1 0,0 0 2 0,0 0 0 15,0 0 1-15,29 10 0 0,-8-6 6 0,7-4-10 16,4 1 6-16,-2-1-3 0,2 2 6 0,-1-2-5 16,-3 2 6-16,-5-1-5 0,5 2 8 0,-7-1-6 15,-2 1-1-15,-1 1-1 0,0 2 2 0,-2-1 1 16,-4-1 0-16,-2 4-3 0,0 0-4 0,-2-1 5 16,1 3-2-16,-3-1 6 0,-1 4-2 0,-1-2-6 15,0 0 2-15,0 4 6 0,0-3-1 0,-2-2-1 16,-2 2 5-16,0-3-5 0,0 1 6 0,1-4-5 15,-1-6 4-15,-1 12-10 0,1-12 8 0,0 8 0 16,0-8 4-16,0 0 6 0,1 10 15 0,-1-10 3 16,0 0 14-16,0 0 0 0,2 6 4 0,-2-6-3 15,0 0-1-15,0 0-7 0,0 0-7 0,0 0-6 16,-8-20-3-16,8 20 0 0,-1-19-1 0,1 9-7 16,1-2 1-16,3-5-7 0,1 1 0 15,1-3-7-15,7-1-3 0,-5 1 2 0,7-2-5 16,-3 6 3-16,2 0-5 0,0 3 0 0,-3 1-2 15,2 5-2-15,-4 2 0 0,3 4-1 0,0 0 1 16,-2 4 0-16,6 4 0 0,-3 2 6 0,-2 4-3 16,0 1 0-16,-1 2 3 0,-3-1 2 0,0 0-1 0,-1 2 3 15,-2-2-2-15,1-2 1 0,-3-1 4 16,0-1-2-16,-1-2 1 0,0-3-3 0,-1 3 5 16,2-4-6-16,-2-6 4 0,0 10 3 0,0-10 1 15,1 5 4-15,-1-5 7 0,0 0 1 0,0 0-2 16,0 0-3-16,0 0 1 0,0 0 1 0,11-23-4 15,-6 12-1-15,2-5-1 0,1 2-1 0,2-4-2 16,4-5-1-16,4-6-7 0,0 7 0 0,-1 1-4 0,3 2 0 16,-4 5 5-16,-2 3-2 0,4 1-2 15,-6 5-3-15,-1 0 0 0,2 4 1 0,0 2-4 16,0 3 5-16,-4 1-4 0,2 3 6 0,-3 3-3 16,1-2 2-16,-2 6 3 0,3-1-1 0,-3 2 4 15,-1 1-7-15,-3-2 4 0,-1 0 2 0,1 2 0 16,1 0-21-16,-3-1-26 0,-1-2-26 0,-1-2-50 15,3-2-50-15,-2 1-170 0,0-11-373 0,2 17 165 16</inkml:trace>
  <inkml:trace contextRef="#ctx0" brushRef="#br0" timeOffset="1181.46">9312 3334 1678 0,'-1'-31'2'0,"2"2"86"0,-4 5-14 0,0 7-11 15,0 4 19-15,3 3 1 0,0-2 4 0,-1 6-14 16,0-1-10-16,1 7-11 0,-3-10-4 16,3 10-13-16,0 0-3 0,0 0-5 0,0 0 6 15,-1 39 2-15,1-5 3 0,-3 19 2 0,2-1-1 0,-2 0-3 16,-3-1-5-16,4-3 0 0,-1-13 0 16,2 17-2-16,0-18-4 0,-2 0-3 0,2-1-3 15,1 2 0-15,-2 1 2 0,2-4-4 0,0 0 0 0,0-4-5 16,2 0-1-16,-1-9-9 0,-1 0-22 15,0-1-16-15,1 0-9 0,-1-2-36 0,-1-6-20 16,1 2-24-16,0-12-26 0,0 16-24 0,0-16-15 16,-3 10-156-16,3-10-373 0,0 0 165 0</inkml:trace>
  <inkml:trace contextRef="#ctx0" brushRef="#br0" timeOffset="1409.62">9296 3463 38 0,'11'-7'135'0,"7"0"1"0,-1 1-7 0,1 4-2 0,-2 2-4 15,3 2-18-15,-1 4-6 0,-2-2-8 0,-1 5-9 16,-2 2-3-16,-6-2-10 0,4 6-8 0,-8-3-3 16,3 3-4-16,-5 0-4 0,-2-1-2 0,-2 2-6 15,-2-1-6-15,-5 1 1 0,1-3-4 0,-3 2-14 16,-3 0-18-16,-7-1-11 0,-1 1-31 0,4-5-22 15,-3-4-41-15,4-1-18 0,-2 0-97 0,2-4-237 16,-1-2 105-16</inkml:trace>
  <inkml:trace contextRef="#ctx0" brushRef="#br0" timeOffset="2921.7">9811 3440 5 0,'-10'-3'178'0,"-1"-1"-8"15,-3 1-13-15,1 3-12 0,1 0-19 0,-8 3-6 16,1 1-18-16,3 2-4 0,-3 4-9 0,2 3-10 16,-5 2-5-16,4 4-12 0,6-4-1 0,0 3-5 15,2-3-10-15,3 2-3 0,2-3 7 0,3 5-14 16,3-7-5-16,4 3 0 0,2-1-3 0,-1 0-6 16,5-2 1-16,1 0-6 0,1-5 9 0,1 0-9 15,4-2 2-15,-3-2-7 0,-1-1 1 16,0-2-3-16,-1-2 7 0,2 0-7 0,-3-3 0 15,0-2-3-15,-3 1 1 0,4-7-3 0,-3 6 0 16,-2-3 4-16,0-3-4 0,-2-3-2 0,-1 4 2 0,-2 0 1 16,-1-5 3-16,-2 0 0 0,2 2-3 15,-1-1 6-15,-1 5 6 0,-1 2 14 0,1 2 1 0,0 7 5 16,0-12-2-16,0 12-6 0,0 0-5 16,0-11-9-16,0 11-2 0,0 0-4 0,0 0 0 15,0 0-4-15,0 0 6 0,0 0-7 0,0 0 3 16,5 31-1-16,-1-16-4 0,-2-3-2 0,0-1 7 15,1 8-6-15,0-3 5 0,2 0-7 0,0 0 3 16,0-1 2-16,2-4 0 0,-1-1-1 0,4 5-1 16,-2-5 5-16,0-3 0 0,4 1-2 0,-1 0 2 15,-1-5-7-15,2 0 7 0,3 1 0 0,4-2 0 16,-3-4 2-16,2 0-10 0,-1-3 8 0,-3 0-3 16,3-1-2-16,-1-2 1 0,-3-2-1 0,0 0-3 15,-2-4-2-15,1-1 1 0,-3-2 0 0,-3 0-5 16,-1-1-6-16,-2-6 4 0,-3-2-4 0,-1 6-1 15,-3 1 0-15,1 2 3 0,-3-2 0 0,-1 2-1 16,-2 3 4-16,2 5 8 0,-4 0 1 0,1 1-2 16,0 1-1-16,-2 3 0 0,0 0 4 0,0 2-2 15,2 1 0-15,-1 2-3 0,3 1 0 0,0 0-5 16,8-2 2-16,-10 7 3 0,6-4-4 0,0 3 6 16,4-6-2-16,0 0 0 0,8 16 0 0,1-9 1 15,1-1 2-15,8-1 1 0,4-1 1 0,7 0-1 16,2-2 2-16,1-4 1 0,1 1-4 0,-5 1-2 15,0-3 3-15,-7 1-4 0,-1 1 7 16,-7 0-6-16,0 2-2 0,-3-2 1 0,-2 2 0 0,-8-1 5 16,11-2-5-16,-11 2 2 0,10 0-3 0,-10 0-1 15,8 1-1-15,-8-1 6 0,6 4-6 0,-6-4 1 16,8 6 1-16,-7-2 1 0,-1-4 4 0,7 13 0 16,-5-3 1-16,1-1 3 0,-1 1-6 0,0 2 3 15,-1-2-2-15,0 4 1 0,0-2-2 16,1 0 0-16,-1 0 1 0,-1-1-1 0,1 2-1 15,-1-3 3-15,0 0-4 0,2-1 3 0,-1-2-5 16,1 2 1-16,0-4-2 0,0 0 5 0,5 4 3 16,-5-1 3-16,3-5-4 0,0 3 2 0,2-4 2 15,2-1 1-15,2 2 4 0,1-3-5 0,2-1 4 16,-1-2-2-16,4-2-2 0,-1-1-1 0,2-2 2 16,-4-1-1-16,1-1 2 0,-1 1-2 0,0-5 0 15,-2 2-1-15,-1-4 1 0,1-2-1 0,-6 1 1 16,2 1 0-16,1-4-5 0,-4 3 5 0,0 1 2 15,-3 4 8-15,0 2 7 0,-2 3 4 0,1 0-7 16,-1 7 3-16,3-12-1 0,-3 12-4 0,0-9-5 0,0 9-3 16,0 0-5-16,2-5-2 0,-2 5 2 15,0 0-8-15,0 0 5 0,0 0-2 0,-9 26-1 16,4-12 3-16,4-3-6 0,-3 4 5 0,3 2-3 16,-1-2 1-16,4 2 0 0,0-5 0 0,-1-1-1 15,3 1 3-15,1-2 0 0,2 0 3 0,3-1-3 16,-2-1 3-16,2-4 2 0,3 3 1 0,3-4 0 15,3 0 2-15,1-3-2 0,7-2 2 0,1 1-5 16,2-5 2-16,-2-1 0 0,1 0-4 0,-9-1 4 16,6-3 1-16,-7 1 0 0,-3 1 0 0,1-4-2 15,-3 0 1-15,-4-3 0 0,1 2 1 0,-1-1-4 16,-3-1-1-16,-3 0 0 0,0 4 1 0,0 3 1 16,-4-1-2-16,1 1 2 0,-1 3 0 0,0 6 0 15,2-11-1-15,-2 11 0 0,0-8-8 0,0 8 0 16,0 0 0-16,0 0-4 0,0 0 10 0,0 0-8 15,-22 20 0-15,13-10-10 0,2 5 2 0,4-3-6 16,0 3-4-16,-1 1 4 0,3 0-4 0,1 0 8 16,2 0 5-16,1-4-4 0,1-1 2 0,1 1 6 15,0-2-3-15,4 4 5 0,-3-3 0 0,1-3-2 16,1 1 5-16,0 1-6 0,-1-1 4 0,-3-3 2 16,1 1 0-16,-1-1-3 0,-1 0 4 0,-1-1 1 15,0 1 3-15,-2-6-2 0,-1 12 2 16,1-12-6-16,-6 11-1 0,6-11-10 0,-12 11-12 15,7-4-12-15,-6-2-27 0,-1 0-23 0,2 2-30 0,-4-4-41 16,1 1-36-16,-1-1-112 0,14-3-333 0,-27 1 148 16</inkml:trace>
  <inkml:trace contextRef="#ctx0" brushRef="#br0" timeOffset="3120.6">10718 3352 1459 0,'-5'-11'103'0,"0"0"1"0,2 5-13 16,-2-1-38-16,1 0-12 0,4 7-16 0,-3-8 2 15,3 8-7-15,-3-7 0 0,3 7-4 0,0 0-4 16,-3-8-8-16,3 8-14 0,0 0-12 0,0 0-17 16,0 0-21-16,0 0-30 0,21 9-31 0,-11 0-32 15,4 3-94-15,4-1-267 0,5 4 117 0</inkml:trace>
  <inkml:trace contextRef="#ctx0" brushRef="#br0" timeOffset="3367.4">11215 3471 141 0,'4'-5'261'0,"-4"5"-12"0,0-7-8 0,0 7-23 16,0 0-20-16,0 0-23 0,0 0-15 0,3-8-18 15,-3 8-18-15,0 0-16 0,0 0-11 0,0 0-14 16,0 0-4-16,0 0-12 0,0 30-2 16,1-14-6-16,-1 1-8 0,-3-2-3 0,2 3-3 15,1 0-6-15,-2-1 0 0,-1-1-8 0,0 1-2 16,0-2-11-16,1-1-9 0,2 3-23 0,0-6-22 0,-2 1-27 16,0 0-37-16,2-12-41 0,0 20-51 15,-1-13-180-15,1-7-403 0,-4 11 178 0</inkml:trace>
  <inkml:trace contextRef="#ctx0" brushRef="#br0" timeOffset="3526.58">11217 3243 78 0,'2'-9'104'0,"-2"9"-27"0,0 0-35 0,0 0-45 0,0 0-4 15,0 0-42-15,13 16-53 0,-8-6 25 0</inkml:trace>
  <inkml:trace contextRef="#ctx0" brushRef="#br0" timeOffset="4086.03">11369 3481 168 0,'0'0'195'0,"-5"4"-17"0,5-4-15 0,-7 3-12 15,7-3-17-15,-10 7-8 0,5-1-9 0,0 3-9 0,-2 1-6 16,0 4-11-16,-1 2-9 0,4-3-5 0,2 3-8 16,-1 0-6-16,2-4-3 0,2 0-5 15,2-1-7-15,0 2-6 0,4-3-2 0,-1 0-6 16,1-1-2-16,2-1 1 0,2-3-9 0,1 1-1 16,-2-1-3-16,0-3-5 0,0 2 1 0,0-4-7 15,-10 0 1-15,14-3 0 0,-6 0-11 0,-1-1-3 16,-1-3 3-16,-2 0-5 0,-1-3 6 0,0 2 1 15,1-3-10-15,-4-5 5 0,0 3-4 0,1-4 3 16,1 2-6-16,-2-3 2 0,1 1 6 0,0 5-2 16,0 1 1-16,2-2-1 0,-1 2 4 0,0 3 0 15,0-2-2-15,1 5 0 0,2 0-3 0,0 2 5 16,3 2-5-16,-8 1 4 0,23 4 0 0,-12 1-1 16,7 5-1-16,-3 2 5 0,-1 0 2 0,1 4-5 15,-3 0 10-15,-1 0 0 0,0 0 4 0,-2-1-1 16,-2 0-1-16,0-1-2 0,-3-3 3 0,-1-1-3 15,-1-5 0-15,-2-5 0 0,4 12 6 0,-4-12 11 16,5 7 9-16,-5-7 11 0,0 0 9 0,0 0-4 16,0 0-2-16,0 0-7 0,0 0 0 0,0 0-7 15,0 0 0-15,0 0-6 0,0 0-3 0,2-31-2 16,4 19-2-16,0-4-3 0,4 0-2 0,4-7-7 16,2 1 0-16,4 1-4 0,2 2 2 0,3-2-3 15,-1 8 0-15,1 1-2 0,-6 5-1 0,3 2 1 16,-2 2-3-16,-1 3-4 0,-7 2 5 15,6 3 0-15,-8-2 1 0,2 4-2 0,2 5 1 0,-5-3-3 16,3 2 1-16,-5 1 2 0,1 2 1 0,-5-4 1 16,3 3-2-16,-4-3 0 0,3 6-22 0,-4-5-29 15,-2 1-41-15,1 0-57 0,-3 0-44 0,1-2-201 16,-2 1-426-16,0-3 188 0</inkml:trace>
  <inkml:trace contextRef="#ctx0" brushRef="#br0" timeOffset="4681.51">12573 3255 79 0,'0'-10'268'0,"-2"2"-13"0,2 8-21 16,2-13-20-16,-1 8-26 0,-1 5-20 0,0 0-22 15,0 0-18-15,2-8-13 0,-2 8-11 0,0 0-7 16,4 32-7-16,1-5-10 0,0 3-3 0,-7 0-9 16,0 6-1-16,0-1-7 0,1-2-5 0,-2 1-6 15,3-7-2-15,-4-1-5 0,4-6-4 0,-3 5-3 16,1-8-5-16,-2 2 0 0,4-2-4 0,-2-6-1 16,0 0-4-16,-1-3 0 0,3-1-1 0,0-7-3 15,-2 12 0-15,2-12 1 0,0 9 1 0,0-9-1 16,-2 7 1-16,2-7 5 0,0 0-3 0,0 0 0 15,0 0-5-15,0 0-2 0,0 0 4 0,0 0-4 16,0 0-3-16,2-31-7 0,5 21 2 0,1-3-1 16,3-2-4-16,3 0-5 0,7-2-5 0,-1 1 1 15,7 5-1-15,0 1-4 0,0 3 3 0,-7 4-3 16,-2 3-1-16,2 3 2 0,-1 1 1 0,-4 3-2 16,-4 0 1-16,-1 1 3 0,-2 5 4 0,-1-2-1 15,-3 2 0-15,-4-2 0 0,0 4 4 0,-2-1 0 16,-2 1-1-16,-1 0 1 0,-5-2 4 0,-3 1-8 15,-2-2-11-15,-3-2-16 0,-5 6-16 0,3-8-21 16,-9 2-21-16,2-2-39 0,9-5-32 0,0 1-46 16,-2-3-161-16,2-3-398 0,4-3 177 0</inkml:trace>
  <inkml:trace contextRef="#ctx0" brushRef="#br0" timeOffset="5064.01">12689 3766 22 0,'13'0'226'0,"-6"-2"-11"0,4 0-9 0,0-1-13 16,3 0-16-16,1-1-17 0,5-2-13 0,6-2-12 16,0 0-17-16,1-1-8 0,-3 4-10 15,6-4-10-15,-1-1-7 0,0 1-8 0,-2 0-7 16,0 0-5-16,-8 2-7 0,0-3-8 0,0-1-3 15,-4-1-3-15,3 1-5 0,-5-3-3 0,1 0-4 16,-5-2 0-16,0 4-5 0,-5-1-1 0,1 1-1 0,-5 2-2 16,3-1-3-16,-3 0 0 0,-3 0 9 0,3 3-5 15,-5-1 1-15,1 2 3 0,-1-1 1 16,-1 4 2-16,2 0 1 0,4 4-4 0,-12-8-3 16,5 7-1-16,7 1-5 0,-19 6-3 0,3 1 0 15,2 2-3-15,0 1-3 0,1 4 0 0,2-2 2 16,4-2-7-16,1 3 4 0,3-3 0 0,1 6-3 15,2-2 1-15,2 2 3 0,2-4 1 0,8 3-7 0,2-1-24 16,10 0-26-16,-2-1-31 0,9-3-42 16,-1-1-52-16,6-4-46 0,0-2-175 0,-4 1-425 15,1-4 188-15</inkml:trace>
  <inkml:trace contextRef="#ctx0" brushRef="#br0" timeOffset="5281.74">13503 3382 246 0,'-4'-12'264'0,"4"1"9"0,-2 1-1 0,0 2-7 16,2 1-30-16,0 7-24 0,-3-9-37 0,3 9-17 15,0 0-13-15,0 0-18 0,0 0-6 0,5 24-6 16,-7-4-12-16,2 7-11 0,0 1-3 0,0-1-12 16,2 0-2-16,0 0-7 0,-2-1-7 0,2 0-2 15,0 2-6-15,3-3-10 0,-4-1-24 0,-1-3-32 16,4-3-37-16,-2-2-46 0,-2 0-52 0,2 0-44 15,0-3-56-15,-2-13-181 0,0 21-465 0,0-21 206 16</inkml:trace>
  <inkml:trace contextRef="#ctx0" brushRef="#br0" timeOffset="5437.83">13371 3615 1774 0,'0'-8'153'0,"0"1"-71"0,0 7-42 0,0-11-10 16,0 11-6-16,2-8-5 0,-2 8 6 0,5-10 3 15,2 5-2-15,2 2-2 0,-1-3 0 0,11 2-5 16,-2-1-3-16,4 0-9 0,8-1-23 0,0 3-35 16,1-1-53-16,1-1-43 0,-2 3-183 0,1-2-356 15,-1-1 159-15</inkml:trace>
  <inkml:trace contextRef="#ctx0" brushRef="#br0" timeOffset="5798.87">13775 3217 64 0,'0'0'251'0,"0"-11"-29"0,0 11-22 0,0-6-23 16,0 6-20-16,0 0-15 0,0 0-4 0,0 0-3 15,0 0-5-15,14 31 0 0,-9-14-7 0,1 2-5 16,0-1-11-16,-1 7-8 0,2-8-9 0,-2 0 0 16,-3-1-1-16,0-4-9 0,3-2-7 0,-3 0-4 15,0-3-3-15,0-1-8 0,-2 0 3 0,0-6 6 16,2 8 9-16,-2-8 20 0,0 0 5 0,4 6-3 15,-4-6-7-15,0 0-6 0,0 0-13 16,0 0-4-16,0 0-9 0,0 0 0 0,-4-29-29 0,8 18 14 16,-3-6-8-16,2 0-1 0,3-1-5 15,3-8-5-15,5 2-10 0,-5 0-4 0,6 3-5 0,-1 6-1 16,-1 2-13-16,-1 1 11 0,1 3 2 0,-2 3-7 16,0 1-1-16,1 5-4 0,2 1 8 0,-2 3-7 15,-1 2-3-15,4 3 7 0,-3 5-6 0,1 2 8 16,-3-1-2-16,3 7-13 0,-3-4 15 0,1 5-18 15,-4-6-27-15,-3 3-37 0,1-2-34 0,-5 6-53 16,0-5-77-16,0 1-296 0,-5-3-587 16,0 1 260-16</inkml:trace>
  <inkml:trace contextRef="#ctx0" brushRef="#br0" timeOffset="6453.69">14662 3587 2030 0,'14'-13'59'0,"-1"5"105"16,-8 1-21-16,1 1-41 0,-1 2-33 0,2 0-14 15,-4 0-18-15,-3 4-8 0,6-7-12 0,-6 7-7 16,0 0-3-16,0 0 2 0,0 0-1 0,0 19 3 15,-7-3 8-15,-4 6-3 0,0 1-2 0,-2 1 2 16,-2 3 0-16,2-3-1 0,0 2-2 0,6-8-2 16,1-1 2-16,2-5-3 0,-3-1 0 0,2 1 0 15,3-2-3-15,-1-4 2 0,1 0 0 0,2-6 6 16,-4 10 12-16,4-10 14 0,0 0 24 0,-4 8-4 16,4-8-1-16,0 0-8 0,0 0-3 0,0 0-9 15,3-33 2-15,-1 17-9 0,-1-1-2 0,5-2-1 16,0-7-7-16,3-3-3 0,1 3-1 0,-1-5-6 15,5 1-4-15,-1-1-5 0,9-12 5 0,-1 0-33 16,-3 1 3-16,-3 13 1 0,-3 3 11 0,4-1-9 16,-5 4-1-16,-2 10 5 0,0-1 0 0,-3 3 4 15,-1 3-5-15,-1 2-3 0,0 2 0 0,-1 0-4 16,-3 4 10-16,0 0-2 0,14 13-3 0,-7 2 2 16,2 8-1-16,0 4 7 0,0 5 0 15,-1-2 2-15,-1 1 2 0,2-1 6 0,-2 0-2 16,0-1 8-16,-1 1-3 0,4-1 1 0,-4-3 2 0,1 1 2 15,-3-10-5-15,3 2 2 0,-2 1-1 0,1-2 2 16,-1-1-3-16,2 5 0 0,-2-5-18 0,3-1-37 16,-3-7-34-16,-3 1-44 0,2-2-42 15,-1-2-33-15,-3-6-39 0,2 13-161 0,-2-13-436 16,0 0 193-16</inkml:trace>
  <inkml:trace contextRef="#ctx0" brushRef="#br0" timeOffset="6617.18">14751 3663 1875 0,'-5'-4'-9'0,"2"-4"9"0,3 8 8 16,-5-8-9-16,5 8-11 0,-4-6 4 0,4 6 2 0,0 0-1 15,10-7 1-15,-2 5 6 0,3 1 0 16,8-2-1-16,1-1-10 0,8 3-27 0,-1-3-19 16,3 4-29-16,3-1-30 0,-3-2-23 0,-1 3-92 15,1 0-251-15,-3-1 111 0</inkml:trace>
  <inkml:trace contextRef="#ctx0" brushRef="#br0" timeOffset="6931.44">15173 3577 119 0,'0'0'182'0,"-1"-6"4"0,1 6-5 0,0 0-6 15,0 0-11-15,0 0-11 0,0 0-16 0,0-9-21 16,0 9-12-16,0 0-11 0,0 0-10 0,0 0-5 16,12 11 0-16,-8-2-1 0,4 0 0 0,1 5-9 15,-1 1-9-15,1 2 4 0,1-1-11 0,-1 0-1 16,-2 0-8-16,2 1-3 0,-1-3-3 15,-2-3-4-15,-1 1-3 0,2-1-1 0,-1 1-3 16,-1-1-1-16,-1 1-5 0,1-2 0 0,-5-10 2 16,4 10-3-16,0-4-1 0,-4-6 7 0,0 0 9 0,5 9 14 15,-5-9 6-15,0 0 12 0,0 0-10 0,0 0-7 16,0 0-1-16,19-24-6 0,-14 13-5 16,2-6-4-16,3-8-5 0,-2 0-5 0,-1-2-3 15,2-1-2-15,3-3-2 0,-5 0-1 0,1 0-5 16,2 2-1-16,-5 11 5 0,1 0-11 0,-4 2-15 15,3 1-11-15,-3 5-34 0,1 1-24 0,0 3-34 16,1-1-46-16,-4 7-52 0,3-5-14 0,-3 5-8 16,11 1-129-16,-2 3-394 0,2 3 175 0</inkml:trace>
  <inkml:trace contextRef="#ctx0" brushRef="#br0" timeOffset="7304.83">15894 3588 92 0,'4'-7'220'0,"-4"7"-5"0,0-10 0 16,0 10 3-16,-8-11-6 0,0 4-17 0,-3 1-11 16,2 0-7-16,-2 2-16 0,0 3-15 0,-2-1-19 15,-1 4-9-15,-2 3-14 0,-2 3-13 0,0 2-9 16,-1 2-5-16,1-2-13 0,-1 7-1 0,3-2-9 16,3-1 0-16,4 0-9 0,-1-2-4 0,7 1-3 15,-1-1-5-15,2-2-3 0,2 0-2 0,0-10-6 16,7 19-6-16,0-11 2 0,1-3-8 0,0 0-6 15,3-1 6-15,3-4-10 0,-1 0 4 0,5-1-4 16,-5-4 3-16,3 0 1 0,-3-2-2 0,0 1-1 16,-2-7 3-16,-3 6 0 0,4-3-3 0,-2-5-4 15,0 1 3-15,-2 4 2 0,-3-6-1 16,1 0-4-16,-2 5 3 0,-1 4 3 0,-3 2-3 0,4-2-3 16,-4 7 2-16,2-9-1 0,-2 9-9 0,0 0 0 15,0 0 2-15,0 0 0 0,0 0 2 0,10 25-1 16,-9-11 4-16,1 4-3 0,-2 1 4 0,2-2 4 15,0 2-11-15,1-1-17 0,1 1-8 0,2 4-51 16,0-7-31-16,1 0-41 0,2 0-61 0,3-4-192 16,1 0-444-16,-2-6 197 0</inkml:trace>
  <inkml:trace contextRef="#ctx0" brushRef="#br0" timeOffset="7529.39">16218 3385 53 0,'2'-19'259'0,"-2"2"0"0,-2 6-8 16,2 1-14-16,0 3-16 0,0 7-27 0,0-11-21 15,0 11-23-15,0 0-13 0,0 0-19 0,0 0-3 16,3 29-19-16,-2-2-4 0,-1 5-9 0,1 3-5 16,-4 10-11-16,0 1-4 0,2-15-6 0,-4 2-4 15,4-1-5-15,-1-1-9 0,2 0-16 0,2 3-38 16,-4-5-29-16,4 0-52 0,-1-5-42 0,1-5-51 15,3-2-48-15,-2 2-122 0,2-9-386 0,1-1 170 16</inkml:trace>
  <inkml:trace contextRef="#ctx0" brushRef="#br0" timeOffset="7881.12">16581 3583 207 0,'-1'-10'251'0,"-3"2"-15"15,-1 2-19-15,0 0-18 0,-2 5-21 0,7 1-21 0,-22 3-12 16,5 6-15-16,-6 2-11 0,0 7-7 0,-3 0-9 16,6 3-15-16,-1-2-11 0,9-2-5 15,-4 2-6-15,5-4-8 0,5 1-6 0,0-4-6 16,4 5-9-16,1-5-14 0,3 0-5 0,1-2-4 16,2 2-12-16,0-5-3 0,4-1-5 0,-9-6-7 15,18 5-2-15,-7-5-3 0,1 0-1 0,2-4 1 16,-3-2 5-16,1 0 3 0,0-6 3 0,1-1-2 15,-4 0 0-15,3-3 9 0,-3 0-8 0,-1 0 4 0,0 2-4 16,-1-2 0-16,-2 3 9 0,0 3 5 16,-1 1 15-16,0 3-1 0,-1 1 0 0,-3 5-7 15,5-8-6-15,-5 8-6 0,0 0 4 0,0 0 5 16,0 0-9-16,10 18 4 0,-10-5-3 0,1 2 2 16,-1 4 2-16,0 1-17 0,1 5-19 0,-1 0-29 15,1-7-33-15,1-1-39 0,0 2-55 0,0-2-157 16,-2-1-371-16,2-4 165 0</inkml:trace>
  <inkml:trace contextRef="#ctx0" brushRef="#br0" timeOffset="8247.34">16681 3706 32 0,'0'0'190'16,"0"0"-13"-16,0 0-19 0,0 0-9 0,0 0-12 15,0 0-4-15,17 22-7 0,-15-13-11 0,3 1-9 16,-1 2-2-16,1-2-5 0,-4 0-9 16,3 0-9-16,-1-3-7 0,-3-7-7 0,4 15-5 15,-4-15-2-15,1 9-9 0,-1-9-4 0,0 0 2 0,3 13 9 16,-3-13 12-16,0 0 7 0,0 0-5 0,0 0-12 16,0 0-3-16,0 0-5 0,0 0-5 15,0 0-1-15,6-38-7 0,-5 25-7 0,2 1 0 16,2-7-12-16,3 1 0 0,1 0-10 0,2 1 3 15,-1 1-6-15,2 0 1 0,-1 3-3 0,2 3 2 16,-3 3-11-16,2 1 7 0,-3 3-6 0,-2 0-1 16,-7 3 3-16,20 4-3 0,-11 1-1 0,-1 4 4 15,3 2 0-15,-5 2-4 0,1 0 3 0,0 3 0 16,-2-1 2-16,-2-2 0 0,-1 3-23 0,1 4-11 16,-1-5-35-16,-2 2-36 0,2-1-39 0,0-4-29 15,0-1-44-15,-2-11-125 0,6 16-369 0,0-10 165 16</inkml:trace>
  <inkml:trace contextRef="#ctx0" brushRef="#br0" timeOffset="8479.71">17194 3615 4 0,'-3'-9'244'0,"-1"3"0"0,0 1 3 15,4 5-31-15,-4-8-14 0,4 8-22 0,-5-4-20 16,5 4-20-16,0 0-11 0,-23 15-7 0,12-4-7 15,-2 5-15-15,0-2-9 0,-5 8-10 0,7 1-8 16,-1-8-8-16,6 1-1 0,0 2-10 0,3 0-5 16,0-1 3-16,5 0-10 0,2 0-5 0,2 0-14 15,5-2-12-15,1-4-25 0,5-3-18 16,10 4-36-16,2-5-25 0,2-5-37 0,-1-1-29 16,2-1-21-16,-1-4-166 0,-9 0-373 0,-2-1 166 0</inkml:trace>
  <inkml:trace contextRef="#ctx0" brushRef="#br0" timeOffset="9019.62">17442 3407 146 0,'0'-11'234'0,"0"-1"-2"16,-2 3 1-16,2 2-19 0,0 7-18 0,0-9-18 16,0 9-26-16,0 0-17 0,0 0-17 0,0 0-11 15,0 0-3-15,2 36-5 0,-2-8-3 0,1 6-11 16,0 1-4-16,-2 0-7 0,0 11-5 0,-5 0-6 15,6 1-5-15,-1-12-2 0,0-2-5 0,-2-3-6 16,1-1-2-16,-1-3-4 0,2-5-3 0,-2-4-4 16,3 0-1-16,-1-3-4 0,0-4 1 0,1 0-5 15,-2-4 2-15,2-6-4 0,0 0 5 0,-1 18 7 16,1-18-8-16,0 0-2 0,0 0-2 0,0 0-2 16,0 0-6-16,0 0 1 0,0 0-4 0,0 0-6 15,6-48 4-15,0 31-16 0,4-5-1 0,3-4-7 16,-1 5-1-16,-1 4 6 0,1 2-5 0,-1 2 2 15,1 1-1-15,-3 5 1 0,2 3 0 0,0-1-2 16,-2 3-2-16,-9 2-1 0,14 0 6 0,-14 0-3 16,14 5 5-16,-5 1-2 0,-2 0 6 0,1 3-2 15,-1 1 2-15,1 5 0 0,1-7 5 0,3 5 1 16,-2-2 2-16,3-2 1 0,0-1 8 0,5-2 0 16,1-1 1-16,1-5-2 0,11 2 4 15,-2-4-4-15,0 1 3 0,0-4-4 0,-1-2-1 0,-2-2 0 16,-2-1 2-16,-6 3-5 0,-1-3 8 0,-3 1-3 15,-2-3-1-15,-1 0 2 0,-3-2-5 0,-1-1 3 16,-1-2-2-16,-4 2-4 0,-1-2 3 0,-4 2 1 16,2 2 4-16,-1 4 6 0,-1-1 5 15,0 4-1-15,3 6-2 0,-5-8-7 0,5 8 0 16,0 0-4-16,-23 7 1 0,7 3-4 0,-1 3 3 16,-5 3-2-16,1 0 1 0,4 4-1 0,2-8 1 15,6 5-5-15,0 0-13 0,5 1-16 0,3-2-40 0,4 0-35 16,5-6-56-16,6 1-59 0,12 1-250 0,2-5-506 15,8-2 223-15</inkml:trace>
  <inkml:trace contextRef="#ctx0" brushRef="#br0" timeOffset="9659.1">18680 3482 76 0,'-19'0'185'0,"-2"3"-13"0,3 4-8 16,-2-1-1-16,-7 8-8 0,5 5-7 0,2 0-13 16,-2 3-17-16,4 1-9 0,0-1-10 15,3 3-9-15,6-8-11 0,3 6-4 0,2-4-7 0,2-3-4 16,5 1-11-16,1-1-2 0,1 0-3 0,5-4-3 16,0-2-4-16,3-2-1 0,0-3-5 0,4 0-1 15,-3-2-1-15,-2-2-3 0,1-2-3 16,5-7-2-16,-1 0-2 0,-7 2 1 0,3-6-4 0,1-1 3 15,-1 0-3-15,-6-4-3 0,1 1-2 0,-2-1 1 16,-1 0-1-16,-2-2-2 0,2 0-2 16,-3 2 6-16,0 5 4 0,-1 0 6 0,-1 1 7 0,0 1 4 15,0 3-3-15,0 7-14 0,-1-9-3 0,1 9-7 16,0 0 1-16,0 0-4 0,0 0 1 0,0 0-1 16,0 26 2-16,0-10 0 0,1 1-2 0,-1 1-2 15,0 5 3-15,4-4-2 0,-3-2-1 16,2 2-17-16,2 5-24 0,-2-5-31 0,0-2-43 15,3 0-34-15,-1-6-48 0,1-1-38 0,-2 1-120 0,0-3-377 16,0-3 167-16</inkml:trace>
  <inkml:trace contextRef="#ctx0" brushRef="#br0" timeOffset="9997.34">18859 3627 101 0,'2'-4'184'0,"-2"4"-16"0,4-8-25 15,-4 8-11-15,0 0-7 0,0 0 5 0,10 12-9 16,-7-1-6-16,-1 0 0 0,4 5-5 0,-3-1-7 16,0-4-6-16,1 5-5 0,0 1-7 0,-3-4-6 15,1 5-11-15,0-3-1 0,0-3-4 0,0-3-7 16,0-2-3-16,-1-1 17 0,-1-6 12 0,3 10 19 16,-3-10 14-16,1 5-4 0,-1-5-11 0,0 0-7 15,0 0-10-15,0 0-7 0,4-27-10 0,-1 20 0 16,0-4-14-16,1-1-3 0,0-4-11 0,3 0-3 15,-1-4-9-15,2 2 0 0,2 1-5 0,-3-1-9 16,1 3-1-16,4 3-2 0,-5 2-5 0,0 1 2 16,0 5-8-16,2 0-3 0,-9 4 5 0,13 0-3 15,-4 3-4-15,1 2 3 0,-2 3-1 0,0 3 1 16,-1 1 0-16,2 2 0 0,-1 2-8 0,-3-4-23 16,0 5-30-16,-1-1-42 0,2 4-48 0,-1-4-62 15,1-1-65-15,-3 0-143 0,4-3-461 0,2-6 205 16</inkml:trace>
  <inkml:trace contextRef="#ctx0" brushRef="#br0" timeOffset="10431.49">19389 3595 20 0,'-15'-14'258'0,"2"3"-2"15,-4 4-14-15,6 1-19 0,-7 2-24 16,1 4-18-16,-1 4-17 0,-1 4-15 0,3 1-13 0,-6 8-11 15,3 1-15-15,0 1-5 0,6-3-14 16,1 1-7-16,3 1-10 0,3 0-4 0,1-1-11 16,4-1 0-16,2 10-2 0,4-7-9 0,0-2-6 15,3-2-3-15,3-5-8 0,-1 0-7 0,5-1-4 16,2-2-6-16,1-3-3 0,2-4 1 0,-1-4-5 16,-1-1 0-16,-1-2-2 0,-2-5 0 0,0-1 4 15,-2-1 5-15,-1-8-6 0,-1-2-2 0,-1-1 0 16,-4-1-1-16,-1-3-2 0,-2 0 3 0,-3-3-6 0,1-4 3 15,-2-10-3-15,-2 1-1 0,-3-5 2 16,0 6 10-16,2-3 9 0,0 16 10 0,0 0-2 16,1 4 1-16,0 8 24 0,1 4 13 0,1 3 4 15,-3-1-5-15,3 7-15 0,1 6-8 0,-1-9-16 16,1 9 0-16,0 0-1 0,0 0-3 0,0 0-5 16,1 50 3-16,-1-22-3 0,0 7-2 0,-1 10 5 15,1 2-1-15,-1-2 3 0,1-9 1 0,1 9-4 16,1-11-13-16,0 1 6 0,1-1 3 0,6 11 2 15,-5-13-2-15,-1 0-14 0,6 1-32 0,-2-5-44 16,2-4-48-16,0-1-52 0,-1-5-70 0,5 1-64 16,-7-4-163-16,6-3-511 0,-2-3 226 0</inkml:trace>
  <inkml:trace contextRef="#ctx0" brushRef="#br0" timeOffset="11197.48">20074 3479 16 0,'0'0'190'0,"0"0"-11"0,9-8-20 0,1 6-8 15,3 2-10-15,6-3-10 0,11 3-9 0,-7 0-9 16,12-2-6-16,0 0-10 0,-2 0-8 0,0 1-1 16,-6-2-7-16,1 0 0 0,-6-1-1 0,-7 4 1 15,-3-3 1-15,-1 2 9 0,-2 1 9 0,-1-3 1 16,-8 3 1-16,12-2 0 0,-12 2 1 0,8-1-4 0,-8 1 1 15,7-2-9-15,-7 2-8 0,0 0-8 16,0 0-22-16,9 0-2 0,-9 0-5 0,0 0-10 16,0 0-2-16,-11 22-5 0,1-8 2 0,-9 6-4 15,4 1-6-15,-3 3 9 0,-4 1-8 0,4-1-2 16,-3-2-5-16,4 1 0 0,-1-2-2 0,3-1 1 16,4-8-3-16,0 4-3 0,1-3 3 0,2-4-3 15,0 0 1-15,1-1-12 0,2-2-2 0,1 0-6 16,0-1 2-16,4-5-5 0,-6 7 4 0,6-7-4 15,-7 5 4-15,7-5-9 0,0 0 6 0,0 0-2 16,0 0 3-16,-2 5 1 0,2-5-1 0,0 0-5 16,0 0 4-16,0 0 0 0,0 0-1 0,0 0 1 15,0 0-4-15,32 0 3 0,-21 4 0 0,-4-3 2 16,3 5 5-16,1 2-4 0,6 0 2 0,-1 3 6 16,-1 0-1-16,2-1 2 0,0-2 2 0,3 1 0 15,7-3 0-15,4 0 2 0,1-4 0 0,1-3-2 16,0 0 4-16,3-1 2 0,-1-2-2 0,-3-4 2 15,-2 2 4-15,-1-2-5 0,-3-1 7 0,-7-2 1 16,-2 2-3-16,-3-4 0 0,0 0 2 0,-2 0-4 16,-3 0 3-16,-4 3-2 0,1-5-2 0,2 1-2 15,-7 2 0-15,2-2-3 0,-2-2-2 0,-2 4 3 16,-2-1-5-16,-1 2 0 0,0 2-2 0,1 2 3 16,-1-3-4-16,0 6-6 0,4 4 3 0,-9-5-2 15,9 5-6-15,-18 4 9 0,8 1 1 0,-5 6-1 16,-1 4 1-16,3-1-2 0,2 2 2 0,2-3-2 15,1 3 5-15,3-1-1 0,3 3 2 0,2 0 0 16,1 0 1-16,3-1-12 0,5-3-12 0,2-3-23 16,6 0-38-16,1-1-39 0,10-3-60 0,1-1-44 15,-2-1-194-15,-5-4-458 0,5-2 204 0</inkml:trace>
  <inkml:trace contextRef="#ctx0" brushRef="#br0" timeOffset="12073.68">21025 3638 222 0,'0'0'245'0,"2"-10"-23"16,-2 10-25-16,2-7-22 0,-2 7-24 0,0 0-12 0,0 0-9 15,0 0-3-15,0 0-7 0,1 22-1 0,-1-12-5 16,0 2-7-16,0 0-5 0,0 3-9 0,0 2-11 16,0-5-6-16,-1 5-3 0,1 0-5 15,0-6-12-15,0 1-2 0,0-3-6 0,1-3-3 0,-1 1-2 16,0-7-4-16,1 11 1 0,-1-11 8 15,0 0 12-15,0 0 8 0,0 0 14 0,0 0-5 16,0 0-8-16,0 0-5 0,0 0-6 0,0 0-10 0,0 0 0 16,0 0-10-16,16-33-4 0,-9 18-3 15,1 2-6-15,5-4-2 0,1 2-3 0,-1-1-8 16,2 3 7-16,-1 2-11 0,1-1 1 0,-2 3-8 16,-3 5-5-16,2 0 3 0,-2 4-3 0,0 1-6 15,2 2 7-15,-3 0 3 0,1 2 1 0,0 2 1 16,-1 2-3-16,1-1-1 0,0 0 0 0,0 1 5 15,0-2-3-15,2 0 1 0,-1 0 6 0,3-2-4 0,2 1 3 16,2 0 6-16,-2-3-5 0,4 0-2 0,-3-4-1 16,1 1 2-16,-6-2 2 0,4 1-2 15,-5-2-1-15,1-1-2 0,-5-1 4 0,2 0 4 16,-2-2-9-16,2 2 3 0,-4-6-2 0,-1 2 6 16,-1-2-3-16,0 1-5 0,0-6 1 0,-1 4 0 15,-2 1-3-15,-1-2 1 0,1 2 1 0,-3 0-1 16,2 2-1-16,-2-1-3 0,1 4 0 0,2 6-3 15,-7-10 1-15,5 6-5 0,2 4 2 0,-9-3-3 16,9 3-1-16,-14 4 4 0,5 3-7 0,-5 3 7 16,4-2-1-16,-3 5 3 0,3 0 0 0,1 1 0 15,1 2-5-15,-1-1 5 0,3 2 0 0,3-5 2 16,1 5 3-16,3-1 0 0,2-4 1 0,-1-1 6 16,6 7-2-16,1-4 8 0,1 0-4 0,3-3 6 15,3 0-1-15,3-3 1 0,1-1 1 0,0-1-4 16,2-2 2-16,6 0-13 0,0 0 16 0,-6-5-1 15,1 1 5-15,-4-1-6 0,1-3-5 0,-1-2 3 16,-2-3 3-16,1 0-7 0,-4-1-2 0,1-1-6 16,0-2 0-16,-3 1-12 0,0-3-12 0,-3-3 0 15,1 0-3-15,-4 1 0 0,1-2-1 0,-5 0-5 16,2-7-2-16,-4 9 6 0,-2 1 1 16,-1-1 2-16,-1 6 0 0,2 1 4 0,-2 0 1 0,0 0 2 15,-4 3-5-15,3 0 10 0,0 1-1 0,5 6-1 16,-6-8 0-16,2 5 2 0,4 3-2 0,-7-6 2 15,7 6 1-15,0 0 1 0,-7-5-1 0,7 5 1 16,0 0 5-16,0 0-2 0,0 0 3 0,0 0 2 16,0 0 1-16,0 0 4 0,0 0-3 15,0 0 7-15,28 13 2 0,-15-12-5 0,-3 1 8 0,0 0 2 16,3 0-5-16,-2 1 1 0,-2-3 0 0,0 1-1 16,-1 1-1-16,0 0 4 0,-2 0-9 0,2 1-2 15,-3 1 4-15,2 3 2 0,-1 1 3 0,-4 4 11 16,2-2-8-16,0 0 10 0,0 3-4 0,-2-1-1 15,3 3-1-15,-5-3 10 0,2 0-9 0,-1 2-1 16,0-4-5-16,0 2 1 0,1 0-28 16,-1-2-33-16,2 1-46 0,-2 1-50 0,3 0-57 0,2-2-59 15,-6-10-189-15,8 14-489 0,-8-14 217 0</inkml:trace>
  <inkml:trace contextRef="#ctx0" brushRef="#br0" timeOffset="12507.5">22674 3589 1899 0,'10'-16'30'0,"-4"-2"133"16,1 0-28-16,-5 1-40 0,1-2-17 0,-2 3-7 15,0 0 16-15,1 0 1 0,-2 5 4 16,0 3 5-16,0 1-3 0,0 7-5 0,1-12-11 0,-1 12-17 15,1-8-5-15,-1 8-6 0,0 0-1 0,0 0-11 16,3 32-7-16,-3-12-2 0,-3 4 1 16,2 2-5-16,-2 3 2 0,-1 0-3 0,3 2-4 0,-1-4 0 15,-1-3-1-15,4 2-2 0,-2-5 0 16,1-3-2-16,1 1-4 0,-1 5-18 0,0-7-23 16,2 1-25-16,-4-3-31 0,2-3-22 0,2-3-32 0,-2-9-41 15,-2 14-37-15,2-14-24 0,0 13-12 0,-1-9-132 16,1-4-418-16,0 0 185 0</inkml:trace>
  <inkml:trace contextRef="#ctx0" brushRef="#br0" timeOffset="12884.6">22690 3481 146 0,'10'-17'192'0,"4"2"-12"0,6-4-1 0,-3 8-1 0,0 1-13 15,1 2-7-15,0 2-19 0,1 2-10 16,-5 2-16-16,4 5 0 0,1 0-8 0,-2 4-5 15,1 1-12-15,-3 2-7 0,0 2-10 0,-2 1-8 16,-1 1-3-16,-5 1-3 0,1-1-6 0,-5 3-1 16,-1-5-9-16,-3 1-3 0,-4 4-3 0,-4-1-2 15,1-2-5-15,-1-4 1 0,-2 1-2 0,0-4-4 16,1 1-2-16,1-2-2 0,-1 2-3 0,1-5-4 16,3 3-8-16,2-4-11 0,4-2-5 0,-5 5-3 15,5-5-5-15,-4 4-7 0,4-4 6 0,0 0 0 16,0 0 0-16,8 10 2 0,-3-6 5 0,2 0-3 15,4 0 3-15,-2 1-2 0,1 3 2 0,1-1 0 16,-2 1 2-16,0 1 1 0,-1 2 0 0,-2 0 2 16,-1 4 1-16,-1-3 3 0,-1-1 6 0,-3 1 3 15,0 5 2-15,-5-7 5 0,-1 0 3 0,0 0 2 16,-4-1-1-16,0-2 4 0,-6 2-3 0,1-3 0 16,-2 1-2-16,1-3-3 0,-3 1-1 0,3-3-15 15,-3-1-17-15,2-2-36 0,3 1-44 16,3-2-61-16,-2-3-211 0,0 2-404 0,3-4 179 0</inkml:trace>
  <inkml:trace contextRef="#ctx0" brushRef="#br0" timeOffset="13203.9">23089 3617 2393 0,'9'-6'146'15,"1"2"-73"-15,0-2-48 0,-2 3-12 0,0-3-10 16,3 5-4-16,-2 1 1 0,1 0-3 0,3 1 3 15,-3 5-2-15,1-2 4 0,5 4 6 0,-3 3-2 16,1 2 3-16,-1-1-1 0,-2 3 1 0,2-1-1 16,-4 0 0-16,0 1 0 0,1-1 1 0,-3 2 3 15,-4 0-2-15,1 0 0 0,-1-4 1 16,-3-3-3-16,0 0 3 0,0 1-2 0,-1-2 2 0,1-8 1 16,-7 9 4-16,3-7 12 0,4-2 8 15,-15 3 4-15,15-3 5 0,-12-3 6 0,12 3 1 0,-12-6 7 16,5-2-4-16,1 1-7 0,2-2-3 0,0-1-4 15,3-1-6-15,2-6-5 0,3 0-15 0,1 2-6 16,4-1-13-16,0 2-15 0,3-3-10 0,3 2-23 16,4-2-33-16,5 1-31 0,1 5-39 0,3 0-39 15,0 4-28-15,0 2-203 0,-10 4-459 16,-4 1 204-16</inkml:trace>
  <inkml:trace contextRef="#ctx0" brushRef="#br0" timeOffset="13500.8">23465 3871 87 0,'0'0'233'0,"0"0"-2"0,11 1 3 16,-11-1-4-16,21-6-7 0,-9 2-14 15,5-5-10-15,-5 4-14 0,5-7-15 0,1 1-19 16,0 0-9-16,4-8-6 0,0 3-13 0,-2 0-19 16,0-4-4-16,-7 7-11 0,4-8-3 0,-6 5-12 0,-2 1-13 15,0 0-3-15,-2 1-2 0,-3 2-7 0,-2 0-8 16,-3 2-6-16,0 2-1 0,-5-1-7 15,2 3-3-15,-3 1-7 0,1 1-2 0,-5 2-2 16,1 4-3-16,-4 2-4 0,-1 2-2 0,-2 3 4 16,3 3-6-16,0 1 0 0,4 1-2 0,1 2 6 15,0 0-4-15,4 0 2 0,1 1-4 0,3 1 4 16,2-1 5-16,1 1-14 0,6-1-15 0,5-2-32 16,-2 0-25-16,6-2-36 0,0-2-35 0,3-3-46 15,9 4-33-15,1-7-35 0,-1 3-138 0,-7-5-432 16,0-4 191-16</inkml:trace>
  <inkml:trace contextRef="#ctx0" brushRef="#br0" timeOffset="13867.53">23999 3724 160 0,'-1'-11'199'0,"-2"0"-4"0,-1-2 3 16,-1 3-5-16,-3 0-7 0,3 1-5 0,-2 2-10 16,-2 0-15-16,-2 7-9 0,-6 0-13 0,-1 7-10 15,-2 0-12-15,-4 5-8 0,-3 0-12 0,3 2-9 16,0 3-8-16,7-5-2 0,3 1-10 0,3 4-5 15,2-3-7-15,1 2-2 0,2 1-7 0,6-6 0 16,0 2-5-16,6-1-2 0,-1-4-5 16,3 0 0-16,1 0-10 0,3-2-1 0,1-3-4 15,9 1-1-15,-5-6-9 0,1 1 4 0,-1-2 0 0,-3 1-1 16,-3-3 1-16,1-3 0 0,0 2 2 0,1-4-5 16,-3-5 2-16,-2 1 1 0,1-1-4 0,-2 1-2 15,0-2 2-15,-2 1-2 0,-1 2 1 0,-2 2 9 16,1 1 10-16,1 4 10 0,-1-1 5 0,0 2-3 15,-3 5-9-15,2-10-3 0,-2 10-14 0,3-4 4 16,-3 4 1-16,0 0-2 0,0 0-1 16,0 0 2-16,0 0-3 0,1 26 0 0,1-16-3 0,-2 2 6 15,2-2-4-15,-1 9 3 0,3-7-3 0,0-1-15 16,5 2-20-16,-1 1-28 0,5-1-27 0,-2-5-25 16,4 1-38-16,4-1-55 0,2-2-44 15,1 1-202-15,-2-6-480 0,1 1 212 0</inkml:trace>
  <inkml:trace contextRef="#ctx0" brushRef="#br0" timeOffset="14095.95">24286 3502 4 0,'2'-9'272'16,"-2"-1"3"-16,0 3-9 0,0 7-22 0,0-10-24 15,0 10-23-15,1-7-23 0,-1 7-12 0,0 0 3 16,0 0-7-16,0 0-5 0,0 39-3 0,-1-20-8 15,1 6-16-15,0 2 5 0,0-1-11 0,-3-2-14 16,3 1-7-16,0 3-11 0,0-1-9 0,-4 2-2 16,4 0-4-16,0-1-4 0,0-3-19 0,-1-6-21 15,2 0-34-15,-1-2-46 0,-1 0-49 0,-1-1-48 16,0 1-73-16,0-5-58 0,-3-2-193 0,-1-1-509 16,2-4 226-16</inkml:trace>
  <inkml:trace contextRef="#ctx0" brushRef="#br0" timeOffset="14397.05">24537 3555 192 0,'6'-2'227'0,"-6"2"-18"0,0 0-24 16,0 0-11-16,0 0-12 0,0 0-14 0,-24 17-16 15,10-5-11-15,-5-1-11 0,-3 5-13 0,0-1-7 16,-1-2-8-16,-1 0-9 0,10-6-7 0,-1 2-6 15,4-3-6-15,4-1-6 0,0-3-3 0,2 1 0 16,5-3-9-16,-7 3 2 0,7-3-5 0,-8 3 3 16,8-3 3-16,-5 4 1 0,5-4 5 0,0 0-3 15,0 0-5-15,0 0-7 0,-7 5-4 0,7-5-3 16,0 0-2-16,0 0-3 0,0 0 1 0,11 14-5 16,-5-7 1-16,-1-1 0 0,5 2 0 15,6 1-3-15,2 1-9 0,1-2-24 0,6 3-25 0,3 0-42 16,3-7-50-16,2 2-45 0,3 1-47 0,1 1-133 15,0-3-391-15,16-2 173 0</inkml:trace>
  <inkml:trace contextRef="#ctx0" brushRef="#br0" timeOffset="14829.27">25016 3673 115 0,'-6'-7'258'0,"-3"1"-6"16,-3-1-13-16,2 3-16 0,-3 1-22 0,-1 3-16 15,-2 0-13-15,-4 3-15 0,0 1-10 0,1 3-13 16,-5 6-10-16,6-4-13 0,4 2-11 16,-2 2-18-16,3-1-6 0,2 4 4 0,1 1-11 15,4 2-2-15,2-7-9 0,1 1-5 0,4 3-4 16,3-6-5-16,-1 3 1 0,3-4-8 0,7 1-4 16,-3-1-2-16,8-1-3 0,0-3-7 0,0 1-3 15,1-4-6-15,3-1-1 0,-2-3-3 0,-3-3 1 0,1-2-1 16,-3 0-4-16,0-3 4 0,-3-5-4 15,0 0-3-15,1-10 1 0,-4 3 2 0,-1-4-6 16,0-1 1-16,-3-1 3 0,-3-2-3 0,0 1 1 16,-2-4-2-16,0 3 6 0,0-1-4 0,-2 3 4 15,1-1 21-15,1 1 3 0,-4 1 0 0,4 11 24 16,-2 0-9-16,2 5 23 0,0 2 1 0,0-1-1 16,0 10-28-16,2-11-6 0,-2 11 10 0,0 0-8 15,0 0-6-15,0 0-15 0,0 0 8 0,0 28 3 16,0-2 0-16,-4 3 2 0,4 0-7 0,0 3-3 15,-4 0 5-15,4-1-8 0,-1 0 0 0,0-2-2 16,1 0 0-16,1 2 4 0,-1-1 1 0,0 1-38 16,3 0-23-16,-1-5-42 0,-4-1-41 0,2-7-54 15,-2 0-62-15,4-3-48 0,-4-2-221 0,1-3-556 16,1-10 246-16</inkml:trace>
  <inkml:trace contextRef="#ctx0" brushRef="#br0" timeOffset="15135.38">25200 3751 206 0,'3'-2'227'0,"-3"2"-21"0,4-8-23 0,-4 8-15 15,0 0-17-15,0 0-5 0,0 0-1 0,0 0-9 16,2 23-8-16,-1-14-11 0,1 1-14 0,-1 2-2 16,-1 2-10-16,2-4-5 0,2 5-6 0,-1-3-2 15,3-1-6-15,2-2-1 0,2-2-3 0,3 1 1 16,-1-4-1-16,3 2-3 0,4-5 0 0,-4-2 3 15,1 1-2-15,-1-2 12 0,-2-2 3 0,-1 0 11 16,3-3-10-16,-1-3-11 0,-4-2-1 0,3-4-2 16,-6 0-13-16,1-2-4 0,-3 1-5 15,-1-2-16-15,-1 2 10 0,-3-11-8 0,-3 9 0 16,-1 2-6-16,-2-2-2 0,-2 4-8 0,2 1-8 16,-1 2-11-16,0 2-15 0,-2 3-18 0,-2 0-31 0,0 2-23 15,0 4-31-15,-7-1-37 0,2 7-41 0,-2-1-54 16,-1 3-235-16,4 1-526 0,3 0 232 0</inkml:trace>
  <inkml:trace contextRef="#ctx0" brushRef="#br0" timeOffset="15612.2">25535 3698 232 0,'0'0'246'0,"0"0"-16"15,0 0-22-15,9-2-19 0,-9 2-20 0,0 0-17 16,0 0-16-16,4 6-8 0,-4-6-2 15,1 13-8-15,-1-13-5 0,-1 15-10 0,1-15-7 0,1 20-8 16,2-10-10-16,-1 3-4 0,-2-1-8 16,4-2-2-16,-1 1-6 0,3-3-1 0,-1-1-7 15,4 3-2-15,-3-3-4 0,3 0 2 0,0-2-5 16,1-3-3-16,-1-1 2 0,3 1-3 0,-2-4 0 0,1 2-4 16,0-3 3-16,0-1-8 0,2-1-5 0,-1-2 3 15,-3 0 1-15,2-5-4 0,-1-2-2 16,-1 0-2-16,-1 0 0 0,-2 3-5 0,2 0-2 15,-5 0 3-15,1 1 0 0,0 1-2 0,-2 3-2 16,0 1 5-16,-2 5-11 0,5-8-2 0,-5 8-6 16,0 0 2-16,0 0-4 0,0 0 1 0,0 0 6 15,0 0-9-15,0 0 3 0,2 19-3 0,0-10 6 16,-2 1-2-16,3 1 4 0,-1-2 1 0,3 4 2 16,-1-4 5-16,3 0-3 0,-1-2 1 0,2-1-3 15,2 0 5-15,1-4-2 0,1 0 3 0,-1-1-2 16,2-1-4-16,1-1 15 0,-14 1 3 0,23-5 8 15,-14-2 8-15,0 0 4 0,-1-1 1 0,0-3 1 16,-2 1-5-16,-2-3-21 0,3-2 9 0,-5-2-1 16,0 1 4-16,0-1-6 0,-2 1-3 0,0 0-7 15,0-2-10-15,0 3-12 0,-4 2-10 0,4 3-14 16,-4 1-20-16,0-1-21 0,1 1-45 0,-3 3-54 16,1 3-65-16,-6 0-53 0,0 2-202 0,-3 1-533 15,14 0 236-15</inkml:trace>
  <inkml:trace contextRef="#ctx0" brushRef="#br0" timeOffset="15944.82">26214 3821 132 0,'0'0'222'0,"0"0"4"0,6 8-14 0,-6-8 1 15,0 0-4-15,0 0-3 0,6 7-5 0,-6-7-10 16,0 0 1-16,0 0-14 0,0 0-12 0,0 0-14 15,0 0-17-15,0 0-14 0,0 0-9 0,0 0-13 16,-23-25-10-16,17 16 0 0,0 2-7 0,2-3-2 16,0 0-10-16,1-2-1 0,1 0-4 15,-2-4-7-15,4 4-6 0,0-6-9 0,4 2-2 0,2-7 0 16,4 4-8-16,5-1 1 0,-3 3-13 0,2 3-1 16,10-1-4-16,-8 4-3 0,4 3 5 15,-3-1-9-15,2 6-3 0,1 1 0 0,-4 2 2 16,2 4-6-16,-3 1 2 0,4 4 7 0,-4 0-11 0,1 1-3 15,-5 3 7-15,1 2-8 0,-3-1 6 0,1 1-8 16,-5-6-12-16,2 3-20 0,-2-1-31 0,-1 0-48 16,-2 2-46-16,2 0-72 0,-4-1-68 0,2-5-197 15,-2-7-541-15,0 0 240 0</inkml:trace>
  <inkml:trace contextRef="#ctx0" brushRef="#br0" timeOffset="16103.6">26668 3845 2595 0,'2'3'209'0,"-2"-3"-119"0,0 0-51 0,0 0-15 16,0 0 20-16,0 0 32 0,0 0 17 16,0 0-8-16,0 0-15 0,0 0-5 0,0 0-5 15,0 0-11-15,0 0-18 0,0 0-33 0,0 0-49 16,0 0-62-16,0 0-75 0,0 0-87 0,0 0-209 16,0 0-524-16,-32-11 232 0</inkml:trace>
  <inkml:trace contextRef="#ctx0" brushRef="#br0" timeOffset="18846.8">7159 4201 104 0,'0'0'90'0,"-10"1"-5"0,10-1-1 0,0 0-20 15,0 0 18-15,-5 4-25 0,5-4-6 0,0 0 3 16,0 0-2-16,0 0 2 0,0 0 12 0,0 0 6 16,0 0-4-16,15 9-1 0,-6-7-2 0,2 0 3 15,8-1-6-15,-6 0-4 0,6 2 7 0,2-2-1 16,7 1 2-16,1-1-7 0,1 1 0 0,3 2-3 16,-1-4-8-16,-1 3 7 0,2-2-15 0,1 0-2 15,0 1-5-15,1 0-3 0,0 1 0 0,1 0 0 16,1-2-2-16,2 4 2 0,13-4 3 0,-13 2-5 15,12-1-1-15,-12 0 0 0,12-2-2 0,-13 3 3 16,16-3-2-16,-3 2-2 0,4-1-4 0,-4 1 2 16,0-1 1-16,-1-1-4 0,5 0 2 15,1 1-1-15,3-1 2 0,2 0 0 0,1-1-2 0,1 1 5 16,3-4-5-16,-4 7 0 0,5-2-2 0,-6 1 0 16,-3-2-4-16,2 1 0 0,0-2 1 0,-3 1-2 15,1 1 4-15,2 1-5 0,0-1-3 0,-1 0 1 16,-2 0 2-16,2 1-1 0,1-2 0 15,0 0-2-15,-1 1-3 0,1-1 4 0,-3 2-5 16,3-2 2-16,1 3-3 0,1-2 8 0,-1-1-3 0,3-1-5 16,2 0 5-16,0-1 0 0,26 0 0 0,-31 1 2 15,3-2-1-15,4 3 0 0,-4-1 2 0,0-3-3 16,0 3 1-16,2 1-3 0,-2-1 2 16,1-2-2-16,-2 0-2 0,0 3 1 0,26-1 0 0,-28 1 2 15,1-2 0-15,29 2 0 0,-35-3 1 16,5 3-1-16,-2-1-2 0,2-1 3 0,3 1-3 0,0-2 3 15,1 3 2-15,25-2-2 0,-28 0 0 0,3 0 1 16,25 1-2-16,-30 1 1 0,5-3 1 0,0 1 1 16,-1-1-6-16,0 2 3 0,26 0-6 0,-27 1 10 15,0-5-5-15,2 5-4 0,1-1-1 0,24-2 1 16,-30 1-4-16,4 0 7 0,1 0-2 16,0-2-1-16,27 4 2 0,-29-2-1 0,4 1-3 0,-2-2 3 15,25 6-2-15,-27-4 1 0,2-2 2 0,27-1 0 16,-25 3 0-16,25-3-1 0,-27 3 0 0,27-3-1 15,-33 3 0-15,6-3 0 0,1 2 1 0,26-2-3 16,-27 2 1-16,-2 1-3 0,2-2 3 16,0 2 0-16,-1 1-3 0,-3-1 2 0,0-1 1 15,0-1 1-15,0 3-4 0,1-2 1 0,-4 3 0 0,-1-1 3 16,4 2-3-16,1-3 2 0,0-2-1 0,-2 1-1 16,0 1-4-16,0 1 4 0,-4-1 1 0,8-2-4 15,-4 0 3-15,0 0 2 0,2 0 0 16,-6 3 1-16,3-1-5 0,-1 2 8 0,0-2-1 15,1-3-1-15,-4 6 0 0,1-2 1 0,3 0-3 16,-4-2 0-16,1 1 3 0,0 0-2 0,-2 1 3 16,5 0-5-16,-4-3 2 0,-2 3-3 0,1 0 3 0,-2-1 1 15,1 0-2-15,2-2 0 0,-16 3 3 16,-3-1 1-16,17 0-3 0,-2-1 2 0,-1-1 2 16,-11 3-9-16,12 0 8 0,-12-2 0 0,12 1-2 15,1 0 0-15,-1-2-3 0,-10 0 5 0,8 2-3 16,2 0 2-16,-14-1-2 0,2 0 3 0,10 1-7 15,-12 1 7-15,16 0-5 0,-14-2 4 0,14 0-3 16,-1 1 1-16,-14-2-2 0,16-2 3 0,-2 2-3 16,1 1 2-16,2 1-2 0,-3 1-2 0,-3 0 9 15,-10-3-3-15,12 2-1 0,-12-1-4 0,0 1 2 16,14-2 1-16,-14 3 3 0,-2 0-5 0,3 0 1 16,11-2 2-16,-1 0-5 0,-12 2 4 0,14-2-1 15,-12 2 0-15,13 2 2 0,-2-4-4 0,0 1 1 16,0 1-1-16,2 0 4 0,-1 0-6 0,-12 0 4 15,-1 1-2-15,16-1 3 0,-16 0 1 0,15-1-1 16,-3 2 3-16,-12 1-5 0,14-1 3 0,0-4-3 16,-1 6 5-16,-1-2-3 0,-11 1 2 0,11-2-4 15,0 0 3-15,0 0-1 0,-12 2 1 0,12 0 2 16,-13 0-3-16,13-4 4 0,0 4-9 0,-14-2 8 16,13-2 0-16,-9 2 2 0,-1 0-4 0,12-1 6 15,-2 1 1-15,3-1-4 0,-16 1 1 0,1 1 1 16,1-1 2-16,11-1-1 0,3 2 0 0,-15-1-2 15,13-3 2-15,-11 5-7 0,14-4 6 0,-2 2-2 16,-2 0 3-16,2-2-5 0,-13 1-8 0,13 1 10 16,1-4 3-16,-1 4-1 0,-11 0-1 0,11-2-1 15,-12 2-1-15,-1 0-1 0,15-3 6 0,-2 3-4 16,1-2 2-16,-1 2 0 0,-14-1-4 0,17 1-2 16,-2-1 2-16,-2 0-3 0,1 1 4 0,1-2-4 15,-2 2 5-15,1 0-2 0,-13-2-4 0,17 1 2 16,-1 0 0-16,-2 1 3 0,-1 0-2 0,-15 0 0 15,16-2-3-15,2 2 0 0,1 2 2 0,-1-2 10 16,-2 2-7-16,-2-3-3 0,0 2 1 0,-13-2 2 16,16 2-2-16,-16-1-5 0,12 0 5 0,-9 2-3 15,12-2 8-15,-14 0-4 0,12 0 3 0,-10 0 2 16,10 0 1-16,3 0-3 0,-16 0 0 0,15 0-14 16,-15 0 11-16,3 0 5 0,-1 0-7 0,12 0 5 15,-14 3 1-15,2-2-6 0,-2 0 3 0,3 1-2 16,-1-1-10-16,12 0 13 0,-2-1-2 0,-10 0 6 15,11 1-3-15,-13 1 4 0,0-5-6 0,0 2-1 16,15-2 4-16,-14 3 0 0,13-1 0 0,-12 1 5 16,12-2-3-16,-2 2 2 0,-9-2-2 0,-2 2 4 15,15 0-6-15,-16 0 8 0,15 0-7 0,-15 2-3 16,0-4 3-16,2 2-1 0,12 0 3 0,-14 0-2 16,13 0-5-16,-13 2 1 0,2-2-3 0,-1-2 7 15,11 4 3-15,-10-2-8 0,-1-2-5 0,0 4 3 16,0-4 4-16,-1 2 0 0,14 2-4 0,-14-1 0 15,0-1-2-15,2 0 1 0,-3 2 0 0,1-2 4 16,0 2-1-16,-2-1 3 0,2 0-8 0,-3-1 1 16,2 0 2-16,0-1 1 0,2 2-8 0,-2-2 9 15,0 1 3-15,0 1-3 0,-1 0 2 0,-3-2 2 16,3 1-16-16,-3 3 22 0,1-3-5 0,0 0-10 16,-3 0 5-16,3 0 2 0,-3 1-6 0,2-1 7 15,0 2 1-15,-1-2-5 0,1 0 4 0,-1-2-7 16,3 4 7-16,-3-2 6 0,1-2 2 0,1 2-15 15,0 0 6-15,-1-1 0 0,1-1 0 0,-2 2 1 16,1-1-7-16,-4 1-2 0,0 0 10 0,-6 0-1 16,4-1-2-16,0 0 2 0,-6-1-7 0,1 1 1 15,-2 1-5-15,3 0 12 0,-4 0-32 0,0 1 31 16,1-3 1-16,-7 2-1 0,0-1 1 0,6-1 1 16,-8 2 5-16,3-3-1 0,1 3 1 15,-1-1-1-15,-1-1 0 0,1 2 3 0,-1-1-6 0,0 1 1 16,-1-2-6-16,-1 2 3 0,3-1 3 0,-3 1-2 15,0 0-6-15,0-3 7 0,-2 3-10 0,0-1-3 16,-9 1 7-16,18 0 3 0,-13 0-8 0,-5 0 9 16,14-1-9-16,-8 2 2 0,-6-1 1 0,0 0 2 15,15 0-2-15,-15 0 2 0,10-1-10 16,-10 1-2-16,11 1 15 0,-11-1-6 0,9 0-1 0,-9 0 7 16,12 0-1-16,-12 0-3 0,0 0 4 0,6 0-4 15,-6 0 4-15,0 0 0 0,9 1 9 0,-9-1-6 16,0 0-2-16,0 0 2 0,0 0-3 0,0 0 7 15,0 0 2-15,0 0-1 0,0 0-9 0,9 0 2 16,-9 0-19-16,0 0 8 0,0 0 6 16,0 0-10-16,0 0-11 0,0 0-19 0,0 0-26 0,0 0-36 15,0 0-34-15,0 0-51 0,0 0-50 0,0 0-60 16,0 0-63-16,0 0-200 0,-22-12-602 0,22 12 266 16</inkml:trace>
  <inkml:trace contextRef="#ctx0" brushRef="#br0" timeOffset="21470.7">15923 5591 1 0,'1'-5'175'0,"-1"5"-1"15,2-8-18-15,-2 8-4 0,0 0-5 0,1-8-3 16,-1 8-5-16,0 0-5 0,0 0-3 0,0 0-17 16,0-9-9-16,0 9-13 0,0 0-10 0,0 0-4 15,0 0-11-15,0 0-7 0,0 0-9 0,0 0-6 16,0 0-3-16,0 0-8 0,0 0-2 0,0 0-1 15,0 0-11-15,0 0 0 0,0 0-2 0,0 0 1 16,0 0-7-16,0 0-1 0,0 0 2 0,0 0-4 16,6 20-1-16,-6-20-1 0,2 11-1 0,-1-5 4 15,-1-6 2-15,1 14-1 0,-1-7 0 0,4 1-2 16,-4 1 2-16,3 2 2 0,-2-2-2 0,-1 2-1 16,1-1-2-16,2 1 0 0,-5 0-2 0,4 0 5 15,0 1-3-15,-2 0 4 0,2-2-2 0,-2 1 0 16,1 2 1-16,1-1 3 0,-2 4 16 0,2-1 3 15,-1 3-3-15,-1-1-5 0,1-3 1 0,1 4-3 16,-4-1-2-16,2-1 0 0,0 0 0 0,-1 0-4 16,0 1 1-16,1 0 1 0,0 1-4 0,-3 0-1 15,2 0 5-15,0 7-4 0,-1-8 4 0,1 1-2 16,-3 1-3-16,3 0 4 0,-3 6-2 0,4-7-1 16,-4 1-2-16,2-3-1 0,-1 2 1 0,3 2-1 15,-4-1-2-15,4-1 1 0,0 0-1 0,0 1 2 16,0 0-2-16,0 0 2 0,-2 1-1 0,0 0 2 15,1-2-2-15,1-1 0 0,-2 2 6 0,2 0-3 16,-2 0 2-16,1 1-2 0,2-1 1 0,-2 1 1 16,1-1-2-16,0 0 3 0,-1 0-1 0,-2-2-4 15,3 2-1-15,0 0 3 0,-1 1-2 0,1-1-1 16,-1 0 2-16,1-2-2 0,-2 2-1 0,1 1 3 16,-3-1 3-16,1 7-1 0,1-7 5 0,0 2-6 15,-1 3 4-15,0-4 1 0,1 4-1 0,-1 2 9 16,1-6-9-16,0 6 5 0,-1 0 0 0,0-1-7 15,3 0 2-15,-2 0 4 0,0 2-1 0,-1-1-8 16,-1 1-1-16,1-1-2 0,2 0 5 0,-3-1 8 16,3 4-5-16,-3-4 2 0,1 2-3 0,1 0 3 15,-3-2 3-15,2 0-6 0,1 2-3 0,-2-2 0 16,1-1-2-16,-2 3 1 0,0 2 5 0,0-3-5 16,0 4 4-16,0-2-5 0,-1 0-2 0,4 3 2 15,-2 1 19-15,0 0-2 0,3-2 6 0,-2 2-14 16,-2 2 1-16,2-2-2 0,0 1 5 0,3 0 4 15,-3-1-7-15,2 2-3 0,1-3-4 0,0 1-4 16,3 1 9-16,-3 0-7 0,0 1-6 0,0-1 7 16,0-1 3-16,-2 3 0 0,4-2-3 0,-4 2 1 15,4 0 1-15,-1 0 6 0,0 1-5 0,3 10 2 16,-5-11 3-16,0 1 2 0,-1 10-10 0,1-10 12 0,1 9-3 16,0-9 4-16,-1-2-8 0,-1 2-3 15,8 9 1-15,-4-9 1 0,-4 9-2 0,2-12 4 16,1 1-3-16,-2 3-5 0,2 9 4 0,1-11 0 15,-2 11-2-15,2-11-1 0,-2 11 2 0,0-11 8 16,2 1-2-16,-2 11-4 0,1-1-1 0,-1-12-25 16,3 1 27-16,-3 11-7 0,2-13 3 0,-2 2 0 15,3 0-5-15,0 1 0 0,-1 10 5 0,1-14 8 16,-1 2-14-16,0 0 7 0,0 12 1 0,1-12 2 16,3 15 0-16,-3-14 3 0,-2-1-13 0,4 2 7 0,-2-1-9 15,-1 11-1-15,1-12 5 0,-1 11 4 16,1-9 1-16,-1-1-2 0,1 1 0 0,1-1-2 15,-3 1-1-15,1-1 0 0,0 0 0 0,-1 0 0 16,0 1 3-16,2 8-4 0,-2 3-1 0,2-13 7 0,-2 0-2 16,0 2 0-16,-1 12 0 0,3-2 3 0,-2-14-11 15,1 3 5-15,-1 0-2 0,0 12 3 16,0-12 0-16,-1 11 0 0,0-12 0 0,2 0-1 16,-2 0-1-16,2 0 1 0,-2 2 4 0,0 8 1 15,1 2-5-15,-2-13-1 0,2 1 0 0,-2 2-2 0,4 10 0 16,-2-1 1-16,0 3 4 0,-1-14-7 0,0 1 2 15,1 13 2-15,-1 0 3 0,3 0-6 16,-4-12-1-16,2 9-2 0,-2-9 3 0,2 0 0 16,-1 12 0-16,-1-13-2 0,1 12 0 0,-2-1-1 0,2-12 0 15,0 13 6-15,0-11-4 0,-2 11 1 0,-1-2 2 16,2-11-3-16,1 11-3 0,0 1 2 0,-2-11 7 16,2 11-12-16,0-10 3 0,0 8 2 0,2-9 1 15,-2-3 1-15,3 4 2 0,-3-1-8 16,1 11 4-16,-1-11-2 0,1-2-1 0,0 0 4 0,1 0-1 15,-1 1 1-15,2 13-5 0,-3-13 3 0,3 0-2 16,-3 0-2-16,0 0 0 0,3 1-2 0,-2-1 7 16,-2 0-4-16,1-1 2 0,1 1-1 15,-1-3 0-15,-1 1 1 0,0 1-1 0,2-3 1 0,-4-3-5 16,3 2 4-16,2 0 0 0,-2-2-2 0,0 1-2 16,0-2 2-16,1 1-2 0,-1-8 5 0,0 1-1 15,4 4-1-15,-7-5-1 0,3 6 0 0,2-6 0 16,-5 0-1-16,4 7 4 0,-2-7-5 15,-2 0-4-15,3-2 8 0,-1 1 3 0,0 0-2 0,-2-1 1 16,1 0-3-16,0 0-1 0,2 0 0 0,-1-1 3 16,0 0-5-16,0-2-1 0,1 1 7 0,-2-2-4 15,1-2 2-15,-1 0-3 0,2 0 2 0,0 1 1 16,0-2-3-16,0 2 3 0,0-3 4 0,2 1-13 16,-2 0-2-16,-2 1 9 0,2-2 5 0,-2-1-7 15,2 0 6-15,0-8-2 0,0 14-1 0,0-9 1 16,-1 3 1-16,1-8-4 0,-1 10-4 0,1-10-5 15,0 12-1-15,0-12-4 0,-3 9-6 0,3-9-7 16,-2 10-2-16,2-10-8 0,-4 8 3 0,2-3 3 16,2-5-17-16,-5 10-33 0,4-5-36 0,1-5-27 15,-5 9-26-15,-1-5-41 0,1 0-25 0,5-4-36 16,-12 2-38-16,4-3-37 0,8 1-233 0,-20-5-630 16,12-1 279-16</inkml:trace>
  <inkml:trace contextRef="#ctx0" brushRef="#br0" timeOffset="23133.54">9367 5243 2 0,'0'-10'181'0,"0"10"-10"16,0 0-16-16,0-12-17 0,0 12-14 0,0 0-16 0,0 0-9 15,0 0-9-15,0 0-12 0,0 0-11 16,-18 19 0-16,11-5-10 0,-2 5 1 0,0-3-11 16,-4 7 4-16,2 2-4 0,-1-2-7 0,3-7-4 15,0 0-2-15,0 0-4 0,2-1-1 0,-1-6-8 16,4 1-4-16,0-2 2 0,2-2-1 0,-1 1 10 0,3-7-9 16,-4 7 2-16,0-3 10 0,4-4 7 0,0 0 6 15,0 0 14-15,-5 8 11 0,5-8 12 16,0 0 0-16,0 0-10 0,0 0-6 0,0 0-6 15,0 0-8-15,7-25-6 0,-2 10-3 0,0-2-8 0,3 1-4 16,1-9 2-16,2 1-7 0,2-2-1 0,-3 1-5 16,0-1-16-16,3 0-3 0,-2 2 0 15,0-1 2-15,-1 0-6 0,3 1 1 0,-2-1 4 16,1 4-1-16,-3 4-1 0,-2 0 0 0,-1 7-2 16,0 0 1-16,0 1 1 0,-1 2-2 0,-1 1-6 0,0 3-1 15,-4 3 0-15,8-3 0 0,-8 3-1 0,14 3 4 16,-7 4-3-16,1 3 1 0,5 6 4 0,0 6 0 15,2 0 2-15,-3 4-1 0,-3 1 7 0,4 0-3 16,-2-2 0-16,-1-1 0 0,0 0 4 16,-2 1-6-16,-3-5 5 0,1-2 1 0,2 0-2 0,-2 0-1 15,0-2 4-15,-3 1-2 0,1-5 1 0,1-1-1 16,0-1 4-16,0 2-1 0,-1-4-4 0,-1-1-10 16,-1-2-14-16,-2-5-21 0,3 8-24 0,-2-3-21 15,-1-5-19-15,0 0-39 0,0 0-32 16,-5 11-161-16,5-11-367 0,-16 1 162 0</inkml:trace>
  <inkml:trace contextRef="#ctx0" brushRef="#br0" timeOffset="23613.62">9278 5334 34 0,'0'0'160'0,"1"-9"-13"0,-1 9-18 0,18-4-9 16,-5 2-12-16,7-3-13 0,2 1-10 0,7 0-13 15,1 0-6-15,3 1-21 0,0 2-20 16,0-4-27-16,1 3-10 0,0-1-14 0,-4 1-12 16,-1 1-13-16,-2-2 0 0,-8 2 2 0,1-1 11 15,-2 0-2-15,-1 0 6 0,-4 0 9 0,-3-1 15 16,-1 1 12-16,-3 0 17 0,-6 2 5 0,10-6 14 0,-10 6-1 16,8-6 14-16,-7 2 2 0,-1 4 10 0,3-10 12 15,-3 10 16-15,1-7 3 0,-1 7-2 16,0 0-3-16,0 0-12 0,2-9-7 0,-2 9-12 15,0 0-9-15,0 0-2 0,0 0-5 0,0 0-9 16,15 13-3-16,-11-4 0 0,3 6-2 0,0 2-2 0,2 0 0 16,-2 2-4-16,0 4 0 0,-2-4-2 15,1-1 0-15,2 0-4 0,-2 0 1 0,-2-3-3 16,0 1-2-16,0-6-1 0,0 2-1 0,2-3 1 16,-2-1-1-16,-2-2 2 0,1 0-2 0,0 1 4 15,-3-7-2-15,3 6 11 0,-3-6 12 0,3 5 18 16,-3-5 8-16,0 0-5 0,0 0-7 0,0 0-2 15,0 0-4-15,16-17-8 0,-9 1 2 0,-1 0-6 16,2-2-7-16,1-7 0 0,1 0-3 0,-2 2 0 16,2-1-1-16,-1-1-6 0,-1 3 1 0,-2 4-3 15,4 1 1-15,-5 0-17 0,2 3-15 0,-3 2 1 16,0 2-17-16,-1 1-22 0,1 6-22 0,-4 3-46 16,3-10-45-16,-1 6-25 0,-2 4 0 0,0 0-126 0,14 2-348 15,-14-2 154-15</inkml:trace>
  <inkml:trace contextRef="#ctx0" brushRef="#br0" timeOffset="24013.47">10326 5243 24 0,'-7'-8'199'0,"1"2"1"0,6 6-2 15,-10-6-12-15,1 4-15 0,2-1-16 0,-3 3-16 16,-5 3-15-16,5 0-13 0,-9 6-7 0,-3 3-10 15,0 7-10-15,0 0-9 0,2 3-5 0,3 2-10 0,3-3-5 16,4-2-7-16,4-2-5 0,-1 0 1 16,3-2-7-16,2 1-3 0,-1-4-5 0,3 1 1 15,3-3-5-15,1-1 1 0,-1-1-4 0,1-2-4 16,3 1-7-16,-2-4 4 0,4-1-3 0,0-2-3 16,-9 0-1-16,16-2 1 0,-3-3 3 0,-3-1-4 15,1-2-3-15,0 2 1 0,-2-5-1 0,-3 1-2 16,4-4 4-16,-2-1 0 0,-1-1-3 0,-3 5 6 15,1-3-3-15,-2 1 6 0,1 1-7 0,-3 2 14 16,1 1 11-16,-1 3 0 0,-1 6-3 0,1-12-7 16,1 7-5-16,-2 5-5 0,2-5-4 0,-2 5-2 15,0 0 2-15,0 0-1 0,0 0-5 0,0 0 3 16,5 23-1-16,-1-13 3 0,-2 0-1 0,0 2 0 16,3 0 0-16,-1-1-4 0,0 0-14 0,1 1-19 15,3 2-29-15,-3-2-24 0,1-2-30 0,0-1-41 16,2-1-33-16,0-1-165 0,-1 0-384 0,0-2 170 15</inkml:trace>
  <inkml:trace contextRef="#ctx0" brushRef="#br0" timeOffset="24231.55">10484 5085 121 0,'-1'-13'243'0,"1"2"-2"16,-1 3-7-16,1 8-15 0,0-11-24 0,0 11-25 15,-2-8-27-15,2 8-14 0,0 0-11 0,0 0-14 16,0 0-9-16,0 49-4 0,-1-22-9 0,-1 2-4 16,-1 4-10-16,0 1-3 0,0 12 5 0,-3 0-15 15,5-15-6-15,-1 3-3 0,0-6-17 0,0 2-30 16,2 0-27-16,2-2-33 0,0-3-41 0,0-8-49 16,3 2-55-16,0-2-144 0,1-5-378 0,1-4 167 15</inkml:trace>
  <inkml:trace contextRef="#ctx0" brushRef="#br0" timeOffset="24586.74">10820 5285 223 0,'-5'-9'225'0,"-1"3"-20"16,-3 2-17-16,-4 2-20 0,2 4-11 0,-7 2-7 15,1 5-9-15,-8 5-14 0,0 0-15 0,6 4-8 16,2 3-12-16,6-7-9 0,1 2-9 0,2-3-6 15,2 3-8-15,3-4-2 0,3-1-7 0,1 0-3 16,2 0-12-16,1 0 1 0,4-2-5 0,-2-1-11 16,4-3-16-16,-1 1-4 0,0-3-4 0,2-2-5 15,0-1 5-15,-1-2 1 0,-1 0-4 0,1-4-3 16,2 0 1-16,-2-3 5 0,-2 1-2 0,2-6 4 16,-5 2 1-16,4-3 0 0,-2 1 0 0,1-2 0 15,-4 0 3-15,2 6 11 0,-2-2 7 0,-3 7 9 16,1-1 4-16,0 0-1 0,-2 6-3 0,2-10-7 15,-2 10-3-15,2-6-8 0,-2 6-4 0,0 0 1 16,0 0 0-16,0 0-2 0,8 20 1 0,-7-7-1 16,2 0-2-16,-2 2-2 0,0 1-22 0,3 2-26 15,-2 1-20-15,1-1-39 0,0-2-49 0,3 1-31 16,-5-1-170-16,5 0-384 0,-3-4 170 0</inkml:trace>
  <inkml:trace contextRef="#ctx0" brushRef="#br0" timeOffset="24954.71">11029 5353 6 0,'1'-6'242'16,"-1"6"-26"-16,3-9-28 0,-3 9-15 0,0 0-24 16,2-4-11-16,-2 4-16 0,0 0-9 0,0 0-7 15,8 19-9-15,-7-9-19 0,3 0 1 0,-4 1-8 16,2-2-6-16,0 3-6 0,-2-2-6 0,1 0-3 15,0-3-6-15,-1-7-1 0,2 12-5 0,-2-6-2 16,0-6-2-16,0 9 0 0,0-9-2 0,0 0-4 16,0 0-2-16,0 0-2 0,0 0 0 0,0 0-5 15,0 0 1-15,0 0-3 0,0 0-4 0,-11-22 3 16,11 12-5-16,0 1 0 0,1-4-2 0,1-3 0 16,4-1-2-16,2-2-1 0,0 4-4 0,2-2-1 15,-3 5 0-15,5-1 2 0,-2 5-3 0,-1-1-2 16,0 3-3-16,2-1 1 0,-1 5-2 0,-3 1 0 15,4 2-3-15,-1 4 6 0,-3 4-3 0,2 1-2 16,1 6 6-16,-2-2 0 0,-1 4-1 0,-1-1 0 16,0 2 2-16,-2-2-11 0,0 2-28 0,-1 0-44 15,-1-2-37-15,0 0-36 0,-1 0-184 0,-1-2-367 16,1-4 163-16</inkml:trace>
  <inkml:trace contextRef="#ctx0" brushRef="#br0" timeOffset="25203.22">11484 5220 200 0,'-6'-4'219'0,"6"4"-24"0,-12-2-18 0,12 2-8 16,-18 7-10-16,3 5-6 0,2 1-7 0,-3 2-13 15,0 9-13-15,0 0-11 0,2-1-7 16,6 1-9-16,0-6-10 0,4 1-7 0,2-1-7 0,2 0-3 15,3-1 0-15,2 0-11 0,3-1-5 0,1-3-2 16,4-3-16-16,2 1-9 0,0-5-20 0,7 2-26 16,-3-4-28-16,2-2-29 0,7-2-38 0,-8-2-31 15,3-2-25-15,-3-2-152 0,-1-1-352 16,-3 1 156-16</inkml:trace>
  <inkml:trace contextRef="#ctx0" brushRef="#br0" timeOffset="25732.88">11703 5125 33 0,'3'-10'228'0,"-2"3"-5"0,1 1-13 16,-2 6-18-16,2-9-23 0,-2 9-14 0,0 0-26 15,0 0-16-15,0 0-7 0,0 0 3 0,0 0-4 0,4 34 5 16,0-8-9-16,-7 3-7 0,6-1-5 0,-6 4-3 16,2 0-8-16,-1 3 0 0,0-2-10 15,-2-2-5-15,3 1-6 0,0-3-2 0,1-4-10 0,-2-7-5 16,1-2-2-16,1-4 3 0,-1-1-10 15,1-3-5-15,-1 0-3 0,1-8 4 0,0 10-4 0,0-10 2 16,0 8 1-16,0-8 1 0,0 0 1 0,0 0-4 16,0 0 1-16,0 0-5 0,0 0-4 15,0 0-3-15,16-25-3 0,-9 14-2 0,0-4-8 16,6-1 0-16,5-3-2 0,-5 4-4 0,3 2-3 16,-1 1 9-16,4 2-9 0,-2 3 5 0,0 1 1 0,-2 5-9 15,-3 2-5-15,1 1 6 0,-1 3 5 0,5 4 1 16,1-1-1-16,-5 3 8 0,1-1-1 0,0 1 5 15,-1 1-2-15,1-2 6 0,1 0 2 0,-1 0 1 16,0 1 0-16,3-3 4 0,2-1 4 16,0-3-1-16,4-2 4 0,4 0-6 0,2-6-1 15,-2 0 2-15,3-2-2 0,-2-2-3 0,2 1 3 0,-13 0 0 16,1-4-3-16,-2 2 3 0,0-2-4 0,-5-2-1 16,0-1 0-16,-1 0-1 0,-4-4-2 0,-1 2-1 15,-1 1 4-15,-2 3 3 0,0-4 1 16,-6 4 0-16,2 0-3 0,-1 3 5 0,-1 1 2 15,-1 3-3-15,-1-1-4 0,-2 5-4 0,8 1 9 0,-27 7-16 16,12 3 1-16,-8 9 8 0,2 0-5 0,2 1 2 16,3 5-3-16,3-2 4 0,4 2-3 15,5-5 5-15,1-1 0 0,6 1-10 0,6 3 1 16,0-5-13-16,11 2-26 0,7-4-37 0,4 0-55 16,6-6-71-16,21 0-59 0,0 0-236 0,32-4-535 0,-27-5 236 15</inkml:trace>
  <inkml:trace contextRef="#ctx0" brushRef="#br0" timeOffset="27013.74">18810 5100 55 0,'0'0'179'0,"-9"-5"-5"0,9 5-2 0,-5-4-3 0,5 4-5 15,0 0-7-15,0 0-8 0,-5-6-14 0,5 6-12 16,0 0-11-16,0 0-15 0,0 0-6 0,0 0-13 16,0 0-7-16,0 0-14 0,0 0 0 0,17-10-9 15,-7 8-5-15,8 1-2 0,0-1-8 0,-1 1 1 16,1-2-6-16,2 2-6 0,-8 1 0 0,1-1-5 15,0 1-1-15,0-3-1 0,-4 3-3 0,-2 0-4 16,-7 0-2-16,16 0 6 0,-10-1-9 0,2 0 1 16,-8 1-3-16,12 1-2 0,-12-1-4 0,11 1 2 15,-11-1 1-15,10 2-2 0,-10-2 1 16,6 1-8-16,-6-1 8 0,0 0-8 0,9 2 5 0,-9-2-2 16,4 6 1-16,-4-6-3 0,-3 14 3 0,0-4-3 15,-6 4 4-15,-1 3 7 0,-8 3-3 0,0 1 3 16,-5 2-1-16,0 1 1 0,0-1 2 0,-2 0-2 15,2 1 0-15,3-3-1 0,-1 1 3 0,1 0-3 16,5-8 3-16,-1 0-3 0,5-1 0 16,2-2 1-16,1 0 0 0,2-1 0 0,-1-2 7 0,4 2-4 15,0-1-2-15,-2-4-7 0,1 0-7 0,4-5-4 16,-5 6 1-16,5-6 2 0,-1 9 3 0,1-9-4 16,0 0 3-16,6 7 2 0,-6-7 1 0,15 0-1 15,-4 0-1-15,5-3 4 0,2-2-3 0,3 1 1 16,0-2-1-16,6 3 7 0,-4-1-2 0,-2 3-1 15,-3 1 2-15,0 1-3 0,2-2 2 0,-3 0 5 16,3 2 2-16,-2 2-1 0,1 1 0 0,-1-3-2 16,0 3-1-16,1 0 3 0,-1-2-1 0,0-1 2 15,0 1 1-15,0-1 0 0,-4 0-4 0,2-2 2 16,-3 1 2-16,0-1 0 0,-2-1 5 0,1 0-5 16,-1 1 0-16,-2-2-2 0,3 0 12 0,-7 0 2 15,0-3-1-15,3-1-1 0,-3-1-1 0,1-2-1 16,-3 2-2-16,-1-5-4 0,0 2 2 0,-1-1-3 15,-1-2 4-15,0 3 0 0,0 1 8 0,-3 0 2 16,1 3 2-16,-1 2-6 0,-3-5-1 16,-1 6-4-16,2-1-4 0,5 5-4 0,-11-2-3 0,11 2 3 15,-22 8 1-15,8 3 6 0,-1 5-2 0,2-2-3 16,0 1 2-16,-1 7-6 0,0 0 5 0,5 1 1 16,4-5-5-16,2 1 4 0,5 0-6 0,3 2-15 15,4 1-33-15,5-1-41 0,1-1-39 0,7-5-25 16,-4-2-36-16,5-1-119 0,2-2-335 0,-6-4 148 15</inkml:trace>
  <inkml:trace contextRef="#ctx0" brushRef="#br0" timeOffset="27928.7">19490 5370 141 0,'4'-10'210'15,"-3"3"-11"-15,2 4-23 0,-3 3-17 0,4-8-19 16,-4 8-15-16,0 0-21 0,0 0-5 0,0 0-8 15,0 0-5-15,10 19-6 0,-9-8-5 0,0 3-4 16,1 0-8-16,-2-3-2 0,-2 5-6 0,4 0-8 16,-2-4 2-16,-3-1-8 0,3 0-5 15,0-2-4-15,0-9-3 0,0 11 4 0,0-11-4 0,0 7-1 16,0-7 3-16,3 7 5 0,-3-7 6 0,0 0 10 16,0 0 8-16,0 0 5 0,0 0-3 0,0 0-7 15,0 0-6-15,0 0-6 0,0 0-2 0,0 0-4 16,12-22-9-16,-3 8-8 0,4 2-6 0,0-1-4 15,0 1-3-15,1 3 1 0,0 1-2 0,0-2-2 16,-4 6-1-16,1-1-4 0,0 3 0 0,-2-2-6 16,0 4 3-16,-9 0 0 0,15 3 6 0,-8 0-7 15,4 2 3-15,-3-1-2 0,2 4 2 0,1-2-2 16,1 3 6-16,3 0-1 0,-1-2 0 0,3 2 2 16,-1-4-2-16,1 0 2 0,0-1-2 15,2-2 2-15,-2 0-2 0,2-4-3 0,1 1 6 0,-7-3-5 16,1 0 3-16,-1 1-2 0,-2-4 1 0,1 1 2 15,-2 0 0-15,-1-1-1 0,-3-3-2 0,2 0 3 16,-3-5 0-16,-1 2 2 0,-2 2 2 0,1-6 0 16,-2 6-1-16,-2-7-3 0,0 7 1 15,-1-5 2-15,1 4 1 0,-3 1 4 0,2 3-7 0,-1 0 0 16,1 2-2-16,2 6 0 0,-4-9-6 16,4 9 3-16,-5-5-3 0,5 5-2 0,-12 0-3 15,12 0 2-15,-24 14 4 0,10-1-3 0,0 1 0 16,2 1 1-16,2 2 2 0,1 0-3 0,4-2 4 0,0 3 1 15,1-1-2-15,3-3 0 0,2 3 3 16,0 0 0-16,4-2 4 0,4 0 1 0,2 0 1 0,1-5 0 16,4 3 2-16,0-5-3 0,3 0 5 0,1-3-2 15,7 3 0-15,-7-6 2 0,3 0-4 0,5-2 0 16,0-3 0-16,-9 0 0 0,11-2 1 0,-14 0-4 16,2 0-3-16,-1-4-4 0,-3 0-2 0,0-4-2 15,-1 2 0-15,-2-5-10 0,1-1 5 0,-3 2-7 16,-3-3-2-16,-1-2 0 0,3-6 0 0,-7 6 1 15,0 1-2-15,-2 0 3 0,-4 3 4 0,-1 0 0 16,-1 3 3-16,3 3 4 0,-1 0 0 16,-2 1 1-16,-2 2 9 0,1 0-8 0,0 2-2 0,2 1 1 15,-2 0-3-15,2 2 4 0,6 2-4 16,-6-3 0-16,6 3-1 0,0 0 5 0,-11-4-1 0,11 4 0 16,0 0 5-16,0 0 3 0,0 0-6 0,0 0 5 15,0 0 2-15,0 0 4 0,25 10 3 0,-6-10 1 16,2 2 0-16,8-1 2 0,0-2 5 0,-3-1 0 15,3 2 1-15,-9-1-1 0,1-1 12 16,-4 0-9-16,-2 2-4 0,-2 0 5 0,-1-1-6 0,-1 0 0 16,-4 2-2-16,1-1 1 0,-8 0-4 0,13 1-2 15,-13-1-3-15,9 0-4 0,-9 0 2 0,7 4-1 16,-4 3 3-16,2-1-2 0,-1 3 5 0,-3 2 1 16,2 1 3-16,-1 5 3 0,0-1 2 0,-2 1-2 15,0 1 12-15,0-3-7 0,-2 2 1 0,4-4 0 16,-2-2-1-16,1 2-5 0,0-1 2 0,3 1-7 15,1-1-17-15,0-1-20 0,0-1-35 0,4-1-29 16,4 1-41-16,5-4-39 0,2-2-36 0,7 4-198 16,-8-4-439-16,4-4 195 0</inkml:trace>
  <inkml:trace contextRef="#ctx0" brushRef="#br0" timeOffset="28057.85">20912 5367 82 0,'-3'-17'101'0,"3"17"-51"16,-2-7-53-16,2 7-36 0,0 0-42 0,-5-9 20 0</inkml:trace>
  <inkml:trace contextRef="#ctx0" brushRef="#br0" timeOffset="30131.94">7669 5986 76 0,'-12'0'91'0,"3"2"8"0,0-1-6 16,2-1-4-16,7 0-6 0,-16 0-3 16,10 3 1-16,6-3-9 0,-13 1-1 0,13-1-9 15,-10 2 3-15,10-2-12 0,0 0-4 0,-8 1-10 16,8-1 7-16,0 0-13 0,0 0-3 0,0 0 2 0,0 0-4 16,0 0-4-16,0 0 4 0,0 9 2 0,0-9 4 15,0 0 2-15,16 4 7 0,-7 1 2 16,1-1 9-16,3-3-5 0,3 1 1 0,3 1 0 15,2-2 0-15,-1-1-3 0,10 4-4 0,-2-1-1 0,1-1 3 16,2-2-6-16,2 0-4 0,0 2 7 0,-2-1-3 16,2-1-5-16,-1 2 1 0,2 0-4 15,-4 0-2-15,3 1-3 0,1-2-3 0,-1 1 4 16,1-1-5-16,1-1-1 0,1 3 1 0,-1-2 0 16,4 2-1-16,0 0 1 0,0 1-4 0,-2-2-1 0,2 0 0 15,15 4 5-15,0-3-2 0,-6-1 5 0,5-1-3 16,2 2 2-16,-1-3-3 0,0 6 1 0,3-6-2 15,0 3 0-15,-1-4-2 0,6 3 5 16,-4-3 0-16,4 0 3 0,2-1 0 0,1 2-1 16,24 2-5-16,-26-4-1 0,26-1 3 0,-30 0-2 0,4 2-1 15,-2 1 2-15,4 0-5 0,25 3-1 0,-29-3 1 16,4 1 2-16,-1-1-1 0,28 3-4 0,-31-3-4 16,5 0 2-16,24 4-3 0,-27 0 3 15,1-2-1-15,-3-2 2 0,3 3 0 0,3 1-2 0,23 1 1 16,-27-1 0-16,5-3 0 0,-3 1 3 0,26 1-2 15,-25 1 0-15,26-4-2 0,-27 3 1 0,27 0-2 16,-28-2 2-16,-1 0-1 0,30-1 0 0,-28 2 2 16,27 1 0-16,-27 1-2 0,2-1 1 0,31-3-1 15,-31 1 1-15,22 3-3 0,-25 0 6 0,0-2-5 16,28-4-3-16,-28 4 1 0,1 1 1 0,31-2 4 16,-33 2-2-16,27-5-1 0,-23 4 1 0,27 4-3 15,-29-6 2-15,29 3-2 0,-28-3 2 0,27 1 2 16,-26 1 3-16,25-2-5 0,-4 0-4 0,-23 0 4 15,27 2 0-15,-25 0 1 0,27-3-2 0,-27 0-2 16,26-1 3-16,-30 2-2 0,2 1-3 0,27-4 1 16,-27 3 4-16,1-1-1 0,26 2-1 0,-28-4-1 15,26 1 1-15,-25 1-1 0,-1-2 5 0,1 0 0 16,24 2-4-16,-30 2-2 0,8-2 5 0,0 2 0 16,26-3 2-16,-30 0-9 0,1-1 4 0,28 0 1 15,-28 2-1-15,27-2-3 0,-28 1 3 0,2 1-4 16,23-5 2-16,-25 5-2 0,2-1 1 0,1 1-1 15,1 0 4-15,25-7-2 0,-27 6 1 0,1-3 2 16,25-2 2-16,-28 2-6 0,27-2-2 0,-31 1 3 16,2 2-4-16,1 0 0 0,3-3-1 0,0 3 6 15,2 0 1-15,25-3-2 0,-30 3-5 0,30-2 4 16,-28-1-3-16,27 3-1 0,-30-1 5 0,6 0 1 16,-2 0 4-16,27 0-9 0,-26 1 2 0,-2-3 1 15,3 4 3-15,-2 1-8 0,0-3 2 0,26-1 3 16,-27 0 0-16,-2 3-3 0,0-1 2 0,2-1-3 15,0 1 0-15,-4 0-1 0,5 2 2 0,-4-4 2 16,3 2 2-16,-4-2-2 0,0 5-4 0,0-2 0 16,0 2 2-16,2 0 2 0,-2-1 1 0,0 0-2 15,-1 2-4-15,-1-1 7 0,0-1 6 0,2 2-2 16,-5 0-6-16,1 0 3 0,-1-4-4 0,3 4-2 16,-4 0 2-16,3-2 1 0,-1 1 14 0,-1 1-17 15,1 0 3-15,0-3 1 0,2 3 0 0,-3 0 7 16,2-3-1-16,-3 2-2 0,1 4 3 0,1-6-1 15,-5 3 2-15,4 1-5 0,-1-2 2 0,2-2 13 16,-3 3-15-16,2 0 6 0,1 0 0 0,3-2 0 16,-5 2-3-16,5-2-9 0,-5 0 10 0,5 2 2 15,-3 0-1-15,3-1 5 0,-3-1 4 0,1 0-6 16,-3-1 7-16,0 3-3 0,1-3-12 0,0 4 8 16,0-4-3-16,0 3 5 0,-3 0 3 0,3-2-5 15,0-1 15-15,-1 2-17 0,5 0-6 0,-1-5 5 16,0 6-4-16,-1-2 0 0,-2 1-5 0,-2-2 6 0,2 1 5 15,-2 0-8-15,-2 0 3 0,-1 1 13 16,-11 0-14-16,12 0-11 0,0-3 16 0,0 3-6 16,-11 0-2-16,12 0 3 0,0-2 1 0,2 0 0 15,-4 2-12-15,2-2 3 0,1 3 2 0,-1 0-1 0,-14-3 10 16,17 1-11-16,-3 0 5 0,-1 2 2 16,1-1-3-16,-15-2 3 0,13 2 10 0,-11-1-23 0,1 2 10 15,12-2 3-15,-14 3-4 0,-1-2 2 16,-1 1-3-16,-1 0 3 0,4-1 27 0,-5 2-25 15,1-1-8-15,0 0 10 0,3 0-7 0,-4 0-10 0,4 0 8 16,-5 1 4-16,5-1-2 0,-3 1 3 0,0 2-1 16,-3-2-3-16,1-1 0 0,-1 2 7 15,-4-2-5-15,4 1 4 0,-4 1 4 0,0-1-6 16,-6-1-2-16,-3 0 4 0,0 1 1 0,-1-1-3 0,-1 2 0 16,-4-1 3-16,-3-1-3 0,3 0 1 0,-1 0 2 15,-1 0-4-15,1 0 5 0,5 0-6 0,-7 0 8 16,-2 0-6-16,3 0 1 0,-4 0 5 0,-7 0-8 15,14 0-16-15,-8 0 20 0,-6 0 0 0,12 0 0 16,-12 0 2-16,11 2 8 0,-11-2 0 0,0 0-6 16,8 1 5-16,-8-1 1 0,0 0-4 0,0 0-1 15,0 0-4-15,0 0-1 0,0 0-15 0,0 0 17 16,0 0-4-16,0 0 8 0,0 0-23 0,10-1-15 16,-10 1-32-16,0 0-26 0,0 0-29 0,0 0-53 15,0 0-41-15,0 0-53 0,0 0-58 0,0 0-296 16,-30-3-665-16,12 0 294 0</inkml:trace>
  <inkml:trace contextRef="#ctx0" brushRef="#br0" timeOffset="31166.12">6074 6785 132 0,'0'0'234'0,"0"0"-7"15,0-11-11-15,0 11-6 0,0 0-15 0,0 0-16 16,-3-7-13-16,3 7-19 0,0 0-22 0,0 0-11 16,0 0-18-16,0 0-6 0,0 0-5 0,0 0-12 15,-2 26-4-15,2-13 2 0,-2 8-11 0,2-4-4 16,-5 9-5-16,4-7-4 0,0 1-1 0,-1 3-4 16,2-5-6-16,0 1 2 0,0-2-8 0,0 2-1 15,0-5-2-15,0 1-5 0,0-3-4 0,-1-1 0 16,1 2-3-16,0-1-2 0,1-2-23 0,-1 0-21 15,3 0-31-15,-6 0-39 0,2-3-38 0,1-7-49 16,-1 11-220-16,1-11-442 0,-9 5 196 0</inkml:trace>
  <inkml:trace contextRef="#ctx0" brushRef="#br0" timeOffset="31346.53">5965 6649 2172 0,'3'-15'-2'0,"-2"3"4"0,2 0-1 16,-2 2 4-16,0 3-9 0,2 1-18 15,-3 6-19-15,1-8-13 0,-1 8-19 0,3-9-24 16,-3 9-30-16,0 0-23 0,0 0-119 0,0 0-290 16,0 0 128-16</inkml:trace>
  <inkml:trace contextRef="#ctx0" brushRef="#br0" timeOffset="31595.53">6326 6748 102 0,'10'3'168'0,"-1"0"-4"0,-1 6 10 0,2-2-14 15,0 5-3-15,-2 3-6 0,-6 5-11 0,2 8-9 16,1 0-11-16,-5-1-8 0,-5 4-9 0,1-3-9 15,-1-1-8-15,1 0-11 0,-2-3-4 0,-1 3-7 16,-3-3-8-16,0-1-7 0,3-3-2 0,0-1-4 16,-5 4-1-16,5-7-5 0,-2 1-1 0,-3-1-5 15,-1-1-20-15,1 0-28 0,-2-2-33 0,-7 2-36 16,5-4-47-16,0-3-43 0,2-1-151 0,-4-4-355 16,5-2 157-16</inkml:trace>
  <inkml:trace contextRef="#ctx0" brushRef="#br0" timeOffset="31813.47">5694 6850 45 0,'0'0'254'15,"-10"11"-22"-15,2 4-20 0,2 4-17 0,1 6-10 16,-2 5-12-16,1-1-17 0,1 1-14 0,1-1-13 15,4 0-7-15,0 0-15 0,4 0-10 0,2 0-12 16,3-2-22-16,3-3-39 0,2-1-45 0,1 0-64 16,6-7-44-16,4-4-52 0,-3 2-121 0,6-8-325 15,2 1 145-15</inkml:trace>
  <inkml:trace contextRef="#ctx0" brushRef="#br0" timeOffset="35759.55">7430 6615 92 0,'0'0'112'0,"-9"-2"2"0,9 2 1 16,-12 0-6-16,12 0-5 0,-14-3-16 15,14 3 3-15,-13 1-1 0,13-1-12 0,-8 0-2 0,8 0-10 16,0 0-8-16,-9 3-2 0,9-3 7 16,0 0 9-16,0 0 2 0,16 11-1 0,1-9 3 0,5 0 6 15,11 1-11-15,7-3-8 0,17-3-3 0,0-1-6 16,2 2-9-16,0-2 1 0,-3-2-6 0,-3 2-7 16,-14 1-5-16,-3 2-15 0,-1-2-27 0,-7 3-27 15,-9 0-36-15,0 0-30 0,-4 0-26 0,-4 1-24 16,-4 1-113-16,0-1-291 0,-7-1 130 0</inkml:trace>
  <inkml:trace contextRef="#ctx0" brushRef="#br0" timeOffset="36029.43">7694 6623 5 0,'0'0'234'15,"0"0"-6"-15,-4-6-9 0,4 6-10 0,0 0-18 16,0 0-19-16,0 0-20 0,0 0-18 0,0 0-17 16,0 0-11-16,0 0-9 0,-11 18-7 0,10-6 0 15,-3 5-1-15,0 2-4 0,0 8-4 0,0 1-10 16,-2-1-4-16,0 1-8 0,2-1-3 0,0-1-4 16,-2-2-10-16,3-3-1 0,-1 4-3 0,0-7-3 15,3-1-5-15,-3 2-4 0,3-1-3 0,0 0-21 16,-2-2-28-16,1 0-39 0,-1 1-44 0,3-4-39 15,-3-2-43-15,2 6-193 0,0-7-416 0,0-1 184 16</inkml:trace>
  <inkml:trace contextRef="#ctx0" brushRef="#br0" timeOffset="36777.18">7827 6674 149 0,'2'-9'220'0,"-1"4"-24"16,-1 5-21-16,2-6-17 0,-2 6-19 0,0 0-8 15,0 0 0-15,7 20-6 0,-7-5-7 0,-3 5-8 16,2 6-9-16,-2 2-11 0,1 2-8 0,-3 0-8 16,3-2-5-16,0 2-9 0,-1-2-3 0,1-10-8 15,0 1-5-15,0-1-2 0,-1 0-6 0,2-7 1 16,-1 2-8-16,0-4-1 0,1 0 2 0,0-2-7 15,1-7-2-15,0 11-5 0,0-11 0 0,0 9-5 16,0-9 4-16,-3 6 0 0,3-6-4 0,0 0-9 16,0 0-10-16,0 0-7 0,0 0-1 0,0 0 0 15,12-23-3-15,-9 11 0 0,5 2-1 0,0-3-1 16,2-3 9-16,-2 7-8 0,3-4 3 0,-2 5-1 16,5-2 0-16,-2 5 1 0,-1-2 2 0,1 7 3 15,-2-4 3-15,4 2-2 0,-2 4 6 0,-1 2 0 16,2-4 4-16,0 3 1 0,-1 1 4 0,0-3-2 15,2 3 2-15,-1-2 1 0,1 0-1 0,0 2 3 16,-1-1-5-16,7-3 5 0,-1 2 10 0,-1-2-12 16,3-1-3-16,-2-1 5 0,-4-5-1 0,3 3 0 15,-7 0-3-15,0-2 4 0,1-1-1 0,-3 1 13 16,2-1-3-16,-4-2 6 0,1 1 5 0,-3-2-1 16,-1-1-1-16,1 4 10 0,-1-3 1 0,-2 3-1 15,0 0 0-15,0-1 0 0,-2 8 5 0,1-11-3 16,-1 11-7-16,0-9-3 0,0 9-8 0,0 0-2 0,0 0-6 15,0 0 0-15,0 0-5 0,0 0 4 0,0 0-1 16,-15 33-2-16,10-17 0 0,1-4 1 0,0 4-1 16,0 1-2-16,3-7 4 0,1 2-6 15,0-2 0-15,1-2 1 0,1 2-1 0,0-4-2 16,1-1 5-16,3 0 0 0,1-1-6 0,0 0 2 0,4-4 4 16,2 2-7-16,-1-4-1 0,0 0 0 0,-1-2 2 15,3 0 1-15,-2 0-2 0,-1-4 3 16,-2 2-3-16,0-2 0 0,-2 2 6 0,-1-3-4 15,-1-1 1-15,0 3-2 0,-2-3 3 0,-1 1 3 0,0 2 5 16,-2 7 0-16,2-12 1 0,-1 7 2 0,-1 5-10 16,0 0-6-16,2-8-1 0,-2 8-4 0,0 0 0 15,0 0 2-15,0 0 2 0,1 25 1 16,-2-12 6-16,-2 3-5 0,-1 3 1 0,2-2-2 16,-3 1 3-16,2-1-1 0,0 0 0 0,0 1 3 0,-2-4-2 15,3 5-5-15,-1-7-14 0,1 1-21 0,0-2-24 16,-2 1-39-16,0-4-49 0,3 1-36 0,-2-3-56 15,-2 0-133-15,5-6-405 0,-11 6 180 16</inkml:trace>
  <inkml:trace contextRef="#ctx0" brushRef="#br0" timeOffset="36934.83">8201 6700 47 0,'0'0'59'0,"19"8"-37"16,-10-1-44-16,3 0-23 0,5 2 11 0</inkml:trace>
  <inkml:trace contextRef="#ctx0" brushRef="#br0" timeOffset="37441.44">8967 7038 187 0,'5'-11'305'15,"3"2"-18"-15,-2-3-5 0,3-3-21 0,-1 1-18 16,0-2-21-16,-1 1-19 0,1 0-22 0,1 0-12 16,2-2-25-16,-2 3-12 0,-2-4-10 0,-3 2-17 15,5 3-7-15,-3-3-14 0,0 1-12 0,0 4-7 16,-1 2 2-16,-4 1-16 0,5 2-2 0,-5-2-4 15,2 4-7-15,-3 4-8 0,0 0-4 0,1-10-9 16,-1 10-5-16,0 0-4 0,0 0 1 0,0 0-4 16,0 0-1-16,0 0 3 0,-12 28-3 0,8-15 3 15,0 0-8-15,0 4 4 0,0-1 2 0,3 0-3 16,-2-3 2-16,3-1 1 0,0-2 0 0,4 2-2 16,-1-3-3-16,2 1 3 0,1-1 0 0,3-3 3 15,-2-2-6-15,2-1-1 0,3 1-2 0,1-3-3 16,1-1 1-16,3-1 2 0,-3-1-6 0,0-1-1 15,-2 0 5-15,1-3 1 0,-4-1-4 0,1 1 0 16,-2-3 7-16,-1 1-7 0,-1-2 7 0,-1 3-2 16,-1-4 0-16,0 1 1 0,-3-1-4 0,3 2 2 15,-4-3 1-15,1 3 1 0,-1 1 0 0,0 8 1 16,0-13-5-16,0 7 2 0,0 6-2 0,0 0-7 16,0-9-3-16,0 9 3 0,0 0-1 0,0 0 4 15,0 0 3-15,-2 28 5 0,-1-12 1 0,1 3 4 16,-1-1-2-16,-1 2 0 0,-5 2 3 0,5-3-6 15,-1-1 0-15,0 0 5 0,0 0 0 0,1 1-2 16,3-6 1-16,-3 3-22 0,3-6-28 0,-2 3-38 16,2-3-47-16,-2-1-57 0,1-4-42 0,-1 3-217 15,3-8-487-15,-8 6 215 0</inkml:trace>
  <inkml:trace contextRef="#ctx0" brushRef="#br0" timeOffset="37619.25">9023 6559 2603 0,'0'-17'52'15,"3"6"7"-15,-4 1-23 0,1 10-18 0,1-11-9 16,0 6-3-16,-1 5-8 0,0 0-9 0,-1-12-18 0,1 12-25 16,0 0-25-16,0 0-35 0,0 0-55 0,0 0-219 15,0 0-420-15,17 17 186 0</inkml:trace>
  <inkml:trace contextRef="#ctx0" brushRef="#br0" timeOffset="38137.58">9865 6850 94 0,'0'0'198'0,"0"0"-15"0,-15 7-17 16,9 1-6-16,-4 1-13 0,1 6-14 0,1 2-5 15,-2-1-20-15,6 0-6 0,0 1-11 0,0 0-2 16,4 0-10-16,3-5-7 0,2 0-6 0,5 2 0 16,1-1-4-16,1-2-5 0,5-3-1 0,2 1-3 15,2-4 2-15,0-1-7 0,9-6 2 0,0 2-11 16,-3-1 2-16,1-3 0 0,-1-2-8 0,-9-1-4 15,0 1 2-15,-3-4-4 0,0 1 3 0,-7-1-5 16,0-1 2-16,0-7 4 0,-2 2-2 0,-4-1-4 16,0-2-1-16,-4 0 1 0,-6 2-4 0,-1-6-5 15,-3 6 0-15,-6-3-1 0,5 6 1 0,-4 2-2 16,1 2 0-16,-2 3-6 0,2 1 1 0,-3 3-6 16,1 2 2-16,-2 2 1 0,0 5-8 0,1 1-13 0,1 2-25 15,0 4-35-15,0 5-41 0,6-1-35 16,2-3-50-16,1 4-177 0,6-3-408 0,4-5 180 15</inkml:trace>
  <inkml:trace contextRef="#ctx0" brushRef="#br0" timeOffset="38550">10342 6745 73 0,'3'-10'310'0,"-1"3"-13"0,1 1-17 16,-3 6-26-16,3-11-27 0,-3 11-27 0,1-7-25 15,-1 7-19-15,0 0-16 0,0 0-15 0,0 0-12 16,0 0-8-16,3 38-10 0,-5-21-10 0,1 10-3 16,0 0-12-16,-2-9-6 0,0 8-4 0,2-1-8 15,0 0-3-15,1-8-2 0,-1 0-2 0,1-4-10 16,-2-2-3-16,2 1-2 0,-1-4 1 0,0 2-4 16,1-2-2-16,0-8 0 0,-2 11-6 0,2-11 6 15,-1 5-4-15,1-5 0 0,0 0 0 16,0 0 3-16,0 0 1 0,0 0 3 0,0 0-9 0,0 0-4 15,0 0-1-15,0 0-2 0,0 0 0 0,12-27-3 16,-4 18-8-16,4-4 3 0,2 0-7 0,2 0 2 16,0 1-4-16,9-1-1 0,-6 6 2 15,-1 2-3-15,-4 3-4 0,2 2 2 0,-2 1-5 0,-1 3 5 16,-1 4 3-16,0-1-1 0,-4 2-4 0,0-1 3 16,-2 0 1-16,-2 3 0 0,-3 1 1 0,-1 1 5 15,-4 3-4-15,-4-3 1 0,-3 3-4 0,-2-5-8 16,-3 2-6-16,-8-1-16 0,6-2-10 0,-3-3-14 15,0-1-22-15,-5 1-23 0,5-2-30 0,0-2-34 16,0-5-33-16,3 2-45 0,-1-3-135 0,8-1-416 16,2-2 184-16</inkml:trace>
  <inkml:trace contextRef="#ctx0" brushRef="#br0" timeOffset="39397.49">10524 7089 125 0,'15'-6'213'0,"0"0"-10"0,1-3-10 0,-1-2-4 16,-1 4-6-16,3-5-8 0,-4 2-15 0,2-4-12 15,-1 2-9-15,1-4-5 0,-3 0-11 0,1 3 3 16,-1-2-13-16,-3-2-7 0,-1 1-12 0,0-2-7 16,-2 0-8-16,-1 2 0 0,-2 1-9 0,-2 2-6 15,2 3-7-15,-2-2-6 0,-4 2-3 0,1 4-6 16,-1-3-7-16,-2 4-2 0,5 5-8 0,-11-6-5 15,6 5 0-15,5 1-4 0,-15 4-6 0,9 1 3 16,-2 5-8-16,3 3-3 0,4-1-8 0,0 5-3 16,2 2-2-16,3-2 1 0,5 7-1 0,2-1 6 15,0-6-1-15,4 3-2 0,3 2 2 0,-2-3-2 16,-2-2 2-16,0-4 1 0,-2 2 2 0,-2-2 0 16,-1-3-4-16,-2-1-6 0,-4 1 0 0,3 0 3 15,-5-2-2-15,0 0 1 0,0-3-2 0,-1-5-1 16,-5 11-1-16,1-7-4 0,-1 0-4 0,5-4 8 15,-14 3-5-15,14-3 2 0,-10 0-2 0,10 0 1 16,-9-3 1-16,9 3-4 0,-6-7-3 0,3 2-4 16,3 5-2-16,0-11-5 0,0 11 2 0,5-14 6 15,0 5-6-15,2-1 4 0,2 1-2 0,5-4 0 16,2 0 5-16,6-1 1 0,2-1 7 0,2-2 0 16,-3 4 4-16,0-1 1 0,0-1 5 0,-9 6 3 15,1-5 11-15,-2 5-2 0,0-4 5 0,-7 4 8 16,2 2 9-16,-3-1 4 0,1-1 7 0,-3 4 4 15,-2-3 0-15,0 2-4 0,-1 6-5 0,-1-10 8 16,1 10-3-16,-1-8 1 0,1 8-8 0,-8-8 1 16,8 8-9-16,-9 0-2 0,9 0-5 0,0 0-3 15,-21 11 1-15,8 2-1 0,-1 1 1 0,2 0 1 16,1 2-3-16,3-1 0 0,-2 0-2 0,5 3 1 16,2-2-1-16,2 0 3 0,3-1 0 0,1-3-1 0,1 4 0 15,1-6 1-15,4 4 5 0,4-2 5 16,-2-2 0-16,7 0 6 0,0-2-3 0,1-3 0 15,3-2-1-15,1 0 0 0,6 0-1 0,-8-3-5 16,8-3-3-16,-8 3 5 0,-1-3-5 0,-2-1 3 16,1-4-3-16,-2 0-1 0,-1-2 1 0,0 1-5 0,-4-4-5 15,0 2 1-15,0-3-6 0,-4 0-2 16,-1-2 1-16,-3 0-3 0,-1 4 3 0,-1 0 1 16,-4-4-5-16,-3-1 0 0,2 7-1 0,0-2 3 15,-5 1-2-15,2 1 1 0,-2 2-1 0,3-1 0 0,0 4 0 16,1-2-1-16,4 7 2 0,-4-7 5 0,4 7-8 15,-7-7-3-15,7 7-7 0,0 0-2 16,0 0 3-16,0 0 3 0,0 0 2 0,12-5-1 16,-1 6 3-16,3 1-3 0,-3 0 2 0,3 2 0 15,-1-1 2-15,1 6 1 0,4 1-2 0,-6 0 1 0,-2-2 1 16,-2 3 11-16,0 2-1 0,-1 0 0 16,0 0 2-16,-2 4 4 0,-2-7-1 0,0 2 2 0,0 4-1 15,-1-3 1-15,0 0-12 0,-2-1-31 16,0-2-44-16,-2 3-49 0,0-5-43 0,2 0-37 15,-1 2-210-15,-1-1-452 0,3 0 200 0</inkml:trace>
  <inkml:trace contextRef="#ctx0" brushRef="#br0" timeOffset="39717.83">11617 6914 107 0,'2'-8'282'0,"0"1"-15"0,-2 7-21 0,0-10-27 15,0 10-26-15,1-7-22 0,-1 7-15 0,0 0-9 16,0 0-1-16,13 25-11 0,-10-13-9 16,5 4-13-16,-3 0-10 0,-1 2-8 0,3-4-3 0,-1 2-7 15,0 3-6-15,1-3-6 0,-1-1-5 0,0-5-7 16,-1 0-2-16,0-1-6 0,-1-1-3 16,0-4-3-16,-2 3 2 0,0-1 2 0,-2-6 4 0,6 6 10 15,-2-3 18-15,-4-3 23 0,0 0-11 16,3 5 1-16,-3-5-12 0,0 0-7 0,0 0-7 0,0 0-9 15,13-25-6-15,-7 16-9 0,-1-4 0 0,-1-3-2 16,3-1-31-16,4-8-17 0,0 1-18 0,1-4-17 16,4 2-17-16,-1 2-31 0,1 1-32 15,-1 1-33-15,1 7-33 0,-4 3-29 0,3 1-30 0,-3 4-24 16,-1 1-18-16,0 5-147 0,-6 1-467 0,-5 0 207 16</inkml:trace>
  <inkml:trace contextRef="#ctx0" brushRef="#br0" timeOffset="40379.32">11945 7031 56 0,'0'0'208'0,"5"6"0"0,-1-5 15 0,-4-1-7 16,14 2-5-16,-14-2-9 0,15-3-7 0,-7-2-14 15,5 0-3-15,-4 0-15 0,1-1-10 0,2 0-14 16,-1-3-3-16,-2-1-1 0,1-4-19 0,0-2-12 16,-3 4-12-16,3-3-8 0,-4 0 0 0,-1 5-2 15,-2-3 4-15,0 3-17 0,-3 2 0 0,2 0-4 16,-2 8-9-16,-6-13-3 0,3 7-5 0,3 6-9 15,-9-4-5-15,2 3-3 0,7 1-7 0,-18 5-5 16,2 5 0-16,7-1-2 0,-3 4-3 16,0 3-1-16,1-1-4 0,2-2 1 0,2-1 1 0,2 4 0 15,1-1-2-15,4-3-4 0,2 5 3 0,2-5 5 16,6 2-11-16,1-2-11 0,7-2-16 0,9-1-30 16,2-5-31-16,2 1-24 0,4 0-23 15,-1-1-25-15,3-4-27 0,1 1-18 0,14-2-6 0,-18 0-7 16,-1-3 13-16,-5 2 5 0,-9-1 3 0,-2-4 17 15,-4 5 12-15,1-4 17 0,-4-1 27 0,0 0 24 16,-1-3 31-16,-3 1 32 0,1-1 32 0,-5-1 32 16,0-1 24-16,-2 2 31 0,0 0 22 0,0 0 20 15,-4-1 10-15,2 0 26 0,-1 2 10 0,-1 2 2 16,0-2 4-16,0 4-12 0,4 5-17 0,-10-6-10 16,5 0-18-16,5 6-17 0,-17 7-5 0,7-1-12 15,-5 4-11-15,1 2-3 0,1-1 3 0,-3 1-23 16,5 2-2-16,-2 0-6 0,3-1 0 0,3 1-14 15,3-3 2-15,0 1-1 0,4-2 4 0,0 0-5 16,0 0-10-16,4-1-5 0,-3-3 1 0,5 1-3 16,1-2-2-16,4-1-5 0,-2-2-6 0,5-1-3 15,-3-1-2-15,2-2 2 0,-2 1-2 0,-2-6 0 16,2 1-1-16,1-4 4 0,1-4 1 0,-1 0 3 16,-3-2-7-16,-3 0 6 0,-1-4-2 0,1-7-2 15,-1-2 4-15,0-1-2 0,-3 3 4 0,0 0-5 16,0-3-1-16,0-1 3 0,-1 5 8 0,3-2 6 15,-4 9 24-15,0 2 43 0,0 4-16 0,0 3 10 16,0 0 6-16,0 3-16 0,0 7-13 0,0-11-24 16,0 11 16-16,0 0-13 0,0 0-8 0,0 0 2 15,-4 26-9-15,2-2 2 0,-3 4 2 0,-1 4-7 16,0 13 3-16,2-10 0 0,0-3 0 0,3 1-7 16,1-2-2-16,1 1-40 0,3-1-57 0,-2-3-55 15,0 0-67-15,3-1-81 0,-2-8-68 0,-1 0-222 16,2-2-630-16,0-3 279 0</inkml:trace>
  <inkml:trace contextRef="#ctx0" brushRef="#br0" timeOffset="45635.16">13057 6857 103 0,'0'0'211'15,"0"-7"0"-15,0 7-9 0,0 0-6 0,2-12-11 16,-2 12-12-16,0 0-18 0,0 0-18 0,2-7-16 15,-2 7-13-15,0 0-15 0,0 0-9 0,0 0-11 16,0 0-5-16,0 0-9 0,0 0 0 0,0 0-6 16,4 26-9-16,-3-16 1 0,1-1-4 0,-2 3-7 15,0-3-1-15,0 4-7 0,2-3 2 0,0 2-4 16,1 0-1-16,-3-2-4 0,0 1 1 0,0 1-5 16,0-1-17-16,-3 0-18 0,6 1-18 0,-3-4-25 15,0 5-25-15,-3-4-20 0,1 1-40 0,2-2-22 16,-2 1-165-16,-3 0-362 0,3-3 160 0</inkml:trace>
  <inkml:trace contextRef="#ctx0" brushRef="#br0" timeOffset="45819.38">13050 6655 67 0,'-2'-8'144'0,"2"8"-44"0,0 0-30 0,0 0-16 16,0 0-25-16,0 0-30 0,0 0-43 0,17 12-27 15,-12-4-74-15,5 4 32 0</inkml:trace>
  <inkml:trace contextRef="#ctx0" brushRef="#br0" timeOffset="46083.77">13277 7106 93 0,'0'0'248'0,"0"0"5"16,0 0-11-16,0 0-13 0,0 0-14 0,0 0-17 15,0 0-7-15,0 0-13 0,0 0-14 0,-11-20-12 16,11 20-14-16,-2-15-15 0,2 8-11 0,0-1-11 16,0-3-9-16,2 1-6 0,2-1-13 0,-2 0-4 15,3 1-12-15,1 0-5 0,2 0-8 0,-4 6-6 16,0-1-4-16,-1 1-7 0,-3 4-4 0,13-5-3 15,-13 5-3-15,12 5-6 0,-6-2 5 0,3 3-10 16,1 3 3-16,-4-1-4 0,3 7-8 0,-3-4-17 16,-1 4-10-16,0-3-10 0,1 3-15 0,-5 0-39 15,1 3-46-15,0-3-48 0,-4 1-55 0,-1 1-175 16,-1-5-451-16,-4-2 200 0</inkml:trace>
  <inkml:trace contextRef="#ctx0" brushRef="#br0" timeOffset="46318.58">13126 6661 171 0,'2'-7'234'0,"-2"7"-43"0,0 0-32 0,2-8-28 16,-2 8-28-16,0 0-24 0,6-4-27 0,-6 4-34 16,0 0-30-16,0 0-48 0,22 8-118 0,-13-3-192 15,2-1 84-15</inkml:trace>
  <inkml:trace contextRef="#ctx0" brushRef="#br0" timeOffset="48443.53">13982 7005 42 0,'-2'-9'228'0,"2"9"-8"16,-4-13-4-16,1 3-2 0,-4 4-11 0,3-2-20 15,-5 2-17-15,2-1-13 0,-1 3-13 16,0 1-14-16,0 1-13 0,-3 0-11 0,-1 5-15 0,-1 0-4 16,-4 6-9-16,2 1-8 0,-1 0-8 0,1 3-8 15,3 0-3-15,-3 1-5 0,6-2-6 0,-1 0-2 16,4 1-9-16,2-1 5 0,3 2 9 0,1-3-8 15,0-2-9-15,1 4-11 0,3-2-3 16,0-3-5-16,4 1-10 0,0-1-7 0,1-1-1 0,2-5-7 16,-1 3 1-16,0-2 3 0,4-3 0 0,-2 0 6 15,-2-3-2-15,4-2 0 0,-5-1 4 0,2-1 1 16,1 0 2-16,-4-5 2 0,1-2 3 0,-1-3 2 16,-2-1-1-16,1-7 5 0,-3-2 1 0,0 0-3 15,1-3 7-15,-5 3 2 0,2-2 1 0,-2 1 3 16,-2-2 3-16,2 0 2 0,-2 4 5 0,0-1 8 15,1 10 7-15,-3-2 0 0,4 2 2 0,-2 5 3 16,0 2 3-16,2 1-1 0,0 3-7 0,0 6-9 16,0-11-5-16,0 11-5 0,0 0-5 0,0 0-1 15,0 0-3-15,0 0 0 0,-5 33 1 0,5-7-5 16,-2 4 3-16,2 1-1 0,0 5 0 0,2-2 0 16,-1 0 2-16,1-2-5 0,0-2 4 0,6-1-7 15,-3-1 1-15,6-3 2 0,0-2-4 0,-6-8 2 16,9 2 0-16,-3-3 3 0,3-1-2 0,-1-3 0 15,2-1 2-15,1-3 5 0,-3-1-4 0,5-2-2 16,-7-2 1-16,2 1 0 0,-3-5 3 0,-1-1-3 16,1 0-2-16,0-3 1 0,-3-2 0 0,-1-1 2 15,2 0-2-15,-1-5-4 0,-1-1-1 0,-1 1 1 16,-1 0-1-16,-4-1 1 0,0 2-1 0,0 2-1 16,0 1 3-16,0 5-2 0,0 6 0 0,0-12 1 15,0 12-9-15,-3-9-1 0,3 9-1 0,0 0 1 16,0 0 6-16,0 0-5 0,0 0 7 0,-6 28-4 15,4-16 3-15,4 1 0 0,-4-2-3 0,2 2 1 16,0 4-17-16,2-4-20 0,-2-3-21 0,5 2-42 16,-3 0-42-16,5-1-47 0,-4-2-52 0,3 0-205 15,-2-4-486-15,-4-5 215 0</inkml:trace>
  <inkml:trace contextRef="#ctx0" brushRef="#br0" timeOffset="48841.17">14216 6774 8 0,'9'11'38'0,"2"3"-14"0,3 1-6 15,3 6-7-15,2-3-2 0,-2 1 1 0,2 1-5 16,-9-3 12-16,4-4 1 0,-7 2 12 0,-1-5 5 15,1 4 13-15,-4-1 12 0,2-1 1 0,-5 1 6 16,1-2 9-16,1-2 5 0,-4 3-1 0,4-5 11 16,-2 4-3-16,0-3 5 0,0-1 7 0,1 0 10 15,-1-7 5-15,2 12-1 0,0-8 0 0,4-1-3 16,-1 3-4-16,2-3-4 0,-7-3-6 0,11 4-11 16,-2-5-4-16,3-1-7 0,-1 1-8 0,0-1-5 15,2-3-9-15,-2 0-4 0,-2 0-1 0,3-2-8 16,-3 0 1-16,-3-2-4 0,4 0-7 0,-5-3-4 15,-3 5-1-15,0-6-8 0,-4 4 1 0,0-4-3 16,-3 2-4-16,-5-2-10 0,4 2-1 0,-5-1-10 16,-3 5-11-16,-2 0-10 0,0 4-16 0,-1 2-13 15,-2 1-18-15,-1 4-29 0,2 0-24 0,0 3-31 16,5 4-27-16,-3 1-126 0,5-4-341 0,5 1 152 16</inkml:trace>
  <inkml:trace contextRef="#ctx0" brushRef="#br0" timeOffset="49661.47">14746 6953 60 0,'0'0'231'0,"-4"-11"-4"16,4 11-13-16,-12-7-15 0,5 6-15 0,-4 2-18 16,-3 2-11-16,-3 0-14 0,1 3-12 0,0 4-16 15,-2 2-8-15,5 1-12 0,-3-2-6 0,3 5-11 16,-1-3-10-16,5 2-4 0,2-2-3 0,5 0-11 0,-2-2-2 15,4 1-4-15,3-5 3 0,-1 5-10 0,2-5-3 16,4 0-6-16,1 1-3 0,1-4-1 16,1-1-8-16,1-1-4 0,5-3-1 0,2-2-3 15,-2-2 0-15,-1-1-1 0,-1-3-2 0,1-1 2 16,-4-3 1-16,1-1-3 0,-1-4 6 0,-6 1-6 0,8-7 2 16,-6-1-2-16,-1-5 0 0,0 4 1 15,-3-4 5-15,-4-3-3 0,5 3 4 0,-3-1 1 16,0-2-1-16,-4 6 10 0,2-2 1 0,2 9 3 15,-2 3 10-15,0 1 3 0,0 4 6 0,-2 2-3 0,2 4-7 16,0 6-4-16,2-12-5 0,-2 12-6 0,0 0-1 16,0 0-3-16,0 0-1 0,0 0-3 0,2 45 3 15,-2-20 0-15,-1 4 3 0,0 2-4 16,4 1 4-16,-3 1-4 0,4-3 3 0,-1 1-4 16,1-4 0-16,6 0-2 0,-2-2-1 0,-1-6 0 0,1-1 3 15,2-3-2-15,0 0 5 0,-1-2-4 0,-2-3 3 16,4 0-4-16,-1-3 3 0,2 0-1 15,-1-2-1-15,1-1 0 0,1-3-3 0,-3 0 3 0,3-2-3 16,-1 0 3-16,-1-4-3 0,0 0 1 0,1-4 1 16,-3 0-8-16,2 0 7 0,-2-4-5 0,1-3-3 15,-2 1-6-15,0-2 5 0,-3 0-2 0,-3 4 4 16,2-3-4-16,-5 5 1 0,1 1-1 0,0-2-1 16,-1 2 4-16,-1 2-4 0,2 8-2 0,-6-11-1 15,3 8-4-15,3 3 2 0,-11-2-1 0,11 2-2 16,-16 6 4-16,7 1 5 0,-2 6-5 0,2 3 4 15,0-3-2-15,2 1 0 0,3-2-1 0,0 1 4 16,3-1-1-16,2-1 2 0,1 6 1 0,4-8 4 16,0 3-8-16,0-5 8 0,3 1-3 15,2 0 2-15,5-3-4 0,-1 1 3 0,5-4 1 0,-1 0-2 16,1-3 0-16,0 0 3 0,2-2-3 0,4-5 2 16,-9 2-7-16,3 0 3 0,-5-4-4 0,2-2-3 15,-2 2-4-15,-3-3 2 0,-3-3 0 0,-2 3-5 16,-1 0 2-16,-4-3-6 0,2-1-1 0,-3 5 5 15,2 0-3-15,-3 0 7 0,-4 1 0 0,4 4 5 16,0 7 5-16,-4-13-5 0,4 13-2 0,-2-6-3 16,2 6 2-16,0 0 3 0,0 0-2 0,0 0 4 15,-13 23-4-15,8-8 4 0,-2 1 5 0,4 1-4 16,-3 0 1-16,1 1-3 0,1 2 3 0,2-2 2 16,-2 0-3-16,4 0 2 0,0-3 2 0,-4 2-1 15,5-5-1-15,-1 0 3 0,0 0 0 0,1 1-3 16,-2 3-19-16,-2-6-22 0,-1 2-20 0,-3 2-35 15,0-4-30-15,-4 2-43 0,-4-2-41 0,-3 0-184 16,-1-1-428-16,0-1 190 0</inkml:trace>
  <inkml:trace contextRef="#ctx0" brushRef="#br0" timeOffset="50537.28">7362 7522 30 0,'-1'-6'207'0,"1"6"-26"0,-1-11-25 15,1 11-18-15,0 0-14 0,0 0-6 16,0 0-13-16,-4 30-7 0,4-5 0 0,-2 7 2 0,1 4-8 16,-3 11-7-16,-2 0-8 0,2-13-3 0,2 0-12 15,0-1-4-15,-2-2 5 0,1-3-3 0,1-4-7 16,1-3-3-16,2-5-7 0,-1-5-2 0,0 0-3 16,-1-5-5-16,1-6-2 0,0 13 2 0,0-13 7 15,0 8 12-15,0-8 12 0,0 0 2 0,1 7-2 16,-1-7-9-16,0 0-2 0,0 0-6 0,0 0-8 15,5-31-2-15,-2 19-1 0,3-6-9 0,3-1-1 16,-1 2-7-16,4-5 3 0,-2 5-4 16,5-4-4-16,2 2-2 0,-3 7-2 0,1 0-1 0,-1 1-3 15,-2 4-2-15,2 4 0 0,-1-1-3 0,-1 3-1 16,1 3-1-16,1 2-1 0,-4 3 5 0,6 3-4 16,-4 0-1-16,1 5 0 0,-1-1 1 0,-3-2 2 15,0 4-1-15,1-1-12 0,-3 0-16 0,1 0-22 16,0-2-9-16,-3-2-21 0,2 2-26 0,-1-4-25 15,1 0-28-15,0-1-23 0,3-2-25 0,-2-1-119 16,2-1-353-16,3-4 156 0</inkml:trace>
  <inkml:trace contextRef="#ctx0" brushRef="#br0" timeOffset="50883.61">7933 7749 44 0,'-7'-11'198'0,"2"2"-1"16,-2 5-7-16,1-2-6 0,-1 5-25 0,-4 1-11 15,1 4-4-15,-7 3-3 0,3 5-11 0,-6 5-6 16,3 4-12-16,0 0 0 0,4 1-19 0,2 2-5 16,5-6-7-16,1 0-7 0,2-1-7 0,3-1-8 15,3 0-3-15,3-1-7 0,0-1-4 0,3-4-3 16,4 0-2-16,-3-3-5 0,6-1-4 0,-1 0-2 16,0-5-8-16,2 1-7 0,1-4-9 0,-2-2 2 15,-3 0-1-15,0-1-3 0,0-2 3 0,-4-2-1 16,-3 1-5-16,3-4 2 0,-3-2-1 0,0-2 1 15,-3 1 2-15,0-1-2 0,-2 4-2 0,-1-3 7 16,0 4-5-16,-1-1 6 0,0 3 9 0,1 9 2 16,0-13 0-16,0 13-4 0,0-7-8 0,0 7 0 15,0 0-6-15,0 0 2 0,0 0 0 0,0 0 2 16,0 0-2-16,0 0 0 0,4 35-3 0,-2-23 5 16,-1 1-2-16,7 3-2 0,-4 2-11 0,0-2-23 15,1 0-35-15,0-1-40 0,1 0-42 0,1-4-38 16,-1 0-200-16,-2-1-418 0,1-1 185 0</inkml:trace>
  <inkml:trace contextRef="#ctx0" brushRef="#br0" timeOffset="51246.5">8144 7783 89 0,'0'-4'274'0,"3"-4"-18"16,-3 8-33-16,1-8-23 0,-1 8-21 0,0 0-12 15,0 0-5-15,0 0-12 0,0 0-13 0,15 19-10 16,-4-5 1-16,-4 0-7 0,0 0-14 0,-1 0-8 16,1 2-10-16,1-1-8 0,0-2-9 0,-3-2-5 15,2 1-5-15,0-2 0 0,0 0-14 0,-4 0-4 16,0-4-5-16,3 2 1 0,-2-5-7 0,0 2-1 16,0-1-1-16,-4-4 3 0,5 7-3 0,-5-7 0 15,0 0-2-15,10 0-2 0,-10 0-4 0,14-7-1 16,-5 1 2-16,1-2-7 0,3-6-1 0,0 0-10 15,0 1-8-15,5-6-4 0,-4 6-8 0,0-4 0 16,1-3-7-16,-3 5-3 0,0-1-3 0,0 0-7 0,-1 1-9 16,1 1-5-16,-3 0 3 0,0 5-6 15,-3 0-1-15,-1 2-4 0,1 0-6 0,-4 2-6 0,4 0-7 16,-3-1-15-16,-3 6-12 0,6-6-21 16,-6 6-6-16,5-3-10 0,-5 3-16 0,8-3-8 15,-8 3-12-15,0 0-103 0,0 0-299 0,13 5 133 0</inkml:trace>
  <inkml:trace contextRef="#ctx0" brushRef="#br0" timeOffset="51417.95">8585 7715 90 0,'0'0'166'0,"0"0"-11"0,0 0-11 0,0 0-13 16,0 9-1-16,0-9 24 0,3 13 22 0,-5-3 4 16,1 1-9-16,0 5-10 0,-2-3-18 0,2 3-16 15,0-1-8-15,-3 3-14 0,3 0-5 16,-1 1-15-16,1-2-5 0,-1 1-6 0,2 1-4 15,-2-3-23-15,1-2-36 0,0 3-46 0,-1-5-65 0,2-2-82 16,-1 3-202-16,-4-3-416 0,2-4 184 0</inkml:trace>
  <inkml:trace contextRef="#ctx0" brushRef="#br0" timeOffset="51583.67">8505 7590 2276 0,'1'-11'1'0,"0"-1"-3"0,1 2-28 0,-2 2-67 16,0 8-6-16,2-7 14 0,-2 7 9 0,11 0-16 15,-11 0-16-15,17 13-36 0,-8-4-106 0,3 9-274 16,2 6 121-16</inkml:trace>
  <inkml:trace contextRef="#ctx0" brushRef="#br0" timeOffset="51804.85">8699 7961 81 0,'0'0'264'0,"0"0"-1"0,2-33-8 15,2 22-9-15,-1-1-9 0,3-6-13 0,3 4-14 16,1-4-17-16,1 3-21 0,-1 0-21 0,5 3-12 16,-1-2-13-16,-2 7-18 0,-2-1-4 0,0 4-13 15,3 1-18-15,-2 0-6 0,1 4-8 0,1 3-11 16,-2 1-1-16,2 3-6 0,-3 0-5 0,1 5-1 15,-1 5-6-15,0-3-13 0,-4 3-30 0,0-2-28 16,-3 3-39-16,2 1-54 0,-3-2-49 0,1-3-37 16,-1 3-219-16,-4-7-477 0,5 1 212 0</inkml:trace>
  <inkml:trace contextRef="#ctx0" brushRef="#br0" timeOffset="52342.6">9121 7803 108 0,'-6'-7'252'16,"1"1"-6"-16,1 2-13 0,4 4-30 0,-10-5-21 15,4 4-18-15,6 1-14 0,-15 8-13 0,4 0-12 16,2 1-8-16,2 2-17 0,-1-2-8 0,1 2-11 16,1 0-5-16,1 2-7 0,3-2-11 0,-1-2-10 15,0 3-15-15,2-5-20 0,1-7-20 0,3 13-18 16,1-7-13-16,-2-2-14 0,-2-4-6 0,9 5 0 15,-9-5 2-15,12-3 8 0,-12 3 6 0,12-5 4 0,-5 1 8 16,-2-2 6-16,0-3 5 0,0 2 8 16,-1-3 9-16,-1 1 1 0,-1-1 13 0,1 0 2 15,-2-2 11-15,0 2 12 0,1 3 6 0,0 0 10 16,-2 7-2-16,3-10-3 0,-3 10-5 0,1-6-5 16,-1 6-12-16,0 0-3 0,0 0-1 0,0 0 3 0,7 30 3 15,-3-11 2-15,-2 8 0 0,0 4 7 16,-2 5-8-16,-1 9 3 0,1-10 0 0,0 14 6 15,0 1-3-15,-4-4 2 0,3 3 1 0,-1-15 1 16,-1 14 1-16,-1-14-3 0,1 0 6 0,0 0-5 0,3-2 2 16,-3 1-7-16,-1 0-1 0,-1-3 4 15,-4-1-7-15,-4-2 1 0,0-4-7 0,-4 0 1 16,0-5-1-16,0-6 0 0,2-1-7 0,-4-3-1 16,-1-4-1-16,0-3-4 0,0-1-6 0,-2-5-6 0,3-4 2 15,-4-3-4-15,0-6 2 0,5-2 3 0,3-3-6 16,2-4 2-16,3-4 1 0,3 1 0 0,5-5 2 15,6-1-2-15,8-9-2 0,4 0 4 16,-1 13-3-16,8-12-3 0,5 2 5 0,3 4 1 0,2 2-6 16,-6 12-4-16,2 0-4 0,-1 0-13 0,6 4-15 15,-4 3-26-15,2 2-40 0,-4 0-45 0,3 1-37 16,-3 7-57-16,-11 0-163 0,-1 4-442 16,-2 0 196-16</inkml:trace>
  <inkml:trace contextRef="#ctx0" brushRef="#br0" timeOffset="53095.6">9739 8114 31 0,'7'-10'228'0,"1"1"-19"16,1-6-10-16,0-1-8 0,3-1-12 0,1-5 5 16,-6 7-4-16,3-2-8 0,0 1-17 0,-4-1-21 15,0-1-11-15,1 1-11 0,-4 0-5 0,0-1-10 16,0 2-7-16,-5-1-6 0,1 2-9 0,0 1-4 16,-2 4-8-16,-1-2-2 0,-1 5-8 0,2 1-5 15,-3 0-11-15,0 1-1 0,-1 2-8 0,0-1-3 0,7 4-4 16,-13 0 0-16,13 0-3 0,-13 4-4 15,13-4-5-15,-10 5 1 0,8-1-5 0,2-4-8 16,-3 11-2-16,3-11-5 0,3 7 3 0,2 0 1 16,4 1-2-16,1-4-2 0,0 3 1 0,7-2 2 15,-1 3 1-15,1-6 0 0,-2 5-1 0,-1-4 2 0,-5 3-3 16,3-2-2-16,-3 2-2 0,-2-1 4 0,0 3 1 16,2 2-1-16,-3 0-1 0,-1 3 2 0,2 0 5 15,-1 4-1-15,-1-5-1 0,1 1 2 16,0 3 1-16,-3-3 0 0,4 2 2 0,3-4-4 0,-2 1 5 15,-2-5-2-15,6 5 1 0,-1-5 3 0,-1-3 1 16,3 1-2-16,0-1 2 0,1-2 5 0,3-2-3 16,2-2-2-16,0-2-1 0,-1-2 1 15,0 0-4-15,1-1 1 0,-1-2 0 0,-4 2 0 0,-1-6 2 16,-1 0 1-16,-4 4-2 0,2-4-1 0,-3 1 1 16,-2-4-1-16,-1 0 2 0,-1-2-1 0,-1 6 0 15,-2-1 1-15,0 0 3 0,-3 2 3 0,-1 0 0 16,0 1 5-16,-1 3 8 0,0-1-2 0,2 3-1 15,-4 1-7-15,7 4-2 0,-13-1-3 0,13 1-1 16,-15 9-2-16,5 0-1 0,2 1 2 0,-1 4-1 16,3 1 1-16,1 1-7 0,5 2-8 0,0-3-18 15,1 0-11-15,3 1-33 0,0-5-42 0,2 4-41 16,4-8-37-16,2 2-50 0,2 1-145 0,1-2-418 16,-3-3 185-16</inkml:trace>
  <inkml:trace contextRef="#ctx0" brushRef="#br0" timeOffset="53399.83">10432 7877 103 0,'0'0'270'0,"-2"-8"-15"0,2 8-16 16,0 0-32-16,0-12-20 0,0 12-21 0,0 0-19 16,0 0-15-16,0 0-5 0,12 19-12 0,-4-5-10 15,-3 2-10-15,0 0-5 0,3 3-8 0,-3-2-6 16,1 3 1-16,3-3-10 0,-1 1-3 0,-2-3-8 15,1-1-4-15,-1-2-2 0,3 1-5 0,-4-4-3 16,0 0-3-16,-1-5 2 0,0 0 8 0,-4-4 14 16,7 6 18-16,-7-6 15 0,7 4-3 0,-7-4 5 15,0 0-11-15,11-13-18 0,-4 6 0 0,-3-2-10 16,2-7 1-16,0 2-5 0,-1-5-3 0,1 0-1 16,0-6 0-16,0 1-17 0,1-5-13 0,-3 1-20 15,3 1-21-15,1 0-20 0,1 3-16 0,-3-1-34 16,1 9-43-16,0-1-52 0,-2 6-64 0,0 3-51 15,-3 3-192-15,-2 5-531 0,0 0 236 0</inkml:trace>
  <inkml:trace contextRef="#ctx0" brushRef="#br0" timeOffset="54384.41">10777 7992 92 0,'0'0'259'0,"13"-3"7"16,-4 0 4-16,0-4-6 0,-2 1-20 0,0-2-19 15,4-1-21-15,-2 1-14 0,0-2-18 0,1-1-10 16,2-4-22-16,-3 0-10 0,0 1-17 0,-4 4-14 16,-3-3-8-16,1-1-11 0,-4 3-8 0,-1-1-3 15,0 2-13-15,-5 0-5 0,1 2-6 0,-2 0-6 16,-2 2-9-16,0 2-2 0,-3 2-4 0,1 1-4 0,-1 1-4 16,0 3-4-16,-4 2-1 0,3 5 0 0,1 1 0 15,3 4-2-15,0-1 0 0,1 0-6 16,3 3 2-16,0-2 1 0,1 2-2 0,4 0 0 15,-2 0 1-15,3 0 0 0,3-6-1 0,0 2-1 16,2-2 1-16,4 1-1 0,5 1 1 0,-7-4 1 0,7 0 1 16,2 0 0-16,-5-5-1 0,7 0 0 0,0 0 5 15,0-3-3-15,2 0-1 0,0-2-1 0,1-1-1 16,0 0 4-16,0-2 6 0,-3-1-14 16,3-1 1-16,-5-1-1 0,0 0-2 0,-5 0-5 0,-2 0-3 15,3-2-5-15,-2 0-9 0,-5-1-4 0,1-1 3 16,-1 0-2-16,-2-1-3 0,-3-1 4 0,-1 1-1 15,-1-1 2-15,0-3-1 0,-3 4 5 0,0 1 3 16,1 1 0-16,-2-3 3 0,-2 4 1 0,0 0 3 16,3 2 1-16,1 1-2 0,0 3 1 0,4 3 3 15,-7-8-1-15,7 8 3 0,-3-8-4 0,3 8 3 16,0 0-3-16,-4-6 3 0,4 6 1 0,0 0 0 16,0 0 0-16,0 0-1 0,14-6 4 15,-14 6 0-15,18 2-1 0,-10-2 0 0,-8 0 1 0,15 2-2 16,-7-2-1-16,0 2 4 0,-2 0-2 0,-6-2-2 15,10 7 1-15,-2-1 2 0,-4 1-1 0,0 3 8 16,-2-1 7-16,-1 2 10 0,-1 2-4 16,-1-1 0-16,1 4 0 0,0 0 2 0,-1 0 0 0,1-4-2 15,0 3 1-15,1-2-4 0,-2-2-1 0,1-1 2 16,1 0 1-16,2-3 3 0,-2 0-3 0,4-2-5 16,-1 2 2-16,2-2 2 0,1-2-5 0,-1 1-2 15,2-1-3-15,2-2-1 0,1 0 5 0,0-2-1 16,1 1-4-16,-1-4-2 0,0-1-9 0,1 1-4 15,-2-3-4-15,-2-2-3 0,0-2-4 0,-1 0 1 16,-2 0-4-16,3-4 3 0,-4 0-9 0,-1-3 4 16,-1 2 2-16,0 1 4 0,-2 4 0 0,1-2 4 15,-3 0 0-15,2 4 7 0,0 1 1 0,0 8-2 16,-1-11 1-16,1 11-3 0,0 0 0 0,0 0-1 16,0 0 8-16,0 0 6 0,0 0 0 0,-2 33 0 15,4-14 5-15,0 0 1 0,-1 6-2 0,2 1 3 16,0-6 0-16,2 5-2 0,-3-1 0 0,1-5 1 15,1-1-3-15,-2-2 2 0,3 1 0 0,-2-2 1 16,-1-4-1-16,1-1 0 0,-2-2-1 0,1 0-2 16,0-1 0-16,-2-7 2 0,0 6-2 0,0-6 2 15,2 8-1-15,-2-8-1 0,0 0 1 0,6 2 0 0,-6-2-5 16,0 0-1-16,9-11 0 0,-3 4-2 16,-1-1 2-16,2-1 0 0,-1-1 1 0,7-4-1 15,-2 0-7-15,6-8 1 0,-2 3-3 0,3-3-1 16,-1 0 2-16,-5 5 4 0,1-3 1 0,1 3-2 15,-3-6 8-15,-2 8 8 0,-3-1 4 0,2 0 6 0,-6 3 6 16,3-1 9-16,-6 5 7 0,1 1-5 16,0 8 9-16,-2-15 1 0,0 12-9 0,2 3-5 15,-10-3-1-15,10 3-4 0,-18 4 1 0,7 3-6 16,-2 3-2-16,-1-1-3 0,1 5 3 0,4 0-6 0,-4 0-1 16,6 2-8-16,1-7-18 0,5 7-26 0,1-3-31 15,1-2-43-15,6 4-56 0,5-4-66 0,6-2-254 16,2 3-531-16,9-5 236 0</inkml:trace>
  <inkml:trace contextRef="#ctx0" brushRef="#br0" timeOffset="54791.49">12046 7653 255 0,'0'-6'295'0,"0"6"-32"0,0-7-28 15,0 7-19-15,0 0 7 0,2 30-10 16,-7-4-17-16,3 0-14 0,-2 3-18 0,0 2-12 16,0 0-12-16,0 1-11 0,2-1-14 0,2-2-16 0,0-6-6 15,0-3-8-15,0-1-7 0,0 0-11 0,0-6-6 16,-2-3-1-16,0 0-9 0,2-1-1 16,0-9 7-16,0 11-10 0,0-11-4 0,-2 7 1 0,2-7 9 15,0 0-8-15,0 0-12 0,0 0 1 0,0 0-2 16,0 0-8-16,0 0 10 0,0 0-18 0,10-33-3 15,-2 20 5-15,3-1-6 0,5-1-3 0,4-2-6 16,3 2 0-16,2 5-5 0,-3 2 3 0,2 1-6 16,-2 4 0-16,-3 1 0 0,-2 4 2 0,-3 1-2 15,-3 0-6-15,2 1-4 0,-3 2 4 0,-1 3 7 16,-5 0-5-16,0 1 1 0,-1 2 8 0,0-1-4 16,-8 0 1-16,0 0 4 0,1-1-3 0,-5 2 2 15,-5 1-2-15,3-3 3 0,-2-1 0 16,-3 1-2-16,0-1-18 0,2-5-29 0,1 0-28 0,-3 1-34 15,3-4-48-15,0 1-44 0,3-4-49 0,10 2-42 16,-18-1-156-16,12-3-487 0,2-1 215 0</inkml:trace>
  <inkml:trace contextRef="#ctx0" brushRef="#br0" timeOffset="54959.21">12349 7843 34 0,'4'-5'296'0,"1"2"-28"16,-5 3-19-16,6-4-28 0,-6 4-21 0,0 0-22 15,10-3-14-15,-10 3-3 0,3 10 8 0,-2-2-16 16,2 3-13-16,-1 3-11 0,0 1-11 0,0 4-17 16,-2-2-8-16,2 2-13 0,-2 0-42 0,0-2-47 15,-2-1-65-15,2 2-68 0,3-6-51 0,-3 0-203 16,0-2-429-16,0-10 190 0</inkml:trace>
  <inkml:trace contextRef="#ctx0" brushRef="#br0" timeOffset="55125.88">12270 7629 2973 0,'-7'-18'34'0,"3"2"-7"16,0 4-15-16,-1 5-7 0,2-4-7 0,2 6-12 16,1 5-26-16,-2-11-33 0,2 11-19 0,0 0-29 15,0 0-36-15,0 0-55 0,0 0-178 0,0 0-423 16,0 0 187-16</inkml:trace>
  <inkml:trace contextRef="#ctx0" brushRef="#br0" timeOffset="56109.57">12745 7825 171 0,'-3'-4'270'0,"-1"-3"-16"15,-3 3-16-15,3-3-20 0,-1 4-20 16,5 3-20-16,-9-4-17 0,9 4-14 0,-14 4-16 16,5 2-14-16,1 2-11 0,-2 2-7 0,1 3-11 15,1 4-11-15,1-2-4 0,3 0-8 0,-1 0-7 16,7 1-7-16,1-4-4 0,-1 0-1 0,1-1-8 15,3 0 0-15,-2-1-7 0,3-1 0 0,-1-3-13 16,-1-1-1-16,2-1-4 0,-2 1-3 0,1-2-1 0,-6-3 0 16,14 0 5-16,-14 0-8 0,9-4 2 0,-5-3-3 15,0 1 1-15,1-3-2 0,2-1-2 0,-4-1-2 16,1 0 0-16,0-9 2 0,0 4-2 0,-3 0 7 16,-2 0-4-16,1 4 0 0,1-1-1 0,-1 4 0 15,1 1 1-15,-1 0 11 0,0 8-5 0,-1-11-5 16,1 11-3-16,0 0-3 0,0 0 0 0,0 0 2 15,0 0-2-15,0 0 7 0,-5 29-1 0,1-10-1 16,1-3 0-16,3 3 0 0,0-1-3 0,3 1 5 16,-3-3-1-16,4 0 2 0,0-5-4 0,1 1 3 15,1-3-2-15,4-1 3 0,-1-1-1 0,2 0 5 16,3-7-6-16,6 2 7 0,-5-3-10 0,6-3-1 16,-6-1 0-16,3-3 2 0,0-2-2 0,-4 3 17 15,1-5-3-15,-3-1-2 0,-3-1 0 0,0 0 2 16,-3-1-6-16,-1-3 1 0,-2 1-2 0,-3-2-3 15,2-2-1-15,-4 2-1 0,-1 0 0 0,1 3-1 16,-1-1-1-16,1 7 3 0,0 1-1 0,0 2-5 16,2 7 1-16,-3-11-10 0,3 11 2 0,0 0 1 15,0 0-1-15,0 0 3 0,0 0-1 0,9 36 5 16,-4-17-2-16,2 6 2 0,-1 3-2 0,-3-1 6 16,1 0-4-16,0 0 5 0,-2-3-4 0,1-4 2 15,-2-2 0-15,1-3 3 0,-2 3-4 0,0-5 3 16,4-6-4-16,-4 2-2 0,0-9-6 0,0 10 0 15,0-10-1-15,2 7 2 0,-2-7 3 0,2 6-7 16,-2-6-4-16,0 0-3 0,0 0-7 0,0 0 3 16,21-18 1-16,-14 8 1 0,3 2-1 0,2-6-2 15,1 1 2-15,0-3 1 0,-1 1 1 0,5-4-1 16,-5 4 2-16,-3-3 4 0,0 5 5 0,-2-3-3 16,0 3 3-16,-1 0 7 0,-3 0-1 0,-1-1 6 15,0 1 7-15,-2 3 3 0,-2 1 6 0,-1 3 6 0,1-2-7 16,2 8 4-16,-8-13 5 0,5 9-9 0,3 4-1 15,-11-3-3-15,11 3-1 0,0 0-3 16,-16 8 11-16,12 3-7 0,-1-4 7 0,2 5-1 16,-1 2-1-16,4-1-1 0,0 0 0 0,4 2-1 15,-3-4-4-15,8 4-4 0,-4 1-31 0,5-2-24 0,4-1-25 16,0-1-40-16,4-2-37 0,1-4-22 16,9 1-29-16,1-4-16 0,0-1-139 0,0 2-385 15,1-8 171-15</inkml:trace>
  <inkml:trace contextRef="#ctx0" brushRef="#br0" timeOffset="56485.33">13574 7927 81 0,'13'-10'125'0,"-1"2"5"0,-4-2 3 16,-1 1-3-16,-3-2 19 0,0-1-2 0,-3 0 16 16,-1 3 3-16,-1 0 6 0,1 9 1 15,-4-13-9-15,0 8-5 0,-1 0-13 0,5 5-11 16,-8-3-11-16,8 3-3 0,-19 5-13 0,9 0-12 0,-7 5-9 16,2-1-3-16,1 2-11 0,3-1-8 0,-3 2-4 15,-1 1-9-15,8-3 1 0,-4 5-9 0,4-2-4 16,0 1-3-16,3-3-9 0,4-2-3 0,0 3-3 15,4-2-17-15,-1-1-10 0,-1-3-8 0,2 1-5 16,1-3-4-16,6 0-3 0,0-3 0 0,-2-1 2 16,3 2-3-16,-1-5 0 0,0-1 2 0,-2-2 4 15,0-2-1-15,0-2 3 0,0-1 4 0,-2-4-3 16,-1-3 3-16,1-1 2 0,-1-7 1 0,-3 7 3 16,0-10-5-16,1 0 4 0,-4-3 2 0,2 1 4 15,0 0 6-15,-2 1 13 0,0 2 15 0,0 2 16 16,0 10 10-16,2 0 4 0,-1 0 14 0,-1 8 15 15,0 0-4-15,0 8-8 0,0-13-10 0,0 13-13 16,2-6-12-16,-2 6-3 0,0 0-4 0,0 0 0 16,8 21-9-16,-7-9 1 0,1 7 1 0,0 7-4 15,3 0 0-15,0 2-7 0,-1 0 1 0,2-1 5 16,-1 0-24-16,-1 1-42 0,4-1-45 0,-4 0-64 16,2-1-81-16,1-3-69 0,-1 2-221 0,0-7-565 15,0-3 250-15</inkml:trace>
  <inkml:trace contextRef="#ctx0" brushRef="#br0" timeOffset="56829.68">13953 7856 3144 0,'2'-15'93'0,"-2"5"9"0,0-2-29 0,0 6-25 15,0 6-36-15,4-10-3 0,-4 10-8 0,1-4-5 16,-1 4 3-16,0 0 7 0,0 0-2 0,11 15 6 15,-7-4 0-15,-1 1 2 0,3 5 9 0,-1 2-1 16,1-2-2-16,1-1 2 0,0-1 5 0,-2 1 1 16,3-1-9-16,-5-3 2 0,2-2 1 0,-1 2-3 0,0-5 0 15,-1 4-3-15,-1-5 2 0,0-1 6 16,-2-5 13-16,5 8 7 0,-5-8 42 0,4 5 10 16,-4-5 2-16,0 0-8 0,0 0-8 0,0 0-6 15,16-19-10-15,-12 10-11 0,1-7 1 0,3 0-1 0,0-2-3 16,3-5-11-16,-2-4-7 0,0 1-6 0,0-1-8 15,1 1-8-15,0-3-5 0,-1 4-25 16,0 0-10-16,4 2-46 0,-2 1-31 0,-4 7-32 16,-5 3-40-16,2 2-43 0,-1 3-28 0,2 0-39 15,0 1-21-15,-1 2-6 0,-4 4-159 0,0 0-516 16,0 0 229-16</inkml:trace>
  <inkml:trace contextRef="#ctx0" brushRef="#br0" timeOffset="57087.33">14254 7858 129 0,'2'7'182'16,"-2"-7"2"-16,2 11 5 0,-1-5 5 0,-1-6 1 16,1 8 1-16,-1-8-6 0,3 7 0 0,-3-7 2 15,10 5-6-15,-4-4-13 0,0 2-5 16,3-3-11-16,5-3-21 0,0 0-4 0,4-1-17 0,-1 1-10 16,-3 0-7-16,2-4-16 0,-2 3-4 0,0-4-9 15,-4 4-5-15,-1-6-5 0,0 4-7 0,-3-3-3 16,0-2-9-16,-5-1-14 0,-1-1-4 0,-1 2-5 15,-2-2 0-15,-2 4-7 0,-1-3 1 0,-1 2-2 16,-2 3-4-16,-1 1-7 0,-3 1 0 0,1 4-8 16,-4 0-14-16,-3 3-20 0,2 6-18 0,-4 1-26 15,5 0-39-15,1 3-43 0,1 0-56 0,2 2-51 16,2 0-172-16,6-2-485 0,-2-2 215 0</inkml:trace>
  <inkml:trace contextRef="#ctx0" brushRef="#br0" timeOffset="57333.36">14595 7712 238 0,'2'-11'312'0,"0"-2"5"0,1 3-5 0,-5-1 9 16,2 3-17-16,0 8-18 0,2-12-34 0,-2 12-35 15,0-9-32-15,0 9-18 0,0 0-18 0,0 0-11 16,0 0-13-16,5 37-8 0,-4-17-15 0,-1 7-4 15,0 0 8-15,0-1-29 0,-1-1-9 0,0 0-2 16,-3 4-7-16,4-4-12 0,-2-5-21 0,2 0-30 16,-1-1-36-16,1-1-39 0,-1-3-38 0,1 3-44 15,0-7-44-15,1 0-53 0,0-2-48 0,-2-1-181 16,1-8-527-16,3 9 233 0</inkml:trace>
  <inkml:trace contextRef="#ctx0" brushRef="#br0" timeOffset="57554.55">14777 7709 52 0,'2'-10'302'0,"1"-1"-6"0,-3 5-16 0,4-1-20 15,-4 7-26-15,0-7-27 0,0 7-20 0,0 0-10 16,0 0 7-16,4 20 5 0,-3-5-7 0,-1 1-8 16,0 9-26-16,-1-5-2 0,-1 6-17 0,0-3-7 15,0-3-14-15,0 1-7 0,1-1-16 0,-2-2-3 16,2 1-5-16,-3-3-8 0,4 0-24 0,-2 1-29 15,0-6-25-15,2 0-43 0,-1-1-36 0,-2 0-40 16,2-3-52-16,-1-1-48 0,2-6-53 0,-8 9-200 16,8-9-522-16,-8 3 231 0</inkml:trace>
  <inkml:trace contextRef="#ctx0" brushRef="#br0" timeOffset="58593.64">14645 7803 102 0,'11'0'183'0,"2"-3"-10"0,10 2-6 0,6-1-17 16,2 0-8-16,1-1-17 0,2 1-11 15,-5-1-17-15,3 0-2 0,-4 0-11 0,-9 2-10 16,3-2-6-16,-2 1-5 0,-7 2-10 0,-1-1-3 16,-3 0 3-16,-2 2 9 0,-7-1 1 0,12-3 5 15,-12 3-2-15,8 0-1 0,-8 0-6 0,0 0 0 0,0 0-2 16,0 0 2-16,-17 21 5 0,7-11 2 0,-1 0 4 15,-1 2-8-15,3 1-1 0,-3 1-8 16,2-1-6-16,1-3-1 0,3 0-4 0,1 1-1 16,-1-1-8-16,3-1-2 0,0 1 1 0,3-3-4 0,1 3-1 15,-1-10-2-15,3 10 3 0,3-5-4 0,1-1-1 16,-1-3-2-16,2 2 1 0,2-4-1 16,-1-1-2-16,1-2-5 0,-1 2 0 0,-1-4 2 15,1 0-3-15,-2-1 0 0,0-2-3 0,-1 1 3 0,-1 0-1 16,-1-3-1-16,3 1-1 0,-5-1 1 0,0 3 3 15,1 0-8-15,-3 1 9 0,0 7 2 0,4-10 5 16,-4 10-10-16,1-10-1 0,-1 10 0 0,0 0-5 16,0 0 0-16,0 0 0 0,0 0 1 15,0 0 2-15,0 0-1 0,4 24-1 0,0-17 6 0,-2 2-8 16,0 1 3-16,0-1-4 0,1-1 3 0,2 0-2 16,0-2-12-16,-1 1-7 0,0-3-5 0,5 0-5 15,-3 1-6-15,6-4-8 0,-3 0-5 0,10 1-2 16,-6-4-1-16,4 0 4 0,-4 0 3 0,-1-2 5 15,-1 0 4-15,1-4 7 0,-3 3 2 0,-1-3 11 16,-1-1 10-16,-2 2 0 0,-1-5 0 0,0 1 9 16,-3-1 0-16,-1 2 12 0,1-3-1 0,-2 4 1 15,0-2 2-15,0 1 7 0,-2 3 15 0,1-1 1 16,2 8 0-16,-4-10-1 0,1 4-5 0,3 6-6 16,-8-6-2-16,8 6-11 0,0 0-1 0,-16 9-4 15,9-3 3-15,0 1-1 0,-2 1-3 0,4 0-1 16,-1 0-1-16,1 0-7 0,-1-2 7 0,2 4-5 15,0-4-3-15,3-1-14 0,1-5-3 0,1 14 2 16,-1-14-5-16,7 9 1 0,-4-7-5 0,-3-2-1 16,11 3 3-16,-11-3 3 0,11 0-4 0,-11 0 6 15,13-1 0-15,-13 1 3 0,10-4-2 0,-6 2 5 0,-4 2-1 16,10-4 4-16,-10 4 10 0,7-3-7 16,-7 3 1-16,0 0-3 0,0 0-6 0,0 0 1 15,10 4 1-15,-10-4 4 0,4 14 4 0,-3-2 1 16,-1 4 10-16,-1 11 0 0,-3 1 6 0,1 2-2 15,0-1 0-15,-1 2 2 0,-2 3-2 0,-1-4 12 16,-1 1-7-16,1 0-2 0,-2 1 1 0,1-3 3 16,-2 0-4-16,6-1-1 0,-3-4-1 0,-3 1-2 15,3-1 4-15,-6-2-7 0,2-8-1 0,1 1 2 16,-4-2-17-16,-2 0-14 0,0-4-8 0,-2-3-9 0,0 3-19 16,2-4-6-16,2-4 2 0,0 2 4 0,2-6 1 15,2 1-6-15,0-7 2 0,5 2 5 16,1-1 3-16,4-6 6 0,0-3 1 0,6-9 3 15,5 2 5-15,4-2 1 0,0-2 5 0,8 0 0 0,8-11 4 16,3 4 1-16,2 1 3 0,3-5 2 0,-4 4 2 16,4-1 2-16,-4 0-1 0,-10 7 7 15,-1 0 0-15,-1 3 11 0,8-10 9 0,-12 10 9 16,-1 0 12-16,-4 1 0 0,-5 8 10 0,-4-2 10 16,1 1 6-16,-3 6-1 0,1 0 11 0,-4 2 5 0,0 1 6 15,0 0-4-15,0 9 2 0,-3-7-21 0,3 7-5 16,0 0-3-16,-18 3-5 0,8 3 0 0,-3 7-2 15,-1 1-7-15,4 1 8 0,-3 0-11 16,3 2 6-16,2 0-6 0,5-2-2 0,-1 2-8 16,4 0-1-16,0-2 10 0,7-2-15 0,5 0-37 0,2-3-35 15,4 1-34-15,10-2-39 0,3 0-54 0,-2-2-66 16,3-4-70-16,-9 0-211 0,-4 0-571 0,-1-3 253 16</inkml:trace>
  <inkml:trace contextRef="#ctx0" brushRef="#br0" timeOffset="59835.82">6758 8908 106 0,'0'0'220'0,"3"-7"-24"0,-3 7-24 0,0 0-14 16,0 0-18-16,0 0-10 0,0 0-9 0,0 0-8 0,5 18-5 16,-5-10-5-16,0 4-5 0,2-4-9 0,-2 1-9 15,0-9 3-15,-2 15-4 0,2-9 4 16,0-6 9-16,0 9 12 0,0-9 8 0,-1 7 13 16,1-7 1-16,0 0-8 0,0 0-11 0,0 0-12 0,0 0-10 15,0 0 0-15,0 0-9 0,-18-12-9 0,13 5-10 16,1-3-1-16,-1 1-7 0,0-2-1 15,3-1-1-15,-1-5-12 0,6-1-6 0,-1-1-10 16,1-1 1-16,0 3 1 0,5-2-7 0,3-4 9 0,2 1-10 16,3 2-9-16,-3 5-2 0,1 4 0 0,0-1-7 15,-3 7 5-15,6-2-2 0,1 7-3 0,-3 2 1 16,0 3-2-16,3 5 29 0,-1 1-4 0,-1 4-6 16,1 3 2-16,4 4-6 0,-6-2 2 0,2 1 3 15,-8-4-8-15,-2 0-2 0,2-3 0 0,-2 0 4 16,-4-4 2-16,0-3-2 0,0 1-1 0,-2-3-4 15,0 1 9-15,-1-6-3 0,1 12 3 0,-1-12 0 16,-1 6-3-16,1-6 2 0,0 0 2 0,0 0-2 16,-11 2 1-16,11-2-2 0,0 0-7 0,-10-10 1 15,10 10-14-15,-2-14-10 0,2 3-2 0,1 0-2 16,3-5-6-16,0 0 0 0,4-1-4 0,1-1 0 16,6-5 0-16,0 3 2 0,-1 6 3 0,0 2 0 15,2 0 0-15,-3 4 2 0,-1 3 0 0,0 2 5 16,-2 3 1-16,0 2-1 0,0 0 1 0,-2 5 2 15,0 1 5-15,-2-1 2 0,1 2-1 0,-4 1 1 16,1 2-8-16,-1-1-16 0,1 2-9 0,-3-2-12 16,0 1-11-16,-1-1-23 0,3-2-22 0,-2 1-24 15,1-1-24-15,2-4-7 0,0 0-20 0,0-1-1 16,1 1 5-16,-5-5 5 0,12 2 10 0,-12-2 11 16,12-4 19-16,-5-1 19 0,2 1 21 0,1-3 23 15,-4-2 24-15,2 2 15 0,-3-2 14 0,1 0 21 16,-2-1 26-16,0 6 29 0,-1-2 21 0,-3 6 19 15,5-10 3-15,-5 10-2 0,1-7-12 0,-1 7-5 16,0 0-12-16,0 0 5 0,0 0-3 0,0 0 7 16,-6 25-1-16,3-13-4 0,2 2-6 0,0 2-3 15,-1-1-8-15,2-3-1 0,0 4-9 0,4-5 1 16,0-2 3-16,3 1 3 0,-1-1 4 0,1-2 0 16,4-2 7-16,-1 0-4 0,9-3-1 0,0-1-3 15,-2-2-3-15,2-4 1 0,-1-2 2 0,-1 0 1 16,-2 1 5-16,0-5-3 0,-1 2-1 0,-1-4 3 0,-4-1-5 15,-2-2-5-15,-2 2-1 0,-2-1-4 0,-6-1-8 16,0 0-7-16,1-1-4 0,-6 2-18 16,-3 0-17-16,0 2-23 0,-2 1-21 0,-2 4-24 15,2 4-44-15,0 2-39 0,-1 3-39 0,-2 2-44 16,-2 3-157-16,0 4-436 0,5 1 194 0</inkml:trace>
  <inkml:trace contextRef="#ctx0" brushRef="#br0" timeOffset="60306.84">7662 9009 10 0,'11'-6'265'0,"-1"-1"-12"0,-1-1 1 15,0 0-16-15,-3-1-7 0,3-2-17 16,-3-5-18-16,-2 4-9 0,1-5-18 0,-3 2-14 16,-2-3-14-16,-3 3-10 0,2-3-13 0,-6 1-15 0,2-1-9 15,-2 0-7-15,0 4-2 0,2 3-17 0,1 0-7 16,-1 2-6-16,3 1-7 0,-2 4-5 0,0-2-9 15,4 6-8-15,-2-8-7 0,2 8 1 0,0 0-2 16,0 0-5-16,17-1 3 0,-6 3-4 16,3 3-5-16,1-1 3 0,3 2-3 0,0 3 0 0,0-2-1 15,-3 4-6-15,0 0 3 0,-2 3-1 0,0 0 0 16,-2-1-1-16,0 4 2 0,-1-3-3 16,-4 2 0-16,-1-5 2 0,3 3 2 0,0 0-2 15,-6-1 1-15,1-1-1 0,1-2 0 0,-2 0 2 0,2-1-5 16,0-1 1-16,0-2 1 0,1-2 0 0,0 0 1 15,0 0 0-15,3-3 1 0,-1 0-3 0,6-1-5 16,0-1 0-16,5-4 0 0,-1 0 0 0,-1-1-6 16,-2-4-2-16,3 0 2 0,-3 0-6 0,1-3-1 15,-3 1 2-15,-1-1 8 0,-2-3-12 0,-1 1 3 16,-3-2 1-16,-3 1-1 0,-2-1 2 0,-1 5 4 16,-3 1 3-16,0-1 0 0,-1 2-1 0,0 1 7 15,-4 2 3-15,0 4 4 0,2 2-6 0,-6 1 3 16,3 6 0-16,-6 5-1 0,-4 5 2 0,0 3 1 15,1 1 2-15,4 2-4 0,5-5-7 0,2 1-19 16,-1 5-41-16,6-4-56 0,0-2-54 0,6-1-53 16,2 0-208-16,1-5-470 0,6 1 208 0</inkml:trace>
  <inkml:trace contextRef="#ctx0" brushRef="#br0" timeOffset="60559.31">8684 8743 121 0,'-2'-11'330'0,"2"3"4"15,0 8-14-15,-1-11-32 0,1 11-31 0,0-8-25 16,0 8-6-16,0 0-1 0,0 0-4 0,-7 34-2 16,1-6-8-16,0-2-14 0,1 1-15 0,-2 2-12 15,2 1-26-15,3 0-16 0,0 0-6 0,1-4-19 16,1 1-5-16,-2-2-14 0,2-6-11 0,2 8-23 15,-1-2-36-15,1-8-32 0,-2 1-34 0,1-2-49 16,-1-6-43-16,0 1-44 0,0-11-49 0,-3 13-38 16,2-7-55-16,1-6-171 0,0 0-543 0,-11 6 240 15</inkml:trace>
  <inkml:trace contextRef="#ctx0" brushRef="#br0" timeOffset="61234.94">8590 8956 129 0,'12'-12'174'0,"3"3"-10"0,3-3-8 0,6-1-14 16,2 0 1-16,3 0 0 0,1 2-4 0,-1-2-12 16,-2 1-4-16,-2-1-7 0,-8 4-1 0,2 1-2 0,-5 0-11 15,0-2 0-15,-3 1-7 0,-2 0-5 16,-1 1-3-16,-3 1 3 0,1-3 0 0,-4 0-7 16,1 2-8-16,-2 2-7 0,2-2-4 0,-1 1 4 15,-2 7-6-15,2-9-7 0,-2 9-3 0,1-6-9 16,-1 6-4-16,0 0-5 0,0 0-2 0,1 23 3 15,-3 2 0-15,-1 2-4 0,-1 2 1 0,1 1-1 16,1 2-5-16,-3 2 3 0,-2-2-7 0,-1 1 3 16,0-2-4-16,1-4-2 0,3 1-3 0,-4-3 0 15,5-5 2-15,-2-2-2 0,2-6-4 0,1-2-3 0,1 1 5 16,-1-5-6-16,2-6 0 0,-1 11 1 0,1-11-7 16,-1 7 4-16,1-7-2 0,0 0-1 15,0 0-4-15,0 0 2 0,0 0 5 0,0 0-5 16,18-19 0-16,-10 10-7 0,3-4-3 0,0 0 1 0,3 2 2 15,1-1 2-15,1 1-3 0,-2 2 1 0,-1 3-4 16,2-1-1-16,-3 2 5 0,-2 3 2 0,0 2-4 16,0 1 2-16,3 0 4 0,-3 3-1 0,3 0 2 15,-4 0 1-15,3-1-2 0,-1 1 3 16,2 0-5-16,7 0 5 0,-2 0-2 0,4-3 5 0,0 1-2 16,6-4 3-16,1 4-5 0,-8-5 0 0,7 1 2 15,-8 0 0-15,3 0 6 0,-4-4-2 0,1 2-4 16,-5-2-1-16,-2 1 0 0,-4-3 8 0,0 2-7 15,-3-2 0-15,0 0 0 0,-1-2-1 0,-2 1 0 16,0-1 1-16,-3-1 7 0,-2 1 1 0,-2-2 9 16,1 2-2-16,-5 3 10 0,0-2 8 0,1 3 10 15,-2-1-1-15,1 2 5 0,0 3-13 0,-2 0 2 16,10 2-7-16,-14 3-1 0,8 0 2 0,-5 4-10 16,4-1 1-16,0 1 2 0,-1 2-8 0,1-2 25 15,2 2-33-15,1-1 5 0,3 0-5 0,-2-2 2 16,3-6-2-16,1 14 1 0,1-8-3 0,2-1-5 15,-1 0-4-15,3-2-3 0,1-1 3 16,1 0-12-16,0 0 1 0,2-1-3 0,1-1 2 0,0 0 5 16,-1 2-1-16,0-1 2 0,-2 0 1 0,-8-1-5 15,13 3 3-15,-6 0 2 0,-2 0-6 0,0 0-8 16,0 2-22-16,-1-1-30 0,-1 3-36 0,-3-7-40 16,2 13-53-16,0-4-72 0,-2 0-248 0,0-9-565 15,-2 15 250-15</inkml:trace>
  <inkml:trace contextRef="#ctx0" brushRef="#br0" timeOffset="61453.71">9657 9054 173 0,'13'-15'253'0,"0"0"15"16,2 1 14-16,1 1 0 0,-1 2-11 0,-1 0-1 15,1 1-29-15,-1 5-14 0,0 3-18 0,-2 0-8 16,-3 1-14-16,4 4-12 0,-4 2-12 0,1 1-13 15,-1 0-11-15,-2 4-9 0,-1-1-16 0,0 7-12 16,-1 0-10-16,-5-4-3 0,1 4-14 0,-1 1-45 16,-1-2-45-16,-3 2-48 0,3-6-46 0,-1 1-62 15,-1-1-68-15,2-1-69 0,1-10-229 0,-3 16-581 16,3-16 257-16</inkml:trace>
  <inkml:trace contextRef="#ctx0" brushRef="#br0" timeOffset="61771.54">10427 8828 2850 0,'1'-16'162'15,"-2"3"-18"-15,-2 4-44 0,2 1-21 0,1 8 4 16,-5-11-2-16,5 11 10 0,-5-6-27 0,5 6-11 0,0 0-1 16,-13 6 7-16,13-6-6 0,-12 13-1 0,7-4-8 15,1 1-4-15,2 4-1 0,2-2-9 16,2 1 10-16,4 0-12 0,1 4 3 0,2-3 0 15,4 3-1-15,2-4-9 0,3 7 0 0,3-4-3 0,0 0 2 16,-4-6-8-16,-1 0 1 0,0 1-2 0,0 3-1 16,-1-6-1-16,-4 0-8 0,-1-2 8 0,-2 2 3 15,1 0-10-15,-4-2 6 0,-1-3 1 16,-3 4-3-16,-1-7 6 0,-1 10 2 0,1-10-5 0,-14 10-8 16,4-7 4-16,-4 2-4 0,-4 0-21 0,-1-2-17 15,-8-3-23-15,1 3-29 0,-2-2-38 0,6-2-42 16,-1-2-51-16,-5-4-45 0,9 1-51 15,-3 0-211-15,3-2-570 0,2 0 253 0</inkml:trace>
  <inkml:trace contextRef="#ctx0" brushRef="#br0" timeOffset="61919.34">10341 8801 151 0,'5'-4'231'0,"4"-2"-2"0,1 2 0 15,1-1-2-15,-1 0-10 0,3 2-12 0,-1 0-16 16,1 0-16-16,9 3-15 0,0-5-16 0,6 2-17 15,1-2-28-15,0 4-44 0,0 1-75 0,-9-2-100 16,1 2-94-16,-2-1-129 0,-1-1-373 0,-1-2 165 16</inkml:trace>
  <inkml:trace contextRef="#ctx0" brushRef="#br0" timeOffset="62282.31">10822 8757 2432 0,'0'0'173'0,"0"0"-58"0,0 0-48 15,0 0-20-15,10-7 19 0,-10 7 7 0,0 0 6 16,0 0 5-16,10 4 6 0,-6 0 7 0,5 2 9 16,-3 1-6-16,3 1-3 0,3 6-5 0,0 3-5 15,-1-1-2-15,-4 3-5 0,6 3-1 0,-4 0-14 16,2 2 5-16,-4-5-14 0,1-2 3 0,1 7-10 16,-3-7 6-16,0-2-14 0,-1 1-6 0,-1-4 5 15,0 0-4-15,-1-3-2 0,1 1-13 0,-2-3 11 16,1-2-11-16,-2 1 1 0,-1-6 8 0,6 6 2 15,-6-6 9-15,4 5 5 0,-4-5 2 0,0 0-4 16,0 0-4-16,0 0 3 0,14-14-4 0,-8 6-6 16,2-2-4-16,-1 0 1 0,3-5-8 0,-4 0 5 0,6-3 3 15,-3 1-1-15,2-6-6 0,5-1-5 16,-2 0-3-16,1-1 1 0,0-2-10 0,2 3 8 16,-2-5-5-16,1 6-7 0,-2 3 5 0,-3 3-3 15,0 3-5-15,-5 4-12 0,2 2-7 0,-4 4-29 0,0-3-39 16,1 4-58-16,-5 3-45 0,0 0-48 15,0 0-57-15,0 0-63 0,0 0-301 0,0 0-715 16,-16 27 316-16</inkml:trace>
  <inkml:trace contextRef="#ctx0" brushRef="#br0" timeOffset="62449.83">11334 9035 3813 0,'5'7'250'0,"3"3"-130"0,-4-5-35 0,-1 1-61 15,0-2 95-15,-3-4 36 0,8 5 22 0,-8-5 8 16,5 4-8-16,-5-4 2 0,5 3-5 0,-5-3-9 15,0 0-14-15,0 0-15 0,0 0-15 0,0 0-12 16,14-3-16-16,-14 3-30 0,0 0-41 0,5-7-57 16,-5 7-80-16,3-10-114 0,-3 10-119 0,2-17-141 15,-4 7-362-15,-1-1-921 0,-1 1 407 0</inkml:trace>
  <inkml:trace contextRef="#ctx0" brushRef="#br0" timeOffset="63693.87">16222 6692 59 0,'0'0'215'0,"0"0"-18"0,0 0-15 0,1-9-21 16,-1 9-16-16,0 0-16 0,0 0-13 16,0 0-22-16,0 0 7 0,0 0-2 0,-10 32-9 0,7-18-10 15,0 4-5-15,-1-1-3 0,1 0-10 0,2 1-2 16,-1 0-5-16,-1 2-6 0,2-3-8 0,-2-1 0 15,2 1-4-15,1-2-4 0,-1 1-3 0,-1-3 1 16,1-3-6-16,-1 3-19 0,0-4-30 0,1 1-37 16,1-2-39-16,-1-1-32 0,1-7-27 0,-1 11-143 15,1-11-327-15,-3 7 145 0</inkml:trace>
  <inkml:trace contextRef="#ctx0" brushRef="#br0" timeOffset="64061.23">16372 6424 90 0,'0'0'31'0,"-8"-5"-52"0,8 5-21 0,-13 2 9 15</inkml:trace>
  <inkml:trace contextRef="#ctx0" brushRef="#br0" timeOffset="64270.92">16652 6686 77 0,'1'13'179'0,"0"2"-3"0,-1 2-6 0,-2 2 2 16,-1-2-15-16,-3 2-14 0,-2 5-8 0,2 3-15 16,-5-3-7-16,0 0-10 0,-1-3-9 0,2-5-10 15,-4 0-7-15,1 0-8 0,-3 5-29 0,-5-3-42 16,6-5-32-16,-2 0-59 0,-5 3-54 0,-4-5-126 15,5-2-294-15,2-1 130 0</inkml:trace>
  <inkml:trace contextRef="#ctx0" brushRef="#br0" timeOffset="64481.61">16218 6715 1767 0,'-11'-15'-14'16,"1"4"30"-16,-1 3-11 0,1 1 0 0,-1 3-5 15,-3 4 3-15,1 2 5 0,1 3 7 0,-2 4 27 16,-4 11 12-16,1 2 6 0,0 2-3 0,7 2 0 16,2 2 1-16,3 1-7 0,6 1 0 0,2 0-5 15,2-3-1-15,5 2-5 0,3-2-3 0,4-2-5 16,2-1-22-16,2-2-42 0,2-2-50 0,7-2-43 16,2 0-63-16,-3-4-149 0,2-2-364 0,-2-3 162 15</inkml:trace>
  <inkml:trace contextRef="#ctx0" brushRef="#br0" timeOffset="64781.38">16356 6460 211 0,'0'0'262'0,"0"0"-26"0,0 0-22 0,0 0-17 16,0 0-13-16,0 0-17 0,0 0-17 0,0 0-19 15,0 0-13-15,0 0-10 0,0 0-15 0,0 0-19 16,0 0-37-16,0 0-49 0,0 0-43 0,0 0-56 15,0 0-53-15,0 0-143 0,0 0-332 0,12 15 146 16</inkml:trace>
  <inkml:trace contextRef="#ctx0" brushRef="#br0" timeOffset="69715.89">16433 6889 8 0,'0'0'36'0,"-1"-6"-5"0,1 6-6 0,0 0-6 16,0-15-7-16,0 15-6 0,1-9-6 0,0 3-8 16,-1 6-2-16,3-10 3 0,-3 10-2 15,4-12 3-15,-3 8 5 0,-1 4 9 0,1-10 0 16,-1 10-1-16,3-11 4 0,-3 11 10 0,1-5-6 0,-1 5-1 16,1-12-4-16,1 6-6 0,-2 6-1 0,-2-9-5 15,2 9 1-15,0 0-1 0,-1-11 0 0,1 11 4 16,-2-7 1-16,2 7-3 0,0 0 4 0,-3-8 2 15,3 8 5-15,0 0-1 0,-1-7 0 0,1 7 6 16,0 0-4-16,0 0 8 0,-2-9-9 0,2 9 13 16,0 0-2-16,0 0 0 0,0 0-5 0,-2-7 17 15,2 7-6-15,0 0-1 0,0 0 11 16,0 0-5-16,0 0 4 0,0 0 14 0,0-10-4 0,0 10-5 16,0 0 3-16,0 0-4 0,0 0 10 0,-1-10-7 15,1 10-2-15,0 0 6 0,-4-8-7 0,4 8 0 16,0 0 12-16,-7-8 8 0,7 8-16 0,-2-7 1 15,2 7-5-15,-4-8-5 0,4 8-3 0,-4-7 2 16,4 7 6-16,-2-8-2 0,2 8 0 0,-4-5-2 16,4 5-4-16,0 0 5 0,-3-9 2 0,3 9 1 15,0 0 2-15,-2-8 1 0,2 8-4 0,0 0-1 16,0 0 0-16,-3-9-3 0,3 9 0 0,0 0-3 16,0 0 3-16,0 0-1 0,-2-6-5 0,2 6-2 15,0 0-2-15,0 0-3 0,0 0-4 0,0 0 1 16,0 0-6-16,0 0-1 0,0 0 2 0,0 0-6 15,0 0 0-15,0 0-2 0,5-9-3 0,-5 9 4 16,0 0-3-16,0 0-3 0,0 0 1 0,0 0-2 16,0 0-1-16,9-3 1 0,-9 3-2 0,10 0 1 15,-10 0 0-15,15 3 1 0,-15-3-3 0,17 1 2 16,-6 0-2-16,-3 1 1 0,1 0-5 0,1 3 10 16,0-2-6-16,1 4-4 0,0 0 2 0,-1-1 0 15,1 3-2-15,-3 0 0 0,0 3 4 0,-1 0-1 16,-1 1-1-16,0 4-1 0,1 1 5 0,-5-1 0 15,-1-1-3-15,1 1 3 0,-5 2-2 0,-1-1 0 16,-1 1 4-16,-2-1-2 0,-4 6 5 0,0-8-4 16,-6 7 0-16,0-5-3 0,-3 1-21 0,-1 1-9 15,-2-2-32-15,1-2-32 0,-1 1-17 0,-3-4-28 16,3 5-26-16,-2-3-111 0,-1-3-299 0,-1 0 133 16</inkml:trace>
  <inkml:trace contextRef="#ctx0" brushRef="#br0" timeOffset="73561.25">17803 6632 174 0,'0'-8'200'0,"1"1"-6"0,-1 7-9 0,0-14-5 16,0 14-4-16,0-10-7 0,0 10-6 0,0-7-18 0,0 7-17 15,0 0-9-15,0 0-21 0,2-6-11 0,-2 6-11 16,0 0-7-16,0 0-8 0,0 0 0 16,4 31-8-16,-4-13-2 0,1 2-2 0,0 5 0 15,0 0-7-15,-1 3-5 0,-1-1-5 0,0-2-3 0,1 1 0 16,1 0-3-16,-2-1-2 0,1 0 1 0,0 1-3 15,-3-6-4-15,5 4-7 0,-4-5-25 16,2 6-27-16,-1-6-22 0,1 1-33 0,-1-3-35 16,1 0-30-16,0-1-29 0,-2-4-158 0,2 0-377 15,2-3 167-15</inkml:trace>
  <inkml:trace contextRef="#ctx0" brushRef="#br0" timeOffset="74320.73">17832 7103 121 0,'3'-10'163'0,"-3"10"-14"0,9-6-4 0,-3 2-7 0,2-1-4 15,1-3-14-15,4 2-15 0,1-4-7 16,4-2-8-16,0 5-11 0,5-9-2 0,-7 7-11 0,3 0-3 16,-2-2-1-16,0 0-9 0,-2 2-3 0,-5 0-6 15,-1 1 5-15,3-7-6 0,-3 2-2 0,-3-2-3 16,2 2-1-16,-3 2 9 0,-2 2 4 0,1-3-5 15,-2 4 1-15,-1-2-3 0,-1 3 1 0,0 7-1 16,0-11-6-16,0 11-3 0,-3-9-5 0,3 9 1 16,0 0-9-16,-5-6-8 0,5 6 0 0,0 0 0 15,-15 13-2-15,7-5-3 0,-1 5 1 0,-2 3 2 16,2-1-5-16,-1 2 3 0,1 1-4 0,1-3 0 16,2 0-2-16,3-2 4 0,0 0-5 0,3-1-2 15,3-2-3-15,0 1-8 0,3-2-9 0,2 0-11 16,3-3-4-16,3 2-8 0,5-5-10 0,-1-1 1 15,2-2-6-15,1-2-5 0,-1-1-2 0,1-4 6 16,0 0-3-16,-3-1 25 0,-1-2-10 0,-2-1 3 16,0 1 6-16,-4-5 4 0,1-2 3 0,-3 4 5 15,0-5 3-15,-4-1 8 0,-1 1 7 0,2-1 8 16,-4 3 12-16,1 4 20 0,0 1 2 0,1 2 13 16,-3 3-4-16,0-1-1 0,-1 7-10 0,1-11-5 15,-1 11-7-15,0 0 2 0,0 0-10 0,0 0 4 16,0 0-3-16,0 0 2 0,2 31 1 0,-4-15 3 15,-1 0-7-15,1 2 2 0,0-2-5 0,-1-1-2 16,2-3 3-16,-1-2-3 0,1 2 1 0,1-4 1 16,0 2-2-16,-1-4-1 0,1-6 2 0,1 13 1 15,0-6-3-15,-1-7 2 0,3 9-1 0,-3-9-1 16,3 5 2-16,-3-5 3 0,0 0-3 0,10 2 1 16,-10-2-4-16,0 0 4 0,15-9-1 0,-6 4 3 15,2-3-3-15,-1-2-2 0,0 2 0 0,-1-6 0 16,3 0-1-16,0 0 0 0,-2-1-3 0,0 1 5 15,-3-2-4-15,-2 3-1 0,2-2 11 0,-4 4-11 16,4 2 5-16,-4-2 0 0,0 4 9 0,0 0 6 16,-3 7-4-16,1-9-2 0,1 4-3 0,-2 5-5 15,0 0 1-15,0 0-6 0,0 0-1 0,0 0-1 16,0 0-2-16,0 0 3 0,0 0-6 0,-16 23 4 16,7-7-1-16,1-1 1 0,2 1 0 0,1 3 3 15,0-2-4-15,1 4-1 0,0-2 5 0,3-1-3 16,-2 8 2-16,3-7-3 0,1 1 8 0,1-4-9 15,0 2 1-15,0 0 4 0,-1-3-5 0,1 3-6 0,2-3-13 16,-3-2-13-16,-1 0-15 0,0 0-19 16,0-3-34-16,2 0-24 0,-2-1-31 0,0-9-33 15,-7 15-99-15,4-11-313 0,-3 0 140 0</inkml:trace>
  <inkml:trace contextRef="#ctx0" brushRef="#br0" timeOffset="74609.67">19082 6613 145 0,'7'-17'258'0,"-3"4"-3"0,-2-3-20 0,-1 8-11 15,2-3-5-15,-2 4-21 0,2 0-21 0,-3 7-24 16,1-9-18-16,-1 9-17 0,0 0-14 0,0 0-8 0,9 17-9 15,-6 1-8-15,-1 8-4 0,2 1-9 0,-3 5-7 16,1-3-3-16,-2-1-3 0,0-1-6 16,1 3-5-16,-1 0-1 0,-1-4-4 0,-1 5-6 15,1-5-3-15,1-6-1 0,-3 6-3 0,2-9-19 0,0 1-31 16,0-1-32-16,-1 1-39 0,1-7-39 0,0 2-43 16,-3-3-44-16,-1 2-170 0,0-6-425 0,-2-1 188 15</inkml:trace>
  <inkml:trace contextRef="#ctx0" brushRef="#br0" timeOffset="75325.34">19016 6887 2200 0,'6'-13'1'0,"-2"-2"11"0,1 3-12 0,0 3-3 16,-1-2 0-16,5 1 3 0,-1-1 0 0,3-2-1 16,5-3 2-16,-4 2 2 0,4 1 10 0,-1-2 7 15,3 1 5-15,-3 1 8 0,2 0 0 0,-3-1 6 0,0 2 9 16,-4-2-1-16,1 1 0 0,-5 3 2 0,1 0 2 15,0-2 9-15,-1 4-6 0,-3-3-4 0,1 0-3 16,-2 1-6-16,2 3-3 0,-3 1-1 16,-1 6-8-16,3-10-5 0,-3 10-7 0,2-5-8 0,-2 5-4 15,0 0 7-15,0 0-4 0,3 25-4 0,-2-6 0 16,-1 5 2-16,2 3-3 0,-5 1 3 16,-2 3-3-16,2-4 0 0,2 0 2 0,-3-3 1 15,3-6-4-15,0 1 0 0,0-2 2 0,1 1-2 16,0-1 2-16,-2-1 0 0,2-6-3 0,0 0-1 0,-1-3 0 15,1-7 3-15,1 12-2 0,-1-12 3 0,0 7 1 16,0-7 2-16,0 0-1 0,3 6-1 0,-3-6-1 16,0 0 0-16,0 0-8 0,0 0 2 0,18-15-1 15,-12 8 1-15,2-2-5 0,2-2-1 0,-1 7 0 16,1-4-1-16,-1 1-2 0,0 1 2 0,1 1-3 16,-1 3 2-16,1 2-2 0,-1 0 3 0,-1 0-1 15,2 2-2-15,-1 2 4 0,3-2 2 0,-1 0 0 16,-2 4 1-16,3-1 4 0,3 4-1 0,3-5 1 15,-2 1-2-15,4 0-6 0,6-1 1 0,-5-2-4 16,10 0 1-16,-3-1-2 0,1-2-1 0,0-6 0 16,-2 1 2-16,-5-1 0 0,-3 3 2 0,0-3 2 15,-2-1 4-15,-4 5 3 0,-2-5 8 0,-3 2 4 16,2-2 1-16,-2-2-2 0,-2-2 2 0,1 2 3 16,-2-2-2-16,-3 0-1 0,1 1 18 0,-5 0-5 15,2 1-1-15,-2 1-5 0,-1 0 4 0,-3 1-2 16,2 2 0-16,-1 1-6 0,5 5-2 0,-9-5-5 15,-1 4 1-15,10 1-3 0,-17 2-1 0,10 1-2 16,-3 3-2-16,-1 0 1 0,3 1 0 0,0 0 1 16,1 2 1-16,2-2-2 0,3 0 1 0,-2-1-5 15,0-1 0-15,3 2 0 0,1-7 4 0,0 11 1 16,0-11 0-16,3 14 1 0,0-10 1 0,1 1-3 16,-4-5 4-16,6 9-3 0,-2-3 1 0,2-4 0 15,-6-2 2-15,8 5-3 0,-8-5 0 0,6 2 1 16,-6-2 1-16,7 2-3 0,-7-2 1 0,0 0-3 15,10 2 5-15,-10-2-9 0,6 2-4 0,-6-2-14 16,7 4-11-16,-7-4-15 0,6 5-16 0,-2-1-21 16,0 0-30-16,1 2-32 0,0 2-22 0,0 0-28 15,0 0-20-15,-2 0-140 0,0-1-386 0,-2 1 170 16</inkml:trace>
  <inkml:trace contextRef="#ctx0" brushRef="#br0" timeOffset="75543.72">19983 6943 199 0,'4'-12'211'0,"0"1"-5"0,3 0-11 0,0 1-6 15,2 0-5-15,0 2-17 0,-1-3-7 0,1 6-12 16,-3-3-12-16,3 2-17 0,-4 5-9 0,3-2-14 16,-8 3-9-16,12-1-13 0,-12 1-5 0,18 4-6 15,-11 0-6-15,-2 1-5 0,1 3-4 0,1 2-3 16,-1-1-7-16,0 1-1 0,-2 1-1 0,0 1-32 15,-3 0-31-15,-1-2-35 0,2 2-37 0,-2-2-39 16,1 0-32-16,-1 0-203 0,-1 0-403 0,1-10 179 16</inkml:trace>
  <inkml:trace contextRef="#ctx0" brushRef="#br0" timeOffset="75879.61">20771 6729 210 0,'0'0'240'0,"-2"-10"-23"0,2 10-20 0,-2-6-21 15,2 6-20-15,-7-4-15 0,7 4-16 0,0 0-12 16,-15 10-11-16,9-6-9 0,-1 6-9 0,1-1-10 16,1 1-4-16,0 1-9 0,1 0-8 0,1 6-3 15,3-6-5-15,3 2-4 0,-2 3-6 0,3 0 5 16,1 1-10-16,1-3-2 0,2 3-5 0,0-3-2 15,1-1 1-15,0 2-4 0,0-2 0 0,-1-2-2 0,0 0 0 16,0-1 2-16,2-1-6 0,-4 1 3 16,0-1-1-16,-4-5-7 0,3 1-3 0,-2 1 1 15,-1 0 0-15,-2-6-2 0,0 9 4 0,0-9-2 16,0 0 0-16,-7 11 2 0,-1-8-5 0,-6-1-13 16,1-1-22-16,-5-1-19 0,-1 0-25 0,-1 0-15 15,-1-2-33-15,5-2-31 0,-3-2-33 0,2-1-127 16,-1 0-340-16,5-6 151 0</inkml:trace>
  <inkml:trace contextRef="#ctx0" brushRef="#br0" timeOffset="76031.52">20723 6720 67 0,'7'-4'178'0,"-2"-1"-7"0,4 2-11 15,-3 0-17-15,3-2-9 0,1 1-10 0,4 0-17 0,-2 1-17 16,7 0-36-16,-1 0-43 0,4 0-43 0,-1 0-51 15,1 2-105-15,-4-1-202 0,11 0 89 0</inkml:trace>
  <inkml:trace contextRef="#ctx0" brushRef="#br0" timeOffset="76425.28">21275 6685 209 0,'0'0'250'0,"0"0"-8"15,7-5-8-15,-7 5-14 0,0 0-18 0,0 0-17 16,4-3-19-16,-4 3-20 0,0 0-22 0,0 0-13 16,0 0-9-16,0 0-11 0,7 12-8 0,0-2-4 15,-4 1-4-15,6 4-10 0,-2 2-4 0,-1 0-3 16,3 1-8-16,-1 7-3 0,-2-7 1 0,1 7-10 16,-1-7-2-16,0-3-2 0,1 2 0 0,-1-2-5 0,-2 0 1 15,4-3-2-15,-2-4-3 0,1 2-1 0,-2-2-3 16,-1-1-3-16,-2-2 2 0,2 2-2 15,-2-3 1-15,2 1 2 0,-4-5 11 0,5 8 7 16,-5-8 11-16,5 3 16 0,-5-3 12 0,6 3 9 16,-6-3 12-16,0 0-2 0,12-9-7 0,-5 1-21 0,0-1 11 15,2-5-12-15,1 2-8 0,6-10-2 0,0 1-4 16,1 0-6-16,1 0-8 0,0-2-4 0,-1 0-5 16,0 0 1-16,-3-2-7 0,2 5-2 0,-5 4-4 15,2-6 1-15,-1 5-3 0,-3 1-18 0,-2 0 29 16,0 1-19-16,-1 4-9 0,-2-1-11 0,0 5-17 15,0 0-23-15,-2 1-42 0,-2 6-59 0,3-7-72 16,-3 7-49-16,0 0-33 0,0 0-271 0,0 0-625 16,-18 16 278-16</inkml:trace>
  <inkml:trace contextRef="#ctx0" brushRef="#br0" timeOffset="76581.6">21761 6975 3209 0,'13'14'189'0,"-4"-4"-55"16,0-3-65-16,-4-1-28 0,0-2-5 15,0-1 29-15,0 3 29 0,-5-6 15 0,7 6 5 0,-7-6-10 16,7 0-4-16,-7 0-14 0,0 0-10 0,0 0-6 16,0 0-24-16,0 0-42 0,13-6-65 0,-13 6-80 15,-1-9-106-15,1 9-111 0,0 0-266 0,-4-20-675 16,4 20 300-16</inkml:trace>
  <inkml:trace contextRef="#ctx0" brushRef="#br0" timeOffset="78315.78">5391 9758 9 0,'2'-5'152'0,"-2"5"-10"0,0 0-6 0,4-7-9 15,-4 7-1-15,0 0-4 0,0 0-14 0,3-7-4 16,-3 7-4-16,0 0-9 0,0 0-6 0,4-6-11 15,-4 6-3-15,0 0-4 0,0 0-10 0,0 0 0 16,0 0-1-16,0 0-3 0,0 0-3 0,0 0 0 16,0 0 5-16,0 0-2 0,0 0 1 0,0 0-3 15,0 0 5-15,0 0 1 0,0 0 4 0,0 0 1 16,0 0-3-16,0 0-5 0,0-9-2 0,0 9 0 16,0 0-4-16,0 0 1 0,0 0-1 0,0 0 0 15,0 0 1-15,0 0-4 0,-4-12-7 0,4 12 5 16,0 0-5-16,0 0-2 0,-2-5 2 0,2 5-1 15,0 0-5-15,0 0-4 0,0 0 0 0,0 0-5 16,0 0-6-16,0 0-1 0,0 0-7 0,0 0-4 0,0 0 3 16,0 0 0-16,0 0-4 0,0 0-1 15,0 0-1-15,0 0 3 0,2 28-1 0,0-18 5 16,-2 1-6-16,-2 1-1 0,2 1 3 0,-1-2 2 16,1 0-5-16,-2 0 1 0,0 2 0 0,1-1 3 15,0-2-3-15,-2 0 4 0,2-1-3 0,0 1 0 16,-2 0-2-16,2-2 1 0,1 1 0 0,0-9 4 0,-3 12-13 15,2-6-16-15,1-6-21 0,-3 12-22 16,1-8-21-16,2-4-26 0,-5 10-24 0,5-10-21 16,-2 5-12-16,2-5-7 0,0 0-24 0,0 0-153 0,0 0-381 15,0 0 169-15</inkml:trace>
  <inkml:trace contextRef="#ctx0" brushRef="#br0" timeOffset="78527.6">5469 9743 40 0,'3'-8'190'0,"-3"8"2"0,4-7-6 0,-4 7-9 0,1-6-16 16,-1 6-16-16,0 0-14 0,0 0-15 0,0 0-9 15,0 0-12-15,0 0-10 0,0 0-5 16,13 10-11-16,-8-1-4 0,0 0-4 0,-1 3-7 0,0 0-4 16,-3 0-7-16,2 5-4 0,-2-5-4 0,1 4-1 15,0 0-5-15,-2 0-3 0,0-1-21 0,-2 1-16 16,2-1-25-16,-1-3-31 0,1-1-44 0,-1-3-48 15,1 2-147-15,0-10-330 0,-7 12 146 16</inkml:trace>
  <inkml:trace contextRef="#ctx0" brushRef="#br0" timeOffset="78692.42">5478 9583 1508 0,'0'-10'-27'0,"2"1"21"0,-2 9-3 0,0-13-75 16,1 8-33-16,-1 5-26 0,0 0-44 0,0 0-204 15,0 0 91-15</inkml:trace>
  <inkml:trace contextRef="#ctx0" brushRef="#br0" timeOffset="78931.75">5771 9626 86 0,'10'9'198'0,"-5"-1"-1"0,3 3 2 16,-3 4-14-16,0 0-6 0,-1 1-16 0,-3 3-17 16,-2-1-12-16,0 1-5 0,-4 7-17 0,0-2-7 15,-3 1-15-15,-5-1-6 0,-2-1-5 0,6-5-11 16,-5 5-5-16,-2-1-3 0,4-6-10 15,-4 5-9-15,-2-2-26 0,4-4-22 0,-2-1-21 0,0-1-19 16,-5 3-22-16,5-3-29 0,-2-2-26 0,1-1-44 16,1-2-139-16,-3-1-334 0,1-2 148 0</inkml:trace>
  <inkml:trace contextRef="#ctx0" brushRef="#br0" timeOffset="79170.64">5031 9674 41 0,'-9'8'184'0,"-3"7"1"0,-3 7-4 16,1 1-2-16,1 0-7 0,4 3-9 0,0 2-19 15,1-2-12-15,4 3-13 0,5-2-7 0,2 3-10 16,2-3-9-16,0-2-10 0,2-1-7 0,4-2-12 15,4 3-31-15,0-4-38 0,3-2-43 0,-2-6-59 16,8 0-65-16,-8-1-117 0,10-2-313 0,1-1 140 16</inkml:trace>
  <inkml:trace contextRef="#ctx0" brushRef="#br0" timeOffset="80221.64">16202 8994 52 0,'0'0'150'16,"0"0"-15"-16,-2-9-10 0,2 9-13 0,0 0-11 15,0 0-12-15,0 0-5 0,0 0 6 0,0 0-2 16,-6 24 0-16,2-12 0 0,-1 5-12 0,-1 2-2 15,-3 6-6-15,1 0-6 0,0-1 0 0,0 0-8 0,1-5-2 16,2 0-13-16,1-1-2 0,-1-1-1 16,-1 0-3-16,3-1-4 0,1-3-5 0,0-1-2 0,1-1-6 15,1-1-23-15,0 0-31 0,0-3-28 16,0-7-12-16,0 12-35 0,-1-6-19 0,1-6-110 0,0 0-263 16,0 0 117-16</inkml:trace>
  <inkml:trace contextRef="#ctx0" brushRef="#br0" timeOffset="80439.62">16327 9041 105 0,'3'-5'186'0,"-3"5"-16"0,6-7-17 16,-6 7-18-16,0 0-14 0,5-3-14 0,-5 3 5 16,0 0 6-16,0 0-2 0,6 15-11 0,-6-6-3 15,0 0-8-15,2 3-12 0,-2-1-1 0,-2 4-11 16,1-2-4-16,0 0-7 0,0-1-6 0,-1 3-5 15,1 0-5-15,0-3-2 0,-3-2-7 0,3 3-12 16,-1-2-24-16,1 1-24 0,0 0-39 0,-3-2-25 16,3 0-42-16,-3-2-40 0,0 2-118 0,0-5-313 15,2 2 138-15</inkml:trace>
  <inkml:trace contextRef="#ctx0" brushRef="#br0" timeOffset="80790.52">16709 9078 70 0,'-4'18'133'0,"-1"0"7"0,0-1-22 0,-1 1-4 15,-2 0-14-15,0-1-5 0,-1 0-9 0,0 0-5 16,-2-3-14-16,1 1-3 0,-3-1-4 0,-1 3-24 15,-5 2-27-15,-2 0-31 0,-2-3-39 0,-1 1-44 16,-2-5-60-16,2 1-177 0,-1-1 78 0</inkml:trace>
  <inkml:trace contextRef="#ctx0" brushRef="#br0" timeOffset="81025.42">15947 8997 39 0,'-19'24'158'0,"5"2"-10"16,-2 4-1-16,1 2-17 0,3-2-8 0,1 4-16 16,8 1-5-16,-1-2-11 0,2-3-12 0,5 4-4 15,5-4-10-15,2 0-3 0,3-2-8 0,2-2-13 16,2 0-35-16,2-6-33 0,7 0-34 0,4-2-46 15,-3-4-95-15,4-4-221 0,1-1 98 0</inkml:trace>
  <inkml:trace contextRef="#ctx0" brushRef="#br0" timeOffset="81349.64">17307 9029 168 0,'3'-8'231'0,"2"-3"-2"0,-2 1-8 0,-1 0-15 0,-1 1-6 16,3 2-8-16,-3 1-7 0,-1 6-8 0,3-10-15 16,-3 10-19-16,1-7-18 0,-1 7-13 0,0 0-15 15,0 0-14-15,0 0-7 0,0 0-7 0,0 0-5 16,0 32-8-16,-2-8-3 0,-1 4-7 0,-2 0 1 15,3-1-4-15,-2 1-6 0,2 0-6 0,-1-2 1 16,-1 2-3-16,0-5-4 0,1-2-4 0,1-2 4 16,0-1-3-16,-1 0-5 0,0 0-3 0,1 0 0 15,-1-7-16-15,0 0-23 0,2 0-27 0,-3-1-37 16,2-4-40-16,-1 3-41 0,1-2-44 0,-2-2-215 16,-1 0-464-16,5-5 205 0</inkml:trace>
  <inkml:trace contextRef="#ctx0" brushRef="#br0" timeOffset="81535.27">17278 9191 105 0,'6'-4'152'0,"6"1"-10"0,1-2-16 0,3-1-6 15,1 2-14-15,10-2-13 0,-8 1-8 0,1 2-5 16,2-1-27-16,-2 2-22 0,1 0-33 0,-1-2-20 0,2 0-22 15,-3 1-20-15,2-2-22 0,-5 0-61 0,-3 1-157 16,-3-1 70-16</inkml:trace>
  <inkml:trace contextRef="#ctx0" brushRef="#br0" timeOffset="81740.75">17657 9007 40 0,'0'0'157'0,"-2"-10"-2"0,1 3-7 15,1 7 8-15,-3-10 3 0,3 10 4 16,-4-7-4-16,4 7-7 0,-2-6-20 0,2 6-11 15,0 0-16-15,0 0-11 0,0 0-11 0,0 0 10 0,-7 20 0 16,6-8-1-16,-2 8-7 0,1 1 0 0,-6 4-12 16,3 0-6-16,0 2-6 0,1-2-1 15,0 2-9-15,0-2-6 0,-2-5-3 0,4-1-4 16,-1 6-3-16,0-8-9 0,0 1-25 0,0 0-25 0,3-1-47 16,-1-4-42-16,-1 0-39 0,2-2-46 0,0 0-172 15,0-4-399-15,0-7 177 0</inkml:trace>
  <inkml:trace contextRef="#ctx0" brushRef="#br0" timeOffset="81932.42">17743 9179 106 0,'0'0'217'0,"5"-5"-24"0,-5 5-20 0,0 0-16 15,8-1-15-15,-8 1 1 0,0 0-3 0,2 20-13 16,0-7-6-16,-2 0-11 0,0-3-8 0,-3 8-16 15,-2 0-1-15,-1 0-12 0,0 2-6 0,1-2-31 16,1-1-47-16,-2-1-37 0,2 1-44 0,1-5-48 16,-1 0-159-16,0 0-321 0,1-1 142 0</inkml:trace>
  <inkml:trace contextRef="#ctx0" brushRef="#br0" timeOffset="82455.5">18058 9177 95 0,'-4'-5'206'15,"4"5"0"-15,-11-9-9 0,5 4-5 0,-2 1-7 16,1 1-16-16,-2-1-14 0,1 4-15 0,-5 0-11 16,2 3-14-16,-5 2-9 0,5 1-11 0,-3 4-13 15,1 1-3-15,0-1-9 0,3 1-7 0,4 0-6 0,1 0-8 16,1 0-2-16,1-3-6 0,1 2-3 0,2 0-2 15,1 0-3-15,1-2-3 0,2 2-2 16,1-3-1-16,2-2-6 0,0 0 0 0,0-1 0 16,0-3-5-16,0 0 0 0,2 1-1 0,-9-2-4 0,11 2 0 15,-4 0-3-15,-7-2 0 0,9 2-1 0,-9-2-2 16,10 0-3-16,-10 0-2 0,8 5 0 0,-3-4 0 16,-3 5 0-16,-2-6 0 0,7 14 1 0,-6-5-3 15,1 2 1-15,-2-1 5 0,-2 4-3 0,-1 2 1 16,1-1-2-16,-2 0 4 0,-1 0-3 0,0 2 2 15,-3-3-2-15,-1 0 3 0,1-4-1 0,-3 3 0 16,-3 0-2-16,2-3 2 0,-2 3 2 0,0 0-8 16,-2-3-19-16,-1-1-32 0,-1 0-31 0,0 1-43 15,0-4-30-15,5-2-44 0,0 0-168 0,2-1-399 16,4-3 177-16</inkml:trace>
  <inkml:trace contextRef="#ctx0" brushRef="#br0" timeOffset="82839.73">18070 9099 1600 0,'13'-28'121'0,"-2"2"-38"0,-3 7 15 0,-1 3-10 16,-2 3 3-16,-1 3-14 0,-2 4-22 0,1 0-12 16,0 2-13-16,-3 4-1 0,0 0 11 0,12 10 6 15,-7 1 13-15,2 15 4 0,1 2-6 0,-4 3-1 16,-3 1-1-16,1-2-4 0,-1 0-3 0,-4 1-3 15,2-2 4-15,0 0-9 0,1-10 0 0,-1 0-6 16,-1-1-5-16,2-4 1 0,0-2-4 0,0-2-1 16,-1-3-5-16,1 0 2 0,0-7-1 0,-1 8 0 0,1-8 7 15,0 0 15-15,1 10-1 0,-1-10 3 16,0 0 2-16,0 0-4 0,0 0-7 0,0 0-1 16,14-19-3-16,-4 7-9 0,3-3-1 0,-1 3-1 15,3-1 7-15,-1 1-12 0,1 1-7 0,-1 1-1 0,-1 0-1 16,-1 3 4-16,-2 4-12 0,-1-1 1 15,0 2-2-15,-1 2 5 0,-8 0-4 0,16 6-1 16,-10-3 2-16,3 4 3 0,-2 3-4 0,-1-2 3 16,2 3 1-16,-4-2-6 0,1 1-16 0,0 2-35 0,-2-1-33 15,-1 1-47-15,1-2-43 0,0 1-43 0,-1 0-55 16,-2-3-180-16,0 2-490 0,-2 1 216 0</inkml:trace>
  <inkml:trace contextRef="#ctx0" brushRef="#br0" timeOffset="83501.42">18423 9003 43 0,'1'-6'234'0,"2"-1"-27"15,-3 7-21-15,2-7-24 0,-2 7-16 0,0 0-12 16,0 0-8-16,0 0 6 0,12 18-5 0,-10-2-1 16,1 2-10-16,1-2-11 0,-2 4-5 0,1 5-9 15,-3-1-4-15,3 3-15 0,-2-7-1 0,0 4-9 16,3 2-7-16,-3-1-1 0,-2-6-10 0,1 0-16 16,0-2-25-16,0 2-37 0,-3-2-36 0,1 0-30 15,1-6-44-15,-2 2-34 0,3-1-154 0,-4-2-357 16,3-1 158-16</inkml:trace>
  <inkml:trace contextRef="#ctx0" brushRef="#br0" timeOffset="84019.54">18636 9223 78 0,'3'-4'208'0,"0"-1"-20"0,-3 5-21 0,0 0-4 15,0 0 1-15,0 0-3 0,0 0-9 16,13 9-3-16,-9-3-10 0,-2 2-16 0,1 0-8 15,1 3-11-15,2 0-9 0,1-1-7 0,2-1-7 0,0-1-6 16,5 2-9-16,-1-1-3 0,5-4-7 0,-3 0-3 16,4-2-8-16,0-1 6 0,2-1-10 0,-2-2-6 15,-1-1-1-15,-4-1-3 0,-1 3-5 16,-3-5-1-16,1 0-2 0,-2-1-2 0,-1-2 2 0,1 2-5 16,-5-4 4-16,0 1-4 0,-2-2 1 0,0-1 0 15,0 0 15-15,-1 2 13 0,1 3 11 0,-2 0 3 16,0 7-1-16,0 0-7 0,0-12-11 0,0 12-5 15,0 0-11-15,0 0-1 0,0 0 0 0,0 0 0 16,2 33-5-16,0-8-1 0,-1 6-1 0,-2 3 4 16,1 14-2-16,-3-3-6 0,3 1 0 0,-1-12-2 15,1 12-3-15,-2-10 2 0,2 0-1 0,-1 9 1 16,0-10 1-16,-2 14 1 0,-1-14-8 0,3-1-1 16,-2 1 17-16,0 0-14 0,-4-1-1 0,0 0 2 15,-1-2-3-15,-2-4 1 0,0-2-1 0,-3-4 2 16,1-5-3-16,-1-3-3 0,1-2 3 0,0-5-8 15,-2 1-11-15,0-4-1 0,1-2-1 0,-1-4-1 16,1-1-9-16,3-3-1 0,-4 0 1 0,3-8 1 16,0-3 6-16,-1-10-3 0,5-1 3 0,3-3-2 15,3-1 5-15,2-1 4 0,8-12-2 0,-1 13-1 16,6-2 2-16,3-9 1 0,7 2-1 0,3 0-4 16,2-2-17-16,4 5-7 0,1 3-14 0,3 0-14 15,2 3-12-15,1 2-20 0,1 2-21 0,-8 8-22 16,12-4-23-16,-12 7-21 0,2 1-31 0,-6-1-132 0,6 5-379 15,-4 0 168-15</inkml:trace>
  <inkml:trace contextRef="#ctx0" brushRef="#br0" timeOffset="84445.34">19820 9182 12 0,'0'0'227'0,"-3"-11"4"0,3 11-1 0,-7-11-15 0,0 2-14 15,-2 4-14-15,-3 1-8 0,0-1-17 0,-6 3-10 16,1 0-19-16,0 6-15 0,-1 2-8 0,-7 7-14 16,8-2-3-16,1 1-10 0,-2 0-9 15,4 3-10-15,1 1 0 0,4-1-9 0,0 0-5 0,4 1-7 16,0-6-3-16,4 6-2 0,4-3-4 0,2 2-4 16,0-4 2-16,4 2-4 0,1-4-8 0,3-1-5 15,-3-3-3-15,6-2-8 0,-3 0 1 0,5-3-5 16,-1 0-2-16,1-3 1 0,-5-1-2 0,2-8 2 15,-1 6 0-15,1-5 3 0,-2-4-3 0,-4 2 1 16,5-9-1-16,-5-1 5 0,-1-3-5 0,1-2-1 16,-4 2 4-16,0-3-4 0,-1 1 2 0,0 0 2 15,-3-1 4-15,0-3-1 0,0 2 4 0,2 1-1 16,-1 3 13-16,0 0 5 0,-2 11 11 0,1 5 12 16,-1-1-6-16,1 4-5 0,0 1-10 0,-1 6-3 15,2-8-5-15,-2 8-3 0,0 0-2 0,0 0-3 16,0 0-2-16,5 38 4 0,-4-12-3 0,1-6 0 15,-1 8-1-15,-1 4 1 0,1-1-3 0,2-3 0 16,-1 1-3-16,0 0-21 0,0 0-29 0,-2-4-34 16,-1 0-36-16,2-5-45 0,0 0-38 0,-1-2-33 15,2 0-209-15,-5-2-476 0,4-1 211 0</inkml:trace>
  <inkml:trace contextRef="#ctx0" brushRef="#br0" timeOffset="84720.43">19979 9261 117 0,'0'0'221'0,"2"-6"-22"0,-2 6-19 0,0 0-17 16,0 0-10-16,6-5 5 0,-6 5-9 0,0 0-13 15,0 0-14-15,11 13-4 0,-5-7-2 0,-1-1-12 0,3 3-2 16,1-2-8-16,3 0 0 0,0 0-9 16,-1-2-8-16,7 1-4 0,-5-4-7 0,5 3-4 0,-4-3-3 15,0-2-7-15,-1-2 4 0,-1-1-2 16,0 1 4-16,-3-2 2 0,0-2-2 0,-3 0-6 0,-1-3-5 15,-2 0-4-15,-2 0 0 0,-1-3-7 0,-2-2-5 16,0 5 0-16,0-3-8 0,-6 0 0 0,1 4-5 16,0-1-4-16,-2 3-6 0,0 0-16 0,-1 0-13 15,0 6-26-15,-2 0-26 0,1 3-36 0,-1 1-40 16,2-1-43-16,3 3-60 0,-4 2-166 0,5 0-452 16,2 1 201-16</inkml:trace>
  <inkml:trace contextRef="#ctx0" brushRef="#br0" timeOffset="84985.63">20471 9016 307 0,'-1'-16'298'16,"0"6"1"-16,1-2-16 0,-1 7-20 0,1 5-21 15,-2-13-32-15,2 13-24 0,0-8-23 0,0 8-20 16,0 0-16-16,0 0-7 0,0 0-10 0,3 41-8 15,-3-13-11-15,0 1-9 0,0-2-8 0,0 3-4 16,-1 2-8-16,1-3-9 0,-2 4 1 0,-3-6-8 16,3 3-3-16,1-6-5 0,1 3-3 0,-3-1-3 15,2-1-3-15,1-8-7 0,0 2-19 0,-3 0-37 16,2-3-31-16,-2 0-34 0,2 0-30 0,-2-4-40 16,1-3-38-16,-3 0-39 0,-2 1-194 0,0-3-477 15,2-3 212-15</inkml:trace>
  <inkml:trace contextRef="#ctx0" brushRef="#br0" timeOffset="85423.68">20500 9110 146 0,'11'-3'187'16,"1"2"-7"-16,0 4 0 0,0-2-3 15,-1 4-14-15,-2 2-13 0,-1-1-14 0,-1-1-11 16,0 4-12-16,-1 0-11 0,-2 1-7 0,-2 0-8 0,-1 2-11 15,-4-1-8-15,-1 1-7 0,-1-3-4 0,-1 2-7 16,-2-1-2-16,1-4-10 0,-1 1 0 0,2-1-1 16,-1-3-6-16,2 0-2 0,0 0-2 15,5-3 1-15,-8 5-2 0,8-5-6 0,-6 2 5 0,6-2-5 16,0 0-1-16,0 0-4 0,0 0-1 0,0 0-4 16,0 0 4-16,0 0-7 0,0 0 6 0,20 7-6 15,-9-8 1-15,3-1 0 0,4 0 1 0,2 0-1 16,2-2 0-16,6 1-2 0,0-3 1 0,-1-2-2 15,0 0 0-15,0-1 2 0,-8 1 0 0,-3 0 5 16,1-1 6-16,-3-2 0 0,-4 3 2 0,0 0 0 16,-2-4 3-16,0 3 1 0,-3-8 1 0,-1 6 1 15,0-1 3-15,-4 1-2 0,1 1 1 0,-1 1 6 16,0 9 6-16,-3-13 2 0,2 7-8 0,1 6-4 16,-8-6-3-16,8 6 1 0,-12 4-9 0,3 1-3 15,0 0 0-15,0 4-2 0,1 2-4 0,-1 2 1 16,3-2-3-16,1 2-21 0,2 4-21 0,3-2-28 15,1 2-29-15,1-5-34 0,3 4-32 0,0-6-23 16,1 3-30-16,2-4-20 0,2 0-136 0,-2-2-396 16,2 1 175-16</inkml:trace>
  <inkml:trace contextRef="#ctx0" brushRef="#br0" timeOffset="90483.23">21319 9156 3 0,'0'0'149'0,"-9"-5"-7"0,4 2-10 0,5 3-6 16,-13-6-3-16,7 3-14 0,-1 1 0 0,7 2-8 15,-15-2 0-15,7 2-8 0,8 0-7 16,-11-2-5-16,11 2-9 0,-18 3-4 0,10 0-6 0,-2 0-7 15,-4 2-3-15,1 1-7 0,0 1-5 16,-1 0-5-16,3 1 2 0,1 0-7 0,1 0-1 16,-3 4-3-16,5-1-5 0,0-3 3 0,1 1-4 15,3 1-6-15,2-1-2 0,-1-4 3 0,2 4-3 0,0-9-2 16,2 14 3-16,-1-7 1 0,4-2-3 0,2-1-1 16,-1-1-1-16,5 1 3 0,1 0-3 0,1-2 4 15,1 0-6-15,-3-4 2 0,1 4-4 0,-1-5 1 16,2 0 5-16,-3-1-2 0,-1-2-2 0,0 1 1 15,1-3-2-15,-1 2 4 0,0-1 0 0,0-2-1 16,-4 0 6-16,2-3 1 0,-2 1-2 0,0-6 3 16,-2 1 4-16,2 0-3 0,-4-3 8 0,0 3 1 15,-1-2-3-15,-1-3-1 0,2-4 3 0,-2 6-3 16,2-8 5-16,-2 0 0 0,0 0 2 0,1 0 2 16,-2 2 2-16,2 5 8 0,0 3 7 0,-1 1 6 0,-1 4 2 15,0 0-4-15,1 2 4 0,0 0 1 16,1 3-4-16,0 7-10 0,0-12-7 0,0 12-9 15,0 0-2-15,0 0-6 0,0 0-2 0,0 0 1 0,2 33 3 16,2-9-5-16,-6 5 3 0,4 2-1 0,-1 0-4 16,-2-2 3-16,-3 5-1 0,3-1-3 0,-1-1 3 15,-1-1-5-15,-1-3 4 0,3 2-4 16,-2 1-6-16,1-2-17 0,0-3-27 0,0-2-58 0,0-4-55 16,1-3-73-16,1 1-264 0,-2-1-529 0,0-5 235 15</inkml:trace>
  <inkml:trace contextRef="#ctx0" brushRef="#br0" timeOffset="92421.66">6626 9578 68 0,'-1'-10'152'16,"-1"0"-4"-16,2 1 2 0,-1 2-4 0,1 7-1 16,0-13 0-16,0 13-10 0,0-11-2 0,0 11-10 15,-1-10-12-15,1 10-9 0,0 0-10 0,0 0-14 16,-1-9-8-16,1 9-15 0,0 0-2 0,0 0 2 15,0 0-6-15,5 24-4 0,-3-6-1 0,1 0 1 16,-4 10-7-16,-1 0 0 0,1 2 0 0,-2 2-7 16,2-2-4-16,0 2-1 0,-3-3-3 0,3 2-1 15,-2-5-5-15,-1 0-3 0,2-6 5 0,-2-1-1 16,3 0-5-16,-2 0-2 0,2 2 1 0,0-6-3 16,1-2-1-16,0 0-1 0,-2-4 0 0,4 1 0 15,-4-1-2-15,2-1 0 0,0-8 3 0,-1 11-4 16,1-11-2-16,1 9 4 0,-1-9-1 0,3 7 1 15,-3-7-2-15,4 3 1 0,-4-3 0 0,0 0 0 16,12-2-2-16,-12 2-2 0,17-6 5 0,-4 1-3 16,1-2 3-16,4-5-4 0,2-2-1 0,-2 3 0 15,6-2 2-15,-7 3-4 0,6-4 5 0,1 2-4 16,-7 2 3-16,1 1-2 0,0-1 1 0,-2 2-3 16,2-1 3-16,-1 1-6 0,-2 0 4 0,-3 3 0 15,-2 0-1-15,3 0 2 0,-3 0-3 0,3 0 2 0,-4 0-1 16,-2-1 0-16,0 4 2 0,0-2 3 0,0 0 0 15,-2-1-3-15,-5 5-1 0,6-10-1 16,-3 5 3-16,-1 0 2 0,-2 5 3 0,3-14 5 16,-3 14-1-16,-3-9 7 0,3 9 3 0,-2-9 1 0,2 9 5 15,0 0 4-15,-3-11-3 0,3 11-7 0,0 0-2 16,-2-5-6-16,2 5 0 0,0 0 0 16,0 0 2-16,-4 21 2 0,1-11-1 0,1 1-4 0,-1 4 2 15,1 1-3-15,-1-3 2 0,3 3-6 16,-4 1 5-16,4 2-2 0,0-2-1 0,3-5-3 0,-2 6-10 15,0-1-30-15,2-6-36 0,-2 1-51 0,2-1-48 16,1-3-54-16,-3-1-179 0,0 2-435 0,-1-9 193 16</inkml:trace>
  <inkml:trace contextRef="#ctx0" brushRef="#br0" timeOffset="92596.89">7013 9652 1734 0,'-2'-16'-20'0,"-1"6"-2"0,-2 0 24 0,4 3-13 16,-2 1-28-16,3 6-1 0,0 0-1 0,3-13-3 15,-3 13 6-15,9 0-15 0,-9 0-2 0,14 7-21 16,-5-1-11-16,5 4-17 0,0 0-81 0,1 2-199 16,4 4 88-16</inkml:trace>
  <inkml:trace contextRef="#ctx0" brushRef="#br0" timeOffset="93131.96">7342 9787 185 0,'0'0'167'0,"0"0"-1"15,-5-13 2-15,5 13-1 0,-7-9-2 0,3 2 3 16,2 2-6-16,2 5-10 0,-7-8-12 0,2 4-9 16,5 4-8-16,0 0-16 0,-6-8-8 0,6 8-14 15,-7-1-7-15,7 1-7 0,0 0-7 0,-16 10-11 16,7-1 2-16,-3 2-12 0,-2 4-2 0,3 0-4 15,-1 1-4-15,2-1-1 0,1 4-4 0,3-9-9 0,2 2 2 16,1-2-5-16,2-1 2 0,-1 2-6 16,0-4 2-16,6 5-5 0,-3-7-6 0,-1-5 1 15,8 11-5-15,-3-9-3 0,3 0-2 0,2-2-8 16,2 0 2-16,-2 0-3 0,2-2-3 0,0-3-2 0,-2 3 5 16,3-3 1-16,-1 0 1 0,-1-2 5 0,-1 0-2 15,-2 1-1-15,0-5 2 0,-1 5 0 16,0-2 4-16,-5 2-1 0,2-1 1 0,0-3 0 15,-3 1 4-15,2 1 1 0,-3-2-2 0,1 4-2 0,2-1 4 16,-3 7 2-16,1-9 6 0,-1 9 2 0,2-8 5 16,-2 8-5-16,0 0-1 0,3-8 0 0,-3 8-4 15,0 0-6-15,0 0 5 0,0 0-2 16,0 0 3-16,0 0-1 0,0 0 2 0,2 22-3 16,0-12 5-16,-2 5-2 0,-2 2 2 0,2-1 0 0,2 5-1 15,0-2 3-15,-4 6-1 0,0-5-1 0,1 6 1 16,1-8 0-16,-1 2-2 0,1-1-4 15,-1-2 5-15,-3 2-2 0,3-2 0 0,-1 0-4 16,0-2 7-16,-2 0-6 0,1-2 1 0,-2 3 0 0,0-1 2 16,-1-1-3-16,-1-2 4 0,1 0-1 0,-2 1-2 15,1-4-4-15,-1 0 6 0,0-1-7 0,-1-1 4 16,2 0-7-16,-3-2-5 0,1 1-13 0,-1-3-19 16,0 0-15-16,3-1-6 0,-2 0-28 0,0-2-48 15,9 0-14-15,-16-4-27 0,10 0-33 0,0 1-109 16,-1-2-347-16,4-2 153 0</inkml:trace>
  <inkml:trace contextRef="#ctx0" brushRef="#br0" timeOffset="93535.64">7540 9649 159 0,'-3'-8'229'0,"3"8"-10"0,1-10-20 0,-1 10-20 16,0 0-19-16,0 0-13 0,0 0-1 0,0 0 5 16,3 23-10-16,-2-3-10 0,-1 6-8 0,-1 3-12 15,0 0-11-15,-1-2-9 0,2 1-12 0,0-2-5 16,0 3-5-16,0-5-7 0,-1-7-5 0,4 0-10 16,-5-1-1-16,2-4-4 0,0-1-7 0,2 0 1 0,-1-2-9 15,0-1 4-15,-1-1-5 0,0-7 2 16,0 9-5-16,0-9 4 0,0 0-5 0,0 0 12 15,0 0-15-15,0 0 0 0,0 0-6 0,0 0 2 16,0 0-2-16,0 0-3 0,4-35-1 0,1 19 0 0,0-1-1 16,4 0 4-16,0 0-11 0,-1-2 1 0,3 5-2 15,-3 4-2-15,0 0 1 0,1 0-1 16,-2 5-1-16,1-2-1 0,0 3-3 0,-1 3 5 16,-7 1-2-16,14 2 1 0,-3 2-2 0,-2 2-1 0,-1 2 0 15,-1 3 9-15,-1-2-9 0,1 2-1 0,-1 5-8 16,-1-3-14-16,-2-1-21 0,-1 4-28 0,-2 0-35 15,2 0-37-15,-2-6-49 0,1 3-217 16,-1-4-449-16,0 1 198 0</inkml:trace>
  <inkml:trace contextRef="#ctx0" brushRef="#br0" timeOffset="93767.16">7898 9665 183 0,'2'-7'244'0,"-2"7"-15"0,1-12-24 0,-1 12-21 0,0 0-14 16,0 0-3-16,0 0 6 0,0 0 14 0,0 0-4 15,5 35-14-15,-5-17-10 0,2 0-16 0,-2 7-14 16,0 1-7-16,-2-5-18 0,5 3-5 0,-4 2-8 16,1-1-11-16,0-7-8 0,1 1-7 0,0 1-25 15,-1-2-36-15,0-4-39 0,-1 2-49 0,1-4-46 16,-1-2-49-16,2 0-47 0,-2 1-199 0,-2-3-461 15,1-2 205-15</inkml:trace>
  <inkml:trace contextRef="#ctx0" brushRef="#br0" timeOffset="93938.78">7782 9842 172 0,'4'-5'184'0,"-4"5"-19"16,8-9 4-16,-1 4-32 0,4 2-17 0,-1-2-10 15,2 1-13-15,2 0-10 0,1 0-8 0,3 0-17 16,1 1-25-16,-1 1-29 0,0-1-38 0,1-1-30 16,-1 2-29-16,-1-1-28 0,-5 2-72 0,-1-3-204 15,-2 1 90-15</inkml:trace>
  <inkml:trace contextRef="#ctx0" brushRef="#br0" timeOffset="94117.42">8087 9674 4 0,'1'-12'148'0,"0"2"14"0,0-1 8 0,-1 2 4 16,2 1-1-16,-2 8 4 0,1-11 0 0,-1 11-15 15,1-10-16-15,-1 10-17 0,0 0-17 0,0 0-8 16,0 0 14-16,0 0 6 0,11 23 10 0,-7-6-6 16,3 8 2-16,-6 0-19 0,2 0-4 0,-4 0-12 15,2 1-8-15,-1-1-11 0,1 3-4 0,-1-4-3 16,-2-6-10-16,0 1-17 0,2 1-31 0,-3-2-40 16,0 1-39-16,1-4-52 0,0 2-49 0,2-1-44 0,-1-4-221 15,-3-2-470-15,4 0 208 0</inkml:trace>
  <inkml:trace contextRef="#ctx0" brushRef="#br0" timeOffset="94594.88">8254 9822 177 0,'0'0'191'0,"4"-3"-7"0,-4 3-7 0,0 0-12 15,0 0-14-15,0 0-14 0,0 0-14 0,13 9-12 16,-13-9-8-16,6 11-15 0,-2-8-3 0,1 2-6 0,3-1 0 15,-1 0 2-15,1-1-5 0,2-2-2 0,1-1-7 16,1 2 3-16,-1-2-10 0,-1-3-4 16,0 0 0-16,-1-2-2 0,-3 1-2 0,1 0-1 15,-2 1 2-15,0-3 0 0,-1 0-4 0,0 1 9 0,0 0 2 16,-4 5 4-16,3-9-6 0,1 4-2 16,-4 5-5-16,0 0-8 0,4-7-6 0,-4 7-7 0,0 0-5 15,0 0 0-15,0 0-1 0,4 29-2 16,-3-10-3-16,0 10 1 0,1 15 2 0,0-8-5 15,1 14 4-15,-1-2-3 0,1 4-3 0,1-5 2 0,1 3-6 16,-5 2 1-16,1-5-4 0,-2-14 1 0,1 2 1 16,1 1-1-16,-2-4-1 0,-2-2-2 15,-2-1-1-15,0-1 4 0,-3-4 0 0,1-5-1 16,-3-2 2-16,0-2-2 0,0 0 1 0,-5-4-4 0,2-1 0 16,2-2 0-16,-1-3-5 0,-1-2 1 0,-1-2 2 15,-4-1-8-15,1-5 0 0,0-1 1 0,3-4-3 16,-3 0-4-16,3-4-1 0,0-6-2 15,0-3-1-15,2-2 1 0,5 1-7 0,2-4-3 0,1-3-1 16,5 0-5-16,4-2-4 0,5 1 1 0,2 0-4 16,7 1 0-16,-1 1-1 0,12-7-5 0,0 0-3 15,-4 13-14-15,1-1-23 0,-1 3-33 0,1 2-41 16,3-3-35-16,0 2-24 0,1 2-164 0,-2 1-411 16,-2-1 183-16</inkml:trace>
  <inkml:trace contextRef="#ctx0" brushRef="#br0" timeOffset="94895.43">8931 9794 36 0,'0'0'224'15,"6"-7"-4"-15,-6 7-8 0,4-6-21 0,-4 6-20 16,0 0-15-16,0 0-14 0,0 0 4 0,0 0 7 16,-11 25 1-16,6-9-13 0,-3 6-15 0,1-3-13 15,0-2-10-15,4 0-9 0,0 1-10 0,4-2-6 16,1-5-10-16,3 5-3 0,-3-5-7 0,5-1-7 15,0 1-3-15,2-5-3 0,0-1-3 0,3-1-2 16,-2 0-8-16,0-3 1 0,3-1-3 0,1-1 0 16,-3-3-5-16,-2-2-3 0,-1-2-1 0,1 3 5 15,0-5-2-15,-4-1-3 0,1 0 3 0,-3 0-1 16,-2 0-1-16,-1-5-2 0,-2 0-1 0,-3 1-2 16,-2 1-9-16,-4-2-11 0,2 1-14 0,-4 4-11 15,3 4-20-15,-2-1-18 0,2 3-36 0,-4 4-33 16,2 1-33-16,0 3-37 0,-2 6-52 0,-3 3-132 15,4 1-420-15,-2 7 186 0</inkml:trace>
  <inkml:trace contextRef="#ctx0" brushRef="#br0" timeOffset="95265.72">9183 10168 5 0,'7'-9'248'0,"3"1"5"16,-2-3-13-16,-2 0 0 0,-2 0 3 0,1-7-23 15,-1 1-5-15,-1-1-16 0,-1-1-13 0,-2 2-12 16,0-3-25-16,-2 1-1 0,2 1-16 0,-3 1-5 16,-1 1-4-16,-1 1-15 0,1 4-7 0,-1-1-7 15,0 2-11-15,-2 1-9 0,2 1-5 0,3 2 0 16,-2 1-8-16,4 5-9 0,-7-8-11 0,7 8-7 16,-3-8-5-16,3 8-4 0,-3-5-14 0,3 5-8 0,0 0-6 15,0 0-3-15,0 0-1 0,9-5 4 16,4 1 0-16,1 3 1 0,6-2 1 0,8 1 0 15,-2-3 3-15,-4 5-1 0,1-2-1 0,-2-3-2 16,-3 5-1-16,-2 0 2 0,-5 2-2 0,1-1-2 0,0 3 3 16,-1 0 1-16,0 5 26 0,-2-2-11 15,-1 2 1-15,-2 1 1 0,-1 3 0 0,2-2 4 16,-1 4-2-16,-2 2 4 0,1-1-4 0,-4-4 2 16,1 5-4-16,0-5 3 0,-1 5-6 0,2-4-1 0,-2 0-14 15,4-1-25-15,-1-2-61 0,-1 2-73 0,-1-1-78 16,3 0-71-16,-3-1-213 0,3-2-565 0,2-2 250 15</inkml:trace>
  <inkml:trace contextRef="#ctx0" brushRef="#br0" timeOffset="96249.26">10103 10050 83 0,'6'12'167'0,"-6"-12"-9"16,0 10-12-16,0-10-13 0,0 13-7 0,0-7-9 15,1 2-10-15,-1-8-1 0,1 11-15 16,0-6-9-16,-1-5 7 0,2 7 3 0,-2-7 13 15,0 0 5-15,0 0 3 0,-4 9-7 0,4-9-2 0,0 0-14 16,0 0-3-16,0 0-8 0,0 0-5 0,-14-14-4 16,14 14-8-16,-5-14-6 0,5 3-5 0,-2 2-5 15,2-5-5-15,3-1-1 0,1-2-6 16,3-1-3-16,4-5-1 0,1 1-7 0,4 1 1 0,2 1-8 16,0 2 3-16,3 2-7 0,-3 5-1 0,0 3-2 15,2-1-1-15,1 3-3 0,-2 2 4 0,3 6-4 16,-2 2 1-16,-2 2-1 0,1 3 1 0,-3 3 3 15,-2 1-3-15,-3-1 3 0,1 4 4 0,-3-1-8 16,-3 0-1-16,-1 1 1 0,-2-4 3 0,1-1-6 16,-4 0 5-16,-2 3 1 0,1-4 0 0,0-1-2 15,0-2 2-15,1-7-4 0,-4 10 6 0,4-10-8 16,-4 6 5-16,4-6 1 0,-4 3-2 0,4-3-3 16,0 0-2-16,0 0-1 0,0 0 1 0,-5-21-2 15,5 21-3-15,5-18-2 0,1 3-3 0,1 0 2 16,3 0-1-16,1-1-1 0,1 2 2 0,6-6-1 15,-4 6 2-15,0 4-1 0,0-2 1 0,1 2-2 16,-6 6 0-16,2-3 1 0,1 5 2 0,-3-1-3 16,-1 3 2-16,-8 0 2 0,19 4 2 0,-11-1-6 15,-1 2 5-15,1 1-4 0,0-1 6 0,0 1-2 16,0 1 1-16,0 1-1 0,0-2 1 0,-1-1-5 16,2 3 1-16,-2-4-9 0,-2 0 2 0,4 1-4 15,-3-1-2-15,2-3-1 0,-2 0 5 0,-6-1 0 16,14-1-1-16,-14 1 3 0,10-5 2 0,-4 0 2 0,-6 5 1 15,7-8-1-15,-4 0 4 0,-1 1 0 16,1-1 1-16,-3 8 0 0,1-11 2 0,3 4 8 16,-4 7-2-16,1-8 0 0,-1 8 1 0,0 0-4 15,3-6 1-15,-3 6-1 0,0 0 1 0,0 0 4 0,-3 24-1 16,3-8-1-16,0 1 4 0,0-1 0 0,2 1 0 16,0 0-3-16,3-3 2 0,4 1-1 0,-2-4-1 15,1-1 2-15,2-3-1 0,5-1 1 16,-2-1 0-16,3-4 1 0,0-2-2 0,0 0-1 0,2-1 4 15,0-5 1-15,-4 2 6 0,-4-2 2 0,3-3 2 16,-5 5 5-16,-1-5-1 0,0 0 1 16,-3 0 3-16,1-2-4 0,-5 1-1 0,1-6 4 15,-4 5-12-15,0 2 0 0,-5-5-2 0,2 1-1 0,-1 5-2 16,1 0-5-16,-2-1-6 0,-2 3-13 0,2 2-25 16,-1 3-33-16,9 2-24 0,-18 3-38 0,12 1-45 15,1-1-34-15,-3 6-197 0,3 1-445 0,5-10 197 16</inkml:trace>
  <inkml:trace contextRef="#ctx0" brushRef="#br0" timeOffset="97104.82">11418 9910 91 0,'-12'-7'207'0,"-5"1"9"0,-8-5 1 15,-2 6-5-15,0 1-3 0,-1 1-8 0,1 6-13 16,6-2-14-16,0 2-14 0,-5 7-17 0,7-2-9 15,1 4-14-15,0 0-10 0,5 4-9 0,2-2-11 16,-1 2-11-16,5 0-6 0,3 2-2 0,1-3-9 16,5 2-7-16,0-6-3 0,5 5-10 0,4-4 5 15,-1 0-13-15,3-2 5 0,2-3-8 0,-2-2-2 16,8-2-3-16,-1-1-1 0,-1-4-5 0,2-1-4 16,-2-2 0-16,3-4-5 0,-5 0 6 0,0-2-4 15,-3-1-5-15,-1 0 0 0,0-5 0 0,-6-1 1 16,2-7-3-16,0-1-1 0,-1 1 0 0,0-1 1 15,-3-4-5-15,0-1 4 0,-1 1-2 0,-2-5 2 0,3 4-4 16,-7-2 3-16,2 1-2 0,-3 1 4 16,1 2-4-16,0 3 5 0,0 1 0 0,1 9 7 15,-1 6 0-15,0 1 3 0,2 3-2 0,0 6-9 0,-3-12 1 16,3 12-3-16,0 0-1 0,0 0-2 0,0 0 0 16,3 38 4-16,-1-9 1 0,-2 3-3 0,-2 1-3 15,2 3 2-15,2-2 1 0,-2 1 0 16,0-2 0-16,5-2 1 0,-2-1 2 0,3 0-2 0,2-2 1 15,0-2 0-15,2-1-4 0,-3-9 5 0,4 1-2 16,-2-3 7-16,0-2-6 0,0-3-1 0,2-2-2 16,-1-1-3-16,1 0-1 0,0-2-1 15,1-2 1-15,-2-2-5 0,1-2-2 0,7-2-2 0,1-4-2 16,-6-1-1-16,1 0-1 0,4-10 1 0,-5 5-7 16,-2-2 6-16,-2 4 1 0,2-5-1 0,-3 0 0 15,-2 1 2-15,0-1-1 0,-5 5 6 0,1 1-3 16,-4-3 3-16,1 3 3 0,0 3 2 0,-3-1 0 15,1 2 2-15,3 7-2 0,-6-10 3 0,1 7-2 16,5 3 3-16,0 0-5 0,-12 2 4 0,12-2-1 16,-13 14 4-16,2-1-2 0,4 2 1 0,-1 3 1 15,0-1 3-15,-1-1-5 0,7 0-2 0,-2 3-2 16,2-3 12-16,2 1-10 0,3-1 4 0,0-3-2 16,1-3 4-16,4 4-3 0,1 0-2 0,2-6 0 15,0 0 5-15,0-4-4 0,5 4 4 0,2-4-5 16,2-3 6-16,-1-2 0 0,4-2-2 0,-2 1-2 15,-4-3 1-15,4-1 5 0,-3 0-4 0,0 0 2 16,0-4 0-16,-5 0-3 0,-1 3 2 0,-4-2 2 16,0 0-4-16,-3-1 4 0,2 1-3 0,-5-5-2 15,0 4 0-15,-2-2-3 0,0-1 5 0,2 3-2 16,-2-3 0-16,0 3-2 0,0-2 0 0,0 3-2 16,0 0 3-16,0 9-4 0,1-12-4 0,2 9 4 15,2-1 1-15,-5 4 0 0,10-3-1 0,0 2-3 16,-10 1 2-16,18 5-1 0,-7-2 3 0,4 4-4 0,-6-1-1 15,3 1 5-15,-3 2-1 0,0 1-2 0,2 3 4 16,0-1-2-16,-5-1 4 0,-1 1 0 16,3-2 4-16,-2 6-1 0,-2-5 1 0,-1-2-5 15,-1 1 3-15,2-2-17 0,0 2-19 0,-4 0-33 0,3-2-34 16,0 1-38-16,-1-4-41 0,0 2-39 0,2-3-34 16,0 1-153-16,1-1-439 0,7-3 194 15</inkml:trace>
  <inkml:trace contextRef="#ctx0" brushRef="#br0" timeOffset="97473.92">12466 9850 96 0,'-2'-11'216'0,"-2"3"6"0,-1 2 4 0,2 1 2 16,3 5-12-16,-13-6-13 0,3 5-7 0,-5 5-9 16,-2 1-11-16,-4 4 4 0,3 0-30 0,-4 7-11 15,-2 1-18-15,3 2-7 0,6-6-11 0,1 3-12 16,2-1-9-16,1 1-8 0,5-1-4 0,3-3-7 15,3-1-9-15,0 0 11 0,4-2-21 0,1 3 0 16,3-5-5-16,-2 0 1 0,3-1-11 0,1-2-2 16,4-1 0-16,-2-2-6 0,2-2 3 0,-1-2-7 15,-1 0 0-15,0-1 3 0,-3-3-4 0,3 1-3 16,-2-5 1-16,1 0-3 0,-3 0-4 0,3-5 1 16,-4 1 1-16,-1 4 4 0,-1 0-6 0,0-1 2 15,1 1-7-15,-3 1 2 0,1 3 1 0,0 1-2 16,-2 0 0-16,-2 6-6 0,4-10-5 0,-4 10 4 15,6-1 0-15,-6 1 3 0,0 0-1 0,11 10 2 16,-9 0-2-16,2 0 7 0,-1 0-3 0,-1 1-2 16,5 4 0-16,-2 1-3 0,-3-4-20 0,2 4-22 15,0-4-22-15,1-1-27 0,4 5-46 0,-4-6-41 16,2 0-31-16,-1-2-16 0,3 0-27 0,0-1-159 16,0 1-448-16,-1-3 199 0</inkml:trace>
  <inkml:trace contextRef="#ctx0" brushRef="#br0" timeOffset="98599.99">12772 9681 149 0,'2'-10'248'0,"0"3"-9"16,0 1-20-16,-2 6-13 0,0-9-24 0,0 9-20 15,0 0-22-15,0 0-13 0,0 0-7 0,0 0-1 16,9 18-3-16,-9-1-4 0,0 8-7 0,0 3-9 15,-2-3-7-15,-2 9-9 0,1-4 1 0,1 0-15 16,0 1-4-16,2-1-10 0,-2-1-2 0,0-1-5 16,4-2-2-16,-4-2-7 0,2-3 0 0,0-2-9 15,0-2-13-15,0 1-37 0,0-3-32 0,0 2-41 16,0-6-43-16,2-1-23 0,0-1-48 0,-4-1-180 16,2-8-422-16,-2 11 187 0</inkml:trace>
  <inkml:trace contextRef="#ctx0" brushRef="#br0" timeOffset="98750.4">12740 9839 61 0,'9'-6'158'16,"2"2"-32"-16,1 1-27 0,-1 2-48 0,3-1-33 15,-1 6-35-15,0-2-66 0,-1 5-90 0,-2 1 41 16</inkml:trace>
  <inkml:trace contextRef="#ctx0" brushRef="#br0" timeOffset="99739.28">12976 10122 191 0,'11'-7'213'0,"2"-4"2"0,1-1-11 0,-1 1-16 15,1-5-12-15,2 4-13 0,4-5-15 0,-7 4-10 16,0-3-15-16,-1 2-11 0,-1-2-10 0,-1 0-9 0,-1 0-8 15,-3 2-9-15,1-2-3 0,-5 4-7 0,0 0-3 16,-2-1-7-16,0 4 4 0,0-1-9 0,-2 2 2 16,-3 2-6-16,1 1-2 0,-2 1 0 0,-1 1-13 15,7 3-4-15,-20 2-2 0,11 0-7 0,-3 3 3 16,-3 5-7-16,1 2-1 0,-1 4-4 0,1 0 2 16,1 5-2-16,4-3 0 0,1-1-4 0,2 0 4 15,6-1-3-15,0 0 1 0,4 1-2 0,3-2 2 16,2 0-2-16,2-3 1 0,5 0-2 0,0-1 4 15,4-4-3-15,1-1-1 0,0-3-6 0,6-2 0 16,-4-2-4-16,-2 1-2 0,0-5-7 16,6-3 1-16,-8 1-1 0,-2-1 5 0,2-2-2 0,-4-2 1 15,-1-1 3-15,-3-4-1 0,-1 1 1 0,0-6 0 16,-1-2 0-16,-2 0 1 0,-2-2 0 0,-3 9 3 16,2-12-5-16,-6 4 4 0,0-3 1 0,2 2 2 15,-2 0-2-15,-1 7 4 0,0 2 3 0,1 6 11 16,0-1 6-16,0 2 6 0,2 2-3 0,-4 3-3 15,4 5-3-15,0 0-2 0,0-9-8 0,0 9 5 16,0 0 1-16,0 0-1 0,-2 38 5 0,2-15 1 16,0 4-1-16,-3-1 1 0,6 4-5 0,-8 0-2 15,7-1 1-15,-4 0 3 0,4-3-6 0,-2 1 1 16,0-6 1-16,3-2-7 0,-1 0 3 0,4-2-2 16,-1-4 2-16,2 3 0 0,-2-6-2 0,1 2 3 15,3-3-2-15,0 1 4 0,0-3-5 0,2-2 0 16,-1 0-9-16,0-1-3 0,3-4 2 0,-1 1 0 0,-1-2 0 15,0-3-4-15,1-1-1 0,-1-2 3 16,-3 0 2-16,4-5-5 0,-1-2 0 0,-6 4 0 16,7-7 0-16,-6 2 1 0,5-1 0 0,-5 5-1 15,-2 0-1-15,0 2 10 0,-2 4 2 0,2-1-3 0,-4 6-1 16,3-8-1-16,-3 8-1 0,0 0 2 16,0 0 3-16,0 0 3 0,0 0 0 0,15 17 3 0,-12-8-8 15,-1-4 13-15,3 4-7 0,-1-2-4 16,2-1 7-16,-1 1-2 0,4 1 0 0,-4-4-2 0,5 0 2 15,1-1 2-15,1-1-5 0,1 0 3 0,1-3 0 16,-1 0-2-16,1-1-1 0,-3-1 10 0,0 0-8 16,-1-1 0-16,-1 1-2 0,-1-1 5 15,-3-1-3-15,4 1-4 0,-4 0-1 0,-1-2 6 0,-2 0 5 16,-2 6-6-16,7-7 5 0,-3 4-7 0,-4 3 1 16,6-6-1-16,-6 6-2 0,0 0-3 15,0 0-2-15,0 0 6 0,10 10-1 0,-7 3 6 16,-2 5-3-16,0 6-1 0,-1 4 2 0,0 1 1 0,0 5-2 15,0 11 0-15,-1-10-1 0,1 1 3 0,0-1-1 16,-1 1 0-16,1-2-3 0,-7 12 5 0,7-11-4 16,-2-3-1-16,0-3-3 0,2 1 3 0,-2-3 0 15,-2-1 4-15,0-8-2 0,2 0 1 0,-1-2-2 16,-1-5 0-16,0 1 0 0,-1-2 2 0,-4-3 1 16,2 0 0-16,-1-4-4 0,-3 2 4 0,-1-4-3 15,1-1 2-15,-3 0-2 0,3-4 1 0,0-1 0 16,-3-2 1-16,1-3-4 0,-1-2-4 0,5-2 3 15,-1-2 8-15,-2-7-15 0,1-2 6 0,7-4-5 16,-1-1 9-16,7 1-8 0,7-6-1 0,2 2-2 16,7-11 5-16,7 4-8 0,7-1-1 0,1 1 3 15,3 4-1-15,0 3-1 0,5 2-5 0,1 3-11 16,-12 8-8-16,1-1-22 0,0 1-25 0,-1 3-34 16,-3 0-30-16,0 6-39 0,-10 1-44 0,-3 7-198 15,-3-3-464-15,0 2 206 0</inkml:trace>
  <inkml:trace contextRef="#ctx0" brushRef="#br0" timeOffset="100573.09">7894 10865 44 0,'-8'-6'212'0,"0"-1"-9"0,-2 1-11 16,0 2-5-16,-2 1-12 0,-2 1-9 0,2 1-16 15,-6 4-10-15,1 1-8 0,-2 3-16 0,2 1-14 16,-1 5-3-16,-2 3-10 0,1 4-7 0,0-3-10 16,8 0-6-16,1-2-7 0,3 2-8 0,1-3-2 15,3-1-6-15,3-2-3 0,1 1-5 0,-1 0-3 16,4-4-3-16,2 2 2 0,2-4-6 0,-1-1 0 16,4 0 13-16,-1-2-2 0,3-2-4 0,0-3-4 15,0-2-3-15,4 0-3 0,-4-1 0 0,-2-3-4 16,6-5-4-16,-3-1 2 0,0 0-2 0,-1-3-1 15,-3 0-1-15,0 0 0 0,1-9-1 0,-6 7-2 16,0-4 3-16,-3 4-4 0,1-1 1 0,2-8 3 16,-6 2-7-16,-2 0 5 0,1-3 1 0,-1 6 4 0,1 4-4 15,0 0 3-15,-2 2 7 0,2 1 7 0,-1 5 3 16,1 1 12-16,0 3-8 0,2 7-5 16,-2-10-8-16,2 10-6 0,-1-7-4 0,1 7-5 15,0 0-1-15,0 0 2 0,0 0-1 0,10 32-2 16,-5-5-1-16,3 3 5 0,-2 1-4 0,-2 4 2 15,0-1-2-15,0 0 5 0,-1 0-4 0,3 0 0 16,-1-2 0-16,0 0-12 0,-2-4-33 0,3-1-35 16,-3-1-27-16,0-7-35 0,1-2-32 0,0-2-34 15,2 0-22-15,-1-6-185 0,-1-1-444 0,2-1 197 0</inkml:trace>
  <inkml:trace contextRef="#ctx0" brushRef="#br0" timeOffset="100849.67">8070 10964 188 0,'0'0'207'0,"3"-8"-21"16,-3 8-10-16,0 0-15 0,0 0-3 0,0 0-10 16,0 0-12-16,0 0-6 0,1 28-4 0,0-16-1 15,2 2-12-15,-1-2-9 0,5 1-9 16,-1-3-11-16,-1 1 0 0,3-2-8 0,2 1-5 16,4 0-6-16,-2-4-6 0,2-2-1 0,-1-2-2 0,2 0-7 15,2-4-3-15,0 0 0 0,-6-1-3 0,1-1 2 16,0-1 2-16,-3-1 2 0,-4 0 6 15,2-3-9-15,-3 0 3 0,-4-2-12 0,-1-2-1 16,-2 3-4-16,-5-5-6 0,-3 2-10 0,2 0-12 0,-5 0-15 16,2 3-12-16,-4 1-11 0,2 2-12 0,-2 1-19 15,0 2-18-15,2 4-22 0,1 0-26 0,1 3-29 16,0 0-23-16,3 1-31 0,3 3-150 16,-3-2-392-16,6 0 174 0</inkml:trace>
  <inkml:trace contextRef="#ctx0" brushRef="#br0" timeOffset="101087.42">8460 10790 253 0,'2'-12'262'0,"1"-1"-3"0,0 3-6 16,-3 1-6-16,0 2-21 0,0 7-18 0,1-11-25 16,-1 11-20-16,4-3-16 0,-4 3-14 0,0 0-7 15,10 30-3-15,-5-12-11 0,1 10-7 0,0 4-9 16,-4 0-9-16,-1 2-7 0,-1-2-9 0,0 1-3 15,0 0-12-15,2-1 4 0,-2-2-17 0,0 1 0 16,0-5-4-16,2 1-5 0,-2-8-17 0,0 0-19 16,2 0-23-16,-2 0-21 0,-2-1-36 0,0 1-27 15,-2-2-27-15,-3-1-24 0,3-1-31 0,-4 0-30 16,0-2-200-16,-1 0-455 0,0-4 202 0</inkml:trace>
  <inkml:trace contextRef="#ctx0" brushRef="#br0" timeOffset="101532.23">8487 11064 1689 0,'15'-28'30'0,"3"-1"5"0,-3 6 4 15,-2 7-6-15,0 4-15 0,-3 4 6 0,1 1-10 16,-1 1 5-16,-4 3-3 0,0 0-2 0,1 0 0 16,-7 3 2-16,11 0-1 0,-11 0-2 0,8 6-3 15,-5-1 3-15,-3-5-4 0,1 12 1 0,-2-3 3 16,-2 0-7-16,-2 1 3 0,1-1-7 0,-1 1-3 15,1-5-4-15,-2 1-1 0,1 1 4 0,-1-2-1 16,6-5 0-16,-9 8 6 0,4-5-2 0,0 2-5 16,5-5 5-16,-7 5-3 0,3-1-1 0,4-4 0 15,-7 3 17-15,7-3-20 0,-5 6 2 0,5-6 0 16,0 0-2-16,0 0 0 0,0 0 6 0,0 0-2 16,10 9 7-16,-10-9 1 0,17-3 2 0,-5 2 5 15,7-2-2-15,-1-2 5 0,8-5 2 0,1-1-6 16,0 1 2-16,-1 0 0 0,-3-2 0 0,-5 4-3 15,-2-2 4-15,0 0 1 0,-5 3-6 0,3-2 3 16,-8-1 7-16,1 2 8 0,-3-1 0 0,-3 0-6 16,-2 0 0-16,1 9 2 0,-5-17-6 0,-2 11 2 15,2-2 3-15,0 3 5 0,-1 1 1 0,6 4-6 0,-18-6-1 16,6 6 0-16,2 3-5 0,1 3-3 16,0 0 1-16,-1 4 1 0,3 0-5 0,0 6 0 15,-1-2-1-15,-1 4 0 0,7-1 1 0,-1-2-8 0,4 2-27 16,1 0-26-16,0-5-35 0,2 1-38 0,5-4-23 15,1 1-33-15,3-2-164 0,-2 1-371 16,5-4 163-16</inkml:trace>
  <inkml:trace contextRef="#ctx0" brushRef="#br0" timeOffset="101919.68">9062 10949 140 0,'2'-10'180'0,"0"0"26"15,-4 0-6-15,1 1-11 0,-1 3-2 16,2 6-2-16,-6-11-5 0,4 5-12 0,2 6-12 15,-5-8-16-15,5 8-17 0,-12 2-7 0,12-2-10 0,-15 10-12 16,1 0-7-16,5 1-10 0,-1 0-4 0,-2 3-8 16,5 0-5-16,1 0-10 0,1-1-2 15,3-1-7-15,0-1-1 0,4-2-4 0,-1 1-4 16,2-3-1-16,2 2-3 0,0-2-6 0,5-4-3 0,0 1-5 16,2-3-5-16,0-3-3 0,1-2-3 0,4-2 0 15,-6-1 4-15,0 0-4 0,3-7 2 0,-3 2-1 16,1-4-1-16,-2-2 0 0,-1 1-2 15,-3-7 0-15,3-1 0 0,-4 1 1 0,-2-4 0 0,-3 2 1 16,1-1-5-16,-1-3 3 0,-1 1 1 0,-2-1 1 16,-2 3-2-16,1-1 1 0,-1 10 12 0,3 3 9 15,1-1 5-15,-1 5 3 0,0 0 1 0,0 4-2 16,2 7-7-16,0-10-7 0,0 10-2 0,0 0-2 16,0 0 2-16,0 0 1 0,4 45 2 0,-1-19 4 15,-1 3-4-15,2 5 0 0,-4-2-4 0,1 1-1 16,-2 3 0-16,4-4-5 0,-2-2-12 0,1 1-35 15,1-3-25-15,0 0-37 0,0 1-47 0,4-4-50 16,-6-6-51-16,3 1-203 0,-3-4-490 0,7 0 217 16</inkml:trace>
  <inkml:trace contextRef="#ctx0" brushRef="#br0" timeOffset="102169.47">9669 10721 236 0,'2'-11'279'0,"1"1"2"0,0 1-10 0,-2 2-18 16,1 2-30-16,-2 5-17 0,3-7-21 0,-3 7-19 15,0 0 7-15,0 0 1 0,9 33-3 0,-5-6-11 16,-3 2-4-16,-1 1-24 0,1 2 7 0,-3 3-20 16,2-3-21-16,-3 1-5 0,1 0-9 0,-1-2-1 15,2 0-10-15,-2-2-8 0,1-1-9 0,0 0-18 16,1-9-25-16,1 0-20 0,-2 0-34 0,-1-2-20 15,2 1-29-15,-4-3-37 0,1 1-49 0,-3-2-45 16,1-5-35-16,1 1-236 0,-2-1-532 0,2-2 236 16</inkml:trace>
  <inkml:trace contextRef="#ctx0" brushRef="#br0" timeOffset="102407.9">9678 10950 110 0,'23'-15'216'0,"-8"6"-1"0,6 0 7 16,-1 2-8-16,-2 1-2 0,1 3-13 0,-6 2-16 16,1 2-20-16,-1 3-7 0,-1-1-11 0,0 2-12 15,-2 2-14-15,-3 2-9 0,-2 3-4 0,-3-2-11 16,0 4-6-16,-5-2-10 0,-1 0-7 0,-5 2-10 16,0 1-3-16,0-4-7 0,-3 2-3 0,-1 0-6 15,0-4-3-15,-4 2-7 0,3-3-13 0,2-1-17 16,-1-3-20-16,-5 1-23 0,6 0-35 0,1-2-32 15,1 0-49-15,3-4-55 0,7 1-222 0,0 0-467 16,-9-5 207-16</inkml:trace>
  <inkml:trace contextRef="#ctx0" brushRef="#br0" timeOffset="102564.75">10005 10972 59 0,'6'-4'208'0,"1"1"-4"0,-7 3 2 0,12-3-6 0,-5 1-8 15,1 1-16-15,-1 0-16 0,6-2-16 0,-3 1-23 16,3 0-32-16,0 1-38 0,0-1-52 16,6-1-67-16,-3-1-66 0,-4 2-135 0,0-1-289 15,-2 0 129-15</inkml:trace>
  <inkml:trace contextRef="#ctx0" brushRef="#br0" timeOffset="102918.48">10300 10803 207 0,'0'0'200'0,"0"0"7"0,0 0 10 0,0 0 2 0,0 0-3 16,12 21-12-16,-7-6-17 0,0 0-8 0,-2 2-16 15,3-1-13-15,-2 0-13 0,-2-1-12 16,2 3-10-16,-4-4-5 0,1 1-12 0,2-2-14 16,-4-4-2-16,1 3-8 0,0-6-5 0,0-6 0 0,-2 12-3 15,2-12-5-15,-4 6-3 0,4-6-2 16,0 0-8-16,0 0-9 0,0 0 0 0,0 0-4 15,0 0 4-15,0 0-8 0,0 0 0 0,4-29-3 16,1 18-5-16,3-4 10 0,4-2-14 0,0-5 0 16,4 0-7-16,0 3 2 0,2-2-1 0,2 1-3 0,1 1-1 15,-2 9-3-15,-3 1-4 0,0 0 2 16,-3 6 3-16,-1 2-1 0,2-1 6 0,-3 4-3 0,2 1-4 16,-2 1-2-16,0 2 2 0,-1-1-2 15,-1 4 4-15,-1 1-2 0,-3 0-2 0,1 1 2 0,-2 0-6 16,-2 5-9-16,1-4-13 0,-3 3-42 0,-1 3-47 15,-5-3-51-15,-1 3-67 0,-1-2-61 0,-3 0-206 16,-5 6-539-16,4-7 238 0</inkml:trace>
  <inkml:trace contextRef="#ctx0" brushRef="#br0" timeOffset="103313.95">11030 10985 70 0,'3'-17'226'0,"1"7"-6"15,3-2-17-15,2-1-12 0,3-1-9 0,7-8 0 16,1 3-5-16,-3 3-12 0,3-1-7 0,-4 4-4 15,-1 0-14-15,-1 1 0 0,-3 4-7 0,0-1 1 16,-2 1-5-16,1 1-13 0,-3 1-9 0,-1 1-8 16,-1-1-4-16,-3 2-5 0,-2 4-11 0,8-7-6 15,-8 7-16-15,6-2-6 0,-6 2-6 0,0 0-4 16,10 13-3-16,-7-2-3 0,1 6-2 0,0 10 5 16,-4 0-4-16,2 4 1 0,-4 2-2 0,-2-1-3 15,1 1-5-15,1-1 11 0,-2-3-12 0,1 2-5 16,-1-4 1-16,3 2-1 0,1-9-2 0,-1 5 1 15,1-8-8-15,0 1 2 0,0-5-3 0,0 0-17 16,0-1-32-16,-1-1-37 0,0-1-43 0,-5-1-52 16,3 1-56-16,-1-3-68 0,-5-3-205 0,0 1-541 15,-1-4 239-15</inkml:trace>
  <inkml:trace contextRef="#ctx0" brushRef="#br0" timeOffset="103481.53">10943 10675 2023 0,'-1'-27'3'0,"1"-2"3"0,-1 11 23 16,1 0-2-16,0 7-12 0,1 1-8 15,0 0-3-15,1 4 1 0,-2 6-21 0,2-10-7 16,3 6-28-16,-5 4-37 0,9-6-24 0,-1 6-25 16,-8 0-24-16,16 3-95 0,-6 1-276 0,1 0 122 15</inkml:trace>
  <inkml:trace contextRef="#ctx0" brushRef="#br0" timeOffset="103748.76">11217 10744 125 0,'6'11'166'0,"0"-1"-3"15,1 0 5-15,-2-3 6 0,0-1-2 0,0 0 3 16,-1-3-4-16,1 4-3 0,-5-7-2 0,5 6 4 16,-5-6-3-16,4 4 0 0,-4-4 3 0,0 0-15 15,0 0-21-15,9-11-3 0,-3 2-23 0,1-7-8 16,-1 1-8-16,4-1-4 0,4-1-14 0,-1-5-6 15,0-1-7-15,1 7 7 0,1-5-21 0,-2 6-3 16,0 0-8-16,1 1 0 0,-4 4-5 0,3-2-8 16,-4 5 0-16,0 1-5 0,0 1-7 0,-2 3 1 15,-7 2-3-15,14 5 8 0,-3-1-9 0,-1 3-2 16,0 5 5-16,-5 5-19 0,1 0-23 0,-3 9-26 16,-3 1-35-16,-1 3-36 0,-4-1-51 0,0 0-50 15,0 2-55-15,-3-1-171 0,5-3-492 0,-4-1 218 16</inkml:trace>
  <inkml:trace contextRef="#ctx0" brushRef="#br0" timeOffset="104127.28">11601 11165 165 0,'0'0'254'0,"0"0"1"0,13-6-3 15,-8-1-6-15,-1 0-20 0,6-3-15 16,-3-4-19-16,3 0-13 0,2 1-20 0,-1-3-15 15,2 1-12-15,1-1-8 0,-3-1-15 0,-1 1-9 16,-1-2-13-16,2 1-6 0,0 0-9 0,-2 0-3 0,-3 1-8 16,-2 0-8-16,1 6-6 0,-2 0 1 15,-1 3-7-15,1 0-9 0,-1 3-1 0,-2 4-3 16,2-8-7-16,-2 8-2 0,0 0-5 0,0 0 2 0,0 0-6 16,-23 12 6-16,15-4-9 0,3 1-8 0,0 2-5 15,1 2-5-15,3-1-4 0,1 2-2 0,1-1-4 16,6 1 0-16,-1 2 3 0,3-1 3 15,0 0 0-15,2-2 3 0,-2 0-5 0,-2-2 4 16,2 4 1-16,-1-6 7 0,-2 2-6 0,0-1 4 0,-3 0 0 16,0 0 1-16,0-1-2 0,2 0 2 0,-5-2 4 15,0-7 7-15,-5 16-7 0,-1-7-1 0,1-2 0 16,-3 0 0-16,-2-1-9 0,1-1-8 0,-2 0-24 16,-3 1-16-16,4-3-26 0,0 0-27 0,1-1-28 15,1-2-41-15,8 0-49 0,-13 0-163 0,13 0-426 16,-6-5 189-16</inkml:trace>
  <inkml:trace contextRef="#ctx0" brushRef="#br0" timeOffset="104283.58">12043 11073 28 0,'9'-4'368'0,"3"2"-37"0,-5-1-25 16,-7 3-19-16,10-3 6 0,-5 1-3 0,-5 2 0 16,0 0-15-16,8-4-23 0,-8 4-24 0,0 0-23 15,0 0-22-15,4-9-20 0,-4 9-22 0,0 0-32 16,0 0-55-16,0 0-58 0,-14-9-62 0,7 7-89 15,7 2-84-15,-15 0-88 0,3 1-175 0,2 0-545 16,-9 1 241-16</inkml:trace>
  <inkml:trace contextRef="#ctx0" brushRef="#br0" timeOffset="105039.62">5331 11848 60 0,'-1'-9'192'0,"1"9"-10"16,0 0 11-16,0 0-7 0,0-12-16 0,0 12-18 15,0 0-17-15,0 0-14 0,0 0-12 16,0 0 0-16,0 0-11 0,0 0-6 0,3 36-5 0,-6-18-6 16,2-1-4-16,-2 8-7 0,-1-1-8 0,0 1-5 15,2-5-7-15,-4 5 4 0,2-7-10 0,0 9-4 16,3-3-9-16,-2-6-27 0,1-3-33 0,-1 1-44 15,2 0-38-15,1-4-37 0,0 4-44 16,-2-5-126-16,4-3-343 0,-2-8 152 0</inkml:trace>
  <inkml:trace contextRef="#ctx0" brushRef="#br0" timeOffset="105252.98">5476 12036 1833 0,'4'-15'56'16,"-1"5"12"-16,-1-1-21 0,2 2 10 0,-3 3-7 0,1-1-3 15,-2 7 1-15,3-7 1 0,-3 7-8 0,4-8-4 16,-4 8-5-16,0 0-2 0,0 0-4 0,0 0 4 16,0 0 10-16,0 0 0 0,6 27 2 0,-6-16 0 15,0 5 0-15,1 2-8 0,-2-1-3 0,1 0-4 16,-1 1-2-16,1-1-3 0,-2-2 0 0,2 1-10 16,-1 2-25-16,1-6-32 0,-2 0-36 0,2 0-38 15,0-3-46-15,0 0-39 0,1-1-164 0,-1-8-398 16,0 0 177-16</inkml:trace>
  <inkml:trace contextRef="#ctx0" brushRef="#br0" timeOffset="105452.81">5596 11973 33 0,'1'-7'243'0,"-1"7"-16"0,3-9-18 0,-3 9-17 15,2-4-13-15,-2 4-9 0,0 0-8 0,0 0-6 16,9 19-10-16,-6-9-7 0,-1 6-13 0,-2 0-11 15,2 3-12-15,-2-2-11 0,1 2-5 16,-1 1-8-16,0-1-11 0,0 0-18 0,0 0-32 0,0 0-32 16,-1-2-52-16,-1 1-50 0,2-7-50 0,-1 0-46 15,0 0-125-15,1-11-365 0,-4 12 162 0</inkml:trace>
  <inkml:trace contextRef="#ctx0" brushRef="#br0" timeOffset="105639.18">5795 12014 56 0,'0'0'198'0,"13"0"-5"0,-13 0-1 15,9 8-12-15,-3 0-6 0,1 5-15 0,-3 2-13 16,-1 4-8-16,0 2-9 0,-6 4-13 0,0 2-10 16,3 0-10-16,-5 1-11 0,-1-1-6 0,-1-9-16 15,-2 5-31-15,0-5-35 0,-1-1-44 16,1-1-49-16,-1-4-48 0,-3 1-165 0,-3-3-335 0,1-3 148 15</inkml:trace>
  <inkml:trace contextRef="#ctx0" brushRef="#br0" timeOffset="105861.58">5123 12068 19 0,'-21'18'196'16,"1"3"2"-16,0 2-7 0,2 6-18 0,5-2-15 16,1 1-7-16,5-2-12 0,-1 0-19 0,12-1-10 15,-4-7-13-15,4-1-9 0,0 0-13 0,5-1-5 16,3 0-16-16,6 2-24 0,0-6-25 0,5 0-39 16,7-3-49-16,2-8-58 0,1-1-129 0,1-3-292 15,2-7 130-15</inkml:trace>
  <inkml:trace contextRef="#ctx0" brushRef="#br0" timeOffset="106056.1">5611 11558 287 0,'2'-7'256'0,"-2"7"-41"0,-2-8-31 15,2 8-28-15,0 0-36 0,0-11-30 0,0 11-38 16,0 0-49-16,0 0-43 0,0 0-41 0,0 0-24 16,0 0-85-16,0 0-206 0,-11 23 92 0</inkml:trace>
  <inkml:trace contextRef="#ctx0" brushRef="#br0" timeOffset="113607.56">15970 14104 11 0,'0'0'40'0,"0"0"-1"0,0 0-4 15,0 0 0-15,0 0 2 0,0 0-2 0,0 0 3 16,0 0 1-16,0 0 4 0,0 0 6 0,-1-10-3 15,1 10-4-15,0 0 2 0,0 0 5 0,0 0-1 16,0 0-5-16,0 0 1 0,0 0-7 0,0 0 2 16,0 0-13-16,0 0 5 0,0 0-17 0,0 0-9 15,0 0-19-15,-10-5-8 0,10 5-8 0,-9-2-5 16,9 2-6-16,-14 0-11 0,4 2 1 0,-1-1-5 16,11-1 3-16,-21 1-34 0,12 0-92 0,1 1 41 15</inkml:trace>
  <inkml:trace contextRef="#ctx0" brushRef="#br0" timeOffset="115858.36">15853 14098 34 0,'0'0'41'0,"0"0"2"16,5-7-2-16,-5 7 6 0,0 0-5 0,5-6-11 15,-5 6 2-15,4-4-5 0,-4 4-5 0,0 0 5 16,6-4-4-16,-6 4 0 0,0 0-9 0,5-6 4 15,-5 6-10-15,0 0 0 0,0 0-3 0,5-5-6 16,-5 5-2-16,0 0-1 0,0 0 7 0,0 0-5 16,0 0 1-16,0 0-6 0,0 0-5 0,0 0 2 15,0 0-6-15,7-3 1 0,-7 3-4 0,0 0-7 16,0 0 2-16,0 0-3 0,12 3 4 0,-12-3 2 16,0 0 1-16,0 0 1 0,0 0 4 0,12-2-1 15,-12 2-1-15,0 0 3 0,9-1 0 0,-9 1 6 16,7-2-1-16,-7 2 2 0,0 0 3 0,5-5 0 15,-5 5 3-15,0 0-2 0,0 0 2 0,2-6 0 16,-2 6 8-16,0 0 6 0,4-7 11 0,-4 7-8 16,0 0-6-16,0-10 4 0,0 10 13 0,0 0-1 15,0-12-6-15,0 12 9 0,0 0-4 0,-1-10 1 16,1 10 2-16,0 0 1 0,0-9 2 0,0 9-7 16,0 0-5-16,0 0 7 0,0 0-3 0,0 0-6 15,0-13-4-15,0 13 8 0,0 0 8 0,0 0-7 16,0 0-1-16,0 0 1 0,0 0 2 0,0 0-11 15,0 0 10-15,0 0-5 0,0 0-1 0,0 0 2 16,0 0-7-16,-3-12 0 0,3 12 4 0,0 0-17 16,0 0 11-16,0 0-10 0,0 0 13 0,0 0-9 15,0 0-8-15,0 0 9 0,0 0 0 0,0 0-6 16,0 0 2-16,0 0-1 0,0 0-1 0,0 0 2 16,0 0-7-16,0 0 5 0,0 0 5 0,0 0-6 15,0 0 1-15,0 0-6 0,0 0 9 0,0 0 3 16,0 0-10-16,0 0 2 0,0 0 10 0,0 0 11 15,0 0-8-15,0 0 0 0,0 0 24 0,0 0-15 16,0 0 1-16,0 0-2 0,0 0 0 0,0 0 4 16,0 0-8-16,0 0 3 0,0 0 10 0,0 0-12 15,0 0-1-15,0 0-4 0,0 0 2 0,0 0-4 16,0 0 5-16,0 0-1 0,0 0-5 0,0 0 5 16,0 0-4-16,0 0-4 0,0 0 3 0,0 0 1 15,0 0-10-15,0 0 2 0,0 0 3 0,0 0 0 16,0 0-2-16,0 0 2 0,0 0-12 0,0 0 8 15,0 0-9-15,0 0 15 0,0 0-1 0,0 0-1 16,0 0-2-16,0 0 4 0,0 0-8 0,0 0 1 16,0 0 4-16,0 0-2 0,0 0 3 0,0 0-5 15,0 0 2-15,0 0 1 0,0 0 1 0,-10 21-4 16,10-21 3-16,0 0-5 0,0 0 5 0,0 0-2 16,0 0 4-16,-3 6-4 0,3-6-2 0,0 0 4 15,0 0 3-15,-1 11-4 0,1-11 1 0,0 7-3 16,0-7-1-16,-2 9 0 0,2-9 3 0,0 9-5 15,0-9 6-15,0 10 1 0,0-10-2 0,-2 13 6 16,1-7-3-16,1-6-1 0,0 13 1 0,0-5 14 16,0-8-13-16,1 12-4 0,-1-5 5 0,0 0-1 15,2 0-3-15,-2-7 4 0,1 13 10 0,-1-5-7 16,0-8-2-16,0 13 3 0,-1-6-1 0,1-7-5 16,-2 12 11-16,1-3-6 0,1-9 3 0,-3 11 1 15,3-5 2-15,0-6-5 0,-1 12 0 0,1-12 9 16,-2 11-9-16,2-2 0 0,-2-2 8 0,2-7-8 15,-1 13-2-15,1-6 0 0,0-7-1 0,-1 16 7 16,-2-7-9-16,2 1 6 0,1-1-3 0,0-1 5 16,0-8-3-16,-1 17-1 0,1-7-3 0,-1-1 1 15,1-2 7-15,0-7-7 0,-2 16 0 0,1-6-1 16,0-2 9-16,-1 1-4 0,2-9-2 0,-1 14-1 16,0-5 0-16,1-1 0 0,-2 1 1 0,2-9-3 15,-1 13 2-15,0-6-4 0,1-7 3 0,-1 12-1 16,-1-4-4-16,2-8 3 0,0 11 1 0,0-2-1 15,-1-1-3-15,1-8 2 0,0 11 2 0,1-3-2 16,-1-8-4-16,-1 13 3 0,1-8-3 0,0-5 2 16,-1 15 4-16,-1-7-1 0,2 4 6 0,0-12-1 15,3 15 1-15,-2-5-3 0,-1-5 6 0,2 1-9 16,-2-6 2-16,-2 13-2 0,2-5 2 0,0-8 0 16,2 14-1-16,-4-8 0 0,1 1 2 0,1-7-2 15,0 16-2-15,1-8-2 0,-1-1 5 0,0-7-3 16,0 13 1-16,0-13-5 0,-1 14 0 0,0-7-1 15,1-7 5-15,0 13-1 0,0-6 3 0,-3-2-4 16,3-5-1-16,-1 14 2 0,1-9 2 0,0-5-1 16,-1 14 0-16,1-14 3 0,0 12 3 0,-2-5-2 15,2-7 3-15,-1 13 3 0,-1-7-1 0,2-6-5 16,0 11 4-16,0-11-4 0,0 12 3 0,0-12-6 16,-2 8 5-16,2-8-2 0,0 11-3 0,0-11 1 15,-2 7 1-15,2-7-1 0,0 10 6 0,0-10-1 16,-1 10 1-16,1-10-4 0,-3 8 1 0,3-8 0 15,-1 8-1-15,1-8 2 0,-2 7-4 0,2-7-1 16,-1 6 4-16,1-6-3 0,0 9 1 0,0-9-1 16,-3 9 5-16,3-9-1 0,0 10 6 0,0-10 1 15,0 9-8-15,0-9 5 0,-1 7-2 0,1-7-4 16,0 13 4-16,0-13 8 0,0 10 4 0,0-4 4 16,0-6-1-16,0 13-3 0,1-8-1 0,-1-5 2 15,0 12-6-15,0-12-6 0,0 10 5 0,2-5-4 16,-2-5 3-16,1 13-2 0,0-9 1 0,-1-4-2 15,3 10-1-15,-2-4-3 0,-1-6 7 0,3 11 1 16,-3-11-8-16,1 10-6 0,0-5 3 0,-1-5-3 16,2 9-2-16,-2-9 6 0,2 9 0 0,-2-9-1 15,-2 10 2-15,2-10 5 0,0 10 2 0,0-10-12 16,2 8 4-16,-2-8 0 0,-2 12 5 0,2-12 0 16,0 12 0-16,0-5-2 0,0-7 0 0,0 15-2 15,0-4 2-15,0-4-1 0,2 3 3 0,-4-2-3 16,2 2-1-16,0-2 0 0,0 1 1 0,0 2 1 15,0 0-1-15,0-2 7 0,0 2-1 0,2 0 1 16,-1 2 0-16,1-4-3 0,-2 3-3 0,1 0 1 16,-1 1 2-16,1-3-5 0,-1 0 6 0,1 0-4 15,-1 3-1-15,0-2 0 0,2-1-2 0,0 0-3 16,-2 1 3-16,0-1-2 0,0-1-1 0,2 2-2 16,-1-2-2-16,0 3 0 0,0-3 0 0,1 1 2 15,-2 0 6-15,0 0-6 0,0 1-1 0,0-1 34 16,1-2-3-16,0 2-15 0,-2-2 11 0,1 2-1 15,0 0 3-15,0 2-6 0,1 0 1 0,-1-1-3 16,-1-1-7-16,1 0-2 0,3 0 0 0,-2 0-14 16,0-1 11-16,-1 2 3 0,0-2-2 0,-1 2-4 15,1-2 3-15,0 3 0 0,0-2-3 0,3 0 2 16,-3-1-4-16,1 2 1 0,0-1 1 0,-2 0 5 16,1 1-7-16,-1-2 0 0,2 1 1 0,-1 0-3 15,0 0 4-15,1-1 0 0,-1 0-2 0,0 2-7 16,0-1 10-16,0 0-1 0,1 2 7 0,-1-3-2 15,4 1-2-15,-4 0 3 0,0 0 1 0,0 2-2 16,1-1-1-16,-1 2 4 0,2-3-2 0,-5 2-8 16,4-2 8-16,-2 2-4 0,2-2 0 0,-1 3-2 15,0-3-3-15,0 3 2 0,2 0 10 0,-2-1-11 16,0-1 4-16,0 0-18 0,0 5 24 0,1-4-4 16,-2 0-5-16,-1 0 1 0,4-1-3 0,-4 1 2 15,1-2 9-15,1-1-12 0,-1 2 6 0,-2 0-6 16,3 0 6-16,-1-1-6 0,1-1 0 0,0 3 3 15,0 0 9-15,-1-3-3 0,1 1-7 0,-3 0-8 16,3-1 15-16,-1 0-6 0,0 1-16 0,-2 0 9 16,0 1 6-16,1-2 2 0,-1-1-4 0,2 2 0 15,-4-1-1-15,4 1 2 0,-1-1-1 0,-1 1 0 16,1 1 12-16,1 0-5 0,0-1-1 16,0 1-43-16,-1-1 6 0,2-1 4 0,0 0 0 0,-1 0 5 15,1-9-4-15,-1 14 5 0,-1-5 0 16,2-1 6-16,0-8-2 0,0 14 6 0,0-6 8 0,0 0-10 15,0-8 4-15,-1 13 2 0,1-5-3 0,0 1 3 16,0-9 2-16,-1 16 0 0,2-9-5 16,-1-7 0-16,0 11 1 0,0-11 2 0,-3 11-3 0,5-5 6 15,-2-6 0-15,-2 13-1 0,2-13-4 16,0 11 3-16,0-11 3 0,2 11 9 0,-2-11-14 16,0 8 0-16,0-8 4 0,0 0-1 0,0 11-3 15,0-11 6-15,0 8-5 0,0-8 7 0,0 7-6 16,0-7-2-16,0 0 9 0,0 0-3 0,0 10 2 15,0-10-1-15,0 0-7 0,0 0 6 0,-2 10 2 0,2-10-1 16,0 0-3-16,0 0 3 0,0 0-3 16,0 0-3-16,0 0-3 0,0 0-7 0,0 0-11 15,0 0-11-15,0 0-16 0,0 0-14 0,0 0-17 16,0 0-39-16,0 0-38 0,0 0-42 0,0 0-50 16,-20-10-44-16,20 10-155 0,-24-14-486 0,7 2 215 15</inkml:trace>
  <inkml:trace contextRef="#ctx0" brushRef="#br0" timeOffset="131641.23">6773 11846 4 0,'0'0'124'0,"-1"-9"-13"15,1 9-1-15,0 0-12 0,-2-8-6 0,2 8 2 16,0 0-4-16,0 0 0 0,0-10-5 0,0 10-4 15,0 0-5-15,0 0 5 0,0 0-4 16,0 0 0-16,-1-8-13 0,1 8 11 0,0 0-8 16,0 0-7-16,0 0 0 0,0 0-5 0,0 0-8 0,0 0-1 15,0 0-7-15,0 0-4 0,0 0-4 0,0 0-10 16,0 0-2-16,0 0-6 0,0 0 4 0,0 0-4 16,0 0-2-16,0 0 4 0,14 19-9 15,-7-9 2-15,1 3-1 0,3 2 2 0,-5 1 4 0,4 1-4 16,-2 1 1-16,4 3-5 0,-2-3-3 0,-3 0 0 15,2 6 0-15,-1-7-1 0,2 7 2 0,-2-8 2 16,0-1 1-16,-2 2-2 0,-1 1 1 0,1-3-4 16,2 0 1-16,-5-4 1 0,2 1 2 0,-1-3-2 15,2 3 3-15,-2-2-5 0,0 0 0 0,0-2-1 16,-2 0 1-16,-1-3 2 0,2 1 0 0,-3-6-2 16,4 9 3-16,-4-9 3 0,2 8 8 0,-2-8 10 15,0 0 1-15,7 2-3 0,-7-2-3 0,0 0 1 16,0 0-5-16,5-17 5 0,-5 7-5 0,0-1 2 15,1 0-2-15,-1-5-7 0,1-1 2 0,2 0-1 16,-1-4 1-16,1-3-1 0,1-1 14 0,1-1-6 16,0 1 0-16,0-1-1 0,-1 0-1 0,2 2-2 15,1 0 3-15,-2 8-8 0,-1-1 2 0,-1 0 0 16,0 3-4-16,1 2 3 0,-3 2-2 0,2 2-1 16,-2 1-3-16,2 3-17 0,-3 4-23 0,1-9-35 15,-1 9-22-15,0 0-3 0,0 0-6 0,0 0-19 16,0 0-30-16,15 13-31 0,-11-3-103 0,1-1-309 15,-1 1 136-15</inkml:trace>
  <inkml:trace contextRef="#ctx0" brushRef="#br0" timeOffset="132059.76">7385 12005 152 0,'0'0'205'0,"-5"-11"-7"15,-1 8 5-15,2-3-7 0,-1-1-17 0,-4 4-17 16,-3-3-14-16,2 5-13 0,-2-1-13 0,0 2-11 16,1 5-10-16,-1 0-14 0,-4 2-8 0,2 4-9 15,-1 2-7-15,2 1-4 0,-1 1-9 0,1 6-4 16,1 1-2-16,4-3-5 0,3-3-5 0,1 1-5 16,1 0-2-16,5 0-3 0,-1 0-1 0,4-1-2 15,-1-3-4-15,1-3-1 0,1-1-3 0,1 0 7 16,3-2-7-16,-1-2-1 0,4-1 1 0,-3-4 2 15,3-2-6-15,0-1 4 0,-3-3-2 0,5-2-3 16,-5 0 2-16,-2-2-3 0,3-3-1 0,0-2 1 16,-4-3-1-16,1 1-1 0,-4 1 2 0,0-2 2 15,0 0-6-15,-2 0 3 0,-1-2-1 0,-1 4 1 16,-1 2-1-16,1 3 10 0,-1 1 8 0,1 4-4 16,0 6-3-16,0-13-6 0,0 13-3 0,0 0-1 15,0 0-1-15,0 0 1 0,0 0-1 0,0 0 1 16,8 32-1-16,-6-16 3 0,2 3-5 0,-2 5 1 0,3 1-1 15,2-1 2-15,-2-5-4 0,0 0-18 16,0 0-28-16,2 0-40 0,-2 0-42 0,1 0-47 16,2-4-32-16,1 1-185 0,-6-5-423 0,1-1 188 15</inkml:trace>
  <inkml:trace contextRef="#ctx0" brushRef="#br0" timeOffset="132272.94">7574 11966 1497 0,'-1'-30'-39'0,"0"2"223"0,-2 2-23 0,2 9-21 16,1 6-28-16,0 0-20 0,-2 4-15 0,2 7-18 0,-2-10-14 15,2 10-7-15,0 0-7 0,0 0 4 16,0 0 10-16,6 22-1 0,-2 5 2 0,0 3-4 16,-3 2-5-16,3 4 3 0,-1-1-9 0,-4 0-4 15,-1-1 2-15,4 1-6 0,-2-3-28 0,0 2-33 0,0-3-39 16,1-3-46-16,0 1-44 0,0-9-51 0,-1-1-144 15,2-2-391-15,-2-6 173 0</inkml:trace>
  <inkml:trace contextRef="#ctx0" brushRef="#br0" timeOffset="132543.97">7696 12307 202 0,'0'0'229'0,"5"-10"0"16,-1 2-6-16,1-3-14 0,-1 4-8 0,1-1-11 15,1-1-14-15,2 0-18 0,-1 0-14 0,5-5-12 16,-1 3-12-16,3-2-7 0,-1 0-16 0,0 0-9 0,0 0-6 16,-2 0-10-16,-2-2-6 0,3 2-7 0,-5 2-3 15,0 2-1-15,-5-2-8 0,1 0-7 16,1 4 3-16,-3-2-11 0,1 3 3 0,-2 6-8 16,3-8-2-16,-3 8-6 0,0 0-1 0,0 0-5 0,0 0 1 15,-20 4-2-15,7 8-3 0,-4-1-2 0,4 3-4 16,-3 0-13-16,6 2-21 0,-4 0-32 0,6 1-32 15,0-2-36-15,3 2-36 0,2 1-27 0,3-7-26 16,2 1-169-16,-1 1-422 0,0-4 186 16</inkml:trace>
  <inkml:trace contextRef="#ctx0" brushRef="#br0" timeOffset="132770.79">7937 12241 101 0,'0'0'205'0,"-1"-13"-5"0,1 6-4 0,1-3-7 15,-1 0-1-15,0 0-3 0,1-2 5 0,1 1-13 16,0 1-12-16,2-2-8 0,3-4-14 16,-4 4-7-16,5 2-9 0,0 0-13 0,-1-1-6 15,4 1-15-15,0 2-12 0,6 1-5 0,1 2-11 16,-6 5-5-16,8-2-4 0,-3 6-9 0,-4-1-4 0,1 4-6 16,3 5 2-16,-4-2-6 0,-1 3-2 0,-3 2-5 15,-2 1-13-15,-3 0-30 0,-2 0-32 0,2 1-47 16,-4 0-47-16,0 0-52 0,1-7-55 15,-6 2-173-15,4-1-456 0,1-11 202 0</inkml:trace>
  <inkml:trace contextRef="#ctx0" brushRef="#br0" timeOffset="133153.44">8439 12027 79 0,'0'-10'275'0,"-1"1"-12"0,-1 0-10 0,2 9-19 15,-3-11-25-15,3 11-19 0,-5-3-22 0,5 3-16 16,0 0-15-16,-17 14-11 0,8 1-11 16,2 1-8-16,-3 0-16 0,1 2-2 0,-2 4-14 15,5-3-4-15,1-2-10 0,2 0-5 0,5-6-3 0,-1 6-1 16,5 0-11-16,-1-5-2 0,4 1-1 0,2 1-2 16,2-1-3-16,3-5-5 0,2-1-5 0,-2-2 1 15,5-3-3-15,-2-1-1 0,0-2 1 0,2-1-7 16,-1-3 3-16,-3-1-3 0,2-2-4 0,-4-1-2 15,-1-1 1-15,-1-4-3 0,-3 0 3 0,0-1-2 16,-2-4-3-16,-3 3 3 0,-2-1-1 0,-2-1-1 16,0 6-3-16,-3-4 4 0,1 4 4 0,-1 2 0 15,-3 1 8-15,1 3 0 0,4 6-1 0,-9-8-3 16,4 6-5-16,5 2-2 0,0 0 3 0,-20 11-3 16,13-2 1-16,-5 3 0 0,4 3-2 0,0-4 2 15,2 6 1-15,2 0-7 0,3 1-8 0,2 0-36 16,2-1-38-16,4-2-48 0,2 3-49 0,10 0-62 15,3-1-38-15,8-4-143 0,8-3-454 0,16 2 201 16</inkml:trace>
  <inkml:trace contextRef="#ctx0" brushRef="#br0" timeOffset="133603.47">9312 12263 8 0,'0'0'178'0,"0"0"-8"0,9-13-11 0,-1 7-13 15,0-2-6-15,1 0-5 0,6-1-16 0,-5 3-7 0,5-3-6 16,-4 1-1-16,3-2-7 0,-5 3 4 0,0 0-2 16,-3-2-9-16,3 1-7 0,-4-1-3 15,-1-1-6-15,-2 0-2 0,1 1-7 0,-3 0-5 16,-3-1-9-16,-2 1-5 0,1-3-7 0,-4 4-4 0,-1 1-3 16,0-2 2-16,-5 3-9 0,5 2 4 0,-3-2-4 15,-2 4 1-15,1 0-10 0,-1 5-1 16,-1 2-2-16,-3 3 1 0,4 1-3 0,-3 2 1 0,7 2 4 15,-1 3-4-15,-1-1-2 0,7 2 3 0,2 2 6 16,3-1 2-16,2-1-1 0,3 0 0 0,3 2 1 16,3-2 1-16,3-3-1 0,7 3-2 0,3-2-2 15,3-3 5-15,3 0-7 0,2-3-5 0,-1-4-23 16,2 4-38-16,-1-6-43 0,0-1-50 0,-1-2-47 16,-3 0-219-16,-8-2-444 0,1-1 197 0</inkml:trace>
  <inkml:trace contextRef="#ctx0" brushRef="#br0" timeOffset="133842.34">9661 11709 112 0,'0'0'270'16,"-2"-10"-26"-16,2 10-19 0,-2-8-17 0,2 8-16 15,0 0-16-15,0 0-21 0,0-9-16 0,0 9-18 16,0 0-7-16,0 0-17 0,0 0-13 0,0 0-8 16,12-1-12-16,-12 1-19 0,18 9-46 0,-7-5-41 15,5 2-52-15,4-1-42 0,0 3-67 0,-3-5-105 16,2 2-334-16,-1 0 149 0</inkml:trace>
  <inkml:trace contextRef="#ctx0" brushRef="#br0" timeOffset="134233.81">9817 12276 53 0,'0'0'256'0,"0"0"2"0,13-10-7 16,-8 7-12-16,4-3-21 0,0-4-15 0,3-2-21 15,-1-2-12-15,-1 0-18 0,2-3-18 0,2 2-11 0,1-9-6 16,0 2-16-16,-2 0-12 0,0 0-8 0,-5 3-3 15,-3 3-11-15,0 1 11 0,-4 6-14 16,0-3 0-16,-1 6-8 0,2-2-3 0,-2 8-9 16,-4-10-5-16,4 10-10 0,-5-7-1 0,5 7-3 0,0 0-3 15,-19 7 1-15,10-2-6 0,0 5-6 0,-4 1-2 16,5 0-7-16,1 3-11 0,1 0-9 16,2 4-5-16,3-2-5 0,2 0-1 0,5 0-6 15,0-1 0-15,1-1 1 0,4 1 5 0,2 1 0 0,0-1 5 16,-1 0 1-16,1-1 4 0,1-2 2 0,-2 2-1 15,-2-1 3-15,3-1 0 0,-6-1 3 0,0-3-1 16,0 1 1-16,-3-2 5 0,-1-4-5 0,-1 2 2 16,-2-5 5-16,0 14-2 0,0-14 0 0,-6 12 0 15,0-7 5-15,-2 0-3 0,1 2-8 0,-2 0-17 16,-1-1-16-16,0-2-29 0,-4 4-25 0,0-4-41 16,2-1-52-16,-1 1-181 0,0-4-404 0,0 0 179 15</inkml:trace>
  <inkml:trace contextRef="#ctx0" brushRef="#br0" timeOffset="137294.84">10633 12068 67 0,'-6'-6'172'0,"-3"4"-15"0,-2 1-4 15,1-1-7-15,-2 3-14 0,-2-1-8 0,3 2-12 16,-2 3-6-16,1-1-9 0,-2 9-8 0,-1 1 0 15,2 2-16-15,0-2-6 0,3 3-4 0,1 2-7 16,-1 1-5-16,4-1-4 0,1 6-3 0,2-6-3 16,2 0-6-16,2-2-5 0,2-1 0 0,2 0-1 15,0-5-3-15,2 4-1 0,2-2-1 0,-1-5-12 16,0 1 7-16,3-3 0 0,-1-2-1 0,-1-1-1 16,4 0 1-16,-1-3-5 0,0-4 0 0,-1 1 4 15,0-3-4-15,2-2 1 0,-4-1-4 0,-1 1 2 16,3-6-1-16,-5 0-4 0,1 0 4 0,-2-1 7 15,0-3 0-15,-2 1 0 0,-2-1-2 0,1 3 3 16,-2 0 0-16,0 3-4 0,-2-5 3 0,1 6-2 16,1 0 4-16,-2 4 6 0,2 7-2 0,-1-12-2 15,1 12-3-15,-1-10-5 0,1 10-2 0,0 0-5 16,0 0 1-16,0 0-1 0,0 0-6 0,0 0 6 16,0 0-1-16,4 35-4 0,-4-20 3 0,1 2 5 15,4 2-5-15,-1-2 0 0,-2-1 0 0,2 1-4 16,1-2 5-16,-1-1-2 0,5 1 2 0,-4-6-5 15,3 2 1-15,-2-2 0 0,2-2 3 0,3 0-3 16,-2 0 4-16,-1-5-1 0,1 3 1 0,-1-4-1 16,-1-1 1-16,-7 0 5 0,19-6-3 0,-10 2-3 15,2-1 1-15,-2-4-3 0,-2 1 2 0,0-2 2 16,0-4-3-16,1-1 0 0,-4-1-1 0,-3 3 0 0,2 2 0 16,-2-8-4-16,-5 2 2 0,1-1-3 15,0 2 4-15,-4-1-4 0,2 8 2 0,0 0 0 16,-1 0-1-16,-1 1 0 0,0 2-1 0,0-1 1 15,1 2 1-15,1 2-2 0,5 3 2 0,-12-4-3 16,5 1-1-16,7 3 0 0,0 0 0 0,-11 1-1 16,11-1-3-16,-6 3 7 0,6-3-1 0,0 0 0 15,0 0-1-15,9 15 1 0,0-11 0 0,0 2 6 0,6-3-4 16,3 0 1-16,1-1 1 0,4 0-1 16,5-2-2-16,-6 3-1 0,5-5 1 0,-7 2-3 0,-1-1 5 15,-6 4-5-15,1-1 4 0,-1 0-3 0,-1 1 0 16,-2 0-1-16,-1 3 1 0,-1 0-1 0,-2 3 5 15,1 1-1-15,-3 1 4 0,-2 0 0 16,0 6 0-16,-2-2 2 0,2 1 3 0,-5 2-1 0,3-2-3 16,-4 1 0-16,3-6 4 0,-2 5-4 0,2-4 0 15,2 0-1-15,2-2 2 0,-2 2-2 0,4-2 1 16,-1-1-2-16,1-1 1 0,2-1 4 16,3 1-2-16,-3-4 0 0,5 1 2 0,3-4 1 0,1-1-5 15,3-2 5-15,-1-2-4 0,2-1-3 0,1 0 1 16,3-8 2-16,-6 3 1 0,1-2-2 0,3-2 3 15,-8 1-3-15,2-1 1 0,0-5-2 0,-2-3 2 16,-8 5-3-16,2-2 4 0,-4 2-6 0,-1-2 2 16,-3 0-2-16,0 2 2 0,-3 0 1 0,-1 5-1 15,-3-2-2-15,1 4 4 0,1 1-3 0,-3 2 1 16,1 1-3-16,-1 2 1 0,-4 2-5 0,12 2 11 16,-20 7-4-16,5 2 0 0,0 4-1 0,-3 6 1 15,6-6 1-15,0 1-5 0,3 1 3 0,2 1 1 16,3-1-2-16,1-2-4 0,2 3-17 0,4-4-12 15,2 2-26-15,1-3-34 0,3-1-36 0,5 0-26 16,0-2-36-16,5-4-187 0,-1-1-408 0,0-1 182 16</inkml:trace>
  <inkml:trace contextRef="#ctx0" brushRef="#br0" timeOffset="141473.12">11850 12045 135 0,'3'-9'168'0,"-1"3"7"15,-1-2-3-15,0 0-6 0,0 1-9 0,0-1-8 16,-1 8-9-16,2-9-19 0,-2 9-10 0,3-7-15 16,-3 7-10-16,0 0-8 0,0 0-8 0,0 0-3 15,11 17-4-15,-8-4-3 0,1 4-5 0,1 6-3 0,1 7-1 16,-4-1-2-16,2 2-1 0,2 3-5 15,-2 0-4-15,-1-1-2 0,-1 1-4 0,2-3-5 16,-1 0-2-16,1-2-3 0,2 0-2 0,-2-1-3 16,-3-1 1-16,2-1-6 0,-2-7-15 0,0 0-22 0,3-3-25 15,-2 2-31-15,-2-5-14 0,0-1-28 16,1-1-24-16,-2-1-14 0,1-2-28 0,-2 0-96 16,2-8-308-16,-4 8 136 0</inkml:trace>
  <inkml:trace contextRef="#ctx0" brushRef="#br0" timeOffset="141703.68">11968 12190 104 0,'13'-11'127'0,"6"1"-1"0,-2 4-1 0,3-1-11 16,-3 4 3-16,4 1-12 0,-7 4-6 0,-1 0-11 15,0 5-10-15,-1-1-8 0,-1 7-3 16,-2 0-10-16,-2 2 2 0,-3 1-6 0,-2 0-9 15,-4 4-5-15,-2-3 3 0,-4 3-8 0,-2-4-4 0,-3 9-4 16,-4-2 5-16,0-2-8 0,1-1-8 0,-1-8-15 16,3 3-15-16,0-2-30 0,-2-1-27 0,1-2-21 15,1 0-38-15,3-3-89 0,-1-4-238 0,1-1 105 16</inkml:trace>
  <inkml:trace contextRef="#ctx0" brushRef="#br0" timeOffset="142289.25">12276 12196 121 0,'6'-5'197'16,"-6"5"-10"-16,4-7-14 0,-4 7-10 0,5-3-20 15,-5 3-18-15,0 0-7 0,0 0-8 0,0 0 2 16,0 20 3-16,0-8-5 0,-2 3-11 16,2 4-6-16,-1 0-9 0,2 0-8 0,-1-3-11 0,2 1-5 15,2-2-2-15,1 2-9 0,2-5 2 0,0 3-8 16,1-5-2-16,1 1-5 0,1-2-4 0,0-3 0 15,1-1-2-15,1 0-5 0,-1-2 0 0,1-3 1 16,1 0 1-16,0-3-4 0,-1-1-5 0,-1-3 1 16,-3-2 0-16,2-1-5 0,-1-4 3 0,-3 4 0 15,4-4 0-15,-6-4 1 0,1 3-2 0,3-4-1 16,-7-1-4-16,3 1 2 0,-2 1-1 0,0 2-2 16,-2 1 0-16,0 3 5 0,0 5 4 0,0 7 3 15,0-12-3-15,0 6-4 0,0 6-5 0,0 0 1 16,0 0-7-16,0 0 3 0,0 0 0 0,0 0 4 15,0 0-5-15,0 36 2 0,2-18-2 0,-2-6-3 16,6 6-3-16,-4-2 4 0,5 0 0 0,-4-5 2 16,2 1-6-16,1-1 4 0,2 0-2 0,-2-3 0 15,3 0 4-15,0-1-1 0,3-3 2 0,-1-2-1 16,0-2-1-16,7-2 3 0,-4-2-3 0,1 0 3 16,3-4-1-16,0-3-5 0,-4-1 1 0,-1-2-1 15,1-4 2-15,-5 3 4 0,1-1-2 0,-1-3 0 16,-1-6-6-16,-2 8 3 0,-3 0 5 0,1-1-6 15,-2 0-3-15,-2 7 3 0,0-2-7 0,0 4 4 16,0 2 1-16,0 7-4 0,-2-12-3 0,2 12 2 16,0 0-2-16,0 0 1 0,0 0 1 0,0 0 0 0,-11 23-2 15,7-12 5-15,2 8-4 0,1 2 7 16,2-3-4-16,1 1 0 0,0 2 2 0,2-2 0 16,1 5 0-16,-1-5 0 0,2-2 1 0,-3 0-1 15,0-2 6-15,1 1-3 0,-2-4-4 0,0 5-1 16,-2-5-9-16,1 0-24 0,-1-1-26 0,-1 0-23 15,1 0-35-15,-4-1-38 0,4-3-36 0,-4-2-48 16,-2 2-123-16,6-7-394 0,-6 7 175 0</inkml:trace>
  <inkml:trace contextRef="#ctx0" brushRef="#br0" timeOffset="142808.81">12902 12073 22 0,'4'-14'245'15,"-4"4"-5"-15,0 0-6 0,2 3-21 0,-2 7-19 0,2-10-19 16,-2 10-20-16,0 0-4 0,0 0-6 0,17 11-10 16,-11 3-5-16,-1 3-10 0,-1 2-10 0,-2 1-9 15,2 4-10-15,0 4-7 0,-4-1-8 16,4 0-8-16,-4-1-4 0,0-3-10 0,0-5-5 0,2 0-5 16,0-1-3-16,0-2-1 0,-2-4-11 0,3-1 1 15,-3 0-4-15,2-1-3 0,0-2 0 0,0 1 5 16,0-3-9-16,-2-5-6 0,5 5 2 15,-5-5-7-15,10 2-4 0,-10-2-8 0,12-7-7 0,-3-1-5 16,1-1-3-16,1-6-7 0,5 1 5 0,-3-2-1 16,8-3-2-16,-2 3 6 0,4 0 1 0,-5 4-2 15,0 2 4-15,-2 3 0 0,1 2 2 16,-5 2-1-16,-1 0 0 0,3 3 4 0,-3 0 3 0,2 0-2 16,-3 3 7-16,-2 1-3 0,5 1 1 0,-1 0 1 15,-1 1 3-15,-4-4 0 0,4 1 0 0,2-1-1 16,-4 0-1-16,3-1 4 0,-1-2 5 0,3 1-4 15,-3-2 4-15,0-3 1 0,1 2 1 0,-2-2 6 16,-1-1 5-16,1-1 3 0,-4 0 2 0,1-1-9 16,-5 1 1-16,2-3-1 0,-2 1 5 0,-1-1-7 15,-1-1-3-15,0-1-4 0,-3 0 6 0,-1 2-4 16,2-1-1-16,-3 3-5 0,-1-2 0 0,2 5 5 16,0-1-5-16,4 6-2 0,-6-5 1 0,6 5-5 15,0 0 1-15,-11 9 4 0,5 0-3 0,-2 4 1 16,1 3 2-16,3 0 5 0,-2 0-5 0,3 4-3 15,3-2-9-15,0-1-24 0,0-2-22 0,5 2-37 16,-3-6-32-16,2 1-25 0,7-3-27 0,1 2-20 16,-1-3-9-16,7-2-148 0,2 1-382 0,-2-7 170 15</inkml:trace>
  <inkml:trace contextRef="#ctx0" brushRef="#br0" timeOffset="143178.01">13712 12232 61 0,'3'-12'93'0,"1"1"-1"0,-4 0 13 16,-2-2-5-16,0 3 2 0,-3-3 6 0,1 4 12 15,-1 2 2-15,-1 1 9 0,1 1-3 0,-2 1-7 16,0 2-14-16,7 2 0 0,-18 4-5 0,7 2-7 0,-2 3-10 16,3 2 1-16,-2 2-5 0,1 2-9 0,-1-1-4 15,5 3-9-15,3-2-3 0,0-2-5 16,2 2-6-16,-1-1-3 0,3-3-4 0,3 0-2 16,-1-1-4-16,2-3-2 0,0 1 0 0,5-2-4 15,1-2-6-15,-2-3 2 0,5-1-3 0,-1-3 2 16,1 0-6-16,4-5-3 0,-4 0 3 0,0-4-4 15,-1 3 3-15,1-6-2 0,-4-1-2 0,-2 1 1 16,1-9-2-16,-5 5 0 0,1-5-4 0,-2-3 1 16,-2 1-3-16,-2 0 2 0,2-3 1 0,0 3-2 0,-2-3 3 15,2 3-2-15,-2 1 7 0,2 6 8 0,-2 3 13 16,1 5 12-16,1-1 1 0,-2 7-5 16,2 5-6-16,0 0-5 0,2-9-1 0,-2 9 2 0,0 0-3 15,3 26 4-15,-3-7 0 0,2 6-8 0,0 4 4 16,-4-1-3-16,2 1-1 0,2 0-5 0,-2 2 2 15,0 1-13-15,0-8-29 0,4 5-31 0,0-1-44 16,2-2-55-16,1 0-54 0,1-4-43 0,2 2-179 16,-4-7-464-16,1 1 206 0</inkml:trace>
  <inkml:trace contextRef="#ctx0" brushRef="#br0" timeOffset="143740.7">14079 12254 143 0,'20'-22'245'0,"-3"-2"-4"16,0-2-6-16,-2 2-7 0,3 1-14 0,-4-1-8 16,-1 3-16-16,-4 3-11 0,3 4-10 0,-3 1-7 15,-5 1 1-15,1 5-8 0,1-2 0 0,-4 3-6 16,-2 0-5-16,0 6-22 0,5-10-6 0,-5 10-16 16,1-7 8-16,-1 7-27 0,0 0-10 0,0 0-8 15,0 0-5-15,0 0-9 0,-21 19 10 0,12-7-24 16,0 4-1-16,2-1-5 0,1 3 0 0,1 0-5 15,1 0-3-15,3-5-1 0,-2 3-5 0,3-3 2 16,3 3 1-16,-2-6-6 0,3 0-3 0,2 0 5 16,3-1-7-16,3-1 3 0,-3-2-7 0,1-2-4 15,3-1 1-15,-2 0-2 0,2-5-9 0,5 0-1 16,-5-1-2-16,1-2-7 0,-1-1 0 0,-1 0 1 16,-1-1 1-16,0-2-6 0,2-3-7 0,-4 2 4 15,0-2 6-15,0 2-3 0,-4-2 5 0,0 1-1 16,-1-2 4-16,2 2 4 0,-3-1 1 0,2 1 0 0,-3 2 5 15,-2 2-3-15,0 7-1 0,5-10-4 16,-5 10-2-16,0 0 4 0,3-2 1 0,-3 2 2 0,0 0 2 16,0 0 0-16,1 19 2 0,-1-12-4 15,0 5 3-15,0-5 6 0,2 3-5 0,0-1 9 0,-2 1-8 16,0-3 0-16,0-7 0 0,2 12-3 16,0-7 7-16,-2-5-1 0,3 7 2 0,-3-7 2 15,4 2 4-15,-4-2 0 0,9 1-1 0,-9-1 1 16,11-5-5-16,-6 2 13 0,5-3-14 0,-2 0 4 0,3-1-3 15,1 0-5-15,-3 1 0 0,0 2 3 16,-1 0 1-16,4-1-4 0,-2 3 1 0,-3 2 0 0,-7 0 0 16,16 2 3-16,-9 3-6 0,-1-1 3 15,2 2 10-15,-6 2-9 0,1 2-1 0,-2 0-6 16,-1 0-17-16,0 2-25 0,-4 0-27 0,0 0-29 0,-1 1-42 16,0-2-44-16,0-2-36 0,0 1-44 0,-3-3-143 15,-1 1-450-15,2 0 200 0</inkml:trace>
  <inkml:trace contextRef="#ctx0" brushRef="#br0" timeOffset="143909.41">14294 11867 94 0,'0'0'91'0,"0"0"-40"15,-4-4-34-15,4 4-40 0,0 0-16 0,0 0-42 16,0 0 20-16</inkml:trace>
  <inkml:trace contextRef="#ctx0" brushRef="#br0" timeOffset="144145.69">14763 11778 141 0,'5'-9'209'0,"-2"0"7"0,1 1 3 0,0-1-1 16,-1-1-4-16,-1 5-7 0,0-1-1 0,-2 6-15 15,4-11-11-15,-4 11-22 0,3-4-17 0,-3 4-14 16,0 0 17-16,12 20-15 0,-6 4-4 0,1 6-11 16,-3 2 1-16,-2 4-20 0,2-1-9 0,-4 1-2 15,0-2-13-15,0 2-4 0,-4-2-9 0,4-1-3 16,-4 0-2-16,0-2-4 0,-1-2-7 0,1-1-5 16,2-2-12-16,-2 0-24 0,0-6-21 0,0-4-32 15,2 1-27-15,-1-5-30 0,1 0-35 0,-2-5-34 16,3 1-35-16,-2-2-30 0,3-6-27 0,-9 5-142 15,3-3-446-15,6-2 197 0</inkml:trace>
  <inkml:trace contextRef="#ctx0" brushRef="#br0" timeOffset="144437.4">14786 12085 5 0,'16'-9'156'0,"1"4"2"15,2 0-4-15,0 3 0 0,-2 2-1 0,3 0-10 16,-3 4-2-16,0-1-9 0,-6 3-7 0,3-1-8 0,-1 3 2 15,-2 5-9-15,0-5-9 0,-4 2-11 16,0-2-8-16,-1-1-9 0,2 1-5 0,-3 1-7 16,3-2-2-16,-3-2 0 0,2 2 3 0,1-4 0 15,1 3 11-15,0-5-5 0,4-1 1 0,-3-1-3 0,3-2 16 16,-2-2-14-16,1-1-3 0,-2 1 0 16,0-3 2-16,-2 0-3 0,1-2-4 0,-2 0-1 0,-4-2-1 15,-1 2 2-15,-2-3-8 0,-2 3-3 16,1-2-6-16,-6 0-5 0,-2-2 0 0,4 4-6 0,-3 0-4 15,-3 1-1-15,0 3-5 0,0-1-13 0,-5 5-18 16,-1 2-27-16,-6 4-30 0,-5 1-49 16,-3 4-51-16,2 2-71 0,0 2-267 0,-5 1-544 0,1 0 242 15</inkml:trace>
  <inkml:trace contextRef="#ctx0" brushRef="#br0" timeOffset="145691.34">6067 12795 82 0,'-5'-5'208'16,"1"0"-4"-16,4 5-9 0,-11-8-14 0,6 6-10 16,5 2-16-16,-12-3-13 0,12 3-11 0,-17 5-9 15,6 0-12-15,-4 7-7 0,3 2-3 0,-3 6-6 16,0 3-9-16,1 1-7 0,1 2-8 0,3-1-2 16,2 1-10-16,2-2-4 0,3 3-5 0,1-3-7 15,2-5-2-15,3 1-2 0,4-4-8 0,0 3 1 16,1-3-9-16,1-3-13 0,2-3-17 0,2 0-24 15,3-2-16-15,-1-3-16 0,3-2-11 0,0-3-8 16,1 0-2-16,1-4-5 0,0-2 5 0,0-1 2 16,-1-2 8-16,0-1 8 0,3-7 9 0,-6 5-3 15,1-7 12-15,-4 4 8 0,-1-1 9 0,-2-1 6 16,-2 2 9-16,0-1 9 0,-3 1 7 0,-1-1 31 16,0 7 17-16,-3-1 18 0,2 2 7 0,-2 2 0 15,-1 6-4-15,2-9-5 0,-2 9-10 0,2-7-8 16,-2 7-7-16,0 0-3 0,0 0-2 0,0 0-1 15,0 0 4-15,-6 40 0 0,2-21-1 0,-1 6-2 16,2-5-3-16,3 6-2 0,0-8-4 0,1 2-2 16,2-2 0-16,2 1 0 0,2-2-4 0,0-1 2 15,3-2-4-15,-1-2 1 0,-1-4 0 0,2 1-2 16,1-2 0-16,0-2 0 0,2-3-3 0,-3 1-1 16,2-2-5-16,0-4-5 0,-1 1-2 0,-1-1-2 15,-3-3 1-15,-1-1-2 0,-1 0-1 0,-3-2-2 16,1-1-1-16,-3-3-1 0,0 0-2 0,-3-4 3 15,1-1-1-15,-2 2 1 0,-1-1-1 0,0-1 0 16,2 1 4-16,-3 0-3 0,2 1 0 0,3 4 1 16,-1 1-1-16,2 2 0 0,0 1-2 0,0 8-3 15,5-9 1-15,-5 9 2 0,12-5 1 0,-4 4 2 16,-8 1-5-16,24 10 1 0,-10-1 4 0,2 3-1 16,0 2 0-16,4 6 2 0,1 0 1 0,-10-6 4 15,8 5-1-15,-3 1-1 0,-7-5 0 0,2-3 2 16,-3-1-1-16,-2 0 0 0,-2-3-2 0,-1-2 6 15,2-1 0-15,-3 2 3 0,-2-7 11 0,4 5 10 16,-4-5 4-16,3 5 4 0,-3-5-2 0,0 0-1 16,0 0 0-16,0 0 0 0,0 0 1 0,0 0-8 15,0 0 1-15,-9-27-5 0,6 18 0 0,6-3-4 16,1-4-4-16,-1-3-6 0,1 3-1 0,5 1-2 16,3-2-4-16,1 4 0 0,-2 0 0 0,6 3-1 15,-3 3-2-15,-2 3 0 0,1 2 1 0,5 4-3 16,-5 0 1-16,1 4 1 0,-3 5 2 0,2 1 1 15,-3 3-1-15,-1 2 1 0,0-1 3 0,-1 2-1 16,-3 0 0-16,-1 1-10 0,2-1-25 0,-2 2-39 0,-1-3-37 16,1 0-44-16,-4-2-42 0,3-3-173 0,-1-1-398 15,3-4 176-15</inkml:trace>
  <inkml:trace contextRef="#ctx0" brushRef="#br0" timeOffset="146429.69">7138 13011 11 0,'-7'-10'238'0,"-6"-2"3"16,3 5-8-16,-2 0-2 0,1 3-14 0,0 2-21 15,-1 1-15-15,0 1-19 0,1 5-17 0,-3 5-10 16,1 3-8-16,-5 6-9 0,8-1-10 0,-3 6-11 0,4-2-7 16,4-3-10-16,1 0-9 0,3-2-7 0,1 3-3 15,0-2-7-15,4-3-4 0,0-2-4 16,1 1-5-16,1-4 0 0,3-1-5 0,-1-1-26 15,1-2 2-15,2-1 0 0,-5-3-1 0,6-1-2 16,-3-3 11-16,2-1-16 0,0-4 2 0,-4-1 0 0,3-1 0 16,-3-3 2-16,1-3-5 0,-3-1 2 15,1-8-4-15,-3 5 3 0,-1-10-3 0,-1 0 6 0,1 1-4 16,-2-3 1-16,0-1-2 0,-4 3 2 16,1 0 2-16,-3-1-3 0,1 2 0 0,-2-2-4 15,2 3 4-15,3 1 0 0,-1 9-4 0,1 2 5 0,0 4 10 16,0 2-8-16,1 1 8 0,-1 1-14 0,2 7-1 15,0 0-2-15,0 0-2 0,0 0 4 16,0 0 2-16,10 35 2 0,-6-5 4 0,0 2-2 16,-1 2 3-16,2 2-2 0,-1 13 0 0,-2-15 2 15,5-1-2-15,-2-2 1 0,2-3-4 0,1-4 1 0,2 2-2 16,-2-10 2-16,1 1 6 0,0-3-8 0,4 0 4 16,-3-6-5-16,1 0 8 0,0-3-1 15,0-3-4-15,-1 1 1 0,3-3 1 0,0 0-1 16,1-4 3-16,-1-1-5 0,2-4 2 0,-3-2-3 15,0-1-4-15,-4 3 3 0,1-8-6 0,-3 1-2 0,1-4 3 16,-5 3-8-16,1-2 0 0,-3-5-2 0,0 7 1 16,-2 1 2-16,1 6-2 0,0-2 5 15,0 3-4-15,1 9 0 0,-4-11-1 0,4 11-4 16,0-7 2-16,0 7-1 0,0 0 5 0,0 0 5 16,0 0 1-16,-1 39 1 0,-1-22-3 0,1 0 3 15,1 1 1-15,3 0 0 0,-1-2-2 0,1-4 0 0,2 1 4 16,0-2-1-16,1-1 3 0,2 0-2 0,2-3 8 15,-2 0-4-15,2-3-2 0,0-1 2 16,1-2-3-16,-1-1 0 0,2-1 0 0,-2-2 3 16,-1-2-1-16,1-3 2 0,-3 2 0 0,1-3 2 15,0 0-2-15,-2-1 0 0,-1 0-2 0,-1-2 5 0,0-4-7 16,-2 5 5-16,2-2-2 0,-4 4-4 0,2 1 1 16,-1 1 1-16,-1 7-3 0,1-11 1 0,-1 11-6 15,0 0 1-15,4-3-1 0,-4 3 3 16,0 0 1-16,6 21 0 0,-4-10 6 0,0 0-2 15,1 6-13-15,1-2-12 0,-1-3-37 0,-1-1-36 0,0 1-34 16,1 0-35-16,1-2-28 0,1 0-24 0,0-1-164 16,1-3-412-16,2-2 183 0</inkml:trace>
  <inkml:trace contextRef="#ctx0" brushRef="#br0" timeOffset="146649.13">7771 12982 35 0,'-5'-10'195'0,"0"2"2"0,1 1 1 16,0 2-5-16,-1 0-15 0,5 5-17 0,-9-4-15 16,9 4-7-16,-10 7-8 0,3 1-7 0,1 3-9 15,-1 5-8-15,0 2-6 0,2 5-11 0,0-3-9 0,3-4-10 16,2 3-1-16,2-2-9 0,3 0-5 0,0 0-7 16,3-2-11-16,1-5-11 0,3 2-19 15,4-3-28-15,2-4-26 0,2-1-24 0,7-2-11 16,2-4-21-16,1-2-36 0,-1-3-19 0,-2 0-14 15,0-3-127-15,-8 5-322 0,1-5 142 0</inkml:trace>
  <inkml:trace contextRef="#ctx0" brushRef="#br0" timeOffset="146852.19">8069 12796 142 0,'-1'-17'201'0,"-2"5"5"15,2 3 4-15,-1 2-11 0,2 7-22 0,-1-8-22 0,1 8-12 16,0 0-1-16,0 0 9 0,4 32 1 15,0-6 0-15,-3 3-13 0,-1 0-6 0,-1 4-10 16,-3 12-15-16,0-10-8 0,1 1-8 0,-4 10-12 16,3-13-4-16,-1 3-7 0,0-2-4 0,-2-2-10 15,5 0-23-15,-6-4-24 0,3-4-36 0,1 1-36 0,0-6-39 16,2-5-53-16,1-2-34 0,-1-2-51 16,0-4-147-16,-1-2-421 0,3-4 186 0</inkml:trace>
  <inkml:trace contextRef="#ctx0" brushRef="#br0" timeOffset="147137.79">7801 13075 88 0,'0'0'176'16,"20"-2"-7"-16,-7 1-7 0,8 1-11 0,11-4-7 15,-1 3-14-15,2-4-13 0,2 0-10 0,-1-1 0 16,1-1-7-16,-2 3-8 0,3-2-5 0,-4 1 0 0,1 1-1 15,-5 1-6-15,-6-1-3 0,-3 3-4 16,1-1-6-16,-7 0-5 0,0 1 3 0,-4 1-3 16,1 2-6-16,-3 1 0 0,1 3 6 0,0 1 3 15,-1 2 1-15,-2 1 0 0,-3 1-6 0,2 0 3 16,-2 4-4-16,0-3-11 0,-2 1-4 0,0 4-4 0,0-1-7 16,-2-1 0-16,1 1-18 0,0-4-25 0,1-1-26 15,0 2-42-15,-4-3-51 0,4-3-51 16,-1 0-49-16,1-7-171 0,-4 12-431 0,4-12 191 15</inkml:trace>
  <inkml:trace contextRef="#ctx0" brushRef="#br0" timeOffset="147311.41">8220 12790 130 0,'0'0'193'0,"0"0"-26"0,-6-4-21 0,6 4-34 16,0 0-35-16,0 0-56 0,0 0-26 0,12 25-45 16,-7-16-26-16,4 1-44 0,-1 0-129 0,1 0 58 15</inkml:trace>
  <inkml:trace contextRef="#ctx0" brushRef="#br0" timeOffset="147802.53">8482 12911 41 0,'0'0'187'0,"0"0"-2"0,0 0 0 15,0 0-2-15,0 0-2 0,-14 13 7 0,10-7-4 16,-3 3-11-16,1 2-3 0,2 3-3 0,0 4-21 16,-1 1-5-16,1-2-14 0,4 1-17 0,-1-1-6 15,4-2-9-15,-1-1-20 0,3-2-2 0,3 1-10 16,0-3-6-16,3 1-1 0,-1-5-5 0,3 0-5 16,-1 0-5-16,0-1-1 0,1-2-3 0,0-3-4 15,0 1-2-15,-3-3-2 0,0-1-4 0,0-2 0 16,-2 0-7-16,0-1-8 0,-3-3 1 0,1-1-2 15,-5 0-5-15,1-1-1 0,-1-1-5 0,-1-4-3 0,0 4-2 16,-1-1-4-16,1-4 2 0,-2 0-1 16,0 0 4-16,2 3 1 0,-1 4-4 0,2-2 2 15,-1 5-2-15,0 7-3 0,0-11 0 0,0 11 2 16,10-3-1-16,-10 3 1 0,14 7 1 0,-5 0 2 16,-1 4 1-16,2 2 5 0,-1 3 2 0,1 1-2 0,-3-2 3 15,-1 0 3-15,2 2-2 0,-2 1 5 16,-3-5-2-16,-1-1 0 0,1-1 2 0,-2-1-5 15,0-4 4-15,1 3 3 0,-1-2-2 0,-1-7 5 16,1 7-2-16,-1-7-4 0,0 0 0 0,0 0 8 16,0 0-13-16,0 0 3 0,0 0-1 0,0 0-1 15,3-22-3-15,-1 13 0 0,3-1-8 0,0 1 0 16,1-6-2-16,-1 3 0 0,2-4-1 0,1 8 2 16,-2-3-3-16,3 3 2 0,-3 3 0 0,0 1-1 15,1 1-1-15,-7 3 3 0,11-3-7 0,-11 3 9 16,9 10-1-16,-5-4 6 0,2 1-3 0,-4 4-1 0,1 0-1 15,-3 1-9-15,-3-1-33 0,1 6-39 16,-2-3-50-16,-1 1-61 0,-1 2-32 0,4 0-168 16,1 1-430-16,4-2 190 0</inkml:trace>
  <inkml:trace contextRef="#ctx0" brushRef="#br0" timeOffset="148287.94">9183 12753 151 0,'0'0'162'0,"5"-5"-5"0,-5 5 4 15,0 0-5-15,14 12 7 0,-10 0 10 16,0 6 4-16,-1 7-11 0,1 3-16 0,-2 1-7 16,-2-2-17-16,3 1-9 0,0 3-11 0,-3-1-2 15,0-4-12-15,0-8-9 0,2 0-8 0,-1-1-3 16,-1-5-6-16,1-2-1 0,0-1-8 0,1-3 7 0,-2-6 1 16,1 11 0-16,-1-11 6 0,1 7-1 0,-1-7-5 15,0 0 2-15,3 8-6 0,-3-8-7 16,0 0 3-16,0 0-16 0,0 0-4 0,0 0-3 15,13-19-7-15,-4 9-3 0,1-2-11 0,1-1-4 0,11-4-5 16,-4 4-3-16,0 4-2 0,2 2 0 0,2 2 11 16,-3 2-13-16,2 2 0 0,-3 2-3 15,-2 2 4-15,-4 3-3 0,-1 4 2 0,-1 4 5 16,-4-4-10-16,1 4 6 0,-4 2-1 0,-6-2 4 0,1 3-3 16,-6 0 3-16,-1-2-5 0,-9 6 5 0,4-8-6 15,-6 4 0-15,4-5-3 0,-4-3-12 0,2 1-16 16,1-1-19-16,0-4-18 0,1 1-22 0,3-2-23 15,3-2-46-15,0-2-39 0,10 0-39 16,-12-2-175-16,12 2-451 0,-5-9 199 0</inkml:trace>
  <inkml:trace contextRef="#ctx0" brushRef="#br0" timeOffset="148626.81">9701 12955 14 0,'0'0'228'0,"0"0"1"0,-9-9-7 0,9 9-6 15,-12 0-6-15,12 0-12 0,-14 4-5 0,4 0-10 16,-1 5-14-16,-2 4-11 0,-1 1-9 0,1 3-15 16,5-1-6-16,-1-2-12 0,2 2-20 15,3-1-7-15,-1-1-11 0,3-1-6 0,4-3-9 16,-1 0-7-16,4 1-2 0,0-1-6 0,4-2-2 0,3-2-8 16,-1-1-6-16,3-2-10 0,3 0-2 0,-2-3-9 15,1-3-2-15,1 1-5 0,0-1 0 0,-4-4-1 16,0 1 5-16,-1-4-6 0,-1 2 3 0,0-3 0 15,-1-2-1-15,-2 2-4 0,0-4 3 0,-3 1-3 16,-1 2 2-16,2 3 1 0,-2-1 0 0,-2 5 0 16,1-2-2-16,-3 7 4 0,3-8-4 0,-3 8-3 15,0 0 6-15,0 0 1 0,0 0 1 0,12 15-3 16,-9-5 2-16,1 6 1 0,-1 1 4 0,0 0-3 16,-2-1-18-16,1 1-35 0,-1-2-42 0,0 0-61 15,3-2-60-15,-1-3-46 0,-3 2-183 0,2-5-473 16,0 0 209-16</inkml:trace>
  <inkml:trace contextRef="#ctx0" brushRef="#br0" timeOffset="148963.73">9983 13049 16 0,'3'-6'229'15,"-3"6"-1"-15,0 0 1 0,0 0-2 0,13 17-13 16,-10-9-5-16,0 3-19 0,-2-4-18 0,2 3-10 15,-1 1-6-15,-2 0-14 0,3-1-14 0,-2-1-13 16,-2 3-9-16,2-6-5 0,1 1-14 0,-2-7-8 16,2 10-2-16,-2-10-8 0,0 6-1 0,0-6-8 15,0 0-6-15,0 0-1 0,0 0-9 0,0 0-3 16,0 0-4-16,0 0-4 0,0 0-1 16,0 0-6-16,13-31-6 0,-8 21-4 0,5-5-6 0,0 1-1 15,1-2-5-15,3-5 0 0,-2 7-5 0,0-2 1 16,2 2-3-16,-1 5 0 0,-4 2 3 0,0 4-3 15,-2 0-5-15,1 2 2 0,-8 1 1 0,15 1 3 16,-8 3-1-16,0 5 0 0,1-1 3 0,-4 5 0 16,3-1 1-16,-1-1-2 0,-2 2-5 0,-1-3-29 15,1 3-33-15,0-2-43 0,-1 0-58 0,2-1-54 16,-3-3-244-16,1 1-505 0,1-3 223 0</inkml:trace>
  <inkml:trace contextRef="#ctx0" brushRef="#br0" timeOffset="149369.47">10424 13009 48 0,'-2'-5'257'15,"-2"-1"1"-15,0-1-6 0,4 7-11 0,-9-8-18 16,4 4-17-16,5 4-22 0,-13 2-7 0,13-2-14 16,-14 10-13-16,6 0-10 0,1 2-15 0,-1 4-16 15,2-2-7-15,-1 2-6 0,5 0-8 0,-2-5-12 16,3 4-4-16,2-2-12 0,3-2 6 0,-1 1-6 15,3-3-12-15,-1 1-9 0,0-3-7 0,3-1-9 16,3-2-4-16,-3-2-6 0,2-2-7 0,1 0-1 16,2-2-7-16,-1-5-3 0,-2 2 0 0,0 0 7 15,-2-2-3-15,-1-3-4 0,0 1 2 0,-3-3 0 16,0-5 1-16,-2 1 0 0,3-7-2 0,-2 4 1 16,-3 0 3-16,0-7-3 0,-4 0 8 0,4 0-1 15,-1 1-10-15,1-1 5 0,-2 3 5 0,2 4 2 16,2 2 8-16,-2 4 11 0,1 4 12 0,-1-1 19 15,0 4-16-15,0 6-7 0,0 0-4 0,1-9 4 16,-1 9 4-16,0 0 7 0,0 0 6 0,7 33 6 16,-6-14-1-16,-1 1-9 0,1 5 5 0,-1 3-7 15,0-2 12-15,-1 3-16 0,1 0-4 0,0 2-2 16,0-3-6-16,0 0-33 0,1-2-38 0,0 0-34 16,-2-7-54-16,1 0-57 0,0 0-70 0,0-2-62 15,-1-2-203-15,1-2-566 0,0-2 250 0</inkml:trace>
  <inkml:trace contextRef="#ctx0" brushRef="#br0" timeOffset="150519.59">11347 13058 7 0,'-9'-10'215'0,"-3"-1"-2"16,-4 0-4-16,3 2-14 0,-6 1-6 0,1 4-15 15,-1-1-11-15,-3 3-15 0,3 4-15 16,0 2-8-16,0 4-14 0,2 3-6 0,2 3-6 0,2 2-8 16,1-1-10-16,0 11-5 0,4-2-4 0,3 1-10 15,3-2 11-15,4-3-5 0,3 5-7 0,1-8-4 16,2 0-5-16,5 0-7 0,0-3-2 15,0-1-3-15,3-2-3 0,2-3-5 0,0 1-1 0,3-4-3 16,0-2-3-16,-2-3-4 0,3-2-1 0,-3-3-2 16,-2-2 0-16,-2 0-1 0,0-4-2 0,-2-1 3 15,-3-1-3-15,0-2-3 0,-7 3-3 0,5-7-1 16,-5 0-1-16,-1-8 1 0,-4 1 0 16,0-2-2-16,1 1 3 0,-3-3-1 0,1-2-2 0,-1 4-3 15,-2-1 1-15,1-1 2 0,0-2-2 0,0 1 1 16,-4 4 6-16,3 1 2 0,0 1 4 0,2 7 7 15,2 4-1-15,-1 3 3 0,1 0-1 0,-2 4-3 16,3 2-5-16,1 5-3 0,0 0-5 0,0 0 1 16,0 0-4-16,0 0 2 0,9 27 0 0,-9-8-1 15,5 5-2-15,1 3 0 0,-2-1 2 0,2 4 12 16,1 0-11-16,-1 3 1 0,-1-5-2 0,0 1 3 16,3-1-4-16,0-2 0 0,-3-1 5 0,2-2-6 15,0-4 9-15,-1-2-5 0,3-1-1 0,0-2-2 16,-1-4 0-16,1-1 0 0,2 0-3 0,-4-3 4 15,2 1-4-15,2-4-1 0,-1 3 0 0,-1-6-4 16,3 0-3-16,-1-3 4 0,2 2-7 0,-3-6-3 16,1 0 1-16,0-2-1 0,-5 0 3 0,3-5-2 15,-3 3 3-15,-1-7-5 0,1 0 2 0,-4 0 0 16,0 1 2-16,0-2 2 0,-2 3 0 0,-2 1 1 16,0 6 9-16,1-1-1 0,2 3 4 0,-1 7-1 15,-1-11-1-15,1 11-8 0,0 0 2 0,-1-7 5 16,1 7-10-16,0 0 7 0,0 0 3 0,1 26 2 15,2-13-3-15,-1-2 11 0,0 2-9 0,1 2-6 16,0-3 3-16,2-2 1 0,-1 3-1 0,4-4 5 16,-2 2-3-16,1-2 2 0,-1-1 2 0,4 0-3 15,-2-2-4-15,1 1 13 0,-2-4-9 0,2-1-2 16,1-1 3-16,2-2 4 0,2 0-5 0,-4-3 3 16,3 2-6-16,-2-5 7 0,0 2-3 0,-2-1-5 15,-2-4-2-15,2 2 3 0,-2-2-7 0,4-3 4 16,-7 3-4-16,1 0 2 0,-1-2-4 0,-1 1-1 15,0 0 0-15,2 2 2 0,-2 4-2 0,-3 5-6 0,2-7 2 16,-2 7 3-16,0 0 3 0,11 2-5 16,-11-2 1-16,9 10 4 0,-4-2 0 0,2 1 2 15,1-1 1-15,1 1 2 0,1 1 6 0,3-1-5 16,-4-2 2-16,4 0-2 0,0-3 5 0,4 0-1 16,3 0 1-16,2-4-5 0,7-3 3 0,-2-1 0 15,1-2 1-15,-1-2 0 0,-8 2 1 0,6-5-3 16,-6 3 3-16,-4-1 2 0,-1-3-3 0,-7 3 0 15,1-2 2-15,-3 0-2 0,1 0 4 0,-3-3-5 16,-1 2 6-16,-4 0-1 0,-1 0-8 0,1 0 8 0,-4 2 8 16,3-2-2-16,-3 5 3 0,-1 0-6 15,2 2-1-15,5 5-1 0,-13-1 9 0,13 1-7 16,-14 11-4-16,5 0 0 0,0 2-3 0,0 1 4 16,5 5 0-16,2-3-2 0,2 1 2 0,4-1-8 15,3 0-30-15,0-3-34 0,7 0-36 0,0-3-44 0,3 2-54 16,7-5-53-16,3-1-43 0,-9-2-171 0,3-1-503 15,-2-1 223-15</inkml:trace>
  <inkml:trace contextRef="#ctx0" brushRef="#br0" timeOffset="153681.66">12791 12815 166 0,'0'-17'226'0,"0"1"2"0,1 5-6 0,1 0-1 0,-4 0 9 16,2 2-5-16,0 9-22 0,0-14-22 0,0 14-22 15,0-7-20-15,0 7-17 0,0 0-9 0,0 0-3 16,9 31-7-16,-5-12-2 0,-1 12-5 0,-1 1-8 16,-2 14-9-16,-2-13 0 0,4 13-14 0,-4 0-3 15,2-12-8-15,0-2-1 0,2 2-9 0,-4-3-3 16,2 1-2-16,-2-4-5 0,6-3-5 0,-4-1-17 15,2-4-28-15,0-4-31 0,-2-4-32 0,0 0-37 16,2-3-40-16,0-2-37 0,-2-7-20 0,0 10-22 16,0-10-177-16,0 0-446 0,0 0 197 0</inkml:trace>
  <inkml:trace contextRef="#ctx0" brushRef="#br0" timeOffset="154029.29">12693 13069 13 0,'-5'-7'157'0,"5"7"-7"16,0 0-12-16,9-11-6 0,-3 10-2 0,5 0 0 16,1 0-6-16,7-1-2 0,-2 4-13 0,4-1-4 15,6 1-3-15,-6 2-4 0,0 0-10 0,0-1-1 16,-3 6-4-16,0-1-9 0,-2-1-5 0,-1 5-3 16,1-2-5-16,-7-1-1 0,4 1-10 0,-3 0 0 15,-2-2-7-15,-1 0-4 0,1 0-2 0,0 0-4 16,0-1-2-16,3-1-2 0,-5 2-1 0,3-4-3 15,1-1 1-15,-3-2-1 0,5 0-1 0,-4 0-3 16,1-3 1-16,1-1-3 0,-2 2 1 0,1-6 3 16,1 2 5-16,-6 1 1 0,1-2 2 0,-1-4-3 15,-2 2 1-15,-2-2-3 0,-2 0 1 0,-2-1-2 16,-1 1-7-16,-5 0 0 0,2 1-6 0,-7-3 0 16,-1 3-1-16,0 2-3 0,4 1-2 0,-3-1-2 15,1 5-5-15,3 1-3 0,-3 2-15 0,3 2-15 16,0 2-22-16,0 2-35 0,2 3-32 0,4-1-40 15,1 4-45-15,0 2-168 0,2-3-408 0,4 0 181 16</inkml:trace>
  <inkml:trace contextRef="#ctx0" brushRef="#br0" timeOffset="154267.49">13546 13030 1725 0,'9'-23'127'0,"-4"-3"-65"0,-1 9 29 0,1-1 3 15,0 2 24-15,-5 0-1 0,4 5-10 0,-4 2 2 16,2 1-13-16,-2 8-12 0,2-11-10 0,-2 11-6 16,3-2-8-16,-3 2 15 0,6 14-2 0,2 0 4 15,0 4-2-15,-3 2-7 0,1 7 10 0,0 3-21 16,0 0 1-16,-2-1-12 0,-1 1 1 0,-3-1-10 16,2-3 11-16,-2 0-14 0,0-1-7 0,-2-5-17 15,2-3-32-15,-3 0-36 0,3-5-43 0,-2 3-41 16,0-2-56-16,-1-3-48 0,1-1-251 0,-3-2-536 15,1-1 238-15</inkml:trace>
  <inkml:trace contextRef="#ctx0" brushRef="#br0" timeOffset="154799.84">13609 13098 113 0,'5'-11'177'0,"4"-3"-6"0,2 0-2 0,-2 1-3 16,4-3-1-16,3 1-13 0,-3 1-7 0,1 0-7 15,-1 3-4-15,1-1-6 0,-5 3-10 0,0 3-8 16,-5-2 2-16,4 4-7 0,-4 0-4 0,0 1-5 16,-4 3-12-16,5-6-8 0,-5 6-8 0,0 0-10 15,6-3-12-15,-6 3 1 0,0 0-9 0,8 12 3 16,-6-5-5-16,-2 6-7 0,0 3-3 0,0 3 2 16,0 6-3-16,2-7-5 0,-4 2-1 0,-3 5-1 15,5-6-1-15,0-1-2 0,0-1 0 0,0-1-3 16,-1 0-1-16,-1-3-5 0,2-3-9 0,2-1-6 0,-2-3-4 15,0-6-5-15,1 11-2 0,-1-11 4 16,3 7-3-16,-3-7 7 0,4 4-4 0,-4-4 5 16,0 0-5-16,0 0 6 0,17-11-1 0,-10 7 1 15,1-3 2-15,0 2 0 0,1 0 2 0,1-3-2 16,-2 4 8-16,1 1 0 0,0 0 2 0,5-1 2 0,-3 2 7 16,2 2 1-16,-2 0 1 0,0-2 2 0,3 2 3 15,-3 0-1-15,3 0-3 0,3 0-1 16,2 0 1-16,1 0-1 0,0-1-1 0,7-1 1 15,-8-2-1-15,0 0-2 0,-2-3 0 0,0 1-5 16,1-1 3-16,-2 0-2 0,0-2 2 0,-3 0 3 0,-1 1-5 16,-4 0 6-16,-1 0-4 0,-3-1 2 15,4-4 7-15,-4 4-2 0,-2-3-2 0,-2 2 0 16,-2-2 0-16,-1 2-1 0,0 4 2 0,-1-1 0 16,-3-1 3-16,1 5-5 0,-2-1 5 0,8 4-4 0,-19 1 3 15,6 5 0-15,-1 2-3 0,1 4 5 0,-1 4-6 16,1 0-2-16,4-1 2 0,0 2 0 15,2-2-8-15,7-1-20 0,-4 2-27 0,4-5-44 16,4 0-46-16,0 0-52 0,4-3-48 0,0 2-215 16,1-3-484-16,0 0 214 0</inkml:trace>
  <inkml:trace contextRef="#ctx0" brushRef="#br0" timeOffset="156479.31">5690 13888 140 0,'0'0'202'15,"0"0"-9"-15,0 0-9 0,0 0-14 0,0 0-13 16,0 0-13-16,0 0-14 0,0 0-13 0,9-12-8 16,-3 8-10-16,1 0-6 0,5-2-11 0,-2-1-2 15,5-1-9-15,-1 0-4 0,3-3-5 0,-8 4-4 16,1-1-6-16,3-1-7 0,-4 0 0 16,-1-1-5-16,2 1-4 0,-4 2 4 0,-1-4-7 0,0 3-4 15,-2-1-1-15,-2 2-2 0,1 1 4 0,-2 6-4 16,0-13-2-16,0 6-7 0,0 7 3 0,-6-11-6 15,2 6 0-15,-2 2-5 0,0-1-1 0,6 4-1 16,-16-3 1-16,7 3-3 0,-2 2-2 0,2 3-3 16,0 1 1-16,-4 6 1 0,2 2-2 0,-1 2 5 15,-3 8 2-15,6-6 1 0,0 5 1 0,1 3-2 16,5-7 4-16,3 6-21 0,1-6 4 0,3-1 1 16,4 0 3-16,2 1-1 0,1-3-2 0,4-3 5 15,8 1-8-15,2-2-12 0,2-4-22 0,-1-2-23 16,6-3-15-16,-1 0-26 0,1-6-8 0,0 0-29 15,-1-1-10-15,-1 0 0 0,0-5 1 0,-5 2 7 16,-5 1 10-16,-4 0 10 0,0-2 13 0,-5 0 7 16,-2 2 15-16,-2-3 3 0,-2 0 19 0,-1 0 11 15,-2 0 18-15,-4-1 14 0,2-1 11 0,-2 1 18 16,-2 1 0-16,-2-1 8 0,3 1 24 0,1-3 30 16,-2 2 6-16,2 4 23 0,2 6-1 0,-4-7-4 15,4 7-7-15,-2-6-12 0,2 6-5 0,0 0 2 16,0 0 2-16,0 0-3 0,0 0-8 0,9 24 1 15,-6-12-9-15,0 0-3 0,2 0-9 0,-1 0 1 16,0 3-7-16,0-2 8 0,0-3-4 0,0 2-2 16,-2-3-2-16,2 1-8 0,0-3 2 0,-3-1-6 15,-1-6 4-15,4 7 4 0,-3-2 9 0,-1-5 7 16,3 7 12-16,-3-7 1 0,0 0-2 0,0 0 1 16,0 0-7-16,5 4-7 0,-5-4-3 0,0 0-8 15,0 0-2-15,6-22-3 0,-3 13 4 0,1-1-16 16,2-3-3-16,0-1-5 0,3-3 0 0,0 2-1 15,4 0-4-15,-3 1-2 0,3 2 1 0,-4 4-2 16,1 0-1-16,2 3-4 0,-3 2 7 0,-9 3-8 16,14 3-1-16,-2-2 2 0,-3 6 3 0,3-1-1 15,2 6 3-15,-4-5-2 0,4 3 0 0,-2 2 0 16,1-1 2-16,1-1-1 0,-1 0 9 0,-2-2-11 16,0-4 6-16,2 1-1 0,6-1 2 0,0-3-2 15,1-1-9-15,0-1-2 0,-1-6 2 0,1 1 0 16,-1-1-2-16,-4-2 0 0,3 0 3 0,-5-1-1 15,-1 0 12-15,-4 0-8 0,0 1-1 0,-4-4 2 16,1 3 0-16,-3-3 2 0,-1 1 2 0,-3-6-4 16,-2 9 1-16,2-7 0 0,-1 4 2 0,-5-2-1 15,2 4 1-15,-2 1-2 0,2 0 12 0,6 9-1 16,-9-10 4-16,4 4-4 0,5 6 0 0,-9-6-4 16,9 6 0-16,0 0-1 0,0 0 3 0,-20 19-7 15,10-5 1-15,3 3 2 0,-1 0 0 0,2 3 8 16,1-2-8-16,2 8-4 0,2-9-1 0,1 2-1 15,2-3 6-15,5 0-1 0,-1 0 7 0,2-3-12 16,5 0 7-16,-3-1-2 0,1-4 2 0,6 0 3 16,0 0 3-16,-2-3-6 0,-1-4 9 0,4 2-6 15,0-2 1-15,-1-2 1 0,0-2 0 0,0 3-1 16,1-5 3-16,-5 0-3 0,2-2 1 0,-3 0-2 16,1-3 2-16,-1-2-2 0,1 1 7 0,-4-3-9 15,-3 3 1-15,-1 0-2 0,-2-1 1 0,-2-5-1 16,-2 2 0-16,-2 0 0 0,-1-2-3 15,-2 3 2-15,-2 0 0 0,-2 1-2 0,2 3 8 0,-1 2 0 16,-1-1-1-16,3 1-1 0,0 3-6 0,7 5 5 16,-8-9-2-16,8 9-2 0,-5-5-4 0,5 5 0 15,0 0 8-15,0 0-9 0,0 0 2 0,0 0-1 16,0 0 2-16,0 0-1 0,0 0 3 0,0 0-6 16,43 5 4-16,-29-2 0 0,4 1-1 0,1-2-1 15,-3 2 3-15,2-3-3 0,-6 3 1 0,2 2 1 16,-3 2-1-16,0-1-2 0,1 0 1 0,-4 0-1 15,1 3 1-15,-3 1 0 0,3 3 0 0,-2-4 1 16,-1 5 3-16,-1 1-1 0,-1 0 1 16,1-1 0-16,-2-3-1 0,-1 5-1 0,-1-2 2 0,2-2-20 15,-2-1-15-15,2-2-20 0,-1 3-25 16,0-3-39-16,0 0-12 0,3-1-59 0,-1-2-7 16,3-1-19-16,-2-1-115 0,-5-5-357 0,14 6 157 0</inkml:trace>
  <inkml:trace contextRef="#ctx0" brushRef="#br0" timeOffset="156860.76">7340 13814 5 0,'-12'-9'206'16,"5"8"-11"-16,7 1-5 0,0 0-12 0,-24 7-12 0,15 1-7 16,-2 1-17-16,2 0-9 0,-1 4-12 15,0 3-16-15,5-5-9 0,1 0-10 0,1 1-7 16,1-1-9-16,1 0-5 0,2-2-6 0,2-1-5 15,1-1-7-15,2 0-2 0,-2-2-6 0,3-3 2 16,1 0-8-16,-8-2-5 0,13 1 1 0,-13-1-1 16,18-3-4-16,-18 3-3 0,10-7 0 0,-6 1-1 15,-4 6-2-15,10-13-4 0,-6 9 0 0,0-5-1 16,-4 9-1-16,6-16-4 0,-4 9 1 0,-2 7 0 16,5-7-1-16,-5 7-6 0,0 0 2 0,6-6-4 15,-6 6 3-15,0 0 5 0,0 0 3 0,14 15-1 16,-7-4 3-16,1 2 4 0,0 6-3 0,0 3-1 15,-3-3 2-15,1 8 3 0,2-1-4 0,-7 0 2 16,3 1-3-16,-1-2 2 0,-2 0-4 0,-2-6 5 16,-1 5 0-16,-2-5-1 0,-6 5 7 0,3-5-8 15,-2-3-2-15,-2 2 1 0,0-2-5 0,1-2-11 16,1-2-18-16,-1-2-23 0,2-4-28 0,0 1-39 16,2-4-41-16,6-3-37 0,-14 7-197 0,14-7-417 15,-13 0 185-15</inkml:trace>
  <inkml:trace contextRef="#ctx0" brushRef="#br0" timeOffset="157389.53">7558 13891 204 0,'5'-9'200'0,"-5"9"-14"16,0 0-11-16,0 0-2 0,0 0-8 0,0 0-8 15,0 0-9-15,0 0-10 0,22 18-12 0,-19-9-12 16,4-4-12-16,0 3-8 0,1 0-10 0,1-4-4 15,1 1-8-15,-1-1-3 0,4-1-8 0,0-1-6 16,-2 0-8-16,3 0 0 0,-1-2-8 0,-1-2 3 16,0 1-2-16,-1-2 7 0,-11 3-4 0,15-6 0 15,-9 3 0-15,-6 3 3 0,9-7-3 0,-9 7-1 16,5-13-2-16,-5 13-1 0,7-9 0 0,-7 9-2 16,3-10-3-16,-3 10 0 0,0 0-1 0,4-10 2 15,-4 10-8-15,0 0-4 0,0 0-7 0,0 0 4 16,0 0-1-16,0 0-1 0,12 31 7 0,-11-13-2 15,1 8-5-15,-1 3 6 0,-4 5-1 0,2-1 7 16,1 16 4-16,-3-14-3 0,2 1 0 0,1 0 3 16,0-1-6-16,1 1-2 0,3 0 2 0,1-4 1 15,-1 4-1-15,2-4-8 0,0 3 9 0,1-4-4 16,-2-2-3-16,2-1-6 0,-5-2 4 0,1-6-1 16,-1-2-5-16,-2 0 3 0,2-1-3 0,-6-3-1 15,1-2 0-15,-6-1-5 0,2 0 2 0,-6-1-6 16,-4-1 0-16,2-3-3 0,-4-2-6 0,-2-3-1 15,2-3-2-15,0-1-3 0,-1-3-3 0,3-1-4 16,-6-7-1-16,6 1 2 0,-2-6 0 0,6 4 0 16,-2-10-2-16,6 0 2 0,3-5-6 0,2 1 9 15,3 0-3-15,8 0-2 0,5-3 2 0,1 0 1 16,3 0-2-16,8-8 2 0,-6 11 1 16,5 0 4-16,2 2-3 0,0 1-6 0,2-1-14 0,-1 4-22 15,2-3-35-15,0 4-32 0,-1 2-54 0,2-1-52 16,-3 0-54-16,-3 3-158 0,0 1-476 0,-2 1 212 15</inkml:trace>
  <inkml:trace contextRef="#ctx0" brushRef="#br0" timeOffset="157537.64">8301 13889 115 0,'8'-6'213'0,"-8"6"-4"0,0 0-20 0,0 0-17 16,0 0-26-16,8-7-33 0,-8 7-43 0,0 0-50 15,0 0-54-15,9-11-59 0,-9 11-94 16,0 0-202-16,9-12 89 0</inkml:trace>
  <inkml:trace contextRef="#ctx0" brushRef="#br0" timeOffset="159911.68">8446 13973 106 0,'0'0'231'16,"0"0"-8"-16,0 0-22 0,1-10-21 0,-1 10-18 15,0 0-18-15,0 0-12 0,0 0-7 0,0 0-8 16,13 19-11-16,-9-11-8 0,0 4-23 0,-1 3-5 0,3 1-6 16,-4 0-7-16,2 1-3 0,1 0-6 15,-3-1-6-15,1 0-2 0,-2-3-4 0,2 6-3 16,0-8-3-16,0 6-14 0,0-6-19 0,-2 1-35 15,1-2-46-15,-2 0-46 0,0-3-45 0,-3 2-152 16,3-9-354-16,-4 11 157 0</inkml:trace>
  <inkml:trace contextRef="#ctx0" brushRef="#br0" timeOffset="160075.47">8478 13754 109 0,'0'0'133'0,"0"-11"-14"0,0 11-18 16,0 0-15-16,0 0-36 0,0 0-41 0,16 25-16 15,-8-11-29-15,1 3-58 0,4 7-103 0,0 2 46 16</inkml:trace>
  <inkml:trace contextRef="#ctx0" brushRef="#br0" timeOffset="160494.06">8765 14122 31 0,'0'0'180'0,"0"0"6"0,-2 11-3 16,2-11 2-16,-8 3-7 0,8-3-1 0,-8 1 9 16,8-1-1-16,0 0-7 0,-12-3-8 0,12 3 0 15,-8-7-17-15,4 1-16 0,4 6-9 0,-2-16-14 16,0 9-9-16,4-5-12 0,0 1-8 0,3-6-11 16,4 2-3-16,-1-1-11 0,3 2-3 0,3 0-9 15,1 2-8-15,0 4-3 0,0 1-4 0,-2 2-7 16,1 4-1-16,-1 1-3 0,0 5-3 0,3 1-3 15,0 2-4-15,-1 3 2 0,-1 0-1 0,-2 3-1 16,0-1-2-16,-3 2-5 0,1-1 0 0,-1 0-10 16,-5-2-1-16,0-3 0 0,0 0-3 0,-2-4 7 15,1 0-10-15,1 1 6 0,-4-6 2 0,2 7 5 16,-2-7-2-16,0 0-2 0,0 0 3 0,0 0 6 16,0 0-7-16,0 0 1 0,3-28-2 0,-1 19-2 15,-2-2 1-15,3-5-6 0,1 1 10 0,-2 0-3 16,2-3-2-16,1 1 0 0,2 0 3 0,0 2-3 15,4 1-1-15,-1 2 8 0,3-1-9 0,-6 7-1 16,4-1-1-16,0 4 4 0,2 2-1 0,0 2-3 16,1 3 4-16,-3 1-1 0,4 6 1 0,-2-1 1 15,2 4 1-15,-5-1 0 0,0 2 2 0,1 3-5 16,-4-4 3-16,0 4 1 0,-3-1-19 0,-1 1-26 16,4-3-39-16,-8 0-44 0,1-2-48 0,1-2-37 15,-2-1-220-15,-3 0-471 0,4-10 209 0</inkml:trace>
  <inkml:trace contextRef="#ctx0" brushRef="#br0" timeOffset="160737.6">9335 13791 31 0,'-2'-18'267'0,"-2"3"-5"0,3 4-6 0,1 3-14 15,-2 1-22-15,2 7-25 0,0 0-17 0,0 0-16 16,0 0 4-16,0 0-3 0,12 41-10 0,-7-12 1 15,-2 5-30-15,4 13-6 0,-6 0-6 16,-1 0-18-16,0-3-7 0,0-9-13 0,2 0-1 0,-1 0-9 16,0-1-9-16,2-1 0 0,-1-2-8 0,1 0-5 15,0-4-15-15,-2 0-11 0,0 0-24 0,-1-9-29 16,1 1-35-16,-1-2-35 0,-1 0-35 16,0-6-50-16,1-1-32 0,-1-2-33 0,1-8-143 0,-7 14-433 15,7-14 192-15</inkml:trace>
  <inkml:trace contextRef="#ctx0" brushRef="#br0" timeOffset="160934.31">9420 13975 134 0,'16'-6'195'0,"3"5"-5"16,1 1-7-16,-1 3-15 0,-1 1-8 15,-2 3-15-15,1 1-15 0,-4 4-11 0,-1 1-8 0,-3-1-10 16,0 4-11-16,-2-1-6 0,-5 0-14 0,-2 2-3 15,0-2-7-15,-2-3-16 0,-5 4-20 0,-2-2-27 16,0-2-36-16,-2 1-38 0,2-4-49 16,-1-1-31-16,-7 1-123 0,0-2-301 0,-2 0 134 0</inkml:trace>
  <inkml:trace contextRef="#ctx0" brushRef="#br0" timeOffset="161677.31">9895 13943 79 0,'-10'0'220'15,"-2"4"-7"-15,0 1-10 0,-4 3-13 0,0 4-31 16,3 0-10-16,-2 2-14 0,2 1-13 0,0-2-13 15,5 4-10-15,-1-3-9 0,4 4-7 0,3-6-9 16,0-1-6-16,4 0-10 0,0 0-1 0,2-1-6 16,1-3-4-16,3 1-2 0,3-1-4 0,-3-2-7 15,4-3 1-15,-1-1-5 0,2-2-4 0,0-1-2 16,1-3-2-16,1 0-1 0,-4-3-2 0,-2-1-2 16,-1-1 2-16,-3 1-1 0,4-3-4 0,-2-2-1 15,-4-2-2-15,0 4-2 0,-3-5 2 0,1 5-1 16,-1 1 0-16,-1-2-1 0,0 1 2 0,-1 2-2 15,0 0 9-15,2 10 1 0,-3-13 3 0,3 13-1 16,0-9-7-16,0 9 1 0,0 0-6 0,0 0-1 16,0 0-1-16,0 0-1 0,0 0 5 0,0 0-3 15,3 37-3-15,1-22-2 0,0 1 5 0,1 0-3 16,1-2 0-16,-2 1-2 0,1-2 9 0,1-3-1 16,1-1-5-16,3 1-5 0,0-1 6 0,-1-2-1 15,3-3-1-15,-2-1-2 0,0 2 3 0,4-4 0 16,-4-1 3-16,-2 1-4 0,1-2 3 0,-9 1-3 15,11-4-1-15,-4-3 1 0,-3 1 1 0,-3 0 0 16,3-1-2-16,0-3 2 0,-3 1-4 0,0 0 1 16,-1-3 1-16,1 1-4 0,1 1 2 0,0 0-1 15,2-1 1-15,-1 4-4 0,2-3 2 0,-1 4-4 16,1 2 2-16,1-1-3 0,-1 2 3 0,-5 3-2 16,12-1 1-16,-12 1 1 0,14 5 3 0,-7 2 0 15,0 2 2-15,-1-1 0 0,2 3-1 0,-2 2-1 16,-1-1 5-16,1 3-2 0,-4 1-3 0,-1 0 1 15,2 0-7-15,-2-4-18 0,2-1-32 0,-3 2-34 16,-3-4-42-16,3 1-35 0,3-4-46 0,-6 4-173 16,3-10-415-16,0 0 184 0</inkml:trace>
  <inkml:trace contextRef="#ctx0" brushRef="#br0" timeOffset="161905.26">10351 13850 216 0,'2'-5'278'0,"-2"5"-28"0,0-14-21 0,0 14-25 16,0 0-17-16,0 0 0 0,0 0 13 0,0 0-5 15,9 21-10-15,-4-4-8 0,0 0-17 0,-1 8-16 16,-1 3-6-16,0-1-16 0,-2-1-12 0,3 0-15 16,0 0-13-16,0 2 1 0,-3-8-9 0,-1 5-11 15,3-6-7-15,-3 0-20 0,1-1-27 0,0 1-40 16,-2-3-47-16,0 1-50 0,-2-3-56 0,-1-5-52 15,0 2-40-15,-1-2-149 0,3-2-460 0,-3 2 204 16</inkml:trace>
  <inkml:trace contextRef="#ctx0" brushRef="#br0" timeOffset="162062.66">10305 14018 70 0,'3'-5'179'15,"3"0"-15"-15,-1 1-17 0,4 1-17 0,0 1-15 16,-9 2-25-16,21 5-32 0,-11 2-55 0,0 0-47 16,0 6-40-16,1 3-54 0,-4-1-150 0,0 3 66 15</inkml:trace>
  <inkml:trace contextRef="#ctx0" brushRef="#br0" timeOffset="162307.6">10538 14205 15 0,'9'-3'167'16,"2"-1"0"-16,0-4 5 0,4-1 0 0,-1 0 4 15,1-1-3-15,6-5-13 0,2-2-5 0,0-1-9 16,-4 0-13-16,3-1-7 0,-3-3-1 0,-2 0-16 16,0-1-8-16,-4 2-13 0,-1 5-4 0,-5-1-3 15,0 3-2-15,-3 4 0 0,-3-1-3 0,0 1-13 16,-2 3 3-16,1 7-7 0,-10-7-4 0,3 6-7 16,7 1 8-16,-22 11-14 0,6-1-3 0,1 5-3 15,-6 1-3-15,7 0-6 0,1-1 4 0,2 2-9 16,2 0-6-16,1 0 0 0,2 1-2 0,3-3 3 15,3-3-26-15,3 0-25 0,1-4-31 0,6 0-36 16,-3 2-44-16,6-6-36 0,1-2-38 0,4 2-18 16,5-4-136-16,-1-1-402 0,10-4 178 0</inkml:trace>
  <inkml:trace contextRef="#ctx0" brushRef="#br0" timeOffset="162659.56">11096 13934 11 0,'0'0'154'16,"-6"-12"7"-16,2 7 13 0,4 5-4 0,-15-8-3 15,7 7-5-15,8 1-7 0,-18 3-4 0,7 4-3 16,-1 1-11-16,-2 5-7 0,0 0-12 0,3 1-8 16,0 1-12-16,5-4-11 0,-1 5-8 15,0-2-5-15,4 3-8 0,1-5-5 0,1-1-9 0,1 2-3 16,5-2-4-16,0-2-3 0,-2-2-2 0,1 0-6 16,3-2-2-16,-1-3-1 0,4-1 0 0,-1-2-10 15,2 0 4-15,0-3-5 0,-1-5 0 0,0 0-4 16,-2-1 2-16,1-4-4 0,0-1 1 0,-2 0-5 15,1-4 2-15,-4 1 1 0,0-7 3 0,-1 0-7 16,-2 5-6-16,2-7 3 0,-2-1 0 0,-1 0 0 16,0 1 1-16,-3-1-6 0,3 3 7 0,0 9 3 15,0 2 15-15,-1 5 10 0,1-3 9 0,0 5-6 16,0 7-2-16,-1-8-8 0,1 8 0 16,0 0-2-16,0 0 8 0,0 0 2 0,-2 47-3 15,0-18 0-15,-2 0-5 0,-1 0 1 0,-1 3-7 0,1-3 1 16,-2 3-8-16,2 0-34 0,0-2-52 0,2 2-59 15,2-2-57-15,5-3-39 0,4 3-263 0,4-4-529 16,9-1 233-16</inkml:trace>
  <inkml:trace contextRef="#ctx0" brushRef="#br0" timeOffset="163115.94">11817 13992 2629 0,'-4'-26'-3'16,"-4"3"23"-16,4 5 17 0,0 2-3 0,0 7 1 15,3-2 19-15,-1 5 4 0,-2 0-10 0,4 6-7 16,-1-9-6-16,1 9-6 0,0 0-4 16,0 0 7-16,0 0 10 0,-4 22 6 0,4-3-5 0,0 4 0 15,-3 4-5-15,1 0 0 0,2 2-5 0,-2-4-5 16,-1 1-2-16,2-7-1 0,1 0-3 0,-1-1-1 15,1 0-1-15,-2-6-3 0,2-1-1 0,-1-2 1 16,1-2-1-16,0-7 1 0,-1 13-2 16,1-13 7-16,-2 9-8 0,2-9 3 0,0 0-3 0,0 0-6 15,0 0 4-15,0 0-4 0,0 0 1 0,0 0-1 16,0 0 0-16,0 0-5 0,16-24-2 0,-7 16-8 16,0-1 0-16,4-1 2 0,5 1-5 0,-2 3 3 15,-3 2-3-15,0 1 1 0,-1 2-20 0,1 2 3 16,0 2 1-16,-3 2 11 0,-1 3 2 0,-1 0-2 15,-3 2 5-15,0 0-8 0,-5 0 1 0,2 2 4 16,-6-1 3-16,-4 3 1 0,-1 2 1 0,-1-2 0 16,-1-1 1-16,-3-2 1 0,-2 0-13 0,0-1-6 15,1 0-16-15,-3-2-27 0,2 0-23 0,5-3-18 16,2-2-20-16,0 0-23 0,2-2-20 0,7-1-21 16,0 0-5-16,-11-5-4 0,11 5-2 0,0 0-108 15,0 0-336-15,11-20 149 0</inkml:trace>
  <inkml:trace contextRef="#ctx0" brushRef="#br0" timeOffset="163578.84">11806 14273 960 0,'12'-13'-75'0,"0"-2"20"0,2-3 16 15,0-2 19-15,-2 2 20 0,0 4 31 0,-5-2 13 16,-1 6 27-16,-1-2 26 0,0 6 13 0,-2 1 11 16,-1 0-9-16,-2 5-7 0,4-9-8 0,-4 9-10 15,6-1 1-15,-6 1 4 0,0 0 3 0,0 0-3 16,11 9-8-16,-6-6-3 0,-5-3-7 0,9 10-2 16,-5-7-3-16,7 4-4 0,-1-3-2 0,3-1-8 15,1-1-4-15,6-2-3 0,6-2-4 0,2-3-6 16,-8 1 0-16,0-1-7 0,1 0 0 0,-1-1 9 15,-5-1-15-15,2 0-2 0,-3-2 2 0,-4 5 3 16,1-4 0-16,-2-1 3 0,-3 3 0 0,-1 0 0 16,3-1 0-16,-5 2 2 0,-3 5 2 0,7-6-2 15,-3 3-9-15,-4 3 4 0,0 0-9 0,0 0 7 16,7 10 8-16,-3 1-3 0,-4 9 8 0,3 5 1 16,-6 5-2-16,1 1-1 0,2 1 0 0,-2 1-6 15,2 13-6-15,0 0 1 0,-2-14-3 0,2 1 4 16,0 14-3-16,0-12 2 0,0 1 0 0,0 10-2 15,2-13-1-15,-2-2 0 0,0 1-2 0,2-2-2 16,-2 0 0-16,0-2-4 0,-2-1 9 0,0-3-5 16,-5-3-3-16,1-4-8 0,-3-1 6 0,-3 0-4 15,-1-3 0-15,-5-2-7 0,2-3-3 0,-2-1 1 16,1-3-6-16,-1-1-2 0,2-4-5 0,2-5-7 16,-4 0-1-16,3-4-3 0,-2-2 5 0,5-3-3 15,-3-10-2-15,4 2-4 0,2-8 0 0,3 3 4 16,4-7-1-16,5-9 2 0,3 9 3 0,11-8 1 15,1 1 1-15,5-1 0 0,-3 12 3 0,11-6-4 16,0 1-12-16,4 0-9 0,-3 2-14 0,-9 8-18 16,3 2-18-16,3 1-33 0,-2 2-35 0,0-1-33 15,2 0-35-15,-2 2-39 0,3 1-145 0,1 1-441 16,3 1 196-16</inkml:trace>
  <inkml:trace contextRef="#ctx0" brushRef="#br0" timeOffset="164136.1">12900 13896 126 0,'-2'-10'240'15,"0"1"-4"-15,-1 0 0 0,-2 0-6 0,3 3-3 16,2 6-17-16,-7-6-21 0,7 6-20 0,-11 0-19 15,11 0-6-15,-18 11-15 0,5 3-6 0,-5 5-11 16,4 4-10-16,-2 0-5 0,5 0-16 0,3-1-6 16,0-2-6-16,6-2 0 0,0 2-12 0,4-2-4 15,2 1-7-15,2-4-1 0,2 1-7 0,1-2 3 16,5-1-4-16,-1-1-1 0,3-5-10 16,0 2-1-16,4-5 9 0,-3 1-18 0,4-4-13 0,-2 1 1 15,0-2-8-15,-3-3 0 0,2 0 0 0,0-2 1 16,-3-4-2-16,-3 3 1 0,-3-3-2 0,-1-1 1 15,2-4-3-15,-1 0 2 0,-7 3 1 0,2-3 2 16,-1 1 0-16,-1 2 3 0,-2-2-1 16,2 3 7-16,0 4-9 0,-2-1 11 0,0 7-13 15,0-10-2-15,0 10 0 0,0 0 1 0,0 0 2 0,0 0-1 16,0 0 0-16,0 0 2 0,3 23-3 0,-1-14 5 16,-1 1-2-16,5 0 4 0,0 0-3 0,-1 1 11 15,3-1-9-15,4-2 3 0,-1 1-2 0,5-2-2 16,0-1 3-16,2-1 1 0,1-4 3 0,-2-2-2 15,1-2-1-15,-1-1 2 0,-2 1-2 0,-4-1 2 16,-1-2-2-16,0-1 2 0,-4-1 1 0,-3-2 4 16,1 1-7-16,-6-3 1 0,-2 2 0 0,-1-3-2 15,-2 1 4-15,-2-1-1 0,-4 0-6 0,-1-1-1 16,-4 5-3-16,4-4-10 0,-3 4-16 0,1 2-8 16,-2 2-15-16,-2 3-19 0,2-1-24 0,2 3-17 15,-2 5-27-15,3 0-33 0,3 1-24 0,3 0-39 16,3 1-144-16,-1 0-412 0,7-7 183 0</inkml:trace>
  <inkml:trace contextRef="#ctx0" brushRef="#br0" timeOffset="164351.66">13367 13837 146 0,'4'-11'228'15,"-4"-1"-3"-15,4 2 1 0,-4-1-2 0,0 11-9 16,3-13-23-16,-3 13-18 0,0 0-15 0,7-4 4 15,-7 4-10-15,0 0-9 0,15 26-10 16,-8-7-9-16,2 7-9 0,-4-4-13 0,-1 4-10 16,-4 0-8-16,2 2-9 0,-2-2-4 0,0 0-10 0,0-7-1 15,0 1-25-15,3-2-42 0,-6 1-33 0,3-2-42 16,0 0-55-16,3-6-72 0,-3-2-51 16,0 1-156-16,0-10-447 0,0 13 198 0</inkml:trace>
  <inkml:trace contextRef="#ctx0" brushRef="#br0" timeOffset="164567.93">13616 13714 112 0,'2'-10'265'0,"-2"4"-29"0,0 6-18 16,0 0 17-16,0 0 8 0,0 0-10 0,9 27-3 15,-6-2-15-15,-1 2-9 0,-2 7-24 0,-2-4-13 0,-1 2-15 16,3 0-16-16,-2 0-16 0,0-1-11 0,1-1-7 15,2 0-16-15,-2-1-26 0,2-3-32 16,-1-7-32-16,1 2-41 0,-1-3-44 0,1 0-40 16,1-2-55-16,-2-5-33 0,3-2-36 0,-6 1-157 15,3-10-442-15,0 0 196 0</inkml:trace>
  <inkml:trace contextRef="#ctx0" brushRef="#br0" timeOffset="164809.12">13729 14158 90 0,'4'-8'197'16,"5"-1"-11"-16,-5-1-8 0,4 2-2 0,-2-3 2 15,1 0-1-15,3 2-2 0,2-3 3 0,1 0-7 16,-1-1-8-16,-1 1-11 0,2-1-8 0,-1 0-6 16,1 0-11-16,-4 4-3 0,3-1-7 0,-4 1-1 15,-1-1-8-15,2 2-5 0,-4-2 0 0,-1 5 0 0,-2-2-7 16,-2 7-4-16,5-10-7 0,-5 10-5 16,2-4-3-16,-2 4-17 0,0 0-10 0,0 0-5 15,0 0-7-15,-15 28 4 0,7-16-10 0,4-1 0 16,-1 5-3-16,-3-1-1 0,6-2-1 0,-1 3-10 15,3-5-13-15,0 1-27 0,0-2-28 0,2 1-35 0,1-3-34 16,-3-1-38-16,4 1-37 0,1-4-42 16,1 0-39-16,-6-4-206 0,12 4-523 0,-12-4 232 15</inkml:trace>
  <inkml:trace contextRef="#ctx0" brushRef="#br0" timeOffset="164958.91">13863 13715 63 0,'-18'5'125'0,"9"-2"-37"15,2 5-33-15,3 2-28 0,4-10-35 0,0 21-51 16,11-7-63-16,11 3 28 0</inkml:trace>
  <inkml:trace contextRef="#ctx0" brushRef="#br0" timeOffset="165606.5">14413 13908 183 0,'-4'-10'222'0,"-1"2"-11"16,-2 1-14-16,0 3-4 0,-1-3-14 0,-1 4-16 15,-5 3-10-15,4 2-15 0,-2-1-11 0,-1 6-12 16,-3 0-10-16,0 5-8 0,3 1-8 0,-1 2-9 16,3 2-7-16,2 0-12 0,0 0-2 0,2 0-10 15,3 0 1-15,2-2-5 0,2 0-6 16,2-1-1-16,2-3-4 0,1 0-3 0,-1-3-3 0,6 0-2 16,0-1-3-16,-1-2 0 0,5-1-2 0,-1-4-2 15,6 0-2-15,-2-4-2 0,-1-2-1 0,-3 1-1 16,6-4 0-16,-6-1-1 0,3-3-1 0,-3-1-3 15,-1-1 0-15,-3-3 1 0,-1 1 0 0,-1-2-1 16,-2-10 1-16,3 6-5 0,-5-3 0 0,-1-4 1 16,-2-1 1-16,0 0 1 0,-4 1 0 0,8 1-2 15,-9-3 3-15,3 6 1 0,-7 2 2 0,3-1 2 16,1 7 8-16,3 5 11 0,0 2 1 0,1 1-3 16,0 2-2-16,-1 2-7 0,2 6-5 0,-1-8-2 15,1 8-5-15,0 0 2 0,0 0 0 0,4 32 0 16,-1-7-3-16,-1 3-1 0,-4 3 2 0,2 2-3 15,2-1 1-15,3 3-1 0,-1-4-1 0,1 0 1 16,1-6-1-16,3 1 1 0,-2-7-4 0,2-2 0 16,0-2 5-16,-3-4-2 0,4 1 1 0,-1-3 0 15,2-3 0-15,0-1 2 0,1-1-4 0,-1-2-2 16,2-2 3-16,-3-2-3 0,0-2 7 0,4-1-2 16,-5-3-11-16,2 1 0 0,-3-3 0 0,4-3 0 15,-3-2-5-15,-3 2 5 0,-1-4-3 0,-2-1 0 16,-1 3 4-16,-2-1-2 0,0 5-3 0,0-3 3 15,0 3 0-15,-2 6 0 0,2 5-2 0,0-12 3 0,0 12-4 16,0 0-2-16,0 0 5 0,0 0 1 16,-14 21-1-16,12-10 3 0,-3 2 0 0,3 0-4 15,-2 4 6-15,2 0-5 0,1 0 2 0,1-2-24 0,0 2-33 16,0-2-40-16,0 0-41 0,0-2-48 16,1-3-51-16,1 2-190 0,-4-3-466 0,4-4 207 15</inkml:trace>
  <inkml:trace contextRef="#ctx0" brushRef="#br0" timeOffset="165767.57">14659 13601 19 0,'0'0'67'0,"0"0"-21"16,0 0-46-16,0 0-22 0,1 52-25 0,2-23 11 15</inkml:trace>
  <inkml:trace contextRef="#ctx0" brushRef="#br0" timeOffset="165999.81">14802 14004 123 0,'4'-6'211'0,"-1"-2"0"0,-1-1-3 0,2-3-12 16,3-2-5-16,1 2-10 0,0-6-6 0,3 4-13 15,3 1-10-15,5-6-10 0,-3 9-7 0,0 0-13 16,1 4-4-16,0 3-14 0,1 2 3 0,-5 2-17 0,5 4-4 16,-3 2-4-16,-2 0-2 0,0 5-11 0,-1 1 13 15,-4 2-9-15,1 1-18 0,1 0-1 16,-6 1-8-16,2 1-10 0,1-3-13 0,-5-2-38 16,0 1-35-16,-2-1-33 0,-2-1-43 0,2-1-51 15,2-4-31-15,-1 0-37 0,-1-7-157 0,-3 12-435 0,3-12 192 16</inkml:trace>
  <inkml:trace contextRef="#ctx0" brushRef="#br0" timeOffset="166549.7">15247 13799 155 0,'-5'-10'238'0,"-2"0"-1"0,2 4-20 15,-1 2-11-15,6 4-19 0,-14 0-10 0,14 0-15 16,-17 11-10-16,8 2-9 0,-2 1-13 0,3-2-12 15,2 3-8-15,1-4-13 0,2 2-9 0,2-2-9 0,1 2-8 16,1-1-6-16,1-2-5 0,0 0-4 16,1-2-7-16,3-3-5 0,2-1-8 0,1-1 2 15,-4-1 5-15,9-2-10 0,-5-2-9 0,4 0-2 16,-3 0 0-16,0-5-7 0,-1-1 0 0,1 2 1 16,-1-1-2-16,-1-1-2 0,0 0-1 0,0-1-3 0,-1 1 0 15,-1-1 5-15,-1 1 1 0,-3 3-4 0,3-3 3 16,-5 8 0-16,6-8-2 0,-6 8-3 15,6-1 1-15,-6 1 8 0,0 0-2 0,7 17 7 16,-5 1 8-16,-3 5 2 0,2 7 1 0,-1 4-5 16,0 0 0-16,-2 14-2 0,-1 1-5 0,-4 1 0 0,4-4-1 15,-2 1-1-15,-3-1 6 0,3-11-6 0,-1 1-8 16,-2 10 7-16,2-10-7 0,2 8 4 0,0-9-7 16,-2-5 2-16,3-1 0 0,-2-3-6 15,3-6 4-15,-2-2 1 0,1-2-4 0,1-1-2 0,-3-4 2 16,3-1-2-16,0-3 3 0,-5-2 2 0,4 0 3 15,-4-2-7-15,-2-3 2 0,9 0 3 16,-19-3-3-16,5-3-1 0,1-5 2 0,-6 0-7 0,3-3 0 16,-4-6-3-16,0-1 18 0,3-5-17 15,-1-1 5-15,4 1 0 0,3-3-2 0,2 0 4 0,6 0-2 16,4-2 1-16,3 3 1 0,5-3-2 0,4 5-3 16,0-3 1-16,6 3 3 0,4 0-3 0,1 1 3 15,3 1-1-15,0 2-2 0,0 0 5 0,5 2-2 16,-1 1-15-16,1 0-11 0,0 2-13 0,-1 1-9 15,1 0-24-15,0 0-30 0,-1 0-37 0,1 3-51 16,1-2-40-16,-3 2-58 0,-3-2-173 0,0 1-495 16,0 0 220-16</inkml:trace>
  <inkml:trace contextRef="#ctx0" brushRef="#br0" timeOffset="166686.81">15742 13875 84 0,'0'0'117'16,"-8"2"-5"-16,8-2-26 0,0 0-22 0,0 0-31 16,0 0-56-16,-14-2-57 0,14 2-84 0,-8-4 37 15</inkml:trace>
  <inkml:trace contextRef="#ctx0" brushRef="#br0" timeOffset="173092.31">16144 11614 49 0,'2'-6'219'0,"-2"6"-6"0,0 0-11 15,2-7-12-15,-2 7-15 0,0 0-16 0,0 0-15 16,0 0-13-16,0 0-15 0,0 0-12 0,0 0 4 16,0 0-10-16,9 14-2 0,-7-4-10 0,2 1 1 15,-1 2-5-15,2 2-10 0,-2 6-2 0,-1-2-2 16,1 1-9-16,-1 5-3 0,0-5-5 0,0-2-8 15,1 2 4-15,-3-3-7 0,1 2-7 0,0-3-4 16,-1 2-3-16,1-3 1 0,-1-2-6 0,2 0 0 16,-2-3-12-16,0 1-18 0,-2-3-27 0,4 2-30 15,-1-3-29-15,-1-7-29 0,0 11-31 0,0-11-31 16,0 6-36-16,0-6-118 0,0 0-368 0,0 0 163 16</inkml:trace>
  <inkml:trace contextRef="#ctx0" brushRef="#br0" timeOffset="173305.56">16326 11662 90 0,'1'-6'205'0,"-1"6"-14"0,4-9-21 0,-4 9-15 16,0 0-12-16,0 0-4 0,0 0 5 16,0 0 4-16,6 16-2 0,-6-4-9 0,-1 4-13 15,2 0-12-15,-1 0-9 0,0 1-11 0,3 2-11 16,-2-1-7-16,-1 1-6 0,1-1-7 0,1-1-5 0,-1 0-15 15,0-2-15-15,-1-3-28 0,1-1-35 16,-1 0-37-16,2 0-36 0,-1-4-39 0,-1-7-40 16,1 12-136-16,-1-12-350 0,0 9 155 0</inkml:trace>
  <inkml:trace contextRef="#ctx0" brushRef="#br0" timeOffset="173503.93">16497 11658 45 0,'0'0'180'0,"5"-8"-5"0,-5 8 5 16,0 0 6-16,10 11-9 0,-3-3-11 0,-2 3-11 15,0 3-11-15,-3 3-13 0,1 2-10 0,0 5-15 16,-2-5-11-16,0-1-6 0,-3 2-10 0,2-2-12 16,-2 1-19-16,2-2-33 0,-2-5-40 0,0 0-40 15,2-1-44-15,0-6-41 0,-1 3-152 0,1-8-327 16,-1 9 144-16</inkml:trace>
  <inkml:trace contextRef="#ctx0" brushRef="#br0" timeOffset="173723.46">16672 11635 42 0,'17'7'201'16,"-12"0"-8"-16,1 2 7 0,2 8-9 0,-2-1-5 15,-3 2-17-15,1 8-15 0,-1 1-8 0,1 2-11 16,-4-1-12-16,0-1-14 0,-2 0-10 0,-1 0-10 16,-1-2-8-16,0-6-8 0,-1-1-6 0,-2-2-14 15,-1 1-16-15,-1-1-26 0,-2-1-38 0,-1-1-38 16,-2-4-33-16,3-2-34 0,-5-2-36 0,-2-1-144 16,0-2-337-16,1 1 149 0</inkml:trace>
  <inkml:trace contextRef="#ctx0" brushRef="#br0" timeOffset="173937.64">16074 11737 111 0,'-14'10'205'0,"2"5"-9"0,-2 6-5 15,0 0-14-15,0 1-7 0,5-3-14 16,2 3-14-16,0 2-9 0,5-6-14 0,2 3-14 15,2-2-5-15,3 0-11 0,2-4-9 0,7 0-10 16,4 1-22-16,3 0-33 0,6-6-29 0,1-3-47 0,3-4-51 16,5-3-48-16,0-1-134 0,2-5-318 15,13-4 141-15</inkml:trace>
  <inkml:trace contextRef="#ctx0" brushRef="#br0" timeOffset="174114.49">16388 11336 153 0,'-3'-9'211'0,"-1"3"-21"0,4 6-26 16,-4-10-37-16,1 7-33 0,3 3-39 0,0 0-36 16,0 0-33-16,-4-7-45 0,4 7-98 0,0 0-170 15,0 0 76-15</inkml:trace>
  <inkml:trace contextRef="#ctx0" brushRef="#br0" timeOffset="183213.92">17545 12075 20 0,'0'0'183'0,"0"0"-1"0,0 0-2 0,0 0-11 0,0 0-20 15,0 0-11-15,0 0-10 0,17-25-8 16,-3 14-9-16,-3-1-4 0,2 1-11 0,1-1-7 0,-1-1-2 16,1 0 1-16,-3-1-12 0,3 0 0 0,-2 0-5 15,4-5-5-15,-3 3-9 0,-2 0 9 0,0 2-6 16,-2-2-8-16,-1 1 4 0,-3-1-6 0,0-1-3 15,0 1-7-15,-4 1 1 0,3 3-5 0,-1 2 3 16,-1 1 0-16,-2 1 5 0,1 3 0 0,-1 5-2 16,2-9-5-16,-2 9-8 0,1-7-1 0,-1 7-7 15,0 0-1-15,0 0-6 0,0 0 0 0,-5 23-3 16,-2-9 1-16,1 5-4 0,-3 5 5 0,4 2-6 16,-3-2-1-16,4 1 2 0,-1-7-7 0,4-2 4 15,-1 2 0-15,0-4-2 0,4 2 0 0,3-3 0 16,-3-1-1-16,3-3 1 0,-1-1 0 0,3 1 3 15,3-2 0-15,-1-4-8 0,-3 0 4 0,4-3-7 16,2 0-5-16,-2-3 5 0,2 0-4 0,-1-1-3 16,-2-4 5-16,4 1-3 0,-2-4 1 0,-2 3 2 15,-1-3 0-15,0-4-3 0,-5 5 2 0,4-6-3 16,-2 2 3-16,-1-1-2 0,1-2 0 0,0 7-2 16,-1-1 4-16,1 0-2 0,-3 1 2 0,0 4-2 15,0 1 2-15,-2 5-3 0,4-8 1 0,-4 8-4 16,0 0 7-16,0 0-2 0,0 0 3 0,13 13 3 15,-12-7-3-15,2 6 1 0,-2-2-2 0,3 0 0 16,-2 0 4-16,2 0 3 0,-2-1 0 0,0-2 0 16,-1-1 0-16,-1-6-4 0,7 11 3 0,-5-7-1 15,-2-4 1-15,4 8 2 0,-4-8 3 0,5 5 2 16,-5-5-1-16,11-3-2 0,-11 3 1 0,16-9-4 16,-6 4 2-16,1-2 3 0,5-3-2 0,-2-1-1 15,-1 0 0-15,1 1 0 0,0 4 1 0,-4 1-2 16,3-3-2-16,-1 4 1 0,-2 1 0 0,0 0-3 15,0 2 3-15,-10 1-4 0,14 4 2 0,-7-1 3 0,-2 2-4 16,0 3 8-16,0 0-5 0,-2 2-3 0,-1 2 3 16,1-1-5-16,-2 0-6 0,-2 0-17 0,0 0-24 15,-2 2-30-15,-1-3-36 0,-1 0-45 16,-1 2-27-16,-5-3-179 0,2-1-399 0,-1 1 176 16</inkml:trace>
  <inkml:trace contextRef="#ctx0" brushRef="#br0" timeOffset="183410.63">17797 11508 36 0,'0'0'184'0,"-7"-11"-16"0,7 11-21 0,-4-7-23 0,4 7-18 16,0 0-24-16,0 0-22 0,0 0-11 0,0 0-43 15,24 17-33-15,-8-9-41 0,2 10-77 0,0-6-157 16,1-2 71-16</inkml:trace>
  <inkml:trace contextRef="#ctx0" brushRef="#br0" timeOffset="183641.71">18285 11571 109 0,'-3'-15'192'0,"3"8"18"0,0 7-3 0,-5-12-1 15,5 12-4-15,-1-11-11 0,1 11-12 0,-3-7-17 16,3 7-19-16,0 0-15 0,0 0-14 0,0 0-7 16,0 0-2-16,20 41-10 0,-11-14-11 0,-1 4-8 15,-3 2-2-15,6 11-6 0,-7-9-13 0,0-3-3 16,1 2-6-16,-2-3-5 0,-1 0 1 0,0-2-2 16,-1 1-9-16,1-4 0 0,-1-6-18 0,-1 4-18 15,-3-4-22-15,3-4-26 0,-1 1-43 0,0-5-46 16,0-2-41-16,-2-1-45 0,-3-1-151 0,1-1-409 15,5-7 181-15</inkml:trace>
  <inkml:trace contextRef="#ctx0" brushRef="#br0" timeOffset="183790.81">18185 11768 14 0,'8'-4'157'0,"2"2"-22"15,2 2-21-15,0 2-32 0,4-1-37 0,2 3-45 16,-2 6-92-16,-4-1-99 0,-1 3 45 0</inkml:trace>
  <inkml:trace contextRef="#ctx0" brushRef="#br0" timeOffset="184045.84">18456 12054 160 0,'5'-4'208'0,"4"-3"-9"0,-2-1-3 0,4-3-1 16,-2 1-17-16,0-3-2 0,1 0-15 0,3 0-13 0,-4 0-15 16,0-2-4-16,-3 0-13 0,4 1-3 15,-3-3-12-15,-1 3-1 0,-1-1-3 0,-2 5-5 16,-2 1-1-16,-1 2 4 0,0 7-10 0,-5-10-6 16,5 10-7-16,-10-5-10 0,1 6-7 0,9-1-6 15,-27 11-3-15,12 0-6 0,-1 2-3 0,-1 7-6 0,6-3-1 16,-4 4-11-16,7-3-25 0,1-4-27 0,3 4-37 15,1-2-29-15,3 0-41 0,3-5-26 16,3 4-34-16,2-5-19 0,2-1-175 0,-1-2-426 16,0 2 189-16</inkml:trace>
  <inkml:trace contextRef="#ctx0" brushRef="#br0" timeOffset="184690.67">18681 12098 107 0,'8'-5'154'15,"-8"5"8"-15,4-8 2 0,-2 1-1 0,-2 7-1 0,4-16-2 16,-1 6 3-16,0 1-5 0,0-2 5 0,2 0-6 15,0-5-9-15,2 2-15 0,2-1-5 0,-1-2-12 16,1 2-8-16,3 1-12 0,-3 5-7 16,2-4-8-16,-3 5-7 0,2-1-10 0,2 3-2 0,-2 2-10 15,-1 1-6-15,0 3-5 0,0 4-5 0,0 0 0 16,0 2-6-16,-2 2 0 0,-3 1-8 0,1 1 1 16,0 1-3-16,3 3 1 0,-5-2-3 0,0-3-2 15,0 4-3-15,2-5-2 0,-2 1 0 0,-1-1 2 16,2-2-6-16,-1-1 4 0,2-1-1 0,-5-4-1 15,10 5-2-15,-5-4-2 0,-5-1 1 0,19-2-4 16,-9-2-2-16,1-1-3 0,0 0 3 0,1-4-7 16,-3 2 3-16,3-5-2 0,-3 4 0 0,-2-3-1 15,-1 0 5-15,2-6-5 0,-2 3 1 0,-2-2-1 16,0 0 0-16,0 0-1 0,-3 4 5 0,3 1-3 16,-3-1 1-16,-1 2 2 0,1 2-5 0,-1 8 3 15,0-11-3-15,0 11-3 0,2-6 3 0,-2 6 0 16,0 0 5-16,0 0-4 0,0 25 2 0,2-8 2 15,-3 2 5-15,2 6 0 0,0 1-3 0,-1 0 1 16,3 0 4-16,-2 1-3 0,1-2 1 0,-1 1 0 16,1-3-2-16,1 2 4 0,-2-6 1 0,-1-3-4 15,3 1 9-15,-2-2-9 0,-1-5 1 0,3 0-2 16,-3-4 3-16,0 1-3 0,0-7 4 0,0 9-2 16,0-9-1-16,0 0-3 0,0 0-9 0,0 0-7 15,0 0 5-15,0 0-1 0,0 0 3 0,15-13 1 16,-10 4-3-16,2-1-1 0,4-3 3 0,0-1-3 0,1-1 1 15,3 0 0-15,-2 0-1 0,2 1 5 16,5-6-3-16,-2 1 3 0,-4 4 2 0,0 0-2 16,1-6 3-16,-2 7 2 0,-2-1 1 0,-1 1 2 15,-1 1 8-15,-5 2 8 0,0 0 5 0,1 1 8 0,-2 0 7 16,-3 3 5-16,0 7 6 0,0-12 1 16,0 12 1-16,-4-10-6 0,4 10-3 0,-9 0-3 15,9 0-4-15,-15 7 0 0,4 0-1 0,-1 5-1 16,-5 2 1-16,3 1 0 0,-4 4 2 0,8-3-9 0,-5 5 4 15,6-5-5-15,2 0 1 0,1 0-4 0,2-1-10 16,4-4-18-16,1 1-26 0,2-2-48 16,3-1-63-16,2 0-68 0,8-1-74 0,-3-5-205 15,6 1-533-15,11-1 235 0</inkml:trace>
  <inkml:trace contextRef="#ctx0" brushRef="#br0" timeOffset="185171.62">20014 12075 233 0,'4'-9'237'0,"-4"9"-13"15,4-9-8-15,0 4-11 0,-1-1-20 0,4-3-10 16,-1 2-15-16,3-1-15 0,0-1-11 0,5-1-8 16,-1-2-11-16,3-1-9 0,-1 1-7 0,1 1-6 15,-3-3-6-15,0 3-8 0,1-4-8 0,-5 5-2 16,2-3-7-16,-6 3-4 0,0-3-5 0,-1 3 0 0,-1-1-7 15,-3-1 2-15,0 2-5 0,-1 1-5 16,-1 2-4-16,0-2-3 0,-3 3-5 0,-1 2-4 16,6 4-1-16,-16-3 0 0,6 6-5 0,-3 3 0 15,-1 4-7-15,-7 7 4 0,7-1-3 0,-2 4 3 0,0 2-4 16,1 1-1-16,5 2-5 0,2-8 2 16,3 1 1-16,-3 2 5 0,6 4-5 0,-1-6 0 0,5-2 1 15,0 1-2-15,-1-1-3 0,6-5 6 16,0 3-2-16,0-4-10 0,2 0-12 0,5 0-17 0,1 0-21 15,2-5-37-15,1-1-36 0,1 0-41 0,2-4-40 16,0-1-38-16,-2-2-176 0,8-1-456 16,-5-1 202-16</inkml:trace>
  <inkml:trace contextRef="#ctx0" brushRef="#br0" timeOffset="185403.43">20475 11747 149 0,'0'-11'245'0,"-2"2"-3"16,2-1 1-16,-2 0 1 0,2 2-13 0,0 8-20 16,-2-11-22-16,2 11-8 0,0 0-30 0,0 0-13 15,0 0 4-15,0 0-9 0,2 42 4 0,-3-15-24 16,0 2-7-16,1-1-11 0,1 3-8 16,-1-1-8-16,1-1-8 0,1-3-8 0,-1 1-2 0,2-2-16 15,-1 4-31-15,-2-10-24 0,3 1-33 0,-1-1-36 16,1-1-28-16,-2 2-42 0,2-9-52 0,1 2-4 15,-1-1-19-15,0-4-168 0,-1 0-425 0,2-2 187 16</inkml:trace>
  <inkml:trace contextRef="#ctx0" brushRef="#br0" timeOffset="185640.84">20570 12169 68 0,'4'-4'130'16,"0"-1"-5"-16,1-1 11 0,1 1 7 0,2-1 2 16,-3-5-3-16,3 3 12 0,-1-1-4 0,2 1-9 15,-1-3-5-15,2-2-4 0,3-1-6 0,-2-1-7 16,2 1-3-16,-3 0-9 0,1-1-3 0,1 1-7 15,0 0-4-15,-4 2-7 0,-2 2-2 0,0 0-3 16,-2 0 9-16,-3 5-5 0,2-1-7 0,-3 6-10 16,0-9-6-16,0 9-5 0,0 0-9 0,-10-4-3 15,10 4-10-15,-18 9 8 0,8 0-8 0,-4 3 2 16,1 2-12-16,-1 1-4 0,5-1-3 0,-2 1-1 16,4 2-7-16,2-3-12 0,2-3-20 0,2 4-30 0,2-2-24 15,4-2-28-15,4-2-25 0,0-1-33 16,7 0-26-16,3-2-38 0,2-4-179 0,0 0-439 15,10-2 194-15</inkml:trace>
  <inkml:trace contextRef="#ctx0" brushRef="#br0" timeOffset="185839.28">21093 11904 49 0,'-2'-10'208'0,"-4"2"14"0,0-1 9 15,1 4-9-15,-2 2-14 0,-1 1-12 0,8 2-9 0,-21 5 1 16,10 4-16-16,-2 1-12 0,0 7-15 15,-3-2-13-15,2 6-14 0,4-3-7 0,0 0-11 16,5-1-10-16,2 0-11 0,2 2-2 0,2-2-13 16,2-2-22-16,4 1-18 0,2-3-27 0,3 0-32 15,3-5-41-15,-3-4-39 0,7-1-38 0,-1-1-38 0,1-3-28 16,0-3-154-16,9 0-402 0,-7-1 178 16</inkml:trace>
  <inkml:trace contextRef="#ctx0" brushRef="#br0" timeOffset="186037.64">21309 11678 122 0,'1'-9'275'15,"-2"-1"-8"-15,1 10-16 0,0-10-31 0,0 10-23 0,0 0-10 16,0 0 9-16,0 0 5 0,1 29-14 0,-1-3-13 16,0 3-16-16,-1 0-16 0,-1 0-12 15,0 3-12-15,-1-1-12 0,-1-1-11 0,3-1-11 0,1-3-30 16,-2 1-34-16,0-6-42 0,2 3-58 0,0-5-46 15,-1 1-12-15,0-1-32 0,1-3-46 0,0-3-190 16,-1-4-439-16,1-9 195 0</inkml:trace>
  <inkml:trace contextRef="#ctx0" brushRef="#br0" timeOffset="186403.7">21298 11947 189 0,'12'-3'255'0,"0"-1"-6"0,1 3-11 0,3 2-12 16,3 2-15-16,-1 3-7 0,-1 0-22 0,0 1-8 16,-1 3-19-16,-2 0-13 0,-4-1-12 0,0-1-15 15,0 2-10-15,-3 0-6 0,-3 1-14 0,0-2-3 16,-2-1-12-16,-1 2-2 0,-1-10-11 0,-2 12-2 16,2-12-5-16,-4 8-5 0,4-8-3 0,-7 5-2 15,7-5-6-15,0 0-3 0,-11-3-7 0,11 3 0 16,0 0-5-16,-5-10-1 0,5 10 2 0,1-14-6 15,3 4 1-15,-1 0-5 0,3-4 3 0,2 0-5 16,1-2 0-16,3 1-3 0,2 0-1 0,2 0 1 16,-2 4-2-16,5-1-2 0,-4 4-3 0,1 1 3 15,-6 2-4-15,2 2 0 0,-1 0 0 0,-1 6 1 16,-1 0 3-16,-1 1 0 0,-1 2-2 0,0 2 13 16,-2 1-9-16,-1 0 2 0,-3 1-1 0,3-1-5 15,-4 4 4-15,-1-3-5 0,-1 1-21 0,0 1-28 16,-3-2-38-16,0 0-42 0,-2-1-42 0,2-1-46 15,0 0-45-15,-4-5-168 0,3 2-467 0,6-5 208 16</inkml:trace>
  <inkml:trace contextRef="#ctx0" brushRef="#br0" timeOffset="186550.08">21619 11767 135 0,'0'0'185'0,"0"0"-30"0,1-10-19 15,-1 10-18-15,0 0-28 0,0 0-49 16,0 0-38-16,7 28-42 0,-2-18-99 0,-1 2-149 16,2-4 66-16</inkml:trace>
  <inkml:trace contextRef="#ctx0" brushRef="#br0" timeOffset="186762.96">21953 11865 158 0,'0'0'214'0,"4"-3"7"0,-4 3-2 0,0 0-2 0,0 0-8 15,3-6-6-15,-3 6-11 0,0 0-5 0,0 0-11 16,0 0-7-16,0 0 6 0,-14 19-5 0,6-12 4 16,-2 8-14-16,1-1 6 0,1 2-14 0,0 0-12 15,-1 0-21-15,0 1-2 0,1-1-15 0,2 3-4 16,1-6-16-16,1-1 3 0,1 1-27 0,5-3-16 16,-2 0-32-16,6 0-27 0,1-2-36 0,1-1-32 15,4-3-38-15,-2 2-35 0,8-2-61 0,9-1-28 16,1 1-31-16,-1-1-195 0,2-2-512 0,2-2 227 15</inkml:trace>
  <inkml:trace contextRef="#ctx0" brushRef="#br0" timeOffset="187151.69">22630 11601 151 0,'-1'-15'259'0,"-2"4"-5"0,1 3-10 16,-2 1-5-16,4 7-27 0,-1-7-26 0,1 7-17 15,0 0-9-15,0 0-4 0,-11 26 1 0,9 4-11 16,-3 17-4-16,0 4-13 0,2 0-2 0,-1 1-13 16,3-2-10-16,0-3-5 0,-2-11-14 0,4-1-8 15,-1 0-6-15,-1-1-9 0,2-2-9 0,-1-1 0 16,-1 0-4-16,0-5-7 0,1 1 0 0,0-8 7 16,0 0-14-16,-3-2-7 0,3-1-6 0,-2-3-7 0,0-4-10 15,1-1-28-15,0 0-19 0,-2 0-23 16,3-8-34-16,-6 7-36 0,6-7-53 0,-9 5-34 0,9-5-33 15,-10-1-197-15,10 1-489 0,-12-8 217 0</inkml:trace>
  <inkml:trace contextRef="#ctx0" brushRef="#br0" timeOffset="187419.67">22488 12035 20 0,'0'0'198'0,"3"-12"-22"15,-1 7-5-15,3 1-3 0,3-2-6 0,2-1-8 16,1 3-8-16,8-3-8 0,-1 2-14 15,7-2-10-15,3 1-9 0,1-3-11 0,-1 2-10 0,1 0-7 16,0 1-9-16,-8 0-9 0,-1 1-1 0,1 0-8 16,-2-1-5-16,-2 3-4 0,-5-2 0 0,1 0 5 15,-6 2 2-15,0-1 6 0,-2 1-1 0,-5 3 4 16,9-4 1-16,-9 4 2 0,7-4-7 0,-7 4-5 16,0 0-8-16,6-3-5 0,-6 3-5 0,0 0 0 15,4 14-1-15,-7-4-4 0,3 1 0 0,-4 2-3 16,1 5-4-16,0 1 1 0,0-3 0 0,1 1-7 15,-1 0-20-15,-1 1-45 0,2-3-46 0,-1-1-56 16,1-4-51-16,-2 1-220 0,2-3-461 0,2-8 205 16</inkml:trace>
  <inkml:trace contextRef="#ctx0" brushRef="#br0" timeOffset="187575.81">22883 11691 30 0,'0'0'53'0,"19"12"-15"15,-11-1-34-15,4 11-26 0,-4 1-22 0,0 5 10 0</inkml:trace>
  <inkml:trace contextRef="#ctx0" brushRef="#br0" timeOffset="187849.97">23123 12016 86 0,'13'-2'198'0,"-4"1"-1"0,0-3-6 0,0 0-4 16,0 0-4-16,1 1-11 0,-1-3-4 16,-1 0-6-16,1 0-10 0,0-2-15 0,0-1-12 0,1-4-13 15,1 0-9-15,-3-2-12 0,-1 4-5 0,1-4-7 16,-4 4 4-16,0 1-1 0,-1 2-4 0,-3-1 0 16,-2 1-4-16,2 8 2 0,-5-10-6 0,-1 7-6 15,-2 1-7-15,-2 2-7 0,-2 5 10 0,-4 1-15 16,-2 4-4-16,3 3 3 0,-4 7 3 0,0-2 0 15,6-3-4-15,1 2 2 0,3 0-13 0,0 0-2 16,5-5 13-16,3 4-14 0,1-3 0 0,3 0-6 16,2 1-2-16,2 0-1 0,4-5-21 0,5-1-21 15,-1 2-24-15,7-5-36 0,6-1-49 0,0-1-45 16,-1-3-49-16,1-4-18 0,-6 2-37 0,-2 0-143 16,0-3-458-16,0-1 204 0</inkml:trace>
  <inkml:trace contextRef="#ctx0" brushRef="#br0" timeOffset="188051.31">23516 11815 112 0,'5'-25'189'16,"-4"6"-7"-16,3-1 6 0,-3 2 13 0,1-1 8 15,-1 8 5-15,1 0 13 0,-2 0-8 0,2 5-11 16,-2 6-21-16,1-11-23 0,-1 11-17 0,0 0-6 16,0 0 5-16,0 0 5 0,4 41-10 0,-4-16-3 15,-1 3-15-15,-1 1-7 0,0-1-3 0,-2 2-24 16,1-3-14-16,1 1-1 0,0-3-5 0,1 0-13 0,0-6-18 15,0-1-39-15,1 2-48 0,-2-3-40 0,2 0-58 16,-1 1-68-16,0-6-55 0,-2-1-255 16,3-2-568-16,0-2 252 0</inkml:trace>
  <inkml:trace contextRef="#ctx0" brushRef="#br0" timeOffset="188461.83">23870 11911 177 0,'-2'-8'289'16,"-3"-1"-1"-16,-1 0-9 0,-2 3-8 0,1 0-13 16,-2 4-22-16,-3 0-23 0,-4 4-15 0,0 0-8 15,0 4-24-15,-3 2-28 0,-2 6-6 16,-1 4-9-16,6-7-13 0,2 3-16 0,2-1-7 0,1 2-2 16,3-1-7-16,4-2-19 0,1 1-1 0,3 2-4 15,3-5-8-15,1 1-1 0,4-1-3 0,3-5-12 16,1 2-9-16,4-3-8 0,2-1 0 0,0-2-9 15,0-2 1-15,1-4-8 0,0 2 1 0,-1-3 3 16,-4-1-4-16,3-2 1 0,-8 0 1 0,0-1-2 16,1-3 3-16,-1-3 0 0,-4 0-1 0,1-3 2 15,-2-5-1-15,-1-1-4 0,-3-4 6 0,1 0 0 16,3 2-4-16,-3-5 2 0,0 3 0 0,1-3 0 16,-1 3-2-16,0-3 9 0,-1 7 3 0,0 1 7 15,2 7 20-15,-1 5 12 0,0 1-4 0,-1 6 12 16,0 5-24-16,0 0-5 0,0 0 19 0,0 0 7 15,1 24 21-15,1 4-4 0,-6 4-6 0,1 4 0 16,1 12-8-16,0-14-6 0,1 0-5 0,1 2-5 16,1-3 0-16,1 1-29 0,0-1-29 0,0-4-53 15,-1 0-52-15,1-4-68 0,0 1-70 0,-2-10-72 16,-2 2-285-16,1-1-669 0,-1 0 295 0</inkml:trace>
  <inkml:trace contextRef="#ctx0" brushRef="#br0" timeOffset="196066.34">17744 12557 154 0,'-13'-2'148'0,"2"0"-7"16,-3 0-10-16,-4 1 0 0,0 2-9 0,-1 2-6 15,1 1-2-15,-8 6-5 0,2 2-6 0,6-1-10 16,-3 3-3-16,4 0-10 0,-1 6 5 0,3 0-8 16,3-3-8-16,3 0-9 0,3-2-6 0,2 2 1 15,4-1-8-15,1-4-6 0,3 1-3 0,1 2-2 16,3-6-2-16,5 4-1 0,0-3-5 0,3-5 1 15,1 2-1-15,2-4-5 0,0-1-2 0,0-2 2 16,3-3-2-16,5-4 2 0,-5 2 0 0,-3-5 3 16,0 3-3-16,8-9 3 0,-12 6 3 0,0-2 1 15,-2 1-3-15,0-1 5 0,-3 0 1 0,-1-1 4 16,-4 1-1-16,-1 0 0 0,-3 1 0 0,2 0 2 16,-4-1 1-16,1 1 7 0,-2 1-2 0,2 10-9 15,0-11 0-15,0 11-2 0,-1-9-5 0,1 9-8 16,-4-6-3-16,4 6-3 0,0 0-1 0,0 0-4 15,0 0 2-15,0 24-2 0,-1-12 0 0,1 5-1 16,1-1 0-16,1 1 0 0,1-2-1 0,1 1-2 16,1 0 0-16,3-2-1 0,-1-3 1 0,5 1 3 15,-2-4-4-15,2-1-3 0,1-1-6 0,3-3-11 16,2 0-3-16,3-3-7 0,-3-3 1 0,2-3-5 16,5-7 0-16,2 4 2 0,-2-5 3 0,-1-2 3 15,-2 0 5-15,-2 0 1 0,-6 1-2 0,3-5 5 16,-7 2 4-16,0-5-3 0,-3 4 6 0,-1 0 0 15,0-6 1-15,-3-1 7 0,0 7 2 0,-3-7 1 16,0 7 3-16,0 2 5 0,-2 0 3 0,1 0 9 16,0 1 5-16,-2 8 10 0,3-3 5 0,-1 5-5 15,1 6-3-15,0 0-3 0,-1-12-8 0,1 12-2 16,0 0-7-16,0 0 6 0,5 27 5 0,-3-2 9 16,2 4-1-16,1 6 0 0,0 14 3 0,-2-2-5 15,1-11-1-15,1-2-6 0,-4 0 3 0,2 1-8 0,-1-4 1 16,3 1 1-16,-2-2-2 0,1 1-8 0,1-5 0 15,-3 2 2-15,2-5-1 0,-3-3-14 0,-1 5-15 16,2-5-30-16,-2-4-33 0,0-1-37 16,0 0-43-16,-2-3-49 0,1-3-40 0,-1-2-232 15,-2 0-519-15,-1-2 230 0</inkml:trace>
  <inkml:trace contextRef="#ctx0" brushRef="#br0" timeOffset="196282.3">18281 12653 23 0,'12'-4'188'15,"0"2"-1"-15,2 4 3 0,3 1-10 0,-4 0-12 16,0 4-14-16,-2 0-12 0,-1 3-6 0,-1 2-12 16,1 4-12-16,-5-1-12 0,-2 0-8 0,-2 2-7 0,-5 0-4 15,2-2-18-15,-8 2-11 0,0-2-29 0,-3 0-23 16,-3-2-31-16,2-1-40 0,-1-2-20 15,2 0-31-15,2-7-22 0,1 1-130 0,-1-4-297 16,2 0 133-16</inkml:trace>
  <inkml:trace contextRef="#ctx0" brushRef="#br0" timeOffset="196505.49">18431 12539 96 0,'2'-6'258'16,"2"0"-14"-16,-3 0-12 0,-1 6-18 0,3-7-25 15,-3 7-9-15,0 0 5 0,0 0-1 0,14 19-1 16,-8 5 6-16,3 2-1 0,-2 5-10 0,-2 2-10 16,1-1-17-16,-2 3-13 0,0 0-9 15,-2-2-11-15,0-1-11 0,-2 0-11 0,1 0-12 0,-1-2-9 16,-1-2-6-16,-1 2-10 0,5-2-12 0,-2 0-27 16,-2-9-34-16,1 6-31 0,-1-7-45 0,-6-1-38 15,6-4-49-15,0-2-60 0,-2-2-50 0,-2 2-181 16,1-6-506-16,4-5 225 0</inkml:trace>
  <inkml:trace contextRef="#ctx0" brushRef="#br0" timeOffset="196927.02">18547 12787 4 0,'6'-1'201'15,"3"1"0"-15,-9 0-22 0,13 3-16 0,-7 0-10 16,1 3-10-16,-1 3-13 0,-2 1-16 0,-1-1-11 15,-2 4-10-15,-2-2-8 0,-2 1-9 0,-3 2-10 16,-1-3-9-16,0 3-17 0,-1-4-2 0,1-3-2 16,2 2-1-16,-2-3-9 0,4-2 4 0,3-4-7 15,-5 4-2-15,5-4-3 0,0 0 2 0,0 0 0 16,0 0-7-16,0 0-1 0,0 0-1 0,0 0-2 16,18-11 2-16,-7 7-2 0,0 1-1 0,0-1-1 15,2 2 0-15,5-3 0 0,-3 1-3 0,4 0 3 16,-1-1-5-16,3 0 1 0,-1-2 4 0,-2 0-1 15,2 2 0-15,0-4 0 0,-2 0 0 0,-1-1-1 16,0 0-1-16,-2 0 2 0,-4 1 1 0,-1 2 9 16,-3-3 10-16,-1 0 6 0,-3 1 1 0,-1 2 2 15,-2-3 6-15,-3 0-5 0,1-1 2 0,-1 3 6 16,0 1-3-16,3 7 8 0,-10-8-2 0,7 4-3 16,3 4-1-16,-13 1 1 0,13-1-6 0,-18 6-3 15,8 0-4-15,1 1 0 0,-2 2-3 0,0 3-2 16,1-1-6-16,2 1 2 0,0 2-9 0,4-2-26 15,-1-1-30-15,4-1-33 0,-2-1-31 0,5 0-30 16,-2-9-21-16,7 10-27 0,0-5-22 0,4-2-148 16,2-1-383-16,5-2 170 0</inkml:trace>
  <inkml:trace contextRef="#ctx0" brushRef="#br0" timeOffset="197669.87">19102 12736 178 0,'0'0'188'0,"-6"-15"4"16,0 8 2-16,-2 0-2 0,2 1-1 0,-4 1 3 0,-3 2-7 15,-1 1-1-15,2 1-5 0,3 2-9 16,-5 2-8-16,3 1-10 0,0 3-9 0,0 1 0 16,2 2-23-16,2-1-12 0,0 2-9 0,0 4-13 15,3-5-6-15,1 3-8 0,2 1-6 0,-1-2-6 16,4-1-3-16,2-1-6 0,1-1-5 0,3 0-8 0,2 0-4 16,-1-3-8-16,1-1-9 0,0 0-2 0,2-3-2 15,-1 0-6-15,2-2-4 0,-2-3-2 16,2 2 2-16,-1-4-4 0,-2 0-1 0,0-1 3 15,-2 0 0-15,-3 1 1 0,1-2-3 0,-1-2-2 0,-2 3 3 16,1 1 0-16,-2-5 2 0,-2 3-6 0,0-3 6 16,0 10-2-16,-1-15 0 0,-3 7-1 0,3 3-1 15,1 5-3-15,-3-12 3 0,3 12 2 16,-2-7-4-16,2 7-2 0,0 0 5 0,0 0-5 0,0 0 3 16,0 0 14-16,0 0 4 0,0 0-12 0,9 22 3 15,-7-12 0-15,2-1-3 0,0 1 4 0,0-3-1 16,1 5 2-16,-1-3-6 0,3 2-1 0,0-3 3 15,-1 0-2-15,1-1-2 0,-1 0 6 0,3 1-5 16,-3-3 2-16,2 0 4 0,-2-1 1 0,2-2-1 16,0 1-4-16,1-3-1 0,-9 0 1 0,16-3-7 15,-8 2 3-15,0-4 0 0,-2 2-1 0,0 0-3 16,-1-4 1-16,4 1-1 0,-3-2 0 0,-3-1 0 16,-1 1 6-16,4-1-6 0,-3-1-2 0,3 0-2 15,-5 0 0-15,2-1-3 0,-1 1-3 0,1 0 5 16,1-1-4-16,-2 3 1 0,3 3-2 0,2-4 1 15,-3 5 0-15,0 0 3 0,-4 4-1 0,11 0 0 16,-11 0 0-16,13 6 3 0,-4 2 3 0,-3 1-2 16,3 1 4-16,-4 0 2 0,0 3-7 0,0 1 5 15,-3-1 0-15,2-1-2 0,-2 4 4 0,6 2 3 16,-4-7-6-16,-1-2 3 0,5 2-3 0,-1 0 6 16,-5-5 0-16,4 0 3 0,2-1 5 0,-3-1 4 15,3 0-1-15,2-3 2 0,0-1-2 0,2-2-3 16,-1 0 15-16,-2-1-15 0,2-2-5 0,0 1 2 15,-3-3-4-15,-1-1 2 0,1 1 3 0,-3-3-4 16,1-1 4-16,-3 1 3 0,0-1-10 0,-2-2 0 16,-1 1 2-16,0-1-2 0,-1 3 2 0,-1-3 1 15,0 4-2-15,-1-1 3 0,2 2 3 0,1 8 6 16,-3-11 1-16,0 7-6 0,3 4 2 0,0 0 2 16,0 0 3-16,0 0 2 0,0 0 6 0,0 0-12 15,-13 22 3-15,12-12-1 0,-2 0-1 0,2 2-3 16,-1 1-11-16,1-2-25 0,0-1-23 0,2 2-26 15,0-1-37-15,-2 0-50 0,2-2-49 0,2-2-53 16,-2-2-34-16,1 3-189 0,-2-8-527 0,6 10 233 16</inkml:trace>
  <inkml:trace contextRef="#ctx0" brushRef="#br0" timeOffset="197825.04">19477 12479 90 0,'0'0'87'0,"0"0"-34"0,4 25-24 15,-1-6-35-15,3 7-37 0,0-2-45 0,2 4 20 16</inkml:trace>
  <inkml:trace contextRef="#ctx0" brushRef="#br0" timeOffset="198057.55">19792 12882 188 0,'7'-2'214'0,"-7"2"-5"16,7-7-4-16,-3 2-13 0,-1-1 0 0,4 1-3 15,-2-3-10-15,0-1-16 0,0 1-11 0,3-2-8 16,2 2-15-16,-1-2-10 0,3 4-9 0,0-1-9 16,0 1-9-16,2 2-8 0,-4 2-9 0,0 2-3 15,2 2-1-15,-2-1-8 0,-2 6-4 0,1 2-9 0,-1 0-7 16,0 1 2-16,3 3-5 0,-5 2-4 15,-4-3-9-15,2 3-23 0,-3-4-29 0,1 3-31 0,-1-2-43 16,-1-3-37-16,0 1-42 0,1-2-36 16,2-3-28-16,-3-5-142 0,4 6-414 0,-4-6 184 15</inkml:trace>
  <inkml:trace contextRef="#ctx0" brushRef="#br0" timeOffset="198584.18">20201 12759 25 0,'-2'-6'225'0,"-2"-1"5"0,-1 2 8 0,0 0 4 0,5 5-5 16,-9-4-4-16,9 4-7 0,-13 1-13 0,3 3-16 16,3 2-15-16,0 1-15 0,0 2-14 15,-2-1-13-15,4 2-15 0,1-2-16 0,0 1-9 16,1 1-7-16,1-1-13 0,3-2-10 0,-1-7-8 0,4 10-15 16,-2-4-4-16,-2-6-5 0,9 7-9 0,-2-6 3 15,-7-1-12-15,10 0-2 0,-10 0-2 0,0 0 0 16,15-4 1-16,-8 1 0 0,-7 3-5 15,7-7 3-15,-1 2-5 0,-6 5 0 0,5-10-3 16,-3 6 3-16,-2 4-4 0,3-10 2 0,-1 7-2 0,-2 3 3 16,2-9-5-16,-2 9-4 0,0 0-1 0,0 0 1 15,0 0 2-15,0 0 9 0,0 0 2 0,0 0 17 16,-7 29 10-16,7-10 4 0,0 8-9 0,0 7-1 16,2 11 11-16,-5 1 11 0,6 4-9 0,-3-4 15 15,3 2-8-15,2 1-6 0,-3 2 5 0,5-1-8 16,2-2-2-16,-1 0-24 0,2 0 18 0,-5-12 0 15,0-1-14-15,4 10-5 0,-2-15 11 0,-4 1-4 16,-1-1-18-16,-4-1 15 0,4-5-10 0,-4 2 4 16,-1-7 6-16,-4-4-15 0,-2 0-12 0,-2-2-8 15,-1-6-1-15,1 0 7 0,-6-3-3 0,1 0 1 16,-2-6-7-16,0-7-6 0,-3-1-2 0,-3-4-1 16,1-3 1-16,1-3 2 0,-2-4-2 0,5 0-1 15,5-5 5-15,4-1-11 0,1-3-3 0,8-2 0 16,4-15-14-16,7 3 3 0,5 1-8 0,6 2 2 15,1 4 3-15,-3 11 6 0,5 1-2 0,8-11-2 16,-6 12 1-16,-1 3-2 0,16-6-15 0,-11 10-4 16,1-2-18-16,0 3-22 0,3 5-24 0,0-2-23 15,16-2-32-15,-1 2-31 0,2-1-40 0,-2 3-175 16,-10 6-468-16,17-5 208 0</inkml:trace>
  <inkml:trace contextRef="#ctx0" brushRef="#br0" timeOffset="199099.31">21402 12801 109 0,'-4'-9'217'0,"-1"-1"-8"0,-3 3-8 16,-1-1-9-16,0 3-12 0,-7-1-7 0,-1 5-8 16,-1 2-9-16,0 5-8 0,-1-1-9 0,-4 7-12 0,-1 4-7 15,0 3-10-15,2 3-4 0,0 0-9 16,7 1-8-16,-2 0-10 0,8-5-5 0,2 5-8 15,-1-4-5-15,7-1-5 0,0-2-8 0,4-1-3 16,4-1-2-16,3 2-4 0,0-9-3 0,3 0-1 16,2-2-1-16,3-1-6 0,0-3-9 0,0-2-1 0,2-3-5 15,-3 0 1-15,-1-3 0 0,-3 2-3 16,0-7 2-16,-3 4 0 0,-2-1-6 0,0-1-2 16,2-3 3-16,-5 4 2 0,1-7-4 0,-3 6 0 15,2-6-2-15,-5 4 1 0,1 2-2 0,-1-2-2 0,2 2 4 16,-2 10-5-16,0-13 2 0,0 13-1 15,-2-11-5-15,2 11-2 0,0 0-1 0,0 0 3 0,0 0 1 16,0 0 0-16,0 0 2 0,11 23 2 16,-11-12-1-16,2 1 1 0,3 3 0 0,-1 4-5 0,0-2-6 15,0 0-30-15,0-2-36 0,2-1-41 0,0 1-38 16,1-5-49-16,-1 0-28 0,2-1-185 16,-2-3-450-16,3 1 199 0</inkml:trace>
  <inkml:trace contextRef="#ctx0" brushRef="#br0" timeOffset="199575.36">21730 12813 161 0,'-6'-4'259'16,"6"4"-7"-16,-11 0-12 0,11 0-1 0,-13 6-12 15,4 0-15-15,1 3-11 0,0 5-12 0,-2 0-19 16,3 3-14-16,1 2-13 0,0-2-12 15,1 7-14-15,4-6-11 0,1 0-9 0,1 1-12 0,3-2-4 16,-2 0-11-16,5-2-2 0,0 0-3 0,4-4-15 16,-2-3-2-16,3 3-5 0,2-1-4 0,1-1-2 15,-2-5-1-15,3 2-8 0,0-1 0 0,2-3 2 16,-5-1-22-16,5-4 2 0,-4 3-4 0,-1-3-6 16,2-3-4-16,1 0 4 0,-4 1-6 0,-1-2 0 15,-2-2-4-15,1 0-1 0,-5-1 1 0,1 0 0 16,-1 0 1-16,-2-1-7 0,-3-4 5 0,-1 3 0 15,-1 0 3-15,-2 0-3 0,2-1 12 0,-1 0-11 16,-1 1 5-16,1 2-1 0,0-1-2 0,3 1 0 16,-2 2 1-16,2 8-2 0,3-13 1 0,2 8 2 15,1 0 0-15,0 2 3 0,4 0-1 0,3 3 1 16,-1 1-2-16,2 1 5 0,-3 3-1 0,1 2 1 16,2 1 2-16,1 3 1 0,-1 1 5 0,-4 0-1 15,-1 4-2-15,0-2 1 0,-4 4 2 0,0-1 0 16,-1-2 2-16,1 1-3 0,0-4 2 0,-1 0-5 15,-4 0 2-15,3-1-10 0,-2-1-13 0,3-1-20 16,-1-3-16-16,-1 1-21 0,1-2-22 0,1 0-30 16,-4-5-25-16,8 7-25 0,-1-7-24 0,-7 0-22 15,18-5-9-15,-6 2-123 0,-1-3-382 0,-1 0 170 16</inkml:trace>
  <inkml:trace contextRef="#ctx0" brushRef="#br0" timeOffset="199822.7">22289 12998 37 0,'0'0'140'0,"1"-8"3"16,-1 8 1-16,0 0 19 0,0 0 1 15,0 0-2-15,0 0-3 0,-15 14-2 0,15-14-7 16,-5 14-4-16,3-7-11 0,0 0-9 0,1 4-11 16,1-5-6-16,0-6 0 0,5 13-8 0,-3-7-6 15,2-1-9-15,1 1-7 0,5-3-5 0,1 2-5 16,1-2-1-16,0-3-5 0,6-3-6 0,-5-2-5 16,-1 4-4-16,2-4-4 0,-1 1 0 0,0-1-2 15,-4-2-1-15,-1-3 0 0,1 3 3 0,-2-4-8 16,-3 1 4-16,-3 0-4 0,2-2-8 0,-3 0 0 15,-3 0-19-15,-1 0-12 0,1 0-25 0,-4 1-18 16,1 1-20-16,-2 1-7 0,0 3-14 0,1 2-14 16,-3 1-26-16,1 5-16 0,-3-1-28 0,2 3-14 15,1 3-13-15,-5 3-162 0,2 3-389 0,1-1 172 16</inkml:trace>
  <inkml:trace contextRef="#ctx0" brushRef="#br0" timeOffset="200395.6">22478 13075 16 0,'14'-13'199'16,"0"0"-3"-16,-2 0-5 0,0 0-5 0,-3-2-8 15,0 0-14-15,-2-1-6 0,2-1-12 0,-4 2-6 16,-3 0-11-16,1-1-6 0,-1 0 0 0,0 4 2 16,-1 1-5-16,-1 0 0 0,-1 2-2 0,1 9-1 0,1-11-5 15,-1 11-13-15,0-8-7 0,0 8-13 0,0 0-8 16,0 0-5-16,0 0-9 0,0 0-6 0,0 0 1 15,0 28-4-15,3-16-8 0,-1 4-6 0,1 1-4 16,-2-2-6-16,4 1 1 0,0 1-1 16,-1-1 1-16,0 1-6 0,1 0-3 0,-1-1-2 0,0 0 0 15,1-1-2-15,-4-1-2 0,-1 0 0 0,0-4 1 16,1 2-4-16,-1-1 0 0,-1-1-2 16,-2-2-5-16,1-2 2 0,1 2-1 0,-2-1-4 15,3-7 8-15,-4 9-4 0,4-9-1 0,-1 6 5 0,1-6-6 16,0 0 3-16,0 0-5 0,0 0-1 0,0 0 7 15,14-19-2-15,-6 12-1 0,-2-4-3 0,3-3 0 16,2-3-8-16,6-2 0 0,2-1-6 0,3-5 0 16,-1 1 1-16,-1 0-4 0,3 1 1 0,-1-2-2 15,-1 1 1-15,-2 4 6 0,-6 5 0 0,1-1 6 16,-6 3-5-16,1-1 8 0,-5 3 8 0,-2 3 3 16,1 1 7-16,-2 2-1 0,-1 5-3 0,0 0 0 15,0 0-3-15,-9-8 1 0,9 8-1 0,0 0-2 16,-14 9 1-16,8-3-5 0,-2 2 3 0,3 3-1 15,2-1 1-15,1 2-1 0,1 0 0 0,-2 3 3 16,4-3-5-16,3 4 1 0,0 0-1 0,0-4-2 16,-1-1 2-16,3-1 3 0,-1 1-3 0,-1 0 1 15,1-2-2-15,-1 3 4 0,0-3-5 0,-2 2 0 16,1-3 3-16,-1-2-1 0,1 0 0 0,-3-6 0 16,1 12 0-16,-1-12 3 0,-6 10-1 0,2-6-4 15,-3 2-11-15,0-2-19 0,-5 1-25 0,3-3-37 16,-2 1-58-16,3-1-60 0,-2-2-67 0,-4 1-166 15,14-1-480-15,-22 0 213 0</inkml:trace>
  <inkml:trace contextRef="#ctx0" brushRef="#br0" timeOffset="200742.04">23327 12623 151 0,'5'-6'240'0,"-2"2"-16"0,1-2-20 16,-4 6-18-16,6-4-9 0,-6 4 1 0,0 0 2 15,14 16-4-15,-4 1 7 0,-4 7 2 0,-1 3-10 16,-1 1 0-16,0 3-11 0,0 2-16 0,-2-3-16 16,0 0-9-16,0 2-5 0,-1-5-21 0,-1 2-2 15,0 3-6-15,0-4-6 0,-1-1-14 0,2-1-22 16,-1-7-21-16,-2-2-12 0,1-1-34 0,-1-4-40 16,1-1-39-16,-3-3-51 0,2-1-53 0,2-7-54 15,-7 10-218-15,2-7-516 0,5-3 229 0</inkml:trace>
  <inkml:trace contextRef="#ctx0" brushRef="#br0" timeOffset="201325.4">23330 12892 132 0,'7'-6'178'0,"1"0"-7"0,1-2-2 16,7-2-10-16,1 1-8 0,2-3 4 0,6 1-9 0,1-2-6 15,1 1-7-15,-2 1-9 0,-8 2-6 16,0 0 0-16,-3 2-2 0,0-2 7 0,-5 3-2 15,0 0-5-15,-3-2-2 0,-1-1-8 0,-1 3-8 0,1-1-8 16,-2-2-2-16,-2 3-9 0,-1 6-3 0,1-13-4 16,-1 13-9-16,0-8-9 0,0 8-7 0,0 0-5 15,0 0-9-15,0 0-1 0,0 0 2 16,0 29-6-16,-4-10-2 0,3 5 2 0,-4 3-7 0,4 0-1 16,-3-2 3-16,1 1-6 0,-1 0-3 0,1-6 2 15,1-2-3-15,0 8-1 0,2-9 8 0,-2-1-13 16,1-3 4-16,1-3-5 0,0 2-9 0,1-4 1 15,-1-2-2-15,0-6-6 0,3 12-2 0,-3-12 0 16,4 3-1-16,-4-3-1 0,9 0 2 0,-9 0-5 16,14-5 6-16,-4-2-3 0,0 0 3 0,6-2 0 15,0-1 2-15,2 0 2 0,1-1-3 0,4-1 8 16,-6 3-6-16,2 3-1 0,-4 0 3 0,3 2-1 16,-6 3 0-16,-2-1 3 0,4 1 9 0,-2 1-6 15,0 0 1-15,0 0 2 0,1 0 1 0,1 3 5 16,4-3 2-16,0 1-8 0,2-1 2 0,-2 0-2 15,4-3 1-15,-2 1 0 0,1-3 3 0,-1 1-1 16,-1-2-3-16,-4-1 1 0,2 1-2 0,-5 0 1 16,-2-1 4-16,-1 0-6 0,-2-1 8 0,-1-2-7 15,-4 4 1-15,2-5 3 0,-1-1-2 0,-3 2 3 16,-2-3-6-16,1 3 4 0,-4-2-3 0,0 3-1 16,-2-1 4-16,-2 5-3 0,4 0-4 0,-2 1 5 15,-4 4 2-15,-3 3 2 0,3 1 9 0,-6 7 3 16,3 0 10-16,-2 3-9 0,3 1 0 0,-3 6 0 15,6-3 0-15,2-1 0 0,2 0 0 0,-1-1-4 16,4-2-2-16,2 3-11 0,-2-3-19 0,7-3-20 16,1 0-26-16,4-2-36 0,-1 1-52 0,2-4-46 15,6-2-58-15,-3 2-236 0,-1-3-531 0,1-2 236 16</inkml:trace>
  <inkml:trace contextRef="#ctx0" brushRef="#br0" timeOffset="204365.54">24374 12800 115 0,'3'-8'165'0,"-3"8"-9"0,0 0-11 0,0 0-8 16,0 0-16-16,0-8-8 0,0 8-15 16,0 0-8-16,0 0-12 0,0 0-10 0,0 0-10 15,0 0-3-15,0 0-7 0,0 0 4 0,14 14-3 16,-10-5-2-16,2 1-2 0,-3 0-7 0,2 0 4 0,1 0-4 16,-3 2-2-16,0-2-5 0,0 0-3 0,1 1 0 15,-1-2 0-15,-1 1-6 0,0-2 1 16,-1-1-2-16,0-1 3 0,-1-6-2 0,4 11 1 15,-1-6 1-15,-3-5 2 0,0 0 2 0,0 8 4 0,0-8 6 16,0 0 8-16,0 0 10 0,0 0-1 0,1 8 6 16,-1-8 0-16,0 0-6 0,0 0-5 0,0 0-11 15,0 0 1-15,0 0-2 0,0 0-5 16,-12-22-2-16,10 13-4 0,1 2 0 0,1-3-5 0,0-1-3 16,0-1-5-16,1-4 1 0,1 0-4 0,1 1 4 15,5-2-6-15,-2 1-2 0,2 0 1 0,3 2-3 16,2-1-2-16,-1 2 1 0,-1 4-5 0,7 1 3 15,2-1-4-15,-1 4 5 0,2 2-5 0,-2 2 1 16,0 2-2-16,0 4 3 0,-2 1-1 0,-3 4 2 16,2-1-1-16,-3 2-1 0,-2 4-2 0,0-1 2 15,-2 0-3-15,-1 1 4 0,-2 1 1 0,-1-4 1 16,-1 4-13-16,1 2-20 0,-1-6-25 0,-2 0-36 16,-1 0-44-16,1-1-42 0,0-3-44 0,-4 3-147 15,4-4-398-15,0-1 177 0</inkml:trace>
  <inkml:trace contextRef="#ctx0" brushRef="#br0" timeOffset="205535.91">25130 12703 89 0,'-9'0'202'15,"-5"1"-4"-15,-2 2-5 0,0 2-4 0,-6 1-7 16,8 5-9-16,-13 3-3 0,3 2-18 0,3 1-12 15,6-3-14-15,1-1-12 0,0 2-7 0,4 0-12 16,3 2-10-16,2-5-8 0,2 1-10 0,1-2-3 16,2 1-7-16,5-1-8 0,0-1-8 0,3 1-15 15,1-6-14-15,3 0-12 0,0 0-9 0,2-3-3 16,1-2-1-16,5-2 3 0,-5-3 3 0,2 0 2 16,-4 0-1-16,1-4 3 0,-4 0 0 0,2-3 2 15,-1 4 2-15,-5-2 3 0,1 0 4 0,-3-1 2 16,1 0-2-16,0-2 4 0,-4 2 6 0,2-1 6 15,-2 1-1-15,0 2 5 0,2-1 6 0,-1 5 2 16,-2 5 0-16,2-12 1 0,-2 12-10 0,1-8-2 16,-1 8-9-16,2-5 1 0,-2 5-4 0,0 0 2 15,0 0 0-15,0 0 5 0,4 28-5 0,-4-18 1 16,2 2-1-16,-2 4-1 0,2-3-3 0,-2 4 4 16,5-3-4-16,-1 0-3 0,1-2 7 0,0-2-6 15,3 4 1-15,-3-2 0 0,5-3 0 0,0-1 1 0,1-4 0 16,-1 3-2-16,0-2 0 0,2-2 1 15,0-2-1-15,0-2 0 0,2-1-1 0,-3 1 1 16,0-3-1-16,-2-1-1 0,-2 0-1 0,0-3 3 16,-1 1-2-16,2-2 3 0,-6-1-5 0,0 0-4 15,-2-2 4-15,0-1-2 0,-2-2-2 0,-6-3-4 0,4 2 1 16,-5 0 4-16,1-1-2 0,0 2 0 0,-3-1 0 16,2 3-2-16,5 3-1 0,-6 0 4 15,4 1 4-15,-1 1 1 0,3 3 3 0,0 1 4 16,4 4-8-16,-7-9 2 0,7 9-5 0,-5-7-4 15,5 7-2-15,-4-5 2 0,4 5-5 0,0 0 7 0,0 0 0 16,0 0-3-16,0 0-1 0,25 0 5 16,-14-1-1-16,4 1 0 0,3 0-3 0,0 0 3 15,3 1 3-15,-4 1-8 0,-4-1 2 0,-1 2 0 16,-1-1-3-16,-1 2 5 0,-4 2-4 0,3 1 2 0,-2 2 1 16,0-1 9-16,-4 3-6 0,2-1 2 0,0 3 0 15,-3-1 2-15,0-1 1 0,-1 2 0 0,3-1-3 16,3 4 1-16,-5-3 5 0,3-3-2 15,3 0-5-15,-3 0 2 0,-1-1-2 0,3-2 3 16,4 2 1-16,-1-5 0 0,3 1-1 0,-2-1 0 0,2-3 2 16,1 1-1-16,-1-4-7 0,-1 1 3 0,-1-3-4 15,0-1-2-15,-2 2 1 0,0-3 1 0,0-2 0 16,-1 1 0-16,-4-3-1 0,0-1 1 0,-4-2-6 16,2 3 2-16,-6-6-3 0,0 3 0 0,-1-3 3 15,0 1 3-15,0 1 0 0,1 2-1 0,0 1-3 16,0 2 6-16,3 1-5 0,1 8 2 0,-2-10-5 15,2 10 1-15,-2-10-6 0,2 10 0 0,0 0 1 16,7-6 5-16,-1 5-2 0,-6 1 1 16,19 4-1-16,-7 1 3 0,2 4-5 0,2-1 4 0,-3 2 1 15,1 1 1-15,-3 2 1 0,-1 0-2 0,-1 0 4 16,1-1-3-16,-6-1 4 0,4-1-1 0,-6 0 2 16,2 1 1-16,1-1-3 0,-3-2 7 0,0 1-6 15,-2-4 1-15,2 1 0 0,-2-6-8 0,0 11-17 16,0-11-16-16,2 7-12 0,-2-7-24 0,0 0-9 15,5 7-21-15,-5-7-7 0,0 0-11 0,14-3 1 16,-14 3 1-16,13-6 14 0,-6 1 4 0,2-1 21 16,0 0-3-16,0-2 14 0,0-1 4 0,0 0 9 15,-4 0 14-15,1-1 28 0,-2 3 18 0,-1 0 16 16,2 1 25-16,-5 6 14 0,2-11 14 0,0 8 1 16,-2 3-6-16,2-7-5 0,-2 7-7 0,0 0 3 15,0 0 2-15,0 0-1 0,0 0 2 0,0 0-3 16,0 0-5-16,-4 30-3 0,4-24-4 0,0 3-4 15,4 1 2-15,0-5-5 0,1 4 1 0,-1 0-3 16,3-2-5-16,0-3 0 0,0 1-2 0,2-1-2 16,-1-3 0-16,4 2-4 0,-3-3 1 0,5-3-3 15,-5 2 2-15,1-3-3 0,-3-1 7 0,0 0-8 16,-2-1 5-16,-1-3 0 0,0 0-5 0,-3 2 2 16,1-1-2-16,-5-3-4 0,1 1 3 0,-2 0-5 15,-3 0-9-15,0 0-13 0,-2 1-20 0,1-2-17 16,-1 3-19-16,-5 2-26 0,5 0-24 0,-5 2-19 15,1 2-28-15,4 1-20 0,-5 2-21 0,4 1-112 16,3 0-343-16,-1 0 152 0</inkml:trace>
  <inkml:trace contextRef="#ctx0" brushRef="#br0" timeOffset="205979.15">26023 12753 81 0,'0'0'203'0,"0"0"2"0,4 6 1 15,-4-6-5-15,3 6-19 0,-3-6-16 0,2 10-17 16,0-4-6-16,-2-6-7 0,6 10 3 0,-4-3-10 16,4 2-15-16,-4-2-16 0,2-1-6 0,1 1-9 15,1 2-9-15,2-2-3 0,0-1-8 0,3 0-5 16,-4-3-7-16,5 1-2 0,-3-3-8 0,1 0-2 16,2-1-5-16,-1-1 0 0,3 0-7 0,-3-2 0 15,-5 1 0-15,4-2-5 0,-3 0 0 0,-1 0-3 16,-1-1 0-16,-1-1-2 0,3-1 0 0,-2 1-3 0,-3 0-2 15,2-1-2-15,-4 7-1 0,5-12-4 16,-3 7-2-16,-2 5-3 0,6-4-3 0,-6 4 7 16,0 0 4-16,0 0 6 0,12 13 2 0,-5-6 3 15,-5 1-1-15,0 0 1 0,0 2-4 0,0 1 2 16,-1 0 0-16,5-3-2 0,1 2 3 0,0-2-1 0,2 0 6 16,0-3-5-16,4-4-6 0,3 2 1 15,2-6 0-15,-1-1-1 0,4 0-1 0,0-3-2 16,6-2 1-16,-10-1-2 0,1-1 7 0,-2 0-3 15,-2 0 1-15,-3-2 0 0,-3 3 0 0,0-1 1 0,-4-1-2 16,0 1 1-16,-1-1-2 0,-1-1 0 0,-2 0-3 16,-2 2-3-16,-3 0 0 0,1-2-7 15,-2 2-12-15,0 1-14 0,2 2-16 0,-1 3-18 16,-1 1-23-16,6 4-27 0,-18 0-40 0,9 2-33 16,-2 2-41-16,-1 3-216 0,-3 1-479 0,-3 4 213 0</inkml:trace>
  <inkml:trace contextRef="#ctx0" brushRef="#br0" timeOffset="207317.74">16986 13721 101 0,'-5'-10'189'15,"2"3"-1"-15,-6 1-7 0,3 2 1 0,-4-3-16 16,0 2-11-16,-3 3 2 0,-1-1-7 0,-5 1-9 16,-3 0-11-16,1 4-6 0,1 0-11 0,-8 6-1 0,8 1-10 15,-7 4-7-15,4 2-8 0,1 4-2 16,3 4-9-16,2-2 13 0,5-5-12 0,0 9-8 15,6-7 0-15,-1 0-7 0,5-1-12 0,2-1-5 16,-1 1-4-16,6-3-3 0,1-1-3 0,0-5-1 16,3 2-2-16,3-5-7 0,3-1-3 0,2-1-4 15,5-3-6-15,-3-2-7 0,9-3-3 0,0-5 0 16,1-2-3-16,-11 2 1 0,5-6-2 0,-1 0 4 16,-8 3-2-16,4-10 1 0,-4 1 0 0,-5-1 3 15,1-1-1-15,-5-1-2 0,0 1-3 0,1-2 4 0,-6 2 0 16,0-2 2-16,0 1-3 0,1-1 4 15,-4-1-4-15,1 0 2 0,2 1-2 0,-5 1 0 16,1 5 0-16,-1-6-2 0,1 13 4 0,0-1 6 16,3 3 0-16,1 3 4 0,-2 2-7 0,2 6-6 0,0 0 0 15,0 0 0-15,0 0 0 0,0 0 3 0,0 0-2 16,4 33-2-16,0-5 3 0,1 4 3 0,-4 1-4 16,1-1 3-16,-1 3-3 0,3 1-2 0,1 0 3 15,-1-2 1-15,3-2-1 0,0-4 1 16,2-3 4-16,0-2-1 0,5-3-2 0,-4-3-5 0,0-6 5 15,3 2-1-15,-4-6-1 0,0 0 1 0,4-2-2 16,-2-2-2-16,2-3-7 0,-2 0-4 16,2-2-8-16,1-2-3 0,3-5-4 0,-2 1 2 15,-1-2-1-15,3-3 2 0,-4 0 1 0,-2-2 0 0,-2-4-1 16,-1 1 0-16,-3 0 6 0,0 0-1 0,-2-2 3 16,-3 4 3-16,1-1-1 0,-5 2 0 0,3 5 1 15,-4-1 2-15,0 2 5 0,1 3 1 0,0 1-1 16,4 5 7-16,-17-5-7 0,10 6 3 0,-1 4 2 15,0 3 3-15,-4 3 2 0,1 3-1 0,2 1 0 16,0-1 0-16,2 5 4 0,3-2-2 0,1 2-2 16,2-3 7-16,4 1-4 0,0-5 1 0,4 2-1 15,3-2 0-15,0-2-2 0,8-2 4 0,-1-1 0 16,4-3-6-16,0-4-11 0,10 0-9 0,-2-4-10 16,2 0-8-16,-3-4-3 0,-1-1-3 0,1-2 1 15,-10 2 4-15,3-5 6 0,-4 1 1 0,-4-1 8 16,-1 0 3-16,-1-1 0 0,-3 0 2 0,-2-3 0 15,-1 1 2-15,-3-2 2 0,2-5 5 0,-4 6 3 16,-1-9 6-16,0 8 7 0,-1 1-5 0,-1-1 6 16,1 2 14-16,2-1 6 0,-2 7 12 0,3-1 7 15,-2 3 3-15,-2 0 0 0,3 9-3 0,-1-12-9 16,1 12-4-16,0 0-5 0,0 0 5 0,0 0 15 16,4 35 3-16,0-8 5 0,-2 6-2 0,-2 12-8 15,0 1-3-15,0 3 0 0,1-12-5 0,-3 11 1 16,3-12-9-16,-1-2-1 0,0 1-6 0,0-3-1 15,1 4-2-15,2-6-9 0,-2-1-15 0,3-2-23 16,-4-2-26-16,0-7-32 0,1 0-42 0,-2-6-39 16,1-2-39-16,1-1-27 0,1-1-44 0,-2-8-142 15,-7 9-451-15,5-4 199 0</inkml:trace>
  <inkml:trace contextRef="#ctx0" brushRef="#br0" timeOffset="207551.62">17558 13753 163 0,'14'-12'215'15,"2"-1"-5"-15,3 3-3 0,0 3-11 0,0 3-11 16,1 0-13-16,-3 4-14 0,0 2-11 0,2 6-10 16,-8-1-13-16,0 5-1 0,-5 0-9 0,-2 3-9 15,-2 2-5-15,-6 1-16 0,-1 1-5 0,-7 4-3 16,0-7-11-16,0 1-3 0,-3 2-10 0,0-5-10 15,-3-1-18-15,1-1-25 0,-1 0-28 0,3-3-33 16,0 0-43-16,3-4-46 0,3-1-47 0,-1-2-185 16,3-1-414-16,7-1 183 0</inkml:trace>
  <inkml:trace contextRef="#ctx0" brushRef="#br0" timeOffset="207949.87">17756 13677 1543 0,'4'-17'33'0,"-3"4"6"0,0 3 10 15,-1-1-9-15,0 2 5 0,0 9 17 0,1-12-4 16,-1 12-4-16,2-7-6 0,-2 7 19 0,0 0 12 16,0 0 6-16,15 14 2 0,-7-4-3 0,-5 0-5 15,5 5-5-15,0 3-7 0,-2-3-5 0,1 3-3 16,0 6-6-16,-4-5-5 0,-1-1-3 0,2 0-11 16,0-2 0-16,0 0 0 0,0-6-6 0,1 1-3 15,0-1-5-15,-2-3-3 0,0 0-4 0,3-2-4 16,0 1-1-16,0-3-4 0,1-2-1 0,2 1-3 15,1-2-4-15,3-2 2 0,0 2-1 0,4-3-1 16,1-3-2-16,1-2 4 0,0-1-3 0,-3-3 4 16,2 0-1-16,-1 1-1 0,-1-3-2 0,4-4 1 15,-7 5 0-15,0 0 3 0,0-1-1 0,-7 3-1 16,-1-1 3-16,-2 0 0 0,-2 1 0 0,2 1 8 16,-4 3 0-16,1 7 1 0,-3-13 5 0,0 8-3 0,3 5 3 15,-10-4 1-15,10 4 10 0,-16 9-1 16,4 0 1-16,-3 4-4 0,3-1-1 0,1 5 0 15,-5 3-3-15,7-4-1 0,2-1-4 0,0 2 1 16,4-4-9-16,1-1-17 0,1-2-24 0,4 2-31 0,0-4-31 16,6 3-34-16,-1-4-35 0,5-2-28 0,1-3-29 15,-1-1-172-15,0-1-428 0,4-1 190 16</inkml:trace>
  <inkml:trace contextRef="#ctx0" brushRef="#br0" timeOffset="208168.21">18349 13572 167 0,'1'-10'231'0,"-1"2"5"0,1 1 1 0,-1 7-10 15,0-11-21-15,0 11-18 0,0 0-5 0,0 0 5 0,0 0 10 16,12 21-6-16,-7-5-1 0,0 2-15 16,-1 8-9-16,-2-2-17 0,1 3-18 0,-3-1-10 15,1 1-9-15,-1-1-8 0,-1-7-15 0,1 2-2 16,0 3-15-16,1-5-22 0,1-2-21 0,-4 1-37 15,2-7-46-15,-1 1-36 0,0-4-43 0,-1 1-58 0,1-2-51 16,1-7-265-16,-5 7-546 0,5-7 242 0</inkml:trace>
  <inkml:trace contextRef="#ctx0" brushRef="#br0" timeOffset="208429">18259 13744 99 0,'7'-10'207'0,"-2"8"0"16,-5 2-4-16,19-4-14 0,-6 2-14 0,5-2-13 16,0 2-3-16,2-3-18 0,7 1-11 0,0 1-16 0,-1 0-8 15,1-4-8-15,-6 4-5 0,-1 0-8 0,2 1-7 16,-4 1-4-16,-3 1-4 0,-2 1-8 0,1 3 3 16,-5 0-4-16,0-1-5 0,-1 4 7 15,0 2-4-15,-2 0 0 0,-1 2-2 0,-1 7-4 16,0-1-5-16,-3-2-6 0,0 2-2 0,-2 1-4 0,1 0-5 15,0-1-11-15,-4-1-17 0,3 1-37 0,-1-5-40 16,-1 3-55-16,0-5-52 0,2 0-63 0,-6-1-171 16,1-1-447-16,6-8 198 0</inkml:trace>
  <inkml:trace contextRef="#ctx0" brushRef="#br0" timeOffset="208586.9">18520 13591 110 0,'-1'-5'158'0,"1"5"-23"0,0 0-20 15,0 0-31-15,0 0-44 0,0 0-61 0,0 0-83 16,0 0-112-16,11 29 50 0</inkml:trace>
  <inkml:trace contextRef="#ctx0" brushRef="#br0" timeOffset="209177.3">18868 13736 217 0,'0'0'239'0,"0"0"-18"0,0 0-15 0,0 0-5 16,0 0 1-16,0 0-13 0,0 0-12 0,-2 23-13 15,2-11-16-15,-1-1-16 0,-3 4-11 16,2-4-10-16,1 0-13 0,-2 0-7 0,2 0-13 0,-1 0-7 16,2 0-3-16,-1-2-9 0,2 0-6 0,-1-9-9 15,-1 14 0-15,4-9-3 0,-3-5-3 0,6 9-4 16,-1-6-5-16,1-1 0 0,-6-2-1 16,13 0-5-16,-13 0-1 0,18-1-3 0,-11-3-3 15,0-1 3-15,1-1-2 0,-1 3-5 0,0-4-2 0,1-2 2 16,-4 3-4-16,-1-1-2 0,2-2-2 0,-2 1 6 15,-2 0-4-15,-1 8-2 0,1-15-1 0,1 3-1 16,-1 5-2-16,0-1-4 0,3 2 1 0,-4 6-3 16,3-12-2-16,1 8 2 0,1 0 1 0,-5 4-3 15,12 0 2-15,-3 0 0 0,2 4 5 0,0 4-1 16,3 0 1-16,-1 4-5 0,-5-3 1 0,-1 2 1 16,0 0 4-16,2 0 0 0,-3-3-2 0,-1 2 3 15,-1 0 1-15,0-2-1 0,-3-1 7 0,0-1-4 16,-1-6 2-16,2 9 2 0,-2-9 2 0,1 7-2 15,-1-7 2-15,0 0-1 0,0 0 2 0,0 0-6 16,0 0 2-16,0 0 0 0,0 0-1 0,0 0-2 16,0 0 1-16,6-24 3 0,-2 15-1 0,1-1-6 15,2 3 1-15,0-5-1 0,5 1 0 0,-3 2 1 16,1 1-1-16,1 0-4 0,-2 3 2 0,0 1 2 16,2 0 1-16,-5 4 0 0,-6 0 2 15,13 4 1-15,-8 0 1 0,5 1 3 0,-2 4 4 16,-4-1-3-16,1 1 1 0,-1 1 0 0,-2 5 4 0,1-1-5 15,-3-3-13-15,-2 4-27 0,-1 2-31 0,-1-2-57 16,0 1-53-16,4 0-36 0,1 0-48 0,1 0-185 16,6-2-477-16,4-1 212 0</inkml:trace>
  <inkml:trace contextRef="#ctx0" brushRef="#br0" timeOffset="210293.63">20079 14215 178 0,'3'-7'224'16,"1"0"-12"-16,1-1-8 0,1-2-10 0,0-1-10 15,1-1-6-15,3 0-15 0,0-3-12 0,-2-1-8 16,1 0-12-16,-1 2-7 0,2 0-6 0,-2-2-4 16,-2 0-5-16,-2 1-14 0,3-2-5 0,-3 0-8 15,-1 1-3-15,-3-1-4 0,0 1 1 0,-3 4-6 16,-1 3-5-16,-2-1-2 0,1 2-7 0,-1-1-5 15,2 4-4-15,-3 1-2 0,0 0-7 0,7 4-5 16,-13-1-1-16,13 1-6 0,-14 2-2 0,6 1-3 16,-1 2-2-16,4 0-4 0,1 0-1 0,0-1-1 15,4-4-3-15,2 14-3 0,-2-14-1 0,7 13 1 16,2-5-6-16,3-1-7 0,-2-2-2 0,8 0 0 16,1-2-3-16,1-1 0 0,1 1 0 0,-1-3 4 0,1 1 1 15,-3-1-7-15,0 1 6 0,-7 1-6 16,1 0 6-16,-2 2-4 0,-5 0 5 0,4 1-3 15,-1 2 1-15,-2 4 1 0,-5 0 4 0,3 1 0 16,-3 4 1-16,1-1-2 0,-1-2-1 0,0 4 2 16,1-2 4-16,-4-4-1 0,2 2-1 0,4-4-2 15,2 1 3-15,-1-1 0 0,2-2 3 0,-1-1-3 16,6-3 11-16,1 0-13 0,-1-3 2 0,9 0-20 16,-2-6 3-16,3 0 1 0,3-2 0 0,2-4 3 15,-1 0 4-15,-1 0-2 0,-4-3 4 0,0 1-3 0,-5 4 2 16,-2-4-2-16,-1 2 5 0,-1-2 1 15,-3 1 0-15,-2-2-2 0,-2 4 5 0,-3-1-2 16,1-3 2-16,-2 4-4 0,0-1 5 0,-2 1-4 16,0 1 4-16,-2 4 0 0,1-1-6 0,-4 2 4 15,6 5-1-15,-8-8 0 0,8 8 2 0,-12 0-4 0,12 0 4 16,-18 13-6-16,11-4 3 0,-1 7 3 0,-3-3-1 16,3 3 0-16,1 0 2 0,4 1-2 0,0 0 5 15,3-1-6-15,3-1 3 0,-1-3-4 16,5-2 0-16,3-1-3 0,4 1 2 0,4-2-9 15,2-5 1-15,8 0-4 0,2-2 2 0,2-5-7 0,1 1 0 16,1-6-5-16,-3 1 0 0,1-1 6 16,-1-1 1-16,-3-1 4 0,-3-1 2 0,2 0 0 0,-11 3 3 15,0-4 0-15,-3 3 2 0,0-3 2 16,0 4 3-16,-3-4-1 0,-3 0 5 0,-2 3 2 16,-1-2 1-16,-2 4 2 0,-2-1 2 0,-3-3 4 15,0 4 3-15,-2-1 1 0,-1 5 3 0,1-2-1 0,-4 3 7 16,-3 3 4-16,-2 0-2 0,2 0 2 0,-1 3-5 15,-3 5 0-15,4-3 1 0,-2 4 6 16,3 0-6-16,-1 2-11 0,3-1 0 0,2-1 1 16,1 0-2-16,1 0-3 0,1 0 1 0,0-1 0 15,3-1-4-15,0 0-1 0,1-7-3 0,1 10-4 0,-1-10-4 16,6 6 4-16,-1-3-9 0,-5-3 1 0,14-2-3 16,-14 2-1-16,17-4 1 0,-7-1 0 15,-1 2 1-15,0-2 1 0,3 1 2 0,-5-2 4 16,0 3 2-16,-2 0-8 0,-5 3 2 0,11-4 1 15,-11 4-2-15,9 1 2 0,-9-1-2 0,11 6 2 0,-5 1 2 16,0 2-2-16,1 3 2 0,-2 2 6 16,-1 3-4-16,-2 2 0 0,3 5 3 0,0-3-3 0,-1-2 2 15,-1 0 3-15,-2-1 1 0,2 3 3 16,-2-2 7-16,-1-3 3 0,-3 2-3 0,-2-3 3 16,1 0 7-16,-2 2 4 0,-3-1 2 0,0-2-4 0,-4-1 0 15,-1 1-6-15,0-3 2 0,-2 0-4 0,3 0-2 16,-1-5-9-16,0 2-19 0,0-5-24 15,2 1-26-15,1 1-39 0,0-5-44 0,4 0-54 16,7 0-27-16,-12-5-200 0,7 0-464 0,4-3 206 16</inkml:trace>
  <inkml:trace contextRef="#ctx0" brushRef="#br0" timeOffset="210499.39">21292 13922 98 0,'5'-5'220'15,"-2"0"1"-15,-3 5-2 0,3-7-9 0,-3 7-14 16,0 0-13-16,0 0-4 0,0 0-1 0,0 0-18 0,13 14-5 16,-9-3-8-16,-1 0-6 0,2 0-19 15,-4 0-9-15,2 2-12 0,-1 0-8 0,1 2-13 16,1 2-2-16,-4-2-8 0,2-2-15 0,-1-3-25 16,1 2-35-16,-2-4-35 0,1-1-41 0,-1 0-52 15,0-7-54-15,1 11-43 0,-1-11-166 0,0 0-428 0,-4 8 189 16</inkml:trace>
  <inkml:trace contextRef="#ctx0" brushRef="#br0" timeOffset="210660.52">21211 13726 149 0,'0'0'140'0,"0"0"-32"0,0 0-29 15,0 0-37-15,0 0-37 0,16 25-24 0,-3-12-65 16,-3-1-91-16,4-2 40 0</inkml:trace>
  <inkml:trace contextRef="#ctx0" brushRef="#br0" timeOffset="211171.91">21564 13875 152 0,'-1'11'180'0,"-2"-1"7"0,1-1-11 16,-1 1-6-16,-1 1-4 0,2 0-4 0,-2 1-6 0,3-1-13 15,-2 1-11-15,2-2-8 0,1 0-20 0,1-1 0 16,2 3-11-16,-1-3-7 0,2-1-6 16,0-1-9-16,0-3-2 0,2 4-5 0,1-3-5 15,0-3-1-15,0 0-10 0,-1 1-3 0,-6-3-2 16,14 1-3-16,-14-1-5 0,10-1-3 0,-10 1-2 0,11-5-4 16,-6 2-4-16,-5 3 0 0,6-10 4 15,-5 4-7-15,-1 6 2 0,3-11-7 0,-3 3-6 16,1-2-7-16,-1 10 1 0,0-17-2 0,1 8-10 15,1-2-1-15,0 0-5 0,1-1 0 0,2 0-1 16,-2 1-1-16,2 3 2 0,2 0-1 0,1 3 2 0,-2-1 2 16,2 6 2-16,1-2-1 0,-9 2 2 15,17 5 3-15,-10 3 5 0,2-2 4 0,0 3-4 16,-4 1-1-16,2 2 3 0,2 2 0 0,-4-3 1 16,0-1 4-16,-1 1 0 0,1-2-2 0,-1 1-2 15,-1-3 7-15,0 1-3 0,-1-1 6 0,-2-7 6 0,3 6 10 16,-3-6 0-16,3 5 4 0,-3-5-3 15,0 0 5-15,0 0-4 0,0 0 14 0,10-11-11 16,-6 5 4-16,2 0-3 0,-1-2-4 0,2-1 2 16,-1-1-2-16,2 0-3 0,3-3-1 0,1 1-7 15,-2-1-1-15,3 1 4 0,1 1-5 0,1 0-3 16,-5 4 2-16,3 2-1 0,0 1 2 0,-3 3 9 16,2 0 4-16,-1 3 8 0,-1 0-6 0,0 1 4 0,-2 4 2 15,0-1-1-15,-2 2-2 0,1 0-6 16,-2-1 1-16,-3 2-8 0,2 2 3 0,-1-2-5 15,-2 0-30-15,-1-2-31 0,0-7-46 0,-3 13-63 16,3-13-65-16,-6 10-64 0,6-10-223 0,-8 10-546 16,8-10 242-16</inkml:trace>
  <inkml:trace contextRef="#ctx0" brushRef="#br0" timeOffset="211332.02">22297 13966 2627 0,'11'-3'163'0,"0"2"-88"0,-3-1-32 16,-3 1-28-16,-5 1 4 0,13-2 34 0,-13 2 29 0,8-2 12 15,-8 2-2-15,0 0 6 0,10 0-2 16,-10 0-19-16,0 0-7 0,0 0-3 0,0 0-20 16,8-1-21-16,-8 1-34 0,0 0-46 0,0 0-64 15,0 0-83-15,0 0-74 0,0 0-240 0,0 0-558 16,-30-10 248-16</inkml:trace>
  <inkml:trace contextRef="#ctx0" brushRef="#br0" timeOffset="212323.77">4709 15262 129 0,'0'-12'180'15,"0"12"3"-15,0-7-3 0,0 7-11 0,0-9-15 16,0 9-11-16,0 0-16 0,0-8-13 0,0 8-11 16,0 0-20-16,0 0-1 0,0 0-7 0,0 0-7 15,0 0-1-15,2 30-1 0,1-13 1 0,-2 1-10 16,2 9-4-16,-3-8-5 0,-1 6 24 0,1-6-11 15,0-1-5-15,0-2-6 0,0 4-5 0,1-2-3 16,-1-3-2-16,0 2-9 0,0 0-20 0,0-6-33 16,0 1-37-16,1-2-48 0,1-4-50 0,-2 2-36 15,0-8-144-15,1 11-364 0,-1-11 162 0</inkml:trace>
  <inkml:trace contextRef="#ctx0" brushRef="#br0" timeOffset="212483.74">4631 15116 25 0,'0'0'135'0,"-5"-7"-15"16,5 7-9-16,0 0-24 0,0 0-37 0,0 0-41 16,0 0-37-16,-10 13-58 0,10-13-91 0,1 12 41 15</inkml:trace>
  <inkml:trace contextRef="#ctx0" brushRef="#br0" timeOffset="212909.15">4910 15228 70 0,'11'15'155'0,"-3"3"11"16,0-3-2-16,-1 5-1 0,1-3-9 0,-2 0-4 15,1 1-7-15,-1-4-5 0,3 1-10 0,-3 0-11 16,-2-5-12-16,-1-1-2 0,-1-2-7 0,2-3-3 15,-1 3-3-15,2-2 2 0,-5-5-1 0,5 9-2 16,-5-9-3-16,4 4-5 0,-4-4 0 0,0 0-7 16,5 2-8-16,-5-2-8 0,0 0-7 0,0 0-12 15,10-12-19-15,-5 8-28 0,-5 4-21 0,6-12-27 16,-6 12-22-16,8-14-24 0,-3 3-19 0,-1 1-15 16,4-3-6-16,-2-2 2 0,3 0 4 0,-1-2 0 15,3 3 2-15,-3 0 12 0,1-3 4 0,-1 2 16 16,0 2 10-16,-2 1 5 0,0 2 20 0,-1 1 8 15,-2 4 20-15,1 0 11 0,-1-2 17 0,-3 7 15 16,0 0 1-16,8-10 13 0,-8 10-3 0,5-4 15 16,-5 4 9-16,0 0 11 0,0 0 10 0,13 11 11 15,-6-4 5-15,0 2 7 0,-2 1 8 0,2 5 6 16,1 1 4-16,-3 1-8 0,1 3-1 0,1 5-6 16,0-1-9-16,-3-4-5 0,1 4-7 15,-3-5-6-15,-1 4-5 0,1 3-6 0,-5 0-6 0,1-4-7 16,-5-2-26-16,2-2-25 0,-1-1-29 0,-3 2-40 15,-1-5-53-15,-1 1-40 0,-3-2-144 0,-1 0-348 16,0-3 153-16</inkml:trace>
  <inkml:trace contextRef="#ctx0" brushRef="#br0" timeOffset="213132.37">4441 15354 115 0,'-6'18'199'0,"1"9"-4"15,1 2-6-15,3 1-7 0,2 1-15 0,3 4-12 16,1-1-40-16,3-2-8 0,2-1-12 0,4 1-7 16,-1-6-5-16,4 0-8 0,1-2-13 0,0-5-31 15,1-1-45-15,-3-4-58 0,0-2-81 0,-5-5-118 16,7-3-291-16,-5-3 129 0</inkml:trace>
  <inkml:trace contextRef="#ctx0" brushRef="#br0" timeOffset="213297.27">4921 15058 2382 0,'0'-11'28'0,"-4"-1"11"0,4 4-28 0,-2 2-30 15,2 6-50-15,-4-10-37 0,4 10-9 0,-1-9-13 0,1 9-9 16,0 0-23-16,0 0-128 0,-7-5-312 0,7 5 138 16</inkml:trace>
  <inkml:trace contextRef="#ctx0" brushRef="#br0" timeOffset="-210158.87">5993 15093 93 0,'0'0'95'0,"0"0"-6"0,17 16-9 16,-13-6 0-16,6 3-4 0,-2 3-5 0,1 2-10 0,1 4-5 16,1 1 0-16,-2 0-3 0,3 4-2 15,-5-9-3-15,1 5-2 0,0-7-2 0,1 1-8 16,-3 1-2-16,2 1-1 0,0-2 6 0,0-4-11 15,0 3-6-15,0-3 4 0,-2-1-12 0,3-3 8 16,-4 2-5-16,2-4 11 0,-2 3-23 0,0-5 12 16,-1 0 0-16,1-1 6 0,-1 0 8 0,-4-4 10 15,7 5 13-15,-7-5 38 0,5 2 0 0,-5-2-5 16,0 0-6-16,11-10-8 0,-5 3-6 0,-2-4-5 16,1 0-2-16,-1-6-6 0,0 2-4 0,1-8-3 15,-1 4-4-15,1-1-6 0,-3-4-4 0,1 0-2 16,-1-2-3-16,2 0-3 0,0-2-1 0,-1 2-2 15,-1 1-2-15,1-1-4 0,-2 0-1 0,3 12 1 16,-3-2-1-16,0 4-4 0,1 1-2 0,-2 5-1 16,0-3-18-16,0 9-25 0,1-11-33 0,-1 11-32 15,0 0-27-15,1-8-23 0,-1 8-19 0,0 0-19 16,0 0-106-16,0 0-317 0,8 28 142 0</inkml:trace>
  <inkml:trace contextRef="#ctx0" brushRef="#br0" timeOffset="-209977.33">6538 15304 160 0,'0'0'157'0,"0"0"-18"16,0 0-7-16,0 0-20 0,15-2-6 0,-15 2-10 15,12 0-10-15,-12 0-11 0,21 0-31 0,-8 0-39 16,0-2-32-16,4 2-41 0,-1-2-102 0,-3 2-184 15,-2-5 82-15</inkml:trace>
  <inkml:trace contextRef="#ctx0" brushRef="#br0" timeOffset="-209788.87">6862 15107 147 0,'7'-5'154'0,"-7"5"-20"0,16-7-7 0,-4 2-17 16,6 1-7-16,2 1-14 0,7-4-10 0,1 3-20 16,2-2-18-16,0 3-36 0,0 2-19 15,-10-1-27-15,-2 1-27 0,-4 2-18 0,-4 1-55 16,-2-1-151-16,-2 2 68 0</inkml:trace>
  <inkml:trace contextRef="#ctx0" brushRef="#br0" timeOffset="-209437.1">7096 15138 101 0,'2'12'122'0,"0"-1"1"15,-1 8 4-15,1 1-9 0,0 4-10 0,-1 4 10 16,1-1-8-16,-1 1-7 0,2-2-7 0,-3-1-8 16,2 0-4-16,-2 1-11 0,1-5-6 0,-1 3-4 0,2-6 0 15,-4 1-4-15,4-3-7 0,-2 2 0 16,0-2-7-16,-2-3-2 0,2-3-4 0,-1 2 0 15,-1-2-7-15,2-3-1 0,-4 1-1 0,4-8-4 16,-7 11 6-16,0-7-11 0,0 0 0 0,1-2-1 16,6-2-6-16,-17 1 0 0,11-2-1 0,-3-3 2 15,0-1-3-15,0 0-1 0,0-2-3 0,3-2 2 16,2 5 5-16,4 4 4 0,-8-9 0 0,4 5 2 16,4 4 1-16,-5-5-4 0,5 5-1 0,0 0-5 15,0 0 0-15,0 0-3 0,0 0-2 0,0 0 2 16,8-10-3-16,-8 10 2 0,18 0 1 0,-8 0-1 15,1 1-2-15,2-1 2 0,3 1-3 0,2-2-11 16,1 0-18-16,-1-1-26 0,3-1-40 0,0 0-48 16,-2-4-61-16,1 2-122 0,1-1-348 0,-6-1 154 15</inkml:trace>
  <inkml:trace contextRef="#ctx0" brushRef="#br0" timeOffset="-209257.89">7067 15115 48 0,'0'0'198'0,"0"0"-22"0,0 0-15 16,0 0-15-16,0 0-25 0,0 0-42 0,0 0-50 16,38 1-53-16,-17 0-66 0,7-1-51 0,4-2-153 15,2 0 68-15</inkml:trace>
  <inkml:trace contextRef="#ctx0" brushRef="#br0" timeOffset="-208875.95">8020 15252 104 0,'-3'-9'222'0,"-4"3"-12"0,2 3-11 16,0-1-17-16,-4 1-12 0,9 3-16 0,-18-1-5 15,3 9-14-15,-1 1-10 0,-2 2-15 0,-2 5-9 16,0 3-9-16,0 4-10 0,4-4-7 0,4-1-9 16,-2 3-7-16,9-2-3 0,1-3-8 0,3 0-3 15,0 0-5-15,7 0-2 0,2-2-3 0,1-2-10 16,7-1-9-16,1 1-15 0,3-3-23 0,7-3-24 16,-6-2-25-16,4-1-38 0,-2-2-25 0,-1-1-22 15,1-4-20-15,-4 1-129 0,0-2-329 0,-3-1 146 16</inkml:trace>
  <inkml:trace contextRef="#ctx0" brushRef="#br0" timeOffset="-208521.61">8217 15130 31 0,'-1'-18'139'0,"-1"1"0"0,0 7 23 0,2 0 4 16,-3 4-3-16,3 6-17 0,-1-12-17 0,1 12-17 15,0 0-16-15,0 0-8 0,0 0-11 0,0 0-5 16,4 32 1-16,1-5-7 0,-4 4-2 0,3-2-5 15,-3 3-11-15,2 1 2 0,-2-1-10 0,-1-1 0 16,0-1-1-16,0-2-5 0,3-10-6 0,-1 1-2 16,-3-3-1-16,2 0-3 0,-1-3-1 0,-1-4-1 15,2 1 1-15,-1-3-7 0,2-1 6 0,-2-6-4 16,-3 9 14-16,3-9 8 0,3 6 1 0,-3-6-4 16,0 0 1-16,0 0-5 0,0 0-1 0,0 0-4 15,0 0 0-15,6-24-7 0,-1 14-2 0,-2-3-1 16,6-5-3-16,-2 3-1 0,3-2-4 0,1 2 0 15,3 3 0-15,1 1-4 0,-1 0 1 0,-1 5-1 16,-4 1-3-16,1 2-1 0,4 1-3 0,-1 4 2 16,0 2-2-16,-2 2-1 0,0 2 4 0,3 2 0 15,-4 3-6-15,-1 1-19 0,1-1-11 0,-1 3-32 16,-3-1-32-16,2-4-41 0,0 3-32 0,-3-3-176 16,-1 0-378-16,0-2 168 0</inkml:trace>
  <inkml:trace contextRef="#ctx0" brushRef="#br0" timeOffset="-207962.87">8738 15257 39 0,'-5'-3'186'0,"-2"-1"-8"0,-2 4-15 16,9 0-8-16,-23 8-19 0,11 4-5 0,-3 1-11 15,2 2-9-15,0 8-13 0,5-5 0 16,-2 0-17-16,3 6-5 0,3-4-11 0,3-3-2 15,-1 2-9-15,4-2-4 0,1-1 9 0,3 0-19 0,0-6-3 16,3-1-6-16,5 2-1 0,-4-5 2 0,3-1-3 16,-1-2-5-16,2-2-3 0,-2-1-2 0,1-1 1 15,0-2 3-15,-2-2-4 0,1 0-3 16,-1-3-1-16,-3-2 1 0,0 4 4 0,-2-4 0 16,-1-1 2-16,0 0-2 0,-2-1 2 0,-3 2-5 15,1-4 2-15,-2-2-3 0,-2 6 0 0,2-3-2 16,-2 2 2-16,1 1-2 0,-2-1 2 0,3 6 1 0,1 5 0 15,-3-12-5-15,3 12 3 0,0 0-4 16,0 0-6-16,0 0 0 0,0 0 2 0,0 0 0 16,0 0-2-16,13 30 2 0,-9-14 0 0,1-3-2 15,-1 2 9-15,1 0-9 0,0 0 1 0,1-3-3 16,0-1 0-16,0 1 2 0,3-2-1 0,-1-1 1 16,-2-1 1-16,0-2-3 0,1 1 2 0,-1-2 1 15,0-1 0-15,0-2 0 0,-6-2 9 0,9 3-11 16,-9-3 4-16,0 0-3 0,14-9 2 0,-11 5-2 15,4-4 1-15,-2 1-3 0,-2-1 1 0,2-3-3 16,-3-2 2-16,6 0-3 0,-4 0 0 0,0 2-5 16,1-4-4-16,2-2-1 0,3-1 1 0,-3 8 3 15,2-2-4-15,-1 3 0 0,2 1 2 0,-3 1-1 16,0 3-2-16,1 0 1 0,2 5 3 0,-10-1 3 16,15 5 1-16,-6-1 0 0,-1 4 4 0,-2 1 0 15,1 1 2-15,-5 1-4 0,3 5 2 0,-2 0 1 16,-1 1-9-16,-1 0-24 0,1-1-33 0,-2 1-45 15,2-5-52-15,1 2-36 0,-3 1-145 0,1-5-370 16,4 1 164-16</inkml:trace>
  <inkml:trace contextRef="#ctx0" brushRef="#br0" timeOffset="-207472.79">9431 15266 81 0,'-11'0'159'0,"-2"5"-4"0,1 0-8 0,-3 8-8 16,-4 3-4-16,1 6-11 0,1-1-14 0,0 1-7 15,6 0-13-15,2-5-4 0,0 0-10 0,3 1-12 16,3-1-2-16,1-6-9 0,2 2-5 0,0-2 0 16,2-2-7-16,2 1-3 0,0-5-4 0,1 0 0 15,3 0-4-15,1-1-1 0,0-2-4 0,2-2 1 16,-11 0-6-16,17-7 0 0,-6 2 1 0,-3-2-7 15,4-5 11-15,-6 5-1 0,2-3-1 0,-3-1 1 16,1 0 5-16,-1-1-4 0,-2 1-1 0,-1-1 2 16,1-1-2-16,-2 3 6 0,2-3-4 15,-2 4 2-15,-1 2-4 0,0 7-1 0,0-9-2 16,0 9-7-16,0 0-4 0,1-11-4 0,-1 11 1 0,0 0 0 16,0 0-3-16,0 0 4 0,5 24-6 0,-3-13 6 15,0 4-4-15,1 1-22 0,-1 0-28 0,2 0-26 16,0-1-37-16,2 1-29 0,1-2-43 15,-1-3-135-15,-2-2-342 0,4 0 152 0</inkml:trace>
  <inkml:trace contextRef="#ctx0" brushRef="#br0" timeOffset="-207249.51">9724 15231 116 0,'-9'-1'184'16,"9"1"-10"-16,-18 7-17 0,9 1-5 0,-1 1-10 16,1 6-12-16,0 1-9 0,-2 7-12 0,5-6-13 0,1 2-8 15,3-1-7-15,0 1-4 0,1 1-12 16,1-3-5-16,5 0-3 0,0 0-9 0,2-1-16 16,2-1-32-16,1-2-34 0,-1-4-43 0,2-1-40 15,0-3-31-15,-1 2-105 0,0-5-272 0,-2 2 120 16</inkml:trace>
  <inkml:trace contextRef="#ctx0" brushRef="#br0" timeOffset="-207037.02">9865 15054 140 0,'0'0'164'16,"0"0"10"-16,0 28 13 0,0-9-4 0,-2 8-13 15,2 3-13-15,-4 2-15 0,3 0-12 0,0 2-11 16,-1 1-13-16,2-2-7 0,0-1-10 0,6-1-7 16,-5 0-18-16,-1-5-3 0,1 2-27 0,1-2-37 15,0-6-38-15,1-2-68 0,-1-2-75 0,-2-1-110 16,-2-3-319-16,-1-1 141 0</inkml:trace>
  <inkml:trace contextRef="#ctx0" brushRef="#br0" timeOffset="-206881.13">9834 15333 33 0,'0'0'112'0,"0"0"-21"16,24 7-35-16,-15-4-45 0,4 2-62 15,-3 3-54-15,3-2 23 0</inkml:trace>
  <inkml:trace contextRef="#ctx0" brushRef="#br0" timeOffset="-205547">10045 15547 104 0,'5'2'169'0,"-5"-2"-3"0,0 0 7 16,0 0-11-16,14-5-9 0,-9 1-10 0,3-1-8 15,-2-1-6-15,3-5-12 0,-1 4-10 0,-1-2-13 16,1-3-5-16,2-1-7 0,-1-1-5 0,-2-4-9 15,-2 4-11-15,1-2-2 0,0 2-6 0,-1-4-3 16,-1 7-8-16,-1-3 1 0,-2 3-7 0,1-2-2 16,-2 1-5-16,0 12-5 0,-4-18-1 0,4 18-2 15,-6-10-3-15,6 10 1 0,-9-7-8 0,9 7 3 16,0 0-5-16,0 0 1 0,-28 13 0 0,21 2-3 16,-3-5-2-16,1 4 6 0,1 3-4 0,0-1-3 15,2 3 3-15,3-3-2 0,-1 1 2 0,2 0 3 16,3-4-3-16,0 1-2 0,2-1 3 0,0-1-6 15,0-2 14-15,5 2-12 0,0-5 8 0,-1 2-2 16,2-3 2-16,0 0-1 0,2-1 0 0,-1-2-1 16,2-1 4-16,0-1 3 0,2-2-4 0,-1 0 0 15,-2-4 1-15,3 1-3 0,3-1 0 0,0-4 0 16,-4 0-4-16,-2 2 1 0,2-4 0 0,-3 2-2 16,0-1 4-16,0-3-1 0,2 0-1 0,-5-3-2 15,0 5 0-15,-1-7-5 0,-2 1 1 0,0-2-2 16,-3 1-4-16,-1 0 2 0,-3 2 1 0,0 0-1 15,-1-1 1-15,0 6-5 0,-1 2 6 0,2-3 1 16,0 5 2-16,-4-2-2 0,4 3 1 0,-1 2-1 16,1-3 1-16,3 7-2 0,-4-7-3 0,4 7-1 15,0 0-2-15,0 0 2 0,0 0 5 0,0 0-3 16,0 0 5-16,0 0-2 0,0 0 0 0,0 0 3 16,26 11 2-16,-9-7-5 0,-4-1 1 0,5 3 3 15,0 1-3-15,-1 1-1 0,-3-3 1 0,-1 5 2 16,1 1 0-16,-5-4 1 0,-2 2-5 0,1 3 5 15,-2 2-2-15,0 0 5 0,-5 2 4 0,-2 0 3 16,-1 1 1-16,-2-2 0 0,3-1 2 0,-3-4-3 16,2 2-2-16,-3 0 3 0,2 2-4 0,2-4-4 15,-2 0 3-15,3-1 0 0,0-2 2 0,0-7-2 16,0 11 5-16,4-7 7 0,-4-4 3 0,10 7 5 16,-1-7 4-16,0-2-8 0,4 1 2 0,-1-2-6 15,5-3 5-15,1-1-4 0,-1-2 0 0,0-1 2 16,0-3-7-16,1 2 2 0,-1-2 0 0,-3-1-3 15,1 0-1-15,-4-3 1 0,4-4-2 0,-2-1 1 16,-4 4-6-16,-1 2 0 0,-1-2 1 0,-3 0 2 16,0 3-4-16,-3 4 2 0,3 0 0 0,-2 0 0 15,0 1 2-15,-2 2 0 0,1 1 1 0,-1 7-3 16,2-11-1-16,-2 11-3 0,0 0-1 0,2-8-6 16,-2 8 2-16,0 0-1 0,0 0-1 0,0 0 3 15,0 0-3-15,0 28 0 0,1-15 4 0,0-1-2 16,0 5 2-16,3 1-3 0,0 0 1 0,0 1 3 15,0-2-1-15,0 3-3 0,2-4 6 0,-2 1-5 16,0 0 2-16,0-3 0 0,-1-2 1 16,-1 2 0-16,-2-3-1 0,0-1 4 0,0 1-5 0,0-3 4 15,0-8-4-15,-3 14 1 0,2-7 0 0,1-7 1 16,-4 10 0-16,3-3-5 0,1-7-4 0,-7 8-10 16,2-5-7-16,-1 1-9 0,6-4-7 0,-9 3-4 15,9-3-2-15,-9 1-1 0,9-1-2 0,0 0-3 16,-15-5-4-16,15 5 1 0,-5-6 2 0,5 6 5 15,-3-6-2-15,3 6 8 0,0 0-2 0,1-11 8 16,-1 11 0-16,7-8 12 0,-2 4 20 0,0-1-2 16,4 1 10-16,2 1 5 0,-3-2 4 0,3 3-1 15,1-2 0-15,1-1 0 0,0 1 1 0,-1 0-1 16,1-1 3-16,4 0-2 0,1 0 4 0,-6 0 2 16,2 0 8-16,-2 2-1 0,3-2 1 15,-5-1 7-15,2 1 5 0,-1-1 1 0,-4-1-3 16,-2 1 1-16,3 1 0 0,-2-1-1 0,0-1 2 15,0-1-2-15,-3 1 5 0,-3 7 0 0,4-14-5 0,0 6 2 16,-1 1-6-16,-1-3-4 0,2 3 0 16,-4 7-2-16,2-8-6 0,-2 8-1 0,2-7-2 15,-2 7-5-15,0 0-5 0,0 0-2 0,0 0-4 16,0 0 5-16,0 0-1 0,0 0-3 0,-11 25 3 16,7-13 0-16,-2 3-9 0,0-1 8 0,1 0 0 15,2 0 0-15,2-2-3 0,-3-2 0 0,4 3 3 0,-1-3-6 16,1 0 0-16,4-4-11 0,-4-6 1 0,4 13-8 15,-2-10 8-15,-2-3 2 0,10 3 1 16,-3-3 0-16,-7 0 4 0,18-6-4 0,-12 3 4 16,4-4 0-16,0 0 1 0,-2 0 0 0,0 0 0 15,-2-2 2-15,2-1-1 0,-2 1 0 0,-2-3 1 16,1 1-1-16,2-7 0 0,0 7 1 0,0-5-1 0,-2 1-2 16,0 1 2-16,-1 2 4 0,1 1-3 0,-1 3-3 15,-2 2 1-15,-2 6-3 0,3-11 1 16,-3 11-6-16,0 0 7 0,0 0-1 0,0 0 2 15,7 23 6-15,-9-5 0 0,-1-1 2 0,-2 0-2 16,-1 9-1-16,1-5 4 0,-2 2-4 0,1-3-4 16,-1-2-26-16,1 0-32 0,1 0-37 0,0-3-57 0,1-2-62 15,0-3-222-15,-1-1-473 0,0 0 209 16</inkml:trace>
  <inkml:trace contextRef="#ctx0" brushRef="#br0" timeOffset="-205149.81">11559 15169 135 0,'6'-8'200'16,"-3"3"5"-16,-1-1 1 0,-2 6-4 0,4-9-11 15,-4 9-13-15,4-4-22 0,-4 4-10 0,0 0-6 16,0 0 11-16,0 0 3 0,-8 30-11 0,3-13-11 15,0 1-8-15,1 7-11 0,-3-5-6 16,4 6-10-16,-2-1-14 0,1-7-6 0,2 7-10 0,-1-5 3 16,0-2-13-16,1 1-9 0,0-2-21 0,2-2-28 15,-2 2-28-15,0-2-36 0,-1-4-38 0,1 1-45 16,0-6-40-16,0 1-40 0,-2 0-181 16,-2-1-441-16,6-6 196 0</inkml:trace>
  <inkml:trace contextRef="#ctx0" brushRef="#br0" timeOffset="-204916.78">11347 15377 119 0,'4'-12'159'0,"-4"12"-2"16,15-11-3-16,-5 7-3 0,7-2-3 0,3 2-6 16,6-5-10-16,-6 5-11 0,7-2-11 0,5 3-6 15,-5-2-5-15,-4 4-8 0,-6 1-6 0,2-3-4 16,0 6-9-16,-5 0-4 0,-2 2-3 0,0 1-3 0,0 2-6 15,-4 2-5-15,0 4-1 0,-1-4-5 16,-1 5 1-16,-1 0-10 0,-1 2 1 0,-4-4-4 16,0 3-17-16,-4 1-29 0,3-5-35 0,-4 3-46 15,2-4-62-15,-1 1-58 0,-3-3-114 0,1 0-355 16,2-1 157-16</inkml:trace>
  <inkml:trace contextRef="#ctx0" brushRef="#br0" timeOffset="-204442.73">11960 15372 89 0,'0'0'178'0,"0"0"-15"15,0 0-9-15,0 0 2 0,0 0 3 0,-35-2-14 16,35 2-12-16,-17 5-8 0,8 3-7 0,1-1-1 16,-1 1-12-16,2 2-2 0,-2 3-15 0,0 0-5 15,5-3-9-15,0 0-11 0,3 2-3 0,1-3-5 16,1-1-7-16,3 2-3 0,-1-5-3 0,3-1-6 15,2 2 1-15,4-3-5 0,-3-1-2 0,5 0-7 16,-1-4 3-16,0-2-7 0,4-2 3 0,-5 2-2 16,0 0 2-16,-1-2-8 0,-4-2-2 0,3 2 2 15,0-1-6-15,-3 0-2 0,-3 0-10 0,2 1-3 16,-2 1-1-16,2-4-1 0,-5 5-1 0,-1 4 8 16,5-9-7-16,-2 3-1 0,-3 6-2 0,4-4 1 15,-4 4-1-15,0 0 2 0,0 0 5 0,0 0 6 16,6 15 5-16,-2-7-3 0,-4 2 3 0,-4 0 2 15,2 2-2-15,0-2 2 0,0 2-6 16,-2-2-27-16,0 4-42 0,0-4-48 0,1-1-62 0,-1 1-186 16,1 0-391-16,2-2 173 0</inkml:trace>
  <inkml:trace contextRef="#ctx0" brushRef="#br0" timeOffset="-194845.13">12634 15396 117 0,'0'0'119'0,"0"0"-7"16,0 0-3-16,0 0-8 0,-11 28-9 0,9-17-6 15,-2 1-6-15,0 4-8 0,3-4-3 0,-1-1-16 16,2 1 4-16,2 5-6 0,-2-6-6 0,5 0-5 15,-3 0-2-15,2 0-8 0,1-1 1 0,-1-2-4 16,0-2 2-16,4 1 2 0,-4-4 0 16,5 1 0-16,-4 0 8 0,1-3-3 0,4-1 1 0,-10 0-3 15,19-3 8-15,-9 1-9 0,-4-2 2 0,3 0-4 16,0-5-1-16,-4 2 1 0,1 0-3 0,1-2 5 16,-3 0-2-16,-2 1-4 0,1-2-5 0,-1 0 2 15,2 5-3-15,-4-3 4 0,0 8-5 0,4-9-3 16,-2 4-6-16,-2 5 0 0,0 0-3 0,4-8-3 15,-4 8 2-15,0 0-2 0,0 0 2 0,0 0-2 16,0 0-1-16,18 10 0 0,-9-6-2 0,-2 0 1 16,1 2 2-16,4 0-1 0,-3-1 0 0,4-1 3 15,1-2-7-15,-3 1 4 0,9-2-4 0,-5-1 11 16,4-1-8-16,0-3 1 0,-2 0 0 0,3-1 4 16,-2 1 1-16,-4-3-6 0,3 0 1 0,-3 2 6 15,-5-2-6-15,0 0 2 0,0-4-2 0,-2 4-1 16,-5-6-3-16,2 2-3 0,-2-5 4 0,-4-1-6 15,0 5 2-15,-4-3 1 0,1 4-3 0,-5-2 5 16,8 3-2-16,-2 0 1 0,0 4 0 16,-1 0-4-16,3 0 0 0,2 6 4 0,-2-8-3 0,2 8-2 15,-5-5-3-15,5 5 6 0,0 0-5 0,0 0 5 16,0 0-4-16,0 0 4 0,0 0-2 0,18 0 3 16,-18 0-2-16,13 5 2 0,-3-4 1 0,-1 3 3 15,3-7-8-15,2 6 4 0,-3-3 2 0,1-3-1 16,-3 3-4-16,0 0 2 0,2-2 5 0,-6 0 1 15,-5 2-3-15,13-1 4 0,-13 1 2 0,9-2-2 16,-9 2 1-16,7-2-2 0,-7 2 1 0,0 0 1 16,9-2-5-16,-9 2-2 0,0 0-3 0,0 0 0 15,0 0-3-15,0 0 5 0,0 0-4 0,18 9 5 16,-16-1-1-16,3 2-1 0,-1-1 6 16,-2 2-7-16,5 5 8 0,-3-2-2 0,1 3 0 0,-2 0-1 15,1-2 0-15,-2 2 0 0,2 1-14 0,-3-2-33 16,1 0-18-16,0-2-32 0,0 2-32 0,-2-3-31 15,-2-2-107-15,-3-1-288 0,3-1 127 0</inkml:trace>
  <inkml:trace contextRef="#ctx0" brushRef="#br0" timeOffset="-194686.26">13160 15159 2 0,'0'0'-1'15</inkml:trace>
  <inkml:trace contextRef="#ctx0" brushRef="#br0" timeOffset="-194471.11">13315 15171 11 0,'0'0'90'0,"0"0"-1"0,14 5-3 0,-14-5 2 16,11 13-2-16,-5-3-8 0,4 6 2 0,-1 9 2 15,-7-7 2-15,6 10-2 0,-3-2 1 0,0-3-6 0,2 3-9 16,-3 2-1-16,2-2-5 0,-3 0-6 16,-1-1-14-16,2-5 4 0,-1-1 2 0,0 7-6 15,-1-6-11-15,0-1 3 0,-2-1-23 0,4-1-10 16,-2 0-25-16,-2-4-30 0,3-1-32 0,-3-1-31 15,0-1-91-15,0-1-224 0,0-9 99 0</inkml:trace>
  <inkml:trace contextRef="#ctx0" brushRef="#br0" timeOffset="-194082.52">13434 15473 62 0,'16'-14'121'16,"-1"0"-20"-16,10-5-5 0,-4 4-4 0,1-2-7 15,0 3-1-15,-1-1-3 0,-6 2-3 0,-1 0 0 16,-1 0 1-16,1 2 0 0,-5-4-9 0,2 4 7 16,-5 1-3-16,2 2 7 0,-6-2-3 0,2 3 3 15,0 3-9-15,-1-3-5 0,-1 1-8 0,-2 6-8 16,4-7-7-16,-4 7-7 0,0 0 0 0,0 0-7 16,12 11-4-16,-8 1-5 0,-3 4 3 0,1 9-4 15,-2-4-3-15,2 3-3 0,0 2 0 0,0-1-2 16,0-6 4-16,-2 0-4 0,2 0-1 0,-1-2-3 15,1-1-1-15,0-6 1 0,-2 2 5 0,3-3-11 16,-1-2 3-16,-2-3 2 0,0-4 1 0,2 11 8 16,-2-11-1-16,3 3 0 0,-3-3 1 0,0 0-2 15,0 0 0-15,15-10 0 0,-6 2-4 0,-4-2 4 16,4 1-1-16,1 0 1 0,2 4 0 0,-3-1 0 16,2 0-5-16,-1 0-1 0,0 5 3 0,1 1 1 15,-1 0-3-15,-1 2-4 0,-1 0 5 0,2 7-6 16,1-3 3-16,-2 2-18 0,3 1-27 0,-4 1-27 15,-1 0-46-15,-1 1-35 0,2-1-38 0,-4 2-123 16,0-1-334-16,-4 0 148 0</inkml:trace>
  <inkml:trace contextRef="#ctx0" brushRef="#br0" timeOffset="-193049.73">5338 16099 156 0,'-8'-4'189'0,"-2"1"-23"0,-3 0-12 0,0 3-10 0,-7 5-7 16,-1 0-12-16,-6 8-4 0,-1-3-11 0,0 7-4 15,-1 4-7-15,2 0-4 0,-1 3-6 0,2 2-11 16,6 0-10-16,-2 2-2 0,3 2-11 16,4-1 0-16,1-2-32 0,5 0-1 0,5-3-5 0,5-6-2 15,3-1 0-15,2-2 5 0,1-4-3 0,4 1-2 16,2-2-2-16,4-2 4 0,-1-3-8 0,3-2 0 15,2-3 1-15,-2-2 2 0,8-4-1 16,-7 0 3-16,2-3-5 0,1-3 4 0,0-3-6 0,-1-1 1 16,-3-1-1-16,0 0 3 0,-6 1-5 15,4-5 11-15,-5-1-4 0,1-1 0 0,-5 0 1 16,-3-1-1-16,-1 5 2 0,-3 0 0 0,2 0-7 16,-3-9 8-16,-2 11 3 0,2 0 3 0,0 5 8 15,-1 3 5-15,1 9-6 0,0 0 0 0,1-13-10 16,-1 13 0-16,0 0-5 0,0 0 3 0,0 0-3 15,0 0-1-15,9 37 0 0,-6-19-3 0,1 8 1 16,1-2 1-16,-3 2-6 0,6-2-23 0,0 1-36 16,-2 0-40-16,2-6-34 0,2 2-44 0,0-3-50 15,-2-1-118-15,1-1-366 0,2 0 162 0</inkml:trace>
  <inkml:trace contextRef="#ctx0" brushRef="#br0" timeOffset="-192676.86">5619 16215 100 0,'-5'-7'221'0,"5"7"-18"16,-7-11-21-16,7 11-18 0,-3-8-25 0,3 8-11 15,0 0-11-15,0 0-12 0,0 0-13 16,0 0-3-16,5 37-8 0,0-18-10 0,4 6-4 15,0-1-8-15,-3 0-2 0,3-1-5 0,0-3-10 16,-3-2-2-16,2 0-2 0,0-3-5 0,-1 2-1 16,-2-6-5-16,1-2-1 0,-3 1-4 0,0 0-2 15,2-2 0-15,-4-4-5 0,2 3 4 0,-3-7 0 16,1 6 7-16,-1-6 2 0,0 0 3 0,0 0 1 16,0 0-5-16,0 0 1 0,14-18-7 0,-10 5-2 15,-1-3 5-15,2-2-9 0,-1-2 2 0,1-6-2 16,-2 0-5-16,5-1-2 0,-1-2-8 0,-2-2-2 15,2 1-4-15,-2 2-9 0,1 2-7 0,-1 10-11 16,-3 0-12-16,0 5-29 0,-2 11-35 0,5-13-32 16,-5 13-9-16,0 0-6 0,0 0-11 0,12 3-111 15,-12-3-299-15,0 0 133 0</inkml:trace>
  <inkml:trace contextRef="#ctx0" brushRef="#br0" timeOffset="-192076.75">6024 16198 40 0,'0'0'175'0,"0"0"-2"0,-11-10-6 0,2 5-8 0,-2 3-2 15,11 2-11-15,-25 5-12 0,7 2-12 16,4 2-11-16,-4 4-10 0,0 4-10 0,0 4-4 16,2-1-13-16,4 1-9 0,0 1-1 0,4-4-9 15,1 1-8-15,5-2-5 0,-2 1 0 0,4-1-7 16,1-1-2-16,0-6-6 0,5 0-2 0,-1-2 1 0,5 0-6 15,-1-4 0-15,0 1 1 0,3-4-4 16,0 1-3-16,1-4-2 0,0-2 0 0,-1 1-1 16,1-4 2-16,1-5-6 0,0 2 3 0,2-2 1 15,-5 0-4-15,-1 0 2 0,-1 0-1 0,-2 2 3 16,-1-2-4-16,-4-1-4 0,2-4 7 0,-2 6-5 16,0 0 7-16,-2 1-1 0,0 1-2 0,0 9 2 15,0-11-2-15,0 11-4 0,0-9 1 0,0 9-7 16,0 0-1-16,0 0 2 0,0 0 0 0,0 0 0 15,-2 31 0-15,2-16 5 0,0 0-3 0,2 2-1 16,2 0-4-16,0 1 6 0,1-2 2 0,1-6-1 16,1 5-2-16,0-4-3 0,1-2 0 0,2-2-5 15,1-1 3-15,-1-3-3 0,4-1-2 0,-1-3 0 16,1-1 1-16,-2-3-2 0,5-4 6 0,-3 2-5 16,-4-1 4-16,4-3 1 0,-3-3-2 0,-5 1 4 15,0-3-2-15,-1-2 0 0,-2 0 1 0,1 1 6 16,-4-2-5-16,1-8-4 0,0 1 7 15,1 1-6-15,-5-2 1 0,1 1 3 0,-2-3 0 16,-1 4-2-16,-3 0 2 0,3 6 3 0,-1 2-3 0,4 4 9 16,-3 3 4-16,4 1-1 0,1 9 4 0,-5-13-10 15,2 11 0-15,3 2-4 0,0 0 7 0,0 0-3 16,0 0 3-16,4 33-1 0,-3-7 4 0,3 6 0 16,-3 0-2-16,1 3 1 0,-1-1 0 15,0-2 3-15,2 3-8 0,1-4 2 0,-2-2-2 16,1 0-12-16,1-2-18 0,2-1-20 0,-2-9-25 15,2-2-24-15,-2 2-28 0,5-2-13 0,1-7-25 16,-1 1-9-16,1-4-130 0,3 0-322 0,0-1 142 16</inkml:trace>
  <inkml:trace contextRef="#ctx0" brushRef="#br0" timeOffset="-191793.82">6589 16264 41 0,'0'0'136'0,"-5"-19"-9"16,1 13-4-16,4 6-7 0,-15-5-1 0,15 5 10 15,-22 6 2-15,7 3-4 0,-1 0-13 0,2 4 0 16,-5 6-14-16,7-4-9 0,2 2-6 0,1-1-5 16,3 0-10-16,0-1-7 0,0 2-4 0,5-5-9 15,0-1-7-15,2-1 2 0,0-3-9 0,1 1 5 16,0-2-9-16,1-1 3 0,-3-5-5 16,8 7-1-16,-3-6-6 0,-5-1 2 0,15-1-4 0,-15 1 0 15,15-7-2-15,-5 0 3 0,-1 0-7 0,0 0 0 16,2 0 3-16,-4-3-2 0,2 2-6 0,-4-2 4 15,3 5-4-15,-8 5 0 0,9-11-1 0,-9 11-5 16,8-3 3-16,-8 3-5 0,0 0-1 0,0 0-10 16,0 0-21-16,16 10-27 0,-13-2-26 15,-1 2-37-15,1 0-51 0,-3-10-120 0,-4 21-321 16,3-10 142-16</inkml:trace>
  <inkml:trace contextRef="#ctx0" brushRef="#br0" timeOffset="-191591.61">6712 16357 41 0,'6'-14'142'15,"0"2"8"-15,2 2-8 0,0 1 2 0,-3 2-2 16,3 1-8-16,-8 6-3 0,15-4-4 0,-10 4-2 16,3-1 0-16,-8 1-19 0,17 8-4 0,-6-2-11 15,-4 2-11-15,2 2 1 0,-1 1-13 0,1 3-12 16,-5-2-29-16,3 2-42 0,-4-2-41 0,-2 1-60 15,2-2-64-15,-6 5-95 0,2-7-297 0,-2 2 132 16</inkml:trace>
  <inkml:trace contextRef="#ctx0" brushRef="#br0" timeOffset="-191217.53">7009 16169 56 0,'-9'-2'173'16,"9"2"-7"-16,-14 10-11 0,7-1-14 0,-1 8 0 15,-1 1-16-15,0 8-8 0,-1 0-10 0,5 3-19 16,4 0-3-16,-1 1-4 0,2-5-13 0,4 1-3 16,4-2-5-16,-3-6-6 0,3-2-8 15,1 2-2-15,3-4-6 0,2-1-18 0,3-2-20 0,0-3-23 16,-1-1-27-16,-3-1-27 0,1-4-15 0,3 0-18 15,-3-2-24-15,2-4-90 0,-2 0-243 0,-2-1 107 16</inkml:trace>
  <inkml:trace contextRef="#ctx0" brushRef="#br0" timeOffset="-190779.28">7241 16066 118 0,'0'0'128'0,"0"-13"-13"0,0 13-12 0,0 0-3 15,0 0 0-15,0 0 9 0,0 0 9 0,9 35-17 16,-7-16-4-16,4 8-10 0,-4 0-10 0,-2 2-7 0,6-1-8 16,-4 1-2-16,-1-6-11 0,3 2-3 15,-4-7-4-15,1 3-3 0,-1-5-4 0,3-3 0 16,-2 0-9-16,1-3 2 0,0 1-4 0,-1-5-3 16,-1 0-3-16,0-6 3 0,2 10-8 0,-2-10 2 15,2 8 4-15,-2-8-10 0,0 0-7 0,0 0-9 16,3 4-9-16,-3-4 0 0,0 0-2 0,0 0 6 15,29-9-2-15,-18 6 0 0,-2 0 2 0,5 0 5 16,-2 2-6-16,0-2 0 0,0 3-6 0,-12 0 13 16,20-1 8-16,-3-2-1 0,-4 3-1 0,0-2 0 15,-2 1 6-15,8 1 0 0,-7-4-1 0,3 0 0 16,-3-1-7-16,2 0 7 0,0-3-4 0,-7 3 4 16,5-3 6-16,-4-1 0 0,-1-1 10 0,0 1 2 15,-2 0 5-15,-2-1 0 0,3-4 0 0,-5 2-2 16,0 2 5-16,-1 10-2 0,-5-22-1 0,2 13-5 15,3 9 6-15,-5-12 1 0,-1 7-7 0,6 5-3 16,-9-3-1-16,9 3-2 0,0 0 1 0,-25 15-3 16,12-3-6-16,1 3 0 0,1 8-1 15,2-5 4-15,4 0-16 0,2 2-27 0,-1 0-24 0,8-1-53 16,4 0-58-16,-1-2-149 0,2-4-341 0,5 2 152 16</inkml:trace>
  <inkml:trace contextRef="#ctx0" brushRef="#br0" timeOffset="-188404.1">8070 15992 200 0,'0'-9'239'16,"0"2"-21"-16,0 7-21 0,0-9-24 0,0 9-19 16,0 0-18-16,0 0-12 0,0 0-16 0,0 0-6 15,0 0-5-15,9 35-10 0,-5-8-3 0,0 6-7 16,-2-1-6-16,1 0-7 0,-2 3-5 16,2 0-8-16,-1-2-27 0,1-3-6 0,-1 0 2 0,1-1-5 15,-2-4 1-15,2-7-4 0,-1 0 2 0,2-7 5 16,-3 1-9-16,2-2 2 0,-2 0-2 0,0-3-4 15,1 0 6-15,-2-7-2 0,1 11 4 16,-1-11 5-16,1 6 13 0,-1-6 9 0,0 0-5 16,0 0-3-16,0 0-4 0,0 0-4 0,0 0-2 15,0 0-3-15,0 0 0 0,5-26-2 0,-3 15-5 16,2-2-2-16,1-2 0 0,4 0-7 0,-4 5-8 0,5-5 1 16,3 4-6-16,-4 2 2 0,5 0 1 15,-2 1-1-15,0 5 3 0,2 1-5 0,-2 2 1 16,-12 0 2-16,22 3 1 0,-12 4 1 0,-1-1-4 0,2 1 3 15,-6 3 3-15,1-1-2 0,-3 2 1 16,-2 0-2-16,-2 2 1 0,1-2-1 0,-3 0 2 16,1 1 0-16,-3-2-5 0,2 1-15 0,-7-1-14 15,2-1-32-15,2-3-19 0,-3 1-35 0,-2-1-38 16,0-2-37-16,0 0-131 0,-2-4-354 0,13 0 157 16</inkml:trace>
  <inkml:trace contextRef="#ctx0" brushRef="#br0" timeOffset="-188108.92">8358 16208 123 0,'15'0'179'0,"2"-1"-20"0,0 6 2 16,1-1-6-16,0 2-10 0,0 3-10 0,-1 0-4 16,-1 2-11-16,-1 4-12 0,-3-4-12 0,-2 5-2 15,-1 0-8-15,0 2-8 0,-1-1-11 0,-4 0-6 16,0-2-4-16,1 1-6 0,-5-5-3 0,0 1-6 15,-3-2-4-15,1 0-6 0,-1-2 2 0,-2-3-4 16,1 0 3-16,4-5-2 0,-14 2 0 0,8-2 10 16,6 0-3-16,-14-7 4 0,6 0-5 0,3-3 0 15,1-2-6-15,2-5-3 0,-1 1-4 0,2-3 0 16,3-1-5-16,3 2-6 0,1-2-8 16,5-2-7-16,-2 5-11 0,0 1-19 0,2 2-18 15,2 3-36-15,-1-3-25 0,4 6-30 0,1 0-35 16,-1 5-17-16,2 2-117 0,-5 1-337 0,-13 0 149 15</inkml:trace>
  <inkml:trace contextRef="#ctx0" brushRef="#br0" timeOffset="-187825.47">8788 16400 22 0,'0'0'161'0,"0"0"-11"0,0 0-13 0,17-8-8 16,-17 8-18-16,10-12-13 0,-1 5-7 0,-3-3-5 15,3 1-11-15,0-4-10 0,2 2-5 0,-4-1-1 16,-2 0-10-16,3-4-3 0,-3 6-1 0,0-4 1 16,-5 2-9-16,0-3 1 0,0 15 0 0,-2-20-4 15,-3 10 6-15,2 2-3 0,-1 0-7 0,4 8 3 16,-9-10-8-16,9 10 0 0,-11-2-6 0,11 2 1 16,-17 8 2-16,8-1-3 0,-1 2 0 0,1 5-2 15,-1 2-3-15,1 2 3 0,1-1-8 0,6 2 5 16,-3-3 0-16,3 5-2 0,2-3-1 15,3 0-15-15,-1-3-26 0,4 1-27 0,1-4-22 0,6 2-31 16,-4-6-36-16,4 1-112 0,-3-4-280 0,3-2 124 16</inkml:trace>
  <inkml:trace contextRef="#ctx0" brushRef="#br0" timeOffset="-187289.67">9153 16294 90 0,'2'-17'129'16,"-2"17"3"-16,-5-13-2 0,5 13-14 0,-10-6 2 15,10 6-5-15,-18 1 0 0,18-1-5 16,-19 11-6-16,7-4-8 0,1 0-2 0,-3 4-7 16,1 0-9-16,5 1-9 0,1-2-8 0,2 0-4 15,-1 0-10-15,2 0 3 0,1-2-16 0,4 3 6 16,-1-5-8-16,0-6 3 0,4 10-7 0,0-5 4 16,1-3-1-16,-5-2-12 0,0 0-3 0,19 0 2 15,-19 0-1-15,13-6-1 0,-4 1-4 0,-2-1 2 16,-2-1 3-16,1-3-3 0,-1 2 2 0,-5 8 3 15,6-17-2-15,-2 9 0 0,-3-2-1 0,-1 10 6 16,0-14-2-16,0 14 0 0,1-12 5 0,-1 12-3 16,2-8-3-16,-2 8-3 0,0 0 0 0,0 0-3 15,0 0 3-15,0 0 2 0,0 0-1 0,0 0 0 16,0 0-1-16,0 0 2 0,3 27-1 0,1-18-1 16,0-3-3-16,5 2 0 0,0-2 3 15,1 0-1-15,2 0-1 0,1-4 9 0,6 0-3 16,0-4 1-16,9 1-4 0,1-6 0 0,0-1 1 0,0-1-3 15,-9 1-3-15,-2-2 5 0,-1-1 6 0,-3-1-6 16,0 0 5-16,-4-3 2 0,1 2 2 0,-6-3 2 16,1-2-3-16,-2 2 0 0,0-1-1 0,-3-2-1 15,-1-7 3-15,-1 2-5 0,-1-1-4 0,0 6 2 16,-1 3-4-16,1-1 6 0,-3 5 6 0,3-1 5 16,1 4 4-16,1 9-1 0,-4-14-6 15,4 14-3-15,-2-8-4 0,2 8-3 0,0 0 0 16,0 0-1-16,0 0 2 0,0 0-1 0,5 55 0 15,-4-28-1-15,2 0-3 0,0 2-2 0,0 0 1 0,-3-1-1 16,2 0-1-16,1-1 1 0,0 1-1 16,-1-1-12-16,1-8-22 0,2 7-23 0,-4-9-44 15,4-1-36-15,-1 1-54 0,-4-4-56 0,0-2-209 16,-1 0-482-16,1-11 214 0</inkml:trace>
  <inkml:trace contextRef="#ctx0" brushRef="#br0" timeOffset="-187013.77">9577 16127 25 0,'0'0'174'0,"0"0"-6"16,0 0-9-16,0 0-8 0,-31 21-8 0,22-11-17 16,-3 2-10-16,0 1-10 0,-2 1-9 0,1 1-8 15,0-3-14-15,-2-1-5 0,2 1-7 0,1-2-7 16,4 0 0-16,-1-4-15 0,0 1 1 15,9-7-3-15,-9 7-8 0,5-2 0 0,4-5-6 16,0 0 1-16,-4 11 1 0,4-11-4 0,0 0 5 16,0 0 1-16,12 18 4 0,-2-12-4 0,-4 1 6 15,2 0-6-15,1 2-6 0,0-1 1 0,-4 0-14 16,5 1-27-16,-2-1-34 0,6 4-34 0,-1 0-33 16,3 0-17-16,4-6-31 0,7 4-106 0,4-4-294 0,4-4 131 15</inkml:trace>
  <inkml:trace contextRef="#ctx0" brushRef="#br0" timeOffset="-186463.46">9841 16241 45 0,'-12'-4'174'0,"0"-2"-5"0,-3 4-10 0,-1 0-13 0,-1 2-12 16,-3 5-8-16,1-2-15 0,0 6-7 0,2-2-14 15,0 5-9-15,1 2 1 0,2 1-14 0,1-2-6 16,4 3-6-16,2 0-5 0,2-6-11 16,2 5 3-16,3-4-8 0,1 0 0 0,3-1-6 15,1-1 0-15,3 0-4 0,2-2-2 0,2-1 2 16,-1-4-5-16,2 1 3 0,5-4-7 0,0-1 0 16,-4 0 2-16,1-4-3 0,2-2 0 0,-2-3-4 15,0 0 5-15,-4-1-2 0,-2-1 3 0,-1-1-3 16,0-1 1-16,0-2 2 0,-4-2-1 0,0-7-5 15,-3 10 6-15,3-9-6 0,-2 0 4 0,1-2-6 16,-5-1 4-16,1-2-10 0,-3 3 8 0,1-1-1 16,-2 2 11-16,2 7 10 0,2 2 17 0,-2 5 7 15,2 3 2-15,1 9-3 0,-1-14-7 0,1 14-12 16,-4-7-2-16,4 7-6 0,0 0-1 0,0 0-3 16,0 34-1-16,-2-7-3 0,1 6 2 0,-2 2-3 15,5-3 1-15,-2 1-4 0,0 0 0 0,0-1-3 16,1 0-15-16,2-3-31 0,1-1-33 0,-2-1-39 15,5-1-55-15,-4-7-45 0,0 0-179 0,-1-2-416 16,2-7 185-16</inkml:trace>
  <inkml:trace contextRef="#ctx0" brushRef="#br0" timeOffset="-186178.81">9996 16327 40 0,'0'0'169'0,"0"0"1"0,0 0-12 16,0 0-16-16,-15 31-8 0,15-20-10 0,1 0-12 16,2 1-4-16,3-2-14 0,-1 1-5 0,1-2-6 15,2 0-5-15,0-4-5 0,1 2-1 16,2-1-4-16,1-3 1 0,0-1 2 0,1-2 5 16,0-2-5-16,-1-1 4 0,-1-1-2 0,0-1 8 15,-3-1-1-15,-3-3 0 0,-2 1-6 0,-3 8-7 16,3-18-8-16,-5 8-3 0,2 10-11 0,-7-22-2 15,-1 12-10-15,-4-2-5 0,0 0-13 0,-4 0-21 16,6 4-24-16,-5-1-17 0,-1 0-32 0,-3 4-25 16,6 1-36-16,2 2-30 0,-3-1-28 0,4 3-142 15,10 0-367-15,-22-1 162 0</inkml:trace>
  <inkml:trace contextRef="#ctx0" brushRef="#br0" timeOffset="-185782.39">10199 16253 129 0,'5'5'130'0,"-5"-5"5"0,0 0-12 0,7 12 5 0,-7-12-5 15,2 11-10-15,-2-11-10 0,1 14-4 0,1-7-4 16,-1 3-1-16,-1-10-12 0,3 15-9 0,-1-7-5 16,-2-8-1-16,4 13-5 0,1-8-3 0,-1 1-4 15,2-1 0-15,-1-2-9 0,3 1 1 0,-1 0-1 16,2-2 0-16,-1 0-7 0,4-2 0 15,-2 0-6-15,3-4-5 0,-1 2 1 0,-1-1-5 16,-2 0-1-16,1 2-1 0,-1-2-3 0,-9 3-3 16,10-4 1-16,-10 4-1 0,9-1-9 0,-9 1-3 15,0 0 3-15,12 0-7 0,-12 0 7 0,6 5-4 16,-2-2-1-16,-4-3 2 0,5 9-1 0,-1-4 0 16,1 1-1-16,-1-2 1 0,1 0-3 0,-1 2 0 15,-4-6 4-15,8 7-2 0,-5-5 3 0,-3-2 1 16,11 0 0-16,-11 0 6 0,11-4 10 0,-5 1 0 15,-2-4-2-15,1-2 3 0,-1 3 4 0,1-1 4 16,-1-4-7-16,0 0-2 0,-1-1 0 0,3 1 0 16,-3 2-6-16,-2-7-12 0,0 5-37 0,0 2-30 15,-1 9-23-15,0-20-35 0,0 20-40 0,2-12-43 16,-2 12-121-16,0 0-353 0,0 0 156 0</inkml:trace>
  <inkml:trace contextRef="#ctx0" brushRef="#br0" timeOffset="-185550.97">10707 16358 137 0,'0'0'178'0,"2"-17"-12"16,2 7 8-16,-1 1-4 0,-2-2-12 0,3-1-6 16,0-3-11-16,1 1-10 0,2 2-1 15,4-2-2-15,-1 1-6 0,2 3-4 0,3 0-5 16,-3 2-6-16,0 4-8 0,-1 2-10 0,-11 2 5 15,23 2-10-15,-6 4-6 0,-7 1-5 0,4 6-9 16,-4-1-8-16,3 2-4 0,-4 1-8 0,-1 2-14 16,-2-1-44-16,-2 1-46 0,-1 0-60 0,1-2-69 0,-3 2-229 15,0-5-453-15,-1-12 202 0</inkml:trace>
  <inkml:trace contextRef="#ctx0" brushRef="#br0" timeOffset="-184398.77">11439 16508 143 0,'5'-10'215'0,"0"-5"-10"0,0-1-8 15,2 0-11-15,-2-1-14 0,0-1-12 0,2-1-11 16,-4 1-12-16,2-3-12 0,0-3-10 0,-1 5-15 15,-2 1-5-15,0-3-10 0,-3-4 0 0,0 5-7 16,-1 4 3-16,0-1 2 0,0 5-9 0,-3 1 3 16,1 1-7-16,0 2-9 0,4 8-2 0,-16-12-11 15,7 7 3-15,-4 3-11 0,3 2-3 16,10 0-2-16,-23 6-8 0,11-2-2 0,1 1 0 16,-1 1-4-16,1-2-5 0,2 3-3 0,4-2-3 0,5-5 0 15,-6 11-2-15,6-11-1 0,0 10 4 0,0-10-3 16,10 11-4-16,1-6-3 0,1-1 0 0,6 1-1 15,1-1 3-15,1 0-3 0,2-3-1 16,-2-1-1-16,0-1-1 0,6 2 0 0,-6 1 1 16,-9 1-2-16,1 1 1 0,-2 0-2 0,1 4 6 15,-2-3-3-15,-1 5 0 0,-2 0 0 0,-1 6-4 16,-1 0 2-16,0-4 4 0,-2 5-4 0,0-3 5 16,-1 4-4-16,-1-3 5 0,4-1-3 0,-1-3 2 15,-1 2 5-15,2-1-9 0,0-5 10 0,3 1-6 16,-4-2 2-16,4-1-3 0,0 2-1 0,-7-7 3 15,17 4 3-15,-6-4-5 0,1 0 2 0,-12 0-2 0,24-8 0 16,-10 2 0-16,1-4 2 0,1 1-4 16,-2-4 5-16,-5 4-3 0,2-4 5 0,-2 0-3 15,0-1 0-15,-4-1 1 0,-2-2-3 0,2 0 2 16,-5 1 1-16,2-1-3 0,-4 3 1 0,2-3 1 16,-3 5-2-16,1 2 3 0,2 10-7 0,-4-15 7 15,4 15-2-15,-2-10-1 0,2 10-3 0,0 0 0 16,0 0 3-16,0 0-1 0,0 0 7 0,-15 23-4 15,9-8-2-15,0 4 4 0,0-2-1 0,5 2 0 16,1-1 2-16,0-1-4 0,0 0 2 0,1-5 2 16,3 1 0-16,4 0-1 0,0-3-1 0,-1 0 5 15,1-3-4-15,3 0-1 0,3-2 2 0,-3-3-3 16,8-1 4-16,-2-4-4 0,1 1 4 0,-5-3 0 16,3-2-4-16,-1 0 2 0,-3-1 0 0,-2 1-5 15,-2-2 8-15,0-1-4 0,0 0 2 0,1-5-3 16,-7 4-1-16,2-6 0 0,-1 2-1 0,-3-2 0 15,0 2-4-15,0-2 0 0,0 7 1 0,0 10-1 16,-1-21-2-16,1 21 1 0,-2-11-3 0,2 11-1 16,0 0-2-16,0 0 3 0,0 0 6 0,0 0 0 15,0 0 8-15,0 0-3 0,2 49 1 0,-4-32 2 16,2 4-1-16,-2 3 0 0,2-5 1 16,0 7-3-16,0-7 2 0,0 1-2 0,0-4 0 15,0 2 2-15,0-5-1 0,0-2 0 0,0 0 2 16,2-3-6-16,0-2 6 0,-2-6-2 0,1 10 6 15,-1-10-3-15,3 4-1 0,-3-4-2 0,0 0 2 16,0 0-3-16,23-11 4 0,-12 2-3 0,2 1 2 16,2-4-1-16,-2-1-5 0,2 1 4 0,-2-3-1 15,7-4 1-15,-5 0-2 0,-1 4-1 0,-2 1 3 16,1-4-2-16,0 4-1 0,-1-10 1 0,-1 12-2 16,-2-4-1-16,-5 4 3 0,-2 1 1 0,1 0-1 15,-2 1-2-15,-1 10 0 0,3-17 3 0,-3 17-4 16,0 0 1-16,-7-12 2 0,7 12-2 0,0 0 6 15,0 0-4-15,-25 15 5 0,16-2-1 16,1 3-1-16,-2-2 0 0,6 3 4 0,-1 0-3 0,1 0-3 16,4 1 9-16,0-1 3 0,1-2-10 0,5 0-9 15,0 1-35-15,4-7-32 0,-2 4-39 0,0-4-43 16,3-1-45-16,-5 0-53 0,3 1-187 0,-6-5-474 16,-3-4 210-16</inkml:trace>
  <inkml:trace contextRef="#ctx0" brushRef="#br0" timeOffset="-184222.26">11715 16070 178 0,'0'0'195'0,"-10"-7"-28"0,10 7-27 16,0 0-34-16,0 0-42 0,0 0-53 0,0 0-60 0,0 0-87 15,0 0-146-15,38 23 64 0</inkml:trace>
  <inkml:trace contextRef="#ctx0" brushRef="#br0" timeOffset="-183725.98">12764 16220 137 0,'0'0'224'0,"-6"-18"-5"0,-1 4-10 16,-4 2-3-16,-7-1-14 0,-2 5-14 0,-5-2-14 15,-4 6-7-15,-4 3-10 0,2 2-9 0,-4 5-18 16,6 2-7-16,-5 4-12 0,8 7-14 0,-1 0-7 16,6 1-8-16,0 3-7 0,4-1-8 0,3 1 2 15,5 3-9-15,7-7-7 0,4 0-1 0,5 4-6 16,-2-5-4-16,6-1-5 0,2-3-4 0,4-2-1 15,0-1-6-15,3-3-4 0,7 1-2 16,-1-5-5-16,5 0-5 0,-10-4-1 0,2 0-1 16,5-4 0-16,-6-3 2 0,-3 0 0 0,6-5 3 0,-6 3-2 15,-2-3 2-15,-3-2-4 0,0 1 6 0,0-2-7 16,-2 1 7-16,-3 0-2 0,-3 2 2 0,-2-1 3 16,-2-2-1-16,0 4 2 0,0 0 7 15,0 2 2-15,-2 9 0 0,3-10-4 0,-3 10-4 16,0 0-3-16,0 0 6 0,0 0-8 0,0 0 12 15,0 0-7-15,14 33 7 0,-10-6 7 0,0 5-3 16,-3 3-4-16,3 11-1 0,-2-13-1 0,-2 1-1 16,0-1-1-16,0 0-3 0,0 2 4 0,2 1-6 15,-2-4 3-15,-2 3 4 0,0-2-7 0,2-1-2 16,-4-1 2-16,1-2-1 0,1-3 2 0,-7-2-3 16,2 1-4-16,-4-3-3 0,1-6-5 0,0-2-20 15,1-1-18-15,-3-4-31 0,1-3-24 0,2-3-30 16,-3 1-41-16,1-2-46 0,11-2-48 0,-24-2-141 15,11-5-437-15,-4-2 195 0</inkml:trace>
  <inkml:trace contextRef="#ctx0" brushRef="#br0" timeOffset="-183107.06">12789 16386 2043 0,'17'-21'32'16,"2"1"-15"-16,-5 8-19 0,-1 0 6 0,1 3 2 15,-3 5-10-15,0 0 4 0,3 3 11 0,-1 1 7 16,5 5 6-16,-7-1 4 0,7 6 8 16,-2-1-4-16,4 10 6 0,-1-3-3 0,-4 7-2 15,-1-1-1-15,-5-4 0 0,-5-2-8 0,2 1-1 16,-3 0 2-16,-1 1-7 0,-4 0 2 0,-1-3-6 0,-3 0 0 16,0-6-3-16,-1 3-6 0,-3-5 1 0,0 0-6 15,1-1 1-15,-5-3-2 0,5-2 2 0,-2-1-3 16,2 0 1-16,9 0 1 0,-14-11-2 15,10 3-1-15,0-1 3 0,4-2-1 0,4-2 0 16,-2-4-5-16,5 1 2 0,1-3 4 0,7-1-4 16,-2-5 1-16,3 6 2 0,1-1-2 0,-1-2 1 15,2 1-3-15,4 1 3 0,1-1-1 0,0 1 2 16,-1 2-1-16,0 1-3 0,-1 1 4 0,-4 4 0 0,-3 3 1 16,-3 2-3-16,-2 0 4 0,0 0 3 15,-4 3 2-15,-5 4-2 0,9-8 6 0,-9 8 4 16,8-7-3-16,-8 7-2 0,0 0-3 0,0 0 0 15,8-5 4-15,-8 5-4 0,0 0 0 0,0 0-4 16,0 0 4-16,0 0 2 0,-18 30-2 0,9-15 2 16,-3-1-5-16,3 3 2 0,0-1-4 0,5 1 6 15,-3 1-6-15,2-1 4 0,1-2 3 0,0-1-6 16,2 3 1-16,4-4-2 0,-2-2 0 0,0-1 3 16,4 1-1-16,0-3 2 0,-1-2 1 0,4-1-3 15,-3 0 1-15,1-2-1 0,-5-3 3 0,11 1-3 16,-11-1 4-16,16-4 3 0,-10-1-7 0,-1 0 7 15,1-4-9-15,1 0 0 0,-4-1 3 0,-1 1 0 16,2-1 0-16,-4-3 0 0,2 2-3 0,-2 11 4 16,0-21 1-16,1 11-3 0,-1 10 7 0,0-13-7 15,0 13-2-15,0 0-5 0,0 0 4 0,0-11-3 16,0 11 3-16,0 0 0 0,0 0 6 0,8 27-6 16,-6-13 3-16,0 2 0 0,3-1-6 15,-3 2-16-15,4-1-29 0,0 0-39 0,-2 0-25 0,3 0-46 16,5-4-45-16,-1 0-159 0,1 1-392 0,5-5 174 15</inkml:trace>
  <inkml:trace contextRef="#ctx0" brushRef="#br0" timeOffset="-182300.98">13513 16253 212 0,'0'0'223'16,"-2"-14"0"-16,2 14-14 0,-3-12-13 0,3 12-23 15,-5-7-13-15,5 7-21 0,0 0-12 0,0 0-14 16,0 0-10-16,-31 15-9 0,22-1-8 0,-4 1-12 16,-1 6-7-16,1 2-7 0,1-1-2 0,4-5-7 15,3 1-7-15,1 0-5 0,-1-2-3 0,5 1-3 16,0-3-4-16,1-3-1 0,5 1-1 0,0-4-7 15,-1 2-1-15,5-4-3 0,-4-2-1 0,1 1-6 16,7-5 6-16,-1 2-6 0,-13-2-5 0,24-8 4 16,-13 4-2-16,-4-2-4 0,3-3 5 0,3-5-4 15,-5 0 3-15,0 0-4 0,-4-3 5 16,1-2-6-16,-1 0 2 0,-2-6-1 0,0-1-1 0,-2-1 5 16,-2 2-5-16,0-4 1 0,-5 2-1 0,1 2-2 15,1-4 4-15,0 4 2 0,-1 1-2 0,-1 5 6 16,3 3 1-16,1 5 13 0,-2 0 6 0,5 11-7 15,-4-10-6-15,4 10-4 0,0 0-1 16,0 0 0-16,0 0 0 0,0 0 4 0,4 41 2 16,1-12-1-16,0 0 1 0,-3 0-5 0,2 2 3 15,-1-1-5-15,1 0 3 0,0 1 6 0,2 0-9 16,0-4 2-16,-1-3-1 0,-1-5-3 0,2 0 1 16,1-3-1-16,-2-3 0 0,0 1 1 0,3-4-3 15,-1-3 1-15,2-1 0 0,-2-3 2 0,-7-3-2 16,17 3-1-16,-7-3 3 0,1-4-3 0,-2-2 4 15,0 0-5-15,0-3-2 0,0-2-2 0,0-3 5 16,-4-2-3-16,4-1 2 0,-5-1-11 0,0 0 2 16,1-7-3-16,-5 5-4 0,4 2 1 0,-6 2 3 15,2 0 2-15,2 6-4 0,-2-2 3 0,0 12 0 16,0-11-5-16,0 11 7 0,0 0-6 0,0 0 3 16,0 0 3-16,0 0-1 0,0 0 4 0,10 37 3 15,-8-24-1-15,0 1-3 0,2 3 1 0,1-1 0 16,1 0 2-16,0-2-1 0,-2-5-2 0,4 1 7 15,-3-3-5-15,3-1 5 0,2-1-2 0,-1-2 2 16,2-3-4-16,1-2-1 0,1-1 2 0,1 0 2 16,-1-3 0-16,-2 0 5 0,5-2-7 0,-7 0-3 15,0-2 7-15,-2 2-4 0,-1-4-1 0,-2 1 3 16,-1-1-3-16,1 1 4 0,-2-2-6 0,1 2 3 16,0 1 0-16,-3 10 0 0,2-14-4 15,-2 14 3-15,2-10-4 0,-2 10-1 0,0 0 0 16,0 0 1-16,0 0-1 0,0 0 0 0,0 0 3 0,0 36-1 15,2-19 4-15,-2-1-4 0,2 1-14 0,-2-5-22 16,3 2-32-16,-3 2-29 0,2-3-36 16,4-3-42-16,-1 2-10 0,2-3-25 0,-2-1-9 15,3-2-113-15,1-1-360 0,3 0 159 0</inkml:trace>
  <inkml:trace contextRef="#ctx0" brushRef="#br0" timeOffset="-181024.46">14227 16365 74 0,'5'-11'79'0,"-1"0"4"0,0-2 2 15,-4-2 7-15,0 15 12 0,-2-21 6 0,-2 12 6 16,-1 0-1-16,-1 3 4 0,6 6-1 0,-16-7-3 16,16 7 2-16,-20 5 1 0,8 0-8 0,3 5-5 15,-4 1-8-15,-1 3-8 0,4 1-10 0,-3 1-7 16,3-1-3-16,1 2-10 0,1-2-2 0,2 1-8 16,4-5-6-16,0 1-3 0,2-2-4 0,0-1 0 15,0-1-4-15,4-2-5 0,0-2-1 0,2 0 0 16,2-1-6-16,-8-3 0 0,14-2-3 0,-14 2-1 15,14-4-1-15,-8 0-3 0,2-2-2 0,-3-2 4 16,4 1-2-16,-4 0 3 0,-1-3 0 0,0-2-6 16,-3 2 0-16,1-3 1 0,0 3-1 0,-2-2-3 15,0 12 3-15,0-20-4 0,0 20 0 0,-4-14 1 16,4 14-1-16,0-10-4 0,0 10 4 0,0 0 0 16,0 0 1-16,0 0 4 0,0 0 4 0,0 0 5 15,0 0 0-15,-5 43-5 0,1-29 2 0,6-1-3 16,1 4 4-16,-2-5 1 0,4 4-5 0,1-7 2 15,0 2 0-15,0-1 0 0,-2-2 1 16,3-2-3-16,2-2 0 0,2-1 4 0,5 0-1 0,-4-3 1 16,5-5-3-16,1-2 5 0,-4 1-4 0,0-3-2 15,-1-1 5-15,-4-1 2 0,2-3 0 0,-2 0 3 16,-5-2-1-16,3-2 2 0,-2 1-5 0,-1-8-1 16,-1-3 0-16,-1 9-7 0,-4-8 3 0,2-1-5 15,-1 0 2-15,-1-2 0 0,0 0 0 16,-2 5 6-16,1-7-11 0,2 6-1 0,-1 0 1 15,1 9-1-15,-2 1 7 0,1 5 5 0,2 11 0 16,-4-17-3-16,4 17-6 0,0 0 0 0,0 0 0 0,0 0 2 16,0 0 4-16,0 0-1 0,2 58 0 15,-4-27 10-15,1 5-11 0,2-2 2 0,-2 0 1 16,0 1-1-16,0-2-5 0,2 2 3 0,0-6 9 16,0 0-15-16,3-1 1 0,1-1 0 0,-2-8 2 15,5-2-4-15,1-1 3 0,-1 0 1 0,-3-4-4 16,9-1 2-16,-5-4-3 0,3-1-1 0,0-2 6 15,2-2-2-15,2-2 3 0,-1-2-7 0,3-3 2 16,-3-4 1-16,2 2-2 0,-6-5-2 0,3-1 2 16,-3-2-7-16,1-2-1 0,-4 0 5 0,-1-7-11 15,-3-4-1-15,0 2-2 0,0-5-3 0,-4 3-3 16,0-2 1-16,0 0 1 0,-3-1 3 0,0 1-2 16,-1 7 2-16,4 7 12 0,0 2-8 0,-2 5-2 15,2 9 1-15,0 0 1 0,0 0 4 0,0 0 2 16,0 0 10-16,0 0 6 0,2 37 14 0,-2-10-3 15,0 2 1-15,0 1-3 0,0 2-4 0,0-2 0 16,0-1-3-16,0 0 1 0,4 0 8 0,-1-3-17 16,4-6 1-16,-2-2 3 0,1 0-4 0,-2-4 5 15,5 0-2-15,2-4-1 0,2 3 2 0,0-6 0 16,-1 0-4-16,0-3 6 0,6-1-5 0,-7-1-4 16,3-4 0-16,1-1-3 0,1-3 1 0,1-1-2 15,-3-3 4-15,0 1-1 0,-1-3 10 0,-3-3-14 16,1-1-4-16,-2 0-2 0,2-7-10 0,-3 5 14 15,-1 1-12-15,3 1 5 0,-3 1 0 16,-3 4 1-16,0 1 0 0,-1 4 2 0,-3 6-7 16,7-9 2-16,-7 9 1 0,0 0 9 0,0 0 5 15,0 0 2-15,0 0 0 0,15 20-3 0,-11-8 5 0,-1-3 0 16,-1 2-1-16,3-1-1 0,0-1 1 16,1 0-4-16,2 0 7 0,-1-1-7 0,0-2 3 0,2-3-3 15,-2 2 3-15,-7-5-4 0,20 2 4 16,-20-2 4-16,13-2-3 0,-13 2 0 0,19-7-5 15,-9 1 1-15,-2 1 4 0,1-1-7 0,1 0 5 16,-2 0-2-16,-8 6 3 0,15-17-3 0,-8 10 4 16,-7 7-5-16,9-14 8 0,-5 6 2 0,-4 8-11 15,8-11 0-15,-8 11-7 0,0 0 4 0,9-7 1 16,-9 7-1-16,0 0 1 0,0 0 1 0,7 19 1 16,-6-4 4-16,-1 2 0 0,-5 10 3 0,2-3 3 15,-2 6-8-15,0 1 3 0,-4-2-4 0,1 1 0 16,1 4 5-16,-2-2-2 0,1 3 0 0,2-6-3 15,3 8 2-15,1-6-2 0,3 0-2 0,-2 1-2 16,-1 0 4-16,2-1 1 0,-1-4 0 0,2 1 8 16,2-3-6-16,-3-4-6 0,-1-3 3 0,-1-3 0 15,1 2 2-15,0-6-5 0,-3 1 1 0,3-4 4 16,-1 0 4-16,0-3 4 0,-3 0-13 0,5-5 3 16,-9 5-7-16,9-5 1 0,-12-1-8 0,12 1-3 15,-16-6-3-15,7 0-4 0,0-3-3 0,-1-2-6 16,1-2 6-16,0-2-4 0,0-1 3 0,4-1-4 15,1-7 9-15,0-2-3 0,4 1 8 0,2-2-2 16,2 2 5-16,0-1-4 0,5-1 4 16,3 2 2-16,2 1 1 0,6-2-1 0,3 2 3 0,4-2-4 15,2 4-8-15,1-1-20 0,-1 2-26 0,-2-2-49 16,1 1-50-16,2 3-65 0,-5 1-229 0,-1-4-500 16,1 0 222-16</inkml:trace>
  <inkml:trace contextRef="#ctx0" brushRef="#br0" timeOffset="-180863.58">15500 16318 2756 0,'0'0'71'16,"0"0"-56"-16,-4 17-8 0,3-11-4 0,-2 4 5 15,1-3-5-15,-3 2 10 0,2 0 19 0,3-9 16 16,-9 13 16-16,7-7-3 0,2-6 3 0,-5 7-10 0,5-7-3 16,0 0-15-16,-2 15-24 0,2-11-27 15,0-4-33-15,0 0-65 0,19 3-83 0,-2-6-70 16,1-2-178-16,9-6-480 0,-2 4 213 0</inkml:trace>
  <inkml:trace contextRef="#ctx0" brushRef="#br0" timeOffset="-179436.58">16511 15637 167 0,'1'-10'181'0,"1"4"-3"0,-2 6-3 16,1-12-5-16,-1 12-6 0,1-11-6 0,-1 11-4 15,0-9-9-15,0 9-4 0,0-7-11 0,0 7-7 16,0 0-10-16,0 0-9 0,2-9-13 16,-2 9-7-16,0 0-8 0,0 0-9 0,0 0-5 15,0 0-11-15,0 0-6 0,0 0-3 0,0 0-5 0,0 0-2 16,0 0 1-16,0 0-6 0,0 0-1 0,1 32 1 15,-1-21 3-15,-1 2-7 0,3 2-1 16,-3-2-1-16,-2 0 0 0,2 3 2 0,1-4-5 0,-3 3-2 16,2 1-2-16,2-4-5 0,-1 0 3 0,0-1-4 15,2 1 1-15,-1-2 1 0,0 1-5 16,-1-5 7-16,3 4-6 0,-1-2-3 0,2-2-1 0,-3 1-1 16,-1-7 0-16,7 10-1 0,-6-6-5 0,-1-4-8 15,5 6-4-15,-2-1-2 0,-3-5-6 16,0 0-9-16,4 7-7 0,-4-7-13 0,0 0-8 15,1 6-10-15,-1-6-10 0,0 0-19 0,0 0-15 16,0 0-23-16,-8 5-18 0,8-5-11 0,-6 3-7 16,6-3-4-16,0 0-116 0,0 0-314 0,-12 1 139 15</inkml:trace>
  <inkml:trace contextRef="#ctx0" brushRef="#br0" timeOffset="-178960.9">16446 15706 135 0,'0'0'188'16,"4"-3"-9"-16,-4 3-9 0,0 0-15 0,0 0-3 16,0 0-11-16,0 0-3 0,15 13 3 0,-11-4-3 15,1 1-8-15,3 3-4 0,-2 3-7 0,2 0-8 16,-2 1-6-16,0-2-6 0,2 0-6 0,1 1-10 16,-3 1 0-16,2-1-10 0,-1-2 1 0,-2-2-7 15,3 4-3-15,-1-6-12 0,-2 1-1 0,0-2-4 16,0 0-2-16,-1-3-6 0,0 1-6 0,0-4-1 15,0 4 1-15,-4-7-2 0,7 7 2 0,-4-4 1 16,-3-3 7-16,6 3 4 0,-6-3 5 0,0 0-6 16,0 0 0-16,13-9-9 0,-8 2 4 15,0 0-4-15,4-9-9 0,0 2 2 0,-1-1-4 0,1-2-2 16,3-7 2-16,-1-1-10 0,3 0 1 0,-4-1-3 16,2 1 1-16,0 1-5 0,-1 2 6 0,-5 3-13 15,3 3-6-15,-2 0-16 0,0 5-22 0,-3 0-24 16,-2 5-28-16,-2 6-30 0,6-11-39 0,-6 11-40 15,3-12-35-15,-3 12-26 0,2-5-152 16,-2 5-452-16,0 0 200 0</inkml:trace>
  <inkml:trace contextRef="#ctx0" brushRef="#br0" timeOffset="-178749.03">16962 15597 101 0,'0'0'169'15,"12"2"2"-15,-7 2-2 0,0 1 0 0,4 3-2 16,-1 7 4-16,-3 1-7 0,-1 3-8 0,2 4-11 16,-5 5-10-16,-1 0-12 0,-4-2-13 0,3 2-11 15,-1-3-9-15,-2 3-8 0,-1-9-9 0,-1 6-5 16,0-6-9-16,-3 0-14 0,-1 4-24 0,1 0-25 16,-1-5-21-16,-1-1-39 0,-1-2-44 0,-2-1-50 15,-2-2-53-15,0-1-109 0,-1-1-346 0,0-1 153 16</inkml:trace>
  <inkml:trace contextRef="#ctx0" brushRef="#br0" timeOffset="-178553.16">16322 15763 175 0,'-9'14'214'0,"1"4"-6"0,5 6-13 0,0 1-14 15,2 0-16-15,3 1-15 0,1 0-14 0,6 0-14 16,1-3-8-16,4 0-15 0,3-1-24 0,4 1-37 16,1-2-48-16,4-4-64 0,2 1-64 0,-3-3-137 15,1-2-299-15,-6-6 133 0</inkml:trace>
  <inkml:trace contextRef="#ctx0" brushRef="#br0" timeOffset="-173721.79">17462 15570 33 0,'0'0'194'0,"-3"-9"-19"0,3 9-14 15,0-9-16-15,0 9-18 0,0 0-12 0,0 0-9 16,0 0-4-16,0 0 4 0,0 0 1 0,19 20-5 16,-12-4-10-16,2 1-7 0,0 0-17 0,5 5 4 15,-3 2 21-15,1 0-8 0,-2-1-7 0,-2-4-9 16,3 3-5-16,-2-6-9 0,-2 1-4 0,-1-1-4 16,0 1-6-16,3-1-4 0,-1-2-5 0,-4-3-2 15,2 1-4-15,-3-6 1 0,3 1-4 0,-3-1-4 16,0-1 1-16,0 1-2 0,-3-6 2 0,4 7-3 15,-4-7 0-15,5 4 1 0,-5-4 8 0,0 0 4 16,0 0-5-16,0 0-2 0,0 0 0 0,14-11 0 16,-11 2 3-16,-1-1-7 0,2-1 0 0,1-5-4 15,0-2 1-15,0-7-2 0,3 1-2 0,1-2-1 16,-3-3 3-16,-2 1-6 0,6 3 1 0,-1-1-1 16,-5 2 1-16,5-1-4 0,-1 7 1 0,-1 2-5 15,0-1 0-15,1 6-9 0,-3 2-27 0,2 2-33 16,-2 1-34-16,-5 6-39 0,9-7-38 0,-2 7-36 15,-7 0-164-15,0 0-410 0,11 12 181 0</inkml:trace>
  <inkml:trace contextRef="#ctx0" brushRef="#br0" timeOffset="-173543.78">17945 15777 174 0,'0'0'176'0,"0"0"-8"0,0 0-12 16,11-1-25-16,-11 1-2 0,11-3-16 0,-11 3-12 16,15 0-33-16,-6 0-40 0,5 0-45 0,-4-1-50 15,1 2-48-15,-3-2-60 0,1-4-188 0,2 1 83 16</inkml:trace>
  <inkml:trace contextRef="#ctx0" brushRef="#br0" timeOffset="-173069.3">18215 15509 139 0,'5'-6'157'0,"-5"6"-4"0,7-5-15 0,4 5-7 16,0-4-17-16,1 1-10 0,0 1-12 0,8-1-7 16,-3 2-19-16,0-1-6 0,-3 2-28 15,-1-2-10-15,-3 2-23 0,-10 0-5 0,19 0-18 16,-19 0 2-16,12 0-4 0,-12 0 10 0,0 0-2 15,0 0 12-15,14 0-10 0,-14 0 26 0,0 0-6 16,0 0 6-16,0 0 6 0,0 0 5 0,-5 10-2 0,5-10 7 16,0 0-1-16,-10 14 6 0,6-7-3 15,1 2 0-15,-1 3 11 0,-1 3-2 0,1 3 3 16,2-1 2-16,-3 8 4 0,2-8 11 0,2 2 0 16,-2 0-9-16,3 1 1 0,-1-1 7 0,1 0 6 15,-1-2 8-15,2 1-11 0,0-3-3 0,1-3-9 16,-1 4 0-16,0-6-8 0,-1 0 0 0,2 1 3 15,-1-3 0-15,-1 1 1 0,0-2-4 0,0-7 1 0,0 15-3 16,-3-11-1-16,3-4-4 0,-4 10-1 16,2-5-5-16,2-5 0 0,-7 3-5 0,7-3-1 15,-9 3-1-15,9-3-3 0,-12 0 2 0,12 0-3 16,-9-1-2-16,9 1 1 0,0 0-3 0,-11-5 1 16,11 5 1-16,0 0-7 0,-5-7-3 0,5 7 0 15,0 0 2-15,0 0-2 0,0 0-6 0,0 0 2 16,20-5 2-16,-13 5-1 0,5 0 0 0,-2 0 2 15,3 0-15-15,1 1-17 0,-1-1-30 0,7 0-30 16,-3 0-41-16,2-1-49 0,-3 1-48 0,-3-3-126 16,5 0-382-16,-5 0 169 0</inkml:trace>
  <inkml:trace contextRef="#ctx0" brushRef="#br0" timeOffset="-172910.97">18427 15572 4 0,'10'-10'131'0,"-2"5"-5"0,2-1-35 15,6-2-33-15,4 1-43 0,5-2-49 0,3 0-32 16,3 3-70-16,4-3 31 0</inkml:trace>
  <inkml:trace contextRef="#ctx0" brushRef="#br0" timeOffset="-172569.66">19303 15599 32 0,'-3'-10'221'16,"-4"1"-8"-16,1 1-4 0,-2 0-12 0,0 2-7 15,0 1-13-15,-4 3-12 0,-1-1-10 0,-1 4-13 16,-4 4-10-16,2 1-10 0,0 6-8 0,0 1-11 16,3 3-8-16,-2 4-9 0,2 2-10 0,4-3-6 15,3 0-6-15,2-1-9 0,4 1-2 0,1 0-7 16,4 5-1-16,4-5-3 0,4 1-14 0,-2-5-25 15,8 2-20-15,-2-5-21 0,7 0-34 0,-3-5-37 16,6 1-29-16,1-4-39 0,1-3-27 0,-1-4-143 16,-1 2-376-16,-8-4 167 0</inkml:trace>
  <inkml:trace contextRef="#ctx0" brushRef="#br0" timeOffset="-171685.7">19514 15468 46 0,'0'0'145'0,"-1"-24"21"0,0 15-3 0,1 9-11 16,-3-11-16-16,3 11-15 0,0 0-10 0,0 0 3 16,0 0 4-16,0 0 15 0,-1 30-4 0,5-3-16 15,-7-1-12-15,6 7-8 0,-6-3-10 16,1-2-7-16,3 1-7 0,-1-2-7 0,1-1-7 0,2-1-3 16,-2-7-7-16,0 0-5 0,3-2-2 0,-3-4-3 15,1-1-1-15,0-2-7 0,0 1-1 0,-1-5-6 16,0 2 7-16,-1-7-6 0,1 8 1 0,-1-8-2 15,0 0 3-15,4 5-6 0,-4-5-3 0,0 0-4 16,0 0-6-16,0 0 1 0,17-16 6 16,-11 8-13-16,1 0-1 0,-2-3-4 0,4 1-3 0,0 0-1 15,0 1 0-15,2 1-1 0,-1 1 1 0,2 1-1 16,3 3 3-16,-3 1-1 0,-1 2-1 0,2 0 5 16,6 3 0-16,-7-1-1 0,-1 4 0 0,6 0 1 15,-6-1-3-15,2 1-19 0,-2 0-21 0,5 1-21 16,-5-1-16-16,0 0-12 0,1-4-4 0,1 3-3 15,0-2 15-15,4-3 4 0,0-1 1 16,1-1 13-16,0-4-2 0,0-1 14 0,1 0 16 16,-3-2 9-16,-1-1 19 0,-2-2 25 0,-2 4-3 0,-3-2 6 15,-2-1 5-15,-1-1 9 0,3-2 0 0,-4 4-2 16,-2-4 7-16,-2 2 4 0,2 0 2 16,-5 1 5-16,1 3 0 0,-5-2-5 0,2 3 7 15,-1 3 3-15,-1 2 0 0,7 2-1 0,-19 2 0 16,9 3 2-16,0 3-3 0,-4 2 1 0,3 2-1 15,-3 2-6-15,4 3-5 0,-3 5 0 0,4-8-5 16,3 1 3-16,2-2-9 0,0 0-3 0,4-1-3 16,0-2 2-16,2-1-5 0,1 1 2 0,0-5-4 0,1 0-3 15,1 2-2-15,4-5 1 0,-3 0 0 16,-6-2-3-16,19-3 1 0,-8 1-1 0,-2-4 0 16,2-1-3-16,-2-1 4 0,0-2-3 0,-1 1 6 15,3-5 0-15,-1 2-2 0,-3 2 1 0,-1-1 4 16,-1-1-3-16,0 2-1 0,-3-3-1 0,0 5 1 0,0-1 6 15,0 3 5-15,-2 6-8 0,1-10-2 16,-1 10-2-16,4-3-2 0,-4 3 4 0,0 0 1 16,0 0 2-16,0 0 2 0,9 17 3 0,-6-9-5 15,0 3-1-15,0 2-1 0,-2-3-1 0,4 0 1 16,-1-1-3-16,2 1 2 0,1-2 3 0,-1 0 4 16,3 1-1-16,0-4 6 0,2 1 2 0,-2-4 3 15,1 1-1-15,-1-2-4 0,4 1 0 0,-2-4-2 16,2-1-1-16,-3 0 1 0,0-1-2 0,-1 0-1 15,-1-3 5-15,0 1 7 0,-2-2-4 0,0-1 2 16,-2-2-6-16,0 3 0 0,-4-4-4 0,1 3 0 16,-1-1-5-16,0-1 6 0,0 0-7 0,0-2 0 15,0 4-3-15,0-4-7 0,0 3 9 0,2-1-5 16,-1 1-3-16,-1 10 7 0,6-13-13 0,1 7 5 16,3 1-5-16,-1 2 1 0,1 3-3 0,4 2 2 15,-2 0-3-15,-1 3 3 0,-1 4 2 0,-2 1 1 16,3 1 1-16,-2 4 7 0,-1 1-4 0,-1 0-2 15,-5-3-6-15,4 5 9 0,-1-2-6 0,-2 0-8 16,-4 1-27-16,1-1-25 0,-2 1-42 0,1-5-47 16,0-1-67-16,-2 0-231 0,1-2-487 0,-3-1 216 15</inkml:trace>
  <inkml:trace contextRef="#ctx0" brushRef="#br0" timeOffset="-171194.99">20689 15536 101 0,'0'0'175'0,"0"0"-5"0,-21 5-8 0,14 1-10 16,-2 2-4-16,-5 4-8 0,3 3-12 0,1-1-10 15,0 1-11-15,2 0-13 0,3 0-8 0,1 1-12 16,1-3 2-16,1-2-10 0,2 1-11 0,2-1-1 15,1-2-8-15,2 0-3 0,-1-1-4 0,0-3-5 16,1 1 1-16,2-3-6 0,0-2-3 0,-7-1-3 16,13-1-3-16,-5-2-1 0,1-1-4 0,-2-4 3 15,2 2-2-15,-1-2-3 0,0-3-1 0,-1 0-1 16,1-2 0-16,-1-1 0 0,0 2-2 0,-2-3 0 16,-1 7-2-16,0-2 3 0,-2 4 0 0,1 0-4 15,-3 6-2-15,3-7-3 0,-3 7 0 0,0 0 0 16,0 0-4-16,0 0 3 0,12 11-3 0,-8-6 3 15,-4 8 2-15,4-3-8 0,-1 3-17 0,0 3-23 16,-3-3-32-16,4-2-39 0,-1 1-43 0,1 0-166 16,-1-1-352-16,2-3 156 0</inkml:trace>
  <inkml:trace contextRef="#ctx0" brushRef="#br0" timeOffset="-170970.67">21004 15533 103 0,'-7'-4'200'16,"0"1"-5"-16,0 1-12 0,7 2-10 0,-14 0-11 15,14 0-9-15,-14 10-1 0,7-1-11 0,0 6-12 16,1-1-12-16,3 4-12 0,0 0-12 0,4-1-5 16,1 2-8-16,1-2-6 0,4 2-7 0,2-4-7 15,2 1-15-15,1-2-27 0,-3-1-21 0,2 1-34 16,-1-7-28-16,1 1-39 0,7 0-32 0,-6-3-44 15,1-4-123-15,-3 1-327 0,-10-2 146 0</inkml:trace>
  <inkml:trace contextRef="#ctx0" brushRef="#br0" timeOffset="-170762.82">21159 15372 70 0,'0'0'179'0,"-1"-6"-9"0,1 6-4 15,0 0 17-15,0 0 11 0,0 0-6 0,1 39-7 16,0-11-9-16,-3 0-11 0,2 2-13 16,1 1-10-16,-3 2-19 0,2 1-9 0,2-1-12 15,-1-2-8-15,-2 0-10 0,2-2-6 0,1-1-6 16,-1 0-33-16,0-2-34 0,-2-6-36 0,0-1-53 16,-2-2-58-16,3 1-47 0,-5-4-168 0,-1-4-391 0,2-3 174 15</inkml:trace>
  <inkml:trace contextRef="#ctx0" brushRef="#br0" timeOffset="-169675.62">21344 15773 92 0,'4'4'124'0,"-4"-4"6"0,0 0 2 0,8 2 6 16,-8-2-3-16,0 0-5 0,17-6-1 0,-10 0-7 15,5 0-4-15,-2 1-9 0,2-3-9 0,-1 0-6 16,3-5-6-16,0-1-9 0,-2 0-9 0,-2-1 7 16,2 1-15-16,-1-3-5 0,-3-1-9 0,-1 1 9 15,-1 2-3-15,-3 3-4 0,0 0 0 0,-3 0-3 16,2 2-4-16,-3 0 1 0,-2 3-2 0,3 7-3 16,-5-11-6-16,1 7-3 0,4 4-2 0,-14-3 3 15,14 3-10-15,-14 5-3 0,5 3-1 0,-2 4 2 16,-2 1 1-16,2 4-3 0,3-1-2 0,-2 6 1 15,2-5-5-15,0 2 1 0,5-4-4 0,-1 3 3 16,4-3 0-16,0 1 0 0,2-4-2 0,2-2 2 16,3 0-2-16,1-1 0 0,0-1 2 0,2-1-1 15,4-2 0-15,3 0 1 0,1-2 1 0,0-3-3 16,1 2 2-16,0-5-1 0,0 0 1 0,0-1-1 16,-2-2-4-16,1-1 1 0,0-2-2 0,-3 0 3 15,2-4 2-15,-3 3-3 0,-1-3-2 0,1 1 2 16,-3-2-4-16,-2-3 0 0,-3 2 2 0,0-1-2 15,-3-1 0-15,-1 1-5 0,-2 0 1 0,0 5 4 16,-2-6-3-16,2 4 3 0,-1 3-3 0,0 0 1 16,1 2-2-16,2 0-2 0,-2 8-3 0,0-11 5 15,0 11-3-15,3-7 1 0,-3 7 0 0,9-2-1 16,-9 2-2-16,18 5 3 0,-9-1 2 0,3 0-5 16,-1 3 1-16,-2 2-1 0,2 2 0 0,-4 0 2 15,0 3 0-15,0 1 1 0,-2 1 1 0,0 1 2 16,-3-1 2-16,0 0-4 0,-1 1 5 0,-2-5-3 15,2 0-1-15,0 1 2 0,-1-3 0 0,0 0-3 16,4-3 1-16,-3 0 3 0,2 0 2 0,1-1 2 16,0-1 0-16,-4-5 1 0,12 7 0 15,-5-7-1-15,4 0 3 0,3-2 1 0,-3-2-1 16,-1 0-2-16,1-2 0 0,1 0 0 0,-2-3-1 0,3-1 1 16,-5 1 0-16,0-2 0 0,-1 0-2 0,-1-3 4 15,-1 0-6-15,1-3 4 0,-4 2-4 0,-1 3 4 16,2-3-2-16,-2 4-2 0,0-2-2 15,1 6 4-15,-1-1-4 0,-1 8 3 0,-1-11-4 16,1 11-1-16,1-7-1 0,-1 7 0 0,0 0 2 16,0 0 7-16,0 0 3 0,0 0 4 0,1 29-1 0,-2-17-1 15,1-1-1-15,0 5-1 0,1-4 0 0,-1-1-2 16,3 1 1-16,-1-1-1 0,3-2 1 16,-1 1 5-16,1-1 0 0,4-2 5 0,-1-1 3 15,4-1-1-15,-1-3-1 0,1 0-2 0,2 0-2 16,3-4 0-16,4-1-1 0,-6-1-3 0,3-3-1 15,-1 1 2-15,-1-3-5 0,0 1 1 0,-1-2 0 0,-5 1-2 16,-2 0-3-16,1-1 9 0,1-2-9 16,-6 0 4-16,-1 1 0 0,2-5-4 0,-2 5 2 0,-1 0 1 15,0 0-5-15,-2 0-3 0,0 4 3 16,1-3-7-16,-1 10 2 0,2-10-2 0,-2 10-2 16,0 0-1-16,0 0 1 0,0 0 3 0,0 0-1 15,0 0 0-15,0 0 2 0,-4 36-1 0,3-25 1 0,-3 7-1 16,1-1 0-16,1-1 4 0,1 1-4 0,-1 1 2 15,0-5 0-15,3 4 1 0,-2-5 1 16,1 1-3-16,-3-1-22 0,3 1-19 0,-2-2-25 16,0 1-31-16,0-2-31 0,-1-1-46 0,-1-2-58 15,-1 2-209-15,-2-5-481 0,-2 2 213 0</inkml:trace>
  <inkml:trace contextRef="#ctx0" brushRef="#br0" timeOffset="-169513.31">21921 15418 12 0,'-10'-3'120'0,"10"3"-38"0,0 0-37 16,0 0-40-16,0 0-49 0,0 0-48 0,0 0 21 15</inkml:trace>
  <inkml:trace contextRef="#ctx0" brushRef="#br0" timeOffset="-169214.91">22459 15368 199 0,'1'-3'255'0,"-1"3"-16"0,0 0-18 0,2-8-20 0,-2 8-20 16,0 0-20-16,0 0-16 0,0 0-8 0,0 0-6 16,22 22 0-16,-15-6-5 0,-2 4-7 0,2 6-11 15,-5 3-6-15,2 3-14 0,-4-5-4 16,0 4-7-16,-3-3-3 0,-1 0-7 0,2-3-9 0,-2 2-9 16,3-9 0-16,-2 1-5 0,1-2-5 0,0 1-3 15,1-2-5-15,-2 0-3 0,2-7-32 0,0 2-30 16,-2-5-33-16,2 0-34 0,1-6-48 0,-3 12-40 15,3-12-37-15,-1 6-176 0,1-6-435 16,0 0 192-16</inkml:trace>
  <inkml:trace contextRef="#ctx0" brushRef="#br0" timeOffset="-168977.39">22446 15603 63 0,'0'-7'145'16,"0"7"-4"-16,4-7-3 0,-4 7-8 0,10-4-1 15,-1 2-9-15,-1 2-4 0,2-1 0 0,9-2-3 16,-3 1-11-16,4 1-1 0,0 0-6 0,1-4-6 16,1 4-4-16,-1-5-7 0,0 4-6 0,-1-1-4 0,-1 2-1 15,-6-2-5-15,-1 1 0 0,-1 2-9 16,-3 0 0-16,0 1-5 0,0 1-2 0,-3 2-1 16,2-1-6-16,-3 2-2 0,1 1-4 0,-1 1-2 15,1 3-2-15,-5 2-10 0,0-1-19 0,0 1-25 16,-3-1-36-16,2 2-51 0,1-3-53 0,-4 4-196 15,-1-3-390-15,0-2 173 0</inkml:trace>
  <inkml:trace contextRef="#ctx0" brushRef="#br0" timeOffset="-168435.69">22993 15491 11 0,'0'0'170'0,"0"0"-12"0,0 0-8 0,0 0 0 0,0 0-7 16,0 0-4-16,-28 7 4 0,20 0 6 0,1 0-20 15,-1 3-8-15,3 1-13 0,-4-1-10 0,4 2-1 16,0 0-16-16,-2 0-8 0,7-1-6 0,-1 1-6 16,1-1-4-16,3-1-9 0,2 1-2 15,-3-4-2-15,2 0-7 0,5-1 0 0,1-2-2 16,1 1-4-16,2-5-3 0,0 1-1 0,3-2-5 0,-4-3 8 15,6 1-13-15,-4-5 0 0,-3 1-5 0,1 1 1 16,-4 1 0-16,0 0-5 0,1-2 1 16,-3 0-1-16,-1-2-10 0,2 1-8 0,-5 3-6 15,2-1 2-15,1 2-4 0,-5 4 3 0,5-9 0 16,-5 9-3-16,4-7 1 0,-4 7-4 0,0 0 4 0,0 0 3 16,0 0 2-16,0 0 3 0,0 0 4 0,0 0 4 15,-3 29 2-15,1-16 7 0,-1 0 7 0,1 3 2 16,-2-1-3-16,-1 0 6 0,1 4-4 15,0-4-4-15,-1 0 4 0,0 2-5 0,1 0-2 16,-1-1-1-16,1-4-23 0,-1 5-33 0,0-5-36 16,-2 0-36-16,2-2-54 0,-5-2-175 0,3-1-376 15,-5 2 166-15</inkml:trace>
  <inkml:trace contextRef="#ctx0" brushRef="#br0" timeOffset="-167557.44">23856 15421 213 0,'0'0'226'0,"-14"-3"-15"0,2 6-18 15,1 2-14-15,-5 4-9 0,-3 1-12 0,-4 6-13 16,1 2-15-16,1-2-10 0,7 0-16 0,0-1-8 15,2 0-10-15,1 2-9 0,2-2-7 0,4 1-6 16,3-4-7-16,1-1-7 0,0 0-2 0,5-2-5 16,1 0-1-16,0-3-7 0,2 0-9 0,0-2-4 15,3-2 0-15,3-3-3 0,0 0-3 0,-1-2 3 16,4-2-5-16,-3-3-3 0,3 1 0 0,-2-5 0 16,0 3 1-16,-6-2 2 0,2-1 1 0,0 1-4 15,-3-1 3-15,-1-3-3 0,-1 0-1 0,-3 2-4 16,1-2 4-16,-1 2 1 0,0-2 0 0,-2 4-2 15,1-1-2-15,-4 2 0 0,3 10 4 0,-2-13-3 16,1 7 0-16,1 6 2 0,-1-8-6 0,1 8-4 16,0 0 1-16,0 0 7 0,0 0 5 0,0 0 9 15,-4 28 3-15,1-15 0 0,1 5 1 0,2-7-5 16,0 7 2-16,0 2-6 0,2-4-2 0,2 2 3 16,-1-4-2-16,4 1 1 0,1-2-2 0,0 2 0 15,0-4 2-15,2-2-4 0,0-2 1 0,-1 0 3 16,2-2 0-16,-2-1-3 0,2-3-2 0,0-1-1 15,-2 0 0-15,-1-2-1 0,-1-3 2 0,3 1-2 16,-4-2-3-16,-1-4-5 0,1 3 11 0,-2-5-5 16,0 2-2-16,-3-2 1 0,0-4 0 0,-2-1 0 15,-3 2-2-15,0-2 1 0,-2 1-1 0,0-1-3 16,-2 2-2-16,0-1 3 0,2 6 0 0,1 0 1 16,0 0 0-16,1 3-3 0,0 2 0 0,1-5 2 15,-2 6 2-15,5 4-4 0,0 0-5 0,-5-9 1 16,5 9 0-16,0 0 0 0,0 0 5 0,0 0-7 15,0 0 4-15,0 0-3 0,32 7 4 0,-18-3-4 16,5-2 1-16,1 3-3 0,0-3 4 0,-2 2-2 16,1 1 3-16,-2 1-3 0,-2 1 2 0,-3 1-6 15,-1 2 7-15,-1 1 1 0,-5 2 2 0,1-4 0 16,1 5 2-16,-3 2 0 0,-3-3 3 0,-2 3-7 16,1 0-1-16,1 0 13 0,-2-4-5 0,1 3-3 15,0-2 4-15,0-2-2 0,1 1 1 0,2-2-2 16,-2-3-1-16,3 0 0 0,0 0-6 0,1-2 9 15,1-2-1-15,3 0 4 0,3-3-5 0,2 0 1 16,-1-3 4-16,6-1-3 0,0-4-3 0,-1 0-8 16,-3-2 15-16,2-3-5 0,-2 2 0 0,-1-2-1 15,-1 0 1-15,-2-3-2 0,1 0-2 0,-4-1 2 16,2-1 0-16,-5 2-1 0,-1-2-1 0,-3 1-2 16,0 0 1-16,-2 7-2 0,0-1 8 0,-1 3-5 15,2 8-1-15,-3-11-5 0,-1 8 8 0,4 3-6 16,-18 4 0-16,8 1 2 0,-6 5-1 0,0 4-2 15,2 0 4-15,-4 7-5 0,6-4-18 16,-1 6-29-16,7-4-38 0,-1 0-35 0,4-2-52 0,6 2-28 16,5-2-13-16,9 2-29 0,3-3-155 0,12-4-434 15,16 3 192-15</inkml:trace>
  <inkml:trace contextRef="#ctx0" brushRef="#br0" timeOffset="-167187.03">24628 15468 77 0,'0'0'242'0,"0"0"-25"0,0 0-5 15,0 0-12-15,20 17-7 0,-8-4-11 0,-2 4-10 16,1 5-16-16,2 3-5 0,-4 1-13 0,-1-1-14 15,1-2-9-15,-6-3-11 0,4 3-9 0,-5-4-6 16,2-1-3-16,1-2-7 0,-2-3-11 0,3 0-3 0,-3-4-6 16,-1 1-4-16,0-3 9 0,-1-2 15 0,-1-5 21 15,3 8 4-15,-3-8 3 0,0 0-9 16,0 0-4-16,0 0-7 0,0 0-8 0,11-24-7 16,-6 14 0-16,-2-3-9 0,0-5-20 0,1 2 17 15,1-3-12-15,4-5-8 0,-1 0-3 0,-2-2-3 16,1 0-7-16,3 1-10 0,0 0-16 0,3-2-6 0,-5 3-29 15,4 1-27-15,-2 7-19 0,-4 4-26 0,0 2-40 16,-1 1-54-16,-5 9-39 0,9-8-21 16,-2 5-20-16,-7 3-186 0,0 0-504 0,0 0 222 15</inkml:trace>
  <inkml:trace contextRef="#ctx0" brushRef="#br0" timeOffset="-166195.15">25033 15608 87 0,'0'0'163'15,"9"1"2"-15,-9-1 5 0,11-4 2 0,-2 2-6 16,-5-2-8-16,1-1-3 0,1 1-2 0,0-1-7 16,0-1-1-16,-2-3-9 0,3 0-7 0,-5 0-13 15,2-3-7-15,-3 1 2 0,2 0 0 0,-2 2 0 16,-1 2-3-16,-3-2-5 0,3 9 2 0,-2-12-8 16,-2 3-9-16,0 3-9 0,4 6-12 0,-7-8 1 15,-1 5-17-15,8 3 0 0,-16 8-1 0,7-1-10 16,-3 6-4-16,3 0-1 0,-2 3-10 0,3 1 2 15,0-1 1-15,3 9-5 0,1-9 0 0,4 3-7 16,0-3-4-16,2 2 5 0,2-3 0 0,3 1 0 16,0-2-4-16,-2-4 1 0,8 2-5 0,-4-3-2 15,5-1 4-15,1-3-1 0,-1 1-1 0,1-3 5 16,4 0-3-16,-6-3-3 0,5-2-12 0,-7 1 17 16,3-2-3-16,1-3-5 0,-4 0 0 0,1-1 2 15,-3-2-1-15,0 0 0 0,1-5 3 0,-2 1-8 16,-3 0 2-16,0-1-2 0,1-2 2 0,-2 0-9 15,-1-2-5-15,1 4 2 0,-2-1-17 0,0 4 18 16,0-2-11-16,3 3 11 0,-1 0-1 16,-4 5-2-16,7-2 2 0,-2 2-11 0,-5 5 9 0,11-5-2 15,-3 6 7-15,-8-1-10 0,17 9 9 0,-7-2-1 16,-2 0 3-16,-1 4 2 0,-1-1 6 0,0 1-6 16,-1 4 3-16,1-4-3 0,-2 0 0 0,-2 1 3 15,2 0-3-15,-2-2 6 0,3-1-5 0,-3 1 7 16,1 0-4-16,-2-3 3 0,3-2 1 0,2 1 1 15,-4-2-1-15,-2-4 2 0,9 8 1 0,-4-7 1 16,-5-1 0-16,10 0-3 0,-10 0 7 0,18-5-3 16,-8-2-3-16,-1 2-2 0,0-5 0 0,0 3 1 15,0-3 4-15,-3 0-2 0,1-1-2 0,0-4-1 16,1 1-2-16,2-1-5 0,-5-2 1 0,-2 1 1 16,2 6 3-16,-1-3 5 0,-3 4-12 0,-1 3-2 15,3-1 5-15,-3 7-8 0,4-8-1 0,-4 8 1 16,0 0-4-16,0 0 3 0,0 0-1 0,0 0 10 15,15 15-1-15,-13-8 2 0,2 2-5 0,1 0 3 16,0 1 3-16,4-2-2 0,-4-1 2 0,5 1 4 16,2-1 1-16,-1-1 1 0,3-2-5 15,1-1 7-15,3-3-1 0,-2 0-2 0,4-1-2 16,-3-2 0-16,2-4-2 0,-1 1 0 0,-3-1 8 16,-4 2-3-16,1-2 3 0,-1 0-4 0,-2 0 5 0,1-1-4 15,-2 0 0-15,1 0 3 0,-4 1-5 0,0 1-15 16,-1 0 15-16,1 2-4 0,-5 4 2 0,6-6-1 15,-6 6 0-15,6-4-3 0,-6 4 2 16,0 0-5-16,12 17 10 0,-11-8 5 0,5 7 0 16,-2 9 6-16,-1 2 3 0,3 5-1 0,-4-2-5 15,-2 2-18-15,2 2 21 0,1 2-3 0,-3-1-3 0,0-1 3 16,0 3-2-16,0-2 0 0,0-1-6 0,1-2 6 16,3 3-6-16,-4-2 7 0,0-3-7 0,0-2-1 15,-2-2 0-15,0-8 2 0,1 1 1 16,-2-2-5-16,-1-3 15 0,-2 2-15 0,1-5 4 15,1-3-6-15,-5-1 2 0,2 1-4 0,0-7 1 16,1 5 8-16,-1-5-5 0,-3 0 2 0,10-1 2 0,-13-4-5 16,2 3-4-16,1-3 4 0,2-2-13 0,-1-1 1 15,0-2-5-15,0-4-2 0,2 2 1 16,1-7 0-16,-4 0 0 0,3-6-4 0,5 0 1 16,2 6-2-16,5-10-1 0,1 1-2 0,6-4 1 15,4 3-2-15,4-1-3 0,11-7-4 0,-6 10-5 16,13-7 0-16,0 3-10 0,-6 8-4 0,11-7-11 0,-1 5-5 15,-11 8-13-15,5 0-14 0,-7 1-26 0,7 3-26 16,-6 0-48-16,-1 0-39 0,-2 5-210 16,-7 0-481-16,-6 2 213 0</inkml:trace>
  <inkml:trace contextRef="#ctx0" brushRef="#br0" timeOffset="-165467.03">18592 17041 22 0,'-8'-8'172'0,"7"0"-7"0,1 8-10 0,-3-18 3 16,3 8-13-16,4-7-5 0,0 4-14 0,0-6-6 15,7-3-4-15,1-3-3 0,4-3-13 0,5 2 0 16,-3-5-6-16,5 1-3 0,6-11-10 0,2 2 0 16,2-1-11-16,0 1-4 0,-1-2-9 0,0 2-7 15,1 0-3-15,-11 10-4 0,0 2-4 0,-4 0-2 16,-2 5 3-16,-7 5 4 0,-4 7 1 0,5 1 5 16,-7 1-4-16,-1 3-2 0,1-1-8 15,-3 6-6-15,3-7-5 0,-3 7-3 0,0 0-1 16,0 0-4-16,-17 16 1 0,4-3-6 0,-3 9 2 15,-1 1-6-15,1 0 2 0,3-2-9 0,5-3-7 16,5 0-8-16,0 2-1 0,6-5-4 0,2 3 0 0,5-3 0 16,4-1-3-16,6 2 8 0,6-3-5 0,-1 2 6 15,1-3-1-15,2-1 3 0,-3-1-1 16,-5-2 0-16,-1 0 2 0,-4 1-1 0,-6-2 2 16,2 1 6-16,-3 1-7 0,-4 0 4 0,0 1 6 15,-3 3-4-15,-2-1-4 0,-3-2 0 0,-1 0-18 16,-3 0-15-16,-3 2-27 0,3-4-36 0,-1 1-27 15,-1-2-47-15,2 0-164 0,-1-2-369 0,2-1 165 16</inkml:trace>
  <inkml:trace contextRef="#ctx0" brushRef="#br0" timeOffset="-164296.91">19338 16434 1503 0,'15'-46'0'0,"-2"17"82"0,-5 5-33 16,0 7-8-16,-5 4-9 0,2 2-13 0,-3 3-15 15,1 2 3-15,-3 6 3 0,0 0 7 0,0 0 15 16,0 0 10-16,16 23 13 0,-15 2 7 0,2 5 2 16,-3 5 5-16,0-2-6 0,-2 13-3 0,1-2 3 15,2-9-13-15,-3-2-1 0,3-4-6 16,-2 1-1-16,3-3-7 0,0 0 6 0,-1-7-10 0,3-4-3 16,-4 0-3-16,0-7-5 0,1 3 0 0,-1-12 0 15,1 13 1-15,-1-13 0 0,0 0 0 0,4 8 0 16,-4-8 1-16,0 0-2 0,0 0 0 0,18-8-4 15,-10-1-2-15,4-2-7 0,0-3 1 16,3 0 2-16,3-4-3 0,-1-2 0 0,6 2-1 16,-4 1-1-16,5 2-1 0,1 2-2 0,-6 4 1 15,8 0 1-15,-8 5-3 0,1 0 1 0,-2 4 0 16,4 0-1-16,-1 0 1 0,-4 1 1 0,2 3-1 0,-1 2-2 16,-1-3-2-16,1 2 4 0,-2-1 0 0,3 3-1 15,-2-2-2-15,-3-3 0 0,-1 0-4 16,1-2-7-16,-1 0 5 0,-2 0-7 0,5-3-2 15,-5-1 3-15,2-2 1 0,2-1 0 0,-2 0 1 16,-1-5 3-16,-3 2 5 0,-2 1-5 0,-1-3-1 16,1 3 3-16,-2-3 1 0,-2 0 1 0,-1-3 1 15,-2 2-1-15,-2 2 2 0,-1 0-4 0,0 3 2 16,0-2-1-16,-3 4 5 0,1 1-3 0,5 5 3 16,-17-2 0-16,6 5 0 0,-1 3 5 0,1 1-4 15,0 5 8-15,-5 4-3 0,6 1-1 0,-1 0 0 16,3 7 2-16,2-8-3 0,2 2 2 0,1-1 1 15,1-2-3-15,3-1 4 0,1-5-2 0,4 1 0 16,-2-1 0-16,1-3-2 0,2 1 4 0,3-3-1 16,-1 1 2-16,3-5-1 0,1 2 0 0,0-4 3 15,-2-1 4-15,-1-3-1 0,1 3 2 0,-1-4-7 16,-3 1 8-16,1-2-5 0,-1 0 2 0,-1-1 2 16,-2 1-8-16,-1-2 1 0,0 1 3 15,0-1-4-15,-2-1-3 0,0 1 1 0,-1 0 1 16,3 4-2-16,-3 6-1 0,0-11 0 0,0 11-3 0,0-9-5 15,0 9 1-15,0 0-3 0,0 0 4 0,0 0-4 16,0 0 1-16,0 0 0 0,0 0 3 0,14 20 0 16,-9-10 0-16,-1-1 0 0,0 3 3 0,2-5 1 15,-2 2 1-15,5-1-2 0,-3 0 2 16,-1 1 2-16,3-1 4 0,2-2 0 0,-1 0 4 16,-1-3-1-16,2 1 1 0,-10-4 0 0,18 3 0 15,-10-3-1-15,-8 0 4 0,17-4-2 0,-17 4-4 16,11-4 1-16,-5 0-3 0,3-1 5 0,-9 5-3 15,6-9-5-15,-6 9 1 0,7-12 0 0,-7 12 1 16,4-12-1-16,-3 5 0 0,-1 7-5 0,4-14 3 16,-2 5-2-16,3 0-6 0,-1 0-3 0,0 1-6 15,1 1 2-15,2 0-1 0,-4-1 0 0,5 3 5 16,-2-3-1-16,1 5-2 0,-7 3 2 0,13 0 2 16,-3 2-4-16,-4 1 3 0,-1 0-4 0,1 5 8 15,-4-2-7-15,6 4 4 0,-7 2 3 0,0-1-1 16,-1 4 4-16,-1 1-5 0,-3-2 3 0,4-2 2 15,-4 1-2-15,3-5 2 0,2 3 0 0,2-1-2 16,-2-1 3-16,2 1 2 0,-1-6-3 0,3 2 5 16,0-2-6-16,1-1 1 0,1 0 4 0,2-3-2 15,3 2 4-15,0-4-3 0,1 1 3 0,5-3-5 16,-3-2-2-16,2-2 6 0,-2-1-2 0,-1-1 0 16,-3 2 1-16,0-5-4 0,1-1-1 0,-1 0 0 15,-4 0-3-15,-1-4 1 0,-1 1 1 0,-1-2 7 16,-2 0-6-16,0 0 1 0,-1 2-2 0,-4-9 1 15,2 1 4-15,-1 5-3 0,-1 3 0 16,-1-2-1-16,-1 2 0 0,4 6 13 0,-3 0 6 16,4 11 5-16,-3-15-4 0,3 15 0 0,-2-10-4 0,2 10 2 15,0 0 11-15,0 0 18 0,0 0 7 0,1 36-1 16,-1-8 3-16,-4-2-4 0,2 5-3 0,-2 0-4 16,3 0 0-16,-4 3-3 0,3-2-9 0,1 0-1 15,1 0 0-15,-1 0-1 0,0 1-5 16,2 1-2-16,-1-3-6 0,0 0 9 0,0-3-10 15,0-3-2-15,1-1 10 0,0-7-13 0,1 0-12 16,-2-4-20-16,2 2-22 0,-1-5-31 0,-1-3-33 16,0-7-39-16,0 0-28 0,-3 17-38 0,3-17-34 0,-4 6-33 15,4-6-173-15,0 0-490 0,-16 0 218 16</inkml:trace>
  <inkml:trace contextRef="#ctx0" brushRef="#br0" timeOffset="-164087.62">20681 16592 76 0,'12'-3'213'0,"-1"3"-6"15,-1-2-8-15,1 5 5 0,-2 1-8 0,-2 0-13 16,2 4-11-16,-4-2-5 0,0 3-10 16,-1 1-15-16,-1 3-6 0,-3-1-13 0,-3-1-12 0,-1 6-7 15,-5-2-12-15,-6 5-7 0,2-6-11 0,2 0-24 16,-5 0-33-16,2-3-39 0,-2 0-44 0,2 0-54 15,1-7-54-15,0-1-49 0,1 1-128 0,12-4-379 16,-17 0 167-16</inkml:trace>
  <inkml:trace contextRef="#ctx0" brushRef="#br0" timeOffset="-163956.97">20806 16612 45 0,'0'0'180'0,"9"-6"-19"16,-9 6-16-16,7-4-15 0,-7 4-6 0,0 0-20 15,0 0-25-15,0 0-39 0,10-4-44 0,-10 4-52 16,0 0-102-16,0 0-172 0,11-14 77 0</inkml:trace>
  <inkml:trace contextRef="#ctx0" brushRef="#br0" timeOffset="-162525">28132 8000 8 0,'-18'0'117'0,"-2"-1"8"15,1 2-9-15,-1-1-2 0,1 0-2 0,5 0-6 16,0-1 2-16,1 1-10 0,3 0-1 0,0-4-9 0,-1 5 1 16,11-1-2-16,-9 0-1 0,9 0-9 0,0 0 5 15,-12 0-10-15,12 0-4 0,0 0 3 16,0 0 4-16,0 0 1 0,39 3-5 0,-5-2 2 16,17-2-4-16,14-2-1 0,32 0-10 0,1-3-3 0,4-2-4 15,2 2-8-15,3-2-2 0,-2 0 1 0,5-1-4 16,4 0 0-16,3 5-4 0,4-2 7 15,-1 2-3-15,5 0 1 0,1 2 0 0,8 0 2 16,2-1-8-16,1 2 17 0,5 0-8 0,-10 0 4 0,-4-1-11 16,-4 1-3-16,-5-4-6 0,-1 1-1 0,-11-5-5 15,-9 6 0-15,0 0-4 0,-32-1-3 0,34 3-1 16,-35-1 0-16,29-1 1 0,-31 0 0 0,1 3-24 16,-1 0 3-16,1 0-2 0,-4 0 0 0,-3-4 1 15,-3 4 2-15,-16 0 0 0,-1-2 1 0,-2 1 1 16,-5-5 1-16,-7 6-2 0,4 0 4 0,-6 0-3 15,-1 0 2-15,-1 0-3 0,1-1 5 0,-1 0-2 16,0 0 4-16,-1 0-8 0,-1-1 1 0,-2 2-12 16,2-1-7-16,0-3-7 0,-3 3-6 0,-2 0-10 15,0-1-17-15,-5 1-14 0,-1 0-19 0,-6 1-29 16,12-3-26-16,-6 1-48 0,-6 2-159 0,0 0-390 16,0 0 172-16</inkml:trace>
  <inkml:trace contextRef="#ctx0" brushRef="#br0" timeOffset="-161610.83">29930 6900 111 0,'1'-5'184'0,"-1"5"-6"0,1-10-10 15,-1 10-14-15,0 0-15 0,0 0-12 0,0-8-17 16,0 8-9-16,0 0-13 0,0 0-9 0,0 0-11 16,0 0-9-16,0 0-5 0,0 0-3 0,2 37-5 0,-2-13-4 15,1 7-1-15,-1 2 0 0,1 14-2 16,2 4 1-16,-3 0 8 0,2 4 1 0,2 3-3 16,2-1 2-16,-2-1-5 0,-1 2 2 0,3 2 4 15,3 22 7-15,1-24 2 0,-3 23-2 0,-6-23-4 0,4 24-2 16,-3-25-5-16,-2 23 5 0,0-21-5 0,-2 2 0 15,0 19-2-15,4 4-2 0,-3-3-3 0,5-1-2 16,-2-22-2-16,4 24-3 0,-3-25-3 16,0 0-2-16,-2 1-4 0,0-2 0 0,-1-1-3 0,0-2 1 15,-1-2-3-15,-3 0 3 0,1-2-5 0,-4 1 0 16,1 0-2-16,-2-4 0 0,0-11-2 0,1 9-12 16,-1-8-14-16,2-3-15 0,-3-1-21 15,-2 0-23-15,0-2-33 0,-2-2-41 0,2-3-33 0,0 0-50 16,-3-10-158-16,5 0-421 0,3-3 187 0</inkml:trace>
  <inkml:trace contextRef="#ctx0" brushRef="#br0" timeOffset="-157005.91">30005 7958 61 0,'0'0'88'0,"0"0"-5"16,0 0-14-16,0 0-7 0,0 0-5 0,0 0-2 15,0 0-3-15,0 0-3 0,0 0-7 16,0 0 0-16,0 0-9 0,0 0-5 0,0 0 8 16,0 0-18-16,0 0 7 0,0 0 0 0,0 0-7 0,0 0-3 15,0 0 0-15,0 0-4 0,0 0 0 0,0 0-2 16,-18-11 7-16,18 11-2 0,0 0 3 0,-7-2-7 15,7 2 3-15,0 0-6 0,0 0 3 0,-12-2-2 16,12 2-2-16,0 0 4 0,-11-2 1 0,11 2-7 16,-9-2 1-16,9 2-4 0,-9-1 9 0,9 1-7 15,-9-1 5-15,9 1-11 0,-9-1 13 0,9 1-10 16,-9-3 2-16,9 3-2 0,0 0 1 0,-12-1-5 16,12 1 5-16,-10-1-1 0,10 1 7 0,-10-2-9 15,10 2 3-15,-10 0-1 0,10 0 8 0,-11 0-10 16,11 0 0-16,-11-2 3 0,11 2-2 0,-13 0-1 15,13 0 6-15,-14 0-7 0,14 0-1 0,-13 0 4 16,13 0 7-16,-11 0-7 0,11 0 2 16,-14 0-7-16,14 0 7 0,-11 0 0 0,11 0-3 0,-12 0 4 15,5-3-1-15,7 3-8 0,-11 0 4 0,11 0 4 16,-15 1-10-16,4 1 3 0,2-2 7 0,-2 0-5 16,11 0 8-16,-17 0-2 0,6 0-5 0,3 1 13 15,-2-1-16-15,-2 0-4 0,5 1 6 0,7-1 1 16,-16 2-2-16,8-2 2 0,8 0 2 0,-16 0-12 15,7 0 5-15,-1 1-5 0,10-1 3 0,-18 1-9 16,7-1 5-16,0 0-4 0,1 0 9 0,0 0-1 16,0 2 2-16,10-2-4 0,-17-2 4 0,9 2-4 15,8 0 2-15,-14 0 11 0,14 0-12 0,-15 2 2 16,9-2 3-16,6 0-2 0,-12 0-3 0,12 0 0 16,-14-2 0-16,6 2 4 0,8 0 1 0,-11-1 6 15,11 1-2-15,-13 0-8 0,13 0 9 0,-13 0-6 16,6-1-3-16,7 1 7 0,-13 1 2 0,13-1 0 15,-14-1 0-15,5-1-3 0,9 2 0 0,-14-1 0 16,6 1 0-16,8 0-2 0,-14-1 0 0,14 1 4 16,-13 0 2-16,4-2 0 0,9 2-1 0,-14-1 3 15,14 1-6-15,-15-2 0 0,9 2 1 0,6 0-1 16,-15-1 2-16,15 1-2 0,-15 0 3 0,9-2 1 16,6 2 2-16,-13 0-4 0,13 0-1 0,-13 0 0 15,13 0 4-15,-10 0-3 0,10 0 0 0,-12 0 1 16,12 0-4-16,-10 0 3 0,10 0 6 0,-10 0-5 15,10 0-3-15,-10 0-1 0,10 0 1 0,0 0 8 0,-16 0-9 16,16 0 7-16,-9 0-5 0,9 0 1 16,-11 2 1-16,11-2-5 0,-10 0 5 0,10 0-2 15,-11 0 5-15,11 0-4 0,-12 1 3 0,12-1-4 16,-14-1 4-16,14 1-4 0,-14 0 0 0,14 0 1 16,-13 1 11-16,6-1-9 0,7 0-3 0,-16 0 13 15,16 0-9-15,-16-1-4 0,6 1 2 0,0-2-4 16,10 2 5-16,-17 0 1 0,9 0-1 0,8 0-3 15,-15 0 4-15,15 0-7 0,-13 0 5 0,6 0-1 16,7 0-1-16,-15 2-2 0,7-1 8 0,-1-1-7 0,9 0 6 16,-17 2-5-16,6-1 5 0,1-1 4 0,-2 2-4 15,2-2-6-15,1 0 2 0,-1 1 2 16,10-1-3-16,-19 0 1 0,10 1-1 0,9-1 9 16,-17 0-9-16,8 2 2 0,9-2 2 0,-15 0 1 15,7 1-3-15,8-1-4 0,-15 0 0 0,6 0 7 0,1 1 0 16,8-1 2-16,-14 0 6 0,4 0-17 0,2 2 4 15,8-2-3-15,-16 0-1 0,7 1 3 0,-2-1 1 16,1 1 4-16,10-1-3 0,-17 1 2 16,10 0 2-16,7-1-9 0,-14 0 3 0,8 2 3 15,-2-1-3-15,8-1 1 0,0 0 2 0,-15 1 1 0,15-1-1 16,-9 2-1-16,9-2 2 0,-9 2-3 16,9-2 7-16,-9 1-9 0,9-1 1 0,0 0 0 15,-11 2 2-15,11-2 8 0,0 0-10 0,-9 2 3 16,9-2 4-16,-9 2 0 0,9-2-4 0,-7 2 0 0,7-2 3 15,-12 1-3-15,5 0 0 0,7-1-3 0,-12 3 0 16,6 0 2-16,6-3 4 0,-13 1-4 16,5 1 1-16,8-2-2 0,-13 3 3 0,6-2 2 15,-1-1 0-15,8 0-7 0,-11 3 7 0,11-3-7 16,-12 3 4-16,7-2-2 0,5-1 1 0,-13 1 3 0,13-1 1 16,-11 2-3-16,6-1-1 0,5-1 0 0,-14 4 3 15,7-4-1-15,7 0 3 0,-14 3-3 0,8-2 3 16,6-1-3-16,-13 1 4 0,8 1-7 0,5-2 2 15,-11 2-3-15,11-2 2 0,-8 1-3 0,8-1 2 16,-8 4 3-16,8-4-2 0,-8 2 3 0,8-2-4 16,-10 2 1-16,10-2 3 0,-7 4 3 0,-1-1 2 15,8-3-6-15,-10 4 7 0,4-1-1 0,0-1 0 16,6-2 4-16,-11 4-2 0,3-3-1 0,2 2 7 16,-1 0-5-16,7-3 9 0,-16 4-8 0,7-1 4 15,1 0-9-15,-1 0 10 0,-3-2-6 0,1 1 5 16,6 1-9-16,-4-1 3 0,9-2 1 0,-13 4-2 15,4-3 1-15,4 2 1 0,-4-2 0 0,3 2-9 16,6-3 0-16,-11 4 1 0,8 1-2 0,3-5 6 16,-10 4-7-16,4-1 3 0,6-3-1 0,-7 6 2 15,3-3 1-15,4-3 3 0,-10 6-7 0,10-6 1 16,-10 5 4-16,6-2 3 0,-3-1-8 0,7-2 1 16,-9 8-6-16,4-6 5 0,5-2 2 0,-7 7-10 15,3-4 4-15,4-3 3 0,-9 8 0 0,4-3 5 16,0-2-3-16,-1 2 2 0,0 0 3 0,2-1-6 15,-3 0 5-15,2-2 1 0,-2 5-5 0,2-4 4 16,-1 0-11-16,2 1 14 0,0 1-13 0,4-5 7 16,-12 7-5-16,9-4 4 0,-3 1-2 0,6-4 3 15,-9 8-2-15,4-4 2 0,5-4 3 0,-6 5-5 16,1-1-1-16,5-4 6 0,-7 4-9 0,7-4 18 16,-6 7-13-16,6-7-2 0,-6 6-3 0,6-6 4 15,-8 6-3-15,8-6 9 0,-4 5-5 0,4-5-1 16,-7 5 10-16,7-5-11 0,-4 6 1 0,4-6 5 15,-8 6-5-15,8-6 9 0,-8 7-9 0,6-4 2 16,2-3-2-16,-7 5 1 0,7-5-3 0,-4 8 14 16,4-8-3-16,-8 6-3 0,4-2 2 0,4-4-2 15,-9 7 8-15,6-4-2 0,-3 2-6 0,2-1 4 16,-1 3-2-16,5-7 3 0,-9 7-4 0,5-3 4 16,-1-1-5-16,0 2-1 0,5-5-4 0,-11 6 7 15,7-2 0-15,4-4-7 0,-9 7 6 0,3-2 2 16,3-1-6-16,3-4 2 0,-9 7-3 0,4-2 2 15,5-5 2-15,-7 7-4 0,1-3 3 0,2 3 6 16,-1-1-5-16,0 0-2 0,1-1-4 0,-3 0 7 16,1 1-6-16,4 1-4 0,-6-1 4 0,6-2 7 15,-2 3-5-15,-3-2 4 0,7-5-9 0,-9 10 5 16,5-5-6-16,-1 0 12 0,2-1-7 0,3-4 2 0,-8 12-5 16,4-9 1-16,1 1 0 0,-1 2 6 0,1 0-5 15,-2-2 1-15,-1 1 1 0,3-1 2 16,-1 1 23-16,-2 0-19 0,3 0-9 0,-1 1 5 15,-3 0-6-15,7-6 11 0,-9 7-7 0,5-2-3 16,2 1 0-16,-3-2 0 0,1 0 2 0,-2 2 8 0,6-6-9 16,-6 8-1-16,1-4 4 0,1 2-1 0,0-2-1 15,0 1 7-15,-2 0-5 0,6-5 6 16,-7 7-13-16,3-2 9 0,0-1-6 0,4-4 2 16,-7 8-5-16,3-3 9 0,4-5-3 0,-8 7 2 0,6-4-5 15,-2 3 3-15,4-6-2 0,-6 7 1 0,3-3-10 16,3-4 11-16,-6 9 2 0,3-5 1 0,-2 1-3 15,1 1 2-15,0-2-2 0,-1 2-2 16,3 0 2-16,2-6 2 0,-6 10-8 0,5-5 6 0,-1 2-2 16,2-7-2-16,-7 8 2 0,5-4 3 0,2-4-3 15,-4 9-1-15,4-9 3 0,-5 7-1 0,5-7-2 16,-4 8-3-16,4-8 3 0,-3 6 5 0,3-6 7 16,0 0-14-16,-6 8-2 0,6-8 5 0,-2 6 1 15,2-6 1-15,-4 6-2 0,4-6-2 0,-6 8 0 16,4-3-2-16,2-5 1 0,-4 7 5 0,4-7-2 15,-5 7 2-15,5-7 1 0,-4 9-1 0,2-5 1 16,2-4 10-16,-4 12-8 0,-2-8-3 0,4 2 4 16,2-6 0-16,-5 12 2 0,1-8-1 0,2 2-6 15,-2 0 5-15,-1 0-1 0,1-2 2 0,1 3-7 16,-2-1 6-16,5-6 2 0,-4 8-2 0,2-2-6 16,2-6 3-16,-7 8 7 0,5-1-5 0,2-7-4 15,-4 7 1-15,4-7-4 0,-2 8 3 0,2-8 1 16,-4 6-2-16,4-6 4 0,-4 8 0 0,0-3-2 15,4-5 8-15,-3 8-8 0,1-3 2 0,2-5 2 16,-4 8-1-16,4-8 1 0,-4 7-5 0,4-7 2 16,-2 9 2-16,2-9-5 0,-2 8 3 0,2-8 3 15,-3 8-3-15,3-8 2 0,-3 10 2 0,3-10-8 16,-2 8 3-16,2-8-1 0,-2 9 2 0,2-9 1 16,-2 10-5-16,-1-6 6 0,3-4-3 0,-4 8-8 15,4-8 9-15,0 7-7 0,0-7 5 0,-2 9 0 16,2-9 3-16,-4 9 1 0,4-9 5 0,-5 11 2 15,5-4 5-15,-2-2 3 0,2-5 2 0,-5 10-7 16,3-4 2-16,-3 0-3 0,3 0 3 0,0 0-3 16,-1-1 2-16,3-5-8 0,-6 10 4 0,4-6-3 15,2-4-2-15,-2 11 0 0,-1-7 1 0,3-4 0 16,-5 9-2-16,3-2 3 0,2-7 1 0,-6 8 3 16,5-1 4-16,-1 0-2 0,2-7 3 0,-6 10-3 15,4-3-1-15,0-2 2 0,-1 3-3 0,1-2 1 16,-3 0 1-16,2 0-4 0,3-6-1 0,-6 10 0 0,4-3-2 15,0-1 2-15,-1 1-4 0,3-7 0 0,-6 12 4 16,4-8 6-16,2-4 2 0,-2 13-7 16,-2-9 0-16,4-4-4 0,-2 10 3 0,2-10-3 15,-4 9-2-15,4-4 2 0,0-5-2 0,-6 11 0 0,6-11-3 16,-3 7 4-16,3-7-1 0,-2 10 1 0,0-5 4 16,-2 1 5-16,2 0-1 0,2-6-4 0,-4 12 3 15,2-7-2-15,2-5 1 0,-6 11-1 16,6-3 1-16,-3-2-1 0,3-6-1 0,-2 11 0 0,-2-4-2 15,0-1 2-15,4-6 1 0,0 13-2 0,-2-6 0 16,-1-1 0-16,1 1-2 0,-1 0 0 0,3 1 1 16,-2-1-1-16,0 0 2 0,1 2 4 15,-1-2 2-15,0 0-1 0,2 0 2 0,0-7-2 0,-2 14-2 16,0-9-5-16,2 3 0 0,0-8 5 0,-2 10-4 16,2-10 0-16,0 10-3 0,0-10 4 0,-3 9-5 15,1-2 2-15,2-7-3 0,-4 9 6 0,4-3-2 16,0-6 5-16,-2 12-8 0,0-6 1 0,2-6-3 15,-3 10 3-15,3-10-1 0,-1 13 3 0,1-7 3 16,-2 1-2-16,2-7 0 0,0 12 1 0,-2-6-1 16,2-6 0-16,0 13-4 0,0-13 4 0,0 10-4 15,0-10-1-15,0 10 1 0,0-10 0 0,-2 9 1 16,2-9-3-16,2 10 1 0,-2-10 1 0,0 9 0 16,0-9-3-16,-2 10-1 0,2-10 6 0,0 10-2 15,0-10 5-15,0 12-7 0,0-12 8 0,0 12-5 16,2-7 0-16,-2-5 3 0,0 13-3 0,0-13-3 15,0 10 3-15,0-4-3 0,0-6 2 0,0 9-1 16,0-9-1-16,0 10-2 0,0-10 4 0,0 7-5 16,0-7 5-16,0 10-2 0,0-10 0 0,-2 9-5 15,2-9 6-15,0 10 1 0,0-10 2 0,0 10-1 16,0-10 5-16,0 12-1 0,0-12 3 0,0 12-1 16,0-12-2-16,-2 11-2 0,2-5 5 0,0-6-6 15,-2 10 0-15,2-10-3 0,-2 9 8 0,2-9-6 16,-1 11 0-16,1-11-1 0,-2 6-2 0,2-6 0 15,0 9 2-15,0-9 0 0,0 0 0 0,0 0-2 16,-2 9 2-16,2-9-2 0,0 0-2 0,0 10 2 16,0-10-1-16,0 0-1 0,-2 7 1 0,2-7 1 15,0 0 1-15,0 0-3 0,-2 10 2 0,2-10-2 16,0 0 2-16,0 0-3 0,0 0 4 0,-2 7-3 16,2-7 0-16,0 0 1 0,0 0-2 0,-1 7-3 15,1-7 6-15,0 0-1 0,0 0-2 0,0 0 0 16,0 0 1-16,-2 7-1 0,2-7 4 0,0 0-1 15,0 0 3-15,0 0-10 0,0 0 4 0,0 0 2 16,0 0 3-16,0 0-5 0,0 0 1 0,0 0 0 0,0 0 1 16,-5 5-2-16,5-5 5 0,0 0 1 0,0 0 0 15,0 0-4-15,0 0 6 0,0 0-10 16,0 0-9-16,0 0-29 0,0 0-26 0,0 0-34 16,0 0-36-16,0 0-40 0,-13-20-36 0,9 11-42 15,1-1-154-15,-1-6-442 0,0 6 195 0</inkml:trace>
  <inkml:trace contextRef="#ctx0" brushRef="#br0" timeOffset="-155771.95">26890 8113 16 0,'0'0'33'0,"0"0"-10"0,-7-4 2 15,7 4-5-15,0 0-6 0,-10-3 4 0,10 3 2 16,-10-1-4-16,10 1-2 0,0 0-8 0,-13 1 6 16,13-1-9-16,-9 0 7 0,9 0-5 0,-10 0 2 15,10 0-3-15,0 0 3 0,-13 1-1 0,13-1 3 16,0 0 1-16,-12-1 8 0,12 1 0 0,0 0-4 15,0 0 7-15,-10 1 7 0,10-1 1 0,0 0-9 16,0 0 7-16,0 0-8 0,0 0-1 0,0 0-2 16,0 0 7-16,0 0-9 0,0 0-2 0,0 0 0 15,0 0-1-15,0 0-9 0,0 0 6 0,0 0 0 16,0 0 2-16,0 0-4 0,0 0 7 0,0 0-5 0,0 0-2 16,40-1 2-16,-26 1-3 0,3 0-4 15,4-1 2-15,6 0 5 0,2 0-1 0,5-2 3 16,-5 3 0-16,5 0 2 0,-1 0-5 0,3 0-1 15,0 1-4-15,1 1 5 0,-2-1 0 0,-1 0-8 0,0 0 4 16,-1 0 1-16,0 2-5 0,-1-2-3 0,0 1-4 16,-1-1-11-16,-2 1 2 0,3-1 4 0,-1-2-5 15,1 3 1-15,1-3-13 0,1 0-4 16,0-1-3-16,0 1 1 0,0-1-4 0,1-2 4 16,3 1-36-16,-2-2-77 0,14 1 34 0</inkml:trace>
  <inkml:trace contextRef="#ctx0" brushRef="#br0" timeOffset="-155692.78">27976 8086 239 0,'37'-5'-22'0,"-3"0"3"0,-1 2 6 0,-3 0 8 16,0 1 3-16,-3 1-2 0,-8-1 2 0,1 2-2 15,-2-1 2-15,0 1-2 0,-7 0 2 16,3 1-1-16,0 1 5 0,0-1-8 0,-2 2-5 0,2-1-13 16,-1-1-26-16,-2-1 12 0</inkml:trace>
  <inkml:trace contextRef="#ctx0" brushRef="#br0" timeOffset="-155032.36">27072 8042 30 0,'0'0'61'0,"0"0"2"16,0 0-2-16,0 0-9 0,-6-4-7 0,6 4 6 0,0 0-6 16,0 0-7-16,0 0 15 0,0 0 1 0,0 0-3 15,0 0-5-15,33 7 5 0,-20-7-6 16,8 2 3-16,8-2 1 0,2 3-11 0,7-3 7 15,14-3-9-15,0 2-9 0,2-3 13 0,4 3-3 0,4-3 0 16,1 0-8-16,2 0-3 0,1 2-1 0,-3-2-10 16,0 1-3-16,0-2-6 0,0 4-13 15,-4 1 3-15,-6-4-22 0,-1 3-17 0,-14 1-21 16,2-3-16-16,-4 1-86 0,-2 1-179 0,2-2 80 0</inkml:trace>
  <inkml:trace contextRef="#ctx0" brushRef="#br0" timeOffset="-149835.03">29660 7968 49 0,'0'0'76'0,"0"0"-8"0,0 0 1 0,0 0-11 16,0 0-2-16,0 0-13 0,0 0 5 0,-15-16-3 16,15 16-4-16,0 0-8 0,0 0 1 0,0 0 1 15,0 0-11-15,-9-3-1 0,9 3 3 0,0 0-4 16,0 0 5-16,-8-1-8 0,8 1 12 0,0 0-3 15,0 0-7-15,0 0 4 0,-10-1-6 0,10 1-2 16,0 0-10-16,0 0 1 0,0 0 12 0,-10-1-11 16,10 1-5-16,0 0 3 0,0 0-2 0,0 0-3 15,0 0 0-15,0 0 2 0,0 0 1 0,-12 1-2 16,12-1-6-16,0 0 9 0,0 0 4 0,-9 1-7 16,9-1 3-16,0 0-9 0,-11-1 9 0,11 1-7 15,0 0 7-15,-12-1 4 0,12 1-13 0,0 0-1 16,-11 0 2-16,11 0 0 0,0 0 3 0,-10-3-3 0,10 3 5 15,0 0-2-15,-11 0-2 0,11 0 5 16,0 0 2-16,-11 0-8 0,11 0 3 0,0 0-4 16,-14 2 5-16,14-2-6 0,-7 0 3 0,7 0-3 15,0 0 6-15,-10 0-14 0,10 0 15 0,0 0-2 0,-11 0-3 16,11 0-2-16,0 0 5 0,-15-2 11 0,15 2-15 16,-11 0 5-16,11 0-1 0,-10-1-2 15,10 1 4-15,-12 0 1 0,12 0-7 0,-12 0-5 16,12 0 10-16,-12-1-2 0,12 1-5 0,-14 0 5 15,6 0-3-15,8 0 6 0,-16 0-5 0,4-2 3 0,2 2 0 16,1 0-4-16,-2 0 0 0,0 0 3 0,1 0-1 16,-1 0 2-16,0-1-2 0,1 1 7 15,10 0-10-15,-20-1 12 0,13 0-11 0,7 1 4 0,-15-1-5 16,5 1 3-16,10 0 4 0,-15 0-6 0,7 0 7 16,-1-2-1-16,9 2-8 0,-18-1-10 0,10 1 17 15,-2-1-4-15,1-1 7 0,-1 2-10 0,10 0 2 16,-20 0-4-16,10-1 14 0,3 0-6 0,7 1 2 15,-19 0 0-15,9-2-3 0,0 2-1 0,2-1 6 16,8 1-4-16,-16-2-2 0,8 2-4 0,8 0 4 16,-14-3 3-16,14 3-3 0,-11 0 2 0,11 0 0 15,-10-1 5-15,10 1-6 0,-10 0-5 0,10 0 2 16,-10-1 5-16,10 1-4 0,-10-2 2 0,10 2 0 16,-10-1 5-16,10 1-4 0,0 0 1 0,-11-1-8 15,11 1 2-15,0 0 2 0,-12-1 3 0,12 1-5 16,-8-1 1-16,8 1 1 0,0 0 2 0,-14 0 1 15,14 0-1-15,-11 0 6 0,11 0-7 0,-13 0 2 16,13 0-8-16,-18 1 7 0,9-2 1 0,-1 2-2 16,1-1 1-16,9 0 3 0,-19 0 10 0,9 0-14 15,1 0 9-15,0 1-5 0,9-1-6 0,-14 1 6 16,6 0-6-16,8-1-4 0,-13 2 3 0,6-1 3 16,7-1 7-16,-12 0-3 0,4 1-5 0,8-1 8 15,-15 0-2-15,7 0-9 0,8 0 6 0,-11 3 1 16,3-1 0-16,8-2-1 0,-14 1 2 0,8 1-10 15,-4-2 18-15,10 0-8 0,-12 1-2 0,6 0-5 16,6-1 4-16,-13 2 4 0,13-2-1 0,-13 2 4 16,7-2-9-16,6 0 0 0,-18 3 7 0,11-2 1 15,1 0-6-15,-2 0 6 0,8-1 2 0,-15 2-14 16,9-1 10-16,6-1 4 0,-14 3-14 0,7-2 11 16,7-1 4-16,-13 2-1 0,7-1-13 0,6-1 12 0,-14 1-11 15,7 0 4-15,7-1 13 0,-11 3-12 16,11-3 0-16,-14 1 1 0,8 0 1 0,6-1 0 15,-12 2-10-15,5-2 14 0,7 0-8 0,-13 3 6 16,13-3-3-16,-9 2 6 0,9-2-1 0,-12 2 4 0,12-2-15 16,-10 2 5-16,10-2 3 0,-12 3 4 15,6-2 2-15,6-1-20 0,-10 2 17 0,10-2-3 16,-10 1-6-16,10-1 5 0,-10 4 1 0,10-4-6 16,-9 2 14-16,3 0-4 0,6-2-2 0,-14 4-5 0,8-1 2 15,1-1 1-15,5-2 0 0,-13 4-1 0,8 0 1 16,5-4-3-16,-12 5 0 0,6-3 6 0,6-2-3 15,-8 5-14-15,2-2 9 0,6-3 2 0,-8 4 4 16,8-4-5-16,-7 4-1 0,7-4 5 0,-8 5-1 16,0-1-1-16,3 0-4 0,1 0 11 0,4-4-6 15,-11 6 7-15,7-3-6 0,0 3-4 0,-2-2 10 16,2 1-7-16,-1-1-5 0,5-4 10 0,-10 9-7 16,2-5 10-16,6-1-6 0,2-3-2 0,-9 8-10 15,5-3 14-15,0 0 0 0,4-5-3 0,-10 8-4 16,8-3-3-16,2-5 0 0,-7 5 3 0,7-5-1 15,-5 7 3-15,2-2-5 0,-2-1 5 0,5-4 2 16,-8 6-1-16,8-6-4 0,-6 7 1 0,3-3-1 16,-1 1 7-16,0-1-5 0,4-4 5 0,-5 10 2 15,0-5 4-15,1 1-18 0,4-6 19 0,-4 8-1 16,1-3-6-16,3-5 0 0,-8 8 2 0,6-2 5 16,-1-2-5-16,3-4 1 0,-6 9-4 0,6-9 0 15,-5 7-2-15,3-1 7 0,2-6-7 0,-2 7 2 16,2-7-7-16,-5 7 8 0,5-7 6 0,-4 7-14 15,4-7 10-15,-4 8 2 0,3-2 1 0,1-6-2 16,-4 8 7-16,4-8-5 0,-5 6 8 0,0-2-6 16,1 1-3-16,4-5-6 0,-4 6 5 0,4-6-1 15,-1 7-4-15,1-7 4 0,-8 7 4 0,8-7 1 16,-3 7-2-16,3-7-3 0,-3 7 3 0,3-7 0 0,-8 8-1 16,8-8 0-16,-4 3 4 0,4-3-2 0,-5 8 5 15,5-8-6-15,-4 5 5 0,4-5-4 16,-4 8 6-16,4-8-2 0,-5 6-5 0,5-6-1 15,-4 9 2-15,4-9-3 0,-3 4 1 0,3-4-4 0,-5 7 3 16,5-7-1-16,-4 10 0 0,4-10-3 0,-3 8 2 16,2-2 2-16,1-6-3 0,-5 8-5 0,5-2 6 15,0-6 4-15,-4 9 1 0,4-9-4 16,-3 10 2-16,1-6-3 0,2-4 2 0,-5 11-1 0,5-11-1 16,-2 10 4-16,2-10-9 0,-2 7 6 0,1-2-3 15,1-5 6-15,-3 13-7 0,0-8 1 0,3-5 3 16,-2 10-5-16,2-10 0 0,-4 11 6 0,3-7-1 15,1-4 3-15,-3 14 1 0,3-14-4 0,-1 11 1 16,-3-4-2-16,4-7-3 0,0 13 6 0,-2-9-2 16,2-4 2-16,-3 13-4 0,3-13 0 0,0 11 1 15,0-6-2-15,0-5-1 0,-1 10 5 0,1-10-4 16,-1 12 2-16,1-12-1 0,-2 10-2 0,4-3 6 16,-2-7-3-16,-3 8 1 0,3-8 6 0,-2 11-3 15,2-11 1-15,2 11-3 0,-2-11 6 0,-2 10-5 16,2-10 3-16,0 8-2 0,0-8-4 0,-2 10 5 15,2-10-4-15,2 10 1 0,-2-10-1 0,0 10 3 16,0-10-3-16,0 8-1 0,0-8 0 0,-2 10-1 16,2-10 5-16,0 10 1 0,0-10 0 0,0 10 0 15,0-10 2-15,0 10 0 0,0-10 0 0,0 9-5 16,0-9 3-16,0 12-4 0,0-12 9 0,-2 10-6 16,2-10 2-16,-1 10-3 0,1-10-2 0,-2 8 5 15,2-8 0-15,0 11-4 0,0-11 3 0,0 10 1 16,0-10 6-16,0 11 0 0,-1-6-4 0,1-5 1 0,0 12-1 15,0-12-4-15,-2 10 3 0,1-4-1 16,1-6 2-16,-2 10 4 0,2-10 3 0,-2 12-5 16,2-12-2-16,-2 9-2 0,2-9 0 0,0 9-1 15,-2-3-1-15,2-6 0 0,0 8-3 0,0-8 1 0,0 9 0 16,0-9-1-16,0 9-4 0,0-9 6 0,0 10 1 16,0-10 0-16,-1 7 1 0,1-7-4 0,-1 10 5 15,1-10-2-15,-3 9 1 0,3-9 1 16,3 9 2-16,-3-9-1 0,-4 9-2 0,4-9 7 0,0 9 2 15,0-9-4-15,-2 9 5 0,2-9-5 16,-2 10 0-16,2-10 2 0,-2 10-2 0,2-2 3 0,0-8-1 16,-3 12-4-16,3-12 4 0,0 11-3 15,0-11-4-15,-2 10 1 0,2-4-3 0,0-6 5 0,-2 11-4 16,2-11 2-16,-2 11-3 0,2-11-3 0,0 10 2 16,0-10-4-16,0 7 2 0,0-7-2 0,0 10 0 15,0-10 4-15,-2 11 2 0,2-11-1 0,0 8 0 16,0-8-6-16,0 10 1 0,0-10 0 0,-2 11-1 15,4-5 0-15,-2-6 2 0,0 12 2 0,0-12-1 16,2 9 3-16,-2-9-1 0,0 13 2 0,-2-7 5 16,2-6 4-16,2 14-8 0,-4-9 5 0,2-5 4 15,0 14-6-15,2-9-1 0,-2 1 0 0,0-6 0 16,0 9 0-16,2-2-1 0,-2-7 3 0,2 11-6 16,-2-11-1-16,0 10 1 0,0-3 1 0,0-7-1 15,1 10 4-15,-1-2-3 0,0-8 1 0,1 10-7 16,-1-10 4-16,0 9 2 0,0-9 1 0,0 8-1 15,0-8 0-15,1 9-4 0,-1-9 6 0,0 9-8 16,0-9 6-16,0 8 2 0,0-8-3 0,2 9-1 16,-2-9-4-16,0 8 4 0,0-8-1 0,0 9 0 15,0-9-4-15,2 12 6 0,-2-6-4 0,0-6 3 16,0 11-3-16,2-5 0 0,-2-6 6 0,2 9-8 16,-2-9 0-16,1 10 6 0,-1-5-7 0,5 0 0 15,-5-5 3-15,0 11 3 0,0-11-2 0,0 12-1 16,0-12 6-16,0 10-6 0,0-10 3 0,0 10-5 0,0-10 0 15,0 8 0-15,0-8 7 0,-1 10-6 0,1-10 5 16,0 11 1-16,0-11 0 0,0 12-3 16,0-12 4-16,1 10 1 0,-1-10-1 0,0 9-5 15,0-9 6-15,0 9-2 0,0-9-5 0,-1 8 1 0,1-8 1 16,0 9 0-16,0-9 1 0,-1 8-4 0,1-8 0 16,1 10-3-16,-1-10 2 0,0 10-2 0,0-10 3 15,0 0-2-15,-1 11 6 0,1-11-2 0,1 9 0 16,-1-9-1-16,0 10 4 0,1-4 1 0,-1-6-1 15,-1 11 4-15,1-11 0 0,1 10-1 0,-1-10 16 16,-1 9-13-16,2-2-3 0,-1-7-9 0,-2 10 11 16,2-10-9-16,1 10 3 0,-1-10-4 15,-1 9 1-15,1-9 2 0,1 12 0 0,-1-12 1 0,-4 9 2 16,4-9 6-16,-1 10-17 0,1-10 0 0,-2 8 3 16,2-8-11-16,2 10 12 0,-2-10-3 0,-2 8 4 15,2-8-4-15,0 10 0 0,0-10 4 0,0 9 1 16,0-9 3-16,0 10-8 0,0-10-1 0,0 8-1 15,0-8 8-15,-2 12-4 0,2-12 2 0,2 10-2 16,-2-10 2-16,0 12 16 0,-2-5-5 0,2-7-1 16,-2 13 1-16,2-7 4 0,0-6-8 0,0 12 3 15,0-12-5-15,-2 11-5 0,4-5 0 0,-2-6 2 16,-2 12-2-16,2-12 4 0,0 12 4 0,2-7-5 16,-2-5 7-16,0 10-6 0,0-10-2 0,0 10 5 15,0-10-9-15,0 13 4 0,0-5 24 0,0-8-8 16,0 11-1-16,0-11 1 0,0 13-4 0,0-8-3 15,0-5 1-15,0 13-4 0,0-13 2 0,0 11-6 16,0-11 0-16,0 10 4 0,2-5-5 0,-2-5-3 16,-2 11 5-16,2-11-2 0,0 10 3 0,0-10-6 15,2 9-8-15,-2-9 12 0,0 0-5 0,-2 10 2 16,2-10-5-16,0 0-3 0,0 9 4 0,0-9 5 16,0 0-5-16,0 8 2 0,0-8 1 0,0 0-11 15,0 9 6-15,0-9 3 0,0 0 3 0,0 0-3 0,2 11-1 16,-2-11-9-16,0 0 6 0,-2 8 8 0,2-8-8 15,0 0 0-15,0 8 3 0,0-8 1 16,-2 9 4-16,2-9-5 0,0 11 12 0,0-3-2 16,0-8 4-16,2 12-2 0,-4-5-4 0,2-7 2 0,-1 10-1 15,1-10-1-15,0 12-3 0,-1-7 4 0,1-5-4 16,0 10-1-16,0-10 7 0,-1 9-7 0,1-9-5 16,-2 9 4-16,2-9-3 0,0 8 5 0,0-8 0 15,0 0-3-15,-2 11-2 0,2-11 0 0,0 7-3 16,0-7 3-16,0 0 0 0,-2 10 1 0,2-10 1 15,0 0 2-15,2 8-8 0,-2-8 1 0,0 0 5 16,0 7 4-16,0-7-8 0,0 0 0 0,-4 12 8 16,4-12-8-16,0 7 1 0,0-7 1 0,0 10 0 15,0-10 6-15,0 13-4 0,0-7 7 0,0-6 3 16,-2 12-3-16,2-12-2 0,0 12 2 0,0-12-3 16,-1 9 1-16,1-9-1 0,0 8-2 0,0-8-3 15,-1 8 2-15,1-8 1 0,0 8 3 0,0-8-6 16,0 0 4-16,-1 10-4 0,1-10-3 0,0 0 6 15,0 10 2-15,0-10-2 0,0 0-4 0,-2 7-3 0,2-7 3 16,0 0-1-16,0 0 4 0,-3 8-5 16,3-8 2-16,0 0-4 0,0 0 2 0,0 0-4 15,0 10 7-15,0-10-3 0,0 0 1 0,0 0 3 16,0 0 0-16,0 9-1 0,0-9-2 0,0 0 1 0,0 0 1 16,0 0 0-16,0 0 7 0,-2 8-9 0,2-8-1 15,0 0 2-15,0 0 0 0,0 0-3 16,0 0 2-16,0 8-4 0,0-8 4 0,0 0-1 15,0 0-5-15,0 0 7 0,0 0 1 0,0 0-3 0,0 0 0 16,0 0 3-16,0 0 1 0,0 0-6 16,0 0 3-16,0 0-3 0,0 0 3 0,0 0 0 0,0 10-1 15,0-10 0-15,0 0-1 0,0 0 2 16,0 0-3-16,0 0 4 0,0 0-2 0,0 0 0 0,0 0 0 16,0 0 0-16,0 0 3 0,0 0-6 0,0 0 7 15,0 0-5-15,0 0 5 0,-2 6-3 0,2-6 2 16,0 0-2-16,0 0 2 0,0 0-3 0,0 0 5 15,0 0-5-15,0 0 3 0,0 0-1 0,0 0-4 16,0 0 6-16,0 0 0 0,0 0-1 0,0 0 2 16,0 0-2-16,0 0-3 0,0 0 5 0,0 0-2 15,0 0 2-15,0 0-3 0,0 0 4 0,0 0 0 16,0 0-2-16,0 0 4 0,0 0-4 0,0 0 1 16,0 0-9-16,0 0-7 0,0 0-19 0,0 0-22 15,0 0-23-15,0 0-22 0,0 0-42 0,-4-24-20 16,4 24-26-16,-3-16-21 0,1 5-16 0,2-1-26 15,0-5-22-15,4 0-28 0,0-2-20 0,1-7-245 16,5 0-610-16,0-3 271 0</inkml:trace>
  <inkml:trace contextRef="#ctx0" brushRef="#br0" timeOffset="-132603.6">15767 16516 29 0,'5'-5'35'0,"-5"5"-1"0,4-6-3 0,-4 6 0 0,0 0-8 16,0 0-9-16,0 0-2 0,0 0-10 15,2-7 0-15,-2 7 1 0,0 0-10 0,0 0 3 16,0 0-11-16,0 0-1 0,0 0-13 0,0 0-32 15,0 0 14-15</inkml:trace>
  <inkml:trace contextRef="#ctx0" brushRef="#br0" timeOffset="-132351.52">15757 16573 19 0,'0'0'41'0,"0"0"-3"0,0 0-3 16,0 0-5-16,0 0-7 0,0 0-7 0,0 0-5 15,0 0-10-15,0 0 3 0,0 0-9 0,0 0-4 16,0 0-2-16,0 0-3 0,0 0-17 0,0 0-31 15,0 0 14-15</inkml:trace>
  <inkml:trace contextRef="#ctx0" brushRef="#br0" timeOffset="-131015.02">15914 16489 49 0,'0'0'57'0,"0"0"0"0,0 0-4 16,0 0-6-16,0 0-11 0,0 0 2 0,0 0 0 15,0 0-5-15,-4-9 10 0,4 9-18 16,0 0 1-16,0 0-4 0,0 0 3 0,0 0 2 16,0 0 2-16,0 0-4 0,0 0 6 0,0 0-4 15,0 0 6-15,0 0-7 0,0 0 15 0,0 0-4 16,0 0-7-16,0 0 1 0,0 0 6 0,-8-6-3 0,8 6 6 16,0 0-3-16,0 0 6 0,0 0-8 15,0 0-4-15,0 0 2 0,0 0 4 0,0 0-3 16,0 0-2-16,0 0-5 0,0 0-5 0,0 0 0 15,0 0-4-15,0 0-2 0,0 0 7 0,0 0-6 16,0 0 0-16,0 0-12 0,0 0 1 0,0 0 1 16,0 0-3-16,0 0-6 0,0 0 0 0,0 0 15 15,0 0-16-15,0 0 1 0,0 0 10 0,0 0-9 16,0 0-1-16,0 0-3 0,1 31 2 0,-1-31 6 16,0 0-2-16,-1 15 1 0,1-9-5 0,-2 2 10 15,2-8-4-15,-2 14 1 0,-1-8 4 0,2 6 5 16,-2-3-3-16,1 0 0 0,-1 1 2 0,-1 0-1 15,3-2-5-15,-2 2 2 0,0 1-7 0,0-3 11 16,1 3-6-16,0 0 8 0,1-1-10 0,0 0 3 16,-2 1-2-16,2 0 5 0,-2 1-1 0,2-2 2 15,0 1-6-15,-1 2 2 0,2-3-1 0,0 1-3 16,-1 0-3-16,2 1 6 0,-1 4 1 0,0-6-3 16,0 3 4-16,2-2-6 0,-4 1 7 0,2-4 0 15,3 3 3-15,-2 2-7 0,0-1 4 0,-1-1 1 16,0 2-5-16,0-1 5 0,-1-1 3 0,1 2-2 15,0-13-4-15,-1 22 9 0,0-12-5 0,-1-1 0 16,0 2 3-16,0-2-8 0,2-1 6 0,-1 3-2 16,-1-4 4-16,0 2-7 0,-1 0 1 15,1-2 2-15,2-7-3 0,-3 15 4 0,1-7-9 0,0 1-1 16,2-9 4-16,-2 15 4 0,2-8-3 0,-1 0 3 16,1-7 27-16,-1 11-5 0,1-2 2 0,-1-1-1 15,1-8-1-15,0 13-1 0,-2-7-6 0,1 2-1 16,1-8-5-16,-3 13-1 0,2-6 1 0,-1 0-1 15,2-7 4-15,-4 15-1 0,1-7 2 16,2 1 3-16,0 0-6 0,-2-1 1 0,3 1-2 16,0 0-3-16,-2 1 1 0,0-1 1 0,-2 1-3 15,3 0 0-15,0-2-2 0,0 1 2 0,-1 0-3 0,1-2-1 16,0 0 0-16,-2 1 0 0,3-8 1 0,-1 13-2 16,0-7 2-16,-2 0 0 0,3-6 0 15,-5 13-1-15,5-8 1 0,-2 2 0 0,2-7 0 16,0 0-2-16,0 19 7 0,0-19 0 0,-2 17 2 15,1-10-6-15,1-7 1 0,-1 12-1 0,1-12-1 16,-2 15 2-16,2-15-1 0,-2 16 5 0,1-9-3 16,-1 3-2-16,2-10 5 0,-2 17-6 0,0-10 4 15,2-7-5-15,-1 16 3 0,1-16-3 0,-3 17 4 16,3-17-4-16,-2 15 1 0,2-8-1 0,0-7-2 16,-5 17 1-16,4-8-7 0,1-9 8 0,-3 15-11 15,2-7 13-15,1-8-6 0,-4 16 7 0,3-6-2 16,-1-1 0-16,1-2-1 0,0-1 0 0,0 2 0 15,-1-2-2-15,0 5-27 0,-1-3-2 0,3 1 2 16,-1-1 7-16,-2 1 0 0,2-1 4 0,-3 1-4 16,4-9 1-16,-2 22 2 0,-1-12-1 0,1 2 3 15,-1-3 2-15,0 2 0 0,3-11-1 0,-1 18 5 16,-1-8 0-16,2 0-1 0,0-10 1 0,-4 21 2 16,2-13-1-16,2 3 3 0,0-11-4 15,0 18 1-15,-1-9 27 0,0 2-7 0,1-11 3 16,-3 17-2-16,3-17-7 0,-2 13-3 0,2-5 2 0,0-8-1 15,-4 13 2-15,4-13-3 0,0 13-3 16,0-13 4-16,-1 10-7 0,1-10 0 0,-3 9 6 0,3-9-2 16,0 0-7-16,0 0-4 0,0 13-9 15,0-13-11-15,0 0-16 0,0 0-13 0,0 0-15 16,0 0-19-16,-2 10-29 0,2-10-39 0,0 0-28 16,0 0-55-16,0 0-126 0,0 0-390 0,-25-18 173 15</inkml:trace>
  <inkml:trace contextRef="#ctx0" brushRef="#br0" timeOffset="-130066.72">4420 17219 53 0,'0'0'183'0,"-5"-8"-8"15,5 8-14-15,0 0-4 0,-5-10-9 0,5 10-17 16,-3-4-1-16,3 4-19 0,0 0-11 0,0 0-13 0,0 0-16 16,-3-8-4-16,3 8-9 0,0 0-4 15,0 0-5-15,0 0-18 0,0 0 10 0,11 24-4 16,-3-9-7-16,-1-1-2 0,2 3-2 0,0-1-4 16,3 2 4-16,-5-2-9 0,6 6 1 0,0 1-1 15,-5-6-3-15,1-4-5 0,1 4 5 0,-1-3-2 16,-3-2-5-16,1-1 3 0,0-1-2 0,-2 0 0 15,0-1 0-15,3 0-2 0,-3 0-2 0,0-4 0 16,-5-5 3-16,9 11-2 0,-5-6 1 0,-4-5-1 16,0 0 0-16,5 7 12 0,-5-7 13 0,0 0 13 15,0 0 3-15,0 0-4 0,0 0-6 0,0 0 0 16,0 0-8-16,17-23 3 0,-13 10-7 0,-1-2 3 16,1-3-5-16,0 0 1 0,1-1-7 15,3-5 2-15,-4 6-5 0,1-2-6 0,0 4 3 0,-4 2-2 16,3 1 1-16,-1 3 1 0,-2-1-3 0,0 0-16 15,-1 11-14-15,0-13-18 0,0 13-21 0,0-12-31 16,0 12-26-16,0 0-31 0,3-12-31 0,-3 12-151 16,0 0-357-16,0 0 158 0</inkml:trace>
  <inkml:trace contextRef="#ctx0" brushRef="#br0" timeOffset="-129857.56">4811 17173 77 0,'0'0'114'0,"0"0"1"0,0 0-6 0,17 19 1 15,-15-3-11-15,5 7-5 0,-3 4-5 0,-3 3-10 16,-1 1-8-16,1-3-8 0,-2 1-5 0,-2-2-9 16,2 0 0-16,1-1-1 0,-4-2-10 0,0-5-2 15,-2 5 2-15,1-6-28 0,1 2-17 0,-4 3-40 16,1-5-28-16,0-4-129 0,-5 0-219 0,0-3 98 15</inkml:trace>
  <inkml:trace contextRef="#ctx0" brushRef="#br0" timeOffset="-129630.04">4135 17279 2 0,'-13'10'159'16,"13"-10"-23"-16,-7 22-10 0,5-5-14 0,-1 0-6 15,9 1-15-15,-1 8-4 0,3-2-11 0,3-2-6 16,2 0-10-16,5 0 1 0,1 0-31 0,3 0-29 16,2-1-54-16,-2-2-36 0,3-1-74 15,-2-1-176-15,4-2 78 0</inkml:trace>
  <inkml:trace contextRef="#ctx0" brushRef="#br0" timeOffset="-124948.77">5499 17176 77 0,'0'0'151'0,"-8"-9"-16"0,8 9-2 0,-1-4-4 0,1 4-15 15,0 0-8-15,0 0 3 0,-4-6-10 0,4 6-1 16,0 0-13-16,-4-6-3 0,4 6-9 0,0 0-9 16,0 0-7-16,0 0-5 0,0 0-5 0,0 0-3 15,-5-6-10-15,5 6 4 0,0 0-8 0,0 0-5 16,0 0 1-16,-5-6-1 0,5 6-12 0,0 0 12 15,-6-5-4-15,6 5-5 0,0 0 1 0,0 0-1 16,-9-1-3-16,9 1-1 0,0 0-3 0,0 0 1 16,-11 0-2-16,11 0 0 0,0 0-4 0,0 0 1 15,0 0-5-15,0 0 2 0,0 0-4 16,0 0 2-16,0 0 1 0,0 0 3 0,0 0 7 16,0 0 0-16,0 0 3 0,35 12-2 0,-14-10 0 0,10-5 0 15,2 0 1-15,2 3-1 0,2-6 6 16,0 3-9-16,14-2-8 0,-15 2-9 0,0-2-21 15,-3 2-14-15,-3 2-19 0,-9-3-22 0,0 2-20 16,-5 2-33-16,-3 0-17 0,-4 0-100 0,1 3-274 16,-10-3 122-16</inkml:trace>
  <inkml:trace contextRef="#ctx0" brushRef="#br0" timeOffset="-124718.29">5756 17131 45 0,'0'0'159'0,"-6"10"-8"0,6-10-1 0,2 20-4 15,-2-8-2-15,0 7-10 0,0 0-14 16,1 7-6-16,0 0-10 0,-1-1-6 0,3 0-9 0,-2-7-9 16,-2 8-8-16,1-6-3 0,0-1-11 0,1 0-2 15,0 5-5-15,-2-5-10 0,1-2-3 16,1 1-29-16,1-3-20 0,-1 3-46 0,-1-6-29 15,0-2-58-15,-1 1-128 0,-1 1-295 0,2-12 131 16</inkml:trace>
  <inkml:trace contextRef="#ctx0" brushRef="#br0" timeOffset="-124401.42">5859 17615 120 0,'10'2'171'0,"-10"-2"-5"0,17-2-18 16,-4 2-13-16,-2-3-6 0,6-1-9 0,3-1-11 16,1 0-16-16,-2 0 2 0,0-1-7 0,1-1-1 15,-1 1-3-15,-3-2-8 0,-3-1-2 0,0 4 2 16,-4-2-6-16,0-1 0 0,-2 0-6 0,2-1-9 16,-5 0-2-16,-4 9-5 0,4-16-6 0,-3 10-4 15,-1 6 0-15,-2-15-7 0,2 15 0 16,-10-13-7-16,3 6-2 0,-2 4-3 0,9 3 0 15,-19-4-7-15,7 4 2 0,12 0-3 0,-24 5-4 16,14 0 1-16,-4 4-2 0,2-1-2 0,1 5 5 16,3-6-8-16,-2 7 1 0,2-1 3 0,3-1-2 15,1 2-2-15,0 2-15 0,6-3-29 0,-2-13-49 16,5 22-41-16,0-11-60 0,1 4-142 0,-1-5-360 16,4-1 159-16</inkml:trace>
  <inkml:trace contextRef="#ctx0" brushRef="#br0" timeOffset="-123856.99">6213 17540 47 0,'0'0'143'0,"0"0"-4"0,0 0-10 16,0 0 4-16,0 0-8 0,0 0-8 0,10 27-2 15,-10-18-5-15,0-9-3 0,2 19-3 0,0-9-11 16,-2 0-13-16,0-10-2 0,2 13-5 0,-2-13-3 15,0 0 15-15,0 0 5 0,0 11 4 16,0-11 8-16,0 0-1 0,0 0-3 0,0 0-12 16,0 0-9-16,0 0-5 0,0 0-6 0,0 0-9 15,0 0-1-15,0 0-6 0,-8-37-7 0,9 25-1 16,0 2-4-16,2-3-5 0,2-3 0 0,3-1-5 16,-1 2-3-16,5-2-3 0,1 2-5 0,-1 1-2 15,1 2-7-15,1 0 3 0,-2 4-2 0,3 2-4 16,2 1 1-16,-5 4 0 0,0 2-4 0,-12-1 0 15,24 5 2-15,-12 1-4 0,0 2 3 0,1 1 0 16,-4 1-6-16,5-1 4 0,-6 3 0 0,-3-3-3 16,2 1 4-16,-2-5-1 0,-2 3 2 0,0 0 3 15,-3-8-3-15,3 12 2 0,-3-12 5 0,0 0-2 16,-4 13-2-16,4-13 1 0,-8 5 0 16,8-5-1-16,0 0-2 0,0 0 2 0,0 0-4 0,-24-11 1 15,24 11-3-15,-9-11-4 0,8 3-1 0,1 8 3 16,1-20-7-16,3 8-5 0,-1-5 0 15,3 0-6-15,3 1-2 0,0-1 0 0,5 2 4 16,-2-1-1-16,1 5 1 0,3-1 4 0,-4 6-2 16,0 1 1-16,-1 1-2 0,-1 4 1 0,-10 0 3 15,25 5 0-15,-14 1 5 0,0 1-3 0,1 7 2 16,-1-1 2-16,-2 1 1 0,-1 4 5 0,0-2-6 16,-7 0 3-16,2 1 3 0,-1 2 0 0,1-2-3 15,-2 2-20-15,-1 0-31 0,0-4-50 0,-1-3-46 16,1-12-57-16,-1 24-169 0,-4-14-406 0,-2 1 180 15</inkml:trace>
  <inkml:trace contextRef="#ctx0" brushRef="#br0" timeOffset="-123602.98">6750 17220 28 0,'1'-12'272'16,"-1"12"-11"-16,-2-16-20 0,2 16-23 0,0-12-31 15,0 12-20-15,0 0-17 0,0 0-15 16,0 0 0-16,12 26-7 0,-5 1-9 0,-2 4-9 16,-3 18-5-16,0-4-13 0,-1-8-6 0,-1 13-6 15,-1-2-10-15,-1-3-5 0,4 1-3 0,-2-11-8 16,-2-2-4-16,1 1-5 0,-1-1-4 0,2-1-7 16,-3 0-2-16,2-4-4 0,-2 0-8 0,3-2-17 15,-6-7-23-15,3 0-32 0,2-6-35 0,0 0-39 16,0-4-39-16,-2 1-44 0,2-1-185 0,-6-3-425 15,7-6 188-15</inkml:trace>
  <inkml:trace contextRef="#ctx0" brushRef="#br0" timeOffset="-123382.88">6768 17433 35 0,'7'-6'187'0,"4"3"-4"0,0 3-16 0,-11 0-7 15,19 0-6-15,-5 2-1 0,-3 3-9 16,1 3-9-16,-4 2-17 0,0-1-6 0,-2 1-11 16,3 5-10-16,-8-3-3 0,1 5-10 0,-7 0-10 15,-4 6-5-15,-4 1 3 0,-4-1-16 0,1-2-9 16,-6 0-20-16,-1-2-39 0,0-2-45 0,6-4-30 16,2 0-44-16,0-4-45 0,-3 1-105 0,6-6-312 15,2-1 139-15</inkml:trace>
  <inkml:trace contextRef="#ctx0" brushRef="#br0" timeOffset="-123214.52">6937 17516 152 0,'10'-5'217'0,"-10"5"6"0,10-5-2 16,-10 5-9-16,8-4-15 0,-8 4-18 0,0 0-21 15,9-4-14-15,-9 4-19 0,0 0-29 0,0 0-31 16,0 0-32-16,0 0-51 0,0 0-53 0,0 0-74 15,0 0-153-15,0 0-324 0,-18 27 144 0</inkml:trace>
  <inkml:trace contextRef="#ctx0" brushRef="#br0" timeOffset="-122046.92">7481 17274 147 0,'0'0'179'0,"-1"-12"-17"0,1 12-14 16,0 0-16-16,0 0-6 0,-18 1-27 0,18-1 8 16,-18 13 3-16,5 3-6 0,-1-3-10 0,-1 8 1 15,-3 2-10-15,3 0-10 0,3 2-3 16,3-7-8-16,-2 8-6 0,3-9-9 0,4 2 2 16,1 1-7-16,2-5-4 0,2 3-5 0,1-6 0 15,0 0-1-15,3-1-5 0,1 0 4 0,4-3-4 16,-1 1-4-16,4-4-3 0,-1-1-11 0,6-1-16 0,1-1-10 15,2-2-18-15,-2-1-18 0,0-2-2 0,-1 0-18 16,1-4 6-16,-1 1-1 0,-1-4 5 0,-1 0 1 16,-2 0 9-16,2-2-1 0,-4 0 14 0,-1-1-3 15,0-1 21-15,-4 0 4 0,-1-2 2 16,-1 1 8-16,0 3 16 0,0 1 12 0,-2 2 7 16,-2-1 9-16,-1 10 6 0,3-12 0 0,-3 12 0 15,1-10-4-15,-1 10-5 0,0 0-10 0,0 0 2 16,0 0-12-16,0 0 11 0,0 0 2 0,0 0-1 15,3 32 2-15,-3-20-7 0,0 7 3 0,1-4-7 16,0-3 3-16,0-1-4 0,2 2-3 0,1-1 8 16,1-2-7-16,0-2 2 0,-1-4-5 0,1 3 4 15,3 2 3-15,-2-5 6 0,-6-4 1 0,18 8 2 16,-18-8 1-16,18-4-4 0,-8-1 0 0,0 0-1 16,-2-2 9-16,3 0 6 0,-4-1 1 0,-1-1 4 15,-2 0-2-15,1-4-6 0,-4 1 0 0,1 1-2 16,-4-5-7-16,-1 5 1 0,-1-2-5 0,-4-1-6 15,0 4-2-15,-1 0-4 0,-3 0-14 16,0 5-8-16,-1 0-26 0,1 0-11 0,0 4-23 0,12 1-25 16,-24 3-21-16,12 1-16 0,3 2-24 0,2 1-33 15,0 1-148-15,0 3-364 0,7-11 162 16</inkml:trace>
  <inkml:trace contextRef="#ctx0" brushRef="#br0" timeOffset="-121884.08">7968 17508 36 0,'0'0'163'16,"13"-2"-7"-16,-13 2-6 0,14-2-11 0,-14 2-9 15,14-1-17-15,-14 1-9 0,10-1-9 0,-10 1-9 16,14 0-10-16,-14 0-16 0,0 0-29 0,25-4-41 16,-15 1-34-16,0 0-48 0,1 1-108 0,-2-1-214 15,-9 3 94-15</inkml:trace>
  <inkml:trace contextRef="#ctx0" brushRef="#br0" timeOffset="-121537.05">8249 17420 65 0,'0'0'149'0,"0"0"-9"16,0 0 3-16,13 2 2 0,-13-2-3 0,0 0 0 16,12-2 2-16,-12 2-9 0,12 0-14 0,-12 0-12 15,0 0-10-15,26-3-7 0,-17 3-11 0,6-2-6 16,-5 2-5-16,0-3-8 0,3 0-8 0,-3 1-4 15,1 0-8-15,-11 2-1 0,15-3-5 0,-15 3-2 16,12-5-5-16,-12 5 0 0,10-4-3 0,-10 4-4 16,7-10-2-16,-7 10-6 0,5-9 4 0,-5 9-2 15,0-9-3-15,0 9-3 0,0 0-2 0,-6-13-2 16,6 13-4-16,-15-5 4 0,15 5-3 0,-18-2 0 16,6 2 3-16,12 0-5 0,-24 8 2 0,6-3 2 15,4 4-4-15,-1 3 4 0,2 0 0 0,-1 0-2 16,2 2 1-16,2 1 5 0,3 0 8 0,1-5-5 15,4 6 5-15,2-4-1 0,0 0-3 16,4-1 4-16,2 0-5 0,3-1 2 0,5 1-1 0,4 0-15 16,3-4-25-16,7-1-31 0,-2-4-31 15,4-1-31-15,0-2-34 0,1-2-33 0,-1-1-135 16,-9 1-350-16,-3-1 155 0</inkml:trace>
  <inkml:trace contextRef="#ctx0" brushRef="#br0" timeOffset="-121187.78">8713 17390 97 0,'0'0'174'0,"0"0"-13"0,0 0-7 0,2-11-20 16,-2 11-7-16,0 0 3 0,0 0 14 15,0 0-5-15,3 30-11 0,-4-14-7 0,-1 3-5 16,2 7-10-16,-2-6-2 0,1 7-5 0,1-2-9 16,0 2-8-16,-2-3-1 0,2-6-9 0,0 0-6 15,0-4-7-15,2-3-8 0,-1-4-4 0,-1-7 2 16,0 13 7-16,0-13 14 0,0 0 13 0,2 10 12 15,-2-10-8-15,0 0-9 0,0 0-6 0,0 0-6 16,0 0-9-16,2-43-1 0,0 26-5 16,-2-2-3-16,0 1-7 0,0-7-6 0,2-3-5 0,-1 2-2 15,2-5-7-15,-2 2 0 0,5-4-5 16,0-1 1-16,0 0-1 0,3-11-1 0,-3 12-4 16,3 1-5-16,-1-2-1 0,-1 6 2 0,2 4-5 0,-3 7 3 15,0 7-2-15,-1-2-3 0,-1 5-2 16,1 1-6-16,-5 6-3 0,12-5 0 0,-12 5-7 15,16 4-11-15,-5 4-17 0,-3 1-29 0,5 5-21 16,-7 4-28-16,0-2-36 0,0 11-25 0,-2-1-31 16,-3 0-32-16,-4 2-152 0,-5-3-434 0,2-5 192 15</inkml:trace>
  <inkml:trace contextRef="#ctx0" brushRef="#br0" timeOffset="-120709.98">8753 17473 121 0,'0'0'140'0,"0"0"1"0,-7 6-16 0,7-6 9 16,0 0-1-16,0 0-6 0,0 0-9 0,0 0-8 16,24 6-5-16,-24-6-11 0,25-1 2 15,-14-2-12-15,2 2 3 0,1 1-10 0,-4-1-7 16,-10 1-4-16,25-3-8 0,-19 3-4 0,-6 0-7 16,16-2-4-16,-16 2-1 0,13-1-3 0,-13 1-5 0,14-3 3 15,-14 3-9-15,9 0 0 0,-9 0-3 16,0 0-2-16,13-2-1 0,-13 2-5 0,0 0 0 15,12 3 4-15,-12-3 3 0,10 9 1 0,-5-2 4 16,1 0-3-16,-2 3-2 0,1 2 6 0,0 3 5 16,-2 1-4-16,0 2-1 0,-1 0-2 0,1-2 5 15,-2 4-3-15,2-4-2 0,-2 0-4 0,0-2-4 16,-1-2 4-16,3-5-7 0,-3-7 0 0,1 13 4 16,-1-13 9-16,0 11 12 0,0-11 5 0,0 0-2 15,0 0-7-15,0 0-5 0,0 0-1 0,0 0-7 16,0 0 2-16,0 0-4 0,-4-48 4 0,4 31-1 15,-1-2-7-15,0 1-2 0,1-1-2 16,-2-7-1-16,2 0-2 0,0 0-6 0,3 1 5 16,-1-5-2-16,3 0-10 0,0 0 0 0,2-4-4 0,-1 0 0 15,3 5 5-15,1-3-6 0,-1 6-8 0,-1 8 13 16,1 0-2-16,-1 4 1 0,-3 2-3 16,0 2 1-16,1 4-1 0,-6 6 0 0,17-10-4 0,-4 10-3 15,-13 0-12-15,19 3-12 0,-19-3-24 0,18 11-25 16,-5-1-30-16,-8 2-19 0,1-2-26 15,2 4-24-15,-6 3-25 0,-2 0-170 0,-2 0-410 16,-5 1 181-16</inkml:trace>
  <inkml:trace contextRef="#ctx0" brushRef="#br0" timeOffset="-120397.72">8975 17437 75 0,'0'0'125'0,"-5"2"5"0,5-2 14 16,0 0-2-16,0 0 3 0,0 0-5 0,0 0-5 15,24 10-5-15,-11-10-12 0,6-1-9 0,1 0-12 16,0-3-7-16,3 2-6 0,-2-1-14 0,-4 0-5 16,6 1-3-16,-4 0-12 0,-1-2-1 15,3 3-5-15,-9-1-3 0,1 0-5 0,-3 2-3 0,3-3-5 16,-3 1-2-16,-10 2 3 0,14-2-8 16,-14 2-2-16,13-2-1 0,-13 2 3 0,9-4-2 0,-9 4 7 15,0 0 2-15,9-3 2 0,-9 3-3 0,0 0-1 16,0 0-5-16,0 0-5 0,0 0-2 0,0 0-3 15,0 0 6-15,14 9 0 0,-14-9-1 0,5 11 2 16,-5-2 4-16,1 3-6 0,-1-3 1 16,2 3 1-16,-4 0-2 0,4 3 1 0,-2-15-9 15,-2 25-24-15,1-14-20 0,-3 3-27 0,2 0-46 16,2-14-47-16,-5 22-58 0,1-13-133 0,-1 1-377 16,5-10 167-16</inkml:trace>
  <inkml:trace contextRef="#ctx0" brushRef="#br0" timeOffset="-120229.74">9266 17138 87 0,'0'0'204'0,"-1"-13"-26"0,1 13-24 15,0 0-24-15,0 0-30 0,0 0-41 0,0 0-55 16,0 0-64-16,0 0-83 0,0 0-155 0,18 31 69 15</inkml:trace>
  <inkml:trace contextRef="#ctx0" brushRef="#br0" timeOffset="-119759.36">9739 17358 199 0,'0'0'199'0,"-8"-3"-14"16,8 3-15-16,-15 0-8 0,4 3-12 0,-2 2-14 15,-1 6-18-15,0-4-4 0,-3 6-9 0,0 6-9 16,4-6-2-16,2 2-7 0,2 0-10 0,0 0-4 16,6 3-9-16,0-6-8 0,2-1 1 0,1 3-13 15,6 0 11-15,-2-2-11 0,3-1-1 0,3 1-3 16,2-3-11-16,5 0-20 0,-2-2-40 16,3-2-37-16,0-2-49 0,0-4-43 0,1 2-179 0,-19-1-367 15,26-6 164-15</inkml:trace>
  <inkml:trace contextRef="#ctx0" brushRef="#br0" timeOffset="-119555.83">9891 17295 111 0,'0'0'172'0,"4"-11"-12"16,-4 11-12-16,0 0-5 0,0 0 3 0,0 0 0 15,0 0-1-15,11 23-2 0,-8-8-14 0,2-2-14 16,-1 4-7-16,1 1-9 0,-1 0-15 0,-3-1-2 15,4 2-9-15,-1-4-14 0,-1 0-16 0,-1 2-21 16,0 1-26-16,-2-5-29 0,1-2-23 0,-1-11-33 16,-3 22-41-16,2-12-42 0,1-10-102 15,-5 14-298-15,5-14 132 0</inkml:trace>
  <inkml:trace contextRef="#ctx0" brushRef="#br0" timeOffset="-119407.5">9792 17223 149 0,'0'0'143'0,"0"0"-15"15,0 0-12-15,0 0-45 0,0 0-40 0,0 0-64 16,26 22-69-16,-26-22-109 0,8 30 50 0</inkml:trace>
  <inkml:trace contextRef="#ctx0" brushRef="#br0" timeOffset="-119122.75">10041 17556 149 0,'18'-4'184'0,"-8"-1"-11"0,3 0-5 0,-2 2 2 16,2-3-8-16,-4-2-11 0,6-4-11 0,-2 5-10 16,0-5-13-16,-4 5-6 0,0-3-4 0,0 0-12 15,-3 0 0-15,-1 0-8 0,-1 0-5 0,-1-1-12 16,-2 0-3-16,-1 11-3 0,-3-20-5 0,-1 11-8 15,-2 0-7-15,1 4-2 0,-6 0-7 0,0-1-3 16,0 3 0-16,-3 3-6 0,14 0-3 0,-26 4 1 16,13 3-7-16,2 3 4 0,-3 1-6 0,3 2 1 15,0 3 1-15,2 0-3 0,3 0-1 0,0 3 0 16,3-4-5-16,3 1 2 0,0-4-18 0,5 4-34 16,-1-5-22-16,2-2-37 0,-6-9-38 0,18 20-33 15,-8-13-36-15,0 0-142 0,1-2-380 0,-11-5 169 16</inkml:trace>
  <inkml:trace contextRef="#ctx0" brushRef="#br0" timeOffset="-118895.85">10249 17551 8 0,'0'0'164'0,"8"-11"-9"0,-8 11-4 0,5-14-12 16,-2 9 4-16,-1-4 3 0,3-1 2 0,-1 0-4 16,1 1-5-16,0-4-10 0,3 0-2 0,2 0 4 15,-1-1-3-15,1-3-4 0,4 1-6 0,-1 2-6 16,2 1-7-16,-2 1-9 0,1 2-4 0,4 1-15 15,-6 4-8-15,0 1-5 0,0 3-5 0,1 2-6 16,-2 2-2-16,-1 2-3 0,2 1-6 0,-2 3 0 16,-1 3-6-16,0 3-4 0,-3 0 1 0,0 1-5 15,-1 0-18-15,-3 2-26 0,0-1-39 0,-2 0-30 16,0-4-45-16,-2 3-59 0,1-3-74 0,-5 1-139 16,0-4-434-16,6-10 193 0</inkml:trace>
  <inkml:trace contextRef="#ctx0" brushRef="#br0" timeOffset="-118659.35">10682 17173 128 0,'0'-10'288'0,"0"10"-22"0,0-12-28 0,0 12-27 15,0 0-22-15,0 0-20 0,0 0 3 0,0 0-14 16,0 0-7-16,4 50-5 0,-3-22-18 0,-4 1-6 0,1 3-14 15,4-1-8-15,-6-1-10 0,0-2-8 16,0 0-10-16,0 0-10 0,1 0-1 0,0-1-11 16,2-8-9-16,-2 9-22 0,2-9-28 0,-1-1-36 15,0-3-44-15,2-2-41 0,-1-2-46 0,1-2-58 16,-2 4-161-16,2-13-428 0,-5 13 190 0</inkml:trace>
  <inkml:trace contextRef="#ctx0" brushRef="#br0" timeOffset="-118507.72">10578 17387 1866 0,'2'-13'43'0,"-1"4"-17"0,-1 9-18 0,3-16-14 15,-3 16 4-15,4-8-6 0,-4 8-7 16,10-5 16-16,-10 5-3 0,20-2-3 0,-20 2-19 16,30 1-45-16,-10 2-42 0,10-2-46 0,-1 4-101 15,6-1-279-15,3-3 124 0</inkml:trace>
  <inkml:trace contextRef="#ctx0" brushRef="#br0" timeOffset="-118001.06">11220 17593 17 0,'0'0'250'16,"17"-6"-5"-16,-17 6-8 0,14-10-17 0,-5 2-12 15,0 0-17-15,0-2-12 0,6-2-20 0,-1-1-16 16,2 0-13-16,3-5-17 0,1 0-7 0,-7 4-13 15,5-4-8-15,-4 5-8 0,-1-2-5 0,-3-1-13 16,-1-1-1-16,1 2-6 0,-3-2-7 0,-4 0-4 16,0 1-3-16,-1 4-15 0,0 2 8 0,-1 0 2 15,-1 10-1-15,0-13-5 0,0 13-4 16,0 0-6-16,3-9-9 0,-3 9 6 0,0 0-1 16,0 0 0-16,-9 34 1 0,2-16-7 0,2-1 0 15,0 2 1-15,0-2-2 0,1 0 2 0,3-1-2 16,1-3 0-16,-1 3 1 0,3-7-4 0,2 4 5 15,0-7-3-15,1 1 6 0,4-3-3 0,-2 0-2 16,5-4 2-16,3-1-5 0,3-3 5 0,0-3-8 16,3 1 7-16,-4-2 0 0,-1-2-7 0,0 1 7 15,-4-2-2-15,0 0 5 0,-4 1-1 0,3-2 1 16,-5 0 1-16,-2 1 0 0,1 0-11 0,0-2 16 16,-3 3-5-16,0-2-6 0,-1 2 2 0,-1 10 4 15,4-15 0-15,-4 15 4 0,0-9 2 0,0 9-8 16,0 0-2-16,0 0 0 0,0 0-2 0,0 0 0 15,0 0 6-15,0 0 2 0,0 0-3 0,-9 45 0 16,7-29 3-16,-4 1-1 0,5-1-3 16,-2 2 0-16,1-1 2 0,-2 1-1 0,2 0 0 15,-1-3-4-15,1 2 5 0,0-5-5 0,2-1 2 16,-2 5-1-16,-1-5-2 0,2 0-7 0,-3 0-26 16,2 0-27-16,2-11-38 0,-7 18-45 0,7-18-61 0,-10 13-78 15,0-5-183-15,1-3-496 0,-4 0 220 0</inkml:trace>
  <inkml:trace contextRef="#ctx0" brushRef="#br0" timeOffset="-117827.66">11214 17024 19 0,'0'0'242'0,"-4"-16"-27"16,4 16-21-16,0 0-17 0,0 0-20 0,0 0-15 15,0 0-36-15,14-8-41 0,-14 8-50 0,0 0-66 16,40 17-163-16,-26-7-232 0,11 1 104 0</inkml:trace>
  <inkml:trace contextRef="#ctx0" brushRef="#br0" timeOffset="-117329.08">12354 17265 9 0,'2'-11'251'0,"0"2"-14"0,-2-2-4 0,0 4 1 15,0 7-12-15,0-14-15 0,0 14-18 0,0-7-21 16,0 7-19-16,0 0-18 0,0 0-11 0,0 0-9 16,0 0-8-16,0 0-7 0,5 32 0 0,-4-13-6 15,2 8-6-15,-2 0-5 0,1 1-11 0,-2 4-6 16,0 2 1-16,2-6-9 0,0 2-10 0,-2-1 3 16,0 2 1-16,-4 0-5 0,6-2-1 0,-2-1-10 15,-2-1-2-15,0-3 3 0,-2 2-4 0,3-7-6 16,-2 0-3-16,3-1-45 0,-2-2-29 0,2 0-18 15,-4 0-31-15,3-2-43 0,-1-4-52 0,0 0-49 16,0-2-187-16,-5 0-470 0,7-8 208 0</inkml:trace>
  <inkml:trace contextRef="#ctx0" brushRef="#br0" timeOffset="-117098.55">12452 17358 84 0,'16'-9'172'0,"-5"5"2"0,3 2-13 16,4 0-18-16,-4 2-8 0,-1 2-16 0,-4 2-14 15,2 1-4-15,-2 1-9 0,0 2-7 0,-2 2-4 16,-5 3-13-16,1-3 0 0,-3 6-6 0,-3 0-6 16,-4 0-7-16,-2 0 1 0,-2 0-4 0,-3-1-13 15,-1 0 0-15,-5 4 1 0,2-7-34 0,0 0-19 16,0 0-32-16,2-2-43 0,-2-3-46 0,2 0-135 15,0-2-297-15,3-1 132 0</inkml:trace>
  <inkml:trace contextRef="#ctx0" brushRef="#br0" timeOffset="-116832.84">12580 17511 61 0,'12'12'158'0,"-7"-7"-20"0,-5-5 6 15,10 16-20-15,-5-11-9 0,-5-5 0 0,9 12-13 16,-9-12 2-16,9 13 0 0,-9-13-5 0,6 9-2 16,-1-5 2-16,-5-4 0 0,16 6 7 0,-10-6-5 15,-6 0-2-15,0 0-7 0,19-5-7 0,-11 0 0 16,1-1-5-16,1-2 5 0,-6 0-6 0,1-2-4 16,-1-1-9-16,-2 0-2 0,0-2-10 0,-4 1-8 15,4-3-2-15,-4 1-2 0,0 0-3 0,0 4-11 16,0 0-16-16,2 10-24 0,-7-12-31 0,7 12-43 15,-9-9-51-15,9 9-32 0,0 0-29 0,0 0-168 16,0 0-397-16,-27 19 175 0</inkml:trace>
  <inkml:trace contextRef="#ctx0" brushRef="#br0" timeOffset="-116482.74">12776 17633 68 0,'15'-8'154'0,"2"-1"6"0,0-1 2 15,1-1 1-15,3-5-10 0,-6 3-5 0,1-1-5 16,0-5-13-16,0 5-7 0,-5-1-7 0,5-8-9 16,-5 7-5-16,-3-1-6 0,-3-1-7 0,2 1-2 15,-2-1-5-15,-3 2 0 0,0 4-3 0,-2 0-6 16,-2 0-5-16,0 2-7 0,2 10-5 16,-5-14-6-16,5 14-6 0,-2-10-3 0,2 10-8 0,0 0-5 15,0 0-1-15,0 0-2 0,0 0-5 0,-27 22-2 16,19-12-5-16,2 6 2 0,-1-4-4 0,5-2-6 15,2 2-1-15,0 0-6 0,2 0 2 0,1-1 4 16,1 1-4-16,6 1-1 0,-4 1-2 0,1-4 2 16,-1 0-1-16,3-2 2 0,-1 3 2 15,-2-4-6-15,1-1 3 0,-1 2 0 0,1 0 2 16,-4-2-5-16,-3-6 4 0,4 12 6 0,-4-12-7 16,2 11-2-16,-2-11-2 0,-8 13-12 0,0-7-26 15,1 2-21-15,7-8-36 0,-20 11-37 0,11-9-27 16,-1 2-52-16,10-4-131 0,-19 7-376 0,10-4 167 15</inkml:trace>
  <inkml:trace contextRef="#ctx0" brushRef="#br0" timeOffset="-116293.09">13099 17409 116 0,'0'0'189'0,"8"-8"-7"0,-8 8-19 16,10-4-14-16,-10 4 1 0,0 0-10 0,0 0-8 0,21 12-14 15,-17-2-8-15,1 0-8 0,-1 0-9 0,-4 3-11 16,0 3-1-16,0 3-9 0,-2-4-11 0,2 3-28 16,-7-1-30-16,5 0-37 0,-2 2-32 15,4-8-58-15,-3 3-43 0,0-4-98 0,3-10-285 0,-4 18 126 16</inkml:trace>
  <inkml:trace contextRef="#ctx0" brushRef="#br0" timeOffset="-115883.09">13377 17216 109 0,'8'-7'214'0,"-8"7"-10"0,0 0-13 0,5-5-17 0,-5 5-19 15,0 0-5-15,0 0-13 0,0 0-3 0,12 21 2 16,-9-6-3-16,3 4-12 0,-6 6-8 0,-2 2-13 15,-2 0-8-15,-1 0-3 0,-1-2-15 0,-1 0-1 16,0-2-6-16,2-7-13 0,-1 1-1 0,2 1-5 16,1-1-5-16,-1 0-6 0,4 1 0 0,0-5-3 15,-2 3-3-15,2 0-2 0,2-5-8 0,-2 0-19 16,0 0-28-16,0-11-32 0,0 19-32 16,0-19-43-16,4 14-33 0,-4-14-22 0,0 9-178 15,0-9-396-15,0 0 175 0</inkml:trace>
  <inkml:trace contextRef="#ctx0" brushRef="#br0" timeOffset="-115588.61">13262 17433 85 0,'0'0'162'0,"4"-11"-14"0,-4 11-11 16,11-5-17-16,0 3-6 0,0 2-11 0,5-2-9 15,4 2-17-15,1 2 1 0,-2-4-5 0,9 2-11 16,-6 2-1-16,-3-2-12 0,0 0 0 0,2 2 0 15,-2-2-7-15,2 2 3 0,-3-1-12 16,-5 1 0-16,1-2-3 0,-3 0-9 0,-2 3 5 0,-9-3 1 16,16 4-10-16,-7-3 5 0,-9-1 2 0,11 5 0 15,-11-5 1-15,12 9 4 0,-8-2-7 0,2-1 14 16,-1 3 1-16,-1 0 2 0,-2 3 4 16,4-2 1-16,-6 2 0 0,0 0-9 0,2 0 1 15,0 3-5-15,0-1 1 0,-2-2-5 0,0-2-1 16,0 4-9-16,0-3-11 0,0 0-35 0,0-11-22 15,0 21-55-15,4-13-55 0,-4-8-171 0,0 16-359 16,0-16 160-16</inkml:trace>
  <inkml:trace contextRef="#ctx0" brushRef="#br0" timeOffset="-114909.06">13769 17490 11 0,'6'9'177'0,"-1"1"-8"16,2 0-1-16,-1 0-2 0,-3 0-5 0,3 2-14 16,1 2-11-16,0-3 7 0,2 3-7 0,0-1-13 15,-3-1-13-15,2 1-6 0,-2-3-8 0,1 0-6 16,-1-1-6-16,2-3-6 0,-4 0-12 0,-4-6-1 16,7 7-3-16,-7-7-5 0,8 5 0 0,-8-5 3 15,3 7 0-15,-3-7-2 0,0 0-4 0,0 0 1 16,11 2-12-16,-11-2 1 0,0 0-4 15,14-9 0-15,-10 2-9 0,2-2-4 0,4-1-1 16,1-4 6-16,0 1-12 0,1-3-3 0,-1 2 2 16,3-9-3-16,-2 7-2 0,-1 1 0 0,3-1-4 15,-2 3 1-15,-1-1-5 0,-4 3-1 0,3 5-2 16,-5-2-3-16,1 5 0 0,-6 3 0 0,10-8-3 16,-10 8 3-16,9-4-3 0,-9 4 3 0,14-1-3 15,-14 1 3-15,17 3 0 0,-17-3 1 0,15 4-2 16,-9-1-1-16,-6-3 2 0,13 4 2 0,-13-4 2 15,14 3-2-15,-14-3 5 0,9 3-2 0,-9-3 0 16,0 0 1-16,18-5-3 0,-18 5 0 0,11-5 2 16,-7 0-3-16,-4 5 1 0,11-11-1 0,-6 6 1 15,-1-3 0-15,-4 8-1 0,5-12 0 0,-5 5 3 16,0 7-5-16,6-17 3 0,-6 17 0 0,-2-16-3 16,2 16 0-16,-4-12 0 0,4 12 8 0,-4-10-10 15,4 10-1-15,-5-6-1 0,5 6 2 0,0 0-8 16,0 0 6-16,-27 15 1 0,16-3 1 0,0 1-1 15,0 1 3-15,1 3-2 0,2-2 6 16,3 1-5-16,1 0 5 0,3-1-3 0,1-3 1 16,1 4-9-16,1-5-10 0,2 1-16 0,2-3-34 15,5 3-30-15,-3-4-47 0,5-3-44 0,6 0-50 16,-2 0-156-16,-5-1-426 0,1-3 188 0</inkml:trace>
  <inkml:trace contextRef="#ctx0" brushRef="#br0" timeOffset="-114765.79">14416 17588 156 0,'0'0'167'0,"9"-1"2"16,-9 1 2-16,0 0-9 0,0 0-2 0,0 0 3 16,0 0 0-16,11-3-2 0,-11 3-7 0,0 0-13 15,0 0-17-15,0 0-11 0,0 0-21 0,0 0-36 16,0 0-38-16,0 0-45 0,0 0-45 0,0 0-70 16,13-9-180-16,-13 9-349 0,12-5 156 0</inkml:trace>
  <inkml:trace contextRef="#ctx0" brushRef="#br0" timeOffset="-113933.34">16617 17283 16 0,'-4'-12'242'0,"3"4"-17"0,-1-1-10 0,0 0-2 16,2 9-9-16,-1-10-16 0,1 10-13 0,0-9-14 15,0 9-22-15,3-7-13 0,-3 7-14 16,0 0-11-16,0 0-14 0,21 9 7 0,-12-2-9 16,5 6-2-16,0 3-6 0,7 3 1 0,-5 3-8 15,2-1-7-15,-1 0-5 0,-1-1-6 0,3 4-7 16,-8-8-14-16,0-1 9 0,1 1-7 0,-2 0 2 16,-1 0-3-16,-3-5-5 0,5 2-3 0,-4-3-1 15,1-1-2-15,1 0-2 0,-4-2 1 0,0 1-3 16,-5-8-3-16,7 8-2 0,-5-5 3 0,-2-3-7 15,8 6 4-15,-8-6 0 0,0 0 4 0,6 7-5 16,-6-7 19-16,0 0-15 0,0 0 15 0,0 0-1 16,6-16-10-16,-2 9 4 0,-1-5-2 0,0-1-7 15,3-2-2-15,0 0 2 0,1-10-2 0,-1 1 2 16,-1 5-8-16,7-5 3 0,-7-1-3 0,5 8-1 16,-2 1 0-16,-1 0 0 0,-2 5-7 0,2-1 10 15,-3-3-16-15,1 5 16 0,0 2-1 0,-1-1-1 16,-2 2-4-16,1 1 3 0,-3 6-8 15,4-10-8-15,-4 10-14 0,1-6-28 0,-1 6-23 16,0 0-25-16,0 0-18 0,0 0-25 0,0 0-21 16,0 0-39-16,0 0-36 0,0 0-175 0,-17 18-448 15,12-11 198-15</inkml:trace>
  <inkml:trace contextRef="#ctx0" brushRef="#br0" timeOffset="-113714.9">17090 17254 43 0,'1'-5'198'16,"-1"5"-3"-16,7-4-4 0,-7 4-19 0,0 0-11 16,0 0-18-16,0 0-14 0,0 0-2 0,0 0-3 15,0 0 2-15,7 18-3 0,-7-8-9 0,0 3-3 16,-1 3-3-16,0 1-8 0,0 2-10 0,-1-2-4 16,1 0-12-16,-2 1-4 0,0-2-10 0,1 2-1 15,0-3-8-15,-1 2-3 0,2 1-9 0,-3-2-19 16,-1 0-34-16,2-5-34 0,1 0-41 15,2-11-56-15,-4 21-59 0,0-11-173 0,4-10-409 16,-6 12 180-16</inkml:trace>
  <inkml:trace contextRef="#ctx0" brushRef="#br0" timeOffset="-113575.72">17054 17176 1467 0,'0'-18'56'0,"0"1"-14"0,-1 6-27 15,1 11-7-15,0-19-48 0,0 19-42 0,0 0-16 16,-1-14-21-16,1 14-90 0,0 0-225 0,0 0 100 16</inkml:trace>
  <inkml:trace contextRef="#ctx0" brushRef="#br0" timeOffset="-113377.35">17182 17239 1795 0,'19'2'26'0,"-6"1"-9"16,0-2-10-16,1 3-6 0,2 4 0 0,2 0 3 15,1 1 22-15,-2 0 22 0,0 3-7 16,-2 1 18-16,2 0 6 0,-5 2 6 0,0 0-4 16,-1-1-3-16,1 9-5 0,-6-5-4 0,2 1-5 15,-6 5-5-15,-2-5-4 0,0 2-1 0,-6-4-3 16,-5 8-6-16,-1-2-1 0,-7-3-24 0,0-1-23 16,-9-1-31-16,1-1-39 0,-4 0-40 0,0-7-46 15,1 1-200-15,-6 2-403 0,4-4 179 0</inkml:trace>
  <inkml:trace contextRef="#ctx0" brushRef="#br0" timeOffset="-113155.56">16382 17197 210 0,'-18'12'219'0,"8"0"-9"0,0 5 0 0,-3 6-18 16,6-4-14-16,-3 7-11 0,6 2-19 0,-3-2-12 16,8 2-10-16,4 0-16 0,3 1-9 0,3-4-9 15,6 2-23-15,3-1-37 0,6-4-50 0,3 6-58 16,13-3-62-16,-7-6-190 0,-3-1-356 0,15 1 158 16</inkml:trace>
  <inkml:trace contextRef="#ctx0" brushRef="#br0" timeOffset="-112733.15">17836 17187 98 0,'0'0'175'0,"0"0"-6"0,0 0-21 0,0 0-12 16,0 0-12-16,-9-3-20 0,9 3-9 16,0 0-15-16,0 0 10 0,0 0 9 0,0 0 9 15,0 0-1-15,28 8-6 0,-10-6-7 0,13-1-8 0,1 2-6 16,9 0-9-16,-1-2-9 0,13-2 0 0,-2 3-8 16,-15-3-13-16,1 3-21 0,-5-2-30 0,-1 2-30 15,-4-2-33-15,-8 2-33 0,-1-2-38 0,-5 0-23 16,-1 0-111-16,-12 0-300 0,13 1 133 15</inkml:trace>
  <inkml:trace contextRef="#ctx0" brushRef="#br0" timeOffset="-112516.92">18058 17152 174 0,'0'0'169'0,"0"0"-13"0,0 0-16 16,-10-1-11-16,10 1-12 0,0 0 6 0,-1 14 15 15,2-6-2-15,3 8-4 0,0 1-7 0,-1 8-7 16,-1 2-9-16,5-1-6 0,-4 3-7 0,0-4-14 16,0 0-4-16,0 3-7 0,0-3-10 0,1 0-4 15,-4 1-4-15,0-8-12 0,1 6-18 0,-1 1-33 16,1-5-32-16,-1-1-45 0,3-3-54 0,-3 1-62 16,0-1-122-16,0-16-352 0,2 17 156 0</inkml:trace>
  <inkml:trace contextRef="#ctx0" brushRef="#br0" timeOffset="-112203.15">18190 17622 45 0,'0'0'211'0,"7"-9"-24"16,-7 9-7-16,11-7-16 0,1 3 0 0,-2-1-18 16,5-2-7-16,-1 3-14 0,2-2-9 0,2 1-13 15,-1-3-11-15,0 4-6 0,0-5-9 0,-3 0-9 16,-4 3-5-16,1-3 0 0,0 0-5 0,-2 0 1 15,-2-1-6-15,0 0-3 0,-3-1-5 0,-3 0-6 16,0 2 2-16,-1 9-9 0,-1-23 2 16,0 15-9-16,-2-2 1 0,-2 3 2 0,5 7-9 0,-9-8 4 15,9 8 0-15,-13-4-3 0,13 4-1 16,-14 1 4-16,14-1-3 0,-18 11-2 0,10-2-1 0,-2 3-1 16,5-1-1-16,0 4 3 0,1-4-4 0,4 2-2 15,0-2-1-15,4 3-3 0,1 3-16 0,-2-5-21 16,3-1-21-16,2-1-24 0,-2 1-28 15,2-2-26-15,1-1-24 0,-2-1-17 0,-7-7-5 16,16 11-8-16,-11-9-107 0,-5-2-311 0,11 8 138 16</inkml:trace>
  <inkml:trace contextRef="#ctx0" brushRef="#br0" timeOffset="-111715.95">18431 17613 770 0,'0'0'-65'0,"16"-7"34"0,-16 7 17 0,9-11 12 16,-9 11 11-16,12-9 33 0,-6 2 5 0,-6 7 12 16,10-9 2-16,-10 9 18 0,9-8 3 0,-9 8-2 15,0 0 2-15,12-8-3 0,-12 8 5 0,6-3-3 16,-6 3 2-16,0 0 1 0,0 0-9 0,0 0-1 15,15 3-11-15,-15-3 4 0,0 0-8 0,0 0-4 16,0 0-1-16,0 0-1 0,0 0 7 0,0 0 10 16,0 0 7-16,12-2 2 0,-12 2 2 0,0 0-4 15,0 0-8-15,0 0-8 0,0 0-6 0,-8-22-4 16,8 22-15-16,0 0 6 0,-1-17-3 0,1 17-1 16,0-15-4-16,2 4-4 0,2-1-2 0,0 2-5 15,3-1-1-15,3-2-4 0,-4 3-2 0,3 1-3 16,0 0 1-16,4 2-13 0,-3 2 5 15,0 0 2-15,3 4-2 0,-1 0-3 0,-12 1-4 16,25 5 4-16,-13 1-10 0,2 4 9 0,-4-3 2 16,4 4-2-16,-8 0 0 0,2-1-3 0,-3 3 5 15,0-4-1-15,2 2 0 0,-5-1-10 0,-1-3 12 16,-1 4 3-16,0-11 0 0,-2 13 1 0,2-13 5 16,0 0-3-16,-3 12 4 0,3-12 0 0,0 0-5 15,0 0 5-15,-10 5-5 0,10-5-3 0,0 0-1 16,0 0 5-16,0 0-7 0,0 0 1 0,-6-26 0 15,6 26 1-15,8-20-2 0,-3 10 1 0,2-2 0 16,3 0-2-16,-2 1 3 0,4 0-4 0,-2-2-2 16,-1 3 4-16,0 3-1 0,1 0-6 0,-2 0 2 15,2 4-1-15,-10 3-2 0,14-2 0 0,-14 2-1 16,20 7 2-16,-15-2-2 0,2 4 3 16,-1 0-1-16,-2 0-4 0,-1 3 8 0,-1 3 2 15,1-4-3-15,-3 3-2 0,-3-2-3 0,3 0-21 0,-1 4-30 16,0-6-39-16,1-10-51 0,-5 22-25 15,5-22-53-15,-2 14-211 0,2-14-472 0,0 13 209 16</inkml:trace>
  <inkml:trace contextRef="#ctx0" brushRef="#br0" timeOffset="-111444.96">19072 17267 22 0,'4'-19'216'0,"1"2"7"0,-4 5 3 15,3-3-4-15,-3 5-7 0,-1 10-15 0,3-17-26 16,-3 17-17-16,3-4-15 0,-3 4-3 0,0 0 0 16,0 0-6-16,10 31-7 0,-6-12-7 0,-4 7-7 15,0 4-10-15,-3 0-16 0,1 0 7 0,-1 2-5 16,-2 3-2-16,2-4-8 0,-3-3-9 0,3 1-1 16,-3 3-11-16,5-4-2 0,-6-1-5 0,2-2-19 15,3-6 11-15,2 1-4 0,0 0-7 0,-2-5 0 16,5 3-3-16,-3-5-15 0,2-2-19 15,0 0-60-15,-1-1-28 0,-1-10-37 0,0 13-30 16,0-13-21-16,0 0-25 0,0 12-35 0,0-12-179 16,0 0-455-16,-8 5 202 0</inkml:trace>
  <inkml:trace contextRef="#ctx0" brushRef="#br0" timeOffset="-111242.86">19174 17388 169 0,'18'-2'167'0,"1"-1"-1"0,1 6-1 0,-6-3-16 16,2 2-13-16,-6 4-4 0,-1-3-14 0,0 3-6 15,-5 0-12-15,3 2-4 0,-7-8-6 0,-2 21-8 16,-4-10-9-16,-2-2-1 0,-5 6-12 0,-7 2-5 16,-3-3-18-16,-1 1-24 0,-2-4-37 0,3 1-34 15,3-5-45-15,4 1-60 0,-3-2-111 0,1-2-298 16,0-1 132-16</inkml:trace>
  <inkml:trace contextRef="#ctx0" brushRef="#br0" timeOffset="-111090.15">19305 17495 18 0,'0'0'204'0,"18"-2"-1"0,-11 1-3 15,-7 1-16-15,11-2-17 0,-11 2-17 0,0 0-18 16,11-1-34-16,-11 1-44 0,0 0-52 0,0 0-49 15,0 0-68-15,0 0-94 0,0 0-225 0,0 0 99 16</inkml:trace>
  <inkml:trace contextRef="#ctx0" brushRef="#br0" timeOffset="-110389.86">20204 17371 16 0,'-5'-11'192'0,"5"11"-12"0,-10-7-6 16,3 6-11-16,-5-2-4 0,0 5-3 0,-5 0-9 16,-1 3-9-16,2 2-7 0,-1 4-13 0,2 2-2 15,1 1-5-15,4 2-6 0,-4 8-8 0,3-1-6 16,3 1-9-16,1-5-9 0,6 1-4 0,1 5-5 15,4-5-11-15,2 4 0 0,2-11-4 0,2 2-4 16,2-2-3-16,-1 0-9 0,5-2-9 0,-2 0-14 16,2-6-19-16,1 3-23 0,3-6-25 0,2 0-18 15,-4 1-14-15,1-4-12 0,-6 1 5 0,7-7-2 16,-8 1 8-16,3 0 19 0,1-5-2 0,-1 2 7 16,-3-4 17-16,0 1 16 0,-4-1 7 0,0-3 3 15,-5 0 4-15,6-1 15 0,-4 1 1 0,-2-2 10 16,0 1 7-16,-2 2 13 0,-2 4 13 0,1 1 13 15,0 10 0-15,0-13 3 0,0 13-6 0,0 0-8 16,-2-13-6-16,2 13-4 0,0 0-5 0,0 0-1 16,0 0 2-16,0 0-2 0,0 0 3 15,0 0-5-15,-10 35 3 0,9-25-5 0,1-10 3 16,4 21 5-16,-3-11-5 0,3 1 2 0,2-3 0 16,-1 1-4-16,5 0 3 0,-5-3-8 0,4-2 5 15,1 2 0-15,0-6-1 0,0 3 1 0,-10-3 2 16,18 0 4-16,-18 0-1 0,19-9-1 0,-8 5 7 15,-4-3 2-15,-1 0-1 0,1 0 3 0,-3-1 1 0,-3-3-6 16,-1 11-3-16,-1-20-2 0,-3 9-4 16,0-1-4-16,-5-2-3 0,-1 0-3 0,-3 3-9 15,-1 1-13-15,-3 1-15 0,6 6-26 0,-6-4-22 16,0 4-26-16,1 3-27 0,-3 0-29 0,19 0-28 16,-21 6-30-16,9-1-145 0,1 0-385 0,11-5 171 15</inkml:trace>
  <inkml:trace contextRef="#ctx0" brushRef="#br0" timeOffset="-110231.29">20519 17535 60 0,'16'2'204'0,"-16"-2"-4"0,18-3-11 0,-6 2-16 16,-2-1-20-16,2 0-14 0,2 1-10 0,-3-1-16 15,3 2-21-15,-1-3-39 0,0 2-46 0,0-1-53 16,-1-2-55-16,1 0-127 0,-13 4-246 0,22-6 108 15</inkml:trace>
  <inkml:trace contextRef="#ctx0" brushRef="#br0" timeOffset="-109583.27">20772 17474 1651 0,'10'-3'84'0,"-10"3"-55"0,8-3-18 0,-8 3-1 0,0 0-6 16,15-5 29-16,-15 5 14 0,14-3 5 0,-6 1-1 15,3 0 1-15,1-3 5 0,2 2 9 0,3-1-5 16,3-2 1-16,-3 2 6 0,4-1-12 0,0-2-6 15,-3 0 2-15,1-1-4 0,-1-1-7 0,0 2 1 16,-6-3-6-16,4 0-4 0,-6 1 1 16,-4 0-5-16,2-3-6 0,-3 2 1 0,-1 0-2 0,-3-2-4 15,-1 1-2-15,0 0 6 0,0 11-8 16,-5-21 1-16,0 13-2 0,-3 1-7 0,1 1 0 16,-1 1 7-16,8 5-4 0,-19-1-3 0,19 1 0 15,-23 9 1-15,6 2 1 0,1 3-1 0,-5 3 2 16,1 4-2-16,4-2-1 0,4-2 0 0,0 5 2 15,4-4-1-15,3-2 0 0,3 3 1 0,2 0-4 16,4-3-2-16,3 0-30 0,0-5-29 0,4 0-24 16,2 0-23-16,5-2-23 0,1-3-36 0,3-1-17 15,-3-3-19-15,3-1 3 0,-2 1 11 0,-3-2-98 16,-3 0-305-16,-14 0 1001 0,23-3-509 0,-12 1 5 16,-11 2 19-16,17-7 21 0,-7 0 9 0,2 3 19 15,-3-5 7-15,-1 2 9 0,4-5 14 0,0 0-1 16,0 0 17-16,-2 0 7 0,0 1 17 0,-2 3 15 15,0-1 6-15,-2 1 12 0,1 1 14 0,-3 1 6 16,-4 6-6-16,8-6-10 0,-8 6-3 0,0 0-1 16,0 0-1-16,0 0 2 0,8 17 7 15,-8-17-4-15,-1 23 5 0,0-7-7 0,-1 2-1 16,1 8-4-16,0-7-8 0,-2-1-5 0,1 1-7 16,2-3-7-16,-2-4-3 0,4-1-3 0,-1-1-4 15,-1-10-6-15,0 14 1 0,0-14 6 0,0 11 15 16,0-11 22-16,0 0 10 0,0 0-5 0,0 0-12 15,0 0-7-15,0 0-4 0,0 0-3 0,0 0-10 16,0 0 5-16,-5-42-10 0,4 24-12 0,1 1 3 16,0-2-6-16,1-6-4 0,-1 6 2 0,0-9-7 15,5-1-5-15,-1 2-1 0,0-5-8 0,2 3 2 16,2-2-4-16,4-1-5 0,0 3 6 0,1 4-4 16,1 0-1-16,-5 8 0 0,5 4 1 0,-4-2-5 15,-1 6-2-15,2 2-10 0,0 2-10 0,0 1-16 16,1 2-30-16,-12 2-24 0,19 5-27 0,-19-5-27 15,13 14-27-15,-8-2-19 0,-4 0-29 16,-1 4-186-16,-5 3-449 0,-3 0 198 0</inkml:trace>
  <inkml:trace contextRef="#ctx0" brushRef="#br0" timeOffset="-109138.64">21293 17468 40 0,'0'0'154'16,"0"0"3"-16,0 0 9 0,0 0-2 0,10 12-11 15,-10-12-3-15,11 4-13 0,-11-4-9 0,23 0-15 16,-7 0-3-16,2-3-22 0,3 1 6 0,-3-2-16 16,-1 0-2-16,1 1-1 0,-1 1-2 0,0-3-7 15,-5 1 3-15,0-1-11 0,1 4 7 0,-4-2-1 16,-9 3-7-16,11-3 1 0,-11 3-6 0,0 0-14 16,14-2 3-16,-14 2 3 0,12 6-2 0,-6 2 6 15,-2-3-11-15,3 4 3 0,-3 4-3 0,0 2-2 16,-2-3 0-16,1 3-1 0,-3 1-5 0,2-4 0 15,-1 0-6-15,-1-1 1 0,3-1-6 0,-3 1-1 16,0-11-1-16,1 13 0 0,-1-13 0 0,0 11-1 16,0-11-3-16,2 8 11 0,-2-8 13 0,0 0 19 15,0 0 1-15,0 0 1 0,0 0-11 16,0 0-11-16,0 0 4 0,0 0-6 0,0 0-6 16,-2-41-1-16,3 29-2 0,-2-3 0 0,1-2-12 15,1-2 13-15,2 2-9 0,2 0-5 0,-2-8-1 16,5-1-10-16,1 4 1 0,0-4-4 0,0-1-1 15,4-1-4-15,-2 3-1 0,1 0 0 0,-1 2 6 16,2 0-5-16,-5 9-1 0,0 5 0 0,0-2-1 16,0 4-2-16,-2-2-10 0,2 4-5 0,-8 5-15 15,14-6-12-15,-14 6-16 0,16-1-32 0,-16 1-15 16,0 0-18-16,21 12-25 0,-14-3-22 0,-2 1-22 16,-1 1-25-16,-4 1-142 0,-2 3-399 0,2-15 176 15</inkml:trace>
  <inkml:trace contextRef="#ctx0" brushRef="#br0" timeOffset="-108832.97">21670 17451 68 0,'0'0'127'16,"0"0"8"-16,-9 3-4 0,9-3-8 0,0 0-1 16,0 0-6-16,0 0 8 0,0 0 0 0,0 0-3 15,0 0-12-15,27 7-12 0,-12-8-7 0,1-3-9 16,4 2-2-16,2-1-10 0,4-4-8 0,-7 4-3 15,2-1-7-15,0 1-9 0,-1-2 1 0,-1 1-5 16,-2 1-1-16,1-3-8 0,-2-1 5 0,0 4 3 16,-4-1 2-16,0-1-2 0,-1 2 5 0,-11 3-1 15,12-5 1-15,-3 4-7 0,-9 1-2 0,12-2-4 16,-12 2-2-16,0 0 5 0,14 5 3 16,-14-5-3-16,5 11 5 0,-3-5 3 0,0 3-2 15,0 3-2-15,-2-12 1 0,0 20-7 0,2-9 4 16,-1-1-13-16,-1 0 3 0,0 0-19 0,0-10-50 0,-4 19-48 15,4-19-49-15,-1 17-33 0,1-17-46 0,0 0-145 16,-2 16-397-16,2-16 175 0</inkml:trace>
  <inkml:trace contextRef="#ctx0" brushRef="#br0" timeOffset="-108659.29">22036 17160 30 0,'0'0'200'0,"-4"-12"-21"16,4 12-21-16,0 0-19 0,-2-15-35 0,2 15-45 15,0 0-49-15,0 0-19 0,0 0-42 0,0 0-86 16,0 0-148-16,0 0 66 0</inkml:trace>
  <inkml:trace contextRef="#ctx0" brushRef="#br0" timeOffset="-108289.91">22382 17351 70 0,'-9'-3'186'0,"9"3"-9"0,-20 3-17 0,6-1-3 0,2 3-8 16,-4 2-14-16,0 0-9 0,2 4-7 0,1 1-6 15,1 0-13-15,-1 3-2 0,3 1-8 16,1-2-9-16,1 4-6 0,6-1-8 0,0-6-2 15,4 4-6-15,-1-2-6 0,3-4-5 0,3 1 3 16,2 1-18-16,0-3-19 0,3-1-22 0,3 3-29 16,-1-4-41-16,-1-3-15 0,5-3-29 0,-6 3-15 15,6-3-13-15,-6-3-5 0,1 0-86 0,-2 0-262 16,-2 2 116-16</inkml:trace>
  <inkml:trace contextRef="#ctx0" brushRef="#br0" timeOffset="-108109.2">22481 17490 230 0,'9'-16'0'0,"-1"2"2"16,0-5 16-16,0 3-1 0,-2 0 20 15,-1-3 17-15,2 5 6 0,-1-4 14 0,-1 7 6 16,-1 0 15-16,-3 4 11 0,-1 7 9 0,6-13-14 16,-6 13-4-16,3-8-12 0,-3 8-9 0,0 0 8 15,0 0 4-15,0 0-5 0,0 0 2 0,8 33-8 16,-7-19 4-16,-2 5-11 0,1-3-5 0,1 1-5 0,-1-2-2 16,0 4-7-16,0-4-6 0,-1 3-14 15,0-2-32-15,-1-3-34 0,2-13-44 0,-1 20-29 16,1-20-39-16,-1 21-146 0,-4-11-317 0,5-10 141 15</inkml:trace>
  <inkml:trace contextRef="#ctx0" brushRef="#br0" timeOffset="-107695.59">22620 17528 106 0,'14'-3'169'15,"-1"-2"-2"-15,-1 0-7 0,0-2-5 0,3-3-16 16,-6 2-2-16,5-2-2 0,0-2-12 0,-2-2-12 16,-1 1-4-16,-3-2-11 0,-2 1-6 15,1-3-5-15,-6 5-10 0,1 1-2 0,-2 1-5 16,0 10-6-16,-4-19 5 0,0 14-15 0,4 5-6 0,-9-13 0 16,1 10-10-16,8 3-2 0,-15 0 0 0,15 0-11 15,-23 8 3-15,9 0-2 0,0 2-4 16,2 3 0-16,3 0-3 0,0 3 0 0,4 0-3 0,1 0-8 15,2-1-15-15,3 2-37 0,-1-1-41 16,4-6-42-16,2 4-16 0,3-4-37 0,-1-1-142 16,2 0-351-16,0-2 155 0</inkml:trace>
  <inkml:trace contextRef="#ctx0" brushRef="#br0" timeOffset="-107493.02">22846 17506 30 0,'8'-9'92'0,"-2"-1"-3"16,4-4-2-16,1 1 7 0,-1-2 2 0,0 2 8 15,-2-2 7-15,1 7 5 0,-3 0-2 0,3-2 8 16,0 3 5-16,1 0-2 0,-1 2 0 0,1 2-9 16,-10 3-14-16,18 0-4 0,-18 0-1 0,18 5-5 15,-10 1-8-15,1 3-10 0,-2-1-4 16,-1 3-8-16,-3 0-4 0,4 4-6 0,-6-2-4 16,2 2-5-16,-6 0-29 0,2-2-31 0,1-13-49 0,-1 22-48 15,1-11-27-15,0-11-47 0,-3 17-132 0,3-17-345 16,1 14 152-16</inkml:trace>
  <inkml:trace contextRef="#ctx0" brushRef="#br0" timeOffset="-107256.96">23259 17189 177 0,'0'0'222'0,"0"0"-19"0,0-14-18 0,0 14-15 15,0 0-1-15,0 0-1 0,0 0-1 0,0 0-11 16,0 45-8-16,-5-21-7 0,5-4-13 0,-4 4-8 16,1-5-14-16,2 7-8 0,0-8-10 15,-2 2-6-15,2-1-8 0,-2 7-7 0,-3-7-12 16,2-2 0-16,3 1-27 0,-3-3-31 0,0-3-41 16,-2-1-50-16,1 1-50 0,0-3-52 0,-2 1-192 15,-2-4-420-15,2 3 186 0</inkml:trace>
  <inkml:trace contextRef="#ctx0" brushRef="#br0" timeOffset="-107113.41">23177 17347 36 0,'0'0'136'0,"0"0"-2"0,0 0-28 15,12-6-52-15,-12 6-53 0,19 2-38 0,-6 3-35 16,6-1-78-16,6 2 35 0</inkml:trace>
  <inkml:trace contextRef="#ctx0" brushRef="#br0" timeOffset="-106627.03">23590 17526 177 0,'11'-3'209'0,"2"-1"-11"15,-1-3-11-15,4 1-7 0,0-3-18 0,-2-1-11 16,0-1-12-16,-7 2-16 0,7-4-8 0,-3 0-10 15,-1-1-10-15,3-1-7 0,-6-2-12 0,2-1-1 16,0 1-12-16,-2-7-3 0,-1 7-1 0,-1-3-7 16,-2 4 2-16,2-1-4 0,-8 5 1 0,6 3-1 15,-2 1-8-15,-1 8 0 0,1-12-9 16,-1 12-5-16,0 0-1 0,0 0-4 0,0 0-3 16,0 0 0-16,0 0-5 0,-25 31 2 0,20-14 2 15,-4-1-5-15,4 1 0 0,-2-1-1 0,3 0-2 0,3 3 4 16,-2-4-1-16,5-4-3 0,-2 0 1 0,0-11 2 15,2 19-3-15,1-13 3 0,3 1 2 0,-6-7-4 16,14 6 4-16,-2-4-1 0,-12-2-6 0,22-2 2 16,-10-1-1-16,6-4 2 0,-5 2-5 0,-1-1 5 15,3-4-6-15,-5-2-3 0,-1 2 5 16,-1 1-3-16,-1-6-3 0,1-1 5 0,1 1-4 16,-1-3-4-16,-1 0 3 0,1 3 3 0,0-1-2 15,-3 4-2-15,-1 2 1 0,1 2 2 0,-5 8-5 16,4-11-7-16,-4 11 1 0,0 0-1 0,0 0 0 15,0 0 2-15,0 0 3 0,0 0 3 0,-4 38-3 16,-1-19 6-16,-1-2-3 0,-4 9-1 0,5-7 3 16,-1-2 1-16,1 2 2 0,-2 0-3 0,0-2 3 15,2 1-1-15,-2-2-3 0,2 4 2 0,-1-8-2 16,2 4 2-16,-2-4-12 0,-1-4-26 16,3 8-25-16,-1-6-40 0,5-10-34 0,-9 13-36 0,9-13-26 15,-14 13-205-15,6-10-433 0,8-3 192 0</inkml:trace>
  <inkml:trace contextRef="#ctx0" brushRef="#br0" timeOffset="-106446.42">23660 17160 1694 0,'-1'-19'17'0,"0"4"1"0,-1 4-3 15,2 11 4-15,-1-18-1 0,1 18-4 0,0 0 0 16,1-18-10-16,-1 18 6 0,0 0-6 0,0 0-13 15,0 0-22-15,0 0-26 0,6-9-43 0,-6 9-57 16,0 0-89-16,34 7-266 0,-14-3 118 0</inkml:trace>
  <inkml:trace contextRef="#ctx0" brushRef="#br0" timeOffset="-105696.49">24381 17286 157 0,'2'-10'212'0,"0"3"-2"16,-2 7-13-16,7-13-19 0,-4 8-8 0,3 2-16 15,-3-1-20-15,-3 4-12 0,13 0-6 0,-13 0-12 16,11 7-8-16,-3 1-8 0,0-1-6 0,-3 4-3 16,0 0-10-16,-1 1-5 0,1 0-5 15,1 2-2-15,0-2-11 0,-1-1 4 0,-3 0-10 16,2-2-4-16,1-1-5 0,-5 1 0 0,3-5-5 15,-3-4 4-15,3 9 6 0,-3-9 1 0,5 6 14 16,-5-6 5-16,0 0 3 0,0 0 0 0,0 0-6 16,0 0-4-16,0 0-7 0,0 0-5 0,0 0-3 15,0 0-1-15,0 0-3 0,-7-31-5 0,9 19-6 16,-2 12 1-16,4-21-2 0,0 5-3 0,2 0-1 16,2-1-5-16,5 0-3 0,3-4-1 0,2-2-4 15,0 7 0-15,6-4 0 0,-2 2-4 0,-4 9 2 16,7-5-1-16,-8 8 5 0,-1-1-6 0,0 1-3 15,-2 5-1-15,0 1 1 0,-3 3-1 0,0 1 1 16,2 4 1-16,-4-1-1 0,5 5 1 16,-5 0 0-16,0 2 2 0,-3 1 0 0,2 1 0 15,-2-2 0-15,1 1 3 0,-3-4-1 0,1-1 1 0,1 1-2 16,-1-4 1-16,0 2 3 0,3-3 0 0,-1 1 1 16,1-1 3-16,1-5-7 0,3 1 2 15,0-1 4-15,2-1-3 0,4-1 0 0,-1-2 0 16,1-3 2-16,-1-2-2 0,0 1 0 0,-2-1-1 15,-1-3 1-15,-3 0 2 0,3-1-7 0,-6-1-3 0,-1-3 3 16,0-1-1-16,-1 0-1 0,-2 1-2 16,-2-1 5-16,-3-1-9 0,2 3 4 0,-2-2-1 0,0 6 0 15,-2 3 3-15,3 8-2 0,-5-16 1 16,5 16 1-16,-2-10-4 0,2 10-4 0,0 0 9 16,-11 4-8-16,11-4 5 0,-11 17 0 0,-3-4-1 15,5 2 2-15,0 3 2 0,2-1-6 0,-1 2 8 16,3-2 1-16,3 0 1 0,2 0-9 0,0-1-9 15,4-4-32-15,-1 0-31 0,5 3-31 0,1-5-45 16,-1-2-29-16,4 0-23 0,4-3-178 0,2 3-419 16,-1-2 185-16</inkml:trace>
  <inkml:trace contextRef="#ctx0" brushRef="#br0" timeOffset="-105276.78">25412 17238 65 0,'8'-16'62'0,"3"0"15"0,-1 0 23 16,-3-3-12-16,-3 2 4 0,0 2 6 0,-2 3 0 15,2 1 10-15,-6 1-4 0,2 10 6 0,-8-16-1 16,8 16-10-16,-10-9 0 0,1 8 2 0,-4 0-8 16,-6 6-3-16,0 4-5 0,-5 5-9 0,2-2-4 15,1 6-4-15,-4-1-9 0,9-3-8 16,5 1-3-16,-2-3-5 0,7-1-5 0,-1 2-1 16,2-2-7-16,5 0-3 0,0 0 1 0,1 0-4 15,3-3-3-15,3 1-5 0,0-3 0 0,2-2-13 16,4 0 1-16,-4-1-1 0,2-3-1 0,0-2 3 15,-11 2-4-15,24-5 7 0,-11 3-2 0,-2-3-3 16,6-1 3-16,-7-1-1 0,0 1 0 0,2-1-2 16,-5 2-2-16,4-2-1 0,-1 3 0 0,-2 0 0 15,-3-2-3-15,1 4 3 0,2 0-2 0,-8 2 4 16,0 0 1-16,10 6 4 0,-6-1 1 0,-2 2-1 16,-2 5 5-16,-1 0-1 0,0 7 7 0,0-1 1 15,-4 0-1-15,1-1 3 0,-8 8 2 0,5-7-1 16,-3-1 4-16,3-2-2 0,-2 3 3 0,0-1-2 15,0-1-3-15,-1-2 2 0,-1 0 3 0,0-1-4 16,1-4 0-16,-2 3-3 0,-3-1 4 16,0-2-4-16,-1 0-4 0,5-3 2 0,-4 4-7 0,3-4-18 15,-1 0-19-15,3-3-28 0,1 0-42 16,9-3-37-16,-14 1-58 0,14-1-205 0,-14-6-429 16,14 6 189-16</inkml:trace>
  <inkml:trace contextRef="#ctx0" brushRef="#br0" timeOffset="-104884.92">25845 17041 45 0,'-13'-15'162'0,"13"15"0"0,-20 3-3 15,0 2-9-15,-2 5-3 0,-5 4-9 0,2 1-13 16,2 6-1-16,-1-2-11 0,1-2-18 0,3 1-3 15,7-3-10-15,3-1-10 0,-1-1-4 0,6 3-3 16,2-7-8-16,0 2-5 0,3-2-4 16,0 0-3-16,4 1-3 0,-1-5 1 0,3 0-5 15,3-2-9-15,3 1 0 0,5-1-4 0,0-3-4 16,0-1-1-16,1-5-5 0,0 3 6 0,-2-2-3 16,-4 0 0-16,1-7-4 0,2 3 0 0,-1-3 3 15,-1 0-5-15,-1 2-3 0,-2-2 4 0,-3-2-8 16,3 4 3-16,-4-1-7 0,1 2 4 0,-3 1 4 15,-1 3 0-15,1 0-2 0,-4 5 1 0,7-6-7 16,-7 6 2-16,0 0-3 0,0 0 0 0,0 0 10 16,0 0-3-16,3 24 2 0,-5-15 3 0,1 4-4 15,-1 2 5-15,-3 0-3 0,2-1-3 0,-1 0-1 16,4 3-1-16,-4-5-17 0,4 5-35 0,0-5-48 16,0-12-34-16,0 16-59 0,4-7-158 0,-4-9-373 15,0 11 165-15</inkml:trace>
  <inkml:trace contextRef="#ctx0" brushRef="#br0" timeOffset="-104626.7">26115 16934 107 0,'0'0'191'0,"0"0"-22"16,0-7-14-16,0 7-6 0,0 0 2 0,0 0-1 15,-6 36-3-15,2-16-10 0,1 4-4 0,-2-5-13 16,0 9-6-16,1-2-15 0,2-1-11 0,-3 1-2 16,3-1-12-16,0-6-5 0,-2 5-3 0,-2-4-8 15,0-2-7-15,4-1-3 0,-4-1-9 0,3-3-8 16,1-1-17-16,-2 0-20 0,0-2-16 0,0-1-21 16,0 0-33-16,-1-1-29 0,-3 0-37 0,-1-2-31 15,1-1-141-15,0 0-339 0,8-5 151 0</inkml:trace>
  <inkml:trace contextRef="#ctx0" brushRef="#br0" timeOffset="-104333.18">25922 17204 69 0,'0'0'128'15,"14"-1"-7"-15,-1 0-11 0,-13 1-1 0,24-1-9 16,-10 1 0-16,4-2-5 0,0 4-4 0,3-1 2 15,-2 0-10-15,2-2-3 0,-3 2-1 0,0-2-14 0,0 1 5 16,-1 0-6-16,-3-1-2 0,-3 1 2 16,3-2-6-16,-14 2-4 0,18 0-3 0,-18 0-7 15,11 0-5-15,-11 0 1 0,14 3-10 0,-14-3 2 16,11 4-3-16,-11-4 5 0,11 5-8 0,-8 1 3 16,1-1-3-16,-2 3-4 0,-2-8 2 0,4 14-7 15,-1-6 2-15,-1 2 0 0,-2-10-4 0,2 17-7 16,-2-8-3-16,0 1-24 0,0-10-21 0,-5 14-29 15,1-9-31-15,4-5-29 0,-8 11-28 0,8-11-125 16,-5 8-305-16,5-8 135 0</inkml:trace>
  <inkml:trace contextRef="#ctx0" brushRef="#br0" timeOffset="-104173.86">26184 17058 30 0,'3'-11'96'0,"-3"11"-32"0,0 0-28 16,0 0-28-16,4-12-11 0,-4 12-16 0,0 0-1 15,0 0-12-15,0 0-35 0,0 0 15 0</inkml:trace>
  <inkml:trace contextRef="#ctx0" brushRef="#br0" timeOffset="-103683.53">26291 17127 55 0,'8'6'105'0,"-1"-4"8"0,0 4-9 16,2 0 0-16,-2-1 14 0,1 3-16 16,-8-8-4-16,12 11-1 0,-7-1-3 0,1-1-8 0,-2 0 2 15,1 1 3-15,-1 0-11 0,0-2-2 16,2 0-2-16,-2 1-6 0,0-1-8 0,-1-2-1 16,-1-1-8-16,2 2-4 0,-1-3 0 0,-3-4 1 15,4 9-5-15,-4-9-8 0,3 5 2 0,-3-5-8 16,0 0 6-16,4 5-2 0,-4-5-5 0,0 0-2 15,0 0-6-15,0 0 1 0,13-9-3 0,-8 6-4 16,-1-2 3-16,4-2-9 0,0-3 9 0,1 2-7 16,-3-2-2-16,6-2 0 0,-1-1 0 0,1 1-7 15,-3 5 5-15,-1-3 1 0,1 3-5 0,1 2-4 16,-6 0 3-16,3 2-1 0,-1-2 2 0,-2 1-5 16,4 2 2-16,-8 2-2 0,13-4 6 0,-6 3-3 15,-7 1 2-15,14 0-2 0,-8-2-3 0,5 1 4 16,-1 0 1-16,-2 1-2 0,1-2 1 0,-9 2-2 15,16-1 2-15,-9-2 2 0,-1 0-2 0,1 0 2 16,0-1-4-16,-2 0 1 0,1-1-3 0,-2 1 1 16,-4 4 4-16,9-11-3 0,-9 11 2 15,6-11-3-15,-6 11 3 0,2-13-5 0,-2 13 1 16,-2-11-2-16,2 11 3 0,-6-10-3 0,6 10 2 0,-9-4-4 16,9 4-3-16,-18 0 5 0,9 4 6 0,-1 3-1 15,-2-2 7-15,-3 5-2 0,6-1 5 0,-1 4 5 16,-1-1-1-16,3 2 2 0,1-2 2 15,2-2-3-15,3 1-1 0,2 0 3 0,0 0-4 16,4 1 0-16,3-2-13 0,-2 1-38 0,3-3-50 16,11-1-40-16,-2-1-43 0,2 0-193 0,0-1-391 15,2-1 174-15</inkml:trace>
  <inkml:trace contextRef="#ctx0" brushRef="#br0" timeOffset="-103534.95">26896 17267 6 0,'0'0'163'16,"0"0"-11"-16,10 0 0 0,-10 0-3 0,7 2-7 15,-7-2-5-15,0 0-5 0,0 0 0 0,0 0 2 16,0 0-8-16,0 0-7 0,0 0-10 16,0 0-11-16,0 0-5 0,0 0-17 0,0 0-25 0,8-4-34 15,-8 4-50-15,0 0-52 0,0 0-62 0,0 0-141 16,0 0-311-16,0 0 139 0</inkml:trace>
  <inkml:trace contextRef="#ctx0" brushRef="#br0" timeOffset="-87075.85">11548 15308 40 0,'0'0'52'0,"0"0"8"0,0 0-5 16,0 0-15-16,0 0-10 0,0 0-2 0,0 0-7 15,0 0-6-15,0 0-2 0,0 0-2 0,0 0-5 16,0 0-1-16,0 0-6 0,0 0 4 15,0 0-9-15,0 0-2 0,0 0-1 0,0 0 0 0,0 0-3 16,0 0 3-16,0 0 2 0,0 0-6 0,0 0-6 16,2-6 2-16,-2 6 5 0,0 0 2 0,0 0-1 15,0 0 8-15,0 0-5 0,0 0-4 0,0 0 4 16,0 0-1-16,4-4 7 0,-4 4-7 0,0 0 12 16,5-9 6-16,-5 9-7 0,0 0 6 15,3-9 1-15,-3 9 8 0,3-5 2 0,-3 5 4 0,0 0-3 16,0-10 9-16,0 10-12 0,0 0 9 15,0-11 0-15,0 11-3 0,0 0 1 0,-3-9 5 0,3 9 0 16,0 0 7-16,-3-8 0 0,3 8-4 16,0 0-1-16,-2-7 1 0,2 7 10 0,0 0 3 15,0 0 16-15,-3-9-13 0,3 9 4 0,0 0 4 0,0 0 0 16,0-9 2-16,0 9 1 0,0 0-4 0,0 0-6 16,0 0-2-16,0 0 8 0,-5-7-10 0,5 7-4 15,0 0-3-15,0 0-2 0,0 0 1 0,0 0 0 16,0-7-7-16,0 7-5 0,0 0 6 0,-4-8-3 15,4 8-4-15,0 0 3 0,-1-7-9 0,1 7 1 16,0 0-3-16,-1-10 2 0,1 10-3 0,0 0 1 16,0-10 4-16,0 10 1 0,0 0-2 0,0 0 5 15,-2-9-3-15,2 9-6 0,0 0-3 0,0-9 0 16,0 9-3-16,0 0-1 0,-2-11-8 16,2 11 0-16,-3-6 17 0,3 6-4 0,0 0 0 0,-4-7 0 15,4 7-4-15,0 0 5 0,0 0-3 0,0-12 0 16,0 12-5-16,0 0 0 0,0 0 1 0,0 0 2 15,0 0-7-15,0 0-1 0,0 0-3 16,0 0-1-16,0 0 4 0,0 0-2 0,0 0-5 0,0 0 11 16,0 0-4-16,0 0-3 0,0 0 3 0,7 25-2 15,-5-16 0-15,0 1 4 0,0-1-6 0,-2 2 6 16,1 0 4-16,1 2-2 0,-1 2-3 0,-1-3 1 16,0 4 5-16,0 0-1 0,2 0-3 0,-2-4 0 15,3 4-2-15,-3 0 2 0,2 1 0 0,-2-2-3 16,0-2 7-16,0 1-5 0,1 0 0 0,1-2-1 15,-2-1-1-15,3 1 4 0,-3-1-4 0,1-1-1 16,1-1 2-16,1 0-1 0,-1-2 0 0,-2 0 0 16,2 1 1-16,-2-8-2 0,1 10 2 0,-1-10 2 15,0 10-1-15,1-4-2 0,-1-6-2 0,4 6-1 16,-4-6 4-16,1 8-6 0,-1-8 0 0,4 8 6 16,-4-8-2-16,2 4 3 0,-2-4-2 15,0 0 1-15,2 8-3 0,-2-8-7 0,0 0-8 0,2 8-18 16,-2-8-2-16,0 0-33 0,1 6-15 0,-1-6-15 15,0 0-9-15,7 3-12 0,-7-3-1 16,0 0 4-16,0 0-16 0,0 0-81 0,0 0-232 16,0 0 104-16</inkml:trace>
  <inkml:trace contextRef="#ctx0" brushRef="#br0" timeOffset="-86841.89">11437 15359 27 0,'0'0'54'0,"0"0"-12"0,0 0-11 0,-11-1-21 15,11 1-14-15,0 0-23 0,0 0-29 0,0 0 13 16</inkml:trace>
  <inkml:trace contextRef="#ctx0" brushRef="#br0" timeOffset="-79326">27968 8077 10 0,'-8'-3'57'0,"8"3"-9"16,-9 0-8-16,9 0-9 0,0 0-9 0,-12 0-8 15,12 0-12-15,0 0-6 0,-9 5 0 0,9-5-9 16,-2 4 1-16,2-4-21 0,0 0-34 0,-2 8 16 16</inkml:trace>
  <inkml:trace contextRef="#ctx0" brushRef="#br0" timeOffset="-78752.33">27946 8090 11 0,'0'0'11'0,"0"0"0"16,0 0-8-16,0 0 1 0,0 0-4 0,0 0-1 15,0 0-6-15,0 0-7 0,0 0 3 0</inkml:trace>
  <inkml:trace contextRef="#ctx0" brushRef="#br0" timeOffset="-76703.48">27968 8135 18 0,'0'0'38'0,"0"0"-4"15,0 0-6-15,0 0 3 0,0 0-5 0,0 0 1 16,0 0-5-16,0 0-1 0,0 0 1 0,0 0-1 16,0 0-4-16,0 0-2 0,0 0-2 0,0 0 8 15,0 0-7-15,0 0 3 0,0 0-4 0,0 0-4 16,0 0 0-16,0 0 2 0,0 0 1 0,0 0 1 16,0 0 2-16,0 0 1 0,0 0-7 0,0 0 2 15,0 0 5-15,0 0-5 0,0 0-4 0,0 0 7 16,0 0-6-16,0 0 2 0,0 0 0 0,0 0 1 15,0 0-7-15,0 0 1 0,0 0 7 0,0 0-7 16,0 0 2-16,0 0 5 0,0 0-11 0,0 0 8 16,0 0-5-16,0 0 5 0,0 0-11 0,0 0 2 0,0 0 6 15,0 0-4-15,0 0 4 0,0 0-6 0,0 0 6 16,0 0-4-16,0 0-2 0,0 0 0 16,0 0 0-16,0 0 6 0,0 0-3 0,0 0-2 15,0 0-3-15,0 0 2 0,0 0 1 0,-27-3 1 0,27 3-3 16,0 0 2-16,0 0 6 0,0 0-8 15,0 0 7-15,-11 3-1 0,11-3 3 0,0 0-5 16,0 0-4-16,0 0 7 0,0 0-9 0,-7 1-1 16,7-1 4-16,0 0-6 0,0 0 3 0,0 0 0 0,0 0 3 15,0 0 4-15,-7 3-7 0,7-3-9 0,0 0 14 16,0 0 5-16,0 0-7 0,-4 4 4 0,4-4-14 16,0 0 8-16,0 0 7 0,-7 5-5 0,7-5-2 15,0 0 2-15,0 0 0 0,-6 4-3 0,6-4 4 16,0 0 1-16,0 0 1 0,0 0-4 0,-4 3-2 15,4-3 1-15,0 0 3 0,-7 4 0 16,7-4 2-16,0 0-8 0,-7 2 11 0,7-2-7 0,0 0-6 16,0 0 3-16,0 0 2 0,0 0-2 0,0 0 9 15,-9 6-7-15,9-6 7 0,0 0-2 0,0 0-8 16,-7 1 8-16,7-1 5 0,0 0 2 0,0 0-1 16,0 0-3-16,-8 5 8 0,8-5 2 0,0 0-6 15,-6 3 5-15,6-3-8 0,0 0-7 0,0 0 12 16,-7 2-1-16,7-2-2 0,0 0-5 0,0 0 4 15,0 0-6-15,0 0 7 0,0 0-2 0,-8 1 0 16,8-1-6-16,0 0 13 0,0 0-7 0,0 0-2 16,-9 3-2-16,9-3 2 0,0 0 5 0,0 0-8 15,-8 3 6-15,8-3-8 0,0 0 6 0,0 0-16 16,-8 5 13-16,8-5 1 0,0 0-5 0,0 0 0 16,-3 3 3-16,3-3-13 0,0 0 16 0,0 0-1 15,0 0-11-15,-6 3 13 0,6-3-7 0,0 0 2 16,0 0 5-16,0 0-9 0,0 0 9 0,0 0-3 15,0 0 0-15,-6 5-4 0,6-5-2 0,0 0 6 16,0 0-4-16,0 0 12 0,0 0-13 0,0 0-1 16,0 0-1-16,0 0 2 0,0 0 5 0,-8 4 3 15,8-4-3-15,-6 2 2 0,6-2-4 0,0 0 4 16,0 0-2-16,-9 3 4 0,9-3 1 0,0 0-6 16,0 0-5-16,0 0 9 0,0 0 5 0,-7 3-8 15,7-3 3-15,0 0-10 0,0 0 6 0,0 0 5 0,0 0-15 16,0 0 10-16,0 0 1 0,0 0-7 0,0 0-8 15,-7 4-25-15,7-4-23 0,0 0-9 16,0 0-11-16,0 0-42 0,-2 8-131 0,2-8 58 16</inkml:trace>
  <inkml:trace contextRef="#ctx0" brushRef="#br0" timeOffset="-76231.16">28197 8093 20 0,'-9'-8'30'0,"9"8"-5"0,0 0-2 0,0 0-3 0,0 0 0 16,0 0 1-16,0 0-3 0,-8-3-8 0,8 3 3 15,0 0-3-15,0 0 2 0,0 0-2 0,0 0-4 16,0 0 4-16,0 0 1 0,0 0-12 0,0 0-3 16,0 0 0-16,0 0 4 0,-9-1 0 0,9 1-8 15,0 0-2-15,0 0 0 0,-14 1 0 0,14-1-3 16,0 0-2-16,0 0-16 0,-14 1-33 0,14-1 14 15</inkml:trace>
  <inkml:trace contextRef="#ctx0" brushRef="#br0" timeOffset="-75088.01">28050 8086 14 0,'0'0'22'15,"0"0"-1"-15,0 0-4 0,0 0 2 0,0 0-3 16,0 0-2-16,0 0-1 0,0 0-1 0,0 0-1 0,0 0 0 15,0 0-4-15,0 0 0 0,0 0 5 16,0 0-4-16,0 0-1 0,0 0-5 0,0 0 9 16,0 0-4-16,0 0 4 0,0 0-3 0,-8-3 3 15,8 3 1-15,0 0-1 0,0 0-1 0,0 0 0 0,0 0-3 16,0 0 2-16,0 0 0 0,0 0-2 16,0 0 1-16,0 0 0 0,0 0 1 0,-9 4 5 15,9-4-2-15,0 0-3 0,-9 3 0 0,9-3 2 16,0 0 2-16,-9 1-3 0,9-1 4 0,0 0 1 0,-11 4-3 15,11-4 4-15,-9 2 7 0,9-2-12 0,-8 2 2 16,8-2-1-16,-10 2-3 0,10-2 7 16,0 0-7-16,-9 3 7 0,9-3-9 0,-8 2-10 15,8-2 18-15,-7 4-7 0,7-4 2 0,-8 4-7 0,8-4 8 16,-8 4 3-16,8-4-1 0,-7 4-1 0,7-4-6 16,-4 4 0-16,4-4 0 0,-5 6 1 0,5-6 5 15,-9 4-6-15,9-4 1 0,-5 3-2 0,5-3-2 16,0 0 7-16,-8 4-10 0,8-4 2 15,0 0 4-15,-5 4-3 0,5-4-6 0,0 0 10 0,-4 5 6 16,4-5-8-16,0 0-6 0,-7 5 9 0,7-5 4 16,0 0 0-16,-7 4-1 0,7-4-5 0,-5 3-1 15,5-3 1-15,-6 4-6 0,6-4 9 16,-6 5-3-16,6-5-3 0,0 0 2 0,-6 4-1 0,6-4 1 16,0 0 3-16,-8 5 6 0,8-5-9 0,-3 3 7 15,3-3-10-15,-8 5-1 0,8-5 2 0,0 0 3 16,-10 2-5-16,10-2 0 0,0 0 0 0,-4 4 1 15,4-4 5-15,0 0-8 0,0 0 0 0,-7 5-1 16,7-5 5-16,0 0 1 0,-5 5-2 0,5-5-5 16,-5 4 6-16,5-4 3 0,0 0-7 0,-7 4 1 15,7-4 1-15,0 0-2 0,-8 4 12 0,8-4-11 16,0 0 3-16,-4 4 2 0,4-4 0 0,0 0-1 16,0 0-7-16,-5 4 14 0,5-4-5 0,0 0-2 15,0 0-2-15,0 0 0 0,-6 3-16 0,6-3 23 16,0 0-6-16,0 0 4 0,0 0-1 0,-4 6-1 15,4-6 4-15,0 0-8 0,0 0 2 0,0 0-6 16,-8 4-6-16,8-4 18 0,0 0-3 0,-2 5 6 16,2-5-6-16,0 0-5 0,-6 5-5 0,6-5 0 15,0 0 5-15,-5 6 1 0,5-6 5 0,-5 6-1 16,5-6 5-16,0 0-8 0,-6 6-3 0,6-6 3 16,0 0 1-16,-5 5 1 0,5-5 1 0,-4 5 1 15,4-5-9-15,0 0 1 0,-7 6 10 0,7-6-2 16,-4 4-8-16,4-4 2 0,-3 5 1 0,3-5 1 15,-6 4 2-15,6-4 2 0,0 0-8 0,-4 7 7 16,4-7-1-16,0 0 4 0,-4 3-9 0,4-3 5 0,0 0 4 16,-6 4-5-16,6-4-16 0,0 0 18 15,-3 6 4-15,3-6-7 0,-4 6 0 0,4-6 3 16,0 0-5-16,0 0 7 0,-4 5-1 0,4-5 1 16,0 0-7-16,-5 4 9 0,5-4-9 0,0 0 5 0,-4 7 5 15,4-7-14-15,0 0 9 0,-7 6 11 0,7-6 0 16,-4 5-13-16,4-5 11 0,0 0-3 15,-7 4 2-15,7-4 0 0,0 0-3 0,-5 5 3 0,5-5-7 16,0 0 6-16,-4 3-2 0,4-3-5 0,0 0 2 16,-7 6 4-16,7-6-11 0,0 0 2 0,0 0 1 15,-5 4-10-15,5-4 11 0,0 0 6 0,0 0-5 16,0 0 12-16,0 0-17 0,-6 3 0 0,6-3 0 16,0 0 3-16,0 0-4 0,0 0 2 0,0 0 7 15,0 0-3-15,0 0-8 0,0 0-1 0,0 0-6 16,0 0-19-16,0 0-5 0,0 0-27 0,0 0-13 15,0 0-16-15,0 0-18 0,0 0-74 16,0 0-196-16,0 0 87 0</inkml:trace>
  <inkml:trace contextRef="#ctx0" brushRef="#br0" timeOffset="-73244.7">27968 8183 22 0,'0'0'33'16,"0"0"2"-16,0 0 1 0,-27 7-1 0,27-7-11 15,0 0-3-15,-7 1 1 0,7-1-3 0,0 0-2 16,-8 2 2-16,8-2-1 0,0 0 1 0,-10 2 4 0,10-2 2 16,0 0-2-16,-7 1-2 0,7-1 4 0,0 0-1 15,0 0-10-15,0 0 5 0,-10 1 3 0,10-1-6 16,0 0-5-16,-7 2 4 0,7-2 1 0,-8 1 6 15,8-1-12-15,0 0 6 0,-8 1-4 0,8-1-2 16,0 0-1-16,0 0-1 0,-8 2 9 0,8-2-11 16,0 0 1-16,0 0-4 0,0 0 6 0,-7 2 0 15,7-2 2-15,0 0-2 0,0 0 2 0,-10 0-8 16,10 0 8-16,0 0-10 0,-9 5 5 0,9-5 0 16,0 0-2-16,-8 2 2 0,8-2 1 0,0 0 3 15,-7 3-19-15,7-3 12 0,0 0 11 0,-7 4-3 16,7-4-2-16,0 0 11 0,-9 3-4 0,9-3-1 15,-7 4-6-15,7-4 12 0,0 0-7 0,-8 5 0 16,8-5 0-16,0 0 0 0,-8 4 3 0,8-4-9 16,0 0 6-16,-6 1-5 0,6-1-8 0,0 0 4 15,0 0 3-15,0 0 6 0,-4 6-6 0,4-6 7 16,0 0-3-16,-7 4 0 0,7-4-7 0,0 0 16 16,-4 3-8-16,4-3 0 0,0 0 4 0,-6 4-10 15,6-4 7-15,0 0-2 0,0 0-9 0,-5 3 2 16,5-3 4-16,0 0 3 0,0 0-8 0,-5 3-14 15,5-3 25-15,0 0-5 0,-5 4 1 0,5-4-10 16,-4 5 1-16,4-5 5 0,0 0-1 0,0 0-8 16,-7 4 0-16,7-4 8 0,0 0-6 0,-6 3 5 15,6-3-7-15,0 0 2 0,0 0-3 0,-6 6 3 16,6-6 0-16,0 0 5 0,-8 5-7 0,8-5 5 16,-5 2-4-16,5-2 10 0,0 0-9 0,-4 7 3 15,4-7-3-15,-5 4 4 0,5-4-8 0,0 0 7 16,0 0 0-16,-7 4 2 0,7-4-8 0,-5 4 8 15,5-4 5-15,-6 4-6 0,6-4 6 0,-4 6 1 0,4-6 5 16,0 0-7-16,-4 6 2 0,4-6-8 16,0 0 0-16,0 0-1 0,-6 5-1 0,6-5 7 15,0 0-8-15,0 0 9 0,-5 5-10 0,5-5 7 16,0 0-6-16,0 0 6 0,-6 8-3 0,6-8-1 0,-4 3 0 16,4-3-1-16,-4 5 4 0,4-5-2 0,-7 2-1 15,7-2 2-15,-5 7 2 0,5-7-5 0,0 0 1 16,-5 3-1-16,5-3 12 0,0 0-12 15,0 0-1-15,-6 7-10 0,6-7 13 0,-5 3-3 0,5-3 6 16,0 0-2-16,-6 8-3 0,6-8 11 0,-3 3-10 16,3-3 4-16,0 0-4 0,-9 6 2 0,9-6-1 15,0 0 3-15,-2 7-8 0,2-7 7 0,0 0-9 16,-5 2 4-16,5-2-1 0,-4 6 2 0,4-6-2 16,0 0 5-16,-6 6-4 0,6-6 2 0,0 0 11 15,-5 6-22-15,5-6 11 0,-5 4-3 0,5-4 0 16,-4 5 1-16,4-5-3 0,0 0 7 0,-5 5 2 15,5-5 0-15,0 0-5 0,0 0 2 0,-6 3-3 16,6-3 14-16,0 0-12 0,0 0 10 0,-4 6-1 16,4-6-3-16,0 0 3 0,-5 5-5 0,5-5 14 15,0 0-13-15,-7 6-2 0,7-6-5 0,0 0 7 16,-5 5-1-16,5-5-5 0,-6 3 1 0,6-3 0 16,0 0 4-16,-4 7-5 0,4-7-1 0,0 0 7 15,-5 5-5-15,5-5-3 0,0 0-1 0,-4 6-2 16,4-6 5-16,-6 7 3 0,6-7-3 0,-4 8 4 15,4-8-5-15,-4 5-1 0,4-5 5 0,-3 8-3 16,3-8-2-16,-4 7 2 0,4-7-1 0,-5 8 5 16,3-5-3-16,2-3-11 0,-6 7 8 0,3-2 8 15,3-5-10-15,-5 8 2 0,5-8-3 0,-4 6 5 16,4-6 2-16,-4 6 1 0,4-6-3 0,-4 8 4 16,1-4-7-16,3-4 4 0,-4 6 4 0,4-6-6 0,-4 8 0 15,4-8 0-15,-4 7 0 0,4-7-3 16,-2 5 1-16,2-5 2 0,-4 6-2 0,4-6 14 15,-5 6-11-15,5-6 0 0,-4 6 2 0,4-6-2 0,-4 6 0 16,4-6-2-16,-4 7 3 0,4-7-2 0,-6 6 9 16,6-6-11-16,-2 5-1 0,2-5 4 0,0 0-2 15,-4 9 0-15,4-9 2 0,0 0-4 16,-5 5 4-16,5-5 1 0,-4 5-2 0,4-5-4 0,-4 6 12 16,4-6-9-16,0 0 1 0,-2 7-7 0,2-7 6 15,-5 6 0-15,5-6 2 0,-5 6-3 0,5-6 4 16,0 0-5-16,-2 6 5 0,2-6 1 0,-3 7 5 15,3-7-13-15,-4 5 5 0,4-5 0 0,-4 6-2 16,4-6 7-16,-4 8-2 0,4-8-3 0,-5 6-5 16,5-6 9-16,-4 6-2 0,4-6 2 0,0 0-5 15,-6 4-5-15,6-4 8 0,0 0 0 0,-2 7-1 16,2-7-4-16,0 0-3 0,0 0 6 0,0 0-5 16,-4 7 3-16,4-7-1 0,0 0 2 0,0 0 1 15,0 0 0-15,-3 6 3 0,3-6-6 0,0 0 7 16,-4 7-1-16,4-7-3 0,-2 6 4 0,2-6-12 15,0 0 8-15,-4 7 1 0,4-7-5 0,0 0 3 16,-4 6 0-16,4-6 0 0,-3 5 4 0,3-5 1 16,0 0-2-16,-5 6 1 0,5-6-1 0,0 0-1 15,0 0-1-15,-3 8 8 0,3-8-8 0,0 0 1 16,0 0 0-16,0 0 5 0,-3 7-9 0,3-7-8 16,0 0-23-16,0 0-32 0,-1 8-10 0,1-8-11 15,0 0-16-15,0 0-26 0,0 0-70 0,0 0-215 16,0 0 95-16</inkml:trace>
  <inkml:trace contextRef="#ctx0" brushRef="#br0" timeOffset="-72811.19">27463 8707 34 0,'0'0'64'0,"0"0"-5"16,0 0-6-16,0 0-5 0,0 0 0 0,0 0-5 0,0 0 2 15,0 0-6-15,0 0-11 0,-12-3 9 0,12 3-9 16,0 0 1-16,0 0 4 0,0 0-19 0,0 0 6 16,0 0-2-16,0 0 0 0,0 0-11 15,0 0-2-15,0 0 10 0,0 0-4 0,-15 3-1 0,15-3 2 16,0 0-6-16,-6 4-17 0,6-4 8 0,0 0-13 15,-10 4-5-15,10-4-3 0,0 0 1 0,-7 4-6 16,7-4 1-16,-4 3-12 0,4-3 2 0,0 0-6 16,-6 4 0-16,6-4-24 0,-7 3-73 0,7-3 33 15</inkml:trace>
  <inkml:trace contextRef="#ctx0" brushRef="#br0" timeOffset="-71709.61">27304 8743 8 0,'0'0'64'0,"0"0"-7"15,0 0 0-15,0 0-12 0,0 0 3 0,0 0-12 16,0 0-5-16,0 0 8 0,0 0-4 0,0 0-2 16,0 0-2-16,0 0-9 0,0 0 2 0,0 0 1 15,0 0-2-15,0 0 1 0,0 0-4 0,-3 8 5 16,3-8-7-16,0 0-4 0,0 0 5 0,0 0-6 16,-1 8-1-16,1-8-3 0,0 0 10 0,-4 5-20 15,4-5 11-15,0 0 4 0,-4 9 3 0,4-9-4 16,0 0 2-16,-5 6-3 0,5-6 1 0,-4 5 1 15,4-5-3-15,-4 6 0 0,4-6 11 0,0 0-4 16,-4 9 7-16,4-9 0 0,-6 7-4 0,6-7 7 16,-4 6-17-16,4-6 9 0,-5 6-12 0,1-2 3 15,4-4 15-15,-6 10-4 0,3-6-5 0,3-4 4 16,-6 9 2-16,1-6-1 0,0 3-6 0,5-6-4 16,-4 9 3-16,0-5 0 0,4-4-5 0,-7 6 14 15,5-1-20-15,2-5-2 0,-8 8 9 0,6-4 0 16,2-4-6-16,-6 9 2 0,4-5 3 0,2-4-9 15,-7 10 5-15,3-5 3 0,2 0 1 0,-4-1 1 0,6-4-8 16,-6 12 5-16,6-9 0 0,-3 4-3 16,3-7 3-16,-6 9-9 0,2-4 4 0,-1 0 1 15,1 0 0-15,-1 0 2 0,2 0-3 0,1 2 0 16,2-7 2-16,-7 10-1 0,5-6 0 0,2-4-3 0,-4 10-1 16,0-5-5-16,4-5 9 0,-4 9-4 0,4-9 6 15,-6 10 3-15,2-6-9 0,4-4 2 0,-2 8-9 16,2-8 3-16,-2 7 3 0,2-7 11 0,-5 7-7 15,5-7-3-15,-2 7-2 0,2-7 4 0,-4 7-2 16,4-7 2-16,0 8-4 0,0-8 8 0,-3 7-6 16,3-7 5-16,-5 10 2 0,3-6-8 0,2-4 6 15,0 0 4-15,-4 7-3 0,4-7-4 0,-3 8 1 16,3-8-4-16,-4 6 2 0,4-6 2 0,-2 7-7 16,2-7 8-16,-3 7-5 0,3-7-1 0,-1 8 7 15,1-8-6-15,-5 8 4 0,5-8 4 0,-2 9-9 16,2-9 3-16,-2 8-3 0,2-8 4 0,-5 9-1 15,5-9 6-15,-3 7-8 0,3-7 1 0,-2 9-1 16,-2-5 3-16,4-4-1 0,0 9-4 0,0-9 4 16,-3 10-4-16,3-10 4 0,-2 9-1 0,2-9-1 15,0 10-4-15,0-10 22 0,-4 9-16 0,4-9-6 16,-2 9 2-16,2-9 3 0,0 8 3 0,0-8-4 16,0 10 2-16,0-10-4 0,-2 9 2 0,2-9 2 15,0 9 2-15,0-9-1 0,0 11-2 0,0-11 7 16,-3 10-11-16,3-10 2 0,-3 9 11 0,3-9-6 15,0 9-3-15,0-9-1 0,-4 10-1 0,4-10-1 16,0 9 1-16,0-9-8 0,0 9 15 0,0-9-7 16,-2 11 2-16,0-6-4 0,2-5 1 0,0 14-1 15,0-6 5-15,0-8 4 0,-3 14-3 0,3-6 0 16,0-8-1-16,-2 13 5 0,2-6-9 0,0-7 6 16,0 13 5-16,0-5-5 0,0-8-8 0,-2 11 4 0,2-11-3 15,0 11 1-15,-2-5 8 0,2-6-2 16,2 11-1-16,-2-11-1 0,-2 7 0 0,2-7 5 15,0 9-10-15,0-9 12 0,-2 8 0 0,2-8 6 0,0 0-3 16,-2 10 0-16,2-10 0 0,0 0-4 16,0 7 4-16,0-7-13 0,0 0 13 0,0 0-3 0,-1 7-4 15,1-7 3-15,0 0-7 0,0 0 3 16,0 0 0-16,0 0 0 0,-4 7 2 0,4-7-1 0,0 0-1 16,0 0 1-16,0 0-1 0,0 0-4 0,-2 6 7 15,2-6-4-15,0 0-3 0,0 0 2 0,-5 7-16 16,5-7-17-16,-3 6-16 0,3-6-15 0,-4 5-24 15,4-5 1-15,-6 11-7 0,1-7-25 0,1 2-75 16,4-6-207-16,-10 6 92 0</inkml:trace>
  <inkml:trace contextRef="#ctx0" brushRef="#br0" timeOffset="-70751.01">27093 9374 73 0,'0'0'63'16,"0"0"5"-16,0 0-2 0,-3-6-7 0,3 6-10 15,0 0 10-15,0 0-21 0,0 0 9 0,0 0-3 16,0 0-4-16,0 0-9 0,0 0 10 0,0 0-10 16,0 0-3-16,0 0 2 0,0 0-6 0,-5-5 0 15,5 5-12-15,0 0 5 0,0 0 2 0,0 0-5 16,0 0 12-16,0 0-22 0,0 0 15 0,0 0-8 16,0 0 12-16,0 0-1 0,-9 16-2 0,9-16-6 0,-4 8 0 15,2-4 0-15,2-4-8 0,0 10 5 16,0-10-3-16,-3 11-4 0,-1-6 15 0,4-5-1 15,0 12-2-15,-2-6 2 0,2-6 1 0,-2 11-4 16,0-6-1-16,-1 2 10 0,3-7-16 0,-2 11 8 16,2-11 11-16,-5 12 4 0,5-7-4 0,-2 2 1 15,0 1-7-15,2-8 0 0,-3 10 5 0,1-2-8 16,2-8 1-16,-4 10-3 0,0-3 4 0,2-1-2 16,-2-1 0-16,2 2-11 0,0 0 7 0,2-7 4 0,-4 10 1 15,1-3-5-15,1-2 0 0,2-5-3 0,-4 13 2 16,2-8-2-16,2-5-2 0,-2 12 3 15,0-6 5-15,-1 1-9 0,3-7 9 0,0 10-6 16,-5-4 5-16,5-6-6 0,-2 11-1 0,2-11 3 0,-2 9 0 16,2-2-3-16,0-7 1 0,-1 12 5 0,1-6 0 15,0-6-4-15,-4 12-3 0,4-6 1 0,0-6 2 16,0 13 0-16,0-5 3 0,0-8-5 0,-2 13-3 16,2-6 4-16,0-7-3 0,-2 12-1 0,0-5 7 15,2-7-2-15,0 12-5 0,0-6 4 0,0-6-9 16,0 13 5-16,-2-6 0 0,2-7-2 0,-1 12 0 15,-1-5 0-15,2-7-3 0,-2 11 3 16,2-11-2-16,0 11 1 0,0-11 0 0,-2 10 2 0,2-10-2 16,0 7 1-16,0-7-2 0,-4 8 1 0,4-8 0 15,0 9 0-15,0-9-1 0,-4 9-2 0,4-9 0 16,-2 7 2-16,2-7 1 0,0 0 2 0,0 10-1 16,0-10-6-16,0 0 4 0,2 10-4 0,-2-10 4 15,1 5-7-15,-1-5 8 0,0 0-1 0,0 9 1 16,0-9-3-16,0 0 2 0,3 9 1 0,-3-9 0 15,0 0-4-15,0 13-1 0,0-13-3 0,0 8 7 16,0-8 0-16,0 9-1 0,0-9 2 0,0 9 3 16,0-9-9-16,0 9 5 0,0-9-2 0,2 5 1 15,-2-5-4-15,2 9 3 0,-2-9 2 0,0 8-1 16,0-8 0-16,0 0-2 0,2 6-1 0,-2-6-2 16,0 0 7-16,0 0-6 0,0 9 2 0,0-9-4 15,0 0 1-15,0 0 3 0,0 0-3 0,4 7 0 16,-4-7-2-16,0 0 0 0,1 7 1 0,-1-7-5 15,0 0-1-15,0 9-3 0,0-9-2 0,0 0 2 0,0 0 0 16,-3 10 0-16,3-10-6 0,-4 6-4 16,4-6-10-16,-2 7-2 0,2-7-3 0,-6 6 3 15,6-6-11-15,0 0 10 0,0 0-11 0,-2 9-8 16,2-9-8-16,0 0-9 0,0 0 4 0,0 0 6 16,0 0-6-16,0 0 3 0,0 0-8 0,0 0-12 0,0 0-10 15,0 0-54-15,19-4-162 0,-19 4 72 0</inkml:trace>
  <inkml:trace contextRef="#ctx0" brushRef="#br0" timeOffset="-70277.27">27027 9835 19 0,'0'0'73'0,"0"0"-5"15,-5-7-17-15,5 7 8 0,0 0-5 0,0 0-12 16,0 0-5-16,0 0 5 0,0 0-7 0,0 0-10 16,0 0 14-16,0 0-18 0,0 0-4 0,0 0 6 15,0 0 7-15,0 0-6 0,0 0 5 0,0 0-2 16,0 0 0-16,-4 21 1 0,4-21 2 0,-3 10-6 15,-1-2 1-15,4-1-1 0,-4-1 1 0,4 4-17 16,-4-3-2-16,3 3 10 0,-3-2 4 0,2 3 7 16,-3-4-3-16,2 3-5 0,-1 1-1 0,2-1 2 15,0 0-2-15,0 1-7 0,0-1-7 0,1 2 16 16,-3-4 2-16,4 5-10 0,-2-2 6 0,2 1 4 16,-2-1-5-16,2 0 1 0,-2 1-5 0,2 0 0 15,0 0 1-15,0 4-1 0,0-1 1 0,0-1-1 16,0-3 1-16,2 2-15 0,-4 5 18 0,6-3-14 15,-4 2 4-15,2-2 1 0,-2 1 0 0,4-4-4 16,-3 0 0-16,1-1 7 0,-2 0-11 0,2-1 1 16,-2 2 3-16,0-2-8 0,0 1 6 0,0-1-15 15,0 0-9-15,0 0-21 0,0-1-11 0,-2 0-6 16,2-9-28-16,0 12-21 0,-3-7-56 0,3-5-178 16,-4 5 78-16</inkml:trace>
  <inkml:trace contextRef="#ctx0" brushRef="#br0" timeOffset="-67380.69">27398 8735 5 0,'0'0'25'0,"0"0"1"0,0 0-3 0,-14 15-5 0,14-15-6 16,0 0-3-16,-6 4 0 0,6-4-1 0,0 0 0 15,-7 5-2-15,7-5 3 0,0 0-2 16,-5 5-6-16,5-5 3 0,-5 4-6 0,5-4 1 0,0 0 5 16,-6 6-4-16,6-6 3 0,-3 4 3 0,3-4-7 15,0 0 1-15,-4 6-1 0,4-6 6 0,0 0-4 16,-2 6-2-16,2-6 2 0,0 0-2 0,-4 9-6 16,4-9-3-16,-5 4-1 0,5-4-1 0,-7 7-13 15,4-2-25-15,3-5 12 0</inkml:trace>
  <inkml:trace contextRef="#ctx0" brushRef="#br0" timeOffset="-66091.06">27227 8963 1 0,'-4'8'14'0,"4"-8"0"0,-3 7-1 0,3-7-6 15,-6 9 3-15,2-4 7 0,0 0-5 0,4-5-2 16,-6 10-1-16,3-4 2 0,-1-2 3 0,0 1-10 16,0 1 5-16,4-6-2 0,-8 11-1 0,6-7 4 15,-2 2-4-15,4-6 3 0,-5 10 0 0,3-5-5 16,0 2-1-16,-2-2 6 0,-1 0-4 0,5-5 0 16,-9 9 1-16,6-3-3 0,3-6 4 0,-6 10-4 15,4-4-4-15,2-6 4 0,-7 10-6 0,3-6 9 16,1 2-2-16,0-1 1 0,-1 1 0 0,4-6-3 15,-6 10-8-15,4-7 6 0,-3 4 4 0,5-7-1 16,-4 6-6-16,-1-1 3 0,5-5 7 0,-5 11-5 16,3-6 6-16,2-5-11 0,-4 9 3 0,1-5 2 15,3-4-3-15,-4 8 3 0,2-1 0 0,2-7 1 16,-2 8-3-16,2-8 5 0,-1 11-7 0,1-11 2 16,-4 10 0-16,4-10 2 0,0 11-2 0,0-5 2 15,0-6-6-15,-2 11 7 0,2-4-3 0,0-7-14 16,-4 11 12-16,1-4 6 0,2-1 2 0,1-6-3 0,-2 13 4 15,-2-6-3-15,4 3-2 0,-4-1 6 0,1 0 8 16,-3 2-8-16,4 0 6 0,-2 0-4 16,0-2-3-16,2 2 2 0,0-1 0 0,-2-1-6 15,3 1 4-15,-3 0 2 0,0-1-6 0,0 1 3 0,3-1 2 16,-3 0-1-16,4 0-6 0,-5 0 2 16,1-2-7-16,4 3 4 0,-3-2 1 0,1-1 1 15,2 2 1-15,-4 0 0 0,4-1 1 0,-2 0-2 16,2-8 7-16,-2 14-12 0,2-5 5 0,-1 1-4 15,1-3 2-15,-4 2 2 0,4-1-1 0,0 3-1 0,0-5-2 16,0 3 3-16,0-9-3 0,2 14 8 0,0-4-7 16,-2-1-1-16,1 1 3 0,1 0 0 15,-2-3-3-15,2 3-1 0,-2-1 0 0,4 1 3 16,-4 0 1-16,0-1-2 0,0-2 6 0,0 2-2 0,0 1-6 16,0-3 6-16,2 2-8 0,-2-9 10 0,0 14-2 15,2-6-4-15,-4 2 0 0,2-10-2 0,0 13 11 16,2-6-6-16,-2-7 0 0,1 13-2 0,-1-5 0 15,2-1 2-15,-2-7-4 0,2 14 5 0,1-9 4 16,2 1-3-16,-3 2 0 0,2 0-3 0,0-1-3 16,-4-2 5-16,5 5 1 0,-1-2-11 0,-2 2 13 15,3 0-5-15,-2-3 2 0,1 5 0 0,-2-5 2 16,0 3-2-16,-2-2-2 0,2 3 6 0,-1-2 4 16,-1-2-6-16,0 2-2 0,0 0 15 0,0-9-8 15,-1 14-6-15,-1-7 8 0,2-1-9 0,0-6 7 16,-2 16-3-16,2-10 5 0,-2 4-1 0,0-4-1 15,-2 1-4-15,3 0 2 0,-4 1-7 0,3 1 9 16,-2-4-3-16,3 2 11 0,-3 0-6 0,4-7 2 16,-2 10 3-16,0-4-7 0,2-6 3 0,0 10-8 15,0-10 1-15,0 12 8 0,0-12-8 0,4 9 5 16,-4-5 1-16,0-4-10 0,2 9 5 0,-2-9-3 16,3 8-1-16,-3-8 5 0,4 8-8 0,-4-8 12 15,2 7-2-15,-2-7-12 0,2 6 5 0,-2-6-1 16,3 7-4-16,-3-7-8 0,0 0 16 0,1 8-5 15,-1-8 5-15,0 11-1 0,0-11 3 0,-1 7 0 16,1-7-2-16,-3 10-6 0,3-10 7 0,0 8-3 16,0-8 3-16,-4 8-1 0,4-8-4 0,-4 6-6 15,4-6 10-15,-1 7-1 0,1-7-4 0,0 0 0 16,-4 10 0-16,4-10 5 0,-2 7-4 0,2-7-2 16,0 7-2-16,0-7 2 0,-4 8 1 0,4-8 5 15,-2 9-5-15,2-9 7 0,0 8-3 0,0-8-3 16,-2 11-6-16,2-11 14 0,0 9-12 0,0-9-1 15,1 9 6-15,-1-9-5 0,0 8 6 0,0-8-5 16,0 8 0-16,0-8-2 0,0 12 2 0,0-12 2 0,1 10 4 16,-2-3 3-16,1-7-2 0,0 14-4 15,0-7 6-15,0-7-3 0,0 11-4 0,0-11 0 16,0 12-1-16,-1-6-4 0,1-6 5 0,1 8 6 16,-1-8-1-16,0 9-7 0,0-9 4 0,0 9 6 0,0-9 3 15,0 8 3-15,0-8-4 0,1 10-11 0,-1-10 9 16,0 9-3-16,0-9-3 0,0 9 10 15,0-9-9-15,2 7 10 0,-2-7-15 0,0 0 10 16,0 12-5-16,0-12-4 0,0 7 10 0,0-7-8 16,0 8-1-16,0-8-1 0,0 8 2 0,0-8 4 0,0 0-12 15,-2 10 6-15,2-10 0 0,0 6 3 0,0-6 0 16,0 0-5-16,-2 10 2 0,2-10 3 0,-3 6 2 16,3-6 1-16,0 0-2 0,0 0-9 15,0 0 5-15,0 0-3 0,0 0-8 0,0 0 7 0,0 0-7 16,0 0-4-16,0 0-8 0,-2 8-10 0,2-8-9 15,0 0-28-15,0 0-82 0,0 0-162 0,0 0 71 16</inkml:trace>
  <inkml:trace contextRef="#ctx0" brushRef="#br0" timeOffset="-62316.84">28191 8070 9 0,'-6'1'14'0,"6"-1"4"0,-7 5-5 15,1-2 6-15,6-3-5 0,-9 4-2 0,9-4 4 16,-6 4 0-16,6-4-4 0,0 0 0 0,-7 2 4 16,7-2-7-16,0 0 0 0,-8 4-1 0,8-4 4 15,0 0-4-15,-7 4 3 0,7-4-2 0,0 0 0 16,-7 4 0-16,7-4 0 0,0 0-1 0,-5 5-5 16,5-5-2-16,-5 5 2 0,5-5 8 0,-4 5-5 15,4-5 3-15,-4 6-3 0,4-6 4 0,-5 7-5 16,5-7 10-16,-7 9-2 0,5-6 4 0,2-3 0 15,-9 7-6-15,5-1 4 0,-1-2 2 0,1-1-7 16,-3 4 2-16,4-1-1 0,-3-2-2 0,0 3-1 16,-1 0 8-16,2-2-8 0,-2 1-1 0,3-2 1 15,-1 2-2-15,5-6-1 0,-8 9 3 0,5-3 2 16,-4-2-5-16,4 2 2 0,-3-2 9 0,6-4-8 16,-7 9 0-16,3-4 3 0,0 0-4 0,4-5 4 15,-7 9-8-15,3-5 8 0,4-4-3 0,-7 9-1 16,3-6 0-16,4-3-2 0,-5 9 0 0,5-9 5 15,-4 8-6-15,4-8 1 0,-5 4-3 0,5-4 2 16,-3 9 3-16,-1-5-5 0,4-4-12 0,0 0 24 16,-4 5-12-16,4-5 6 0,0 0-4 0,0 0 2 15,0 0-5-15,-5 11 5 0,5-11 1 0,0 0-5 16,0 0 1-16,-5 9-1 0,5-9 3 0,0 0 1 16,0 0 1-16,0 0-4 0,-2 11 5 0,2-11-5 15,0 0 1-15,0 0-2 0,-2 9-8 0,2-9 12 16,0 0-6-16,0 0 6 0,0 0 0 0,0 0-3 15,0 0 1-15,-2 12-5 0,2-12 3 0,0 0-2 16,0 0 10-16,0 13-9 0,0-13 4 0,0 0 1 16,0 0 0-16,-3 11-6 0,3-11 3 0,0 0 2 15,0 0 3-15,0 0 1 0,0 12-4 0,0-12 2 16,0 0 4-16,0 0 0 0,0 0-9 0,0 0 7 16,-2 10-1-16,2-10 1 0,0 0-2 0,0 0-3 15,0 0 11-15,0 0-10 0,-2 10 2 0,2-10 0 0,0 0 4 16,0 0-2-16,0 0-6 0,0 0 2 15,0 13-5-15,0-13-8 0,0 0 14 0,0 0-3 16,0 0-1-16,0 11 3 0,0-11 0 0,0 0-3 16,0 0 0-16,0 0-1 0,0 0 1 0,-1 14 1 15,1-14-2-15,-2 3 10 0,2-3-11 0,2 9 11 0,-2-9 5 16,0 9 0-16,0-9-3 0,1 5-6 0,-1-5 1 16,4 10 5-16,-4-10-2 0,0 8-4 15,0-8 3-15,0 9-2 0,0-9-8 0,0 0 8 16,0 9-4-16,0-9 4 0,0 8-8 0,0-8 10 0,0 0-1 15,5 9 0-15,-5-9 2 0,0 8-3 16,0-8-9-16,1 7 9 0,-1-7-1 0,0 0 2 0,0 8-9 16,0-8 6-16,0 0 2 0,0 0-2 15,0 11 3-15,0-11-6 0,0 0 2 0,0 8-2 0,0-8 5 16,0 0 1-16,0 8-2 0,0-8-9 0,0 0 2 16,-1 10 1-16,1-10-1 0,0 0-1 0,-5 8 7 15,5-8 14-15,0 0-3 0,0 9-2 0,0-9-11 16,-2 6 5-16,2-6-9 0,0 0 8 0,0 9 3 15,0-9-8-15,0 0 11 0,-2 9-6 0,2-9-7 16,0 0 7-16,0 10-8 0,0-10 2 0,-1 10 4 16,1-10 3-16,1 7-2 0,-1-7 2 0,-3 9-8 15,3-9 2-15,0 8 5 0,0-8-5 0,-2 10 3 16,2-10 1-16,-2 10 0 0,2-10-5 0,-2 9 4 16,2-9-2-16,-2 9-1 0,2-9-1 0,-2 6 1 15,2-6 2-15,-1 10-3 0,1-10 3 0,-3 8-3 16,3-8-8-16,-3 8 8 0,3-8 3 0,-2 8-1 15,2-8-1-15,-5 9 0 0,4-4 0 0,1-5 5 16,-1 8-7-16,1-8-2 0,-3 6 4 0,3-6 0 16,-4 8-3-16,4-8 1 0,0 0-4 0,-2 9 3 15,2-9-3-15,0 0 11 0,0 11-10 0,0-11-1 16,-1 10-7-16,1-10 13 0,-1 8 3 0,1-8 0 16,-1 8-4-16,1-8-2 0,0 8 2 0,0-8 0 15,-3 10 2-15,3-10 1 0,-1 8-8 0,1-8 4 16,-2 6 0-16,2-6-13 0,-2 9 10 0,2-9 0 15,0 8 2-15,0-8-1 0,0 10 6 0,0-10-2 16,-2 9 7-16,2-9-10 0,0 9 1 0,0-9-4 16,0 7 6-16,0-7-3 0,0 0 2 0,-3 12-3 15,3-12 12-15,0 9-2 0,0-9-6 0,0 11 4 16,0-11 5-16,-1 7-4 0,1-7-2 0,-3 12-5 16,3-12 4-16,-1 11 3 0,-1-6-3 0,2-5-2 0,0 11 1 15,0-11 2-15,-2 11 0 0,0-4 0 16,2-7 0-16,0 10-7 0,-2-3 11 0,2-7 4 15,-2 12-8-15,2-12-1 0,-1 10 4 0,-1-5-3 16,2-5-1-16,-4 11 1 0,4-6-1 0,0-5 4 0,-2 8-6 16,2-8-2-16,-2 9 6 0,2-9-1 15,-2 10-2-15,2-10 4 0,-1 7-4 0,1-7-2 16,-2 7 0-16,2-7 3 0,-3 9-2 0,3-9-1 16,0 0 2-16,-2 6-7 0,2-6 1 0,0 9 5 0,0-9-13 15,0 0 13-15,0 0 0 0,2 11-3 0,-2-11 3 16,0 7-3-16,0-7 1 0,0 0 0 0,0 9 0 15,0-9 1-15,0 7 3 0,0-7-4 16,0 0-1-16,0 12 1 0,0-12 1 0,0 8-2 0,0-8 2 16,0 9-4-16,0-9 0 0,5 10-1 0,-5-10 2 15,-2 9 0-15,2-9 5 0,2 9-3 16,-2-9 1-16,0 9 2 0,0-9 0 0,1 9-7 0,-1-9 6 16,0 9-1-16,0-9 3 0,0 10-3 0,1-4-2 15,-1-6 1-15,1 11 0 0,1-6 2 0,-2-5-3 16,0 11-6-16,0-11 7 0,2 8 1 0,-2-8-7 15,2 10 3-15,-2-10 4 0,0 10-2 0,0-10 3 16,0 10-5-16,2-5 3 0,-2-5 0 0,0 10 1 16,0-10 1-16,2 12-6 0,-2-7 4 0,0-5 2 15,0 12-5-15,0-5 5 0,0-7-5 0,0 14 4 16,0-7-6-16,0 1 3 0,0-8 4 0,0 16-3 16,0-6 4-16,0-3-1 0,-2 2-4 0,2 0 1 15,-2 2 3-15,4-3 0 0,0 0-1 0,-4 1-4 16,2-9 4-16,2 15 3 0,-2-9-4 0,0 5 1 15,0-11-1-15,1 11-1 0,-1-5 0 0,0-6 1 16,-3 12-3-16,3-12 0 0,0 10 0 0,0-10 2 16,-2 14 5-16,2-8-6 0,0-6 1 0,0 12 0 15,-2-5 1-15,2-7-4 0,0 13 3 0,0-7 1 16,0-6 4-16,-2 13-1 0,2-13-1 0,0 11-2 16,0-3-3-16,0-8 2 0,0 12 1 0,0-12 1 15,-3 11 0-15,3-4-3 0,0-7-1 0,-1 12 1 16,1-5-1-16,0-7 1 0,-3 13-1 0,0-7 6 15,3 1-9-15,0-7 6 0,-2 12 1 0,2-5-1 16,0-7 2-16,-2 11-3 0,2-3-3 0,0-8 6 16,0 9-2-16,0-9 0 0,-3 11-2 0,2-6-3 15,1-5 9-15,0 11-5 0,0-11 4 0,-1 10-4 16,1-10 0-16,-4 10-1 0,4-10 7 0,0 8-7 16,0-8 4-16,0 11-4 0,0-11-2 0,0 10 2 15,0-10 5-15,0 9 3 0,0-3-3 0,0-6-2 0,2 10-2 16,-2-10 0-16,3 8 0 0,-3-8-1 0,0 11 4 15,1-7-3-15,-1-4 2 0,2 10-1 16,-2-10-5-16,1 12 3 0,-1-12 4 0,0 7-3 16,0-7 0-16,0 10 2 0,0-10-3 0,-3 9 2 0,3-9 3 15,0 9-9-15,0-9 1 0,0 11 4 0,-2-5 4 16,2-6-8-16,-4 6 8 0,4-6-7 0,-2 10 3 16,2-10-1-16,-1 9-10 0,1-9 12 15,-1 10 1-15,1-10 1 0,-3 9 0 0,3-9-2 0,0 11 0 16,0-11-4-16,0 12 6 0,2-5-3 0,0 1 6 15,-2 0-1-15,1-2-5 0,1 2 0 0,-2 0 3 16,4-1-4-16,-3 0-5 0,0 0 8 0,2-1-2 16,-3-6 3-16,4 13-2 0,-4-5-1 0,3-2 0 15,-1 1 4-15,-1 0-5 0,1 0 3 0,0-1-3 16,0 1 1-16,-2-7 0 0,2 11-3 0,0-3 3 16,0-1 3-16,-1 0-7 0,-1-7 8 0,1 11-7 15,0-5 5-15,-1-6 2 0,4 10-4 0,-2-5 1 16,0 1-1-16,3-1 2 0,-5-5-1 0,3 10-1 15,-1-6 1-15,-2-4 0 0,4 10-1 0,-3-5 0 16,-1-5 0-16,3 10 2 0,-1-6 1 0,-2-4-3 16,3 9-2-16,-3-9 1 0,4 10 2 0,-1-7 3 15,-3-3-5-15,2 8-2 0,3-4 0 0,-1 1 5 16,-4-5-1-16,2 7-3 0,-2-7 1 0,3 7 0 16,-3-7 1-16,4 7-1 0,-4-7 3 0,4 8-3 15,-4-8 0-15,4 7 3 0,-4-7-2 0,1 7-1 16,-1-7 3-16,0 9-2 0,0-9-1 0,2 9 4 15,-2-3 0-15,0-6 2 0,0 13-4 0,2-6-4 16,-2-1 5-16,0-6-2 0,6 14-3 0,-5-8-3 16,1 1 9-16,-2-7 0 0,1 11-3 0,-1-6 0 15,0-5 3-15,4 12-6 0,-4-12 5 0,2 10-1 16,0-5-3-16,-2-5 5 0,2 11 2 0,-1-7-7 16,-1-4 1-16,2 10 3 0,-2-10-4 0,0 9-4 15,0-9 9-15,4 9-6 0,-4-9 4 0,2 7-3 16,-2-7 3-16,1 8 3 0,-1-8-2 0,2 8-1 15,-2-8-2-15,2 6 4 0,-2-6-2 0,0 0-4 16,0 0 3-16,3 10-3 0,-3-10 2 0,0 5 2 16,0-5-3-16,0 0 4 0,2 9-3 0,-2-9-1 15,4 5 1-15,-4-5 2 0,0 0 1 0,0 0 1 0,3 7 0 16,-3-7-5-16,0 0 5 0,0 0-9 0,0 0 5 16,0 0 0-16,1 7 2 0,-1-7 0 15,0 0 0-15,0 0 0 0,0 0-1 0,0 0 3 16,0 0 3-16,0 0-5 0,0 0-1 0,0 0 1 0,0 0-3 15,0 0-13-15,0 0-14 0,0 0-29 0,0 0-26 16,0 0-18-16,0 0-9 0,0 0-19 16,0 0-107-16,0 0-255 0,0 0 113 0</inkml:trace>
  <inkml:trace contextRef="#ctx0" brushRef="#br0" timeOffset="-61884.84">27976 9839 74 0,'0'0'107'16,"0"0"-15"-16,0 0-7 0,0 0-2 0,0 0-6 15,0 0-18-15,-4-8-5 0,4 8-10 0,0 0-4 16,0 0-4-16,0 0-5 0,0 0 2 0,0 0-1 16,0 0-4-16,0 0-2 0,0 0-4 0,0 0-2 15,0 0-12-15,0 0 7 0,0 0 0 0,0 0 5 16,0 0-3-16,0 0-8 0,0 0 2 0,0 0-7 15,0 0-5-15,-14 21-1 0,14-21-10 0,0 0 4 16,0 0-13-16,-5 7-6 0,5-7 4 0,0 0 0 16,0 0-1-16,-10 5-2 0,10-5 4 0,0 0-4 15,0 0 8-15,-8 4 3 0,8-4-3 0,0 0-2 16,0 0 7-16,0 0-6 0,-10 3-6 0,10-3-4 16,-9 0-4-16,9 0-8 0,-11 3-59 0,4-2-107 15,-3 2 47-15</inkml:trace>
  <inkml:trace contextRef="#ctx0" brushRef="#br0" timeOffset="-61705.86">27765 9953 19 0,'0'0'54'0,"10"-2"-4"16,-10 2-2-16,0 0-6 0,16 0-5 0,-16 0-5 15,0 0-11-15,11 0-11 0,-11 0-13 0,0 0-22 16,6 1-23-16,-6-1-51 0,0 0 22 0</inkml:trace>
  <inkml:trace contextRef="#ctx0" brushRef="#br0" timeOffset="-59548.34">27804 9894 62 0,'0'0'81'0,"0"0"-8"0,0 0 1 0,0 0-18 16,0 0-4-16,0 0 0 0,0 0-10 0,0 0-2 16,0 0 2-16,0 0-11 0,0 0-3 0,0 0 3 15,0 0 2-15,0 0-3 0,0 0 1 0,0 0-6 16,0 0 0-16,12 13 0 0,-12-13-5 0,3 10 11 15,-3-10 2-15,3 11 2 0,-1-6-2 0,-2 5-1 16,3-2-10-16,-1 2 6 0,-1 0-4 0,0 0 8 16,0-1-9-16,1 2-1 0,-2-2-5 0,0 1 6 15,0-1 2-15,0 1 3 0,0 0-1 0,0-1-1 0,2 1-3 16,-2 1-9-16,2 0 3 0,-2 2 5 16,0-2-2-16,0 0-2 0,0-1-10 0,0 0 6 15,0 3 5-15,2 0 2 0,-2-2 7 0,0 1 0 16,0 1-1-16,0 3-4 0,0-4-4 0,0-1-6 0,0 0 14 15,-2 1-8-15,2-2-1 0,-2 1-4 0,0 0 4 16,0 0-4-16,1-1 3 0,0 0-1 0,0 1-2 16,1-1-2-16,-2 1-2 0,2-3 3 0,0 1-5 15,-3-3 4-15,3-6-3 0,0 16 5 0,3-11-3 16,-3 2-2-16,0-7 3 0,2 14-7 0,0-6-1 16,-2-1 1-16,1 1 1 0,-1-8 2 0,2 13-8 15,-2-7 2-15,0-6 1 0,4 11 0 0,-4-5 1 16,0-6-2-16,0 9 3 0,0-9 5 0,4 10-2 15,-4-10-3-15,1 11-3 0,0-6 2 0,2 1-3 16,-3-6 1-16,0 11 3 0,2-4 0 0,0-1-2 16,-2-6 0-16,3 12 3 0,0-6-2 0,-2 0-3 15,-1-6-1-15,1 11-1 0,1-6 4 0,-2-5-3 16,0 11 4-16,0-11-1 0,2 8-1 0,-2-8 2 16,0 8 0-16,0-8-7 0,0 0 6 0,0 0 7 15,0 9-6-15,0-9-3 0,0 0-4 0,0 0 8 16,0 0-3-16,0 0 2 0,0 0-6 0,0 10 8 15,0-10 2-15,0 0 0 0,0 0 9 0,0 0 0 16,0 0-2-16,0 0 4 0,0 0-5 0,0 0-4 16,0 0 7-16,0 0-6 0,0 0 2 0,0 0-1 15,0 0-4-15,0 0 5 0,0 0-4 0,0 0-4 16,0-29-2-16,0 29 2 0,0-10 1 0,0 10-3 16,0-13 3-16,0 5-3 0,0 0-1 0,0 8-1 15,2-13 2-15,-2 5-2 0,2-2 1 0,-4 0 0 16,4-1-4-16,-4 1 1 0,2 0 8 0,0-1-8 15,0 1 1-15,0-3-1 0,0 3-1 0,0-1-2 16,0-3 3-16,0 4-2 0,0-1-2 0,0 1 4 16,0-2 1-16,0 2 1 0,0-2-2 0,0 1 0 15,-2 0-3-15,2-1 4 0,0-1 4 0,0 2-9 16,0-6 3-16,2 5-1 0,-4 1 1 0,4-2 1 0,-2 0-2 16,-2 1 1-16,2 0 1 0,0 0 4 15,0 1-6-15,0-2 1 0,2 1 2 0,1 1-3 16,-3-1 4-16,2 1-2 0,-1-1-1 0,-2 3 3 15,2-2-3-15,0-1 2 0,-1 3 0 0,0-4-6 0,1 2 10 16,-1-1-7-16,1-1 0 0,1 2 3 16,-2-1 3-16,0-1-2 0,0 1 0 0,0-2 0 15,2-2-1-15,-2 4-4 0,0 1 2 0,2 1 2 16,-2-3-3-16,1 1-1 0,-1 0 5 0,0 1-1 16,0 0-2-16,-1-1 2 0,2 1-1 0,1 2 3 0,-2-2 0 15,1-1-4-15,0 0-1 0,-1 1 4 0,3 0-2 16,-1 1 0-16,2-3 1 0,-3 3-3 15,2-2-1-15,0 1 4 0,-1 0-2 0,0 0 1 16,1 1-9-16,0 1 6 0,-2 0-3 0,-1-1 3 0,4 1 3 16,-4-1-3-16,0 0 1 0,0 0 3 0,0 1-1 15,0 9-1-15,-2-13 6 0,2 6-6 0,0 7 0 16,0-16-7-16,0 9 10 0,-2-1-2 16,2-1-1-16,2 0-6 0,-2 9 10 0,-2-16 3 0,2 5-2 15,0 1-7-15,0-1 3 0,-1 2-4 0,1-2 4 16,-2 2 0-16,2-2 1 0,0 1 1 0,-1 0-2 15,0 3 0-15,1-4 1 0,0 11 0 0,-2-12-2 16,2 4 2-16,2 0-1 0,-2 8 2 0,1-13 0 16,-1 13-1-16,0-13 1 0,0 7-1 0,0 6-2 15,0-12 7-15,0 12 0 0,-1-11-4 0,1 11-3 16,1-13 2-16,-1 7-2 0,1-2-1 0,-1 8 1 16,2-11-1-16,-1 4 4 0,-1 7-10 0,0-10 11 15,0 10 4-15,0-10-7 0,0 10 0 0,0-12 3 16,0 6-1-16,0 6-5 0,0-10 3 0,0 10 0 15,2-8 2-15,-2 8-3 0,2-9-1 0,-2 9 2 16,0-12 0-16,0 12 2 0,0-9-1 0,0 9 4 16,0-10 2-16,0 10-8 0,3-10 4 0,-3 10-2 15,2-12-9-15,-2 12 2 0,1-9 9 0,-1 9-3 16,1-10 3-16,-1 10 0 0,0-8 1 0,0 8-4 16,3-11 6-16,-3 11-9 0,0-11 7 0,0 11 0 0,-1-10-4 15,1 10 1-15,1-11 3 0,-1 11-1 16,0-13-1-16,2 6 1 0,-2 7-1 0,2-10-1 15,-2 2-7-15,2 1 10 0,-2 7 1 0,-2-14 1 16,4 9-6-16,-2 5 2 0,-2-14 0 0,2 14 1 16,0-12 5-16,2 6 0 0,-2 6-1 0,0-13 4 15,0 6-6-15,0 7-4 0,0-12 3 0,0 12-4 16,-2-13 1-16,2 7 3 0,0 6 0 0,0-11-3 16,0 11 1-16,0-12 8 0,0 12-8 0,0-10-3 15,0 10-1-15,-2-11 3 0,2 11 5 0,0-12-4 0,0 12 1 16,-2-10 1-16,2 10-3 0,0-9-2 0,0 9 4 15,0-10-3-15,0 10-1 0,0-13 3 16,0 13 1-16,-1-9 1 0,1 9-3 0,-2-12 3 16,2 12 0-16,-1-11-1 0,1 11-2 0,0-12 0 0,-1 7 3 15,1 5-4-15,0-15 4 0,0 15-2 0,-2-16 0 16,4 10-2-16,-2 6 4 0,-2-13-2 0,4 7 1 16,-2 6 3-16,1-11-7 0,-1 11 0 15,0-9 1-15,0 9 3 0,3-10-2 0,-3 10 3 0,-2-10-1 16,2 10-3-16,2-10 1 0,-2 10 1 0,1-9 0 15,-1 9 1-15,0-7-1 0,0 7 3 0,4-6-2 16,-4 6-2-16,0-8-3 0,0 8 3 16,4-8 4-16,-4 8-6 0,2-9 3 0,-2 9-4 0,1-9 0 15,1 5 4-15,0-3 1 0,-2 7 1 0,2-10-5 16,1 2 2-16,-3 8-1 0,4-11 1 0,-3 5 0 16,-1 6 1-16,4-10-3 0,0 5 3 0,-4 5 0 15,1-11 1-15,1 7-6 0,0-3-1 0,-2 7 7 16,4-11-4-16,0 7 5 0,-4 4-3 0,5-10 0 15,-2 3 1-15,-3 7-2 0,2-9 2 0,-2 9-2 16,6-9-2-16,-3 5 0 0,1-3 0 0,-2 1 6 16,-2 6-2-16,6-10-2 0,-5 4-2 0,-1 6-1 15,7-10 5-15,-3 3-3 0,-1 2 3 0,1 0-5 16,-4 5 7-16,5-12-4 0,-1 6 3 0,0-1 0 16,-1 1-4-16,2 3 4 0,-1-3-11 0,0-1 12 15,-1 1-1-15,-3 6-4 0,4-11 2 0,1 5 2 16,-1 1-1-16,-2-1 0 0,3 1 2 0,-5 5-4 15,6-11 1-15,-3 8 1 0,-3 3 0 0,5-9-2 16,-1 3 2-16,0 0 1 0,0 2-4 0,1 1 2 16,0-3 2-16,-1 0 1 0,-4 6-5 0,5-9 5 15,-1 4-7-15,0 0 8 0,-4 5-6 0,5-9 4 16,0 4-4-16,0 0-1 0,-1 0 1 0,-4 5 4 16,4-9-4-16,1 5 2 0,-5 4-4 0,6-7 3 15,-4 2-2-15,-2 5 3 0,8-7 2 0,-8 7 3 16,4-6-3-16,-4 6 0 0,5-5-1 0,-5 5 2 0,6-6 2 15,-4 1-7-15,-2 5 2 0,9-8-2 16,-8 4-1-16,-1 4 5 0,9-6-4 0,-5 1 0 16,-4 5 0-16,6-9 1 0,-3 5-1 0,1 0 1 15,-4 4 1-15,7-10-1 0,-4 6-2 0,-3 4 2 0,9-8 0 16,-7 3 0-16,-2 5 2 0,6-8-1 0,-4 3 7 16,4 0-6-16,-6 5-2 0,6-9-2 15,-6 9 5-15,5-6-6 0,-2 2 6 0,-3 4-3 16,3-6 4-16,-3 6-3 0,4-7 2 0,-4 7-2 0,0 0 2 15,5-9 3-15,-5 9-1 0,0 0-7 0,4-4 5 16,-4 4-4-16,0 0-21 0,0 0-32 16,0 0-29-16,0 0-18 0,0 0-11 0,0 0-11 15,0 0-18-15,0 0-127 0,0 0-290 0,0 0 129 0</inkml:trace>
  <inkml:trace contextRef="#ctx0" brushRef="#br0" timeOffset="-58668.7">27876 8549 80 0,'0'0'100'0,"0"0"-7"0,0 0-15 0,0 0-6 16,0 0-6-16,0 0-12 0,9-24 0 0,-9 24-9 15,0 0-9-15,7-10 10 0,-7 10-2 0,6-5 0 16,-6 5-9-16,5-9-4 0,-5 9-4 0,9-8-3 15,-9 8 1-15,9-9-2 0,-9 9 5 0,7-10-8 16,-3 5-2-16,-4 5-4 0,9-14-2 0,-4 8 12 16,2-3-8-16,2 1-2 0,-3-1-8 0,3 0 3 15,-4-2 6-15,4 3 0 0,-1-2-3 0,-1-1-2 16,3-2 4-16,0 1-8 0,-1 1 0 0,-1 2 3 16,3 2-4-16,-1-8 1 0,3 5-5 0,-5 1-1 15,1-1 4-15,2 2-1 0,-2-3 3 0,0 3-2 16,0-1 3-16,2 0 4 0,-2 1-3 0,0-2-6 15,1 1-6-15,0 0 4 0,-3 2 9 0,3-1-4 16,-1 0-7-16,-1 2 3 0,1-2 7 0,1 2-2 16,-1-2-6-16,1 0 5 0,2 2-6 0,-2-3 4 15,1 3-6-15,1 2 1 0,-2-3 7 0,-2 1-4 16,6 1 4-16,-4-3 6 0,1 3-4 0,0-1 1 16,2 0-1-16,-1 0 15 0,-2-1-5 0,4 2 3 15,-3-2-10-15,0 0 9 0,1 0 3 0,-2-1-6 16,0 0 7-16,2 2-1 0,-6 0 5 0,2-2 0 0,1 3-1 15,-3 1-5-15,-2-1-1 0,2 1-2 16,-2-2 2-16,-4 6-1 0,8-6 1 0,-8 6 0 16,5-7-5-16,-5 7-2 0,4-4 1 0,-4 4 0 15,6-4-6-15,-6 4 6 0,0 0-11 0,0 0 14 0,0 0-7 16,4-5-3-16,-4 5-1 0,0 0-2 0,0 0-4 16,0 0 3-16,0 0-4 0,0 0 0 15,0 0 1-15,0 0 4 0,0 0-5 0,0 0 2 16,0 0-5-16,0 0-3 0,0 0-3 0,0 0 4 15,0 0-4-15,0 0-3 0,0 0 0 0,0 0 2 0,0 0-7 16,0 0-3-16,0 0-1 0,0 0-4 0,0 0 3 16,0 0-8-16,-26 5-6 0,19-3 5 15,-2 3-10-15,-3-1 10 0,2 0-6 0,-2 1 8 16,-1-2 7-16,2 1 1 0,-5 1-5 0,4 0 17 0,-1 0-5 16,2-1 1-16,0 3 10 0,2-4-5 0,-3 2-8 15,4-1 6-15,-4 3 0 0,3 0 9 0,0 1-9 16,-3-1 7-16,1 3-5 0,-5 3 2 15,3-1 3-15,-1 2-5 0,-3-1-5 0,2 3 9 0,-1-2 0 16,-1 4 10-16,4-4-14 0,-1 1 7 0,2-1-15 16,0 1-14-16,-2-1-7 0,1 1-15 0,2 1-14 15,-2-2-10-15,4 1-77 0,-3 2-166 0,1-6 73 16</inkml:trace>
  <inkml:trace contextRef="#ctx0" brushRef="#br0" timeOffset="-56560.97">28105 8250 1 0,'0'0'49'0,"-13"6"-6"0,13-6-4 16,-11 7-3-16,7-3-5 0,-4 1 0 0,4 0-5 16,-3 2-1-16,-1 0-2 0,0 1-7 0,1-1-1 15,0 1 1-15,-3 1-1 0,0-1-1 0,3 3 0 16,1-2-4-16,-2-1-1 0,3 2 0 0,-2 1 1 15,0-1 0-15,2 0 2 0,1 0-3 0,0 1-7 16,0 0 3-16,-1-2-1 0,2 2 0 0,-1 0 0 16,2-1 6-16,-1-1-6 0,-1 1 1 0,2-5-3 15,0 4-1-15,1-1 2 0,-1-1 2 0,2-7 4 16,-2 11-6-16,0-5 0 0,2-6 8 0,-3 11-3 16,1-4-3-16,2-7 4 0,-2 12-2 0,1-6-6 15,1-6 8-15,-2 12-1 0,1-3-2 0,0-4 2 16,1-5 6-16,-4 14-8 0,4-6 2 0,-2-1 1 15,0 3 0-15,1 0-5 0,-1-1 8 0,1 1-3 16,0 0 0-16,-1-1 7 0,0 1-6 0,0 2-3 16,-1-4-2-16,3-1-5 0,0 2 4 0,0-9 15 15,-1 14-6-15,1-7 5 0,-1 0 2 0,1-7-9 16,-3 15 2-16,1-10-3 0,2-5 4 0,-2 12-5 16,2-5 1-16,0-7 6 0,0 12-1 0,-2-6-8 15,2-6-1-15,-1 11 1 0,1-11-1 0,0 13 2 16,-1-6 2-16,1 2-4 0,-1 0-2 0,-2-1 0 15,2 0 7-15,-1-1-1 0,0 3-1 0,2-4-1 16,-2 3 3-16,2-1-10 0,-3 2 9 0,2-2-1 16,-3 1 1-16,2-1-7 0,2 1-10 0,0-1 11 0,-2-1 4 15,2 3-1-15,0-2-9 0,0-8 5 16,-2 16 3-16,2-9-1 0,2 3 3 0,-2-1 0 16,0-9-10-16,2 15 10 0,-2-8 1 0,2 3-12 0,-4-5 15 15,2-5-8-15,2 16 5 0,-2-16-10 0,-2 15 5 16,2-3 3-16,0-12 6 0,0 19-5 15,0-9 1-15,-2-1-11 0,0 0 2 0,2 1 4 16,0-3 0-16,0 3-2 0,0 0 4 0,0 1-7 0,0-1 0 16,0 0 1-16,0 0 8 0,0 1-12 0,0-5 4 15,0 5 1-15,2 0 5 0,-4-3-5 0,2 2 0 16,2-1 0-16,0-1 4 0,-2 2-1 0,-2-1-6 16,2 0 5-16,0 0-8 0,0-9 5 15,-2 14 2-15,2-4 0 0,0 1 2 0,-2-1-4 0,1-1-3 16,0 1 8-16,0 0-4 0,1 0 4 0,-2 1-2 15,0 0-3-15,2 0 5 0,0 0-1 0,0 2 0 16,-2-3-4-16,0 3 1 0,2-3-4 16,0 0 5-16,0 0-2 0,0 1 1 0,-2 0-8 0,1-2 12 15,0 2-6-15,0-1 0 0,-1 0-3 0,2-1 9 16,-3-1-2-16,6 1-4 0,-3-9 2 0,-3 14 1 16,3-7-2-16,0-7-1 0,0 13 3 0,-2-6 3 15,2-7-9-15,-2 12 8 0,2-12 2 0,0 11 0 16,0-11-6-16,-1 10 3 0,-1-2-1 0,2-8-1 15,-1 11 6-15,1-11 7 0,-1 13-13 0,1-6 2 16,-2 0 7-16,2-7-6 0,-2 12 0 0,0-6 2 16,2-6-3-16,-3 9-2 0,1-2 7 0,2-7-1 15,-2 10-4-15,2-10-1 0,-4 11-8 0,4-11 20 16,0 10-8-16,-2-6 3 0,2-4-7 0,0 10-2 16,0-10 5-16,0 10-4 0,0-10-1 0,-2 9 2 15,2-9 7-15,-1 13-6 0,1-13-4 0,-1 11 3 16,1-5-1-16,0-6 3 0,1 12-3 0,-1-5-2 15,0-7 3-15,1 16 2 0,1-11-7 0,-2 2 4 16,0-7-1-16,2 16-4 0,-2-7 6 0,0-1 2 16,0 1-3-16,0-9 0 0,0 13 2 0,0-7-7 15,2 2 11-15,-2-8-8 0,0 14-1 0,2-9 5 16,-2-5-5-16,-2 12 6 0,2-12 1 0,0 11-4 16,2-6-3-16,-2-5 7 0,0 13-5 0,0-6 7 15,0-7 0-15,-2 11-1 0,2-11 1 0,-2 10-2 16,2-10 1-16,0 11 5 0,0-11 3 0,-2 10-1 0,2-10 4 15,-2 9-6-15,1-4 6 0,1-5-3 16,-2 10 9-16,2-10-12 0,-3 9-2 0,1-3 6 16,2-6-4-16,0 12-1 0,0-12-5 0,-2 11 1 15,2-11 0-15,0 10 2 0,0-10-4 0,0 11 4 0,0-4 1 16,0-7 2-16,0 15-11 0,0-9 2 0,0-6-2 16,2 13-1-16,-2-7 3 0,2 2 6 15,-2-8-5-15,0 13-3 0,0-13-4 0,0 12 13 16,0-5-5-16,0-7 1 0,0 11 0 0,0-5-1 0,0-6-5 15,0 12 6-15,0-12-2 0,-2 11 3 0,0-5-1 16,2-6 0-16,0 10-1 0,0-10 5 0,2 10-7 16,-2-4 1-16,0-6-1 0,0 9 5 0,0-9 1 15,0 0-2-15,-2 11 1 0,2-11 0 0,2 10 0 16,-2-10 5-16,0 11-6 0,0-11-2 0,-2 11 1 16,2-11 2-16,2 10-8 0,-2-5 8 0,0-5 0 15,0 11-5-15,0-11 1 0,2 11-1 0,-2-5-3 16,0-6 12-16,3 8-12 0,-3-8 7 0,2 10-1 15,-2-10-1-15,-1 7-6 0,1-7 3 0,1 10-1 16,-1-10 2-16,3 9-1 0,-3-9 5 0,2 7-1 16,-2-7 1-16,0 10-3 0,0-10-1 0,4 8 0 15,-4-8 2-15,2 7-5 0,-2-7 4 0,3 10-1 16,-3-10-1-16,1 10 0 0,0-5 3 0,-1-5-1 16,2 11-2-16,0-6 2 0,-2-5-3 0,2 8 1 15,-1-2 1-15,-1-6-4 0,0 9 15 0,0-9-7 16,3 9-1-16,-3-9 3 0,0 8-1 0,0-8 1 15,-2 8 3-15,2-8-4 0,0 0-3 0,0 9 1 16,0-9 2-16,2 7-6 0,-2-7 2 0,0 0 1 16,-2 11 1-16,2-11 0 0,0 0-1 0,2 8 2 15,-2-8 2-15,1 8-2 0,-1-8-5 0,0 0-5 16,0 0 7-16,0 10-2 0,0-10-2 0,0 0 4 16,2 7-3-16,-2-7 2 0,0 0 3 0,0 0-9 15,2 6 6-15,-2-6-2 0,0 0 0 0,0 0-2 16,0 8 5-16,0-8-1 0,0 0-2 0,0 0 1 15,0 0 2-15,0 0-5 0,0 0 7 0,0 0 1 16,0 0 4-16,0 0 3 0,0 0 2 0,0 0 3 16,0 0 6-16,0 0-1 0,0 0 2 0,0 0-4 15,0 0-3-15,0 0 2 0,0 0-6 0,0 0 2 16,0 0-3-16,0 0 0 0,0 0-2 0,0 0-4 16,-5-24 3-16,5 24-4 0,-2-14 6 0,2 14-4 15,2-12-3-15,-2 2 1 0,-2 1-3 0,1 1-2 16,1-3 4-16,-1 1-3 0,-1 1 2 0,2-2-4 15,-2 0 2-15,2 1-5 0,0-3 1 0,-2 2 2 0,2-1 2 16,0-1-3-16,0 3-2 0,2-6-1 16,-2-1 3-16,0 1-4 0,0 0-3 0,0 0-1 15,0 0-1-15,0-1-3 0,2 0 0 0,-2-1 5 16,0 2-4-16,-2-1 4 0,4 1 0 0,-2 4-4 0,-2 0 4 16,2 1 4-16,0-1-4 0,0 2 2 0,0 10 2 15,-2-13 1-15,2 13-1 0,0-9 1 0,0 9-2 16,0-9 3-16,0 9-2 0,0 0 0 15,0 0 0-15,-1-11-1 0,1 11 0 0,0 0 0 16,0 0 2-16,0 0 0 0,0 0 0 0,0 0 0 0,0 0 0 16,0 0-4-16,0 0 3 0,3 30-2 0,-1-22 5 15,0 3-2-15,-1 6 5 0,-1-1-3 0,0 1 0 16,0 2 2-16,0-2-1 0,0 4 5 0,-1-2-3 16,1 1 0-16,1-1 3 0,-2-1 2 0,1 0-1 15,0 0 0-15,0-2 0 0,1-4-3 0,-2-1-1 16,2 2 6-16,0-1-7 0,-2-3 3 0,2 1-2 15,-2-3 2-15,2 0-3 0,-1 3 1 0,0-10 1 16,2 10-15-16,-2-3-35 0,0-7-25 0,-2 9-32 16,2-9-37-16,-2 12-166 0,-2-9-334 0,4-3 148 15</inkml:trace>
  <inkml:trace contextRef="#ctx0" brushRef="#br0" timeOffset="-53526.82">27911 8655 3 0,'-4'-13'8'0,"4"13"-11"0,-2-11 3 16,0 5 0-16,2 6 10 0,-4-12-6 0,4 12-3 16,0-10 2-16,0 10 9 0,-1-11-3 0,1 11 5 15,-2-9-2-15,2 9 2 0,0-10-3 0,0 10-3 16,0 0 0-16,2-12-1 0,-2 12-5 0,0-7-2 16,0 7 0-16,3-7 2 0,-3 7 3 0,2-6-3 15,-2 6 3-15,0 0-1 0,5-6 6 0,-5 6 2 16,0 0-3-16,0 0 0 0,0 0 1 0,4-7-1 15,-4 7-6-15,0 0 5 0,0 0-3 0,0 0-1 0,0 0 0 16,0 0 0-16,0 0-2 0,0 0-1 16,0 0-5-16,0 0 0 0,0 0 6 0,0 0-7 15,0 0-6-15,-9 22-5 0,7-16-3 0,2-6 5 16,-2 12-13-16,2-2 22 0,-3-1-17 0,1 1-23 0,-2 2 11 16</inkml:trace>
  <inkml:trace contextRef="#ctx0" brushRef="#br0" timeOffset="-52917.21">27861 8622 13 0,'0'-9'15'0,"2"0"-1"15,0 1 4-15,0-2 1 0,-1 5-3 0,1-3-2 16,-2 8-2-16,0-13-1 0,0 13 7 0,2-9-8 0,-2 9 5 16,1-9 4-16,-1 9-4 0,0 0 0 0,0 0-9 15,-1-10 7-15,1 10-4 0,0 0-6 0,0 0 3 16,0 0 0-16,0 0-1 0,0 0 1 15,0 0-4-15,0 0 0 0,0 0-1 0,-5 32 0 0,1-21 1 16,2 1 3-16,-1 5-4 0,-1 1-11 0,1-3 4 16,1 4 1-16,-2-1-1 0,4 5 0 0,-2-3-11 15,2 4 0-15,-1-5-2 0,2 7-16 0,-1-2-37 16,2-5 16-16</inkml:trace>
  <inkml:trace contextRef="#ctx0" brushRef="#br0" timeOffset="-51505.5">27842 8643 11 0,'0'0'27'0,"0"-8"-1"0,0 8-5 0,0 0 0 15,0 0-4-15,0-10 7 0,0 10-5 0,0 0-2 16,0 0 1-16,0 0-4 0,0 0 2 0,0 0-3 16,0 0 4-16,-2-11-5 0,2 11-4 0,0 0 6 15,0 0-5-15,0 0 2 0,0 0-7 0,0 0 8 16,-2-8-5-16,2 8 1 0,0 0-8 0,0 0 9 15,0 0-7-15,-2-10-2 0,2 10 6 0,0 0-2 16,-2-12-4-16,2 12 5 0,0-13-6 0,0 13 5 16,-2-8-7-16,1 1 3 0,1 7 2 0,-1-10-2 15,1 10 3-15,-1-10-8 0,1 10 4 0,-2-10-1 16,2 10-7-16,2-9-4 0,-2 9 1 0,1-8 1 16,-1 8-1-16,4-6-4 0,-4 6-5 0,0 0-2 15,0 0-19-15,0-11-46 0,0 11 20 0</inkml:trace>
  <inkml:trace contextRef="#ctx0" brushRef="#br0" timeOffset="-49733.28">27905 8174 14 0,'0'-6'36'15,"0"6"-8"-15,0-14-1 0,0 8-3 0,0 6-6 16,0-10 1-16,0 10-3 0,0 0 1 0,0-9-3 0,0 9-3 15,0 0-7-15,0 0-6 0,2-7-1 0,-2 7 7 16,0 0-1-16,0 0-4 0,0 0 4 0,0 0-8 16,0 0 8-16,0 0-3 0,0 0-1 0,0 0-3 15,0 0 6-15,0 0-2 0,0 0 2 0,0 0-3 16,0 0 6-16,0 0-1 0,0 0 3 0,0 0-1 16,0 0 7-16,0 0 1 0,0 0-1 0,0 0-5 15,0 0 3-15,-4-9-8 0,4 9 11 0,-4-7-3 16,4 7-1-16,0 0-3 0,0-10 8 0,0 10-5 15,-3-7-1-15,3 7 8 0,0 0-4 0,-2-10-1 16,2 10 5-16,0 0-7 0,-4-8-6 0,4 8 7 16,0 0 2-16,0 0-6 0,0-8-4 0,0 8-1 15,0 0 2-15,0 0 2 0,0 0-5 0,0 0-5 16,0 0 11-16,0 0-5 0,0 0-7 0,0 0 3 16,0 0 2-16,0 0 0 0,0 0 2 0,-12 20-5 15,10-13 4-15,2-7-1 0,-3 14-1 0,2-5 0 16,-1-2 5-16,2 4-3 0,-2-1 5 0,1 1-6 15,1-2-2-15,-2 4 5 0,0-4-8 0,2 3 8 16,0 2-5-16,0-4 4 0,0 2-1 0,0-1-6 16,0 2 1-16,-2-3 3 0,2 3 2 0,0-1 1 15,0 1-1-15,-2-1 4 0,2 1-9 0,0 3 8 16,-1-4-3-16,1-1 1 0,-4 1 0 0,4-1-1 16,-3 2 2-16,3 0-3 0,-2-1 3 0,0 0-9 15,0 0 9-15,0 0 0 0,1 1-1 0,-3 2-1 0,2-4 1 16,0 0 1-16,0 0 1 0,0 0 0 15,-1 1 0-15,0-2 1 0,3 0-5 0,-2 1-4 16,2-3 6-16,-2 2 5 0,2-10 1 0,2 14-8 16,-4-6 1-16,2-8 2 0,2 13 0 0,-2-8 0 0,0-5-4 15,0 9 7-15,0-9-8 0,0 8 0 0,0-8 9 16,0 0 11-16,0 0 4 0,2 7 13 16,-2-7 3-16,0 0 0 0,0 0 8 0,0 0-20 15,0 0-1-15,0 0-4 0,0 0-2 0,0 0-5 0,0 0 7 16,0 0-5-16,-5-28-5 0,3 18-1 0,4 1-5 15,-2-2 8-15,1-1 3 0,-1-4-5 0,4-1 2 16,-1 0-8-16,0 0 0 0,1 0-2 0,0 0-3 16,1-2 7-16,-1 2-7 0,0-1-10 0,4 0 4 15,-4 1 1-15,4 1 2 0,-3-1 3 0,0 5-12 16,-2 0 5-16,3-3 6 0,-1 5-4 0,-2 0 3 16,-2 1-1-16,1-1-1 0,0 2 1 0,-2 0-3 15,0 8 4-15,2-16-1 0,-2 6-1 0,0 1 0 16,0-1 7-16,2 3-10 0,-2 7 6 0,-2-16 7 15,4 9-15-15,-2-2 6 0,0 9-1 0,0-13 0 16,-2 6 3-16,2 7-2 0,0-12 4 0,0 12 0 16,-2-9 3-16,2 9 2 0,0 0-5 0,2-10 3 15,-2 10 1-15,0 0-8 0,0 0 3 0,-2-10 4 16,2 10-6-16,0 0 0 0,0 0 3 0,0-9 5 16,0 9-10-16,0 0 5 0,0 0-5 0,0 0-6 0,0 0 4 15,0 0-5-15,0 0 11 0,0 0 0 16,0 0-1-16,0 0 2 0,0 0-1 0,0 0 3 15,0 0 2-15,0 0-9 0,0 0 6 0,0 0-10 16,0 0 2-16,9 23 7 0,-7-17-5 0,-2-6 4 0,5 15 2 16,-3-5-2-16,0-3-3 0,1 2 3 15,-1 1 0-15,0 0-4 0,2 0 0 0,-3 2 3 16,1 0-1-16,0-1 0 0,-2 1 7 0,0-1-6 16,2 2 5-16,-2-1 4 0,2 0-3 0,-2 0-4 0,-2-1-1 15,0 0-3-15,2-1 12 0,-2 2-6 0,0-1 2 16,-1 0-10-16,3-1 4 0,-2 1-3 0,0-3 6 15,0-1-4-15,2 0-10 0,-1 2 9 16,-1-2 9-16,2-7-7 0,-1 12 1 0,0-5-2 0,-4-3 5 16,5-4-5-16,0 9 3 0,0-9-5 0,0 0 5 15,-2 9-8-15,2-9 5 0,-2 4 2 0,2-4-2 16,0 0 0-16,0 0-7 0,0 0 12 16,0 0-7-16,0 0 5 0,0 0-3 0,0 0 5 0,-17-14-3 15,14 8 2-15,-1-2-5 0,0-1 5 0,0-1 2 16,0 0 0-16,1-1-5 0,1-1-5 0,-2-4 5 15,0 5-6-15,2-1 3 0,0-6 0 0,1 7-3 16,1-3 3-16,-1-1-5 0,1 2 0 0,0 2 5 16,0-2-2-16,1 1 5 0,-1-1-5 0,1 2 5 15,-1-1-2-15,2 2-6 0,-2 0 2 0,0 1 7 16,0 9-3-16,0-13 5 0,2 8-7 0,-2 5 5 16,0-9-8-16,0 9 4 0,0 0-3 0,0-8-3 15,0 8 5-15,0 0 4 0,0 0-8 0,0 0 4 16,0 0 4-16,0 0 0 0,0 0-8 0,-5 25 7 15,5-14 0-15,-1 0 2 0,-2 4-14 0,2 1 12 16,-1 0 3-16,2 2-3 0,-2 0 2 0,2-2 3 16,-2 3 0-16,2-4 3 0,0 3-2 0,0-1-8 15,0-4 3-15,0 2-1 0,4-4-1 0,-4 2 6 16,0-6-5-16,3 3 2 0,1 0 0 0,-3-1-3 16,1-1 7-16,0-2-8 0,-2-1 5 0,0-5 8 0,4 10-9 15,-4-10 9-15,0 7-11 0,0-7 18 16,0 0-3-16,0 0 5 0,1 8 1 0,-1-8-2 15,0 0 9-15,0 0-4 0,0 0-1 0,0 0-3 16,0 0 2-16,-3-26-1 0,3 26-2 0,-2-18-5 16,2 7 11-16,-2-1-11 0,-1-4-13 0,-1 0 14 15,3-2-5-15,-1 2-3 0,2-1-1 0,0-1-12 16,0 3 12-16,0-3-8 0,2 2 0 0,-1-1-3 16,-1 1 4-16,3 3 4 0,-6 0 3 0,6 2-6 0,-3-1-4 15,0 2 4-15,0 1-1 0,0 9-3 0,0-13 8 16,0 13-5-16,-3-10-4 0,3 10 1 0,3-9-5 15,-3 9 5-15,0 0-6 0,0 0-8 16,0 0 5-16,0 0-5 0,0 0 1 0,0 0 4 0,0 0 6 16,0 0 3-16,-6 28-9 0,6-18 0 0,-2-1 7 15,0 4 3-15,0-2 0 0,1 0 0 0,0 2 2 16,-2-1-5-16,1 1 0 0,0 3-3 16,0-3 11-16,2-1-12 0,-2 1-8 0,1-4 2 0,1 8 1 15,-1-6-7-15,1 0 7 0,-1-2-7 0,1-2-1 16,1 1-1-16,-1-8 4 0,0 11-10 0,1-5 1 15,-1-6 11-15,0 0-3 0,0 0 6 0,-1 11 6 16,1-11 9-16,0 0-1 0,0 0 2 0,0 0-1 16,0 0 2-16,-10-23-6 0,9 14 6 0,-2-2 6 15,0-2 2-15,1-2-4 0,0-3 4 0,1 0 1 16,-1 0 1-16,0 1 2 0,2-1-6 0,0-1-3 16,0 3-8-16,-1-2 9 0,2 3 5 0,-1 4-4 15,0 3-9-15,0 1-2 0,0 7-12 0,-1-12-18 16,1 12-5-16,1-8-24 0,-1 8-70 0,0 0 31 15</inkml:trace>
  <inkml:trace contextRef="#ctx0" brushRef="#br0" timeOffset="-46080.59">26894 10024 7 0,'0'0'9'0,"0"11"-2"0,0-11 7 0,-2 11 0 15,2-11-1-15,2 16-3 0,0-7-3 0,-2 1 2 0,1-4 0 16,-1 6 0-16,2-3 0 0,1 1-3 16,-3 0 0-16,2 1-2 0,0-1 0 0,0-1 2 0,1 0-3 15,-3 1 6-15,2-2-2 0,0 1-1 0,-2-2-1 16,2 1-1-16,0-2-1 0,2 3 2 15,-3-2 4-15,-1-1-7 0,0-6 1 0,4 14-4 16,-4-8 4-16,2 1 2 0,1 1 0 0,-3-1-4 0,2 1-2 16,-2-8 1-16,0 13 2 0,0-6-2 0,0-7 5 15,-2 13-3-15,2-6 0 0,0-7 3 0,-3 15-4 16,3-6 1-16,-2 0-2 0,2-1-1 0,-2 3 1 16,0-1 5-16,1 1 0 0,-3-1-2 0,2 1-3 15,0 0 1-15,-2 1-3 0,3-1 0 0,-1-2-2 16,2 2 5-16,-2 0 1 0,0-3-4 0,0 1-4 15,-1 1 7-15,3-1-2 0,-2-2 4 0,2-7-1 16,2 14-6-16,-2-6 5 0,0 0 3 0,3 0 2 16,-3-8-3-16,0 12 2 0,0-5 1 0,2 1-2 15,-2-8-3-15,2 13 7 0,0-7-4 0,0 1-3 16,-1 2 0-16,1-3 2 0,0 4-5 0,0-5 6 16,0 3-4-16,-2-1 1 0,4 1-2 0,-3 2 6 15,-1-1-7-15,0 0 3 0,0-3-2 0,2 2 4 16,0 0-2-16,-2-8-1 0,0 17 0 0,0-11-1 15,0-6 1-15,0 13-4 0,0-13 3 0,-2 12 3 16,4-5-1-16,-2-7-1 0,0 8 0 0,0-8 3 16,-2 11-2-16,2-11-5 0,0 7 1 0,0-7 6 15,0 9 4-15,0-9-10 0,2 8-1 0,-2-8 7 16,0 0-1-16,0 7 2 0,0-7-1 0,0 0 0 16,0 8-1-16,0-8-2 0,0 0-1 0,0 0 2 15,2 9-1-15,-2-9 4 0,0 0-4 0,0 0 3 16,0 0-6-16,0 0 3 0,0 8-2 0,0-8-3 15,0 0-1-15,0 0-3 0,0 0-12 0,0 0-5 16,0 0-14-16,0 0-42 0,0 0 18 0</inkml:trace>
  <inkml:trace contextRef="#ctx0" brushRef="#br0" timeOffset="-44782.94">27016 9607 3 0,'2'12'8'0,"-4"1"-6"0,2-2 0 0,0 1 1 16,0 0 1-16,0-1-2 0,-1 1 3 0,-1-2-6 0,0 0 1 15,2 2 2-15,-2-2 0 0,2 0-1 0,-2 1 2 16,2-3 2-16,-2 5-7 0,0-2 4 0,1-2-1 15,0 3 3-15,-2-1-2 0,1-2-1 0,-1 0 0 16,3 1 1-16,-2 0-2 0,2 0 1 0,-2 2 3 16,2-2-2-16,0 0 0 0,0 0-3 0,-1 1 5 15,1 0-4-15,-2 1 2 0,4 4-3 0,-4-4 8 16,0 1-8-16,2-1 3 0,-2 1-5 16,0-2 3-16,2 0-1 0,-2 1-3 0,2 0 6 0,0-1-2 15,-2-2-1-15,2 0-5 0,-1 0 5 0,1 1 6 16,0-10-5-16,-2 13-1 0,2-4 2 0,-2-1-1 15,2-8-3-15,0 14 3 0,0-7-3 0,2 0 6 16,-2-7-3-16,0 14 1 0,2-6-2 0,-2 2 7 16,-2-1-6-16,2 0 0 0,0 0-3 0,0-1 6 15,0 2-3-15,0 0 3 0,0-1-5 0,2 1 4 16,-2 0-2-16,0 1 1 0,0-1 1 0,-2 1-2 16,2-4 2-16,-2 3-2 0,4-3-2 0,-2-7 5 15,0 12-2-15,0-6-3 0,0-6-5 0,-2 11 9 16,2-11 2-16,0 9-4 0,0-9 2 0,-2 12-3 15,2-12-1-15,0 9 4 0,0-9-1 0,0 9 1 16,0-9-2-16,0 9 3 0,0-9-7 0,0 9 5 16,0-9-6-16,2 8 8 0,-2-8-4 0,0 10 6 15,0-10-7-15,0 7 7 0,0-7-4 0,2 9 0 16,-2-9-3-16,2 8 3 0,-2-8-1 0,3 9 0 16,-3-9 4-16,-2 7-5 0,2-7-2 0,0 0 6 15,0 0-4-15,2 8-2 0,-2-8 2 0,0 0-1 16,0 0 2-16,0 8 4 0,0-8 2 0,0 0-4 15,0 0 0-15,0 0 4 0,0 0-7 0,0 0 0 16,0 0 0-16,0 8 3 0,0-8-3 0,0 0 0 16,0 0 0-16,0 0 6 0,0 0-9 0,0 0 4 15,0 0 2-15,0 0-2 0,0 0-2 0,0 0-2 16,0 0-1-16,0 0-10 0,0 0-16 0,0 0 7 16</inkml:trace>
  <inkml:trace contextRef="#ctx0" brushRef="#br0" timeOffset="-29544.47">14809 17722 32 0,'0'0'63'0,"0"0"-4"0,0 0 6 15,0 0-11-15,0 0-1 0,0 0-4 0,0 0 1 16,0 0-3-16,0 0-9 0,0 0 3 0,0 0-5 16,0 0 1-16,0 0-5 0,0 0 1 0,0 0-10 15,0 0 3-15,0 0-9 0,0 0 6 0,0 0-5 16,0 0-5-16,0 0 6 0,0 0-3 0,0 0-2 15,0 0 3-15,0 0 0 0,0 0 0 0,0 0 3 16,0 0-5-16,0 0-6 0,0 0 7 0,0 0 2 16,0 0-3-16,0 0 6 0,0 0-1 0,0 0-7 15,0 0-2-15,0 0 3 0,0 0-6 0,0 0 2 16,0 0-5-16,0 0 5 0,0 0 0 0,0 0 0 16,0 0-1-16,0 0 4 0,0 0-4 0,0 0 1 15,0 0 0-15,0 0 4 0,0 0 4 0,0 0 1 16,0 0-3-16,0 0-6 0,0 0 0 0,0 0 7 15,-16 25-6-15,16-25 0 0,0 0-8 0,0 0 2 16,0 0 4-16,0 0-6 0,0 0 10 0,0 0-3 16,0 0-4-16,0 0-1 0,0 0 5 0,0 0-6 15,0 0 13-15,0 0 3 0,0 0 0 0,0 0-2 16,0 0 10-16,0 0-7 0,0 0-5 0,0 0 5 16,0 0-10-16,0 0-3 0,0 0 7 0,0 0-5 15,0 0 5-15,0 0-12 0,0 0 0 16,0 0-2-16,0 0 2 0,0 0 1 0,0 0 1 15,0 0-1-15,0 0-2 0,0 0 1 0,0 0 2 16,0 8-2-16,0-8-3 0,0 0 9 0,0 0-9 16,0 0 1-16,0 0 1 0,0 0 3 0,0 0 1 15,0 0-1-15,0 0-5 0,-1 6 3 0,1-6-3 16,0 0 7-16,0 0-5 0,0 0 1 0,0 0 0 0,0 0-1 16,0 0 5-16,0 0-3 0,0 0-3 15,0 0 3-15,0 9-2 0,0-9 4 0,0 0-11 16,0 0 4-16,0 0 0 0,0 0 1 0,0 0-17 15,0 0 18-15,0 0-5 0,0 0-2 0,0 0-4 16,0 0-5-16,0 0-10 0,1 14-4 0,-1-14-23 16,0 5-13-16,0-5-9 0,0 0-6 0,0 0-17 15,-2 8-12-15,2-8-78 0,0 0-202 0,0 0 90 16</inkml:trace>
  <inkml:trace contextRef="#ctx0" brushRef="#br0" timeOffset="-27121.87">26322 17649 22 0,'0'0'17'0,"0"0"2"0,-9 3 4 0,9-3-10 16,0 0 8-16,0 0-6 0,0 0 9 0,0 0 3 15,0 0 0-15,0 0-5 0,0 0-2 0,0 0-2 16,0 0 1-16,0 0-3 0,-5 1-13 0,5-1-5 16,0 0-8-16,0 0-14 0,0 0 0 0,0 0-17 15,0 0-45-15,0 0 19 0</inkml:trace>
</inkml:ink>
</file>

<file path=ppt/ink/ink2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32:04.461"/>
    </inkml:context>
    <inkml:brush xml:id="br0">
      <inkml:brushProperty name="width" value="0.05292" units="cm"/>
      <inkml:brushProperty name="height" value="0.05292" units="cm"/>
      <inkml:brushProperty name="color" value="#FF0000"/>
    </inkml:brush>
  </inkml:definitions>
  <inkml:trace contextRef="#ctx0" brushRef="#br0">11617 9055 32 0,'2'-6'101'0,"-2"6"-6"0,0 0-7 15,0-9-14-15,0 9 19 0,0 0-3 16,4-7 1-16,-4 7-3 0,0 0-8 0,1-7-8 16,-1 7-2-16,0 0-10 0,0 0-10 0,0 0 2 15,0 0-8-15,0 0-4 0,0 0-5 0,3-8 2 0,-3 8-7 16,0 0-6-16,0 0-1 0,0 0-4 0,0 0 0 16,0 0-3-16,0 0 1 0,0 0-2 0,0 0-1 15,0 0-5-15,0 0-4 0,0 0 2 16,0 0-2-16,0 0 3 0,0 0-2 0,0 0-2 0,0 0 2 15,0 0-3-15,0 0-8 0,0 0 7 0,0 0 0 16,0 0 3-16,0 0-9 0,0 0 15 0,0 0-11 16,0 0-3-16,0 0 4 0,0 0-3 0,0 0-1 15,0 0 4-15,0 0 0 0,0 0 6 0,0 0-8 16,0 0 4-16,0 0-3 0,0 0 0 0,0 0-5 16,0 0 7-16,0 0-5 0,0 0 6 0,0 0 4 15,0 0-11-15,13 11 15 0,-13-11 22 0,0 0 11 16,0 0-1-16,0 0-1 0,14-3-10 0,-14 3 0 15,8-2 0-15,-8 2-5 0,11-5-4 0,-6 2 1 16,4-4-4-16,2 1-2 0,6-4 1 0,6-5-6 16,0 0 4-16,-1-2-18 0,2-1-11 0,3 0-30 15,5-2-22-15,-1-2-43 0,12-7-58 0,-13 4-98 16,13-10-285-16,-5-5 127 0</inkml:trace>
  <inkml:trace contextRef="#ctx0" brushRef="#br0" timeOffset="984.43">11510 8913 59 0,'3'-5'67'0,"-3"5"-3"16,1-9-4-16,-1 9-4 0,4-10 10 0,-4 10-3 15,0-6-14-15,0 6 0 0,1-8-11 0,-1 8 1 16,0 0-6-16,3-6-3 0,-3 6-5 0,0 0 0 16,0 0-3-16,0 0-2 0,0 0-6 0,0 0 26 15,0 0-30-15,0 0 2 0,0 0-2 0,0 0 1 16,0-9-14-16,0 9 14 0,0 0-13 0,0 0 5 15,0 0 6-15,0 0-8 0,0 0 2 0,0 0 0 16,0 0-3-16,9 19-1 0,-9-19 2 0,1 8-10 16,-1-8 10-16,4 10 8 0,-3-4-11 0,-1-6 6 15,4 11-5-15,-4-5 4 0,2 0-3 0,-2-6 11 16,3 11-5-16,-3-6 21 0,2 3 9 0,-2 0-6 16,1 1-3-16,0-1-3 0,0-1 1 0,-1-7-6 15,3 14-4-15,-3-14-9 0,0 9 2 0,0-9 1 16,3 8-1-16,-3-8 1 0,1 6 1 0,-1-6-4 15,1 7 2-15,-1-7 1 0,0 0-2 0,6 7-6 16,-6-7-1-16,0 0 6 0,5 5-1 0,-5-5 7 16,0 0-12-16,4 3 25 0,-4-3 11 0,0 0-9 15,0 0 1-15,9 1 3 0,-9-1-13 0,0 0 6 0,0 0-10 16,16-7 0-16,-13 5 4 0,-3 2-2 16,11-7-2-16,-5 3-2 0,-1 0-6 0,4-3 1 15,-1 0 6-15,1-1-3 0,1-1 3 0,3-1-11 16,0-3 1-16,1 1 4 0,0-1-2 0,10-4 5 15,-1-1-5-15,6-1 0 0,-1 1-2 0,4-4 0 16,9-5-11-16,-9 5-20 0,13-10-29 0,-3 4-39 16,-9 9-25-16,-1-1-92 0,11-6-230 0,-14 9 101 15</inkml:trace>
  <inkml:trace contextRef="#ctx0" brushRef="#br0" timeOffset="27417.71">21769 9120 81 0,'0'0'108'16,"0"0"-10"-16,0 0-5 0,0 0-6 0,0 0-10 15,0 0-2-15,0 0-15 0,0 0-7 0,0 0-3 0,0 0-7 16,-2-7-2-16,2 7-6 0,0 0 1 0,0 0-8 15,0 0 1-15,0 0-1 0,0 0-5 0,0 0-4 16,0 0 2-16,0 0-11 0,0 0 7 16,0 0-6-16,0 0 8 0,0 0 23 0,0 0-5 0,0 0 0 15,0 0-8-15,7 20 4 0,-7-20-1 0,2 10-6 16,-2-3 3-16,2 1 20 0,0-1 7 0,0 1-3 16,-1 0-11-16,1-3-2 0,-2-5-6 0,5 13 1 15,-3-9-10-15,-2-4-1 0,1 7-2 0,-1-7-2 16,2 12-1-16,0-8-4 0,-2-4 4 0,4 9-4 15,-4-9-1-15,2 7-2 0,-2-7-4 0,3 5 3 16,-3-5-4-16,1 7 1 0,-1-7 0 0,0 0 5 16,0 0-5-16,0 0 5 0,3 6-1 0,-3-6 0 15,0 0 2-15,0 0-7 0,0 0 6 0,0 0 1 16,19-14-6-16,-4 4 1 0,11-12-1 0,17-13-2 16,4-2-20-16,29-17-13 0,-3-1-29 0,5 0-28 15,2 0-33-15,2 3-38 0,-8-4-117 0,5 1-294 16,-2 4 131-16</inkml:trace>
  <inkml:trace contextRef="#ctx0" brushRef="#br0" timeOffset="29686.55">29021 10554 39 0,'0'-11'119'0,"-1"4"0"0,1 7 1 0,-1-12 11 15,1 12-5-15,-3-13-9 0,2 7-7 0,-2 0 2 16,3 6-5-16,0-9-10 0,0 9-7 0,-2-12-11 15,2 12 2-15,-3-7 4 0,3 7-2 0,-5-7-6 0,5 7-3 16,0 0-5-16,-4-8-10 0,4 8-8 16,0 0-2-16,0 0-8 0,0 0-4 0,0 0-7 15,0 0-1-15,0 0 1 0,0 0 19 0,-6 30-3 16,6-13-5-16,-1 8-7 0,2 0 0 0,0 4-5 0,0 3-1 16,2-1 2-16,-1-1-4 0,0 2-1 15,1 0 0-15,-1-3-6 0,0 0 1 0,3-3-2 16,-1 3-2-16,-1-2 0 0,-2 1-1 0,2-4 2 15,2-4 3-15,-1 4 1 0,-2 1-6 0,-1-7 4 0,1 0-1 16,0-1-2-16,0-2-8 0,-2-3 2 0,2 2 9 16,-1-1-5-16,1-3 17 0,0 1-5 0,0-2 2 15,-1-1-5-15,-1-1-3 0,0-7 1 0,3 10-3 16,0-5-3-16,-3-5 0 0,0 8-2 0,0-8-6 16,3 6 2-16,-3-6-1 0,0 0-2 0,0 0-6 15,1 8-20-15,-1-8-20 0,0 0-29 0,0 0-27 16,0 0-24-16,-10 6-39 0,10-6-24 15,0 0-31-15,0 0-144 0,-14-2-389 0,14 2 172 0</inkml:trace>
  <inkml:trace contextRef="#ctx0" brushRef="#br0" timeOffset="30033.15">28982 10696 111 0,'1'-7'126'0,"4"-3"-1"0,0 0-5 16,4 3-14-16,4-4-8 0,1 1 7 0,-1 1-10 16,4 3 10-16,0 0-12 0,0 3-12 0,-3 0-1 15,0 3 4-15,-1 3-3 0,1 0-2 0,-2 3-3 16,0 3-6-16,-3-2-1 0,-4 5 5 0,-3-1 0 15,4 5-6-15,-5-1-7 0,-2 0-6 0,-5 1-3 16,1-1-9-16,-5 2 3 0,1-1-5 0,-4-1-2 16,-6 2 0-16,4-2-1 0,-7 3-5 0,-2-3-5 15,1 1-1-15,-1-4-9 0,7-4-6 0,-2 1-9 16,1-2-37-16,0-1-2 0,5-2-24 0,1-2-55 16,3-1-23-16,1 1-35 0,8-2-144 0,0 0-343 15,0 0 152-15</inkml:trace>
  <inkml:trace contextRef="#ctx0" brushRef="#br0" timeOffset="30883.52">30308 10471 105 0,'0'0'187'0,"0"-9"-5"0,0 9-7 0,0 0-6 0,0 0-19 16,0 0-13-16,0 0-6 0,0 0 9 0,0 0-12 15,0 0-5-15,0 0 18 0,8 28-17 0,-2-9-9 16,-2 0-15-16,5 6-2 0,-7 0-14 16,0 4-6-16,3-4-11 0,-5-4-4 0,5 5-4 0,-5-2-5 15,-1-6 3-15,2 0-1 0,-1-3-7 0,1-4-9 16,-2 1 0-16,1-2-2 0,-1 0-5 0,1 0-2 15,1 0-4-15,-2-3 3 0,1-7-4 16,-1 11 20-16,1-11 13 0,-2 10-6 0,2-10 5 0,0 0-6 16,-4 4-2-16,4-4-4 0,0 0-11 0,0 0 12 15,0 0-14-15,-11-25-9 0,9 8 1 0,2 0-3 16,0-4-3-16,4-6-3 0,1-1 8 0,5-4-20 16,1-2-5-16,7-9-7 0,-3 12 1 0,3-1-1 15,4 1-1-15,-1 2-3 0,4 3 2 0,-2 2 6 16,0 3-6-16,-2 4-3 0,-4 8-2 0,1 2 26 15,-1 4-2-15,2 6 1 0,-8 3-4 0,7 4 2 16,3 9-1-16,-5 3-1 0,-2 4-2 0,-2 4 1 16,-3 3 0-16,1 14-25 0,-5-3-56 0,-1 5-5 15,-4 0-36-15,-4-3-48 0,4-9-66 0,1-1-258 16,-7 10-530-16,2-11 234 0</inkml:trace>
  <inkml:trace contextRef="#ctx0" brushRef="#br0" timeOffset="32885.11">29091 11021 74 0,'-17'-1'110'0,"17"1"-19"0,0 0-1 0,0 0-15 0,0 0 0 16,0 0-14-16,0 0-5 0,0 0-10 0,0 0-8 16,0 0-11-16,0 0-10 0,0 0-8 0,0 0-3 15,0 0-15-15,0 0-11 0,0 0-8 0,0 0-9 16,0 0-7-16,0 0-14 0,0 0-39 0,0 0-105 16,0 0 48-16</inkml:trace>
  <inkml:trace contextRef="#ctx0" brushRef="#br0" timeOffset="41666.71">29693 10304 24 0,'-2'-8'79'0,"2"8"-14"0,-3-8-2 16,3 8-10-16,0 0-2 0,0-11 6 0,0 11-7 15,0 0-4-15,0 0-5 0,-1-10-9 0,1 10 7 16,0 0-6-16,0 0 1 0,0-9-11 0,0 9-1 16,0 0-2-16,0 0 2 0,-4-6-2 0,4 6 0 15,0 0-5-15,0 0-2 0,0 0 1 0,0 0-3 16,0 0-5-16,0 0 6 0,0 0-11 0,0 0 3 16,-13 13 0-16,11-6 3 0,-1 3-6 0,-1-1 5 15,1 4-4-15,0-3 3 0,-1 5 1 0,-1 1-4 16,0-1 1-16,0 2-3 0,0-3 1 0,2 2 1 15,-1 0-1-15,2-2-2 0,-1-2 5 0,1 0 0 16,0 0-9-16,0 0 7 0,-2 0-4 0,3 4 7 16,0-5 3-16,-2 1 1 0,2 1-11 0,1 0 7 15,-2-3 3-15,1 1-21 0,1 1 15 0,0 0 9 16,0-1-14-16,-1 0 2 0,-2 2 0 0,3-2 0 16,-1 0 2-16,1 0 2 0,-1 1-6 0,1 1 9 15,1-3-6-15,-2 2 2 0,1-2 4 0,0 0 17 16,0 2-12-16,-2-4 5 0,2-8-7 0,-1 15 6 15,0-7-1-15,-1-1-24 0,2-7 26 0,0 11-6 16,-2-5-4-16,2-6-2 0,0 13 5 0,-1-7 7 16,1-6-15-16,-2 12 7 0,2-12-4 0,-1 11-15 0,1-11 16 15,-4 9 1-15,4-9-11 0,0 9 11 0,0-9-1 16,0 8-2-16,0-8 2 0,-1 8 1 16,1-8-15-16,0 0 12 0,0 12 0 0,-1-5-3 0,1-7 0 15,0 10 4-15,0-10-2 0,-1 12-4 0,-1-7 12 16,2-5-13-16,0 12 12 0,0-12-9 0,0 11 0 15,0-11 3-15,2 11-7 0,-1-3 11 16,-1-8-8-16,2 16 4 0,-2-9-1 0,4 1 2 0,-3-1-2 16,1 3-4-16,0-1-3 0,1 1 7 0,-1-1 5 15,0 0-14-15,-1 1 0 0,2-3 2 0,-1 1 0 16,-1 0 2-16,3 1 0 0,-1 1-2 0,-2-3-1 16,3 0-3-16,0 2 4 0,-2-2 5 0,1 3-8 15,-1-3-2-15,0 0 7 0,1 1 2 0,0 2 4 16,0-1 2-16,-1 0-16 0,1 1 6 0,0-1 7 15,-1 2-6-15,-2-1 2 0,0-1-1 0,1 2-1 16,2-2-4-16,-2 1 0 0,0 1 1 0,0 0 10 16,1 2-8-16,-2-2 4 0,0 1-7 0,0 0 5 15,1 1-6-15,-2 0-6 0,1-2 0 0,0-2-2 16,-2 7 3-16,1-5-3 0,-1 6-5 0,-1-3-9 16,2 0-4-16,-1-3-6 0,0 0-14 0,1 0-5 15,-2-1-57-15,-1 2-125 0,2-2 55 0</inkml:trace>
  <inkml:trace contextRef="#ctx0" brushRef="#br0" timeOffset="42449.98">29633 10252 27 0,'0'0'44'0,"0"0"3"0,0 0-6 0,0 0 3 16,0 0 0-16,0 0-5 0,0 0-5 0,0 0-4 16,0 0-4-16,0 0 0 0,0 0-6 0,0 0 8 0,0 0-14 15,-18 10 5-15,18-10-2 0,-7 13-9 0,4-6 2 16,-1 2 1-16,1 3 11 0,1-1-8 0,1 2-8 16,-2-1 3-16,1 4-5 0,-1 0-2 15,2 0 5-15,0 1 0 0,-1 0 11 0,2 1-4 16,0-1-5-16,-1 2 2 0,1 0-6 0,0 4 5 15,0-4 1-15,0 7 2 0,-2-1-15 0,0-5 8 16,2 5 6-16,0 1-5 0,0 0 5 0,-1-1-7 16,1 2-4-16,0-4 3 0,0-4 3 0,0 6-7 15,0-5-4-15,-1-1 5 0,2 1 3 0,-2 0 7 0,2-1-6 16,-1-1 0-16,0 2-7 0,1-1 9 0,-2 0-1 16,1 1-8-16,1 0-1 0,-1-1 2 0,0 6-2 15,-1-6 2-15,1-2-1 0,1 3-1 16,1-1 7-16,-2-1-6 0,0 0 5 0,0-1-4 15,2 1-2-15,1-1-3 0,-1 0 11 0,1-2-2 0,1 2-6 16,0-1 4-16,-1-1 2 0,1-4 2 0,1 4 1 16,2 0 2-16,-4 1-10 0,3-1 3 15,-1 1 1-15,-1-1-2 0,2 1 1 0,-1 1 7 16,-1 0-11-16,1-2 1 0,-1 4 1 0,-2 0 7 16,2-3-3-16,-2 3 1 0,0-2-1 0,-1-1-2 0,-1 0 3 15,0 3-8-15,0-2-4 0,2-1 6 0,-2 0-7 16,-3 0-6-16,2 0-3 0,-2-3-10 0,1-3-13 15,0 3-10-15,0-3-55 0,-2 1-115 16,-1-3 52-16</inkml:trace>
  <inkml:trace contextRef="#ctx0" brushRef="#br0" timeOffset="43000.12">29573 10400 33 0,'-1'11'54'0,"-2"5"-4"0,2-1-1 0,0 1-5 16,1 1-10-16,-1 2-1 0,2 0-4 0,0 0-4 15,2 6 1-15,-1 0-2 0,0-6-3 0,0 6 1 16,-1 0-2-16,3-5-5 0,-3-1 4 0,2 6-11 16,-2-4 7-16,2-3 3 0,-2 3-8 0,2-2-8 15,-2 1 10-15,2-1-4 0,-1 7 1 0,1 0-4 16,-2-1 1-16,3 1-6 0,-4 0 8 0,0 1-3 16,-1-1-1-16,-1 1 0 0,0-1-2 0,-1 0-4 15,1-3-1-15,0 3 2 0,-2-7 9 0,2 1-13 16,-2 5 9-16,3 0 3 0,-2-6-2 0,1 1-8 15,0 5 3-15,2-6-2 0,0 5 7 0,0-5-7 16,4 8 10-16,-4-7-2 0,1 5-7 0,1 0 7 16,-2 2-5-16,1-2 1 0,0-6-9 0,-1 1-2 15,1-1-7-15,-2 6-14 0,0-6-6 0,-3 2-15 16,0-5-32-16,2 1-91 0,-3-2 41 0</inkml:trace>
  <inkml:trace contextRef="#ctx0" brushRef="#br0" timeOffset="43452.17">29582 10946 13 0,'3'35'19'15,"2"-2"2"-15,0 2 1 0,-2-1-2 0,-1-1-2 16,1 1-2-16,-1-2 1 0,1 0-3 0,-1-1-6 16,1-1-2-16,-2-1 0 0,0-3 2 0,3 2-4 15,-3 0 8-15,1 0-8 0,0 1 3 0,-2-1-3 16,2-2 3-16,-2 0-6 0,0 0-6 0,-2 0-1 15,0-1-6-15,-3 0-22 0,-3-1-38 0,-2 0 17 0</inkml:trace>
  <inkml:trace contextRef="#ctx0" brushRef="#br0" timeOffset="43899.98">29580 10964 11 0,'3'54'22'0,"1"-3"1"0,1-1-3 0,1-4-6 16,-1-11-3-16,-1 0 3 0,-2 11-1 0,4-12-5 0,-2 0-1 16,1-2 0-16,-2 1 0 0,2 3 1 0,-4-3-7 15,2 1 7-15,-3 0 5 0,0-1-6 0,0 1 1 16,-3-1-6-16,-1 2-8 0,-1 1 1 16,0-1-3-16,-5-2-6 0,4 1-15 0,-7-2-31 15,0-1 14-15</inkml:trace>
  <inkml:trace contextRef="#ctx0" brushRef="#br0" timeOffset="63888.4">11828 11271 58 0,'0'0'106'0,"0"0"3"0,0 0-5 0,0 0-12 0,0 0 4 15,0 0-14-15,0 0-5 0,0 0-9 0,0 0-7 16,0 0-8-16,0 0-4 0,0 0-2 0,0 0-16 16,0 0-3-16,0 0 4 0,0 0-3 0,0 0-10 15,0 0-3-15,0 0-16 0,0 0-22 0,0 0-17 16,0 0-15-16,0 0-25 0,0 0-5 0,0 0-63 16,2 4-158-16,-2-4 69 0</inkml:trace>
  <inkml:trace contextRef="#ctx0" brushRef="#br0" timeOffset="65568.95">21720 9095 66 0,'0'0'108'0,"0"0"-16"0,0 0-9 16,0 0 0-16,0 0-17 0,0 0-7 0,0 0-8 15,0 0-6-15,0 0-2 0,0 0-8 0,0 0-2 16,0 0-7-16,0 0-1 0,-1 14 0 16,1-14-9-16,0 0 13 0,9 17-8 0,-8-11-1 0,2 1-8 15,-1 1 12-15,1-1-11 0,-1-1-4 0,-2-6 0 16,3 11 0-16,-1-7 1 0,-2-4-3 0,2 10 4 15,-2-10 10-15,4 8 4 0,-4-8-3 0,1 10 3 16,-1-10-2-16,0 6-7 0,0-6-4 0,0 0 5 16,0 0-8-16,2 9 0 0,-2-9 0 0,0 0 3 15,2 5 1-15,-2-5 15 0,0 0 0 0,0 0 1 16,0 0-3-16,0 0 6 0,0 0-5 0,12-1-2 16,-12 1-8-16,11-4 3 0,-11 4 5 0,16-5-8 15,0-2-1-15,0-2 2 0,0-2-22 0,9-4-7 16,1 0-19-16,3-2-8 0,2-4-29 0,12-9-19 15,2 1-28-15,0-1-87 0,2-3-216 0,-1-3 95 16</inkml:trace>
  <inkml:trace contextRef="#ctx0" brushRef="#br0" timeOffset="77483.78">12841 14600 41 0,'0'0'50'0,"0"0"1"0,0 0-13 0,0 0-2 16,0 0-12-16,0 0 6 0,0 0-5 0,0 0-6 15,0 0 2-15,0 0-5 0,0 0 2 0,0 0-9 16,0 0 7-16,0 0-2 0,0 0-6 0,0 0 0 16,0 0-5-16,0 0 6 0,0 0-6 0,-13 15 4 15,13-15-6-15,-7 7-4 0,7-7 1 0,-7 5 0 16,7-5-5-16,-6 7-4 0,6-7-2 0,-5 6 3 16,1-3-5-16,4-3 2 0,-10 7 1 0,10-7 2 15,-6 2-9-15,6-2 12 0,-9 2 3 16,9-2 0-16,-10 3-3 0,10-3 1 0,-10 1 3 0,10-1 5 15,-9 0-7-15,9 0 6 0,-9 0 0 0,9 0-4 16,-10-2-1-16,10 2-2 0,-10-2 5 0,10 2 5 16,-7-2 4-16,7 2 1 0,0 0-2 15,-10-2 1-15,10 2 1 0,0 0-1 0,0 0-1 0,0 0 6 16,-8-6-7-16,8 6 11 0,0 0 0 16,0 0-1-16,0 0-4 0,0 0 6 0,0 0 0 0,-5-4 15 15,5 4-12-15,0 0 7 0,0 0-5 0,0 0 2 16,0 0-2-16,0 0 9 0,-4-6-6 15,4 6 8-15,0 0-17 0,0 0 3 0,0 0 0 0,0 0-6 16,0 0 2-16,0 0-6 0,0 0-4 16,0 0 7-16,0 0-10 0,0 0 7 0,0 0-6 15,0 0-3-15,0 0 3 0,0 0-6 0,0 0 7 0,0 0-1 16,0 0-5-16,0 0 9 0,0 0-2 0,0 0-3 16,0 0-2-16,0 0 1 0,0 0-8 15,0 0 7-15,0 0-2 0,0 0 1 0,0 0-1 0,0 0 4 16,0 0-9-16,0 0 8 0,0 0-6 15,0 0 4-15,0 0 1 0,0 0 0 0,0 0 2 16,0 0-2-16,0 0-4 0,0 0 5 0,0 0 2 0,0 0 3 16,0 0-9-16,0 0 0 0,0 0 7 0,0 0 8 15,0 0-9-15,0 0 9 0,0 0-1 0,0 0 1 16,0 0-3-16,0 0-2 0,0 0 4 16,0 0-7-16,0 0 1 0,0 0 3 0,0 0-2 15,0 0 3-15,0 0-3 0,0 0-8 0,0 0 0 16,0 0 5-16,0 0 0 0,0 0 2 0,0 0 8 0,0 0-11 15,0 0 2-15,20 0-2 0,-20 0 6 0,0 0 5 16,0 0 16-16,0 0-9 0,11 0-7 16,-11 0-18-16,0 0 15 0,11 3-1 0,-11-3-3 0,9 0 9 15,-9 0-4-15,12 0 5 0,-6 0 2 16,-6 0-3-16,13 0 1 0,-5 3 8 0,-8-3-2 16,13-1 0-16,-13 1-1 0,16-2-6 0,-11 2-2 15,-5 0 1-15,15 2-1 0,-5-4-3 0,-2 2 8 0,3 0-4 16,-11 0-1-16,18 0-3 0,-11 0 0 15,4 0-2-15,0-1-4 0,0 1 2 0,-4-2 2 16,5 4 0-16,-4-2 6 0,3-2-8 0,1 4-2 16,-3-4-11-16,4 2 12 0,-3-1-7 0,1-1 5 0,-1 1-2 15,2 1 6-15,-3-2 1 0,0 1-4 16,2 0 1-16,0 0 9 0,-2 1 1 0,5 0 4 16,-1-1 7-16,1 0-1 0,3-1-8 0,-2-1 3 15,-2 0-5-15,1 3 0 0,3-3 0 0,1-1-6 16,-5 1 1-16,1 2 2 0,2-3-2 0,0 2 20 15,-3-2-9-15,3 1-2 0,2 2 2 0,0-5-3 16,-1 3 0-16,-3-1-14 0,-1 2 13 0,1-2-4 16,-1 1-1-16,2 0-1 0,2-1-2 0,-1 1 0 15,-1 2 3-15,2-3 1 0,-4 1-7 0,5-2-1 16,-5 3 1-16,3-1-3 0,-3-1 1 0,1 2 0 16,-3-1-2-16,0 2-3 0,1-2 3 0,-1-1-4 0,-1 3 4 15,0 1 1-15,-1-1-4 0,0-2 1 16,0 2 0-16,-9 1-1 0,13-2 0 0,-8 2 2 15,-5 0-5-15,14-2 2 0,-5 2 4 0,-9 0-2 16,12 2 5-16,-7-2-5 0,-5 0-3 0,14 0-1 16,-14 0 3-16,9 0 1 0,-9 0 0 0,12 2-2 15,-12-2 1-15,12 1-1 0,-7 0-1 0,-5-1 7 0,14 2-5 16,-5-1 0-16,-3 0-1 0,-6-1 7 16,16 1-8-16,-11 1 2 0,-5-2 1 0,15 2-1 15,-3 0 2-15,-6-2-5 0,5 1 2 0,1 2 1 16,-3-1 1-16,2-2 0 0,2 0-3 0,-2 1 3 15,0-1-2-15,1 3-1 0,-1-2 2 0,0-1 4 16,1 2-3-16,1-2 0 0,1 1-3 0,-3-1 5 16,3 0 15-16,-3 0-1 0,2 0-1 0,-1 1 1 15,1-1-6-15,0-1 5 0,1 2-6 0,4 1 1 16,-7-5-5-16,0 2 5 0,1 2-5 0,1-2 2 16,0-1 0-16,1 2-1 0,2-1-2 0,-3 0 1 15,5-4 2-15,-5 5-3 0,3 0-5 0,-2 0 6 16,-1 0-1-16,-1-2 0 0,5 1 0 0,-3 1-1 15,-3-1-2-15,3 1 2 0,-3 0-6 0,0-2 4 16,3 2-2-16,-3-1 0 0,0 2 16 0,1-2-3 16,0 1 2-16,-2 1-2 0,1-2-2 0,-1 1 5 15,1 0-7-15,1-1-1 0,-3 3-3 0,3-2 1 0,-1 2 1 16,-4-2-4-16,5 0 3 0,-4 0-1 16,5 0 1-16,-1 1-6 0,-2 0 7 0,-1-1-1 15,4 0 1-15,-5 2-5 0,1-2-2 0,3 0 0 16,0 2 0-16,-1-1 0 0,1-2-2 0,-1 2 9 15,1 1-7-15,-3-1 3 0,4 0-3 0,-2-1 2 16,-1-1 8-16,1 2 2 0,0-1-2 0,-3 0-1 16,2 0-3-16,1 2 5 0,0-1-6 0,-2-1 0 15,3 1 4-15,-3-1-6 0,2 2 2 0,0-4 0 16,-2 5-2-16,2-1 1 0,1-2-1 0,-3 0 1 16,1 0 0-16,0 3-5 0,1-3 5 0,-5 1-4 15,7-1 5-15,-3 3-2 0,0-1-4 0,-1-1 5 16,-1 0 1-16,3 0-6 0,-2 0 0 0,0 2 3 15,0-2 1-15,1 1-3 0,2-2 5 0,-2 0-7 16,0 3 4-16,-2-3-1 0,1 1-2 0,1-1 2 16,-2 2-1-16,2-1 2 0,0-1-1 0,2 1 15 15,-2 1-1-15,-10-2-2 0,13 1-1 0,-3 1 5 16,-2-2 0-16,1 0-7 0,-9 0-6 0,16 0 0 16,-9 2 1-16,-7-2 0 0,11 1 2 0,-11-1-2 15,13-1 0-15,-13 1 0 0,9 1-1 0,-9-1 1 16,8 0-4-16,-8 0 4 0,0 0-4 0,0 0 4 15,11 0-3-15,-11 0 1 0,0 0-8 0,0 0-15 16,0 0-24-16,0 0-17 0,0 0-30 0,0 0-46 16,0 0-28-16,-43 4-38 0,21 1-146 0,-11-1-376 15,0-2 166-15</inkml:trace>
  <inkml:trace contextRef="#ctx0" brushRef="#br0" timeOffset="78883.2">6972 14512 70 0,'0'0'85'0,"0"0"-13"0,0 0-4 0,0 0-7 16,0 0-9-16,0 0-5 0,0 0-11 0,0 0 1 15,0 0-7-15,0 0 9 0,25 6-10 0,-15-3-1 16,1-1-1-16,1 1-8 0,2-3-5 0,6 4 0 15,-1-2 1-15,3 3 1 0,5-1-21 0,-6 2 14 16,7 0 4-16,0-1-2 0,1 4-4 0,-9-4 2 16,1 0-3-16,-1 0-4 0,10 4 12 0,-2-1-6 15,-1 0-2-15,3 0 4 0,0-2-10 0,-1-2 6 16,1 1 0-16,-1-2-1 0,3 0-3 0,1-2 4 16,3 3-5-16,0-4 0 0,1 3 3 0,1-4 1 15,0 2-6-15,2 2 15 0,-1-5-15 0,-2 4-4 16,1-4 6-16,0 4 7 0,-2 1-5 0,-1-3 1 15,-1 0-8-15,-1 0 9 0,3 0-2 0,2 2 2 16,-3-4 1-16,-1 2-10 0,4 0-3 0,-1-3-4 16,14-1-1-16,0-3-3 0,-14 4-17 0,16-3-2 15,-13 2-3-15,11 3-20 0,0-4-1 0,-11 3-52 16,10-2-118-16,-14 0 52 0</inkml:trace>
  <inkml:trace contextRef="#ctx0" brushRef="#br0" timeOffset="79300.16">10827 14512 64 0,'16'0'67'0,"6"0"0"0,-4 0-9 15,2 3-6-15,1-3-4 0,-2 2-7 0,0-2 0 16,2 0-4-16,-2 1-14 0,4 0 5 16,-2-1-3-16,9 2-5 0,-1-5-12 0,-3 3-19 0,-3 0-19 15,-3 1-60-15,-7-3-97 0,6 2 43 16</inkml:trace>
  <inkml:trace contextRef="#ctx0" brushRef="#br0" timeOffset="104436.02">22308 14059 1 0,'0'0'51'0,"0"0"-8"0,0 0-9 0,0 0 0 16,0 0 0-16,6-4-4 0,-6 4-4 0,0 0-1 15,0 0 3-15,0 0-2 0,0 0 3 0,0 0-6 16,0 0 6-16,0 0 0 0,0 0-3 0,0 0 7 0,0 0-4 16,0 0-2-16,0 0-7 0,0 0 2 0,0 0-6 15,0 0-5-15,0 0 4 0,0 0 0 16,0 0 4-16,0 0-11 0,0 0 0 0,0 0-3 15,0 0 5-15,0 0-7 0,0 0 0 0,0 0-1 16,0 0-1-16,0 0 4 0,0 0-2 0,0 0 5 16,0 0 7-16,0 0-14 0,0 0-7 0,0 0 16 0,0 0-7 15,0 0 5-15,0 0-5 0,0 0-3 0,0 0 0 16,0 0 14-16,0 0-14 0,0 0-2 16,0 0 2-16,0 0-3 0,0 0 0 0,0 0 3 15,0 0 3-15,0 0-11 0,0 0-1 0,0 0-10 16,0 0-4-16,0 0-13 0,0 0-2 0,0 0-4 0,0 0-59 15,0 0-107-15,0 0 48 0</inkml:trace>
  <inkml:trace contextRef="#ctx0" brushRef="#br0" timeOffset="121766.7">29985 8143 24 0,'0'0'26'0,"0"0"6"0,0 0-2 15,0 0-5-15,0 0 4 0,0 0 1 16,0 0-2-16,-28-4 1 0,28 4 1 0,0 0-3 15,0 0-5-15,-13 0 0 0,13 0-4 0,0 0 3 16,0 0-4-16,-13-1-5 0,13 1 2 0,0 0-1 16,0 0-1-16,-13 0 0 0,13 0-4 0,-9 3 6 0,9-3-5 15,-9 0 3-15,9 0-5 0,-10 1 3 0,10-1 0 16,-16 1-4-16,8 1 2 0,8-2 2 16,-14 0 0-16,5 1 4 0,1 0-4 0,-4-1 2 15,12 0 5-15,-15 1-4 0,8 0 0 0,7-1-2 16,-16-1 0-16,6 1-5 0,0 0 2 0,-2 1 0 0,2 1-2 15,-1-2-1-15,0 0-2 0,1 0 4 16,-2 0-5-16,0-2 7 0,0 2-3 0,0 0 0 16,0 0-4-16,-2-1 3 0,1 1-9 0,2 0 9 15,-3-1-3-15,0 1 0 0,1 0 2 0,-1 0-6 16,0 0 4-16,1 0-4 0,0-1 0 0,2 1 8 0,-1 0-1 16,-2-1 0-16,3 1 0 0,-3-2-10 0,1 2 0 15,0 0 3-15,-1 0 5 0,2 0-3 0,-1 0 0 16,1 0 5-16,-1 0 1 0,-1 0 0 15,1 2-8-15,-1-4-4 0,3 2 3 0,-3 0 0 16,1 0 1-16,-4-1 1 0,5 1 2 0,-1 0-4 0,-3 0 6 16,4 0-1-16,-4 0-2 0,3 0-3 0,0 0 3 15,1 1 3-15,0-1-1 0,0 0-4 16,0 0 2-16,1 0 0 0,0 0 5 0,0 0-8 16,0 2 0-16,0-2-1 0,1 0 6 0,-1 1-2 15,2 0-2-15,1 0 1 0,8-1 3 0,-17 0 0 0,11 1 8 16,6-1-10-16,-10 0-2 0,10 0-1 0,-13 0 3 15,13 0-5-15,-13-1 8 0,13 1 1 16,-15-1-4-16,7 1-3 0,-1 0 4 0,-4 0-4 16,3 0 6-16,2-1-4 0,8 1-2 0,-19-1-2 15,9 1 6-15,0 0-1 0,-2 0-3 0,2 0 3 0,-3 0-1 16,2 0 2-16,2-2-1 0,-4 2-1 0,3 0 2 16,-1-1-1-16,11 1 3 0,-15 0-4 0,5-1 1 15,2 1-2-15,8 0 4 0,-15-2 4 16,7 1-1-16,8 1-2 0,-15 0 2 0,15 0-7 15,-11-2-1-15,11 2 1 0,-13 0-1 0,4-1 0 0,9 1-3 16,-10 0 7-16,10 0-4 0,-12 0-3 0,12 0 6 16,-14-2-7-16,6 2 11 0,8 0-9 15,-14-1 10-15,7 0-8 0,-2 2 3 0,9-1-5 0,-18-1 8 16,9-1-6-16,0 2 3 0,9 0-1 16,-18 0 0-16,10-1-2 0,8 1 4 0,-17 1-3 0,6-2 2 15,2 1-2-15,-2 0 1 0,2 0-2 0,-1 0 3 16,-2-2 1-16,2 4-3 0,0-2-5 0,0 0 11 15,10 0-3-15,-18-2 2 0,7 2-4 16,11 0 0-16,-15 0-1 0,6 0 6 0,-1 0-4 16,10 0 0-16,-15 3 0 0,8-4 4 0,7 1-9 0,-15 0 2 15,15 0 2-15,-14-2 1 0,6 2-3 0,8 0 6 16,-14-1-4-16,14 1 0 0,-15-1-2 0,7 1 8 16,8 0-5-16,-14-1-2 0,5 1 5 0,9 0-1 15,-15 0-7-15,7 0 10 0,-2-1-8 16,10 1 2-16,-13 0 1 0,13 0 1 0,-15-2 0 0,8 4 1 15,7-2-2-15,-14-2 0 0,14 2-2 0,-15 0 1 16,9 2-1-16,6-2 4 0,-11-2-2 0,11 2-1 16,-11 0-1-16,11 0-1 0,-9 0 5 0,9 0-4 15,-9 2 11-15,9-2-7 0,0 0-4 0,-12 1 1 16,12-1 4-16,-9 1 3 0,9-1-3 0,-10 1-6 16,10-1 5-16,-12 1-2 0,12-1-4 0,-9 2 11 15,9-2-12-15,-13 1 9 0,13-1-7 0,-12 0 1 16,6 3 7-16,-3-2-7 0,2 1-4 15,7-2 5-15,-14 1 0 0,7 1-1 0,-1-2 4 16,8 0-4-16,-11 1 0 0,4 1 4 0,7-2-4 0,-13 2 2 16,13-2 0-16,-12 3-3 0,5-2 2 0,0 3 2 15,-2-3-2-15,9-1-1 0,-13 2 1 0,13-2 1 16,-9 3-3-16,3-1 5 0,6-2-1 0,-12 2-2 16,7 0-1-16,5-2 6 0,-10 4-4 0,10-4 5 15,-10 1-6-15,10-1-1 0,-9 3 5 0,9-3-3 16,-8 2 2-16,8-2-1 0,-10 1-4 0,10-1 2 15,-5 3 5-15,5-3-3 0,0 0 0 0,-10 5-3 16,10-5-3-16,-6 3 5 0,6-3 0 0,-9 5-1 16,9-5-3-16,-6 2 1 0,6-2 2 0,0 0 3 15,-8 4-3-15,8-4 2 0,0 0-3 0,-9 4 3 16,9-4 0-16,-5 3 5 0,5-3-10 0,-9 4 0 16,9-4 6-16,-9 5 1 0,4-4-1 0,5-1-1 15,-11 4-4-15,11-4 0 0,-5 3 6 0,5-3-4 16,-8 2 1-16,8-2-3 0,-5 4 5 15,5-4-2-15,-8 5-6 0,8-5 7 0,-5 4-2 0,5-4 4 16,-7 4-5-16,7-4 0 0,-5 7 1 0,1-4 1 16,4-3-1-16,-6 6 2 0,6-6 0 0,-10 6 0 15,10-6-2-15,-5 4-1 0,1-1 5 0,4-3-9 16,-6 6 8-16,2-2-2 0,4-4 13 0,-7 6-17 16,7-6 3-16,-8 6 4 0,8-6-9 0,-8 6 5 15,8-6 1-15,-4 7 0 0,-1-4-5 0,5-3 8 16,-4 7-3-16,4-7 3 0,-6 7-8 0,6-7 6 15,-8 8-3-15,3-3 4 0,1 0 0 0,-1-1 2 16,5-4-2-16,-11 8 4 0,8-5-8 0,-1 2 4 16,4-5-3-16,-6 7 0 0,2-1 0 0,4-6 3 15,-5 6-4-15,5-6 8 0,-7 6-6 0,7-6-3 16,0 0 3-16,-7 12 0 0,7-12-3 0,-4 5 3 16,4-5-4-16,0 0 7 0,-9 9 1 0,9-9-10 15,-4 6 6-15,4-6 2 0,0 0-3 0,-10 9 3 16,8-2-5-16,2-7 4 0,-5 7 3 0,5-7 1 15,-6 7-6-15,3-2 2 0,3-5-3 0,-6 9 6 16,4-5-6-16,2-4 4 0,-5 8-5 0,1-5 3 16,-1 2-2-16,5-5 3 0,-6 8-3 0,1-3 5 15,-1 0 2-15,-2 1 1 0,3 0-1 0,-1-2 3 16,2 2-2-16,0-1-2 0,-2-1-3 0,6-4-2 16,-8 10 2-16,3-5 8 0,1 0-8 0,1 1 1 15,-1-2 4-15,4-4-6 0,-7 9 4 0,3-5-1 16,1 3 0-16,3-7-5 0,-6 8 6 0,6-8-5 15,-4 7 0-15,1-1 5 0,3-6-3 0,-4 7 0 16,4-7-5-16,-8 8 8 0,6-3-3 0,2-5 1 16,-4 8 3-16,0-3-5 0,1 2-1 0,3-7 1 15,-8 7 2-15,5-2-4 0,-2 2 5 0,5-7 0 16,-8 10 0-16,3-4-3 0,0 2 1 0,-1 0 0 16,2-3-4-16,-2 4 2 0,0-4 2 0,1 3 0 15,1-3-3-15,0 2 7 0,0-1 0 0,2 1-5 16,-4-2 4-16,2 2-2 0,-1-2-3 0,1 1 0 15,0 0 2-15,1 0-5 0,-1-1 3 0,-1 3 1 16,5-8 0-16,-7 10 3 0,3-4-1 0,0-2-4 16,1 3-5-16,-1-2 12 0,0 1-3 0,0-1-5 15,0 1 4-15,4-6 1 0,-7 10-4 0,5-5-1 16,-2 1 8-16,4-6-3 0,-6 8-4 0,6-8-1 16,-5 10 5-16,5-10 4 0,-7 9-9 0,3-3 6 15,-1 2-7-15,5-8 6 0,-6 12-4 0,1-7 4 16,5-5 1-16,-9 10-1 0,4-5-2 0,5-5 3 15,-7 12-2-15,1-3 0 0,6-9-3 0,-7 10 5 16,7-10-1-16,-7 11-4 0,3-5 4 0,4-6 1 16,-5 9-4-16,1-2 2 0,4-7 3 0,-6 10-3 15,6-10 0-15,-5 10 3 0,5-10-7 0,-5 9 4 16,5-9-2-16,-3 9 5 0,3-9 15 0,-6 10 8 0,6-10-7 16,-4 9 2-16,4-9-11 0,-4 10 2 15,4-10-3-15,-9 12 1 0,6-6 0 0,3-6-6 16,-5 14 4-16,-1-5-2 0,3-2 0 0,-3 1-2 15,6-8-5-15,-10 12 6 0,6-3-1 0,0-3 2 16,-1 2-4-16,5-8 0 0,-8 10 1 0,6-3-6 16,2-7 8-16,-8 10-2 0,4-3-3 0,4-7 5 15,-7 12-11-15,3-5 7 0,4-7 0 0,-7 14 3 16,5-9 5-16,2-5-13 0,-7 12 1 0,4-7 5 16,1 1-6-16,-2-1 6 0,4-5-8 0,-7 12 15 15,5-8-11-15,0 3 0 0,-2-2-3 0,4-5 4 16,-8 11 3-16,6-6 0 0,0 1-9 0,2-6 8 15,-5 10-5-15,3-6 2 0,0 3 0 0,2-7 8 16,-2 10-9-16,-2-4 9 0,3 1-6 0,1-7-4 16,-4 10 8-16,2-4 2 0,2-6-12 0,-5 9 11 15,3-2-5-15,1-1-3 0,1-6 11 0,-2 13-6 0,0-8 0 16,0 0-8-16,2-5 3 0,-2 13-1 16,0-7 6-16,2-6-5 0,-3 12-3 0,1-4 5 15,0-1 0-15,2 1 9 0,0-8-11 0,-2 13 1 16,0-7 1-16,2-6 2 0,-2 13-7 0,2-8 2 15,0-5-2-15,-4 10 7 0,4-2 1 0,0-8 1 0,-2 10-6 16,2 0 3-16,0-10-1 0,-2 10-2 16,2-4 12-16,0-6-10 0,-4 13 0 0,2-7 0 15,-1 1 0-15,1-1 3 0,2-6-4 0,-4 12 0 16,2-4-3-16,0 0 5 0,-1-1-4 0,1-1 1 16,2 2 4-16,-5-2 3 0,5-6 2 0,-2 12-8 15,-1-6-2-15,3-6 4 0,0 12 0 0,-4-7-4 16,4-5 4-16,-4 10 5 0,2-6-15 0,2-4 9 15,-3 10-3-15,3-10 9 0,-2 9-10 0,2-9 6 16,-4 8-2-16,2 0 3 0,2-8 0 0,-4 7-7 0,4-7 5 16,-2 10 4-16,2-10-5 0,-4 8-2 15,2-4 4-15,2-4-2 0,-4 9 3 0,1-5-3 0,3-4-3 16,-2 9 1-16,2-9 4 0,-2 8-5 16,2-8 4-16,-4 9-4 0,2-3 0 0,2-6 3 15,-8 10 0-15,6-3 2 0,0-2-2 0,1 4 1 0,-3-3 3 16,4 2-3-16,-2-1-1 0,2-7 3 0,-4 15-7 15,1-8 4-15,1 1 1 0,2-8-4 16,-7 15 3-16,5-5 3 0,2-10 0 0,-5 11-2 16,5-11-1-16,-4 14 1 0,0-6-3 0,4-1 4 15,-3 1-2-15,1 1 1 0,-2-2 4 0,4-1-5 0,-4 2 5 16,4-8-8-16,-3 10 3 0,0-5 7 0,3-5-4 16,-4 12-3-16,4-6 3 0,-4 0 13 0,4-6 1 15,-3 12-6-15,1-7-1 0,-2 4-1 16,2-3 11-16,2-6-7 0,-5 13-11 0,2-7 9 0,3-6-8 15,-4 12 1-15,2-7-3 0,2-5 4 0,-2 12 8 16,1-7-8-16,1-5-2 0,-2 13-1 0,0-7-4 16,0 1 1-16,0-2 4 0,2-5-2 0,-2 12 3 15,-1-6-1-15,3-6 0 0,-2 10-5 16,0-5 1-16,2-5 2 0,0 0-1 0,-2 10 0 0,-1-5 4 16,3-5-2-16,-2 12-1 0,2-12-4 0,-3 11 6 15,1-5-4-15,2-6 1 0,-4 11 0 0,4-6 0 16,0-5 5-16,-4 9-3 0,4-9 1 15,0 10-1-15,0-10 3 0,-1 10-8 0,1-3 1 0,0-7 6 16,-4 10 2-16,4-10-10 0,0 11 8 0,0-11-7 16,0 9 1-16,0-9-2 0,-4 10 8 0,4-10-6 15,0 8 2-15,0-8 3 0,-2 7-7 0,2-7 5 16,0 9 1-16,0-9 2 0,-2 10 4 0,2-10-8 16,-4 10 7-16,4-10-1 0,-2 8-2 0,2-8-1 15,0 8 1-15,0-8 0 0,-2 9 2 0,2-9-5 16,-4 6 0-16,4-6 1 0,-2 8-2 0,2-8 3 15,0 0 0-15,-1 8-3 0,1-8 0 0,0 0 1 16,-2 8 2-16,2-8 1 0,-2 7-2 0,2-7-5 16,0 0 16-16,0 0-15 0,0 0 2 0,0 0 3 15,0 8 0-15,0-8-3 0,0 0 1 0,0 0-4 16,0 0 5-16,-4 6-1 0,4-6 5 0,0 0-4 16,0 0-1-16,0 0-1 0,0 0 0 0,0 0 0 15,0 0 1-15,0 0 7 0,0 0-7 0,0 0-3 16,0 0 2-16,0 0 3 0,-5 6 5 0,5-6-8 15,0 0 3-15,0 0 1 0,0 0-2 0,0 0-7 16,0 0 10-16,0 0-4 0,0 0 2 0,0 0 5 16,0 0 0-16,0 0-3 0,0 0 1 0,0 0 2 15,0 0 0-15,0 0 1 0,0 0-3 0,0 0-1 16,0 0-18-16,0 0-27 0,0 0-26 0,0 0-31 16,-14-10-120-16,8 6-234 0,6 4 104 0</inkml:trace>
  <inkml:trace contextRef="#ctx0" brushRef="#br0" timeOffset="125516.75">28384 8027 55 0,'0'0'67'0,"-2"-8"-8"15,2 8-1-15,0 0 15 0,2-11-11 0,-2 11 6 16,0 0-4-16,-2-12-6 0,2 12-13 0,0 0 7 16,0 0-12-16,-3-7 1 0,3 7-6 0,0 0-5 15,0 0-4-15,0 0-3 0,0 0 1 0,0 0 0 16,-2-8-8-16,2 8-2 0,0 0 0 0,0 0 0 15,0 0-8-15,0 0 4 0,0 0 1 0,-4-7-4 16,4 7-3-16,0 0 2 0,0 0 3 0,0 0-1 16,0 0-5-16,-13 3-3 0,13-3-1 0,0 0 3 15,-12 3 4-15,12-3-2 0,-9 2 3 0,9-2-12 16,-9 5 5-16,4-2-3 0,5-3 3 0,-11 3-2 16,6 3 1-16,-1-2 2 0,-2 2-2 0,-1 0 0 15,-1 2-1-15,1 1 7 0,0-2 1 0,-1 0-10 16,2 3-1-16,-2-2 6 0,0 1 0 0,1-1 1 15,0 0-5-15,1-1 4 0,0 2 18 0,1 0-23 16,-1 0 2-16,-2 0-2 0,4-2 5 0,-3 3-1 0,3-2 2 16,1-1-1-16,-2 3 4 0,2-2-7 0,-2 0 10 15,1-1-11-15,1 2 0 0,-4 0 2 0,5-2 0 16,-1 3 2-16,-1-3 2 0,2 3 0 16,-4-1-1-16,3 0 16 0,-1 1-4 0,2 0 2 15,0 3-3-15,1-3 3 0,1 2-6 0,0-3 1 0,-1 2 1 16,1 3 1-16,1-5 1 0,0 4-3 15,0-1 19-15,-1 1-4 0,0-1 1 0,2 1 2 16,-2 2-7-16,0-3 4 0,1 6-9 0,-1-7 0 16,-2 4 3-16,2 3-3 0,0-2-5 0,1 0 7 0,0-2-7 15,0 1 4-15,-1 0 0 0,2 0-3 0,-3-1-2 16,3-1-3-16,0-2 4 0,0 3-2 0,3 1-4 16,-1-3 10-16,-2 4 27 0,1-3-6 0,1-1-5 15,0 1 1-15,-2-2-5 0,0 2-2 16,0-1-5-16,4 1 0 0,-2 2-5 0,-2-2-4 0,2 1 2 15,-1 2 0-15,1-3-2 0,-2 3 1 0,2-1-2 16,0 1 1-16,-4-1-1 0,2 3-4 0,2-3 9 16,-2 2-6-16,0 0-1 0,0-2-3 0,0 2-2 15,2-1 3-15,-1 0-3 0,0-1 2 0,2 2-3 16,0 0 2-16,-1-1-1 0,3 1 2 0,-3 0-4 16,2-1 7-16,-2 1-5 0,0 0 10 0,2-1-8 15,-3 1 35-15,3-1-2 0,-4 3-6 0,2-3 0 16,-2 2-3-16,0 0-4 0,3 0 0 15,-6 1-2-15,3-1-6 0,-2 0-2 0,2 1 0 0,0 5-2 16,0-5 0-16,0 0-1 0,0-2-5 0,0 2 1 16,0 0 0-16,0 7 4 0,0-2-2 0,0 1 17 15,0-6-1-15,0 1-2 0,-2 5-3 0,2-1-2 16,0-5-4-16,0 0-1 0,-4 6 1 0,1 3 0 16,3 0-3-16</inkml:trace>
  <inkml:trace contextRef="#ctx0" brushRef="#br0">28056 10300 2159 0,'0'13'67'0,"0"1"-139"0,0-2 411 0,2 5-255 0,-2-2-117 0,2 3 67 0,-2-3-68 15,0 1-76-15,0-4 209 0,3 0-53 0,-2 0-88 16,0 1 71-16,1-4-46 0,-2 3 53 0,0-3-46 16,0-3-23-16,0-6 61 0,0 11 17 0,0-11-143 15,0 10 204-15,0-10-170 0,0 0 148 0,2 7-124 16,-2-7 106-16,0 0-100 0,0 0 50 0,0 0-9 15,0 0-102-15,0 0-100 0,0 0-59 0,-9 4-320 16,9-4-77-16,0 0 134 0</inkml:trace>
  <inkml:trace contextRef="#ctx0" brushRef="#br0" timeOffset="127067.56">28210 8380 12 0,'-4'-6'59'0,"4"6"-1"0,-4-6-6 0,4 6-6 0,-4-8-12 15,4 8 0-15,-5-5-9 0,5 5 9 16,-5-8-8-16,5 8 2 0,-5-9-2 0,5 9 4 0,-5-3 0 16,5 3-4-16,-5-7 0 0,5 7-10 0,-6-5 0 15,6 5 0-15,-8-4 1 0,8 4-3 16,-9-3-2-16,9 3 4 0,-7-2 0 0,7 2-1 0,-11-1 0 15,11 1-9-15,-9-2 1 0,9 2 0 0,0 0 3 16,-15 3-5-16,9-2 4 0,6-1-5 0,-11 4 0 16,5-1 1-16,6-3 0 0,-10 3-1 0,2 1 7 15,4 0-8-15,-1 1 4 0,-1-1-2 0,-1 0 10 16,2 1-5-16,0 2-13 0,-1-1 15 0,-3 1 6 16,2 3-4-16,-3-1-1 0,2-2 2 0,0 0-11 15,-2 3 9-15,5-1-6 0,-1 0-1 0,0-1-1 16,1 2 4-16,1-1-6 0,-1 3 10 0,0-5-12 15,0 5 8-15,1-3-7 0,-2 2 9 0,5-2-8 16,-2 3 0-16,-3-1 2 0,2-2-5 0,4 3 1 16,-4-2 7-16,1 1-9 0,1 1 16 0,0 1-4 15,0 0 1-15,1 0 2 0,-2-2 3 0,2 1-12 16,-3 1 3-16,4 2 1 0,-5-2 2 0,5-1-5 16,-1-1-5-16,-2 6-4 0,2-2 14 0,1-1-3 15,0 2-7-15,0 0 7 0,-2-3-9 0,2 3 7 16,0 1 1-16,2 0-1 0,-1-2 4 0,2 1-5 15,-2 1 3-15,2 0-7 0,-3 0 8 0,2-1-13 16,3 3 4-16,-1-2 3 0,-2 1 6 0,2 2 21 16,-1-3-6-16,1 7-9 0,-2-5 12 0,3 0-9 15,-2 0-10-15,-2 1 4 0,2-1 4 0,-1-2-1 16,-2 0 0-16,2 3-7 0,0-1-8 0,-2-1 8 16,2 0-5-16,-2 1 5 0,0 0-3 0,1 1 0 0,-1-1 7 15,1 5-11-15,-1-5 2 0,0 6 0 16,0-8-2-16,0 4 3 0,1 2 3 0,-1 3-2 15,0-6-2-15,2 5-2 0,-2-5 4 0,0 5-12 16,0-2 4-16,0 3 8 0,4-1-10 0,-2 1 8 0,-2-7-1 16,1 5-3-16,3 1 4 0,-3 1-2 0,1-5 6 15,-2 3-11-15,0 3 0 0,0 0 3 0,0-2 7 16,0 3-6-16,0-5 3 0,0 5-5 16,0 0 2-16,-2-3 2 0,1 0 6 0,1 1-4 0,-2-1 0 15,0 4-3-15,2-2-1 0,-1 2-6 0,-1-2 10 16,0 1-2-16,2-3-3 0,-2 1 0 15,2 0 4-15,-3 0-6 0,4-1-1 0,-2-7 5 16,2 7 7-16,-2-7-14 0,4-1 7 0,-5 0 1 0,2 1-7 16,-1 0 7-16,2 0-13 0,-2-6 12 15,4 1 6-15,-3 2-7 0,0-4-3 0,0 2 15 0,0-4-10 16,0 1 1-16,2 0-4 0,-4-3-1 0,2-7 7 16,0 14-3-16,0-7 4 0,0-7-7 0,-2 12-6 15,2-12-7-15,-2 10-16 0,2-10-18 0,-3 7-14 16,3-7-18-16,-4 7-32 0,1-3-76 0,3-4-204 15,0 0 90-15</inkml:trace>
  <inkml:trace contextRef="#ctx0" brushRef="#br0" timeOffset="127783.21">28123 8122 30 0,'-2'-7'79'0,"2"7"-1"0,0 0-12 15,-6-8-4-15,6 8-6 0,-5-3-4 0,5 3-11 16,0 0-1-16,-10-4-4 0,10 4-5 0,0 0-8 0,-12 1 0 16,12-1 1-16,-8 4-2 0,8-4-6 0,-11 9-1 15,6-5-8-15,-1 3 11 0,0 3 0 16,-3-3-1-16,1 3-10 0,0-1 1 0,-1 6-2 15,-1-1 2-15,2 2 0 0,-1 0-1 0,0 1 0 16,-2 7-1-16,-1-1 4 0,1 4-5 0,-1 1-1 16,2 2 8-16,-4 0-3 0,5 1-6 0,0 5 2 0,-7 6 1 15,8-7-7-15,-1-1 7 0,1 10 2 16,0 2-10-16,6-11 4 0,-3 12 1 0,5 2 3 16,0-1-1-16,0 1 2 0,4 1-5 0,-3-1-2 0,3 5 1 15,-2 1 6-15,2 5-8 0,1-2 8 0,-2 24-2 16,-1-24-6-16,5 1-4 0,-4-2-3 0,4 3 11 15,-2-3 4-15,9-1-2 0,-5 1-6 16,-1-2 0-16,6 3 7 0,-1 1 3 0,2 0-2 16,-1-2 3-16,-1 2-8 0,-3 2 3 0,-1-3-3 0,3-1-7 15,-5 1 9-15,-3-5 1 0,2-2-4 0,-3-3-1 16,-1-2-3-16,0-11-5 0,-2 0-20 0,0-2-17 16,-2 13-25-16,0-14-66 0,-5-2-146 0,4-4 65 15</inkml:trace>
  <inkml:trace contextRef="#ctx0" brushRef="#br0" timeOffset="129651.23">28487 7931 8 0,'0'0'56'0,"0"0"-2"16,-13 0 3-16,13 0-11 0,-14 0 1 0,14 0-6 15,-13 1-4-15,6-1-3 0,-1 1 2 0,8-1-13 16,-17 3 12-16,5-1 10 0,2-1-9 0,-1 2-3 16,2-2 1-16,-1 2-7 0,0 0-2 15,0 0 28-15,-1 0-23 0,2 0-5 0,-1 2 0 16,0-1-2-16,2 0-2 0,-1-1-4 0,1 1-1 0,-3 2-2 16,3 0 0-16,-2-1-5 0,1 3 2 0,2-2-1 15,-4 3-6-15,4-4 7 0,-2 1-1 0,-3 0 4 16,4 3-1-16,1-3 9 0,0 1-12 15,1 0 3-15,-3 0-7 0,2-1 4 0,3 3-4 0,-3-2 2 16,0 1 4-16,2 0-4 0,-1 0-2 0,1-1-6 16,3 0 10-16,-2-2-7 0,2 2-3 15,2-7 1-15,-3 12-2 0,0-6 5 0,3-6-4 0,-2 13 2 16,0-6 1-16,2-7-2 0,0 12 4 16,0-4-2-16,0-8-5 0,0 14 9 0,0-7-2 0,-2 2-6 15,2-9 8-15,0 15 1 0,-2-7-10 0,0 1 3 16,-1 1-3-16,1 0 3 0,-2 0-1 0,1 1 1 15,1 1 3-15,-1 0 0 0,-1-2 1 0,0 2-7 16,2-1 6-16,-3 6 3 0,0-3-6 0,2 3 6 16,-2-3-6-16,1 1-2 0,1-2-2 0,0-4 3 15,1 2 3-15,0 0-6 0,-2 0 5 0,2-1 14 16,-1-1-31-16,-1 1-16 0,2-1-18 0,0 1-21 16,0-1-17-16,-1-1-70 0,3-8-171 0,-3 12 76 15</inkml:trace>
  <inkml:trace contextRef="#ctx0" brushRef="#br0" timeOffset="130201.09">28116 8123 33 0,'-8'10'84'0,"0"-1"-5"16,-1 6 2-16,-2-1-1 0,0 0-4 0,6 2-11 15,-3-2-3-15,4-1-1 0,-1 1 6 0,1 2 0 16,-1 1 3-16,0-1-13 0,1 0-1 0,4 2-2 16,-2 2-5-16,-1-2-3 0,1 7-7 0,0 0-8 15,2 0 5-15,2 0 17 0,-2-1 4 0,0 1-4 16,0 1-3-16,1 0-3 0,0 2-10 0,1 2-2 16,-4-2-6-16,2 3-6 0,0-3 13 0,3 2-9 15,-3 2-2-15,1-4-5 0,0 1 0 0,1-2-5 16,-2 0 5-16,2-1 5 0,0-1 21 0,-1 0-4 15,-2-6-1-15,4 4-7 0,-3-4-1 0,0 1-5 16,-2 5-2-16,2-6-2 0,0-1-5 0,-3 7 1 16,3-5-3-16,-2-1-2 0,2 7-3 0,-4 0 1 15,1-6 0-15,-1 4-2 0,2-5-1 0,-1 0 1 16,-1 5-4-16,1-4 2 0,-1 0-4 0,0 0 1 16,1 4 3-16,1-5-7 0,0-2 5 0,0 3-1 15,-2-1 1-15,-1-2-3 0,3-1 1 0,-1 0 0 0,3-5-7 16,-1-1-14-16,1-1-22 0,-1 1-24 15,-1-3-28-15,2-7-27 0,0 12-31 0,0-12-149 16,-1 10-321-16,1-10 142 0</inkml:trace>
  <inkml:trace contextRef="#ctx0" brushRef="#br0" timeOffset="130819.01">28006 8663 70 0,'-3'10'79'0,"-3"4"4"0,0 2-10 0,3 9-4 16,-3 1 12-16,1-1-10 0,1 3-5 0,4 0-8 16,-1 4-1-16,-3-5-2 0,4 4-8 0,0-1-6 15,3-2-4-15,-2 2 11 0,0 2-5 0,1-1-4 16,0 2 1-16,3-5 1 0,1 4-7 0,-3 2-2 15,5-1-3-15,-3-2-5 0,5-1-4 0,-4-1 2 16,1 3 0-16,-1 0-4 0,1-2-11 0,0 3 13 16,0-3-1-16,-1 0-9 0,1 1 1 0,3-4 2 15,-6 3-2-15,3 0-5 0,1-2 0 0,1 1 9 16,-2-2-11-16,1 3 3 0,-1-2-3 0,1 2-6 16,0-5 8-16,-1 5-4 0,0 0 0 0,5 3 5 15,-6-1-3-15,0 0 1 0,1-2-2 0,2 4-1 16,-4-2 4-16,1 0-1 0,-1-3 1 0,2 4 5 15,0-3-8-15,-3-2 8 0,3 0-4 0,2 4 1 16,-3-1-3-16,4-2 1 0,-6 1 8 0,5-2 0 16,0 3 5-16,1-5-3 0,-2 2-4 0,2-1-1 15,-1-1 1-15,-1-4 1 0,-1 2-6 0,-1-5 1 16,4 6-5-16,-4-2 8 0,-1-4-2 0,-1 0 2 16,1-1-5-16,0 0-2 0,-1-3 5 0,0-3-2 15,-3 0-2-15,0-1-6 0,1 0-3 0,-1-4-5 0,-1 0-17 16,0-7-12-16,-1 11-19 0,1-11-18 15,-3 8-18-15,3-8-36 0,-8 3-86 0,8-3-233 16,0 0 104-16</inkml:trace>
  <inkml:trace contextRef="#ctx0" brushRef="#br0" timeOffset="131335.04">28031 9561 89 0,'-3'-3'80'16,"3"3"-12"-16,0 0-5 0,0 0-6 15,0 0-10-15,0 0 5 0,0 0-7 0,0 0-10 16,-6 15-5-16,6-15 4 0,0 14-5 0,0-4-5 0,0 0-8 16,1 0 4-16,-1 2-6 0,0 0 11 15,0 2-7-15,0 0 7 0,0 1-9 0,1 1 3 16,1 1 0-16,-2 2 0 0,1-1 23 0,1 9 3 16,0-1-11-16,2-1-3 0,-1 4-7 0,1 4 5 15,1-1-6-15,0 1-2 0,1 2 16 0,-1-1-2 0,-1 0-1 16,3 1-2-16,2 12-11 0,0-13 10 0,1 12 1 15,3-1 7-15,0 0-5 0,-4-13-4 16,2 3-1-16,0-2-1 0,2 12-3 0,-4-10 1 16,-2-3-6-16,5 14 2 0,-4-11-4 0,1 11 0 0,-2-14-3 15,-1 1 1-15,-1-2 1 0,-2 1-4 16,1 0 0-16,-2-3-2 0,-1 3 2 0,1-3-1 0,-1-1-3 16,-4 1-1-16,3-3-4 0,-2 1 3 0,-1-3 2 15,1-5 1-15,0 0 0 0,1 0-3 0,-1-4 0 16,0-2-2-16,1-2-10 0,-2-1-10 0,0-3-21 15,3 0-13-15,0-7-17 0,-2 8-18 16,2-8-34-16,0 0-119 0,-7 4-255 0,7-4 113 16</inkml:trace>
  <inkml:trace contextRef="#ctx0" brushRef="#br0" timeOffset="131801.07">27912 8665 55 0,'-4'32'81'0,"-1"2"-12"0,1 0-12 15,3 2 1-15,-3 13 0 0,4 1 8 0,-2-1-12 16,2 3 6-16,0 1-6 0,2 3-1 0,2-1-3 16,-3 3 0-16,7 23-2 0,-4-24 16 0,1 4-20 15,5 23-17-15,-4-27 16 0,1 2-22 0,4 22 27 16,-3-26-13-16,7 26 7 0,-2-24-5 15,-2 1-5-15,7 24-3 0,-7-24 1 0,3 23-3 0,-4-24-3 16,-2 1-6-16,1 1 5 0,3-1-7 0,-3-2 4 16,-1-3-8-16,1 2 2 0,1-4-4 0,-4-1 5 15,1-3-11-15,-3-11 18 0,3-4-11 0,-3-2-4 16,-1 0 10-16,-1-2-8 0,0-2 0 0,-2-7-23 16,2 0-10-16,-1-7 3 0,1-1-10 0,-1-1-10 15,-1 0-26-15,0-5-6 0,0-5-3 0,0 10-26 16,0-10-77-16,0 0-195 0,-10 3 87 0</inkml:trace>
  <inkml:trace contextRef="#ctx0" brushRef="#br0" timeOffset="132183.81">28004 9035 26 0,'-9'94'92'0,"4"5"-7"0,1-4-1 0,3 6-3 16,-2-3-6-16,-2-6-11 0,3-1-8 0,-5 1 0 0,10-1-3 15,-6-1-8-15,3-1 15 0,3-5-9 0,-6-25 5 16,6 25-2-16,-3-27-4 0,2 1 2 0,2 0-8 16,4 1 9-16,-2 0-1 0,-2-2-3 15,1 1-3-15,-1-4-1 0,0-1-6 0,3-3-8 0,1-3 0 16,-3 0-5-16,-2-13 7 0,2 1-22 0,-5-2-1 16,2-1-6-16,0-1 1 0,0-4-5 0,-1 2-19 15,-1-4-2-15,0-5-15 0,-3-2-12 0,-1-2-16 16,3 1-15-16,-1-4-12 0,0-4-15 0,2-1-71 15,-4-3-190-15,0-1 85 0</inkml:trace>
  <inkml:trace contextRef="#ctx0" brushRef="#br0" timeOffset="132433.56">28024 10122 64 0,'2'17'110'15,"1"8"-11"-15,-1 8-6 0,-4 2-12 0,4 15-8 16,0-1-5-16,0 3-12 0,1 0 2 0,-1-4-19 16,1 2 6-16,-1 5-4 0,-2-1 0 0,0 0-3 15,0 0-26-15,2-3-24 0,-4-2-22 0,2-3-15 16,-3 1-20-16,-1-13-57 0,3-3-136 0,-1-2 60 15</inkml:trace>
  <inkml:trace contextRef="#ctx0" brushRef="#br0" timeOffset="136216.87">6505 18145 13 0,'0'0'45'0,"0"0"-8"0,0 0-6 0,0 0-4 15,0 0-3-15,0 0-2 0,0 0 1 0,0 0 2 16,0 0 4-16,0 0-10 0,0 0 0 0,0 0-2 16,0 0 20-16,71 20 0 0,-71-20-1 0,35 6-2 15,-35-6-7-15,38 5 1 0,-38-5 3 0,50 5-7 16,-50-5 8-16,50 3-16 0,-22-2 2 16,-28-1-6-16,57 3 0 0,-26-3 9 0,-31 0-7 15,64-5 2-15,-32 3-8 0,1-3 1 0,-33 5 0 16,68-10 2-16,-34 7 3 0,1-2-9 0,-1-1 5 15,-1 1-4-15,1 0-1 0,-34 5-6 0,65-7 3 16,-32 2 7-16,-1 1-4 0,-32 4 5 0,68-7-11 16,-32 1 12-16,-1 2 13 0,0-1-5 0,1 0-8 15,-1 0-10-15,1-2 7 0,0 1-10 0,1 1 7 16,1-1-2-16,-2 2 2 0,1-2 3 0,-1 2-3 16,1 2 7-16,-2-1-9 0,0 3 1 0,-1 0 9 15,1 1-8-15,-1 1-24 0,2-1 24 16,-5 0-10-16,1 1 10 0,0 1 1 0,-32-3-3 15,67 6 2-15,-32-5 5 0,-4 1 11 0,4 2-32 16,-35-4 12-16,66 5 4 0,-33-4-3 0,-1 2 2 16,-32-3 4-16,66 0 0 0,-36-2-7 0,-30 2-3 15,63-1 6-15,-31 0-1 0,-1-3-2 0,-1 0-2 16,2 3 7-16,-4-3 8 0,2 0-9 0,-1 2 13 16,-1-2-13-16,-5 2 2 0,4-1 8 0,0 3-7 15,-5-3 6-15,6 0-9 0,1 3 8 0,-2-1-5 16,1 1-3-16,1 0-3 0,1 0 4 15,0 0-2-15,0 0 5 0,0 1-7 0,-2 1 7 16,3 0-4-16,-1 0-5 0,0 1 3 0,3-1 6 16,-4 2-3-16,1-2-4 0,-3-1-2 0,3 2 3 15,-30-3 4-15,57 5-9 0,-27-2-3 0,-30-3 14 16,54 9-10-16,-25-5 11 0,-29-4-2 0,56 5-5 0,-56-5-4 16,42 7 2-16,-10-4 3 0,-32-3 9 15,57 4-12-15,-30-1-1 0,-27-3 0 0,50 3 5 16,-50-3 4-16,50 0 0 0,-19 1-6 0,-31-1 2 15,58-1-3-15,-28 1 9 0,-30 0 0 0,57-1-3 16,-57 1 3-16,55-4 0 0,-27 3 2 0,-28 1-6 16,55 0 4-16,-55 0-4 0,51-2-1 0,-51 2-5 15,50-1 4-15,-50 1 2 0,55 1-5 0,-27-1-2 16,-28 0 18-16,55-1-7 0,-55 1 6 0,57-1 2 16,-31 0-1-16,-26 1-2 0,60-5 2 0,-29 2-8 15,-2-1 0-15,2-2 4 0,1-2-4 0,-1 1-2 16,-1 0 4-16,4 0-1 0,-1-2-2 0,-1 1-1 15,2 2-2-15,-4-1-1 0,2-4 2 16,2 4 0-16,-2-1 1 0,-1-1 3 0,3 1-7 16,0 1 2-16,-2-4-2 0,1 6 8 0,0-2-9 15,-1-3-2-15,1 4-2 0,-2-1 7 0,1 1 3 16,-2 3 8-16,1-1-10 0,1 1 2 0,1 0 0 16,-4 0 2-16,4-1-2 0,-3 1-2 0,-2-2 3 15,7 1 0-15,-3 3-9 0,1-4 1 0,3 1 7 16,-1-1 9-16,1 1 6 0,-1 2 0 0,3 0-13 15,-3-1 4-15,3 0 4 0,1 1-6 0,-3 0 4 16,0-1-6-16,-1 0-3 0,-1 1 5 0,2 1 1 16,0 0-7-16,0-1 1 0,-1-3 5 15,4 3 3-15,-5 1-8 0,2-3 8 0,0 0 10 0,1 4 1 16,0-1-6-16,1-1 0 0,-2-1-8 16,2-1 3-16,-1 2-2 0,1 0-5 0,0-1 0 15,-1-3 1-15,3 1-1 0,-3 2 3 0,-1-2-2 16,0 1-1-16,-2 2-6 0,1-5 7 0,0 4 3 15,-2 2-3-15,-1-5-3 0,-1 2 1 0,3-1 2 16,-1 1 16-16,1 1-3 0,-2 1-3 0,1-2 1 16,1 1-3-16,1 1 2 0,-3 0-6 0,-1-2-3 15,-1 2-5-15,3 0 4 0,-3 2 0 0,1 0 1 16,-2-1 14-16,3 0-5 0,-3 0 1 0,-2-2 3 16,-4 3-4-16,-1-2-8 0,0-1 1 15,5 0-2-15,-6 1 1 0,2 1 7 0,-6-2-1 16,3-1 4-16,-2 3-2 0,2-2-5 0,-2 1-3 0,-18 2-3 15,28-5 3-15,-15 4-1 0,-13 1 1 16,25-4-5-16,-14 0 2 0,-11 4 9 0,20-3-1 16,-20 3 1-16,17-3-6 0,-17 3-1 0,0 0-3 15,0 0 4-15,19-3-4 0,-19 3 0 0,0 0-3 16,0 0 0-16,0 0 5 0,13-4-2 0,-13 4-5 16,0 0 0-16,0 0 0 0,0 0 2 0,0 0-3 15,0 0-1-15,0 0 2 0,0 0-3 0,0 0 2 16,0 0 0-16,0 0 3 0,0 0-1 0,0 0-6 15,0 0-17-15,0 0-26 0,0 0-35 0,0 0-70 16,10 18-91-16,-10-18-169 0,0 0-445 16,-27 28 197-16</inkml:trace>
  <inkml:trace contextRef="#ctx0" brushRef="#br0" timeOffset="139833.23">22862 17893 14 0,'0'0'67'0,"-20"0"-14"0,20 0-6 15,0 0 0-15,0 0-14 0,0 0 0 0,0 0-4 16,0 0-8-16,0 0 1 0,0 0-8 0,0 0 11 15,0 0-6-15,0 0-12 0,0 0 6 0,0 0-3 16,0 0 9-16,0 0-2 0,0 0 1 16,0 0 1-16,0 0-1 0,0 0 13 0,37 19 4 15,-20-16-5-15,1-1 16 0,2 0-19 0,1-1 7 16,7-1-5-16,-1 0 0 0,3 0-4 0,1-1 2 16,0 2-10-16,1-2 17 0,-3-2-1 0,3 3-3 15,1-3-4-15,-1 3 0 0,3 0-7 0,0-1 0 16,-1 0 0-16,0 1 3 0,2-2 9 0,4 2-10 15,-5-3 12-15,5 0-3 0,-2 0-4 0,16-2 2 16,-2 0-7-16,0-1 3 0,-14 3-4 0,16-3-2 16,-3 0-2-16,-14 4 0 0,13-2-1 0,-11 0-6 15,11 1 8-15,-9-2-4 0,9 1 1 0,-11 1 0 16,13-2 9-16,-13 1-6 0,-1-3 4 16,-2 5 5-16,3-3-6 0,0 1 1 0,15-2-5 15,-2 2-3-15,-15 3-4 0,0-3-1 0,2-3 1 16,-1 2 8-16,11 0-8 0,-10 1-4 0,0 0 2 15,-2-2-3-15,1 3 20 0,13-3 1 0,-15 1-6 16,-3-1 1-16,2 0-1 0,-1 0-2 0,1 0-1 16,1-1-1-16,-2 0-6 0,2 1-1 0,-5-1 4 15,3-1-1-15,4 0 1 0,13-2-2 0,-13 2-1 16,-1 1-4-16,-1-4 1 0,0 0 0 0,0 3-3 16,3 1 1-16,-1-2 0 0,-5 3-2 15,0-2-3-15,3 3 6 0,-4-2 0 0,3-2 0 16,-3 4-2-16,2 1 2 0,-5 0-2 0,0 2-4 15,0-1 2-15,1 1 1 0,-3 1 2 0,2 0 1 16,-6 1-3-16,-2 0 1 0,-2 0 1 0,4-1-6 16,-2 1-2-16,7-2 3 0,1 0 3 0,-7 1 3 15,5-1 1-15,-7 4 9 0,1-4-1 0,-1 2 0 16,-3-2 2-16,2-1-4 0,-19 3-2 0,27-4 2 16,-14 4 2-16,-13 0 3 0,25 0 3 0,-25 0-2 15,18-1 1-15,-18 1-3 0,0 0 0 0,22-3 2 16,-22 3-1-16,0 0 3 0,0 0 3 15,18 0-1-15,-18 0-1 0,0 0-2 0,0 0-2 16,0 0 6-16,0 0 0 0,0 0 0 0,0 0-1 16,0 0-4-16,0 0 3 0,16-2-10 0,-16 2 4 15,0 0-1-15,0 0-3 0,0 0 2 0,0 0-2 16,0 0 0-16,0 0 0 0,0 0-1 0,0 0 6 16,0 0-5-16,0 0 3 0,0 0-5 0,0 0 0 15,0 0-3-15,0 0 3 0,0 0-2 0,0 0-3 16,0 0-1-16,0 0-14 0,0 0-17 0,0 0-22 15,0 0-27-15,0 0-42 0,0 0-62 0,0 0-191 16,0 0-403-16,-41 45 178 0</inkml:trace>
  <inkml:trace contextRef="#ctx0" brushRef="#br0" timeOffset="166070.2">19922 17422 8 0,'0'0'45'0,"0"0"-3"0,0 0-4 15,5-9-6-15,-5 9-5 0,0 0-4 0,0 0-14 16,0 0-5-16,0 0 1 0,0 0-8 0,0 0 4 15,0 0-10-15,0 0-5 0,0 0-21 0,0 0-38 16,10-1 18-16</inkml:trace>
  <inkml:trace contextRef="#ctx0" brushRef="#br0" timeOffset="171738.11">21609 17183 67 0,'0'0'81'0,"-10"-4"-16"0,10 4 3 16,-8-6-17-16,8 6-5 0,0 0-27 0,-10-6-19 15,10 6-23-15,-4-1-40 0,4 1-68 0,0 0 32 16</inkml:trace>
  <inkml:trace contextRef="#ctx0" brushRef="#br0" timeOffset="50105.8">10395 9306 27 0,'-7'5'30'0,"2"-1"3"0,5-4 0 16,-9 7-5-16,3-3-1 0,2-1 3 0,-2 1 2 15,6-4 1-15,-11 5 0 0,8-3 4 0,3-2-4 16,-9 3-4-16,9-3-4 0,-10 4-3 0,10-4 2 0,-9 3-1 16,3-1-6-16,6-2 1 0,-7 3 8 0,7-3-2 15,-9 3-3-15,9-3-2 0,-10 3 4 0,10-3 13 16,-7 2-7-16,7-2 10 0,0 0 3 15,-10 4-11-15,10-4 0 0,0 0-3 0,0 0 0 0,0 0-5 16,-8 0-9-16,8 0 6 0,0 0 5 0,0 0-16 16,0 0 4-16,0 0-4 0,0 0-2 0,0 0-4 15,0 0 4-15,0 0 3 0,0 0 3 0,0 0-9 16,0 0 6-16,22 7 14 0,-9-4-6 0,5-2 24 16,5 2-22-16,2-5 13 0,6 5 3 0,0-2-4 15,2-1-8-15,3-1 10 0,-2 1 2 0,1 1 0 16,-2-2-7-16,3 0 2 0,-2 1-3 15,-2-2-2-15,3 0 1 0,-2 1-1 0,0-1 7 0,0 2-25 16,-1-2 15-16,-2 1-5 0,-5-1 3 0,-3 1-1 16,0 0-1-16,-2-1-4 0,1 1 2 0,-4 0 0 15,-4 1-3-15,-1 0 1 0,-2-2-7 0,-1 4 2 16,-9-2 1-16,14 0 7 0,-14 0 10 0,8-3 7 16,-8 3-3-16,0 0 1 0,9 0-2 0,-9 0-2 15,0 0 1-15,0 0-3 0,0 0 0 0,6 3-2 16,-6-3 4-16,0 0-4 0,0 0-1 0,0 0-1 15,0 0 1-15,0 0-1 0,0 0-2 0,0 0 1 16,0 0-5-16,0 0-2 0,0 0-3 0,0 0 0 16,0 0-1-16,0 0 1 0,0 0-3 0,0 0-1 15,0 0 2-15,0 0-3 0,0 0 3 0,0 0-4 16,0 0 2-16,0 0 0 0,0 0-6 0,0 0 3 16,0 0 0-16,0 0-4 0,0 0 2 0,0 0 1 15,0 0 1-15,0 0-4 0,0 0 11 0,0 0-5 16,0 0 10-16,0 0 2 0,0 0 1 0,0 0-4 15,0 0 0-15,0 0-2 0,0 0-3 0,0 0 1 16,0 0-2-16,0 0 1 0,0 0-2 0,0 0-1 16,0 0 1-16,0 0 1 0,0 0-6 0,0 0 3 15,0 0-1-15,0 0 1 0,0 0 1 0,0 0-3 16,0 0 0-16,0 0-1 0,0 0 3 0,0 0-2 0,0 0-5 16,0 0 1-16,0 0 3 0,0 0-2 15,0 0 2-15,0 0-1 0,0 0-3 0,0 0 1 16,0 0 1-16,0 0-2 0,0 0 5 0,0 0-2 15,0 0 0-15,0 0-6 0,0 0 6 0,0 0-4 0,0 0 1 16,0 0 0-16,0 0 2 0,0 0-2 0,0 0 0 16,0 0-2-16,0 0-1 0,0 0-1 0,0 0 9 15,0 0-5-15,0 0 0 0,0 0-2 0,0 0 7 16,0 0-8-16,0 0 4 0,0 0-3 0,-15-13 2 16,15 13-1-16,0 0 2 0,0 0 5 0,0 0-5 15,0 0-2-15,0 0-1 0,0 0 8 0,-6-7-7 16,6 7-1-16,0 0 4 0,0 0-3 0,0 0 2 15,0 0-2-15,0 0 2 0,0 0-1 0,0 0 0 16,0 0 0-16,0 0 3 0,0 0-3 0,0 0 3 16,0 0-9-16,0 0 8 0,0 0-1 0,0 0 1 15,0 0-4-15,0 0 2 0,0 0-1 0,0 0 2 16,0 0-1-16,0 0 4 0,-8-2-5 0,8 2 3 16,0 0-1-16,0 0-1 0,0 0 3 0,0 0-1 15,0 0-2-15,0 0 2 0,0 0-3 0,0 0 2 16,0 0-2-16,-4-6 3 0,4 6-2 0,0 0-2 15,0 0 4-15,0 0-6 0,0 0-6 0,0 0-19 16,0 0-21-16,0 0-26 0,0 0-42 0,0 0-32 16,0 0-24-16,16-7-34 0,-11 3-125 0,6-5-361 15,3-3 160-15</inkml:trace>
  <inkml:trace contextRef="#ctx0" brushRef="#br0" timeOffset="53012.68">20928 7345 13 0,'0'0'81'0,"-3"-10"2"0,3 10-8 16,0 0-8-16,0 0-4 0,-1-13 7 0,1 13-10 15,-2-5-1-15,2 5-11 0,0 0-3 0,0 0 3 16,-3-8-5-16,3 8 2 0,0 0-3 0,0 0 2 16,-7-6-8-16,7 6 2 0,0 0-2 0,0 0 1 15,-5-4-8-15,5 4 1 0,0 0-19 0,0 0 19 16,0 0-12-16,-7-3 1 0,7 3 4 0,0 0-5 15,0 0-7-15,-9-3-2 0,9 3 10 0,0 0-6 16,-8-4-10-16,8 4 3 0,0 0 4 0,-14 2 6 16,14-2-11-16,-14 2 0 0,6-2-3 0,1 2 7 0,7-2-7 15,-17 2 3-15,9 0-7 0,-2-2 13 16,-3 1-10-16,3 1 7 0,-3 0-4 0,1 0 3 16,0 1 9-16,1-2-2 0,0 2-2 0,4-3 6 0,-2 1 0 15,9-1 2-15,-11 1-14 0,11-1 9 0,-7 4-3 16,7-4 2-16,0 0-6 0,-10 1-4 15,10-1 0-15,0 0 7 0,0 0-8 0,0 0 3 16,0 0-2-16,0 0 1 0,0 0 5 0,0 0 9 0,0 0 16 16,25 7 1-16,-6-3 3 0,11-4 11 0,0 1-9 15,4 0 3-15,3-1-2 0,1-1-6 0,13-2 0 16,-14 1-1-16,3-2-2 0,8 2 1 16,3-2 3-16,-12 0-10 0,-1 0-1 0,2 1-1 0,-3-3 9 15,-1 3 0-15,-2-1-2 0,-1 0-6 0,-2 1 1 16,0 0-5-16,-10 1-2 0,-1 1-5 0,-1-1 2 15,-6 1-5-15,-1 0-1 0,-1 1 4 0,-5-2-2 16,-6 2-3-16,13 0 1 0,-13 0-2 0,9-3 2 16,-9 3-3-16,0 0 2 0,9 0-3 0,-9 0 2 15,0 0 1-15,0 0-3 0,0 0 4 0,7-3 2 16,-7 3-4-16,0 0 2 0,0 0-3 0,0 0-4 0,0 0 3 16,0 0-2-16,0 0-1 0,0 0 4 15,0 0-4-15,-23-7-2 0,23 7 0 0,0 0 3 16,-9-1-4-16,9 1 2 0,0 0-3 0,-8-2 3 15,8 2 1-15,0 0-5 0,0 0 1 0,0 0 0 16,-10-1-2-16,10 1 1 0,0 0 0 0,0 0 1 16,0 0-4-16,0 0 4 0,0 0-2 0,0 0 1 15,0 0-1-15,0 0 2 0,-10 3-1 0,10-3 1 16,0 0-2-16,0 0 1 0,0 0 4 0,0 0-4 0,0 0-3 16,0 0 3-16,0 0-1 0,0 0 2 0,0 0-3 15,0 0 3-15,-10 0 0 0,10 0 0 16,0 0-2-16,0 0 2 0,0 0-2 0,0 0 4 15,0 0-2-15,0 0 0 0,-4 5 0 0,4-5 0 0,0 0-1 16,0 0-1-16,0 0 4 0,0 0-4 0,0 0 2 16,0 0 0-16,0 0 0 0,0 0 1 0,0 0-2 15,0 0 1-15,0 9 0 0,0-9 0 0,0 0 2 16,0 0-1-16,0 0-1 0,0 0 0 0,0 0 0 16,0 0 1-16,0 0-4 0,0 0 5 0,0 0-2 15,0 0 1-15,0 0 0 0,0 0 1 0,0 0-2 16,0 0 0-16,0 0 1 0,0 0 0 15,0 0-1-15,0 0 2 0,0 0-2 0,0 0-3 0,0 0 3 16,0 0 0-16,0 0-2 0,0 0 4 0,0 0-1 16,0 0 0-16,0 0 0 0,0 0 2 0,0 0-3 15,0 0-1-15,0 0-1 0,0 0 1 0,0 0 3 16,0 0 0-16,0 0-5 0,0 0 3 0,0 0 3 16,0 0-3-16,0 0 2 0,0 0-3 0,0 0 0 15,0 0 3-15,0 0-3 0,0 0 2 0,0 0-2 16,0 0 4-16,0 0-3 0,0 0-4 0,0 0 6 15,0 0-1-15,0 0-3 0,0 0 5 0,0 0-2 16,0 0 0-16,0 0-2 0,0 0 0 0,0 0 2 16,0 0-1-16,0 0-1 0,0 0 4 0,0 0-4 15,0 0 3-15,0 0-3 0,0 0-1 0,0 0 3 16,0 0-1-16,0 0 1 0,0 0 0 0,0 0 0 16,0 0 0-16,0 0 0 0,0 0 0 0,0 0 1 15,0 0 3-15,0 0-4 0,0 0-1 0,0 0-1 16,0 0-1-16,0 0 0 0,0 0 4 0,0 0-5 15,0 0 3-15,0 0 2 0,0 0 0 0,0 0-4 16,0 0 1-16,0 0 2 0,0 0-2 0,0 0-2 16,0 0-1-16,0 0 4 0,0 0-2 0,0 0 0 15,0 0 3-15,0 0-1 0,0 0 1 0,0 0-4 16,0 0 3-16,0 0-1 0,0 0 2 0,0 0 2 16,0 0-3-16,0 0 0 0,0 0-3 0,0 0 2 0,0 0 1 15,0 0-1-15,0 0 1 0,0 0-1 16,0 0 3-16,0 0-2 0,0 0-1 0,0 0 3 15,0 0-2-15,0 0 1 0,0 0 1 0,0 0 0 16,0 0-2-16,0 0-2 0,0 0 4 0,0 0-3 0,0 0 5 16,0 0-4-16,0 0 3 0,0 0-3 15,0 0 2-15,0 0-2 0,0 0 1 0,0 0-3 16,0 0 1-16,0 0-2 0,0 0 3 0,0 0 0 16,0 0-2-16,0 0 1 0,0 0 0 0,0 0 1 0,0 0 1 15,0 0-2-15,0 0 1 0,0 0 0 0,0 0-1 16,0 0 3-16,0 0-7 0,0 0-3 15,0 0-2-15,0 0-2 0,0 0-5 0,0 0 0 0,0 0-9 16,0 0-8-16,0 0-12 0,0 0-4 0,0 0-7 16,0 0-1-16,0 0-7 0,0 0-6 0,0 0-9 15,0 0-14-15,0 0-6 0,0 0-3 0,0 0-7 16,0 0-4-16,0 0-8 0,0 0-114 0,0 0-256 16,0 0 113-16</inkml:trace>
  <inkml:trace contextRef="#ctx0" brushRef="#br0" timeOffset="54321.28">12607 10618 100 0,'0'0'95'0,"0"0"-15"0,0 0 4 0,0 0-21 16,0 0 2-16,0 0-5 0,0 0 0 0,0 0-9 15,0 0 1-15,0 0-9 0,0 0-2 0,0 0-2 16,0 0-8-16,0 0-2 0,0 0-12 0,0 0 10 15,0 0 9-15,0 0 3 0,8 14-4 0,-8-14-4 16,2 9 0-16,2-5-6 0,-4-4 0 0,2 9 7 16,-2-3 0-16,0-6-7 0,0 8 3 0,0-8-4 15,0 10 2-15,0-10-6 0,2 8 9 0,-1-3 0 16,-1-5-9-16,4 8-3 0,-4-8 3 0,0 0-6 16,4 6 2-16,-4-6-2 0,0 0 5 0,10 3-6 0,-10-3 0 15,15-7 4-15,2 0-3 0,14-6-19 16,13-13-19-16,11 0-29 0,32-25-44 0,3 2-137 15,-5-7-253-15,7-7 112 0</inkml:trace>
  <inkml:trace contextRef="#ctx0" brushRef="#br0" timeOffset="55637.09">18576 10005 42 0,'0'0'110'0,"0"0"-3"0,0 0 5 0,0 0 3 0,0 0-14 16,0 0-8-16,0 0 3 0,0 0-4 0,0 0-6 15,0 0-5-15,-5-14-11 0,5 14-3 0,0 0-1 16,0 0-12-16,0 0-5 0,0 0-5 0,0 0-9 15,0 0 4-15,0 0-1 0,0 0-4 0,0 0-7 16,0 0-3-16,0 0-1 0,0 0-4 0,0 0 1 16,0 0-3-16,0 0 0 0,27-1 0 0,-10-2-3 0,12-5-15 15,7-2-20-15,16-6-24 0,36-11-27 16,1 0-41-16,-3 1-131 0,5-8-262 0,-3-1 116 16</inkml:trace>
</inkml:ink>
</file>

<file path=ppt/ink/ink2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8T05:25:17.217"/>
    </inkml:context>
    <inkml:brush xml:id="br0">
      <inkml:brushProperty name="width" value="0.05292" units="cm"/>
      <inkml:brushProperty name="height" value="0.05292" units="cm"/>
      <inkml:brushProperty name="color" value="#FF0000"/>
    </inkml:brush>
  </inkml:definitions>
  <inkml:trace contextRef="#ctx0" brushRef="#br0">2439 3678 77 0,'0'0'129'0,"-6"-6"-9"16,2 2 1-16,4 4-6 0,-6-5 0 15,6 5-1-15,0 0 10 0,-8-6-14 0,8 6-6 16,-6-4-15-16,6 4-4 0,-6-4-12 0,6 4-8 16,-6-3-9-16,6 3-1 0,0 0-8 0,-8-4 1 0,8 4-9 15,0 0-4-15,-8-4-1 0,8 4-6 0,0 0-4 16,0 0-3-16,-8-1-1 0,8 1 1 15,0 0-8-15,0 0-2 0,0 0-1 0,-12 5 1 16,12-5-4-16,-7 7-1 0,-1 0-2 0,3 0 2 16,-2 3 0-16,1-1 5 0,-3 5-9 0,1-1-2 15,3 2 0-15,0 3 1 0,-6 6-2 0,2-1 2 16,2 2 1-16,2 1 1 0,-2 1 7 0,2 2-11 16,1 0 3-16,0-1-2 0,1 1 4 0,1 3-30 15,0-4 3-15,4 1-2 0,0 0 11 0,0 0 1 16,3-5 6-16,-1 2-4 0,1-7 0 0,0 0-1 0,0-2 6 15,2-2-2-15,1-1 3 0,-3-2-5 0,2-2 7 16,-1 1-5-16,2-2-1 0,-1 0 4 16,3-2 2-16,1 0 7 0,0-1-4 0,7-2-1 15,0-2 3-15,0 0 0 0,4-5-1 0,6-3-1 16,-1-3 5-16,2 1 0 0,-1-6 0 0,2-3-2 16,-1-2 3-16,3-1 2 0,9-9 1 0,-13 4-7 15,-1-1 6-15,7-9-1 0,-9 8-2 0,-1-1 2 16,7-10-6-16,-11 9 1 0,5-12 4 0,-9 11-2 15,0-2-5-15,-1-2 1 0,-3 2 4 0,-3 2 1 16,-2-2-4-16,-2 4 0 0,-3-1-1 0,-3 1 1 16,-3 1 3-16,0 2-2 0,-2-3 2 0,-3 2-3 15,-1 2 0-15,0-2 0 0,-1 9 0 0,-4-5 3 16,0 2-2-16,-3 1 2 0,1 5-1 0,2 1-8 16,-9-2 4-16,6 4 3 0,-3 2-3 0,-3-1 3 15,-3 5-3-15,0 0-2 0,8 3-3 0,-3 2 4 16,2 4 1-16,1-1-4 0,-7 9 1 0,2-1 0 15,1 3 2-15,1 2-3 0,-1 1 6 0,3 2-3 16,0 5-1-16,4-2 1 0,1 3-3 0,1-2 1 16,1 3 4-16,5-2-3 0,1 3 0 0,1-1-3 15,5-1 0-15,1 2 3 0,-1-2 0 0,6 0 4 16,1 3-2-16,3 1-3 0,-1-6 6 0,5 4-2 16,4-3 1-16,-4 2 0 0,5-3-5 15,3 1 2-15,-3-2-3 0,1-1 4 0,1 0-1 0,3-2 0 16,-1-1-2-16,2 2-3 0,2-4 1 15,-3 0 0-15,1-2-1 0,0-2-6 0,-6-2 4 16,8 0-5-16,-8 0-3 0,-3-2 1 0,-2-1 8 0,-3 1-2 16,0-1-1-16,0 0 0 0,-2 0-2 0,0 0 1 15,-8-7-5-15,11 9-4 0,-11-9-10 16,9 8-14-16,-9-8-12 0,5 9-13 0,-5-9-15 16,0 0-19-16,4 11-9 0,-4-11-73 0,0 0-200 15,0 0 90-15</inkml:trace>
  <inkml:trace contextRef="#ctx0" brushRef="#br0" timeOffset="176.07">3295 3836 126 0,'0'0'147'15,"0"0"-5"-15,0 0-22 0,0 0-11 0,0 0-11 16,0 0-6-16,0 0-11 0,0 0-26 0,0 0-32 15,0 0-36-15,0 0-53 0,0 0-87 0,0 0-165 16,-14 59 73-16</inkml:trace>
  <inkml:trace contextRef="#ctx0" brushRef="#br0" timeOffset="377.13">2556 4546 85 0,'0'0'111'0,"25"0"1"15,3-5-15-15,5-4-4 0,6 0-24 16,13-7-3-16,3-2-12 0,-1 2-12 0,-1-2-30 16,2 1-35-16,-5 0-36 0,3 0-52 0,-1 1-118 15,-5-4 52-15</inkml:trace>
  <inkml:trace contextRef="#ctx0" brushRef="#br0" timeOffset="511.37">3570 4230 52 0,'0'0'77'0,"0"0"-32"0,0 0-22 0,0 0-37 15,0 0-17-15,0 0-33 0,0 0 15 0</inkml:trace>
  <inkml:trace contextRef="#ctx0" brushRef="#br0" timeOffset="5174.64">5039 3733 64 0,'0'0'115'0,"-5"22"-20"0,1-4-1 0,-4 5-15 15,2 4-3-15,0-2-9 0,-1 1 0 16,-2 2-14-16,1 2 14 0,-3-2-30 0,-1-1 4 16,3 0-10-16,2-1 5 0,-3-3-7 0,4-4 1 15,-1 6-6-15,4-9 1 0,-1 1-11 0,2-4 3 16,-3-2 7-16,2-2-6 0,1-1-4 0,2-1 2 15,0-7 11-15,-4 10 12 0,4-10 13 0,0 5 24 16,0-5 21-16,0 0-4 0,0 0-3 0,0 0-14 16,0 0-10-16,0 0-5 0,-2-38-7 0,2 19-7 15,6-12-4-15,-5 1-6 0,4-4-5 0,9 0-2 16,-4-14-5-16,2 0-5 0,-1 4 2 0,-1-2-6 16,4 13 2-16,-3 1-7 0,0-1 2 0,-2 1 23 15,3 1-3-15,-1 3-7 0,-1 5 4 0,-3 6-8 16,-2 6 0-16,-1 1-4 0,1-1-3 0,-4 5-2 15,2-1-9-15,0 3-2 0,-3 4 1 0,11-1-3 16,-11 1-1-16,17 10 0 0,-4 1 0 0,4 8 1 16,0 3 0-16,-2 2 0 0,-1 6 3 0,1 0-1 15,-2 2-1-15,-1 4 0 0,-1-4 3 0,-2 0 0 16,1-2-1-16,0-1-2 0,-3-1 1 0,-1-1-1 16,2-1 2-16,-2-7-1 0,2-1 7 0,-3 0-5 15,0-2 3-15,-1-4-2 0,-1 1-23 0,3-1-23 16,-4-3-26-16,1-1-36 0,0-3-19 0,-1 0-16 15,-2-5 7-15,3 7-28 0,-3-7-120 0,0 0-302 16,0 0 134-16</inkml:trace>
  <inkml:trace contextRef="#ctx0" brushRef="#br0" timeOffset="5335.95">4961 3903 85 0,'0'0'120'15,"0"0"-13"-15,0 0 0 0,32-3-14 0,-11 1-3 16,9-4-8-16,6 1-9 0,2 0-15 0,16-6-13 16,2-1-30-16,0 3-44 0,-2-1-42 15,-3 3-59-15,-15-1-139 0,0 3 62 0</inkml:trace>
  <inkml:trace contextRef="#ctx0" brushRef="#br0" timeOffset="5884.42">6310 3603 190 0,'0'0'179'0,"-5"-10"-16"0,5 10-17 0,0 0-18 16,-14 5-10-16,5 0-12 0,0 3-5 0,-5 8-7 16,1-2 0-16,-6 11-5 0,4 2-3 0,-3 4-13 15,4 2-1-15,-4 11-7 0,6-15-1 0,0 4-12 16,3-3-1-16,2-2-7 0,3 0-1 0,2-8-3 16,-2 6-6-16,4-8 0 0,3-1-5 0,-2-1-1 15,3 0 0-15,1-2-9 0,-1-2-1 0,2-4-1 16,1 0-1-16,1 2 0 0,-1-5 5 0,2 0-2 15,-3-4-2-15,4 2 0 0,-2-4-3 0,2-1 2 16,2-2-2-16,-1-2-1 0,1 1 0 0,2-7-3 16,-2 1 3-16,0-1-2 0,-2 0-2 0,2-4-1 15,-3 2-1-15,-4-2 0 0,1 1 0 0,1-2 1 16,-1 4-4-16,-1 1 0 0,-1-1-4 0,1-2 3 16,2 7-4-16,-3-5 0 0,2 7-1 0,1-1-3 15,-1 1 5-15,0 2-3 0,-1 0-1 0,-5 4-1 16,19-1 0-16,-11 3 1 0,2 2-3 0,2 2 4 15,-1 1-2-15,3 4 2 0,-4 1 3 0,0 1 4 16,0 2 3-16,-1 0 10 0,-3 0-2 0,-1 3 3 16,-1-3-4-16,0 1 4 0,-3-5-5 0,3 6 0 15,-3-1 0-15,3 0-2 0,-3-1 0 0,1-3-3 16,-2 0-12-16,0-3-25 0,-2 1-30 0,2-1-35 16,0-9-30-16,4 15-32 0,-1-8-23 15,1-4-11-15,-4-3-103 0,10 5-315 0,-10-5 140 0</inkml:trace>
  <inkml:trace contextRef="#ctx0" brushRef="#br0" timeOffset="6198.89">6793 4002 90 0,'4'-1'199'0,"-4"1"-20"0,5-5-11 16,-5 5-16-16,0 0-15 0,7-5-12 0,-7 5-13 16,0 0-23-16,5-4 0 0,-5 4-7 0,0 0-5 0,10-2-4 15,-10 2 12-15,12-2-4 0,-1 1-2 0,-1-3-7 16,3 0-6-16,5-1-4 0,-3-1-7 0,2-4-4 15,-2 1-4-15,0-1-2 0,0 0-4 0,0-1-4 16,-4-1 7-16,-2 3-8 0,0-1-2 0,0-6 0 16,-2 2 1-16,-3 2 0 0,-2 1 4 15,1 1 3-15,-3 3 2 0,0 0 2 0,0 7 8 0,-3-10-3 16,3 10-1-16,-6-8-7 0,-1 4-3 0,7 4-8 16,-20 4-5-16,3 4-5 0,-6 4-1 0,-4 5 0 15,6 1-3-15,-1 3-1 0,0-1-6 0,11-3 0 16,-2 4 0-16,4-4-1 0,3 2-5 15,2-3-10-15,4 0-9 0,1-3-11 0,4 1-19 16,4 0-21-16,1-2-31 0,9-2-32 0,10-2-46 16,5-2-50-16,5-3-169 0,15-4-424 0,0 1 189 0</inkml:trace>
  <inkml:trace contextRef="#ctx0" brushRef="#br0" timeOffset="6835.98">7924 3802 164 0,'-6'-9'234'0,"1"1"-7"16,-4 2 1-16,1 2-11 0,1-1-17 0,0 1-22 16,1 2-16-16,6 2-17 0,-17 2-16 0,6 1-14 15,-1 4-8-15,-1 5-10 0,-1 4-12 0,-2 5-7 16,-2 1-11-16,3 2-2 0,3 0-8 0,2-5-6 15,5-1-8-15,-2 0-3 0,5 0-4 0,-1-1-5 16,3 0-6-16,1-4-7 0,2-1-3 0,2-1-5 16,2 0-3-16,-1-3-3 0,3 1-1 0,0-2-3 15,-3-4-1-15,1-1 0 0,1-2 3 0,3 0 1 16,-2-4-1-16,1-2 1 0,1-2 4 0,1-3-5 16,1-4 5-16,-4-2 5 0,-2 1 2 0,2-10-1 15,-1-3 0-15,0 0 0 0,-3-3-1 0,-1 0-2 16,-1-2 5-16,0 0 4 0,-3-2 10 0,1 2 2 15,-3 1 0-15,-1 0-1 0,-2 1-3 0,0 6 10 16,2 6 9-16,0 4 5 0,-1 4-1 0,1 2 0 16,0 2-3-16,2 2-7 0,1 6-19 0,-2-10 4 15,2 10-11-15,0 0 0 0,0 0-3 0,0 0 0 16,-7 24-3-16,7-5 0 0,2 7 3 0,-2 4-6 16,0 1-10-16,1 2 14 0,4 0-3 0,0 1 7 15,2-4-9-15,-2-1-1 0,1-2 2 0,5 0 2 16,-3-8 0-16,2-3-2 0,1 0-1 0,0 0-4 15,1-5-3-15,0 1 0 0,-1-5-2 0,-1-3-2 16,1 3-5-16,-2-4-2 0,2 0 1 0,0-4 0 16,-3 1 2-16,-8 0-1 0,23-10-4 15,-14 1 3-15,3-1 1 0,-3-6 0 0,-1 2 0 16,-1-3 3-16,-2-1 0 0,1-6 1 0,-2 6 4 16,-2 3-1-16,0 2 4 0,-1 3 0 0,-1 10 17 0,1-13-6 15,-1 13 0-15,0-9-10 0,0 9-3 0,0 0-3 16,0 0 2-16,0 0-2 0,0 0 0 0,0 0 0 15,7 26 5-15,-6-12 0 0,1-3 2 0,1 7-7 16,1-3-22-16,-2 2-27 0,1-5-34 0,3 2-41 16,-1-3-36-16,1-1-54 0,0 1-48 15,-1 0-147-15,1-4-448 0,-6-7 198 0</inkml:trace>
  <inkml:trace contextRef="#ctx0" brushRef="#br0" timeOffset="7008.75">8130 3564 86 0,'-6'-9'193'0,"2"3"-16"15,0 2-22-15,-1-2-29 0,5 6-44 0,0 0-14 16,0 0-11-16,0 0-16 0,0 0-18 0,0 0-25 16,11 24-30-16,0-12-24 0,5 8-26 0,4-1-58 15,1 0-150-15,6-2 66 0</inkml:trace>
  <inkml:trace contextRef="#ctx0" brushRef="#br0" timeOffset="7272.45">8428 3781 122 0,'0'0'140'0,"4"11"-8"0,-4-11 3 0,2 8-6 15,-2-8 1-15,0 10-8 0,0-10-5 0,0 0-4 16,-2 17-9-16,2-17-8 0,1 11-10 0,-1-11-5 16,3 12-5-16,-1-6-9 0,-2-6-10 0,5 9 0 15,-5-9 0-15,12 9-11 0,-6-6 4 0,3-1 0 16,3-2-4-16,2 2-2 0,-14-2-7 0,24-8-3 15,-7 4-2-15,-2-3 1 0,-2 1 4 0,-3-2-1 16,1-6 7-16,-2 7 0 0,-1-5 0 0,-2 1-2 16,-2-1-2-16,-1-1-3 0,-5-2-10 0,0 0 3 15,-3 4-7-15,-1 1-1 0,-1 2-4 16,1 1-6-16,-3 1-5 0,-1 1-13 0,-1 5-12 16,0-4-15-16,11 4-12 0,-23 4-18 0,13-1-19 15,10-3-32-15,-13 13-25 0,9-6-26 0,3 2-25 16,1-9-106-16,2 21-321 0,7-14 142 0</inkml:trace>
  <inkml:trace contextRef="#ctx0" brushRef="#br0" timeOffset="7847.89">8944 3691 94 0,'7'-6'216'0,"-5"3"3"0,-2 3-7 0,1-10-6 16,-1 10-14-16,0 0-3 0,-8-12-11 0,8 12-6 15,-7-5-20-15,7 5-16 0,-9-2-13 0,9 2-16 16,-18 6-8-16,7 3-12 0,-6 3-9 0,3 1-10 15,-1 9-1-15,2-7-9 0,1 2-9 0,0 6-6 16,4-6-4-16,3-6-5 0,2 2 3 0,1-1-12 16,-1-1-1-16,3 0-3 0,3-3 2 0,1 2-2 15,1-2 0-15,0-4-3 0,5 2-2 0,-4-3 2 16,6-2-2-16,1-1-2 0,-13 0-2 0,29-7 1 16,-12 1 1-16,-1-3-4 0,-3-4 3 0,1-3-1 15,0 1 0-15,-3 0 0 0,2-10-3 0,-3 2 3 16,-4-3-2-16,-1-2-3 0,-1 3 3 0,0-6-9 15,-3 0 4-15,-2 0 1 0,-3-1 4 0,3 0-2 16,-2-1-1-16,-1 5 4 0,0 1 13 0,2 6 3 16,-2 4 15-16,1 2 0 0,1 5 5 0,-1 1-4 15,2 2-8-15,1 7 2 0,-4-7-19 0,4 7-7 16,0 0-2-16,0 0-4 0,0 0 2 0,-6 36 6 16,5-5-4-16,-3 2-1 0,4 2 0 0,0 11 1 15,1-13-2-15,2 0-8 0,-1-2 7 0,6-2-4 16,-1 2 1-16,2-1-1 0,3-5-1 0,3 0 3 15,-1-4 2-15,4 0-2 0,-1-10-4 0,1 0-3 16,1-3-2-16,1-4-11 0,10-2-6 0,0-4-6 16,4-1-3-16,-9-5-4 0,3-4 3 0,-1 1 1 15,-1-2 6-15,-6-2 2 0,-1-3 4 16,-5 3-2-16,0-6 4 0,-3 4-2 0,0-5-2 16,-6 3 0-16,-1 0 2 0,-4 2 2 0,-3 1 2 15,1 4 13-15,-1 1 4 0,-1 4 5 0,1 0 0 0,-2 2-1 16,5 5-6-16,-14 0 0 0,-3 7 0 0,4 6 4 15,-6 5-1-15,2 4 5 0,3 2 3 0,2 2-2 16,1-2 3-16,2 0-4 0,6 1 4 16,4-1 0-16,4 1-16 0,4-9-25 0,0 0-56 15,7-2-44-15,6 3-61 0,8-9-70 0,-1 1-186 16,7-6-484-16,1-3 215 0</inkml:trace>
  <inkml:trace contextRef="#ctx0" brushRef="#br0" timeOffset="9527.17">10519 3421 190 0,'-13'0'173'0,"13"0"-7"15,-22 11-11-15,7 0 1 0,-8 6-13 0,0 6-5 0,1 3-12 16,0-1-11-16,1 4-1 0,0 0-6 0,7 2-9 16,3-3-10-16,-1-1-9 0,5 2-8 0,3-3-4 15,2 0-5-15,1-6-8 0,5-1-4 0,1 0-5 16,5-2-1-16,2-1-3 0,7 3-7 15,3-6-11-15,6-4-20 0,3-2-25 0,3-5-27 16,3-1-33-16,0-4-18 0,-1-3-30 0,2 1-15 16,1-5-2-16,-4 0-3 0,0-2 7 0,-1-2 7 0,14-6 15 15,-16 5 16-15,-2-2 19 0,-4 1 20 16,1-4 17-16,-4 0 12 0,-5-2 17 0,-2 0 34 16,-6 5 9-16,-6-2 32 0,3-1 19 0,-6 2 10 15,-2-1 14-15,1 4 8 0,-5-1 3 0,0 4-1 16,-2 4 10-16,0-3-11 0,-3 2-5 0,-1 1-10 15,-1 5-3-15,-2-1-5 0,2 3-10 0,-6 3-1 16,0 1-10-16,0 7-8 0,1 0-3 0,-2 9 2 0,-4 2-10 16,6 3-5-16,2-1 1 0,1 0-4 0,5 1-6 15,4-5-1-15,3 7-5 0,2-7 2 16,2-2-7-16,7-2 1 0,-3 2-3 0,3-3 2 16,3 0-6-16,2-6-4 0,6 0-3 0,-2-3-6 15,1-2-3-15,-2-5 2 0,2 4-2 0,0-6-1 16,-3-1 1-16,0-4 2 0,-2 0-3 0,-2-2 5 15,-3 1 3-15,1-2-1 0,-2-2-2 0,-1-3 6 16,-2 0 1-16,1 1 2 0,-3-2-6 0,-1 1 5 16,-1-1-2-16,0 6 23 0,1 1 8 0,-2 3 2 15,0 8 0-15,0-12-3 0,0 6-4 0,0 6-6 16,0-9-10-16,0 9-6 0,0 0-6 0,0 0-7 16,0 0-2-16,0 0 10 0,0 0-2 0,3 25 0 15,-1-14-2-15,0 1 0 0,2 5 1 0,-1-5-5 16,-1 5 5-16,2 0 2 0,2-2-2 0,0 2 4 15,1-1-2-15,3-2 0 0,-1-3-1 0,3-1 6 16,1-4-5-16,1 3 0 0,2-4-1 0,2-2 1 16,1-1-1-16,0-4 4 0,0-1-3 0,0-3 4 15,-3-2-1-15,4 1-3 0,-3-3-1 0,-1-3 3 16,-1 0-2-16,-5-2 0 0,-1 0-3 0,-1 0-1 16,-1-2-7-16,-4-1 2 0,-2-1-8 0,-1-7 6 15,-1 2 1-15,-2 5 0 0,-2 1-5 0,-4-1-2 16,2 6 10-16,-2-1-7 0,1 5 2 0,-2-1 6 15,3 3-5-15,-4 2 1 0,2-2-3 0,0 3-1 16,1 1 0-16,8 3-1 0,-10-3-6 0,10 3-6 16,-5-1-9-16,5 1 5 0,0 0 6 0,0 0-1 15,0 0 2-15,17 13 1 0,-4-8 4 16,7 0 0-16,0-2 3 0,7 1 0 0,4-1 1 16,-4 1 0-16,-6-1 1 0,-1 0-3 0,-1 0 5 15,0 0-4-15,-5 3 1 0,-3-2-3 0,0 1 2 0,-1 3 3 16,0-1-2-16,-1 3 1 0,-4 0 5 0,3 1 0 15,-3 1 3-15,0 0-2 0,-3 1 2 0,1 2-2 16,1-4 1-16,0 2 3 0,-2-1-1 0,1 0 0 16,1 0 1-16,3-2 0 0,-3 1 2 15,3-1 2-15,-1-2 7 0,4-1-7 0,-1-2 0 16,0 1 3-16,3-2-1 0,-1-2 3 0,1-1-2 16,0-1-2-16,-12 0 1 0,25-3 4 0,-12 2 2 0,3-6-7 15,0-2 3-15,-6 2-2 0,5-2 2 0,-5-2-2 16,-1 0 2-16,-1-4-4 0,-2 0-3 15,-4-2 1-15,-2 0 0 0,1-1 4 0,-2 0-5 16,-1 1 1-16,-2 1-2 0,-1 0-2 0,0 4 0 16,0 1 0-16,1 1 1 0,2 2-2 0,0 2-3 15,2 6-2-15,-2-11-5 0,2 11 1 0,0 0-4 16,4-10 2-16,-4 10-1 0,0 0 2 0,13 3 2 16,-13-3 3-16,21 9-2 0,-7-1 0 0,-3-1 1 15,4 4-1-15,-1 0 2 0,-1 0-2 0,-4-3 3 16,2 6 1-16,-2 0-2 0,1 1 2 0,-2-2 1 15,0 2-4-15,-3-3 4 0,0-2-2 0,3 1 2 16,-2 2 1-16,-1-1-2 0,-1-1 4 0,2-2 0 16,4 0 0-16,-4 0 1 0,1-2 5 0,2-1-2 15,-1 0 2-15,2-3 3 0,1 0 0 0,1-5 5 16,-3 2 3-16,4-2 3 0,5-5 0 0,-2 1 8 16,-3-2 0-16,1-2-3 0,-1-2 3 0,0 1 0 15,-1-1 3-15,-5 2 2 0,-1-2-1 0,1-2-4 16,-3-2 0-16,1-1 0 0,-3 2-3 0,-2-2 3 15,0 7-4-15,0-1 2 0,0 1-4 0,0 4 5 16,0 6-4-16,-1-12-4 0,1 12-8 0,1-8-4 16,-1 8-7-16,0 0-6 0,0 0 3 15,0 0 4-15,0 0 2 0,-2 26-2 0,0-14 1 16,2 2-3-16,0 0 2 0,0 1 2 0,3 2-2 0,-3 0-6 16,2 0-20-16,0-1-30 0,2-1-31 0,-1-3-30 15,5 3-27-15,-4-2-25 0,4-3-46 0,2 1-49 16,-1 1-152-16,3-5-447 0,-3 1 198 0</inkml:trace>
  <inkml:trace contextRef="#ctx0" brushRef="#br0" timeOffset="9685.84">12176 3324 130 0,'-5'-9'161'0,"3"4"-21"0,-2 0-41 0,4 5-45 15,0 0-19-15,0 0-12 0,0 0-29 16,0 0-28-16,0 0-67 0,18 34-108 0,-9-17 48 16</inkml:trace>
  <inkml:trace contextRef="#ctx0" brushRef="#br0" timeOffset="10404.71">12482 3682 111 0,'0'0'201'0,"9"3"-1"15,-9-3-11-15,0 0-9 0,0 0-7 0,20-6-10 16,-20 6-14-16,12-10-12 0,-3 4-8 0,-3-2-16 16,0-1-6-16,4 1-9 0,-6-2-4 0,3-1-11 15,-1 0-5-15,-1 0-5 0,-1-1-3 0,-1 1-4 16,-1 1-3-16,-1 0 3 0,-2 0 9 0,1 10 8 16,-5-12-5-16,3 7 0 0,-3 0-11 0,5 5-9 15,-8-6-11-15,8 6-5 0,-11 1-6 0,11-1-7 16,-22 12 0-16,10-3-2 0,-2 3-4 0,4 4 1 15,-3-3-11-15,3 2 5 0,-3 1-3 0,5 1-7 16,2 0 2-16,2-2-1 0,3 1 5 0,1-4-7 16,0 1 1-16,5-2-7 0,-1 1 9 15,2-3-4-15,2 1 1 0,1-1-1 0,-1-1 4 16,4-1-5-16,-1-2-1 0,2-1 7 0,1-1-3 16,4-1-1-16,-4-2-5 0,6 0 2 0,-4 0 1 0,2 0 2 15,-5-2 3-15,5-1-3 0,-5 0-2 0,-2-1 2 16,3 0-1-16,-3-2 0 0,1 0-3 0,-1 1 7 15,0-2-6-15,-2 1 2 0,0-2-1 0,-4 1 0 16,1-1 1-16,2 0-9 0,-2-1 9 0,0 1-1 16,-1-2-3-16,-3 1 0 0,2 3 0 15,-3-4-1-15,4 0-1 0,-1 1 3 0,-2-1 0 16,0 1-1-16,-1 4-8 0,3-3 17 0,-4 1 0 0,4-2-3 16,-2 0 3-16,0 2-1 0,-1 1 2 0,-1 6 9 15,6-11 1-15,-3 4 5 0,-1 1-6 16,-2 6 10-16,2-11-8 0,1 6 8 0,-3 5 6 15,2-9-18-15,-2 9 26 0,2-7 5 0,-2 7-11 16,0 0 8-16,0 0 0 0,0 0-7 0,2-13 1 16,-2 13-11-16,0 0-4 0,0 0-5 0,0 0-3 15,0 0-5-15,0 0-2 0,0 0-2 0,0 0-9 16,0 0 4-16,0 0-11 0,0 0-13 0,0 0 17 0,0 0 8 16,0 0-8-16,0 0 7 0,0 0 2 15,-4 32-7-15,4-32 2 0,0 16 0 0,4-7 1 16,-2 0-2-16,0 0 1 0,1 3-8 0,1-3-2 15,0 0 4-15,0 1 3 0,2 1-2 0,-2-1-4 16,1-3 4-16,-1 2-4 0,0 1 3 0,1 0-2 16,0 1 8-16,-3-3-4 0,0 5 0 0,1-6 2 15,-1 4 3-15,-2-11-7 0,2 12 4 0,-2-12 1 16,0 17 5-16,0-17 1 0,-2 13-9 0,2-13-12 16,-9 14 2-16,-1-5-10 0,2-2-18 0,-1 3-22 15,-5-7-35-15,5 4-36 0,-3-3-43 0,-5 1-56 16,4-5-68-16,-5 3-215 0,-1-3-559 0,19 0 247 15</inkml:trace>
  <inkml:trace contextRef="#ctx0" brushRef="#br0" timeOffset="13038.9">14051 3432 22 0,'-12'-2'139'0,"0"4"-9"0,-1 0-8 15,0-1-12-15,-6 5 0 0,1-1-11 0,0 2-7 16,-7 6-8-16,7-3-5 0,-4 7-3 0,2 1-6 15,-1 2-8-15,4 2-2 0,1 6-6 0,3-6 5 16,-1 2-17-16,7-5 1 0,1 5-8 0,1-6 2 16,5-1-2-16,4-1-5 0,1 1-1 0,3-3-1 15,2-4-5-15,3 2 3 0,-1-8-6 0,5 5 4 16,0-5-5-16,2-4 3 0,2-2-5 0,6-5 1 16,-2-2-4-16,-5 2 6 0,4-4-8 0,1-2 4 15,-7 3 0-15,2-6 1 0,-2 2 3 0,-4 0 0 16,0 0-3-16,-1-1 13 0,0-3 15 0,-2 1-8 15,-6-1-3-15,3 0 0 0,-3 1-2 0,3-1 8 16,-4 3 1-16,-2 6 7 0,-2-1 3 0,2 3 3 16,0 0-2-16,-2 7-7 0,1-12-9 0,2 8-6 15,-3 4-8-15,0 0 0 0,0 0-2 16,0 0-4-16,0 0-4 0,1 25 0 0,-1-10-1 0,2 4 0 16,0 0 1-16,4 5 1 0,-2-5-4 0,2 1 1 15,-2-1-12-15,5 5-20 0,-2-6-28 0,7 4-33 16,-1 0-58-16,-1-5-38 0,5 4-36 0,3-3-128 15,-4-9-371-15,3-2 164 0</inkml:trace>
  <inkml:trace contextRef="#ctx0" brushRef="#br0" timeOffset="14280.52">14963 3416 211 0,'-5'-3'245'0,"-5"-3"-20"16,1 5-22-16,9 1-16 0,-19 4-17 0,7 2-15 16,0 3-11-16,-4 5-12 0,2 9-12 0,3-6-11 15,-1 6-13-15,3 2-9 0,2-6-6 0,4 6-8 16,3-5-7-16,3 4-5 0,0-5-7 0,5 6-7 16,-1-10-15-16,4 7-17 0,2-8-23 0,0-1-19 15,3-2-24-15,2 0-14 0,3-5-21 0,6 2-24 16,2-8-15-16,0 0-11 0,2-2-1 0,-1-3 4 15,0-1 14-15,-1-5 13 0,-2-1 12 0,-10 3 15 16,8-7 27-16,-9 2 7 0,3-4 25 0,-4-4 14 16,-2 1 18-16,-4 4 18 0,4-6 27 0,-6 5 11 15,0-6 11-15,-3 6 7 0,-2 2 17 0,-2 1 14 16,4 4 5-16,-4 3-1 0,0 1 2 16,0 7-7-16,-1-11-17 0,1 11-10 0,1-9-15 0,-1 9-13 15,0 0-7-15,0 0-3 0,0 0-11 0,0 0-1 16,8 33-4-16,-5-15 0 0,-1-1-1 0,0-1-5 15,2 2-5-15,1-1 1 0,0 0-4 0,0-1 2 16,4-1-2-16,-2-1-9 0,1-4 4 16,0-3-1-16,1 2 1 0,2-2-1 0,0-1-1 0,1-2-3 15,-1-1-1-15,2-1-2 0,-2 0 0 16,0-5-2-16,-1 1 3 0,3-4-2 0,-2 1-1 0,-3-3 1 16,1 1-2-16,0-3 0 0,1-5-2 0,-4 0 3 15,2-2-1-15,-4 0 0 0,2 1-2 16,-1-1 5-16,-4 2-5 0,3 3-3 0,-4 1 14 0,3 2 7 15,-3 2-2-15,0 7-4 0,1-11-2 0,-1 11-5 16,3-6-5-16,-3 6-6 0,0 0-1 16,0 0 0-16,0 0-2 0,6 17 6 0,-3-7-3 15,-1 2 2-15,2 6 1 0,-1-2 0 0,-1 2-1 16,2 0 1-16,2-2 2 0,0 1-2 0,-2-6 2 0,4 0-1 16,0 3 3-16,0-5 0 0,-1 1 0 0,5-3 3 15,-3-2-1-15,1 0 3 0,1-2-6 0,0-3 5 16,0 0-1-16,-2 0 2 0,3-5 1 0,0 0-2 15,0-2 0-15,1-2-2 0,-2 0 0 16,-1-3 0-16,1 1 4 0,-1-5-4 0,-2 1 1 16,-5 0 0-16,3-1-9 0,-6-2 9 0,0 1-3 15,-2-2-2-15,-2-1-3 0,1 2 2 0,-4 1 0 0,2 1 2 16,0 6 2-16,1-1 4 0,0 2-4 16,0 3 1-16,2 1-5 0,2 5 3 0,-3-10-11 15,3 10 0-15,-2-7-15 0,2 7-6 0,0 0-2 16,0 0 6-16,0 0 4 0,13-2 3 0,-13 2 1 15,23 7 2-15,-11-3 0 0,4 2 0 0,0-1 2 16,1 0 1-16,-3 3 0 0,0-2 2 0,-5 1-5 16,1 0 1-16,-2 1 3 0,1 2 4 0,-1 0-1 15,-3-2 0-15,2 3 0 0,-2-1-2 0,0-1 6 16,1 1-2-16,-1-2 3 0,2 2 1 0,0-1-1 16,0 0-2-16,0-1 4 0,-1 0 0 0,2 0 3 15,0-4 0-15,-2 0 1 0,0 0 0 0,6-2 3 16,-2 1 6-16,2-2-5 0,2-2 3 0,-2-3-5 15,5 1 4-15,0-4 0 0,-1 0-3 0,0-1 0 16,-5 1 0-16,1-6-3 0,-1 2 3 16,-5 0 3-16,1-2-1 0,-6 1-7 0,0-2 3 0,2 2 0 15,-4 1-2-15,-3-3-1 0,3 3-1 0,-2 2 0 16,0 1 0-16,2 0 0 0,1 8-3 0,-5-11 0 16,5 11-2-16,0-9-6 0,0 9-6 0,0 0-13 15,-1-7 0-15,1 7 3 0,0 0 0 16,0 0 2-16,0 0 5 0,19 10-1 0,-11-3 1 0,2 1 2 15,-2-1-1-15,-1 3 2 0,2 0 4 0,1 2 0 16,-3 2 0-16,-1-4 1 0,3-1 4 0,-3 1-1 16,1 2 2-16,1-3 0 0,-2-1 1 0,2 2 1 15,-1-1 2-15,2-1 2 0,-1-1 3 0,3-2-3 16,0 1 3-16,1-3 1 0,1-1 1 0,-1-2 4 16,7-1 4-16,0-2 1 0,0 0 0 15,2-2 5-15,-1-2-2 0,-2-1 0 0,1-1 3 16,-5-2-6-16,1-1 0 0,-2 0-3 0,-4-2 7 15,-1 1-2-15,-3-4 3 0,-1 3-2 0,-4-2-2 16,0 1 0-16,-3 2 6 0,-1 2 5 0,-1 0 8 0,0 3 5 16,0-1-2-16,1 3-4 0,-1 3-4 0,5 3-7 15,-9-2-5-15,9 2-6 0,-15 8 3 16,2 4 0-16,0 4-2 0,-2 5-2 0,2 2-12 16,2 2-18-16,2-2-26 0,4-4-27 0,-2 0-25 15,4 1-38-15,1-1-43 0,2 0-12 0,4-1-27 16,6 6-16-16,4-3-134 0,0-7-398 0,2-1 177 15</inkml:trace>
  <inkml:trace contextRef="#ctx0" brushRef="#br0" timeOffset="14484.45">16790 3647 118 0,'2'-9'223'0,"1"-2"-3"16,-2-1-18-16,0-3-17 0,3-2-5 0,-3-1-10 16,-2 1 11-16,2-1-3 0,-1 2-17 0,4 0-15 15,-1 0-9-15,2 0-11 0,-1 2-11 0,0 4-12 16,1 1-13-16,2 0-12 0,1 2-10 0,1 3-4 15,0 0-14-15,4 1 0 0,0 4-5 0,0 1-5 16,4 3-8-16,0 0-4 0,-1 3-2 0,-2 2-4 16,-5-1-1-16,0 1-9 0,0 0-13 0,-1 2-11 15,-3 1-34-15,-1-3-37 0,-1 3-31 0,-1 0-66 16,2-2-48-16,-3 0-174 0,-1-11-434 0,1 18 192 16</inkml:trace>
  <inkml:trace contextRef="#ctx0" brushRef="#br0" timeOffset="14704.39">17170 3219 16 0,'-2'-15'281'0,"2"3"-8"0,-3 1-1 16,1 1-5-16,2 3-19 0,0 7-26 0,-3-11-24 16,3 11-21-16,0 0-25 0,0 0-14 15,0 0-14-15,4 32-12 0,-1-6-8 0,0 2-13 16,-1 5-6-16,0 1-7 0,-1 2-6 15,1-3-5-15,-1 1-14 0,-1-1-2 0,-1-1-2 0,2-5-10 16,-2 2-35-16,1-6-32 0,-2-3-46 0,1 0-38 0,1-4-63 16,1 0-61-16,-3-3-189 0,3-2-461 15,-1-11 205-15</inkml:trace>
  <inkml:trace contextRef="#ctx0" brushRef="#br0" timeOffset="14861.22">17054 3380 13 0,'0'0'184'0,"7"-5"-19"15,-7 5-19-15,15-2-13 0,-1 1-31 0,6 1-53 16,0-3-53-16,13 2-60 0,5-1-57 0,12 1-131 16,8-5 58-16</inkml:trace>
  <inkml:trace contextRef="#ctx0" brushRef="#br0" timeOffset="15412.61">17947 3416 205 0,'-5'7'206'0,"0"0"-9"16,2 1-6-16,-3 0-19 0,2 1-10 16,1-1-18-16,1-1-12 0,2 2-7 0,2 1-13 0,0-4-8 15,1 1-9-15,5 1-9 0,0-3-3 0,5 1-6 16,4 0-5-16,-1-3-11 0,5-2-2 0,-1-1-3 15,1-1-11-15,-2-2-5 0,0-4-10 16,0 1-4-16,-3-2-4 0,-4 2-2 0,-1-2-14 0,-5-2-2 16,2 1-11-16,-5-7 2 0,-3-1-12 15,-3 0 3-15,-5-1-3 0,-5-3-3 0,-1 0 5 16,-6 4 4-16,1-1-5 0,3 7 10 0,1 1 3 16,-1 1 8-16,4 2-8 0,2 4 0 0,-1-1 2 0,0 2 0 15,4 1-5-15,7 1 3 0,-9 4-3 16,9-4 4-16,-5 9-3 0,5-9 5 0,0 12-2 15,7-5 2-15,2-1 7 0,5-1-2 0,5-1 2 16,12 0-1-16,2-6 0 0,3 0 0 0,3-2-2 16,-3-1-2-16,-3-4 1 0,2-1-4 0,-6-1 3 15,-3-1-1-15,-8 2 5 0,-3-2 3 0,-2-2 5 16,-2 0 7-16,-2-2 5 0,-2 0 5 0,-1-3 8 16,-2 2 4-16,-2-1 4 0,-2 2-2 0,0 0 5 15,-1 4 5-15,-2-6-1 0,1 7 0 0,-1 3 0 16,2 0-9-16,1 8-3 0,-2-11-8 0,2 11-8 15,0 0-7-15,0 0 0 0,0 0-5 0,-4 25-2 16,1 0 0-16,4 3-1 0,-1 5 1 0,2 2 2 16,-5 1-3-16,2 13-1 0,0-13 4 0,-2 9-2 15,2-13-1-15,-1 2-1 0,2-4 2 0,0 3-3 16,2-3 2-16,-4-1-2 0,4 0 2 0,-2-1 1 16,1-7 0-16,2 6-2 0,-3-1-1 0,1-9-7 15,0 4-30-15,2-3-28 0,-1-1-37 0,0 0-35 16,-2-5-40-16,1-3-37 0,-1-9-37 0,-3 15-171 15,3-15-447-15,0 0 198 0</inkml:trace>
  <inkml:trace contextRef="#ctx0" brushRef="#br0" timeOffset="15566.92">18257 3592 101 0,'0'0'226'0,"-2"-9"-19"0,2 9-15 16,0 0-23-16,4-13-14 0,3 9-19 0,2-3-10 0,9 0-14 15,3 1-21-15,7-6-27 0,4 5-42 0,1-3-60 16,6 3-45-16,-1-2-48 0,16-1-95 0,-2 1-243 16,8 1 108-16</inkml:trace>
  <inkml:trace contextRef="#ctx0" brushRef="#br0" timeOffset="15814.19">19201 3323 239 0,'0'-15'267'0,"0"15"-2"15,0-10 0-15,0 10-5 0,0-9-22 0,0 9-19 16,0 0-24-16,0 0-26 0,0-8-23 0,0 8-16 16,0 0-12-16,0 0-11 0,7 24-11 0,-5-5-7 15,3 4-11-15,-1 4-3 0,1 2-9 0,-2 0-2 16,-1-1-13-16,5-1-6 0,-5 0-6 15,1 0-20-15,2-1-33 0,0-2-34 0,2 0-42 0,-2-5-45 16,1 0-42-16,2 5-57 0,-5-8-190 0,1-5-459 16,0 1 203-16</inkml:trace>
  <inkml:trace contextRef="#ctx0" brushRef="#br0" timeOffset="16337.84">19549 3517 80 0,'0'0'222'0,"0"0"-23"0,0 0-14 16,0 0-18-16,6 19 1 0,-7-10-15 0,2-1-13 0,-1 5-11 15,0-1-7-15,-1 1-13 0,1-2-11 16,-1 1-8-16,2-2-8 0,-1 2-11 0,0-12-3 16,-1 15-4-16,1-15-6 0,0 12 3 0,0-12-2 15,0 0 12-15,0 15 18 0,0-15 19 0,0 0-5 16,0 0-5-16,0 0-14 0,0 0-6 0,0 0 1 15,0 0-12-15,-22-21-6 0,16 10-7 0,3-1-1 16,-1-3-9-16,3-3-3 0,2-9-9 0,-1 8-1 16,5-8-12-16,2 1-3 0,3 2-3 0,0 6-2 15,4-3-1-15,-1 6-5 0,0 4-3 0,2-1-3 16,-2 6 2-16,-2 0-5 0,2 5 3 0,0 0 4 16,1 5-10-16,3 2 4 0,-3 3-2 0,-2 2 2 15,1 4-1-15,-1-1 0 0,-2 2 1 0,1 0 4 16,-3-1-5-16,0-1 0 0,0 2 3 0,-5-6 0 15,1 2-4-15,-3-2 2 0,2-1 4 0,-2-3-1 16,0-1 7-16,-1-5 0 0,2 10 3 0,-2-10-3 16,0 0 2-16,0 0 1 0,0 0-3 0,0 0 0 15,0 0 1-15,0 0 1 0,0 0-5 0,-14-21 3 16,14 10 1-16,1-1-11 0,4-4-3 0,3-3 1 16,-1 1-6-16,6-2-1 0,4-2 0 0,-1 3-1 15,-1 6 2-15,-1 1-1 0,3 1-1 0,-6 5 5 16,0 1-7-16,-2 3 1 0,1 3-2 0,-1 2 4 15,2 0-1-15,-2 4 1 0,-1 2 4 0,0 1 2 16,-3 2-3-16,0 3-1 0,-1 0-21 0,-1 1-21 16,-1 0-30-16,1 3-48 0,-3-3-55 0,-3 0-54 15,2 0-196-15,0-3-470 0,2-4 207 0</inkml:trace>
  <inkml:trace contextRef="#ctx0" brushRef="#br0" timeOffset="16728.95">20243 3541 154 0,'0'0'228'0,"0"0"-6"15,5 6-6-15,-5-6-8 0,0 0-12 0,-9 18-5 0,5-10-18 16,0-2-18-16,0 4-8 0,-1-3-16 16,0 2-14-16,5-9-9 0,-5 10-10 0,5-10-11 15,-2 10-7-15,2-10-5 0,0 0 0 0,-7 5 8 16,7-5 14-16,0 0 6 0,0 0-1 0,0 0 6 15,0 0-12-15,0 0-10 0,0 0-13 0,-6-22-5 16,4 12-2-16,2 10-5 0,6-27-13 0,-1 9-6 16,0-1-2-16,6-5-6 0,1-1 2 0,-4-1-6 15,3-3-10-15,4 3 2 0,2 0-2 0,0 0-2 16,-1 2 2-16,-3 9-7 0,1 0 1 0,-4 0-4 16,-2 6-1-16,0 1-9 0,0 1-6 0,-2 3 5 15,1 2-8-15,-7 2 3 0,14 4 6 0,-6 3-2 16,0 3-1-16,2 4 1 0,-2 3 1 0,-2 2 5 15,0 4-5-15,5 0 7 0,-6-4-2 0,-2 2 5 16,4 3-3-16,-3-6 0 0,0 0-3 0,0-3-1 16,3 1 1-16,-2 0-4 0,0-5-34 0,-1-1-40 15,1 1-44-15,-2-5-53 0,1 2-59 0,-4-8-45 16,7 10-239-16,-7-10-555 0,0 0 245 0</inkml:trace>
  <inkml:trace contextRef="#ctx0" brushRef="#br0" timeOffset="16875.72">20326 3538 51 0,'-13'0'250'0,"13"0"-17"0,-9-2-5 15,9 2-22-15,0 0-14 0,-8-2-18 0,8 2-22 16,0 0-16-16,0 0-14 0,0 0-31 0,40-7-37 0,-12 3-74 16,6-5-92-16,-1 2-182 0,2-3-317 0,1 1 142 15</inkml:trace>
  <inkml:trace contextRef="#ctx0" brushRef="#br0" timeOffset="19872.32">21558 3553 16 0,'1'-5'209'0,"0"-5"-21"0,-1 2-14 0,0 8-1 16,-2-18-8-16,-1 11-9 0,1 0-10 0,-2 1-8 16,0 1-10-16,-2 0-11 0,6 5-10 0,-12-8-9 15,6 5-11-15,-2 1-10 0,8 2-6 0,-20 2-14 16,6 2-5-16,2 0-7 0,-7 8 1 0,4-1-10 15,-6 6-2-15,8-2-5 0,-1-1-1 0,3 2-4 16,2-1-2-16,0-1-1 0,4 2-5 0,2 0-1 16,2-4-1-16,2 0-3 0,3-1-3 15,1-2-5-15,2 1-2 0,0-2-2 0,4 0-2 16,0-4-2-16,1-1-1 0,0 0-3 0,2-3-2 16,7-1-1-16,-3-2 2 0,2-1 2 0,-4-4-1 15,0 1 6-15,-2-1-7 0,0-3 4 0,-4 3 0 16,-1-5-1-16,1-1 3 0,-2 1 0 0,-3-2 2 0,-1 0 0 15,-1 0 1-15,-2-2 0 0,-1 6 12 16,-1-2 4-16,1 3 11 0,0 1 5 0,0 9 2 16,-3-12 1-16,3 12-11 0,-1-9-4 0,1 9-6 15,0 0-5-15,0 0-2 0,0 0-1 0,0 0-5 16,0 0 0-16,0 0 3 0,10 20 2 0,-5-5-1 16,0-1-2-16,0 1 6 0,5 2-5 0,0-2-2 15,-1 0 1-15,1-1-3 0,3-1-5 0,1-2-8 16,1-2-5-16,3-1-1 0,2-3-7 0,2-2-2 15,0-3-7-15,5-2-6 0,-6 0-6 0,1-4-3 16,-3 0 5-16,-1-2 1 0,-4-1 4 0,0-2 5 16,-4-2-1-16,1-2 8 0,-1-3 4 0,-4 1 2 15,1-9 8-15,-7 0 3 0,2 0 7 0,-3-3 12 16,-3 1-4-16,0 1 5 0,-2-2 3 0,-2 1 4 16,-1 1 6-16,3 1 12 0,-3 8 14 0,1 0 11 15,2 4 7-15,1 3 0 0,1 2 0 0,1 4-6 16,-1-2-12-16,4 7-7 0,-3-7-11 0,3 7-1 15,0 0-6-15,0 0-4 0,0 0 1 0,6 38-3 16,1-11-1-16,-4 4 1 0,4 2-2 0,2 3-2 16,-3-1 1-16,0-2-3 0,1 1 4 0,-1-1-5 15,2-3 4-15,1-2-1 0,1 3-15 0,-2-4-24 16,-1 1-39-16,0-4-23 0,-2 0-31 0,0 2-34 16,1-9-55-16,-3-1-154 0,1-3-392 0,-4-2 174 15</inkml:trace>
  <inkml:trace contextRef="#ctx0" brushRef="#br0" timeOffset="20027.68">21856 3552 2063 0,'0'0'30'0,"-4"-13"-25"0,0 8-34 16,4 5-56-16,0 0-21 0,0 0 25 15,11-14 17-15,0 9 8 0,6 2-1 0,2 0-23 16,9 0-31-16,2 1-128 0,4 3-258 0,1-1 115 0</inkml:trace>
  <inkml:trace contextRef="#ctx0" brushRef="#br0" timeOffset="20431.78">22608 3695 2130 0,'6'0'162'0,"-6"0"-78"15,0 0-29-15,12-8 5 0,-9 5 8 0,-3 3-1 16,4-11 10-16,-2 4-8 0,1-3 4 0,1 0 4 15,-2 0-9-15,1-1 8 0,-1-1-5 0,3-3-8 16,0-1-9-16,-2 0-1 0,1-1-8 0,0 2 1 16,0-2-6-16,-2 0-10 0,1-1-3 0,-2 2-1 15,-1-1-1-15,-1 5-6 0,-1 0 0 0,0 2-5 16,-1 0-2-16,-1 2-7 0,-1 2-1 0,-1 0-2 16,-2 3-3-16,-1-1-4 0,-1 0 0 0,-1 5 0 15,-1-1-2-15,12 0-8 0,-15 2-11 0,7-4-9 16,8 2-19-16,-11 2-16 0,11-2-6 0,-4 3 10 15,4-3 5-15,0 0 4 0,0 0 5 0,15 7 5 16,0-5 1-16,2-3 2 0,3 1 4 0,3-1 4 16,6-1 4-16,0-1 1 0,-8 0 5 0,7 1 1 15,-9-1-1-15,-1 4 2 0,-4 1 3 0,-1-1 2 16,-1 3 2-16,2 5 1 0,-6-2-2 0,1 2 7 16,-3 3-4-16,-2-1 16 0,-1 6-5 15,-1 0 1-15,1 0 1 0,-1 0 2 0,1-1 2 0,-2 3-1 16,-1-3-1-16,3 1 8 0,-2-4-26 0,0 1-32 15,-1-1-29-15,3-2-38 0,1 0-29 0,0-1-41 16,1-4-146-16,-5-6-361 0,0 0 159 0</inkml:trace>
  <inkml:trace contextRef="#ctx0" brushRef="#br0" timeOffset="21021.94">23100 3428 34 0,'-3'-8'216'0,"-1"3"-10"0,0-1-18 0,4 6-15 0,-10-5-17 15,10 5-12-15,0 0-17 0,-18 9-4 0,10-1-8 16,-3 4-14-16,0 4-6 0,0 1-8 0,5 0-9 16,-3 0-7-16,5 2-6 0,1-2-8 15,2 0 1-15,1 2-5 0,1-6-10 0,4 3-3 16,0-6-4-16,2 2 1 0,0-3-3 0,2 1-5 16,0-5-4-16,-1 1-1 0,3-3-6 0,0 1-2 15,-1-3-5-15,1-1 1 0,0-2-3 0,-1-1 2 16,0-2 4-16,-5 0-4 0,3-3 1 0,-2 0-1 15,-1-3-7-15,-1-1 6 0,-3-4-3 0,1 3-1 16,-4-5-3-16,-3 1 5 0,-1-1-4 0,0 3-3 16,-1 0 3-16,-1-2-3 0,-3 3 0 0,2 5 0 15,0-4 9-15,-1 5 1 0,2-1-2 0,-1 1-2 16,3 5 0-16,2-4-1 0,-2 4-6 0,6 3 0 16,-5-5-9-16,5 5 1 0,0 0 0 0,0 0 3 15,0 0 0-15,20-4 2 0,-7 4-1 0,6 0 7 16,4-1-7-16,-2 1 3 0,9 0-3 0,-3 0 2 15,-5 1-2-15,-4-1 1 0,-1 2 0 0,-4-1-2 16,0 2 2-16,-1 1-3 0,0 1 2 0,-1 0 0 16,-4 3 3-16,0-1-3 0,0 2 3 0,-3-1 4 15,0 4-2-15,-1-2 1 0,-2 2 1 0,0 0 1 16,-1 1 1-16,3-2-2 0,-3 1 1 0,1 0-4 16,2-1 2-16,-2-3-1 0,3 2 4 0,2-2-1 15,-2-2 2-15,1 1-4 0,3 0 3 0,-4-2 1 16,2-2-2-16,0-1 4 0,2-1-1 0,-8-1 2 15,18-2-3-15,-8 0 1 0,-1-2 3 0,2-2-2 16,-3-2-2-16,0-1 5 0,-2 0 0 0,2-1-1 16,-4-2 4-16,-1-1 0 0,-1-4 0 0,-2 2 1 15,-4-2 1-15,-4 3-5 0,2 0 0 0,-2 3-2 16,-1-1-4-16,-1 2-2 0,-1 5-4 0,0-3-6 16,-1 4-24-16,0 2-16 0,-1 2-30 0,2 2-19 15,-1 2-34-15,1 1-31 0,3 3-33 0,2 1-152 16,-1 0-374-16,7-9 165 0</inkml:trace>
  <inkml:trace contextRef="#ctx0" brushRef="#br0" timeOffset="21533.86">23635 3487 183 0,'0'0'192'0,"7"4"-21"15,-7-4-9-15,4 4-7 0,-4-4-8 16,3 10 5-16,-1-4-10 0,-2 0-11 0,2 2-11 15,-1 1-9-15,-1-9-6 0,2 19-10 0,0-10-3 16,-2-9-9-16,2 16-4 0,0-9-2 0,-2-7-5 16,1 13 0-16,-1-13 0 0,1 8 15 0,-1-8 14 15,0 0 21-15,0 0 6 0,0 0-7 0,0 0-6 16,0 0-15-16,0 0-15 0,0 0-4 0,0 0-6 16,0 0-9-16,-24-27-5 0,19 18-4 0,3-4-8 15,0 2-9-15,2-7-8 0,2 0-14 0,3 0-1 16,3-8-6-16,2 3-4 0,-1 7-4 0,5 2-5 15,-1-1-2-15,2 4-3 0,1 2-15 0,-1 1 8 16,-2 4-2-16,1 4-2 0,4 0 2 0,0 4-2 16,-7 0 0-16,6 4 5 0,0 5-2 0,-4-3 3 15,-1 2 0-15,-2 1 0 0,0 0 6 0,-2 1-6 16,-1-3 2-16,-4-1 1 0,1 0 3 0,-1-3 2 16,-1 0 0-16,-2-7 1 0,3 12 5 0,-2-9 10 15,-1-3-6-15,0 0-6 0,0 10 8 0,0-10 3 16,0 0-5-16,0 0 3 0,0 0 0 0,0 0-3 15,0 0 1-15,-15-18-7 0,14 10-3 0,2-1-8 16,1-2-1-16,5-4-4 0,-1-2-9 0,4 1 2 16,6-6 1-16,-3 8 2 0,3 2-3 15,-2 1 3-15,0 2-2 0,3 3 1 0,-4 2 0 0,-2 2 3 16,1 4-4-16,0 0 3 0,-1 4-1 0,-2 1 5 16,2 5-1-16,-5 0 4 0,0 3 1 0,-3 1-4 15,-3 4-12-15,-2-2-19 0,-1 1-31 0,-1-1-36 16,-3 6-44-16,1-7-52 0,-1 1-224 15,2-6-469-15,2-1 208 0</inkml:trace>
  <inkml:trace contextRef="#ctx0" brushRef="#br0" timeOffset="21785.62">24431 3307 2256 0,'-3'-32'5'0,"-1"3"31"16,-1 0-6-16,-1 5 20 0,2 9 28 15,-1 3 3-15,3 5-1 0,-1-5-5 0,0 7-17 16,3 5-6-16,-2-8-14 0,2 8-7 0,0 0-5 16,0 0-6-16,0 0 1 0,0 0 2 0,5 31 0 15,-1-5-5-15,5 0-1 0,-2 4 0 0,2 2 0 16,-2-1 2-16,0 2-4 0,0-3-5 0,-2 0 2 16,0-1 3-16,-4-2-2 0,5 1-10 0,-3-3-25 15,-2-6-12-15,1 0-13 0,-2-3-19 0,0 0-38 16,-2 0-46-16,2-5-46 0,-1 1-49 0,-1-1-135 15,2-11-411-15,0 0 183 0</inkml:trace>
  <inkml:trace contextRef="#ctx0" brushRef="#br0" timeOffset="21952.36">24249 3339 117 0,'7'-5'158'0,"-7"5"-20"0,13-4-11 0,-2 4-11 16,7 0-15-16,1 0-26 0,0 2-39 0,3 3-44 16,6 2-44-16,-1 1-83 0,-9 0-146 0,-2 1 65 15</inkml:trace>
  <inkml:trace contextRef="#ctx0" brushRef="#br0" timeOffset="22242.04">24456 3649 115 0,'0'0'198'0,"10"7"-11"0,-10-7-3 16,0 0 1-16,26-7-11 0,-9 1-12 16,7-7-10-16,-6 6-14 0,8-6-12 0,-4-2-7 15,3 3-11-15,-3-5-14 0,3 0-8 0,-6-1-11 16,-3 4-8-16,1-5-5 0,-1-1-4 0,-5 2-9 16,-2 1-2-16,-2 1-9 0,-2-1-2 0,1 3-4 15,-6 0-2-15,0 4 0 0,-4 1-3 0,1-1-5 16,-2 4 0-16,-1 2-2 0,2-1 1 0,4 5-9 15,-16 1 1-15,6 4-5 0,-6 4 3 0,3 7 1 16,-2 3-2-16,0 2-1 0,5 2-3 0,2-6 2 16,4 3-1-16,0-4-14 0,4 4-14 0,0-4-24 15,7 2-32-15,0-4-27 0,2 0-34 0,2 0-24 0,1-3-33 16,1 0-2-16,4-1 18 0,1-6 17 16,2 0-84-16,1-1-266 0,-2 0 118 0</inkml:trace>
  <inkml:trace contextRef="#ctx0" brushRef="#br0" timeOffset="22746.36">24874 3621 488 0,'0'0'-4'0,"11"-8"22"0,-8 2 17 0,-3 6 12 15,5-12 36-15,-3 4 6 0,-2-2-2 0,0 0 8 16,0 0 12-16,0 10 24 0,0-12 1 0,-2 5 4 16,2 7-4-16,-2-8-12 0,2 8-9 0,0 0-16 15,0-10-11-15,0 10-14 0,0 0-6 0,0 0-9 16,0 0-6-16,0 0-4 0,0 0 0 0,0 0-8 16,4 27 2-16,-4-27-8 0,0 10 0 0,0-10-3 15,0 12 1-15,0-12 2 0,-2 9-1 0,2-9 5 16,-2 6 12-16,2-6 15 0,0 0 15 0,0 0 8 15,0 0-4-15,-5 5-5 0,5-5-8 0,0 0-3 16,0 0-18-16,-12-14 17 0,8 8-11 0,2-3-7 16,-2-1-4-16,2 1-17 0,2-2 12 0,-2 0-5 15,5 1-5-15,2-6 2 0,0 5-8 0,0 0-2 16,3 0-9-16,3 0-5 0,2 4-5 0,-1 2 3 16,-2 0-6-16,3 1-6 0,-2 4-1 0,3 2-3 15,-4 1 0-15,4 2 3 0,-3 2 3 0,2 4-1 16,-1-1 1-16,-3 0-3 0,-2 5 2 15,-1-5 2-15,-1 3 2 0,-3-3-4 0,1 0 6 0,0 2 0 16,-3-3 1-16,0-1-2 0,-1 1 6 0,-1-3-1 16,-3-1 2-16,5-5 2 0,-9 6-4 0,3-4-7 15,6-2 18-15,-9 0-8 0,9 0-3 0,-9-8-6 16,4 3 1-16,1-1-5 0,1-1 1 0,3-3 2 16,0 0-3-16,3-4-5 0,3-3-2 0,2-2 0 15,2 2 3-15,2-5-4 0,3 1-3 0,-1 6-4 16,1 0 2-16,0 5 3 0,0-1 2 15,-4 4-7-15,1 2 3 0,-2 1-1 0,-1 2 3 16,0 5 0-16,1 2 2 0,0 3-1 0,-1-1 0 0,-1 3 6 16,-2 5 3-16,-1-4-5 0,1 5 4 15,-3 0 1-15,0 1 1 0,3 1-2 0,-6-1-18 0,0-2-26 16,-2 0-28-16,-3 1-47 0,2-4-50 16,1-1-59-16,-2 0-165 0,1-4-436 0,3-7 193 15</inkml:trace>
  <inkml:trace contextRef="#ctx0" brushRef="#br0" timeOffset="23007.73">25305 3162 62 0,'2'-25'207'0,"2"9"0"0,-2 0-5 16,-1 5 6-16,0 1-10 0,-2 4-21 0,1 6-25 15,4-12-15-15,-4 12-17 0,0 0-9 0,0 0-7 16,16 23-9-16,-9-3-5 0,3 4-9 0,-1 3-5 15,0 1-6-15,2 3 0 0,-4 2-13 0,3-1 0 16,-4-1-6-16,-3 0-4 0,-2 1-5 0,0-3-3 16,-2 1-5-16,0-1-3 0,0-2-3 0,-1 0-8 15,2-8-19-15,0-1-22 0,-4 0-23 0,4-1-17 16,-5 0-17-16,4-1 14 0,-1-3-10 0,0-1-42 16,2-12-27-16,0 20-27 0,0-10-24 15,-2-1-108-15,2-9-327 0,0 0 145 0</inkml:trace>
  <inkml:trace contextRef="#ctx0" brushRef="#br0" timeOffset="23238.38">25370 3392 62 0,'10'-7'155'0,"3"1"-6"15,2-3-8-15,3 5-4 0,-5 3 4 0,0 1-14 16,3 1-3-16,-4 1-16 0,5 4-11 15,-7 0-9-15,1 1-4 0,-2 1-10 0,-1 0-3 16,-3 2-7-16,-1-2-3 0,-4 3-2 0,0-2-2 16,-4 1-4-16,-2 1 4 0,-3 2-2 0,-3-1-3 0,-3-1-7 15,-3 0-2-15,0-3-8 0,-7 5-24 16,6-6-36-16,0 1-48 0,2-5-76 0,1 1-169 16,4-4-343-16,12 0 152 0</inkml:trace>
  <inkml:trace contextRef="#ctx0" brushRef="#br0" timeOffset="23389.56">25665 3447 3573 0,'10'0'236'0,"-3"0"-149"0,-7 0-44 0,13-2-9 15,-13 2-11-15,0 0 12 0,0 0 6 0,0 0 11 16,14-3-6-16,-14 3-10 0,0 0-26 0,6-1 17 16,-6 1-46-16,0 0-49 0,0 0-73 0,0 0-95 15,9-1-117-15,-9 1-218 0,0 0-620 0,0 0 275 16</inkml:trace>
  <inkml:trace contextRef="#ctx0" brushRef="#br0" timeOffset="26851.35">26346 3319 112 0,'0'0'132'0,"0"0"-11"0,0 0-1 0,-6 25-24 16,1-6-7-16,1 7-2 0,-3 2-11 0,1 1-11 15,3 0-2-15,0 1-7 0,1-1-5 0,0-1-4 16,6-9-7-16,-1 6 4 0,4-7-7 0,0-1-2 0,1-3-6 16,-1-3 1-16,3-4 0 0,0 0 2 15,-1-2-6-15,3-2 0 0,1-2 1 0,1-1 8 16,-3-4 3-16,2 1 0 0,5-4-5 0,-5-2 6 16,1-2-1-16,-1-2 2 0,1-1-1 0,-3 0-1 15,-2 0 5-15,-1-1-2 0,-2-1-6 0,-1-3 2 16,-1 3-1-16,0-1 15 0,-4 1-3 0,0 0-5 0,0 4-6 15,2 3-2-15,-4 2-2 0,2 7-1 16,0-11-13-16,0 11-1 0,0 0-4 0,0 0-2 16,0 0-4-16,0 0 0 0,0 0 3 0,12 23 0 15,-5-9-1-15,-3-2-1 0,5 5-2 0,0-1-1 16,2 1 2-16,-2-3-5 0,3-1 3 0,-1-1-1 16,4-1 1-16,1-1-2 0,-1-1 5 0,1-3-3 15,-3-1 2-15,-1-2-1 0,6-1-1 0,-4-2 2 16,-1 0 0-16,3-2-2 0,-7-2 1 0,5-1 4 15,-1-1-4-15,-5-1 2 0,6-1-4 0,-7-2 1 16,0-1-1-16,-3-1-2 0,2 0 1 0,0-7 1 16,-4 4-2-16,-2-3-4 0,0-1 2 0,-4-6-2 15,0 7-1-15,-2-1 2 0,2 2-2 0,1 1-2 16,-1 4 4-16,0 2-3 0,1 1 1 0,1 2-4 16,0 2 1-16,2 5-5 0,-3-10-4 0,3 10 3 15,0 0 3-15,0 0-2 0,0 0-5 0,0 0-2 16,12-4 3-16,-12 4 2 0,13 4-3 0,1-2 8 15,-5-4-5-15,2 1 1 0,3 1-2 0,-2-3 6 16,2 1-1-16,-3-1 0 0,0-2 7 0,-1 2 2 16,-1-4-2-16,-1 0 0 0,-1-1-2 0,1 0 6 15,-4-4 1-15,2 2 1 0,-4-2-1 0,1 0 13 16,-3 1-1-16,0-2-1 0,0-3-1 0,0 7-1 16,0-2 7-16,0 4-2 0,0 7 1 0,0-12-6 15,0 12-6-15,0-7-7 0,0 7 3 0,0 0-1 16,0 0-3-16,6 23 2 0,-4-6 1 0,2 11 2 15,0 2-2-15,-2 2 2 0,0 3 6 0,0-3-6 16,-2 0-1-16,3-2 1 0,-1-3 3 0,2-2-1 16,0-4-3-16,-2-4-1 0,-2-1-1 15,1-3 2-15,2-1-1 0,-1-4 4 0,-2 2-5 0,2-6 1 16,-2-4 0-16,2 10 1 0,-2-10 5 0,4 5-5 16,-4-5 1-16,0 0-1 0,0 0-1 0,14-9 1 15,-5 1-2-15,2-1 2 0,2-2 1 16,-1 0-6-16,3 1 1 0,-3 3 1 0,-1 1-2 15,0 0-3-15,1 2 4 0,-1 1 0 0,1 3-1 16,1 0 1-16,0 0-1 0,1 0 3 0,-1 2-2 16,1-1 4-16,-1 0-3 0,1-1-1 0,-1 3 5 0,-2-2 4 15,5 0-10-15,-5-1-1 0,1 0 5 16,-3-1 3-16,-1 1 0 0,1-2-1 0,1-4 2 16,-2 3-4-16,-2-1 6 0,1-2 2 0,0-3 10 15,-4 3 3-15,1-1-3 0,-2-1 1 0,0-1 6 16,-1 0-5-16,-1 0 0 0,0 9-2 0,-3-14 2 15,3 6 4-15,0 8 3 0,-2-10 0 0,2 10-9 16,-4-8-5-16,4 8-2 0,0 0-4 0,0 0-4 16,0 0 3-16,-19 19-18 0,11-5-31 0,-1 3-29 15,1 0-40-15,2-1-50 0,0 1-37 0,1 1-39 16,3 0-128-16,0-3-394 0,0-2 175 0</inkml:trace>
  <inkml:trace contextRef="#ctx0" brushRef="#br0" timeOffset="27038.18">27526 3515 127 0,'9'-13'207'0,"0"-2"4"0,0 2-5 0,0-2-7 15,0 1-15-15,0-1-15 0,-2 6-15 0,3 1-14 16,-1-1-18-16,3 3-8 0,-6 4-16 0,5 0-6 16,-1 2-11-16,1 2-8 0,0 1-6 0,0 4-7 15,-2 1-8-15,0 1-12 0,-1 5-20 0,0 0-32 16,-3 1-33-16,1-2-47 0,0 3-51 0,-3-5-211 15,4 0-384-15,-3 0 170 0</inkml:trace>
  <inkml:trace contextRef="#ctx0" brushRef="#br0" timeOffset="27404.15">28474 3198 86 0,'-11'-3'238'0,"-1"6"-15"16,-6 0-10-16,2 6-22 0,-9 5-10 16,1 1-13-16,4 5-15 0,0 0-12 0,3-1-13 15,6 0-16-15,1-4-11 0,1 2-4 0,3 0-15 16,3 1-6-16,3-6-5 0,3-1-8 0,0 1-6 16,4-3-11-16,3 1-7 0,0-5-14 0,8 1-6 15,-5-4-7-15,8-4-1 0,-1-1-5 0,-2-1 3 16,1-4-4-16,-5 1 6 0,-4 0 4 0,4-6 3 15,-3 2 7-15,-4 0 13 0,3-1 5 0,-3-4-1 16,2 3 0-16,-4-1-4 0,0 1 9 0,-2-2 0 16,-2 5 18-16,1 1 3 0,0 1 5 0,-1 3-11 15,-1 5-9-15,1-8-11 0,-1 8-13 0,0 0-4 16,0 0 5-16,0 0-10 0,0 0 4 0,2 21-8 16,-2-9 1-16,0 4-3 0,1 3-18 0,-1-2-25 15,4 2-19-15,0 0-42 0,1-2-37 0,4 1-55 16,0-3-53-16,0-1-222 0,1-4-496 0,5-1 220 15</inkml:trace>
  <inkml:trace contextRef="#ctx0" brushRef="#br0" timeOffset="27676.92">29342 2996 261 0,'-3'-11'260'0,"1"1"-13"15,-2 1-11-15,0 2-18 0,4 7-21 0,-4-10-27 16,4 10-15-16,0 0-23 0,0 0-15 0,0 0-7 16,-5 24-5-16,1 5-8 0,3 2-6 15,-2 5-7-15,2 11-11 0,0-11-4 0,2 9-6 16,-2-11-6-16,1 1-4 0,0 1-4 0,-1-1-4 0,1-2-5 16,1-1-9-16,-1-1 2 0,2 0-1 0,0 0-2 15,-2-6-4-15,1 2 3 0,0-2-7 16,-1-6-6-16,0-1-31 0,0 0-27 0,0-3-32 15,-1-2-44-15,1-2-41 0,0-11-40 0,-1 19-225 16,-2-13-459-16,3-6 203 0</inkml:trace>
  <inkml:trace contextRef="#ctx0" brushRef="#br0" timeOffset="28053.95">29140 3384 135 0,'0'0'175'0,"0"0"-17"0,6-14-18 0,5 9-14 16,0 1-9-16,9 0-11 0,9-2-19 0,3 1-3 16,1 0-4-16,0-2-9 0,0 3-3 0,-1 1-8 15,1 0-10-15,-2-1-1 0,-9 1-4 0,-5 3-7 16,0-2-3-16,-5 1-7 0,-1 0-1 0,-3 1 4 16,-8 0-4-16,9 0-8 0,-9 0 0 0,6 2 7 15,-6-2 8-15,5 10 12 0,-5-10 2 0,-6 17 3 16,1-7-4-16,-1 4-2 0,-2 0-4 0,-2 1-6 15,5-4-4-15,2 2 0 0,-1-2-9 0,2 0-1 16,2-3 0-16,1 3-3 0,0-1 4 0,2-2-1 16,2-3-4-16,0 0-1 0,6-1-1 15,-2-1 2-15,3-1-5 0,2-4 3 0,3-1 0 16,-2-4-3-16,0 0 3 0,1 0-3 0,-2-2-2 16,0-2 0-16,-7 1-1 0,2-3-1 0,-2 2 0 0,-2-5-5 15,-3-1 1-15,-3 1-13 0,-5 0-9 0,-2 1-13 16,0 1-15-16,-2 1-18 0,0 4-24 0,0 2-23 15,-1 1-20-15,1 3-33 0,0 2-4 0,0 5-117 16,-3 2-307-16,3 0 137 0</inkml:trace>
  <inkml:trace contextRef="#ctx0" brushRef="#br0" timeOffset="28366.24">29741 3449 109 0,'11'-9'216'0,"-2"1"4"15,2-1 1-15,-3 1-5 0,4-5-13 16,-3 3-17-16,-4 0-18 0,2-6-7 0,-1 5-12 16,-4-1-12-16,-2-1-17 0,2 2-5 0,-2-6-16 15,-2 6-3-15,1-2-16 0,0 2-5 0,-2 1-3 16,3 3-9-16,0 7-9 0,-1-11-5 0,1 11-11 16,0-9-2-16,0 9-16 0,0-9-10 0,0 9-12 15,0 0-1-15,5-6-1 0,-5 6 0 0,0 0-2 16,15 2 1-16,-15-2-1 0,17 4 3 15,-6 3-5-15,0-2 4 0,-4 1-6 0,3 4 6 0,1 3-3 16,-2 0 3-16,-2-1 2 0,2 1 2 0,-4 1-2 16,-1-1 4-16,0 2-1 0,-1-4 0 0,-2 2-1 15,1-1-12-15,1-1-26 0,-1 2-22 0,0-4-35 16,0 1-29-16,0-1-45 0,0-2-37 0,2-2-151 16,-4-5-386-16,6 7 170 0</inkml:trace>
  <inkml:trace contextRef="#ctx0" brushRef="#br0" timeOffset="28803.68">30121 3238 139 0,'0'0'187'0,"0"0"-21"0,-2-7-21 16,2 7-19-16,0 0-5 0,0 0 10 16,-7 19-6-16,5-7-5 0,1 3-7 0,-1-3-11 15,1 4-6-15,1 0-9 0,1 1-5 0,1-4-10 16,1 2-4-16,1-4-9 0,0-1-3 0,3 0-1 15,-1-2-7-15,2-3-3 0,-1 1-3 0,1-2-3 16,1-3-8-16,1-1 0 0,2 0-3 0,-1 0-3 16,-1-2-2-16,-1-3 0 0,-1 0-1 0,0 0-2 15,-3 0-4-15,1 0 4 0,-2-5-4 0,2 1-1 16,-3-1-2-16,3 1 0 0,-3-1 1 0,-1 2 0 16,1 2-4-16,-2 1-2 0,-1 5-3 0,3-10-4 15,-3 10-6-15,0 0 0 0,0 0 0 0,0 0-3 16,0 0 5-16,0 0-1 0,10 16 1 0,-7-7 2 15,0-2 3-15,2 7 1 0,-1-7-4 0,3 3 1 16,-1-3-5-16,-1 2 4 0,3-3 0 0,0 1 0 16,-2-3-1-16,1-1 5 0,0 0-1 0,3-2-1 15,-1-1 6-15,3-1-3 0,-5-3 4 0,1-2 7 16,0 1 14-16,-1-2 5 0,0-2 3 0,-3 1 4 16,-2-2 2-16,2 3-1 0,-1-7-7 0,-3 4-2 15,0-1-9-15,-3 0 9 0,2 1-13 0,-3-2-22 16,1 1-27-16,-2 0-20 0,1 2-21 15,-1-2-31-15,2 5-40 0,-1-3-40 0,2 4-50 16,2 5-126-16,0 0-386 0,0 0 170 0</inkml:trace>
  <inkml:trace contextRef="#ctx0" brushRef="#br0" timeOffset="29359.35">30739 3198 186 0,'0'0'209'15,"0"0"4"-15,-31 16-9 0,17-5-9 0,-3 1-11 16,-3 8 12-16,2 1-20 0,2 2-12 0,0-3-17 16,0 1-9-16,4-6-15 0,2 1-12 0,1-2-12 15,2 1-6-15,4-4-12 0,-1-1-3 0,1 1-9 16,4-2-5-16,1-3-8 0,4 4-4 0,-2-6-14 16,4-1-2-16,2 0-8 0,1-1-6 0,5-3-8 15,-5-3-7-15,6-2-2 0,-6 1 1 0,4-5 1 16,-4 3-1-16,0-6-8 0,0 1 8 0,-3 3-4 15,-1-1 0-15,1-2 1 0,-3-4 0 0,2 2-3 16,-3 4 5-16,-1-4-7 0,-1 3 2 0,1 2 2 16,-2 2 7-16,0 1 1 0,-1 6-2 0,4-8-7 15,-4 8-6-15,0 0 0 0,0 0-1 0,0 0 4 16,0 0 4-16,0 0-2 0,-5 23 3 0,4-12 0 16,-2 4-1-16,1-2 1 0,0-1 0 0,1 0 0 15,1 3-1-15,1-2 1 0,1-3 0 0,3 0 3 16,-1-1-4-16,2 1 8 0,3-3-4 0,0-1-1 15,0 0 0-15,2-3-8 0,1-2-2 0,0-1-1 16,0-1 3-16,2-2-6 0,-1 0 4 0,-1-4 3 16,-2 0-1-16,3 0-3 0,-6 0 3 0,0-4-4 15,-1 0 8-15,0 1-6 0,-1-6 6 16,1 2-5-16,-4 1 0 0,2-3-1 0,-1-1 0 16,-2 5 2-16,0-5-2 0,3 1 6 0,-3 5-7 15,4 0 5-15,-2 4-5 0,1-1-5 0,-4 8 1 0,6-9-3 16,-6 9-1-16,7-4-2 0,-7 4 4 0,0 0 1 15,0 0 0-15,16 16 2 0,-12-7 2 0,0 0-2 16,-2 2 1-16,2 1 6 0,0 0 0 0,-1 0 2 16,2-1-2-16,-3 5 1 0,-2-3 4 15,3-3-10-15,-1 0-15 0,0 1-39 0,0-3-43 16,-2-8-47-16,9 19-55 0,-5-14-181 0,-4-5-419 16,19 5 187-16</inkml:trace>
  <inkml:trace contextRef="#ctx0" brushRef="#br0" timeOffset="29756.05">31365 3209 118 0,'-18'-4'232'0,"8"5"-11"16,10-1-7-16,-33 6-11 0,16 2-9 0,-2 2-11 16,-3 7-8-16,0-2-17 0,6-2-15 0,-1 6-12 15,4-5-12-15,2-1-17 0,3 3-9 0,-1-2-6 16,4-2-13-16,3-2-4 0,0 2-5 0,2-1-9 15,4-2-10-15,4 1-8 0,-3-5-8 16,5 0-11-16,3-2-5 0,1-1-9 0,5-4-5 0,-2-2-2 16,2 1-2-16,-2-5 4 0,-1-1-1 15,0-3 0-15,-3 0 1 0,-1-2 1 0,-2-1-3 16,2-2 5-16,-6 0 0 0,-1-2 3 0,1-8 2 16,-5 1 3-16,-1-2 1 0,-1 0 2 0,1 3 0 0,-4-2 0 15,0-3-1-15,-1 3-1 0,1-1-1 16,1 9 5-16,-1 1 0 0,2 1 3 0,-1 6 9 15,1-1 4-15,2 12-3 0,-1-13-1 0,1 13-10 16,-2-10 0-16,2 10-8 0,0 0 2 0,0 0-8 16,0 0 3-16,-9 26-3 0,7-6 6 0,-2 7-5 15,-1 0 4-15,3 3 0 0,-3 2-3 0,3-3 0 16,-2 1-7-16,4-3-16 0,1 0-20 0,2-2-40 16,-2-6-45-16,5 1-50 0,1-4-57 0,-3 0-194 15,-2-7-457-15,5 0 203 0</inkml:trace>
  <inkml:trace contextRef="#ctx0" brushRef="#br0" timeOffset="30161.84">31830 2984 189 0,'1'-5'275'0,"-1"5"-25"0,7-6-22 0,-7 6-26 0,0 0-19 16,0 0 5-16,6 21-10 0,-4-5-8 15,1 4-10-15,0 10-7 0,0-2-16 0,-1 3-13 16,4-5-16-16,-3 0-4 0,-1-5-22 0,2 4 7 16,-4-6-12-16,4-3-10 0,-1 1 1 0,-2-7-8 15,0 0-10-15,-2-1-3 0,2-2 1 0,-1-7-2 16,0 8-4-16,0-8 1 0,0 7 6 0,0-7-1 16,0 0-10-16,0 0-7 0,0 0-3 0,0 0-5 15,0 0-7-15,0 0-6 0,0 0-12 0,-4-29-6 16,6 19-3-16,3-1-12 0,0 0-10 0,4 0 4 15,2-1-4-15,2 1-2 0,-1 5-1 0,3-2 1 16,-2 4 0-16,-2 1-5 0,2 3 10 0,-1 0-3 16,-3 2 3-16,2 4 3 0,-2-1 0 0,-1 5 7 15,-4-4 1-15,1 0 6 0,-2 4 0 0,-1 0 2 16,-2-10 4-16,-3 19 8 0,-3-9 8 0,-1-2 7 16,-2 2-1-16,-2-3 0 0,-1 0-1 0,1-2 1 15,-2 0-6-15,3-1-16 0,-3 0-28 0,3-1-41 16,0-2-38-16,10-1-46 0,-16-4-59 0,16 4-205 15,0 0-460-15,-2-17 204 0</inkml:trace>
  <inkml:trace contextRef="#ctx0" brushRef="#br0" timeOffset="30338.97">32231 3085 244 0,'8'-1'234'0,"-8"1"-27"0,0 0-21 0,0 0-9 16,0 0-9-16,5 14 1 0,-5-2-6 0,0 3-10 15,-2 2-12-15,0 0-13 0,5-1-15 0,-4 4-6 16,-1-4-11-16,2 2-11 0,-1-1-25 0,4-1-28 16,-5-3-35-16,5 0-64 0,-3-13-48 0,8 17-63 15,-4-9-172-15,-4-8-380 0,11 7 169 0</inkml:trace>
  <inkml:trace contextRef="#ctx0" brushRef="#br0" timeOffset="30493.59">32104 2856 102 0,'0'0'125'16,"0"0"-33"-16,0 0-41 0,0 0-52 16,0 0-61-16,18 39-67 0,-4-25 30 0</inkml:trace>
  <inkml:trace contextRef="#ctx0" brushRef="#br0" timeOffset="31090.46">32616 3056 23 0,'0'0'242'0,"0"0"-11"0,0 0-9 16,0 0-13-16,0 0-5 0,-34 10-5 0,15 1-14 16,-2 3-13-16,-2 0-15 0,3 4-15 0,3-6-14 15,2 2-12-15,0 2-7 0,2-3-16 0,5 1-5 16,0-1-11-16,3-3-10 0,4 0-5 0,-3 1-3 15,4-1-10-15,4-4-5 0,0 1-16 0,1-2-6 16,2-2-22-16,6 0 3 0,1-1-3 0,-1-3-14 16,6-1-2-16,-6-2 1 0,1 1-4 0,1-6 7 15,-2 4 0-15,-4-5 2 0,1 2 5 16,-2-2-1-16,-2 0 2 0,1-2 1 0,-2 2 6 0,-2-5 0 16,-1 1 4-16,-1 0 3 0,2 2-6 15,-6 0 6-15,3 1-2 0,0 5 4 0,0 6 2 16,0-10-3-16,0 10-8 0,0 0 0 0,-1-10-3 15,1 10 0-15,0 0 1 0,0 0 3 0,-9 19 5 16,5-11 0-16,0 2-3 0,3 2 2 0,0 0-10 16,1-2 5-16,0-1 3 0,0 2-2 0,4-1 5 15,-3 0 4-15,3-3-1 0,4 2 1 0,0-5 4 16,3 1-3-16,0-2 1 0,-11-3-2 0,0 0-1 16,0 0-1-16,0 0 0 0,84-12-13 0,-84 12 13 15,34-13 0-15,-34 13-2 0,27-17 8 0,-27 17-2 16,22-22 0-16,-22 22 3 0,15-25 2 0,-15 25-4 15,12-27 3-15,-12 27-7 0,9-34 1 0,-9 34-3 16,0 0-3-16,3-34 4 0,-3 34-4 0,0 0 3 16,0 0-7-16,0 0-11 0,0 0 5 0,0 0-7 15,0 0 8-15,0 0-2 0,0 0 0 0,0 0 2 16,0 0 2-16,0 0 0 0,0 0-3 0,-54 67 0 16,54-67 0-16,-10 36 1 0,10-36-4 0,-8 34-6 15,8-34 2-15,-1 31 2 0,1-31-4 0,0 0-2 16,0 0-2-16,4 46-5 0,-4-46-2 0,0 0 10 15,9 32-7-15,-9-32-3 0,0 0-11 16,8 26 1-16,-8-26-1 0,0 0-3 0,0 0-13 0,0 0-21 16,-19 35-28-16,6-30-31 0,-4 1-52 15,-4 0-52-15,-9-3-131 0,0 0-395 0,0 2 175 16</inkml:trace>
  <inkml:trace contextRef="#ctx0" brushRef="#br0" timeOffset="32532.81">5381 4838 143 0,'-4'4'180'0,"-1"5"-27"0,-1 3-10 0,-1 4-11 15,1 0-19-15,0 3-5 0,-1 5-15 0,4-1-4 16,-1-5-2-16,5 1-9 0,2 0-15 0,0-2 0 16,4-3-5-16,2 2-4 0,-2-6-4 0,1 0-4 15,6 1-2-15,0-1-3 0,-1-5 6 0,-2-1-6 0,3 0-1 16,-1-2-3-16,0-2-4 0,0-2 4 15,0-1-9-15,-1-2 0 0,-1 0-3 0,-2-4-1 16,1 1-2-16,-4-2-2 0,0-1-3 0,0-3-2 16,-2-3 1-16,-3 0-2 0,-1 0 0 0,-1-3-5 15,-5 2 3-15,0-6 0 0,-4 7-5 0,-2 0 0 16,1 2 4-16,-2 1 1 0,1 1-1 0,0 2 1 16,-1 4-3-16,0 2-2 0,2 1-1 0,-1 1 0 15,2 0-3-15,2 2-1 0,8 1-4 0,-14 2-1 16,9 2 3-16,0-1-1 0,5-3-2 0,-3 11 3 15,3-11-2-15,5 13-2 0,2-4-1 0,3-4 2 16,4-2 0-16,5-1 0 0,8-2-1 0,4-4-3 0,3-4 1 16,-3 1-2-16,0-6 2 0,-2 0-1 15,-1 0 0-15,-2-2 1 0,-2-1 5 0,-2 0-2 16,-7 2 5-16,-2-2-4 0,-2 0 3 0,-4-1 4 16,-1-2 3-16,-2 1 2 0,0-7-3 0,-3 7 6 15,-5-2 0-15,1 3 5 0,-1 0 10 0,0 5-1 16,-1 1 1-16,-2 1 8 0,3 4-2 0,1 1-8 15,3 5-9-15,-7-9-2 0,7 9-3 0,0 0-4 16,-5 24 0-16,6 8 5 0,2 15-3 0,-2 10 0 16,3 26 1-16,2-2 0 0,-2-24 2 0,1 1-5 15,0-3 2-15,1-2 1 0,6-3 1 0,-3-2-2 16,-1-2 8-16,0 2-8 0,-2-14 2 0,2 12-3 16,-1-15 2-16,-1 2-3 0,-1-1 1 0,1-2-4 15,0-1-18-15,-1-3-26 0,-2-6-35 0,0 0-31 16,-2-2-56-16,2-3-34 0,-6 2-166 0,0-5-392 15,-3-3 174-15</inkml:trace>
  <inkml:trace contextRef="#ctx0" brushRef="#br0" timeOffset="32695.6">5679 5221 142 0,'13'-3'150'0,"2"-5"-12"0,4 0-20 0,9 2-15 16,4-4-39-16,3 2-36 0,16-4-48 0,-1 2-101 16,-12 1-131-16,16-4 59 0</inkml:trace>
  <inkml:trace contextRef="#ctx0" brushRef="#br0" timeOffset="38491.14">7275 4954 61 0,'-5'-4'194'0,"5"4"-16"0,0 0-13 0,0 0-10 16,0 0-15-16,-5-8-15 0,5 8-16 0,0 0-12 16,0 0-4-16,0 0-21 0,0 0-3 0,-13 21-9 15,9-9 0-15,1 5-5 0,-3 2-10 0,0 4 3 16,-2 4-7-16,3-3-4 0,3 1-11 0,2-4-6 15,-2-2 10-15,4-3-7 0,0 3-9 0,3-3 4 16,2-1 1-16,-2-4 2 0,3 0-2 0,2-3-2 16,-3-1 4-16,4 0-7 0,1-1 1 0,1-1-1 15,-3-3 2-15,2 0-6 0,1-2 0 0,-2-1 3 16,2-2 1-16,-4-2-3 0,4-1 2 0,1-3 1 16,-5-1 1-16,1 1 2 0,1-5-4 0,-2-2 1 15,1 1 3-15,-4 3 1 0,-2-3 4 0,-6 2 6 16,2-3 0-16,-4-2-6 0,-2 1-2 0,-3-1 2 15,-1 1-5-15,-2 2-2 0,-2 0-1 0,0 2-7 16,-2 2 5-16,1 0-7 0,-2 3 4 0,4 3-4 16,-1 0-6-16,2 4-2 0,0 1-1 0,0 2-2 15,0 2-13-15,2 5-15 0,-2 1-24 0,0 3-27 16,2 5-29-16,2-4-37 0,4 4-37 0,0 6-118 16,3-5-331-16,0-3 147 0</inkml:trace>
  <inkml:trace contextRef="#ctx0" brushRef="#br0" timeOffset="38669.21">7598 5132 1790 0,'11'-5'71'0,"-4"-1"-7"0,1 4-16 0,-3-2-20 0,0 2 4 16,-5 2 10-16,8-5 14 0,-8 5-1 0,6-2 3 16,-6 2-7-16,0 0-2 0,7-4-8 0,-7 4-4 15,0 0-11-15,0 0-30 0,0 0-46 16,0 0-16-16,0 0-27 0,0 0-34 0,16 9-27 15,-13-5-38-15,-3-4-102 0,4 12-318 0,-4-12 141 16</inkml:trace>
  <inkml:trace contextRef="#ctx0" brushRef="#br0" timeOffset="38885.97">7859 4934 201 0,'0'0'218'0,"0"-13"-5"0,0 13-15 0,2-6-21 15,-2 6-13-15,0 0-23 0,0-10-15 0,0 10-16 0,0 0-11 16,0 0-12-16,0 0 3 0,16 25-3 0,-9-10-5 16,0 3-6-16,3 6-5 0,-1-1-7 15,0 1-5-15,-4 2-5 0,2-7-6 0,-1 5-1 16,-1 2-3-16,-2-2-11 0,2 3-31 0,-4-8-27 16,3 0-29-16,-1 0-51 0,3-4-37 0,-2-3-30 15,0-1-24-15,0 5-104 0,-3-7-324 0,-1-9 143 0</inkml:trace>
  <inkml:trace contextRef="#ctx0" brushRef="#br0" timeOffset="39134.42">8131 5045 153 0,'0'-11'181'0,"0"1"-1"0,2 0-3 16,-2 10-8-16,0-10-19 0,0 10-25 0,1-9-7 15,-1 9-14-15,0 0-15 0,5-3-1 0,-5 3-11 16,0 0-10-16,15 14-8 0,-7-5-3 0,0 1-8 15,3 2-4-15,0 1-4 0,-2 1-4 0,2-3-4 16,-1 3-1-16,0-3-2 0,1-1-3 0,-4-1-2 16,1 1-1-16,0 2-1 0,-3-2-2 15,2 0 3-15,2-1-7 0,-5-2 5 0,-1 2-11 0,-1-2-17 16,-2-7-6-16,3 12-11 0,-3-12-11 0,-1 13-10 16,1-13-17-16,0 0-38 0,-11 9-23 0,5-5-26 15,6-4-131-15,-19 0-304 0,6 0 135 0</inkml:trace>
  <inkml:trace contextRef="#ctx0" brushRef="#br0" timeOffset="39280.58">8122 4974 26 0,'9'-8'106'0,"3"2"-16"0,5-3-2 0,-1-1-13 0,6 3-7 15,-2 0-5-15,6-2-24 0,-2 0-33 0,-2 2-23 16,5 2-31-16,-7 1-35 0,-2 0-90 0,0-2 41 15</inkml:trace>
  <inkml:trace contextRef="#ctx0" brushRef="#br0" timeOffset="39574.39">8539 4863 27 0,'9'1'127'0,"-9"-1"-7"0,6 8-3 0,0-2-3 16,1 1 0-16,5 9-12 0,-2-3 5 0,0 3-8 0,2-1-8 15,-2 1-15-15,0 2-3 0,2-1-10 16,-2 1 1-16,1-3-7 0,3 2-1 0,-3-2-13 0,-5-4 2 16,4-1-2-16,-2 0-1 0,1-2-3 0,-3-1 1 15,2-3 2-15,-3 2 14 0,-1-4 7 16,0 3 20-16,-4-5 16 0,7 3 5 0,-7-3-12 16,0 0-2-16,12-12-3 0,-8 6 2 0,0-3-6 15,1-2-8-15,-1-1-6 0,1-4-5 0,1 2-4 16,-2-4-10-16,1 1 1 0,-2 0-9 0,2-3-7 0,-3 2-5 15,2-1-17-15,1-1-17 0,-2 4-22 16,-1 3-24-16,1 2-26 0,1-1-49 0,2 2-42 16,2 0-37-16,2 5-194 0,-1-2-430 0,2 1 190 15</inkml:trace>
  <inkml:trace contextRef="#ctx0" brushRef="#br0" timeOffset="40080.83">9605 5011 202 0,'0'0'263'0,"8"-9"-5"0,-6 3-7 15,2 1-6-15,0-4-9 0,2-2-16 0,-1-1-16 16,0-2-17-16,2-1-16 0,-2-1-19 0,5 1-4 16,-3-2-18-16,-1 1-10 0,2-1-13 0,-1-1-14 15,0 2-3-15,-2 1-16 0,0-1-1 0,-1 4-9 16,-2 1-6-16,1 1-6 0,1 4-12 0,-3 1 2 15,-1 5-6-15,1-9-4 0,-1 9-10 0,1-8 4 16,-1 8-20-16,0 0-7 0,0 0 0 0,0 0-1 16,0 0-1-16,0 0-1 0,0 24 3 0,0-8 1 15,2-1 2-15,0 3-1 0,1-1 1 0,1-2-2 16,0 0-3-16,2-1 2 0,0-3-3 0,2-1-2 16,-2-3 4-16,3 0-4 0,2 0 5 0,-1-5 2 15,1-1-3-15,5-2 2 0,0-4-2 0,2 0 6 16,0-3-3-16,-4-1-2 0,4-1 2 0,-1 1 3 15,-2-4 2-15,-4 1 1 0,0-1-6 0,-1-2-1 16,-2 2 2-16,-3-3-1 0,0 0 1 0,-1 0-1 16,-2 4-1-16,-2-5-1 0,3 5 2 0,-6 0-1 15,6 1 14-15,-3 11-16 0,-3-13 2 0,3 13-6 16,0 0-1-16,-1-12-8 0,1 12-2 0,0 0 8 16,0 0-6-16,0 0 2 0,6 26 3 15,-4-9 2-15,-1 2 0 0,3 8 0 0,-4-1 2 0,0 2 1 16,1-8 2-16,-2 7-1 0,3-8 3 0,0 0-1 15,0 0 0-15,1 0 1 0,-2-3-14 0,-1 0-19 16,3-5-28-16,-3 1-17 0,1-3-34 0,-1-9-37 16,0 14-45-16,0-14-38 0,-4 11-199 0,4-11-467 15,-10 4 206-15</inkml:trace>
  <inkml:trace contextRef="#ctx0" brushRef="#br0" timeOffset="40249.49">9666 4478 119 0,'0'0'158'0,"0"0"-16"0,0 0-15 16,0 0-23-16,0 0-25 0,0 0-41 0,0 0-53 0,0 0-111 16,0 0-136-16,30 14 61 0</inkml:trace>
  <inkml:trace contextRef="#ctx0" brushRef="#br0" timeOffset="42674.8">10995 4657 117 0,'-10'-4'164'0,"-1"4"-2"0,-2-1-18 0,1 4-7 16,-3-3-11-16,0 5-10 0,-2 1-14 0,-1 3-5 15,3 3-14-15,1-1-11 0,-1 5-5 0,-3 4-5 16,4 1-7-16,3 3-5 0,4-5-3 0,0 0-4 16,5 0-9-16,-2 0 0 0,4-1-7 15,2 1 6-15,2-2-9 0,3-2-1 0,0-5-7 0,2 1 4 16,2-4-7-16,2-2 2 0,-1 1-1 0,7-3 3 16,1-3 4-16,-1-3-3 0,7-3-3 0,-7 0-1 15,-1-2 4-15,2-1-11 0,-4-2 12 0,6-6 1 16,0-1-5-16,-8 5 0 0,5-6-2 0,-8 4 4 15,1 1 0-15,-3-4 2 0,-1 1 3 0,-2 0-4 16,2 5 11-16,-6-1 7 0,3 0 5 0,-1 3 5 16,-4 0 7-16,1 3-1 0,1 1 0 0,-2 6 3 15,1-9-11-15,-1 9-11 0,0 0-5 0,1-8-9 16,-1 8 2-16,0 0-7 0,0 0-2 0,0 0-1 16,3 20 3-16,-1-8-1 0,-2 3-4 0,4 1 0 15,0 1 2-15,5 2-8 0,-4 0-6 0,3-5-9 16,3 1-23-16,-1 1-27 0,3-2-20 0,4 1-31 15,3 1-39-15,-1-7-36 0,-2 2-169 0,0-3-387 16,2-1 171-16</inkml:trace>
  <inkml:trace contextRef="#ctx0" brushRef="#br0" timeOffset="42926.83">11554 4478 117 0,'-4'-12'229'0,"3"2"-7"16,0 1-1-16,-1 2-27 0,2 7-19 0,-2-11-24 16,2 11-17-16,0 0-19 0,0 0-9 15,0 0-13-15,12 32-6 0,-5-4-6 0,4 7-6 0,0 11-5 16,-4 2-6-16,3 0-8 0,-4-3 3 0,-3-10-8 16,1 0-9-16,0 1 0 0,-2-2-4 0,5 12-4 15,-6-13-1-15,-1-3-11 0,4 1-25 16,-6-3-26-16,0 1-30 0,1-3-36 0,0 1-23 15,-3-8 5-15,4-1-29 0,0-1-34 0,-4-2-120 16,0-3-321-16,4-12 141 0</inkml:trace>
  <inkml:trace contextRef="#ctx0" brushRef="#br0" timeOffset="43138.41">11570 4645 66 0,'15'-8'145'0,"-1"3"-10"16,0 3 7-16,4 2-14 0,-1 5-7 0,1 0 2 0,0 4-11 16,-1-1-9-16,3 10-6 0,-7-4-11 15,-6 4-7-15,2 0-6 0,-2 0-6 0,-3 3-8 16,-2-2-7-16,-2 6 3 0,-2-5-11 0,-6 5-14 16,-1-9-20-16,-1 2-34 0,-1-1-30 0,-1-3-33 15,-3 0-38-15,0-3-115 0,-1-1-259 0,3-6 114 16</inkml:trace>
  <inkml:trace contextRef="#ctx0" brushRef="#br0" timeOffset="43371.38">11835 4505 237 0,'4'-7'269'0,"1"1"-24"15,-5 6-13-15,6-7-33 0,-6 7-19 0,3-4-21 16,-3 4-17-16,0 0-18 0,0 0-9 0,0 0-6 15,15 30-6-15,-5-3-3 0,-2 1-11 0,1 3-6 16,-2 2-11-16,1 1-2 0,-4-2-8 0,4 1-6 16,-4-2-2-16,1 0-4 0,-1 2-8 0,-2-4-13 15,1 0-26-15,-2-3-31 0,1-1-26 0,-2-6-25 16,0 0-19-16,0 2-37 0,-3-6-32 0,2-1-40 16,-1 1-136-16,0-3-371 0,-2-4 163 0</inkml:trace>
  <inkml:trace contextRef="#ctx0" brushRef="#br0" timeOffset="43577.66">11926 4647 149 0,'11'-6'146'16,"2"0"-5"-16,-1 3-6 0,-1 3-8 0,1 1-7 15,0 3-4-15,1 0-8 0,0 5-13 0,-3 0-8 16,0 3-7-16,-1 2-7 0,1 2-3 0,-6 0-6 15,-1 1-6-15,-4 2-6 0,-1-2-4 0,-2 2-8 16,-4-1-17-16,-3 5-27 0,1-7-18 16,0 1-58-16,-3-5-32 0,0 2-141 0,-1-1-273 0,3-5 121 15</inkml:trace>
  <inkml:trace contextRef="#ctx0" brushRef="#br0" timeOffset="43802.87">12195 4464 220 0,'2'-8'267'0,"0"2"-15"0,0-1-20 0,-2 7-18 0,4-7-25 15,-4 7-18-15,2-5-24 0,-2 5-15 0,0 0-9 16,10 12-12-16,-3 0-2 0,1 6-10 16,1 5-6-16,3 4-9 0,-6-4-10 0,3 4-4 15,-5 2-5-15,2 0-3 0,-2-3-7 0,-1 2-9 16,1 1-23-16,-2-6-34 0,0 4-23 0,-2-7-37 0,-2 6-36 15,0 0-42-15,-1-7-48 0,1-1-182 0,0-3-409 16,-2 2 181-16</inkml:trace>
  <inkml:trace contextRef="#ctx0" brushRef="#br0" timeOffset="43999.88">12529 4628 50 0,'0'0'254'0,"5"-10"-24"15,-5 10-21-15,4-8-24 0,-4 8-20 16,0 0-17-16,0 0-6 0,0 0-5 0,9 21-17 16,-4-10-9-16,1 4-13 0,-4 3-5 0,3-1-12 15,-3 1-6-15,2 0-5 0,-2 0-6 0,1-1-16 16,1-1-25-16,0 0-43 0,-3 0-36 0,0 1-34 16,3-4-34-16,0-1-43 0,-6-1-141 0,2-11-334 15,2 16 149-15</inkml:trace>
  <inkml:trace contextRef="#ctx0" brushRef="#br0" timeOffset="44147.4">12450 4450 25 0,'0'0'51'0,"6"-10"-28"0,-6 10-26 0,0 0-13 16,0 0-18-16,35 26 8 0</inkml:trace>
  <inkml:trace contextRef="#ctx0" brushRef="#br0" timeOffset="44431.39">12897 4738 216 0,'5'-4'233'0,"1"-3"-10"0,1-2-13 16,3-4-20-16,-2 3-18 0,-3 0-14 0,9-1-9 15,-8 3-22-15,1-3-14 0,2-4-11 0,-3 3-13 16,2 2-16-16,-4 1-9 0,2-1-9 0,-4 2-7 16,-1 2-10-16,-1 6-9 0,-1-11-11 0,1 11-5 15,-6-10-3-15,-1 9-1 0,-4-1-2 0,11 2-2 16,-32 3-2-16,15 8-2 0,-4 3 0 0,3-1 5 16,3 0 0-16,-2 2-8 0,2 4 3 0,4-2 0 15,4-2-1-15,2 0-3 0,1 1 8 16,4 1 1-16,2-4-3 0,0-2-5 0,5-1-19 15,3-1-15-15,3 2-29 0,3-3-28 0,3-1-37 0,4-5-27 16,6 0-156-16,-2-1-339 0,1-5 151 0</inkml:trace>
  <inkml:trace contextRef="#ctx0" brushRef="#br0" timeOffset="44835.53">13335 4601 153 0,'3'-10'191'0,"-1"1"11"16,-2 9-11-16,-2-14-5 0,2 7-2 0,0 7-9 0,-5-10-10 15,1 6-16-15,4 4-8 0,-14-1-15 0,14 1-18 16,-15 7-4-16,3-1-14 0,-1 7-6 0,0-2-9 16,-1 7-5-16,3-3-6 0,-3 1-11 0,1 7-2 15,6-7-6-15,0 1-3 0,2-3-5 16,1-1-6-16,4 0-5 0,-4-3-2 0,6 2-10 16,0-3-8-16,-2-2-11 0,6 0-5 0,-3-3-10 0,4 0 2 15,-7-4-5-15,11 2 3 0,0-2-2 16,1-5-7-16,-4 1 0 0,1-3 1 0,1-3 1 0,-4 1 0 15,3-6 4-15,0-1 3 0,-2-3 3 16,0-6 3-16,-1-1 0 0,-1 0 11 0,-5-2 1 16,2 3 5-16,-2-5 1 0,0 0 3 0,0-1 6 15,-3-1 6-15,-3-1-1 0,4 2 9 0,0 2 9 0,-3 2 8 16,3 8-4-16,0 1 6 0,0 7 9 16,-1 0-3-16,3 2-5 0,-2 3-5 0,2 6-9 15,0 0-9-15,0 0-2 0,0 0-1 0,0 0 0 16,9 37 1-16,-2-5 5 0,-1 14-6 0,-1-1-2 15,-3 4 1-15,2 2 5 0,2 1-1 0,0-7-1 16,-2-11 3-16,3-1-10 0,-3-1-7 0,2-1-15 16,-2 1-31-16,2-2-43 0,-1-3-55 0,-1-8-76 15,0 5-252-15,1-7-500 0,-5-5 221 0</inkml:trace>
  <inkml:trace contextRef="#ctx0" brushRef="#br0" timeOffset="44997.47">13607 4772 98 0,'0'0'296'0,"2"-6"-20"0,-2 6-20 0,5-5-22 15,-5 5-26-15,0 0-17 0,0 0-31 0,4-8-36 16,-4 8-47-16,0 0-55 0,0 0-61 0,6-3-47 16,-6 3-95-16,0 0-92 0,0 0-296 0,0 0 131 15</inkml:trace>
  <inkml:trace contextRef="#ctx0" brushRef="#br0" timeOffset="56430.35">15224 4579 142 0,'-2'-13'161'0,"-1"7"-11"15,-3-3-12-15,0 4-15 0,-5-3-14 0,1 2 3 16,-1 1-8-16,-6 1-14 0,1 0-3 0,-5 3-23 15,1 1-8-15,0 3-10 0,-3 3-4 0,-6 1-1 16,2 5-5-16,-1 2-6 0,2 1-2 0,0 5 1 16,2 1-4-16,2 1-3 0,2-3-3 0,2 2-5 15,8-4 2-15,4 0-1 0,2-1-4 0,1-1-4 16,4 1 1-16,5-1 4 0,0-4-9 0,7 2 10 16,0-2-4-16,4-1 0 0,1-4-2 0,3 0 1 15,0-3-2-15,7 0 1 0,-1-2 1 0,-7-2-2 16,0-2 2-16,-1 0-2 0,-2 0-1 0,-6 2-1 15,2-3 3-15,-7 1 0 0,6 1-2 0,-12 2 2 16,11-8-2-16,-5 5 11 0,-6 3 0 0,9-6 1 16,-7 3 5-16,-2 3-2 0,4-6-2 0,-4 6-4 15,0 0 1-15,0 0-6 0,0 0 0 0,0 0-3 16,0 0-3-16,0 0-2 0,-21 9 4 0,14-1-4 16,-3 4-1-16,-1 5 2 0,2-2-2 0,-2 4 2 15,2-3-3-15,2 1 0 0,1 1 3 0,1-2-3 16,3-1 6-16,2 1-5 0,1-3-7 0,2-1-19 15,4 3-21-15,0-1-37 0,6-4-31 0,3-1-30 16,-2-1-126-16,1 1-293 0,2-2 130 0</inkml:trace>
  <inkml:trace contextRef="#ctx0" brushRef="#br0" timeOffset="56853.65">15504 5134 25 0,'5'-7'212'16,"-1"1"-2"-16,1-2 7 0,0 0-6 0,2-2-19 16,-1 0-12-16,1-1-18 0,0 1-3 0,1-4-16 15,1 0-10-15,-1-1-12 0,1-2-8 0,2 0-6 16,0-7-10-16,-4 6-9 0,3-9-9 0,3 2-3 16,-4-2-11-16,-2 3-6 0,2-1-8 0,0 0-4 15,-5 6-2-15,-2 2-3 0,0 2 1 0,2-3 5 16,-3 9 6-16,0 2-11 0,1-2 1 0,-2 3-3 15,0 6-2-15,0 0-8 0,1-11-7 0,-1 11-5 16,0 0 4-16,0 0-11 0,0 0-3 0,-14 1-2 16,3 8 3-16,-4 1-6 0,0 3-2 15,-1 2-1-15,5-1-15 0,1 0-12 0,1-1-13 0,2 0-8 16,5-1-3-16,-1 0 1 0,6-1 4 0,1-1 6 16,3 5 2-16,5-3 5 0,-1-1 0 0,4 0 0 15,2-3 5-15,2 3 3 0,-1-3 1 0,1 1 1 16,-1-1 0-16,0 3 2 0,-1-3 3 15,-2 2-5-15,1 0 0 0,-5-1 0 0,-2 0-3 0,0 2-3 16,1 2 6-16,-5-3-3 0,-1 2-10 0,-3 0-1 16,-1 0-13-16,-1-1-6 0,-3 0-20 0,-1 1-24 15,0-3-22-15,-4 2-9 0,1-3-29 0,1 1-17 16,-3-1-89-16,1-1-288 0,0-4 128 0</inkml:trace>
  <inkml:trace contextRef="#ctx0" brushRef="#br0" timeOffset="57070.32">15857 4734 86 0,'1'-11'249'0,"-1"2"-13"0,0 9-17 0,0-13-23 16,0 13-23-16,0-6-23 0,0 6-22 16,0 0-11-16,0 0-7 0,0 0-9 0,15 19-7 15,-6-2-7-15,-1 0-9 0,1 5-8 0,1 4-2 16,-1 2-9-16,-1-1-1 0,-3 2-9 0,1 1-1 0,-1-5-5 15,-2 3-4-15,-1-4-20 0,0-4-23 0,0 0-34 16,-2-2-44-16,2 0-41 0,-1-3-33 0,-2-2-190 16,-3-1-374-16,4-12 165 0</inkml:trace>
  <inkml:trace contextRef="#ctx0" brushRef="#br0" timeOffset="57307.86">15832 4946 6 0,'8'-7'147'0,"3"0"-6"0,4-2-14 16,1 2-10-16,1 1-13 0,3-2-11 0,1 5-13 15,-1-3 3-15,7 0-8 0,-5 4-10 0,5-1-10 16,-11 1 1-16,5 2 1 0,-3 2-6 0,-3-2-5 16,-2 3-6-16,-1 1-9 0,0 3 5 0,1-1-4 15,-4 1-1-15,-3 2 1 0,-1 1-5 0,-1 1-2 16,1 0 4-16,-2 0-4 0,2 5-1 0,-5-4-3 15,1 4-17-15,-1-4-37 0,0 2-50 0,-1-4-28 16,1 2-129-16,-3-1-258 0,2-2 115 0</inkml:trace>
  <inkml:trace contextRef="#ctx0" brushRef="#br0" timeOffset="57849.88">16375 5081 33 0,'0'0'209'0,"0"0"2"0,0 0-2 0,0 0-16 0,-12-31-15 16,8 21-6-16,0-1-7 0,3-6-15 0,0 0-11 15,-1 0-13-15,4-2-5 0,-1-1-20 0,4-4-5 16,0 6-10-16,3 0-11 0,-1 2-11 0,2 3-8 16,2 4-5-16,-1 2-7 0,3 1-9 0,-1 2 1 15,5 1-7-15,1 7-5 0,0 1 0 0,-2 2-4 16,-1 2-1-16,0 2 0 0,-2 2-5 0,0 0 1 15,-2 3-6-15,0-2 2 0,-3 0-2 0,-3 1 4 16,-4-4-4-16,2 0-1 0,-2-1 0 0,0 1-2 16,1-5 1-16,-2 1-5 0,0-7-5 0,0 9 4 15,0-9 3-15,0 7 4 0,0-7-2 16,0 0-1-16,0 0-1 0,0 0-5 0,0 0-3 16,0 0 2-16,0 0-6 0,0 0 0 0,5-31-3 0,-1 19 0 15,3-2-7-15,0-2-6 0,4 0-2 0,-2-1-2 16,5 1 6-16,-2 3-3 0,3 0 2 0,-5 6 7 15,-1 1-2-15,4 0-2 0,-3 3 0 0,2 2 1 16,2 2 1-16,-6 1 0 0,-8-2 3 0,20 10 1 16,-11-3-12-16,-4 3-16 0,0-1-15 15,-1 1-40-15,0 0-26 0,0 2-25 0,-3-1-24 0,1 2-127 16,1-4-321-16,0 1 142 0</inkml:trace>
  <inkml:trace contextRef="#ctx0" brushRef="#br0" timeOffset="58597.75">17136 4753 87 0,'-4'-10'203'0,"-1"4"-20"0,-3 0-11 16,-1 0-15-16,-2 5-20 0,1 2-9 0,-1 3-19 16,-1 3 0-16,-1 5-15 0,-2 1-3 0,3 3-11 15,2 0-9-15,2-1-4 0,2 2-4 0,2-1-6 16,3 0-8-16,-1-4-3 0,2 1-5 0,2-3-9 15,0 0 3-15,3-1-1 0,1 0-5 0,1-4-1 0,1 1-3 16,2-3 0-16,0 0 2 0,2-5-5 16,-2 1 4-16,-10 1 5 0,18-6-2 0,-8 1 1 15,-2-2 4-15,1 0 7 0,-2 0 2 0,-2-3-2 16,-1 1 9-16,-1 0-12 0,1-6-4 0,-2 2-3 16,1 3 0-16,-2 1 0 0,-1 0 3 0,1 1-7 15,-1 8-1-15,2-10-6 0,-2 10-8 0,0 0-7 0,1-9 0 16,-1 9-4-16,0 0 0 0,0 0 1 15,0 0 2-15,2 27-3 0,0-15 2 0,-1 7-3 16,-4-2 3-16,6 0 0 0,-2 2 5 0,3-3-8 16,-1-1 0-16,1-3-4 0,-2-1 3 0,4-1 2 15,-1 0 3-15,1-3-3 0,-1-2 1 0,0 0 0 16,5 0 2-16,-2-3 2 0,2-2-3 0,3-2 5 16,-2-3 0-16,5-3-1 0,-1-2 3 0,-1-2 4 15,-1 0 6-15,0-4 2 0,-1 1 5 0,-3-3-1 16,-1-2 0-16,1-3-2 0,1-2 3 0,-5-2-10 15,0-2 4-15,-3 1-6 0,-2-1 2 0,1 0-3 16,-1-2-3-16,0 2 1 0,-1 3 2 0,-1 7 9 0,1 2 2 16,0 6-3-16,1-2 4 0,-1 4-6 15,1 9 2-15,0-12-16 0,0 12-4 0,-4-6-2 16,4 6-2-16,0 0 1 0,0 0 1 0,6 38-4 16,-3-10 4-16,1 2 1 0,-2 1 3 0,2 4-3 15,0-2 5-15,1-1-2 0,-4-3-2 0,4-1 2 16,0 0-3-16,2-4 1 0,0-6 3 0,2 0-4 0,0-3 3 15,0 0 4-15,1-2 1 0,-1-4-1 16,5 0-3-16,-5-4 12 0,0 1-12 0,0-6 0 16,3 0 2-16,-3-3 3 0,9-3 4 0,-7 1-6 15,2-6 0-15,1 0 1 0,-2-2-1 0,-1-2-7 16,1-2 4-16,-1-6-2 0,-2 5 2 0,-1 0-6 16,-1-9 3-16,-2 12 0 0,-3-1 2 0,-2 1-2 15,1 5 1-15,-1 10 2 0,-1-17-1 0,1 17-2 16,-3-11-7-16,3 11-5 0,-4-5 3 0,4 5 1 15,0 0-2-15,-15 14 11 0,5-1-6 0,1 3-6 16,1 0 6-16,0 1-4 0,2 1 4 0,4-2-2 16,-1 1-14-16,2 0-13 0,2 0-34 0,0-5-21 15,1 0-44-15,3-2-50 0,3-2-42 0,0 0-233 16,-3-5-494-16,-5-3 219 0</inkml:trace>
  <inkml:trace contextRef="#ctx0" brushRef="#br0" timeOffset="58774.65">17261 4731 110 0,'0'0'106'0,"0"0"-14"15,0 0-18-15,45-6-40 0,-16 2-44 0,8-3-58 16,-1 2-74-16,18-8 34 0</inkml:trace>
  <inkml:trace contextRef="#ctx0" brushRef="#br0" timeOffset="59006.35">18486 4412 157 0,'2'-6'245'0,"1"1"3"0,-3 5-20 16,5-6-19-16,-5 6-24 0,4-6-27 0,-4 6-21 15,0 0-15-15,0 0-4 0,7 25-1 0,-2-5 0 16,2 9-9-16,-2 1-8 0,4 2-7 16,-4 3-11-16,-1-3-3 0,0 0-10 0,-2 0-3 15,2 0-5-15,4-1-4 0,-6-3 3 0,3 0-15 16,-2-2-6-16,-2-8-6 0,0 1-26 0,-1-2-33 16,2-2-47-16,-4 0-46 0,2-3-55 0,-3-1-66 0,-4-1-145 15,-2-4-417-15,-1 1 185 0</inkml:trace>
  <inkml:trace contextRef="#ctx0" brushRef="#br0" timeOffset="59554.33">18417 4701 1740 0,'6'-14'16'16,"-2"3"4"-16,2 1-4 0,-1 0-29 0,3 0 10 0,0 1 1 16,4-5 11-16,1 1 13 0,-1 0 11 0,-3 4 7 15,5-2 5-15,2 0 6 0,-4 0 6 16,-3 2-4-16,2 1 0 0,-1 1 4 0,-1-1-6 15,0-1 3-15,-1 0 0 0,0 0-5 0,-1 1 0 16,0-1 0-16,-5 3-1 0,2 0 1 0,-1 0-5 16,-3 6-6-16,4-8-3 0,-4 8-6 0,3-6-7 0,-3 6-6 15,0 0-4-15,0 0-1 0,0 0-3 0,11 18 4 16,-8-2-1-16,-3 8 0 0,0 2-3 16,3 3 4-16,-4-2-2 0,2 4-2 0,-4 0-1 15,2-3 3-15,-1 0 0 0,2-2-4 0,-3-9 0 16,3 2 4-16,-1-2-7 0,1-5 0 0,0-1-11 15,2 0-1-15,2-2-4 0,-3-4-6 0,-1-5 0 16,3 10 3-16,-1-6 3 0,-2-4-1 0,0 0 4 16,16-5-1-16,-5-2 0 0,3-3 3 0,4 0 1 15,0 1 1-15,0-3-4 0,-1 4 5 0,2-3-2 16,-4 4 2-16,4 0 2 0,-1 0 3 0,-1 5 2 16,-3 1 1-16,-1-1 2 0,5-1 2 0,-7 1 7 0,2 2-8 15,1 0-1-15,-2 0 5 0,0-1-4 16,1 1 1-16,-4-2 0 0,4 0 3 0,-3 0-2 15,-2 0 13-15,2-1-8 0,-4 0 1 0,3-4-3 16,-2 0 7-16,-1 3 2 0,-1-2 8 0,-1 0 0 16,0-3-7-16,0-2-1 0,-3 3 5 0,0-2-3 15,-2-1 2-15,0 1-5 0,-1-1 1 0,2 11 4 16,-7-17 3-16,4 11 0 0,0 2-1 0,3 4 0 16,-6-9-6-16,6 9-4 0,0 0 4 0,-14 1-11 15,5 8 2-15,-4 2 1 0,1 3-3 0,-1 1 0 16,-1 2 1-16,3 0-3 0,3 2-3 0,0-2-29 15,4 0-38-15,2 1-47 0,0-6-56 0,6-1-70 16,1 1-230-16,5-5-506 0,3-1 224 0</inkml:trace>
  <inkml:trace contextRef="#ctx0" brushRef="#br0" timeOffset="60245.88">19854 4769 208 0,'8'-9'266'0,"0"0"0"16,-1-1-14-16,2 0-4 0,-1 0-15 15,-3-5-6-15,0 0-24 0,-1-1-12 0,1-3-2 0,-5 0-23 16,1 0 6-16,-1 0-16 0,-5 2-8 0,3 1-13 16,-1 5-2-16,1-1-21 0,-2 1-10 0,0 3-14 15,-1-2-5-15,-2 1-9 0,2 2-10 0,0 2-6 16,5 5-2-16,-7-8-12 0,3 5-2 15,4 3-9-15,-7-4-8 0,7 4-13 0,0 0 3 16,-10-3 2-16,10 3-15 0,0 0-10 0,0 0-12 0,0 0-8 16,0 0-8-16,0 0 2 0,17 26-11 0,-7-21-1 15,4-1-3-15,3 3 10 0,3-4-3 16,0 0 3-16,1 1 3 0,-2-4 3 0,0 5-1 16,-2-1 7-16,-4-1-1 0,-1 2-2 0,-1 0 2 15,0 1 5-15,-3 2 2 0,-2 2 3 0,1 0-2 16,-2 6 3-16,1 0 2 0,-1 0 5 0,-1-1-3 0,0 0 4 15,-2-2-3-15,2-2 5 0,0 0-1 0,4 5 2 16,-3-7-1-16,0 1 4 0,0-1-2 16,3-1 3-16,1-1-2 0,0-1 7 0,1-2-5 15,1-3 5-15,6-1 0 0,-3-1 1 0,3-3-1 16,-1-2 4-16,1-2-5 0,1-1-1 0,0 0 2 0,-3-2 3 16,7-6-1-16,-8 4-2 0,-4-2 2 0,1-1-2 15,-3 1-1-15,-1-2 3 0,-1-6 6 16,-1 4-11-16,-4 2 0 0,-1 0 4 0,-1 5-1 15,-4 2 8-15,4-2 4 0,-2 6 4 0,1-1-6 16,2 7-10-16,-11-4 2 0,11 4-1 0,-16 5-2 16,7 3 1-16,-4 8-2 0,-2 6 5 0,4 3-2 0,0 0-2 15,5-1-6-15,-1 0-16 0,5-5-20 0,3 2-26 16,1-3-39-16,4 1-48 0,4-2-46 16,1-3-49-16,3 0-177 0,4-8-459 0,3 1 204 15</inkml:trace>
  <inkml:trace contextRef="#ctx0" brushRef="#br0" timeOffset="60552.48">20659 4527 6 0,'0'-7'264'16,"3"1"-16"-16,-3 6-26 0,0-9-20 0,0 9-27 16,3-7-19-16,-3 7-15 0,0 0 8 0,11 15-9 15,-3-1-13-15,-2 5-9 0,6 3-12 0,-1 3-5 0,-2-2-9 16,1 1-11-16,2 2-6 0,-6-7-9 15,6 5-4-15,-6-8-5 0,2 1-5 0,-1-3-2 16,-1-1-9-16,-1-4-5 0,0-1-1 0,-1-2-5 16,-1-2 0-16,-3-4 22 0,5 9 24 0,-5-9 17 15,3 4-2-15,-3-4-1 0,0 0-4 0,0 0 1 16,6-21-14-16,-4 7-1 0,-1 3-3 0,2-6-16 16,-1-2 2-16,2-7-5 0,1 1-9 0,1-2-7 15,0-2-10-15,1-2-22 0,1 3-27 0,2-1-24 16,2 2-26-16,2 3-39 0,-5 4-38 0,0 4-37 15,2-1-43-15,-2 7-23 0,0 1-22 0,-1 4-147 16,-8 5-459-16,14-3 203 0</inkml:trace>
  <inkml:trace contextRef="#ctx0" brushRef="#br0" timeOffset="61507.85">21030 4618 4 0,'0'0'219'0,"0"0"0"0,0 0 14 0,14-2-2 16,-14 2-3-16,15-10-13 0,-11 5-10 0,4-5-14 15,-2 2-14-15,3-2-10 0,0-2-17 0,-1 2-11 16,-3 0-7-16,4-1-19 0,-3-1-6 0,2-1-10 16,-2-3-7-16,-2 5-13 0,0 0-3 0,-1 1-4 15,-3 0-7-15,0 10-9 0,-4-14-7 0,4 14 1 16,-8-14-1-16,4 10-8 0,-2 1-8 0,6 3-4 16,-14 0-5-16,1 2-3 0,0 5-2 15,-3 3-6-15,2 5-2 0,-3-1 3 0,4 7-4 0,-2 0 4 16,6-3-4-16,1 0 1 0,3 0-3 0,0-2 0 15,4 0-2-15,2-2 1 0,0 4 1 0,4-3-3 16,0-3 3-16,3-3 2 0,-1 1-4 0,4-2 4 16,6 0-2-16,-1-2 2 0,1-1 0 0,3-2 2 15,1-1-2-15,-2-2 3 0,1-2-4 0,0 1 8 16,1-3-9-16,-2-2-1 0,1 0 0 0,-1 1 3 16,-1-3-4-16,-3-1 2 0,-1-1 0 0,-1 0-4 15,-1-6-7-15,-2 4-1 0,-1-2-3 0,-4-2-9 16,0 0 6-16,-3-1-14 0,-2 1 4 0,0-1 2 15,-2 5 0-15,-1 0 4 0,-2 0-2 0,-1 2 4 16,-1 0 5-16,-3 3-4 0,4-1 4 0,-1 0 1 16,1 5 3-16,2 0-2 0,4 3 1 0,-9-7-2 15,9 7-5-15,-5-4 5 0,5 4-1 0,0 0 0 16,0 0 2-16,0 0 4 0,0 0 1 0,27-3 1 16,-13 3-3-16,5 0 0 0,4 0 4 0,-4 1 8 15,1 1-14-15,-3-2 2 0,0 4 2 16,-4-1-7-16,-2 1 6 0,1-1 3 0,-2 3-5 0,-2 2 5 15,-2 0-3-15,-1 2 2 0,-1 0 2 0,-3 1-1 16,1 1 2-16,0 7-1 0,-1-3 5 0,1-1 0 16,-2-2-4-16,0 2 1 0,0-4 1 0,0 1 4 15,0-1-6-15,1-1 2 0,3 0-1 0,-3-4 1 16,3 0 3-16,1-1 0 0,0 0 2 0,4-4-4 16,0 3 6-16,3-6 0 0,1-1-4 0,3-2-3 15,2 0 3-15,0-3-1 0,-2-3-2 0,-2 0 0 16,2-1 4-16,-3-1-2 0,-2-2-4 0,-3 1 10 15,1-3-8-15,-3 3 0 0,-1-2-3 0,-2 0 3 16,-2 1 2-16,0 3-2 0,-1-1-4 16,-1 7-1-16,0-3 0 0,-2 0-5 0,-1 3 1 15,4 6-1-15,0 0-4 0,-3-6-3 0,3 6 6 16,0 0-4-16,-8 19 4 0,5-7 2 0,1 5-1 0,-4 2 1 16,1 7 3-16,0 1 2 0,2-1-3 0,-3-2 1 15,5 3 2-15,-1-2 0 0,0 0-2 0,-2 0 3 16,3-7 0-16,-1-2 2 0,-1-5-2 0,3 3-1 15,-1-3 1-15,1-1 12 0,0-10-12 0,-3 12 2 16,3-12 1-16,0 7 1 0,0-7-1 0,0 0-2 16,3 7 2-16,-3-7-9 0,0 0 1 0,0 0-4 15,18-16 0-15,-6 6 0 0,4 0-1 0,2-2-5 16,1-4 2-16,5-1 1 0,-1-2 0 0,3 0-2 16,-3 2 8-16,1-3-5 0,-2 2 5 0,-1 1 1 15,-9 1 2-15,1 2 8 0,-1-1-8 16,-1 2 7-16,-6 3 5 0,1-1 2 0,-1 0 9 15,-3 5 12-15,-2 6 3 0,0-13-6 0,0 13 13 0,0 0-14 16,-4-12-7-16,4 12 1 0,0 0-6 0,-21 2 0 16,21-2-4-16,-24 16 10 0,9-6-8 15,-1 4 0-15,-2 4 0 0,4-1-5 0,5-3 2 16,-2 0-6-16,3 3 3 0,4-1-18 0,2-4-15 16,2 0-61-16,1-1-52 0,3-1-56 0,6-2-72 15,6-1-263-15,-5-1-571 0,10-4 253 0</inkml:trace>
  <inkml:trace contextRef="#ctx0" brushRef="#br0" timeOffset="62040.14">22870 4819 73 0,'13'-12'223'0,"1"-2"-6"0,2 0 4 0,5-4-12 0,0-2-11 16,-1-2-10-16,2 1-6 0,-3-1-10 0,0-2-11 15,3-5-5-15,-5 1-17 0,2-3-12 0,-3 1-6 16,0-1-8-16,-6 1-8 0,3 2-1 0,-7 0-1 16,-2 2 2-16,-2 8-5 0,1 1 5 0,-3 1-7 15,-1 3 1-15,-1 3-20 0,-1 2-7 0,0 0-8 16,-2 2-14-16,-3 2-6 0,-1 1-5 0,-2 6-7 16,-8 3 1-16,-7 7-4 0,1 2-2 0,0 6-6 15,2-1-4-15,3 2-2 0,4 1-15 0,3 2-8 16,2 0-15-16,14 0-9 0,-2 0-5 0,7 0-2 15,2-8-8-15,7 4-1 0,3-2-1 0,4-1 3 16,6-1 1-16,0-3 1 0,2-3 5 0,3 2 2 16,-3-2 5-16,-2 3 4 0,-3-7 5 0,-9 2-6 15,-3-1 3-15,-4-2-2 0,-6-2 4 0,0 2 3 16,-1-3 7-16,-4-3 1 0,0 12 10 0,0-12-1 16,-14 13 4-16,3-7-6 0,-6-1 5 0,0 2-5 15,-3-2-3-15,0-2-14 0,1 1-24 0,7-2-27 16,0-1-33-16,12-1-45 0,-19-3-36 0,19 3-50 15,-10-4-138-15,10 4-406 0,0 0 180 0</inkml:trace>
  <inkml:trace contextRef="#ctx0" brushRef="#br0" timeOffset="62386.52">23502 4508 2424 0,'10'-8'152'16,"-2"-3"-68"-16,-3 3-15 0,-3 1-22 0,2 0-3 15,-4 1-3-15,0 6-1 0,3-8-4 0,-3 8-9 16,0 0-1-16,0 0 2 0,0 0 1 0,-22 12 5 15,10-2 1-15,1 4 2 0,-2 3-3 0,2 0-6 16,2-2 1-16,-1 0-2 0,2 4 4 0,3-4-11 16,2 0-2-16,2-2-4 0,2-1 1 0,3-1-2 15,0 0 1-15,2-3 3 0,3-1-11 16,0-1 0-16,4-2-1 0,1-3-3 0,-1 0-7 16,5-3 2-16,-2-1 0 0,2-2-6 0,-4-4 7 0,-2 2 5 15,-5-2-2-15,5-2 2 0,-2-4-2 0,-2 1 5 16,-3-2 0-16,-1 1 2 0,-2-2 3 0,2 2 10 15,-4 4 5-15,3-2-3 0,-3 13 6 16,1-14 3-16,-1 14-3 0,0-11-9 0,0 11-7 0,0 0-3 16,0 0-1-16,0 0-3 0,0 0 1 0,0 0-3 15,0 0 2-15,11 30 1 0,-9-13 4 0,0 0-2 16,2 0 5-16,-1 2-42 0,3 0-24 0,0-3-35 16,3 1-31-16,-1-1-45 0,2-2-45 0,4-3-46 15,-2 0-216-15,-1-6-508 0,2 1 225 16</inkml:trace>
  <inkml:trace contextRef="#ctx0" brushRef="#br0" timeOffset="62610.64">24019 4395 1968 0,'-2'-29'46'0,"2"1"46"0,-3 1-19 0,2 9 23 16,0 4 8-16,1 1 5 0,-2 4 0 15,4 2-16-15,-2 7-16 0,-2-9-11 0,2 9-13 16,0 0-7-16,0 0 0 0,0 0 5 0,0 0 5 0,3 44 6 15,-3-16 2-15,0 0-11 0,-1 0 2 0,1 3-3 16,-3-2-12-16,-5-1 2 0,7 3-6 0,-1 0 0 16,2-4-4-16,-2 1-5 0,0-1-18 15,-1-8-33-15,1 0-40 0,-1-1-32 0,0-1-43 16,0-3-46-16,0-4-53 0,-3 1-237 0,-1-6-514 16,7-5 227-16</inkml:trace>
  <inkml:trace contextRef="#ctx0" brushRef="#br0" timeOffset="63212.66">23856 4463 129 0,'10'-6'170'0,"2"2"-13"16,4-1-17-16,-3 2-4 0,1 0-15 0,3 2-6 16,2-2-7-16,-3 3-8 0,-2-1-9 0,-1 2 5 15,5 4-9-15,-8-1-5 0,3 1-1 0,-1 2-2 16,-1 4-2-16,2 1 6 0,-6 2 1 0,0-4-4 15,3 7 1-15,-2-2-7 0,-1 0-7 0,-1-2-1 16,-1 0-2-16,2-3-5 0,4 3-6 0,-4-2-2 16,0-3-9-16,2-2 5 0,-1 1-7 0,2-2 0 15,2-3-5-15,0 0 0 0,2 0-3 0,-1-5-3 16,-1 1-3-16,1-3-2 0,-1-2-5 0,-1-1-3 16,2-3 2-16,-5 1 0 0,2-1-1 0,-3-3-3 15,-1 3-2-15,-1-3 1 0,-1-3 1 0,-2 2-7 16,1 0 2-16,-2 2-1 0,-1 1 8 0,0 2 5 15,2 0 1-15,0 5 0 0,-2 5-4 0,0-12 1 16,0 12-2-16,0 0-13 0,0-9 3 0,0 9-5 16,0 0 5-16,0 0 2 0,0 0 0 0,3 28 6 15,-3-13-2-15,-1-1-2 0,1 3-3 0,1-1 10 16,2 0-11-16,-2 2 2 0,1-3 0 0,0 2 0 16,3-2 1-16,-2-6-4 0,5 1 2 0,-1 1 3 15,0-3-3-15,-1 1 6 0,1-6-5 0,4 1 3 16,-2-1-1-16,0-1-2 0,-9-2-2 0,22-4 0 15,-12 2-1-15,2-3 0 0,0-2-4 0,-3 2 4 16,0-6-3-16,-1 2 6 0,-3-3-5 0,0 1-1 16,1-4 1-16,2-1-1 0,-4-2 1 0,1 0-1 15,0 1-9-15,-2 1 3 0,3 2 0 0,0-1-2 16,-2 4-3-16,0 2 0 0,0 1-2 0,-4 8-1 16,9-11-1-16,-3 8-2 0,-2 0 3 0,-4 3 2 15,13 2 6-15,-13-2-11 0,14 8 2 0,-8-2 4 16,-1 0 0-16,2 3 2 0,-3 2-1 0,-1-1 3 15,2 1-1-15,-1 1 5 0,0 3-3 0,-3-2 6 16,5-3-3-16,-6 2-10 0,4-2-19 0,1 0-34 16,2-2-34-16,-1 0-34 0,5-2-47 0,3-3-39 15,-1-2-216-15,-1 0-467 0,10-1 207 0</inkml:trace>
  <inkml:trace contextRef="#ctx0" brushRef="#br0" timeOffset="63537.99">25006 4425 77 0,'-9'-11'195'0,"-5"1"5"0,-2 1 13 0,4 5 0 16,-1-2-8-16,-1 4-5 0,0 4-14 0,-3 1-15 16,2 4-9-16,-4 0-9 0,3 3-8 0,1 3-15 15,0-1-14-15,1 1-6 0,5 1-14 0,2 0-10 16,3-3-8-16,3 0-7 0,1-1-6 0,1 3-6 16,6-5-23-16,-1 2-10 0,3-4-11 15,4 0-5-15,4-2-17 0,3-2-4 0,-1-2-12 16,2-2-3-16,-2-2 4 0,1 1 0 0,-6-3 4 0,-2 0 3 15,0-1 4-15,-1-1 8 0,-5-2 8 0,4 2 3 16,-3-1 7-16,-3 1 11 0,0-2 3 0,0 5 5 16,-1-2 8-16,0 1 0 0,-3 6-4 15,4-7-7-15,-4 7 3 0,0 0-11 0,3-5-9 16,-3 5 3-16,0 0-3 0,0 0 4 0,0 0 0 16,0 25 2-16,0-25-2 0,0 20-2 0,0-8-2 0,4 0 2 15,-4-1-7-15,4 0-20 0,-1 0-34 0,-1-2-30 16,4 0-47-16,0 0-50 0,-6-9-45 0,14 6-237 15,-14-6-490-15,21 4 217 0</inkml:trace>
  <inkml:trace contextRef="#ctx0" brushRef="#br0" timeOffset="63771.08">25360 4250 63 0,'0'-12'284'0,"0"2"0"0,3 3-9 0,-3 7-11 15,1-11-27-15,-1 11-24 0,2-4-23 0,-2 4-15 16,0 0-12-16,0 0 2 0,3 25-9 0,-3-9-9 16,1 3-10-16,-1 2-18 0,-1-2-4 0,4 9-10 15,-1-7-7-15,-2 5 0 0,0-9-23 0,0 4-10 16,0-2-3-16,-2 0 1 0,4-1-11 0,-2-2-28 16,0-4-42-16,3 0-37 0,-1 0-37 0,-1-3-34 15,-1-9-45-15,2 14-63 0,-2-14-44 0,0 0-165 16,0 0-479-16,0 0 212 0</inkml:trace>
  <inkml:trace contextRef="#ctx0" brushRef="#br0" timeOffset="64015.93">25259 4385 54 0,'0'0'177'15,"16"-6"-1"-15,-5 5-22 0,0-2-6 0,5 3-7 16,5-4-14-16,-1 3-9 0,2-1-17 0,-1 0-7 0,0 2-14 15,0 0-4-15,-3 0-5 0,0 0-8 16,-2 2-10-16,-3-1-3 0,-1 4 5 0,-1-2-6 16,-4 2-1-16,-1-2-3 0,2 7 2 0,-4-4-4 15,0 5 15-15,1-2 3 0,-5 3-4 0,1 0 1 16,-1-2-7-16,0 7-6 0,0-5-3 0,0-1-3 16,0 1-6-16,0-1-27 0,1-1-35 0,-1-10-42 15,-1 21-54-15,1-14-54 0,0-7-157 0,0 0-364 16,1 19 161-16</inkml:trace>
  <inkml:trace contextRef="#ctx0" brushRef="#br0" timeOffset="64180.1">25522 4225 87 0,'-2'-6'203'16,"0"0"-15"-16,2 6-30 0,-5-7-40 0,5 7-29 15,0 0-38-15,0 0-49 0,0 0-60 0,0 0-82 16,0 0-152-16,16 21 68 0</inkml:trace>
  <inkml:trace contextRef="#ctx0" brushRef="#br0" timeOffset="64698.39">25862 4383 224 0,'-5'9'243'0,"-4"-1"-2"0,0 4 0 16,0-1-19-16,3 0-21 0,-2-2-16 0,1 5-22 16,1-1-15-16,0-2-12 0,5-3-15 0,1 4-12 15,0-12-4-15,3 20-19 0,-1-14-5 0,2 4-8 16,1-3 0-16,4-1-14 0,2 0-6 0,-2-1-5 16,2-3-8-16,1 1-6 0,1-6-2 0,1 1-5 15,-4-2-4-15,1 0-1 0,1-2 5 16,-1-2-10-16,-2 1-2 0,-2-1-2 0,0 1-1 0,-1-3 0 15,-1 1-5-15,-1-1 2 0,-2-1 0 0,4 0-4 16,-2-2 1-16,0 3-3 0,1 0 3 0,-1-2-6 16,0 6 2-16,-1 1-2 0,-1-3 0 0,3 4-5 15,-5 4 5-15,11-3 4 0,-11 3-7 16,0 0-1-16,17 7 2 0,-9 0 1 0,-4-1 4 16,1 4 2-16,-1-1 7 0,0 0-1 0,0 1-2 0,2-2-3 15,-6-8 6-15,6 14 3 0,-4-6 4 16,-2-8-1-16,5 8 0 0,-5-8 12 0,0 0-2 15,2 9 12-15,-2-9 9 0,0 0 6 0,0 0 3 0,0 0-18 16,0 0-2-16,0 0 0 0,0 0-7 16,0 0 3-16,0 0-7 0,0 0-7 0,14-25-2 15,-10 17-1-15,3-2-1 0,0 3 0 0,1-2-3 0,6-3-5 16,-5 4-5-16,5-2 5 0,-5 4-8 16,1 1 7-16,2 1-5 0,-3 3-11 0,-9 1 1 15,15 0 0-15,-15 0 5 0,14 5-6 0,-14-5 5 16,9 10-5-16,-5-3 3 0,1 0 1 0,0 2 3 15,-1-1 1-15,-4 1 6 0,3 1-7 0,-3-10-22 16,2 18-35-16,-2-11-41 0,0-7-44 0,0 18-59 0,0-18-62 16,0 0-234-16,0 0-540 0,0 0 240 0</inkml:trace>
  <inkml:trace contextRef="#ctx0" brushRef="#br0" timeOffset="66714.13">27407 4150 107 0,'-17'2'186'16,"0"-1"-12"-16,3 5-16 0,-1 0-3 0,-2 4-12 0,0 4-10 16,-1 3-13-16,3 5-3 0,-2 1-6 0,5 0-4 15,0 0-17-15,3 1-2 0,5 2-10 16,1-7-6-16,1-3-10 0,7 2-2 0,-1 0-4 16,5-2-8-16,3-2-3 0,0-2-1 0,5 0-2 15,0-3-4-15,4-2-3 0,-1-2-2 0,6-2-4 16,3-1-8-16,1-7-7 0,-8 1-4 0,4-2-2 0,-6 0-5 15,-1-1 6-15,0-4-6 0,-2 2 3 0,-2-3-7 16,-1 1 6-16,0-5-1 0,-5 1 0 0,0 1 5 16,1 0 0-16,-2-3 5 0,-3 0 0 15,4-1 7-15,0 4 27 0,-2-1 5 0,-5 3 9 16,0 3 5-16,0 4-8 0,-2 5-3 0,5-10-9 16,-5 10-11-16,2-5-8 0,-2 5-6 0,0 0-2 0,0 0 3 15,0 0-1-15,4 28-6 0,-4-11 4 16,0-1-6-16,3 1 5 0,-3-1-7 0,3 1 2 15,0 0 1-15,0-3-2 0,1 2-3 0,2-5-2 16,-1-2 7-16,3 1-5 0,2-1 3 0,-1-2-6 16,0-2 4-16,3 0 2 0,-1-2-4 0,3-2 0 15,-4-1 3-15,3-1 3 0,-2-3-8 0,-1 0 3 16,1-1-1-16,-3-4-1 0,2 1-4 0,-3-2 4 16,3-4 0-16,-2 0-1 0,-2-2 1 0,2 1-1 15,-4-2-2-15,1 1 2 0,0 3 2 0,-4 0 7 16,1 3-2-16,-1 0 6 0,1 5 0 0,-2 5-2 15,0-11 0-15,0 11-9 0,0-8-7 0,0 8-3 16,0 0 1-16,0 0-1 0,0 0 0 0,0 0-2 16,-2 26 4-16,4-12-1 0,0 1 5 0,-6 2-1 15,8-1 3-15,-2 1-6 0,-2-2-1 0,4 2 3 16,-1-5-4-16,6 2 6 0,-4-4 2 0,5 4 1 16,-3-6-2-16,5 0-2 0,-1-2 6 0,5 1 0 15,-3-5-1-15,3 0 0 0,-3 0-3 0,5-4 5 16,-5-1 0-16,-1-2-3 0,-1 2 3 0,-1-3 0 15,0-2-2-15,0 2 3 0,-2-4-4 0,-3 1-1 16,1-3-3-16,-4 0 2 0,1-4-13 0,-3 0 7 16,0 0 6-16,-3-2-9 0,1 4 4 0,-2-3 0 15,1 5-4-15,-2-1 5 0,0 3 2 0,1 0-7 16,0 1-2-16,2 2 3 0,-4 1-2 0,6 6-5 16,-2-9-10-16,-1 3-13 0,3 6-2 0,0 0 2 15,0 0 3-15,0 0 4 0,19-1 7 0,-7 5 1 16,0-1 2-16,0 1-1 0,5 4 2 0,0-1 0 15,-2-3 1-15,-2 4 1 0,-2-1 1 0,1 0 0 16,-3 2 2-16,1-1-2 0,0 0 5 0,-3 2-2 16,1-3 1-16,0 5 1 0,-3-2 2 0,1 0-7 15,-2 1 10-15,3-1 0 0,-2-1-2 0,0 1 5 16,1-2-6-16,0 1 4 0,-1-2 3 0,0-1-2 16,1-2 2-16,3 2 2 0,-4-3 2 0,2-1-4 15,-7-2 0-15,13 4 4 0,-6-6-7 0,-7 2 8 16,13-3-4-16,-4 0-1 0,0-2 1 0,-3 1 2 15,2-2-2-15,-2-2-1 0,-1-1-1 0,0 2 0 16,-1-3 1-16,1-1-2 0,1 0 3 0,-4-3-10 16,3 3 4-16,0-4-9 0,-1 5-5 0,1-1 1 15,0 2 2-15,2-2-3 0,-2 4 4 0,-1 1-3 16,2 0 4-16,-2 3-1 0,1-2 0 0,-5 5 1 16,12-2-2-16,-7 0 4 0,-5 2-1 0,14 5-2 15,-5 0 4-15,-3 0-1 0,4 2 1 16,-1 2 2-16,-1-2 0 0,2 2-1 0,-4 0 2 0,5 4 2 15,-4-6-3-15,6 5 3 0,-6-5 2 0,4 2 1 16,0-3 0-16,1 1 6 0,1-1-4 0,5-1 1 16,-4-1 3-16,0-4 1 0,5-1 3 0,-3 2-1 15,4-3 0-15,-2-1 2 0,1 0-5 0,-3-2 10 16,0-4 7-16,-5 4 10 0,1-2 1 0,-3-3-6 16,-3 1 4-16,-1-3-3 0,3 0 2 15,-7 2-4-15,0-4-3 0,-2 3 5 0,1 0-2 0,-4 1 3 16,-3 1-6-16,2 0 1 0,-1 2-8 0,-1 3 0 15,-5 0-9-15,0 4-4 0,-1 0 3 16,-6 7 0-16,1 1-8 0,4 2-4 0,-3 1-29 16,4 2-31-16,0 3-45 0,3-2-31 0,4 1-56 0,5-1-53 15,-1 2-223-15,1-2-512 0,1-14 227 0</inkml:trace>
  <inkml:trace contextRef="#ctx0" brushRef="#br0" timeOffset="66926.23">29036 4356 270 0,'3'-11'276'0,"1"0"-17"0,-2-2-7 0,2-2-18 0,2 1-8 16,2-1-7-16,-2-1-17 0,1 2-17 15,3 1-16-15,-1 3-20 0,0 1-20 0,4 1-7 0,1 3-17 16,-2 1-12-16,3 4-7 0,-2 0-9 16,6 2-13-16,-8 4-8 0,2-1-7 0,-1 4-1 15,-2-1 2-15,-1 2-9 0,-3 2-4 0,2 3-6 16,-6-3-27-16,1-1-3 0,-2 3-38 0,-2-2-31 15,0-1-47-15,-2 1-59 0,3-3-60 0,-1 0-234 16,1-9-507-16,-4 11 224 0</inkml:trace>
  <inkml:trace contextRef="#ctx0" brushRef="#br0" timeOffset="67142.1">29480 4085 203 0,'3'-12'299'0,"-2"2"2"15,-1 4-14-15,0 6-21 0,1-10-29 0,-1 10-26 16,0 0-26-16,0 0-17 0,0 0-13 0,0 0-7 16,5 22-5-16,-2-3-10 0,-2 8-8 0,1 1-9 15,-2 0-9-15,-2 1-13 0,-1-1-6 0,1-1-10 16,-3-3 1-16,2 2-11 0,3-6-2 0,-2-2-22 16,2 2-25-16,-2-4-37 0,4 1-63 0,-2-3-57 15,0-5-75-15,2 0-70 0,-2-9-199 0,-1 13-521 16,1-13 231-16</inkml:trace>
  <inkml:trace contextRef="#ctx0" brushRef="#br0" timeOffset="67297.87">29410 4206 99 0,'13'-4'164'0,"6"0"-14"0,7-2-28 16,4 3-31-16,3 2-45 0,3 0-47 0,1-2-26 15,15 2-4-15,4 1-15 0,6 0-49 0,-1 1-102 16,-1-1 45-16</inkml:trace>
  <inkml:trace contextRef="#ctx0" brushRef="#br0" timeOffset="67632.3">30295 4183 63 0,'7'-2'210'0,"2"-2"-5"0,-5-1 15 0,-4 5-2 16,2-6-1-16,-2 6-8 0,0 0-10 0,-13-10-10 15,5 7-2-15,-2 3-16 0,10 0-17 0,-23 9-9 16,5-2-4-16,-4 5-6 0,-3 3-11 0,2 2-11 15,0-2-9-15,3 4-7 0,6-3-9 0,1-4-8 16,0 0-12-16,4 3-5 0,4-3-6 0,2-1-4 16,2-2-20-16,2 0 13 0,3 0-7 15,3-1-7-15,3 0-8 0,3-2-6 0,-1-3-10 16,4-1-6-16,0-2-6 0,1-2 5 0,1-1-3 16,-5-2 1-16,-2 0 7 0,3-4-3 0,-2 1 0 0,-2-4-7 15,-1 4 9-15,0-5 1 0,-3 1-7 0,-1-5 8 16,-1 6 5-16,-1 0 7 0,-1-1 6 0,0 3 6 15,0 1 8-15,-2 8 0 0,1-11-7 0,-1 11-7 16,0-8-11-16,0 8 2 0,0 0 0 16,0 0-6-16,0 0-1 0,0 0-3 0,-5 31 8 15,5-20-4-15,0 5-4 0,-1-4 2 0,2 4-2 0,1-3-6 16,4 3-27-16,-2-5-31 0,5 3-39 0,-1-5-38 16,0 0-52-16,6-1-63 0,-2-4-73 15,1-1-176-15,0-2-540 0,6-2 239 0</inkml:trace>
  <inkml:trace contextRef="#ctx0" brushRef="#br0" timeOffset="67847.89">30610 4041 211 0,'1'-9'264'0,"2"-2"5"0,-2 6-8 16,-1-2-19-16,0 7-20 0,0 0-30 0,2-10-21 15,-2 10-10-15,0 0 1 0,0 0-4 0,-1 35 8 16,2-10-11-16,-4 3-10 0,-1 0-5 0,-2 2-12 15,3-4-8-15,-2 3-9 0,0-2-9 0,1-4-13 16,-3 2-8-16,5-4-10 0,0-2-9 0,4 0-24 16,-1-1-17-16,0-2-27 0,-2-5-51 0,1 2-53 15,1-5-53-15,-1-8-55 0,0 17-64 0,0-17-203 16,0 0-524-16,0 0 232 0</inkml:trace>
  <inkml:trace contextRef="#ctx0" brushRef="#br0" timeOffset="67992.22">30481 4177 98 0,'0'0'239'0,"0"0"-20"15,2-8-26-15,-2 8-20 0,10-3-18 0,1 3-8 16,3-1-35-16,6 1-60 0,7-2-89 0,6 2-189 16,-1-1-243-16,-4 1 108 0</inkml:trace>
  <inkml:trace contextRef="#ctx0" brushRef="#br0" timeOffset="68409.8">31044 4465 72 0,'0'0'358'0,"0"0"-13"0,12-4-17 16,-12 4-15-16,9-6-22 0,-3 1-11 0,0-2-23 15,3 0-23-15,3-1-27 0,1-3-23 0,-1-1-10 16,1-1-22-16,0 0-14 0,2 0-7 15,-3-3-25-15,2 1-5 0,-5-2-11 0,1 1-29 16,1-1 18-16,-3-2-14 0,-1 3-4 0,-2 0-6 16,-3 3-6-16,1 1-11 0,-3 1 1 0,-5 0-3 15,2 1-3-15,-4 2-4 0,0 1-2 0,-2-2-17 16,-2 4-3-16,3 0 4 0,0 2 1 0,4-1 0 16,4 4-11-16,-11-5 2 0,11 5-3 0,-5-3-5 15,5 3-16-15,0 0-15 0,0 0-6 0,0 0 3 16,0 0 2-16,0 0 4 0,0 0-9 0,0 0 4 15,36 5 16-15,-16-4 8 0,-1-1-5 0,3 0 7 16,-2 2-2-16,-3 0-3 0,-2 0 2 0,1 1-1 0,-5 0 0 16,-2 1-2-16,-2-1 0 0,0 3 3 15,0 2 14-15,-2 4 2 0,-1-2 4 0,-4 3 1 16,2 2 8-16,-2 2-3 0,-2-5 4 0,0 5 3 16,0-1-6-16,-3 0 6 0,1-6-8 0,0 3 10 15,2-1-19-15,-2-2-30 0,2 1-51 0,1-1-61 16,1-10-46-16,-1 13-53 0,1-13-57 0,0 0-213 15,8 11-552-15,0-11 245 0</inkml:trace>
  <inkml:trace contextRef="#ctx0" brushRef="#br0" timeOffset="68928.42">31555 4230 219 0,'-1'-13'244'0,"-3"4"-4"15,4 9-9-15,-1-7-22 0,1 7-18 0,0 0-15 16,0 0-24-16,0 0-8 0,-19 9-5 0,11 0-12 15,1 2-12-15,-1 2-5 0,0 1-12 0,4-2-9 16,0 2-8-16,2-1-6 0,2 2-9 0,4-5-4 16,0 2-3-16,3-2-7 0,0 0-9 0,7 3 4 15,-5-4-6-15,1-2 1 0,4-4-8 0,-1 3 5 16,1-2-12-16,-5-3 0 0,2-1 2 0,-2 2-4 16,-9-2 1-16,14-5-4 0,-9 1-3 0,1 0 6 15,1-4-5-15,-3 0 4 0,-2-2-3 0,-2 1-1 16,0-2 1-16,0-3-3 0,-2 4 1 0,-2-7-4 15,-1 4-1-15,3 2-3 0,-1 0-2 0,2 1-1 16,-2 0 0-16,2 4-3 0,1 6 2 0,1-12-4 16,0 4-1-16,-1 8-4 0,2-7 1 0,-2 7-2 15,11-7 6-15,-2 6-8 0,1 2 2 0,4-1-2 16,-1 4-1-16,-1-1-3 0,4 4 9 0,-4 1-5 16,0-3-3-16,-1 4 1 0,-2 1 4 0,1 2 0 15,-2-4-2-15,-2 2 8 0,2-2-11 0,-2 2 5 16,-1 0-2-16,0-2 1 0,-1 1 3 0,0-3-1 15,1 2-1-15,3-4 6 0,-3 1 3 0,1 0 0 16,2-1-1-16,2-1 4 0,-4-2-5 0,6 2 5 16,1-3-2-16,1-2 1 0,-1 0-3 0,-2-2 11 15,-1-1-5-15,2 0-4 0,-3-2 3 0,-2 0 1 16,1-1-1-16,0-1 5 0,-3-3 1 0,0 5-3 16,-2-5 3-16,-2 2-2 0,-1-2-5 0,-1 1-3 15,-2-1 4-15,-1 2-7 0,0-1-6 0,-3 2-11 16,-1 2-14-16,-2 1-21 0,-3 0-23 0,-2 1-30 15,3 5-36-15,-2 0-41 0,4 0-58 0,-3 5-242 16,4-2-519-16,9-3 230 0</inkml:trace>
  <inkml:trace contextRef="#ctx0" brushRef="#br0" timeOffset="69417.86">32088 4311 2223 0,'5'6'105'16,"-2"0"-71"-16,0-1-15 0,-3-5-19 0,5 7 8 15,-5-7 25-15,1 7 25 0,-1-7 25 16,0 0 3-16,0 0 10 0,0 0 2 0,0 0 2 0,0 0-2 16,2 13-8-16,-2-13 6 0,0 0 7 15,0 0 7-15,0 0-3 0,0 0 0 0,0 0-13 0,0 0-11 16,0 0-7-16,0 0-9 0,0 0-3 16,-15-32-16-16,11 23-1 0,2-3-8 0,0 2 0 15,1-2-3-15,2-3-6 0,1-1-2 0,3-3-16 0,-1 0 5 16,5 1-8-16,0 2 5 0,0-1-12 15,2 3 6-15,2 2-8 0,-5 3 3 0,2 3-12 16,4 2 13-16,3 3-3 0,-4 2-11 0,5 3 1 16,-2 8 3-16,-1-3-2 0,-1 3 2 0,-2 0-3 15,-1 1-7-15,1 1 4 0,-5 0 7 0,1-2-2 16,-2-1 4-16,-2-1-5 0,0-2 1 0,0-1 2 16,-4-7 1-16,4 10 4 0,-4-10 6 0,4 9 0 15,-4-9 4-15,0 0 3 0,2 8 5 0,-2-8-14 16,0 0 2-16,0 0-20 0,0 0-7 0,0 0-1 15,0 0-3-15,0 0-11 0,-1-31-4 0,3 21-4 16,2 1-2-16,0-2-1 0,2-1 3 0,3-3 4 0,4 4 0 16,-1-3 0-16,0 3 5 0,4 3 1 15,-7 3 31-15,2-1 4 0,-2 3-5 0,-2 3-3 16,-7 0-2-16,12 0 0 0,-5 4 4 0,-1 1-3 16,-2 2-1-16,-2 3 8 0,1-1-3 0,0 1 0 15,-3 0-4-15,-2 1-1 0,2-1 10 0,-1 1 1 16,0 2-21-16,-1-1-54 0,0-2-71 0,-1 0-58 15,1-4-87-15,2-6-209 0,-12 13-538 0,12-13 238 16</inkml:trace>
  <inkml:trace contextRef="#ctx0" brushRef="#br0" timeOffset="70476.72">5611 5891 22 0,'-2'-10'207'0,"-2"2"-14"0,1-1 4 0,2 2 9 16,1 7 0-16,-4-11-12 0,4 11-9 0,-4-8-20 16,4 8-19-16,-2-5-15 0,2 5-23 0,0 0-13 0,0 0-11 15,0 0-9-15,0 0-9 0,7 37 2 16,-5-10-8-16,0 7-8 0,2 14-6 0,-3-2 0 15,-1 3 0-15,0-13-3 0,0 11-10 0,-1-15-3 16,-1 1-3-16,-1 0-2 0,2-2 1 0,-1-2-2 16,1 0-9-16,-1-3-21 0,-2-1-27 0,-1-6-34 0,3 1-38 15,0-5-35-15,1-3-41 0,-1 0-42 16,0-2-122-16,2-10-373 0,-3 10 165 0</inkml:trace>
  <inkml:trace contextRef="#ctx0" brushRef="#br0" timeOffset="70642.78">5363 6217 1 0,'0'0'131'0,"0"0"-14"0,0 0-8 0,0 0-10 16,19-5-13-16,-2 3-7 0,2 1-7 0,8-2-26 15,4-1-38-15,3-1-50 0,-2 4-76 0,-1 0-127 16,0-1 55-16</inkml:trace>
  <inkml:trace contextRef="#ctx0" brushRef="#br0" timeOffset="70939.5">5653 6545 1925 0,'3'6'33'16,"1"-3"-32"-16,-4-3-15 0,6 5 14 0,2-4 16 15,-8-1 1-15,20-7 6 0,-8 1 16 0,6-5 13 16,0 0 7-16,-1-1 7 0,6-5-5 0,-1 0-1 15,-1-3-7-15,-1 2 0 0,1-2-8 0,-1 1 5 16,-1 0-15-16,-2-1-2 0,-5 2-1 0,-1 2-6 16,-2-2-2-16,-2 0 1 0,-2 3-5 0,-1-2-1 15,-1 6-4-15,-2-1 0 0,0 1 1 0,-1 5 9 16,0 6-8-16,-2-12-4 0,-2 5-4 0,4 7-3 16,-9-3-1-16,9 3-6 0,-15 8 2 0,4 0-2 15,-2 8 4-15,2 0-2 0,0 2 1 0,1 0-4 16,1 4 0-16,5-3 1 0,0-2-10 0,4 1-21 15,1-3-25-15,4 2-33 0,2-2-32 0,3 0-39 16,1-2-25-16,0-6-26 0,-2 2-123 0,3-5-360 16,-1 1 159-16</inkml:trace>
  <inkml:trace contextRef="#ctx0" brushRef="#br0" timeOffset="71410.75">6096 6421 134 0,'0'0'177'0,"0"0"-4"0,0 0 0 15,0 0 1-15,0 0-6 0,0 0 1 0,0 0-7 16,0 0-10-16,0 0-4 0,0 0-7 0,0 0-4 16,0 0-1-16,0 0-13 0,0 0-7 0,2-7-4 15,-2 7-9-15,0 0-2 0,0 0-2 0,0 0-1 16,-6-15-6-16,6 15-13 0,-4-14-8 0,4 4-9 16,-1 1-3-16,2-1-3 0,-1-1-3 0,1-6-10 15,0 7 7-15,2-7-16 0,1 5-4 0,-2 0-3 16,4 2-4-16,-1 3-5 0,2-2-8 0,1 4-6 15,0 1 0-15,2 2 1 0,0 2-1 0,2 2 1 16,0 3-5-16,0-1-3 0,2 8 1 0,-1 1-1 16,0-1 2-16,-1 2-4 0,-2 2 4 0,1-2-1 15,-1-1 2-15,-4-2-3 0,-1 0 4 0,-2-1-2 16,1-1 2-16,-2-2-2 0,0 0 6 0,-1-1-3 16,-1-6 7-16,-1 10-5 0,1-10 1 0,0 0 3 15,-5 5 3-15,5-5 0 0,0 0-4 0,0 0 1 16,0 0-2-16,0 0-1 0,-13-15 1 0,10 9-9 15,3 6 1-15,0-14-5 0,1 5 1 0,2-2-7 16,1-8-6-16,4 3 1 0,2 3 1 0,-1-3 3 16,2 3-2-16,-3 5 2 0,2-3 6 0,0 6-9 15,-1 0 0-15,1 2-2 0,1 3 4 0,-1 0 0 16,1 4-1-16,1 2-1 0,-2 1 4 0,0 3-1 16,1 3 7-16,-2 1-4 0,-1 0 0 0,-1 4-12 15,-2 0-14-15,0 0-29 0,-1 0-25 0,-1 1-41 16,-3 0-35-16,2-5-44 0,-2-2-38 0,-2 0-136 15,2-2-417-15,-2-3 186 0</inkml:trace>
  <inkml:trace contextRef="#ctx0" brushRef="#br0" timeOffset="71659.82">6570 6046 183 0,'-1'-12'264'0,"-1"0"-13"0,1 1-9 15,-2 2-19-15,1 4-17 0,2 5-19 0,-2-11-30 16,2 11-18-16,0 0-18 0,0 0-14 0,0 0-1 16,10 31 4-16,-5-1-2 0,3 5 1 0,0 14-5 15,-5-4 5-15,1-10-14 0,3 13-11 0,0-2-6 16,-5-13-10-16,2 3-5 0,-3-4-1 0,1 3-9 16,0-1-2-16,-3 0-9 0,-2-5-5 0,3 2 1 15,-1-3-24-15,1 0-33 0,-3-7-34 0,2-3-46 16,-1-1-51-16,-2-1-46 0,-1-4-48 0,1 0-198 15,-1-4-478-15,-2-4 211 0</inkml:trace>
  <inkml:trace contextRef="#ctx0" brushRef="#br0" timeOffset="71880">6520 6245 106 0,'9'-9'196'0,"1"4"-13"0,1-1 2 15,1 2-9-15,-2 2-9 0,4 2-11 0,-3 2-5 16,3 1-10-16,-2 2-11 0,4 4-10 0,-3 1-10 16,-2 1-6-16,2 0-8 0,-7 1-7 0,1 2-8 15,-4 3 0-15,-1-2-11 0,-2 2-4 0,-4 1-5 16,-1-1-6-16,-3-1-17 0,0 1-32 0,-3-1-46 16,-1-3-56-16,-2 1-67 0,3-3-58 0,-6-2-121 15,7-4-370-15,0 0 164 0</inkml:trace>
  <inkml:trace contextRef="#ctx0" brushRef="#br0" timeOffset="72037.57">6750 6410 3224 0,'13'-1'174'0,"-3"0"-69"15,-2-1-42-15,-8 2-13 0,11 0 14 0,-11 0 22 16,8 0 22-16,-8 0 7 0,0 0 1 0,9 0-1 16,-9 0-9-16,0 0-12 0,0 0-10 0,0 0-11 15,10 0-6-15,-10 0-36 0,0 0-54 0,0 0-63 16,0 0-82-16,0 0-68 0,0 0-85 0,10 0-320 15,-10 0-693-15,0 0 307 0</inkml:trace>
  <inkml:trace contextRef="#ctx0" brushRef="#br0" timeOffset="73651.98">9127 6932 35 0,'0'0'136'0,"0"0"-13"16,0 0-4-16,0 0-4 0,0 0-15 0,0 0 0 16,0 0-4-16,0 0-4 0,0 0-10 0,0 0-4 15,0 0-1-15,0 0-9 0,0 0 0 0,0 0-4 16,0 0-11-16,0 0-5 0,0 0 7 0,0 0-15 15,0 0 2-15,0 0 1 0,0 0-6 0,0 0 3 16,0 0 0-16,0 0-1 0,0 0-2 0,0 0-1 16,-10-1-2-16,10 1-8 0,0 0-7 0,0 0 4 15,-11 0-3-15,11 0 2 0,-8 3-2 0,8-3-6 16,-8 3 3-16,8-3-2 0,-9 2-2 0,9-2-7 16,-6 3 7-16,6-3-3 0,-11 2-2 0,11-2 3 15,-5 3-1-15,5-3 0 0,0 0 0 0,-6 3 1 16,6-3-3-16,0 0 3 0,0 0-1 0,-5 5-5 15,5-5 3-15,0 0-3 0,0 0-3 0,0 0 5 0,0 0-3 16,0 0 2-16,0 0-4 0,0 0 4 0,0 0-4 16,0 0-4-16,0 0 2 0,0 0 3 15,0 0 6-15,0 0-1 0,24-1 3 0,-10 0 4 16,4-3-2-16,8-1-4 0,-5-1 2 0,7 3-1 0,1-1-3 16,-3-2 1-16,2 1 0 0,0-1-6 0,-1-3-20 15,-7 6-30-15,1 2-36 0,0-3-32 0,-3 2-47 16,-1-1-160-16,-5 3-349 0,0-1 154 15</inkml:trace>
  <inkml:trace contextRef="#ctx0" brushRef="#br0" timeOffset="75086.28">9264 6961 8 0,'0'0'155'0,"0"0"-12"0,-5-4-2 0,5 4-5 16,0 0-2-16,0 0-10 0,0 0-13 0,0 0-4 0,0 0-15 15,0 0-7-15,0 0-10 0,0 0-1 16,0 0-16-16,0 0-4 0,0 0-12 0,0 0-3 16,0 0 0-16,-7 13-6 0,7-4 0 0,2 2-2 15,0 5-6-15,1 3-1 0,-2 5-5 0,3 1 6 16,-2 1 4-16,-2 1-12 0,3-3 3 0,-3-1 0 15,1-2-7-15,2-2 4 0,-1 1 0 0,2 0-1 16,-1-3-1-16,2 1-10 0,-3-7 6 0,1 2-2 16,1-1-1-16,-2 0 5 0,2-1 2 0,-3-1-3 0,2-1-5 15,-3-2 4-15,3 0-6 0,-3-7 8 16,1 12-4-16,1-8-6 0,-2-4 5 0,0 9-2 16,0-9 2-16,5 7-2 0,-5-7 2 0,0 0 1 15,0 0 0-15,0 0 7 0,-2 9 7 0,2-9 7 0,0 0 8 16,0 0-2-16,0 0 6 0,0 0-4 0,0 0-6 15,0 0-1-15,-8 6-5 0,8-6-5 16,0 0 3-16,0 0-5 0,-11-3-1 0,11 3-2 16,0 0 0-16,-17-1-4 0,17 1 1 0,-8-2-4 0,8 2 1 15,0 0-4-15,-12 0-1 0,12 0 0 0,-14 1 1 16,8 1-6-16,6-2 3 0,-12 2-1 0,4-2 1 16,8 0-2-16,-13 2 3 0,13-2-3 0,-8 3 2 15,8-3-2-15,-8 3-2 0,8-3-2 0,0 0 5 16,-9 0-2-16,9 0 1 0,0 0 1 0,-8 3-2 15,8-3 1-15,0 0 1 0,0 0 1 0,0 0-1 16,0 0 1-16,0 0 0 0,-6 3-3 0,6-3 1 16,0 0 1-16,0 0 0 0,0 0-2 0,0 0 1 15,0 0 2-15,0 0 2 0,0 0-6 0,0 0 3 16,0 0-1-16,0 0-1 0,0 0-2 0,0 0 2 16,0 0 1-16,0 0-1 0,0 0-3 0,0 0 1 15,0 0 0-15,0 0 3 0,0 0-1 0,0 0 0 16,0 0-4-16,23 1 5 0,-23-1-3 0,14 0 6 15,-5 0 0-15,0 0 0 0,5 0-4 0,-1 0 2 16,2 0-8-16,-2-1-16 0,4-1-18 0,3 0-25 16,1 0-27-16,1 0-23 0,0-2-33 0,-2 2-27 15,2-2-163-15,-2 1-366 0,0-2 162 0</inkml:trace>
  <inkml:trace contextRef="#ctx0" brushRef="#br0" timeOffset="75413.48">10027 7210 34 0,'0'0'205'15,"0"0"-7"-15,0 0-5 0,-3-7-13 0,3 7-9 16,0 0-18-16,0 0-18 0,0 0-16 0,0 0-11 0,0 0-11 16,0 0-9-16,12-4-11 0,-6 1-5 0,-6 3-17 15,19-3-20-15,-7 3-32 0,2-1-34 0,-1-2-32 16,6 0-32-16,-3 1-34 0,-4 0-31 15,1 2-82-15,-3 0-260 0,1 0 116 0</inkml:trace>
  <inkml:trace contextRef="#ctx0" brushRef="#br0" timeOffset="75597.66">10057 7311 119 0,'0'0'162'0,"-8"4"-14"0,8-4-4 0,0 0-15 0,-6 4-11 16,6-4-10-16,0 0-6 0,0 0-7 0,19 2-5 16,-8-3-12-16,3-1-9 0,5 1-10 0,3-3-33 15,-3-1-36-15,14-3-47 0,-2 1-45 0,-4 0-111 16,1 1-231-16,-1-3 102 0</inkml:trace>
  <inkml:trace contextRef="#ctx0" brushRef="#br0" timeOffset="75924.38">11213 6837 173 0,'0'0'197'0,"-13"-2"0"0,5-1-5 0,8 3-8 15,-9-1-12-15,9 1-13 0,-9 0-14 16,9 0-11-16,0 0-14 0,0 0-10 0,-8-3-15 0,8 3-8 16,0 0-11-16,0 0-7 0,0 0-7 0,0 0-3 15,24-8-7-15,-5 5-5 0,3 1-3 0,5 0-19 16,-6-1-26-16,6-1-32 0,1 0-31 15,-9 1-30-15,2-1-45 0,-2 2-16 0,-1 1-165 0,-7 0-344 16,0-2 152-16</inkml:trace>
  <inkml:trace contextRef="#ctx0" brushRef="#br0" timeOffset="76385.53">11358 6792 140 0,'0'0'205'0,"0"0"-7"15,0 0-5-15,0 0-17 0,0 0-21 0,-8 1-15 16,8-1-20-16,0 0-12 0,0 0-12 0,0 13 2 16,2 0-10-16,-1 3-1 0,0 3 3 0,2 6-1 15,-2 2-10-15,2-1-5 0,-3 1-6 0,3-3-3 16,-2 3-1-16,-1-2 12 0,2-4-6 0,-2 2-9 16,0-3-2-16,2-2-4 0,-1 1-9 0,1-1-5 15,-2-2-3-15,2 0-2 0,-2-3-3 0,0-2-1 16,1 0-4-16,-1-3 0 0,1 2-6 0,-1-2 1 15,0-8-3-15,-1 11-2 0,1-11-2 0,0 12 2 16,0-12-2-16,-1 7 1 0,1-7 2 0,0 0-4 16,-2 6-2-16,2-6 1 0,0 0 0 0,-10 3-5 15,10-3 0-15,-12 0 2 0,3 0-3 0,9 0 2 16,-15-3-4-16,4 3 1 0,1-3-2 0,2 1 3 16,-3 2-5-16,0-1-1 0,2-2 1 0,9 3-1 15,-16 0 0-15,10-1-1 0,6 1 0 0,-12 0-4 16,12 0-2-16,-10 1 3 0,10-1-1 0,0 0 4 15,0 0-5-15,-12-1 0 0,12 1-2 0,0 0-1 16,0 0 3-16,0 0-2 0,0 0 2 0,0 0 2 16,0 0 1-16,0 0 0 0,0 0 4 0,0 0 1 15,32 6-1-15,-20-7 3 0,3 0-4 0,5 0-1 16,0-1 4-16,8-2-17 0,0 1-21 0,-1-3-36 16,1 2-39-16,-8 1-41 0,8-4-30 0,-7 2-33 15,-1 0-29-15,0 0-129 0,-1-3-400 0,1 2 176 16</inkml:trace>
  <inkml:trace contextRef="#ctx0" brushRef="#br0" timeOffset="76722.05">11786 7125 25 0,'0'0'213'0,"6"-4"4"16,-6 4 0-16,7-2-5 0,-7 2-15 0,0 0-3 16,0 0-25-16,0 0-20 0,0 0-15 0,0 0-12 15,0 0-5-15,0 0-2 0,-2 21-7 0,-2-11-11 16,1-1-4-16,-3 3-9 0,3 0-9 0,-4 4-1 15,3-5-7-15,1 2-7 0,1-2-6 0,2 1-1 0,0-3-5 16,0 1 3-16,4-1-8 0,1-2 1 16,0-1 1-16,4 0 3 0,2 0-3 0,0-5-5 15,1 1 0-15,7-1 1 0,-1-2-4 0,1-1-4 16,1-2 1-16,-2-1 3 0,-1 0-2 0,0-3-1 0,1 1 1 16,-8 0 7-16,4-2-3 0,-1-1-3 0,-4 0 5 15,0-1 12-15,1-3 1 0,-5 4-9 0,-1-4-3 16,-3 5 10-16,2-5-3 0,-7 2 0 15,0-1 1-15,-1-3-13 0,-5 3-2 0,0 0-2 0,1 3-10 16,-1 2-2-16,-1 1-5 0,-4 1-5 0,0 4-7 16,2-2-38-16,-6 5-30 0,3 2-39 15,-4-1-62-15,6 2-80 0,4 2-77 0,-6 2-235 16,6-2-601-16,3 1 267 0</inkml:trace>
  <inkml:trace contextRef="#ctx0" brushRef="#br0" timeOffset="81167.39">12774 6665 25 0,'0'-6'203'0,"0"-4"0"0,0 0 14 16,0 10 5-16,-4-12-8 0,4 5-10 0,0 7-17 15,-2-9-12-15,2 9-17 0,-4-8-15 0,4 8-16 16,0 0-16-16,0 0-11 0,0-7-15 0,0 7-10 15,0 0-10-15,0 0-10 0,0 0 2 0,-10 36-13 16,5-12-3-16,-4 7-3 0,5 15-3 0,-3-11-4 16,-2 10 0-16,7-1-4 0,-2-9-3 0,3 2-1 15,1-3-1-15,0 0-2 0,5 1-4 0,-1 0 1 16,3-3 2-16,2 0-2 0,0 1-5 0,-1-4 7 16,7-1-5-16,-5-2-4 0,2-3 2 0,1-7 1 15,5 4-4-15,0-3 3 0,0-3-7 0,6 0-17 16,-5-4-36-16,8 0-36 0,-8-4-43 0,7-1-56 15,1-2-41-15,-5-1-187 0,5-3-443 0,-7-4 196 16</inkml:trace>
  <inkml:trace contextRef="#ctx0" brushRef="#br0" timeOffset="81583.38">13275 6983 2308 0,'0'0'91'16,"-7"-6"-32"-16,7 6-28 0,-4-5-20 0,4 5 0 16,0 0-5-16,-8-5 6 0,8 5 1 0,0 0 6 15,0 0 7-15,0 0-1 0,0-10-2 0,0 10-1 16,8-8-4-16,-4 3-2 0,1 0-3 0,1-3 0 16,3 1-2-16,0-3 3 0,0 2 5 0,2-3 4 15,-3 3 9-15,-2 0 7 0,1-1-3 0,-1-1-1 16,-2 0 7-16,4 3 4 0,-6-4 9 0,0 2 0 15,0-1-3-15,-2-1 4 0,3 4 9 0,-3-2 11 16,0 9-16-16,0-13-2 0,-3 7-4 0,3 6-1 16,-4-13-8-16,4 9 4 0,0 4-7 0,-6-8-1 0,6 8-3 15,-6-7-8-15,6 7 0 0,0 0 2 16,-4-3-24-16,4 3 2 0,0 0-5 0,-11 13 2 16,4-4-1-16,-4 8-3 0,2 0 3 0,-2 6 0 15,4-3-4-15,0-1-2 0,3 4-4 0,1-4 3 16,1-1 4-16,2 3-3 0,5-3 0 0,-3-2 0 0,4 2 2 15,4-2-14-15,-1-3-7 0,2-3-15 0,1-1-15 16,5-3-20-16,-1-1-17 0,13-1-16 16,1-4-41-16,1-4-40 0,3-4-47 0,1-2-57 15,-3 0-171-15,-3-3-495 0,2-2 219 0</inkml:trace>
  <inkml:trace contextRef="#ctx0" brushRef="#br0" timeOffset="82347.67">13528 6157 159 0,'0'0'226'15,"-2"-8"-3"-15,2 8-12 0,-4-9-8 0,4 9-8 16,-3-7-7-16,3 7-13 0,-2-8-10 0,2 8-17 15,0 0-11-15,0 0-13 0,-2-7-14 0,2 7-13 16,0 0-15-16,0 0-11 0,0 0-7 0,0 0-14 16,0 0-2-16,0 0-7 0,0 0-5 0,18 19-3 15,-9-10 0-15,2 4-3 0,3 2-1 0,-1 0-3 16,5 5-4-16,-7-5-2 0,3-1-2 0,4 7 2 16,-3-1-7-16,-5-3 6 0,1-3-3 0,-1 0-4 15,0 0 2-15,-1 1-3 0,-1-5 0 0,-3-1-1 16,3 1-1-16,-2-1-3 0,1-3 1 0,-1 3 0 15,-4-5 1-15,4 1-2 0,-2 1 0 0,0-2 1 16,-4-4 0-16,2 9 3 0,-2-9 2 0,7 4 17 16,-7-4 11-16,0 0 25 0,0 0 7 0,0 0 5 15,0 0-2-15,0 0-11 0,6-17 2 0,-4 5 1 16,-1-5-24-16,-1 0-2 0,5 1 5 0,-3-3-15 16,0-7-5-16,2 1-3 0,-1 1-2 0,-1-1-1 15,2 7 2-15,-2-2-3 0,1 3-5 0,-3-1 4 16,2 1-7-16,-2 0 1 0,2 3-7 0,-2 1 4 15,0 3 2-15,3-1-3 0,-1 4 0 0,-2 7-8 16,0-11-13-16,0 11-14 0,2-8-14 0,-2 8-26 16,0 0-27-16,0 0-35 0,1-9-28 0,-1 9-15 0,0 0-12 15,0 0-24-15,0 0-32 0,0 0-225 16,0 0-503-16,13 28 223 0</inkml:trace>
  <inkml:trace contextRef="#ctx0" brushRef="#br0" timeOffset="85738.95">14083 6169 122 0,'0'0'161'0,"0"0"-14"0,0 0-10 0,0 0-10 16,0 0-10-16,0 0-8 0,0 0-7 0,0 0-5 16,0 0-11-16,0 0 1 0,0 0-11 0,0 0-6 15,0 0-6-15,0 0-6 0,0 0-5 0,0 0-5 16,0 0-3-16,0 0-11 0,0 0-4 0,0 0-2 16,0 0-7-16,0 0-2 0,0 0-5 0,0 0 3 15,0 0-3-15,0 0-3 0,0 0-3 0,-9 26 6 16,5-11-2-16,-1 3 13 0,-4 8-2 0,-2 1 0 15,0 3 2-15,-3 1-2 0,-1 1-4 0,-3-1 1 16,0 1-2-16,0 0 2 0,-1-1-3 0,-4 10-4 16,4-13 3-16,0-1-1 0,-2 0 1 0,2-3 0 15,-1-4-3-15,5 2-2 0,2-9 1 0,1 0 1 16,1 0 6-16,1-6 4 0,2 0 3 0,3 1-3 16,1-4 7-16,0-1 4 0,4-3 1 0,-5 8 6 0,5-8-2 15,-7 5 4-15,7-5 7 0,-3 4-10 16,3-4-1-16,0 0-5 0,0 0 3 0,-4 5-6 15,4-5-3-15,0 0-3 0,0 0 3 0,0 0-4 16,0 0-2-16,0 0-1 0,0 0-4 0,0 0-3 16,-6 6 0-16,6-6-4 0,0 0-6 0,0 0-16 15,0 0-14-15,0 0-26 0,0 0-27 0,0 0-33 16,0 0-42-16,0 0-30 0,0 0-29 0,0 0-152 16,0 0-394-16,0 0 175 0</inkml:trace>
  <inkml:trace contextRef="#ctx0" brushRef="#br0" timeOffset="86574.71">13978 6674 104 0,'0'0'211'0,"0"0"-8"0,0 0-10 0,0-11-15 16,0 11-14-16,0 0-9 0,0 0-9 0,0-9-11 16,0 9-8-16,0 0-9 0,0 0-8 0,0 0-9 15,2-7-11-15,-2 7-8 0,0 0-11 0,0 0-4 16,0 0-10-16,0 0-2 0,0 0-7 15,0 0 0-15,0 0-12 0,0 0-4 0,0 0-4 0,0 0-5 16,0 0-2-16,0 0-2 0,0 0-5 0,0 0 0 16,0 0-4-16,0 0-1 0,0 0-1 15,0 0 1-15,9 20-1 0,-7-13-1 0,2-2-4 16,1 5 1-16,-3 0-1 0,1 0 3 0,-3 0-2 0,4-1 0 16,0 0 2-16,-3 1-1 0,3-1-2 0,-2 0 3 15,0-1-3-15,-2 1 4 0,2-3-2 0,-1-1-3 16,-1-5 1-16,2 12-1 0,-2-12 3 0,0 8-2 15,0-8 4-15,3 7-2 0,-3-7 3 0,0 0-2 16,0 0 7-16,2 5 2 0,-2-5 5 0,0 0 2 16,0 0 4-16,0 0 7 0,0 0 1 0,0 7 9 15,0-7-1-15,0 0 3 0,0 0 3 0,0 0 6 16,0 0-5-16,0 0 3 0,0 0-6 0,0 0-7 16,0 0-2-16,0 0-4 0,0 0 3 0,0 0 1 15,-5-27-7-15,5 27-4 0,0-16-1 0,3 9-3 16,-1-2-2-16,0-1 0 0,0-1-5 0,1 1 1 15,-1 3-7-15,4-3 5 0,-2 0-7 0,1 1 0 16,3 2-4-16,-6-1 2 0,6 0-2 0,-4 4 1 16,1-1-1-16,-1 1-4 0,-4 4-2 0,10-7 0 15,-10 7-2-15,9-3-4 0,-9 3 3 0,9-1-6 16,-9 1 5-16,15 4-2 0,-10-3-4 0,2 4 7 16,-1 2-3-16,2-2 3 0,-2 1-2 0,-1 3 4 15,-1 1 5-15,0-1-6 0,2-1 4 0,-3 2-1 16,0-1 4-16,-1 0-6 0,3 3 4 0,-4-4-1 15,0-2-8-15,1 4-11 0,0-4-22 0,0 5-30 16,-2-4-29-16,0-7-35 0,0 16-41 0,2-6-40 16,-2-10-45-16,-2 10-173 0,2-10-470 0,0 0 207 15</inkml:trace>
  <inkml:trace contextRef="#ctx0" brushRef="#br0" timeOffset="86989.55">14326 6623 58 0,'0'0'262'15,"0"0"-16"-15,0 0-20 0,2-9-25 0,-2 9-18 0,0 0-25 16,0 0-15-16,0 0-18 0,0 0-9 16,0 0-10-16,14 14-6 0,-12-6-8 0,4 2-8 15,-1 0-7-15,-1 1-2 0,2 0-12 0,0 0-4 16,0-1-5-16,-3 1-2 0,1 0-8 0,3-1-3 0,-3 0-3 15,1-4-4-15,-1 1-1 0,-3 2-7 0,3-4 2 16,-2 0-1-16,-2-5-4 0,4 9 2 0,-1-5 1 16,-3-4 4-16,2 7-2 0,-2-7 7 15,0 0 8-15,4 3 6 0,-4-3 20 0,0 0 3 16,0 0 9-16,0 0 8 0,0 0 11 0,0 0-7 0,0 0-8 16,0 0-10-16,12-19-9 0,-9 9-2 0,1-3-8 15,0 1-2-15,4-2-5 0,-2-5-14 16,2-1 6-16,-3-5-5 0,4 2-5 0,0-3-7 15,-4 2-8-15,1 0 5 0,-3 7-1 0,1-1-2 0,2 0 3 16,-2 9 3-16,-2-3-12 0,0 5-2 0,0 0 0 16,1 1-10-16,-2-1-19 0,-1 7-27 0,1-9-31 15,-1 9-34-15,0 0-38 0,2-6-57 16,-2 6-11-16,0 0-19 0,0 0-18 0,0 0-28 0,11 15-166 16,-7-10-485-16,1 3 215 0</inkml:trace>
  <inkml:trace contextRef="#ctx0" brushRef="#br0" timeOffset="87216.35">14649 6581 149 0,'0'0'223'0,"0"0"-5"0,0 0-14 0,0 0-24 0,0 0-16 15,0 0-16-15,0 0-17 0,-1 10-12 0,1-10-15 16,0 0-2-16,11 1-3 0,-11-1-1 0,18-3-7 15,-6 3-4-15,7-5-8 0,-1 2-3 0,2-2-9 16,2-1-8-16,-4 3-7 0,1-3-8 0,0 4-26 16,-2-4-31-16,-4 4-31 0,-1-1-52 0,0 1-44 15,-3-2-41-15,-2 3-159 0,-7 1-368 0,11-3 163 16</inkml:trace>
  <inkml:trace contextRef="#ctx0" brushRef="#br0" timeOffset="87424.42">14816 6559 166 0,'0'0'245'16,"0"0"-9"-16,0 0-17 0,0 0-20 0,0 0-23 15,0 0-19-15,0 0-21 0,0 0-11 0,-1 8-5 16,1-8-4-16,3 13-6 0,1-2 3 0,-4 0-11 16,2 2-2-16,2 4-13 0,0 0-7 0,-2-1-7 15,-2 1-6-15,2 0-6 0,-2 0-4 0,2 0-8 16,-2 0 2-16,0 1-14 0,0-3-25 0,3 3-48 15,-3-2-69-15,0-4-75 0,1 5-250 0,-1-6-464 16,0 0 206-16</inkml:trace>
  <inkml:trace contextRef="#ctx0" brushRef="#br0" timeOffset="87728.19">15222 6916 42 0,'0'0'197'0,"-11"2"-3"0,11-2-5 15,0 0-13-15,0 0-14 0,0 0-17 16,-11-2-11-16,11 2-15 0,0 0-10 0,0 0-9 0,0 0-9 15,0 0-7-15,0 0-6 0,0 0 1 0,0 0 0 16,0 0-4-16,0 0 0 0,30 2-4 0,-18-4-4 16,5 0-12-16,3-3 0 0,2 1-21 0,5-1-28 15,-1 0-36-15,-5-1-50 0,4 2-46 0,-3-2-55 16,-4 3-153-16,-4-3-360 0,-1 3 159 0</inkml:trace>
  <inkml:trace contextRef="#ctx0" brushRef="#br0" timeOffset="88012.49">15785 6689 132 0,'-2'-12'307'15,"2"12"-11"-15,-2-13-1 0,2 13 1 0,0-10 1 16,0 10-1-16,-1-7-20 0,1 7-16 0,0 0-32 15,0 0-22-15,1-9-24 0,-1 9-24 0,0 0-19 16,0 0-18-16,0 0-15 0,0 0-1 0,0 0-24 16,10 18-6-16,-4-7-10 0,-3 4 2 0,3 2-13 15,-4-2 0-15,3 3-9 0,2 1-5 0,-2 6-14 16,-3-6 12-16,5 9-14 0,-5-7-22 0,2 2-53 16,-3-4-47-16,4 1-42 0,-3-1-46 0,-2-1-54 15,1-2-47-15,-1 2-259 0,0-6-590 0,0 0 262 16</inkml:trace>
  <inkml:trace contextRef="#ctx0" brushRef="#br0" timeOffset="88284.08">16255 6459 2986 0,'3'-17'161'0,"-3"2"-68"15,1 6-45-15,2-1-26 0,-3 2-16 0,0 8-3 16,1-9-8-16,-1 9-2 0,4-6 2 0,-4 6 4 0,0 0 2 16,32 17 2-16,-13 0 3 0,4 4 2 0,3 3 9 15,8 14-5-15,-12-9 6 0,6 10-2 16,-5 2 6-16,-3 2-7 0,-9-8 3 0,-5-1-3 16,-3 17 1-16,-5 0 1 0,-3-3-3 0,-5 3-2 0,-8-5-10 15,-4 2-23-15,-6-2-32 0,-6 2-39 0,-1-1-44 16,-6-3-68-16,-1-2-68 0,-5-1-185 0,-5-5-493 15,-23 9 219-15</inkml:trace>
  <inkml:trace contextRef="#ctx0" brushRef="#br0" timeOffset="95775.47">13937 6288 45 0,'0'0'57'0,"0"0"9"0,0 0 0 0,0 0-1 16,0 0-4-16,0 0 6 0,0 0-5 0,0 0 3 15,0 0-11-15,0 0 5 0,0 0 0 16,0 0-3-16,0 0-8 0,0 0 1 0,0 0 2 0,0 0-1 16,0 0-3-16,0 0 3 0,0 0-8 0,0 0 7 15,0 0-13-15,0 0-4 0,0 0 1 0,0 0 2 16,0 0-3-16,0 0-3 0,0 0-4 0,0 0-1 15,-16-12-1-15,16 12-7 0,0 0 1 16,0 0-1-16,0 0-2 0,0 0-5 0,0 0 3 0,0 0-2 16,0 0-1-16,0 0-6 0,0 0 4 0,0 0 8 15,0 0-13-15,0 0-3 0,0 0 6 0,0 0-2 16,0 0-7-16,0 0 4 0,0 0-1 0,0 0-1 16,0 0-2-16,0 0 6 0,0 0-5 0,0 0 3 15,0 0-2-15,0 0 3 0,0 0-4 0,0 0 1 16,0 0-1-16,0 0 2 0,0 0 0 0,0 0 2 15,0 0 1-15,0 0-2 0,0 0 0 0,0 0 0 16,0 0 0-16,0 0 3 0,0 0-3 0,0 0-5 16,0 0 4-16,0 0 5 0,0 0-8 0,0 0-2 15,0 0-2-15,0 0 5 0,0 0 0 0,0 0 2 16,0 0 4-16,0 0-5 0,0 0-4 0,0 0-1 16,0 0-2-16,0 0-7 0,0 0-5 0,0 0-12 15,0 0-9-15,0 0-16 0,0 0-18 0,0 0-20 16,0 0-99-16,0 0-210 0,0 0 92 0</inkml:trace>
  <inkml:trace contextRef="#ctx0" brushRef="#br0" timeOffset="100086.57">13915 6286 30 0,'0'0'73'0,"0"0"-8"0,0 0 2 16,0 0-7-16,0 0-1 0,0 0-5 0,-2-8 2 16,2 8 0-16,0 0-12 0,0 0 0 0,0 0-2 15,0 0-2-15,-4-8 6 0,4 8-11 0,0 0-3 16,0 0 4-16,-6-5-3 0,6 5-5 0,0 0-2 15,0 0 5-15,-4-6-1 0,4 6-2 0,0 0 4 16,-3-6 8-16,3 6-4 0,0 0 3 0,0 0 1 16,-4-6 2-16,4 6-1 0,0 0 2 0,-2-7 2 15,2 7-2-15,0 0 2 0,0 0-1 0,0 0-1 16,-4-8-1-16,4 8 1 0,0 0 0 0,0 0-4 16,0 0-6-16,0 0-3 0,0 0-1 0,0 0-5 15,0 0-4-15,0 0-2 0,-3-7-3 0,3 7-7 16,0 0 3-16,0 0-6 0,0 0 1 0,0 0-6 15,0 0 0-15,0 0 0 0,0 0 3 0,0 0-4 16,0 0 2-16,0 0-2 0,3 29 3 0,-3-20 1 16,2-3-1-16,-2-6 1 0,0 15-3 0,2-7-1 15,-2 0 4-15,0 0-3 0,0 2 1 0,2-6 2 16,-2-4-1-16,2 18 0 0,-2-12-4 0,0 1 5 16,0-7 1-16,0 11-3 0,0-5 0 0,0-6-1 15,0 9 2-15,0-9-1 0,0 0 1 0,-2 10-4 16,2-10 8-16,0 0-6 0,0 0 0 0,2 10-1 15,-2-10 2-15,0 0-2 0,0 0-5 0,0 0-11 16,0 0-5-16,-4 7-17 0,4-7-6 0,0 0-22 16,0 0-2-16,0 0-22 0,0 0-23 0,0 0-23 15,0 0-87-15,0 0-243 0,0 0 107 0</inkml:trace>
  <inkml:trace contextRef="#ctx0" brushRef="#br0" timeOffset="100451.9">13871 6223 39 0,'0'0'69'0,"6"-5"0"0,-6 5-4 0,9-5-8 15,-5 3 4-15,-4 2-9 0,9-2 0 0,-9 2-11 16,11-2 3-16,-11 2-3 0,0 0 1 0,14 2 1 16,-8-1-1-16,1 2 0 0,-2 1-6 0,2 0 6 15,-3-1-7-15,2 1-6 0,-1-1 0 0,0 2-4 16,0 0 3-16,-1-1-6 0,-4-4 1 0,9 9-6 16,-5-6 1-16,-4-3-6 0,4 10 10 0,-4-5-5 0,0-5 1 15,3 12 1-15,-3-12-2 0,-3 13-3 16,-1-7 2-16,-1 4 0 0,-3-1-4 0,-1 1-5 15,-3 2-1-15,1-1 5 0,0-3 2 0,0 1-7 16,-3 1-11-16,1-1-14 0,-1-3-15 0,2-1-19 16,-2 2-24-16,2-1-26 0,-1-3-60 0,2 0-178 15,-1 0 79-15</inkml:trace>
  <inkml:trace contextRef="#ctx0" brushRef="#br0" timeOffset="105644.42">20695 6325 51 0,'-4'-7'219'0,"4"7"-20"15,-4-7-17-15,4 7-11 0,0 0-11 0,0 0-15 16,0 0-10-16,-2-8-17 0,2 8-12 0,0 0-15 16,0 0-10-16,0 0-13 0,0 0-7 0,0 0-7 15,0 0-3-15,5 22-6 0,-2-9-2 0,2 4-6 16,0 1 0-16,-1 1-3 0,3 7-6 0,0-9-5 0,-1 0 3 15,1 2 5-15,3 3-12 0,-3-3 6 16,0-3-4-16,-1-1-4 0,4 1-1 0,-2-2-2 16,0-1 0-16,-2-2 2 0,3 0-2 0,-3-1 0 15,1-3-1-15,-2 2 0 0,1-1-2 0,1-3-3 0,-2 0-2 16,-3-1 4-16,2 0-2 0,-4-4 1 16,7 4 9-16,-7-4 12 0,5 3 16 0,-5-3 19 15,0 0 5-15,0 0-4 0,0 0-6 0,11-11-2 16,-10 2-1-16,1-2-6 0,0-6-5 0,2 0-1 15,-1-9-4-15,2 1 1 0,-2-3-5 0,0 0-4 16,4 1-2-16,-2-3-3 0,1 1-8 0,1-1 5 16,-1 1-5-16,0 4-3 0,-1 6-3 0,-1 1-1 15,1 3-4-15,-2 5 0 0,-2 0-1 0,3 4-2 16,-1 0-17-16,-3 6-20 0,3-10-28 0,-3 10-27 0,3-7-22 16,-3 7-21-16,9-2-12 0,-9 2-29 0,13 1-11 15,-3 3-18-15,0 0-15 0,-1 1-133 16,0 2-376-16,-1 1 167 0</inkml:trace>
  <inkml:trace contextRef="#ctx0" brushRef="#br0" timeOffset="105854.87">21128 6521 12 0,'0'0'186'0,"0"0"-19"0,0 0-9 15,0 0-16-15,23-3 1 0,-11-1-15 16,10-1-10-16,-2-2-11 0,11-2-11 0,2-3-8 0,3 2-6 16,0-2-13-16,1 2-6 0,-1-1-15 0,-2 5-31 15,-3 1-36-15,-4-3-28 0,-7 5-42 0,-2 0-26 16,-7 2-111-16,-4-1-244 0,0 1 107 0</inkml:trace>
  <inkml:trace contextRef="#ctx0" brushRef="#br0" timeOffset="106067.83">21415 6418 5 0,'0'0'130'0,"0"0"2"0,0 0-5 16,2 13 8-16,-2-13-6 0,7 14 8 0,-2-3 1 0,-1 1-8 16,1 3-10-16,0 1-9 0,-3 0-12 0,1 1-3 15,1 1-9-15,0-1-8 0,-3 0 0 0,3 1-9 16,-3-3-5-16,2 2-8 0,-1-2-6 0,-1-3-4 15,1 1-8-15,-1-4-14 0,-1 3-33 0,3-1-39 16,-2 1-40-16,-1-3-33 0,2-3-40 0,0 3-118 16,-1-3-301-16,-1-6 133 0</inkml:trace>
  <inkml:trace contextRef="#ctx0" brushRef="#br0" timeOffset="106233.4">21966 6483 157 0,'11'-4'153'15,"-2"1"-34"-15,0 1-41 0,2-1-24 0,0 0-41 16,2 2-38-16,-2 1-67 0,-3 0-99 0,-8 0 44 16</inkml:trace>
  <inkml:trace contextRef="#ctx0" brushRef="#br0" timeOffset="106376.95">22014 6589 39 0,'0'0'136'0,"0"0"3"0,0 0-9 0,12 3-11 16,0-6-12-16,1 0-7 0,9-1-26 0,6-5-32 16,4-1-53-16,5-1-57 0,-4-1-67 0,4 0-145 15,11-6 64-15</inkml:trace>
  <inkml:trace contextRef="#ctx0" brushRef="#br0" timeOffset="107091.81">22888 6257 161 0,'-9'0'157'0,"9"0"-23"15,0 0-5-15,0 0-21 0,0 0 0 0,0 0-16 16,36-14-10-16,-16 9-2 0,9 1-9 0,3-6-12 0,2 1-4 16,1 3-40-16,-2 1-36 0,0-3-37 0,-2 4-46 15,-11 3-74-15,-2-2-194 0,-6 2 86 16</inkml:trace>
  <inkml:trace contextRef="#ctx0" brushRef="#br0" timeOffset="107333.89">23070 6191 165 0,'0'0'210'0,"0"0"-20"0,1-12-21 16,-1 12-14-16,0 0-20 0,0 0-13 0,0 0-13 16,0 0-3-16,0 0 11 0,15 28-2 0,-12-11 8 15,3 9-12-15,-2-9-4 0,1 12-12 0,-1-4-10 16,2 1-4-16,-4 2-11 0,-1 2-4 0,1-3-7 0,0-2-5 15,-1 4-3-15,0-6-6 0,-1 3-3 0,0-2-5 16,2-4-15-16,0-2-32 0,-2 0-33 16,2 2-37-16,-4-5-42 0,4-2-32 0,-2 1-31 15,-2-4-157-15,2 0-369 0,0-3 163 0</inkml:trace>
  <inkml:trace contextRef="#ctx0" brushRef="#br0" timeOffset="108040.3">23293 6319 29 0,'3'-9'249'0,"-2"-1"-23"16,-1 6-25-16,0 4-23 0,4-12-24 15,-4 12-15-15,0 0-15 0,0 0-11 0,0 0-4 0,9 27-5 16,-6-9-7-16,0 8-7 0,1 2-9 16,-2 1-8-16,0-3-8 0,-1 2-4 0,1-4-6 15,1 1-6-15,-1-6-3 0,-2-2-8 0,2-1-1 0,-2 1-3 16,0-6-5-16,1 0-1 0,1-4-2 15,-1 0-1-15,-1-7-2 0,1 12 0 0,-1-12 1 16,2 6 8-16,-2-6-5 0,0 0-9 0,0 0 0 16,0 0 2-16,0 0-6 0,0 0-1 0,13-21-2 0,-8 9-3 15,2 0 0-15,2 0-5 0,0-2 0 0,3 1-1 16,-3 4-4-16,0 2 2 0,2 0-4 0,-2 0 6 16,1 2-7-16,3 1 2 0,-2 1 2 15,2 1 0-15,0 1 1 0,1-2-2 0,0 3 2 0,0-1 0 16,1 0 0-16,-2 1 1 0,5-2 1 0,-5 0 0 15,6-1 2-15,-2 1 5 0,-1-1-4 0,1-2 1 16,-4 0 2-16,-2 1 3 0,1-3 5 0,-5 2 1 16,4-4 12-16,-4 2-5 0,0-3-3 0,-2 1-3 15,0-3 5-15,-1 2 13 0,-2-2 0 0,-2 0-7 16,2-3-7-16,-4-1 3 0,1 4 3 0,-1-1 0 16,-2 2-4-16,-3-1-2 0,0 3-4 0,3 0-4 15,-1-1 1-15,1 4-4 0,-1 1-1 0,5 5-3 16,-8-7-2-16,8 7-4 0,-13 4-4 0,4 2 0 15,0 3 1-15,-2 3 1 0,1 3-4 0,2 1 5 16,-1 2-1-16,3-2-1 0,3 3-1 0,2-2 2 16,0 0-2-16,3-2 1 0,1 1-3 0,1-4 4 15,2 0-3-15,4 0 2 0,0-2 0 0,1-4 2 16,-1 1 3-16,3-4-7 0,1 3 2 0,-3-4-1 16,4-2-1-16,-4-1 5 0,3 0-3 0,0-2-1 15,-3 0 3-15,-2-2 0 0,3-2 0 0,-3 0 0 16,-3-1-2-16,3 0 2 0,-3 0 0 0,1 0 0 15,-1-2 0-15,-2 1-2 0,1-4 1 0,-2 3 1 16,-2 0 0-16,1 0 0 0,0-1 0 0,0 3-3 16,0 1 1-16,0 0-2 0,-2 7-1 0,1-9-1 15,-1 9-4-15,3-6 0 0,-3 6-1 0,0 0 0 16,0 0 1-16,18 6 2 0,-10 2-1 0,-1 0 3 16,0 2-2-16,5 3 8 0,-1 0-5 0,-4 2 0 15,2-1 0-15,0 2 3 0,0-1 1 0,0 0-15 16,-3 0-35-16,1-4-60 0,1 3-50 0,-3-4-58 15,-3 0-195-15,2-4-448 0,-1 0 199 0</inkml:trace>
  <inkml:trace contextRef="#ctx0" brushRef="#br0" timeOffset="108542.38">24069 6424 180 0,'3'5'170'0,"0"1"-5"16,0 0-8-16,1 2-10 0,0 0-9 0,-2 2-10 16,2-2-8-16,-1 3-11 0,-2-5-12 0,3 1-9 15,-4-7-7-15,4 11-12 0,-4-7 0 0,0-4 8 16,2 7 22-16,-2-7 19 0,0 0 18 0,0 0 12 16,0 0-17-16,0 0-14 0,0 0-3 0,0 0-2 15,0 0-15-15,-15-15-2 0,12 6-7 0,1-1-7 16,0-1-7-16,1-5-2 0,0 0-10 0,3-3-11 15,2 0-11-15,2 2-2 0,1 0-3 0,2 2-8 16,-3 1-2-16,3 5-4 0,0-1-6 0,0 4-5 0,0-1 1 16,4 4-6-16,-4 1-4 0,1 2 4 15,2 4-4-15,-1 0 2 0,-2 2-4 0,0 1 5 16,1 3-2-16,-2-1 1 0,1 4-4 0,-2-2 3 16,0 1-1-16,-2-2-2 0,-1 0 0 0,-1 0 0 15,-2-4 2-15,0 1 1 0,-1-7 1 0,1 13 0 16,-1-9 0-16,0-4 0 0,0 0 2 0,4 10 1 15,-4-10 1-15,0 0 4 0,0 0-3 0,0 0 1 16,0 0-3-16,0 0-2 0,0 0-5 0,-18-18-13 16,18 8-5-16,0 0 6 0,4-2-9 0,-1 1 1 0,3-2 1 15,4-2-1-15,-2 5 3 0,1-3 1 0,0 5 2 16,-2 0-1-16,0 3-1 0,1-1 2 16,-2 4-4-16,-6 2 2 0,13-1 0 0,-13 1 6 15,13 5 0-15,-6 2-9 0,-2-1-16 0,-2 4-26 16,1 1-33-16,-3-1-26 0,1 1-34 0,0 1-40 15,-1-1-43-15,-1 2-176 0,-1-4-447 0,1-9 198 0</inkml:trace>
  <inkml:trace contextRef="#ctx0" brushRef="#br0" timeOffset="108908.87">24639 6289 41 0,'1'-8'273'0,"-1"8"2"0,-2-12-6 16,-1 7-10-16,3 5-25 0,-6-9-22 15,6 9-24-15,-8-2-22 0,8 2-17 0,0 0-14 16,-22 11-11-16,11-2-13 0,1 4-12 0,-2 1-10 0,2 0-12 16,0 3-6-16,1-2-4 0,1 2-10 0,7-6-9 15,-4 1-3-15,2-1-10 0,1 0-16 16,0-1-11-16,4-4-10 0,-2-6-4 0,2 11-2 16,1-8 6-16,-3-3-2 0,9 4 1 0,-9-4 3 15,0 0-2-15,13-4 3 0,-13 4 6 0,7-10 9 0,-3 5 5 16,2-3 4-16,-2-1-2 0,0 2 0 0,-3-5 1 15,3 4 9-15,-1-1 0 0,-3 9 3 16,0-11 0-16,0 11 1 0,2-10-3 0,1 5-4 0,-3 5-10 16,0 0-1-16,0 0-10 0,0-7-3 0,0 7 6 15,0 0-8-15,0 0 3 0,0 0-2 0,5 24-3 16,-4-15 2-16,3 3 0 0,0-2 0 0,0 0 1 16,1 1-9-16,0-3-11 0,-1 5-18 15,5-6-19-15,0 3-13 0,0-4-21 0,1 1-35 16,1-3-35-16,1-2-41 0,1-1-36 0,-1-2-191 0,-1-3-459 15,1-2 203-15</inkml:trace>
  <inkml:trace contextRef="#ctx0" brushRef="#br0" timeOffset="109104.3">24801 6116 163 0,'2'-10'255'15,"-2"4"-17"-15,0 6-22 0,0-9-22 0,0 9-20 16,0 0-8-16,0 0-4 0,0 0-7 0,15 22-7 15,-11-12-4-15,2 8-13 0,-1-2-12 0,-1 5-13 16,3 5-8-16,-4 1-6 0,0-3-12 0,2 3-7 16,-3 1-8-16,-1-10-5 0,0 9-16 0,0-2-40 15,1 0-42-15,-1-7-61 0,0-3-67 0,3 3-79 16,-6-6-146-16,2-4-421 0,0-8 187 0</inkml:trace>
  <inkml:trace contextRef="#ctx0" brushRef="#br0" timeOffset="109413.25">25048 6176 103 0,'2'-7'324'16,"-2"7"-42"-16,3-6-26 0,-3 6-25 0,0 0-22 16,14 4-18-16,-6 4-6 0,0 0-18 0,4 4-14 15,-1 3-17-15,-1 2-13 0,3-1-11 0,-2 1-11 16,1-1-10-16,-2 0-10 0,-1 0-6 0,1-2-5 15,-4-1-8-15,6-2-10 0,-6-1-2 0,-1-3-8 16,2 0 0-16,-3-2-1 0,-2 0 13 0,-2-5 24 16,5 6 37-16,-5-6 9 0,0 0 10 0,0 0-7 15,0 0-13-15,8-13-17 0,-8 13-6 0,4-18-11 16,-2 3-10-16,2-4-5 0,0 0-7 0,1-7-7 16,0 0-5-16,3 0-28 0,-1-2-23 0,0 5-24 15,-2-1-29-15,3 6-38 0,-8 2-28 0,2 5-45 16,3-1-47-16,-2 2-43 0,3 2-40 0,-4 2-19 15,-2 6-170-15,2-5-529 0,-2 5 233 0</inkml:trace>
  <inkml:trace contextRef="#ctx0" brushRef="#br0" timeOffset="109651.98">25378 6265 140 0,'0'0'175'0,"1"7"15"15,2-2 0-15,2 0-2 0,-5-5-2 0,6 6-2 16,0-3-3-16,-2 2-8 0,-4-5-8 0,13 1-12 15,0-1-10-15,-3-1-12 0,3-3-8 0,1 0-12 16,-1-1-5-16,1-1-10 0,-3-1 1 0,3-3-8 16,-5 1-5-16,4-1-5 0,-5 0-4 0,-2 2-6 15,-2-4-7-15,0 2 2 0,-3-2 1 0,3 1-2 16,-6 5-5-16,-4-6-9 0,5 6-4 0,-3-1-9 16,4 7-4-16,-12-7-6 0,1 5-19 0,0 2-20 15,-7 6-27-15,-3 1-43 0,-2 3-49 0,4 1-60 16,1-2-60-16,0 2-236 0,8-2-528 0,-1-3 234 15</inkml:trace>
  <inkml:trace contextRef="#ctx0" brushRef="#br0" timeOffset="109897.77">25807 5974 110 0,'2'-7'354'0,"1"-1"-18"0,-3 2-21 15,0 6-30-15,2-11-30 0,-2 11-25 0,0 0-27 0,4-4-22 16,-4 4-14-16,0 0-14 0,8 23 2 16,0 0-19-16,-3-4-7 0,4 6-12 0,0 2-6 0,-5-2-19 15,1-1 2-15,-1 3-16 0,-2-8-7 16,3 0 1-16,-3 0-11 0,2 0-6 0,2-2-12 0,-4 0-24 16,-2-5-27-16,4 0-53 0,-4-1-40 0,2-1-43 15,-2-4-49-15,2 1-54 0,-2-7-54 16,0 0-161-16,-4 9-499 0,4-9 221 0</inkml:trace>
  <inkml:trace contextRef="#ctx0" brushRef="#br0" timeOffset="110092.63">26019 5989 62 0,'4'-11'299'0,"-4"5"-19"16,4 1-24-16,-3-1-28 0,-1 6-23 0,0 0-15 15,0 0 1-15,0 0-7 0,0 0 1 0,8 25-4 0,-8-9-14 16,2 3-11-16,-2 6-14 0,0-1-8 0,0 2-7 15,-2-1-14-15,2 0-15 0,0-4-5 16,-2-6-12-16,4 10-1 0,-4-7-28 0,2-1-24 16,-2-2-35-16,2-2-47 0,-2-1-47 0,0-3-49 0,1 2-51 15,1-5-37-15,0-6-226 0,-8 10-502 0,6-7 222 16</inkml:trace>
  <inkml:trace contextRef="#ctx0" brushRef="#br0" timeOffset="111094.18">25933 6123 124 0,'11'-5'159'0,"3"1"-11"0,4 0-5 15,2 0-10-15,7-2 0 0,-6 2-16 0,-2 0-7 0,4 3-14 16,-2-4-2-16,0 1-7 0,-2 1-4 0,-1 1-4 16,-5-1-5-16,-2 3-4 0,-3-1 0 15,0 0 1-15,-8 1 4 0,13-2 7 0,-5 2 2 16,-8 0-4-16,0 0-2 0,9-2-5 0,-9 2-6 0,0 0-8 15,0 0-4-15,0 0-3 0,-9 23 0 0,-1-14 12 16,1 6-10-16,1 2-2 0,-4-2 0 0,1 1-8 16,2 0-2-16,-1-2-4 0,4 3-4 0,2-5-4 15,2-3-2-15,1 1-1 0,-1 0-3 0,2-4 1 16,0-6 1-16,5 13 2 0,-1-9-9 0,1 0 1 16,6-1 3-16,0-1-5 0,-2-3-2 0,5-2-7 15,-1 0-3-15,-1-1 6 0,1-1-4 0,-4-2 0 16,5-3 2-16,-4 3 0 0,-1-2-5 0,-1-1 0 15,0 0 0-15,1 0 4 0,-5-1-3 0,1 0 9 16,0-1 1-16,-1 1-1 0,-2 2 2 0,-1 4 6 16,1-2 2-16,-2 7-4 0,2-10-7 0,-2 10-5 15,0 0-4-15,0 0 2 0,0 0-1 0,0 0-1 16,0 0 0-16,0 0 4 0,4 21-6 0,-4-21 1 16,2 12-2-16,0-3 2 0,-1-2-5 0,3-1 8 15,4 2 0-15,0-2 0 0,-1 2 1 0,3-4 4 16,2-1-7-16,4-2 1 0,-2-1-1 0,8-1-2 15,-2-2-2-15,0-4 0 0,1 2 1 0,-2 0 3 16,-2-4-2-16,-4 4 0 0,1-6-3 0,-5 5 5 0,4-5-2 16,-6 5 7-16,2-4 9 0,-7 4 6 15,4-4 0-15,-6 3 8 0,3-2 2 0,-3 0 2 16,0 2 2-16,0 7 1 0,-3-13-3 0,3 13 1 16,-8-9-8-16,3 9-9 0,5 0 4 0,-16 3-7 15,5 0-6-15,-1 1 4 0,2 4-3 0,-1-3-4 16,1 4 8-16,1 0-17 0,1 0 3 0,3 0-8 15,-2 1-9-15,5-3-17 0,0 0-10 0,2-7-5 16,2 10 0-16,-2-10 3 0,7 10 1 0,-2-7 5 16,1 0-1-16,1-2 7 0,-7-1-4 0,16 0 6 15,-10 0 5-15,-6 0 0 0,15-2 3 0,-15 2 4 16,10-3 3-16,-5 2 2 0,-5 1 4 0,8-1-1 16,-8 1-2-16,0 0 2 0,0 0 2 0,7 7 0 15,-2 1 28-15,-3 3 3 0,1 3-6 0,1 11 7 0,0 2 1 16,0 3 2-16,1 1 5 0,1 2-7 0,0 1 6 15,0 13 5-15,3-12-9 0,0 9 2 0,-2-10-7 16,0 0-1-16,-1-1-3 0,1 0 2 0,-5-1-5 16,2-3-3-16,-4-2-2 0,0 1-17 0,-4-4-9 15,0-5-13-15,-3-3-12 0,-2-6-8 0,0 1-1 16,-4-3 3-16,0-2 0 0,-4-6 4 0,2 3 3 16,-1-6 5-16,-2-3 3 0,7 1 4 15,-4-6 0-15,2-5 5 0,3-1 4 0,3-8 1 16,0 0-1-16,7-2 4 0,5-3 0 0,2-2 1 0,3 1 0 15,4-2 2-15,10-11 1 0,-1 3 0 0,-2 10 1 16,8-7 0-16,-7 9-1 0,9-7-1 0,-8 9 1 16,10-11-2-16,-14 12-2 0,10-13 5 0,-6 17 2 15,-2-2 7-15,-2 1-1 0,0-1-3 0,-5 8 7 16,0-4 0-16,2-1 3 0,-10 6 5 0,1 0 0 16,0 5 14-16,-3 1 9 0,-3 1 1 0,-1 1 6 15,2-1-1-15,-2 8-3 0,0 0-1 16,-5-11-8-16,5 11-5 0,-11-3 0 0,11 3 4 0,-25 11-12 15,12 0 2-15,-6 7-4 0,-2 1-2 0,4 1 1 16,2 2-5-16,5-5 3 0,8 0-2 0,-2-2-14 16,4 2-16-16,4-1-32 0,6-1-41 0,1 1-44 15,4-4-83-15,14-2-59 0,-4-3-198 0,11-4-518 16,-2 0 230-16</inkml:trace>
  <inkml:trace contextRef="#ctx0" brushRef="#br0" timeOffset="111283.45">27424 6108 36 0,'0'0'291'0,"0"0"-28"16,0 0-26-16,0 0-26 0,7-11-22 0,-7 11-23 15,11-1-21-15,-4 0-39 0,5 1-48 0,-3-2-64 16,4 2-71-16,-1-1-64 0,-2 1-106 0,-1 0-267 15,-9 0 119-15</inkml:trace>
  <inkml:trace contextRef="#ctx0" brushRef="#br0" timeOffset="111424.9">27388 6250 86 0,'0'0'233'0,"-6"7"-5"0,6-7-1 0,-3 3-5 15,3-3-7-15,0 0-22 0,0 0-15 0,0 0-18 16,0 0-13-16,19 7-24 0,-6-7-35 0,10-3-58 15,6 2-72-15,4-8-87 0,1 3-198 0,-2-4-353 16,1-1 156-16</inkml:trace>
  <inkml:trace contextRef="#ctx0" brushRef="#br0" timeOffset="111690.23">28303 5879 3128 0,'5'-10'118'0,"0"-6"-79"0,-2 5 22 0,0 2 5 0,-3 1 8 16,3 2 24-16,-3 6 12 0,4-10-1 0,-3 5-7 16,-1 5-6-16,0 0-7 0,0 0-14 15,3-9-11-15,-3 9-11 0,0 0-3 0,0 0-4 16,6 26 2-16,-3-9-3 0,-2 9 0 0,0 1 8 0,-2-1-15 16,0 3 0-16,-1-1-7 0,0 1 6 0,-3-1-6 15,0 1 0-15,-1 2-6 0,-1-13-3 16,2 7-5-16,-2-5 15 0,1-2-12 0,-3-2-19 15,2 0-26-15,1-2-45 0,-3-1-44 0,-1-2-47 16,1 2-64-16,-5-1-65 0,4-5-71 0,-2 1-247 0,2-4-659 16,0-2 292-16</inkml:trace>
  <inkml:trace contextRef="#ctx0" brushRef="#br0" timeOffset="111923.57">28516 5910 25 0,'4'-8'294'0,"-3"1"-17"0,-1 7-22 0,0-8-12 16,0 8-20-16,0 0-12 0,-12-2-8 16,12 2-9-16,-30 11-8 0,6 6-10 0,0-3-11 15,-1 0-8-15,3 4-11 0,2-1-17 0,-1 0-11 0,8-4-15 16,-1 1-8-16,3-2-8 0,2 1-12 0,7-1-1 16,-2-1-10-16,3 0-3 0,1-1-3 15,1 0-7-15,5 0-2 0,3-1-12 0,0-3-6 16,5 1-20-16,3-3-37 0,10-1-43 0,2-1-45 15,1-2-67-15,2-5-61 0,-2 2-56 0,-7-1-180 0,5-3-519 16,-2-4 230-16</inkml:trace>
  <inkml:trace contextRef="#ctx0" brushRef="#br0" timeOffset="112116.45">28840 5861 233 0,'0'0'299'0,"3"-5"-21"15,-3 5-13-15,3-5-18 0,-3 5-15 0,10-6-23 16,-2 2-18-16,10 0-21 0,0-1-17 0,10-2-16 16,1 3-12-16,3 1-17 0,-2 0-27 0,-1 1-31 15,0-2-37-15,-8 1-45 0,-3 1-44 0,0 0-34 16,-6 1-50-16,1-1-20 0,-6 2-27 0,-1-2-131 16,-6 2-366-16,0 0 162 0</inkml:trace>
  <inkml:trace contextRef="#ctx0" brushRef="#br0" timeOffset="112313.99">29134 5793 78 0,'0'0'131'0,"-11"2"18"0,11-2 13 15,-11-2 9-15,11 2 5 0,-8 2 0 0,8-2-4 16,0 0-4-16,-9 1-8 0,9-1-15 0,0 0-15 16,-5 5-11-16,5-5-8 0,-5 8 20 0,3-1 15 15,-1 4-1-15,0 4 1 0,0 0-6 16,-3 2-10-16,4 0-2 0,-2-1-9 0,1 0-11 16,-2 1-6-16,3 2-12 0,-2-2-4 0,0-1 0 0,0 1-23 15,2-1-2-15,-1 0-5 0,-1-2-1 0,3 3-2 16,-2-6-10-16,-2 1-19 0,3-2-27 0,-2 0-32 15,0-4-27-15,2 2-38 0,-2 0-37 0,0-4-41 16,4-4-49-16,-9 6-61 0,3-6-201 0,6 0-529 16,0 0 234-16</inkml:trace>
  <inkml:trace contextRef="#ctx0" brushRef="#br0" timeOffset="112508.99">29010 5829 2441 0,'2'-8'240'0,"-2"8"-114"0,0 0-67 0,1-6-17 16,-1 6-20-16,7-4-4 0,2 2 4 0,-3-2 12 16,7 3 4-16,6-1 6 0,3-1-5 0,6 0-2 15,1 0-4-15,2-1-5 0,0 2-5 0,-1 2 0 16,0-1-15-16,-3 0-30 0,-6 1-38 0,-8 0-48 16,2 0-54-16,-3-2-55 0,-2 1-53 0,-4 1-137 15,-6 0-440-15,8-4 195 0</inkml:trace>
  <inkml:trace contextRef="#ctx0" brushRef="#br0" timeOffset="112977.36">28575 6669 259 0,'-14'0'274'15,"3"0"-4"-15,4 1-5 0,7-1-13 0,-13 0-21 16,13 0-17-16,-7 0-19 0,7 0-18 0,0 0-16 16,0 0-10-16,0 0-15 0,0 0-10 0,29-7-10 15,7-2-4-15,21-2-13 0,34-4-13 0,1 1-9 16,-2-3 1-16,-1 4-11 0,-24 2-5 0,26-1-10 15,-32 5-5-15,-4 1-2 0,-7-2-3 0,-13 4-10 16,-3 0 0-16,-3 0 4 0,-7 3-10 0,-2-2-4 16,-8 0-10-16,-2 3-16 0,-1-2-23 0,-9 2-34 15,11-1-39-15,-11 1-58 0,0 0-84 0,0 0-71 16,0 0-163-16,-26-4-513 0,4 4 227 0</inkml:trace>
  <inkml:trace contextRef="#ctx0" brushRef="#br0" timeOffset="113575.46">28667 6999 168 0,'0'0'273'15,"-6"6"-10"-15,6-6-2 0,-5 4 2 0,5-4-12 16,0 0-7-16,0 0-21 0,0 0-18 0,-7 2-20 16,7-2-18-16,0 0-13 0,0 0-13 0,0 0-14 15,0 0 0-15,0 0-20 0,0 0-7 0,0 0-5 16,0 0-17-16,0 0 1 0,23-9 0 0,-12 6-17 16,0-3-7-16,2 1 10 0,-3 0-1 0,3 1-6 15,-4-2-5-15,3 0 4 0,0 0-2 0,-5 1-8 16,4 0 0-16,-2 0-11 0,0 0 7 0,-4 1-5 15,5-2-3-15,-10 6-1 0,14-13-4 0,-5 7 2 0,0-1-10 16,0-1 1-16,-2 2-4 0,0 2 15 16,2-2-16-16,-4 1 1 0,1-1-3 0,-3 1-4 15,2-1 0-15,-2 0-2 0,-3 6 1 0,9-9 1 16,-7 3-7-16,1 3 1 0,-3 3 0 0,6-8 0 0,-6 8-4 16,1-8 4-16,-1 8-8 0,2-8-1 0,-2 8 12 15,0 0-7-15,0 0 8 0,-3-12-12 0,3 12-6 16,0 0 5-16,-6-6-6 0,6 6 6 15,-14-1-22-15,14 1 17 0,-17-1-2 0,4 3 9 0,2-2-2 16,-2 3 0-16,-6 3-6 0,2-1 3 0,-1 3-4 16,3-1 7-16,0 2-8 0,-2-3 10 0,3 2 8 15,0 1-12-15,-1 4-1 0,3-1-2 16,1 1 9-16,2 1 2 0,0-1-9 0,-3 3-2 0,3-4 2 16,2 4 12-16,-1 2-12 0,2-3 3 0,2 1-2 15,2-1 3-15,1-4 5 0,2 5 4 0,5-1-5 16,0 0 0-16,5-2 6 0,1-1 17 15,7-2-19-15,6 2-13 0,6-5-18 0,1-3-34 0,4 0-27 16,0-3-42-16,1 1-43 0,1-4-61 0,12-7-60 16,-11 5-63-16,-3-2-179 0,0-4-578 0,-4 3 256 15</inkml:trace>
  <inkml:trace contextRef="#ctx0" brushRef="#br0" timeOffset="114521.45">29840 6408 110 0,'0'0'267'0,"0"0"-17"0,0 0-8 16,-1 10-9-16,1-10-10 0,0 0-17 0,0 0-19 15,0 0-16-15,0 0-19 0,8 0-14 0,-8 0-14 16,10 0-10-16,0 0-14 0,7 0-10 0,1 0-23 16,1-2-33-16,-6 1-31 0,1 1-51 0,-2 0-45 15,0 0-43-15,-1 1-36 0,-3-1-41 0,0 2-129 16,-8-2-370-16,9 0 164 0</inkml:trace>
  <inkml:trace contextRef="#ctx0" brushRef="#br0" timeOffset="114661">29867 6504 84 0,'0'0'160'16,"-6"2"1"-16,6-2 4 0,-7 4 5 0,7-4-6 16,0 0-7-16,0 0-14 0,0 0-8 0,0 0-10 0,0 0-10 15,0 0-11-15,26 0-16 0,-10-2-38 0,5-1-50 16,7 0-54-16,5-4-55 0,-3 0-168 15,-1-2-299-15,-1 0 133 0</inkml:trace>
  <inkml:trace contextRef="#ctx0" brushRef="#br0" timeOffset="115029.63">30455 6111 226 0,'0'0'270'0,"3"-11"-15"0,0 7-16 0,-3 4-11 0,8-10-18 16,-4 6-14-16,6 1-10 0,-3 1-25 16,3 0-11-16,4 4-18 0,-3-2-14 0,7 2-9 0,-2 5-10 15,0 2-6-15,-3 1-16 0,1 3-6 16,-1-2-3-16,-4 4-8 0,-3-2-4 0,-1 4-5 0,0 0-2 16,-6 1-3-16,0 0 5 0,-3 0 2 15,-6 0-6-15,0-2 11 0,-11 5-10 0,1-3-8 0,-5-1 4 16,1-1 0-16,0-3-9 0,-1 1-4 15,6-3-3-15,0-3-10 0,4-3 6 0,-2 3-5 16,7-3-1-16,1-2-1 0,3 0 0 0,1 0-2 0,5-3 3 16,-9 4 2-16,9-4-3 0,-6 3-2 0,6-3 1 15,0 0-2-15,0 0 0 0,0 0 1 16,0 0-5-16,0 0-2 0,0 0-2 0,43-8-3 16,-26 6-8-16,3 0-12 0,1 1-18 0,8-2-21 15,-8 1-29-15,1 1-33 0,5-2-38 0,1 0-47 0,0-1-45 16,0 1-32-16,-7 1-172 0,-2-2-490 0,1 0 218 15</inkml:trace>
  <inkml:trace contextRef="#ctx0" brushRef="#br0" timeOffset="115377.93">30973 6140 114 0,'2'-12'273'0,"-2"2"7"0,1 3-4 16,2 0-6-16,-3 7-12 0,1-9-27 0,-1 9-24 0,0 0-25 15,3-6-24-15,-3 6-14 0,0 0-11 16,0 0-12-16,-22 29-10 0,11-6-6 0,-5-1-12 0,1 2-4 16,-2 0-8-16,5-3-6 0,-1 2-8 15,3-5-5-15,2-2-8 0,0 1-6 0,3-5 0 0,1 4-6 16,2-5-8-16,2 1 4 0,0-1-6 16,1 0-2-16,3-1-1 0,1-3-3 0,0-1 0 15,1 4 1-15,1-7-2 0,4 0 2 0,0 0-3 0,0-1-4 16,0 0 0-16,0-2-7 0,-1-1 3 0,0-2 0 15,-1 1 2-15,0-2-5 0,-4 2 5 0,3-3 0 16,-3-1-8-16,-1-3 0 0,-2 2-1 0,0 0 4 16,-2 7-8-16,-2-12 2 0,2 12-3 15,-6-11 3-15,0 9-6 0,-4-3-1 0,-7 2-14 0,-4 3-19 16,-2 1-22-16,4 2-27 0,-1 0-40 0,-1 0-47 16,3 2-55-16,6-2-61 0,0 3-228 15,7-3-555-15,5-3 246 0</inkml:trace>
  <inkml:trace contextRef="#ctx0" brushRef="#br0" timeOffset="115926.74">31158 6260 176 0,'6'-3'273'0,"-6"3"-27"0,0 0-14 0,8 0-16 15,-8 0-13-15,0 0-18 0,0 0-13 0,0 0-13 0,8 8-10 16,-5-3-10-16,-3-5-6 0,3 14-8 0,-2-7-16 15,1 2-11-15,-1-3-9 0,-1-6-9 16,1 12-5-16,0-5-8 0,-1-7-4 0,3 10-3 16,-3-10 2-16,1 7 8 0,-1-7 12 0,0 0 11 15,2 7 17-15,-2-7 15 0,0 0 12 0,0 0 0 0,0 0-12 16,0 0-7-16,0 0-10 0,0 0-15 0,0 0-11 16,0 0 1-16,0 0-6 0,-7-30-12 0,10 21-5 15,-3-1-8-15,1-2-9 16,3-2-6-16,1-1-2 0,3-1-9 0,2 0-7 0,1 0 1 15,3 4-4-15,-5 2-7 0,3 4-4 0,3-1-4 0,-5 5-1 16,4 0-1-16,-3 2-9 0,-4 1 6 0,6 3-1 16,2 4-4-16,-5 0-7 0,2 4 7 0,-3-3 1 15,-4 1 5-15,0 0-8 0,3-2-1 0,-4 1 9 16,1 0-11-16,-4-2 14 0,-1-2 1 0,3 1-3 16,-3-6 6-16,2 8-7 0,-2-8 11 0,4 6 0 15,-4-6 0-15,0 0 3 0,0 0 6 0,3 7-5 16,-3-7 2-16,0 0-3 0,0 0-7 0,0 0 6 15,0 0-5-15,0-22-5 0,2 14-4 0,5-2-1 16,-4-2-6-16,5 1 0 0,1-3 5 0,3 2 9 16,-2-1-16-16,0 5 5 0,0 1-5 0,-2 0 0 15,-2 1 0-15,0 1 3 0,1 1-8 0,-1 1 3 16,-6 3-1-16,12 2 1 0,-12-2-5 0,8 8 4 16,-2-2 0-16,-1 2-2 0,0 2 9 0,-2 0-6 15,1 0-4-15,-2 0-9 0,-2 0-15 0,3 1-24 16,-3 0-29-16,-1-1-29 0,1 0-47 0,1 1-43 15,0 1-48-15,-1-7-31 0,0-5-36 0,2 12-175 16,-2-12-547-16,3 6 242 0</inkml:trace>
  <inkml:trace contextRef="#ctx0" brushRef="#br0" timeOffset="116267.66">31724 6125 171 0,'4'-10'235'16,"-1"-1"8"-16,-1 2 7 0,1 3 3 0,0-1-10 15,-3 7-24-15,2-9-14 0,-2 9-31 0,3-6-25 16,-3 6-10-16,0 0-11 0,0 0-10 0,13 15-7 0,-7-4-11 16,4 5-10-16,-4 3-1 0,3-2-5 0,-1 1-11 15,-1 5 10-15,1-5-15 0,-2-1-6 16,2 2 0-16,0-2-15 0,-1-1-2 0,1 0-1 16,0-2-4-16,-3-3-6 0,0-1-1 0,0 0 0 15,0-2-6-15,-1-4 0 0,0 0 0 0,-1 1 2 0,-3-5 21 16,6 6 11-16,-6-6 25 0,0 0 2 15,0 0-18-15,0 0-5 0,15-12 5 0,-11 4 11 16,0-5-7-16,2-2-8 0,-2-2-9 0,2-2-5 16,-2-1-12-16,4-5 3 0,1 0-5 0,-2-1-9 15,4-4 2-15,-3 3-6 0,4 2 1 0,-2-1-7 16,2 2-2-16,-3 6-2 0,0 4-12 0,-1-1-14 16,-5 2-26-16,2 3-33 0,-1 1-38 0,0 6-54 15,-1-3-43-15,-3 6-90 0,5-7-86 0,-5 7-215 0,5-4-644 16,-5 4 285-16</inkml:trace>
  <inkml:trace contextRef="#ctx0" brushRef="#br0" timeOffset="123801.36">30900 6825 41 0,'0'0'127'0,"0"0"-3"15,-8 3-9-15,8-3-4 0,0 0-4 0,-6 3-17 16,6-3-5-16,0 0 2 0,-9 1-10 0,9-1 1 0,0 0-3 16,-10 3-1-16,10-3-7 0,0 0 3 0,-7 3-11 15,7-3-1-15,0 0-7 0,0 0 2 0,-6 4-8 16,6-4 1-16,0 0-8 0,0 0-2 16,0 0-8-16,0 0 3 0,-5 3-5 0,5-3-2 0,0 0 2 15,0 0 6-15,12 6 1 0,0-1-4 0,8-5-2 16,12 3-3-16,7-2-21 0,21-1-23 0,7-3-32 15,32-4-32-15,2-1-37 0,4-3-45 16,-4-1-93-16,5-5-282 0,2 2 125 0</inkml:trace>
  <inkml:trace contextRef="#ctx0" brushRef="#br0" timeOffset="140642.21">11358 7625 20 0,'0'0'72'0,"-5"-5"-6"0,5 5-11 0,0 0-1 16,0 0-6-16,0 0-6 0,0 0 4 0,0 0-1 16,-6-5-6-16,6 5-3 0,0 0-6 0,0 0 3 15,-5-4-3-15,5 4-2 0,0 0-3 0,0 0-8 16,0 0 12-16,0 0 2 0,0 0-6 0,-8-1-7 15,8 1 0-15,0 0 8 0,0 0 1 0,0 0-5 0,0 0-11 16,0 0-1-16,-11 0 3 0,11 0 5 16,0 0-5-16,0 0 0 0,-9 4 5 0,9-4-6 15,0 0-2-15,0 0 7 0,-8 1-12 0,8-1 6 16,0 0 0-16,0 0 0 0,0 0-5 0,-5 3 5 0,5-3-10 16,0 0 1-16,0 0 1 0,0 0-4 0,0 0-2 15,0 0 2-15,0 0 5 0,0 0-2 16,0 0 4-16,0 0 12 0,18 7 16 0,-7-7 8 15,10-3 6-15,6 1 1 0,3-4 4 0,7-2 3 0,12-6-6 16,2 1 7-16,1-1-4 0,2 4 0 0,4-4-4 16,-2 2-1-16,-1-1-15 0,0 2 2 0,-1 1 1 15,0 1-9-15,-4 0 1 0,-10 4-1 16,-2 0-2-16,-2 2-6 0,0-4-2 0,-6 5 0 0,-2 1-5 16,-7-1 2-16,-1-1-4 0,-9 4-1 0,1-2-2 15,-4 1 3-15,-8 0 1 0,13 1 8 0,-6-2 10 16,-7 1 7-16,10 0 3 0,-10 0 9 0,0 0 3 15,7 1 8-15,-7-1-4 0,0 0 4 0,0 0-1 16,0 0-3-16,10 0-1 0,-10 0-5 16,0 0-4-16,0 0-5 0,0 0-2 0,0 0-6 0,0 0 2 15,0 0-10-15,0 0 0 0,0 0-4 0,0 0-1 16,0 0-4-16,0 0-4 0,0 0-15 0,0 0-14 16,0 0-20-16,0 0-23 0,0 0-38 0,0 0-39 15,0 0-36-15,0 0-52 0,0 0-139 0,0 0-395 16,0 0 175-16</inkml:trace>
  <inkml:trace contextRef="#ctx0" brushRef="#br0" timeOffset="152619.97">9650 8690 8 0,'0'0'109'0,"0"0"2"16,0 0-10-16,0 0 0 0,0 0-8 0,0 0-3 15,0 0-14-15,-21-10-6 0,21 10-10 0,0 0 0 16,-10-2-6-16,10 2-2 0,0 0 7 0,-8-3-4 16,8 3-12-16,0 0 5 0,-9-1-4 0,9 1-6 15,-12 0 0-15,12 0-12 0,-13 0 3 0,13 0 2 0,-15 1 3 16,6 1-13-16,1-2 2 0,0 1 0 16,8-1-5-16,-20 1 5 0,13 0-7 0,-4-1 6 15,11 0-2-15,-13 2-5 0,13-2-5 0,-10 0 14 16,10 0-10-16,-9 1-2 0,9-1-4 0,0 0 3 15,0 0-5-15,0 0-7 0,0 0 9 0,0 0 0 16,0 0-3-16,0 0 12 0,0 0-10 0,38-9-3 16,-10 3 5-16,1-1-2 0,5 0-5 0,0-2-1 15,2-1 6-15,-1 0-11 0,-2 3-8 0,-2-1-28 0,-2 4-10 16,-2-2-34-16,-5 5-18 0,-4-2-14 0,-1 2-18 16,-4-1-71-16,-4 4-222 0,3-2 99 0</inkml:trace>
  <inkml:trace contextRef="#ctx0" brushRef="#br0" timeOffset="153073.87">9702 8646 98 0,'0'0'121'15,"0"0"-21"-15,0 0-8 0,0 0-19 0,-10 6 3 16,10-6-4-16,1 16-1 0,0-1 0 15,-1 6-6-15,0 6 2 0,0 2 4 0,0 1-10 0,2 2 0 16,-2 0-2-16,1-1-12 0,0-1-6 0,2-3 2 16,1 0-10-16,0-2 0 0,-1-1 2 0,-1-4-1 15,0-1-2-15,2 1-3 0,-2-1-3 0,1-1-6 16,1-3 0-16,-3-2-2 0,2-2 0 0,-2 1-3 16,2-4 0-16,-1 2 1 0,0-2 1 0,-2-2 0 15,0-6-5-15,1 11 1 0,-1-11 4 0,0 0-1 16,0 9 4-16,0-9-6 0,0 0-8 0,-7 5 6 15,7-5-5-15,-10 0-4 0,10 0 4 0,-16-2-2 16,4 0 1-16,-1 1 1 0,2-3-6 0,-2 1 4 16,-2 1-2-16,3 0 1 0,-2 0 2 0,3 1 1 15,-1 1-5-15,-1-3-1 0,4 2 3 0,2-1 2 16,-5 2-4-16,12 0 1 0,-11-3-7 0,11 3 17 16,-8 0-9-16,8 0-1 0,0 0-1 0,-8-3 3 15,8 3-4-15,0 0 12 0,0 0-9 0,0 0 3 16,0 0-2-16,36 0 2 0,-23-2 1 0,6-1-1 15,2 0-1-15,5-2 1 0,1 0-11 0,3 0-20 16,-2 0-23-16,-7 0-35 0,5 1-15 0,-4 0-25 16,-1 1-17-16,-3 1-100 0,3-1-258 0,-8 0 115 15</inkml:trace>
  <inkml:trace contextRef="#ctx0" brushRef="#br0" timeOffset="153470.97">10033 9055 117 0,'0'0'152'0,"0"0"-5"0,0 0-7 0,0 0-18 15,0 0-11-15,0 0-11 0,0 0-11 0,0 0-13 16,0 0-9-16,0 0-9 0,0 0-7 0,0 0-2 16,0 0-2-16,-13 21 1 0,11-11-4 0,-2 0-4 15,0 3-3-15,0 4 5 0,3-2-8 0,-3 0-9 16,2-3 4-16,0-1-2 0,2-1 0 0,2 0 0 15,0-3-5-15,2 4 5 0,-1-6-2 0,0 2 1 16,0-1-2-16,1-2-2 0,2 1 4 0,0 0-1 16,3-2 3-16,2 0 2 0,-1-2-1 0,0-2 1 0,-2 1-1 15,3-1 5-15,0-3 0 0,-2 1-7 0,1-2 2 16,-1-1-4-16,0-1 0 0,-4 0 4 0,4-1-2 16,-6 0 0-16,1-2-1 0,-1 1-4 0,-3 3-5 15,0-6 2-15,-1 1-2 0,-2 2 0 16,-2-1-6-16,-3 0-2 0,2 4 2 0,-3-3-6 0,2 2-1 15,-4 3 3-15,2-2-6 0,0 2-1 0,-2 1-2 16,-1 3 1-16,2 0-2 0,-3 0-6 0,3 1-18 16,1 3-18-16,-1 0-26 0,3 0-25 15,2 2-27-15,1-2-27 0,1 5-33 0,-4 0-111 0,6-1-318 16,1-8 141-16</inkml:trace>
  <inkml:trace contextRef="#ctx0" brushRef="#br0" timeOffset="153770.12">10430 9143 46 0,'0'0'197'0,"11"-4"-6"15,-11 4-21-15,6-4-13 0,-6 4-12 0,8-4-18 16,-8 4-15-16,10-2-19 0,-4 2-24 0,-6 0-29 16,16-1-35-16,-6 1-26 0,-4 1-17 0,5 1-17 15,0-1-12-15,-2 4-17 0,0-1-10 0,-1 0 4 16,-1 1 5-16,-2 1 7 0,-1 1 10 0,-1-2 14 15,-3-5 21-15,3 11 18 0,-3-11 26 0,-2 10 16 16,2-10 14-16,-4 10 10 0,4-10 2 0,-4 7 16 16,4-7 9-16,-5 7 1 0,5-7 2 0,-2 5 0 15,2-5 1-15,0 0-5 0,0 0-3 0,0 0-4 16,0 0-14-16,-3 5-3 0,3-5-8 0,0 0-3 16,0 0-4-16,0 0-2 0,0 0-13 0,17 4-20 15,-6-5-38-15,7 0-47 0,1-2-55 0,2-2-111 16,8-4-269-16,2 1 120 0</inkml:trace>
  <inkml:trace contextRef="#ctx0" brushRef="#br0" timeOffset="155347.97">20233 8177 192 0,'1'-9'212'0,"0"-2"-7"0,0 5-6 15,1 0-12-15,-2 6-11 0,1-12-21 0,-1 12-17 0,4-7-22 16,-4 7-16-16,0 0-7 0,5-2-11 0,-5 2-12 15,0 0-4-15,17 19-5 0,-7-4-8 0,2 1-6 16,5 5-6-16,-2 3-2 0,1-1-2 16,-3 0-6-16,1 0 1 0,0 2-8 0,-2 0 1 0,1-2-5 15,-1 1 3-15,-3-9-1 0,-3 2-5 0,4-2-3 16,-5-4 1-16,1 0-3 0,-3-1-2 0,1 0 2 16,-1-5-2-16,-2 0 6 0,-1-5 12 0,1 9 13 15,-1-9 19-15,3 4 12 0,-3-4 9 0,0 0-9 16,0 0 5-16,0 0-16 0,0 0-7 0,0 0-6 15,-6-26-2-15,6 14-3 0,0-5-5 0,1-1-6 16,0-2-5-16,5-3-3 0,1-2-2 0,2-2-9 16,2 4 1-16,3-2-5 0,2 0-4 0,5 1-2 15,-3 2 1-15,2 2 18 0,0 3-6 0,-6 7 0 16,3 1-2-16,-6 3-8 0,2 1 2 0,-2 4-6 16,2 1 0-16,-3 3 1 0,2 0-5 0,1 4 0 15,-1 5 2-15,0 0-6 0,-1 4 7 0,-2 2-4 16,3 4-1-16,-5-3 7 0,3 8-5 0,-4-9 1 15,-1 8-3-15,0-1 4 0,-1-4 6 0,1 4-1 16,-1-6-3-16,-2 4-2 0,1-3-1 0,2 4-17 16,-2-5-18-16,2-2-30 0,-1 1-41 0,-2-3-30 0,3 1-47 15,0 0-27-15,1-4-28 0,0-1-180 16,1-3-453-16,1 0 201 0</inkml:trace>
  <inkml:trace contextRef="#ctx0" brushRef="#br0" timeOffset="155529.4">21343 8380 2170 0,'7'-9'68'0,"-2"2"6"0,0 1-32 15,-1-1-20-15,-1 5 12 0,-3 2-23 0,6-8-8 16,-6 8 0-16,3-6 1 0,-3 6-1 0,6-7-5 0,-6 7-6 16,0 0-25-16,6-3-23 0,-6 3-16 15,9-2-21-15,-9 2-25 0,13 2-19 0,-7 1-16 16,2 0-10-16,-1 4-104 0,0-3-288 0,-2 0 127 15</inkml:trace>
  <inkml:trace contextRef="#ctx0" brushRef="#br0" timeOffset="155664.29">21444 8403 31 0,'-6'7'118'0,"3"-1"5"0,3-6-8 15,-6 5-7-15,3-1-4 0,3-4-2 0,-4 7-1 16,4-7-7-16,0 0-3 0,0 0-3 0,-6 6-9 16,6-6-2-16,0 0-5 0,0 0-7 0,0 0 0 0,0 0-1 15,22 2-11-15,-3-4-4 0,-1-3-10 16,9 0-38-16,3 0-41 0,1-3-45 0,1 0-50 15,0 2-96-15,0-3-248 0,4 0 110 0</inkml:trace>
  <inkml:trace contextRef="#ctx0" brushRef="#br0" timeOffset="155895.91">22047 8135 145 0,'0'-11'235'0,"0"11"-1"0,-1-11-6 0,1 11 2 15,0-13-9-15,0 13-3 0,-3-10-18 0,3 10-20 0,-1-5-25 16,1 5-16-16,0 0-20 0,0 0-13 16,0 0-15-16,0 0-7 0,7 20-9 0,-5-5-9 0,1 3-5 15,-2 2-3-15,2 7-8 0,-5 0-5 16,1 2-4-16,2 0-4 0,-1 2-4 0,3-3-11 0,-2 1-19 16,2 1-21-16,2-2-25 0,-1-1-23 15,1 4-31-15,1-8-41 0,3 2-27 0,2-1-41 0,-1 1-185 16,-1-6-423-16,-2-1 187 0</inkml:trace>
  <inkml:trace contextRef="#ctx0" brushRef="#br0" timeOffset="156252.9">23062 8395 25 0,'0'0'182'0,"-9"-2"-12"0,9 2-14 15,0 0-14-15,0 0-22 0,-10 0-10 16,10 0-16-16,0 0-8 0,0 0-18 0,0 0-22 16,0 0-31-16,0 0-34 0,0 0-49 0,35 4-121 15,-18-5-203-15,11-2 91 0</inkml:trace>
  <inkml:trace contextRef="#ctx0" brushRef="#br0" timeOffset="156698.91">23786 8085 21 0,'0'-11'226'0,"0"11"2"0,-4-9-8 0,4 9-3 16,-7-7-18-16,7 7-15 0,-4-6-21 0,4 6-13 15,0 0-25-15,-10 2-13 0,10-2-13 0,-14 11-3 16,2 1-12-16,-1 6-10 0,-3 4-6 0,1 2-9 16,-1 2-5-16,1-2-4 0,5 0-6 0,0 2-5 15,2-3-6-15,2-4 0 0,1 4-4 0,2-4-4 16,3-2-3-16,0-1-1 0,1 0-2 0,1-4 2 16,0 5-5-16,1-5 1 0,1-4-5 0,-1 1-5 15,4 0 0-15,-5-4-3 0,3 4-3 0,-2-5 6 16,-3-4-2-16,9 5 0 0,-9-5 3 0,8 3-3 15,-8-3 2-15,12-7-4 0,-4 1-3 0,2-3 10 16,4-1-1-16,-1-2-8 0,1-1 3 0,-1 0 0 16,3-1 3-16,-3 2-6 0,1-1-2 0,-1 1 1 15,0 2 0-15,-4 3 1 0,0 0-2 0,-4 2-1 16,-1 1-2-16,-4 4-3 0,9-6-3 0,-6 5 0 16,-3 1 1-16,0 0 1 0,13 3 0 0,-13-3 0 0,8 10 5 15,-2-1-3-15,-2 1-2 0,1-1 11 0,-1 7-4 16,-1-4 1-16,1 3-3 0,-3-4 3 15,3 6 0-15,-3 0 4 0,4-2 1 0,-4 2-2 16,1-2-32-16,-1-4-39 0,0 2-34 0,2-2-56 0,-1-2-42 16,1 2-172-16,-1-2-401 0,1-5 179 0</inkml:trace>
  <inkml:trace contextRef="#ctx0" brushRef="#br0" timeOffset="157045.46">24186 8377 199 0,'0'0'234'0,"0"0"-11"0,0 0-15 16,1-8 0-16,-1 8-16 0,0 0-12 0,0 0-20 15,5-6-13-15,-5 6-17 0,9-5-14 0,0 0-11 16,2 1-9-16,7-1-14 0,-1 2-6 0,8-5-11 16,-4 2-11-16,-2-1-11 0,1 1-6 0,-2 1-7 15,-7-1 0-15,1 2-3 0,-2-4-2 0,-1 3-1 16,-2-3-3-16,0 1-2 0,-5 0-1 0,-1 0-1 15,-1-2 1-15,0 9 5 0,-3-13 7 0,-2 7-4 16,-1-3-1-16,-2 3-5 0,0 2 1 0,0 0 0 16,-5 1-1-16,1 1-6 0,0 4 0 0,-1 1-1 15,0 1 2-15,-5 6 3 0,4 1 2 0,-4 2-2 16,3 1-4-16,0 6 2 0,4-2-1 0,1-3-6 16,5 3 1-16,0-2 0 0,5 2 4 0,2 1-3 15,6-4-2-15,6 1-14 0,7 0-18 0,2 0-37 16,6-3-27-16,6 0-55 0,15-6-40 0,2-2-27 15,-1 0-34-15,-15-1-131 0,4-6-404 0,-4 0 179 16</inkml:trace>
  <inkml:trace contextRef="#ctx0" brushRef="#br0" timeOffset="157161.6">24837 8360 87 0,'-5'-7'204'0,"5"7"-20"0,-4-8-19 0,4 8-25 0,-10-4-39 16,10 4-62-16,-13-5-62 0,6 5-127 15,7 0-162-15,-30 0 72 0</inkml:trace>
  <inkml:trace contextRef="#ctx0" brushRef="#br0" timeOffset="157860.47">20655 9482 140 0,'-1'-8'169'16,"1"8"-14"-16,0 0-20 0,0 0-16 0,0 0-11 15,0 0-15-15,0 0-10 0,0 0 4 0,0 0-11 16,16 23 1-16,-11-10-8 0,1 2-11 0,0 2 0 0,0 0-4 16,-1 2-4-16,0-4-1 0,0 1-10 0,0-1-1 15,-2-3-3-15,-2 1-1 0,3-2-3 16,-2 0 0-16,2-3-1 0,-3 0-1 0,1-2-4 15,-2-6 1-15,1 10 5 0,0-6 12 0,-1-4 5 0,0 0 12 16,2 7 10-16,-2-7 5 0,0 0 3 0,0 0-7 16,0 0-8-16,0 0-3 0,0 0-6 15,6-30-9-15,2 13-6 0,-1-8-4 0,2-1-4 16,4 0 1-16,1-1-3 0,-2 0-4 0,0 2-6 16,1 4-1-16,-1 5-5 0,-1 5 0 0,1-2-3 15,-2 6-3-15,-1 3-3 0,0 0 1 0,2 2 0 0,-3 4-6 16,4 2 3-16,1 7 0 0,0 3-3 15,0 1 2-15,-1 9 3 0,-1-1-3 0,-2 2 2 16,-1 2-2-16,-1 2 1 0,0-1-1 0,0-2 6 0,-2 3-5 16,-1-4-1-16,0 1-1 0,0-7-3 0,-1 6-12 15,0-7-29-15,1 7-27 0,0-6-44 0,1-1-42 16,-2 0-30-16,1-1-28 0,-2-4-136 0,2-5-378 16,4 0 167-16</inkml:trace>
  <inkml:trace contextRef="#ctx0" brushRef="#br0" timeOffset="158025.2">21373 9709 27 0,'2'-6'232'15,"2"-1"-10"-15,-1 1-6 0,-3 6-19 0,5-9-14 16,-2 5-24-16,-3 4-14 0,7-6-19 0,-1 3-19 16,1 0-35-16,3 0-44 0,1 1-37 0,2 2-39 15,2 0-45-15,2 0-38 0,-3 4-109 0,-2-1-258 16,0-1 115-16</inkml:trace>
  <inkml:trace contextRef="#ctx0" brushRef="#br0" timeOffset="158151.51">21599 9746 20 0,'0'0'162'0,"0"0"-9"0,1 8 0 0,-1-8 1 16,0 0-5-16,0 0-11 0,0 0-3 0,6 4-17 16,-6-4-11-16,0 0-6 0,13 2-15 0,-5-4-2 15,3 2-19-15,2 0-36 0,6-3-46 0,1 3-44 16,1-5-52-16,6 1-132 0,-9-1-263 0,8-5 117 15</inkml:trace>
  <inkml:trace contextRef="#ctx0" brushRef="#br0" timeOffset="158408.93">22174 9496 122 0,'10'-6'201'0,"1"0"-2"0,0 1-7 15,-2 0-11-15,3 3-14 0,-5-1-22 0,1 3-7 16,2 0-13-16,-10 0-10 0,13 5-11 0,-7 0-8 0,0 1-11 15,1 2-7-15,-3 3-3 0,-3 0-6 0,-4 0-5 16,-2 5-2-16,-1 0-8 0,-4 0-5 16,-2 0 0-16,-1 1-4 0,0-1-9 0,1-2 1 15,2 1-5-15,-2-5-4 0,2 4-1 0,5-4-5 16,-2-2-1-16,2 1-4 0,3-2-2 0,-1-2 4 0,3-5-5 16,1 14-3-16,2-8 2 0,2-2-4 15,5 2-17-15,9-2-16 0,8 0-25 0,5-6-42 16,5-3-30-16,21-2-52 0,0-1-37 0,1-3-130 15,5 1-369-15,27-6 163 0</inkml:trace>
  <inkml:trace contextRef="#ctx0" brushRef="#br0" timeOffset="158745.99">23757 9237 52 0,'0'0'267'0,"-5"-19"-17"0,-1 11-14 0,-1 1-2 15,0-2-14-15,-3 6-13 0,-1 1-16 0,0 2-22 16,-2 0-19-16,1 1-11 0,0 2-19 0,0 5-11 16,2-3-9-16,-3 8-14 0,4 1-5 0,2 2-13 15,0 0 1-15,3 0-9 0,2 0-5 0,2 2-7 16,5-1-7-16,1-2-3 0,2-1-3 0,5 2-3 16,-1-2-2-16,1 2-5 0,4-1-1 0,-4-1-6 15,3-2 1-15,0 0-5 0,-1 0-3 0,-6-2-2 16,0-2 1-16,1-1-7 0,-4 2 3 0,0-1 3 15,-4 0-7-15,-1-1-3 0,-1-7 3 0,-5 15 0 16,0-7 0-16,-4 1 1 0,-3 3 1 0,-9-2-4 16,-2 1 2-16,-3 2-1 0,0-4 1 0,5-2-4 15,-6 2-3-15,8-5-13 0,0 0-10 0,2-1-20 16,5 0-25-16,1 1-26 0,4-2-29 0,-2-2-32 16,9 0-49-16,0 0-205 0,0 0-449 0,0 0 198 15</inkml:trace>
  <inkml:trace contextRef="#ctx0" brushRef="#br0" timeOffset="158942.44">23938 9428 53 0,'10'-10'279'0,"-1"2"-15"15,-2 3-8-15,-1 0-8 0,-1 1-5 0,1-1-7 16,-6 5-6-16,6-4-29 0,-6 4-23 0,5-4-13 16,-5 4-26-16,0 0-15 0,0 0-8 0,0 0-17 15,9 8-8-15,-6-2-7 0,-2 2-6 0,-1 2-7 16,3 4-5-16,-3-4-12 0,1 4 8 0,-1 1-4 15,-1 2-25-15,1-1-23 0,0 1-33 0,-3-6-47 16,6 6-52-16,-2-5-55 0,0-2-60 0,1 0-232 16,-2 2-506-16,0-12 224 0</inkml:trace>
  <inkml:trace contextRef="#ctx0" brushRef="#br0" timeOffset="159109.99">23967 9222 37 0,'-4'-11'278'0,"2"3"-30"16,2 1-27-16,-2 0-19 0,2 7-22 15,-2-10-24-15,2 10-46 0,0 0-52 0,-2-7-39 0,2 7-41 16,0 0-54-16,0 0-160 0,26 13-255 0,-16-8 114 16</inkml:trace>
  <inkml:trace contextRef="#ctx0" brushRef="#br0" timeOffset="159404.24">23198 9897 140 0,'-7'0'201'0,"7"0"0"0,0 0 1 0,0 0-3 15,28 2-9-15,25-4-9 0,12-1-12 0,44-9-17 16,9 1-13-16,8-2-8 0,10-5-12 0,-1 5-18 16,-2-3-6-16,-13 4-12 0,-8 0-13 0,-16 8-28 15,-31 0-43-15,-2 3-59 0,-5 0-42 0,-6 2-20 16,-17 0-46-16,1 2-159 0,-8-1-355 0,0 0 157 15</inkml:trace>
  <inkml:trace contextRef="#ctx0" brushRef="#br0" timeOffset="160983.09">20533 10371 69 0,'0'0'154'0,"0"0"-10"0,0 0-9 0,0 0-1 16,0 0-3-16,0 0-11 0,0 0-8 0,-30 0-13 0,17-2-5 15,-4 0-10-15,-2 0-7 0,-9 1-7 0,-2-1-10 16,-3 1 0-16,1 0-7 0,-5-1-9 0,0 2 2 16,-13-2-12-16,-1 1-1 0,1-3 1 0,-4 2-8 15,3-4-1-15,12 2-2 0,-15-6-2 0,3-2-7 16,-2-2-1-16,10-8 0 0,10 5-3 0,-11-8 4 15,14 3-1-15,-9-9-7 0,5-3 1 0,8 8-2 16,5-3 2-16,-9-12-3 0,6 2 1 0,-2 0-5 16,3-4 3-16,4 2 1 0,4-6-5 0,1 3 1 15,1-4 3-15,1-2-5 0,2-2-1 0,4-2-1 16,5-1 0-16,-5-3 1 0,6 1-2 0,2 0-1 16,2-2-2-16,5-22 6 0,-2 31 0 0,1-1 1 15,-2-1 1-15,5 4-5 0,0-2 4 0,-3 1-6 16,2 1 9-16,4-3-3 0,-4 4-5 0,2 0 4 15,-1 1-2-15,-3 11 1 0,2-9-1 0,1 12 7 16,0-3-5-16,5-9 5 0,-4 12 2 0,2-1-3 16,4 4-3-16,1-2 3 0,-1 2-1 0,4 0-5 0,0 0 1 15,0 1 3-15,14-6 3 0,-10 8-8 16,12-9 2-16,-1 5-2 0,3-2 3 0,-2 2 0 16,3 4 1-16,-9 5 1 0,14-4 3 0,4-1-8 15,-2 4 1-15,6 1 2 0,7-2 8 0,2 3-7 0,28-8-2 16,-3 4-1-16,1 2 9 0,3 1-7 15,3 2-3-15,-4 0 1 0,2 0 1 0,5 4 2 16,1-4-1-16,5 3-4 0,1-1 9 0,1 1-9 16,-3 5 0-16,2 0-6 0,-5 1 1 0,0-2-1 0,-4 4 6 15,2-4 0-15,1 6 0 0,2 0 0 16,-3-1 5-16,3 0-3 0,-2 1 0 0,-6 8 0 16,9-6 3-16,-5 6 0 0,4 0-1 0,6 0 1 15,3 0 0-15,0-2-1 0,-1 3 6 0,2-3-6 16,-3 8 2-16,0-1 2 0,-2 0-1 0,-2 1-1 15,-9-1 0-15,-4 6-4 0,-29-5 11 0,3 2-15 16,-8 2 12-16,1 1 0 0,-6 1-7 0,-2-1 1 0,-2 2 5 16,-9-2-2-16,8 2 2 0,-11-1 0 15,1-1-1-15,9 5-2 0,-13-6 4 0,2 0-10 0,-3-1 10 16,1 1-1-16,-2 1-7 0,2 1 6 0,-6-1-1 16,2 0-1-16,-1 2 1 0,-1 1 0 15,0 2 0-15,-2 0 2 0,1 0-3 0,-3 0-1 16,-1 1 2-16,-1 1-2 0,0 2 2 0,-3-3 4 15,1 1-2-15,-6 2-1 0,2 1-3 0,-1 5 2 0,-1 1 3 16,0 1-5-16,0 1 3 0,-2 2-3 0,-2 3 2 16,-1-3 1-16,3 2-2 0,3 8 2 0,-5-8 0 15,1-1-3-15,3 11 3 0,-4-10-5 16,9 10 9-16,-5 2-4 0,-1-15 4 0,8 12-2 0,-4 1 8 16,-3-13 0-16,1 13-9 0,-1-11 2 0,-5 0-1 15,0-1 2-15,1 13-1 0,-5-10 0 16,3 11 1-16,0 2-3 0,-2-4 9 0,-5 3-10 0,2 0 1 15,0 0 3-15,-6-2 6 0,3 1-9 0,-5-2 3 16,0-10-2-16,0 2 0 0,4-1-1 0,-6 0-3 16,3-3-2-16,-4-1 7 0,1 0-1 0,-2-3-2 15,-2 0 1-15,1 0 0 0,-4 0-2 0,-2-3 3 16,-1 0-8-16,-4-1 2 0,0 0-9 0,-1-1 7 16,0 0-7-16,-2 0 2 0,0 0 1 0,-1 0-11 15,-1-3-5-15,-1 4-6 0,0-5 10 0,-4 1-8 16,-11 5-3-16,2-1 2 0,-4-2 6 0,0-3-7 15,-6 3-1-15,-1 0 6 0,-2-4-1 0,-3 0 3 16,-6-3 4-16,-27 8-4 0,28-10 5 0,-28 4 6 16,-2 1-4-16,2-4 0 0,-2 1 3 0,2-2 6 15,-2-4-10-15,3 6 9 0,26-8 6 0,1 1 5 16,-28 4 11-16,31-1 0 0,-2 0-3 0,-2 0 1 16,2-2 1-16,0 1-4 0,-1-1-2 0,0 0 6 15,-26 3-4-15,28-5 3 0,-1-6 0 0,-1 0-3 16,-2-1 0-16,0 1 2 0,-25-2-6 0,23 0 4 15,0 0 2-15,-27-3-3 0,-3-1 1 0,30 2-1 16,-31-4 0-16,3 1 1 0,-6 2-1 0,6 1-2 0,0-2 8 16,0 2-11-16,0 0 1 0,5-1 2 15,25 0-1-15,-25 3 0 0,26-3 1 0,4 6-6 16,2-5 3-16,-1 1 0 0,-1 1 0 0,0-1-1 16,2 2 5-16,1-4-5 0,-2 3-4 0,-3-1 3 15,2 1 3-15,0 1-11 0,-1-2 10 0,3 1-3 0,-2 0 1 16,-2-2-5-16,3 2 1 0,-2 5 6 15,0-4 0-15,4 2 0 0,1 1-7 0,2-1 2 16,13 1 0-16,2 0 6 0,1 0-5 0,3-1-3 16,6 0 3-16,0 1-9 0,7-1-4 0,8-1-11 0,-1 0-5 15,4-2-22-15,0 1-32 0,4-1-14 16,6 0-19-16,-9 2-105 0,9-2-240 0,0 0 107 16</inkml:trace>
  <inkml:trace contextRef="#ctx0" brushRef="#br0" timeOffset="161123.56">20759 10122 1153 0,'3'-5'-51'0,"-1"-2"42"0,-2 7-64 0,0-7-38 16,0 7-28-16,0 0 10 0,0 0-139 0,0 0 62 15</inkml:trace>
  <inkml:trace contextRef="#ctx0" brushRef="#br0" timeOffset="175368.04">12326 8542 98 0,'-6'-3'120'0,"-1"1"-11"0,7 2-3 15,-13-5 4-15,8 4-1 0,5 1-10 0,-9-3-8 16,9 3-4-16,-6-2-15 0,6 2-4 0,0 0-8 15,0 0-10-15,0 0 2 0,-10-1-9 0,10 1-7 16,0 0 2-16,0 0 9 0,0 0 2 0,29-6 2 16,-8 2-3-16,15-1-5 0,-1-4-1 0,16-2-7 15,5 0-3-15,2-4-1 0,-4 3-6 0,2-2-12 16,-4 7-23-16,-16-1-34 0,-3 2-40 0,1 4-33 16,-5-3-135-16,-11 5-272 0,0-3 120 0</inkml:trace>
  <inkml:trace contextRef="#ctx0" brushRef="#br0" timeOffset="175861.61">12547 8518 154 0,'0'0'173'16,"0"0"-24"-16,0 0-17 0,0 0-13 0,0 0-16 15,0 0-8-15,0 0-6 0,-5 8-15 0,5-8-8 0,2 16-4 16,-2-4-3-16,3 5-3 0,2 9-2 16,-1-1-6-16,-4-1-1 0,0 1-6 0,2-1 2 15,0 2-7-15,-1-2-4 0,3-4 2 0,-2 5-7 0,2-5-2 16,-4-2-4-16,3 1-5 0,1-3 8 0,-2 2-4 16,1-2-6-16,-1-3 3 0,-1-1-2 15,1-1-3-15,0 0-3 0,-2 0 2 0,2-2-2 0,0 1-3 16,-2-3 1-16,0-7 3 0,0 9 6 0,0-9-8 15,0 10 2-15,0-10-4 0,0 9 0 0,0-9 3 16,0 0 0-16,-4 8-3 0,4-8-3 0,-10 2 8 16,10-2-3-16,-13 0-2 0,6 0 0 15,7 0 0-15,-18-1-3 0,9 0 0 0,-1 0 0 0,-2 1-1 16,-1 0 1-16,-1-1-3 0,3 0 2 0,-7 3-3 16,4-1 8-16,1-1-10 0,-5 1 0 0,9 2 2 15,-3-2-1-15,1 1-4 0,3 0 0 0,0 0-2 16,8-2 1-16,-11 4-3 0,9-1 7 0,2-3 4 15,-6 4-6-15,6-4 7 0,0 0-2 0,6 12 4 16,5-9 5-16,1 1-4 0,8-3 5 0,9-1-5 16,4-1 2-16,2-3-2 0,16-4 1 0,1 4-3 0,0-3-6 15,-14 3-13-15,2-1-29 0,-2 0-45 16,-1 1-46-16,-4 2-29 0,-13 1-101 0,3 0-286 16,-3 1 127-16</inkml:trace>
  <inkml:trace contextRef="#ctx0" brushRef="#br0" timeOffset="176314.44">11402 9629 52 0,'-12'2'167'0,"0"-1"-6"0,6-1-17 0,6 0-12 0,-11 3-6 15,11-3-17-15,0 0 15 0,0 0 5 0,0 0-3 16,43 5-5-16,-4-6-7 0,16-2-1 0,10-2-8 16,45-8 0-16,3-4-3 0,14 3-2 0,11-6-7 15,5-3-9-15,8 2-4 0,2 1-8 0,12 1-6 16,9-2-6-16,0 1-10 0,4 1 0 0,0 2-5 16,1-2-3-16,-1 2-6 0,-6 3-6 0,-2-3-1 15,-7 0-1-15,-4 1-6 0,-10 5-15 0,-8-5-13 16,-12 4-13-16,-8 0-19 0,-10 5-16 0,-8-1-10 15,-11 2-24-15,-37 3-19 0,3 0-25 0,-3 0-11 16,-17 3-9-16,-7-4-17 0,1 4-140 0,-14 0-335 16,-7 0 148-16</inkml:trace>
  <inkml:trace contextRef="#ctx0" brushRef="#br0" timeOffset="192899.29">9850 9639 37 0,'3'-8'58'0,"-2"1"-11"0,2 1-15 0,-3 6-19 16,4-9-45-16,-4 9-34 0,0 0 16 0</inkml:trace>
  <inkml:trace contextRef="#ctx0" brushRef="#br0" timeOffset="205085.5">17331 6954 11 0,'0'0'149'0,"-7"-5"-5"16,7 5-14-16,-10-4 1 0,10 4 2 0,-7-6-5 16,7 6-6-16,-6-2-6 0,6 2-9 0,-5-5-5 15,5 5-10-15,0 0-9 0,0 0-6 0,0 0-9 16,0 0-10-16,0 0-8 0,0 0-14 0,0 0-5 16,0 0 0-16,0 0-3 0,0 0-3 0,0 0 1 15,18-8-2-15,-4 8-9 0,4-2 5 0,8-1-2 16,4 0 0-16,3-1-5 0,0-1-3 0,4 0 1 15,14-5-5-15,-1 1 7 0,-13 3-18 0,0-1 1 16,2 4-23-16,-2-1-10 0,-2-2-10 0,0 0-29 16,2 2-20-16,-4 0-19 0,-2 1-12 0,0 0-17 15,-1-3-81-15,-9 2-244 0,6-4 108 0</inkml:trace>
  <inkml:trace contextRef="#ctx0" brushRef="#br0" timeOffset="205353.54">18379 6435 143 0,'0'0'159'0,"-1"-11"-11"0,1 11-14 16,-1-6-7-16,1 6-16 0,0 0-16 0,0 0-15 15,0 0-6-15,0 0-2 0,0 0-2 0,0 0-3 16,4 36-1-16,0-17 1 0,-1 8-6 0,0 1-7 0,-2 3-2 15,1-4-5-15,-2 4-5 0,1-3-3 16,0-1 1-16,-2 0-8 0,1 1-5 0,1-5 0 0,-2-3-8 16,1 3-11-16,-1-3-9 0,1-4-15 15,-2 3-17-15,1 0-13 0,1-3-35 0,0 0-38 0,-3 0-16 16,2-6-104-16,-4 0-258 0,1-2 114 0</inkml:trace>
  <inkml:trace contextRef="#ctx0" brushRef="#br0" timeOffset="205781.99">18344 6356 1458 0,'-16'-25'12'0,"2"4"45"0,0 4 0 16,3 2-1-16,-3 4-25 0,3 3-17 0,1 2-10 15,-6 1-1-15,-1 4 0 0,-2 1-1 0,-3 4 4 0,-5 8-3 16,-1 2 2-16,0 5 4 0,-3 5 3 0,-6 12 0 15,2 5 1-15,1 3-2 0,2 3 9 0,6 3-9 16,4-1 5-16,1 1-1 0,5 0 2 16,4 1-6-16,3-3 0 0,5 1 2 0,1-3-1 0,3-9-2 15,3-5 0-15,4 3 1 0,0-2-2 0,5-1 9 16,2-4-11-16,3 0-1 0,6-2 9 0,1-4-10 16,4-2 3-16,1-4-5 0,7-3 9 15,14-3-7-15,0-8 4 0,4-5 7 0,-1-6-10 16,0-5 2-16,3-2 3 0,4-6 1 0,-3-2 1 0,-3-6 6 15,2-3-1-15,-3 0-1 0,-3-6 2 0,-6 1-4 16,0-1 3-16,-8-2-5 0,-2-2 2 0,-7 3-2 16,-3-3 0-16,-6-1 0 0,-6-1-3 0,-9 10-1 15,-4-13 0-15,-12 0-6 0,-2 1-1 0,-9 3 0 16,-8 2-9-16,-8 1 2 0,-7 5-4 0,-4 4 0 16,-7 3-11-16,-2 10 4 0,-1 4-4 0,-3 7-11 15,-1 10-24-15,-25 8-17 0,24 4-1 0,-19 15-33 16,0 7-17-16,4 8-45 0,2 8-96 0,1-3-286 15,4 0 127-15</inkml:trace>
  <inkml:trace contextRef="#ctx0" brushRef="#br0" timeOffset="209585.96">11635 7700 8 0,'0'0'83'0,"0"0"3"16,0 0-8-16,0 0-4 0,0 0-9 0,0 0-1 16,0 0-16-16,0 0 3 0,0 0-6 0,0 0 6 15,0 0-20-15,0 0 10 0,0 0-11 0,-6-22-3 16,6 22 0-16,0 0-3 0,0 0-5 0,0 0-4 16,0 0-2-16,0 0-3 0,0 0-3 0,0 0 8 15,0 0-8-15,0 0-1 0,0 0-1 0,0 0 2 16,0 0 2-16,0 0-3 0,0 0 2 0,0 0 4 15,0 0-6-15,0 0-8 0,0 0-3 0,0 0 18 16,0 0-11-16,0 0-4 0,0 0 0 0,0 0 11 16,0 0-8-16,0 0 4 0,0 0-9 0,0 0 0 15,0 0 4-15,0 0 2 0,0 0 0 0,0 0 5 16,0 0 9-16,0 0-11 0,0 0-16 0,0 0 6 16,0 0 8-16,0 0-6 0,0 0 3 0,0 0-1 15,0 0 5-15,0 0-4 0,0 0 11 0,0 0-9 16,0 0-5-16,0 0 5 0,0 0-6 0,0 0 5 0,0 0-7 15,0 0 3-15,0 0-1 0,0 0-4 16,0 0-4-16,0 0 7 0,0 0-12 0,0 0 2 16,0 0-14-16,0 0-17 0,0 0-13 0,0 0-6 15,0 0-60-15,0 0-136 0,0 0 61 0</inkml:trace>
  <inkml:trace contextRef="#ctx0" brushRef="#br0" timeOffset="-205925">11498 9786 155 0,'0'0'157'0,"0"0"-19"15,0 0-12-15,0 0-19 0,0 0-6 0,0 0-13 16,0 0-4-16,-13 22-10 0,8-12-6 0,-4 7-3 15,0-1 1-15,-2 11-6 0,-3 2-2 0,1 4 0 16,-5 13-5-16,2 0 7 0,1 1 1 0,1-3-2 16,0 8-8-16,4-5 2 0,2-1-6 0,3-11-1 15,2 11-1-15,3-11-8 0,0-2 2 0,3-1-5 16,2 0-3-16,3-3 0 0,2 2 3 0,1-4-1 16,0-10-5-16,1 5-2 0,4 0 2 0,0 0-5 15,-3-8-1-15,6 7 1 0,-5-7-4 0,3-3 1 0,-2 0-2 16,6 0-3-16,2 1 1 0,-4-3 3 15,0-2-10-15,0-3-4 0,0 3-22 0,3-2-22 16,-9-2-26-16,5 2-23 0,0-3-18 0,0-2-37 16,-2 0-25-16,-3 0-126 0,-3 0-319 0,4-2 141 15</inkml:trace>
  <inkml:trace contextRef="#ctx0" brushRef="#br0" timeOffset="-205504.46">12031 10439 38 0,'0'0'200'0,"0"0"1"0,0 0-7 0,0-10-15 16,0 10-10-16,0 0-14 0,6-6-15 0,-5 2-11 16,4 0-20-16,2-1-4 0,3-2-14 0,3-6-10 15,3 2-6-15,0-3-12 0,0 2-3 0,5-6-5 16,0 0-2-16,-8 4-8 0,3-1-2 15,-5 1-1-15,1 0 3 0,-2 0-1 0,-2 1 1 0,-2 2-3 16,-1 0 4-16,-1-3-4 0,-3 3 1 0,-1 0 1 16,1-1-4-16,-2 0 0 0,0 3-3 0,-1-1 1 15,-5 1-4-15,1 1-2 0,-2 1-4 0,0 0-7 16,-2 2 3-16,-3 3-3 0,0-1-6 0,1 3 0 16,0 3-2-16,-5 0-4 0,0 4-1 0,-1 3 1 15,2 2-1-15,-7 6 0 0,5 3-5 0,3 1 1 16,-3 2 1-16,7-2 0 0,1 4-1 0,3-2-2 15,5 0 3-15,3 1-3 0,0-6-3 0,3-1 2 16,2-1 1-16,3 1 8 0,0-2-4 0,4-1-3 16,2-4 0-16,2 4-3 0,7-3 11 0,-5-4-23 15,10 1-16-15,-3-3-17 0,2-3-25 0,1-3-25 16,0-2-32-16,-1-1-33 0,-1-1-26 0,0-5-14 16,-4 5-154-16,-4-4-383 0,5-3 170 0</inkml:trace>
  <inkml:trace contextRef="#ctx0" brushRef="#br0" timeOffset="-205046.75">12368 9803 103 0,'-5'-11'212'0,"0"1"-7"15,1-1-5-15,1 1-6 0,1 0-5 0,0 4-11 16,2 6-15-16,-2-13-17 0,2 13-17 0,0-8-15 16,0 8-14-16,0 0-14 0,0 0-3 0,0 0-11 15,11 0-7-15,-11 0-8 0,14 5-5 0,-6-1-4 0,3 2-4 16,1 1-4-16,-3 0-2 0,0 1-3 16,5 3-2-16,-4-4-6 0,3 3-1 0,-3-3-1 15,-3 1 2-15,-1-2-17 0,1 2 13 0,0-3-10 0,2 3 1 16,-5-3-1-16,1 1 0 0,-1-3-3 0,1 1 1 15,-5-4-2-15,9 6 2 0,-9-6-2 0,3 3 2 16,-3-3 0-16,0 0 0 0,6 3 4 16,-6-3-3-16,0 0-3 0,0 0 2 0,0 0-1 0,6-15-2 15,-3 6-1-15,-1-1 0 0,1 0 2 0,-3-4-1 16,4-4 0-16,-4 0-2 0,0-1-3 0,2 0 7 16,-2 0-7-16,2 2 1 0,-1-2-2 0,-1 4 7 15,4-2-9-15,-4 1 6 0,4 6-3 0,-4-1 1 16,2 3 0-16,-2 3 1 0,0 5-7 0,5-11 1 15,-5 11-9-15,0-8-17 0,0 8-32 0,0 0-16 16,0 0-14-16,0 0-19 0,0 0-38 0,0 0-15 16,0 0-39-16,18 17-158 0,-18-10-388 15,0-7 173-15</inkml:trace>
  <inkml:trace contextRef="#ctx0" brushRef="#br0" timeOffset="-204481.91">12839 9682 56 0,'-2'-8'217'0,"2"8"-7"16,-4-6-12-16,4 6-21 0,0 0-19 15,-3-7-25-15,3 7-9 0,0 0-10 0,-12 16-8 16,2 1-5-16,-6 7-6 0,2 4-12 0,-6 0-5 0,-5 13-3 16,6-10-10-16,-6 13-3 0,-1-3-3 15,9-11-8-15,-4 2-1 0,-3 8-10 0,7-9-6 16,4-3-3-16,0 2 0 0,-1-2-7 0,3-1-19 16,1-1-26-16,0-3-27 0,4-3-19 0,3-4-43 0,1-3-48 15,0 2-32-15,-4-4-108 0,5-2-321 0,1-9 142 16</inkml:trace>
  <inkml:trace contextRef="#ctx0" brushRef="#br0" timeOffset="-204070.07">12758 10054 48 0,'2'-6'203'0,"-2"6"-4"0,0 0-22 0,7-6-19 15,-7 6-14-15,0 0-19 0,0 0-10 0,7-3-6 16,-7 3-4-16,9 9-3 0,-3-3-6 0,2 2-4 16,-2 2-6-16,1 1-7 0,2 2-3 0,0-2-8 15,0 4-1-15,-1 2-5 0,-1-1-5 0,3-2-6 16,-2 3-4-16,-3-6-3 0,3 3-6 0,-3 1-3 16,3-6-5-16,0 1-2 0,-3-1 1 0,1-2-5 15,1 0 2-15,-4-1-7 0,1-1 1 0,2-1 3 16,-3 0 6-16,-3-4 11 0,10 3 12 0,-10-3 7 15,0 0-5-15,12-8-2 0,-7 1-3 0,-1 0-2 16,1-4-3-16,1-1 5 0,-1-2-2 0,0-1-3 16,1-2-5-16,-2-1-5 0,-1 0 0 0,1-6-4 15,-2 5 7-15,0-1-14 0,1-5-1 0,-2 6 1 16,-1 0-11-16,0 1 15 0,-1 3-12 0,1-1-2 16,-3 0 2-16,1 5-7 0,2 4-1 0,-2 0-17 15,2 7-15-15,0-12-13 0,0 12-18 0,-2-11-22 16,2 11-31-16,-2-7-31 0,2 7-28 0,0 0-18 15,4-7-4-15,-4 7-17 0,10-3-6 0,-10 3-132 16,13 2-373-16,-13-2 165 0</inkml:trace>
  <inkml:trace contextRef="#ctx0" brushRef="#br0" timeOffset="-203186.67">13160 10126 88 0,'0'0'140'16,"-5"-3"-11"-16,5 3-3 0,0 0-2 0,-8-3-3 15,8 3-9-15,0 0-6 0,-7-2-5 0,7 2-5 16,0 0-1-16,0 0-4 0,-7-4-6 0,7 4-4 16,0 0-2-16,0 0-3 0,0 0-4 15,0 0 3-15,0 0-5 0,-9-3 0 0,9 3-6 0,0 0 2 16,0 0-7-16,0 0-1 0,0 0-8 0,0 0-2 15,0 0-8-15,0 0 0 0,0 0-7 0,0 0-2 16,0 0-2-16,0 0-2 0,0 0-6 0,0 0-1 16,0 0-3-16,0 0 0 0,0 0-5 0,0 0 3 15,0 0 0-15,25-8-3 0,-16 5-1 0,2 0 1 16,2-2-3-16,1 3 3 0,0-2-6 0,1 1 4 16,-1-2-2-16,3 0-1 0,-1 0-8 0,-5 2-10 15,3-1-17-15,-3 1-22 0,0 1-11 0,-1 0-27 16,-10 2-16-16,13-3-18 0,-13 3-7 0,14-3-12 15,-12 1-3-15,-2 2 7 0,0 0 3 0,9 4 3 16,-9-4-3-16,0 0-79 0,0 0-229 0,0 0 103 16</inkml:trace>
  <inkml:trace contextRef="#ctx0" brushRef="#br0" timeOffset="-202992.88">13306 10068 120 0,'-7'-3'122'0,"7"3"7"0,0 0 4 16,-11-1 5-16,11 1 2 0,0 0-2 0,0 0-14 15,0 0-9-15,0 0-16 0,0 0-9 0,0 0-14 16,-9 4-6-16,9-4-2 0,0 13 0 0,0-3-9 16,0 6-3-16,0 2-5 0,0 1-1 0,-2 6-7 15,2 0-1-15,-2 0-3 0,2-4-3 0,0-2-4 16,0 0-12-16,0-1-23 0,0 1-26 0,0-1-31 16,2 0-33-16,-4-2-40 0,0-1-36 0,-1 0-94 15,1-3-282-15,-2-1 124 0</inkml:trace>
  <inkml:trace contextRef="#ctx0" brushRef="#br0" timeOffset="-202381.86">12368 10382 67 0,'0'0'157'16,"0"0"-17"-16,0 0-13 0,0 0-10 0,-5-7-16 15,5 7-13-15,0 0-3 0,0 0-7 0,0 0-18 0,0 0 6 16,0 0-1-16,0 0-6 0,24 12 3 0,-19-5-5 16,4 0-6-16,-4 1 0 0,3 1-1 0,-3 0 6 15,4 1-10-15,-5-1-4 0,1 1-3 0,0-1-2 16,3 1-3-16,-4 0 1 0,2-1-3 0,0-3-6 16,-4 1 0-16,3 0-1 0,-3-2-2 0,2 2-4 15,-4-7 1-15,3 7-7 0,-3-7 7 0,2 7-3 16,-2-7-2-16,5 5 0 0,-5-5 3 15,0 0 4-15,2 6 6 0,-2-6 11 0,0 0 7 0,0 0 1 16,0 0-1-16,5 3-4 0,-5-3 1 0,0 0-7 16,0 0-4-16,0 0-6 0,0 0-12 0,0 0-25 15,0 0-28-15,0 0-33 0,-19-17-16 0,15 13-25 16,4 4-19-16,-4-7-21 0,4 7-30 0,-5-7-96 16,5 7-301-16,-8-8 134 0</inkml:trace>
  <inkml:trace contextRef="#ctx0" brushRef="#br0" timeOffset="-201907.85">12506 10333 112 0,'-4'-6'203'0,"4"6"-8"15,0 0-17-15,-2-7-14 0,2 7-17 0,0 0-17 16,0 0-14-16,0 0-19 0,0 0-5 0,0 0-9 0,0 0-10 16,0 0-8-16,7 25-5 0,-7-16-2 15,4 2-7-15,0 1-2 0,1-3-5 0,-4 2-5 16,3 2 4-16,2-2-8 0,-4 0 0 0,3-1-3 16,-3 2-4-16,0-3-1 0,0-3 0 0,-2 2-3 0,0-8-4 15,0 11 1-15,2-5-2 0,-2-6 2 16,1 7 8-16,-1-7 5 0,0 0 10 0,0 0 7 15,2 9 10-15,-2-9-2 0,0 0-4 0,0 0-7 16,0 0 0-16,0 0-7 0,0 0-5 0,-5-25-3 16,3 17-3-16,2-5-4 0,0 1-3 0,0-4-3 0,2-2-1 15,0-8-3-15,4 7-1 0,3-6-3 16,-1 0 0-16,3 2-4 0,-1 8 2 0,-1-1-3 16,4 0 0-16,-4 6-7 0,0 2 2 0,0 2-1 15,1 0-3-15,-2 4-2 0,3 2 4 0,-1 3 0 16,1 4-3-16,2 2 3 0,-1 6 0 0,0 2 0 0,-5 1-2 15,5 9 3-15,-6-3 3 0,-2 0-2 16,1 0 0-16,-3-5-6 0,0 0-1 0,2 0-23 16,-2-1-30-16,-2-1-38 0,2-4-40 0,0-2-45 0,2 0-41 15,-2-1-163-15,1-3-415 0,1-3 184 0</inkml:trace>
  <inkml:trace contextRef="#ctx0" brushRef="#br0" timeOffset="-200433.87">13850 10400 152 0,'0'0'164'0,"-14"1"0"15,14-1-10-15,-9 2-7 0,9-2-16 0,-8 0-11 16,8 0-14-16,0 0-6 0,0 0-6 0,-8 2-8 15,8-2-7-15,0 0 5 0,0 0 6 0,0 0-1 16,33 0-3-16,-16-2-8 0,12-2-3 0,2-1-8 16,-1-3 0-16,5 3-4 0,-5-1-8 0,-1 2-4 15,0-2-7-15,2 1-3 0,-14 0-3 0,0 3-5 16,2 0-3-16,-7 0-3 0,-2 1-1 0,1-1-2 16,-4 2-3-16,1-1-3 0,-8 1 4 0,10-2-2 15,-10 2 5-15,9-2 0 0,-9 2-1 0,0 0-3 16,9 0-1-16,-9 0 3 0,0 0-9 0,0 0-7 15,0 0-14-15,0 0-25 0,0 0-26 0,0 0-40 0,0 0-63 16,0 0-32-16,0 0-183 0,0 0-408 16,0 0 181-16</inkml:trace>
  <inkml:trace contextRef="#ctx0" brushRef="#br0" timeOffset="-199800.76">14463 9928 59 0,'0'0'169'0,"0"0"-10"16,0 0-16-16,0 0-14 0,0 0-11 0,0 0-19 15,0 0-7-15,0 0-10 0,0 0-6 0,0 0-7 16,0 0-4-16,0 0-4 0,0 0 0 0,-7 13-5 15,7-13 0-15,0 0-3 0,0 12 2 0,0-12 1 16,0 0 3-16,0 0 1 0,-1 7 3 0,1-7 0 16,0 0 7-16,0 0 2 0,0 0 8 0,0 0 2 15,0 0 0-15,0 0-3 0,0 0-6 0,0 0-7 16,0 0-1-16,0 0 1 0,0 0-6 0,-10-17-5 16,10 17-7-16,-3-12-4 0,0 5-12 0,2-1 2 0,-3-1 2 15,4 9-4-15,-4-15-7 0,2 5 0 0,-1 2-3 16,0 1 4-16,3 7 7 0,0-11-1 15,0 11-1-15,-4-7 0 0,4 7 0 0,0 0-12 16,-2-9-4-16,2 9 0 0,0 0-3 0,0 0-3 0,0 0 0 16,0 0 2-16,0 0-4 0,6 37 2 0,-3-18 0 15,0-1 0-15,-1 8 4 0,0 3 3 0,0-2 13 16,2-6-11-16,-1 5-6 0,-2 0 5 0,0-6-2 16,3 5-2-16,0-4-6 0,-1-4 5 0,-1 2-1 15,3 1-1-15,-3-4-2 0,1 0 2 0,0 2 0 16,-2-6 0-16,1 0 1 0,0 0-5 0,0-1-14 15,0-2-21-15,-4-1-26 0,5-3-25 0,-2 2-33 16,-1-7-30-16,2 9-34 0,-2-9-18 0,1 5-25 16,-1-5-209-16,0 0-463 0,0 0 206 0</inkml:trace>
  <inkml:trace contextRef="#ctx0" brushRef="#br0" timeOffset="-199548.61">14671 9796 16 0,'6'-9'192'0,"2"1"-6"0,1 2-1 16,-2 1-7-16,4 1-5 0,1 1-1 0,1 3-10 15,4 1-8-15,2 2-15 0,1 7-8 0,7 5-14 16,-1 1-7-16,0 3-8 0,0 1-5 0,-4 6-10 16,-3-3-2-16,0 7-9 0,-2-2-8 0,-6 2-4 15,-4 1-9-15,-2 1-3 0,-4-2-3 0,-1 2-5 0,-6-2-5 16,1 1 3-16,-7-2-12 0,-1 0-14 15,-3-1-10-15,-1 0-16 0,-5-1-20 0,-2-1-24 16,-3-3-28-16,0 0-27 0,-2-3-35 0,1-2-14 0,4-4-33 16,-1-3-151-16,6-3-370 0,6-4 164 15</inkml:trace>
  <inkml:trace contextRef="#ctx0" brushRef="#br0" timeOffset="-198516.03">10100 12155 41 0,'0'0'190'0,"0"0"-16"0,-8-2-13 0,8 2-11 15,0 0-9-15,0 0-20 0,0 0 4 0,0 0-14 0,0 0-7 16,0 0-7-16,29-3-9 0,-9 1-10 0,1 0-7 16,6-4-6-16,4 1-5 0,1-1-31 0,-2 0-28 15,0 0-30-15,0 1-49 0,0 0-27 16,-3 2-35-16,-9 2-103 0,-3-2-262 0,-4 1 115 16</inkml:trace>
  <inkml:trace contextRef="#ctx0" brushRef="#br0" timeOffset="-198330.32">10103 12377 132 0,'-1'5'134'0,"1"-5"-1"0,0 0-3 0,22 5-5 0,-5-6-19 15,12-2-3-15,4-3-12 0,18-7-9 0,4 1-26 16,1-4-27-16,1 1-34 0,-2-2-33 0,-2-1-53 15,-16 7-74-15,0-3-178 0,2 2 78 0</inkml:trace>
  <inkml:trace contextRef="#ctx0" brushRef="#br0" timeOffset="-194868.03">12215 11992 83 0,'-2'-9'133'16,"2"9"3"-16,0 0-3 0,0-10 4 0,0 10-8 0,-1-8-10 15,1 8-4-15,-2-8 0 0,2 8-5 0,-3-11-6 16,3 11 3-16,-2-7-4 0,2 7-1 15,-2-9-2-15,2 9-2 0,-5-7-5 0,5 7-1 16,-3-6-4-16,3 6 13 0,0 0-9 0,-1-6-8 0,1 6-3 16,0 0-10-16,0 0-10 0,0 0-7 0,0 0-6 15,-2-10-7-15,2 10-6 0,0 0-3 16,0 0-5-16,0 0-5 0,0 0 1 0,6 21-4 16,-5-13-2-16,3 1 0 0,0 3-1 0,-1 2-4 0,2 3-3 15,-1 0 3-15,1-2-4 0,1 3 1 0,-2 0-2 16,1 1 1-16,0-2 1 0,-3 1 0 15,2 0-3-15,3 6-1 0,-5-5-1 0,2-2 0 0,1-1 1 16,-3 1-3-16,4 0 3 0,-4-5-2 16,2 3 2-16,-4 1 1 0,4-4-3 0,-2-1 0 0,1-1 1 15,-3 0-4-15,2-2-17 0,-2-1-18 0,0-7-25 16,2 10-18-16,-2-3-27 0,0-7-27 0,3 7-24 16,-3-7-17-16,0 0-20 0,2 5-162 15,-2-5-384-15,0 0 170 0</inkml:trace>
  <inkml:trace contextRef="#ctx0" brushRef="#br0" timeOffset="-194560.3">12556 11930 145 0,'-2'-12'227'0,"2"12"2"0,2-9-10 16,-2 9-12-16,0 0-17 0,-2-9-17 16,2 9-23-16,0 0-15 0,0 0-14 0,4-6-13 0,-4 6-11 15,0 0-7-15,15 6-5 0,-5-3-7 0,3 2-5 16,-2 2-4-16,7-2-6 0,-2 3-3 0,2 3-3 16,3-4-2-16,2 5-6 0,-4-4-2 15,0 1-8-15,0 1-4 0,-1-1-3 0,1-3-2 0,-4 3-4 16,4-1-4-16,-5 2-26 0,-3-4-26 0,1 2-26 15,-3 0-33-15,-2 0-28 0,5-1-37 0,-6 1-39 16,2-2-28-16,-3 1-121 0,-5-3-369 0,0-4 163 16</inkml:trace>
  <inkml:trace contextRef="#ctx0" brushRef="#br0" timeOffset="-194346.73">12862 11840 71 0,'-6'-5'213'0,"6"5"-16"16,-6-6-14-16,6 6-14 0,0 0-9 0,0 0-2 16,-18 14-12-16,14-6-2 0,-6 8-2 0,0 1-13 15,-1 8-6-15,-1-1-11 0,1 2-12 16,-3 1-5-16,8 0-16 0,-3 0-6 0,0-1-6 0,-1-1-9 16,2-1-3-16,1 2-22 0,5 0-28 0,-4-2-34 15,5-7-39-15,1 0-36 0,1-2-44 0,3-2-46 16,-2-3-135-16,0-2-355 0,-2-8 158 0</inkml:trace>
  <inkml:trace contextRef="#ctx0" brushRef="#br0" timeOffset="-194112.32">13182 11767 115 0,'1'-5'228'0,"-1"5"-21"0,0 0-11 15,8-3-2-15,-8 3 2 0,0 0-4 0,8 17 0 16,-4-3-10-16,0 3-12 0,-1 2-17 0,1 0-12 16,0 5-16-16,-1 3-12 0,-1-2-6 0,3-6-10 15,-3 7-14-15,2 0-6 0,-1-7-10 0,-3 0-15 16,4 1-21-16,-2-2-28 0,0 1-32 0,0-1-49 16,1-2-33-16,-1-5-30 0,2 1-48 0,1-1-32 15,-2-1-138-15,-3-10-389 0,2 10 173 0</inkml:trace>
  <inkml:trace contextRef="#ctx0" brushRef="#br0" timeOffset="-193816.48">13417 11964 173 0,'0'0'189'16,"0"0"-6"-16,8 12-8 0,-8-12-17 0,5 9-8 15,-1-3-10-15,2 1-8 0,-2 2-9 0,2-2-10 16,3 0-12-16,0 0-7 0,2-2-1 0,0-1-11 15,2 0-5-15,4-2-2 0,-4-2-7 0,5 0-4 16,0-3-5-16,-2-1-1 0,4-2 0 0,-5-1-3 16,-3 1 3-16,3-3 0 0,-6 0-2 0,3-2 4 15,-5 1 7-15,-1-2-8 0,0-1-5 0,-3-1-6 16,-2 2-5-16,1-4 7 0,-5 1-11 0,-4-2-4 16,1 1-2-16,-3 3-4 0,2 3 1 0,-2 0-5 15,0 2-4-15,-2-1-2 0,-1 4-2 0,-1 1 0 16,-3 3-6-16,-1-1-3 0,-2 4-7 0,4 2-33 15,-3 0-38-15,5 2-43 0,1 0-44 0,5 0-50 16,-2 2-240-16,0 0-483 0,4-2 213 0</inkml:trace>
  <inkml:trace contextRef="#ctx0" brushRef="#br0" timeOffset="-193630.18">13601 11697 2195 0,'4'-10'18'16,"-2"1"13"-16,0 4-10 0,-2 5-6 0,5-11-3 16,-1 7-1-16,5-8 0 0,-2 5-8 0,2 0 5 15,9-4-2-15,-2 1-6 0,9-4-5 0,2 2-31 16,2 2-41-16,2-5-45 0,1 0-29 0,1 1-42 0,-3 1-99 16,3-1-315-16,-4 0 140 0</inkml:trace>
  <inkml:trace contextRef="#ctx0" brushRef="#br0" timeOffset="-193241.87">14092 11181 90 0,'0'0'200'16,"1"-9"-6"-16,3 6-3 0,-4 3-3 0,6-7-7 16,-6 7-9-16,12-4-9 0,-3 3-11 0,2 1-12 0,0 1-13 15,-1 0-9-15,1 2-11 0,1 0-10 0,0 0-13 16,-1 1-4-16,-2 0-8 0,1 1-7 0,-2 0-9 15,-2 2-2-15,-1 0-5 0,0 0-3 0,-2 3-5 16,-5-1-3-16,2 1-7 0,-4 2 0 0,0-2-7 16,0 1 2-16,-5 2-5 0,5-1 1 0,-6-1-6 15,3 3 0-15,1-3-3 0,2-2-10 0,1 3-11 16,1-2-4-16,-2 1-4 0,4-1-2 16,4-1-7-16,-4 1-6 0,5 2 0 0,-1-3-5 0,2-1-4 15,1 3 6-15,0-2-3 0,0-1 4 0,3-1 2 16,0 3 6-16,-1-3-3 0,0-1 6 0,0 1-2 15,-2-2 8-15,-1 0-7 0,-1-2 4 0,-1 1 4 16,-4-4 1-16,6 7-1 0,-6-7 5 0,3 7 6 16,-3-7 7-16,-3 9-2 0,3-9 11 0,-8 10-3 15,3-7 4-15,-3 3-2 0,-4 0 0 0,3-1-3 16,-1 2 1-16,-3-1-3 0,-1 3-17 0,-5-2-29 16,6 2-47-16,-3-1-44 0,1 2-55 0,0-1-143 15,2 0-355-15,2-1 158 0</inkml:trace>
  <inkml:trace contextRef="#ctx0" brushRef="#br0" timeOffset="-192712.48">12217 12630 168 0,'-36'3'250'15,"1"0"0"-15,5 2-2 0,10-3-16 0,1 1-17 16,4-2-14-16,3-1-20 0,4 2-21 0,3-1-15 16,5-1-16-16,0 0-13 0,0 0-5 0,0 0-5 15,47-1-8-15,21-5-6 0,39-9-7 0,17-8-11 0,14-3-1 16,18-3-9-16,15-1-7 0,11-1-4 15,2-3-3-15,9 1-3 0,1 2-4 0,-10 5-7 16,-10 1-5-16,-14 3-1 0,-14 3-5 0,-14 1 0 16,-17 0-1-16,-11 5-11 0,-39 4-7 0,0 4-2 0,-4-1 3 15,-12-2-6-15,-11 5-9 0,-6-1-5 16,-11 0 2-16,-4 4-2 0,-5-2 0 0,1 0 2 16,-7-1-2-16,-1 2 1 0,-5 1-11 0,0 0-12 15,0 0-15-15,6-3-18 0,-6 3-29 0,0 0-21 16,0 0-29-16,-42-4-39 0,22 4-39 0,-7-4-177 15,-5 1-434-15,1-1 192 0</inkml:trace>
  <inkml:trace contextRef="#ctx0" brushRef="#br0" timeOffset="-189388.09">11592 13068 67 0,'0'0'152'0,"-15"8"-11"0,8 0-3 15,-3 2-6-15,0 7-7 0,-3 5 2 16,-1 6-6-16,3 3-6 0,-7 10-3 0,4 5-3 16,5-12-10-16,-1 12-1 0,2-1-19 0,3-12-7 15,1 5-3-15,4 6-4 0,1-11-5 0,3 1-3 0,1-3 0 16,3 1-3-16,3 1-2 0,2 0 3 0,1-1-7 15,4-3-6-15,-1 0 0 0,-1-4-8 16,3 3 1-16,1-7-8 0,0 1 2 0,3 0-1 16,-4-2-3-16,7-1-2 0,-4-2-4 0,1-1-27 15,1-3-32-15,-6-1-36 0,1-2-24 0,-2-1-19 0,0 1-49 16,-1 0-28-16,-2 2-105 0,-3-6-324 0,0 0 143 16</inkml:trace>
  <inkml:trace contextRef="#ctx0" brushRef="#br0" timeOffset="-188871.8">12165 13637 100 0,'0'0'198'0,"0"0"-2"0,0 0-19 0,2-7-15 15,-2 7-11-15,0 0-16 0,4-7-12 0,-4 7-5 16,5-5-19-16,-5 5-7 0,10-10-8 0,-2 4-8 16,1-1-7-16,3-2-3 0,1 0-10 0,-5 1-1 0,9-2 0 15,-4 1-7-15,-2 0-4 0,1-2-4 16,-1-1-3-16,-2 3 0 0,0 0-4 0,-2 1-1 15,1-2 0-15,-2 3 0 0,0-2 0 0,-2 1 7 16,-3 0-8-16,3 2 6 0,-2-4-6 0,-2 2-6 16,0 8-1-16,-5-13-2 0,4 7-3 0,0-2-2 15,-5 3-4-15,0 0 0 0,0 1-1 0,-3 1-3 16,0 2 1-16,-5-1 0 0,1 2-3 0,-1 3-2 0,1 0 0 16,-2 6 1-16,-3-2-3 0,4 5-2 15,-1 3 2-15,-4 4-4 0,4 5 1 0,2-3 3 16,1 5 4-16,1 0-8 0,2-2 6 0,6-4 0 15,1-1-5-15,4-1 5 0,3 0 1 0,0 1-1 16,3-1 4-16,2-1-3 0,3-3 3 0,5 3-1 16,-2-6-1-16,1 0-1 0,2-3 3 0,2 0-4 15,4 2 0-15,-6-6-3 0,4-2 4 0,-1-2-21 16,4-2-28-16,-5-1-28 0,-2 2-48 0,0-2-37 16,1 1-29-16,-5-3-29 0,-2 2-124 0,-1-2-365 0,0 1 161 15</inkml:trace>
  <inkml:trace contextRef="#ctx0" brushRef="#br0" timeOffset="-186579.96">12363 12775 14 0,'0'0'184'0,"0"0"-10"15,0 0-16-15,0 0-13 0,-3-8-13 0,3 8-14 16,0 0-12-16,0 0-15 0,0 0-8 0,0 0-3 16,0 0-5-16,-11 15-6 0,11-15-1 0,-4 12-10 15,0-5 8-15,2 5-9 0,-1-4-7 0,0 3-2 0,1 0-3 16,-1 0 3-16,2-1-6 0,-1 2-3 15,2-1-3-15,-1-1-5 0,2 0-1 0,-1 1-2 16,1 1 0-16,4-5-3 0,-5 1-2 0,2-1 1 16,2 3-6-16,0-3-1 0,0 3-3 0,0-4-1 0,3 0 1 15,-1 1-2-15,0-2 3 0,0-1-1 0,1 0 0 16,3-3 0-16,-2 0 1 0,-1 0 4 16,-7-1 3-16,15-2 0 0,-15 2 2 0,14-3 1 15,-8-1 5-15,1 0 0 0,1-1-2 0,2-1 0 16,-3-1-1-16,-1-1 3 0,-2 2 1 0,2-1 0 15,-4-1-2-15,0 1-3 0,-1 0 2 0,1-2-1 0,-2 0-6 16,-2-2-2-16,1 3-5 0,-3-3 4 16,-1 1-6-16,0 1-1 0,1-1-1 0,-2 2-1 15,-1-2-1-15,-3 2 9 0,4 1-11 0,-3 0 0 0,1 2-1 16,2 0-1-16,-3 1-5 0,1 2 2 0,8 2 0 16,-17-4-2-16,11 5-1 0,6-1-4 15,-15 4-7-15,7-1-12 0,2 1-17 0,-3-1-24 16,4 4-18-16,1-2-34 0,-4 2-26 0,6 0-30 15,-2 0-39-15,2 1-132 0,0-1-372 0,2-7 164 0</inkml:trace>
  <inkml:trace contextRef="#ctx0" brushRef="#br0" timeOffset="-186340.46">12603 12875 129 0,'4'-6'256'0,"-4"6"-4"0,0 0-14 16,3-7-9-16,-3 7-16 0,0 0-12 16,0 0-13-16,2-9-13 0,-2 9-10 0,0 0-16 15,0 0-11-15,0 0-16 0,-2-10-9 0,2 10-15 0,0 0-10 16,0 0-8-16,3-6-10 0,-3 6-9 0,0 0-6 16,0 0-12-16,0 0-20 0,0 0-29 0,0 0-27 15,0 0-43-15,0 0-45 0,0 0-34 0,0 0-29 16,0 0-40-16,0 0-158 0,0 0-412 0,0 0 182 15</inkml:trace>
  <inkml:trace contextRef="#ctx0" brushRef="#br0" timeOffset="-186040.33">12689 12669 92 0,'0'0'245'0,"1"-7"-13"0,-1 7-16 0,0 0-19 16,1-9-24-16,-1 9-18 0,0 0-15 0,0 0-14 0,0 0-15 15,0 0-3-15,0 0-8 0,11 16 0 0,-6-4-8 16,-3-3 6-16,2 2-4 0,1 2-5 0,-5-2-9 16,4 1-6-16,0 0-6 0,-1 1-8 15,1 2-4-15,1-3-3 0,-3 0-10 0,0-2 0 0,3 6-5 16,-3-4-3-16,2-1-6 0,-2 1-3 0,1 1 3 15,-1-3-5-15,-2 2-4 0,0 0-1 0,0-3-13 16,4 1-23-16,-6 1-26 0,2-1-40 0,0-4-42 16,-2 5-47-16,2-5-37 0,0-6-195 15,-5 10-438-15,5-10 195 0</inkml:trace>
  <inkml:trace contextRef="#ctx0" brushRef="#br0" timeOffset="-185666.9">12931 12719 1 0,'0'0'247'0,"2"-10"-6"0,-2 10-16 16,0 0-18-16,2-4-22 0,-2 4-18 0,0 0-16 16,0 0-16-16,0 0-5 0,0 0-22 15,0 0-11-15,0 0-9 0,0 0-9 0,-6 20-6 0,6-20-7 16,-2 11-1-16,2-11-16 0,2 10 0 0,0-2-5 15,0-2-6-15,3-1 0 0,-1 1-4 0,2 2 0 16,2-3-4-16,1 1-4 0,-1 0-1 0,-1-1-3 16,5 1 2-16,-3 0-2 0,-1-1-3 0,2-1-4 15,1 1-3-15,-5-2 1 0,4 1-1 0,-4-1 0 16,-1 1-1-16,1 0 1 0,-1 1 0 0,-1-1-5 16,-4-4 4-16,5 8-7 0,-2-4 8 0,-3-4-1 15,0 0 3-15,-2 13-2 0,2-13 1 0,-10 8-3 16,5-1 2-16,-1-4-4 0,-3 3-2 0,-1-1 1 15,-1-2 4-15,1 0-6 0,-4 0-13 0,5-1-20 16,-5-2-19-16,7 2-32 0,7-2-34 0,-17-2-29 16,5-1-34-16,6 1-36 0,-3-3-148 0,0 0-389 15,2-1 172-15</inkml:trace>
  <inkml:trace contextRef="#ctx0" brushRef="#br0" timeOffset="-185518.42">12925 12737 23 0,'4'-6'185'0,"2"-1"1"0,1 0-7 0,3-1-8 16,-2 0-12-16,3 1-16 0,-2-1-11 0,7-3-16 16,-1 1-8-16,1-1-11 0,3 3-11 0,-8 2-22 15,0 1-37-15,3 0-48 0,-1 1-41 0,-1-1-52 16,-2 2-133-16,-1 1-267 0,-4 0 118 0</inkml:trace>
  <inkml:trace contextRef="#ctx0" brushRef="#br0" timeOffset="-180939.37">12585 13253 1 0,'0'0'44'0,"0"0"0"0,0 0-7 15,-7-3 4-15,7 3 1 0,0 0-1 16,0 0-3-16,0 0 0 0,-11-1 4 0,11 1-4 0,0 0 11 16,-7-2-9-16,7 2 8 0,0 0-3 15,-6-4-2-15,6 4-2 0,-10-2 2 0,10 2-15 16,0 0 3-16,-10-4-3 0,10 4 8 0,0 0 4 0,-9-4 7 15,9 4-3-15,-8 0 4 0,8 0-3 0,0 0-2 16,-8-3 0-16,8 3-5 0,0 0-2 16,0 0 1-16,0 0-1 0,0 0 1 0,-7-3-4 15,7 3 1-15,0 0 0 0,0 0 0 0,0 0-3 0,0 0 3 16,0 0-2-16,0 0-3 0,0 0 2 0,0 0-1 16,0 0-7-16,0 0-1 0,-8-3-8 0,8 3 4 15,0 0-6-15,0 0 2 0,0 0-6 16,0 0 2-16,-10-2-2 0,10 2 4 0,0 0-6 15,0 0 3-15,0 0-5 0,-9 1-1 0,9-1-3 0,0 0 2 16,0 0 5-16,0 0-4 0,0 0 1 0,0 0-2 16,-13-1-1-16,13 1 1 0,0 0-3 15,0 0 3-15,0 0 0 0,0 0-2 0,0 0-1 16,0 0 5-16,0 0-4 0,0 0 3 0,-6 4-1 0,6-4-4 16,0 0 4-16,0 0 1 0,0 0 8 0,0 0-5 15,0 0-3-15,0 0 0 0,0 0 2 0,0 0 4 16,0 0 1-16,0 0-3 0,0 0 1 0,0 0 1 15,0 0 1-15,0 0-3 0,0 0-2 16,0 0 10-16,0 0-8 0,0 0-1 0,0 0 2 0,0 0 1 16,0 0-1-16,0 0 1 0,0 0 3 0,35-8-1 15,-19 4 1-15,4 1-2 0,9-7-1 0,3 3 5 16,4-2-4-16,12-3 1 0,2 0-1 0,2 1 1 16,-3 0 0-16,3-5 1 0,2 4-1 0,0-1-1 15,-3 1-2-15,-1 1 0 0,-12 2-1 0,14-6 3 16,-16 7-6-16,-3-2 2 0,3 2 3 0,-3-2-4 15,-3 4 1-15,-1-2-1 0,2 0 0 0,-10 5 1 16,0-2 1-16,-4-1-2 0,-3 4 2 0,-3-2 1 16,2 2 0-16,-1 0-1 0,-3 2 0 0,1-3-2 15,-2 1 4-15,-8 2 2 0,11-4-3 0,-5 2 0 16,-6 2 1-16,9-1-3 0,-9 1 2 0,8-4-2 16,-8 4-3-16,6-3 0 0,-6 3 2 0,9-1 1 15,-9 1-3-15,0 0 0 0,8-3 3 0,-8 3-4 16,10-1-13-16,-10 1-16 0,0 0-21 0,9-2-24 15,-9 2-21-15,0 0-25 0,9-2-29 0,-9 2-18 16,0 0-121-16,0 0-308 0,0 0 137 0</inkml:trace>
  <inkml:trace contextRef="#ctx0" brushRef="#br0" timeOffset="-178507.66">12770 13427 45 0,'-8'-1'92'16,"8"1"-7"-16,0 0-3 0,0 0-9 0,0 0 1 15,0 0-10-15,0 0-7 0,0 0 8 0,0 0-7 16,0 0-2-16,0 0 1 0,0 0-5 0,0 0-3 16,-11 0-2-16,11 0-1 0,0 0-1 0,0 0 6 15,0 0 5-15,0 0 2 0,0 0 3 0,-9 1-4 16,9-1 0-16,0 0 1 0,0 0 0 0,0 0-2 15,0 0 1-15,-6-4-3 0,6 4-1 0,0 0 0 16,0 0-5-16,0 0-3 0,0 0-2 0,0 0 1 16,0 0 0-16,-7-5-4 0,7 5-1 0,0 0-3 15,0 0-3-15,0 0-8 0,0 0 1 0,11-13-4 16,-11 13-5-16,7-7 1 0,-1 1-5 16,3 1-1-16,1 0 0 0,-1-1-1 0,1 1-6 0,0-1 6 15,-1 1-3-15,0 2 1 0,0 1-5 0,-2-2-3 16,-1 3 2-16,-6 1 0 0,13-1-3 0,-13 1 1 15,12 1 1-15,-12-1 0 0,9 5-1 0,-3-2 2 16,-1 1-4-16,0 1-1 0,-3 1 3 0,2 0 0 16,-1 0 2-16,-1 0 1 0,2 2-2 0,-4 0-2 15,0 2 2-15,0-2-1 0,0 0 1 0,-2-1-2 16,0 3 4-16,-3-2-2 0,1 0-4 0,-1 1 1 16,-4 1 2-16,3-2-1 0,-3 0 2 0,-5 3 0 15,5-2-1-15,0 0 1 0,-4-2-3 0,4 1-1 0,-2-1 1 16,-1 0-1-16,3 0 3 0,-1-2 2 15,0 1-3-15,1 2 0 0,2-5 0 0,3 2-1 16,-1-3 0-16,-1 1-2 0,6-3 5 0,-5 7-4 16,5-7-1-16,-6 3 3 0,6-3-1 0,0 0 2 15,-7 3-1-15,7-3 2 0,0 0 1 0,0 0 0 16,0 0-6-16,0 0 1 0,0 0 1 0,0 0-1 16,0 0 2-16,0 0-3 0,0 0 3 0,0 0 2 15,0 0-4-15,0 0 1 0,0 0-1 0,0 0 4 16,27-6-1-16,-21 2-1 0,1 1 0 0,2 1 2 15,0-1-2-15,0 3 8 0,2-2-7 0,-1 0-3 16,-2-1 3-16,3 3-3 0,1-3 2 0,-3-1-1 16,0 1 2-16,1-1-4 0,0 1 2 0,3 0 3 15,-6 3-3-15,3-2 1 0,-2 0-2 0,-8 2 5 16,16-3-1-16,-11 2 0 0,-5 1-4 0,10-5 6 16,-10 5 1-16,9-1-3 0,-9 1 3 0,10-2-2 0,-10 2-1 15,8-3 3-15,-8 3-14 0,7-2 1 16,-7 2 5-16,0 0-3 0,0 0 8 0,7-2 0 15,-7 2 0-15,0 0-4 0,0 0 6 0,0 0 3 16,9-3-8-16,-9 3 4 0,0 0-4 0,0 0 0 16,0 0 0-16,0 0-1 0,0 0-10 0,11-1-12 15,-11 1-14-15,0 0-17 0,0 0-14 0,0 0-18 16,11 2-24-16,-11-2-17 0,4 3-22 0,-4-3-136 16,0 0-309-16,8 3 136 0</inkml:trace>
  <inkml:trace contextRef="#ctx0" brushRef="#br0" timeOffset="-175944.03">12797 13403 47 0,'0'0'82'0,"0"0"2"0,-6-5 4 15,6 5-15-15,0 0 4 0,0 0-8 16,0 0-1-16,0 0 2 0,-4-6-6 0,4 6-7 15,0 0 0-15,0 0-8 0,0 0-5 0,0 0-4 16,0 0-2-16,0 0-5 0,0 0-4 0,0 0-9 0,0 0-7 16,0 0 11-16,0 0-18 0,0 0 16 15,0 0-4-15,-11 13 2 0,9-7-3 0,2-6-7 16,-7 11 13-16,4-3-6 0,-3 1-1 0,1-1-1 16,3 1 3-16,-2 1-11 0,2-1 5 0,-2 1 1 15,3-1 4-15,-1 2-3 0,0-2-2 0,-1 3 10 0,1-3-19 16,2 1 12-16,2-1-2 0,1 0-4 15,-3-1 11-15,4 0-10 0,1-1 2 0,-1-2 5 16,0 2-4-16,1-3 2 0,1-1 6 0,4 3 2 16,-1-5 3-16,0 4 6 0,4-3-1 0,-2-2-2 15,1 0 0-15,-1-1 5 0,2 0-4 0,1-3 1 0,-3-1-4 16,3 1-1-16,-3 0 1 0,0-2 7 0,-1 0-4 16,0-1-5-16,-1-1 2 0,1 3-3 15,-4-4-4-15,1 3-2 0,-5 0 3 0,2-1 8 0,-1-3-4 16,-1 1-5-16,-2-1-3 0,-2 0 2 15,-1 1-5-15,3-1 3 0,-4 1-7 0,-2-2 3 0,1 0 0 16,-3 1 2-16,2-4-5 0,-3 5-2 0,1 0-1 16,-2-1 1-16,3 2-2 0,-1-1 0 15,-1 3-1-15,1 1 1 0,0-1 0 0,1 3-1 16,3-1-7-16,-4 0 7 0,8 4-5 0,-13-3 3 16,13 3-5-16,-12 0-2 0,12 0 4 0,-13 8-1 0,5-2-1 15,1 1 1-15,-2 2 2 0,-2 1-3 0,6-2 1 16,-3 4-1-16,5-3 1 0,-4 4-4 15,5-1 3-15,-2-1 1 0,1 1-2 0,1 0 4 16,2 1-4-16,0-1 2 0,-2-1-1 0,4-1 0 16,-2-1 0-16,2-1 3 0,2 1-2 0,-1-2 0 0,-1 0 3 15,5-1 4-15,-4-1-5 0,3 0 0 0,-1-1 2 16,1-2-1-16,-6-2 0 0,14 1 3 0,-5-2-2 16,0 1 1-16,-9 0-5 0,18-3 1 15,-9 0 6-15,1 0 1 0,0-1-4 0,-6-2-1 16,5 3 6-16,-4 0-2 0,2-2-6 0,-2 0 5 0,1-1 2 15,-2-2-4-15,0-1 0 0,-1 1-3 0,-1-2 3 16,0 2 0-16,1-3-1 0,-3 1-1 0,0 2-1 16,-5-1 1-16,5-1-1 0,-4-1 1 15,2 2-2-15,-3-1 4 0,3 1-4 0,-3 0 2 16,3 2 0-16,-2 2 0 0,4 5-1 0,-7-9-4 0,7 9 4 16,-5-5-5-16,5 5 3 0,-9-1-1 0,9 1-2 15,-11 5 1-15,4 0-3 0,0 2-11 0,3 2-14 16,-4 2-10-16,3-1-14 0,0 1-16 0,0 4-20 15,1-3-23-15,2-1-29 0,2 2-13 16,0-2-121-16,0 0-299 0,2 0 133 0</inkml:trace>
  <inkml:trace contextRef="#ctx0" brushRef="#br0" timeOffset="-175687.68">13142 13468 208 0,'3'-6'212'0,"-3"6"-8"16,0 0-15-16,2-7-13 0,-2 7-17 15,0 0-17-15,0 0-10 0,2-6-14 0,-2 6-7 0,0 0-11 16,0 0-10-16,0 0-10 0,0 0-11 16,0 0 2-16,0 0-9 0,0 0-13 0,2-8-6 0,-2 8-6 15,0 0 0-15,0 0-6 0,0 0-7 0,0 0-18 16,0 0-12-16,0 0-13 0,0 0-16 0,0 0-22 15,0 0-29-15,0 0-39 0,0 0-12 0,-9 23-24 16,9-23-127-16,0 9-311 0,0-9 138 16</inkml:trace>
  <inkml:trace contextRef="#ctx0" brushRef="#br0" timeOffset="-173117.63">13243 13343 64 0,'2'-6'81'0,"-2"6"8"0,0-8 3 16,0 8 4-16,0 0 6 0,0-12-4 16,0 12-5-16,0 0-3 0,0-9 1 0,0 9-10 0,0 0-9 15,0 0-5-15,0 0-3 0,0 0-10 0,0 0-8 16,0 0-9-16,0 0 2 0,0 0-7 0,0 0 0 16,0 0-4-16,0 0-1 0,0 0-5 15,0 0 0-15,-6 26-1 0,6-17-6 0,0-9-2 0,0 14 1 16,2-4-3-16,-2-2-1 0,2 1 0 0,-2-2 4 15,5 0-5-15,-1 3 1 0,3-3-1 0,-2 1 2 16,-1-3-2-16,1 0-6 0,-1-1 10 0,2-1-3 16,-1 0 3-16,-5-3-4 0,14 4 8 0,-6-4 5 15,-8 0-8-15,14 0-1 0,-14 0 2 0,11-3-3 16,-4 0 4-16,-7 3-3 0,10-7 3 0,-6 3-1 16,2 0 3-16,-3-2 2 0,-1-1 1 0,2 1-6 15,-4-2 5-15,2-2-8 0,-2 0 5 0,2-1 0 16,-4 3-6-16,2-3-3 0,-2 2 0 0,-2-2 1 15,-1 0-4-15,1 1 1 0,-2 0 1 16,0 0-1-16,0 1 1 0,1-1-7 0,-1 5 7 0,1-1-3 16,0 2-6-16,1 0 5 0,4 4-3 0,-9-3-6 15,9 3 0-15,0 0-6 0,-18 3-7 0,11 2-19 16,-1 3-11-16,1-2-24 0,3 4-15 0,-2-2-15 16,2 1-24-16,2-1-22 0,0-1-89 15,-1 1-258-15,3-8 115 0</inkml:trace>
  <inkml:trace contextRef="#ctx0" brushRef="#br0" timeOffset="-172766.66">13494 13173 153 0,'12'-5'157'0,"-1"1"-8"16,2 1-13-16,-1 0-19 0,-3 2-7 0,2 1-9 15,1 2-13-15,-2 2-6 0,-1-1-4 16,-1 4-13-16,0 0-2 0,-3 2-11 0,-1-4-2 16,-4 5-1-16,0 0-7 0,0 3-4 0,0-3-4 15,-4 2 1-15,-1-1-4 0,-3 4-7 0,-2-2 2 0,1 2-7 16,3-7 2-16,-1 0-1 0,-2 0-3 0,4-2-1 16,-1 0-2-16,-1-1-4 0,3-1 1 0,4-4 3 15,-8 9-4-15,8-9-6 0,-4 5 2 0,4-5 1 16,0 0 2-16,-6 4 0 0,6-4-7 15,0 0 1-15,0 0 3 0,0 0-1 0,0 0-2 0,0 0 3 16,18 3 2-16,-18-3 3 0,17-3-3 0,-5 2-7 16,-1-2 2-16,2 3-1 0,5-2-3 0,0-1-30 15,-2-1-21-15,-3 1-27 0,6 0-35 16,-6-1-25-16,1 2-113 0,-1-3-272 0,1 0 120 16</inkml:trace>
  <inkml:trace contextRef="#ctx0" brushRef="#br0" timeOffset="-172412.5">13863 13068 120 0,'2'-8'181'0,"-2"8"-21"0,0 0-19 16,0 0-17-16,0 0-10 0,0 0-12 15,0 0-11-15,0 0-7 0,-6 22 1 0,4-4-6 0,-3-1-5 16,1 0-10-16,2 4-4 0,-4-1-2 15,4-3-9-15,-2 0 0 0,1 1-9 0,3-2-2 16,0 0-8-16,0-4 3 0,1 0-5 0,1-1-5 0,0-1 1 16,0-1 1-16,0-1-4 0,4-2-4 0,-4-1-2 15,4 0 4-15,-2-1-5 0,-4-4 2 16,7 3 7-16,-7-3-6 0,12-1 0 0,-12 1-4 16,9-3-2-16,-9 3 8 0,4-9 9 0,0 4-6 15,-4 5 1-15,2-12-7 0,-2 12-1 0,-4-13-5 0,2 7 9 16,-2 0-6-16,-1 2-10 0,-4-2 2 15,-2 4-2-15,4 1-2 0,-7 2 1 0,5 3-1 16,-4 1 2-16,2 2-4 0,-5 3-17 0,0 1-28 16,5 1-25-16,1 2-33 0,0 0-43 0,1-1-35 15,3-1-98-15,4-1-301 0,4 0 134 0</inkml:trace>
  <inkml:trace contextRef="#ctx0" brushRef="#br0" timeOffset="-171869.96">14397 13346 59 0,'0'0'190'0,"0"0"-17"0,0 0-15 0,-10-10-10 16,10 10-9-16,-10-2-7 0,10 2-8 15,0 0 2-15,-15 2-12 0,15-2-5 0,-11 0-7 16,11 0-7-16,-11 0-7 0,11 0-10 0,-8 3-7 0,8-3 2 16,0 0-15-16,0 0-1 0,0 0-6 0,0 0 1 15,0 0-3-15,0 0 3 0,0 0-3 0,30-6 2 16,-14 4-5-16,6-4 4 0,3 0-6 15,-3 2-1-15,5-4-6 0,0-1 1 0,1 2-8 16,-1-1 4-16,-8 4-5 0,1-3-4 0,-3 4-2 0,-4 0-1 16,-2 0-3-16,1-1-3 0,-6 2-1 0,2 2-4 15,-8 0-10-15,10-4-18 0,-10 4-18 0,9-1-18 16,-9 1-16-16,0 0-7 0,9 2-34 0,-9-2-42 16,4 5-29-16,-4-5-23 0,0 0-127 0,-2 12-358 15,2-12 158-15</inkml:trace>
  <inkml:trace contextRef="#ctx0" brushRef="#br0" timeOffset="-171586.61">14866 13025 206 0,'1'-12'243'0,"-1"2"-13"0,0 0-4 0,0 3-1 16,0 7-18-16,0-13-10 0,0 13-26 0,2-7-17 15,-2 7-17-15,0 0-16 0,0-8-14 16,0 8-11-16,0 0-5 0,0 0 0 0,9 19-4 0,-5-5-6 16,1 3-2-16,-3 2-7 0,5 5-3 0,-4-4-9 15,-1 0-3-15,4 7-3 0,-3-4 1 16,1-2-9-16,-2 3-6 0,1-5 1 0,2 0-2 0,-3 0-9 16,-2 1-3-16,4-4-5 0,1 1 0 15,-3 0-10-15,-2-4-24 0,2 0-43 0,-2-2-47 0,2 1-52 16,1-7-58-16,-1 7-71 0,-4-4-147 0,2 0-466 15,0-8 207-15</inkml:trace>
  <inkml:trace contextRef="#ctx0" brushRef="#br0" timeOffset="-171330.34">15334 12749 243 0,'7'-5'241'0,"0"2"-13"0,4-1-17 16,1 4-1-16,3 3-8 0,2 0-15 0,10 7-9 15,-2 3-17-15,0 2-9 0,-2 2-14 0,1 3-14 16,-1-1-9-16,-4 2-9 0,-1 3-12 0,-4 2-5 16,-2 1-11-16,-1 0-7 0,-6 1-7 0,-1 3-4 15,-8-1-10-15,-5 1-9 0,-4 2-28 0,-7 9-29 16,-7-2-42-16,-3-1-55 0,0 1-43 0,-3-3-55 15,-3 0-206-15,-2-3-452 0,-1-3 200 0</inkml:trace>
  <inkml:trace contextRef="#ctx0" brushRef="#br0" timeOffset="-169759.23">16494 12573 140 0,'0'0'198'0,"0"0"-4"15,-12-10-6-15,12 10-12 0,0 0-13 0,0 0-13 16,0 0-16-16,20-9-11 0,-7 6-11 0,1-1-15 16,3 1-11-16,0-1-9 0,1 1-36 0,0-1-34 15,-5 3-45-15,6-1-37 0,-1 2-31 0,-6-2-41 16,-2 4-107-16,-5-2-274 0,2 3 121 16</inkml:trace>
  <inkml:trace contextRef="#ctx0" brushRef="#br0" timeOffset="-169602.72">16595 12726 28 0,'-2'6'144'0,"2"-6"-7"16,0 0 1-16,0 0-11 0,0 0-13 0,13 4-6 16,-13-4-15-16,17-2-11 0,-4 0-31 0,1 0-40 15,6-3-36-15,6-3-39 0,1-1-94 0,1 2-170 16,3-5 75-16</inkml:trace>
  <inkml:trace contextRef="#ctx0" brushRef="#br0" timeOffset="-169118.76">17716 12184 147 0,'5'-9'253'0,"2"-1"-12"0,0 3-7 0,2-2-10 16,5-1-17-16,-5 1-16 0,7 1-13 0,0-1-15 16,2 3-17-16,0 0-13 0,4 1-14 0,-4 2-13 0,3 3-11 15,-2 1-11-15,-2 0-7 0,1 2-8 16,-6 2-6-16,0-1-6 0,-3-1-9 0,0 2-3 16,-1 2-5-16,-2 1 0 0,-5-1-5 0,1 2-6 15,-4 3-1-15,-1-2-3 0,-4 0-1 0,-2 4-1 16,0 2-5-16,-3-2 4 0,3 0-10 0,-2-1 4 15,4-3-4-15,-3 0-2 0,3-1 0 0,1-2-2 16,2 0-3-16,-2-2 1 0,3 2-3 0,1-2-1 16,2-5-6-16,-3 12 1 0,3-12 0 0,3 9 3 15,-3-9-4-15,6 9-1 0,-1-5 2 0,1 0-2 16,1 1 3-16,-1-2-1 0,3 2-1 0,0 1 0 16,1-1 1-16,-1 0 2 0,1 0-4 0,-1 1 3 15,0-2 0-15,3 1 1 0,-7-1-3 0,1 0 1 16,-2 0-2-16,1 2 1 0,-1-1 1 0,-1 2 1 15,-3-7 0-15,0 10-1 0,0-10 1 0,-5 10-2 16,0-3 4-16,-3 0-1 0,-1 0-3 0,-1-1 3 16,-1 0 2-16,0-1-1 0,-6 1 1 0,3-2-4 15,2 0 5-15,-7-1-4 0,0 1 3 0,0 0-1 16,6 0-3-16,1-2-11 0,-4 0-22 0,3 0-27 16,1 0-38-16,-1-2-48 0,4 0-43 0,0 0-241 15,-1 0-470-15,10 0 208 0</inkml:trace>
  <inkml:trace contextRef="#ctx0" brushRef="#br0" timeOffset="-166649.81">18189 12323 199 0,'0'0'200'0,"0"0"-9"0,-4-9-14 0,4 9-16 0,0 0-12 16,0 0-12-16,0 0-11 0,0 0-17 0,-1-9-13 15,1 9-11-15,0 0-6 0,0 0-13 0,0 0-9 16,0 0-4-16,0 0-9 0,0 0-12 0,0 0-20 16,0 0-24-16,0 0-27 0,0 0-27 0,0 0-29 15,0 31-31-15,1-24-24 0,2-1-98 0,-3-6-268 16,2 11 119-16</inkml:trace>
  <inkml:trace contextRef="#ctx0" brushRef="#br0" timeOffset="-166395.41">18441 12113 43 0,'0'-9'207'0,"0"9"-24"16,0 0-16-16,0 0-20 0,-2-9-16 0,2 9-10 15,0 0-5-15,0 0-12 0,0 0-9 0,11 27-2 16,-10-16-5-16,0 5-9 0,2 0-3 0,0 1-9 15,-2 2-8-15,1-1-7 0,-2 0-3 0,4 2-3 16,-3-2-6-16,2-1-7 0,-1 2 1 0,1-4-5 16,0 2 4-16,-1-2-22 0,-1-4-26 0,3 3-27 15,-2-2-28-15,0 0-22 0,1-1-33 0,-1 0-25 0,2 0-119 16,-1-5-290-16,2 2 129 0</inkml:trace>
  <inkml:trace contextRef="#ctx0" brushRef="#br0" timeOffset="-166083.18">18806 12096 96 0,'9'-1'149'0,"2"1"3"16,-1 3-7-16,-3 3-15 0,1 0-8 0,0 1-15 15,-2 2-5-15,-2 2-11 0,0 1-6 16,0 4-6-16,-4 0-6 0,-2 1-11 0,0-2-4 15,-2 2-15-15,-1-2 6 0,-1 2-5 0,-1-6-6 0,-1 3-8 16,-1-2 1-16,2 0 0 0,-1-4-5 0,0 0-2 16,2-2-2-16,0 1-7 0,2-2 5 0,4-5-6 15,-7 7 3-15,5-4-2 0,2-3-2 0,-5 5 3 16,5-5-4-16,0 0 2 0,0 0 3 0,0 0-3 16,0 0 0-16,16 4-2 0,-5-3-1 0,1-1 0 15,2-1 3-15,4 1-2 0,3-2-13 0,-1 4-27 16,8-4-28-16,1 0-45 0,-3 0-48 0,-4 1-134 15,0-2-306-15,3-1 135 0</inkml:trace>
  <inkml:trace contextRef="#ctx0" brushRef="#br0" timeOffset="-165607.6">19296 12353 31 0,'6'-7'217'0,"1"-2"-3"0,0 2-4 0,3-2-7 15,-3-1-20-15,3-4-11 0,-2 3-6 0,4-2-11 16,3-2-13-16,-3 2-10 0,0-2-9 0,-2-1-4 0,2 2-9 16,-3-2-4-16,-3-1-13 0,4 1-5 15,-5-2-4-15,0 2-10 0,0-1-2 0,-2 0-7 16,-2 2 0-16,1-1-2 0,-2 5-1 0,0 2-3 0,-2 0-6 16,2 9-1-16,-1-12-7 0,1 12 0 15,-1-10-9-15,1 10-9 0,0 0-4 0,0 0-1 16,0 0-7-16,0 0 2 0,0 0-2 0,0 0-2 15,-3 29-2-15,2-16 2 0,1 3-4 0,1 0-4 0,0 0 4 16,3 4-1-16,0-5-4 0,1 0 3 16,4 0-2-16,0-2 1 0,-2-4-1 0,3 0 2 15,0 0-4-15,4-1-2 0,-3-4-2 0,2-1 9 0,0-3-4 16,0 0-2-16,1-2-1 0,-1-2 5 0,-2 0-3 16,1-2 0-16,-2-2 0 0,-1 2 1 15,-1-4-2-15,-1 1 1 0,0-3 0 0,-2 2 0 16,0-3 0-16,-1-1 9 0,1 1-14 0,-3-2 5 15,1-1-1-15,-2 4-2 0,0 1 3 0,-2 1 1 0,2 1 2 16,-1 9 0-16,-1-13 0 0,1 13-5 0,1-7 0 16,-1 7-7-16,0 0 2 0,0 0-3 0,0 0 3 15,0 0 2-15,0 0-3 0,2 34 5 0,-2-20-3 16,1 2 2-16,0 2-2 0,1 0 0 0,0-1-25 16,2 2-35-16,0-4-41 0,1 2-44 0,1 0-60 15,-1 0-45-15,2 0-200 0,1-3-489 0,2 1 218 16</inkml:trace>
  <inkml:trace contextRef="#ctx0" brushRef="#br0" timeOffset="-165178.58">19977 12137 112 0,'2'-6'196'15,"-2"6"-12"-15,0 0-7 0,0 0 0 0,0 0 0 16,0 0-7-16,0 0-12 0,2 27-8 0,-2-17-15 15,0 1-8-15,-3 1-12 0,2-2-11 0,1 0-5 0,-1 0-8 16,1 1-6-16,0-2-6 0,0-1-10 16,0-8-2-16,0 12-10 0,0-12 3 0,0 7 5 15,0-7 11-15,0 0 9 0,-2 7 1 0,2-7-4 16,0 0-5-16,0 0-8 0,0 0-3 0,0 0-6 0,0 0-5 16,-3-28-4-16,3 18 6 0,0-1-20 0,2-4 3 15,1-2-10-15,0-2-7 0,3 0 6 16,-1-7-6-16,3 0 2 0,0-3-3 0,4 3-6 15,-3-1-5-15,2 0 13 0,-2 4-10 0,3 1-6 0,-2 7 0 16,-1 1 0-16,-3 4-4 0,2 2-2 0,0 1-4 16,-2 2 1-16,0 3-2 0,-6 2-3 15,17 2 5-15,-8 4 2 0,0 1-4 0,4 4 5 16,-2 2-1-16,0 3 3 0,-3-1 2 0,0 1 0 0,0 1 1 16,-1 2-1-16,2-2-4 0,-1 0 19 0,-4 0-24 15,2-1 2-15,1 1 4 0,0-2 0 0,-3-3 0 16,1-1-1-16,-1 2 1 0,1-4-19 15,-1 1-16-15,1 0-27 0,-1-3-33 0,-4 1-39 0,1-2-35 16,-1-6-31-16,0 9-37 0,0-9-36 0,-5 9-163 16,-1-5-469-16,6-4 209 0</inkml:trace>
  <inkml:trace contextRef="#ctx0" brushRef="#br0" timeOffset="-165022.06">20083 12167 114 0,'-4'-5'188'15,"4"5"-4"-15,0 0-11 0,0 0-7 0,0 0-17 16,0 0-6-16,14-14-16 0,-4 10-14 0,1 1-12 16,9-3-16-16,-3 1-18 0,2 1-27 0,3-3-42 15,-2 2-39-15,7-2-46 0,-4 1-49 0,-6 1-95 16,0 2-250-16,-4-1 111 0</inkml:trace>
  <inkml:trace contextRef="#ctx0" brushRef="#br0" timeOffset="-164101.15">8174 12354 105 0,'0'0'132'0,"-8"-2"-12"0,8 2-8 16,0 0-10-16,-5-5-7 0,5 5-13 0,0 0-11 15,0 0-15-15,0 0 1 0,0 0-1 0,0 0-2 0,19-12-5 16,-4 7-4-16,4-1-7 0,1-2-6 0,9 0-5 16,1-2-4-16,0 3-24 0,1-4-1 0,0 3-18 15,-3 0-25-15,-2 1-20 0,-4 1-25 16,-5 2-83-16,-3 2-186 0,-4-2 83 0</inkml:trace>
  <inkml:trace contextRef="#ctx0" brushRef="#br0" timeOffset="-163636.68">8376 12272 54 0,'0'0'111'16,"0"0"-9"-16,-8 3-1 0,8-3-12 0,-2 8-9 15,2 3 13-15,2 0 3 0,-1 6-9 0,2 8-2 16,-1 1-5-16,1 2 9 0,-2 3-8 0,2-1-10 16,-2 0-3-16,-1 0-3 0,3-1-10 0,-1 0 2 15,2-1-5-15,0-3-7 0,-1 0-4 0,0-6 3 16,1-1 2-16,-2 1-4 0,1-2-4 0,1 0-4 16,0-2-5-16,2 1 0 0,-5-4-2 0,1 0-2 15,0-1-1-15,1 0-4 0,-3-2-4 0,1 0 3 16,-1-2-2-16,0-7-2 0,1 12-2 0,-1-12-1 15,0 9 2-15,0-9 0 0,0 0 3 0,-1 9-6 16,1-9-4-16,-8 2 4 0,8-2 1 0,-12 3 4 16,1-5-8-16,11 2-3 0,-20-3 0 0,10-1-1 15,-2 1 2-15,1 1-3 0,-1-3 1 0,-2 3 1 16,4 0-3-16,0-1 1 0,0 1-1 0,3 0-2 16,7 2 3-16,-13-1-3 0,7-2 0 0,6 3 0 15,0 0-4-15,-13-1 0 0,13 1 2 0,0 0-4 16,0 0 3-16,-8 0-2 0,8 0 5 0,0 0-3 15,0 0 2-15,0 0 1 0,0 0 0 0,26 7-3 16,-13-6 2-16,6-2 2 0,0 0-4 0,3-1-13 16,7-5-24-16,-1 4-7 0,0-2-19 0,2-1-17 15,-1 1-17-15,-1-1-12 0,-1 2-12 0,-5 0-1 16,-2-1-6-16,1 0 0 0,-1 1-69 0,1-2-216 16,-3 1 96-16</inkml:trace>
  <inkml:trace contextRef="#ctx0" brushRef="#br0" timeOffset="-163335.36">8727 12763 552 0,'10'-4'-34'0,"-1"-2"11"0,-1 1 15 16,-3 0 16-16,1-1 12 0,-6 6 2 0,4-10 15 15,-4 10 8-15,3-8 12 0,-3 8 4 0,0-8 7 16,0 8 3-16,0 0-6 0,0 0-1 0,0 0-5 16,0 0-6-16,0 0-9 0,0 0-8 0,0 0 10 15,0 0 2-15,0 0 1 0,-9 22-1 0,6-11-4 16,2 3 1-16,0-3-2 0,1 2-3 0,-2 0-10 16,5-1 5-16,-2-1 0 0,4 1-9 0,0-2 6 15,2 0 7-15,1-1-3 0,2-2-7 0,1 2-4 16,1-4 11-16,0-2-2 0,5 1 1 0,2-4 3 15,-2-2-6-15,1-2 1 0,-5-1 1 0,4 0-4 16,0-4 3-16,-5 2 0 0,-1-1-6 0,0 0-2 16,-3-3 1-16,1-2-5 0,-2-2 0 0,-2 4 1 15,-3-1-3-15,-1-5-2 0,-2 1-1 0,-5-1 0 16,0 3-3-16,-3-1-2 0,-2 0 2 0,-1 1-7 16,-1 0 2-16,-2 5-2 0,3 2-4 0,-3 1-7 15,2 3-11-15,0 1-13 0,-2 4-20 0,-1 1-23 16,-2 4-41-16,6-1-27 0,-2 2-43 0,-3 4-126 15,3-2-333-15,2 2 149 0</inkml:trace>
  <inkml:trace contextRef="#ctx0" brushRef="#br0" timeOffset="-160658.1">19652 12583 134 0,'0'0'134'16,"0"0"-8"-16,0 0-6 0,-9-1-7 0,9 1-11 16,0 0-12-16,0 0-13 0,0 0-8 0,0 0 1 15,0 0-10-15,0 0-9 0,0 0-4 0,0 0-2 0,0 0 14 16,0 0 6-16,0 0-2 0,0 0 1 0,40 4-3 15,-9-7-4-15,6 0-3 0,16-4 11 0,6-3-7 16,5 1-13-16,0-4-13 0,25-2-29 16,-25 4-29-16,0 0-26 0,24-6-29 0,-27 9-36 0,0-2-34 15,-1 3-89-15,-1-5-259 0,-3 5 114 0</inkml:trace>
  <inkml:trace contextRef="#ctx0" brushRef="#br0" timeOffset="-159424.83">7211 12040 19 0,'0'0'79'0,"0"0"-3"0,0 0 1 0,0 0-11 16,0 0-3-16,0 0 1 0,0 0-2 0,13 33-4 15,-8-8 17-15,2 4-8 0,2 16-5 16,2 5 3-16,-1 8 7 0,4 24-1 0,-2 0-1 16,-1 1 0-16,-3-2 6 0,2-1-7 0,6 3-4 0,-3 3-3 15,4 0-3-15,2 0-8 0,-1 3-4 0,0 2-2 16,2-4-2-16,-4-4-12 0,7-1 2 15,-4-26-5-15,-6 3-6 0,6 25 1 0,3-7 0 16,-13-23-18-16,1 2-21 0,-2-5-36 0,1 4-40 16,-2-1-46-16,-6 1-112 0,-2-3-272 0,-3-4 121 0</inkml:trace>
  <inkml:trace contextRef="#ctx0" brushRef="#br0" timeOffset="-157870.97">7388 11733 29 0,'26'-9'77'0,"6"-1"4"0,17-1-4 0,6-5-1 15,2 2-3-15,30-10-19 0,-24 8-3 16,26-9-3-16,-2 2 5 0,-25 6-5 0,26-3 0 16,-1-2-3-16,6-1 3 0,7 1-3 0,-1-1-3 15,6 2-5-15,6 2-4 0,-3-5 4 0,6 3-3 0,4-1-13 16,5-4 27-16,0-1-27 0,5 2 7 15,3 0-11-15,3 1 10 0,-5-4-6 0,6 4 1 16,6 2 12-16,1-4-6 0,0 3-11 0,1 0 7 16,-7 1-11-16,6 1-2 0,5 1 12 0,4-1-9 0,3 2 3 15,-1-3 3-15,6 4-10 0,2-2 2 0,4 0-2 16,1 2 5-16,-1 0-2 0,1-1-8 0,5 2 3 16,3 1 0-16,2 3 0 0,-5-3-2 0,-5 1-4 15,5-3 6-15,3 6-7 0,-2-2 2 0,2-2-7 16,-7 4 8-16,1-1 2 0,3 0 5 0,-3-3-11 15,1 4 3-15,-3-2-10 0,3-4 12 0,1 4-8 16,5 0 3-16,-5 1-7 0,3-1 4 0,3-3 6 16,-1 2 3-16,4 2-11 0,-7-2-3 0,5 3 3 15,-7-2 6-15,1 5-6 0,-2-2 2 0,-3 2-5 16,-1-1 4-16,-4 0 4 0,1 2-3 0,2 1 7 16,-5-1-5-16,-5 1 3 0,3 1-8 0,1-2 8 15,0-1-2-15,-1 3-3 0,-2 0-2 0,-3-2 2 16,1 3 4-16,-2-1-2 0,-2 2 1 0,-3-1-7 15,0-4 2-15,-2 1-5 0,2 0-1 0,-6 1 0 0,2-4 6 16,-4 3-8-16,-1-2-1 0,-4 2 7 16,-2-2-1-16,-2 0-6 0,-3 3 9 0,-6 0-4 15,0 1 1-15,-9 0 0 0,2 0 2 0,-5-1 0 16,-3 0 3-16,-8 0-14 0,-2 4 14 0,-6-3 2 0,-25 2-1 16,27-2-10-16,-30 3 15 0,1 0-6 0,0-1 2 15,-2 2-6-15,0-1 9 0,-2-1-3 16,-2 4 4-16,-6 0-6 0,-13 0 6 0,3 2-3 15,-5-1 3-15,2 0 4 0,-3 2-3 0,-4 3-7 0,0-3 0 16,-3 2 6-16,-7 1-2 0,-2 0-2 0,1 0 4 16,-3 0-3-16,-5 1 5 0,0 0-10 15,2 5 2-15,-3-3 2 0,1 4 4 0,-2 3 1 0,1-2 8 16,-1 4-7-16,-1 0 0 0,3 7 5 0,-5-1-7 16,2 1-5-16,0 3 2 0,-1-1 0 0,0-1-2 15,-1 3 7-15,1 2 4 0,-2 2-1 0,1 0-8 16,2 14 2-16,-3-11 2 0,1 10 4 0,1 2 4 15,-2 0-2-15,2 0-1 0,-3 4-6 0,3-3 6 16,0 3 1-16,2 1 5 0,-5 0-7 0,5-3 0 16,-4 1 1-16,3 3 8 0,-1 0-4 0,2 1-3 15,-1 3-2-15,3 24 3 0,-4-23 8 0,2 22-5 16,-3-25-9-16,8 26 9 0,-7-27-5 0,-1 2-1 16,3-1 1-16,-3 26-2 0,2-23 1 0,4 25-2 15,-7-27 2-15,0 24-7 0,0-23 4 0,3 25-4 16,-4-24-2-16,-1 1 4 0,5 22 0 0,-7-26-5 15,2 3 4-15,-2-3 0 0,0 26-4 0,-1-22 3 16,2 20 0-16,-2-24 1 0,-3 5-7 0,0 22 3 16,0-27 2-16,-2 1 1 0,0 1-5 0,-2 0 9 0,1 0-7 15,-2-5 2-15,-1 3 1 0,3-3-1 16,-3 4 0-16,-3-3 1 0,3-1-2 0,-2-5 2 16,-7 1-8-16,1 0 17 0,-6-2-7 0,-1-3 2 15,-4 2 1-15,-4-3-5 0,1-3 9 0,-5-1-4 0,-1 1-3 16,-7-3-3-16,-2-1-1 0,-2 1 3 0,-4-1-1 15,-21 11 3-15,19-13-11 0,-25 9 8 16,-5-2 2-16,3-3 1 0,-6-3-4 0,-3-4 4 16,-8 0-5-16,-4 1 1 0,-1-1 1 0,-8 2 2 15,-6-6 1-15,0 2 0 0,-14-3-8 0,-3 0-3 0,-1 3 5 16,-8-1-1-16,-9-4 10 0,-6 8-6 0,-4-7-3 16,-8-1 7-16,-3 2-1 0,-5-1 6 15,-9 1-2-15,-3 0-4 0,-8-2 0 0,3 7 8 16,-9 0 1-16,-8-4-1 0,-3 4 0 0,-1-6 1 15,-1 4 4-15,-8 0-1 0,6 0-3 0,-7-2 1 0,-1 0 8 16,-2 7-5-16,-2-6-3 0,0 2 4 0,-8-1 24 16,4 3-6-16,1-3-3 0,2 2-1 15,-7-1-9-15,11 0-2 0,-1-3 3 0,0 1-4 0,2 4 2 16,2-3-9-16,2 0 3 0,-7-2-4 16,7 3-3-16,-2 4-1 0,7-2 2 0,1-3 1 15,1-8-5-15,10 4-1 0,2 0 5 0,-1 1-7 0,5-1 4 16,5-3-1-16,6 0 5 0,6 0 0 0,9-2-17 15,-2-2 10-15,11-2 2 0,3-3 1 16,7 1-1-16,3 0 4 0,10-9 0 0,4 4-4 0,12-2 3 16,5-4-4-16,8-3 2 0,3-3-3 15,9 3 4-15,6-6-8 0,29 2-6 0,-25-6-8 16,26 1-21-16,4-1-18 0,-2 0-28 0,6-3-32 16,-1-1-24-16,2-2-39 0,-2 0-126 0,2-3-327 15,1-3 145-15</inkml:trace>
  <inkml:trace contextRef="#ctx0" brushRef="#br0" timeOffset="-157241.62">7509 13914 3 0,'4'11'-1'0</inkml:trace>
  <inkml:trace contextRef="#ctx0" brushRef="#br0" timeOffset="-156528.65">7550 13925 29 0,'-4'-6'50'16,"2"-4"-4"-16,-1 1 9 0,-2 0 1 0,2 0-4 16,3 9 0-16,-6-13 2 0,5 10 3 0,1 3 0 0,0 0 2 15,-8-13-15-15,5 10 3 0,3 3-8 16,0 0-5-16,0 0-5 0,0 0-5 0,0 0 2 15,18 19-12-15,-11-3 7 0,2 8 12 0,2 6-6 16,1 3 1-16,3 16 10 0,2 2-8 0,-3 2 5 16,4-1 1-16,1 1 3 0,0 1 1 0,1-2-9 15,0 1 3-15,3 2 5 0,1 0-6 0,4-2 2 0,-1 2-10 16,0-3 5-16,-3 0-4 0,4-5 1 16,-5 3-8-16,4 0 1 0,-3-5-4 0,0 0 1 15,-2-3-14-15,1 2 11 0,-5-14-1 0,-1 3-7 16,4 7 5-16,-5-8-2 0,-1-1-5 0,0 2 7 15,1-4-8-15,-3 0 7 0,-1 1-7 0,2 1 1 16,0-4 1-16,-1 2 3 0,0-3-7 0,0-1 2 16,-3-1 4-16,0 0 0 0,0-6 3 0,3 5-8 15,1-1-3-15,-1-1 3 0,-4-5-4 0,1 0 4 16,-1-2-1-16,4 3 0 0,-3-1 1 0,4-2 28 16,0 0-8-16,-5-4-1 0,2 3-10 0,0-2 8 15,-1 2-7-15,-2-2 4 0,3 0 1 0,-2-2-8 16,0 1 3-16,-1-2-3 0,2 0 1 0,0 1-1 15,-1-3 1-15,3 2-5 0,-1-2-3 0,2 1 2 16,-1-4 0-16,0 1 2 0,6 1-1 0,1-2 1 16,2-2 3-16,1 1-5 0,7-4-1 0,3 2 5 15,1-2-2-15,3-2 0 0,2-1 3 0,12-2 2 16,-13 1 1-16,14 0 0 0,-12 0 3 16,13 1-4-16,-14 3 2 0,16-6-2 0,-16 7-1 15,15 1 0-15,-14-2-1 0,14 4 0 0,-3-1-3 0,-10 1 0 16,10 2 4-16,4 2-5 0,-15-2 1 0,12 6-4 15,-13-5 0-15,12 6-1 0,-2 2 4 0,2-1-5 16,0-1 2-16,-13-1-2 0,17-1 3 0,-2 3 0 16,3-6-10-16,-3 3-9 0,0-4-11 0,1-3-1 15,2-2-9-15,1 0-5 0,1-2-7 16,-1-4-10-16,3 0-5 0,-2-3 4 0,1-4-3 0,0 0-5 16,-4-3 6-16,5 1 2 0,1-5-2 0,-2 3 7 15,1 0-1-15,-1-2 2 0,-3-2 4 0,1 2 2 16,-4 1-5-16,-5 3 1 0,-13 5-5 0,1-2 3 15,-5 5 3-15,1-2 5 0,-10 3 1 0,-1 0 9 16,-3 4-2-16,-5-1 3 0,-1 1-4 16,-5 2 8-16,1 0 0 0,-7 0 0 0,9 3 3 15,-9-3-6-15,0 0-11 0,0 0-27 0,5 5-77 16,-5-5 35-16</inkml:trace>
</inkml:ink>
</file>

<file path=ppt/ink/ink2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07T05:49:41.240"/>
    </inkml:context>
    <inkml:brush xml:id="br0">
      <inkml:brushProperty name="width" value="0.05292" units="cm"/>
      <inkml:brushProperty name="height" value="0.05292" units="cm"/>
      <inkml:brushProperty name="color" value="#FF0000"/>
    </inkml:brush>
  </inkml:definitions>
  <inkml:trace contextRef="#ctx0" brushRef="#br0">18685 13295 14 0,'0'0'72'0,"2"-7"-4"16,-2 7-14-16,0 0-1 0,0 0-5 0,0 0-8 15,0 0-4-15,0 0-5 0,-11-6 3 0,11 6-7 0,0 0 5 16,-14 3-18-16,14-3-2 0,-9 3 7 16,9-3-5-16,-13 2-2 0,8 1 3 0,5-3-2 0,-12 3-2 15,7 1-2-15,-5-1-2 0,1 1-3 16,0 0 5-16,3-1 4 0,-2 0-7 0,2 1-1 0,-2-2 4 16,2 0-3-16,-2 2-11 0,8-4 7 0,-10 4 4 15,6-1 1-15,4-3-6 0,-8 7 4 0,8-7-3 16,-7 3 4-16,7-3-14 0,-5 2 20 15,5-2 0-15,0 0 4 0,0 0 11 0,0 0 1 0,0 0 6 16,0 0-8-16,0 0 5 0,0 0-1 0,26-4-3 16,-4 1 8-16,10-6-3 0,5 0 1 0,16-5-4 15,4 3 0-15,7-5-4 0,29-6-6 0,-2 3 4 16,5 1-6-16,-7 2-5 0,6-8-10 0,3 7-3 16,-4-2-10-16,-6 5 3 0,-26 7-14 0,2-4-2 15,-1 4-22-15,-2 3-18 0,-1 0-25 0,-7 5-68 16,-15-1-168-16,0 0 74 0</inkml:trace>
  <inkml:trace contextRef="#ctx0" brushRef="#br0" timeOffset="1366.78">21024 10000 2 0,'0'0'2'0,"0"0"-3"0,-8 7-1 16</inkml:trace>
</inkml:ink>
</file>

<file path=ppt/ink/ink2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41:46.764"/>
    </inkml:context>
    <inkml:brush xml:id="br0">
      <inkml:brushProperty name="width" value="0.05292" units="cm"/>
      <inkml:brushProperty name="height" value="0.05292" units="cm"/>
      <inkml:brushProperty name="color" value="#FF0000"/>
    </inkml:brush>
  </inkml:definitions>
  <inkml:trace contextRef="#ctx0" brushRef="#br0">7377 5502 12 0,'0'0'26'0,"0"0"3"0,0 0-2 0,-8 2 1 15,8-2-2-15,0 0-1 0,0 0-3 0,-11 0-1 16,11 0 2-16,0 0 4 0,0 0-3 0,-11 1-1 15,11-1 4-15,0 0-5 0,-13 1 0 0,13-1-1 16,-6 2-1-16,6-2 3 0,-8 2-4 0,8-2 0 16,-9 1 0-16,9-1-4 0,0 0 1 0,-9 3 6 15,9-3 2-15,0 0-5 0,0 0-1 0,-9 1 2 16,9-1-2-16,0 0 0 0,0 0-3 0,0 0 11 16,0 0-18-16,0 0-5 0,0 0 8 0,0 0-7 15,0 0-3-15,0 0 4 0,0 0 7 0,0 0 7 16,0 0 1-16,0 0 5 0,26 4 3 0,-17-4-2 15,3 0-1-15,2-1 6 0,-1 1 5 0,6-2-2 16,-1 1-8-16,10-1 2 0,2-3 10 0,1 2-10 16,-2 0-1-16,2 0-1 0,2 0 1 0,-1-2-4 15,0 1-3-15,3 2 2 0,0 0-2 0,-2 1-2 16,2-4 0-16,-2 2 1 0,0 3-3 0,0 0-1 16,-1-1-5-16,2 1 1 0,-4-1 3 0,2-1-1 15,0 1 0-15,0-2 1 0,1 3-2 0,2-3-1 16,-1-1-1-16,1 1 0 0,-2 0-5 0,2 0 9 15,0-1-8-15,0 2 4 0,-2 1-3 0,2-1-2 16,-2-1 3-16,0 2-2 0,-1 1-2 0,-1 1-1 16,-1-2 1-16,1 1 1 0,-2 1-3 0,1 2 1 0,-10-2-2 15,3 1 0-15,-1-1-3 0,0 1 3 16,-2 0 2-16,2 0-5 0,-3 0 1 0,0-2 5 16,2-3 0-16,-3 3 2 0,-1 1 3 0,-2 1 6 15,4-4 10-15,-3 2 1 0,2 0-2 0,-6 0 1 16,0 0-3-16,-1-1-2 0,1 0-2 0,-1 1 3 15,-5 1-3-15,-6-1 0 0,17 0 3 0,-8 0 11 16,-2 0-2-16,1 0-4 0,-8 0-1 0,15-3 3 16,-15 3-2-16,9 0-1 0,-9 0-5 0,12 0-1 15,-12 0-4-15,6-2-1 0,-6 2 7 0,0 0-7 16,0 0 0-16,9-1-5 0,-9 1 2 0,0 0 1 0,0 0-7 16,0 0 1-16,0 0 0 0,0 0-4 15,0 0-1-15,0 0-7 0,0 0-39 0,5 9-37 16,-5-9-29-16,-2 11-37 0,2-11-156 0,-3 15-329 15,2-7 146-15</inkml:trace>
  <inkml:trace contextRef="#ctx0" brushRef="#br0" timeOffset="848.99">11004 5225 12 0,'0'0'38'0,"-11"-2"1"0,11 2-7 16,0 0-2-16,-13 0 1 0,13 0-3 0,-14 0 0 15,5 1-7-15,1-1 7 0,-4 3-10 0,3-2 3 16,-3 2 2-16,1-2-2 0,0 1-6 0,-1-2 2 16,1 4-6-16,0-4 1 0,-2 3 2 0,2-1-4 15,-2 1-5-15,1 0 1 0,2-2 0 0,-1 0 5 16,3 1-2-16,3 1 6 0,5-3 10 0,-10 1 3 16,10-1-4-16,-9 0 2 0,9 0-5 0,0 0-7 15,-9 2 0-15,9-2 3 0,0 0-3 0,0 0 8 16,0 0 4-16,0 0-2 0,0 0 21 0,0 0 3 15,23 2-2-15,-12-3-4 0,8 1 9 0,9 0 5 16,6-1 7-16,2-2-4 0,1-1-9 0,16 2-6 16,1-2 10-16,0 1-12 0,2 2 2 0,1-1-1 15,3 0 4-15,-7-1-4 0,1 3-1 0,1 2-9 16,1-1 1-16,0-1 4 0,0 2-10 0,3-2-2 16,-5 3-1-16,3 0-3 0,0-2 0 0,-3 2-1 15,-3-3 2-15,2 3-3 0,-2-2-2 0,-11 1 0 16,12-2-1-16,-16 0 2 0,2 1 0 0,-2-1-6 15,-3 0 0-15,2 2 2 0,-2-1 0 0,-1-1-2 16,-12 1-1-16,9 1 2 0,-9-2-4 0,1 0 4 16,-4 0-5-16,2 1 8 0,-2 1 0 0,-1-2 5 15,-3 0 2-15,4 0 0 0,-4 0-2 0,1-2-2 16,-3 1-3-16,3-1 4 0,-1 2 9 0,0-1 2 16,-3 1-2-16,0 0-3 0,-1 0-5 0,-9 0 1 15,14-3-4-15,-7 3-1 0,-7 0 4 0,14-1-6 16,-6-1-5-16,-8 2 3 0,9-1-3 0,-9 1-3 15,7-2 0-15,-7 2-2 0,0 0-3 0,9-1 1 16,-9 1-2-16,0 0-2 0,0 0 0 0,0 0-3 16,0 0 1-16,0 0 1 0,0 0-2 0,0 0-2 15,0 0-2-15,0 0-12 0,0 0-11 0,9 3-20 16,-9-3-13-16,0 0-32 0,0 0-29 0,0 0-27 16,0 0-22-16,-12 17-136 0,6-13-334 0,1 0 148 15</inkml:trace>
  <inkml:trace contextRef="#ctx0" brushRef="#br0" timeOffset="2116.25">21477 5260 15 0,'0'0'7'0,"0"0"-2"0,-10 3-4 0,10-3-6 16,-6 3-6-16,6-3 4 0</inkml:trace>
  <inkml:trace contextRef="#ctx0" brushRef="#br0" timeOffset="2698.56">21394 5286 11 0,'0'0'28'16,"0"0"-2"-16,0 0-3 0,-11-1-3 0,11 1 4 16,0 0 6-16,0 0 2 0,0 0 2 0,-9-3 0 15,9 3-1-15,0 0-3 0,0 0 0 0,0 0-9 16,0 0 1-16,0 0-1 0,0 0-2 0,0 0-4 15,0 0-1-15,0 0-1 0,0 0 7 0,0 0 7 16,0 0 7-16,0 0 4 0,29 1 6 0,-16-2 5 16,6 0-7-16,3-1-6 0,-2-1 0 0,12 2 5 15,-1-1 1-15,3-2-4 0,1 1 4 0,3 0-5 16,2-1 7-16,14-1-3 0,-1 1 1 0,-3-3-6 16,3 2-3-16,1-1-1 0,4 2-2 0,2-3-5 15,-4 4 7-15,9-2-1 0,-1-2-2 0,1 2-3 16,26-3-3-16,-29 4-3 0,0-2 0 0,3-2 1 0,26 1-3 15,-28 2 6-15,-1-1-1 0,1 2 0 16,-2 0 2-16,5-1-1 0,-1 2 1 0,-3-4-9 16,1 5 9-16,1-3-7 0,-4 2 2 0,0-2-3 15,-1 0 1-15,2 2-10 0,-1-1 2 0,-2 2-2 16,0-2 6-16,-1-1-4 0,0-2 4 0,2 4-12 0,0-2 9 16,-2 1-1-16,3-1-7 0,0-2-5 15,2 1-5-15,-2-2 0 0,-1 3 3 0,1 0 2 16,-2-2 1-16,4 2-1 0,-2-1 3 0,0-2-11 15,0 5 6-15,0-4-6 0,-2 0 3 0,2 0 3 16,-1 1-3-16,1-1 1 0,-4 2 6 0,1 0-6 0,-1-2-6 16,-5 2-4-16,1 2-1 0,-14-3 5 15,3 4 1-15,-5-4-5 0,2 2 1 0,0 0 11 16,-2-2-3-16,0 2 6 0,-2 1-7 0,-3-1 0 16,1 3 0-16,-5-3-1 0,2 1-2 0,-9 1 3 15,1 0-1-15,1 2-1 0,-4-3 3 0,2 3 2 0,-2-3-2 16,0 2 3-16,2-1 4 0,-7 1-6 15,1 0 1-15,-1 1 4 0,-1-2-4 0,2 2 13 16,-1-1-8-16,1 0-2 0,-3 1 0 0,-1 0 0 16,0 1-1-16,-3 0-5 0,1 1-22 0,1-2-31 15,-1 1-17-15,-8-1-28 0,12 3-107 0,-7-1-229 0,-5-2 101 16</inkml:trace>
  <inkml:trace contextRef="#ctx0" brushRef="#br0" timeOffset="3397.7">29742 4785 12 0,'-13'-3'47'0,"13"3"0"0,-11-3-7 15,11 3-3-15,-12-1 0 0,12 1-4 0,-11 0 9 16,11 0-2-16,-8-1 7 0,8 1 1 0,-9-3 4 15,9 3-10-15,0 0 2 0,0 0 3 0,-9-1-1 16,9 1 2-16,0 0-9 0,0 0 4 16,0 0-10-16,0 0 4 0,0 0 0 0,0 0-6 15,0 0 13-15,42 0-6 0,-14 0 7 0,7-1 11 0,2-1-14 16,20 2 3-16,3 0 0 0,2-1-8 0,30-2 8 16,-27 3-13-16,30-1-2 0,-6-1 0 0,-24-4-3 15,34 6 3-15,-7-1-22 0,-3-5 17 0,1 3-8 16,0-1 0-16,-24 4 0 0,23-2-1 15,-28-1-8-15,2-1-2 0,2 4 0 0,-1-6-5 0,-5 3 6 16,-2 1-5-16,-1-2 6 0,-1 2-9 16,-16 0 5-16,-1-1 2 0,-1 2-1 0,-3-1 4 0,-2-1-4 15,-3 3 3-15,-1-2 1 0,-8-1 17 0,-4 3 5 16,2-1-4-16,-8 1-2 0,0-2-2 0,-4 4-2 16,-6-2 1-16,13 0-3 0,-13 0-5 0,10 0 2 15,-10 0-1-15,0 0 2 0,0 0-6 16,9-2-1-16,-9 2 0 0,0 0-1 0,0 0-19 0,0 0-37 15,0 0-27-15,0 0-43 0,0 0-37 0,-43 0-105 16,26 0-280-16,-3-2 123 0</inkml:trace>
  <inkml:trace contextRef="#ctx0" brushRef="#br0" timeOffset="4779.72">5523 6765 42 0,'0'0'53'0,"0"0"2"0,0 0-9 0,-8-2-9 16,8 2 0-16,0 0-3 0,-13 2-2 0,13-2 9 15,-10 5-13-15,4-2 4 0,0 0-4 0,-3 2-4 16,-1 0-4-16,2-2 2 0,0 1-3 0,0-1 9 16,-2 3 2-16,3-1 1 0,0 1-3 0,2-4-3 0,5-2-8 15,-10 7 6-15,10-7-6 0,-7 3-3 0,7-3 5 16,0 0 24-16,0 0 2 0,0 0 11 16,25 4 16-16,-4-6-3 0,11-3-2 0,4-2 13 15,14-4-2-15,2 0-5 0,7-1-3 0,3-1-1 16,0-1-5-16,26-1 1 0,-26 4-3 0,2 2-6 0,-1 1 0 15,1 1-5-15,-2 2-10 0,-4 2-5 0,1 2 0 16,-4 1-4-16,-16 0-6 0,13 1-2 16,-18 0 1-16,1 1 0 0,-2-2-8 0,-3 3 1 15,-2-3-4-15,-8 3 0 0,1 0 1 0,-5-1-4 16,-2-1 1-16,-2 2-1 0,-6-3 6 0,2 1 17 0,-8-1 20 16,11 1 19-16,-11-1 8 0,0 0 0 15,0 0-6-15,8 2-8 0,-8-2-9 0,0 0-5 16,0 0-4-16,0 0-6 0,0 0-5 0,0 0-5 15,0 0-7-15,0 0-30 0,0 0-45 0,-18-13-61 0,18 13-72 16,0 0-64-16,0 0-155 0,0 0-435 0,0 0 192 16</inkml:trace>
  <inkml:trace contextRef="#ctx0" brushRef="#br0" timeOffset="22975.75">25479 6192 14 0,'0'0'17'0,"0"0"2"0,0 0-6 16,0 0 2-16,0 0-3 0,0-9-3 15,0 9-1-15,0 0-3 0,0 0 4 0,0 0-3 0,0 0 3 16,0 0-4-16,0 0-1 0,0 0-6 0,0 0 6 16,0 0 1-16,0 0-3 0,0 0-3 0,0 0-3 15,0 0 1-15,0 0 0 0,-7 22 2 0,7-22-4 16,0 0 3-16,0 0-7 0,0 0 6 0,0 0 1 15,0 0-1-15,0 0 0 0,0 0 2 0,0 0-3 16,0 0 3-16,0 0-5 0,0 0-1 0,0 8 1 16,0-8 5-16,0 0-4 0,0 0-9 0,0 0 14 15,0 0-12-15,0 0 13 0,0 0-2 0,0 0-1 16,0 0-8-16,0 0 8 0,0 0 0 0,0 0-1 16,0 0 2-16,0 0 1 0,0 0 0 0,0 0-7 15,-1 8-7-15,1-8 4 0</inkml:trace>
  <inkml:trace contextRef="#ctx0" brushRef="#br0" timeOffset="26677.91">31916 6731 6 0,'0'0'16'0,"0"0"-4"16,0 0 2-16,0 0-3 0,0 0-1 0,0 0-1 15,0 0-2-15,0 0-2 0,0 0-2 0,0 0 3 16,0 0-2-16,0 0 2 0,0 0-9 0,0 0 7 15,0 0-5-15,0 0 7 0,0 0-4 0,0 0 4 16,0 0-6-16,0 0-1 0,0 0 0 0,0 0 3 16,0 0-2-16,0 0 0 0,0 0-2 0,0 0 4 15,0 0-1-15,0 0-2 0,0 0-1 0,0 0 1 16,0 0 1-16,0 0-5 0,0 0 5 0,0 0 0 16,0 0 2-16,0 0-4 0,0 0 2 0,0 0 2 15,0 0-3-15,0 0 3 0,0 0-2 0,0 0 3 16,0 0 3-16,0 0-3 0,0 0 1 0,0 0-3 15,0 0-6-15,0 0 7 0,0 0 0 0,0 0-4 16,0 0 2-16,0 0 0 0,0 0 1 0,0 0-7 16,0 0 4-16,0 0 2 0,0 0 0 0,0 0 3 15,0 0-3-15,0 0-1 0,0 0 3 0,0 0-2 16,0 0 2-16,0 0-1 0,0 0-3 0,0 0 3 16,0 0 0-16,0 0-1 0,0 0 0 0,0 0 0 15,0 0-1-15,0 0 0 0,0 0-2 0,0 0-1 16,0 0 3-16,0 0 0 0,0 0 1 0,0 0-6 15,0 0 9-15,0 0-8 0,0 0 7 0,0 0 0 16,0 0-6-16,0 0-2 0,0 0 1 0,0 0 1 16,0 0-13-16,0 0-17 0,0 0 56 0,0 0-34 15,0 0-12-15,0 0 5 0</inkml:trace>
  <inkml:trace contextRef="#ctx0" brushRef="#br0" timeOffset="27139.31">31911 6702 2 0,'0'0'0'15,"0"0"3"-15,0 0-5 0,0 0 0 0,0 0 3 16,0 0 0-16,0 0 1 0,0 0 0 0,0 0-4 16,0 0 2-16,0 0-2 0,0 0 6 0,0 0-2 15,0 0 0-15,0 0-5 0,0 0-1 0,0 0 1 16,0 0 8-16,0 0-3 0,0 0-4 0,0 0-1 15,0 0 6-15,0 0 0 0,0 0-5 0,0 0-2 16</inkml:trace>
  <inkml:trace contextRef="#ctx0" brushRef="#br0" timeOffset="37548.92">30178 7800 61 0,'0'0'62'0,"0"0"-5"0,0 0-4 0,0 0-13 16,0 0-4-16,0 0-1 0,0 0-1 15,2-5 18-15,-2 5 2 0,0 0 16 0,0 0 11 16,0 0-6-16,0 0-19 0,0 0 10 0,0 0-11 16,-4-13-2-16,4 13-2 0,-3-9-14 0,0 1-13 15,0 0 15-15,0-2-1 0,0 0 0 0,2 0-11 0,-2 1-7 16,2-3 0-16,1 1 1 0,0 0-6 0,0 2 4 15,3-2-6-15,-1 2-4 0,4-1 3 16,1 1-3-16,-2 1 0 0,4-2-1 0,2 4-4 16,2-3 0-16,-1 3 0 0,-1 0-5 0,1 0 2 0,0 2 0 15,-1 0-1-15,-2 4 1 0,-9 0-4 0,16 1 4 16,-8 0-1-16,-2 2-1 0,1 0 1 0,0 2 1 16,1 0 0-16,0 3 2 0,0 0-4 0,-2-1-2 15,-1-1 7-15,0 1-4 0,-2-3 7 0,0-1-5 16,-3-3-2-16,6 9 13 0,-6-9-15 0,3 6-9 15,-3-6-10-15,7 4-21 0,-7-4 0 0,5 7-8 16,-5-7-7-16,4 6-9 0,-4-6-17 16,-2 11-87-16,2-11-182 0,-4 12 81 0</inkml:trace>
  <inkml:trace contextRef="#ctx0" brushRef="#br0" timeOffset="37771.74">30191 7951 9 0,'0'0'126'0,"0"0"-2"0,-3-15-19 0,3 15-11 16,0 0-3-16,8-15-15 0,-3 12 1 0,-2-2-10 16,-3 5-8-16,8-10-9 0,-4 6-9 0,1 1 5 15,-5 3-14-15,13-4-5 0,-8 2-1 0,5 2-13 16,-10 0-17-16,21 0-16 0,-11 0-24 0,4 3-5 15,-4-1-10-15,2 2-12 0,-2-3-5 0,0 4-48 16,2-2-133-16,-2 1 58 0</inkml:trace>
  <inkml:trace contextRef="#ctx0" brushRef="#br0" timeOffset="38148.89">30759 7611 104 0,'7'-8'100'15,"2"2"-16"-15,-4 1-1 0,7 1-11 0,-1-1-11 16,-2 4-3-16,2 1-8 0,-1 1-2 0,-1 6-4 16,0-2-14-16,-1 3 5 0,-4 0-2 0,1 3 4 15,-4 3-15-15,-2 5 9 0,-3 0-3 0,-4 0-9 16,-3 6 2-16,-3-5-7 0,-3 1 0 0,-3 2 4 15,1-6-10-15,-2-2 6 0,6-2 4 0,1-4-8 16,5-2 1-16,1 0-3 0,2-3 1 0,2 0 7 16,-3 1-7-16,7-5-3 0,-7 4 9 0,7-4-5 15,-7 4-4-15,7-4 2 0,0 0-1 0,0 0 2 16,0 0-4-16,0 0 2 0,0 0-3 0,0 0-1 16,0 0-2-16,-9-10-6 0,9 10 7 0,0 0-7 15,0 0 2-15,0 0 4 0,0 0-2 0,23-5-1 16,-23 5 5-16,16 4-9 0,-8-1-18 0,0-1-9 15,3 2-10-15,-2 4-12 0,1-1-18 0,-1 2-15 16,-2-2-55-16,0 2-156 0,-2 0 70 0</inkml:trace>
  <inkml:trace contextRef="#ctx0" brushRef="#br0" timeOffset="38465.25">31025 7696 11 0,'0'0'73'0,"0"0"-8"0,0 0-10 16,0 0-3-16,0 0-4 0,0 0-6 0,0 0 0 15,0 0-5-15,-4 23-7 0,2-13-3 0,2 1 0 16,0 0-4-16,1-1-3 0,0 0-1 0,3 1 1 16,0 0 4-16,0-1-6 0,-1-1-8 0,3 1 7 15,-1-1-6-15,0 0 2 0,-1-2-1 0,2 2-2 16,-1 0-1-16,0 0-1 0,-1-4 1 0,-1 2-2 15,-1-3-2-15,1 2-1 0,-3-6-1 0,2 10 8 16,-2-10-10-16,0 8 2 0,0-8-1 0,0 0 6 16,-5 10-3-16,0-6 5 0,0 0-10 0,-4-1 9 15,-2 1-4-15,-1 0 1 0,-2 1-4 0,1-3-2 16,-7 4-26-16,2-2-29 0,-3 1-67 0,1 1-133 0,-1-3 59 16</inkml:trace>
  <inkml:trace contextRef="#ctx0" brushRef="#br0" timeOffset="38776.93">31293 7793 22 0,'0'0'109'0,"0"0"-9"0,0 0-6 15,0 0-22-15,0 0-22 0,0 0-30 0,0 0-17 0,0 0-35 16,0 0-41-16,0 0-80 0,3 31 36 0</inkml:trace>
  <inkml:trace contextRef="#ctx0" brushRef="#br0" timeOffset="39241.06">31334 7775 56 0,'10'6'56'0,"-2"0"-8"0,1 0-1 0,3 0-2 16,-2-2-14-16,1 4 0 0,2-1 1 0,-1-1-4 16,3 2 3-16,-4-2-7 0,0 2-2 0,-1-2 3 15,-1 0-7-15,0 3-4 0,0-2 1 16,-3-2-1-16,-2 2 0 0,0 0-3 0,-3-1 4 0,-1-6-6 15,-6 10 3-15,-2-1-1 0,-5-3 0 0,3-1-5 16,-4-1 4-16,1-2-1 0,-1-1-2 16,-1-1 2-16,3-3-1 0,-2 1-2 0,5-2-2 15,0-4-2-15,1 3 6 0,2-3-1 0,4 1-4 0,2 7 2 16,2-19-2-16,2 2 0 0,6 0-1 0,2 2 1 16,1-2 3-16,6-4-4 0,0 3 0 15,-2-3 3-15,2 4 5 0,-1-2-6 0,-3 7-2 0,-1-1 0 16,1 3 4-16,0-4 0 0,-2 2 0 0,-4 4-1 15,1-1-1-15,-3 1-3 0,-2 0-1 0,0-1-2 16,-2 4-2-16,-1-2 3 0,-2 7 12 0,-1-12-10 16,1 12-2-16,-6-10 0 0,1 5 3 0,-3-1-1 15,2 3-2-15,-3-1-3 0,-3 2 8 0,-1 1-6 16,-3 1 9-16,-2 3-11 0,-1 1 1 0,-1 5 3 16,3 0 5-16,1 1-5 0,0 4-8 0,2-3-13 15,3 5-11-15,1 2-20 0,1 9-61 0,0-5-120 16,4-3 54-16</inkml:trace>
  <inkml:trace contextRef="#ctx0" brushRef="#br0" timeOffset="39668.33">31975 7827 33 0,'0'0'117'15,"0"0"8"-15,0 0-26 0,0 0-6 0,0 0-15 16,0 0-7-16,2-5-8 0,-2 5-7 0,0 0 6 16,0 0-5-16,0 0-2 0,0 0 10 0,0 0 0 15,0 0-6-15,0-11-6 0,0 11-5 0,2-8-3 16,-2 8-8-16,1-8 2 0,-1 8-10 0,2-11 1 15,1 6-4-15,-1-3-4 0,3 2-5 0,-1-3 0 16,1 0 1-16,3 0-8 0,0-1-4 0,-1 4 5 16,4-3-3-16,1 3-2 0,-1 2 0 0,-1-2-7 15,1 1 1-15,-2 1 3 0,-1 4-6 0,0-1-5 0,-1 0-4 16,-7 1 2-16,13 0 2 0,-13 0 10 16,10-2-8-16,-10 2 6 0,12 2 4 0,-12-2-13 15,9 1 6-15,-9-1 3 0,5 3 3 0,-5-3 2 16,0 0-1-16,0 0-5 0,0 0 1 0,10 5-3 15,-10-5 7-15,0 0-4 0,6 1 5 0,-6-1-5 0,0 0-5 16,0 0-15-16,0 0-29 0,0 0-26 16,0 0-27-16,6 4-106 0,-6-4-223 0,1 7 99 15</inkml:trace>
  <inkml:trace contextRef="#ctx0" brushRef="#br0" timeOffset="39866.25">31964 8010 75 0,'0'0'98'0,"5"-21"-3"0,2 13-9 0,2 1-15 16,0 4-9-16,1-4 0 0,1 1-12 0,0 3-20 15,0-1-23-15,3 2-19 0,-2 0-30 0,2 1-55 16,-4 1-106-16,2-3 47 0</inkml:trace>
  <inkml:trace contextRef="#ctx0" brushRef="#br0" timeOffset="47996.56">24286 8479 19 0,'0'0'29'0,"-1"-8"3"0,1 8 0 15,0 0 0-15,0 0-5 0,0 0-1 0,0 0-4 0,-4-7-2 16,4 7-1-16,0 0-5 0,0 0-2 0,0 0-1 15,0 0 3-15,0 0-2 0,0 0 2 0,0 0-7 16,0 0 1-16,0 0 0 0,0 0-3 0,0 0 3 16,0 0 3-16,0 0-8 0,0 0 2 0,0 0 0 15,0 0-1-15,0 0-2 0,0 0 1 0,0 0-2 16,0 0 4-16,0 0-1 0,0 0-2 0,0 0 1 16,0 0-2-16,0 0-1 0,0 0 5 0,0 0 0 15,0 0-1-15,0 0 0 0,0 0 4 0,0 0-1 16,0 0 1-16,0 0-4 0,0 0 1 0,0 0 6 15,0 0-5-15,0 0 2 0,0 0 1 0,0 0-5 16,0 0-3-16,0 0 7 0,0 0-2 0,0 0-1 16,0 0-4-16,0 0-1 0,0 0 3 0,0 0 0 15,-1-10 0-15,1 10-1 0,0 0 0 0,0 0 0 16,0 0 3-16,0 0 0 0,0 0-7 0,0 0 3 16,0 0-4-16,0 0 2 0,0 0 2 0,0 0-1 0,0 0-7 15,0 0-13-15,0 0-2 0,0 0-9 16,0 0-3-16,0 0-39 0,0 0-79 0,0 0 35 15</inkml:trace>
  <inkml:trace contextRef="#ctx0" brushRef="#br0" timeOffset="52848.78">21410 9658 11 0,'-12'2'17'0,"6"-1"-7"0,6-1-6 16,-13 3 7-16,13-3 1 0,-10 1 0 0,3 1-2 0,7-2 4 16,-9 1 4-16,9-1 0 0,0 0 0 15,-7 3-2-15,7-3 1 0,0 0-3 0,0 0-2 16,0 0 10-16,-9 0-7 0,9 0 4 0,0 0 6 16,0 0-6-16,0 0 0 0,0 0-2 0,0 0 1 0,0 0 6 15,0 0-6-15,0 0 1 0,0 0-1 0,0 0-9 16,0 0 1-16,0 0-1 0,0 0 3 0,0 0-1 15,0 0-1-15,0 0-3 0,0 0 7 0,0 0 1 16,24-9-3-16,-7 6 6 0,4-2-5 16,7-3-2-16,3-1 9 0,2 0 1 0,2-2 1 0,1 1 6 15,-3 0-3-15,0 0-16 0,0 0 14 0,-2-3 5 16,-3 4-9-16,-1 0 1 0,-7 2 1 0,-2 0-7 16,0 1 2-16,-6 2-5 0,-1 0-5 15,-3 0 2-15,-3 1-2 0,2 1 3 0,-7 2 7 0,10-2 6 16,-10 2-3-16,3-4 2 0,-3 4 7 0,0 0-8 15,0 0 3-15,0 0-2 0,0 0-2 0,0 0 2 16,0 0-4-16,0 0-3 0,0 0 4 0,-20-4-3 16,20 4-5-16,-12 1-2 0,12-1 3 0,-11 1-13 15,11-1 13-15,-11 3-6 0,4 1-6 0,-1 2-10 16,1 2-32-16,0-1-15 0,2 3-20 0,-1 0-20 16,-3 0-58-16,3 2-168 0,-1-3 75 0</inkml:trace>
  <inkml:trace contextRef="#ctx0" brushRef="#br0" timeOffset="53414.25">21506 9831 16 0,'0'0'41'0,"0"0"-2"0,0 0-12 16,0 0 3-16,0 0-9 0,0 0 3 0,0 0-6 15,0 0 1-15,0 0-4 0,-7 4 0 0,7-4 10 16,0 0 4-16,0 0-1 0,0 0 9 0,0 0 2 16,0 0 1-16,0 0 4 0,0 0 0 0,0 0-13 15,0 0 3-15,0 0 1 0,0 0-8 0,0 0 0 16,0 0-5-16,0 0-1 0,0 0 0 0,-10 0-1 15,10 0 6-15,0 0-10 0,0 0 0 0,0 0 1 16,-14 0-10-16,7 1 1 0,7-1 5 0,-7 3-5 16,7-3 2-16,-9 1-2 0,9-1-1 0,-9 2-3 15,9-2-1-15,0 0 2 0,-8 2 1 0,8-2-3 16,0 0-1-16,0 0 5 0,0 0-9 0,0 0 3 0,0 0 2 16,0 0-6-16,0 0 1 0,0 0 7 0,0 0 6 15,0 0-2-15,0 0 6 0,33-2-7 16,-17-1 4-16,0 0 9 0,2-1 0 0,0 0 0 15,1-1 1-15,2 0-1 0,-2 0-1 0,1-1 0 16,1-1 0-16,-1 1-4 0,1-4 2 0,-2 1 0 0,7-1 4 16,-1 0 5-16,-6 1 6 0,-1 2-5 15,0-1-8-15,-4 1 1 0,-1 1-4 0,-2 1-5 16,-2 1 6-16,1 0 0 0,-3 2-6 0,-1-2 2 16,-6 4-3-16,10-4 6 0,-10 4-8 0,7-4 1 0,-7 4 11 15,0 0-13-15,6-1-5 0,-6 1 3 0,0 0 0 16,0 0-2-16,0 0 1 0,0 0-16 15,0 0-19-15,4 10-22 0,-4-10-17 0,-2 12-21 16,-1-2-30-16,0 0-80 0,-2-1-217 0,-1 1 95 0</inkml:trace>
  <inkml:trace contextRef="#ctx0" brushRef="#br0" timeOffset="53967.33">22792 9806 55 0,'0'0'59'16,"-2"-6"-5"-16,2 6-1 0,0 0-6 0,0 0-9 15,0 0 2-15,0 0-13 0,-4-8-1 0,4 8-6 16,0 0-4-16,0 0-5 0,0 0-17 0,0 0-8 0,0 0-11 16,0 0-43-16,-10 16-71 0,5-11 31 0</inkml:trace>
  <inkml:trace contextRef="#ctx0" brushRef="#br0" timeOffset="54905.48">24374 9707 4 0,'0'0'18'0,"0"0"-3"0,0 0 0 0,0 0-1 0,0 0-7 16,0 0 0-16,0 0 3 0,0 0 0 0,0 0-9 15,0 0 3-15,0 0 3 0,0 0-2 0,0 0-1 16,0 0 0-16,0 0 0 0,0 0-1 0,0 0 2 16,0 0-1-16,0 0 3 0,0 0-7 0,0 0-2 15,0 0 8-15,0 0-1 0,0 0-5 0,0 0 3 16,0 0-3-16,0 0 3 0,0 0-3 0,-7-23 4 15,7 23-5-15,0 0 3 0,0 0-2 0,0 0 0 16,0 0-2-16,0 0 5 0,0 0 0 0,0 0-2 16,0 0 0-16,0 0 3 0,0 0-2 0,0 0-6 15,0 0 5-15,0 0-1 0,0 0 0 0,0 0 0 16,0 0 0-16,0 0-2 0,0 0 4 0,0 0-2 16,0 0-4-16,0 0 7 0,0 0-6 0,0 0 5 15,0 0-3-15,0 0 1 0,0 0-4 0,0 0 4 16,0 0 1-16,0 0-1 0,0 0-3 0,0 0 2 15,0 0 0-15,0 0 0 0,0 0-3 0,0 0 3 0,0 0 4 16,0 0-1-16,0 0-4 0,0 0-1 16,0 0 1-16,0 0 3 0,0 0 0 0,0 0-4 15,0 0 0-15,0 0 5 0,0 0-4 0,0 0 2 16,0 0 0-16,0 0-4 0,0 0 5 0,0 0-2 0,0 0-1 16,0 0 2-16,0 0-1 0,0 0 4 0,0 0-1 15,0 0 0-15,0 0-4 0,0 0 6 16,0 0-6-16,0 0 4 0,0 0-1 0,0 0 3 0,0 0-2 15,0 0 1-15,0 0 4 0,0 0-2 0,0 0-1 16,0 0 2-16,0 0-3 0,0 0 3 0,0 0-5 16,0 0 1-16,0 0 2 0,14 3 3 15,-14-3-7-15,0 0 0 0,0 0 1 0,0 0-2 0,0 0 3 16,0 0-2-16,0 0 2 0,0 0-2 0,0 0 1 16,0 0-1-16,0 0 0 0,0 0 3 0,0 0-3 15,0 0 0-15,0 0-5 0,0 0 9 0,0 0-3 16,0 0 2-16,0 0-3 0,0 0-3 0,0 0-1 15,0 0 5-15,0 0-9 0,0 0-2 0,0 0-5 16,0 0-2-16,0 0-11 0,0 0-30 0,0 0 14 16</inkml:trace>
  <inkml:trace contextRef="#ctx0" brushRef="#br0" timeOffset="60536.01">9935 9359 8 0,'0'0'17'0,"0"0"-3"16,0 0-2-16,0 0 1 0,0 0-3 0,0 0 3 0,0 0-6 15,0 0 2-15,0 0-1 0,0 0-1 0,0 0-4 16,0 0 0-16,0 0 5 0,0 0-3 16,0 0 4-16,0 0-6 0,0 0-2 0,0 0-2 15,0 0 5-15,0 0-2 0,0 0 0 0,0 0 3 16,0 0 1-16,0 0-5 0,0 0 3 0,0 0-4 0,0 0 1 16,0 0-7-16,0 0 4 0,0 0 1 0,0 0 2 15,0 0 0-15,0 0 4 0,0 0-4 16,0 0 0-16,0 0-5 0,0 0 5 0,0 0-4 15,0 0 2-15,0 0-6 0,0 0 7 0,0 0 1 0,0 0-1 16,0 0-4-16,0 0-1 0,0 0-21 0,0 0-27 16,0 0 12-16</inkml:trace>
  <inkml:trace contextRef="#ctx0" brushRef="#br0" timeOffset="60949.83">10544 9510 8 0,'0'0'15'0,"0"0"-1"15,0 0-2-15,0 0-2 0,0 0-6 0,0 0-8 16,0 0-7-16,0 0-9 0,0 0 4 0</inkml:trace>
  <inkml:trace contextRef="#ctx0" brushRef="#br0" timeOffset="61526.99">10519 9473 2 0,'0'0'16'0,"0"0"-3"15,0 0-2-15,0 0 1 0,0 0-1 0,0 0-2 16,0 0-7-16,0 0-15 0,0 0-14 0,0 0 7 0</inkml:trace>
  <inkml:trace contextRef="#ctx0" brushRef="#br0" timeOffset="62343.74">13030 8668 8 0,'0'0'15'0,"0"0"4"0,0 0-6 0,0 0-2 0,-15-5-1 15,15 5 0-15,0 0 1 0,0 0 1 16,0 0-4-16,0 0-4 0,-10 1-3 0,10-1 1 0,0 0-5 16,0 0-4-16,0 0-12 0,0 0-22 0,-7 5 10 15</inkml:trace>
  <inkml:trace contextRef="#ctx0" brushRef="#br0" timeOffset="64356.77">8326 13031 5 0,'0'0'20'16,"0"0"-10"-16,0 0 3 0,0 0 3 0,0 0-4 15,0 0 2-15,0 0-2 0,0 0-6 0,0 0 1 16,0 0 4-16,0 0-2 0,0 0 3 0,0 0-2 16,0 0 1-16,0 0 4 0,0 0 1 0,0 0-4 15,0 0 0-15,0 0-3 0,0 0-2 0,0 0 4 16,0 0-6-16,0 0 3 0,0 0-3 0,11-10 4 15,-11 10-7-15,0 0 0 0,4-6 0 16,-4 6-1-16,0 0 0 0,0 0 3 0,6-3-1 0,-6 3 0 16,0 0-6-16,6-5 3 0,-6 5 4 0,5-4-1 15,-5 4 1-15,6-5-6 0,-6 5 2 0,2-8 3 16,-2 8 0-16,6-5-1 0,-6 5-4 0,4-6 3 16,-4 6 2-16,3-6 2 0,-3 6-5 0,0 0-2 15,3-7 1-15,-3 7 6 0,4-6-2 0,-4 6-6 16,5-6-1-16,-5 6 9 0,5-5-5 0,-5 5 1 15,5-8-5-15,-1 4 3 0,-4 4 1 0,4-4 3 16,-4 4-4-16,0 0 1 0,4-6 1 0,-4 6 0 16,0 0 2-16,0 0-6 0,2-6 4 0,-2 6 0 15,0 0-1-15,0 0 1 0,0 0-3 0,0 0 7 16,0 0-8-16,0 0 2 0,0 0 0 0,5-5 3 16,-5 5-4-16,0 0 0 0,0 0 1 0,0 0-1 15,0 0 2-15,0 0 6 0,0 0-5 0,8-2 0 16,-8 2 5-16,6-3-6 0,-6 3-2 0,0 0 3 15,9-2-1-15,-9 2-2 0,0 0 2 0,8-1 0 16,-8 1 1-16,0 0-1 0,0 0 0 0,11 3-1 16,-11-3-2-16,0 0 0 0,8 3 1 0,-8-3-3 15,0 0 2-15,7 4 5 0,-7-4-8 0,3 5 3 16,-3-5-4-16,0 0-4 0,7 4 4 0,-7-4-7 16,2 4 2-16,-2-4-1 0,0 0 1 0,5 5-4 15,-5-5-2-15,0 0-15 0,4 7-34 0,-4-7 15 16</inkml:trace>
  <inkml:trace contextRef="#ctx0" brushRef="#br0" timeOffset="66448.27">21658 12189 5 0,'-11'0'192'16,"11"0"-14"-16,0 0-19 0,0 0-8 0,-9 0-9 16,9 0-2-16,0 0 3 0,0 0-3 0,0 0-7 0,0 0-8 15,0 0-9-15,0 0-9 0,0 0-7 0,0 0-13 16,-6-7-10-16,6 7-9 0,0 0-6 0,14-19-9 15,-4 6-5-15,3-1-4 0,6-4-5 16,4-2-6-16,3-1-2 0,3-2-3 0,15-5-3 0,2-3-7 16,2-1-16-16,6-3-18 0,21-14-20 0,2 2-32 15,5 2-40-15,1-3-37 0,4 3-51 0,-9-4-118 16,4-5-338-16,2-5 150 0</inkml:trace>
  <inkml:trace contextRef="#ctx0" brushRef="#br0" timeOffset="75781.11">11485 6705 47 0,'0'0'65'0,"0"-12"-9"0,0 12 6 0,0-10 1 16,0 10 3-16,0-9-6 0,0 9-7 0,0 0-8 15,0-10 3-15,0 10-11 0,0 0-1 0,0 0-4 0,0-8-1 16,0 8-3-16,0 0-3 0,0 0-2 15,0 0-6-15,0 0-1 0,0 0 1 0,0 0 6 0,0 0-1 16,0 0-6-16,0 0-3 0,0 0-1 0,0 0 3 16,12 18 3-16,-12-18-2 0,2 9-2 15,1-3 0-15,-3-6-3 0,3 6 2 0,-3-6 2 0,3 5-9 16,-3-5 5-16,0 0-2 0,5 6-3 0,-5-6 8 16,0 0 6-16,5 5 2 0,-5-5 9 15,0 0 4-15,0 0 1 0,8-1-5 0,-8 1 6 16,17-17-10-16,0-2-1 0,15-17-11 0,9-9-30 0,27-29-18 15,5 1-41-15,1-5-44 0,1 6-69 0,3-9-200 16,0 1 89-16</inkml:trace>
  <inkml:trace contextRef="#ctx0" brushRef="#br0" timeOffset="76463.6">9125 7887 47 0,'0'0'68'0,"0"0"-16"0,-3-7-20 0,3 7-51 16,0 0-11-16,5-4-33 0,-5 4 14 0</inkml:trace>
  <inkml:trace contextRef="#ctx0" brushRef="#br0" timeOffset="80131.25">13733 5799 35 0,'0'0'56'0,"0"0"-1"0,0 0-2 0,0-10-5 15,0 10-1-15,0 0-4 0,0 0-4 0,0 0-5 16,0 0-2-16,0 0-1 0,0 0-5 16,0 0-3-16,0 0-8 0,0 0 2 0,0 0-3 0,0 0 3 15,0 0-2-15,0 0-6 0,0 0-5 0,0 0 7 16,0 0-1-16,0 0-5 0,0 0 1 0,0 0 2 16,0 0 6-16,0 0 7 0,11 19-16 15,-11-19 4-15,4 6 1 0,-4-6 0 0,5 5-3 16,-5-5 7-16,5 8-2 0,-5-8-2 0,2 7-1 0,-2-7 1 15,6 7-3-15,-6-7 0 0,3 5 4 0,-3-5-2 16,6 4-14-16,-6-4 14 0,0 0-6 16,5 6 11-16,-5-6-6 0,5 4-6 0,-5-4 1 15,0 0 6-15,6 6 0 0,-6-6 2 0,0 0 11 16,3 5 4-16,-3-5-18 0,0 0-4 0,0 0 20 16,6 3-16-16,-6-3 1 0,0 0 5 0,0 0-7 0,0 0 0 15,0 0 2-15,6 4 2 0,-6-4-5 0,0 0-12 16,0 0 7-16,0 0 22 0,0 0-16 0,0 0-10 15,0 0 5-15,0 0-5 0,0 0 10 16,0 0-7-16,0 0 7 0,0 0-3 0,3 5 0 16,-3-5 1-16,0 0 3 0,0 0-1 0,0 0 0 0,0 0 7 15,0 0-4-15,0 0-9 0,0 0 7 0,0 0 0 16,0 0-5-16,0 0 9 0,0 0-13 0,0 0 10 16,0 0-5-16,0 0 2 0,0 0 7 15,0 0-11-15,0 0-1 0,0 0 5 0,0 0-6 16,0 0 18-16,0 0-15 0,0 0-7 0,0 0 12 0,0 0-7 15,0 0 6-15,0 0-9 0,0 0-1 0,0 0 6 16,0 0-5-16,0 0 3 0,0 0 0 0,0 0-7 16,0 0 4-16,0 0 7 0,0 0 0 0,0 0-6 15,0 0 5-15,0 0-4 0,0 0 3 16,0 0-7-16,0 0-2 0,0 0 3 0,7 4 8 0,-7-4-2 16,0 0-1-16,0 0-2 0,0 0-2 0,0 0 16 15,0 0-15-15,0 0-1 0,0 0 2 0,0 0-3 16,0 0 2-16,0 0-3 0,0 0 11 15,0 0-7-15,0 0 7 0,0 0-9 0,5 4 1 0,-5-4-5 16,0 0 6-16,0 0-8 0,0 0 5 0,0 0 11 16,0 0-11-16,0 0 1 0,0 0 2 0,0 0 2 15,4 4-2-15,-4-4 1 0,0 0 1 0,0 0-2 16,0 0-2-16,0 0 2 0,0 0 2 0,0 0-6 16,0 0 9-16,0 0-4 0,0 0 0 0,0 0-7 15,2 5 8-15,-2-5-3 0,0 0 5 0,0 0-5 16,0 0 5-16,0 0-2 0,0 0 13 0,0 0-2 15,0 0 11-15,0 0 0 0,0 0-9 0,0 0 8 16,0 0-2-16,0 0 1 0,0 0 3 0,0 0 0 16,0 0-3-16,0 0 0 0,0 0-12 0,0 0 4 15,0 0 10-15,0 0-2 0,0 0-3 0,0 0-5 16,0 0 5-16,0 0-6 0,0 0 0 0,0 0-8 16,17-7 4-16,-11 1-3 0,7-3 10 0,3-2-12 15,8-6-16-15,5-2-35 0,13-11-32 0,2-4-43 16,3 1-117-16,-2-9-256 0,18-16 113 15</inkml:trace>
  <inkml:trace contextRef="#ctx0" brushRef="#br0" timeOffset="120964.79">26787 10867 145 0,'0'0'145'15,"-6"-5"-16"-15,6 5-10 0,-10-5-5 0,3 2-7 16,7 3 4-16,-8-4-12 0,1 1-2 16,0-1-14-16,7 4 3 0,-14-3 3 0,8 2 0 0,-4-2 1 15,10 3-4-15,-13-3-9 0,5 0-9 0,8 3-4 16,-15-2-4-16,9 0-7 0,6 2-2 0,-9 0-1 16,9 0-7-16,-12-2 0 0,12 2-10 0,0 0 0 15,-10 0-2-15,10 0-4 0,0 0-5 0,0 0-3 16,0 0 4-16,0 0-3 0,0 0-3 0,0 0 0 15,0 0 2-15,31-3-2 0,-16-2 0 0,8 0-2 16,6-2-2-16,2 0 2 0,-3 0-5 0,3-1 1 16,3-1 0-16,-3 0-4 0,0-1 1 0,-3 1 1 15,1 0 0-15,-2 1-2 0,-10 2-13 0,2 4-41 16,-5 1-39-16,-1-4-45 0,-4 4-43 0,0-2-32 16,-4 3-104-16,-5 0-335 0,0 0 147 0</inkml:trace>
  <inkml:trace contextRef="#ctx0" brushRef="#br0" timeOffset="121497.77">26942 10772 25 0,'0'0'193'0,"0"0"-3"0,0 0-17 0,0 0-14 15,0 0-24-15,0 0-11 0,0 0 5 0,0 0-7 16,-5 9-3-16,3 2 5 0,4 6 7 0,-4-2-7 0,0 3-11 15,2 8-11-15,-5-8 11 0,5 8-4 16,-4 1-17-16,4-2 2 0,-1 0-16 0,-3 0-5 16,4-7-5-16,0 0-9 0,-2 0-5 0,0 0-6 15,2-1-3-15,2 1-4 0,-2 0-6 0,2-6-3 0,0 1 0 16,-2-1-8-16,2 0 3 0,-1-2-3 0,-1 4 1 16,0-3-7-16,2-1-4 0,-2 2 1 15,2-3-1-15,-2-1-1 0,0-2-2 0,0-6-4 16,0 14 1-16,0-9 1 0,0-5-1 0,0 9 3 0,0-9-5 15,0 0 2-15,0 11-1 0,0-11 0 0,0 0 2 16,-4 8 0-16,4-8-7 0,-9 4 9 0,9-4-8 16,-9 2 0-16,0-2-3 0,-2 0-1 15,2 0 1-15,-3-1-5 0,1 0 0 0,0 0 5 0,-1 0-3 16,2-1 1-16,-1 0 1 0,1 0-1 0,-3 2 4 16,3-2-5-16,4 1-1 0,6 1 7 0,-13-3-4 15,13 3 3-15,-9-1-4 0,9 1 6 0,0 0-6 16,-10 0 0-16,10 0 10 0,0 0-12 0,0 0 0 15,0 0 0-15,0 0 4 0,0 0-2 0,0 0-4 16,0 0 4-16,0 0 0 0,0 0 1 0,0 0-3 16,34-1 3-16,-24 2 0 0,-2-1 1 0,5 1-1 15,-3-2-2-15,3 1 2 0,-4 0 3 0,5 1-5 16,3-3 3-16,2 0-1 0,-8 2 2 0,3-1 1 16,1-1 0-16,3 1-22 0,-5 0-37 0,-1 1-36 15,-1 0-43-15,2 0-29 0,1-2-24 0,-3 2-28 16,-1 0-168-16,0-2-415 0,3 1 184 0</inkml:trace>
  <inkml:trace contextRef="#ctx0" brushRef="#br0" timeOffset="121948.17">27342 11116 41 0,'0'0'205'16,"2"-9"8"-16,-2 9 3 0,-2-12-10 0,2 12-12 0,0-8-9 15,0 8-9-15,0 0-10 0,-3-9-14 0,3 9-13 16,0 0-15-16,-7-3-11 0,7 3-14 16,0 0-9-16,0 0-8 0,0 0 3 0,-17 8-7 15,14-1-9-15,-3 0-2 0,0 3 9 0,0-1-6 0,0 1-6 16,1 0-7-16,1 3-6 0,0-2-5 0,2 0-3 16,-2 0-5-16,4 2-2 0,-2-1-5 15,4-1 0-15,-2 0-6 0,4 0 0 0,0-2-3 16,0 2-3-16,-2-2-3 0,3-1 4 0,-1-1-3 0,4 0 0 15,0 2-3-15,1-4 3 0,2 1 2 0,1 0-4 16,0-4 3-16,1 0-4 0,1-2 1 0,5-2 5 16,0 0-7-16,0-2-1 0,-1-2 4 15,0 0-6-15,3-1 4 0,-4-1-1 0,-1 0-1 0,-1-3-3 16,-1-1 0-16,-3 0 2 0,0-1-3 0,-1 0 2 16,-1-3-4-16,-5 1 9 0,0 0-8 0,-4-2 3 15,0 2-7-15,-2-3-1 0,0 1 3 0,-3 3-7 16,-3-1 5-16,-2 2-2 0,1 4-2 15,0 0 4-15,-4 2-3 0,2 0-6 0,-5 2 5 0,0 2-6 16,-2 2 4-16,3 1-1 0,-4 2-22 0,0 1-21 16,0 3-31-16,-1 2-42 0,5 3-36 0,-4 0-63 15,2 0-55-15,-8 6-190 0,9-3-503 0,1-2 222 16</inkml:trace>
</inkml:ink>
</file>

<file path=ppt/ink/ink2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12-28T05:30:08.650"/>
    </inkml:context>
    <inkml:brush xml:id="br0">
      <inkml:brushProperty name="width" value="0.05292" units="cm"/>
      <inkml:brushProperty name="height" value="0.05292" units="cm"/>
      <inkml:brushProperty name="color" value="#FF0000"/>
    </inkml:brush>
  </inkml:definitions>
  <inkml:trace contextRef="#ctx0" brushRef="#br0">6985 3498 8 0,'-6'-7'175'0,"-4"-2"-23"0,2 2-9 0,-3-2 6 0,0 5-15 16,1-2-9-16,-2-1-3 0,1 3-10 0,-1-1-3 15,3 2-4-15,1 1 2 0,8 2-18 0,-11-5-9 16,11 5-12-16,-6-3-3 0,6 3-9 0,0 0-6 16,-5-4-5-16,5 4-3 0,0 0-8 0,23-4-1 15,-2 0-3-15,10-1 1 0,5 0-10 0,15-3-12 16,-14 2-18-16,2 0-20 0,-4 5-19 15,2-1-34-15,-6 2-23 0,-2 3-21 0,-8-3-10 0,-2 2-10 16,-6 0-90-16,-1 3-255 0,-1-1 113 0</inkml:trace>
  <inkml:trace contextRef="#ctx0" brushRef="#br0" timeOffset="405.57">7145 3380 75 0,'0'0'97'16,"-7"-2"-7"-16,7 2-15 0,0 0-9 0,0 0 4 16,0 0-13-16,0 19-2 0,4-7 10 0,-1 6 0 15,5 7-7-15,-5 1 8 0,4 5-11 0,-2-2 1 16,-1 2-1-16,1 1-11 0,-3-1 5 0,2-2-5 16,-1 1-5-16,-2 0 0 0,4 1-4 0,-4-1 1 15,2-3-7-15,-1-2-1 0,-2 3 0 0,2-9-5 16,-1 0-1-16,-2-2 0 0,-1 0-5 15,1-5 0-15,0 2 3 0,-2-4-3 0,0 2-6 0,-1-5 4 16,0 3-5-16,-3-3 2 0,2 0 0 0,-2-2-7 16,-3-2-2-16,-1 1-2 0,0-2 0 0,-2 1 0 15,0-5-4-15,-1 1 0 0,-3-3 5 0,0 2-5 16,5 1 4-16,-1-2-1 0,2 1 1 0,2 1 1 16,1 0 3-16,8 1 1 0,-10-2-6 15,10 2-2-15,-9 0 7 0,9 0-2 0,0 0-1 0,0 0-3 16,0 0 3-16,0 0 4 0,0 0-9 15,0 0 0-15,0 0-3 0,24 7 3 0,-7-5 5 16,3-1-1-16,10-2 8 0,0-3-8 0,2 1-15 0,-1-1-23 16,4-1-26-16,-3-1-30 0,2 0-10 15,-2 2-25-15,0-2-67 0,-12 2-211 0,1-5 93 0</inkml:trace>
  <inkml:trace contextRef="#ctx0" brushRef="#br0" timeOffset="731.88">7611 3815 84 0,'-7'31'111'0,"7"-31"0"15,-4 19-18-15,2-10 9 0,0 4-19 16,-1-2-3-16,1 1 4 0,2 1-13 0,0-3-15 16,4 1-3-16,-2 0 0 0,3 0 3 0,0-2-7 15,2-2 2-15,2 2 0 0,-2-3 6 0,4-1 1 16,3-1 1-16,-1-3 3 0,-1-1-11 0,6-1 7 15,0-3-6-15,-1-1 0 0,-2-3-6 0,0 1-3 16,2-2 1-16,-4-1 7 0,-2-2-6 0,-1-1 0 16,-3 3-3-16,-3-1 0 0,0-1-7 0,-2-4-2 15,-1 0-2-15,-4-2-3 0,-3 3-3 0,0-1-9 16,-2 1 3-16,0 4-5 0,-7-2 0 0,1 3-6 16,3 1-1-16,-1 3-2 0,-2 3 0 0,3 1-4 15,-4 2-10-15,2 2-10 0,-5 1-15 16,2 6-15-16,0 0-24 0,6 0-8 0,-1 2-54 0,0 2-37 15,4-3-106-15,5 0-300 0,1 0 133 0</inkml:trace>
  <inkml:trace contextRef="#ctx0" brushRef="#br0" timeOffset="899.95">8355 3738 1 0,'11'-1'143'0,"0"-2"-16"0,0-1-29 0,2 4-23 16,1-3-23-16,0 1-56 0,0 1-34 0,0 1-38 0,-2 3-82 15,-4-2 37-15</inkml:trace>
  <inkml:trace contextRef="#ctx0" brushRef="#br0" timeOffset="1042.77">8432 3893 42 0,'0'0'148'16,"0"0"-12"-16,0 0-11 0,0 0-11 0,0 0-9 0,0 0-12 16,13 7-8-16,-2-11-32 0,7 0-35 0,4 0-56 15,8-5-38-15,5 2-59 0,-1-2-145 16,16-7 65-16</inkml:trace>
  <inkml:trace contextRef="#ctx0" brushRef="#br0" timeOffset="1405.82">9402 3473 1610 0,'5'-10'73'16,"4"0"19"-16,-3 0-34 0,1 2-28 0,-2 1-8 15,1 0-1-15,0 3-3 0,1-3 3 0,-1 3-1 16,3 0 2-16,1 1 14 0,2 1 8 0,1 3-4 16,3 3 0-16,2-1-3 0,0 3-7 0,1 3-3 15,-2 1-2-15,1 1 0 0,-2 1-4 0,-3 3 0 16,1-2-7-16,-4 1 7 0,-2 2-6 0,-3 1 0 15,-3 0-2-15,-4 0 3 0,-3 0-8 0,-4 2 1 16,-9 2-4-16,-3-1-10 0,-4 1-5 0,0-3-6 16,-3-1 0-16,0-5 2 0,3 1 5 0,6-6-4 15,1-2 4-15,0 0 6 0,7-4-3 0,-1 0 11 16,1-2 0-16,11 1 7 0,-19-5 6 0,19 5 4 16,-13-5 2-16,9 0-4 0,4 5-2 0,-8-7-4 15,8 7-1-15,-2-6-5 0,2 6 1 0,0 0-3 16,0 0-1-16,0 0 4 0,14-5-11 15,-14 5 2-15,23 5-1 0,-10-1 3 0,4 0 0 16,3 5-2-16,-1-2 2 0,0 0 4 0,6 5-13 16,-5-3-20-16,5 3-25 0,0 1-42 0,-1-4-42 0,1 4-60 15,-5-5-144-15,0-5-366 0,2 4 162 0</inkml:trace>
  <inkml:trace contextRef="#ctx0" brushRef="#br0" timeOffset="1597.43">10008 3646 31 0,'0'0'249'15,"0"0"-9"-15,-3-14-15 0,3 14-16 0,0 0-21 16,0 0-19-16,0 0-19 0,0 0-22 0,0 0-17 16,0 0-21-16,0 0-37 0,0 0-33 0,0 0-48 15,0 0-48-15,0 0-48 0,18 21-32 0,-18-21-91 16,10 8-267-16,-10-8 118 0</inkml:trace>
  <inkml:trace contextRef="#ctx0" brushRef="#br0" timeOffset="1867.99">10227 3482 188 0,'-2'-9'198'0,"2"9"-6"15,-3-7-16-15,3 7-18 0,0 0-15 0,0 0-22 16,0 0-12-16,0 0-16 0,0 0-7 0,0 0-5 15,0 0-13-15,5 31-3 0,-1-19-6 0,1-2-7 16,3 5-1-16,-2 1-1 0,1 0-10 16,1-1-2-16,0-1-4 0,0-4-2 0,1 2-7 0,0 1 3 15,1-4-1-15,2 3-2 0,-3-2 0 16,1-2-3-16,-1 1-6 0,-3-2 2 0,1 0 1 16,0 2-3-16,-2-5 0 0,-1 1-4 0,0 0 5 15,-4-5-9-15,4 12 2 0,-4-12-6 0,0 0-7 16,-7 15-15-16,1-10-20 0,-5-1-21 0,-1 0-27 15,-2-3-20-15,-5 2-22 0,0-3-32 0,-1-2-128 16,-1 0-311-16,2-4 138 0</inkml:trace>
  <inkml:trace contextRef="#ctx0" brushRef="#br0" timeOffset="2494.32">10824 3751 36 0,'0'0'229'0,"0"0"12"16,0 0 1-16,0 13 1 0,0-13-14 16,0 0-20-16,0 0-28 0,0 0-16 0,0 0-16 0,31-19-13 15,-15 8-17-15,-1 0-7 0,1 2-14 0,-2-3-7 16,3-1-6-16,-4 1-15 0,2-2-8 0,0-7-6 16,2 2-7-16,-8 2-3 0,2 0-6 0,-2 0 0 15,2-2-8-15,-4 5 0 0,1-1-5 16,-3 5 0-16,0 0-6 0,-1 1 3 0,-1 2-3 15,-2 2-2-15,-1 5-3 0,5-7-8 0,-5 7-6 16,0 0 2-16,0 0 1 0,0 0-4 0,0 0-2 16,-5 26 0-16,1-14 1 0,1 1 0 0,1 3 3 15,-1-4-3-15,2 2 1 0,2 1 0 0,1-3 2 16,-2-1-1-16,2-1 6 0,3-2-1 0,2 0 0 16,1-2 0-16,0-1 1 0,4 0 3 0,0-3-2 15,6 0-1-15,-4-4 0 0,4-2 3 0,1 1-4 16,-4 0 1-16,-1-1 4 0,1-5-7 0,0 0 1 15,-2-1 7-15,-2 2-9 0,0-4 5 0,0-2-4 16,-2 2-1-16,-2-4 2 0,-1 2-1 0,0-2-5 16,1 6 2-16,-2-2-1 0,-3 4 0 0,2-1 2 15,-2 5-4-15,-2 4-2 0,5-8-5 0,-5 8-1 16,0 0-2-16,0 0 1 0,0 0 2 0,0 0 2 16,0 25 1-16,-3-10-2 0,-1 2 5 0,0-1 2 15,-1 5 0-15,0-3 3 0,4 0-4 0,0 1-2 16,1-2-27-16,2 0-38 0,3 0-35 0,-2-1-36 15,2-1-50-15,0-5-50 0,3 1-180 0,-3-1-453 16,5-3 201-16</inkml:trace>
  <inkml:trace contextRef="#ctx0" brushRef="#br0" timeOffset="2894.64">11589 3593 86 0,'3'-6'181'16,"-3"6"-20"-16,0 0-7 0,0 0-13 15,0 0-6-15,0 0 9 0,0 20-9 0,-2-10-5 16,-1 3-1-16,1 3-10 0,0 1-1 0,-3-2-6 16,1-2-8-16,3-2-8 0,0 0-8 0,-1-3-7 15,2-8-8-15,-2 16-4 0,2-16-3 0,-3 8 5 16,3-8 17-16,0 0 10 0,-5 8 13 0,5-8-3 16,0 0-9-16,0 0-11 0,0 0-7 0,0 0-9 0,0 0-6 15,-16-25-5-15,13 15-4 0,-1-2-3 16,2-3-6-16,-1-2-4 0,2 2-4 0,2-3-3 15,-1-2-2-15,5-3-3 0,-1-2 2 0,0 7-5 16,5-7-4-16,-6 9-3 0,5 2 0 0,-3 3-3 16,-2 1-3-16,1 1-3 0,0 3-10 0,0 1 0 15,0 1 1-15,-4 4-5 0,12-4-1 0,-12 4-2 16,16 8-4-16,-6-1 5 0,-2 1 0 0,3 5-2 16,-3 0 2-16,2 2 4 0,-1 0 0 0,-4 1-4 15,3 1 2-15,-2-1-1 0,2 0 5 0,-2-1 6 16,-5-1-9-16,6 0 0 0,-1 1 0 0,-3-3 0 15,2 3-11-15,-1-4-17 0,2 0-29 0,-3 0-36 16,0-3-31-16,-3-8-35 0,6 18-36 0,-6-18-33 16,-3 16-40-16,3-16-169 0,-13 13-472 0,4-10 209 15</inkml:trace>
  <inkml:trace contextRef="#ctx0" brushRef="#br0" timeOffset="3028.75">11536 3698 5 0,'0'0'197'0,"0"0"-12"0,0 0-9 0,0 0-28 16,0 0-3-16,0 0-20 0,0 0-9 0,22-13-16 16,-2 10-41-16,10-4-51 0,2 0-76 0,3 0-132 15,4-3-215-15,-1 0 95 0</inkml:trace>
  <inkml:trace contextRef="#ctx0" brushRef="#br0" timeOffset="5873.39">13411 3549 135 0,'0'-10'176'15,"3"4"-6"-15,-3 6 11 0,-7-14-11 0,2 6-6 16,-1 3-14-16,2 0-15 0,-1 1-14 0,5 4-10 15,-12-4-11-15,12 4-12 0,-17 7-10 0,7-1-8 16,-5 5-8-16,-3 6-8 0,0 4-6 0,0 2-3 16,1 0-4-16,5 1-6 0,-4 0-1 0,5-3-5 15,2 2-2-15,5-3-2 0,-1-5-2 0,5 0-3 16,0 2 2-16,3-1-6 0,-1-4-2 0,4 0 1 16,1-2-1-16,0-3-1 0,2 0-1 0,-1-1 1 15,1-3-2-15,1-2-1 0,1-1 3 0,-11 0-3 16,31-7 1-16,-15-3-2 0,-5-2-1 0,2 0 1 15,-1-3 2-15,-1 1-3 0,-2-3 2 0,0 2-2 16,-4-3 7-16,1 1-6 0,-3-1-1 0,1 2 2 16,-4-1 1-16,2 1 6 0,0 5 6 0,-2-1 1 15,0 3-5-15,0 2 0 0,0 7 1 0,0-10-7 16,0 10-5-16,0-9-5 0,0 9 2 0,0 0-4 16,0 0 1-16,0 0-3 0,0 0 1 0,8 26 7 15,-4-10-7-15,-2 0 1 0,5 4-1 0,-3-4 3 16,4 9-3-16,-6-6-7 0,9 5-21 0,-3-1-23 15,-1-5-32-15,3-1-45 0,2-3-32 0,3 0-50 16,-5-1-137-16,1-5-375 0,-1-2 166 0</inkml:trace>
  <inkml:trace contextRef="#ctx0" brushRef="#br0" timeOffset="6087.95">13785 3592 1571 0,'0'-28'85'0,"-2"-5"-52"0,-4 2 12 0,0 2-6 16,2 4 12-16,-1 7-3 0,-1 1 9 15,3 5 7-15,-2 1 9 0,5 5 8 0,-2-2-9 16,2 8-13-16,-4-11-9 0,4 11-9 0,0 0-6 0,0 0 0 16,0 0-8-16,4 26 1 0,0-2-2 0,0 2-2 15,2 3-3-15,-4 1-1 0,3 1-1 16,3 3 1-16,-4-6-5 0,0 5 1 0,2-1-2 16,-1-3 0-16,-1 2-20 0,2-1-28 0,-3-2-30 15,1-2-19-15,3 1-57 0,-4-8-48 0,-3-2-174 16,0-2-391-16,-2-4 173 0</inkml:trace>
  <inkml:trace contextRef="#ctx0" brushRef="#br0" timeOffset="6234.24">13670 3746 1478 0,'-6'-16'36'0,"-4"0"-14"16,6 4 17-16,1 5-29 0,-1-3-1 0,4 10-5 15,-2-13-12-15,2 13 3 0,9-13 2 0,2 5-6 16,5 0-7-16,9-2-14 0,8 2-27 0,3 0-42 15,16-1-130-15,-3 2-248 0,7-2 111 0</inkml:trace>
  <inkml:trace contextRef="#ctx0" brushRef="#br0" timeOffset="6615.79">14654 3428 1882 0,'13'-14'93'0,"1"1"-41"0,-3-3-13 0,0 4-22 0,-1 2-5 16,-2 3-4-16,1-2 10 0,2 4 3 0,-2-3 5 15,0 4 2-15,0-1-3 0,-2 4-5 0,4 0 4 16,-2 1 5-16,5 2 1 0,-1 3-1 16,3 3 0-16,-7 0-1 0,5 1-6 0,-1 4-1 0,0 1-3 15,-2-1 0-15,-2 2-3 0,-2-1 3 0,-4 0-7 16,2 0 5-16,-3 2-6 0,-2-3 2 0,-4-1-1 16,0-1-3-16,-1-1-5 0,0-1-7 0,0 1 3 15,2-5-8-15,1 0-7 0,2-5-6 0,-7 10-4 16,5-6-1-16,2-4-1 0,-3 7-3 15,3-7 0-15,0 0-5 0,0 0 5 0,0 0 5 16,12 8 1-16,-7-6-4 0,2-1 10 0,4 5 0 16,0-3 1-16,-2 2-1 0,2-1 3 0,1 3 1 15,-2 0 1-15,-3 0 2 0,3 0 0 0,-4 2 2 16,-1-2 0-16,-1 2 4 0,-2-2 0 0,-2 3 5 16,-4-4 2-16,0 5 2 0,-5-3 5 0,-3 1-5 15,-3 1 7-15,-3-1-4 0,0-4 4 0,-3 2-3 16,-1-1-4-16,4-1 4 0,-1-1-18 0,1-2-40 15,5-1-18-15,2-1-62 0,-1-1-181 0,2-3-338 16,3-3 150-16</inkml:trace>
  <inkml:trace contextRef="#ctx0" brushRef="#br0" timeOffset="7154.06">15232 3430 159 0,'5'-5'246'0,"-5"5"-25"0,0 0-24 0,0 0-21 16,0 0-17-16,0 0-12 0,0 0-19 0,0 0-10 16,-10 21-12-16,5-10-8 0,-1-2-11 15,3 4-8-15,1 0-6 0,0-1-6 0,2-2-9 0,1 3-4 16,2-3-6-16,-1 2 0 0,2-4-8 0,1 4-1 16,4-3-3-16,-1-2 0 0,2 0-7 0,0-1 0 15,0-2-1-15,1 0-4 0,-1-2-1 0,-3 0 3 16,0-1-6-16,-7-1 2 0,10 2-3 15,-10-2 0-15,12-5-1 0,-12 5-1 0,5-7 0 0,-3 1-5 16,0-1-1-16,-1 0 0 0,0-4-3 16,0 3 1-16,2-2-1 0,0-1-5 0,-2 0 2 0,3 0-4 15,0 2 0-15,4-6-2 0,0 5 2 0,2-1-2 16,4 0 1-16,-3 4-6 0,5-2 2 0,-7 4-1 16,4 2 0-16,1 1-1 0,-1 0-2 15,3 2 4-15,-3 3-4 0,0 0 2 0,0 2 3 0,-3 1-6 16,4-1 2-16,0 4 6 0,-3-2-2 15,-3 2 1-15,1-2-4 0,1 2 6 0,-3-1-6 16,0 0 2-16,1-2 6 0,1 2-1 0,-2-2-1 0,1-2 4 16,-2 1-6-16,1-1 4 0,-2-3 0 15,-5-1 6-15,12 1-3 0,-12-1 1 0,11-4-1 16,-2-2 3-16,-1 1 5 0,0-1 2 0,-3-3 3 16,2 1-2-16,0-3-4 0,-3 0 7 0,1 0 4 15,-4 2-2-15,-1-7 0 0,0 4-1 0,-4 1-3 16,-1 2 0-16,-3-6-4 0,-1 6-1 0,-2-4-5 15,-3 4-1-15,-2 2 0 0,4 2-2 0,-6 2-7 16,-2 0-13-16,4 3-17 0,-3 4-14 0,3 1-22 16,-1 3-33-16,4 2-30 0,4-2-55 0,3 2-49 15,-1 1-125-15,7-4-390 0,0-7 173 0</inkml:trace>
  <inkml:trace contextRef="#ctx0" brushRef="#br0" timeOffset="8137.78">15905 3006 46 0,'0'0'112'16,"0"0"-13"-16,0 0-7 0,-3-4-5 0,3 4-10 0,0 0 1 16,0 0-1-16,0 0-10 0,0 0-1 0,0 0-3 15,0 0-3-15,0 0-6 0,0 0-2 0,0 0-10 16,0 0 3-16,-6-4-8 0,6 4 2 0,0 0-8 15,0 0 6-15,0 0-9 0,0 0-5 0,0 0-9 16,0 0 4-16,0 0-5 0,0 0 2 0,0 0-9 16,0 0 9-16,0 0-9 0,0 0-3 0,0 0 3 15,0 0-3-15,0 0 7 0,0 0-7 0,-5 13-4 16,5-13 3-16,0 0 2 0,0 0 1 0,0 0 1 16,0 0-6-16,0 0 1 0,0 0 8 0,0 0-6 15,0 0 3-15,0 10-4 0,0-10 2 0,0 0-2 16,0 0 9-16,0 0 3 0,0 0 11 15,0 0 1-15,0 0 12 0,0 0 2 0,0 0 11 16,0 0 5-16,0 0 4 0,0 0 1 0,0 0-3 0,0 0-6 16,0 0-4-16,0 0-4 0,0 0-4 15,0 0-3-15,0 0-1 0,0 0-9 0,0 0-2 16,0 0-2-16,0 0-5 0,0 0 4 0,0 0-5 16,0 0 4-16,0 0-10 0,0 0 3 0,0 0 0 15,0 0-2-15,0 0-5 0,0 0 0 0,0 0 1 16,0 0-5-16,0 0-2 0,0 0-4 0,0 0-12 0,0 0-19 15,0 0-21-15,0 0-26 0,0 0-22 0,0 0-15 16,0 0-22-16,0 0-10 0,4 9-17 16,-4-9-88-16,0 11-276 0,0-11 122 0</inkml:trace>
  <inkml:trace contextRef="#ctx0" brushRef="#br0" timeOffset="8562.11">16199 3082 95 0,'-4'-7'215'0,"4"7"-15"0,-5-3-15 15,5 3-17-15,0 0-15 0,-5-6-15 0,5 6-17 16,0 0-17-16,0 0-14 0,0 0-10 0,0 0-6 16,0 0-11-16,0 0-6 0,3 22-4 15,-1-9-5-15,3 3-4 0,2 8-1 0,-1 0-4 0,2 0-1 16,-2 1 3-16,-1 0 2 0,0 0 0 0,-3-1-2 15,2-5-4-15,-2 1-5 0,-1-3-1 0,2 2-1 16,1 0-3-16,-2-2-3 0,2-1-1 0,-3 2-2 16,1-6-6-16,0 2 4 0,1-4-4 15,-1 2 1-15,-2-2-5 0,2-1 1 0,-2-2-21 16,1 0-18-16,-1-7-26 0,0 15-27 0,0-10-39 0,0-5-35 16,-3 13-188-16,0-10-369 0,3-3 163 0</inkml:trace>
  <inkml:trace contextRef="#ctx0" brushRef="#br0" timeOffset="8865.75">16381 3098 69 0,'0'0'147'0,"2"-6"-13"0,-2 6-14 0,0 0-8 15,0 0-7-15,-8 22-6 0,0-6-3 0,-3 0 0 16,-1 0-11-16,-2 0-5 0,-2 4-14 15,-2 2-3-15,4-8-7 0,0 1-2 0,1-2-3 16,1-1-8-16,4-2 3 0,2-3-9 0,0 0-3 16,1-3 2-16,3 0 1 0,2-4 3 0,-9 7-1 15,9-7 6-15,-4 4-6 0,4-4 2 0,0 0-11 16,-5 6-4-16,5-6-4 0,0 0-3 0,0 0-1 16,6 13-2-16,1-8 0 0,2 1-3 0,1 2 1 15,3 2 5-15,3-1-6 0,0 2 0 0,4 0-8 16,6 2-21-16,-2-3-27 0,3 1-19 0,-2 0-38 15,3-1-28-15,2-2-29 0,-2-1-108 0,0 1-287 16,-1-6 127-16</inkml:trace>
  <inkml:trace contextRef="#ctx0" brushRef="#br0" timeOffset="9005.24">16823 3459 122 0,'0'0'267'0,"9"0"-12"0,-9 0-1 15,0 0-12-15,0 0-7 0,0 0-9 0,6 1-6 16,-6-1-30-16,0 0-22 0,0 0-21 0,0 0-23 15,0 0-41-15,0 0-63 0,0 0-62 0,0 0-62 16,10 4-95-16,-10-4-169 0,0 0-399 0,0 0 176 16</inkml:trace>
  <inkml:trace contextRef="#ctx0" brushRef="#br0" timeOffset="13115.5">8058 4687 13 0,'0'0'101'0,"-10"-2"-10"0,10 2-13 15,0 0-1-15,-15 3-6 0,15-3-1 0,-11 0-12 16,11 0 8-16,-11 3-2 0,6-2-3 0,5-1-1 16,-10 1 3-16,10-1-8 0,-10 2-6 0,10-2-1 15,0 0-7-15,-7 0-4 0,7 0-6 0,0 0 6 16,0 0-9-16,0 0 6 0,0 0-3 0,0 0 3 16,40-2-4-16,-21 0 2 0,11-2-3 0,0 0-6 15,2-3 1-15,5 4-3 0,0-4-6 0,3-2-18 16,-7 5-14-16,3 0-22 0,-5-2-27 0,-1 4-16 15,-2 0-7-15,-10 2-19 0,3-2-70 0,-10 4-194 16,1-2 86-16</inkml:trace>
  <inkml:trace contextRef="#ctx0" brushRef="#br0" timeOffset="14158.34">8340 4631 24 0,'0'0'94'0,"0"0"-9"0,0 0-6 15,0 0-7-15,0 0-10 0,-7-4-7 0,7 4-9 16,0 0-3-16,0 0-12 0,0 0 0 0,0 0 3 16,0 0-9-16,0 0 0 0,0 0-2 0,0 0 7 15,0 0-13-15,0 0-3 0,0 0 1 0,0 0 1 16,0 0-3-16,0 0 3 0,0 0-4 0,0 0 2 15,0 0-1-15,0 0-8 0,-3 12 10 16,3-12-6-16,0 0-2 0,0 0 5 0,0 0-3 0,0 0-12 16,0 0 17-16,0 0-9 0,0 0-2 0,0 0 0 15,0 0-3-15,0 0 3 0,0 0-9 0,0 0 5 16,0 0 1-16,0 0 6 0,0 0 8 0,0 0-10 16,0 0-7-16,0 0 7 0,-2 8 3 0,2-8-4 15,0 0 3-15,0 0-1 0,0 0-5 0,0 0 0 16,0 0 4-16,0 0 1 0,0 0-5 0,0 0 8 15,0 0-2-15,-1 9-1 0,1-9-10 0,0 0 6 16,0 0-1-16,0 0-5 0,0 0 10 0,0 0 13 16,0 0-24-16,0 0 7 0,0 0-5 15,0 0 8-15,0 0-10 0,0 0 4 0,0 0 5 16,0 0 1-16,0 0-6 0,0 0-1 0,0 0 11 0,0 0-2 16,0 0-6-16,0 0 3 0,0 0-3 0,0 0 3 15,0 0-4-15,0 0-1 0,0 0 1 0,0 0 3 16,0 0-6-16,0 0 4 0,0 0-3 15,0 0 2-15,0 0 7 0,0 0-4 0,5 7 1 16,-5-7 4-16,0 0 3 0,0 0-5 0,0 0-11 16,0 0 6-16,0 0-3 0,0 0 9 0,0 0-11 0,0 0 7 15,0 0-4-15,0 0-4 0,0 0 9 0,0 0-9 16,0 0 2-16,0 0-9 0,0 0 6 0,0 0 3 16,0 0 0-16,0 0 2 0,0 0-2 0,0 0-5 15,0 0 12-15,0 0-7 0,0 0-3 16,0 0 10-16,0 0-9 0,0 0 5 0,0 0-2 15,0 0 4-15,0 0 3 0,0 0-3 0,0 0-2 16,0 0 2-16,0 0-2 0,0 0 1 0,0 0 9 16,0 0-3-16,0 0-2 0,0 0-4 0,0 0 1 15,0 0-4-15,0 0 6 0,0 0-6 0,0 0 3 16,0 0 1-16,0 0-13 0,0 0 6 0,0 0-1 16,0 0-2-16,0 0-5 0,0 0 0 0,0 0 6 15,0 0-13-15,0 0 2 0,0 0-7 0,0 0 6 0,0 0-1 16,0 0-4-16,0 0 8 0,0 0-1 15,0 0 4-15,0 0 5 0,0 0-12 0,0 0 4 16,0 0 5-16,0 0 4 0,0 0 1 0,0 0-5 16,0 0 2-16,0 0-1 0,0 0-3 0,0 0 2 15,0 0 1-15,0 0 1 0,0 0-6 0,0 0 2 16,0 0 3-16,0 0 0 0,0 0 3 0,0 0-1 0,0 0 4 16,0 0-6-16,0 0 1 0,0 0 7 15,0 0-4-15,0 0 3 0,0 0-5 0,0 0 3 16,0 0-3-16,0 0 1 0,0 0 2 0,0 0 6 15,0 0 7-15,0 0-11 0,0 0 3 0,0 0-5 16,0 0 6-16,0 0-5 0,0 0 1 0,0 0 2 16,0 0-3-16,0 0 5 0,0 0-3 0,0 0-3 15,0 0 2-15,0 0 6 0,0 0-5 0,0 0 7 0,0 0-11 16,0 0 6-16,0 0-3 0,0 0 1 16,0 0 1-16,0 0-7 0,0 0 9 0,0 0-1 15,0 0 4-15,0 0-7 0,0 0 2 0,0 0-1 16,0 0 1-16,0 0-3 0,0 0 7 0,0 0-4 15,0 0-2-15,0 0 0 0,0 0-1 0,0 0-12 16,0 0 0-16,0 0 4 0,0 0-1 0,0 0-4 16,0 0 3-16,0 0-9 0,0 0 7 0,0 0-2 15,0 0-4-15,15-13-13 0,-15 13-39 0,0 0 17 16</inkml:trace>
  <inkml:trace contextRef="#ctx0" brushRef="#br0" timeOffset="15831.88">8277 4714 2 0,'0'0'20'0,"0"0"-1"16,0 0-5-16,0 0 5 0,0 0-1 0,0 0-4 15,0 0 0-15,0 0 3 0,0 0 3 0,0 0 0 16,0 0 4-16,0 0-14 0,0 0 9 0,0 0-6 16,0 0-1-16,0 0 6 0,0 0 2 0,0 0-1 15,0 0 2-15,0 0 3 0,0 0 1 16,0 0-2-16,0 0 5 0,0 0 0 0,0 0 0 0,0 0 15 15,0 0-10-15,0 0 1 0,0 0-3 0,0 0 0 16,0 0-8-16,0 0 13 0,0 0 1 0,0 0-3 16,0 0 0-16,0 0 0 0,0 0 3 15,0 0 3-15,0 0-7 0,0 0-3 0,0 0 4 16,-3-12-3-16,3 12-4 0,0 0-1 0,0 0-9 16,0 0 5-16,0 0-8 0,0 0 3 0,0 0-2 0,0 0-5 15,0 0-5-15,0 0 2 0,0 0-5 0,0 0-6 16,0 0 6-16,0 0-1 0,4 21-4 0,-1-15 7 15,0 2 1-15,0 5 1 0,1-3-5 16,0 5 2-16,0 1-7 0,2 1-4 0,-2-1 9 16,-1-4 3-16,0 5 4 0,1-2-4 0,-1 2 8 0,0 0-2 15,2-3-3-15,0 3-13 0,-3 0 17 0,1-6 5 16,-1 1-12-16,1-2 3 0,-1 2-2 0,0-2 3 16,0 0-5-16,0 2 3 0,0-3-4 15,1 1 8-15,-2-3-7 0,0 1-2 0,3 0 11 16,-3-3-7-16,-1-5-1 0,1 14 15 0,1-10-14 15,-2-4 1-15,2 10 8 0,-2-10-9 0,2 6-1 0,-2-6 1 16,2 7-1-16,-2-7-4 0,0 0 5 0,3 5 3 16,-3-5 1-16,0 0-3 0,0 0 1 15,0 0 11-15,0 0 1 0,0 0 5 0,0 8 6 16,0-8 9-16,0 0-5 0,0 0-3 0,0 0-5 16,0 0-1-16,0 0-3 0,0 0 1 0,0 0-5 0,0 0-3 15,0 0 2-15,0 0-11 0,0 0 2 0,0 0 1 16,0 0-1-16,0 0-2 0,-22-9 2 15,22 9-1-15,0 0-2 0,-11-2-1 0,11 2 1 16,-8-2 1-16,8 2-2 0,0 0 3 0,-14 2-11 16,14-2 6-16,0 0-1 0,-10 0-1 0,10 0-6 0,-8-2 9 15,8 2-3-15,0 0 5 0,-13 0-4 0,13 0-1 16,0 0 2-16,-7 3-1 0,7-3 2 0,0 0-4 16,-10-3-4-16,10 3 3 0,0 0 2 15,0 0 2-15,0 0-5 0,0 0 7 0,0 0-11 16,-10 2 7-16,10-2-5 0,0 0 1 0,0 0 5 15,0 0-3-15,0 0 2 0,0 0 0 0,0 0 0 0,0 0-9 16,0 0 4-16,0 0 7 0,0 0-11 0,0 0 7 16,0 0-4-16,0 0 5 0,0 0-1 15,0 0 0-15,0 0-4 0,0 0 4 0,0 0 1 16,0 0-3-16,27 4 8 0,-27-4-8 0,14 0 8 16,-2 0-4-16,1 0-9 0,1 2-25 0,5-5-22 0,0 1-32 15,3-2-30-15,7 0-137 0,-1 0-275 0,1-2 123 16</inkml:trace>
  <inkml:trace contextRef="#ctx0" brushRef="#br0" timeOffset="16029.4">8957 4935 99 0,'0'0'147'0,"0"0"-8"0,0 0-19 16,0 0-11-16,0 0-8 0,9-8-13 0,-1 6-22 16,3 1-32-16,1 0-27 0,0-1-42 0,1 2-30 15,0 0-70-15,0 0-147 0,-2 0 65 0</inkml:trace>
  <inkml:trace contextRef="#ctx0" brushRef="#br0" timeOffset="16186.23">8967 5048 104 0,'0'0'128'0,"0"0"-9"15,0 0-12-15,0 0-4 0,0 0-16 0,25 3-7 16,-11-4-6-16,5-1-27 0,9-4-40 0,4 0-48 16,-2 1-96-16,4-5-146 0,-1 0 65 0</inkml:trace>
  <inkml:trace contextRef="#ctx0" brushRef="#br0" timeOffset="18372.12">10337 4557 47 0,'0'0'74'0,"0"0"11"16,0 0-3-16,0 0 7 0,0 0 2 0,0 0 2 16,0 0-10-16,0 0-8 0,-1-14-12 0,1 14-4 15,0 0 9-15,-1-12 4 0,1 12-9 0,0 0-3 16,-5-14 5-16,5 7-1 0,0 7 1 0,-4-12 4 16,4 3 2-16,0 9 0 0,-3-11-3 0,2 5 3 0,1 6-8 15,-3-13 2-15,3 13-3 0,-1-9-3 16,1 9-5-16,-2-7-2 0,2 7-11 0,0 0-5 15,-3-7-7-15,3 7-7 0,0 0-2 0,0 0-3 16,0 0-6-16,0 0 0 0,0 0 1 0,6 33-3 16,-4-17 1-16,0 2-1 0,1 0 2 0,-1 7-6 15,0-5 5-15,3 3-5 0,-3-3 0 0,1-1 3 16,-2-2-2-16,0-2-1 0,2 3 5 0,-1-5-11 16,1 5 6-16,-2-6 1 0,-1 1 0 0,3 3 0 15,-3-6-5-15,3 2 3 0,-3 0 3 0,0-3-4 16,1 1-15-16,-1 1-20 0,1-1-23 0,-1-3-18 15,0-7-15-15,0 15-33 0,1-10-21 0,-1-5-14 16,-2 13-120-16,1-8-298 0,1-5 131 0</inkml:trace>
  <inkml:trace contextRef="#ctx0" brushRef="#br0" timeOffset="18698.25">10521 4657 9 0,'12'13'115'0,"-12"-13"3"0,0 11-23 0,0-11 0 16,1 14-13-16,2-5-2 0,-2 1-2 0,0-1 0 15,2 2-18-15,1-4 5 0,2 2 0 0,-2-3-3 16,2 2-5-16,-1-5-3 0,2 2-2 0,0-2 1 16,2 1-2-16,0 0 2 0,0-3 1 0,3-1 4 15,-6 0-3-15,4-3 6 0,2 0-8 0,-3-3 5 16,0 1 10-16,0 1 2 0,-2 0-1 0,0-5-3 15,-2 0-7-15,-1 1-5 0,-2-4-5 0,2 2-3 16,-4-3-7-16,-1 2-2 0,-4 0-4 0,1-6-8 16,-1 7-1-16,0 0-3 0,-2 1 3 0,3 0-9 15,-2 4 1-15,0 0 3 0,-1 2-11 0,7 3-10 16,-18-3-19-16,8 3-18 0,10 0-16 0,-19 4-23 16,11 0-26-16,8-4-27 0,-11 8-28 0,7-2-144 15,0 4-328-15,4-10 147 0</inkml:trace>
  <inkml:trace contextRef="#ctx0" brushRef="#br0" timeOffset="19199.96">10934 4705 109 0,'3'10'131'0,"-3"-10"1"0,2 8-7 0,-2-8-8 16,0 0-4-16,2 11-7 0,-2-11-2 15,0 0-3-15,0 0 4 0,0 0-4 0,1 11 9 0,-1-11 8 16,3 2 7-16,-3-2 9 0,0 0 6 16,0 0 5-16,0 0 3 0,0 0-8 0,0 0-11 0,0 0-14 15,0 0-8-15,0 0-12 0,0 0-10 0,0 0-11 16,-7-33-5-16,6 24-6 0,1 9-12 0,-2-20-7 16,4 8 6-16,2-5-15 0,0 1-7 0,0 4-3 15,3-1-4-15,-1 3-5 0,1 2-3 16,0 0-7-16,2 1-2 0,0 4-6 0,1 1-4 15,-10 2-1-15,22 5-1 0,-10-2 2 0,-1 5-4 0,2 3 3 16,1 1 2-16,-5 2 1 0,1-3 1 0,0 3-2 16,-1 0 2-16,-4-5-2 0,1 2 2 15,-3 0 3-15,0-1 0 0,1-3 0 0,-2-1 2 16,-1-1-1-16,-1-5 5 0,3 9 1 0,-3-9 9 16,3 6-6-16,-3-6 0 0,0 0-7 0,0 0 4 15,0 0 0-15,0 0-3 0,0 0-6 0,2-22 2 0,0 12-2 16,-1-3-2-16,1 3-6 0,5-7 0 15,3 2-4-15,1-2-1 0,-1 1 1 0,1-1-2 0,0 3 0 16,0 4 0-16,0 1 2 0,0 0-3 16,-3 5-2-16,0 0 4 0,3 3-4 0,-4-1 2 15,4 2 1-15,-2 6 0 0,-1-1 0 0,1 1-17 16,0 3-4-16,1 4-7 0,-6-3-24 0,2 2-28 0,1 2-22 16,-4-2-17-16,1-1-37 0,0 1-31 15,3 3-158-15,-6-2-389 0,3-3 173 0</inkml:trace>
  <inkml:trace contextRef="#ctx0" brushRef="#br0" timeOffset="19587.98">11609 4670 84 0,'0'0'123'0,"0"0"8"0,0 0 3 0,8 9 2 15,-8-9-15-15,2 16-9 0,-2-9-4 0,0 2-2 16,2 1-4-16,-1-2-7 0,-2-1-7 0,1-7-5 15,0 14-6-15,1-11-3 0,-1-3-4 0,2 8 14 16,-2-8 17-16,3 6 18 0,-3-6 9 0,0 0 9 0,0 0 11 16,0 0-9-16,0 0-14 0,0 0-13 15,0 0-9-15,0 0-9 0,0 0-9 0,0 0-12 16,-5-34-9-16,5 22-3 0,1 2-9 0,3-5-2 16,-2 2-10-16,6-2-3 0,-1-3-1 0,3-5-3 15,-2-2-11-15,1 8 2 0,1-2-7 0,3-1 0 16,-2 4-7-16,-1 4 0 0,0 3-5 0,-1 1-4 15,0 3 0-15,2 0-3 0,0 3 1 0,-11 2-2 16,18 0-2-16,-8 3-1 0,0 3 3 0,0 1 1 16,-1 1-5-16,0 2 4 0,4 3-1 0,-7-3 1 15,2 5-1-15,2 1 3 0,0-1 1 0,-3 1-3 16,1-3 7-16,-2 4-4 0,0-6 1 0,-1-1-6 16,1 1-28-16,-1 0-28 0,-3-1-32 0,1 0-33 15,2-2-31-15,-5-8-42 0,4 12-33 0,-6-5-206 16,2-7-474-16,-6 10 210 0</inkml:trace>
  <inkml:trace contextRef="#ctx0" brushRef="#br0" timeOffset="19745.23">11700 4687 168 0,'0'0'214'0,"0"0"-16"0,0 0-10 15,0 0-16-15,0 0-20 0,0 0-15 0,0 0-13 16,0 0-14-16,0 0-11 0,0 0-23 0,38-8-42 15,-19 6-50-15,12-1-61 0,-2-2-55 0,-1 0-110 16,2-2-261-16,-3-3 116 0</inkml:trace>
  <inkml:trace contextRef="#ctx0" brushRef="#br0" timeOffset="23006.73">14005 4272 68 0,'-3'-13'141'0,"3"13"-15"16,0 0-5-16,0 0-1 0,1-9-12 0,-1 9-1 15,0 0-12-15,0 0-10 0,0 0-5 0,0 0-6 0,0 0-8 16,0 0-4-16,0 0-8 0,0-8-3 15,0 8-6-15,0 0-10 0,0 0 4 0,0 0-10 16,0 0-4-16,0 0-5 0,0 0-3 0,0 0 3 16,0 0-9-16,0 0 0 0,0 0-7 0,0 0 7 15,0 0-2-15,0 0-1 0,0 0 0 0,13 18-6 16,-9-12 5-16,-2 1 3 0,3 0-6 0,2 1 2 0,-2 3 3 16,3-3-7-16,-1 2 0 0,0 0-2 0,2 4 3 15,0 0 1-15,-1-1-2 0,2-3 0 16,-2 0 1-16,2 6 0 0,1-2 2 0,-2-1-2 15,0 2 3-15,1-1-3 0,-2 0 3 0,0-4-1 16,-1-1-7-16,5 6 8 0,-5-5-2 0,1-1-1 16,-1 0 3-16,0-1-3 0,0 1 2 0,0-1 0 15,-3-3-1-15,0 2-1 0,-4-7 0 0,10 12 0 16,-6-8 2-16,-4-4-2 0,7 9 5 0,-7-9 0 16,4 7-1-16,-4-7 12 0,0 0 9 0,7 5 16 15,-7-5 18-15,0 0 3 0,0 0 2 0,0 0 2 16,0 0 0-16,0 0-3 0,0 0-7 0,13-22 0 15,-11 14-11-15,3-6-4 0,1 1-3 0,-3-4-1 16,-1 5-2-16,6-4 2 0,-6-3-9 0,7 2-2 16,-5-2-3-16,2 0-2 0,2 2-5 0,-2 0 1 15,0 0-3-15,-3 3 3 0,4-2-11 0,0 1 0 16,-2 0-1-16,-1 5 0 0,0-2 0 0,-4 2-3 16,5 1-2-16,-4 4 0 0,2-1 0 0,-3 6-2 0,2-8 1 15,-2 8-4-15,2-7-2 0,-2 7-4 0,0 0-18 16,0 0-10-16,0 0-19 0,5-7-23 15,-5 7-31-15,0 0-9 0,0 0 0 0,0 0-24 16,0 0-34-16,0 0-26 0,14 14-105 0,-10-11-332 16,-4-3 146-16</inkml:trace>
  <inkml:trace contextRef="#ctx0" brushRef="#br0" timeOffset="24017.34">14579 4538 36 0,'0'0'124'16,"0"0"-3"-16,0-8 5 0,0 8-15 0,0 0 5 15,0 0-6-15,0 0-3 0,6-6-1 0,-6 6-10 16,0 0 2-16,0 0 1 0,0 0-10 0,0 0 3 15,0 0-6-15,0 0-7 0,0 0-3 0,0 0 3 0,0 0-9 16,0 0-2-16,0 0-4 0,0 0-4 16,0 0-3-16,0 0-4 0,1-7 0 0,-1 7-6 15,0 0 1-15,0 0-3 0,0 0-4 0,0 0 1 16,0 0-1-16,0 0-1 0,0 0 5 0,0 0-6 16,0 0-1-16,0 0-5 0,0 0 2 0,0 0-6 15,0 0-3-15,0 0-1 0,0 0 2 0,0 0-3 16,0 0 0-16,0 0-2 0,0 0 1 0,0 0-7 15,0 0 9-15,0 0-9 0,0 0-3 0,0 0-4 16,0 0-2-16,0 0-4 0,0 0 0 0,0 0 3 16,0 0-8-16,0 0-1 0,0 0-1 0,0 0-5 15,0 0 5-15,0 0 0 0,0 0 1 0,0 0-5 0,3 20 3 16,-3-20 4-16,4 13-2 0,-3-6 1 16,2 2 1-16,-2-1-1 0,0 1 0 0,0 3-1 15,1-2 5-15,0-2-5 0,0 2 3 0,-2 0-3 16,1 0 3-16,1 0-3 0,0 0 3 0,-1 0 0 15,1-2 3-15,0-1-3 0,-2-7 0 0,0 12 0 16,2-6-1-16,-2 0 1 0,0-6 1 0,3 9 2 16,-3-9-2-16,1 10-2 0,-1-10 2 0,1 5-1 15,-1-5 2-15,0 0 0 0,2 6-1 0,-2-6-1 16,0 0 0-16,0 0 2 0,0 0 1 0,0 0 2 16,2 8-2-16,-2-8 0 0,0 0-1 0,0 0 2 15,0 0-1-15,0 0-3 0,0 0-7 0,0 0-10 16,0 0-6-16,0 0-15 0,0 0-8 0,0 0-14 15,0 0-5-15,0 0-17 0,0 0-18 0,0 0-32 16,0 0-5-16,0 0 1 0,0 0-7 0,0 0-7 16,-21-16-10-16,21 16-115 0,-7-6-297 0,7 6 131 15</inkml:trace>
  <inkml:trace contextRef="#ctx0" brushRef="#br0" timeOffset="24606.38">14524 4595 25 0,'0'0'90'0,"0"0"-2"0,0 0-1 16,-7-10-7-16,7 10-3 0,0 0 9 16,0 0-10-16,0 0 3 0,0 0-4 0,0 0-7 0,0 0 4 15,0 0-4-15,0 0-1 0,0 0 1 0,-7-5 0 16,7 5-3-16,0 0-6 0,0 0 3 15,0 0-6-15,-7-6 9 0,7 6-5 0,0 0-2 16,0 0 1-16,0 0-1 0,0 0-3 0,-2-8 3 16,2 8-4-16,0 0-3 0,0-9-8 0,0 9-7 15,0 0 0-15,5-8-6 0,-5 8-3 0,4-6-6 0,0 1-3 16,2 1-3-16,0 1 3 0,5-1-4 0,0 2 0 16,0-2-2-16,2 2 0 0,4-3-2 15,-4 2-1-15,6 5 0 0,-2-2-4 0,-1 2 0 0,-3 1-2 16,6 2 1-16,-4 0-10 0,3 4 10 15,0-2-3-15,-9 2 5 0,7 1-3 0,-3 1-2 16,-2 0 7-16,-2 3-6 0,2 0 3 0,-3 0-1 0,-4-2 0 16,0 4-3-16,-4-3 6 0,0 2-8 0,0-2 8 15,-6 5-1-15,-1-3 0 0,-2 1 3 16,-5-1-3-16,-4 2 0 0,-4-1-1 0,-1 0-2 16,-2-2 0-16,5-5 2 0,0 0-2 0,0-1-1 15,3 0-7-15,-4-2-4 0,5-3-24 0,-4 3-17 16,9-5-4-16,-3 0-22 0,5 0-22 0,9-1-42 15,-14-5-179-15,14 5-345 0,-10-9 153 0</inkml:trace>
  <inkml:trace contextRef="#ctx0" brushRef="#br0" timeOffset="24837.41">15219 4523 149 0,'0'0'169'16,"0"0"-16"-16,0 0-14 0,0 0-15 0,11-3-14 16,-4 2-9-16,3 1-17 0,2-1-35 0,0 1-40 15,4-1-27-15,-2 1-45 0,-1 0-37 0,1 0-51 0,-4-2-165 16,1 2 73-16</inkml:trace>
  <inkml:trace contextRef="#ctx0" brushRef="#br0" timeOffset="24991.42">15193 4638 28 0,'0'0'115'0,"-5"3"-7"0,5-3-2 16,0 0-22-16,0 0 8 0,16 6-15 0,-7-7-15 15,10 0-32-15,3-2-48 0,8 0-96 0,2-5-124 16,1-3 55-16</inkml:trace>
  <inkml:trace contextRef="#ctx0" brushRef="#br0" timeOffset="25475.68">16004 4278 78 0,'0'0'261'16,"5"-9"-19"-16,-4 3-18 0,-1 6-10 0,5-7-17 15,-1 2-14-15,0 0-10 0,-4 5-23 0,11-7-17 16,-6 5-19-16,-5 2-10 0,12-3-11 0,1 3-9 16,-3-2-10-16,0 4-10 0,0 0-8 0,1 1-2 15,0 1-1-15,2 0-11 0,-3 4-8 0,-1 0-2 0,1 2-2 16,-1-1-4-16,-1 0 0 0,-2 1-5 15,2-1-2-15,-4 1-1 0,0 2 1 0,-3-2-2 16,0 3-1-16,-2-2 0 0,0 2-3 0,-3 0 4 16,-3 1-4-16,-3 1 2 0,-1-2-1 0,-5 3 1 15,0-5-3-15,-3-2-1 0,-4 4-1 0,6-5 1 16,2-1-5-16,-1 1 5 0,6-4 0 0,0 0 1 16,2-1-4-16,8-3 4 0,-11 4 0 0,11-4 6 15,-10 4 2-15,10-4 3 0,0 0-4 0,-8 5 3 16,8-5-2-16,0 0 0 0,0 0 1 0,-9 4-6 15,9-4-5-15,0 0-2 0,0 0-3 0,0 0-5 16,0 0-4-16,0 0 4 0,0 0-3 0,0 0 2 16,0 0-1-16,0 12 1 0,0-12-4 0,0 0 3 15,7 11-1-15,-7-11 3 0,8 12-1 0,-5-4-1 16,3 0 1-16,-2 2 5 0,1-1-4 0,-1 1 2 16,0-1-2-16,1 3 6 0,-1-1-12 0,3 0-27 15,-2 3-38-15,1 0-32 0,-3 2-23 0,0 2-34 16,0-6-37-16,-6 7-37 0,3-2-154 0,-4 2-421 15,-1 0 186-15</inkml:trace>
  <inkml:trace contextRef="#ctx0" brushRef="#br0" timeOffset="25633.51">15991 5017 180 0,'0'0'219'15,"1"11"4"-15,-1-11-2 0,0 0-8 0,0 0-14 16,0 0-22-16,0 0-7 0,0 0-21 0,0 0-31 15,0 0-40-15,0 0-60 0,0 0-71 0,0 0-84 16,0 0-160-16,0 0-320 0,0 0 143 16</inkml:trace>
  <inkml:trace contextRef="#ctx0" brushRef="#br0" timeOffset="35316.05">2381 3656 87 0,'-17'12'80'15,"-5"5"6"-15,0-1-7 0,3 1-3 0,5-3-10 16,1 0-5-16,-1 0-14 0,3 0 8 0,2 0-8 15,0 2-13-15,4-3 3 0,0-1 0 0,2 0-7 16,2-3 7-16,3 4-4 0,1-5-6 0,1 3-3 16,1-2-3-16,2 1 1 0,3-2 0 0,2 3 9 15,2-3-3-15,-2-2-11 0,8 4-9 0,6-1 11 16,-8-2-4-16,0 1 7 0,2-2-14 0,-2 2 6 16,2-1-3-16,-2 2-6 0,0-2 4 0,0 2-3 15,-3 0 14-15,1 1-14 0,-2-1 6 0,-5-1-10 16,1 1 2-16,-4-2 2 0,1 2-1 0,-2-3-3 15,-1 1 9-15,-4 0 9 0,0-7 20 0,-7 19-9 16,1-10 3-16,-8 2 6 0,-3 2 1 0,-6 0 1 16,-1 1 3-16,-2-3-1 0,0 0-6 0,-1-4-3 15,6 0 2-15,3-2-5 0,-2-1-4 0,6-2-11 16,2 1-10-16,1-2-28 0,-2 1-35 0,13-2-44 16,-11 0-58-16,11 0-87 0,-9-4-264 0,9 4 117 15</inkml:trace>
  <inkml:trace contextRef="#ctx0" brushRef="#br0" timeOffset="35551.98">2761 3974 2000 0,'9'-9'97'16,"0"0"-45"-16,-2 0-14 0,-1 5 16 0,-2-6-1 16,0 4 9-16,-2 0 15 0,-2 6 10 0,3-8 0 15,-3 8 6-15,1-10 1 0,-1 10-5 0,3-5-8 16,-3 5-10-16,0 0-15 0,0 0-4 15,2-9-14-15,-2 9-1 0,0 0-5 0,0 0-4 16,0 0 3-16,10 24-4 0,-8-12-4 0,-1 1-3 16,1 2-1-16,1 4-12 0,0-2-13 0,-1 1-16 0,2 0-28 15,-1 2-26-15,0-2-29 0,1 0-44 16,0 1-45-16,0-2-49 0,-3 3-184 0,-2-2-462 16,-2 0 204-16</inkml:trace>
  <inkml:trace contextRef="#ctx0" brushRef="#br0" timeOffset="35739.08">2697 3587 18 0,'0'0'148'16,"-6"-13"-39"-16,6 13-38 0,0 0-20 0,0 0-31 15,0 0-32-15,0 0-56 0,0 0-73 0,0 0 33 16</inkml:trace>
  <inkml:trace contextRef="#ctx0" brushRef="#br0" timeOffset="36222.25">3356 3828 35 0,'0'0'205'0,"-3"-9"0"0,3 9-9 16,-1-7-10-16,1 7-11 0,-4-6-12 0,4 6-10 15,0 0-9-15,0 0-13 0,-5-6-10 0,5 6-13 16,0 0-14-16,0 0-7 0,0 0-12 0,0 0-7 16,0 0-7-16,0 0-7 0,-13 1-10 0,13-1-1 15,0 0-7-15,0 0-4 0,0 0-3 0,0 0-6 16,0 0 0-16,0 0-6 0,-10 5-17 0,10-5-11 16,0 0-17-16,0 0-13 0,0 0-17 0,0 0-15 15,0 0-4-15,0 0-12 0,0 0-34 0,0 0-29 16,9 15-24-16,-5-8-104 0,-4-7-304 0,6 10 135 15</inkml:trace>
  <inkml:trace contextRef="#ctx0" brushRef="#br0" timeOffset="36941.96">3729 3841 91 0,'0'0'224'0,"-7"-12"-10"0,7 12-4 0,-10-5-11 16,4 4-6-16,6 1-19 0,-17-4-13 0,7 2-17 16,1 4-12-16,-3-1-17 0,2 0-10 0,0 6-14 15,1-4-5-15,0 3-9 0,-2 4-11 0,-1 0-8 16,-2 3-7-16,4 1-3 0,-1 3-4 15,0-1-7-15,2 1-1 0,1 0-7 0,3 0-1 16,0-2-2-16,3 3-1 0,0-2-5 0,1-3-4 0,1-2-1 16,0 1 1-16,3-2-6 0,-1 0 0 0,3-2-5 15,-1-2 4-15,0-1-7 0,1-1-1 16,0 0 1-16,2-2 0 0,-7-2-1 0,19 0 2 16,-9-2-3-16,1-2 3 0,1-1-3 0,-3-3 2 15,4-5 2-15,-4 3 0 0,1-1-3 0,1-4 5 16,-3-1-3-16,-1-3-4 0,1-5 5 0,-1-1-2 15,-3 5 1-15,-1-8-3 0,0-1 2 0,-3-1 0 16,1 1 5-16,-1 0 1 0,-2 3 4 0,0-3 5 16,1 4-8-16,-3 0-23 0,4-2 7 0,-2 10 3 15,0 0 10-15,1 5 1 0,0 0 4 0,0 0 6 16,-3 3 1-16,3 2 2 0,1 7-4 0,-2-10-7 16,2 10-2-16,0 0-3 0,-1-8-5 0,1 8-3 15,0 0 0-15,0 0 1 0,0 0 3 0,10 29 0 16,-5-9 0-16,-1 5 1 0,1 2-2 0,-2 2 5 15,1 1-6-15,2 0 3 0,-1-3 2 0,0 2-3 16,2-5-1-16,-3-5 4 0,3-1-3 0,3 7-1 16,-2-11 3-16,-1-2 1 0,4 1-3 0,-3-3-1 15,1-3 1-15,0-2-13 0,-3-1-5 0,3 0 6 16,-3-1-1-16,-6-3 3 0,17 0 1 0,-17 0 0 16,19-7 2-16,-8 0 1 0,1-5 1 0,-3 2-3 15,2-4 3-15,-2 0 5 0,-1-2-3 0,4-7 1 16,-9 7 1-16,3-1 1 0,-5 4 12 0,1 2 2 15,0-3-1-15,-2 14 2 0,1-13 3 0,-1 13-3 16,0-13 0-16,0 13-7 0,0 0-5 0,0-11-2 16,0 11 3-16,0 0-6 0,0 0 1 0,0 0 2 15,0 0-3-15,0 0 0 0,0 36-1 0,1-19-18 16,-1-6-21-16,0 0-39 0,2 5-36 0,1-1-53 16,4-4-57-16,-6 2-154 0,-1-13-412 0,4 19 182 15</inkml:trace>
  <inkml:trace contextRef="#ctx0" brushRef="#br0" timeOffset="37372.91">4157 3895 108 0,'8'3'157'0,"-8"-3"-8"0,12 0-9 16,-12 0-11-16,13 0-7 0,-13 0-8 0,20-6-5 16,-11 3-9-16,3-1 2 0,-2-2-6 0,0-1 8 15,-2 0-6-15,0-2-7 0,-2 0-2 16,-1-4-10-16,-1 3 0 0,-3 0 7 0,-1 1-6 16,0-3-4-16,-2 1-10 0,-2 2-9 0,-1 0-7 15,-4 2-7-15,1 0-3 0,-1 0-7 0,0 3-7 16,-3 2-14-16,-1 2-12 0,13 0-19 0,-26 4-22 15,15 0-28-15,2 2-34 0,0-1-42 0,2 2-35 16,1 3-133-16,6-10-340 0,-8 12 151 0</inkml:trace>
  <inkml:trace contextRef="#ctx0" brushRef="#br0" timeOffset="37964.6">4689 3649 205 0,'0'-10'227'0,"0"10"-11"0,0 0 5 0,-12-9-4 16,6 6-16-16,-5 3-19 0,1 0-14 0,10 0-20 16,-21 5-16-16,9 0-10 0,2 1-13 15,-6 4-13-15,3 3-9 0,3-2-8 0,1 1-6 16,0 3-9-16,1-1-6 0,4-2-8 0,1 3-4 16,2 2-7-16,1-1-3 0,1-5-1 0,3 0-5 15,1-1-2-15,1-3 0 0,1-1-5 0,1 1-7 16,2-3 4-16,0 2-7 0,0-4 3 0,3-3-5 0,-2 1 1 15,-11 0-4-15,25-5 8 0,-15 2-5 16,0-6-4-16,2-3 2 0,-2-2-1 0,-1-2-1 16,-3 5-1-16,1-5 1 0,-4-2-3 0,0-8 1 15,-2 2-1-15,1 0-2 0,-1-2 3 0,-2 0-4 16,-2 2-1-16,2-4-2 0,-2 0 1 0,2 1 3 16,-4 1-4-16,2-1 3 0,1 0 1 0,-3 2-2 15,2 10 0-15,2 3 8 0,-2 1 2 0,1-1-3 16,2 7-4-16,0 5-3 0,-2-12-5 0,2 12 2 15,0 0-5-15,0 0 2 0,0 0 0 0,11 31 0 16,-5-6 2-16,0 4-1 0,1 3 0 0,-1 4-1 16,3-2 4-16,-3 0 9 0,3-2-4 0,0 0-5 15,2-2 3-15,-2-2 3 0,5-2-6 0,0-3 7 16,-3-1-2-16,3-8-3 0,0 0 1 0,3-3-1 16,0-1 0-16,4-7-2 0,6 1-2 0,-6-5 1 15,8-4-4-15,-2-2-6 0,-2-4 0 0,1-4 0 16,-8 4 3-16,4-6-4 0,-7 3 3 0,-2 0 2 15,1 0 0-15,-3-7-2 0,-2 4-1 0,-2 0 5 16,-1-1-2-16,-5 3 4 0,-1-2-1 0,-1 4-2 16,1 2 6-16,-1 0 1 0,-4 5 1 0,1 0 0 15,4 6-2-15,-9-5-2 0,9 5-1 0,-18 6-1 16,5 4 1-16,-1 2-1 0,1 3 0 0,3 1 2 16,1-3-1-16,1 4-6 0,6-4-20 15,2 2-25-15,2 1-41 0,5 0-36 0,0-4-51 16,1-3-212-16,2 1-429 0,7-2 189 0</inkml:trace>
  <inkml:trace contextRef="#ctx0" brushRef="#br0" timeOffset="38434.24">2527 4642 183 0,'-9'1'183'0,"9"-1"-19"15,-5 2-17-15,5-2-2 0,0 0-2 0,50-2-10 16,8-2 16-16,38-11-9 0,8-5-10 0,15-5-12 15,15-1-7-15,12-4-7 0,12-4-9 0,16-2-13 16,-2 1-9-16,10 2-8 0,1-3-3 16,2 1-3-16,-2-2-11 0,-8 6-7 0,-3-1-6 0,-6 6-11 15,-10 0-4-15,-6-2-20 0,-1 1-27 0,-21-1-27 16,-8 4-39-16,-9 3-47 0,-6 2-32 0,-41 5-156 16,-8 0-356-16,-5-1 158 0</inkml:trace>
  <inkml:trace contextRef="#ctx0" brushRef="#br0" timeOffset="39285.71">784 4302 80 0,'0'0'176'15,"0"0"-10"-15,0 0-13 0,0 0-13 0,-24-31-14 16,24 31-21-16,0 0-1 0,0 0-14 0,0 0-16 16,0 0-10-16,0 0-6 0,0 0-7 0,0 0-6 15,0 0-5-15,-41 68 4 0,32-22-6 0,3 5-5 16,4 2-1-16,-3-1-4 0,5-1-6 0,0-4 2 16,4-11-7-16,3-4 4 0,0-1-3 15,1-3 0-15,-8-28-2 0,19 41-1 0,-8-25 1 16,-11-16-4-16,20 23 7 0,-9-16-5 0,3 0 4 15,-3-3 1-15,7-2-1 0,-1-2 5 0,2-5 2 16,1-3 0-16,0-7 6 0,5-3-7 0,-2-3-3 0,1-8 3 16,-4 2 1-16,-1-4-6 0,-2 1 8 15,-1-3 2-15,1-12 3 0,-5 14-5 0,0-14-4 16,-3 10 0-16,0-11 28 0,-2 1-11 0,-5 9 1 16,0-10-16-16,-2 9 8 0,-4-8-5 0,-1 13-4 15,-1-3-2-15,-1 0-4 0,-3 3-3 0,1 2 0 16,-2 2-3-16,2 3 0 0,2 10-5 0,1 5 4 15,0-1-5-15,0 6-3 0,1 2-1 0,-3 0-7 16,8 3 3-16,-19 5 0 0,6 4 0 0,-5 9-1 16,-1 8-4-16,-6 13 4 0,4 4 3 0,2 2 2 15,5-12-4-15,1-1 3 0,4 0-6 0,-1-1 0 16,6-4-1-16,4 0-2 0,2-8 6 0,0-1-5 16,5 0-1-16,4-2 1 0,-2 3 2 0,7-5-1 15,4 1-1-15,-4-3-3 0,2-1-4 0,0-1 0 16,1 2-7-16,4 2 0 0,-6-1-6 0,-2-1 1 15,7 7 3-15,-7-5 1 0,0 6-2 0,-2-3 3 16,1 7 4-16,-3-2-5 0,0 3 3 0,-6-6-8 16,-1 5-15-16,-4 1-25 0,0-6-24 0,-2 5-30 15,0-5-29-15,-1 0-149 0,-4-3-323 16,5-5 144-16</inkml:trace>
  <inkml:trace contextRef="#ctx0" brushRef="#br0" timeOffset="39451.07">1391 4484 2336 0,'7'-11'101'0,"-1"1"-45"16,-3 3-34-16,-3 7-7 0,7-10-11 0,-7 10-2 15,3-9-2-15,-3 9-3 0,0 0-5 0,5-9 1 16,-5 9 3-16,0 0-4 0,0 0-8 0,0 0-25 16,0 0-33-16,0 33-55 0,0-19-68 0,-4 6-145 15,3-1-370-15,-4 6 164 0</inkml:trace>
  <inkml:trace contextRef="#ctx0" brushRef="#br0" timeOffset="39623.17">1009 5141 3038 0,'-16'12'79'0,"8"-4"-49"16,3-3-20-16,-2 3-11 0,0-4-2 0,3 0-5 15,4-4-2-15,0 0-6 0,0 0 14 0,0 0-1 16,25 0 1-16,4-13-21 0,5-3-23 0,18-10-31 15,4-3-36-15,24-12-37 0,-23 12-33 0,26-14-65 16,-27 19-131-16,2-4-410 0,-4-1 181 0</inkml:trace>
  <inkml:trace contextRef="#ctx0" brushRef="#br0" timeOffset="39734.98">2029 4698 133 0,'0'0'210'0,"0"0"-35"0,13-3-32 16,-13 3-26-16,0 0-44 0,0 0-35 0,0 0-83 15,0 0-96-15,0 0-153 0,0 0 68 0</inkml:trace>
  <inkml:trace contextRef="#ctx0" brushRef="#br0" timeOffset="41617.75">10383 5331 164 0,'0'0'229'0,"3"-7"-27"0,-3 7-20 0,0 0-20 15,0 0-18-15,15 10-14 0,-6 3-13 0,0 3-13 0,2 7-7 16,1 2-7-16,-3 7-7 0,0-1-5 0,1 3-24 15,-2 0-1-15,3 2-3 0,-4-3-5 16,-1-1-3-16,1-2-5 0,-1-2-1 0,-1-10-2 0,-3 1-5 16,0-4-2-16,0-4 7 0,0-2 7 15,-1 0 26-15,0-4 15 0,1 1 20 0,-2-6 19 0,0 0 2 16,0 0-10-16,0 0-12 0,0 0-10 0,0 0-9 16,0 0-2-16,-13-16-10 0,8 0-5 0,3 0-8 15,2-2-9-15,0-7-4 0,4-1 6 16,2-2-13-16,5-1-11 0,-2 2-1 0,6-2-10 15,-1 3-1-15,4 0-1 0,-4 4-1 0,0 10-2 0,-2-2-6 16,3 4-1-16,-5 2-3 0,2 4-1 16,-1-3-1-16,1 5-6 0,-1 2 4 0,1 4-5 15,-1 1 5-15,4 5 1 0,-2 2 0 0,1 4-6 16,0 6 5-16,-1 1 3 0,0 4-2 0,-3 1 4 16,-1 2-1-16,1-2 2 0,-4 2 0 0,-1-2 2 0,1 1-1 15,0-4-1-15,-2-1-2 0,1 2-8 0,-2-10-18 16,1 2-32-16,0-1-32 0,0-3-34 0,1 1-48 15,0-5-37-15,1 0-48 0,-1-2-200 0,0-3-494 16,-5-5 219-16</inkml:trace>
  <inkml:trace contextRef="#ctx0" brushRef="#br0" timeOffset="41767.43">11109 5695 2356 0,'7'-11'42'0,"-1"0"-29"0,-1 3-5 16,0 0-9-16,-1 2-2 0,1 2 0 0,-2-2-3 15,1 1 1-15,2 0 0 0,0 1-4 0,2 2-6 0,3-2-20 16,-5 2-30-16,1 1-41 0,5 1-47 0,-2 0-25 16,-2 3-129-16,-1-1-330 0,0 2 146 0</inkml:trace>
  <inkml:trace contextRef="#ctx0" brushRef="#br0" timeOffset="41890.07">11249 5777 66 0,'1'6'163'0,"-1"-6"-21"0,0 0 2 15,0 9-13-15,0-9 4 0,8 4-13 0,-8-4-7 0,17-1-12 16,-3-1-22-16,6-2-33 0,7 0-48 16,2-3-70-16,3-1-127 0,0-3-214 0,0-3 96 15</inkml:trace>
  <inkml:trace contextRef="#ctx0" brushRef="#br0" timeOffset="42203.4">11866 5478 2427 0,'12'-12'59'15,"-4"2"-43"-15,4-2-11 0,-2 4-3 0,0-1 3 16,1 1 20-16,5-1 11 0,-1 2 8 0,3 5 0 0,1 0 8 16,-1 1-3-16,2 3 3 0,-1 1-5 15,2 3 1-15,-2 0-4 0,0 4-1 0,-2 2-7 16,-3 1 1-16,-1 3-6 0,-3 1 0 0,-6 1-4 16,1-1-1-16,-3 3-2 0,-4 5 0 0,-4-1 5 15,-4 3-10-15,-4-4 0 0,-3 3 0 0,-5 0 3 0,-3-4-10 16,-1 1 4-16,5-1-2 0,-6-4-2 15,4 1 4-15,-2-6-5 0,10-1-4 0,1-1 1 16,-1 0 1-16,4-1-2 0,-1-6-4 0,5 1-1 16,3 0-1-16,-2 0-4 0,1 1 3 0,5-6 4 15,-3 12-3-15,3-12 2 0,10 15-1 0,-2-7 8 0,8-1-7 16,5 0 0-16,9-2-14 0,7 0-22 0,14-5-32 16,2 0-41-16,0-3-41 0,1-4-58 0,-2 2-45 15,-14 3-195-15,14 0-481 0,-14 1 213 16</inkml:trace>
  <inkml:trace contextRef="#ctx0" brushRef="#br0" timeOffset="42349.8">12695 6019 2970 0,'4'5'254'0,"-2"-1"-125"0,-2-4-75 16,2 8-26-16,-2-8 21 0,0 0 13 0,0 0 17 16,8 8 7-16,-8-8-3 0,0 0-5 0,0 0-3 15,0 0-11-15,11 1-36 0,-11-1-33 0,16-6-57 0,-3 1-74 16,-2-1-105-16,5-1-359 0,-2-1-649 15,4-3 288-15</inkml:trace>
  <inkml:trace contextRef="#ctx0" brushRef="#br0" timeOffset="73985.82">1896 7629 6 0,'-6'-7'191'0,"1"0"-12"16,-1 4-15-16,-1 1-9 0,7 2-17 16,-12-5-20-16,12 5-8 0,-15 5-22 0,6 3 4 15,-7 6-10-15,-4 7-3 0,4 7-4 0,-2 1-7 16,-6 14-3-16,7 3-9 0,-3 5-2 0,4-2-5 15,2 4-2-15,6 1-4 0,3-6-5 0,0 4 0 16,4-4-9-16,2-1-4 0,2-13-3 0,-1 1-1 16,1-2-4-16,6-7 3 0,1 3-8 0,1-4 2 15,2 1 0-15,3-3 0 0,-5-6-5 0,3-5 4 16,2 0-8-16,0-6 3 0,1-1 2 0,2-3-2 16,0-6-2-16,3 0 1 0,7-9-3 0,-2-1-3 15,1-5 5-15,0-3-1 0,8-14 3 0,-4 0-5 16,-3-1 2-16,-2-6 0 0,-2-1 0 0,-6-2-5 15,0-5 4-15,-1-1 0 0,-6-2-2 0,-2-1-3 16,-2 5-4-16,1-2 4 0,-10-3 2 0,-2 1-1 16,1-1-3-16,-6 9 6 0,-1-3-5 0,-4 5 1 15,1 11-3-15,-1 2 3 0,-2 1-5 0,-2 4 5 16,0 4 9-16,1 3-3 0,1 7 3 0,0 4-3 16,-4 5-2-16,1 1-3 0,-2 5 0 0,-7 7-5 15,2 5 1-15,-2 7 2 0,1 5-2 0,-10 7 1 16,14-4 2-16,-7 14-1 0,4 2 0 0,9-2 0 15,5-9 0-15,3 12 2 0,3-16-4 0,9 6 4 16,3-4-5-16,8-1 5 0,-1-1-2 0,9 1-4 16,10 5 3-16,-3-1-4 0,-3-8-3 0,8 5 1 15,-12-6 6-15,15 7-5 0,-6 1 3 0,-8-9 0 16,0 0 2-16,-3-1-3 0,3 1-1 0,-3 0 1 16,-1 0-4-16,-1 0 1 0,-3 4-13 0,-3-4 1 15,-3-1-24-15,-5 3-7 0,4-2-14 0,-4 0-7 16,-1-7-1-16,-4 5-18 0,1-3-9 0,-2-2-13 15,-1 0-25-15,-1-1-81 0,-7 0-237 0,2-1 105 16</inkml:trace>
  <inkml:trace contextRef="#ctx0" brushRef="#br0" timeOffset="74161.88">1727 8893 16 0,'-6'1'125'0,"6"-1"-22"0,-9 7-13 16,9-7-13-16,0 0 1 0,0 0-13 0,0 0-2 16,0 0-9-16,43-1-22 0,-12-8-29 0,5-5-28 15,20-8-40-15,-5 4-38 0,-3-6-111 0,7-2 48 16</inkml:trace>
  <inkml:trace contextRef="#ctx0" brushRef="#br0" timeOffset="74309.78">2571 8599 68 0,'9'-2'174'0,"-9"2"-3"0,0 0 5 16,9-4-2-16,-9 4-5 0,0 0-17 15,10-2-17-15,-10 2-14 0,0 0-14 0,13-5-17 0,-13 5-37 16,11-2-53-16,-11 2-58 0,14-3-67 0,-14 3-110 16,0 0-254-16,16-8 112 0</inkml:trace>
  <inkml:trace contextRef="#ctx0" brushRef="#br0" timeOffset="76102.67">5626 8238 656 0,'19'0'-95'0,"-2"0"-193"0,0-3 54 0</inkml:trace>
  <inkml:trace contextRef="#ctx0" brushRef="#br0" timeOffset="80533.87">5131 7631 129 0,'0'0'135'0,"-9"-7"-11"15,5 3 0-15,4 4-2 0,-9-7-7 0,5 4 0 0,-1-1-5 16,5 4-11-16,-11-7-7 0,4 3-11 15,1 1-12-15,6 3 2 0,-14-2-10 0,7 0-1 0,-3 1-5 16,-4 1-14-16,2 3-3 0,-4-3-3 16,-2 3-5-16,-2 4-2 0,-6 4-4 0,2 0 4 0,-1-1-9 15,2 4 2-15,1 0-5 0,1 3-5 0,1 1-1 16,3-6 0-16,-4 9 12 0,1 1 0 16,3-2-6-16,1 3 1 0,2 2-2 0,0 0-3 0,1 1-2 15,0-2 2-15,5 2-1 0,1 3-5 0,3 0 0 16,1-3 4-16,3 2-4 0,2-1-4 0,0 0-7 15,2-2 2-15,6 0-3 0,2-3-7 0,1 0-9 16,3-2-4-16,6-2-5 0,2-3-11 0,3-1-34 16,5-3-8-16,0-3-11 0,5-3-8 15,14-1-15-15,-1-3-12 0,2-2-85 0,-13-1-232 0,13-7 103 16</inkml:trace>
  <inkml:trace contextRef="#ctx0" brushRef="#br0" timeOffset="80951.92">5540 8002 146 0,'-3'-10'168'0,"-1"2"1"0,2 2-5 0,-5-4-10 15,1 3-12-15,1 1-13 0,0 0-8 0,-2 3-17 16,0-1-10-16,7 4-10 0,-13-4-5 0,5 5-14 16,8-1-4-16,-19 7-9 0,4 2-3 15,-1 3-5-15,2 2-3 0,-2 8-7 0,-1-1-1 0,2 1-5 16,2-1-4-16,-1 2-7 0,6-6 2 0,2-1-13 15,2 0-6-15,3 0 1 0,1-3 0 0,3 2-6 16,1-2-1-16,1-2-2 0,2-3-16 0,3 1-3 16,-1-2-1-16,1 0 0 0,3-3 4 0,-1 0-5 15,0-4-1-15,2 0 5 0,-2-2 18 0,2-3-15 16,-3 1 10-16,0-2-9 0,0-1 12 0,-2-3-10 16,0 1 11-16,0-4-5 0,-1-1 8 15,-2-1-6-15,-1 0 16 0,-1-2 2 0,-1 2 8 0,-3 2 4 16,0 1 4-16,1-1 6 0,-1 2 2 0,0 3 8 15,0 1 9-15,0 7-9 0,0-12-6 0,0 12-9 16,0-9-4-16,0 9-8 0,0 0 3 0,0 0-7 16,0 0 4-16,0 0-5 0,0 0 2 15,9 23 0-15,-5-10-2 0,-2 3 1 0,2-1-1 16,0 4-1-16,1-2-10 0,1-2-17 0,-1 1-10 0,2 3-16 16,-1-4-30-16,3-2-13 0,0-3-31 0,1 2-26 15,2 0-114-15,-5-3-282 0,5-6 125 0</inkml:trace>
  <inkml:trace contextRef="#ctx0" brushRef="#br0" timeOffset="81175.42">5855 7880 1266 0,'-4'-30'9'0,"-2"-2"48"0,1 2-1 16,-3 5 23-16,6 7-3 0,-2 2-3 0,0 5-5 15,2 0-3-15,2 11-11 0,-3-11-5 0,3 11-7 16,-3-10-11-16,3 10-2 0,0 0-4 0,0 0-3 15,0 0-2-15,8 26-3 0,-3-7 1 0,0 10-2 16,-2 3-1-16,1 3 0 0,-2 14-1 0,-1-14-1 16,2 11 0-16,-2-10-1 0,2-2-14 0,-2 0-19 15,3 0-27-15,-1-3-17 0,3 1-33 0,0-2-21 16,1-4-22-16,0 1-136 0,1-3-300 0,2-5 133 16</inkml:trace>
  <inkml:trace contextRef="#ctx0" brushRef="#br0" timeOffset="81780.07">6312 7979 33 0,'-4'-6'217'0,"4"6"-23"0,-8-8-19 0,2 6-19 0,6 2-17 15,-11-3-13-15,11 3-8 0,-12 10-15 0,2-2-3 16,-3 7-8-16,-1 7-3 0,1 2-12 0,3 1-10 15,-1 0-2-15,6 2-5 0,0-4-12 0,5-3-7 16,0-1-6-16,3 0-5 0,2-2-14 0,0 0-9 16,5 0-13-16,-1-2-8 0,3-3-11 0,3-1-12 15,-1-4-13-15,1 1 0 0,3-3-6 0,-1-2-3 16,1-2 7-16,-5-1 15 0,-1-4 0 0,1 1-1 16,0-3 11-16,2-4 5 0,-2-2 5 0,-3 0 7 15,2-2 3-15,-5 0 12 0,1-3 10 0,1 0 9 16,-4-1 11-16,-1-2 7 0,1 3 1 0,-1-3 0 15,0 7 24-15,-2-4 10 0,0 7 0 0,0 0 5 16,-1 1-12-16,1 3-8 0,-2 6-9 0,1-7-8 16,-1 7-5-16,0 0-4 0,0 0-4 0,0 0-4 15,0 0-4-15,0 0-1 0,10 23-3 0,-9-13-3 16,1 3 1-16,2 0 0 0,2 0-3 0,0 2-2 16,-1-2-1-16,2-4-1 0,-1 6-2 0,2-3 0 15,3-1-3-15,2 0-11 0,-3-4-5 0,2-1-5 16,-1-2-4-16,3-2 6 0,-1-1 0 0,1-1 0 15,-1-3 3-15,-1 0 3 0,-1-1 1 0,1-4-1 16,-1 0 4-16,-2-1-3 0,1-5 0 0,-1 1 3 16,-4 1 1-16,0-5 0 0,-2 0 8 0,0 2 0 15,-1-3-3-15,-1 7 6 0,1-6 10 0,0 6 4 16,-2 3 5-16,0 1 0 0,0 7-2 0,0-9-10 16,0 9-2-16,0 0-6 0,0 0 5 0,0 0-5 15,0 0-2-15,0 0-1 0,0 0 0 0,7 32 1 16,-4-18-4-16,1 3 2 0,3 1 1 0,0-3 0 15,1 0-8-15,2 1-7 0,2-1-13 0,2-2-13 16,0-1-29-16,4-2-16 0,1-1-20 0,6-1-9 16,4-1-1-16,1-4-22 0,5-3-21 0,-2-1-18 15,0-4-99-15,-3 1-292 0,-4-3 129 0</inkml:trace>
  <inkml:trace contextRef="#ctx0" brushRef="#br0" timeOffset="81981.42">7114 7917 126 0,'-11'-30'129'15,"-3"1"1"-15,3 3-7 0,2 0-5 0,2 10 9 16,0 0 6-16,2 6 2 0,1-1-2 0,0 3-10 16,2 1-15-16,2 7-14 0,-4-9-12 0,4 9-10 15,0 0-10-15,0 0-3 0,0 0-1 0,12 36-1 16,-3-9-5-16,0 2 0 0,1 2-7 0,-1 4 0 16,-3 0-4-16,4 11-1 0,-7-12-8 0,-1 1-4 15,2-4-1-15,0 0-15 0,-1-1-20 0,1-4-25 16,-2 1-30-16,2 0-25 0,4-8-24 0,-3 0-38 15,0-3-149-15,0 2-323 0,1-9 144 0</inkml:trace>
  <inkml:trace contextRef="#ctx0" brushRef="#br0" timeOffset="82357.02">7569 7971 223 0,'-4'-11'234'0,"-2"1"-11"0,0 2-24 0,-2 4-14 15,0-2-22-15,3 3-14 0,5 3-14 0,-18 3-15 16,8 2-3-16,-4 5-9 0,1 4-8 0,-6 5-13 16,3 3-7-16,1-1-10 0,2 1-5 0,3-4-6 15,5 1-7-15,0-2-6 0,2 0-6 0,1 0-9 16,3-5-7-16,2 4-3 0,1-4-6 0,1-2-10 16,2-1-7-16,1-1-6 0,1-1-5 0,0-2 11 15,2-3-6-15,1-2 1 0,-12 0-1 0,23-4 2 16,-13 0 6-16,2-2-3 0,-3-2 2 0,-3-1 5 15,0-1-1-15,2-6 2 0,-3 4-2 0,-2-4 8 16,-1 0 3-16,0-4 1 0,-4 3 2 0,4-1 5 16,-6 2 11-16,4 5 5 0,-2 2 7 0,2 0-3 15,0 9-6-15,0-13-10 0,0 13-3 0,2-7-3 16,-2 7-5-16,0 0 0 0,0 0-5 0,0 0 3 16,9 22-3-16,-4-8 1 0,0 2-1 0,0 0-9 15,4 2-15-15,-1-1-10 0,1 0-17 0,1 1-38 16,1-2-29-16,-2 0-34 0,7-2-36 0,-4-3-40 15,5 0-138-15,-2-4-385 0,-1-3 171 0</inkml:trace>
  <inkml:trace contextRef="#ctx0" brushRef="#br0" timeOffset="82584.28">7959 7710 184 0,'-1'-17'226'0,"-2"6"1"0,2-2-5 15,1 4-17-15,-1 4-24 0,1 5-22 0,-2-9-18 16,2 9-20-16,0 0-8 0,0 0-10 0,0 0-12 16,13 31-4-16,-5-8-13 0,-3 2-6 0,4 3-5 15,-4 1-6-15,2 1-8 0,0 1-2 0,1 2-7 16,-6-3-1-16,2 3-29 0,-1-2-20 0,2-1-23 16,-3-3-21-16,-1 0-31 0,1 0-24 0,0-2-21 15,0-6-36-15,-4-1-20 0,4 0-103 0,-5-1-314 16,2-2 139-16</inkml:trace>
  <inkml:trace contextRef="#ctx0" brushRef="#br0" timeOffset="82745">7873 8006 52 0,'0'0'128'0,"13"-6"-18"0,-5 2-22 15,3 1-33-15,2 2-37 0,1 2-29 0,4 1-63 16,-5 3-79-16,5-1 35 0</inkml:trace>
  <inkml:trace contextRef="#ctx0" brushRef="#br0" timeOffset="83023.3">8170 8226 1 0,'0'0'210'0,"0"0"-19"0,15-9-7 15,-8 2 1-15,0-4-2 0,6-1 0 0,-5 2-11 16,1-3-12-16,2 0-16 0,2-3-15 0,-3 0-9 16,0 1-8-16,1 0-14 0,-5-1-8 0,2-3-14 15,-5 3-6-15,1-2-9 0,-1 2-6 0,-2 1-6 16,-2 0-14-16,-1 5-4 0,0-2-3 0,-1 3-5 16,1 2-3-16,-2 0-5 0,0 3-5 0,4 4-2 0,-11-1-6 15,11 1-6-15,-21 8 2 0,10 6 8 0,-3-2-8 16,0 3 1-16,-2 7 2 0,2 3 1 15,4 0 5-15,0-2-9 0,2 2-5 0,4 0-12 16,2-5-20-16,3-3-15 0,0 2-11 0,3-3-31 16,1 0-19-16,3-7-26 0,2 1-25 0,0-2-159 0,1-2-352 15,0-3 156-15</inkml:trace>
  <inkml:trace contextRef="#ctx0" brushRef="#br0" timeOffset="83209.64">7832 7922 113 0,'0'0'115'0,"0"0"-11"16,0 0-12-16,0 0-10 0,0 0-21 0,0 0-15 15,22 10-37-15,5-10-34 0,5 1-75 0,4-2-108 16,15-7 48-16</inkml:trace>
  <inkml:trace contextRef="#ctx0" brushRef="#br0" timeOffset="83595.85">9095 7797 174 0,'1'-14'257'0,"-2"4"-1"0,1 0-12 15,0 10-14-15,-1-12-20 0,1 12-26 0,1-9-17 16,-1 9-25-16,0 0-17 0,0 0-20 0,0 0-9 16,0 0-9-16,0 0-8 0,8 26-9 0,-5-8-7 15,0 7-7-15,2 4-4 0,0 2-6 0,-2 1-2 16,1 0-6-16,-2 0-5 0,2-4-1 0,-1 1-5 16,-1-1-9-16,-1-4-20 0,-1-4-19 0,2-1-38 15,-2-1-20-15,1-2-30 0,-1-1-27 0,1 2-26 16,1-7-39-16,-2 0-144 0,1-2-373 0,-1-8 165 15</inkml:trace>
  <inkml:trace contextRef="#ctx0" brushRef="#br0" timeOffset="84131.43">9149 7981 151 0,'1'-10'155'0,"3"4"-14"0,-2-1-14 0,9-1-19 16,-5 0-8-16,2-1-10 0,-1 0 1 0,2 0-17 15,-1 2-9-15,0-1 1 0,-1 1-10 0,2 0-4 16,-1-1-8-16,-2 1-3 0,2-3 0 0,-3 5 11 16,0 0 5-16,-2 0 3 0,-3 5-3 0,5-9 2 15,-5 9 2-15,4-5-3 0,-4 5-5 0,4-7-11 16,-4 7-12-16,0 0 5 0,3-3-8 0,-3 3-7 16,0 0-3-16,0 0-8 0,0 0 1 0,0 0-2 15,3 16 0-15,1-7 0 0,-3 4 5 0,0 4-6 16,0 1 0-16,1 0-1 0,-1 0 2 0,2 1 0 15,1-1-5-15,-2 0 3 0,-1-2 1 0,3-4-8 16,-1-1-8-16,-1 1-7 0,1-3-9 0,2-1-3 16,-3 1 1-16,1-4-3 0,0 1-2 0,-3-6 6 15,3 7 4-15,-3-7 4 0,4 5-6 0,-4-5 9 0,7 3 2 16,-7-3 3-16,11 1 3 0,-11-1-5 0,12-1 7 16,-12 1-3-16,10-2 0 0,-10 2-4 0,17 0 9 15,-10 0-2-15,-7 0-2 0,19 2 4 16,-7-2-1-16,1 0 4 0,3 0-3 0,3 1-3 15,2-4 0-15,-1 3 7 0,1-1 4 0,-2-4 0 0,1 0 1 16,-1 0 3-16,0-1-3 0,-3-1 13 0,-4 1 7 16,-1 1 2-16,-2-1 1 0,0-2-1 15,-3 0 3-15,1 1 2 0,-2-3-7 0,-3 1 8 16,1-3-1-16,-4 3 12 0,1-2 8 0,0 11-5 0,-5-16-2 16,1 10-2-16,-1 0 1 0,2 0-2 0,3 6-10 15,-8-6-2-15,8 6-8 0,-7 0-2 0,7 0-3 16,-13 5-6-16,9 0 3 0,-1 5-2 15,-1 0-4-15,0 3-13 0,3 3-24 0,-1-2-35 16,4-1-37-16,6 2-38 0,2 1-42 0,2-3-163 0,5-3-373 16,1-3 165-16</inkml:trace>
  <inkml:trace contextRef="#ctx0" brushRef="#br0" timeOffset="86298.3">10420 7938 179 0,'-3'-6'183'0,"-1"1"-2"16,-3-3-23-16,0 2 0 0,-2-1-9 16,0 0-11-16,-2 3-16 0,0 1-5 0,1 1-16 0,-1 2-9 15,-2 0-9-15,0 2-9 0,-3 1-9 0,1 2-5 16,0 6-10-16,-2-1-6 0,2 4-3 0,-2 5-5 16,1 0-3-16,3 3-3 0,-2-2-7 0,2 3-3 15,4-4 0-15,4-2 4 0,1 0-9 0,3 1-4 16,3-2 3-16,1 0-4 0,4-2 4 0,-2-1-6 15,6-3-11-15,0-1-1 0,2 0-4 0,2-2 0 16,6-3-5-16,-4-2-5 0,5-4 0 0,-1-2 3 16,0-3 1-16,-3 1 6 0,1-6 1 15,3-5 1-15,-1 1-2 0,-2-5 5 0,-1-2-3 0,-2-4 4 16,0-2 1-16,-2-2 2 0,-4-4 4 0,3-11-1 16,-7 12 9-16,-2 2 8 0,-4-3-4 0,-1-13 4 15,-3 4 6-15,-1 11-3 0,-2 4-2 0,-2 1 1 16,2-2 5-16,0 5 4 0,2 7 9 0,1 2 4 15,-1 5-3-15,3-1-2 0,-2 5-7 0,4-2-7 16,-4 5-4-16,4 4-3 0,0 0-9 0,0 0 1 16,0 0 0-16,0 0-2 0,5 30 1 0,-1-1-5 15,2 4 2-15,-1-1 1 0,1 16-2 0,-1-1 1 16,4-2 3-16,-3-9 12 0,-1-3-2 0,-1 2-3 16,4-3-1-16,-1-2 4 0,2-4-9 0,2 2-1 15,-1-3 3-15,1-8-8 0,-1-1-4 0,1-3-4 16,1 0-1-16,0-3-10 0,-2-2-5 0,0-2 1 15,1-1 5-15,1-3 2 0,-1-2 0 0,0-1 0 16,2-1 5-16,-4-5-5 0,-1 0 4 0,-1-2 0 16,3-5 1-16,-1 0 3 0,-3-2-1 0,-1 2-1 15,-3-4 1-15,1 3 12 0,-2-3-11 0,1 7 3 16,-2 1 9-16,0 0 8 0,0 4 5 0,0 6-4 16,0-12-1-16,0 12-9 0,2-6-3 0,-2 6 0 15,0 0-2-15,0 0 0 0,0 0 0 0,0 0-2 16,8 18 1-16,-5-13-2 0,5 5 4 0,-2 0 0 15,-1-2-4-15,2 1 2 0,1 0-2 0,-1 1 3 16,5-5 2-16,-3 2-3 0,0-3 6 0,1-2-5 16,-2 1 2-16,1-1 1 0,2-2 2 0,-1-1-3 15,1-2 2-15,-1 0 0 0,-3-1 1 0,-2-1 2 16,1 0 1-16,0-3-1 0,2-1-1 0,-5-1-2 0,3 0 3 16,-3 3-3-16,1-2 0 0,-2 3 0 15,-2 6 0-15,4-10-3 0,-4 10-4 0,1-6-6 16,-1 6-2-16,0 0 2 0,0 0 1 0,0 0 4 15,8 18-2-15,-6-2-1 0,-1 3 3 0,2-2 4 0,-2 8-4 16,1 1 1-16,1-3-2 0,3 1 2 0,-4 0-19 16,0 2-24-16,3-1-31 0,-2-8-33 15,-1 3-33-15,5-2-23 0,-1 1 19 0,6 4-28 16,-5-6-31-16,2 0-110 0,-3-5-338 0,-1-2 150 16</inkml:trace>
  <inkml:trace contextRef="#ctx0" brushRef="#br0" timeOffset="86647.67">11098 8009 109 0,'2'-7'160'0,"-2"7"-16"16,4-6-7-16,-4 6-6 0,0 0-2 0,0 0-11 16,14 19-6-16,-10-7-6 0,4 3-5 15,-2 1-13-15,0 0-4 0,1-1-11 0,-1 2-7 0,-1 0-5 16,-2-5-7-16,2 1-7 0,-1-2 3 0,-2 0-7 15,1-2-4-15,-1 2-1 0,-2-8 1 0,2 4 7 16,-2-7 14-16,1 7 10 0,-1-7-8 0,0 0-2 16,0 0-6-16,0 0-8 0,0 0-3 15,0 0-2-15,-12-25-6 0,11 14-6 0,1-6-2 0,0 1-1 16,3-9-3-16,-2 3-2 0,3-4-3 0,2 3-1 16,0 5-1-16,-1 0-1 0,1 7 0 0,0 2-4 15,-3-3-1-15,1 8-7 0,0-2-1 0,-1 2-4 16,-3 4 0-16,13-2 2 0,-2 5 1 0,-1 3 1 15,0 1 0-15,3 5-1 0,1 2-1 0,-3 1 4 16,-1 2-17-16,1-1-18 0,-2 7-23 0,-3-4-44 16,3 0-40-16,-2-3-43 0,1 0-181 0,-3-2-392 15,2-2 173-15</inkml:trace>
  <inkml:trace contextRef="#ctx0" brushRef="#br0" timeOffset="86961.48">11558 8004 19 0,'-1'-11'250'16,"-2"-2"-7"-16,0 4-14 0,1 3-3 0,-1-1-26 16,3 7-18-16,-9-7-20 0,9 7-15 0,-11 3-20 15,11-3-13-15,-18 11-8 0,8-3-12 0,-1 6-5 16,2 2-14-16,1 1-7 0,0 1-5 0,3 0-7 16,2-1-9-16,2-3-15 0,1-2-13 0,0 0-19 15,0-1-12-15,3-2-8 0,-1-2-15 0,2-3 1 16,0 1 10-16,-4-5 0 0,10 5 1 0,-10-5 8 15,10-4-2-15,-3-1 4 0,0 0 7 0,1-5 12 16,-3 0 16-16,1-1 0 0,0 0 0 0,0-3 9 16,0 2 10-16,-2 0 13 0,1 0 7 0,-3 3 2 15,4 0 1-15,-6 3-5 0,0 6-10 0,5-9-8 16,-5 9-8-16,3-5-9 0,-3 5-10 0,0 0-3 16,0 0-4-16,0 0-18 0,10 14-23 0,-6-8-23 0,1 5-47 15,0 0-46-15,1 0-42 0,2 2-209 16,-6-2-433-16,2-1 192 0</inkml:trace>
  <inkml:trace contextRef="#ctx0" brushRef="#br0" timeOffset="87471.93">11728 7984 191 0,'-2'-10'191'0,"2"10"-24"0,0 0-18 0,0 0-21 16,3-6-8-16,-3 6-11 0,0 0-12 0,0 0-8 0,10 18-12 15,-6-11-2-15,0 6-5 0,1-4-8 0,-1 1-6 16,-2 0-6-16,1-1-2 0,1-3-12 16,-4 1 6-16,0-7-5 0,2 10 7 0,1-6 17 15,-3-4 16-15,0 0 19 0,4 8 3 0,-4-8-2 16,0 0-2-16,0 0-6 0,0 0-10 0,0 0-9 0,0 0-6 16,0 0-4-16,-5-28-6 0,5 18-4 0,1 0-5 15,0-3-6-15,2 1-5 0,1-1-4 16,4-2 1-16,1 0-10 0,1 2-3 0,-2 4-1 15,1 0 1-15,2 1-7 0,0 2-7 0,-6 2-2 0,5 1-4 16,1 3 5-16,1 1-5 0,-3 1 1 0,5 3 1 16,-6 1-2-16,1 1 1 0,0 3 0 15,-1-4 1-15,0 3 1 0,-2 1-4 0,-1-3 3 16,0 5-2-16,0-7 1 0,-3 4 1 0,-2-3-2 0,4-1-1 16,-1-1 0-16,-3-4 3 0,0 0 3 0,4 8 5 15,-4-8-2-15,0 0-3 0,0 0-7 0,0 0-12 16,0 0 2-16,0 0 2 0,2-20-4 0,1 10 5 15,0-1-4-15,0-4 1 0,5-2 0 0,0 0 6 16,3 1-8-16,-1 1 1 0,3-1 0 0,0 3 2 16,0 0 2-16,1 4-1 0,-4 3-4 0,0 1 1 15,3 1 1-15,-1 4-3 0,-3 2 1 0,2 1 2 16,0 3 2-16,-2 3 1 0,-2 2 2 0,3 2 5 16,-4 4-3-16,-2 0-2 0,1 0-13 0,-1 1-13 15,-2 0-38-15,1 1-30 0,-3 1-27 0,0-3-39 16,2 1-31-16,-2-3-137 0,2-4-364 0,-1-1 162 15</inkml:trace>
  <inkml:trace contextRef="#ctx0" brushRef="#br0" timeOffset="87646.03">12337 7924 193 0,'3'-11'230'0,"-2"4"-1"0,-1 7-14 15,4-13-21-15,-4 13-21 0,0-7-25 0,0 7-12 16,0 0-15-16,0 0-12 0,0 0-8 0,15 17-10 15,-12-6-9-15,4 4-7 0,-3 2-7 0,-1 0-6 16,0 1-14-16,0 7-20 0,1-7-49 0,-4 2-37 16,3-3-59-16,-1 1-49 0,-2-2-158 0,0-1-350 15,0-6 154-15</inkml:trace>
  <inkml:trace contextRef="#ctx0" brushRef="#br0" timeOffset="87803.37">12305 7673 19 0,'-3'-6'130'0,"3"6"-22"0,0 0-25 0,0 0-12 16,0 0-30-16,0 0-50 0,7 28-66 0,-4-14-79 16,1 4 35-16</inkml:trace>
  <inkml:trace contextRef="#ctx0" brushRef="#br0" timeOffset="88011.51">12832 7824 47 0,'1'-6'272'0,"-1"6"4"0,0 0-9 0,0 0-13 16,-15-8-21-16,9 4-14 0,6 4-19 0,-23 7-14 16,8 1-17-16,-1 3-13 0,-1 0-12 0,-4 7-5 15,0 3-22-15,4-1-9 0,-2 5-15 0,6-3-9 0,4-4-10 16,4-1-5-16,1 2-5 0,2-2-10 15,4-2-5-15,2-3-23 0,8 2-21 0,-1-1-29 16,8-2-41-16,6-3-46 0,3-4-56 0,9-4-58 16,-2-2-228-16,3-3-489 0,-2-3 216 0</inkml:trace>
  <inkml:trace contextRef="#ctx0" brushRef="#br0" timeOffset="89363.37">13517 8174 285 0,'-2'-13'275'0,"0"3"-13"0,-2-6-12 15,-2-2-18-15,4 0-18 0,0 0-16 0,-2-7-14 16,4 6-17-16,0-8-13 0,-3 3-16 0,5-2-5 16,-1 2-19-16,1-3-15 0,0 2-8 0,-2-1-9 15,0 1-6-15,4 0-11 0,-1 9-12 0,-1-1 0 16,-1 5-1-16,-1 0-10 0,0 6 2 0,0-1-3 16,0 7-3-16,0-10-4 0,0 10-9 0,0 0-1 15,0 0-6-15,-6-6-2 0,6 6-1 0,0 0-2 16,-22 16 0-16,9-3-5 0,2 1 0 0,0 0-1 15,3 0-8-15,0-1-5 0,3 0-11 0,3 0-4 16,2 0-3-16,2-3-3 0,7 4-4 0,3-3 1 16,5 2-6-16,8-4 1 0,2 1 0 0,0-5-1 15,3-3-2-15,3 0 5 0,-1-1 1 0,-3-2 3 16,-2-1 2-16,-8 2 4 0,-2 3 14 0,-4-3-1 16,-2 3-4-16,-6-1 2 0,3 2 6 0,-3 2-4 15,-1 0 0-15,1 2 4 0,0 2 1 0,-5 0 0 16,2 3 0-16,0-1 0 0,-2 5 1 0,0-6-1 0,2 3 5 15,0-1-2-15,1 1 1 0,-1-3 1 16,2 0-1-16,1-2 4 0,2 0-4 0,0-1 2 16,1-3-2-16,1 0 4 0,3-2 2 0,-1-3-3 15,0 2 0-15,3-4 2 0,-1-1-2 0,1-2 1 0,-1 0 1 16,1-5 1-16,1 0 1 0,-1-2-5 16,-5-1 0-16,0-1 7 0,-1-1-5 0,-2-1 0 0,0 1-4 15,-4-2 3-15,-2-3 0 0,0 5 2 16,0-2 0-16,-4 0 3 0,2 6 0 0,0-7 6 15,-4 8-2-15,4 1 6 0,0 2 3 0,-1 1 0 0,3 6-7 16,-4-7-4-16,4 7-1 0,0 0-1 16,0 0-2-16,-15 13 1 0,8-3-2 0,0 5 2 15,1 1-3-15,-1 3 2 0,3 0-4 0,1 0 2 16,0-2 5-16,3 1-8 0,3 0-1 0,0-3 4 0,-1-3 2 16,5-1-6-16,1-2 8 0,-1 0-15 0,5-2-3 15,0-3 0-15,0-2-6 0,6-2-1 0,0-1-5 16,-2-3 2-16,0-1 6 0,1-1-3 0,-3-4 4 15,-1-1 1-15,1-1-1 0,-3-2 5 0,0-1-2 16,0-2 6-16,-6-1-3 0,0 2 3 0,1-3 0 16,-2 1 4-16,-1 0-2 0,1-1 3 0,-3 2 6 15,-1 0 2-15,-1 5 8 0,1 5 8 0,0-1 5 16,0 8-5-16,0-12-4 0,0 12-9 0,0 0-4 16,0 0 0-16,0 0-3 0,0 0 3 0,0 0-4 15,0 0 0-15,5 35 3 0,-5-17-1 0,0 0 1 16,0 6-1-16,0-3 5 0,0 2-5 0,0-6 4 15,2 0-2-15,0-1-2 0,-1-3-2 0,-1-2 1 16,1 0 3-16,0-2-6 0,1-2 0 0,0-1 1 16,0 0-1-16,3-2 3 0,-1 2 0 0,-4-6 0 15,12 1 0-15,-12-1 0 0,12 0-1 0,-2-6 1 16,-1 1-3-16,2-1 4 0,1-4 1 0,1 0-6 16,0-3 3-16,-3 0-1 0,3 1-2 0,-1-5-2 15,-4 3-1-15,1-2-2 0,2 2 7 0,-2-2-3 16,-2 3 0-16,2-1 0 0,-3 5 0 0,-1-1-3 15,-2 5 5-15,1-1 4 0,-4 6 2 0,2-11-5 16,-2 11-2-16,2-7-5 0,-2 7-3 0,0 0-2 16,0 0 3-16,0 0 2 0,0 0 1 0,7 18-1 15,-5-9 4-15,0 3-1 0,-1 1 4 0,1-1-4 16,3-1 3-16,-3 2 1 0,3-1-2 0,-2-2 2 16,2 1-1-16,2-5 2 0,0 4 0 0,2-3 6 15,1-5-2-15,3 1-2 0,0-3 2 0,0-3-2 16,7 0 3-16,0-3-3 0,-2-4 2 0,0 3 2 15,-2-5 0-15,-2 0-3 0,-1-2 4 0,-2 3-3 16,-2-4 3-16,-4 5 4 0,1-7 5 0,-2 1 6 16,0 1-3-16,-2 2-1 0,0 3 10 0,-2-1 9 0,2 3 5 15,-2 2 0-15,0 6-1 0,2-11-14 16,-2 11-6-16,0 0-6 0,1-7-8 0,-1 7 7 16,0 0-3-16,0 0-3 0,0 0-2 0,1 27-3 15,-2-9 2-15,0 0-2 0,-1 0 0 0,0 0-17 16,0 1-24-16,4 6-25 0,-4-5-37 0,4-1-43 15,-4-1-56-15,4-2-62 0,-2 2-239 0,2-7-538 16,-4 2 238-16</inkml:trace>
  <inkml:trace contextRef="#ctx0" brushRef="#br0" timeOffset="89529.79">14263 7765 84 0,'0'0'107'0,"0"0"-28"0,10-8-43 0,3 5-35 0,9 3-53 15,-2-1-55-15,15-2 25 0</inkml:trace>
  <inkml:trace contextRef="#ctx0" brushRef="#br0" timeOffset="89767.79">14899 7547 205 0,'-3'-12'276'0,"0"6"-11"16,2-1-1-16,1 7-2 0,-7-12-23 0,5 8-23 15,2 4-25-15,0 0-23 0,0 0-19 0,0 0-14 16,0 0-18-16,6 29-6 0,-1-3-2 16,2 9-4-16,-3 0-11 0,1 12-7 0,-5-12-7 15,1 2-6-15,0 10-9 0,-3-12-6 0,2 0-5 0,-3-3-6 16,2 2 0-16,-2-3-7 0,1-3-5 0,2-2-9 15,-3-7-20-15,2 0-21 0,0-1-30 0,-1-2-35 16,0-2-30-16,-3-3-37 0,3-2-34 0,2-2-40 16,-2-2-35-16,-2 0-160 0,4-5-448 0,-8 4 198 15</inkml:trace>
  <inkml:trace contextRef="#ctx0" brushRef="#br0" timeOffset="90210.49">14769 7832 168 0,'0'0'234'0,"-1"-9"-31"0,1 9-17 16,0 0-21-16,0 0-20 0,5-7-16 0,-5 7-9 15,17-3-12-15,-3 3-10 0,1 0-6 0,4-1-14 16,2 1-4-16,0-1-10 0,0-2-8 0,2 3-5 16,-3-2-4-16,0 2-6 0,0-1-3 0,-9-1-6 15,2 2-5-15,-1 0-1 0,-6 0-4 0,-6 0-5 16,10 0-1-16,-10 0 0 0,9-1-3 0,-9 1 1 15,0 0-2-15,0 0-1 0,9 3 0 0,-9-3-1 16,0 9 4-16,0-9 7 0,-4 17-4 0,-1-7 4 16,1 3-3-16,1-2-1 0,-4 4-3 0,5-2 0 15,0-1-1-15,1-2 0 0,1 2-2 0,0 0 1 16,0-2 0-16,1 1 3 0,-1-4-4 0,4 0-7 16,-4-1 2-16,0-6 3 0,8 10 0 0,-5-7 3 15,-3-3-1-15,12 2-1 0,-6-2 1 0,-6 0 3 16,13-5 0-16,-6 1 5 0,2-4-4 0,-4 1 4 15,5 0-1-15,-4-5 6 0,2 3 7 0,0 1 9 16,-3 0 2-16,2 0-1 0,-2 0-8 0,-2-1 4 16,-1 4-2-16,1 0-2 0,1-1-7 0,-4 6 2 15,4-4-8-15,-4 4-6 0,0 0-9 0,6-4-1 16,-6 4 2-16,0 0 3 0,8 19-5 0,-8-8 2 16,8 3 0-16,-5 3-16 0,1 0-39 0,-1 1-41 15,2-1-57-15,-1-2-68 0,5 2-228 0,-3-3-477 16,-1-4 211-16</inkml:trace>
  <inkml:trace contextRef="#ctx0" brushRef="#br0" timeOffset="90419.48">15422 7915 94 0,'7'-16'249'0,"-5"0"13"15,3 4 0-15,0-1-3 0,3 5-20 0,-4-4-19 16,0 6-22-16,1-1-20 0,-1 4-26 0,-4 3-19 0,11-6-13 15,-6 6-10-15,-5 0-16 0,14 3-9 0,-7 0-9 16,2 3-4-16,-2 4-10 0,0 2 0 16,-2 1-14-16,0 2-32 0,1 0-20 0,-3 3-41 15,-3-1-51-15,-2 1-45 0,4-7-50 0,-1 2-48 16,-2-3-141-16,1 0-411 0,1-5 183 0</inkml:trace>
  <inkml:trace contextRef="#ctx0" brushRef="#br0" timeOffset="90784.06">15803 7699 149 0,'-1'-12'278'0,"-1"3"0"0,0 3-4 0,-2 1-22 16,-1 1-27-16,-1-2-21 0,6 6-18 0,-18 3-17 16,2 7-16-16,-4 7-13 0,-1 3-10 0,0 2-17 0,4 5-14 15,1 0-10-15,4 2-7 0,-1-3-8 0,7 3-7 16,2-1-8-16,4-4-6 0,4-4 2 15,7 4-10-15,1-9-4 0,8 3-9 0,3-5-9 16,5-3-5-16,4-4-7 0,0-7-17 0,3 0-4 0,-2-4-7 16,1-3 0-16,2-2-1 0,-4-4 2 0,-2-2 5 15,-2-2 0-15,-3-1 2 0,-3 0 2 0,-1-3 5 16,-5 1 6-16,-6 4 0 0,-2-2 3 0,-2 0 10 16,-2-7 5-16,-5 7 0 0,0 1 5 0,-3 3 18 15,-1 4 4-15,-2 0 5 0,1 4-7 0,-3 1-3 16,3 4-10-16,-5 2-1 0,-1 4-2 0,-1 3-3 15,-4 3-1-15,1 8-6 0,-1 3-4 0,8 2 3 16,0 3-6-16,5-1-2 0,4-2-12 0,1-3-33 16,2 1-41-16,6-3-34 0,5 3-61 0,5-4-58 15,6-2-70-15,-1-5-178 0,5-4-514 0,-1-3 228 16</inkml:trace>
  <inkml:trace contextRef="#ctx0" brushRef="#br0" timeOffset="92954.35">17011 7813 154 0,'0'0'175'16,"-5"-5"-12"-16,5 5-16 0,-7-3-14 0,7 3-10 0,0 0-15 16,0 0-13-16,-15 9-3 0,10 0-16 15,0 1-6-15,0 4-1 0,-1 4-8 0,4 0-8 16,1 1-13-16,3 0 8 0,1-2-10 0,3 0 3 16,2-1-7-16,3-3-2 0,2-1-2 0,2 0-2 0,-1-5 6 15,4 0-6-15,-1-4-5 0,1-1 3 16,0-2-4-16,1-4 1 0,0 0-2 0,0-4-1 15,-2 1 6-15,1-4 1 0,-3 0-4 0,-5-1-2 16,-1-2-1-16,1 0-3 0,-3-1-5 0,-5-1 2 0,-2 0-4 16,-2-3-1-16,-5 1-2 0,0 2-1 0,-5-1-3 15,-1 2 3-15,-2 1-2 0,0-1 3 0,-2 3-5 16,2 3-1-16,-3 0 3 0,3 3 2 0,-1 3-4 16,3 1-5-16,0 0 3 0,1 2-4 0,3 2 2 15,0 0-1-15,-1 1-3 0,3 2 4 0,2-1-5 16,0 2 4-16,5-6-4 0,3 13 6 0,2-7-5 15,4 1 1-15,4-1 1 0,6-2-8 0,2-4 7 16,11-1-5-16,2-4-2 0,0-3-2 0,3 0-3 16,-2-3 0-16,-2-1-2 0,-1-2 4 0,-4-1 2 15,-1-1 0-15,-11 6-3 0,4-11 5 0,-5 1 7 16,-5 1-2-16,2-3 3 0,-7 4-1 0,1-8 20 16,-6 7-2-16,2 1 15 0,-2 0 19 0,-4-1-5 15,0 4-5-15,0 4 0 0,-1 1 17 0,1 0 23 16,3 5-5-16,1 5-7 0,-4-10-12 0,4 10-9 15,0 0-7-15,0 0-3 0,0 0-4 0,0 0-7 16,-1 44 3-16,3-16-4 0,0 6-3 0,5 13-1 16,2 0 1-16,1 4-4 0,-2-2-1 0,2 6 3 15,-2-7-3-15,-2 0 3 0,3-5-8 0,-1-5 2 16,0-5-2-16,1 13-1 0,-4-15-17 0,2-1-26 16,0 1-35-16,-3-2-28 0,-1-4-35 0,1-5-49 15,-1 4-60-15,-6-6-124 0,2-1-394 0,-3-5 175 16</inkml:trace>
  <inkml:trace contextRef="#ctx0" brushRef="#br0" timeOffset="93110.81">17563 7932 64 0,'22'-15'161'0,"6"-5"-17"0,2 3-22 16,4 2-26-16,1 0-28 0,13-7-31 0,-2 7-36 15,-9 5-38-15,0 2-73 0,-2-1-118 0,3 1 52 16</inkml:trace>
  <inkml:trace contextRef="#ctx0" brushRef="#br0" timeOffset="93335.86">18366 7541 45 0,'1'-8'258'0,"0"-3"-12"0,-1 2 1 16,0 9-1-16,1-13-17 0,-1 13-22 0,3-9-21 15,-3 9-25-15,0 0-15 0,0 0-18 0,0 0-8 16,0 0-14-16,11 23-4 0,-7-4-11 0,3 8-6 16,-4 3-8-16,4 0-6 0,-4 3-4 0,1 0-8 0,-1-1-5 15,0 1-5-15,0 0-3 0,-1-3 1 16,2 1-9-16,-4-5-9 0,1 0-25 0,1-1-24 16,-2-5-28-16,0-4-30 0,2 4-29 0,-5-5-30 15,4 2-36-15,-3-4-24 0,-1-1-31 0,-1-1-132 16,-2 0-389-16,1-4 172 0</inkml:trace>
  <inkml:trace contextRef="#ctx0" brushRef="#br0" timeOffset="93578.2">18314 7545 116 0,'5'-16'167'0,"1"1"-11"0,1 0-8 0,5 2-9 16,-2 1-1-16,4 3-14 0,-3 1-8 0,2 5-17 15,0 1-13-15,-1 2-7 0,-2 2-8 0,2 1-8 0,0 7-2 16,-4-4-6-16,3 7-5 0,-3 2-6 0,-3 3 0 16,-2 1-7-16,-3 4-1 0,-6 3-6 0,0-1 0 15,-4-1-3-15,-4-1-1 0,0 1-4 16,-5-1 0-16,-2 0-1 0,2-2-4 0,-2-1-11 16,6-7-20-16,1 0-40 0,0-3-22 0,4-3-42 0,2 1-46 15,-1-4-104-15,3-2-289 0,6-2 127 0</inkml:trace>
  <inkml:trace contextRef="#ctx0" brushRef="#br0" timeOffset="94290.59">18921 7557 133 0,'3'-4'190'0,"-3"4"-15"0,0 0-19 0,0 0-25 16,0 0-13-16,0 0-8 0,0 0 2 0,6 14 5 15,-5-4-8-15,1 3-10 0,-2 4-6 0,2 1-12 16,-2 2-2-16,2-1-9 0,-4 0-2 0,2 5-9 15,0-4-6-15,0-1-1 0,2 0-8 0,-2-2-4 16,0 0-2-16,1-2-7 0,0-4 0 0,-2 7-2 16,1-6-6-16,1 0-25 0,-1-2-30 0,0-3-34 15,-1 2-28-15,1-9-42 0,1 10-29 0,-1-10-126 16,-2 8-316-16,2-8 140 0</inkml:trace>
  <inkml:trace contextRef="#ctx0" brushRef="#br0" timeOffset="94474.64">18886 7600 9 0,'0'-8'184'0,"0"8"-29"0,0 0-10 0,3-4-13 16,-3 4-9-16,0 0-13 0,20 5-6 0,-9-1-8 16,7 0-14-16,2 4-8 0,0-2-5 0,8 1-9 15,0 2-13-15,-1-2-32 0,2 0-25 0,2-1-36 0,-2-1-34 16,-2-1-35-16,-10 1-78 0,0-3-208 15,-2-1 93-15</inkml:trace>
  <inkml:trace contextRef="#ctx0" brushRef="#br0" timeOffset="94655.26">19296 7541 68 0,'-3'-10'225'0,"2"4"-2"0,1 6-7 0,-3-11-6 15,3 11-11-15,-1-9-16 0,1 9-20 0,0 0-22 0,0 0-15 16,0 0-12-16,0 0-17 0,0 0-6 0,0 0-9 15,0 0-6-15,3 43-7 0,-2-24-7 16,4 5-6-16,-6 3-2 0,1-9-11 0,0 9-13 16,0-4-42-16,0-3-32 0,-3-1-45 0,8-3-47 0,-3 1-52 15,-4 2-156-15,4-8-372 0,-1 0 165 0</inkml:trace>
  <inkml:trace contextRef="#ctx0" brushRef="#br0" timeOffset="94947.24">18689 7819 117 0,'0'0'143'16,"36"-1"-40"-16,-17-5-42 0,1 4-62 0,1-2-70 15,7-2-76-15,-7 2 34 0</inkml:trace>
  <inkml:trace contextRef="#ctx0" brushRef="#br0" timeOffset="121427.98">19871 7788 100 0,'0'0'153'0,"0"0"-6"0,0 0-3 15,0 0-7-15,0 0-15 0,0 0-16 0,0 0-2 16,0 0-14-16,8-24-11 0,-2 13-10 0,-1 3-6 15,0-2-1-15,3 0-5 0,2 0-2 0,-4-2-4 0,3-1-16 16,-3 1 12-16,0 3-4 0,1-3-4 0,-3 2-1 16,3-1 3-16,-3 4-2 0,0 0 1 0,-2-1-4 15,1 3-3-15,-3 5 0 0,5-10-2 16,-5 10-5-16,2-8-4 0,-2 8-5 0,3-6-5 0,-3 6-12 16,0 0 4-16,0 0-1 0,0 0-3 0,9 16 2 15,-8-5 4-15,3 8-1 0,-1 5 0 0,-1 3-4 16,3 3 4-16,-5 3-2 0,1 1-1 15,-1-2 2-15,2 2 0 0,-2-2 1 0,0 0 0 16,0 0-3-16,0-3 1 0,2-3-2 0,-2 3 1 0,1-3 3 16,2-3 2-16,-3-2-7 0,3-2-5 0,-2-2-16 15,0 0-6-15,2-1-24 0,-2 1-17 0,2-2-29 16,-3 1-23-16,1-6-25 0,-4-1-124 0,-1 1-291 16,-1-2 129-16</inkml:trace>
  <inkml:trace contextRef="#ctx0" brushRef="#br0" timeOffset="121849.93">20132 7531 98 0,'0'0'130'0,"0"0"5"0,0 0 3 0,0 0-16 16,0 0-7-16,-9-22-6 0,9 13-7 0,0 9-6 16,1-22-8-16,3 9-14 0,1-3-4 0,0 2-10 15,1-2-7-15,2 1-6 0,1 3-2 0,-1 2-10 16,-1 1-3-16,2 3-10 0,-2 0 0 0,4 3-5 16,-1 2-2-16,2 4-2 0,-2 2-6 0,0 1-2 15,6 8-14-15,-5 3-9 0,4 3-20 0,-3 3-24 16,-2 4-25-16,0 4-31 0,1 1-102 0,-9 0-238 15,5 4 106-15</inkml:trace>
  <inkml:trace contextRef="#ctx0" brushRef="#br0" timeOffset="122481.46">21141 7675 151 0,'-5'-6'167'0,"-4"1"-6"0,-2 1-13 16,-1 3-6-16,-6-2-13 0,4 3-10 0,-2 1-12 0,-4 2-8 15,1 2-11-15,1 4-5 0,-1 3-10 0,-3 3-12 16,1 2-6-16,6-6-8 0,0 11-5 16,5-6 0-16,1 0-3 0,3 1-5 0,2-5-5 15,4 3 1-15,0 3-10 0,4-7 0 0,0 6-4 0,1-6-4 16,2-2-6-16,2 1 4 0,0-1-1 0,0-3-1 15,3-2-1-15,-2-1 2 0,3-1-1 16,-2-4-1-16,1-1-4 0,0-4 5 0,4-2 3 16,-1-2 6-16,-3-2 7 0,-1-2 15 0,-1-5-6 15,3-2 4-15,-5 3 9 0,2-7-2 0,-2-3-3 0,-2-3-5 16,-2 0 1-16,0 1-2 0,-2-3-3 0,2-1 2 16,-3 1-3-16,1 0 0 0,-4 3-3 0,1 0-4 15,2 3 7-15,-2 3 4 0,1 7 2 0,-1 2-1 16,0 4-2-16,-1 3-3 0,0 3-4 0,2 6-8 15,1-12-6-15,-1 12 1 0,0 0-5 0,0 0-9 16,0 0 2-16,0 0-1 0,0 0 4 0,8 30-4 16,-3-2 1-16,-1 0-1 0,0 2 5 0,2 1-5 15,3 0 2-15,-5 1 0 0,2-1 0 0,1 0 0 16,-2-3-1-16,6-2 1 0,-2 0-1 0,-1-3 1 16,1-4-8-16,0-4-3 0,1 1-5 0,3-2-5 15,-1 0-14-15,-3-3-4 0,0-3-4 0,3 1-2 16,-3-3-2-16,1-2-2 0,-2-2 2 15,-1-1 10-15,5-1 3 0,-12 0 0 0,13-2 6 0,-6-3 7 16,0 0-3-16,-1-5 4 0,-1 0 0 0,-2-1 5 16,-1 0 7-16,1-1 4 0,-3 2 13 0,1-1 8 15,0 0 4-15,-1 2-1 0,0 1 6 0,0-1-3 16,0 9-3-16,2-8-5 0,-2 8-4 0,0 0-6 16,0 0-1-16,0 0-2 0,0 0 0 0,0 0-1 15,0 0-3-15,0 0-1 0,9 17-18 0,-4-9-28 16,-2 3-29-16,3 0-33 0,-1-1-41 0,3 0-32 15,2 4-152-15,-4-5-361 0,0 0 159 0</inkml:trace>
  <inkml:trace contextRef="#ctx0" brushRef="#br0" timeOffset="122647.11">21306 7385 58 0,'-3'-7'141'0,"3"7"-26"16,-1-7-38-16,1 7-10 0,0 0-13 0,0 0-26 16,0 0-34-16,18 15-34 0,-5-1-43 0,-2-1-89 15,7 6 39-15</inkml:trace>
  <inkml:trace contextRef="#ctx0" brushRef="#br0" timeOffset="122909.95">21617 7768 142 0,'0'0'148'16,"0"0"-2"-16,0 0-2 0,3 5-9 0,-3-5-5 15,0 0-6-15,0 0-7 0,0 0-7 0,0 0-7 16,0 0-4-16,0 0-7 0,0 0-6 0,0 0-11 16,20-14-4-16,-14 6-9 0,0-1-5 0,1 0 1 15,-3 1-1-15,2-2-4 0,-2 0 1 0,-3 0-6 16,2 1-4-16,-3-2 4 0,0 11-15 0,-2-12-3 15,2 12-3-15,-3-12-6 0,3 12-1 0,-3-7-4 0,3 7-10 16,0 0-11-16,-9-4-9 0,9 4-20 16,0 0-20-16,-14 15-29 0,11-10-34 0,-2 7-21 15,0-1-31-15,4 1-122 0,-1-2-315 0,3-4 141 16</inkml:trace>
  <inkml:trace contextRef="#ctx0" brushRef="#br0" timeOffset="123478.9">21931 7622 26 0,'4'-4'191'0,"-3"-2"5"0,-1 6-3 16,3-12-7-16,-3 12-10 0,0-10-4 0,0 10-14 15,0 0-11-15,-7-8-18 0,7 8-14 0,0 0-11 16,-13 1-11-16,13-1-14 0,-17 12-5 0,6-4-10 16,-3 2-5-16,5 6-3 0,-1-3-11 0,1 0-2 15,2 1-5-15,3-1-4 0,0-3-5 0,3 1-5 16,-1 1-1-16,4-2-1 0,-1-2-4 0,0 3-6 15,2-4-4-15,1-2-2 0,-2-1-4 0,3 1-2 0,2-2-2 16,-7-3 3-16,10 1 3 0,-10-1 1 16,11-4-4-16,-3-3 2 0,-3-1 2 0,3-7 0 0,-2-1 1 15,1 0-5-15,1-1 10 0,-4-1-5 0,-1-8 2 16,1 2 1-16,-3-4 4 0,-1-3-3 16,1 3 3-16,-2 1-1 0,-2-3 1 0,1 1 1 15,1-1 1-15,-1 1 1 0,0 1 3 0,2 3-3 16,-3 9 3-16,1 3 9 0,2 2 6 0,-2 1-9 0,1 5-2 15,1 5-13-15,-4-10-3 0,4 10-1 0,0 0 1 16,0 0-4-16,0 0 0 0,5 43 0 0,-1-15 1 16,-3 6 1-16,6-2 0 0,-2 2-4 15,0-5 3-15,3 6 2 0,-1-3 0 0,4-2-2 0,-1-2-5 16,1 1 4-16,6-6 0 0,1-4 0 0,-3 0-1 16,7-3-3-16,-5-9 3 0,2 2-6 15,0-2-4-15,3-4-6 0,-2-1 0 0,1-4-4 0,0-1-1 16,-1-1 1-16,-1-3 4 0,-3-1 4 0,0-5-2 15,-4 1 1-15,0-6 4 0,-4 3-3 0,-2-2 1 16,-2-2 0-16,-2 0 4 0,0-1 3 0,-4 5 5 16,1-2-1-16,-3-1 7 0,0 7 0 15,1 2 14-15,0 2-5 0,0 1-6 0,3 6-1 0,-7-10-3 16,2 9-4-16,5 1-2 0,0 0 1 0,-17 14 0 16,12-3-2-16,-4 4 1 0,4 0-2 0,1 1-6 15,1 0-15-15,3 3-17 0,4-1-29 0,0-2-22 16,6 3-48-16,4-7-34 0,7 5-49 0,-2-8-134 15,9 0-382-15,0-4 170 0</inkml:trace>
  <inkml:trace contextRef="#ctx0" brushRef="#br0" timeOffset="126214.76">23389 7528 69 0,'-7'-6'179'16,"-2"0"-16"-16,0 0-14 0,-3 1-13 0,1 3-6 0,-2-1-19 15,0 0-9-15,0 1-8 0,-5 3-12 16,4 2-8-16,-4 2-6 0,2 4-11 0,1-2 3 15,2 4-11-15,-1 0-4 0,1 4-9 0,2-2-5 16,1 4 2-16,4-1-2 0,1-1-6 0,2 3 0 0,0-1-8 16,3-6 1-16,3 2 1 0,0-3-6 0,1 2 4 15,1-4-3-15,0 3 3 0,3-4-6 16,1 1-1-16,0-1 3 0,1-3-6 0,0-1 5 16,0 0 0-16,1-2 1 0,-1-5 1 0,1 2-2 0,0-3-1 15,-1-4-2-15,2-3 0 0,-1-1 4 0,0 2 0 16,-3-6 7-16,0 3-5 0,-2-5 10 15,1 3 0-15,-1-2-2 0,-2 2 0 0,-2 4 4 16,3-4 2-16,-3 8 10 0,-1 0 6 0,0 2-5 0,2 0-8 16,-3 6-6-16,0 0-5 0,3-6-5 0,-3 6 0 15,0 0-6-15,0 0-1 0,0 0 4 16,0 0-4-16,8 26-1 0,-4-12-2 0,0 3-2 0,0 0-17 16,1-2-24-16,1 3-21 0,0-1-26 0,1 3-29 15,1-7-18-15,3 3-32 0,-3-3-26 0,1 0-97 16,0-4-311-16,2-3 138 0</inkml:trace>
  <inkml:trace contextRef="#ctx0" brushRef="#br0" timeOffset="126425.29">23647 7373 204 0,'-1'-12'255'0,"1"1"-13"15,0 6-25-15,0 5-15 0,-1-10-27 0,1 10-23 16,0 0-20-16,0 0-14 0,0 0-10 0,0 0-13 15,0 0-9-15,5 30-3 0,-2-13-11 0,2 6-3 16,-1 5-10-16,1 2-6 0,0 0 0 0,0 1-7 16,0 0-4-16,1-1-9 0,-2-2-27 0,-1-1-28 15,2-3-26-15,0 2-41 0,-1-7-33 0,1-1-41 16,-1-1-43-16,-3-5-103 0,2-1-335 0,-3-1 148 16</inkml:trace>
  <inkml:trace contextRef="#ctx0" brushRef="#br0" timeOffset="126579.7">23564 7488 24 0,'0'0'183'0,"3"-9"-23"0,2 3-20 16,6 1-8-16,6 0-21 0,5-3-18 0,10 0-38 16,6 0-25-16,18-2-26 0,6 3-34 0,2-5-20 15,1 4-35-15,24-2-44 0,-29 1-138 0,-1 2 62 16</inkml:trace>
  <inkml:trace contextRef="#ctx0" brushRef="#br0" timeOffset="126890.26">24543 7321 107 0,'5'-2'174'0,"1"-2"8"0,-6 4 5 0,5-6-13 15,-5 6-13-15,0 0 2 0,0 0-8 0,-20-6-4 16,8 6-6-16,0 0-7 0,-1 3-13 0,-1 1-8 16,-1 4-13-16,-2 1-7 0,3 3-12 0,0 1-2 0,1 0-11 15,2 0-9-15,3 2-6 0,2-1-6 16,2-1-4-16,-1 2-3 0,5-3-5 0,2 1-3 0,1-3-8 15,1 2 5-15,2-5-8 0,2 0-3 16,3 0-7-16,0-3 0 0,7-1-6 0,0 1 0 0,1-4-2 16,0-4-1-16,-3-1-1 0,4 0 6 15,-5 0-6-15,-4-2 2 0,1-2-2 0,-3 0 0 16,1 0 1-16,-1 0 6 0,-3-1-1 0,-2-3 2 16,0 4 4-16,1-1 7 0,-1 2 7 0,-1 2 4 0,-3 6-2 15,3-9-4-15,-3 9-6 0,4-6-9 0,-4 6-5 16,0 0 3-16,0 0 4 0,0 0-10 15,0 0-1-15,8 23 3 0,-5-7-5 0,-1-1-23 0,2 2-22 16,6 7-22-16,-2-5-46 0,1-4-42 0,3 0-63 16,8 2-230-16,-4-2-482 0,7-2 214 0</inkml:trace>
  <inkml:trace contextRef="#ctx0" brushRef="#br0" timeOffset="127145.82">25382 7125 232 0,'1'-19'272'0,"-4"1"5"0,2 7 2 0,0-1-11 0,0 3-14 15,0 3-28-15,1 6-18 0,-2-10-33 0,2 10-20 16,0 0-22-16,0 0-15 0,0 0-10 0,3 28-11 16,-3 0 1-16,0 4-18 0,3 14-5 0,-3 3-8 15,0-2 1-15,2-2-18 0,3 1-5 0,-5-12-2 16,0 2-5-16,2-2 0 0,3 11-5 0,-2-13-1 15,3 2-6-15,-2-1-22 0,-4-2-21 0,5 1-28 16,-1-3-37-16,-2-1-49 0,-2-1-48 0,1-8-48 16,-1 1-34-16,-3-3-166 0,-1-4-461 0,0-1 204 15</inkml:trace>
  <inkml:trace contextRef="#ctx0" brushRef="#br0" timeOffset="127508.3">25232 7509 97 0,'0'-9'203'0,"0"9"-18"0,5-12-19 16,4 3-14-16,0 3-17 0,7-3-8 0,-1 0-8 15,4 2-15-15,0 1-10 0,11-1-6 0,1 0-13 16,-2 1-7-16,0-1-6 0,-1 6-6 0,-1-3-7 16,-7 4 1-16,-2-3-5 0,-4 3-11 0,-2 0-2 15,1 0-2-15,-5 0-9 0,-8 0-2 0,13 3-1 16,-9 0-3-16,-4-3-1 0,10 6-3 0,-8-2 2 15,-1 4-4-15,-1-8 3 0,2 16 0 0,0-6-1 16,-2 0 1-16,0 2 4 0,2-2-6 0,-2 2 3 16,2 0-3-16,0-3-2 0,-1 0-2 0,3 1 0 15,4-2 1-15,-3 0 6 0,4-4-8 0,-2 0 7 16,1 1 3-16,4-3-2 0,-1-4 0 0,0 2 3 0,1-2 3 16,1-2 4-16,-1 1 10 0,-3-1 4 0,0-5-4 15,0 0-2-15,-4 1-2 0,-1-4-4 0,-2 2-4 16,-2-2-16-16,-5-3-19 0,-1 0-20 0,-2 5-27 15,-4-2-14-15,3 2-19 0,-5 0-31 0,-2 4-11 16,2 2-11-16,1 4-13 0,-1 0-126 0,2 4-308 16,1-1 136-16</inkml:trace>
  <inkml:trace contextRef="#ctx0" brushRef="#br0" timeOffset="127822.54">25812 7614 187 0,'9'-4'215'0,"4"-5"-2"0,-2 1-3 0,-1-2-2 0,1-3-11 16,-2 2-14-16,0-3-7 0,0 0-13 0,0 1-14 16,-5-2-13-16,1-2-3 0,-4 1-14 0,-1-2-10 15,-1 3-12-15,-2-2 15 0,3 0-11 0,-4 5-11 16,2-5-11-16,-1 6-7 0,2 0-8 0,-2 1-9 16,1 3-5-16,2 7-8 0,-2-12-4 0,2 12-10 15,0-8-7-15,0 8 5 0,6-6-6 0,-6 6-7 16,9-1 0-16,-9 1-3 0,19 2-1 0,-6 3-1 15,-1 0-2-15,5 4-2 0,-8 0-3 0,5 3 3 16,-1-1-3-16,-1 2 0 0,0 0-5 0,-3 2 7 16,-1-2 0-16,0 3-1 0,-3-1-10 0,1-4-17 15,-4 0-17-15,4 3-18 0,-4-3-28 0,2 1-34 16,-2-2-26-16,1 0-5 0,1 0-20 0,-2-3-12 16,2 0-12-16,-1-2-2 0,1 1 2 0,2-3-98 15,-6-3-321-15,12 2 142 0</inkml:trace>
  <inkml:trace contextRef="#ctx0" brushRef="#br0" timeOffset="128253.73">26153 7553 556 0,'7'-9'-11'0,"2"1"21"15,-2-1 24-15,-1 0 14 0,1-3 10 0,-2 1 14 16,-2-7 18-16,-1 2 18 0,2 1 16 0,-4-2 5 16,0 5 1-16,0 1 20 0,0 1 13 0,-2 4 3 15,2 6-5-15,2-13-16 0,-2 13-16 0,0-7-18 16,0 7-15-16,0 0-9 0,0 0-13 0,0 0-4 16,0 0-4-16,0 0-12 0,9 17-8 0,-5-8-1 15,-4 2-3-15,2 4-5 0,0-6-3 0,1 2-5 16,4-1 2-16,-3 1-4 0,3-2-3 0,-1 0 5 15,4-3-11-15,-3 2-1 0,1-4 0 0,1 1-4 16,1 0-3-16,-4-4 3 0,1 2-5 0,-7-3 6 16,20-4-6-16,-13 2 4 0,1-1-4 0,2-2 4 15,-3-1-1-15,-3 0-6 0,3-3-2 0,-1 1 4 16,-4-1-2-16,4-2 0 0,0 3-4 0,-4-1 2 16,3 3 1-16,-5 6-3 0,2-10-3 0,-2 10 3 15,0-7-7-15,0 7-3 0,0 0-2 0,0 0 4 16,0 0 1-16,0 0 2 0,0 0 0 0,18 12-2 15,-15-7 3-15,3 3-1 0,-2-4 3 0,3 3-2 16,0-3-1-16,2 0 2 0,0-1 2 0,0 1 2 16,4-2 2-16,-2-4-1 0,3 1-4 0,-5-4 6 15,2 0-2-15,1 0 0 0,-3-3 1 0,-1 0 6 16,2 1 2-16,-4-6 7 0,-3 4-5 0,1-4 1 0,-2 2 2 16,-2-4 0-16,-2 0-1 0,-2-3-3 15,1 7-3-15,1-2-4 0,-5 2-12 0,2-1-18 16,-1 4-14-16,1-1-15 0,-1 0-26 0,2 5-35 15,4 4-42-15,-8-6-24 0,8 6-9 0,0 0-13 0,0 0-6 16,0 0-5-16,0 0-120 0,19 11-361 0,-6-6 159 16</inkml:trace>
  <inkml:trace contextRef="#ctx0" brushRef="#br0" timeOffset="128769.77">26729 7286 80 0,'27'0'65'0,"-10"0"29"16,-3-3 13-16,-3 2 20 0,-3 0 13 16,0-1-1-16,-8 2 15 0,9-3 18 0,-9 3 8 0,4-5-2 15,-4 5-3-15,0 0-6 0,0-7-1 0,0 7-12 16,0 0-9-16,0 0-13 0,0 0-13 15,-23 3-14-15,13 3-12 0,-3 2-5 0,-2 4-6 0,2-1-6 16,-1 3-6-16,4 0-5 0,-1 2-11 0,1-3-7 16,3 0 2-16,1-1-9 0,4-1-6 0,-1 1-2 15,1-2-4-15,2-1-3 0,3 0 0 0,-1-2-4 16,2-2-7-16,3 0-8 0,-1-2 1 16,4 1-7-16,-2-4 0 0,3 0-2 0,-1-4 1 0,3 2 1 15,-4-3-4-15,1 0 2 0,0-1 1 0,-1-2-1 16,-3 1 2-16,2-2 2 0,-1-2-1 0,-1 0 0 15,-2 0 0-15,1-1-1 0,0-3 0 0,0 5-5 16,-1-2 4-16,0 2-3 0,-2 4 2 0,1-1-1 16,-3 7-5-16,2-8-6 0,-2 8 0 0,0 0 0 15,0 0 1-15,0 0 0 0,0 0 0 0,12 12 2 16,-8-3 4-16,-2 1-1 0,2 2 3 0,1-3-1 16,-1 4-2-16,1-3 4 0,2 0 1 0,0 0 0 15,-3 0 0-15,2-2 2 0,-1 0-4 0,6-3 1 16,-6-1-1-16,1-3-1 0,1 3-3 0,-7-4 2 15,14-2 4-15,-5-1-3 0,-1-2 1 0,2 0-2 16,-1-2 3-16,-1-1 2 0,-1 1 1 0,3-2 0 16,-2-1-1-16,-5-1-2 0,3-1 2 0,1 2-3 15,2-3 3-15,-4 3-3 0,-1-2 6 0,0 2 0 16,1 2 0-16,-1-1 5 0,-1 4 0 0,-1 0 1 16,-2 5-6-16,0 0-1 0,5-8 0 0,-5 8-8 15,0 0 1-15,0 0 2 0,11 10-2 0,-9-2 2 0,2 1 3 16,-2 2 3-16,0 1-1 0,-4 3-2 15,4-1 6-15,2 0-4 0,-2-1-8 0,2-1-20 16,1-1-32-16,1 1-30 0,1-1-39 0,2-2-35 16,6-1-36-16,2-3-38 0,2-1-182 0,0-3-451 15,8-2 200-15</inkml:trace>
  <inkml:trace contextRef="#ctx0" brushRef="#br0" timeOffset="129160.82">27526 7332 172 0,'4'-12'196'0,"-2"-2"17"16,0-1-4-16,-2-2 3 0,-3 4 1 0,0 4-4 15,-1-1 8-15,-1 2-2 0,-2-2-16 0,3 5-12 0,-1-1-10 16,-2 3-26-16,7 3-18 0,-20-2-10 16,9 6-8-16,-5 2-21 0,-2 3-8 0,2 3-11 15,-6 4-1-15,8-1-11 0,-6 4-5 0,3 0-8 16,7-6-2-16,3 4-7 0,1-1-6 0,1-2-2 0,1-1-14 16,2-2-18-16,4 1-11 0,-2-1-8 0,5-3-8 15,1 1-3-15,1 0-11 0,4-5-9 16,1-1-2-16,2-3-8 0,1 0 5 0,5-3 2 15,-2 0 3-15,0-6 3 0,-5-1 8 0,1 1 6 0,-1-5 9 16,1 0 10-16,-5-4 9 0,4-4 7 0,-4-3 5 16,-4-1 10-16,-3-5-1 0,2 2 6 0,-2-3 1 15,-2 0 0-15,1-1 2 0,-1-2 1 16,-3 0 6-16,3-12 4 0,-1 18 3 0,-2 4 28 16,1 5 15-16,2 5 10 0,-2 3 12 0,0 4-15 0,2 1 1 15,0 7-20-15,-1-9-16 0,1 9-15 0,0 0 4 16,0 0-9-16,-9 23-4 0,6 4 15 0,-3 4-20 15,2 3 4-15,-5 11-6 0,2-9 10 16,4 0-25-16,-5 10 10 0,6-14-3 0,2 0-18 0,0 3-32 16,2-8-43-16,2 2-53 0,1-3-51 0,2 0-65 15,1-7-52-15,4 3-261 0,-4-6-603 0,6-4 267 16</inkml:trace>
  <inkml:trace contextRef="#ctx0" brushRef="#br0" timeOffset="130528.12">28378 7135 85 0,'-5'-6'230'0,"0"2"-8"0,1-2-13 16,4 6-17-16,-11-5-20 0,1 5-17 0,10 0-17 15,-15 9-16-15,1 2-9 0,3 2-11 0,-2 3-13 16,-1 5-5-16,5 1 10 0,1-4-8 0,2 0-9 16,2-2-11-16,2 3-3 0,3-3-4 15,-1 0-7-15,3 0-4 0,4-2-8 0,-2-4-2 16,3-1-2-16,2 0-9 0,4-3-3 0,-2-1-9 16,7-1-4-16,-2-3-4 0,3-1 0 0,-1-2-8 0,3-2-3 15,-4-3 1-15,7-3-1 0,-7 1 4 0,-3-1-3 16,-2-3 4-16,0 0-1 0,-1-3 0 0,-2-1 2 15,1 0 3-15,0-5-6 0,-2 4 6 16,-5-1 1-16,4-1 2 0,-4 3 11 0,1 1 6 0,-2 5 9 16,1 3 4-16,-3 2-3 0,3 0-4 0,-4 6-10 15,1-8-7-15,-1 8-2 0,0 0-1 0,0 0 1 16,0 0-2-16,8 26-1 0,-8-15 1 0,1 7-1 16,1-1-1-16,1 0-1 0,1 2 1 15,-2-4-2-15,4 2 2 0,-1-3-3 0,0-3 0 0,2-1 2 16,1 0 2-16,1-1-2 0,2-3-2 0,2-1-1 15,1-4 1-15,-2 0-4 0,8-2 6 0,-4-2-5 16,0-5 2-16,-1 1-3 0,1-2 1 0,-3-4 2 16,1 0 1-16,-5-2 1 0,2-2 2 0,-3-1-5 15,0 0 4-15,-2-1 4 0,-3-2-2 0,0 2 6 16,1 1-4-16,-4 1 17 0,3-1 2 0,-3 8 3 16,-1 2 1-16,1 8 1 0,0-13-3 0,0 13-5 15,1-11-7-15,-1 11-6 0,1-5-5 0,-1 5-1 16,0 0 1-16,0 0 0 0,0 0 0 0,0 28-4 15,1-14 6-15,3 1-9 0,-4 1 2 0,4 2-1 16,-2 0 0-16,1 0 2 0,3-3 2 0,2 2-3 16,0-1 3-16,-2-2-2 0,3-1-6 0,-1-1 0 15,2-5-7-15,0 3-2 0,1-5-1 0,0-1-3 16,-1 2 4-16,2-6-3 0,2 1 3 0,-3-2 2 16,2-4 1-16,-1 2-3 0,-1-2 8 0,-1-3-4 15,-2-2 1-15,-3 0 2 0,3-6-2 0,-2 1 1 16,-3-3 0-16,-2 1-2 0,-1-3 0 0,-1-1 1 15,-7 2-1-15,3-3-4 0,0 3 1 0,-3 1-2 16,-1-1 6-16,2 3-2 0,0 3 1 0,2 0 2 16,-1 4 1-16,2 0 0 0,-1 2 0 0,2 2-1 15,3 5 2-15,-2-9-7 0,2 9-4 0,0 0 1 16,0 0 2-16,5-9-1 0,-5 9 0 0,16 3 2 16,-3-1 0-16,5 2 1 0,1-1 1 0,0 3-1 15,0-1 2-15,-1 0 0 0,-1 4-2 0,-2-4-1 16,-3 1 2-16,1 1 0 0,-2 3 2 0,-5-1 2 15,2 1-3-15,-3 0 0 0,0 1 3 0,2 0 2 16,-2 0 0-16,-3 0 1 0,2 2 2 0,0-2 4 16,0 1 1-16,0-1-1 0,2 0-3 0,0 1 5 15,1-2-1-15,-2 0 2 0,2-3 1 0,0 0-1 16,2-1 4-16,-1 0-1 0,-2-3 1 0,4 2 4 16,-2-3 1-16,-2-2-1 0,-6 0-1 0,16-5 2 15,-7 1 1-15,-2-2-4 0,1-2-1 0,1-2 0 16,-3-1 0-16,1 0-3 0,-5 0-2 0,2-3 1 15,-2-2-3-15,-2-1-2 0,-2 1 0 0,1-1 3 16,0-1-7-16,2 1 4 0,-2-1-4 0,1 8 2 16,0-3 0-16,0 3-6 0,1 1 1 0,-1 9-10 15,3-11-2-15,-2 7-6 0,4-1 1 0,-5 5 3 16,0 0 3-16,13 0-4 0,-13 0 6 0,14 7-3 16,-6 1 4-16,4 2-2 0,-3 2 3 0,1 2-2 15,-2-1 2-15,0 1 1 0,-1 0 1 0,1-3 1 16,-3 5-1-16,0-5 1 0,3-2 3 0,-3 4-2 15,6-1 5-15,-2-2 0 0,-1-2 1 0,7 2 1 0,-3-5 1 16,6 3 0-16,-2-4 1 0,5-2 4 16,-2 0-3-16,-1-4 3 0,2-2-4 0,-2 0 7 15,1-2 1-15,-1-4 0 0,-2 1 5 0,-1 0-2 0,-2-1 6 16,-3-1-1-16,0-4 1 0,-2-1 1 16,0 1 1-16,-5-1-2 0,0 0 3 0,-3 1 6 0,-1-3-2 15,-1 8 0-15,-1-1 1 0,0 2 10 0,-1-1 6 16,0 4-8-16,-1 3-11 0,5 3-6 15,-16-1-5-15,3 4-4 0,-6 8-1 0,2 1 3 0,-7 4-7 16,3 0-20-16,6-2-28 0,2 0-45 0,3 1-40 16,5 2-51-16,3 1-49 0,5-5-43 15,5 6-205-15,3-6-516 0,6-1 229 0</inkml:trace>
  <inkml:trace contextRef="#ctx0" brushRef="#br0" timeOffset="130737.9">30061 7125 153 0,'3'-10'293'0,"-2"1"-19"0,-1-4-3 0,2 3 0 16,-1-3-7-16,-1-2-3 0,1-2-7 0,2 1-2 16,-1 0-17-16,1 3-16 0,0 2-31 0,1-6-2 0,2 7-22 15,-1-1-27-15,0 6-11 0,2-2-17 0,0 2-13 16,-1 3-11-16,2 1 3 0,3 2-21 0,-11-1-2 16,17 9-19-16,-6-2-10 0,-2 3-6 15,-1 0-16-15,1 3-21 0,1 4-12 0,-5-5-24 16,2 3-33-16,-2 2-39 0,-1-2-37 0,-2 0-40 0,6-1-63 15,-6-1-54-15,-2-2-194 0,3-3-545 0,0-1 242 16</inkml:trace>
  <inkml:trace contextRef="#ctx0" brushRef="#br0" timeOffset="130956.36">30437 6815 157 0,'3'-20'264'0,"-3"2"12"0,1 4 24 15,-1 2 1-15,0 3 5 0,0 0-24 0,0 9-26 16,0-11-33-16,0 11-23 0,0-7-23 0,0 7-16 0,0 0-29 16,0 0-8-16,-1 29-13 0,-3-10-9 0,1 7-6 15,-1 7-12-15,1-2-7 0,-1 3-4 0,0-1-8 16,3-2-17-16,-2 0-9 0,3-1-29 0,3-4-45 16,-3 3-42-16,-2-10-52 0,5 7-51 0,-2-7-56 15,3-3-76-15,-3-4-171 0,2-2-522 0,-1-2 230 16</inkml:trace>
  <inkml:trace contextRef="#ctx0" brushRef="#br0" timeOffset="131616.26">30327 6990 2528 0,'-4'-12'-17'0,"2"3"33"0,-2-1 0 16,2-2 0-16,2 6-5 0,0-4-2 0,0 10 1 15,2-12-6-15,3 5-1 0,1 0-3 0,5-2-1 16,5 2-14-16,2 1-23 0,10-1-32 15,3 3-31-15,4-1-25 0,4-1-26 0,14 2 3 0,0 1 2 16,2 2-7-16,-1-1 12 0,-3 2 18 0,-14-1 16 16,0 1 24-16,-4 0 22 0,-5-3 20 15,-10 3 33-15,-4-1 39 0,-2 0 42 0,-6 0 23 0,2 0 22 16,-8 1 8-16,10-1 3 0,-10 1 1 0,0 0-5 16,9 0-6-16,-9 0-3 0,0 0-12 0,0 0-3 15,0 0-1-15,-1 11 0 0,1-11-6 0,-10 15-4 16,3-7-6-16,2 1-5 0,0 2-8 0,2-1-7 15,1 2-2-15,1-5-6 0,-1 6-8 16,2-5 0-16,2 2-2 0,0 1-2 0,2-3-7 0,3 2-2 16,1-3-10-16,0 0-5 0,4-3-24 0,0-1-13 15,-3 1-4-15,3-3-7 0,2-2-5 0,-5-3-2 16,-1 3-1-16,2-5 2 0,-4-2 0 0,0-1 1 16,0-3-3-16,-4 1 6 0,-3-6 1 15,1-1 4-15,-3-1-1 0,-6-4 6 0,2 4 4 0,-9-2-6 16,7 4 8-16,-1 6 7 0,0 2 15 0,2-3 6 15,2 7 4-15,1-1-7 0,0 2 1 0,5 4-6 16,-8-7 1-16,8 7-5 0,-4-3-2 0,4 3 2 16,0 0 6-16,0 0-7 0,0 0 2 0,0 0-1 15,0 0-1-15,20 10-2 0,-5-6 1 0,2-1-5 16,3-3 1-16,7 0-6 0,-8-2-3 0,2-2 0 16,-1-1 11-16,0 1-2 0,-5-5 1 0,3 0 0 15,-4-1 5-15,-1-1 5 0,0 0 14 0,-2-4 6 16,-2 1 4-16,-2-1 4 0,-3 2 12 15,-2-3 1-15,1 5 8 0,-2-1 18 0,3 2 2 0,-4 2-10 16,2 2 1-16,-2 6-7 0,4-9-15 0,-4 9 6 16,0 0-22-16,0 0 0 0,0 0-3 0,0 0-4 15,-10 41-3-15,2-12 2 0,1 1 1 0,-1 6-5 16,-1 8-2-16,0 4-2 0,0-14 2 0,3 13-4 16,1-12 1-16,1 0-1 0,1 1 0 0,2-2 2 15,0-1 2-15,2 0-8 0,2-3-6 0,-1 1-20 16,-1-5-24-16,3 0-30 0,1-7-45 0,-4-2-57 15,5-1-61-15,-2-5-53 0,-7 2-199 0,3-4-529 16,0-9 234-16</inkml:trace>
  <inkml:trace contextRef="#ctx0" brushRef="#br0" timeOffset="131786.69">31136 7089 2689 0,'0'-10'138'0,"0"0"-73"16,0 0-31-16,-2 4-18 0,2 6-7 0,1-13 6 15,0 8 0-15,-1 5-2 0,7-14-2 0,-1 8-4 16,5-3-1-16,5 2 0 0,9-1-19 0,4 0-19 16,0 0-36-16,4 2-40 0,6-3-52 0,-1 0-28 15,0 4-37-15,0 1-147 0,0-1-403 16,-1-5 178-16</inkml:trace>
  <inkml:trace contextRef="#ctx0" brushRef="#br0" timeOffset="132137.87">31871 6697 168 0,'0'0'269'0,"-6"-8"0"0,2 4-2 16,4 4-9-16,-6-7-6 0,6 7-23 0,-3-9-19 16,3 9-14-16,0 0-24 0,0-10-13 0,0 10-20 0,6-5-16 15,-6 5-16-15,10-4-10 0,-2 4-4 16,3 2-15-16,0 2-15 0,0 3-8 0,2 4-3 15,0 0-9-15,-4 3-9 0,2 2-2 0,-6 2-2 16,-1 6-7-16,-2-4 8 0,-4-1-9 0,-4 7 6 16,-4-2-6-16,-3 4-4 0,-2-3 9 0,-1-2-10 15,-1-3 1-15,-2-1-1 0,4-5 6 0,1 0-13 16,0-2 5-16,4-2 4 0,2-3-7 0,2-1-1 16,-1-3-5-16,2 2 7 0,0-2-1 0,5-3-3 15,-5 6-3-15,5-6 3 0,0 0-5 0,0 0-7 16,0 0-10-16,0 0-3 0,24-10-20 0,-6 6-13 0,9-5-29 15,1 3-23-15,3-1-21 0,1-3-40 16,-2 1-26-16,1 2-30 0,-1-2-19 0,-1 2-10 16,2 3-137-16,-1-2-414 0,1-2 184 0</inkml:trace>
  <inkml:trace contextRef="#ctx0" brushRef="#br0" timeOffset="132619.84">32289 6835 109 0,'0'0'186'0,"0"0"8"0,-2-10-1 0,2 10-1 15,0 0-16-15,0 0-19 0,-6-6-21 0,6 6-15 0,0 0-18 16,0 0-5-16,0 0-7 0,0 0-10 0,-2 19-9 16,2-10-5-16,-2 1-2 0,0 0-4 0,1-1-6 15,1 1-7-15,-3 0-6 0,2-4-1 16,1-6-2-16,-2 16-7 0,1-12 2 0,1-4-3 16,-1 9 3-16,1-9 10 0,-1 7 13 0,1-7 18 0,0 0 19 15,-4 5-1-15,4-5-11 0,0 0-1 0,0 0-15 16,0 0-4-16,-13-12-2 0,13 12-5 15,-1-15-2-15,1 8-7 0,0-5-5 0,1 3-1 16,3-2-4-16,1 1-3 0,1-3-8 0,3-1-7 0,2-1-4 16,1 4-3-16,-1 2-9 0,-2 0-5 0,2 2-4 15,-2 3-2-15,1 0-10 0,0 2 2 0,-2 4-2 16,2 0 3-16,-1 3-3 0,-1 0 6 0,-2 4-1 16,2 2 5-16,-3-1-4 0,-1 2 3 0,2-3 2 15,-2 0 0-15,-1 1 4 0,-1-1-1 0,-2-2-1 16,2-1 7-16,-2-6 1 0,0 10-5 0,0-10 6 15,2 6 3-15,-2-6-2 0,0 0 0 0,0 0-18 16,0 0-11-16,0 0 5 0,0 0-9 0,0 0-6 16,0 0 0-16,4-29-1 0,1 20 2 0,3-4 1 15,2-2 3-15,-1 2 1 0,5 0 31 0,-1 0-5 16,1 4 1-16,-4 0-2 0,0 4-1 0,0 0-1 16,1 1 1-16,-4 1-3 0,0 1 0 0,-7 2-2 15,14 4 4-15,-9-2-2 0,0 6 0 0,-1 0 2 16,0 7-2-16,-5 3 2 0,1-3-14 0,-2 0-36 15,-2-3-43-15,-1 4-52 0,1-3-61 0,-1 1-191 16,1-4-436-16,3-1 193 0</inkml:trace>
  <inkml:trace contextRef="#ctx0" brushRef="#br0" timeOffset="133000.43">32747 6905 90 0,'0'0'241'0,"0"0"-15"0,0 0-18 16,0 0-12-16,0 0-14 0,0 0-8 0,0 0-17 16,0 0-12-16,0 0-13 0,0 0-13 0,0 0-11 15,0 0-10-15,0 0-10 0,-22 72 0 0,22-72 2 16,0 0 20-16,0 0 17 0,0 0-1 0,0 0-1 16,0 0-14-16,0 0-6 0,0 0-14 0,0 0-10 15,0 0-5-15,0 0-14 0,0 0-3 0,0 0-12 16,0 0 3-16,0 0-7 0,4-107-9 15,-4 107-6-15,11-42-7 0,-11 42 4 0,10-39-11 0,0 14-5 16,2 2-10-16,2-2-2 0,-14 25-7 0,24-37 5 16,-24 37 2-16,17-25-1 0,-17 25 1 0,0 0-2 15,13-17-10-15,-13 17 0 0,0 0 2 0,0 0 0 16,0 0 2-16,0 0 1 0,0 0 2 0,0 0 5 16,0 0 0-16,29 71-1 0,-29-71 3 0,-2 44-2 15,2-44 8-15,-3 50-16 0,4-24 20 0,-1-26-6 16,-2 45 3-16,2-45 1 0,-1 39 2 0,1-39-12 15,3 33-41-15,-3-33-61 0,0 0-62 0,6 34-79 16,-6-34-257-16,0 0-545 0,0 0 242 0</inkml:trace>
  <inkml:trace contextRef="#ctx0" brushRef="#br0" timeOffset="133172.34">32779 6883 2784 0,'0'0'165'15,"0"0"-89"-15,0 0-41 0,0 0-12 0,0 0 5 16,0 0 8-16,0 0-17 0,0 0-1 0,0 0-4 0,0 0-5 16,0 0-1-16,0 0-6 0,0 0-23 0,68-32-27 15,-41 29-39-15,-27 3-42 0,62 0-42 0,-30-3-48 16,3 1-205-16,-35 2-459 0,62-3 203 16</inkml:trace>
  <inkml:trace contextRef="#ctx0" brushRef="#br0" timeOffset="133283.81">33205 6860 76 0,'0'0'236'0,"0"0"-3"0,0 0-3 0,0 0 2 15,0 0 3-15,0 0 5 0,0 0-11 0,0 0-20 16,0 0-14-16,0 0-24 0,0 0-11 0,0 0-26 16,0 0-45-16,0 0-55 0,0 0-68 15,0 0-115-15,0 0-271 0,0 0-455 0,0 0 201 16</inkml:trace>
  <inkml:trace contextRef="#ctx0" brushRef="#br0" timeOffset="136418.25">5558 9296 45 0,'-4'15'153'16,"-3"5"-18"-16,0 3-12 0,-2 1-16 0,-1 1-11 16,-1 0-8-16,3-7-3 0,-2 4-8 0,3-5-12 15,0 1-6-15,0-6-8 0,2-1-4 0,1 0-4 16,0-3-4-16,1-1-5 0,-1-1 0 0,4-6 6 16,-3 9 13-16,3-9 23 0,-3 6 14 0,3-6 6 0,0 0-3 15,0 0-9-15,0 0-11 0,0 0-5 0,0 0-6 16,-3-26-8-16,5 10-4 0,-2-2-7 15,2-3-7-15,2-6-1 0,1-1-2 0,2 0-8 16,2-3-2-16,0 3-2 0,-2-4-4 0,2 2-2 16,3 2-2-16,1-1-1 0,2 1-1 0,-1 3 0 15,-1 3-5-15,-3 7 1 0,0 2-1 0,0 4-5 0,-2 0-1 16,1 2 1-16,-3 4-4 0,4 2-1 16,-2 1-1-16,1 2 0 0,3 6-3 0,-3-2 1 15,0 5 3-15,2 5 3 0,-1 0 1 0,1 10-1 0,-4 0 2 16,1 1 2-16,0-1-1 0,-3 1-4 15,0 0 4-15,0-3 0 0,1 4 0 0,1-4 0 16,-4-5-2-16,3 0 1 0,-1 1 3 0,0-2-1 16,1-1 2-16,-1 0-21 0,2-2-14 0,0-2-29 15,1-2-32-15,-3-1-22 0,2-1-39 0,-5-2-34 0,3 2-110 16,-3-4-321-16,-2-5 141 0</inkml:trace>
  <inkml:trace contextRef="#ctx0" brushRef="#br0" timeOffset="136589.67">5575 9449 1759 0,'-10'-3'27'0,"-1"-1"-27"0,0-1 1 15,5 4-7-15,6 1 4 0,-10-5-4 16,10 5-9-16,-8-3-2 0,8 3 6 0,0 0-5 0,0 0 12 16,0 0-14-16,22-15-11 0,-3 9-29 0,12 0-27 15,1 0-34-15,-2 2-115 0,4 0-253 0,1 1 113 16</inkml:trace>
  <inkml:trace contextRef="#ctx0" brushRef="#br0" timeOffset="137207.94">5954 9619 25 0,'0'0'200'0,"2"5"-11"0,-2-5-12 15,0 0-15-15,0 0-9 0,16-23-3 0,-9 14-7 16,1-5-10-16,1-1-8 0,0-2-8 0,1-1-8 15,4-3-9-15,0-4-10 0,0-2-8 0,-1 1-5 16,0 0-6-16,0 0-4 0,-2 1-5 16,-6 8-6-16,0-2-6 0,0 2-4 0,-2 3-3 15,-2 2-4-15,-1 3 1 0,0 3-4 0,0 6-6 0,-1-12-4 16,1 12-7-16,-4-7-4 0,4 7-2 0,0 0-1 16,-11 2-4-16,11-2 1 0,-11 14-3 15,5 0 2-15,0 2-6 0,-1 0 0 0,3 4-11 0,3-1-3 16,-1 1-1-16,7 3 1 0,1 1-2 0,0-5-3 15,5 4 3-15,-4-4-5 0,6 3-6 0,-3-5-4 16,-1-2-4-16,3 2 1 0,-2-1 2 0,-2-2 1 16,1 0-4-16,-2-3 1 0,-2 0-1 0,1-2-1 15,-4-1 2-15,2-1-2 0,0-1 1 0,-2-1 2 16,-2-5 10-16,3 9 0 0,-3-9 7 0,0 0 3 16,0 0-2-16,0 0 5 0,0 0-2 0,0 0 2 15,0 0-1-15,0 0 0 0,2-23 5 0,4 13-2 16,-3-6 2-16,5-2-4 0,0-1 5 0,4-5-4 15,1-2-1-15,1 0-1 0,3-1 1 0,1-1 1 16,0 3-3-16,-3 0 7 0,2 1 10 0,-5 1 4 16,-3 6 3-16,0 4 9 0,-2-2 7 0,-2 6 7 15,-3 1 9-15,1-1 4 0,0 3-2 0,-3 6-1 16,1-8-9-16,-1 8-5 0,0 0-7 0,0 0-1 16,0 0-6-16,0 0-1 0,0 0-4 0,-16 17 3 15,9-6 5-15,-2 3-11 0,4 1 1 0,0 1-6 16,2 0 1-16,4-1-6 0,-2 3 3 0,4-2-5 15,2 1-1-15,2-2-2 0,2 1-3 0,-1-1 5 16,1-1-9-16,1 3 1 0,2-3 0 0,-1 0 0 16,2-1 6-16,-2 0-6 0,-3-3-4 0,1 0-3 15,-1-1 0-15,-4 1 2 0,1 0 3 0,-3-2-3 16,2 2-3-16,-3-3 1 0,-1 0 0 0,0-7-10 16,-7 18-18-16,2-11-6 0,-2 1-26 0,-2-3-23 15,0 0-23-15,0-3-22 0,0 3-143 0,-2-3-312 16,2-2 138-16</inkml:trace>
  <inkml:trace contextRef="#ctx0" brushRef="#br0" timeOffset="137558.5">6597 9465 163 0,'0'0'207'0,"3"-5"-24"0,-3 5-18 15,0 0-16-15,0 0-14 0,0 0-11 0,0 0-4 16,0 0-6-16,13 11-12 0,-10-5-6 0,-2 0-9 15,0 1-9-15,2 2-5 0,-1-2-8 0,2 2-6 16,3-1-4-16,0 1-8 0,0-2 0 0,-1 0-6 16,3 1 0-16,2-3-5 0,1 0-2 0,2-2-3 15,-1-1-1-15,1-3-4 0,4 0-3 0,1-3 0 16,-6 0-1-16,5-1-4 0,-7 0 0 0,-1-3-2 0,1-1 0 16,-2 2 1-16,-3-3-1 0,0 1 4 15,-1-3 4-15,-1 2 0 0,-1-1 3 0,-2 1 2 0,0-2 2 16,1 4 0-16,-2 8 6 0,0-12 0 15,0 12-8-15,1-8-6 0,-1 8-5 0,0 0-5 16,0 0 0-16,0 0-1 0,0 0-2 0,0 0 1 0,0 0-3 16,-1 30-7-16,2-18-12 0,-1 1-29 15,2-2-31-15,1 4-33 0,0-1-31 0,3-4-25 16,3 4-14-16,1-1-5 0,3 0-16 0,2-3-106 16,1-3-327-16,2-2 145 0</inkml:trace>
  <inkml:trace contextRef="#ctx0" brushRef="#br0" timeOffset="138202.04">7119 9513 78 0,'0'0'201'0,"-1"-13"1"0,0 6 3 0,1 7-7 15,-3-8-13-15,3 8-17 0,0 0-14 0,-2-8-17 0,2 8-15 16,0 0-17-16,0 0-9 0,0 0-13 16,0 0-3-16,0 0-10 0,0 0-4 0,0 0-7 0,0 0-3 15,0 0-1-15,0 0-4 0,0 0 5 16,0 0 8-16,0 0 14 0,0 0 11 0,0 0 9 15,0 0 6-15,0 0-5 0,0 0 3 0,0 0-13 0,0 0-5 16,0 0-13-16,5-10-9 0,-5 10-3 0,2-12-9 16,2 4-4-16,-1-3-5 0,2 1-3 0,0 1-8 15,1-3-14-15,3-3-6 0,5-1-10 16,-1 2-6-16,1 0-2 0,-1 3 0 0,1 0-4 16,-1 5 1-16,-2 2 3 0,2-1-4 0,-1 5 0 0,-2-2 3 15,2 5 0-15,-1 0-3 0,-2 1-2 0,2 1 8 16,-2 1-3-16,-1 1 2 0,1-1 2 15,-3-1 0-15,1 3-1 0,-4-4 2 0,1 1-2 16,0-1-2-16,-4-4 4 0,8 7 2 0,-8-7 0 0,2 3 4 16,-2-3 0-16,5 4 2 0,-5-4 3 0,0 0-3 15,0 0-1-15,0 0 2 0,0 0-4 0,0 0 0 16,0 0-4-16,0 0 2 0,0 0-10 0,4-20 1 16,-1 14-7-16,2-2-2 0,-2 1-2 15,4 0 2-15,-2-3-5 0,2 0-6 0,0 0-1 0,5 1 8 16,-3 1-3-16,1 0 1 0,-2 4 2 0,3-1 0 15,-3 4 0-15,3 0 5 0,-1 2-1 0,1 2 3 16,0 0 5-16,2 1-1 0,-1 3 2 0,-1-2-1 16,1 1 3-16,3 1 2 0,-5-3-1 0,2 3-3 15,0-2 4-15,0 0 3 0,-2-1-2 0,3-1 4 16,-2-2 2-16,-2-1-2 0,4-3 4 0,-1 0-4 16,-1-1 4-16,1-2 1 0,-2-1-6 0,1-2 4 15,-3 2 1-15,0 0 1 0,-4-2-3 16,1-3 2-16,0 1 0 0,-3 1 0 0,1-1-1 0,-3 0 1 15,0 0 0-15,-3 0 6 0,3 0-1 0,-2 1 6 16,0 4-3-16,2 6-2 0,-7-10-2 0,3 5-4 16,4 5-2-16,-9-2-3 0,9 2 1 0,-18 9-2 15,10-1 1-15,-4 6 3 0,0 2-3 0,3-1 0 16,1 3-1-16,0 0-10 0,0-3-19 0,7 1-34 16,1 0-34-16,2-1-46 0,3-5-39 0,8 3-53 15,0-2-151-15,5-6-421 0,1-1 187 0</inkml:trace>
  <inkml:trace contextRef="#ctx0" brushRef="#br0" timeOffset="138752.97">9163 8942 35 0,'-4'-9'229'0,"4"1"-4"0,0 8 1 0,-1-15-4 16,1 15-12-16,0-10-14 0,0 10-19 0,0-10-21 0,0 10-15 16,0 0-19-16,0 0-14 0,0 0-11 15,0 0-9-15,0 0-7 0,20 28-9 0,-12-13-8 16,3 2-4-16,1 4-5 0,-3-2-5 0,1-2-3 16,-2 2-8-16,-1-2-3 0,1 0-5 0,2 0-2 0,-2-1-4 15,1 1 0-15,1-1-1 0,-2-7-3 16,-3 3-2-16,1-4 2 0,1 2-2 0,-1-4 1 0,-1 0-4 15,0-2 4-15,-1 0-6 0,-1 2 11 0,-3-6 7 16,7 2 10-16,-7-2-6 0,0 0 4 0,14-9-9 16,-7 2 0-16,-2-5 7 0,1-3 0 0,2-2-5 15,0 1-4-15,2-10-8 0,-1-1 1 0,0 2-1 16,1-4-3-16,-2 0-3 0,-1 2-2 0,1-4 1 16,-3 0-3-16,-1 2-2 0,0 3-1 0,-2 7-2 15,1 2 0-15,-2 2 2 0,0 3-14 0,1 6-18 16,-2-1-21-16,0 7-23 0,0-9-34 0,0 9-36 15,0 0-31-15,0 0-23 0,0 0-26 0,0 0-33 16,-7 22-142-16,6-5-425 0,1 2 188 16</inkml:trace>
  <inkml:trace contextRef="#ctx0" brushRef="#br0" timeOffset="139076.26">9737 8992 42 0,'-6'-5'167'15,"6"5"-7"-15,0 0-9 0,-7-5-10 0,7 5 1 16,0 0-16-16,-5-4-4 0,5 4-8 0,0 0 2 15,0 0-4-15,0 0-2 0,0 0-9 0,-7-5-5 16,7 5-5-16,0 0-8 0,0 0-9 0,0 0-9 16,0 0-6-16,0 0 2 0,0 0-13 0,26-5-2 15,-8 4-6-15,1-3-3 0,1 2-4 0,9-3-5 16,-8 4-11-16,6-4-11 0,-6 2-21 0,5-2-33 16,-8 4-28-16,-4-1-28 0,0 2-41 0,-2-2-35 15,-1 4-124-15,1-4-328 0,-12 2 145 0</inkml:trace>
  <inkml:trace contextRef="#ctx0" brushRef="#br0" timeOffset="139639.79">9816 8999 165 0,'0'0'161'0,"1"-7"-12"0,-1 7-11 15,0 0-12-15,0 0-14 0,0 0-10 0,3-7-10 16,-3 7-6-16,0 0-5 0,0 0-2 0,0 0-6 15,0 0-2-15,0 0-10 0,0 0-2 0,0 0-5 16,0 0-2-16,0 0-7 0,0 0-1 0,0 0-8 16,0 0-5-16,0 0-5 0,0 0-2 0,0 0-4 15,0 0 4-15,0 0 1 0,0 0 5 0,0 0 3 16,0 0 0-16,2 26-1 0,0-16 0 0,-2 0 4 16,0 2 6-16,0 4 10 0,1 2-3 0,0-2-3 15,0 4 1-15,-1 6-2 0,2-9 0 0,0 1 2 16,-2 1-7-16,-1-2-1 0,1 0-3 0,0-2-1 15,0 3-6-15,0-1-4 0,0-7-7 0,1 3-20 16,1 0-33-16,-4-3-42 0,4 0-50 0,-1-3-52 16,-1 0-206-16,0-7-417 0,0 12 186 0</inkml:trace>
  <inkml:trace contextRef="#ctx0" brushRef="#br0" timeOffset="139823.87">10216 9081 81 0,'0'0'206'0,"10"-7"-26"0,-3 5-17 16,-1-1-20-16,5-1-29 0,-3 2-34 0,0 0-43 16,3-1-41-16,1 0-39 0,-1 2-37 0,-1 1-67 15,-3-2-158-15,-7 2 71 0</inkml:trace>
  <inkml:trace contextRef="#ctx0" brushRef="#br0" timeOffset="139963.51">10265 9183 154 0,'0'0'188'0,"-6"7"-7"16,6-7-15-16,-6 3-8 0,6-3-20 0,0 0-3 16,0 0-17-16,0 0-15 0,0 0-6 0,0 0-45 15,0 0-45-15,0 0-68 0,37-9-77 0,-22 0-79 16,3-1-234-16,5-5 104 0</inkml:trace>
  <inkml:trace contextRef="#ctx0" brushRef="#br0" timeOffset="140440.16">11252 8922 82 0,'17'-7'184'0,"-2"1"0"0,2 0-4 15,-4 3-15-15,1-1-12 0,-3 4-11 0,2 1-11 16,0 5-8-16,-2-3-12 0,2 2-7 0,-3 4-6 16,-3 0-10-16,0 4-6 0,-3 3-4 0,-3 1-10 15,-2 1 1-15,-3-1-5 0,-7 6-7 0,-1-7 0 16,-3 6-5-16,1-9-4 0,-9 3-1 0,0 3-4 16,5-9-4-16,-8 2 1 0,6-4-3 0,1 1-2 15,1-4 3-15,5-3-1 0,4-2 6 0,0 3-1 16,3 0 3-16,-1-2 3 0,7-1-1 0,0 0 1 15,-13 2 2-15,13-2-12 0,0 0-9 0,-8 0-3 16,8 0-1-16,0 0-2 0,0 0-2 0,0 0-6 16,0 0 2-16,33 4-5 0,-15-3-1 0,2-1-7 15,2 2-10-15,5-2-16 0,4-3-21 0,-1 0-23 16,2 3-29-16,-2-3-23 0,4 2-46 0,-3-5-34 16,1 2-49-16,-3-4-124 0,-1 2-401 0,0-2 178 15</inkml:trace>
  <inkml:trace contextRef="#ctx0" brushRef="#br0" timeOffset="140734.41">11733 8968 126 0,'-4'-7'171'0,"4"7"-14"0,0 0-14 16,0 0-17-16,-4-3-17 0,4 3-1 0,0 0-14 16,0 0-3-16,0 0-1 0,-10 17 2 0,9-5-6 15,-2-2-10-15,3 2-1 0,-2 0-9 0,2 0-5 16,2 1-1-16,0-1-14 0,0 1 1 0,6 0-5 15,-3 4-3-15,0-5-1 0,4 1-3 0,1 2-3 0,3-2-4 16,-2-2 1-16,3 2-7 0,-5-4-1 16,0 3-3-16,0-5-1 0,-2 1 0 0,0 0 0 15,-3-3-6-15,0 0 3 0,-2 2-3 0,-2-7 1 0,0 8-1 16,0-8-1-16,-8 11-7 0,1-8-4 0,-4 1-11 16,-3-1-11-16,1 0-16 0,-4-3-14 0,-1-2-15 15,-1 1-15-15,6-2-11 0,-3-1-8 0,-2-2-8 16,4-4 7-16,1 2-5 0,1-1-3 0,1 0-13 15,2-4-80-15,0 3-220 0,4-5 98 0</inkml:trace>
  <inkml:trace contextRef="#ctx0" brushRef="#br0" timeOffset="140833.7">11615 9065 30 0,'4'-11'66'0,"4"0"1"0,-2 1-4 0,2-1 1 0,1 2 2 16,2 0-2-16,5-1-11 0,0 1 3 0,2 1-9 16,7-4 0-16,2 5-12 0,-7 0 2 15,5 0-20-15,-3 2-26 0,-2 1-27 0,3 0-76 0,-3 0-120 16,1 0 53-16</inkml:trace>
  <inkml:trace contextRef="#ctx0" brushRef="#br0" timeOffset="141354.34">12222 9019 49 0,'2'12'134'15,"-2"-1"6"-15,1 1-3 0,-2-2-9 0,1 5-7 16,1-1-5-16,-1-2-8 0,1 3-9 0,-1-4 1 15,-1 0-12-15,1-2-5 0,0-2-4 0,0 2-11 16,0-9 0-16,0 12 2 0,0-12 4 0,0 8 16 16,0-8 16-16,-1 7-1 0,1-7-5 0,0 0-9 15,-9 2-9-15,9-2-7 0,0 0-7 0,-12-12 2 16,7 7 4-16,1-1-1 0,0-2-4 0,2-1-9 16,-1 1-9-16,3-5-1 0,0 2-9 0,3-1 1 15,1-4-10-15,1 1 0 0,1-2-5 0,4 2-1 16,-1 1-2-16,1-2-5 0,4 4-5 0,-1 2-4 15,-4 3-1-15,5 3-1 0,-1 1-3 0,1 2 1 0,-1 2-2 16,1 3-4-16,0 2 1 0,-1 1 2 16,-2 2-4-16,2 3 4 0,1 2-2 0,-5-3 0 15,0 2 0-15,-3-1 2 0,-2-4-3 0,2 3 2 16,-4-1 0-16,2 2 5 0,-3-2-3 0,0-4 6 16,-1-6-9-16,-1 11 5 0,1-11 1 0,0 9-1 15,0-9 6-15,0 0-1 0,-5 8 2 0,5-8-1 16,0 0 1-16,0 0 1 0,0 0-2 0,0 0 4 0,0 0-4 15,-14-15-5-15,14 15 5 0,0-15-5 0,2 4 1 16,1 3 0-16,2-3-2 0,1-1-3 16,3-1-2-16,3-3-5 0,-3 8 0 0,4-3 5 15,-2 3-2-15,0 1 2 0,-4 1 2 0,2 4-12 0,-4 0 1 16,3 1-2-16,-8 1 2 0,14 3 0 0,-5 0-2 16,-5 0 11-16,3 4-6 0,-3 2-9 0,1 1-7 15,-1-1-8-15,0 1-20 0,-2 0-22 0,2 2-26 16,-2-2-35-16,-2 1-41 0,4 1-47 0,-4-2-194 15,1 0-448-15,-1-10 198 0</inkml:trace>
  <inkml:trace contextRef="#ctx0" brushRef="#br0" timeOffset="141705.34">12731 8992 42 0,'0'-10'216'0,"0"10"-15"0,0 0-16 0,0-11-21 16,0 11-17-16,0 0-10 0,0 0-10 0,0 0-6 16,16 16-7-16,-12-6-5 0,5 4-9 0,1 1-11 15,0 1-3-15,-3 2-9 0,3 0-12 0,1 7-4 16,-3-8-3-16,-1 0-12 0,3 0 2 0,0 0-8 16,-3-3-3-16,-1-3-5 0,-2-1-1 0,0 1-2 15,-2-5 0-15,2 4-5 0,-1-6-1 0,-1 1 5 16,-2-5 18-16,4 7 24 0,-4-7 13 0,0 0 2 15,4 2 5-15,-4-2 1 0,0 0-4 0,13-15-5 0,-7 5-12 16,1-1 1-16,4-5 0 0,-2-2-13 16,4-5-2-16,3 1-5 0,-3-4-3 0,4 2-3 15,0-4-12-15,-1 3-1 0,1 1 0 0,2-2-8 16,-6 4-2-16,-1 5-7 0,-1 1-16 0,-1 1-24 0,0 2-37 16,-5 2-35-16,1 3-52 0,-2 1-55 0,-1 0-50 15,2 3-236-15,-5 4-530 0,0 0 235 16</inkml:trace>
  <inkml:trace contextRef="#ctx0" brushRef="#br0" timeOffset="141846.1">13189 9183 95 0,'0'10'245'0,"0"-10"-4"16,2 8-9-16,-2-8-19 0,0 0-21 0,0 0-25 15,0 0-37-15,0 0-52 0,0 0-70 0,0 0-76 16,0 0-188-16,8-20-277 0,-8 20 123 15</inkml:trace>
  <inkml:trace contextRef="#ctx0" brushRef="#br0" timeOffset="152726.34">14855 9064 171 0,'1'-7'175'0,"-1"7"-9"0,3-10-14 15,-3 10-11-15,2-8-25 0,-2 8-9 0,0 0-18 16,2-4-3-16,-2 4-9 0,0 0-6 0,0 0-1 16,17 19-11-16,-12-9 4 0,4 7-4 0,-4 2-3 15,3 7-4-15,-1 1-5 0,-1 1 0 0,0-3-7 16,-1 2 1-16,1-2-9 0,-4-6 0 0,2-2-2 15,-3 2-4-15,1-3 3 0,-1-3-2 0,1-1-3 16,-1-1-4-16,2 0 1 0,-3-1 4 0,0-10-3 16,0 10 12-16,0-10 15 0,0 7 9 0,0-7 15 15,3 6 3-15,-3-6-5 0,0 0-6 0,0 0-9 16,0 0-5-16,0 0-5 0,-3-35-7 0,3 15-1 16,4-3-8-16,0-3-1 0,-1-2-3 0,4 0 2 15,1-1-6-15,3-1-5 0,-1 0-3 0,2-1 1 16,2 3 1-16,-1 3-7 0,2 3-1 0,-2 1 1 15,0 5-5-15,-3 4 0 0,-4 3-7 0,2 3-2 16,0 2-5-16,-3 1 1 0,5 3 4 0,-10 0-2 16,19 7-4-16,-6 2 8 0,1 5-7 0,-1 1 3 15,1 8 1-15,-1 3 0 0,-3 2-1 0,-1 2 9 16,-3-1-4-16,2 0 1 0,-3 3-1 0,3-2 2 16,-2 1 1-16,-1-3-2 0,-1 0 0 0,0 2-13 0,1-1-18 15,-1-1-25-15,-3 1-42 0,3-3-28 0,-2 1-43 16,0-1-32-16,-2-2-176 0,-2-5-409 15,4-2 181-15</inkml:trace>
  <inkml:trace contextRef="#ctx0" brushRef="#br0" timeOffset="152922.43">15638 9316 171 0,'0'0'182'0,"4"-6"-13"0,-4 6-18 16,6-5-16-16,-6 5-11 0,9-5-16 0,0 2-7 16,1 0-12-16,3 2-24 0,5 0-29 0,0 1-28 15,0 0-35-15,2 0-26 0,-2 2-31 0,1 1-20 16,1 1-75-16,-9 0-193 0,-1 2 86 0</inkml:trace>
  <inkml:trace contextRef="#ctx0" brushRef="#br0" timeOffset="153061.54">15808 9465 61 0,'0'0'142'0,"-5"8"4"0,5-8-1 0,-3 6 1 16,3-6-15-16,0 0-2 0,0 0-5 0,0 0-8 15,11 8-11-15,-2-9-8 0,7-3-9 0,11-1-10 16,4-3-29-16,7 0-48 0,16-7-46 0,3-3-47 16,-4 0-146-16,0 1-256 0,-3-2 114 0</inkml:trace>
  <inkml:trace contextRef="#ctx0" brushRef="#br0" timeOffset="153572.6">16650 9003 45 0,'-1'-13'238'0,"1"13"-8"16,-1-8-6-16,1 8-16 0,0 0-22 0,-3-9-25 16,3 9-20-16,0 0-15 0,0 0-15 0,0 0-9 15,5 28-10-15,-3-1-8 0,-2 2-6 0,0 4-8 16,1 1-8-16,0 13-4 0,0 0-22 0,3-11-37 16,-1 11-56-16,-1-12-48 0,4 0-48 0,-3 1-170 15,5-1-350-15,0-4 156 0</inkml:trace>
  <inkml:trace contextRef="#ctx0" brushRef="#br0" timeOffset="153916.31">15527 10017 106 0,'0'0'155'16,"0"0"3"-16,0 0-1 0,52 5-17 0,1-10-10 16,12 0-14-16,36-10-11 0,14 0-16 0,13-5-40 15,9-3-40-15,7-3-41 0,-7-2-52 0,-3 1-99 16,-4 4-199-16,-6-4 88 0</inkml:trace>
  <inkml:trace contextRef="#ctx0" brushRef="#br0" timeOffset="154808.34">17615 8945 42 0,'0'0'137'0,"0"0"-13"0,-6-3-6 16,6 3-17-16,0 0-7 0,-15 14-6 0,11-3-5 15,-1 5-5-15,-2 4 0 0,3 8-8 0,2 1 1 16,-1 4-7-16,6 3-14 0,-1 0 2 0,2-1-8 16,3-2-17-16,0 1 15 0,3 0-4 0,2-2-6 15,2-1-6-15,3 1-12 0,4-2-9 0,1-1-38 16,-1-1-16-16,4-3-35 0,-1-1-45 0,-4-5-69 16,4 1-213-16,-3-5 94 0</inkml:trace>
  <inkml:trace contextRef="#ctx0" brushRef="#br0" timeOffset="155788.72">18322 9032 63 0,'0'0'191'0,"1"-10"-15"0,-1 10-1 15,-1-9-7-15,1 9-9 0,0-10-10 0,0 10-11 16,0 0-8-16,-4-10-15 0,4 10-18 0,0 0-9 0,0 0-11 16,0 0-8-16,0 0-7 0,0 0-8 15,-20 18-6-15,12-3-5 0,-6 6-7 0,1 6 1 16,2 0-6-16,-3 1 0 0,2-2-6 0,1 1-2 16,4-1-2-16,1-2-1 0,-1 0-4 0,5-3 1 0,2-4-4 15,0 0 1-15,1 1-1 0,3-2 1 0,1-2-8 16,0 1 3-16,2-5 0 0,1 1 2 15,0-1 3-15,1-2-8 0,1-1 2 0,-1-1-4 16,-1-1 6-16,1-1-7 0,-1 0 0 0,-2-2 3 0,-1 0-1 16,-5-2-2-16,10 0 0 0,-10 0 0 0,10-6 2 15,-6 1-1-15,-4 5-2 0,8-10 0 0,-3 1 1 16,-2-1-3-16,-1-2 4 0,2 2-1 16,-1 0-1-16,0-1-2 0,0 0 0 0,0 0 0 0,2-1-1 15,-1 4-1-15,-2 4 2 0,3-3-8 0,-1 3 2 16,-4 4 3-16,8-3-5 0,-8 3 4 0,0 0-1 15,15 7 0-15,-11 0-4 0,2 1 4 0,-2 5 1 16,0 1-3-16,0 2 5 0,0 0 0 0,-2 2 1 16,0 1-15-16,-2-1-12 0,2 2-29 0,-2-2-49 15,1 0-32-15,-1-1-40 0,-1-1-130 0,2-2-334 16,-1-4 149-16</inkml:trace>
  <inkml:trace contextRef="#ctx0" brushRef="#br0" timeOffset="156106.43">18663 9379 128 0,'4'-5'211'16,"-4"5"-10"-16,4-6-12 0,-4 6-15 0,9-8-12 16,-4 3-16-16,0 1-13 0,4-2-13 0,4-1-11 15,-3 0-15-15,4-5-2 0,-1 2-13 0,0-2-8 16,-1 1-6-16,1 2-1 0,-5 0-2 0,1-1 5 15,-3 1-4-15,-1-1-4 0,-2 0-9 0,1 0 3 16,-2-1-4-16,0 0 0 0,-2 1-5 0,0 1 1 0,0-1 0 16,0 10-7-16,-6-10-9 0,4 5 0 15,2 5-8-15,-9-7 0 0,9 7-8 0,-13 3 3 16,4 3-6-16,-4 4 1 0,2 3 0 0,2 3-5 16,1 3 1-16,-1-1-1 0,2 5 0 0,4-3-2 0,2-2 2 15,1 1 2-15,4-1-14 0,1-1-21 0,4 0-30 16,1-3-50-16,4 0-48 0,3-4-45 15,2-1-186-15,3-5-418 0,6-3 185 0</inkml:trace>
  <inkml:trace contextRef="#ctx0" brushRef="#br0" timeOffset="156299.47">19226 8971 41 0,'5'-3'209'0,"1"2"-12"15,-6 1-11-15,15 2 3 0,-4 6-6 0,1 2-5 16,0 7-13-16,3 5-18 0,-3 6-11 0,-2 2-15 16,1 4-8-16,4 9-11 0,-12-8-10 0,4 11-11 15,-9-2-8-15,-1-8-28 0,-8 9-52 0,0-2-64 16,1-10-75-16,-7 11-193 0,-2-12-368 0,-9 7 163 16</inkml:trace>
  <inkml:trace contextRef="#ctx0" brushRef="#br0" timeOffset="160535.81">9999 11346 112 0,'0'0'142'0,"0"0"0"0,0 0-9 15,0 0-6-15,0 0-10 0,0 0-14 0,-11 0-7 16,11 0-15-16,0 0-5 0,0 0-12 0,0 0-7 16,0 0-4-16,0 0-9 0,0 0 2 0,0 0-7 15,0 0-8-15,0 0 1 0,0 0-5 0,0 0 5 0,0 0-9 16,0 0-1-16,0 0-2 0,0 0-1 15,0 0 2-15,0 0-1 0,0 0 3 0,0 0-8 0,0 0-4 16,4-14 3-16,4 5 0 0,-3-3-3 16,5-3-6-16,4-8-1 0,3-2 2 0,-1-3-1 0,1-3 4 15,10-9-5-15,-3-4-4 0,-1 2 2 0,-3 0-6 16,-3 10 7-16,1-1 1 0,-4 3-1 0,-1-3-4 16,-2 4 0-16,-2 0 0 0,-1 4 1 15,-5 9 10-15,-1-3-12 0,2 3 4 0,-3 7-1 0,-6-2 4 16,3 1-4-16,-3 1 4 0,-1 2-5 0,-1-1-2 15,-3 3 7-15,1 1 1 0,0 2 0 0,-4-1-4 16,1 2 3-16,0 0 2 0,-1 2 2 0,0 0 0 16,-1 0 1-16,3 4-3 0,-1-1-7 0,-1 3 5 15,-2 0 1-15,3-1 2 0,1 1-1 0,2 2-2 16,0 0 2-16,0 1-6 0,4-2 3 0,0 3-1 16,1-3 0-16,-1 3-3 0,2-4 1 0,3 3 1 15,0 1 1-15,3-3-1 0,2 3-2 0,1-2 3 16,2-1 2-16,9 1 0 0,-1-1 2 0,3-2-5 15,2 0 6-15,6 0-8 0,2-3 1 0,-1 4-1 16,0-3 3-16,0 2 0 0,2 0 2 0,-5 1-5 16,-4-4 0-16,-1 5-1 0,1 0-1 0,-5 0-8 15,1 1 0-15,-3 2-1 0,0 1-5 0,-4 0 4 16,1 2 8-16,-3 0-5 0,-1 3-2 0,-3-1 14 16,0 1-9-16,-4 0 2 0,2 1 2 0,-2 1-2 15,-1-1-2-15,1 0-6 0,0-1 7 0,0-1 4 0,0 3 3 16,-1-3-2-16,1 2 3 0,0-2 2 15,0-1-3-15,2-1 2 0,-1-2-3 0,2 1 7 16,3 2-3-16,-1 0-3 0,-1-3-4 0,1 0-5 16,2 3-11-16,-1-5-13 0,3 4-28 0,-1-4-17 15,2 2-36-15,3 3-35 0,-7-6-95 0,3-2-261 16,0-5 116-16</inkml:trace>
  <inkml:trace contextRef="#ctx0" brushRef="#br0" timeOffset="160737.41">11154 11058 2098 0,'6'-15'15'0,"1"2"-19"0,-2 3 23 16,-3 0-10-16,3 1 0 0,-3 2-3 0,0 0-10 16,2 2 7-16,1-2 0 0,4 0-3 15,0 1-1-15,9-6 0 0,6 1 3 0,3 1-1 0,5 0-17 16,4 1-19-16,-2-1-24 0,14-4-41 0,-11 6-29 15,-1-1-24-15,3 2-125 0,-7 2-300 0,-1-1 133 16</inkml:trace>
  <inkml:trace contextRef="#ctx0" brushRef="#br0" timeOffset="160896.2">11453 11167 45 0,'-5'4'152'16,"0"-2"-15"-16,5-2-3 0,-8 6-5 0,8-6-1 15,-4 6-1-15,4-6-10 0,0 0-4 0,0 0-9 16,27-2-11-16,-7-2-14 0,11-3-37 0,3-1-50 16,1-3-44-16,18-1-53 0,-18 3-102 0,13-5-222 15,-10 3 98-15</inkml:trace>
  <inkml:trace contextRef="#ctx0" brushRef="#br0" timeOffset="169981.93">12762 11036 36 0,'-4'-19'147'0,"-1"1"15"15,1-2-4-15,-4 3-17 0,7 0-3 0,-3-1 3 16,1 5-6-16,1 2 0 0,-2 1-11 0,4 3-11 16,-1-1-12-16,1 8-14 0,0-9-12 15,0 9-9-15,0 0-6 0,0 0-7 0,0 0-3 0,0 0-13 16,15 22 2-16,-7-6-5 0,-6 1-3 0,7 7-2 15,-1 1-4-15,2-2 0 0,-5 1-3 0,1-5-7 16,-3 0 3-16,6 0-1 0,-5-2-4 0,1-1 1 16,-1 0-3-16,0-6 0 0,-1 1-1 0,-1-1-5 15,3-3 2-15,-3 0-3 0,0-3 10 0,-1 2-4 16,-1-6-1-16,4 6 4 0,-4-6 1 0,0 0-4 16,0 0-1-16,0 0 3 0,6-16-5 0,-3 3-1 15,1-6-3-15,5-6 1 0,-2-2 3 0,2-1-6 16,2-2 1-16,1 2 1 0,-1 0 0 0,0-2-4 15,0 2 1-15,0 4-3 0,3 1-1 0,-5 7 3 16,-3 4-3-16,1 2 0 0,0 3-1 0,0 1-5 16,-1 2 8-16,-1 4-6 0,-5 0 1 0,18 4-1 15,-7 2-1-15,-2 3 1 0,5 6 3 0,-4 0 1 16,3 8 2-16,-1 2-3 0,1-2 1 0,-3 6-1 16,-1-2 4-16,0 1-7 0,2-2-1 0,-2 2-12 15,0-2-13-15,0-1-13 0,-2 0-9 0,0-1-13 16,1-7-31-16,2 2-18 0,-1-3-10 0,1 0-26 15,2-2-108-15,-1-3-285 0,0-4 126 0</inkml:trace>
  <inkml:trace contextRef="#ctx0" brushRef="#br0" timeOffset="170343.97">13549 10908 104 0,'2'-7'156'0,"-2"7"-12"0,4-10-11 15,-4 10-24-15,0-8-7 0,0 8-9 0,0 0 0 0,0 0-21 16,0 0 0-16,19 14 1 0,-11-4-14 16,-1 3 0-16,2 3-10 0,-2 3 1 0,2 4-7 15,2 0-4-15,-4-4-3 0,4 5-9 0,-2 0-1 16,0-1-5-16,-4-5 7 0,1-1-11 0,1 0 5 0,-3-3-8 16,4 1 11-16,-4-4-10 0,2-1 1 0,-3-2-6 15,1 1 3-15,0-4-5 0,-1 2 8 16,-3-7-6-16,7 7 9 0,-3-5-12 0,-4-2 4 15,0 0 0-15,0 0-4 0,16-11 5 0,-12 1 3 0,6-4-5 16,-2-3-3-16,3-5 4 0,-1-6-1 0,-1-1 5 16,3 4-4-16,0-5 3 0,-3 2-3 15,2 1 0-15,-1-1-2 0,0 2 1 0,-5 2-3 16,4 6 1-16,-2 0 1 0,0 2 4 0,-3 7-19 0,2-2-17 16,-3 4-24-16,1 2-20 0,2 0-18 0,-2 3-7 15,-4 2-9-15,13-3-4 0,-13 3-4 0,16 5-12 16,-5 0-85-16,0 2-224 0,0-1 100 15</inkml:trace>
  <inkml:trace contextRef="#ctx0" brushRef="#br0" timeOffset="170522.55">14078 11039 55 0,'0'0'125'0,"3"6"1"0,-3-6 4 15,12 0-9-15,-3 1 6 0,4-2-6 0,5-1-11 16,3-2-9-16,9-2-11 0,-3 0-11 0,10-2-7 15,-2 0-12-15,4 0-9 0,-2-1-3 0,-1 4-22 16,1-1-25-16,-4 1-20 0,-4 0-23 0,-9 4-20 16,0-2-20-16,-4 2-19 0,-2 2-89 0,-3-1-206 15,-2 2 92-15</inkml:trace>
  <inkml:trace contextRef="#ctx0" brushRef="#br0" timeOffset="170712.22">14427 10999 151 0,'0'0'159'0,"-9"-2"-6"0,9 2-8 0,0 0-10 16,-9-1-28-16,9 1-3 0,0 0-10 0,0 0-10 16,0 0-6-16,-4 9-12 0,4-1-2 0,-3 2-9 15,2 6-3-15,0 0-4 0,-2 4-3 0,1-1-5 16,0 6-5-16,0 1 1 0,-3 0-12 0,1-2 4 16,2 3-8-16,-1-3-23 0,-1 3-27 0,0 0-38 15,4-2-23-15,0 1-27 0,0 1-11 0,2-1-85 16,2 0-233-16,-1-5 103 0</inkml:trace>
  <inkml:trace contextRef="#ctx0" brushRef="#br0" timeOffset="171066.7">13288 11990 80 0,'-7'0'141'15,"-2"0"-17"-15,9 0 6 0,-8-2-21 0,8 2-5 0,0 0-1 16,0 0-13-16,51-1-4 0,-12-1-8 0,26-3-7 16,40-9-8-16,3 2-7 0,13-5-10 15,-2-2 4-15,2-1-5 0,-4 3-9 0,4-5-9 16,-10 3-11-16,-4-2-10 0,-8 6-13 0,-9 1-36 0,-34 9-25 16,-6-1-26-16,-13 5-115 0,-7 1-225 0,-8 1 100 15</inkml:trace>
  <inkml:trace contextRef="#ctx0" brushRef="#br0" timeOffset="171293.31">13840 12107 70 0,'-6'3'124'0,"6"-3"0"0,-5 2 0 0,5-2 4 15,0 0-9-15,34 1-14 0,-5-2-5 0,5-3-8 16,18 0-17-16,-3-2-7 0,7-1-1 0,-2-1-15 16,0 2-21-16,-16 0-10 0,3 1-22 0,-3-1-27 15,-4 4-29-15,-3-1-14 0,-11 2-19 0,1 1-86 16,-10 0-190-16,-2 0 84 0</inkml:trace>
  <inkml:trace contextRef="#ctx0" brushRef="#br0" timeOffset="171730.84">14158 12112 45 0,'0'0'145'0,"-12"-1"-9"15,12 1-7-15,-9-1-16 0,9 1-15 0,0 0-11 16,-11 1-7-16,11-1-4 0,-4 6-11 0,4-6 0 16,-5 14-9-16,3-2-3 0,1 0-1 0,-3 6-7 15,4 3-2-15,-4 4-2 0,4 2-7 0,-3 2-3 16,-1-3-6-16,2 1 3 0,-2-2-3 0,4 0-3 15,-1-5-4-15,1 0 0 0,-5 5-1 0,5-8-2 16,0 2 1-16,0 0-9 0,0-2 5 0,2 0-5 16,1-5 2-16,-3 1-3 0,1-1 2 0,-1-2 2 0,2 0 0 15,0-1 1-15,-2-2-9 0,0 1-5 16,0-8-2-16,2 9-3 0,-2-9 5 0,3 8 2 16,-3-8-1-16,1 5 3 0,-1-5-5 0,0 0 5 15,0 0-4-15,0 0 4 0,-16 2-8 0,8 0 10 0,8-2-1 16,-18-3-15-16,4 3 9 0,-1 1 7 0,-3-1-2 15,-3 2 7-15,3-2 0 0,-2 1 6 16,3 0 6-16,3 1 4 0,1-2 0 0,5 0-4 16,8 0 2-16,-15 0 12 0,10 2-6 0,5-2-3 0,0 0-5 15,-11 1 0-15,11-1-2 0,0 0 1 0,0 0 1 16,0 0-1-16,24 4 1 0,-5-4 4 16,4 0-6-16,8-3-1 0,3-3 2 0,4-2-2 15,14 1-7-15,-2-5-1 0,3-2-12 0,1-1-24 16,4 1-32-16,-2-3-29 0,4 2-30 0,1-2-22 0,1 0-138 15,-7 1-299-15,3-4 133 0</inkml:trace>
  <inkml:trace contextRef="#ctx0" brushRef="#br0" timeOffset="171998.43">16120 11711 162 0,'-3'-7'211'0,"-2"0"-8"0,5 7-6 0,-6-9-5 0,5 4-14 16,1 5-14-16,-7-8-17 0,7 8-18 0,0 0-12 15,0 0-10-15,7-10-12 0,-1 8-8 0,7 1-9 16,0 0-10-16,6-2-16 0,1 3-21 0,3-2-28 15,7 0-39-15,-2 2-38 0,0 1-45 0,-9 2-43 16,-1-2-143-16,-7 2-331 0,1-1 146 0</inkml:trace>
  <inkml:trace contextRef="#ctx0" brushRef="#br0" timeOffset="172163.51">16175 11827 134 0,'-5'5'211'0,"5"-5"1"0,-7 3 6 15,7-3 5-15,0 0-13 0,0 0-15 0,0 0-14 16,0 0-24-16,0 0-12 0,23-2-19 0,-3-1-20 16,9-1-35-16,3-1-39 0,3-1-46 0,-1 1-51 15,3-2-64-15,-1 0-53 0,-4-2-124 0,-2 1-330 16,-2-2 146-16</inkml:trace>
  <inkml:trace contextRef="#ctx0" brushRef="#br0" timeOffset="176168.07">18089 10877 26 0,'-1'-10'126'15,"0"-3"3"-15,1 1 3 0,-1 0 2 0,1 1-14 16,0 1-2-16,-2-2-8 0,2 2-8 0,0 1 4 16,2 0-8-16,-2 9-8 0,0-13-10 0,1 8-4 15,-1 5-9-15,0-12-8 0,0 12-10 0,0 0-5 16,0 0-8-16,0 0-7 0,0 0-2 0,0 0-1 16,0 0 0-16,0 0-3 0,7 30 1 0,-7-13-3 15,-2 4-2-15,2 5-3 0,-1 1 1 0,-1 1-1 16,0 1-5-16,-2 0 3 0,4-3-3 0,-1 3-1 15,-1-3-3-15,2 2-3 0,-1-3 6 0,1-5-6 0,0-1 4 16,0 7-3-16,1-9-3 0,-1 2 2 16,2-3 1-16,-1 1-2 0,0 1-4 0,-1-2-31 0,0 0-12 15,2-2-32-15,-2-1-26 0,-2-1-37 0,1 2-136 16,-2-4-299-16,2 2 133 0</inkml:trace>
  <inkml:trace contextRef="#ctx0" brushRef="#br0" timeOffset="176537.87">18456 10823 50 0,'10'-6'122'0,"1"2"-9"0,-2 0-13 16,-2 2-13-16,-7 2-9 0,16 4-3 0,-10-1-8 15,0 1-2-15,3 4-11 0,-4 3-4 0,-1 2-6 16,-3 1-1-16,-1 1-3 0,-2 2-5 0,-5 0 0 16,0-1 1-16,-3 1-13 0,-2-3-3 0,1 1 0 15,-2-1-6-15,-1-2 7 0,0-2-5 0,3-1-2 16,-2 0-6-16,0 1 7 0,0-5 6 0,3-2-4 16,-1 1-1-16,1 0 3 0,3-3 8 0,0 1 4 15,7-2 11-15,-9 1 1 0,9-1-1 16,-7 3-8-16,7-3-1 0,0 0-10 0,0 0-2 15,-8 3 3-15,8-3-6 0,0 0-2 0,0 0-1 0,15 8 1 16,-7-6-1-16,2-2 1 0,3 3-3 0,5 0-3 16,0-1 1-16,3 1-8 0,-1 1-23 0,0 0-36 15,2 1-24-15,6 0-36 0,-1-2-135 0,-8 3-269 16,0-3 119-16</inkml:trace>
  <inkml:trace contextRef="#ctx0" brushRef="#br0" timeOffset="176713.55">18769 11030 76 0,'0'0'205'0,"3"-7"-5"0,-3 7-17 0,0 0-17 16,4-9-19-16,-4 9-17 0,0 0-13 0,3-3-14 16,-3 3-31-16,0 0-30 0,0 0-33 0,12 9-28 15,-12-9-41-15,6 8-25 0,-2-3-34 0,3-1-76 0,-4 1-210 16,-3-5 92-16</inkml:trace>
  <inkml:trace contextRef="#ctx0" brushRef="#br0" timeOffset="177033.78">19054 10805 120 0,'3'-6'217'15,"-2"1"-8"-15,-1 5-20 0,4-11-18 0,-4 11-19 16,1-8-18-16,-1 8-14 0,0 0-16 0,0 0-4 15,0 0-9-15,0 0-12 0,0 0-6 0,-9 29-6 16,5-17-9-16,-1 2-9 0,3-1-4 0,1 3-5 16,2-3-2-16,0 2-3 0,2-2-5 0,2-1-2 15,0 0 0-15,2 1-4 0,4-1-2 0,1 1-1 0,0-2-3 16,2 0-3-16,0-1-2 0,-4-3 0 16,2 0-2-16,-1-1 1 0,2 1-5 0,-4 0-3 0,-1 0 3 15,-1 0-8-15,0-2 6 0,-2 3 3 16,-3-2-6-16,0 0 2 0,-2-6 0 0,-3 13 2 0,-2-5-4 15,-4 1 3-15,-2 1-5 0,-5 0 5 0,1-1-5 16,-4 0-2-16,1-1-10 0,-1-1-10 0,1-3-19 16,-1 2-20-16,1-2-10 0,5-1-35 0,1-3-33 15,0 1-44-15,1-2-109 0,0-4-315 16,2-2 140-16</inkml:trace>
  <inkml:trace contextRef="#ctx0" brushRef="#br0" timeOffset="177181.86">19164 10722 41 0,'15'-7'99'15,"2"0"-11"-15,1 2 0 0,0 2-13 0,1 0-13 16,-1 2-22-16,1 1-38 0,0 0-34 0,-6 4-46 16,4 0-83-16,-6 1 37 0</inkml:trace>
  <inkml:trace contextRef="#ctx0" brushRef="#br0" timeOffset="177629.73">19574 11003 95 0,'9'7'127'0,"-6"-3"8"0,-3-4-8 0,10 6-9 15,-1-4-5-15,-3 1-8 0,3-1-2 0,3-1 4 16,-1-1-4-16,2 0-7 0,1-2-8 0,3-1-10 15,1 0-4-15,-2 0-6 0,-3-1-3 0,-1-1-1 16,0-2-9-16,-1 2 0 0,-4-1 6 0,0-2-3 16,-1-1 0-16,-2 0-4 0,-2-2-2 0,-3-5 6 15,-1 1-7-15,0-2 0 0,-4-1-4 0,1-1-6 16,-2 1 1-16,0-9-5 0,-3 4-5 0,5-2 12 16,3 6-10-16,1-1 1 0,1 3-4 0,3-1-2 15,0 0-3-15,7 0-2 0,1 2-4 0,4 0 0 16,4 0-5-16,3 2-3 0,1 1 1 0,3 0-5 15,0 7 2-15,1 0 1 0,-5 5-8 0,0-1 0 16,-2 7 3-16,2-1-4 0,-3 2-2 0,-1 4 3 16,1-1-3-16,-6 5 3 0,0 0-3 0,-3 3 1 15,0 6 0-15,-5-6 2 0,-1 2-1 0,-3 0-3 16,-3 1-1-16,-3-1 6 0,0 4-1 0,1-4-2 16,0-2 1-16,-1-1 1 0,1 0-3 0,3-5 1 15,-1 0-1-15,4 0 1 0,0-3-6 0,1 2 0 16,2-3-8-16,1 0-14 0,7-2-11 0,0-1-20 15,6-1-9-15,3-3-29 0,7 0-8 0,4-2-30 0,3-3-34 16,-1 0-37-16,-2-2-107 0,1-1-337 16,-4-1 149-16</inkml:trace>
  <inkml:trace contextRef="#ctx0" brushRef="#br0" timeOffset="178115.3">17674 11951 53 0,'-35'0'197'0,"5"-1"-14"0,3-2-8 0,5 3-4 16,9-2-1-16,2 2-11 0,1 0-10 0,10 0-17 16,-12-1-12-16,12 1-18 0,0 0-8 0,0 0-11 15,0 0-5-15,0 0-13 0,60-9-3 0,-7 0-6 16,9 3-2-16,42-6-4 0,2-2-2 0,15-1-10 15,5-2-1-15,12 1-9 0,12-1 2 0,13-5-5 16,7 1 2-16,6-5-6 0,6 1-1 0,0 1 4 16,2 1-8-16,2 3 2 0,-10-2-6 0,-5 3-5 15,-6-3 9-15,-4 6-3 0,-10 0 0 0,-17 3-7 16,-7-1-2-16,-21 0-11 0,-14 6-2 0,-38 3-14 16,2-1-13-16,-19 3-7 0,1 0-5 0,-2-3-3 15,-4 0-7-15,-4 0 1 0,-8 2-2 0,-2-3-6 16,-6 5 2-16,-1-2-8 0,-2 0-6 0,-5 0-16 15,-4 4-30-15,0 0-23 0,0 0-109 0,-32-7-275 16,10 4 121-16</inkml:trace>
  <inkml:trace contextRef="#ctx0" brushRef="#br0" timeOffset="179410.46">9443 10450 112 0,'-3'-5'104'0,"3"5"-8"0,0 0-5 0,0 0-16 16,0 0-4-16,0 0-18 0,-5 23 4 0,6 1 8 16,3 10-3-16,1 18-3 0,0 2 8 0,2 6 5 15,3 28-6-15,1-3-7 0,-2 3-3 0,2-2 7 16,-3-2-13-16,0 0-1 0,-1-4-5 0,0 4-3 16,1-2 2-16,-2-2-2 0,7 4-6 0,-4-2 0 15,-1-22 0-15,2 24 5 0,-1-27-3 0,0-1-4 16,-1 2-2-16,-1 1-1 0,3 0-3 15,-1 0 1-15,3-3-3 0,1-2-6 0,1-2-2 0,0-2 1 16,-3-5-1-16,0-11-6 0,1 1-21 0,-3-3-20 16,2-1-24-16,0-2-28 0,-1-5-17 0,-2 2-20 15,-2-6-14-15,2-5-102 0,-6-2-254 0,1-7 112 16</inkml:trace>
  <inkml:trace contextRef="#ctx0" brushRef="#br0" timeOffset="180661.22">9307 10535 32 0,'-6'-3'102'0,"-1"0"-8"0,7 3-2 16,0 0-19-16,0 0 2 0,35-13-8 0,15 4 0 0,12-4 1 15,38-6-3-15,8-5-4 0,9-1 0 0,10-1-12 16,7-5 5-16,6 3-10 0,6-3 2 16,-2-2-6-16,1 6-4 0,-1-4-3 0,4 6-12 0,3-1 7 15,1 3-3-15,-2 0 1 0,3 0-3 0,5-3 3 16,4 3-3-16,7-1-7 0,0 3-1 0,1-2-6 15,8 0 8-15,7-1-7 0,3 4 2 0,1-1-1 16,-1 1-3-16,8 2 7 0,2 1-7 0,2 1-5 16,-3-1 0-16,8-2 4 0,6-1 2 0,-5 3 0 15,5 0 0-15,-6 2 3 0,6 0-3 0,-9 2 1 16,-1-3-7-16,2 2 5 0,1 1-4 0,0 2 5 16,-7 1-7-16,-1-5 8 0,2 5 0 0,-3-1-5 15,1-2 5-15,-3-1-4 0,0 0 6 0,2 2 2 16,-3-5-9-16,-2 5-2 0,2-4 3 0,0 2 2 15,1-3-3-15,-4 3 2 0,-1 0-2 0,-8-1 4 16,4 0-5-16,-11 3-3 0,-3-2 3 0,-6 0-2 16,-8 3 2-16,-5-8-2 0,-6 8 3 0,-10 4-3 15,-11-4 7-15,-9 6 2 0,-9-2-1 0,-9 2 13 16,-3-1 4-16,-27 3 1 0,24 3 0 0,-30-1 4 16,1-1-2-16,-1 2 0 0,-1 0 1 0,-5 3-5 15,1-1 2-15,-1 0-4 0,-2 4-2 0,0-1-3 16,-14-1-2-16,-1 3 0 0,-2-2-4 0,1-1 2 15,-3 1-4-15,-4 3 2 0,-1-1-3 0,-8-2 1 16,-2-1-5-16,-3 1 0 0,-4-1-1 0,-1 0 1 16,-2 1-7-16,0-1 5 0,1 3 2 0,-3-2 1 0,-2 0-5 15,0 0 3-15,-2-1-6 0,2 2 0 16,-3 1 0-16,1 3-2 0,-1 0 3 0,0 0 2 16,0 2-2-16,0-1 0 0,-2 6 1 0,0-1-1 15,2 2-1-15,-1 1-3 0,-1 6 3 0,2 1 0 0,2 1-4 16,-3-2 4-16,-2 5 1 0,3-1-2 15,-3 3 2-15,2 2 0 0,-2 12 4 0,-2 0-5 16,2 5 6-16,0 2-1 0,-2-2-4 0,2-2 2 16,-2 2 3-16,3 4-1 0,-2-1-1 0,0 3 0 0,1 0 2 15,1-2-3-15,0 1-3 0,1 0 6 0,2-1-3 16,2 3-4-16,-2 22 9 0,3-20-5 0,-3-1-3 16,2 0 2-16,-1 25 5 0,-3-26-1 15,1 1-4-15,0 0 0 0,0 0 3 0,2 1-2 0,0 25 1 16,-3-4 6-16,2-26-5 0,2 6-3 0,0 21 1 15,0-24-1-15,-1 1-4 0,0 0 6 0,-2 0-1 16,-2-3-5-16,3-1 5 0,-4 1-3 0,-3-4-1 16,0 1-1-16,0-3 5 0,-1 3-1 0,-1-2-3 15,-1-1 2-15,1-4-2 0,-7 2 3 0,-1 0 1 16,0-2-4-16,-1 1-1 0,-5-1 3 0,1-2 1 16,-2 1 3-16,-1-4-2 0,-4 0 4 0,1 0-2 15,-2 1-5-15,-1-2 9 0,-5 2-5 0,-5 2 2 16,-1-3-1-16,-5-2-2 0,-2-2 3 0,-24 15-1 15,-3-4-2-15,20-18 0 0,-29 14-1 0,-3-1 1 16,1-4-3-16,-1-3 4 0,-6-1 2 0,-1-3 3 16,-9-3 0-16,-7 1 12 0,0 1 2 0,-10-6-1 15,-3 0 2-15,-3 0-2 0,-4 0 3 0,-5 3-6 16,-7-7-2-16,-5 4 3 0,-6 2-6 0,-2-3 3 16,-7-2-5-16,-9 1 0 0,-3-2 0 0,-1 2-2 15,-9-3 1-15,-1-1 4 0,-4 4-8 0,-8 1-3 16,1-5 1-16,-7 3 4 0,-5-2-4 0,-2 1 0 15,-7 1-4-15,2-3 3 0,-8 7-17 0,1-6 0 16,-3 1 0-16,-4 1 3 0,-2 2 6 0,-1-2-2 16,0 1 7-16,-5 1-8 0,4 4 4 0,-3-6-4 15,2-2 10-15,0 1-3 0,0-1 3 0,5 0-2 16,5 3 7-16,-2-3-4 0,6-1-2 0,4 3-1 16,3-6 6-16,0 3-6 0,2-2 4 0,10 5-4 15,5-3 1-15,6 0 2 0,6-3 0 0,4 2 0 16,10-2 0-16,12-2 3 0,9-6-1 0,9-1 0 15,6-2-1-15,8-2-2 0,13-2 1 0,9-3-6 0,10-5-4 16,28 3-11-16,1-5-15 0,4 2-22 16,2-3-34-16,5-1-39 0,3-6-24 0,13 2-34 15,-10-6-144-15,12 4-356 0,0 0 157 0</inkml:trace>
  <inkml:trace contextRef="#ctx0" brushRef="#br0" timeOffset="181432.55">9445 12160 12 0,'0'0'84'0,"-5"-5"-12"0,5 5-10 16,0 0-4-16,0 0-8 0,0 0-4 0,0 0-6 16,0 0-4-16,0 0 1 0,0 0-1 0,9 34-1 15,-4-15 2-15,2 6-3 0,0 5 5 16,2 5-9-16,-2 14 1 0,0 0-3 0,-3 4 6 0,0 3-2 16,-5 2-6-16,-1 1 1 0,-1 0 4 0,-1 1-2 15,-4 20 10-15,2-21-11 0,2 24 3 0,-8-2-1 16,6-21-4-16,-2 21 2 0,-1 0 0 0,4-26-10 15,0 1-4-15,2 0 3 0,1 0 3 0,2-1-2 16,1-1-10-16,4 1 9 0,2-1-4 0,2-3-1 16,1-1 0-16,1-5-4 0,1-10 2 0,-2-2-8 15,3 0-6-15,2-2 5 0,1 1-5 0,-1-1 8 16,0-2-4-16,3-1-10 0,-4-2 10 0,3-2 0 16,-3 0 0-16,1-2-2 0,-3-6 3 0,-1 1 0 15,7 0 0-15,-4-2 0 0,0-1 1 0,3-3-8 16,-2 0 5-16,4 0-4 0,-1-2 4 0,9 3-4 15,-1-5 6-15,2 1 4 0,2-3-2 0,5 2 0 16,2-7-10-16,17-4 10 0,3 1 0 0,7-4 1 16,29-8 0-16,2-5-6 0,3-3-6 0,4-4-12 15,2-4 14-15,10-7-2 0,1-5-22 0,11 1-10 16,3-3-9-16,2 2-23 0,2 2-14 0,-5-1-80 16,-1 6-181-16,-4 0 80 0</inkml:trace>
  <inkml:trace contextRef="#ctx0" brushRef="#br0" timeOffset="-213651.05">10129 3428 11 0,'0'0'13'0,"0"0"-1"0,0 0 3 15,0 0 2-15,0 0-1 0,0 0 1 0,0 0-7 0,0 0 1 16,0 0-1-16,0 0-1 0,0 0 0 0,0 0-4 15,0 0 1-15,0 0 1 0,0 0-4 0,0 0-1 16,0 0 0-16,0 0 3 0,0 0-2 0,0 0 2 16,0 0-1-16,0 0-2 0,0 0 0 15,0 0 1-15,0 0-2 0,0 0 4 0,0 0-4 16,0 0-1-16,0 0 3 0,0 0-3 0,0 0 0 16,0 0-1-16,0 0 0 0,0 0-1 0,0 0 1 15,0 0-1-15,0 0-4 0,0 0-9 0,0 0-16 16,0 0-32-16,0 0 14 0</inkml:trace>
  <inkml:trace contextRef="#ctx0" brushRef="#br0" timeOffset="-213307.72">10161 3478 6 0,'0'0'23'0,"0"0"7"16,0 0-3-16,0 0 0 0,0 0 0 0,0 0-1 16,0 0-1-16,0 0-1 0,0 0-3 0,0 0-5 15,0 0-2-15,0 0-4 0,0 0 5 0,0 0-5 16,0 0 0-16,0 0-5 0,0 0-2 0,0 0-2 16,0 0-1-16,0 0 1 0,0 0-4 0,0 0 3 15,0 0-3-15,0 0 1 0,0 0 3 0,0 0-1 16,0 0 1-16,0 0-6 0,0 0 9 0,0 0-6 15,0 0 5-15,0 0-3 0,0 0 1 0,0 0-5 16,0 0 1-16,0 0 5 0,0 0-1 0,0 0 1 16,0 0-2-16,0 0 6 0,0 0-9 0,0 0 1 15,0 0 2-15,0 0 1 0,0 0-3 0,0 0 0 16,0 0 0-16,0 0-7 0,12-2-4 0,-12 2-5 16,0 0-27-16,0 0-49 0,0 0 21 15</inkml:trace>
  <inkml:trace contextRef="#ctx0" brushRef="#br0" timeOffset="-212844.33">10248 3491 30 0,'0'0'51'0,"0"0"-6"16,0 0 0-16,0 0-3 0,0 0 6 0,0 0-8 16,0 0-1-16,0 0 0 0,0 0-10 0,0 0-4 15,0 0 4-15,-26-6-4 0,26 6 4 0,0 0-5 16,0 0 1-16,-4-6 4 0,4 6-6 0,0 0 5 15,0 0-3-15,0 0-10 0,0 0 2 0,0 0 1 16,0 0 0-16,-1-9-3 0,1 9-3 0,0 0-3 16,0 0-4-16,0 0 7 0,0 0-4 0,8-10-4 15,-8 10 6-15,9-8-7 0,0 2 0 0,1 1-1 16,-1-1 6-16,4 1-7 0,2-5 2 0,0 3 0 16,2-1 0-16,-1 1-3 0,-1-2 4 0,0 2-3 15,2 2 2-15,0-2-3 0,-2 2 6 16,2-1-7-16,-6-1 8 0,5 1-8 0,-3 2 4 0,1-1 0 15,-2 2-5-15,-3 1 2 0,2 0 2 0,-1 0-1 16,-2 1-5-16,0 1-3 0,-8 0-9 0,17-3-17 16,-10 3-17-16,-7 0-2 0,15 1-17 0,-8-1-37 15,-1 2-114-15,-6-2 50 0</inkml:trace>
</inkml:ink>
</file>

<file path=ppt/ink/ink2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43:53.838"/>
    </inkml:context>
    <inkml:brush xml:id="br0">
      <inkml:brushProperty name="width" value="0.05292" units="cm"/>
      <inkml:brushProperty name="height" value="0.05292" units="cm"/>
      <inkml:brushProperty name="color" value="#FF0000"/>
    </inkml:brush>
  </inkml:definitions>
  <inkml:trace contextRef="#ctx0" brushRef="#br0">9650 3920 42 0,'-4'-6'27'0,"4"6"-1"15,0 0-11-15,0 0-12 0,0 0-4 0,0 0-4 16,0 0-14-16,0 0-18 0,0 0 8 0</inkml:trace>
  <inkml:trace contextRef="#ctx0" brushRef="#br0" timeOffset="808.29">9426 4085 16 0,'0'0'40'0,"0"0"-6"0,0 0-4 16,0 0-5-16,0 0 8 0,0 0-9 0,0 0-10 15,0 0 9-15,0 0-3 0,0 0-6 16,0 0 1-16,0 0 0 0,0 0-2 0,0 0-2 16,0 0-3-16,0 0 0 0,0 0 9 0,0 0-19 15,0 0 1-15,0 0-2 0,0 0 6 0,0 0-4 0,0 0-4 16,0 0-4-16,0 0-9 0,0 0-3 15,0 0-30-15,0 0-54 0,23 10 23 0</inkml:trace>
  <inkml:trace contextRef="#ctx0" brushRef="#br0" timeOffset="1644.66">11795 3911 54 0,'0'0'67'16,"0"0"-9"-16,0 0-5 0,0 0-6 0,0 0-6 15,0 0 10-15,0 0-27 0,0 0 9 0,0 0-10 16,0 0-10-16,0 0-13 0,0 0-13 0,0 0-13 16,0 0-14-16,0 0-25 0,0 0-69 0,0 0 31 15</inkml:trace>
  <inkml:trace contextRef="#ctx0" brushRef="#br0" timeOffset="2219.75">11947 3946 8 0,'0'0'52'0,"0"0"-2"0,0 0-14 16,0 0 4-16,0 0-2 0,0 0-10 15,0 0-2-15,0 0 1 0,0 0-2 0,0 0-9 16,0 0 2-16,0 0-1 0,0 0-6 0,0 0-1 15,0 0 4-15,0 0-4 0,0 0-2 0,0 0 0 16,0 0 2-16,0 0-6 0,0 0 6 0,0 0-7 16,0 0 4-16,0 0-5 0,0 0 5 0,0 0-3 15,0 0 2-15,0 0-2 0,0 0-6 0,0 0 7 16,0 0-2-16,0 0-2 0,0 0 6 0,0 0-2 16,11 0-1-16,-11 0-4 0,0 0 0 0,0 0-2 15,0 0 5-15,0 0-7 0,0 0 3 0,0 0 6 16,0 0-10-16,0 0 2 0,0 0 5 0,0 0 0 15,0 0 2-15,5 3-7 0,-5-3 4 0,0 0 4 16,0 0-5-16,0 0-3 0,0 0 5 0,0 0-1 16,0 0 1-16,0 0 0 0,0 0 1 0,0 0-2 15,0 0-1-15,0 0-5 0,0 0 8 0,0 0-3 16,0 0 1-16,0 0 3 0,0 0-8 0,0 0 0 16,0 0 14-16,0 0-12 0,0 0 3 0,0 0-4 15,0 0 4-15,0 0-15 0,0 0 10 0,0 0-3 16,10 0 4-16,-10 0-1 0,0 0 3 0,0 0-4 15,0 0-7-15,0 0 4 0,0 0-6 0,0 0-5 16,0 0 1-16,0 0-4 0,0 0-3 0,0 0-4 16,0 0-1-16,0 0-24 0,0 0-58 0,0 0 26 15</inkml:trace>
  <inkml:trace contextRef="#ctx0" brushRef="#br0" timeOffset="7340.7">16883 3078 39 0,'0'0'104'0,"0"0"1"16,0-10-5-16,0 10-2 0,0 0-2 0,0 0 1 16,0 0-9-16,0 0-4 0,0 0-7 15,0 0-5-15,0 0-8 0,0 0-4 0,0 0-14 0,0 0 3 16,0 0-9-16,0 0-4 0,0 0-2 0,0 0 5 16,0 0-17-16,0 0-4 0,0 0-7 15,0 0 8-15,0 0-1 0,0 0-7 0,0 0 6 16,0 0-5-16,0 0 3 0,16 16-3 0,-13-12-1 15,-3-4-8-15,5 9 9 0,-2-4-2 0,1 0-1 0,0 1-1 16,2 0-2-16,-2-2 0 0,1 3 2 0,-5-7-5 16,5 8 6-16,-1-4-5 0,-4-4-3 15,4 7 8-15,-1-1-3 0,-3-6-4 0,4 7 0 0,0-4 8 16,-4-3 3-16,0 0-5 0,5 6-2 16,-5-6 3-16,0 0 8 0,0 0 1 0,7 4 6 0,-7-4 0 15,0 0-1-15,0 0 9 0,0 0-6 0,11-7 1 16,-1 1-5-16,2-4 0 0,8-7 1 15,3-5-8-15,17-9-1 0,-3-2-16 0,6-3-24 16,5 0-4-16,0-2-54 0,24-18-53 0,-25 19-138 0,0 1-297 16,2-3 131-16</inkml:trace>
  <inkml:trace contextRef="#ctx0" brushRef="#br0" timeOffset="8090.64">14977 4002 46 0,'0'0'93'0,"0"0"-2"16,0 0 0-16,0 0-20 0,0 0-8 16,0 0-2-16,0 0-11 0,0 0-5 0,0 0 2 0,0 0-5 15,0 0-7-15,0 0-7 0,0 0-1 16,0 0-9-16,0 0 7 0,0 0 6 0,0 0 6 16,0 0 8-16,0 0 3 0,25 8-3 0,-4-8 16 15,10-3-19-15,5-2 6 0,17-4-5 0,1-1 1 16,6-1-7-16,4-6-3 0,27-4-11 0,-26 4 0 15,28-5-20-15,-30 9-21 0,25-12-40 0,-1 2-25 16,-27 6-34-16,3 4-71 0,26-10-201 0,-32 8 89 16</inkml:trace>
  <inkml:trace contextRef="#ctx0" brushRef="#br0" timeOffset="15731.16">8448 5078 6 0,'0'0'8'0,"0"0"1"16,0 0-2-16,0 0-5 0,0 0 6 0,0 0-6 15,0 0-9-15,0 0-9 0,0 0 4 0</inkml:trace>
  <inkml:trace contextRef="#ctx0" brushRef="#br0" timeOffset="16481.68">11413 4850 67 0,'0'0'101'0,"0"0"-5"0,0 0-11 15,0 0-11-15,0 0-12 0,0 0-11 0,0 0-16 16,0 0-16-16,0 0-13 0,0 0-11 0,0 0-10 0,0 0-1 16,0 0-12-16,0 0-6 0,0 0-14 15,0 0-27-15,0 0-82 0,0 0 36 0</inkml:trace>
  <inkml:trace contextRef="#ctx0" brushRef="#br0" timeOffset="17403.14">12093 4774 51 0,'0'0'44'16,"0"0"-10"-16,0 0 2 0,0 0-3 0,0 0-3 15,0 0 3-15,5 4-3 0,-5-4 2 0,0 0-7 16,0 0-2-16,0 0 3 0,0 0 1 0,0 0-4 16,0 0 0-16,0 0-8 0,0 0 1 0,0 0 1 15,0 0-7-15,0 0 4 0,0 0-4 0,0 0 2 16,0 0 1-16,0 0-6 0,0 0 3 0,0 0-4 15,0 0-1-15,0 0 0 0,0 0-2 0,0 0 5 16,0 0 0-16,0 0 4 0,0 0-3 0,0 0 5 16,0 0 5-16,0 0-5 0,0 0 2 0,0 0-2 15,0 0 3-15,0 0-10 0,0 0 0 0,0 0 3 16,0 0 5-16,0 0-4 0,0 0-2 0,0 0 6 16,0 0-10-16,0 0 9 0,0 0-4 0,0 0-4 15,0 0 2-15,0 0-3 0,0 0 1 0,0 0-3 16,0 0-4-16,0 0 4 0,0 0-2 0,0 0 1 15,0 0 0-15,0 0-2 0,0 0 9 0,0 0 0 16,0 0 12-16,0 0-9 0,0 0 1 0,0 0 6 16,0 0-13-16,0 0 8 0,0 0-3 0,0 0-1 15,0 0 5-15,0 0-7 0,0 0-8 0,0 0 4 16,0 0 3-16,0 0-19 0,0 0 14 0,0 0 7 16,0 0-4-16,0 0-3 0,0 0 5 0,0 0-2 15,0 0-5-15,0 0 6 0,0 0-9 0,0 0-3 16,0 0 8-16,0 0-10 0,0 0 3 0,0 0 7 15,0 0-2-15,0 0 4 0,0 0 1 0,0 0-5 16,0 0-1-16,0 0-1 0,0 0 6 0,0 0-2 16,0 0-1-16,0 0 0 0,0 0-9 0,0 0 8 15,0 0 0-15,0 0-3 0,0 0 3 0,0 0-2 16,0 0 8-16,0 0-5 0,0 0 6 0,0 0-13 16,0 0 6-16,0 0 6 0,0 0-4 15,0 0-4-15,0 0 2 0,0 0-1 0,0 0 3 16,0 0-3-16,0 0 4 0,0 0-5 0,0 0 1 0,0 0 5 15,0 0 1-15,0 0-7 0,0 0 3 0,0 0 2 16,0 0-13-16,0 0 9 0,0 0 3 0,0 0-1 16,0 0-2-16,0 0 4 0,0 0 3 0,0 0-3 15,0 0-5-15,0 0 22 0,0 0-26 0,0 0 12 16,0 0-8-16,0 0 7 0,0 0-8 16,0 0-1-16,0 0 0 0,0 0 5 0,0 0-1 0,0 0 3 15,0 0-16-15,0 0 20 0,0 0-6 0,0 0-6 16,0 0 4-16,0 0 4 0,2-15-6 15,-2 15 6-15,0 0-6 0,0 0 6 0,0 0-6 0,0 0 0 16,0 0 3-16,0 0-3 0,0 0-3 16,0 0-7-16,0 0-3 0,2-8-3 0,-2 8-3 15,0 0-3-15,0 0 0 0,0 0 5 0,3-5-17 0,-3 5 6 16,0 0-4-16,0 0 6 0,0 0-2 0,0 0-6 16,0 0 0-16,0 0-8 0,0 0-8 0,0 0-46 15,0 0-106-15,0 0 46 0</inkml:trace>
  <inkml:trace contextRef="#ctx0" brushRef="#br0" timeOffset="20238.73">10753 5328 14 0,'0'0'74'0,"0"0"-10"0,0 0 5 16,0 0-17-16,0 0-5 0,0-10-22 15,0 10-21-15,0 0-34 0,0 0-24 0,10 10-57 16,-6-6 25-16</inkml:trace>
  <inkml:trace contextRef="#ctx0" brushRef="#br0" timeOffset="21251.22">12630 5851 14 0,'0'0'47'0,"0"0"-1"15,0 0-4-15,0 0-4 0,0 0-4 0,0 0-3 16,0 0-4-16,0 0-6 0,0 0 1 0,0 0-3 16,9-1-3-16,-9 1-4 0,0 0 0 0,0 0 0 15,0 0-3-15,0 0 2 0,0 0 3 0,0 0 1 16,0 0-1-16,0 0 2 0,0 0-7 0,0 0 3 15,0 0 5-15,0 0-3 0,0 0-1 0,0 0 1 16,0 0 0-16,0 0-1 0,0 0-3 0,0 0 1 16,0 0-5-16,0 0 2 0,0 0-1 0,0 0 1 15,0 0-4-15,0 0-3 0,0 0 3 0,0 0 1 16,0 0-4-16,0 0 5 0,0 0-1 0,0 0-3 16,0 0 9-16,0 0-14 0,0 0 8 0,0 0 1 15,0 0-5-15,0 0-3 0,0 0 3 0,0 0-1 16,0 0 2-16,0 0-1 0,0 0 0 0,0 0-2 15,0 0 1-15,0 0 2 0,0 0 1 0,0 0 2 16,0 0-9-16,0 0 8 0,0 0-4 0,0 0-1 16,0 0-2-16,0 0 4 0,0 0-2 0,0 0 2 15,0 0 1-15,0 0 0 0,0 0-5 0,0 0 4 16,0 0-2-16,0 0-4 0,0 0 5 0,0 0-4 16,9-8 2-16,-9 8-2 0,0 0 3 0,0 0-2 15,0 0 1-15,0 0 1 0,0 0-7 0,0 0-6 16,0 0-1-16,1-5 0 0,-1 5 2 0,0 0 2 15,0 0-7-15,0 0 4 0,0 0-4 0,0 0-5 16,0 0 3-16,0 0-4 0,0 0 0 0,0 0-1 16,0 0 3-16,0 0-3 0,4-6-3 0,-4 6 3 15,0 0-2-15,0 0 2 0,0 0 4 0,4-7-2 0,-4 7 2 16,0 0-14-16,0 0-37 0,0 0 17 16</inkml:trace>
  <inkml:trace contextRef="#ctx0" brushRef="#br0" timeOffset="23557.55">16590 4351 59 0,'5'-9'171'0,"-2"5"-2"0,-3 4 3 0,5-6-5 16,-5 6-4-16,3-8-14 0,-3 8-11 15,0 0-18-15,4-7-7 0,-4 7-16 0,0 0-8 0,0 0-6 16,6-3-11-16,-6 3-10 0,0 0-8 0,0 0-5 16,0 0-5-16,0 0-3 0,0 0-4 0,0 0-5 15,11 7-5-15,-11-7-1 0,5 6 1 16,-5-6-2-16,6 6-4 0,-6-6 1 0,2 6-7 15,1-2 0-15,-3-4-2 0,7 8 0 0,-7-8-3 0,5 8 3 16,-5-8-2-16,3 7 0 0,-3-7 1 0,4 5-3 16,-4-5 1-16,5 4-8 0,-5-4 5 0,0 0 2 15,3 4-4-15,-3-4 3 0,0 0-4 0,0 0 2 16,0 0 1-16,12-1 2 0,-1-3-2 16,-1-2 0-16,13-10-4 0,4-2-6 0,5-3-13 0,10-14-24 15,9-5-35-15,22-20-51 0,1-4-45 0,-3 2-163 16,1-7-363-16,-3-4 161 0</inkml:trace>
  <inkml:trace contextRef="#ctx0" brushRef="#br0" timeOffset="127540.17">18892 2981 63 0,'0'0'115'0,"0"0"-15"0,0 0 9 16,0 0-22-16,-6-8 1 0,6 8-9 0,0 0-4 15,-3-6-4-15,3 6 1 0,0 0-11 0,-6-3-6 16,6 3 0-16,0 0-3 0,0 0-10 0,-11-2 3 16,11 2-5-16,0 0 12 0,-12 0-1 0,12 0-1 15,0 0-5-15,-12 3-2 0,12-3 2 0,-10 1-11 16,10-1-5-16,-10 1-5 0,10-1 0 0,-9 2-2 15,9-2-3-15,0 0-2 0,0 0-1 0,0 0-1 16,-9 1 4-16,9-1-7 0,0 0 4 0,0 0 0 16,0 0-1-16,0 0 2 0,27-3 0 15,-11-2 0-15,2-2-5 0,3 1 4 0,7-1-3 0,0-1 0 16,0 2-2-16,1-2 3 0,-1 0-14 0,2 1 8 16,-2 0-13-16,0 1-26 0,-7-1-20 0,5 1-55 15,-7 3-38-15,-6 1-119 0,0 1-284 0,-3-2 126 16</inkml:trace>
  <inkml:trace contextRef="#ctx0" brushRef="#br0" timeOffset="128008.51">19071 2881 85 0,'0'0'93'0,"-4"8"15"0,4-8-6 16,0 11-2-16,1 0 17 0,-1 1-7 0,2 3-12 16,-1 2-6-16,0 1 5 0,1 7 1 0,-2 0-16 15,1 1 2-15,-1-6-11 0,1 5 1 0,3-6-12 16,-3 0-4-16,2-2-6 0,-2 2 1 0,-1-2-11 16,1-1-5-16,0 0-2 0,2 0-7 0,-2-4 3 15,1-4-2-15,-1 4-1 0,0-5-7 0,0 3-1 16,1-4-4-16,-1 0 1 0,-1-6-4 0,1 9 4 15,-1-9-3-15,2 7-1 0,-2-7 6 0,0 0-3 16,0 7-1-16,0-7 5 0,0 0-6 0,0 0-2 16,-8 6-2-16,8-6 1 0,-12 0-3 0,12 0 2 15,-16 0-3-15,7-2-3 0,9 2 4 0,-19-1-1 16,7 1 1-16,4-1-3 0,-2-1-3 16,-1 2 1-16,-2-2-2 0,1 2 3 0,2 4-3 0,1-6-3 15,2 4 2-15,7-2-5 0,-12 1 4 0,12-1-4 16,-10 3 3-16,10-3-6 0,0 0 9 0,0 0-5 15,-8 0 5-15,8 0-2 0,0 0 0 0,0 0 7 16,0 0-1-16,30 0 3 0,-13 1-1 0,0-5 3 16,4 1-2-16,-1 0 1 0,6-1-6 15,3 0 2-15,2-2-3 0,1 0-16 0,-2 0-27 16,1 1-38-16,1-1-53 0,-3 1-54 0,-7 0-109 16,7 0-319-16,-10-1 140 0</inkml:trace>
  <inkml:trace contextRef="#ctx0" brushRef="#br0" timeOffset="128209.67">19714 3119 40 0,'0'0'230'0,"0"0"-12"0,0 0-13 0,0 0-17 15,0 0-16-15,0 0-20 0,9 0-14 0,-9 0-15 16,0 0-11-16,0 0-17 0,0 0-14 0,0 0-23 15,12-4-32-15,-6 2-37 0,-6 2-39 0,14-4-45 16,-4 0-12-16,0 2-27 0,0 2-107 0,-10 0-259 16,14-2 115-16</inkml:trace>
  <inkml:trace contextRef="#ctx0" brushRef="#br0" timeOffset="128407.33">19656 3201 73 0,'0'0'151'0,"-4"4"-1"16,4-4-6-16,-5 4-17 0,5-4-8 16,0 0 3-16,0 0 8 0,0 0-3 0,0 0-12 0,19 3-11 15,-8-5-9-15,2-2-10 0,4 2-9 0,1-4-6 16,1 3-9-16,3-4-30 0,6-2-52 0,-1 3-71 16,-3-5-52-16,-3 6-111 0,0-3-274 15,-1 0 121-15</inkml:trace>
  <inkml:trace contextRef="#ctx0" brushRef="#br0" timeOffset="128640.7">20289 2834 46 0,'-8'-1'190'0,"8"1"-10"15,0 0-19-15,0 0-17 0,-10-3-12 0,10 3-16 16,0 0-5-16,0 0-9 0,0 0-9 0,0 0-10 16,32-5-11-16,-12 4-5 0,8-3-5 0,2-1-7 15,-2 0-8-15,-1 0-11 0,0 1-27 0,-7 1-35 16,2 0-50-16,-4 0-53 0,0 0-118 0,-8 3-265 16,0-1 118-16</inkml:trace>
  <inkml:trace contextRef="#ctx0" brushRef="#br0" timeOffset="129057.09">20426 2827 48 0,'0'0'165'0,"-2"12"2"16,0-4-13-16,0 2 9 0,2 1-14 15,-1 2-14-15,0 4-5 0,0-1 2 0,-1 4-7 16,1-4-9-16,-2 8-15 0,2-4 0 0,2 5-7 15,-1-8-8-15,0 0-7 0,-1 0-8 0,1 0-9 16,-1 1-6-16,1-4-8 0,-1-3 2 0,2 0-9 16,-1-1-3-16,-1 1-1 0,1 1-1 0,0-3-6 15,0 1-2-15,1-3-6 0,-1-7 3 0,-1 11-3 16,1-11-3-16,-2 8-3 0,2-8 1 0,0 9-1 16,0-9-4-16,-5 6-2 0,5-6 0 0,-10 8-3 15,4-7-5-15,-6 2-5 0,1-2-13 0,-2 0-4 16,-6 0 6-16,6 0 3 0,-1 1 0 0,1-1 0 15,2-1 2-15,3 0-1 0,8 0 3 0,-14 2 2 16,14-2-4-16,-12 0 6 0,12 0-3 0,-6 1 0 16,6-1-2-16,0 0 5 0,0 0-1 0,-10 1-2 15,10-1 2-15,0 0 1 0,0 0 7 0,0 0-3 16,0 0 1-16,0 0 0 0,0 0 1 0,36 3 6 16,-17-4-5-16,-3-2 2 0,5 0-5 0,-1 2-32 15,2-3-49-15,7-1-59 0,-7 1-76 0,-3 2-122 16,3-2-364-16,-2 0 162 0</inkml:trace>
  <inkml:trace contextRef="#ctx0" brushRef="#br0" timeOffset="129357.61">20732 3151 36 0,'-2'13'184'16,"2"-13"-14"-16,-2 10 7 0,2-10-12 0,0 11-13 15,0-11-17-15,2 12-5 0,-1-7-16 0,2 3-7 16,0-4-12-16,1 1-8 0,3-1-8 0,-2 1 10 16,6-2 6-16,1 0 1 0,-2-3-4 0,3 0-4 15,1-1-8-15,-3-1-7 0,3 0-6 0,-3 0-9 16,0-2 0-16,-1-2-6 0,-1 1 1 0,-1-1 11 16,-3 1-6-16,1 1-1 0,-2-2-3 0,-1-4-3 15,-2 3-6-15,-1-3-3 0,0 10-6 0,-5-19 3 16,1 11-7-16,-3-1-2 0,-2 0-7 0,-1 4-6 15,-2 1-5-15,-2 3-10 0,-7 2-21 0,-2-1-21 16,-6 9-36-16,1-1-29 0,-3 3-49 0,4 0-59 16,9-3-202-16,5-3-449 0,3 2 199 0</inkml:trace>
  <inkml:trace contextRef="#ctx0" brushRef="#br0" timeOffset="129857.74">21168 2795 198 0,'-8'8'221'0,"-1"4"-19"0,-2 5-6 16,-1 7-8-16,0 5 3 0,-2 0-2 15,-3 16-3-15,0 2-18 0,6 2-13 0,2-1-17 16,0-4-12-16,4-9-13 0,0 12-3 0,5-14 3 16,-2 1-9-16,0-2-8 0,4 1-6 0,0-2 26 15,3-3-6-15,-1-3-1 0,1-1-18 0,0-4-6 16,3-4-5-16,-1-1-15 0,2 1-3 0,3-2 0 15,-3-1-5-15,5-2-11 0,1-1-5 0,0-2-18 16,3-2-35-16,-1-1-47 0,2-1-46 0,-1-1-46 16,-1 1-51-16,0-3-55 0,-2 1-235 0,-3-4-531 15,-12 2 236-15</inkml:trace>
  <inkml:trace contextRef="#ctx0" brushRef="#br0" timeOffset="130290.51">21541 3242 8 0,'0'0'231'0,"-3"-8"-6"0,3 8-12 15,0 0-20-15,0 0-16 0,0 0-18 0,0 0-12 16,6-11-18-16,-6 11-15 0,11-9-14 15,-6 4-7-15,6-3-7 0,3-1-10 0,0-1-6 0,1-1-5 16,-1 2-12-16,1-4-2 0,-2 4-4 0,1-3-5 16,-2 1-4-16,-3 3-4 0,0-2 2 0,-2 0 7 15,0 1 11-15,-3-3 2 0,0 3-3 0,-2-4-3 16,-1 3 1-16,-2 2-1 0,0-1-4 0,1 9-4 16,-7-14-12-16,2 10 2 0,-4-2-4 15,-2 5-2-15,-1 1-8 0,-7 1-1 0,1 2-2 16,-10 9 1-16,0 5-4 0,-1-1-3 0,2 4 4 15,1-1-4-15,4 4 0 0,2-4 0 0,2 3-1 0,4 0 2 16,6-5 21-16,2-1 0 0,4 2 5 0,3 0 13 16,1-2-1-16,6 1 0 0,1-4-8 15,1 0 4-15,7-1-10 0,2-3 11 0,8 1-13 16,1-1 0-16,4-6 0 0,2 0-6 0,3-2-6 16,-2-2 2-16,-1 0-36 0,-2-2-51 0,0 2-49 15,-4-3-65-15,0 1-65 0,-9 0-265 0,-2-3-549 16,0 0 244-16</inkml:trace>
  <inkml:trace contextRef="#ctx0" brushRef="#br0" timeOffset="131240.19">21983 2664 30 0,'0'0'231'0,"-5"-7"-9"15,5 7-10-15,-5-4-37 0,5 4-10 0,0 0-16 16,0 0-20-16,-6-2-9 0,6 2-13 0,0 0-12 16,0 0-15-16,0 0-9 0,0 0-9 0,0 0-5 15,0 0-6-15,0 0-4 0,1 21-3 0,2-14-8 16,-1 2 2-16,3 1-8 0,-2 0-5 0,1 1 3 15,-3 0-8-15,2 0-1 0,0-3-1 16,3 3-2-16,-1-3 0 0,0-2-3 0,-4 0 0 16,0-1-2-16,-1-5-2 0,5 10 3 0,-2-7-1 15,-3-3 2-15,4 5-1 0,-4-5 10 0,0 0 10 0,0 0 10 16,0 0-2-16,0 0 2 0,21-14-6 16,-13 2-6-16,1-2-3 0,3-3-2 0,-3-2 1 15,0 2 0-15,1 1 2 0,0-1 0 0,-4-3-3 16,2 5 10-16,1-1-10 0,-4 1-4 0,0 2-3 15,0-1-2-15,-1 5-3 0,-1 0 3 0,-1 5-7 16,-2 4-2-16,3-10-2 0,-3 10-20 0,2-7-25 16,-2 7-20-16,0 0-17 0,0 0-23 0,0 0-22 15,0 0-47-15,0 0-39 0,-6 34-157 0,2-18-396 16,3-4 175-16</inkml:trace>
  <inkml:trace contextRef="#ctx0" brushRef="#br0" timeOffset="131500.6">22286 2655 17 0,'0'0'220'15,"0"0"-11"-15,0 0-10 0,0 0-11 0,0 0-25 16,0 0-14-16,0 0-16 0,0 0-14 0,0 0-18 16,0 0-9-16,0 0-9 0,0 0-10 0,0 0-5 15,0 0-8-15,0 0-9 0,-12 30 0 0,12-19-9 16,0 0 2-16,0-11-6 0,0 23-5 0,1-14-4 15,-1-9-4-15,-1 18-1 0,1-9-3 0,0-9 1 16,-2 18-2-16,2-18-3 0,2 13-1 0,-2-13 1 16,0 8-5-16,0-8-9 0,2 10-38 15,-2-10-23-15,0 0-32 0,0 0-43 0,0 0-24 0,3 13-26 16,-3-13-98-16,0 0-304 0,0 0 135 16</inkml:trace>
  <inkml:trace contextRef="#ctx0" brushRef="#br0" timeOffset="131740.16">22281 2636 90 0,'9'-5'129'0,"-9"5"-9"15,13-8-7-15,-5 5-6 0,2 0 2 0,-10 3-13 16,18 0 0-16,-6 2-13 0,0 2-7 0,-2 1-11 16,2-2-3-16,-5 3-3 0,1 2 3 0,2 0 1 15,-5 1-3-15,1 2-5 0,-4 0-3 0,-2 0-3 16,1 1-8-16,-2 0-3 0,-1-1 0 0,-2 1-2 15,0-2-5-15,-5 4-3 0,3-3-2 0,-2-1-5 16,-1 0-2-16,-3 2-27 0,3-4-23 0,-3 0-26 16,0-1-36-16,3-1-32 0,-1 1-127 15,-7-1-273-15,6-2 121 0</inkml:trace>
  <inkml:trace contextRef="#ctx0" brushRef="#br0" timeOffset="132129.69">22065 3034 142 0,'-11'-1'219'0,"11"1"-26"0,0 0-18 0,0 0-13 16,0 0-23-16,0 0-15 0,46-27-11 0,-17 12-10 16,8 2-12-16,13-6-8 0,8 1-9 0,-4-2-3 15,1 4-14-15,0-1-2 0,-7 3-12 0,-12 2-2 16,2 2-3-16,-5 0-7 0,0 2 0 0,-5-2 0 0,-2 3-4 15,-6 3-4-15,-3-2-3 0,-4 3-3 16,-3 0 2-16,1-1-2 0,0 2-2 0,-11 2-1 16,9-6 3-16,-9 6-6 0,0 0 0 0,0 0-3 15,0 0 2-15,16-4-10 0,-16 4-13 0,0 0-33 16,0 0-36-16,0 0-60 0,0 0-182 0,0 0-351 16,0 0 155-16</inkml:trace>
  <inkml:trace contextRef="#ctx0" brushRef="#br0" timeOffset="133373.84">22294 3106 134 0,'0'0'225'0,"-5"-5"-23"16,5 5-20-16,0 0-13 0,0 0-30 0,0 0-10 15,0 0-17-15,0 0-10 0,0 0-10 0,-4 18-13 0,4-18-5 16,5 21-7-16,-1-9-7 0,1 4-3 0,-1-1-5 16,0 2-10-16,0-2 3 0,-1-3-8 15,0-2-4-15,-2 0-2 0,2-2-2 0,-1-1-7 16,0-2 3-16,-2-5 15 0,3 8 17 0,-3-8 21 15,2 8 25-15,-2-8 16 0,0 0 8 0,0 0-14 16,0 0-12-16,0 0-9 0,0 0-9 0,0 0-7 16,1-24-10-16,0 14-11 0,2-1-4 0,0 0-3 15,3-6-10-15,-1 2-1 0,4-2-5 0,0 1-2 16,1 1-7-16,-1 1 2 0,-3 2-7 0,5 0-3 16,-3 4-3-16,-1-1 0 0,-1 2-7 0,0 2 1 15,-1 0-2-15,2 4-1 0,-7 1-3 0,0 0 2 16,18 4-6-16,-10 0 4 0,-2-1 6 0,-1 1-9 15,2 4 0-15,-1-1 4 0,0 4-2 0,-2-2 2 16,1 1-4-16,1-1 1 0,-1 1 1 0,1-1-1 16,0 0-33-16,-1 1-30 0,1-2-21 0,-1 1-33 15,-1-1-41-15,-2-2-50 0,2-1-43 0,1 1-193 16,-5-6-482-16,5 5 214 0</inkml:trace>
  <inkml:trace contextRef="#ctx0" brushRef="#br0" timeOffset="133676.34">22643 3052 24 0,'0'0'236'16,"0"-6"-21"-16,0 6-19 0,0 0-20 0,0 0-22 15,0-9-20-15,0 9-11 0,0 0-13 0,0 0-11 16,0 0-6-16,9 19-8 0,-4-10-15 0,0 1 0 16,-1 0-6-16,2 4-7 0,1-4-4 0,-1 1-5 15,-1-1-3-15,-1-3-3 0,2 1-2 0,-2-2-5 16,1-2-3-16,-2 0-1 0,-3-4 17 15,5 6 26-15,-5-6 24 0,0 0 32 0,4 8 12 0,-4-8 8 16,0 0-12-16,0 0-23 0,0 0-9 0,0 0-3 16,1-22-16-16,-1 22-10 0,3-19-11 0,-2 7-6 15,0 1 1-15,-1-6-13 0,0 0 3 0,3 5-13 16,-1 1-6-16,0-4-21 0,0 5-24 0,1 0-28 16,-1 3-40-16,2 2-43 0,-4 5-44 15,6-13-43-15,-6 13-21 0,11-5-20 0,-6 3-18 16,-5 2-143-16,0 0-447 0,0 0 198 0</inkml:trace>
  <inkml:trace contextRef="#ctx0" brushRef="#br0" timeOffset="133991.16">22932 2991 16 0,'6'-3'189'0,"3"-2"-20"16,-1 0-6-16,2-1-18 0,-1 1-13 0,0 0-12 15,1-2-18-15,-1 1-5 0,1 3-11 0,0-2-4 16,-2 2-11-16,-1 1-1 0,-1 0-30 0,-6 2-26 0,13-5-41 15,-8 4-29-15,-5 1-29 0,0 0-7 0,9-1 2 16,-9 1 2-16,0 0 15 0,0 0 5 16,0 0 8-16,0 0 23 0,0 0 15 0,0 0 14 15,0 0 14-15,0 0 16 0,0 0 24 0,0 0 16 16,-22-7 18-16,22 7 15 0,0 0 9 0,0 0 5 16,-9-1-7-16,9 1-5 0,0 0-11 0,0 0-9 15,0 0-14-15,0 0 0 0,0 0-10 0,-9 12 3 16,6-2-3-16,1 1 14 0,-1 2-3 0,0-1-6 15,1 5-10-15,-1 0 0 0,3 2-1 0,-2 6-4 16,1-8-5-16,2 3-4 0,-1-1-4 0,0 0 1 16,0-3-7-16,3 0-40 0,-1-3-56 0,1 3-59 15,2-5-77-15,-1 1-138 0,0-2-373 0,1-1 166 16</inkml:trace>
  <inkml:trace contextRef="#ctx0" brushRef="#br0" timeOffset="134147.63">23365 3127 188 0,'0'0'224'0,"0"0"-21"0,6-4-24 0,-6 4-17 16,13-4-13-16,-4 1-16 0,1-2-26 0,1 1-53 16,2 2-77-16,7-2-78 0,-2-1-112 0,1-4-230 15,0 4 101-15</inkml:trace>
  <inkml:trace contextRef="#ctx0" brushRef="#br0" timeOffset="134390.81">23840 2789 208 0,'0'0'303'0,"0"0"-18"0,0 0-9 15,0 0-36-15,-5-5-25 0,5 5-22 0,0 0-19 16,0 0-19-16,0 0-18 0,5 30-7 0,-2-14-11 15,0 11-23-15,-1 3 8 0,1-3-14 0,0-3-9 16,-3 8-5-16,2-1-10 0,-2-2-7 0,-2-2-3 16,5 1-5-16,-1-2-11 0,1 0 4 0,0-10-2 15,-2 2-17-15,3-2-36 0,-2-5-41 0,2 2-48 16,-2-1-59-16,1-2-80 0,1 0-212 0,-4-10-488 16,3 12 215-16</inkml:trace>
  <inkml:trace contextRef="#ctx0" brushRef="#br0" timeOffset="134625.74">24087 2703 1862 0,'8'-15'109'16,"2"-1"-50"-16,-4 1-32 0,2 6-12 0,0-1-7 16,3 3 6-16,2 3 12 0,1 1 2 0,7 5 6 15,0 2 7-15,6 8 0 0,1 2 1 16,-2 8-2-16,2 2-2 0,-6 6-4 0,3-3-2 15,-6 2-2-15,-2 2 0 0,-3 1-4 0,1 12-1 16,-8-10-2-16,-2 2 3 0,-8 0-7 0,-2 9 1 0,-5-12 4 16,-9 9-23-16,-7-3-28 0,-7 2-37 0,-3-5-47 15,-5 0-53-15,-6-1-64 0,-5-2-119 0,-3-4-376 16,-3-1 167-16</inkml:trace>
  <inkml:trace contextRef="#ctx0" brushRef="#br0" timeOffset="137325.37">22265 4641 59 0,'0'0'83'0,"0"0"-6"0,0 0-1 0,0 0 6 16,0 0-3-16,0 0 0 0,0 0 1 0,0 0 5 15,0 0-16-15,0 0 1 0,0 0-2 0,0 0 2 16,0 0-3-16,0 0 2 0,0 0 4 0,0 0-9 16,0 0-3-16,0 0 3 0,0 0-6 0,0 0-5 15,0 0-4-15,0 0-5 0,0 0-2 0,0 0 0 16,0 0-4-16,0 0 1 0,0 0-2 0,0 0 4 15,0 0-2-15,0 0-2 0,0 0 6 0,0 0-1 16,0 0 0-16,-22 4-9 0,22-4 0 0,0 0-5 16,0 0 2-16,0 0-6 0,0 0 4 0,0 0-7 15,0 0-4-15,0 0-4 0,0 0 2 0,0 0 0 16,0 0-1-16,0 0-1 0,31-4 0 0,-19 3 1 16,8-4 1-16,-1 3-3 0,2-1-5 0,0-3-3 15,1 3 3-15,4-2 2 0,-3 3-2 0,-3-3-7 16,1 1-14-16,0 1-35 0,-2 0-46 0,0 2-43 15,-2-1-49-15,-5 1-132 0,-1-1-345 0,-4 4 153 16</inkml:trace>
  <inkml:trace contextRef="#ctx0" brushRef="#br0" timeOffset="137524.84">22272 4788 76 0,'-4'1'142'0,"-1"2"-3"0,5-3-24 0,0 0-2 16,-6 6-7-16,6-6-9 0,0 0-4 0,0 0-17 15,0 0 1-15,31-3-7 0,-15-3-14 0,5 1 0 16,-1-1-8-16,6-2 2 0,2 2-16 0,1-3-44 16,1 2-39-16,0 0-61 0,0-3-87 0,0 2-213 15,-3-1 95-15</inkml:trace>
  <inkml:trace contextRef="#ctx0" brushRef="#br0" timeOffset="137958.47">23140 4450 59 0,'0'0'245'0,"-8"-5"-9"16,3 2-2-16,5 3-26 0,-11-1-16 0,2 0-23 15,9 1-13-15,-12 2-19 0,5 1-13 0,-2-1-10 16,1 3-13-16,0-1-13 0,1 5-6 0,-1-2-9 16,2 3-5-16,-2 3-9 0,0 1-6 0,1 2-5 15,3-2-3-15,0-2-5 0,1 0-5 0,2-1 2 16,1 2-8-16,0-3-3 0,1-1 0 0,1 0-2 16,0 1-2-16,2-3-2 0,0-1 3 0,3 1-8 15,-1-2 6-15,3 0-5 0,2-4 3 0,-1 2-2 16,1-2 0-16,0 0-1 0,2-2-2 0,-2-2-1 15,3 2-3-15,-2-3-2 0,1-1 6 0,-2-1-3 16,1 0-1-16,-2-2-1 0,-1 1 0 0,-1-3-2 16,-2-1 1-16,3-3-4 0,-3 1 3 15,-2 2-4-15,-1-6 2 0,-3 5-2 0,0 1 3 0,-2-1-5 16,-1 3-1-16,-1-2-1 0,-1 3 1 0,-4-3-1 16,1 5 1-16,-2-2-4 0,-3 2 5 0,1 2-5 15,0 0 1-15,-7 2-1 0,6 2 2 0,-5 0-4 16,-1 5 1-16,6-2-4 0,0 1-2 0,-2 1-28 15,3 2-37-15,3-1-46 0,4-1-49 0,-1 4-51 16,2-1-172-16,4-8-425 0,-3 15 189 0</inkml:trace>
  <inkml:trace contextRef="#ctx0" brushRef="#br0" timeOffset="138117.26">23351 4475 219 0,'0'0'216'0,"0"0"-10"0,0 0-20 0,0 0-25 0,0 0-18 16,0 0-16-16,6-3-32 0,-6 3-51 0,0 0-36 15,0 0-69-15,0 0-47 0,0 0-98 0,0 0-224 16,0 0 100-16</inkml:trace>
  <inkml:trace contextRef="#ctx0" brushRef="#br0" timeOffset="138591.07">23531 4334 32 0,'0'0'221'15,"-4"-10"-19"-15,4 10-18 0,0 0-18 0,0 0-20 16,0 0 9-16,0 0-4 0,-6 21 0 0,5-10-10 16,1 4-16-16,-3 1-11 0,3-1-11 0,3 4-3 15,-1-3-15-15,1 0-8 0,-1 1-8 0,2-1-6 0,1 1-7 16,0 0-1-16,3-3-5 0,0-4-6 15,-1-1-3-15,2 1-2 0,1-3-3 0,2 0-1 16,1-2-4-16,3-2-2 0,-4-1-1 0,2-1-4 16,-2 0 0-16,-12-1-3 0,22-4 1 0,-9-2-2 15,0 0-2-15,0-4 1 0,-3 0 15 0,0-1 6 16,-1 0 2-16,3-3-6 0,-6 3-1 0,0-6 0 0,1 3 9 16,-2 0 3-16,1-2 2 0,-2 2-3 0,-1 0 11 15,-1 2 3-15,0 2 12 0,0 0-3 16,-2 10 11-16,1-12-8 0,-1 12 3 0,0 0 6 15,0-14 1-15,0 14-7 0,0 0-2 0,0 0-17 16,2-12-6-16,-2 12-2 0,0 0-12 0,0 0-4 0,0 0-8 16,0 0-7-16,0 0 2 0,0 0-2 0,0 0 4 15,9 30-7-15,-8-16 3 0,4 1-8 16,-2 2 9-16,0 0-4 0,0 0-4 0,0 1-4 16,-1 0 4-16,-2 0-7 0,5-1 9 0,-3 1-6 15,0-1 0-15,1-1-1 0,-1-4 7 0,1 3 0 16,-1-1-2-16,1-4-4 0,-1 1-18 0,0 0-34 15,-1-2-43-15,0 1-53 0,-1-10-42 0,1 14-45 16,-1-14-54-16,2 13-46 0,-2-13-215 0,0 11-587 16,0-11 260-16</inkml:trace>
  <inkml:trace contextRef="#ctx0" brushRef="#br0" timeOffset="138990.16">24013 4366 2165 0,'0'-17'50'15,"0"1"27"-15,0 4-40 0,1 0-12 0,0 1 10 16,1 0 8-16,0 4 15 0,3 0 11 0,-2 0 1 16,1 1-2-16,0 1-3 0,-4 5-12 0,11-6-5 15,-4 3-7-15,0 3 0 0,5 0-5 0,-12 0-5 16,14 3-3-16,-8 1-7 0,-1 0 3 0,3 2-1 16,-4 0-6-16,0 3 3 0,-1-2-6 0,-1 4 2 15,-1-2-1-15,-1 0-6 0,-1-2 0 0,1 3 1 16,-2-3-1-16,0 0 2 0,2-7-4 0,-3 12 2 15,3-5-7-15,-1 0-4 0,1-7-3 0,1 10-1 16,-1-10-5-16,-1 8 2 0,1-8-2 0,4 9 3 16,-2-6 2-16,2 2-2 0,-4-5 0 0,7 8 2 15,-1-3 0-15,-1 0 0 0,0-1 1 0,0 1 2 16,1-2-4-16,2 4 4 0,-2-2-1 0,-3 0-2 16,1 1 4-16,-4-6-4 0,7 10 11 0,-6-7-7 15,-1-3-4-15,1 10 5 0,-1-10-1 0,-2 9 7 16,2-9-6-16,-6 9 1 0,1-6-1 0,-2 4 3 15,-3 0-1-15,-1-3 2 0,0 2-2 0,1 1 1 16,1-3-5-16,-2 1-9 0,3-1-24 0,8-4-35 16,-16 10-26-16,16-10-50 0,-11 4-56 0,6-1-225 15,5-3-463-15,0 0 205 0</inkml:trace>
  <inkml:trace contextRef="#ctx0" brushRef="#br0" timeOffset="139407.72">24353 4217 59 0,'0'-9'285'0,"0"9"-13"0,1-7-2 16,-1 7-14-16,0 0-26 0,-3-9-23 0,3 9-21 15,0 0-23-15,0 0-14 0,0 0-11 0,0 0-14 16,20 10-11-16,-10-3-6 0,3 5 8 0,-2 1-4 15,3 0-17-15,-1 3-7 0,0-2-12 0,2 7-7 16,-2-4-6-16,-3 1-4 0,3 2 0 0,4 0-9 16,-7-6-4-16,-1 0-3 0,-2-1-9 15,1-3 1-15,-3-1-1 0,2-1-6 0,-1 1-2 0,0-2 1 16,-2-1-6-16,4 1 1 0,-8-7 0 0,5 8 1 16,-5-8 10-16,0 0 15 0,10 5 12 0,-10-5 10 15,0 0-14-15,0 0 4 0,23-16 2 16,-15 8-3-16,3-6 4 0,0 0-7 0,5-8-7 15,2-2-10-15,-3 2 8 0,1 0-22 0,-3-3 9 16,-1 1-18-16,2 1 13 0,-2 0-17 0,-2 1 3 0,-2 7 0 16,-1 1-6-16,-3 2 3 0,3 2-7 0,-5 0 12 15,2 0-14-15,0 3 3 0,-2 2-3 0,-2 5-3 16,4-8-18-16,-4 8-34 0,3-6-26 0,-3 6-48 16,0 0-38-16,0 0-27 0,0 0-31 15,0 0-45-15,0 0-47 0,0 0-206 0,0 0-562 16,0 0 249-16</inkml:trace>
  <inkml:trace contextRef="#ctx0" brushRef="#br0" timeOffset="139875.07">23190 5056 216 0,'-8'1'266'0,"2"1"-12"15,6-2-15-15,-10 2-23 0,10-2-19 0,0 0-20 16,0 0-11-16,0 0 0 0,58-8 5 0,1-2-9 16,36-6-22-16,6-2-20 0,9-2-14 15,6-3-4-15,-1-1-10 0,6 5-5 0,1 0 17 16,-3-3-8-16,1 3-7 0,2-3-3 0,-1 1-8 0,-4 0-4 16,1 3-10-16,-11-2-1 0,-5 5-7 0,-2-2-2 15,-37 5-2-15,25-3-4 0,-31 6 3 16,0-2 0-16,-5 4-5 0,-15 0 5 0,-1-1 10 15,-8 3 8-15,-8 1-12 0,-7 2 3 0,1-2 11 16,-5 1 2-16,-1 2-2 0,0 0 14 0,-8 1-11 0,0 0-4 16,0 0-16-16,0 0-28 0,0 0-52 0,-50-8-55 15,12 10-65-15,-16 2-73 0,-5 4-84 0,-4 3-353 16,-26-4-711-16,24-2 314 0</inkml:trace>
  <inkml:trace contextRef="#ctx0" brushRef="#br0" timeOffset="140590.79">20790 4819 8 0,'-5'-9'229'15,"-1"2"3"-15,3 0-3 0,-2 2-4 0,1 0-7 0,4 5-11 16,-5-9-15-16,2 4-15 0,3 5-19 0,-2-7-15 16,2 7-18-16,0 0-14 0,0 0-8 0,0 0-22 15,0 0-8-15,0 0-5 0,0 0-6 0,21 10-9 16,-9 4-3-16,-2-2-10 0,8 7 3 0,-7-2-6 16,5 5-6-16,0-3 0 0,-4-4-7 0,-2 2 2 15,0-3-4-15,0 0 0 0,-2-3-2 0,-3-3 0 16,3 1-3-16,-2 0-2 0,1-2-1 0,-5-4 2 15,2 3 2-15,1-4 25 0,-5-2 28 0,4 5 2 16,-4-5 8-16,0 0-4 0,0 0-4 0,13-10-12 16,-9 1-6-16,1-1 3 0,-1-3-9 0,2-4-7 15,0-1 9-15,1-4-18 0,-2-3 0 16,0 6-9-16,3-6-1 0,-2 0-4 0,-2-1 4 16,-2 7-6-16,9-7-1 0,-7 3-3 0,-1 4 0 0,0 0-7 15,1-1-1-15,-2 5 3 0,1 2-2 0,-2 4-9 16,-1 9-10-16,3-14-30 0,-3 14-39 15,2-10-42-15,-2 10-38 0,0 0-2 0,0 0-30 16,0 0-31-16,0 0-21 0,24 17-29 0,-17-3-156 16,-4 4-466-16,3-2 206 0</inkml:trace>
  <inkml:trace contextRef="#ctx0" brushRef="#br0" timeOffset="140841.09">21303 4823 125 0,'0'0'189'0,"0"0"-11"16,0 0-10-16,0 0 7 0,0 11-11 0,-1-3-14 16,0 1-10-16,-2 3 10 0,3 3-15 0,-1 0-14 0,-1 1-12 15,0 0-2-15,2 1-11 0,2-2-6 16,1 1-6-16,0-1-4 0,-1-1-11 0,0-4-9 16,0 2-4-16,2-2-4 0,0 2-5 0,-1-2-4 15,2 0-2-15,-3-1-8 0,2 0 2 0,0 0-10 16,0-3-7-16,-2 0-24 0,-2-6-25 0,4 10-34 15,-4-10-32-15,5 9-31 0,-5-9-23 0,0 0-18 16,7 4-27-16,-7-4-121 0,0 0-342 0,0 0 152 16</inkml:trace>
  <inkml:trace contextRef="#ctx0" brushRef="#br0" timeOffset="141056.63">21378 4853 8 0,'6'-9'117'0,"2"1"-10"16,3 2 17-16,1 0 0 0,0 1-2 0,5 1-6 15,1 2-8-15,0 2 8 0,-1 1-3 0,2 2-11 16,-3-1 6-16,2 3-9 0,-6 1 1 0,-2 1-11 16,1 0-1-16,-2 0-6 0,-2 3 1 0,0-1-1 15,-2 3 0-15,-2 1-10 0,-4-3-3 0,-1 6-10 16,-4 1-2-16,-3 1-7 0,-1-3-2 0,-2 1-2 16,-2-1-1-16,-5 4-12 0,4-6-2 0,-4-1-17 15,2-1-30-15,-1-2-47 0,2 0-52 0,-2-1-48 16,1 0-194-16,-1-1-385 0,0-2 170 0</inkml:trace>
  <inkml:trace contextRef="#ctx0" brushRef="#br0" timeOffset="141457.31">20452 4637 53 0,'-3'-5'237'0,"0"1"-24"16,3 4-29-16,-8-4-21 0,8 4-15 0,0 0-18 15,0 0 16-15,-5 18-5 0,4 0-2 0,5 13-4 16,0 5 13-16,5 15-10 0,1 5-7 0,1 1-12 16,0 2-13-16,0-2-10 0,2 1 0 0,0-4-9 15,-1 0-6-15,1 1-2 0,-1-6 6 0,3-1-6 16,-7-12-20-16,7 10 0 0,-6-14-8 0,0-1-7 16,4-2-3-16,-3 1-4 0,-1-5-3 0,1-1-3 15,-4-7-2-15,2 0 1 0,0-1-8 0,-1-2-20 16,-3-5-35-16,1 0-30 0,-3-2-29 0,-2-7-28 15,5 12-34-15,-5-12-43 0,5 7-53 0,-5-7-161 16,0 0-445-16,0 0 197 0</inkml:trace>
  <inkml:trace contextRef="#ctx0" brushRef="#br0" timeOffset="142640.01">20460 4436 170 0,'-8'-8'165'0,"3"-2"-13"0,1 2-11 0,3-4-18 0,2 5-16 16,6-6-12-16,6-1-4 0,15-4-12 16,19-8-9-16,5-1-2 0,30-10-12 0,3 2-9 15,4 2-2-15,4-2-7 0,3 2 0 0,1 2-10 0,8 1 3 16,2 1-3-16,6-2-7 0,-4 5 2 0,-2-6-3 15,0 6-5-15,6 2-1 0,5 4-4 0,-2-3 4 16,9-4-8-16,-4 4 9 0,8 3-8 0,-7-1 2 16,-1-2 0-16,-1 2-2 0,12-1 1 15,-7 1-7-15,-4 2 6 0,2-4-3 0,-3 2 2 16,-7 1 2-16,2-4-4 0,1 0-2 0,-6-1 20 0,3 4 1 16,-11-1 3-16,0 3-5 0,-5-5-3 0,-2 6-1 15,-8-7-6-15,-24 12 8 0,27-8-10 0,0 3 2 16,-29 5-2-16,0 3 12 0,-2-2-14 0,2 3 1 15,-4 1-5-15,-3 0 3 0,-15 4 3 16,2-3-7-16,-7 2 3 0,-5 1-2 0,1 1-3 16,-9 2 4-16,0 0-3 0,-3 1-4 0,-4-1 5 15,4 2-2-15,-7-1-4 0,-1 1 3 0,1 0-2 0,-1 2 2 16,-1-1-2-16,3 2 7 0,0-1-4 0,0 1 2 16,2 0 3-16,-4 0 1 0,3 1 0 15,0 1-4-15,-2 0 7 0,2-2-1 0,-2 2 0 0,1 0 18 16,1 2-7-16,-2 0-2 0,3 2 2 15,-1 0 7-15,5 2 2 0,-5-1-2 0,1 3-3 16,4 5-1-16,-2 1-1 0,-7-2 3 0,7 4-4 16,-3 2-1-16,3 2-4 0,-5-1 1 0,2 5-1 15,-3-3 2-15,0 1 3 0,-1 4 5 0,3-1 20 16,-3 4-3-16,0 10 2 0,1-12-5 0,0 0-1 16,-3-1-5-16,2-1 2 0,0-1 5 0,0 2 6 15,0-3 3-15,2 3 12 0,0 0-4 0,0 0-5 16,-1-1 0-16,-1-2 1 0,1 0-7 0,4 2-1 15,-5-2-2-15,2 0-3 0,1 0-5 0,-1 1-1 16,-1-2 2-16,0 0-9 0,-1 2-1 0,-1 0-2 16,0-1 1-16,-1 4-3 0,-3-1-2 0,2-1 6 15,-3-2-12-15,-1 0-12 0,-2-1 18 0,-2-2-5 16,-1 1 1-16,-1-8-1 0,0 0 0 0,-3-2 0 16,-3 6-4-16,2-5 1 0,-1-2 2 0,-3 1 3 15,-1-3-3-15,-2 1-10 0,-1 1 6 0,-2-2-11 16,4 2 9-16,-10-4-1 0,4 4-1 0,4-4-4 15,-3-1-10-15,-4 2 18 0,4-2-3 0,-6 0 1 16,0 3-4-16,1-3-1 0,-2 2 1 0,0-2-4 16,-3 1 3-16,-3-1-11 0,2 4 13 0,-2-4 1 15,-2 1 0-15,1 0-1 0,-3 2-2 0,2-1 3 16,-18 6-1-16,0-3-2 0,-2 1 3 0,3 1-2 16,-5-1-1-16,4-1 10 0,1-3-13 0,-1 3 0 15,3-4 2-15,13-1 2 0,-15 6 3 0,2 1 2 16,0-4 1-16,11-1 1 0,-9 2 21 0,-6 0-7 15,18-7 1-15,-19 4-1 0,2 0 0 0,0 0-4 16,-3-1-3-16,-5 0-3 0,-1 3-10 0,-30 0 19 16,1 2-9-16,-2-3-5 0,2 4-14 0,-1 0 12 15,25-6 10-15,-31 6-4 0,6-5-6 0,2 5-16 16,26-6 20-16,-29 6 5 0,28-6-9 0,3-2-3 16,-5 1-4-16,3 4 4 0,-27 1 0 15,30-6 7-15,-4 2-2 0,0 0 3 0,-1-2 5 0,-1 3-2 16,-24 0-2-16,26-5 9 0,1 3-13 15,-27-1-7-15,30-3 5 0,-3-1 7 0,1 1-5 16,-2 1-5-16,0-6 2 0,-1 4-1 0,3-1 1 0,1 0 1 16,1-1-2-16,-1-2-2 0,2 3 4 0,4-4-3 15,2 1-1-15,14 1 19 0,-1 1-4 16,2-3-4-16,1 1-1 0,1 1 2 0,0-2-8 0,1 1 2 16,-1-1-13-16,5 1 27 0,-4 1-7 0,9-1 0 15,4 0 1-15,-5-2-7 0,8 1 6 0,0-1-5 16,-1 1 1-16,3-2-5 0,-1 0 4 15,4 0-6-15,14 2 3 0,-24-2-13 0,12 0 10 16,12 2 0-16,-19-3 2 0,19 3-1 0,-13-2-1 16,13 2-3-16,0 0 6 0,0 0-10 0,-17-3 2 0,17 3-12 15,0 0-20-15,-9-3-39 0,9 3-31 0,0 0-36 16,0 0-37-16,0 0-35 0,0 0-38 0,0 0-57 16,0 0-283-16,0 0-635 0,0 0 281 15</inkml:trace>
  <inkml:trace contextRef="#ctx0" brushRef="#br0" timeOffset="143374.6">20638 5302 29 0,'0'0'128'0,"0"0"-17"0,0 0-9 0,0 0-7 0,-4-4-8 15,4 4-14-15,0 0-5 0,0 0-4 0,0 0-9 16,0 0-6-16,0 0-9 0,0 0 2 16,0 0 10-16,0 0-2 0,0 0 5 0,0 0 13 0,10 16-6 15,-7-9-6-15,3 3 9 0,-4 1 3 0,4 4-1 16,-5 2-2-16,3 1-6 0,0 9 2 16,0-2-3-16,-1 3-5 0,1-1-6 0,0-2 0 15,1 0-4-15,-2 1-6 0,0-1 6 0,3-1-7 0,-4-5-16 16,1-1 5-16,-1 2 1 0,3-3-1 0,-1 2 14 15,0-2-2-15,-1-1 1 0,-1 0-2 0,-1-5-6 16,1 1-1-16,0-2 3 0,1 0 2 0,-1-1-5 16,0-3-3-16,-2-6 4 0,5 11-5 0,-4-6-3 15,-1-5 4-15,0 0-11 0,1 10-1 16,-1-10 3-16,2 6-7 0,-2-6 3 0,0 0 0 0,3 5-7 16,-3-5 4-16,4 6 0 0,-4-6-1 0,8 3 1 15,-8-3-1-15,13 4 4 0,-3-2 16 16,0 0 2-16,4-1-8 0,-1 1 1 0,5 0-2 15,1 0 7-15,0-2-11 0,3 0 0 0,0 0-4 16,5-3 1-16,2 3-4 0,2-3-12 0,-1 2-9 0,2 0-17 16,2 0-28-16,-3 1-26 0,0 0-34 0,0 1-26 15,-3-1-51-15,-6 1-196 0,-1-1-420 0,-1 0 186 16</inkml:trace>
  <inkml:trace contextRef="#ctx0" brushRef="#br0" timeOffset="144041.16">20408 4477 2 0,'0'0'91'0,"0"0"-9"16,-8-5-14-16,8 5 1 0,0 0-6 0,0 0-2 15,-8-3 0-15,8 3 5 0,-6-3-6 0,6 3 1 16,0 0 6-16,0 0 3 0,-9-1-10 0,9 1-2 16,0 0 1-16,0 0-15 0,0 0 0 0,0 0-8 15,0 0-1-15,0 0-6 0,0 0-5 0,0 0-4 16,32 0 5-16,-14 0-8 0,11-1 3 0,3-4-13 16,5-1-23-16,3-1-35 0,16-3-17 0,-5-2-43 15,-11 5-65-15,10-5-190 0,-12 3 84 0</inkml:trace>
  <inkml:trace contextRef="#ctx0" brushRef="#br0" timeOffset="144390.87">20503 4391 56 0,'-2'13'48'0,"-1"1"-7"0,2 6-1 0,-4 6-1 0,0-1-10 16,1 6-15-16,-4 0-21 0,-4 0-37 0,4 2-46 16,-2-1 20-16</inkml:trace>
  <inkml:trace contextRef="#ctx0" brushRef="#br0" timeOffset="171990.16">22647 8027 7 0,'0'0'77'0,"0"0"-1"15,0 0 1-15,0 0-13 0,0 0 1 0,0 0-1 0,0 0-12 16,0 0-3-16,0 0-9 0,0 0-2 0,0 0 4 16,0 0-6-16,0 0-8 0,0 0 0 15,0 0-14-15,0 0 2 0,0 0 2 0,0 0-5 16,0 0 2-16,0 0-1 0,0 0-1 0,0 0 15 0,0 0-21 15,0 0-2-15,0 0-4 0,0 0 9 0,0 0-1 16,0 0-10-16,0 0-10 0,9 2-4 0,-9-2-14 16,0 0-15-16,0 0-13 0,0 0-15 15,3 6-42-15,-3-6-122 0,0 0 55 0</inkml:trace>
  <inkml:trace contextRef="#ctx0" brushRef="#br0" timeOffset="173464.3">31371 7113 78 0,'0'0'65'0,"0"0"-2"0,0 0-11 0,0 0-6 0,7 2-2 16,-7-2-6-16,11 2-27 0,-4-1-26 0,4 2-49 16,-1-1-69-16,3-3 31 0</inkml:trace>
  <inkml:trace contextRef="#ctx0" brushRef="#br0" timeOffset="173645.29">32091 7087 3 0,'0'0'35'16,"9"2"-16"-16,-9-2-16 0,9 3-13 0,-9-3-12 15,10-2 6-15</inkml:trace>
  <inkml:trace contextRef="#ctx0" brushRef="#br0" timeOffset="174125.02">32855 7012 115 0,'0'0'155'0,"0"0"-12"0,0 0-5 16,0 0 2-16,0 0 1 0,0 0-4 0,0 0-5 16,0 0-13-16,0 0-14 0,0 0-11 0,0 0-13 15,0 0-1-15,0 0-13 0,0 0-3 0,0 0-14 16,0 0 2-16,0 0-10 0,38 19 3 0,-38-19-11 16,0 0-2-16,0 0-2 0,0 0-6 0,0 0-4 15,0 0 1-15,0 0-2 0,0 0-5 0,0 0-1 16,0 0 0-16,0 0-7 0,0 0-1 0,0 0 3 15,0 0-4-15,0 0-2 0,0 0 2 0,0 0-7 16,0 0 3-16,0 0-7 0,0 0 9 0,0 0-15 16,0 0 5-16,0 0 1 0,0 0-6 0,0 0 7 0,0 0-3 15,0 0 0-15,0 0-1 0,0 0-3 16,0 0 4-16,0 0-4 0,0 0 3 0,0 0 2 16,0 0-4-16,0 0 5 0,0 0 1 0,0 0 0 15,0 0 0-15,0 0-9 0,0 0-6 0,0 0-2 16,0 0 4-16,0 0 0 0,0 0 1 0,0 0-3 0,0 0-1 15,0 0 0-15,0 0 1 0,0 0-5 16,0 0 4-16,0 0-5 0,0 0 7 0,0 0-5 16,0 0 4-16,0 0-8 0,0 0-4 0,0 0 2 15,6 29-21-15,-6-29 0 0,0 0-19 0,0 0-21 16,0 0-14-16,0 0-89 0,0 0-211 0,0 0 93 16</inkml:trace>
  <inkml:trace contextRef="#ctx0" brushRef="#br0" timeOffset="179950.34">32603 7180 37 0,'0'0'6'0,"0"0"-14"16,0 0-8-16,0 0 4 0</inkml:trace>
  <inkml:trace contextRef="#ctx0" brushRef="#br0" timeOffset="180425.14">32033 7295 146 0,'0'0'157'16,"0"0"-17"-16,0 0 0 0,0 0-5 0,0 0 1 16,0 0-8-16,-14-8-4 0,14 8-6 0,0 0 0 15,0 0-11-15,-2-5-10 0,2 5-8 0,0 0-1 16,0 0-2-16,-5-6 0 0,5 6 4 0,0 0-3 16,0 0-3-16,-3-8-8 0,3 8-3 0,0 0-3 15,0 0-2-15,-4-7 3 0,4 7 1 0,0 0-2 16,0 0 2-16,0 0-2 0,-5-6-2 0,5 6-4 15,0 0-7-15,-4-4-1 0,4 4-5 0,0 0 3 16,0 0-3-16,0 0 3 0,0 0-7 0,0 0-5 16,0 0 1-16,0 0-5 0,0 0-6 0,0 0-7 15,0 0 1-15,0 0-10 0,0 0-10 0,0 0 7 16,0 0-4-16,0 0 2 0,0 0-5 0,0 0 3 16,27-8-1-16,2 4 2 0,9-3-9 0,18-3-23 15,5-2-40-15,27-5-37 0,-24 6-42 0,26-8-56 16,-3 3-53-16,-25 7-221 0,-3-4-510 0,4-1 226 15</inkml:trace>
  <inkml:trace contextRef="#ctx0" brushRef="#br0" timeOffset="185142.16">13225 9358 8 0,'0'0'46'0,"-11"-9"1"0,11 9-6 16,0 0-4-16,0 0 2 0,0 0-9 0,0 0-4 0,0 0 0 15,-7-4-4-15,7 4-1 0,0 0 0 0,0 0-5 16,0 0-4-16,0 0 1 0,0 0-2 0,0 0 0 16,0 0 2-16,-2-7-7 0,2 7 5 15,0 0-1-15,0 0-5 0,0 0 4 0,0 0 3 16,0 0-1-16,0 0 3 0,0 0-1 0,0 0 4 0,0 0-3 15,0 0-3-15,0 0-2 0,0 0 11 0,0 0-5 16,0 0-2-16,0-10-1 0,0 10 1 16,0 0-8-16,0 0 13 0,0 0-1 0,0 0-4 0,0 0-10 15,0 0 7-15,0 0 1 0,0 0-6 0,0 0 2 16,-4-7-3-16,4 7 2 0,0 0-6 0,0 0 8 16,0 0-5-16,0 0-5 0,0 0 10 0,0 0-8 15,-5-8 6-15,5 8-2 0,0 0 3 0,0 0-7 16,0 0 2-16,0 0 0 0,0 0-3 0,0-10 4 15,0 10-3-15,0 0-6 0,0 0 9 0,0 0-3 16,0 0-6-16,3-10 10 0,-3 10-1 0,0 0 0 16,0 0-7-16,0 0 2 0,0 0 1 0,0 0-2 15,0 0-15-15,0 0 7 0,0 0 4 0,0 0-5 16,2-8-9-16,-2 8-3 0,0 0-7 0,0 0-9 16,0 0-8-16,0 0-48 0,0 0-103 0,0 0 45 15</inkml:trace>
  <inkml:trace contextRef="#ctx0" brushRef="#br0" timeOffset="190776.04">16912 9939 21 0,'0'0'70'0,"0"0"-1"0,0 0-6 16,0 0 0-16,0 0-6 0,0 0-5 0,0 0 2 0,0 0-5 15,0 0-3-15,0 0-6 0,0 0-6 0,0 0 1 16,0 0-5-16,0 0-4 0,0 0-2 0,0 0 0 16,0 0-4-16,0 0-3 0,0 0-2 0,0 0-2 15,-9-20-5-15,9 20 0 0,0 0 3 0,0 0-1 16,0 0-5-16,0 0 3 0,-1-9 0 0,1 9-2 15,0 0 5-15,0 0-5 0,0 0-5 0,0 0 8 16,0 0-11-16,0 0 7 0,0 0-4 0,0 0 2 16,0 0-3-16,-3-7 3 0,3 7-6 0,0 0 7 15,0 0-3-15,0 0 2 0,0 0-5 0,0 0 1 16,0 0 0-16,0 0-5 0,0 0-12 0,0 0-14 16,0 0-7-16,0 0-11 0,0 0-10 0,0 0-61 15,0 0-129-15,0 0 58 0</inkml:trace>
  <inkml:trace contextRef="#ctx0" brushRef="#br0" timeOffset="196459.86">14216 10807 55 0,'0'0'83'0,"0"-10"-7"0,0 10-7 0,0 0-10 15,0 0-8-15,0 0-18 0,0 0-23 0,0 0-7 16,0 0-17-16,0 0-21 0,0 0-30 0,-7 26-71 16,2-16 31-16</inkml:trace>
  <inkml:trace contextRef="#ctx0" brushRef="#br0" timeOffset="196784.98">14508 12722 57 0,'0'0'57'0,"0"0"-7"0,0 0-2 0,0 0-10 16,0 0 2-16,0 0-3 0,0 0-17 0,0 0-9 15,0 0-18-15,0 0-52 0,0 0-63 0,0 0 28 16</inkml:trace>
  <inkml:trace contextRef="#ctx0" brushRef="#br0" timeOffset="199554.58">10666 11503 11 0,'0'0'12'0,"0"0"2"0,0 0-7 16,0 0 2-16,0 0-2 0,0 0 3 0,0 0-6 16,0 0-2-16,0 0 4 0,0 0-1 0,0 0-6 0,0 0 6 15,0 0-4-15,0 0 0 0,0 0-3 0,0 0 0 16,0 0 0-16,0 0-2 0,0 0-11 0,0 0-14 15,0 0 6-15</inkml:trace>
  <inkml:trace contextRef="#ctx0" brushRef="#br0" timeOffset="201396.49">13247 11340 9 0,'0'0'38'0,"0"0"-1"0,0 0-2 0,0 0-3 16,0 0 1-16,0 0 0 0,0 0-4 0,0 0 4 16,0 0-8-16,0 0 6 0,0 0-3 15,0 0-2-15,0 0-2 0,0 0-9 0,0 0 7 16,0 0-5-16,0 0-2 0,0 0-2 0,0 0-4 0,0 0-4 15,0 0 2-15,0 0 1 0,0 0 0 0,0 0-6 16,0 0 2-16,0 0 1 0,0 0 8 16,0 0-10-16,0 0 1 0,0 0-4 0,0 0 2 15,0 0 1-15,0 0-2 0,0 0 4 0,0 0-2 0,0 0-2 16,0 0 5-16,0 0-5 0,0 0-1 0,0 0 4 16,0 0-2-16,0 0-3 0,0 0 0 0,0 0 7 15,0 0-3-15,0 0-2 0,0 0 1 0,0 0 0 16,0 0-1-16,0 0 0 0,0 0-1 0,0 0 3 15,0 0-4-15,0 0 6 0,0 0-1 0,0 0-4 16,0 0 0-16,0 0 6 0,0 0-7 0,0 0 3 16,0 0-3-16,0 0 2 0,0 0-3 0,0 0 5 15,0 0 0-15,0 0-5 0,0 0 0 0,0 0 0 16,0 0 2-16,0 0-2 0,0 0-5 0,0 0-3 16,5 4-15-16,-5-4-11 0,0 0-55 0,7 5-97 15,-7-5 43-15</inkml:trace>
  <inkml:trace contextRef="#ctx0" brushRef="#br0" timeOffset="202544.92">14018 11721 16 0,'0'0'69'0,"0"0"-5"0,0 0-9 15,0 0-10-15,0 0 9 0,0 0-10 0,0 0-3 16,0 0 0-16,0 0-8 0,0 0 3 16,0 0 0-16,0 0 2 0,0 0-9 0,0 0 0 0,0 0-4 15,0 0-3-15,0 0-4 0,0 0 0 0,0 0 9 16,0 0-13-16,0 0-1 0,6-26-3 0,-6 26 1 16,0 0-4-16,0 0 0 0,0 0-4 0,0 0-8 15,0 0-10-15,3-4-14 0,-3 4-18 0,0 0-12 16,0 0-50-16,0 0-117 0,0 0 52 15</inkml:trace>
  <inkml:trace contextRef="#ctx0" brushRef="#br0" timeOffset="203061.45">14259 13009 59 0,'0'0'80'0,"0"0"-15"0,0 0-2 0,0 0-6 0,0 0-7 16,0 0 2-16,0 0-14 0,0 0 3 0,0 0 0 15,0 0-5-15,0 0 9 0,0 0-4 0,0 0-4 16,0 0-5-16,0 0 5 0,0 0-6 16,0 0-4-16,0 0 2 0,0 0-3 0,0 0-10 0,0 0-7 15,0 0 5-15,0 0-2 0,0 0-7 0,0 0-8 16,0 0-14-16,0 0-8 0,0 0-21 0,0 0-13 15,0 0-74-15,0 0-142 0,0 0 63 16</inkml:trace>
  <inkml:trace contextRef="#ctx0" brushRef="#br0" timeOffset="204141.15">21214 10761 73 0,'-15'-14'123'0,"15"14"-13"16,0 0-1-16,0 0 2 0,0 0-12 0,0 0 5 15,0 0-3-15,0 0-2 0,0 0 0 0,0 0 8 16,0 0-6-16,0 0 13 0,0 0-14 0,0 0-7 16,0 0-7-16,0 0-12 0,0 0-8 0,15 15 2 15,-15-15 4-15,4 6-8 0,-4-6-4 0,4 5-5 16,-4-5-8-16,0 0-3 0,5 5-3 0,-5-5 0 15,0 0-5-15,0 0 6 0,6 3 10 0,-6-3 3 16,0 0 2-16,18-4-10 0,-9-5-1 0,4 3-5 16,2-6-3-16,11-3-2 0,-5-5-2 0,8-1-6 15,-1-5-11-15,15-11-1 0,1-4-5 0,25-19-17 16,-3-1-37-16,1-5-39 0,0-4-34 0,10-4-47 16,4 3-56-16,-5-4-146 0,6-5-396 0,-2 2 176 15</inkml:trace>
</inkml:ink>
</file>

<file path=ppt/ink/ink2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0:48:04.029"/>
    </inkml:context>
    <inkml:brush xml:id="br0">
      <inkml:brushProperty name="width" value="0.05292" units="cm"/>
      <inkml:brushProperty name="height" value="0.05292" units="cm"/>
      <inkml:brushProperty name="color" value="#FF0000"/>
    </inkml:brush>
  </inkml:definitions>
  <inkml:trace contextRef="#ctx0" brushRef="#br0">3707 2928 19 0,'0'0'161'0,"0"0"-9"0,-1-11-14 0,1 11-2 16,0 0-5-16,0 0-1 0,-7-5-4 0,7 5-1 15,0 0 0-15,-5-5-8 0,5 5 0 0,0 0-6 16,0 0-10-16,-8-5-11 0,8 5-1 0,-5-4 1 15,5 4 3-15,0 0-5 0,-8-5-6 0,8 5-9 16,-9-4-6-16,9 4-5 0,-11-4-3 0,4 1 7 16,-1 2-2-16,-2-2-10 0,0 1-2 0,-2 2-5 15,0-1 0-15,0 0 3 0,0 1-6 0,-2 0-2 16,-2 2 3-16,-4 1-5 0,2 0-4 0,1 2 2 16,0 0-6-16,-9 3 2 0,1 1-4 0,5-1-1 15,-4 4 5-15,5-3 1 0,0 2 7 0,4 0-7 16,0-1 3-16,3-1-10 0,2 3-1 0,0 3-1 15,2-1-2-15,0 2-5 0,2-6-3 0,1 1-2 16,1 1-1-16,4 4 0 0,1-4 0 0,3 0 0 16,6 2 0-16,0 0 0 0,4-4 0 0,3 2 5 15,6 0-8-15,2 0-2 0,-6-2 1 0,0-3-2 16,-1 0 0-16,3 0-2 0,0 0-2 0,-2 2-2 16,8-2-1-16,-8 1 2 0,0 0 2 0,-2-2-3 15,-6 0 2-15,5 2 0 0,-6-2-3 0,1 2 2 16,-1-3 2-16,-3 3-2 0,-1-2-1 15,-1 1 4-15,-2-1 4 0,-2 2-7 0,-1-1-1 16,-5 2 12-16,-4-1-1 0,0 2 1 0,-9-2-4 16,2 2 8-16,-5-2 2 0,-6 3 17 0,1 0-14 0,-4-3 3 15,1-2-2-15,-2 1 0 0,0-2 0 0,-3-1-3 16,-4 0 1-16,2 0-2 0,0-2-8 0,0 2 1 16,3-4-3-16,5 2-1 0,5-2 3 15,3-2-15-15,5 2-3 0,1-2-24 0,4 0-32 16,2 0-50-16,3 0-74 0,5 2-82 0,-7-5-64 15,7 5-186-15,0 0-560 0,0 0 248 0</inkml:trace>
  <inkml:trace contextRef="#ctx0" brushRef="#br0" timeOffset="1383.36">3895 3353 174 0,'0'0'220'0,"0"0"-13"0,0 0-16 16,0 0-12-16,6-4-18 0,-6 4-15 0,0 0-17 0,7-5-11 15,-4 2-12-15,4-1-8 0,4-1-9 16,0-2-1-16,0-1-6 0,3 1-12 0,2-3-4 16,-1 2-3-16,2 0-6 0,-5 1 4 0,0 0-7 15,-3-1-2-15,1-1 0 0,-1 2-6 0,-1-3 3 16,-1 2-3-16,-1-3-4 0,0 3-5 0,-1-3-6 16,-3 1 0-16,0 3-5 0,-1-3 3 0,-4-1-4 15,3 11-1-15,-5-18-1 0,-1 10-1 0,1 4-7 16,-5-6 1-16,1 3-2 0,-2-1 0 0,0 2-6 15,-1 5-2-15,0-1 3 0,0 2-3 0,-1 0 1 16,-5-1-1-16,7 3-2 0,-3 2-1 0,1-1 1 16,-3 4-1-16,-1 2 3 0,3 1-4 0,2 2 3 15,3 2 2-15,-2 0-4 0,3 1 3 0,0 2 0 16,1 0 2-16,2 2-3 0,1-1 1 0,4-1-3 16,0 2 5-16,5-1 8 0,0-1 10 0,1-2-6 15,1 2 0-15,2-3 1 0,2-2 3 16,-2-1-6-16,5 0 0 0,2-2 1 0,-6-1-2 0,8 0 10 15,1-1-15-15,1-1 5 0,8-2-1 0,3-1-5 16,-1-2 0-16,-1-1 0 0,-1-1-1 0,-1-2 0 16,-7 1-6-16,1 1 5 0,-2-3-4 0,-1 1 2 15,1-1 1-15,-1-3-1 0,0 2-2 0,-2-2 1 16,1 1 1-16,-5 1-4 0,0-2 3 0,0-2-2 16,-2 2-2-16,-1-2 1 0,1-4-2 15,-3 2-3-15,0 1 9 0,0-5-9 0,-2-1-2 16,-4 4 1-16,2-3 2 0,-2-2-6 0,-1 5-4 15,-1-1 3-15,-2-2 2 0,-1 3-1 0,2 1-1 0,-1-1 0 16,-2-3 2-16,-1 6 7 0,3 0-5 0,-2 0-4 16,2 0 4-16,-2 1-4 0,1 1 3 0,-1 3 2 15,5 4-4-15,-7-8 4 0,3 3 0 16,4 5-2-16,-7-4 1 0,7 4-4 0,0 0 4 16,-5-4-3-16,5 4 1 0,0 0 0 0,0 0-1 15,0 0 0-15,0 0 0 0,0 0-1 0,0 0 3 16,0 0 8-16,0 0-6 0,0 0 0 0,0 0 1 15,0 0 1-15,0 0 1 0,17 15 1 0,-6-14-3 16,4 1 6-16,4 1-3 0,1-1 4 0,1-2-5 16,-1 2-1-16,-1-2-2 0,3 1 6 0,-2-2-2 15,0 2-5-15,-3-2 8 0,-5-1-6 0,2 4 3 16,-2-1 0-16,0-1 7 0,-3 0-10 0,-1 0 1 16,-8 0 0-16,13 1 1 0,-13-1-2 0,7 2 2 15,-7-2-2-15,7 3-2 0,-7-3 3 0,1 5 4 16,-1-5-2-16,0 8 5 0,0-8 9 0,-3 12-4 15,1-5 5-15,-2 1 2 0,0 3 1 0,0 0-2 16,-1 1 1-16,0 1 7 0,-3 1-2 0,5 0 1 16,-1 0-4-16,0-3 1 0,1 2-5 0,-2-1 0 15,3 3-7-15,1-4 4 0,-1 2-2 0,1-1 2 16,0-1 0-16,1 1-2 0,0-2-5 0,0 0 10 16,1-1-5-16,-1 0-6 0,1-1 0 0,4-2 6 15,3-2-2-15,2 4-2 0,-1-3 5 16,5-3 1-16,4 0 2 0,0-2-1 0,0-1 6 15,2 0-9-15,1-1-1 0,-3-4-1 0,3 2 4 16,6-4-5-16,-6 1 7 0,-2-2-5 0,1 0-2 0,-4-1-1 16,0 0 0-16,0 0-6 0,-1-3 5 0,-3 2 3 15,-2-3 1-15,-1-2-10 0,-3 3 2 0,-1-3-1 16,-1 4 5-16,4-5-5 0,-8 1 6 0,-3-1-3 16,-2 1-2-16,2-3 0 0,-2 8 0 15,-1-4-4-15,1 5 6 0,0 1 10 0,5 9 18 16,-10-19 0-16,10 19 6 0,-6-10 1 0,6 10 6 15,-4-10-10-15,4 10 5 0,0 0-10 0,0 0-4 16,-6-13-3-16,6 13-7 0,0 0 0 0,0 0-6 0,0 0 7 16,0 0-5-16,-4 39 2 0,3-23-3 15,1 1 0-15,-3 1 3 0,1 1-16 0,2-2 5 16,-3 0 5-16,3-1-7 0,0-1 4 0,0 2 4 16,0-5-2-16,0 4-3 0,3-4-3 0,-1-1 4 15,2 0-11-15,-1-3 2 0,2 3-4 0,1-3-36 16,2 1-46-16,0-4-66 0,-8-5-56 0,9 9-60 15,-6-6-58-15,-3-3-224 0,11 7-599 0,-11-7 266 16</inkml:trace>
  <inkml:trace contextRef="#ctx0" brushRef="#br0" timeOffset="1559.36">5102 2914 2114 0,'-6'-10'74'0,"0"3"-72"16,1 1 13-16,1 0-16 0,-1 0 2 0,5 6-7 16,-5-6-2-16,5 6 7 0,-7-5-2 0,7 5 1 15,0 0-24-15,0 0-40 0,0 0-53 0,0 0-68 16,0 0-112-16,8 21-321 0,-3-12 142 0</inkml:trace>
  <inkml:trace contextRef="#ctx0" brushRef="#br0" timeOffset="2284.42">5257 3279 47 0,'0'0'284'0,"0"0"-1"0,0 0-5 0,0 0-12 0,0 0-12 16,0 0-24-16,7 4-21 0,-7-4-15 0,0 0-24 15,15-9-12-15,-5 5-17 0,0-4 5 16,-1 2-10-16,4 0-15 0,-3-2-11 0,3 0-10 15,-1-3-10-15,0-2-5 0,-1 4-9 0,0-4-27 0,-2 0 11 16,0-2-7-16,-5 7-1 0,0-4-6 0,-2 2 2 16,0 1-6-16,-2 2-11 0,0-2 2 0,0 9-6 15,-6-14 0-15,2 8 1 0,-3 3-6 16,7 3 4-16,-13-9-6 0,5 9-3 0,-4 0-4 16,0 4-3-16,-1-1 3 0,-5 6-1 0,-1 3-7 15,-1 4 0-15,-2 0 11 0,2 2-3 0,7-3-2 16,-7 4 4-16,7-3-1 0,-3 4-4 0,2 4-1 15,4-7 14-15,1 0-1 0,1 2 6 0,3-3-3 16,3-2-2-16,-1 4-2 0,2-7-8 0,2 1 4 16,2 1-3-16,2-3 6 0,0 1-7 0,3-3 2 15,2 1 9-15,0-4 2 0,9 2 0 0,7-1 0 16,-4-3 4-16,6-2-8 0,0-2 6 0,1-1-10 16,1-3-3-16,-1-1 4 0,0-2 3 0,2-1 1 15,-3 0-4-15,-1-2-10 0,0 0 5 0,-3-1 3 16,2 0-10-16,-7 2 0 0,-4-2-3 0,2 1 2 15,-4-4 0-15,-1 1 5 0,-1-2-5 0,-2 0 6 16,-3-3-7-16,2 3 4 0,-5 0-17 0,1 0 9 16,0 0 3-16,-3 1 4 0,-2 0-13 0,1 3 10 15,0-1 5-15,0 13-6 0,-4-19-4 0,4 9 6 16,0 10 0-16,-2-13-15 0,2 13 17 0,0 0-4 16,-3-9 1-16,3 9 2 0,0 0-1 0,0 0-10 15,0 0 4-15,0 0 0 0,0 0-3 0,0 0-3 16,0 0 3-16,0 0 9 0,0 0-6 0,-14 29-6 15,12-18-15-15,0 0 23 0,1 2 0 0,0 2 1 16,-1-2-8-16,4 3-19 0,-2-5 25 0,2 2 6 16,2 2-8-16,-1 1 1 0,2-4 3 0,-3 0-18 15,2 2 21-15,-1-1 2 0,1-2-3 0,1-1 3 16,-3 1-11-16,3 0 7 0,-3-2-7 0,0 1 1 16,3-2-2-16,-5-8 9 0,3 13-3 0,-3-13-17 15,2 12 13-15,-2-12 2 0,0 12 5 0,0-12 4 16,-5 11-20-16,5-11 16 0,-11 10-5 0,3-4-8 15,-1-2-19-15,-4 1-22 0,-1 2-43 0,0-3-19 16,1 0-42-16,-4 2-52 0,1 0-58 0,1-4-95 16,-3 2-224-16,-2-1-630 0,4-1 279 0</inkml:trace>
  <inkml:trace contextRef="#ctx0" brushRef="#br0" timeOffset="4650.32">6171 3075 151 0,'3'-9'237'0,"-3"-1"-7"0,2 1-19 16,-1-2-16-16,1 2 12 0,-2 2 12 15,0 7 6-15,-2-13-6 0,2 13-18 0,0-9-17 16,0 9-19-16,0 0-19 0,-1-7-18 0,1 7-20 15,0 0-12-15,0 0-14 0,0 0-1 0,0 0-10 16,0 0-5-16,0 0 8 0,4 34 6 0,-4-15-11 0,2 9-3 16,-2-1-10-16,-1-1-3 0,0 1-4 15,1 0 1-15,-1 0-10 0,-1-2-4 0,1 0-9 16,-1-6 5-16,0 0-6 0,2 1 3 0,0-2-8 16,-1-1 4-16,1-1-3 0,0-3-10 0,0-2 2 15,0 1 1-15,1-2 3 0,-2 0-5 0,2-3-3 16,-2 3-1-16,1-10-17 0,0 13-12 0,0-13-26 15,0 9-35-15,0-9-27 0,0 10-18 0,0-10-23 16,-1 6-23-16,1-6-36 0,-5 5-38 0,5-5-43 16,0 0-148-16,0 0-471 0,0 0 209 0</inkml:trace>
  <inkml:trace contextRef="#ctx0" brushRef="#br0" timeOffset="4966.64">6110 3057 159 0,'2'-6'182'16,"3"1"-9"-16,4 0 0 0,3 1 3 0,7-3 1 15,3 5 7-15,8 4-14 0,2-2-14 0,-1 8-17 16,1-2-8-16,0 5-7 0,-2 0-13 0,-3 5-7 16,-4 1-11-16,0 1-8 0,-9-2-12 0,3 4 1 15,-3 1-7-15,-6-2-8 0,-2-1-1 0,-2 0-6 16,-3 0-5-16,-2 2 2 0,-2-2-4 0,-3 0 5 15,-7 6 6-15,3-7-5 0,-7 4-4 0,-2-4-4 16,-2 0-3-16,-4-1-4 0,2-1-3 0,-1-2 2 16,6-4-7-16,-1-1-3 0,-8 0 0 0,9-3-3 15,0 0-3-15,2-2-2 0,4-1-13 0,-1 0-35 16,3-2-26-16,0 0-33 0,10 0-42 0,-14 0-77 16,14 0-60-16,0 0-165 0,-7-10-471 15,7 10 209-15</inkml:trace>
  <inkml:trace contextRef="#ctx0" brushRef="#br0" timeOffset="5199.88">6664 3245 118 0,'0'0'319'0,"0"0"-10"0,0 0-18 16,0 0-23-16,0 0-28 0,0 0-25 0,0 0-24 15,0 0-14-15,0 0 17 0,0 0 22 0,0 0-35 16,0 0-17-16,0 0-29 0,-1 32-3 0,0-22-5 16,1 1-29-16,1 5 3 0,-5-3 0 0,0 2-21 15,3-4-16-15,1 2-35 0,1 0-45 0,2-4-52 16,-3 4-53-16,1-3-57 0,-1-10-89 0,-1 19-250 16,0-10-560-16,1-9 248 0</inkml:trace>
  <inkml:trace contextRef="#ctx0" brushRef="#br0" timeOffset="5364.27">6674 3017 5 0,'0'0'186'0,"0"0"-33"0,0 0-47 0,0 0-48 16,0 0-57-16,0 0-46 0,11 21-33 15,-7-10-84-15,1 6 38 0</inkml:trace>
  <inkml:trace contextRef="#ctx0" brushRef="#br0" timeOffset="5665.79">6819 3283 126 0,'-4'8'197'0,"2"-3"-10"16,0 2-15-16,0 0-19 0,0 0-11 0,2 3 1 15,0 0-15-15,0-10-11 0,4 15-4 0,-2-7-16 0,3-2-6 16,2 1-6-16,2-1 2 0,0-3-7 0,4 2-2 16,0-3 9-16,-2-2 5 0,8-1-8 15,-1-2-9-15,0 0-4 0,0 0 7 0,-6-1 2 16,5-2 6-16,-6 0-3 0,-2 0-7 0,0-2-5 16,-3 0 0-16,-2-1-9 0,0 0-8 0,-3-1-2 15,-1-1-8-15,-1-2-2 0,-4 2-6 0,-1-1-8 0,-1-1 0 16,-2 3-2-16,1 1-6 0,0 0 5 0,0 1-12 15,-3 2-1-15,4 1-17 0,-5 1-29 16,2 4-24-16,-2 2-31 0,0 1-31 0,0 2-59 16,2 3-56-16,0 0-211 0,5 0-482 0,-1-2 213 15</inkml:trace>
  <inkml:trace contextRef="#ctx0" brushRef="#br0" timeOffset="6317.73">7287 3241 80 0,'0'0'266'0,"-18"-4"-16"0,9 3-16 15,-4 1-13-15,4 2-14 0,-2-2-18 0,-2 5-10 16,3-1-6-16,-1 2-19 0,0 3-18 0,-1 1-10 16,0 3-16-16,1 0-10 0,1 0-5 0,4 3-12 15,-3-2-9-15,4-3-7 0,2 2-7 0,2-1-14 16,1-2 7-16,0 1-8 0,4 0-3 0,0-1 0 15,2-4-5-15,2 3-1 0,1-3-3 0,2-1-6 16,0-3 0-16,4 2-1 0,1-2-3 0,1-3-3 16,-2 0 1-16,-2-3-4 0,2 2 0 0,-3-3 1 15,-2-1-5-15,7-5-2 0,-8 3 2 0,2-5 0 16,1-1-5-16,-6-1-3 0,3-1 7 16,2-8-3-16,-5 6-1 0,1-8-4 0,-2-1-3 0,-2 1 6 15,3 1-5-15,-5-1 6 0,-1-3 2 0,0-2 20 16,-2 2 6-16,1-1 22 0,-1 6-14 0,-1 5 12 15,1 6 7-15,0-2 8 0,-1 4-14 0,3 11 19 16,-2-14-8-16,2 14-12 0,-2-11-7 0,2 11-7 16,0 0-20-16,0 0 9 0,0 0 3 0,0 0-25 15,0 0 13-15,0 0-7 0,-1 46 1 16,1-15-16-16,-1-1 19 0,1 1 1 0,-1 2-5 16,2-1 8-16,-1-2-4 0,1-1-11 0,0 0 10 0,1-2-5 15,0-2-3-15,0-6-6 0,0 1 11 16,4-4-13-16,-1 1 7 0,2-2-9 0,2 0 11 0,-1-5-1 15,2-1-5-15,-1-2-18 0,5 0 27 16,4-3-2-16,1 0 5 0,1-2-6 0,7-3 2 16,-5-3-4-16,-1 1 3 0,8-6-6 0,-4 0 7 15,1-3-6-15,2 0 5 0,-5-3-8 0,-6 3-3 16,-2-1 1-16,0-1 7 0,-1-2-4 0,-2 0 2 16,-2-1-10-16,-4 1 13 0,-1 0-9 0,-3 0 1 0,-2 4-13 15,-2 1 10-15,2 11-1 0,-5-17 1 16,-1 9-5-16,-2 5 5 0,-2 1-7 0,10 2-1 15,-27 7 3-15,12 2-2 0,-2 2 8 0,2 0 0 16,0 3-25-16,3-3 26 0,2 5-6 0,2 0 0 16,3-2 13-16,1 3-3 0,3-4-9 0,4-1-36 15,2 4-17-15,4-4-58 0,3 1-69 0,6-4-75 16,9-2-90-16,1-3-249 0,7 0-646 0,3-4 286 16</inkml:trace>
  <inkml:trace contextRef="#ctx0" brushRef="#br0" timeOffset="7582.79">8603 3017 38 0,'-6'-6'263'0,"6"6"-13"0,-9-6-18 16,1 3-19-16,-2-1-13 0,10 4-24 0,-19 2-11 15,3 3 1-15,1 0-6 0,-4 5-14 0,-4 4-12 16,1 4-10-16,2 3 0 0,2 0-4 16,-2 2-18-16,3 2 7 0,4 1 1 0,-1 1-6 15,5-5-11-15,0 3-11 0,5-5-5 0,-1-1-10 16,4 0-4-16,2-2-14 0,2 0 10 0,0-5-8 0,4 3-4 16,4-2-5-16,-3 0-13 0,1-4 4 0,1-1 3 15,5 1-2-15,3-3-4 0,0-1-4 0,-5-1-1 16,7 0-3-16,-2-2-7 0,0-1-25 15,1-1-36-15,-2 0-23 0,-2-1-18 0,-2-3-13 16,6-1-6-16,-2 0 0 0,-2-4-4 0,3 1 4 16,-1-1 7-16,-2-3 16 0,0 0 4 0,0-1 9 0,0 2 8 15,-5-5 6-15,0 3 6 0,0-3 8 0,-3 6 7 16,1-4 23-16,-7 4 23 0,3 0 15 16,-2 5 10-16,1-2 10 0,-3 7-2 0,1-11 8 15,-1 11-7-15,0-7-1 0,0 7-8 0,0 0-4 16,0 0-3-16,0 0 6 0,0 0 5 0,-23 9 0 15,15 0-1-15,-2 3 10 0,1 2-5 0,0 0-1 0,0 1-2 16,3-1-6-16,1 2-1 0,2-3-2 0,-1-3 1 16,3 3 0-16,1-2-7 0,0-1-1 15,1 0 0-15,2-3-2 0,0-1 2 0,3 1 1 16,0 0 4-16,3 1-1 0,1-3-1 0,1-2-2 16,3 0-2-16,2-1-2 0,2-1-1 0,-1-1 0 15,-4 0-6-15,-2-3-11 0,3 1 9 0,-1 0 2 16,0-2-5-16,0-1 2 0,-3-1 1 0,2 1 7 15,-1-3-6-15,-1 0-14 0,-1-1 11 0,-3-3-7 16,1 3 1-16,-2-3-2 0,-2 0-2 0,0 1-7 16,-3 0 3-16,-1 1-13 0,0-1 19 0,-2 0-3 15,-2 0-2-15,0 0 2 0,-2 2-3 0,-1 1-2 16,1 1-10-16,-2 1 14 0,3 1-3 0,-2 1 3 16,2 0 0-16,-1-1-3 0,7 5-2 0,-10-5 2 15,6 2 3-15,4 3-13 0,-9-5 12 0,9 5-4 16,0 0 3-16,-6-3-3 0,6 3 7 0,0 0-3 15,0 0 4-15,0 0 0 0,0 0-1 0,0 0 0 16,0 0 10-16,29 1-11 0,-21 0-1 0,5-1 6 16,-2 1 3-16,3 1-2 0,-1 1-4 0,-1-1-5 15,-1 2 0-15,1 1 4 0,-1 1 10 0,1-1 1 16,-2 4-1-16,4 2 14 0,-4 1 12 0,2-1-17 16,-1 3 5-16,-3-3-8 0,1 3-3 0,1-1-14 15,-4-1 16-15,1-3 2 0,-2 1-7 0,-1 0-3 16,0-1 1-16,-2-2 1 0,2-1-17 0,-4-6 25 15,2 9 12-15,1-4 3 0,-3-5 7 0,0 0 13 16,5 9 19-16,-5-9-1 0,0 0-7 0,0 0-3 16,0 0-8-16,0 0-7 0,0 0 1 0,0 0-5 15,0 0-6-15,0 0-1 0,-14-22 2 0,13 15-6 16,-3-2-3-16,5-1-8 0,-1-3-9 0,4-3 6 16,1 0-6-16,2-1 3 0,0 2-2 0,2-1-5 15,5 2 1-15,-1 1-3 0,1-2-1 0,2 5-2 16,-6 0-1-16,0 5-4 0,2 0-4 0,0 3 7 15,-2 2-2-15,-10 0-3 0,22 5-4 0,-13-1 2 16,3 2 5-16,-2 2-13 0,-1 0 18 0,0 2 2 16,1-1-5-16,-5 1 1 0,3 0-7 0,-4 2 3 15,2-1 6-15,0-1-6 0,-1 2 5 0,-2-2-6 16,-2 3-27-16,2-4-44 0,-2 4-51 0,0-4-59 16,-2 2-52-16,1-1-78 0,-1 0-341 0,1-10-711 15,-7 16 315-15</inkml:trace>
  <inkml:trace contextRef="#ctx0" brushRef="#br0" timeOffset="8065.9">9706 2974 191 0,'-4'-5'298'16,"0"-2"-11"-16,0 0-15 0,4 7-17 0,-6-9-24 15,6 9-20-15,-8-8-19 0,8 8-23 0,-7-2-34 16,7 2 2-16,0 0-16 0,-16 16-5 0,8-1-3 16,-3 10-8-16,1 0-6 0,1 4-3 0,1 2-2 15,1-2-2-15,-1 5-13 0,0-1 12 0,1 1-6 16,3-3-6-16,-1 2-9 0,1-2 11 0,0-3-5 16,-1 1-14-16,4-3 0 0,-2 4-5 0,2-4-12 15,0-1 5-15,1-6-8 0,-2-2-22 0,2 0 14 16,2 0 0-16,-2-5-8 0,1 2 1 0,-1-4 3 15,0 1-9-15,-1-2-1 0,2 2 0 0,-1-4 6 16,1 0-7-16,-1-7-7 0,0 11 9 0,2-6-22 16,-2-5-30-16,0 0-38 0,2 8-29 0,-2-8-30 15,0 0-45-15,0 0-52 0,0 0-53 0,0 0-40 16,0 0-196-16,0 0-556 0,-6-27 245 0</inkml:trace>
  <inkml:trace contextRef="#ctx0" brushRef="#br0" timeOffset="8367.93">9452 3378 137 0,'-3'-8'158'0,"3"8"-9"16,0 0-13-16,0 0-10 0,10-7-10 0,-3 5 6 15,4 2-8-15,1-2 5 0,2 0 4 0,6 1-9 16,1-2-2-16,8 1-12 0,-7 0-3 0,3-1-9 16,-3 0-3-16,-2 2-5 0,0-2 2 15,-2 1 6-15,-3-5 3 0,-2 5-4 0,-2 1-2 0,1-1-3 16,-3 0 3-16,-3 0 0 0,2 1-1 0,-1-2 6 15,-7 3 0-15,8-2-1 0,-8 2-18 0,0 0 10 16,10-1-13-16,-10 1-5 0,0 0-18 0,0 0 8 16,0 0-8-16,9 0-6 0,-9 0-10 0,0 0-2 15,0 0-4-15,6 7 0 0,-6-7-1 0,4 11-4 16,-4-4-3-16,2 3 0 0,-2 1-12 16,1 1 16-16,0 1-10 0,-1 3 6 0,0-1-38 0,0-3-48 15,-1 0-42-15,1 1-56 0,0 0-71 0,-1-1-58 16,-2-5-167-16,0 3-502 0,3-10 223 0</inkml:trace>
  <inkml:trace contextRef="#ctx0" brushRef="#br0" timeOffset="8539.27">9873 3065 121 0,'-1'-6'225'0,"1"6"-22"16,-4-10-24-16,4 10-17 0,0 0-20 0,0 0-25 16,0 0-42-16,0 0-68 0,0 0-58 0,16 17-146 15,-16-17-214-15,11 18 96 0</inkml:trace>
  <inkml:trace contextRef="#ctx0" brushRef="#br0" timeOffset="9167.79">10115 3291 89 0,'-3'-12'247'0,"0"6"-9"0,3 6-16 0,-11-8-7 15,5 3-13-15,-6 1-10 0,2 1-15 0,0 3-17 16,-1 3-13-16,-2 3-6 0,-1-1-13 0,-2 6-11 15,0 0-15-15,-7 6-5 0,10-2-11 0,3 0-10 16,-1 0-5-16,3 0-7 0,1 1-6 0,2-6-7 16,2 3-4-16,2-2-3 0,0 0-5 0,2-3-3 15,2 0-1-15,1-2 1 0,-4-6-6 0,6 10-1 16,0-9-3-16,2 2 1 0,-2-2-4 0,-6-1-4 16,18-4 0-16,-8 1 0 0,-1-2 0 0,-2 2 0 15,3-5-7-15,-2 1 0 0,-4-2-9 0,2 1 13 16,-2 2-5-16,0 0 8 0,1 2-1 0,-2-1-1 15,-3 5-3-15,8-7-1 0,-4 3-5 0,-4 4-1 16,0 0-6-16,0 0-2 0,12 7 11 0,-9 3-7 16,1 3 1-16,-1 2-9 0,-1 6 12 0,1 4-2 15,-3 4 1-15,-1-3 9 0,-2 2-6 0,-1 0 4 16,2-2 5-16,-6-1 12 0,0 0 4 0,1-3-2 16,-1 2 20-16,-2-1 7 0,0-6-4 0,-2-2-5 15,-1 0 0-15,2 1-7 0,-4-2-3 0,2-3-5 16,-3 2-1-16,4-5-8 0,-4 1-1 0,5-3-2 15,0 1-2-15,0-4-19 0,1 0-35 0,-1-1-47 16,11-2-39-16,-20-2-42 0,20 2-44 0,-19-10-52 16,14 6-63-16,-2-3-183 0,7 7-546 0,-5-20 242 15</inkml:trace>
  <inkml:trace contextRef="#ctx0" brushRef="#br0" timeOffset="9934.16">10146 3366 85 0,'0'0'254'0,"5"-5"-14"16,-5 5-11-16,0 0-23 0,2-8-19 15,-2 8-22-15,0 0-16 0,0 0-12 0,0 0 15 0,0 0-10 16,0 25-14-16,-1-18-13 0,-2 3-14 16,3 0-2-16,0 0-11 0,2-1-10 0,0 2-8 15,-1-1-11-15,3 0 2 0,-1-2-6 0,2 0-6 0,0-1-3 16,2 0-3-16,1-3-3 0,1 2-4 15,-1-4-5-15,1-1 0 0,3-1-4 0,-2-1-2 16,2-1-1-16,0-2-3 0,-2-2-1 0,3 2-1 16,-4-2-4-16,-1-3 2 0,2 2 0 0,-2-5-1 15,1-3-6-15,-6 3 6 0,5-3-5 0,-4-1 0 16,1 1-11-16,-3-2 8 0,1 2 7 0,0-2 4 16,-2 5-6-16,0 1 28 0,1 1 12 0,-2 1 1 15,0 9-7-15,0-12-6 0,0 12 1 0,0-9-7 16,0 9-9-16,0 0-3 0,-2-9-3 0,2 9-4 15,0 0-6-15,0 0-3 0,0 0 4 0,0 0 1 16,2 31 0-16,-2-14 0 0,-2-1-5 0,4 3-1 16,0 0-1-16,-1 0 0 0,-1-2-2 0,0 1 0 15,4 0 3-15,-3-5 1 0,3 3-1 0,-3-6 0 16,3 2 1-16,1-2 1 0,3-1-2 0,0-1 7 16,2-1-4-16,2-2 1 0,-1-1-2 0,3-2 0 15,5 0 2-15,-2-3 2 0,3-2-5 0,2 2 2 16,-3-4 2-16,0 0-4 0,-1-1 2 0,1 0-5 15,-2-4-3-15,-2 0 9 0,-1 1-8 0,-1-1-12 16,-4-4 11-16,3-1 5 0,-5 0-8 0,-2-2 3 16,2 3 3-16,-5-4-5 0,6 1-3 0,-8-2-11 15,-1 4 13-15,-3-2-2 0,0 1-2 0,-1 1-3 16,1 4 4-16,-1 2-1 0,0-1-2 0,-3 3-2 16,3 2 2-16,-4-1 1 0,4 4 2 0,5 2-3 15,-14-3-1-15,14 3 1 0,-13 3 1 0,13-3 1 16,-10 3-1-16,10-3 3 0,-9 4-16 0,7 0 15 15,2-4 3-15,0 0-1 0,0 0 2 0,0 0 7 16,7 11-4-16,-7-11-5 0,16 4 6 0,-6-2 0 16,4-2-3-16,1-3 2 0,4 3 2 0,-3-4 4 15,3 2-8-15,-6 2 0 0,-1-2 4 0,0 2-6 16,1 0 1-16,-6 0-3 0,-7 0 4 0,14 0-5 16,-7 0 1-16,-7 0 0 0,13 4-14 0,-8-1 16 15,-1 2-1-15,3 1 0 0,-2-1 1 0,-2 4-2 16,1-1 3-16,-2 3-2 0,2 0 5 0,-1 0-4 15,-2 2 3-15,2 3-1 0,-2-5 6 0,-1 5-5 16,0 0 0-16,1-4-1 0,0-1 0 0,-2 0 3 16,2-1-6-16,2 1-23 0,-1 0-43 0,3 0-43 15,1-1-60-15,0-1-74 0,1 1-77 0,0-4-163 16,2 0-525-16,3-2 232 0</inkml:trace>
  <inkml:trace contextRef="#ctx0" brushRef="#br0" timeOffset="10334.33">11286 3341 2198 0,'-4'-11'4'0,"-3"0"10"0,1 2 16 15,-3 2 5-15,-2-1 13 0,-1 4 16 0,-5-3 4 16,1 6 6-16,-3 2-1 0,1 6 9 0,-3-2-7 16,-4 9 10-16,0 1 0 0,5 3-5 15,-3-1-7-15,8-4-5 0,3-1-4 0,1 2-7 0,2 1-7 0,2-1-4 16,5-3-7-16,2-1-2 0,0 1-1 0,4 0-1 15,-1-1-2-15,4-2 0 0,2 0-7 16,0-1-3-16,1-2-1 0,1 0 1 0,1-4-3 16,2 3-1-16,-1-3 2 0,1-1-16 0,-1-1 20 15,-2-1-10-15,3 0-2 0,-4-1 0 0,1-3-3 16,0-2-2-16,-2 1 2 0,-1 1-3 0,1-4-3 16,-2 1 7-16,-2-2-3 0,3-1-4 0,-4 2 0 15,2-2-1-15,-1 2-1 0,-1 2 13 0,0 2-5 16,-2 0 10-16,-2 6-6 0,5-9-5 0,-5 9 5 15,2-5-7-15,-2 5-4 0,0 0 1 0,0 0-2 16,0 0 2-16,0 0-11 0,0 0 11 0,0 26 3 16,-2-15 0-16,0 0 3 0,1 3-1 0,0 2-5 15,0-1-1-15,1 0 0 0,0-2 4 0,2 3-17 16,2-1-55-16,0 1-48 0,0-5-43 0,2 4-67 16,-1-5-65-16,-1 0-242 0,1-3-573 0,1-2 253 15</inkml:trace>
  <inkml:trace contextRef="#ctx0" brushRef="#br0" timeOffset="10672.84">11521 3211 1864 0,'0'-30'30'0,"0"0"100"0,-2 11 8 16,1 2-21-16,-3 0 35 0,2 4 3 0,-1 3-7 15,1 1 6-15,0 2-30 0,2-1 9 0,0 8-16 16,-3-9-9-16,3 9-34 0,-2-9 12 0,2 9-12 15,0 0-10-15,0 0 10 0,0 0 10 16,5 26-19-16,-3-7 1 0,0 0 2 0,-1 9-5 0,2-1 6 16,-2 0 4-16,3 3-1 0,-4-1-5 15,0 0-1-15,0 2-4 0,0-4-4 0,0 4-5 0,0-5-2 16,-2-1-17-16,2-4 3 0,-2 3-3 0,1-5 0 16,1-2-8-16,0-1-2 0,0-1-2 0,0-3 4 15,3-1-13-15,-1-1 4 0,-1 0 1 16,-1-10 3-16,6 12-3 0,0-5-2 0,-6-7-1 15,12 10-6-15,-4-5-14 0,1-3-26 0,4-2-38 16,-3 0-33-16,1-2-38 0,6-1-44 0,-4 1-29 0,-1-2-32 16,4-4-55-16,0-1-21 0,-6 1-249 0,-4-2-616 15,3-5 274-15</inkml:trace>
  <inkml:trace contextRef="#ctx0" brushRef="#br0" timeOffset="11035.08">11381 3250 102 0,'-7'0'224'0,"7"0"-9"16,-13-2-17-16,13 2-23 0,-8-1-16 0,8 1-15 15,0 0-5-15,0 0-6 0,0 0-7 16,36-2-13-16,-14-1-8 0,6-2-11 0,0 5-8 16,0-3-8-16,2 3-8 0,-1-1-10 0,-7 1-1 15,1-2-7-15,-3 1-7 0,1 1-4 0,-1-2-3 16,-3 2-3-16,-3-1-5 0,-3 1-1 0,-2 0 4 15,0-2 8-15,-9 2 4 0,9 0 4 0,-9 0 4 16,9-1 5-16,-9 1 0 0,9-1 0 0,-9 1 1 16,0 0-7-16,0 0-2 0,0 0-7 0,0 0-2 15,0 0-10-15,0 0 0 0,0 0-3 0,0 0-6 16,0 0-2-16,9 4-3 0,-9-4 4 0,5 7 13 16,-8 1 24-16,3-8-8 0,-2 17-2 0,2-6 0 15,1 4-5-15,-4-2-7 0,1 4-5 0,2 1 0 16,-5 0-5-16,1-1-2 0,2 0 2 0,0 1-4 15,1 0 1-15,1-1-6 0,-4-2-13 0,4-2-53 16,0-1-47-16,0-2-45 0,-1 0-52 0,4 1-66 16,-3-5-266-16,0-6-567 0,2 12 252 0</inkml:trace>
  <inkml:trace contextRef="#ctx0" brushRef="#br0" timeOffset="11221.84">11871 3028 177 0,'0'0'208'0,"-3"-5"-23"16,3 5-21-16,0 0-17 0,0 0-33 0,0 0-36 16,0 0-62-16,-11 21-57 0,13-12-62 15,-2-9-55-15,7 29-171 0,-3-14 76 0</inkml:trace>
  <inkml:trace contextRef="#ctx0" brushRef="#br0" timeOffset="11850.31">12075 3283 232 0,'-13'11'235'0,"5"-7"-10"16,0 3-4-16,-1-1-8 0,-1 4-8 0,-5 1-10 15,2 1-12-15,0 0-14 0,0 4 0 0,0-3-16 16,1 3-11-16,0-3-14 0,2 0-20 0,4-2-3 0,-1 0-11 15,2-1-12-15,2 0-7 0,0-1-7 16,1 1-1-16,2-3-8 0,5 2-7 0,-2-1-3 16,1-3-4-16,2 3-4 0,3 0-1 0,1-5-8 15,2 2 0-15,-1-1-3 0,2-3-5 0,0 1 7 16,1-1-8-16,-1-1-2 0,1-2 3 0,-4 0-9 16,1-1 3-16,-4-1-6 0,3 0-5 0,-2-1 9 15,-4-3-5-15,1 1 2 0,-3-3-6 0,3 1 0 16,-3-3 0-16,-4 0-2 0,2 0 1 0,2-1-1 15,-4 1 0-15,-1-6 1 0,1 3-3 0,-1 2-1 16,3 2-10-16,-3 0 11 0,3-2 1 0,0 3-1 16,0-1 4-16,3 3 1 0,-2 1 1 0,6-2-1 15,-2-1 1-15,3 4 0 0,3 3-3 0,-1 1-13 16,1 0 13-16,2 5 3 0,1 0 10 16,1 2 6-16,3 4 3 0,-4 0-8 0,0 2 5 0,0 2-5 15,-1 0 2-15,-1 2-4 0,-1 1-3 0,-1-3-2 16,-1 2 9-16,-3 0-13 0,-1-3 2 0,0-3-8 15,-1 1 11-15,-2-2 8 0,1-1-6 0,-1 0 23 16,-2-7-1-16,4 7 20 0,-4-1 5 0,0-6 10 16,0 0-6-16,0 0 1 0,0 0-9 0,-8 6-4 15,8-6-3-15,0 0-4 0,0 0 1 0,-14-12 5 16,14 12-6-16,-5-10-4 0,5 4-10 0,-2-4-3 16,4 0-3-16,1-7-4 0,4 0-1 0,1-1-3 15,6-2-7-15,4-4 3 0,-1 5-5 0,2 2 0 16,-3 5-5-16,-1-1-6 0,2 3 6 0,0 2 0 15,-1 3-2-15,-5 1-9 0,0 3 1 16,-11 1-8-16,22 5 10 0,-13-1 1 0,1 4 2 16,-1-1 0-16,-3 3 1 0,1 5-3 0,-2-3 7 0,-1 4 6 15,-2-1-5-15,1-3 2 0,1 5-2 16,-4-1 3-16,0-2-4 0,0-1 4 0,0-1-4 0,2-1 0 16,-2 0-7-16,2 0-41 0,-2-6-71 15,2 5-70-15,-2-10-73 0,0 14-122 0,0-14-326 16,-6 12-760-16,6-12 336 0</inkml:trace>
  <inkml:trace contextRef="#ctx0" brushRef="#br0" timeOffset="12004.4">12693 3365 54 0,'0'0'264'0,"4"-5"-29"0,-4 5-30 15,0 0-57-15,0 0-81 0,0 0-95 0,0 0-130 0,0 0-171 16,0 0 76-16</inkml:trace>
  <inkml:trace contextRef="#ctx0" brushRef="#br0" timeOffset="14100.29">3054 3763 79 0,'-10'0'118'0,"10"0"-9"15,-9 1-4-15,9-1-6 0,0 0 1 16,-16-2-15-16,16 2 8 0,-10 0-3 0,1-2-3 16,9 2-9-16,-11 0-4 0,11 0 0 0,-16 0 2 15,9 0-7-15,7 0-3 0,-14 3 4 0,7-2 1 16,-2 1-6-16,9-2-7 0,-12 0-4 0,12 0 1 0,-11 0 11 15,11 0-13-15,-9 0-4 0,9 0 0 16,0 0-4-16,-7 2-4 0,7-2-2 0,0 0-5 16,0 0-1-16,0 0-4 0,0 0-3 0,0 0-6 15,0 0 2-15,0 0-6 0,-8 2 0 0,8-2-1 16,0 0-1-16,0 0 0 0,0 0 3 0,0 0 2 16,19 5 7-16,-7-4 11 0,2 1 2 0,4-1 6 15,1-1-1-15,9 0 0 0,0 0 6 0,2 0 2 16,5-1-1-16,1 1-1 0,1 0-4 0,0 0-4 15,0-2-5-15,0-1 1 0,2 1-2 0,-1 1-5 16,0 1 6-16,2-1-5 0,-1 0-1 16,-1-1-4-16,0 2 1 0,0 0-1 0,1-3-3 0,-4 4-4 15,1 1 2-15,-1-2-5 0,-2 0-4 0,0 0 1 16,-2 0-5-16,0 2 9 0,-2-1-8 0,-1 3-3 16,0-2-2-16,2 1 4 0,-1 1 2 0,0-3-3 15,2 1 1-15,-3 0-4 0,1 2 6 0,0-2-5 16,-8 0 3-16,8 1-1 0,-3-1-2 0,-5-1 2 15,7 3 1-15,-9-4 18 0,9 2 0 0,-6-2 1 16,5-1-5-16,2 4 4 0,-2-2-3 0,1 0 0 16,0 2-5-16,-1-3-5 0,3 3 9 0,-2-6-3 15,0 6-4-15,-2 0-3 0,4 0 3 0,-3-2-3 16,2-1 2-16,0 1-3 0,2 4 6 0,-2-5-2 16,9 3-4-16,-3-2 6 0,4 2-4 0,-3-2-3 15,15-2 18-15,-13 4 2 0,13-7-5 0,-12 4 1 16,1-2-4-16,12 2-17 0,0 0 14 15,-14 0-2-15,3-3-1 0,-3 1 1 0,1 0-17 0,-1 0 13 16,2 2 7-16,11-4-4 0,-13 2 13 0,2-2-9 16,-2 3-7-16,17 1-2 0,-15-2-2 0,13-1 7 15,-14 1-4-15,13-1 2 0,-1 0-29 0,-11 3 34 16,11-3-3-16,1 5 2 0,-1-4-1 16,-1 0 3-16,-10 2-1 0,10-4-7 0,1 0 2 15,-11 3-4-15,13-4 10 0,1 1-12 0,-16 4 10 16,15-4 0-16,-1 0 1 0,3 2-4 0,-3-3-2 0,0 5 1 15,0-3 2-15,-1-1 0 0,-15 1-5 0,15-3 2 16,0 4-6-16,-13 2 4 0,1-2-4 0,12 1-3 16,-12 1 1-16,1-1 2 0,11 0-9 15,-14 0 10-15,2 1 1 0,10 0 3 0,-10 1-10 0,13-1 7 16,-19 0-5-16,2-1 3 0,1 1-9 16,0 0 11-16,-3 1 2 0,1-2 3 0,2 2 8 15,0 0 6-15,0-1-1 0,-1 0 2 0,3-1 2 0,1 1 1 16,-1-1-11-16,12-1-1 0,-10-2 0 15,11 1-1-15,-13 3-1 0,2 0 2 0,-2-2-15 0,16-2 13 16,-16 3-3-16,13-1 1 0,1 1-2 16,-12-2-7-16,-2 2 0 0,15 0 1 0,-14 0-1 15,0 1 1-15,12-3-3 0,0 3 2 0,-11 2-3 16,-2-4 1-16,1 1 0 0,12 1 5 0,-13-1-5 0,3 1 1 16,10-2-5-16,0 1 5 0,3 2-3 0,-16-2 2 15,16 1 5-15,-14-2-17 0,14 2 12 16,-16-2-3-16,16 4-1 0,-2-4 4 0,-12 2-5 15,11 0 1-15,0-3 5 0,-17 2-2 0,4 0 2 16,2 1 7-16,-2-4-2 0,1 4 1 0,13 2 5 16,-12-4 3-16,11 1-6 0,-12 4 1 0,12-5-6 15,-13 2 2-15,-4 0 1 0,3-2 1 0,0 0-8 16,3 1 4-16,-4 1-2 0,-1 1 2 0,1-1-6 0,-1-1 1 16,-1 1 0-16,1 0 0 0,-2 1 2 15,-1-1-5-15,0-2 5 0,0 3 0 0,1 0 0 16,-4-1 1-16,-1 2 5 0,3-2-4 0,-1 1 4 15,1-1-1-15,1 0 1 0,-1 0 5 0,5 3 0 0,-3-3 0 16,2-2-3-16,-2 5-2 0,-1-3-2 0,0 1 4 16,0-1-10-16,1 0 7 0,0 0-5 15,2 0 3-15,-2 0-1 0,0 0 2 0,0 1-8 16,-1-1 7-16,-1 1-4 0,1-2-3 0,0 4 0 16,-1-2 3-16,1-1-2 0,-3 2 1 0,2-2 4 15,-1 1 2-15,-1 0 7 0,1-1-6 0,1 1-2 0,-2 1-1 16,-1-1 0-16,3 0 0 0,2-1 1 15,-1 2-4-15,1 0 2 0,-2 0-1 0,1 1 2 16,0-3-2-16,1-2 0 0,2 2-3 0,-3 3 5 16,0-1-4-16,1-1 12 0,-2-1-3 0,-1 3-3 15,1-3 1-15,1 0-1 0,-12 3 1 0,10-3-1 16,-8 0 11-16,4 0 2 0,2 0-1 0,-6 2-1 16,5-1-4-16,-6 0-1 0,0-2 0 0,7 1-3 15,-6-1 1-15,-1 3-3 0,0-2 2 0,7-1-2 16,1 1 0-16,-8-1-3 0,-2 1-4 0,0 0 3 15,1 1-2-15,-7 0 1 0,-1 0-1 0,1-1-2 16,-13 0-1-16,15 0 3 0,-3-1-1 0,-12 1 1 16,0 0 0-16,0 0-3 0,15-1 3 0,-15 1-3 15,0 0-7-15,0 0 7 0,0 0-5 0,10 1-1 16,-10-1-6-16,0 0-27 0,0 0-44 0,0 0-48 16,0 0-56-16,0 0-75 0,0 0-61 0,0 0-75 15,-43 0-98-15,43 0-255 0,-32 5-811 0,10-2 359 16</inkml:trace>
  <inkml:trace contextRef="#ctx0" brushRef="#br0" timeOffset="20349.32">4575 5278 18 0,'0'0'104'0,"0"0"-14"0,0 0-18 0,0 0 2 15,0 0-1-15,0 0-9 0,0 0-10 0,0 0 10 16,0 0-7-16,0 0 9 0,0 0-20 0,0 0-1 16,0 0-7-16,0 0 0 0,0 0 1 0,0 0-2 15,0 0-7-15,0 0 2 0,-9-7 4 0,9 7-3 16,0 0-3-16,0 0-8 0,0 0 4 0,0 0-4 16,0 0-2-16,0 0 3 0,-10 0-2 0,10 0-2 15,0 0 2-15,0 0 13 0,0 0-8 0,0 0 7 16,0 0-5-16,-9-1 0 0,9 1 4 0,0 0-6 15,0 0-2-15,-14 1 2 0,14-1 5 0,-9-1 2 16,9 1 2-16,0 0 6 0,-14 0-5 0,14 0 4 16,-13 3-11-16,13-3-1 0,-11 0-2 0,11 0-2 15,-11-2 9-15,11 2 2 0,-10 0-4 0,10 0 3 16,-10 0 1-16,10 0-1 0,-9 2-2 0,9-2-4 16,0 0 2-16,-11-4-2 0,11 4 2 0,0 0 1 15,0 0-3-15,-9 0 0 0,9 0-4 0,0 0-2 16,0 0-4-16,0 0 0 0,0 0-3 0,0 0 0 15,0 0-6-15,0 0 0 0,0 0-1 0,0 0-1 16,0 0 0-16,0 0-1 0,0 0 2 0,0 0 5 16,25 8-9-16,-12-8 3 0,-1 0 0 0,9 1-1 15,0 0-2-15,0 1 2 0,7-1-2 0,0 2 1 16,0-2 2-16,-1-1 0 0,-4 1-1 0,5 1-1 16,2 0-1-16,0-4 2 0,0 2-2 0,-3 0 3 15,3 2-3-15,-2-2 0 0,2 2 2 0,-9 0 0 16,8-2 4-16,-8 0-7 0,-1 4 2 0,1-4-1 15,0 3 1-15,-1-3-4 0,1 2 1 0,0-1 5 16,0 0-8-16,0 2 8 0,8-2-4 0,0 3 1 16,-2-3 1-16,1 3 1 0,-6-2 2 0,-1 0 2 15,9 0-2-15,-9 1-2 0,1-2 2 0,0 1-3 16,5-4 0-16,1 7 10 0,-8-3-4 0,1 0-6 16,1 1-1-16,7 1 4 0,-7-4 9 0,7-2 3 15,-3 4 0-15,2 0 3 0,-7-1-2 0,8 1-3 16,-8-2 3-16,7 0-3 0,-7 0-1 0,1 0 2 15,6-4-2-15,-9 4 4 0,0 1-2 0,1-2 0 16,-2 0 1-16,-2 1 0 0,-3-2-6 0,-1 2 9 16,0-1-1-16,1 2 4 0,-1-3 1 0,0 2 1 15,1 0 2-15,-3 0-8 0,0 0 4 0,1-4 0 16,-3 3 2-16,1 1-2 0,-1-2-2 0,3-1 0 16,-11 3-6-16,14 0-1 0,-6 0-2 0,-8 0 0 15,12-2-9-15,-12 2 7 0,9 0-4 0,-9 0-1 16,11-2-2-16,-11 2-1 0,8-2 1 0,-8 2 1 15,7-1 0-15,-7 1-1 0,9-3 1 0,-9 3 0 16,12 0-4-16,-12 0 0 0,9-2 1 0,-9 2-3 16,9 0 5-16,-9 0-3 0,0 0 0 0,11-1-1 15,-11 1-4-15,0 0 4 0,0 0-3 0,10-3 8 16,-10 3-13-16,0 0-10 0,0 0-10 0,0 0-26 16,0 0-15-16,0 0-16 0,0 0-22 0,0 0-29 15,0 0-39-15,0 0-42 0,0 0-38 0,0 0-161 16,0 0-448-16,0 0 198 0</inkml:trace>
  <inkml:trace contextRef="#ctx0" brushRef="#br0" timeOffset="20935.47">6208 5247 64 0,'0'0'180'0,"-5"-7"-8"16,5 7 1-16,-5-3-12 0,5 3-9 15,-7-4-13-15,7 4-4 0,0 0-7 0,-10-5-9 0,10 5-2 16,0 0-16-16,-11-1-12 0,11 1-5 0,-7-2-7 16,7 2-10-16,0 0-5 0,-11 6-8 0,11-6-3 15,-5 6-7-15,5-6-2 0,-8 8-1 0,4-2 2 16,0 2-7-16,1 1 11 0,0 0-1 0,-2 2 1 16,1 0-10-16,0 0 1 0,0 0-2 0,3-1-5 15,0 1-1-15,0 0-4 0,1 1 0 0,1-3 1 16,1 1-6-16,0-2 2 0,0 2 4 0,3-1-7 15,0-1 1-15,3-2 13 0,1 3 0 0,1-6 1 16,2 1-5-16,-2-1 1 0,4 0-2 0,-2 0-2 16,2-3-6-16,0-1-2 0,-2-1 1 15,1 0 1-15,-1-1-3 0,0-1-1 0,0-3 6 0,-2 3 0 16,0 0 2-16,-2-4 5 0,0 1-4 0,-3-1-1 16,2-3 12-16,-3 3-3 0,0-4-4 0,-2-1-1 15,-1 4-4-15,0-4-4 0,-1 3 0 0,-1-2-7 16,-2 0 2-16,-1 1-6 0,2 0 3 15,-2 3-4-15,-4-2-3 0,2 3 0 0,0 0-2 16,-1-1 1-16,-2 5-6 0,0-1 1 0,2-2-1 0,-2 4-1 16,-3 0-10-16,2 2-26 0,0 0-25 0,0 0-27 15,-1 3-37-15,1 2-53 0,-1 1-70 0,-1 1-223 16,1 1-513-16,2-1 226 0</inkml:trace>
  <inkml:trace contextRef="#ctx0" brushRef="#br0" timeOffset="22087.94">6369 5348 4 0,'0'0'86'0,"0"0"-4"16,0 0-1-16,0 0 1 0,0 0-4 15,0 0 4-15,0 0-6 0,0 0-9 0,0 0 5 16,0 0 1-16,0 0 2 0,0 0-1 0,0 0 1 0,0 0-2 15,0 0 6-15,0 0 0 0,0 0-1 0,0 0-1 16,0 0 2-16,0 0 5 0,0 0 2 16,0 0-2-16,0 0-6 0,0 0 0 0,0 0-1 15,0 0-5-15,0 0-1 0,0 0-3 0,0 0-2 0,0 0-5 16,0 0 0-16,0 0 5 0,0 0-9 0,0 0-6 16,0 0-6-16,0 0-1 0,0 0-5 0,0 0-3 15,0 0-6-15,0 0-4 0,0 0-2 0,0 0-4 16,0 0-1-16,0 0-4 0,0 0 1 0,9-1 1 15,-9 1-4-15,19 0-3 0,-6 1 1 0,7 1 1 16,8-1-2-16,2-2 2 0,2 2-1 0,1-2 1 16,0 1-2-16,1-2 0 0,0 1-3 0,1 1 7 15,-3 1-5-15,-2-3 5 0,2 1-6 16,-1-1 4-16,-2 2-1 0,-7 0-4 0,0 0 0 0,-3 0-1 16,1 3 2-16,-3-3 0 0,1-1-4 0,-4 1 2 15,-3 0-1-15,-3 0 0 0,-8 0 1 0,13 2 7 16,-6-2 10-16,-7 0 10 0,9-1-5 0,-9 1-3 15,8-1 4-15,-8 1-8 0,0 0 1 0,9-3 3 16,-9 3-8-16,0 0-1 0,0 0 2 0,10-1-4 16,-10 1-5-16,0 0 4 0,0 0-4 0,7 4 0 15,-7-4-4-15,0 0 2 0,0 0 0 0,0 0-5 16,6 2-5-16,-6-2-21 0,0 0-24 0,0 0-16 16,0 0-32-16,3 6-40 0,-3-6-44 0,3 6-52 15,-3-6-214-15,0 10-483 0,0-10 214 0</inkml:trace>
  <inkml:trace contextRef="#ctx0" brushRef="#br0" timeOffset="22619.24">7101 5113 76 0,'0'0'194'0,"-1"-8"-6"0,1 8-1 0,-5-7-2 15,5 7-5-15,-2-9-11 0,2 9-5 0,0 0-7 16,-3-7-10-16,3 7-10 0,0 0-15 0,-3-7-12 16,3 7-11-16,0 0-10 0,0 0-13 0,0 0-9 15,0 0-13-15,0 0 0 0,0 0-6 0,0 0-6 16,0 0-5-16,0 0-6 0,-4 26 0 0,4-16-3 16,-1 7 0-16,-1 0-1 0,0 1 13 0,1 1 4 15,2 0-5-15,-3 5-5 0,0-4 1 0,1 4-4 16,1-5 0-16,0 7 7 0,-1-3-12 0,0-5-4 15,2 1 2-15,-1-1-2 0,0 1 4 0,-1-1 1 16,1-2 0-16,2 2 1 0,-2-6 3 0,0 5-4 16,0-4-4-16,1-2 3 0,-1 1-2 0,2-2-7 15,-1-1 2-15,0-2-1 0,-1 0-1 0,0-7-3 16,2 13-1-16,-2-13 0 0,0 9-2 0,0-9 2 16,0 8-2-16,0-8-1 0,1 7 4 0,-1-7-8 15,0 0-13-15,2 8-23 0,-2-8-24 0,0 0-24 16,0 0-25-16,0 0-49 0,0 0-55 0,0 0-35 15,0 0-201-15,0 0-479 0,0 0 212 0</inkml:trace>
  <inkml:trace contextRef="#ctx0" brushRef="#br0" timeOffset="23316.89">7095 5031 19 0,'0'0'192'0,"-1"-7"-4"0,1 7-13 0,0 0-15 16,0 0-14-16,0 0-16 0,0 0-14 0,0 0-14 15,0 0-13-15,0 0-9 0,0 0-5 0,0 0-11 16,0 0-2-16,19 4-10 0,-10 1 0 0,2-1-5 15,1 1-5-15,2 3 0 0,0-5-3 0,5 3 2 16,-2 0 4-16,-1-1-4 0,2 2 7 0,0-2-9 16,1 1 2-16,2-1-2 0,-1 1 6 0,7-2-8 15,-9 2 4-15,9 0-5 0,-8-1-1 0,-2 2 0 16,4-3-5-16,1-1 0 0,-3 2-2 0,3 0 3 16,-3-2-10-16,-2 3 1 0,0-3-5 0,-4 2 2 15,1-2-7-15,-2 1 1 0,-2 1 1 0,4-1-1 16,-2 1-6-16,-2-2 3 0,0 1-3 0,-2 0 1 15,0 0-4-15,-2 1 1 0,1-5-2 0,0 3-3 16,-2 0 6-16,2-1-1 0,-7-2 1 0,10 4-1 16,-10-4-2-16,6 2 2 0,-6-2-3 0,6 2-1 15,-6-2 1-15,6 3 0 0,-6-3 3 0,0 0-5 16,5 3 3-16,-5-3-1 0,0 0-2 0,0 0 3 16,0 0-3-16,0 0 0 0,0 0 0 0,8 3 0 15,-8-3-1-15,0 0 4 0,0 0-2 0,0 0-1 16,0 0-3-16,0 0 6 0,0 0-5 0,0 0 4 15,0 0-3-15,0 0 2 0,0 0-1 0,0 0 1 16,0 0 0-16,0 0 1 0,0 0-5 0,0 0 3 16,0 0 1-16,0 0 1 0,0 0 1 0,0 0 1 15,0 0 1-15,-16 11-2 0,10-8 1 0,-1 5 0 16,-4-4-3-16,0 3 6 0,-5 1-4 0,2-1 0 16,-3 3 1-16,1 0-2 0,-2 0 1 0,0-1-1 15,0 4-3-15,-5 2 4 0,-3-1 2 0,-1 0 0 16,-2 2-1-16,0-1 0 0,-2 1-6 0,2-4 5 15,-2 4-2-15,2-1 1 0,0-2 1 0,5-1 2 16,0 0-6-16,6-1 3 0,-1-1-1 16,1 0 8-16,0 0-1 0,1-1-1 0,2 1-13 0,5-3-18 15,-2 0-23-15,3 0-23 0,0 0-22 0,-1 0-35 16,4-1-36-16,-1 0-36 0,2 0-155 0,-2 1-384 16,0-3 170-16</inkml:trace>
  <inkml:trace contextRef="#ctx0" brushRef="#br0" timeOffset="25066.81">7858 5293 89 0,'-8'-7'102'0,"8"7"-9"16,0 0-9-16,0 0 3 0,-5-3-8 0,5 3-5 15,0 0-6-15,0 0-10 0,-9-2-4 0,9 2 7 16,0 0-5-16,-9-3 8 0,9 3-1 0,0 0-3 15,-7-3-2-15,7 3-3 0,0 0-5 0,0 0 4 16,-8-2-12-16,8 2 13 0,0 0-12 0,0 0 3 16,-8-3-8-16,8 3 5 0,0 0-3 0,0 0-2 15,0 0 0-15,0 0-4 0,0 0-3 0,0 0-1 16,0 0-5-16,0 0 1 0,0 0 0 0,0 0-1 16,0 0-3-16,0 0-5 0,0 0 6 0,0 0-21 15,0 0 9-15,0 0 1 0,0 0 2 0,0 0-3 16,0 0 10-16,0 0 6 0,0 0 11 0,27 9 2 15,-12-6-5-15,3-2-1 0,11 1 2 0,0-2-1 16,2 3 7-16,1 0 0 0,1-3-3 0,4-3-2 16,-2 2-4-16,5-1-1 0,-1 0-2 0,12-3-2 15,-16 3 3-15,16-1-4 0,-11-2 0 0,-1 3-4 16,1 0 1-16,0-2-3 0,0 1-3 0,11-3 6 16,-12 4-2-16,-1-2-1 0,0 1-2 0,-3 2 0 15,0-2 0-15,0 2-1 0,-5-1-1 0,-8 1-3 16,0-1 8-16,-3 2 5 0,0-1 1 0,-6-1 0 15,0 2 13-15,-1-1 7 0,-1 0 0 0,-4 1-3 16,3 0 0-16,-10 0-4 0,12 0-2 0,-12 0-3 16,9 1-8-16,-9-1 0 0,10 0-3 0,-10 0-2 15,0 0-4-15,8-3-4 0,-8 3-1 0,0 0 2 16,0 0 1-16,0 0-7 0,0 0 8 0,0 0-9 16,10 2 0-16,-10-2-4 0,0 0 2 0,0 0-2 15,0 0 5-15,0 0-4 0,0 0 0 0,0 0 7 16,0 0-9-16,0 0-3 0,0 0 6 0,0 0-8 15,0 0 3-15,0 0-2 0,0 0 1 0,0 0 1 16,0 0 0-16,0 0-3 0,0 0-3 0,0 0 3 16,0 0-23-16,0 0-19 0,0 0-23 0,0 0-28 15,0 0-23-15,-27 5-36 0,27-5-41 0,-9 3-29 16,9-3-31-16,-10 3-158 0,10-3-446 0,0 0 197 16</inkml:trace>
  <inkml:trace contextRef="#ctx0" brushRef="#br0" timeOffset="25937.92">9076 5170 37 0,'0'0'191'0,"0"0"0"0,-9-4-13 16,9 4-8-16,0 0-14 0,0 0-13 0,-13 2-20 15,13-2-3-15,0 0-9 0,-11 0-10 0,11 0 2 16,-10 2-1-16,10-2-3 0,-11 4-1 0,6-1-8 16,5-3-7-16,-13 5-8 0,7-1-5 0,1 2-3 15,1-1-8-15,-1 0-8 0,1 1-3 0,-1 0-1 16,0 0-6-16,1-1-5 0,0 5 1 0,2-4 2 16,-1 0 3-16,0 4-8 0,3-3 7 15,0-7-1-15,0 13-5 0,0-5 12 0,0-8-16 0,3 11-4 16,1-3 7-16,-2-2 15 0,4-2 0 0,0 3-8 15,1 0 1-15,3-3-3 0,-4-2-3 0,3 2-2 16,2 0-7-16,-11-4-1 0,15 1 3 0,-3-1-5 16,-12 0 2-16,16 2-5 0,-16-2 0 0,16-3 15 15,-16 3 2-15,12-4 1 0,-12 4 4 0,10-7-4 16,-4 3 0-16,-6 4-9 0,10-13-3 0,-7 6-2 16,2-1-1-16,-1 0-1 0,-4-4-1 0,3 3-5 15,-5-1-3-15,2 0 3 0,-1-2-7 0,-1 3-3 16,-1 1 4-16,0-2 4 0,-1 1-8 0,1 4 0 15,-1-1-2-15,0 0 0 0,-2 1-5 0,1-1 3 16,-2 2-5-16,7 4-2 0,-15-6 1 0,3 5-8 16,1 2-31-16,-7 1-39 0,4 2-41 0,-4-1-45 15,2 4-63-15,0 0-55 0,2 2-219 0,4-3-544 16,-1 0 242-16</inkml:trace>
  <inkml:trace contextRef="#ctx0" brushRef="#br0" timeOffset="27065.96">9247 5261 99 0,'0'0'148'0,"0"0"-1"0,-11-9-10 0,11 9-8 0,0 0-10 16,0 0-11-16,-8-3-3 0,8 3-14 0,0 0-9 15,0 0-13-15,-8-3 0 0,8 3-10 0,0 0-2 16,0 0-5-16,0 0-7 0,-10-4-1 0,10 4-1 16,0 0 0-16,-8-2-6 0,8 2-3 0,0 0-3 15,0 0 0-15,-11 0 2 0,11 0-1 0,0 0-6 16,-9 0 4-16,9 0-1 0,0 0 1 0,-10 1 3 16,10-1-4-16,-8 1 6 0,8-1 1 0,0 0 0 15,-10 1 9-15,10-1-5 0,0 0 2 0,0 0 0 16,-12 2 8-16,12-2-8 0,0 0 1 0,0 0 0 15,0 0-1-15,0 0 1 0,0 0-6 0,0 0-3 16,-7 1-2-16,7-1-1 0,0 0-8 0,0 0 8 16,0 0-1-16,0 0 5 0,0 0-2 0,0 0 1 15,33 0 2-15,-20-1-2 0,2 2-4 0,2-4 2 16,2 3-4-16,1-1-2 0,7-1 1 0,0 0-3 16,-4 1-4-16,6-1 1 0,1 1-4 15,3 1 3-15,-1-3-3 0,0 3-2 0,1-2-2 0,0 0 0 16,1 0 0-16,1 1-5 0,-1-2 1 0,0 2 2 15,-2-1-3-15,-1 2 0 0,-1-2-2 0,1 1-1 16,-5-3 0-16,3 3 0 0,-1 0 3 0,-6 0-1 16,1-2-7-16,5 0 6 0,0 2-2 0,-9-1 0 15,4 2-1-15,5-3-2 0,-1 0 2 0,-5 2 3 16,0 0-1-16,-2-1-2 0,3 0 0 0,-4 2 3 16,-1-1-3-16,0 0-1 0,2 1 2 0,0-3 0 15,-2 3 0-15,1 0 0 0,-1-3-1 0,2 3 11 16,-1-2-2-16,-2 0 12 0,1 2-3 0,-3-1-2 15,0 1 2-15,0-2-3 0,-2 2-3 0,4-2 2 16,-3 1 3-16,0 0 1 0,-1-1 1 0,0 0 1 16,-2 1 4-16,3 1 2 0,-1 0-11 0,-1-3 10 15,-1 2-6-15,-4-1 1 0,3 1 4 0,-1 0-8 16,1 1-3-16,-10 0 5 0,19-2 0 0,-11 2-3 16,0 0 4-16,0-2-7 0,-8 2 9 0,16-2-3 15,-10 0 4-15,3 1-2 0,-9 1 5 0,18-2 4 16,-9 1-2-16,0 0-5 0,-1-2-3 0,1 2 0 15,-9 1-2-15,15-2-1 0,-9 0 0 0,-6 2 2 0,12-3 3 16,-6 0 2-16,-6 3 0 0,10-1-8 16,-10 1 5-16,11-2-9 0,-11 2 1 0,11-2 1 15,-11 2 4-15,9-3-7 0,-9 3 3 0,8-1-3 16,-8 1 0-16,7-1-8 0,-7 1 8 0,10-1-8 16,-10 1-2-16,7-3 9 0,-7 3-7 0,0 0 5 15,8-3 0-15,-8 3-6 0,0 0 2 0,0 0-6 16,0 0 9-16,0 0-15 0,11-1 4 0,-11 1 4 15,0 0 1-15,0 0-7 0,0 0 3 0,0 0 0 16,0 0 0-16,0 0-5 0,0 0 12 0,0 0-29 16,0 0-22-16,0 0-37 0,0 0-45 0,0 0-47 0,0 0-48 15,0 0-80-15,-37-1-60 0,19 1-183 16,-4 2-591-16,-6 0 261 0</inkml:trace>
  <inkml:trace contextRef="#ctx0" brushRef="#br0" timeOffset="51769">6496 5331 22 0,'0'0'28'0,"0"0"-2"0,0 0 4 0,0 0-9 15,0 0-4-15,0 0 3 0,0 0-4 0,0 0 1 16,0 0-4-16,0 0-7 0,0 0 6 0,0 0-2 16,0 0-2-16,0 0 1 0,0 0-3 0,0 0 2 15,0 0-3-15,0 0-1 0,0 0 2 0,0 0-2 16,0 0-1-16,0 0-2 0,0 0 2 0,0 0 0 15,0 0-3-15,0 0-3 0,0 0 3 0,0 0 0 16,0 0 0-16,0 0-6 0,0 0-43 0,0 0-51 16,0 0 23-16</inkml:trace>
  <inkml:trace contextRef="#ctx0" brushRef="#br0" timeOffset="52492.15">8623 5245 33 0,'0'0'76'0,"0"0"-8"0,0 0 8 15,0 0-6-15,0 0-19 0,0 0 1 0,0 0-10 16,0 0-4-16,0 0-12 0,0 0-28 0,0 0-24 15,0 0-58-15,0 0-91 0,0 0 40 0</inkml:trace>
  <inkml:trace contextRef="#ctx0" brushRef="#br0" timeOffset="66705.93">7753 5041 30 0,'-3'-7'54'0,"3"7"-8"16,0 0-2-16,0 0 1 0,0 0-2 0,-3-6-5 16,3 6 2-16,0 0-4 0,0 0-3 0,0 0 2 15,0 0 2-15,-7-7 0 0,7 7 0 0,0 0 4 16,0 0-5-16,0 0-6 0,-3-6 6 0,3 6-15 15,0 0 18-15,0 0-7 0,0 0 4 0,0 0 10 16,0 0-2-16,-4-4 2 0,4 4 9 0,0 0-3 16,0 0-5-16,0 0-9 0,-3-7-3 0,3 7 6 15,0 0 9-15,0 0-4 0,0 0 0 0,-2-9-5 16,2 9-2-16,0 0 0 0,-4-6-1 0,4 6 7 16,0 0 1-16,0 0-11 0,-4-8 9 0,4 8-6 15,0 0 7-15,-4-5 4 0,4 5-8 0,0 0-4 16,0 0-1-16,-5-7 1 0,5 7-5 0,0 0 1 15,0 0-3-15,-2-10-4 0,2 10 0 0,-4-5-3 16,4 5-2-16,0 0 6 0,0 0 3 0,-4-7 7 16,4 7-3-16,0 0 4 0,0 0 0 0,0 0-5 15,-3-7 1-15,3 7-3 0,0 0-3 0,0 0-5 16,0 0-4-16,0 0-2 0,0 0 0 0,0 0 0 16,0 0-9-16,0 0 1 0,0 0-4 0,0 0-1 15,0 0-1-15,0 0-1 0,0 0 2 0,0 0-1 16,0 0-5-16,0 0 5 0,-8 16-6 0,8-16 6 15,-2 10-5-15,2-10 3 0,-1 11-3 0,1-5 2 16,-4 2 1-16,3 0 1 0,-2 2-1 0,2-4 1 16,-2 6-5-16,2-2 0 0,-2 0 2 0,2 0 5 15,0 0-4-15,0 1 0 0,-1-1 1 0,2-2-2 16,-1 3 7-16,2-3-1 0,-1-8-2 0,0 17 4 16,0-8 0-16,0-1 1 0,0 2 6 0,2-5 2 15,-1 3-2-15,-1-8 0 0,1 17 1 0,0-10 0 16,1 1-4-16,-2-1 0 0,0-7-4 0,1 16 4 15,0-6 0-15,-1-4 4 0,2 3-8 0,-2-2-2 16,1 2 1-16,-1-9 1 0,0 14-4 0,1-8 3 16,0 4-2-16,1-2 2 0,-1 0-3 0,-1-8-3 15,2 14 5-15,0-8-2 0,-2-6 9 0,1 14-1 16,-1-7-9-16,0 1 16 0,1-1 9 0,-1 1-1 16,-1 2-5-16,1 0 1 0,0-10-4 0,0 11 0 15,0-11 1-15,-1 11-6 0,1-11-3 0,0 9 4 16,0-9-4-16,-2 10-1 0,4-4-2 0,-2-6-2 15,-2 12 7-15,2-12-4 0,0 12-3 0,0-4 2 16,-2-2-3-16,2-6 2 0,-1 13-3 0,1-7 0 16,0-6-1-16,-2 12 1 0,1-7 0 0,1-5-3 15,-1 9 2-15,1-9-3 0,0 10 3 0,0-10 2 16,-1 9 0-16,1-9-1 0,-2 10-5 0,2-10 4 16,0 9-1-16,0-9 1 0,0 0-3 0,0 11 2 15,0-11-2-15,0 8 3 0,0-8-2 0,0 0 4 16,0 10-3-16,0-10 3 0,0 0 0 0,0 9-1 15,0-9 3-15,0 0-6 0,0 0 1 0,2 7 3 16,-2-7-6-16,0 0 2 0,0 0 4 0,0 0-3 16,0 0 2-16,0 0-1 0,0 0 1 0,0 0 0 15,0 0-1-15,0 0 0 0,0 0-15 0,0 0-19 16,0 0-29-16,0 0-25 0,0 0-36 0,0 0-45 16,0 0-52-16,0 0-35 0,0 0-131 0,0 0-417 15,0 0 186-15</inkml:trace>
  <inkml:trace contextRef="#ctx0" brushRef="#br0" timeOffset="68100.37">6962 4811 57 0,'0'0'113'16,"5"-3"2"-16,-5 3-8 0,0 0 2 0,0 0-9 16,0 0 4-16,0 0-7 0,0 0-8 0,0 0-3 15,0 0 4-15,0 0-5 0,0 0-2 0,0 0-4 16,0 0 0-16,0 0-5 0,0 0-18 0,-7-13 1 16,7 13-7-16,0 0 6 0,-8-4-5 0,8 4 8 15,-8-2 0-15,8 2 0 0,-6-4-2 0,6 4-3 16,0 0-6-16,-9-3-5 0,9 3-2 0,-7-3-5 15,7 3-6-15,0 0-1 0,-11-2-5 0,11 2 2 16,-6-3-2-16,6 3 5 0,0 0-2 0,-8-2-2 16,8 2-8-16,0 0 3 0,0 0-5 0,-10-2 6 15,10 2-9-15,0 0-1 0,0 0 3 0,0 0 0 16,0 0-3-16,-12 0 3 0,12 0-3 0,0 0 1 16,0 0-1-16,0 0-1 0,0 0-1 0,0 0 2 15,0 0-1-15,0 0-3 0,0 0-1 0,0 0 3 16,0 0-3-16,0 0-2 0,0 0 0 0,0 0 1 15,0 0-4-15,0 0 4 0,0 0-2 0,0 0 0 16,0 0 1-16,28-1 4 0,-14 1 0 0,2 0-3 16,4 0 3-16,1-2 9 0,0 0-6 0,2 0 6 15,7-1-5-15,2-1-1 0,2 1 3 0,-1 0-2 16,2-1 2-16,-3 1 0 0,0 0 0 0,-1-1-3 16,-2 2 6-16,-2-1-6 0,-7 1-3 0,1 1-2 15,-1-2 0-15,0 1 0 0,-3 2-1 0,2-2-2 16,0 2 2-16,-6 0-2 0,0 0-2 0,0 0 2 15,-3 0-1-15,3 0 1 0,-2 2 0 0,0-2-3 16,0 0 3-16,1 1 2 0,-2 2-3 0,2-2-2 16,0-4 1-16,-2 2 2 0,3 1-1 0,-1 0 1 15,0 0 0-15,0-1 2 0,-2 1-3 0,0-2 0 16,0 2 1-16,-10 0-1 0,15-2-2 0,-15 2 3 16,10 0-5-16,-10 0 2 0,7-1 1 0,-7 1-1 15,0 0 0-15,9-1 4 0,-9 1-6 0,0 0 1 16,0 0 4-16,0 0-3 0,10 0 0 0,-10 0 3 15,0 0-4-15,0 0 2 0,0 0 1 0,0 0 0 16,0 0-5-16,0 0 2 0,0 0 1 0,0 0 2 16,0 0 0-16,0 0 0 0,0 0-1 0,0 0 4 15,0 0 0-15,0 0-3 0,0 0 1 0,0 0 1 16,0 0 0-16,0 0 2 0,0 0-6 0,0 0 2 16,0 0-1-16,0 0 2 0,0 0 0 0,0 0-1 15,-20 17 1-15,15-14-4 0,5-3 0 0,-8 8 2 16,0-5 0-16,2 2 3 0,0-1-2 0,-2 2-1 15,-1 0-1-15,3-2 2 0,1 1-1 0,-3 0 1 16,2-2 1-16,1 0-3 0,0 3-1 0,5-6 1 16,-7 5-2-16,3 0 3 0,4-5 0 0,-9 8 0 15,4-4 1-15,1 0 0 0,4-4-1 0,-6 9 2 16,3-5-25-16,3-4-21 0,-7 5-20 0,7-5-23 16,-7 7-28-16,4-3-26 0,3-4-31 0,-5 6-18 15,5-6-23-15,-6 5-126 0,6-5-365 0,0 0 162 16</inkml:trace>
  <inkml:trace contextRef="#ctx0" brushRef="#br0" timeOffset="68383">7703 4675 45 0,'-6'-4'197'0,"1"-1"27"0,-2 0-9 0,-3 0-18 15,1-1-17-15,-2-1-14 0,-6 1-17 0,8 0 4 16,-2 0-11-16,0-1-14 0,2 4 9 0,2-1 2 16,-1-2-4-16,1 3-11 0,-1-2-14 0,3 0-11 15,-2 0-10-15,2 1-8 0,-1 0 3 0,6 4 7 16,-10-9-12-16,3 5-10 0,1 1-5 0,6 3-5 16,-8-8-7-16,3 4 1 0,5 4-10 0,0 0-4 15,-8-5-4-15,8 5-6 0,0 0-8 0,-5-4-15 16,5 4-34-16,0 0-36 0,0 0-40 15,0 0-31-15,0 0-33 0,0 0-49 0,-6 11-43 0,6-11-150 16,0 0-444-16,-1 17 196 0</inkml:trace>
  <inkml:trace contextRef="#ctx0" brushRef="#br0" timeOffset="72217.69">6133 5816 33 0,'0'0'127'0,"0"0"-4"0,0 0-15 0,0 0 2 0,0 0-9 16,0 0-12-16,0 0 1 0,0 0 1 0,0 0-3 15,0 0-4-15,0 0-1 0,0 0-2 0,0 0 2 16,-25-6-5-16,25 6 2 0,0 0-9 0,0 0 1 16,-10-1-9-16,10 1 1 0,0 0-3 0,0 0-2 15,0 0-1-15,-11 0-4 0,11 0-2 0,0 0-6 16,0 0-3-16,0 0-5 0,0 0 0 0,0 0-6 15,0 0-2-15,0 0-7 0,0 0 4 0,0 0-5 16,0 0-2-16,0 0-4 0,0 0 4 0,0 0-9 16,34-7 3-16,-21 4 3 0,5 1-4 0,0 0-1 15,0-2 1-15,1 0-5 0,-1 2 1 0,1-1 3 16,-6 0-4-16,1 2-3 0,0 0-14 0,-3-1-25 16,-1 1-29-16,-2 1-46 0,-8 0-30 0,13 0-26 15,-13 0-25-15,11 0-106 0,-11 0-320 0,0 0 142 16</inkml:trace>
  <inkml:trace contextRef="#ctx0" brushRef="#br0" timeOffset="72465.78">6221 5684 98 0,'0'0'180'0,"-5"-3"-8"0,5 3-14 16,0 0-18-16,0 0-10 0,0 0-13 0,0 0 8 15,0 0-6-15,-5 11-4 0,5-11-12 0,-2 15 25 16,1-4-7-16,-3-2-14 0,4 2-9 0,-2 0-10 16,0 3-6-16,0-3-9 0,-2 1-4 0,3 4-9 15,-1-3-6-15,0-1-7 0,-1 4-2 0,2-3-3 16,1 2-22-16,-3-3-42 0,3 1-37 0,0-2-59 16,0-1-51-16,3 0-186 0,-3-10-382 0,6 18 169 15</inkml:trace>
  <inkml:trace contextRef="#ctx0" brushRef="#br0" timeOffset="73300.03">9057 5757 47 0,'0'0'216'0,"0"0"-5"16,0 0-12-16,0 0-5 0,0 0-17 16,0 0-12-16,0 0-12 0,0 0-9 0,0 0-3 15,-5 13-9-15,5-13-4 0,0 0-11 0,0 0-4 16,0 0-9-16,0 0-7 0,0 0-7 0,0 0-5 0,0 0-9 15,0 0-5-15,0 0-8 0,0 0-2 0,0 0-3 16,0 0-11-16,0 0-2 0,0 0-5 16,0 0-2-16,0 0-7 0,0 0-3 0,0 0-3 15,0 0 0-15,0 0-7 0,0 0-1 0,0 0-2 0,0 0 0 16,0 0 0-16,21 0 0 0,-10 0-2 0,-2-3 0 16,4 3 1-16,-2-3-2 0,0 2 0 15,-2-1 5-15,1 1 0 0,2 0 2 0,-3-1-1 16,1 1 5-16,-10 1 4 0,12-3 3 0,-5 3-7 15,-7 0-1-15,0 0-2 0,11-2 0 0,-11 2 2 0,7-2-10 16,-7 2 8-16,0 0-11 0,8-2 0 0,-8 2-3 16,0 0-23-16,0 0-36 0,0 0-48 15,0 0-54-15,0 0-75 0,0 0-61 0,0 0-168 16,0 0-495-16,0 0 219 0</inkml:trace>
  <inkml:trace contextRef="#ctx0" brushRef="#br0" timeOffset="74166.92">7250 5791 57 0,'0'0'232'0,"0"0"-8"0,-4-6-13 0,4 6-14 0,0 0-18 16,0 0-35-16,0 0-17 0,-4-6-14 0,4 6-12 15,0 0-6-15,0 0-16 0,0 0-3 16,0 0-17-16,0 0 1 0,0 0-10 0,0 0-7 16,0 0-4-16,15 23-3 0,-10-14-6 0,2 1 3 0,-1-2-5 15,-1 1-3-15,4 3 3 0,-5-3-4 16,1 0 0-16,2 0-5 0,-1 0-2 0,2 0-2 15,-3-2-1-15,0 1-2 0,0-3-2 0,0 1-2 16,-1 0 3-16,2-2-4 0,-3 1 5 0,-3-5-4 16,5 10 0-16,-2-6-1 0,-3-4-2 0,5 7 4 0,-3-3-5 15,-2-4 3-15,0 0-3 0,5 6 2 0,-5-6-3 16,5 3 4-16,-5-3 0 0,0 0 1 16,0 0-2-16,0 0 8 0,0 0 12 0,0 0 12 0,7 2 7 15,-7-2 11-15,0 0 4 0,0 0 2 16,0 0 4-16,0 0-4 0,6-9-7 0,-6 9-3 0,4-10-5 15,-1 3-8-15,3-3-7 0,-1-1-2 0,0-1 3 16,4-2-9-16,-2-2-2 0,3 2 0 0,-3-2-3 16,2 1-3-16,2-2-4 0,-1 2 1 15,0 0 1-15,-3-1-1 0,0 5-3 0,-1 2-2 16,0 1 3-16,-3 3-2 0,1-1 0 0,0 1-4 0,-4 5-1 16,5-7 0-16,-5 7 10 0,5-7-13 0,-5 7 0 15,0 0-2-15,3-7 1 0,-3 7 3 0,0 0-4 16,0 0 0-16,4-5-4 0,-4 5 4 0,0 0-5 15,0 0-2-15,0 0-19 0,0 0-7 16,0 0-33-16,0 0-23 0,0 0-29 0,0 0-37 0,-5 23-45 16,3-14-33-16,2-1-188 0,-5 2-456 0,4-2 202 15</inkml:trace>
  <inkml:trace contextRef="#ctx0" brushRef="#br0" timeOffset="75549.32">7678 5941 135 0,'2'-7'154'0,"-2"7"-1"0,0 0-5 0,0 0-6 16,0 0-10-16,0 0-4 0,0 0-11 0,0 0-9 16,0 0-6-16,0 0-10 0,0 0 0 0,0 0-11 15,0 0-9-15,0 0-2 0,0 0 0 0,0 0-8 16,0 0 1-16,0 0-6 0,0 0 1 0,0 0 0 0,0 0-3 15,0 0-4-15,0 0-1 0,3-6-6 16,-3 6-2-16,0 0-3 0,0 0-5 0,0 0-3 16,0 0-6-16,0 0 0 0,0 0-2 0,0 0-5 15,0 0 2-15,0 0-3 0,0 0-3 0,0 0 4 16,0 0-5-16,0 0 3 0,0 0-2 0,0 0-5 0,0 0 5 16,0 0 8-16,0 0 0 0,0 0 5 15,0 0-2-15,0 0 0 0,0 0 0 0,0 0-4 16,0 0-5-16,0 0 2 0,0 0-6 0,0 0 3 15,0 0-3-15,-5-14 1 0,5 14-1 0,0 0 0 16,-4-7 1-16,4 7 0 0,0 0 1 0,-4-5 1 16,4 5-3-16,0 0-1 0,0 0 4 0,-1-7-5 15,1 7 3-15,0 0 9 0,0 0-6 0,0 0 3 16,-4-7-4-16,4 7-5 0,0 0 5 0,0 0-6 16,0 0-3-16,0 0-1 0,0 0 0 0,0 0 6 15,0 0-9-15,0 0-2 0,0 0 3 0,0 0-5 0,0 0-1 16,0 0 2-16,0 0-3 0,0 0-1 15,0 0 3-15,0 0 0 0,0 22-4 0,0-22 4 16,0 13-1-16,1-5 2 0,-1-1 2 0,0 3-2 16,0-10 2-16,0 15-1 0,0-8-5 0,0 0 5 15,0-7-3-15,-1 15 2 0,1-7-2 0,0-8 0 0,0 10-1 16,0-10 6-16,-1 10-2 0,2-5 1 0,-1-5-1 16,0 9-1-16,0-9 2 0,0 0-1 15,0 10-3-15,0-10 4 0,0 0 2 0,0 7-4 16,0-7 1-16,0 0 3 0,3 8-4 0,-3-8 12 15,0 0-2-15,0 0-6 0,0 7-3 0,0-7 1 0,0 0-2 16,0 0 1-16,0 0 10 0,0 0-9 0,0 0-1 16,0 0 3-16,0 0-2 0,0 0 13 0,0 0-13 15,0 0 0-15,0 0-1 0,0 0 0 16,0 0 3-16,0 0 3 0,0 0-4 0,0 0-1 16,0 0 1-16,0 0 1 0,0 0 1 0,0 0-2 0,0 0 2 15,0 0-1-15,0 0-2 0,0 0 0 16,0 0 2-16,0 0-3 0,0 0 2 0,0 0 1 15,0 0-1-15,0 0 4 0,0 0-5 0,0 0 6 0,0 0-6 16,0 0 1-16,0 0-3 0,0 0 4 16,0 0-5-16,0 0 5 0,0 0 1 0,0 0-3 0,0 0-1 15,0 0 3-15,0 0-1 0,0 0 8 0,0 0 3 16,0 0-1-16,0 0 0 0,0 0-2 16,0 0 7-16,0 0 0 0,0 0-1 0,0 0-4 15,0 0-9-15,0 0 7 0,0 0-4 0,0 0 3 16,0 0-9-16,0 0 3 0,0 0 0 0,0 0-3 0,0 0 2 15,0 0 2-15,0 0 5 0,0 0 7 16,0 0-5-16,0 0 6 0,0 0 1 0,0 0 1 0,0 0 0 16,0 0 2-16,0 0-2 0,0 0 1 15,0 0-1-15,0 0-5 0,0 0 5 0,0 0-7 16,0 0 1-16,0 0 2 0,0 0-8 0,0 0 0 0,0 0 4 16,0 0-2-16,0 0-3 0,0 0 2 0,0 0-2 15,0 0-1-15,0 0 0 0,0 0-1 0,0 0 9 16,0 0-11-16,0 0-5 0,0 0 13 15,0 0-10-15,0 0-5 0,0 0 6 0,0 0 1 16,0 0-2-16,0 0 0 0,0 0 2 0,0 0-4 0,0 0 4 16,0 0-4-16,0 0 6 0,0 0-8 0,0 0 0 15,0 0 4-15,0 0-3 0,0 0 1 0,0 0-2 16,0 0 5-16,0 0-3 0,0 0 1 0,0 0-1 16,0 0 0-16,0 0 1 0,0 0 2 15,0 0-1-15,0 0-1 0,0 0 1 0,0 0-4 0,0 0 0 16,0 0 4-16,0 0 3 0,0 0-9 0,0 0-8 15,0 0-6-15,0 0-25 0,0 0-21 0,0 0-20 16,0 0-13-16,0 0-22 0,0 0-23 0,0 0-21 16,0 0-31-16,0 0-36 0,0 0-19 15,0 0-136-15,0 0-418 0,-16-15 186 0</inkml:trace>
  <inkml:trace contextRef="#ctx0" brushRef="#br0" timeOffset="76083.03">7595 5885 142 0,'0'0'145'0,"-5"-7"-7"16,5 7-10-16,0 0-9 0,0 0 3 0,-5-7-2 15,5 7-1-15,0 0-7 0,0 0-2 0,-4-4-3 16,4 4-4-16,0 0-7 0,0 0-3 16,0 0-9-16,-4-7-1 0,4 7-10 0,0 0 0 0,0 0-13 15,0 0-4-15,0 0-5 0,0 0-3 0,0 0-4 16,0 0-3-16,0 0-2 0,0 0-6 0,0 0-2 16,0 0-5-16,0 0-5 0,0 0-1 0,0 0-2 15,9-9-2-15,-9 9 0 0,9-2-4 0,-9 2 0 16,11-2-3-16,-6 0 0 0,-5 2 0 0,18 0 2 15,-8-2-1-15,1 1-4 0,0 1-1 16,-2-1 1-16,3 1 2 0,-1 0-2 0,1 2-3 0,-3 0-3 16,-1-1 0-16,3 2 2 0,-2 0-1 0,2 1 1 15,-1-1-3-15,-4 1 2 0,0-1-2 0,4 1 2 16,-4 3 1-16,1-1 2 0,-2 0-2 0,1 0-1 16,-1 1-2-16,-2 0 2 0,0-1 0 15,-1 0 1-15,-1 2 3 0,2-3-2 0,0 3 0 0,-3-8 0 16,1 12-2-16,-1-5-2 0,2-1 7 0,-2-6-2 15,-1 12 8-15,1-12 3 0,-5 13 4 0,0-4-2 16,-3 0 0-16,-2 0-2 0,0-3-2 0,-3 5 1 16,-2-3-3-16,2-2-1 0,-4 1 3 15,1 2-2-15,-2-1-2 0,2-2 1 0,0 0-15 0,-3-1-29 16,1 1-32-16,0-3-53 0,-1 1-56 0,1 1-66 16,-10-4-123-16,7 3-393 0,2-2 173 0</inkml:trace>
  <inkml:trace contextRef="#ctx0" brushRef="#br0" timeOffset="78700.2">4421 5296 70 0,'0'0'105'0,"0"0"4"15,0 0-11-15,0 0-7 0,0 0 1 0,0 0-3 16,0 0 3-16,0 0-2 0,0 0-9 0,0 0-2 16,0 0-10-16,0 0-8 0,0 0-5 0,0 0-7 0,0 0-4 15,0 0-3-15,2-7-9 0,-2 7 12 16,0 0-20-16,0 0 1 0,0 0-1 0,0 0-7 0,0 0 3 15,0 0-16-15,0 0 2 0,0 0 16 16,0 0-6-16,0 0-4 0,0 0-4 0,0 0 4 16,0 0-2-16,0 0-2 0,0 0-3 0,0 0 3 0,0 0-4 15,0 0-10-15,0 0 13 0,0 0-7 0,0 0 1 16,0 0 2-16,0 0-6 0,0 0 2 0,0 0-2 16,0 0 3-16,0 0 5 0,-7 34 11 15,5-25 3-15,1 2-2 0,-2 5-3 0,-1-1 9 16,2 2 1-16,-1-5-2 0,0 5-2 0,2-3 0 0,-2 2-2 15,1 0 3-15,1 3 13 0,-3-3 2 0,1 4 1 16,1-3-1-16,-1 2-5 0,2-2 0 16,-2 0 1-16,3 2-1 0,-2 0 6 0,-1 0 4 15,5 0-4-15,-4 6-5 0,1-7-2 0,0 0-4 16,1 0-1-16,0 0-4 0,-2 7 8 0,2-8 5 0,0 0-1 16,0 2-1-16,0-1-3 0,0 0-3 0,2-1 0 15,-2-1-3-15,0 0 5 0,1 0-10 0,-2-2-1 16,2 3-3-16,-1 0 3 0,-1-2-6 0,1-2 1 15,1 2 6-15,-2 2 16 0,1-5 5 16,1 0-5-16,0 0-3 0,-2 0-4 0,1 2 7 16,0-4-9-16,0 1-8 0,0 1 1 0,-1-1 0 0,-1 5-2 15,1-7-4-15,1 2 1 0,0 1-1 0,0-2-2 16,-1 4-2-16,0-3 6 0,2-1-3 0,-1 3-2 16,-1-2 1-16,1 1-1 0,0-2 5 15,-2 0-11-15,4 3 3 0,-2-3 1 0,0 3 0 16,0-2-2-16,0 0 27 0,-2 0 1 0,2 0-2 15,0 2-3-15,0-2-4 0,0 0-1 0,0 0-3 0,0-1 1 16,2 2-1-16,-4 0-4 0,2-2-2 16,2 0-2-16,-4-1 1 0,2 1 2 0,0-1 1 15,0 2-3-15,0-1 0 0,-1 0 12 0,1 2 12 16,0-2 2-16,1 0-3 0,-2 0-14 0,0 2 8 16,2-3-8-16,-2 1 4 0,1-1-3 0,0 0-2 0,-3 2 0 15,6-1 0-15,-3-2 6 0,0 3 1 0,-3-2-12 16,6-2 2-16,-3-7-5 0,-3 12 1 0,2-6 0 15,1-6 0-15,1 11-2 0,-1-11 0 16,0 10 1-16,0-10-1 0,0 0-5 0,-2 16-1 16,2-16 3-16,0 0-3 0,-2 12-7 0,2-12 13 15,0 0-13-15,-1 11 8 0,1-11-18 0,-2 6-31 0,2-6-36 16,0 0-43-16,0 0-42 0,-4 13-63 16,4-13-69-16,-5 8-255 0,5-8-593 0,-7 10 264 0</inkml:trace>
  <inkml:trace contextRef="#ctx0" brushRef="#br0" timeOffset="79500.17">4016 6860 115 0,'-14'-1'137'0,"14"1"-11"16,-13 0 4-16,6-2-8 0,7 2 5 0,-14 0-12 15,6-1-3-15,8 1-12 0,-13-2-4 0,7-1-1 16,6 3 4-16,-9-1-3 0,9 1-4 0,-13 0-7 16,13 0-10-16,-9 0-6 0,9 0-8 0,-8-3-5 15,8 3-8-15,0 0-3 0,-11-2 1 0,11 2-11 16,0 0-3-16,0 0-1 0,0 0-10 0,0 0 0 15,0 0 0-15,-9 2-6 0,9-2 0 0,0 0 1 16,0 0-3-16,0 0 3 0,0 0-4 0,29 4-1 16,-16-2 1-16,6 2 1 0,3-5 12 0,7-1 5 15,7 1 5-15,-1-1-4 0,1 1-1 0,3-2 2 16,12-2 1-16,-12 3 1 0,1-1 12 0,-1-3-4 16,-1 2-2-16,2 2-4 0,-4-1-2 0,-3 1-6 15,-1-5-1-15,-3 4-1 0,1-1-3 0,-5 0-3 16,-4 1 0-16,-1 3 2 0,-2-3 0 0,1 2-2 15,0 1 8-15,-7-2-1 0,1 1 3 0,-2-2-6 16,-1 3-1-16,-10 0-1 0,13-1-5 0,-13 1-2 16,12-1 3-16,-12 1-3 0,9 1-4 0,-9-1 1 15,0 0-3-15,10-1-2 0,-10 1 2 0,0 0-3 0,0 0-2 16,0 0 0-16,7 1-1 0,-7-1-2 0,0 0 1 16,0 0-1-16,0 0 1 0,0 0-2 15,0 0 2-15,8 1-4 0,-8-1-28 0,0 0-26 16,0 0-32-16,0 0-47 0,-1 13-41 0,1-13-40 15,-9 5-214-15,1-1-465 0,1 4 206 0</inkml:trace>
  <inkml:trace contextRef="#ctx0" brushRef="#br0" timeOffset="80299.95">4297 7025 16 0,'0'0'131'0,"0"0"-8"0,0 0-2 16,0 0-18-16,0 0-7 0,0 0-7 0,0 0-5 0,0 0-7 15,0 0 0-15,0 0-3 0,-25 3-3 0,25-3-4 16,-10 3 0-16,10-3 4 0,-8 3 7 0,8-3 4 16,-9 1 1-16,9-1-3 0,-9 2-1 15,9-2-6-15,-11 3-1 0,4-2-7 0,7-1-7 0,-10 1 1 16,10-1 6-16,-10 4 2 0,5-3-2 0,5-1 2 16,-9 2-3-16,9-2-5 0,0 0 2 0,-8 1-11 15,8-1-2-15,0 0-8 0,0 0-4 16,-10 3-2-16,10-3-3 0,0 0-5 0,0 0-3 0,0 0 3 15,0 0-7-15,0 0-3 0,0 0 3 0,39-3-4 16,-26 0 0-16,5 1 0 0,0 1 0 0,2-3 1 16,-2 2-2-16,4 1 1 0,-2-1-2 0,-2 1-1 15,3-2 2-15,-2 0-1 0,-2 0-4 0,-3 2 3 16,0-1-1-16,-4-1-3 0,1 2 1 0,0 1-3 16,-2 0 2-16,-9 0 0 0,14 0 0 0,-9-2 1 15,-5 2-4-15,10 0-1 0,-10 0 2 0,0 0 1 16,11 0-3-16,-11 0 1 0,0 0 1 0,0 0-2 15,0 0 0-15,8-1 1 0,-8 1-5 0,0 0 6 16,0 0-5-16,0 0 0 0,0 0-2 0,0 0-5 16,0 0-19-16,0 0-28 0,0 0-29 0,0 0-55 15,0 0-47-15,3 7-53 0,-3-7-162 0,0 0-432 16,-12 12 193-16</inkml:trace>
  <inkml:trace contextRef="#ctx0" brushRef="#br0" timeOffset="81066.59">4056 7261 19 0,'0'0'130'15,"-13"0"-4"-15,13 0-10 0,-9 0 1 0,9 0-17 16,-11 3 4-16,11-3-4 0,-12 1-3 0,12-1-8 15,-10 2 2-15,10-2-9 0,-14 1 0 0,9-1-8 16,5 0-2-16,-9 5 0 0,9-5-2 0,-9 1-4 16,9-1-1-16,-9 3-1 0,9-3-3 0,0 0-6 15,-10 2 0-15,10-2 3 0,-7 2-7 0,7-2-11 16,-6 2 1-16,6-2-1 0,0 0-4 0,0 0-2 16,0 0-2-16,0 0-5 0,-11 0 0 0,11 0-6 15,0 0-4-15,0 0 2 0,0 0-1 0,0 0-1 16,0 0-3-16,26 3 2 0,-12-3 13 0,8-4 7 15,9 2 4-15,1 0-4 0,1 0-1 0,4 0-2 16,-1-4 1-16,0 2-3 0,-1 0-5 0,1 1 1 16,0 0-3-16,1 0-6 0,-4-1 2 0,-1 2-1 15,0-1-2-15,1 2 0 0,-2-2 0 0,0 2 0 16,-2 0-1-16,0-3-4 0,-2 4 1 0,-5-4 6 16,0 3 8-16,-1-1 2 0,-1 1 1 0,0 0 4 15,-1-3-5-15,0 2 4 0,-6 2-4 0,0-3 3 16,1 1-2-16,-2-1-4 0,-1 3-1 0,0-3 0 15,-4 3-7-15,-7 0-3 0,15 0-4 0,-7 0 1 16,-8 0-1-16,9-1 0 0,-9 1-5 0,0 0-1 16,9 0-2-16,-9 0-8 0,0 0-14 0,0 0-11 15,0 0-29-15,0 0-33 0,0 0-41 0,0 0-54 16,0 0-42-16,-22 18-211 0,8-14-477 0,4 1 212 16</inkml:trace>
  <inkml:trace contextRef="#ctx0" brushRef="#br0" timeOffset="81591.58">4258 7488 118 0,'0'0'155'15,"0"0"-13"-15,0 0-4 0,0 0-9 0,0 0-1 16,0 0-2-16,0 0-8 0,0 0-4 0,0 0-2 15,0 0-4-15,0 0-4 0,0 0-2 0,0 0-4 16,0 0 2-16,0 0-6 0,0 0-5 0,0 0-1 16,0 0-2-16,0 0-5 0,0 0-8 0,0 0 0 15,0 0-10-15,0 0-4 0,0 0-6 0,0 0-4 16,0 0-6-16,0 0-4 0,0 0-4 0,0 0-3 16,9-3-8-16,-9 3 1 0,11-3-2 0,-4 3-3 15,5-3-4-15,-1 1 1 0,2 1 1 0,2-2-3 16,1 0 2-16,2 0-1 0,-1 1-4 0,0-2-1 15,0 3-1-15,-3-2 3 0,-2 3-4 0,3-3 3 16,-2 1-2-16,1 0-1 0,-2 0 0 0,0 0-3 16,0 1-1-16,-3 1 4 0,-1 0-6 0,0-1 2 15,-8 1 0-15,12-2-4 0,-12 2 1 0,10-1 1 16,-10 1-4-16,0 0-3 0,10 0-17 0,-10 0-17 16,0 0-23-16,0 0-32 0,0 0-38 0,6 4-42 15,-6-4-35-15,0 0-183 0,0 0-423 0,0 0 186 16</inkml:trace>
  <inkml:trace contextRef="#ctx0" brushRef="#br0" timeOffset="82217.88">4370 7519 39 0,'0'0'193'0,"0"-10"-13"16,0 10-4-16,0 0-1 0,0 0-1 0,4-8-1 15,-4 8-9-15,0 0-8 0,0 0-10 0,0 0-9 16,0 0-13-16,0 0-7 0,0 0-10 0,0 0-9 15,0 0-12-15,0 0-6 0,0 0-6 0,0 0-11 16,0 0-8-16,0 0-5 0,0 0-6 0,0 0-3 16,0 0-4-16,0 0-5 0,0 0 16 0,0 0 7 15,-1 30-3-15,2-20-9 0,0-1-1 0,-1 2-6 16,0 7 4-16,-1 2 9 0,2-4 13 0,-1 2-5 16,0 0-5-16,0 3 13 0,2-3-9 0,-2 8 2 0,0-5-3 15,1-2-3-15,-1 7-6 0,1-5-3 16,-1-2-3-16,2 1-5 0,-2-1-3 0,1 0-8 15,0 7 3-15,-1-5 15 0,1 6 12 0,-1-8-10 0,0 1 6 16,0 0-4-16,2 0 9 0,-2-1-16 0,2 0-5 16,1-1-1-16,-6-1-12 0,3-4 11 15,3 0-3-15,-2-2 10 0,-2 0 13 0,1 2-1 16,1-3-8-16,-1 0-1 0,1 0-7 0,-1-2-2 16,0-8-5-16,1 13-1 0,-1-6 3 0,0-7-5 0,2 13-3 15,-2-7-5-15,0-6 6 0,1 12-10 16,-1-5 2-16,0-7-1 0,0 11-7 0,0-11 10 15,0 12-6-15,0-12-5 0,1 7 2 0,-1-7-1 16,0 11 4-16,0-11-4 0,0 10 1 0,2-5 0 0,-2-5-2 16,0 0 3-16,-2 10-11 0,2-10 1 0,0 0 6 15,0 12-1-15,0-12 0 0,0 0-4 0,0 9 2 16,0-9-7-16,0 0-45 0,0 0-51 0,2 8-52 16,-2-8-52-16,-6 6-74 0,6-6-77 0,-10 7-269 15,10-7-676-15,-12 6 300 0</inkml:trace>
  <inkml:trace contextRef="#ctx0" brushRef="#br0" timeOffset="83717.88">4465 8295 83 0,'0'0'128'0,"-3"-8"4"16,3 8 8-16,-1-6-3 0,1 6 2 0,-3-8 0 16,3 8-1-16,0 0 0 0,0-10-9 15,0 10 11-15,0 0-12 0,0 0-11 0,0-10-9 0,0 10-13 16,0 0-8-16,0 0-10 0,0 0-9 0,0 0-9 15,0 0-6-15,0 0-5 0,0 0-9 0,0 0 1 16,0 0-4-16,0 0-5 0,0 0-1 0,3 25-3 16,0-16-1-16,-3 4 16 0,1-2 3 15,0 0-5-15,-1 2-2 0,1-1-5 0,-1 6-4 0,2-1 0 16,-2 1 3-16,2-1 2 0,0-2 0 0,-4 3 2 16,4-3 5-16,-1 1-3 0,-1-5-6 0,1 1-1 15,-2 2 0-15,1-3-4 0,0 3 6 0,-1-4-2 16,1 2 0-16,-2-2-2 0,2 1-5 15,0 2 0-15,0-3-3 0,0 0-2 0,-1-4 1 0,1-6-3 16,1 14-2-16,1-7 0 0,-2-7-1 0,0 12-2 16,0-7 0-16,0-5-1 0,0 0-3 0,1 12-2 15,-1-12 5-15,1 6-3 0,-1-6-5 0,0 0 6 16,0 0-4-16,0 0 4 0,1 6-5 0,-1-6 0 16,0 0 5-16,0 0-4 0,0 0 0 0,0 0-4 15,0 0 1-15,0 0 1 0,0 0 3 0,0 0-6 16,0 0 2-16,0 0-1 0,0 0 4 0,2 8-7 15,-2-8 8-15,0 0-8 0,0 0 3 0,0 0 3 16,0 0-2-16,0 0 2 0,8 4-5 0,-8-4-1 16,0 0 5-16,8 4-1 0,-8-4-2 0,9 1 3 15,-9-1-3-15,10 1 1 0,-10-1-1 0,11 2-2 16,-5 0 5-16,1 0-2 0,1 0 1 0,-8-2 1 16,14 1 0-16,-3 0 0 0,1 0-4 0,-3-1 1 15,3 0 2-15,-1 0 0 0,1 0-2 0,2 0 2 16,-1-1 1-16,7-1-2 0,-2 0 2 0,0 0-1 15,-1 2-2-15,2-2 1 0,1 1 2 0,-1 2 2 16,2-3-8-16,-3 2 4 0,1 0-3 0,3-1 3 16,-2 0 0-16,9 1 1 0,-2 1 0 0,1-1-2 15,1-1-1-15,-1-1 2 0,0 4-1 0,1-4 0 16,1 1 0-16,-1 1 5 0,2 1-6 0,-2-1 3 16,4 3-2-16,0-1 5 0,2-2-6 0,2 1 5 15,-4-1-6-15,4 2 4 0,-1-2-4 0,1 0 4 16,-1 0-5-16,1-2 3 0,1 4 2 0,1 0-1 15,12-2 0-15,-13 0-3 0,-1 0 6 0,2 0 2 16,-1 0-2-16,3 0 0 0,-3 2 1 0,14-1 0 16,-13-2 2-16,13 2-2 0,-15-1 3 0,2 1 7 15,-2-2 4-15,4 1 2 0,9 3 4 0,-12-3-2 16,12 0 5-16,-13 0-7 0,3 0-4 0,0-1 6 16,-1 1-5-16,13 0-3 0,0-1 5 0,0 4-1 15,-1-3 3-15,-14-1 4 0,14 0-2 0,2 0-2 16,-3 1 2-16,-11-1-2 0,14 0 6 0,0 1-4 15,-14-4 0-15,15 4-3 0,-2-2-1 0,1 1-5 16,-14-1 1-16,14-2 1 0,-2 3-1 0,-11-3 10 16,13 4-9-16,-2-3-2 0,-11 1-1 0,12-1 7 15,-2 1 3-15,4 2-9 0,-3-3 10 0,0 1-16 16,0 2 6-16,-11-1-1 0,1-1 3 0,10 2-10 0,-10-2 6 16,9 0-11-16,1 0 13 0,-14 0-5 15,16 1-6-15,-14-2 8 0,14 1-23 0,-14 0 22 16,13 1-6-16,-16 1 7 0,2-2-11 0,1 2 7 15,13-3 5-15,-16 0-5 0,5 2-3 0,9-3 5 16,-12 2-1-16,0 0 1 0,1 1-1 0,-1 1-4 16,13 0-12-16,-14 0 10 0,15-3-7 0,-17 1 13 15,3 0-3-15,0-1 0 0,0 0 2 0,1 1 5 16,0 0-4-16,-1 0 0 0,2 1-10 0,-2 1 6 16,0-3 5-16,1 3-8 0,-1-1 2 0,0-2-4 0,-2 3 8 15,1-1-4-15,0 1-7 0,2 0 4 0,-4 0 3 16,1 0 1-16,0 0 1 0,1 0-7 0,-1 0 4 15,2 0 6-15,-1-1-3 0,-1-1-4 16,2 4-2-16,2-4-3 0,-2 1 3 0,-1 0 5 0,2-2-5 16,0 0-2-16,0 3 5 0,-2-3 8 0,1 3-8 15,-2-1-1-15,1-1-2 0,-4 1 1 16,0 0-1-16,-1 1-1 0,-1-2-18 0,-9 1-40 16,-2-1-37-16,2-1-39 0,-5 0-48 0,-5 1-37 15,0-2-45-15,1-1-38 0,-2 0-275 0,-6 0-626 0,-5 5 277 16</inkml:trace>
  <inkml:trace contextRef="#ctx0" brushRef="#br0" timeOffset="85223.96">3378 6223 26 0,'0'0'137'0,"-12"0"-18"0,12 0 2 0,0 0-2 0,-12-1-13 16,12 1 4-16,-9 2-5 0,9-2-5 0,-11 0-3 15,11 0-6-15,-12 1-2 0,12-1-8 0,-7 0 6 16,7 0-14-16,-10 0-5 0,10 0-1 16,-10 2-3-16,10-2-8 0,-9 0 2 0,9 0-11 15,0 0-2-15,-10 1-2 0,10-1-7 0,0 0 0 0,0 0-8 16,-9 3 2-16,9-3-6 0,0 0-5 15,0 0 4-15,0 0-4 0,0 0-4 0,0 0 5 16,0 0-9-16,0 0 6 0,0 0-4 0,0 0 1 16,32 0 1-16,-21 0-1 0,1 0 2 0,0-2-5 0,3 1-1 15,-2 1 1-15,5 0-4 0,-5-1-7 0,4 1 11 16,-4-2-4-16,1 2-3 0,-2 0 4 0,-2 2-14 16,-1-2-37-16,-1 1-29 0,-8-1-16 15,10 0-35-15,-10 0-18 0,8 3-15 0,-8-3-128 16,0 0-307-16,0 0 137 0</inkml:trace>
  <inkml:trace contextRef="#ctx0" brushRef="#br0" timeOffset="85435.25">3334 6157 88 0,'-4'-5'190'0,"4"5"-21"15,0 0-11-15,0 0-15 0,0 0-18 0,-5-3-17 0,5 3-11 16,0 0 7-16,0 0-2 0,0 0-4 15,1 23-7-15,0-14-1 0,2 3-12 0,-3-1-13 16,0 4-1-16,0 2-8 0,-1-2-4 0,1 3-7 16,-2-1-5-16,2-2-2 0,0 2-5 0,-2 0-1 15,-1 1-26-15,1-1-51 0,2-1-56 0,-4 0-40 0,1 1-157 16,-4 1-323-16,3-3 144 0</inkml:trace>
  <inkml:trace contextRef="#ctx0" brushRef="#br0" timeOffset="86805.54">3196 7869 154 0,'-15'-5'170'0,"15"5"-2"15,0 0-4-15,-12-1-2 0,12 1-7 16,-7-3-3-16,7 3-3 0,0 0-1 0,-11-2-1 16,11 2-5-16,0 0-4 0,0 0-7 0,0 0-5 15,0 0-12-15,-9 3-12 0,9-3-9 0,0 0-7 16,0 0-11-16,0 0-8 0,0 0-6 0,0 0-9 0,0 0-1 16,0 0-8-16,0 0-2 0,31-4-4 0,-17 4-3 15,4-2 4-15,1 1-12 0,0-2-1 16,0-1-3-16,-2 3 6 0,-3 1-11 0,-1-1-2 15,-2 1 0-15,1-2-3 0,-2 2-5 0,1-1 3 16,-3 0 8-16,-8 1-6 0,13-1-10 0,-13 1-1 0,11 0-7 16,-11 0-25-16,7-2-17 0,-7 2-28 15,0 0-28-15,0 0-36 0,0 0-52 0,0 0-45 0,0 0-159 16,0 0-429-16,0 0 189 0</inkml:trace>
  <inkml:trace contextRef="#ctx0" brushRef="#br0" timeOffset="87350.33">2815 7184 139 0,'4'-6'184'0,"-4"6"-14"15,0 0-13-15,2-7-22 0,-2 7-6 0,0 0-9 16,0 0-21-16,0 0-3 0,0 0-16 0,0 0-7 16,0 0 23-16,11 12-6 0,-8-5-10 0,3 2-5 15,0 0 24-15,1 1-4 0,-1 0-14 0,-1 1-6 16,1 2 6-16,2 0-3 0,-1-2-4 0,1-1-11 15,-3 0-1-15,2 0-7 0,0 1-5 0,0-1-3 16,-1-1-6-16,1 1-2 0,0-2-2 0,1 1-5 16,-2-1-5-16,1-1-2 0,-2 0-2 0,0-1 0 15,1-2-2-15,-2 1 0 0,0-1-5 0,-4-4-1 16,5 6 1-16,-5-6 0 0,5 4 25 0,-5-4 19 16,0 0 21-16,0 0 11 0,9 1-4 0,-9-1-3 15,0 0-10-15,6-11-11 0,-3 4-7 0,1-1-2 16,0-3-7-16,-2 1 7 0,2-4-26 0,1-1 9 15,1-3-9-15,0-1-5 0,-2 3 2 0,1-3-5 16,1-7 2-16,2 2-2 0,-3 7-3 0,-1-2-5 16,-3 1-4-16,4 4 4 0,-4 0-4 0,2 4 2 15,-2-1-5-15,1 6 1 0,-2 5-4 0,1-10-6 16,-1 10-26-16,2-7-25 0,-2 7-24 0,0 0-17 16,0 0-14-16,0 0-20 0,0 0-34 0,0 0-38 15,2 23-37-15,-2-10-37 0,-2 2-169 16,0 1-481-16,1 2 213 0</inkml:trace>
  <inkml:trace contextRef="#ctx0" brushRef="#br0" timeOffset="87734.04">3261 7308 130 0,'0'0'221'0,"0"0"-6"0,0 0-10 0,0 0-8 16,-13-8-11-16,13 8-14 0,0 0-20 0,-13 0-12 16,13 0-19-16,-9 6-8 0,2-4-12 0,-2 3-7 15,0 2-12-15,0 0-6 0,-1 2-9 16,2 1-3-16,-4-1-10 0,4 1-5 0,-1-1-6 0,2-1-3 16,0 0-6-16,0-1 1 0,5 0-7 0,-1-1-1 15,3-6 2-15,1 12-7 0,-1-12-2 0,8 10-2 16,-3-7-3-16,2 1 2 0,3 1-5 15,2-1 0-15,5 0 5 0,2-1-7 0,-3-1-2 16,4 2 1-16,-7-1-1 0,1-2 0 0,-2 1-2 16,-1-1-1-16,-5 1-1 0,2 0-3 0,-8-2 1 0,10 4-2 15,-3-2 0-15,-7-2 4 0,5 4-2 0,-5-4 3 16,0 0-2-16,-12 13 2 0,3-9 1 16,-5 3-1-16,-1 2-3 0,-3-4 2 0,0 0-1 15,-1 3 10-15,1-2-17 0,-2 2-20 0,3-4-37 16,-3 2-61-16,2-3-80 0,-3 1-216 0,7-1-454 15,-3 0 201-15</inkml:trace>
  <inkml:trace contextRef="#ctx0" brushRef="#br0" timeOffset="123705.7">5753 4613 40 0,'0'0'36'0,"0"0"0"15,0 0-13-15,0 0 17 0,-8 5-7 0,8-5-3 16,-7 9 5-16,4-4 15 0,2 2-8 0,-4 0-2 16,1-1-6-16,0 3 3 0,-1 0 3 0,-1-1 2 15,1 2-1-15,-1 0-10 0,1-1 15 16,-1 1-5-16,2 0-4 0,-1-1 2 0,0 0 18 0,0-1-1 15,1-2-11-15,0 1 5 0,1-3-2 0,0 3-9 16,-2-2 8-16,5-5 0 0,-5 7-3 0,5-7 11 16,-4 7-2-16,4-7 11 0,0 0-6 0,-4 5 9 15,4-5 3-15,0 0 3 0,0 0 6 0,0 0-8 16,0 0-9-16,0 0-1 0,0 0-10 0,0 0-6 16,0 0-1-16,0 0-6 0,4-26-4 0,-2 17-5 15,2-2 4-15,1-2-11 0,-1 2-1 0,2-6-2 16,1 1-3-16,2 3-1 0,0-6-4 0,-2 5-1 15,2-1 2-15,-1-2-1 0,-2 7 0 0,1-1-4 16,-2 1-3-16,1 1 0 0,-1 2 2 0,0 0-1 16,-1 2-5-16,0 0 2 0,-4 5-3 0,5-7-1 15,-5 7-2-15,3-5-2 0,-3 5 3 0,0 0-8 16,0 0 8-16,0 0-6 0,0 0 7 0,16 12 2 16,-13-5-5-16,2 4 1 0,-2 0 1 0,2 2 0 15,-3 3 1-15,2-2 5 0,-1 4-2 0,-2-1 3 16,0-2-1-16,2 2 0 0,-3-6-3 0,2 6 6 15,-2-6-4-15,-1 0 1 0,2-1-3 0,-2 1 5 16,1-2-1-16,-1 0-3 0,1-9 3 0,1 15 0 16,-2-8-2-16,1-7-5 0,1 11 7 0,0-5 0 15,-1-6-1-15,1 8 3 0,-1-8-5 0,0 0 3 16,2 8-4-16,-2-8-23 0,0 0-28 0,1 7-30 16,-1-7-47-16,0 0-56 0,0 0-138 0,0 0-348 15,0 0 155-15</inkml:trace>
  <inkml:trace contextRef="#ctx0" brushRef="#br0" timeOffset="124515.66">5596 4773 82 0,'0'0'89'0,"17"-13"-10"0,-10 8-8 16,3 0-6-16,1 1-4 0,1-1-3 0,1 1-6 15,5-2-11-15,-5 3-4 0,2-4 2 16,2 1-14-16,1 2 8 0,-2-1-6 0,-2 3-6 0,-2-2 2 16,-3 2-4-16,2-1-8 0,-4 1 6 0,-2 0 3 15,-5 2-12-15,11-3 6 0,-11 3 4 0,9-3-3 16,-9 3 0-16,0 0-5 0,8 0-2 16,-8 0 1-16,0 0 3 0,0 0 17 0,0 0-10 15,10 6 2-15,-10-6-8 0,4 7 35 0,-4 1 9 16,1 0-14-16,3-1-15 0,-1 1 6 0,-1 1-6 0,-1-1-8 15,-1 1 6-15,2 1-6 0,-1-3 1 0,2 3 8 16,-3-3-3-16,2 3 4 0,-2-4-5 0,0-6-2 16,1 10-5-16,-1-10-2 0,2 6 5 15,-2-6-4-15,0 0-1 0,1 7 2 0,-1-7 4 16,0 0 6-16,0 0 6 0,0 0 8 0,0 0 3 16,1 9 3-16,-1-9-6 0,0 0-3 0,0 0-6 0,0 0 1 15,0 0-7-15,12-17-2 0,-8 10-12 0,-2 1 3 16,2 0 0-16,2-3 1 0,0 1-1 15,0 1-2-15,3-1-4 0,-4-2 1 0,1 2-3 16,2 0-3-16,0 1-2 0,-3 2 2 0,-1-1-1 16,-4 6-4-16,7-6 2 0,-7 6 0 0,8-5-4 0,-2 3-1 15,-6 2-1-15,0 0 0 0,13 2 3 16,-13-2-4-16,7 3 3 0,-7-3-1 0,6 7 4 0,-2-3-2 16,-4-4-2-16,5 8-2 0,-4-3 2 15,-1-5-6-15,5 9 8 0,-2-6 2 0,-3-3-1 16,2 12 1-16,-2-12 0 0,4 8-5 0,-4-8-2 0,4 6 6 15,-4-6 5-15,3 6-5 0,-3-6 6 0,6 4-2 16,-6-4 4-16,4 3-3 0,-4-3-2 16,0 0-4-16,7 1 5 0,-7-1-3 0,0 0 2 15,11-5 2-15,-11 5-3 0,11-5 3 0,-7 1-4 0,1-1 4 16,-5 5-4-16,7-7 0 0,-4 3 3 16,-3 4-3-16,7-10-2 0,-7 10 2 0,3-6-3 0,-3 6 0 15,0 0-2-15,3-6 2 0,-3 6 2 0,0 0-3 16,0 0-1-16,0 0-1 0,7-4-1 15,-7 4-1-15,0 0 1 0,0 0 0 0,0 0 7 16,0 0 0-16,12 10-2 0,-5-7-1 0,-7-3 1 16,0 0 1-16,9 3-1 0,-9-3 3 0,6 0 3 15,-6 0-2-15,0 0-3 0,8 0 3 0,-8 0 2 0,0 0-2 16,0 0 4-16,0 0-6 0,0 0 3 0,9-5 1 16,-9 5-5-16,0 0 0 0,0 0 4 15,0 0-7-15,-7-14 0 0,7 14 3 0,0 0-2 16,-6-10-6-16,6 10-3 0,-5-5-9 0,5 5-16 15,-9-2-18-15,9 2-8 0,0 0-17 0,0 0-22 16,-10-7-28-16,10 7-21 0,0 0-106 0,0 0-276 16,0 0 122-16</inkml:trace>
  <inkml:trace contextRef="#ctx0" brushRef="#br0" timeOffset="125150.32">6254 4742 139 0,'0'0'155'0,"0"0"-10"0,0 0-12 0,0 0-16 16,0 0-10-16,0 0-11 0,0 0-9 15,0 0-9-15,0 0-9 0,0 0-7 0,0 0 5 16,0 0-8-16,0 0 0 0,0 0-8 0,-19 25-4 16,14-17-1-16,0-1-3 0,1-3-9 0,-3 2-6 15,4 1 2-15,-1-3-4 0,0 2 2 0,4-6-7 16,-5 11 4-16,2-7-6 0,3-4-1 0,0 0 0 15,0 12-1-15,0-12 0 0,0 0-4 0,5 6 2 16,-5-6-6-16,12-3 2 0,-12 3 1 0,20-5-2 16,-8-1 1-16,5-3-4 0,-2 0 2 0,-1-1 5 15,0-1-5-15,-1 0 1 0,-4 2 3 0,-1-3 3 16,2-2 8-16,-3 5-1 0,1-7-7 0,-1 0 14 16,-1 1-1-16,-1-1-9 0,-4 0 2 0,3 0-2 15,-2-2 1-15,0 6-6 0,-1-2 3 0,0 2-2 16,-2 3 1-16,-2-2 2 0,3 11-2 0,-1-12 1 15,1 12-6-15,1-8-2 0,-1 8-6 0,-1-9-1 16,1 9 1-16,0 0-3 0,0 0 1 0,0 0 2 16,-6 23-3-16,2-11 3 0,1 4-3 0,1 1 3 15,0 1 0-15,0 1-3 0,-1-3 2 0,1 0 2 16,2 0-3-16,0-5 1 0,2 2-5 0,-2-1 5 16,3-4-3-16,-1 2 0 0,1-3 5 0,0-2-3 15,0 2 3-15,3-1-4 0,-1-2 3 0,4-1 0 16,0 1 0-16,1-4 3 0,2-2-1 0,0 1 3 15,0-1 1-15,3 0-6 0,0-4-4 0,-1 2 4 16,-3-3-1-16,1 2 2 0,-1-2 3 0,0 0-6 16,-1-2 4-16,-2 1-3 0,-2-2-2 0,1 1 1 15,-3-1 0-15,1 0-3 0,-3 1 0 0,-2 9 3 16,0-12-4-16,0 12 5 0,0 0-4 0,-2-15-1 16,2 15 0-16,0 0 1 0,-14 0-6 0,14 0 0 15,-20 11 0-15,10-1 2 0,1-2 0 0,0 6 0 16,0-4-2-16,3 1 7 0,0 1-2 0,3 1 1 15,2-3 1-15,2 2 0 0,3 0-18 0,-2 0-29 16,6-1-36-16,6 0-39 0,0 0-55 0,3 2-156 16,10-2-359-16,2-3 159 0</inkml:trace>
  <inkml:trace contextRef="#ctx0" brushRef="#br0" timeOffset="126033.32">9438 4530 68 0,'-5'-7'165'0,"5"7"2"0,-3-5-11 0,3 5-20 16,-8-5-10-16,8 5-15 0,0 0-9 0,-16 2-10 16,9 2-14-16,0 1-10 0,-2 3 2 0,-3 2-4 0,1 1 2 15,-3 2-13-15,5 3-7 0,-2-3 0 0,2 2-7 16,2 0-1-16,-1-1-6 0,6-1-2 16,-1-2-4-16,0 1-3 0,3-2-2 0,2 0 0 15,0 2-1-15,2-2-3 0,0 1 2 0,2-2 1 16,3 1-22-16,4-1 6 0,-3-1-1 0,7-2-19 0,2 1-30 15,0-3-42-15,3-3-24 0,7-1-30 16,-1 0-10-16,0-3-88 0,-8 1-256 0,7-5 114 0</inkml:trace>
  <inkml:trace contextRef="#ctx0" brushRef="#br0" timeOffset="126384.38">9651 4592 115 0,'0'0'126'0,"-14"1"-7"15,5 2-5-15,-1 0-7 0,0 3-7 0,2 2-2 16,-2-3-10-16,2 7-7 0,2-4 0 0,-2 3-8 16,2-3-18-16,2 1-6 0,1 1 0 0,1-1-2 15,-1-1-1-15,2-1-4 0,1-7-5 0,2 14 5 0,2-7-11 16,-1-3-1-16,4 0 1 0,0 0-6 16,3-1 1-16,-1-2-3 0,2 2 5 0,0-3-8 15,-1 0-3-15,3-4-2 0,-3 2-6 0,1-1 4 16,-2-1 0-16,0-2-4 0,0 0 1 0,3 0-2 15,-5 1 0-15,0-4 1 0,-3 3-1 0,2-2-6 0,-2 2 3 16,0-1-1-16,-4-1 0 0,0 8-3 16,3-13 7-16,-1 7-2 0,-2 6 17 0,1-7-8 15,-1 7-3-15,0 0 1 0,3-7-5 0,-3 7-2 16,0 0-1-16,0 0 1 0,0 0-3 0,0 0 2 16,0 0-4-16,0 0 7 0,0 0-5 0,0 0-1 15,-3 29 4-15,3-22-3 0,1 3-1 0,1-2 4 0,-1 2-4 16,0-1-12-16,1-2-27 0,0 0-30 15,1 0-46-15,0-1-35 0,0 0-117 0,-1-1-286 16,-2-5 127-16</inkml:trace>
  <inkml:trace contextRef="#ctx0" brushRef="#br0" timeOffset="126634.49">9875 4453 13 0,'0'0'154'0,"0"0"-20"16,0 0-15-16,0 0-5 0,0 0 10 0,0 0-3 16,-8 21-18-16,6-11 0 0,2 9-17 0,-3 5 3 15,0-5-2-15,5 5-8 0,-4-5-6 0,1 1-6 16,1-2-9-16,0 0 2 0,1-2-11 0,-1 2-4 16,3-1 0-16,-2-1-5 0,-1-4-4 0,2 1-2 15,-4 0-3-15,4-3-10 0,-2 0-40 0,0-2-36 16,0-8-25-16,0 11-22 0,0-11-20 0,-2 7-20 15,2-7-86-15,0 0-246 0,-6 4 108 0</inkml:trace>
  <inkml:trace contextRef="#ctx0" brushRef="#br0" timeOffset="127287.96">9859 4645 76 0,'0'-7'89'0,"2"-1"-14"0,-2 8 11 0,1-9-13 16,-1 9 1-16,3-6 4 0,-3 6-26 0,3-6-1 15,2-1-10-15,-5 7 4 0,0 0-12 0,12-10 4 16,-6 7-9-16,-1 1 20 0,4 0-6 0,-4-1 1 15,-5 3 10-15,12-7 4 0,-7 6 4 0,-5 1 0 16,9-5-3-16,-9 5 4 0,8-3-7 0,-8 3 0 16,6-6 6-16,-3 2 1 0,-3 4-3 0,5-5 3 15,-5 5-4-15,0 0-3 0,6-5-5 0,-6 5-7 16,0 0-5-16,0 0-5 0,4-5-6 0,-4 5-3 16,0 0-2-16,0 0-4 0,0 0-2 0,0 0-4 15,4 16 6-15,-4-16-9 0,1 17 3 0,-1-8-3 16,0 4 1-16,0 0 1 0,1-2-1 0,-1 2-1 15,0-1 0-15,0-2-2 0,0-1 2 0,2 0-3 16,-1-4 2-16,-1-5-1 0,0 13-3 0,2-9-9 16,-2-4 2-16,3 7 4 0,-3-7 1 0,0 0 2 15,0 0-1-15,3 8-4 0,-3-8-4 0,0 0 2 16,0 0-5-16,0 0-3 0,17-10 0 0,-11 5-4 16,1-5-1-16,2 3 1 0,1-1 6 0,-2 2-4 15,1-1 2-15,2 5-2 0,-4-2 0 0,-2 3 3 16,-5 1-2-16,10-1 4 0,-10 1 0 0,13 2 1 15,-7 0-2-15,1 1 4 0,-1 0-1 0,0 2 2 16,1-3 5-16,-1 5-3 0,1-4-10 0,0-1 11 16,0 1 2-16,-7-3 1 0,11 2-1 0,-4 0 2 15,2-2 4-15,-9 0 1 0,12-2-6 0,-12 2 7 16,12 0 7-16,-6-2-6 0,-6 2 7 0,9-6-7 16,-4 1 4-16,-1 1 0 0,-4 4-8 0,7-7 6 15,-4 3-5-15,-3 4-6 0,5-9 5 0,-2 4 1 16,-3 5-4-16,0 0 1 0,5-7-2 0,-5 7-5 15,0 0 0-15,0 0-5 0,0 0 9 0,0 0-5 16,0 0 1-16,0 0-2 0,8 15 5 0,-5-11-3 16,-3-4 4-16,3 8 1 0,-3-8-2 0,5 8-2 15,-2-3 4-15,-3-5 2 0,5 5-6 0,-5-5 5 16,6 6 2-16,-6-6-1 0,8-2 1 0,-8 2 1 16,10 0-1-16,-10 0 1 0,8-5-2 0,-8 5-2 15,6-7 5-15,-3 2-9 0,-3 5 6 0,4-10-3 16,-3 4 1-16,2-2-1 0,-2 1-1 0,-1 7 0 15,2-14-2-15,-2 7 0 0,0 7-3 0,-3-12-10 16,3 12-8-16,-3-7-30 0,3 7-24 0,-4-7-22 16,4 7-32-16,-5-3-13 0,5 3-17 0,0 0-84 15,0 0-264-15,-14 12 117 0</inkml:trace>
  <inkml:trace contextRef="#ctx0" brushRef="#br0" timeOffset="127867.87">10529 4564 64 0,'0'0'194'16,"-13"2"-17"-16,4-4-10 0,9 2-14 0,-15 0-17 15,5 5-12-15,1 0-11 0,0-1-17 0,-1 0-11 16,2 3 2-16,0 2-5 0,2-2-9 0,-2 2-8 16,4-3-6-16,1 2-3 0,0 1-7 0,0-3-5 15,3 2-2-15,0-8 2 0,4 13-4 0,0-7-7 16,0-1 0-16,3-1-4 0,0-1-1 0,-1 0-1 15,5-3-2-15,1 2-4 0,0-4 6 16,1 2-10-16,-1-6 3 0,0 4 2 0,2-2 7 16,-4-5-1-16,2 2-2 0,0-5-3 0,-2 4 4 0,-2-2-2 15,0-1 3-15,-3 0-1 0,0-5-4 0,2 1 0 16,-2-2 0-16,-1 1-8 0,-2 0 2 0,-1-2-4 16,1 0 0-16,-2 3 1 0,0 0 0 0,0 3-5 15,-2-1-1-15,2 6-1 0,-1-3 4 16,1 10 0-16,-1-11-3 0,1 11-1 0,-3-8-5 15,3 8-2-15,0 0 0 0,0 0-1 0,0 0-2 0,0 0 2 16,-1 29 1-16,-3-13 0 0,2 4 1 0,0 3 0 16,0 2-1-16,2-4 1 0,-1-2 1 0,2-2-2 15,0-2 1-15,0-2-2 0,2 0 4 0,2-4-3 16,-1 4 3-16,2-4 3 0,3-2 3 16,3-2 5-16,-1 0 3 0,7-1-1 0,-6-1 2 15,8-3-2-15,1-1-2 0,-2-5-1 0,0 4-1 0,1-2 2 16,-1-1-5-16,1-1 2 0,-2-1-3 0,-8 2 1 15,6-5-1-15,-3 0-2 0,0-1 4 0,-4 1-4 16,0-3 3-16,-3-1-4 0,1 3 1 16,-6-1-3-16,0 2-2 0,0 1 7 0,-1 9-3 15,-3-15 4-15,3 15-5 0,-7-10 0 0,7 10-2 16,-9-5-1-16,9 5-1 0,-21 5 6 0,12 0-9 0,-2 2 0 16,5-2 4-16,-3 5-3 0,5 0 0 0,0 2 2 15,3-1-4-15,-3 2-23 0,3 0-36 0,2 1-54 16,3-5-56-16,0 3-60 0,0-1-154 15,1 2-420-15,4-4 186 0</inkml:trace>
  <inkml:trace contextRef="#ctx0" brushRef="#br0" timeOffset="131068.3">6285 5348 59 0,'0'0'72'0,"-12"-6"-10"0,12 6-7 0,0 0-5 16,0 0 2-16,0 0-11 0,0 0-7 0,0 0-1 15,0 0-4-15,0 0-9 0,0 0-26 0,0 0-20 16,0 0-17-16,-10 14-29 0,10-14-78 0,0 0 34 16</inkml:trace>
  <inkml:trace contextRef="#ctx0" brushRef="#br0" timeOffset="134030.07">6308 5318 28 0,'0'0'124'0,"0"0"-8"0,0 0-6 0,0 0-6 0,0 0-9 15,0 0-14-15,0 0-7 0,0 0 0 0,0 0-13 16,0 0 0-16,0 0 1 0,0 0-25 0,0 0 3 15,0 0-7-15,0 0-2 0,0 0-1 0,0 0-26 16,0 0-22-16,0 0-34 0,0 0-8 0,0 0-9 16,0 0-16-16,0 0-63 0,0 0-158 0,0 0 70 15</inkml:trace>
  <inkml:trace contextRef="#ctx0" brushRef="#br0" timeOffset="135659.06">9023 5235 67 0,'0'0'103'0,"0"0"0"0,0 0 2 15,0 0-7-15,0 0 3 0,0 0-5 16,0 0-4-16,0 0-7 0,0 0 2 0,0 0-6 0,0 0-8 16,0 0 1-16,0 0-6 0,0 0-3 0,0 0-7 15,0 0-6-15,0 0-5 0,0 0 2 0,0 0-8 16,0 0-2-16,0 0 1 0,0 0-6 15,0 0-4-15,0 0-1 0,0 0-3 0,0 0-4 0,0 0 0 16,0 0-5-16,0 0 6 0,0 0-9 0,0 0 3 16,0 0-1-16,0 0-4 0,0 0-4 0,0 0 4 15,0 0-7-15,0 0 5 0,0 0-1 0,0 0-2 16,0 0 1-16,0 0-1 0,0 0-1 0,0 0-3 16,0 0 1-16,0 0-4 0,0 0 1 0,0 0 5 15,0 0-1-15,0 0-3 0,0 0-1 0,0 0-2 16,0 0 2-16,0 0 3 0,0 0-3 0,0 0 0 15,0 0-2-15,0 0 0 0,0 0 4 0,0 0-4 16,0 0 0-16,0 0 0 0,0 0 3 16,0 0 7-16,0 0-8 0,0 0-2 0,0 0 2 0,0 0 2 15,0 0-3-15,0 0-1 0,0 0 3 0,0 0-5 16,0 0 4-16,0 0-2 0,0 0-1 0,0 0 0 16,0 0 3-16,0 0-3 0,0 0 1 0,0 0 1 15,0 0-1-15,0 0-1 0,0 0-1 0,0 0 1 16,0 0 1-16,0 0 0 0,0 0 2 0,0 0-2 15,0 0 1-15,0 0-4 0,0 0 0 0,0 0-12 16,0 0-13-16,0 0-27 0,0 0-27 0,0 0-23 16,0 0-14-16,0 0-27 0,0 0-89 0,0 0-256 15,0 0 113-15</inkml:trace>
  <inkml:trace contextRef="#ctx0" brushRef="#br0" timeOffset="139658.31">7724 5347 47 0,'0'0'57'0,"0"0"-6"0,0 0-4 16,0 0 1-16,0 0-8 0,0 0-15 0,0 0-17 16,0 0-25-16,0 0-8 0,0 0-23 0,0 0-50 15,-14-16 23-15</inkml:trace>
  <inkml:trace contextRef="#ctx0" brushRef="#br0" timeOffset="141483.63">7297 4213 13 0,'-8'-4'77'0,"8"4"-10"0,0 0 9 0,0 0-24 15,0 0 4-15,-9-2-9 0,9 2-4 0,0 0-3 16,0 0-8-16,0 0-4 0,-12 1 0 0,12-1-2 0,0 0-9 16,-10-1 8-16,10 1-4 0,0 0-5 0,-11 1 2 15,11-1-8-15,-6 2 0 0,6-2-4 0,-7 3-6 16,7-3 10-16,0 0 4 0,-7 4 2 16,7-4-1-16,0 0 11 0,-11 2-5 0,11-2 0 15,-6 1-11-15,6-1 21 0,0 0 2 0,-9 1-15 16,9-1 15-16,0 0-4 0,0 0 5 0,0 0-3 15,-9 0-9-15,9 0 0 0,0 0-7 0,0 0 0 16,0 0 4-16,0 0 0 0,0 0-5 0,0 0 4 16,0 0-6-16,0 0 1 0,0 0-2 0,0 0-4 15,0 0 4-15,0 0 3 0,27 4 3 0,-17-4-21 16,-1 2 11-16,3-2 0 0,0 0-3 0,1 0 1 16,-1-2 7-16,4 2-10 0,-2-1 9 0,-1 1-20 15,-1 0-19-15,0-1-21 0,-1 1-26 0,-4 0-6 16,2 1-24-16,-9-1-58 0,12 3-176 0,-12-3 77 15</inkml:trace>
  <inkml:trace contextRef="#ctx0" brushRef="#br0" timeOffset="142035.31">7307 4256 106 0,'0'0'102'0,"0"0"-8"16,0 0-8-16,0 0-18 0,0 0-1 0,0 0-8 16,0 0-7-16,-8 1-10 0,8-1-8 0,0 0 4 15,0 0-5-15,0 9 2 0,0-9-5 0,0 0 2 16,3 16-1-16,-3-16-12 0,1 13 28 0,-1-6-6 16,0 4 22-16,2-3-15 0,-1 4 2 0,1-3-5 15,-2 2-1-15,0 0-7 0,2-2-1 0,-1 0-4 16,-1-2-1-16,1 0-6 0,-1 3 3 0,3-2-6 15,-2-1-4-15,0 0 10 0,-1-7-14 0,-2 10-3 16,2-10 5-16,0 12-6 0,0-12 1 0,-3 9-6 16,3-9 7-16,0 0-1 0,0 8 1 0,0-8-9 15,0 0 7-15,-2 8-2 0,2-8 1 0,0 0-1 16,0 0 0-16,0 0-2 0,1 9-5 0,-1-9 4 16,0 0 3-16,0 0 1 0,0 0-6 0,0 0 2 15,0 0 0-15,0 0-1 0,0 0-1 0,-5 5 2 16,5-5-2-16,0 0 0 0,0 0 3 0,-9 0-3 15,9 0-1-15,0 0 1 0,0 0 2 0,-12 0-3 16,12 0-3-16,-8 2 1 0,8-2 3 0,-9 1-5 16,9-1 6-16,-10 1 0 0,10-1-3 0,-10 2 0 15,10-2 0-15,-6 3 2 0,6-3-1 0,0 0-5 16,-9 2 4-16,9-2-2 0,0 0-1 0,-8 2-2 16,8-2 2-16,0 0-4 0,0 0 6 0,0 0-2 15,0 0 2-15,0 0 0 0,0 0-3 0,0 0 1 16,0 0 0-16,0 0 4 0,0 0-1 0,0 0-2 15,36-9-3-15,-19 5 1 0,3 1-20 0,2-1-40 16,6-3-33-16,-1 2-31 0,1 1-111 16,-1 1-259-16,2-4 115 0</inkml:trace>
  <inkml:trace contextRef="#ctx0" brushRef="#br0" timeOffset="173551.78">4526 8558 62 0,'0'0'74'0,"0"0"-5"0,0 0-4 0,-5-5 0 15,5 5-11-15,0 0-2 0,0 0 11 0,0 0 0 16,0 0 0-16,0 0 16 0,0 0-4 0,-13 1 4 0,13-1 1 16,0 0-4-16,0 0-1 0,0 0-2 0,0 0 0 15,0 0-7-15,0 0 4 0,-6-4-8 16,6 4-3-16,0 0-3 0,0 0-10 0,0 0 4 0,-8-5-5 15,8 5-1-15,0 0-3 0,0 0-2 16,-6-4-6-16,6 4-1 0,0 0 7 0,-5-5-11 0,5 5-5 16,0 0-3-16,0 0-4 0,0 0-3 0,0 0 0 15,0 0-4-15,0 0 2 0,-10-1-4 16,10 1-4-16,0 0 5 0,0 0-1 0,-7 12-3 16,7-12 1-16,-5 14 0 0,1-4-1 0,0 2 1 0,-1 2 22 15,0 2-7-15,3-1-4 0,-2 0 0 0,0 3-3 16,0 1 3-16,1 0 3 0,0 6-3 0,-2-4 3 15,2 5-2-15,2-4-2 0,0-2-1 0,-1 6-1 16,2-10 8-16,-2 3-8 0,0-1 2 0,1-1 11 16,0 1 0-16,0-1 0 0,1 0 4 0,-2-4-7 15,1-1-1-15,1-1-4 0,-1 1 0 0,1 0-1 16,0-1 2-16,1-1 1 0,-2 0 0 0,1 1 0 16,0-2 11-16,-2 1 0 0,2 1 2 0,-1-3-5 15,0 1-2-15,1-9-1 0,0 16-3 0,0-16-3 16,0 11-1-16,-2-6-1 0,2-5-1 0,0 12-1 15,0-12-4-15,-1 9 3 0,1-9-2 0,0 0-1 16,-1 9-2-16,1-9-4 0,-1 9 4 0,1-9-4 16,-3 8 3-16,3-8-2 0,-1 8 0 0,1-8-1 15,-3 9 1-15,3-9 1 0,-1 8-3 0,1-8 0 16,-2 9 1-16,-1-4 0 0,3-5 0 0,-3 9-2 16,3-9 2-16,-1 8-3 0,1-8-1 0,-2 9 3 15,2-9 2-15,-3 9-4 0,3-9-1 0,0 8 1 16,0-8-2-16,0 11 1 0,-1-5 1 0,1-6-5 15,0 11-2-15,0-11-6 0,0 11-7 0,-3-6-11 16,3-5-4-16,0 8-16 0,0-8-8 0,0 0-6 16,0 12-16-16,0-12-16 0,0 0-11 0,0 0-24 15,-1 6-17-15,1-6-24 0,0 0-33 0,0 0-114 16,0 0-344-16,0 0 153 0</inkml:trace>
  <inkml:trace contextRef="#ctx0" brushRef="#br0" timeOffset="173833.79">4042 9410 190 0,'0'0'207'0,"0"0"-30"0,0 0-14 0,0 0-2 16,0 0-3-16,0 0-20 0,33 0-12 0,-12-3-10 16,9-4-7-16,2 2-7 0,1 0-7 0,2-2-7 15,-1 1-10-15,0 1-5 0,-2 1-11 0,-3-1-6 16,-1 1-5-16,-7 5-9 0,-1-1-3 0,-2 0-39 16,0 0-36-16,-7 1-56 0,7 1-51 0,-6 2-184 15,-5-3-354-15,2 2 157 0</inkml:trace>
  <inkml:trace contextRef="#ctx0" brushRef="#br0" timeOffset="174049.31">4171 9626 180 0,'-8'5'213'0,"2"-3"-15"15,-1 0-11-15,7-2-11 0,-7 4-18 0,7-4-13 16,0 0 3-16,0 0 6 0,0 0-1 0,0 0-14 15,28 0-11-15,-10-3-15 0,3 0-14 0,0-1-6 16,7 1-26-16,-9 0-32 0,2-1-50 0,-5 3-45 16,-2 0-55-16,0 0-44 0,-3 1-41 0,-2 1-107 15,-9-1-331-15,10 1 147 0</inkml:trace>
  <inkml:trace contextRef="#ctx0" brushRef="#br0" timeOffset="174200.08">4129 9755 49 0,'-17'5'233'0,"7"-3"-14"15,4 1-7-15,-4 0-10 0,2-2-15 0,8-1-13 16,-8 4-14-16,8-4-16 0,-6 2-15 0,6-2-6 16,0 0-18-16,0 0-10 0,0 0-7 0,33-6-9 15,-12 2-10-15,9-3-23 0,-1 0-44 0,-1 2-46 16,4-2-66-16,3-3-60 0,-2 5-162 0,-2-5-360 16,3 3 159-16</inkml:trace>
  <inkml:trace contextRef="#ctx0" brushRef="#br0" timeOffset="177666.99">10584 5180 6 0,'0'0'45'0,"0"0"-1"0,0 0 18 0,0-11 1 0,0 11 0 16,0 0 3-16,-1-9-10 0,1 9 8 0,-3-7 9 15,3 7 8-15,0 0 3 0,-5-9 14 0,5 9-7 16,0 0 1-16,-4-6 4 0,4 6-4 0,0 0-4 15,-4-6-1-15,4 6-8 0,0 0-2 0,0 0-6 16,0 0-8-16,0 0-5 0,-2-7-6 0,2 7-5 16,0 0-7-16,0 0-1 0,0 0-7 15,0 0-5-15,0 0-8 0,0 0 2 0,0 0-5 0,0 0 5 16,0 0-10-16,0 0 3 0,-4 24 1 16,3-9 1-16,-3 3 0 0,2 2 4 0,0-1 19 0,-4 12-3 15,1-5-1-15,2 3-2 0,0 0 1 16,3 0-5-16,-1-2-1 0,-1 1-2 0,3-4-7 15,-1 0 2-15,1-3-3 0,0 3 0 0,1-5-2 0,2 5 4 16,-1 1 17-16,0-4-2 0,-1-5 0 0,2 3 0 16,1 5-5-16,-3-4 1 0,1 5-2 0,-1-7-2 15,0-3-5-15,2 2 3 0,0-1-9 0,-1-5 1 16,0 5 0-16,-3-4-2 0,2 1 1 16,-1 0-3-16,0-1 1 0,0-2-4 0,1 1 1 0,-1 0-3 15,0-1 0-15,1-4-3 0,-1 4-1 0,-1-10 4 16,0 16-3-16,0-8 3 0,0-8-6 0,0 12 5 15,0-5-1-15,0-7 0 0,1 11-1 0,-1-11 2 16,0 11 1-16,0-11-3 0,0 10 0 0,0-10 3 16,0 0-4-16,-1 9 0 0,1-9 0 0,0 0 1 15,1 9-4-15,-1-9 5 0,0 0-2 0,0 0 1 16,0 0-3-16,0 8 1 0,0-8 2 0,0 0-2 16,0 0-1-16,0 0 4 0,0 0-3 0,0 0 4 15,0 7 0-15,0-7-2 0,0 0 6 0,0 0 4 16,0 0 2-16,0 0 3 0,0 0 0 0,0 0-2 15,0 0-8-15,0 0 3 0,0 0-4 0,0 0 2 16,0 0-2-16,0 0-3 0,8 2-1 0,-8-2-1 16,0 0-2-16,10 1 5 0,-10-1-2 0,9 1-1 15,-4 1 0-15,-5-2 0 0,12 3 1 0,-5-2 0 16,1 2-3-16,-2 0-2 0,1 0 0 0,0 0 0 16,0-1 3-16,-1 2-3 0,1-2 0 0,-2 2 3 15,2 1-2-15,-3-2 1 0,1 3-4 0,-5-6-3 16,8 7 2-16,-4-2 5 0,-3 2-2 0,3 0-2 15,-4 1 1-15,0 0 0 0,-3 2 0 16,2-1 0-16,-3 1 4 0,-1 1-2 0,0 1 1 0,-4 1-1 16,-1 2-3-16,0 1 7 0,-2-4-4 0,-1 2 4 15,0-3-5-15,2 1 4 0,1 1 0 0,0-4-3 16,1 1 1-16,0-3 1 0,1 5-2 0,2-3 1 16,-3-1-1-16,2-1-1 0,2 4 1 0,-1-4 0 15,1-1-1-15,-2 1 0 0,5 0-2 0,-1-2 4 16,-1 1-2-16,4-6 0 0,-3 12-2 0,1-5 2 15,2-7-2-15,2 13 3 0,0-7 3 0,1 0-2 16,-2 0 1-16,2 2 0 0,-1-2-1 0,4 1-2 16,-2 2 2-16,1-2 3 0,-1 0-5 0,-1 0 2 15,2 0-3-15,-1 3 2 0,0-3-2 0,2 3-1 16,-1-2 1-16,-2 2 0 0,0-2-4 0,0 0 3 16,1 2 3-16,-3-2-2 0,0 1 0 0,-1 0 6 15,0-1-6-15,0 2 3 0,-1-1-3 0,-1 2 1 16,-1-3 3-16,0 4-4 0,-2-2 2 0,1 3 1 15,-4-3 6-15,3 1-5 0,-2 4-6 0,-1 0 5 16,3-3-3-16,-1-2 1 0,0 5-1 0,0-6 3 16,3 4-3-16,0-1 0 0,2-1-1 0,-3 1 4 15,1 0-1-15,2 0-1 0,0-1 2 0,2 5 0 16,-1-5 0-16,2 1 0 0,2 0 3 0,2 0-5 16,-3 0 2-16,3-2-3 0,-1 0 2 0,2-2 0 15,0 2 1-15,-1 0 1 0,-2 1-1 0,1-2 0 16,1-1-1-16,-2 3-4 0,0-1 3 0,-1-1 2 15,-3 4 8-15,1-3-4 0,-4 2-3 0,-1 0 7 16,1 4-11-16,-5-1 3 0,2-1-3 0,-3 1 1 16,0 2-1-16,-3-2 1 0,1 3 1 0,-2-3-3 15,3 2 0-15,1 0 1 0,-3 2 0 0,5-4 0 16,-2 2-1-16,3-2 3 0,1 2-4 0,0 1 1 16,2-1 1-16,0-1 4 0,2 0-5 0,1 0 6 15,1 4-2-15,0-4-3 0,1 1 1 0,3 0 2 16,0 1 1-16,0-2-3 0,0 2-3 0,-1-6 0 15,2 6 1-15,-1 1 4 0,2 0 0 0,-2 1-1 16,0-1 0-16,-3-3-2 0,2 3 18 0,-1 1-17 16,-2-1 5-16,0 4-5 0,-2 3 2 0,0-7-3 15,0 5 1-15,-1-4 2 0,1 7-4 0,-3-8 4 16,0 7 26-16,2-7-1 0,-5 7 4 0,2-1-5 16,0-7 1-16,-1 6 0 0,3-6 7 0,-1 1-3 15,0-1 0-15,2 0 0 0,-1 0-3 0,0 0-3 16,0 0-5-16,2-2 2 0,0 0-2 0,-1 0 0 15,1 0 3-15,2 0-4 0,-2-5 5 0,2 5-14 16,-1 0 13-16,-1-4-9 0,1 1 5 0,-1-3-5 16,-1 1 4-16,1 1-5 0,1-12 1 0,-2 15 7 15,2-5-15-15,0-10 4 0,-2 13 3 0,2-13-4 16,-2 8-2-16,2-8 2 0,0 0-2 0,0 0 4 16,-3 12 3-16,3-12-1 0,0 0-1 0,0 0-3 15,-3 10-5-15,3-10 2 0,0 0 4 0,0 0-4 16,0 0-1-16,0 0-7 0,-2 11 10 0,2-11-2 15,0 0-1-15,0 0-4 0,0 0 4 0,-5 17 9 16,4-9-11-16,1-8 8 0,0 21 1 0,-2-4 11 16,2-4 7-16,0 5-10 0,2 2 2 0,-1-3-3 15,3 9 1-15,-3-8 0 0,1 7 3 0,0-7 2 16,-1-1-8-16,0-2-3 0,2-3-2 0,-2-4-7 16,-1-8 9-16,2 12-5 0,-2-12 8 0,1 10-6 15,-1-10-3-15,0 0 3 0,0 0-1 0,0 0 3 16,0 0-2-16,0 0-14 0,0 0 8 0,0 0-10 15,0 0-20-15,0 0-20 0,0 0-26 0,0 0-29 16,0 0-16-16,-5-36-22 0,5 36-19 0,-6-12-24 16,3 3-37-16,3 9-24 0,-9-18-28 0,6 11-26 15,-2-1-167-15,5 8-501 0,-9-17 222 0</inkml:trace>
  <inkml:trace contextRef="#ctx0" brushRef="#br0" timeOffset="179766.02">11062 6500 14 0,'-8'-4'202'0,"8"4"1"0,0 0-16 0,0 0 1 16,0 0-8-16,-5-4-9 0,5 4-10 15,0 0-15-15,0 0-13 0,0 0-18 0,0 0-13 16,0 0-10-16,0 0-11 0,0 0-10 0,0 0-6 15,0 0-8-15,0 0-7 0,0 0-7 0,-6 17-3 0,6-9-2 16,1 2-4-16,0 1 12 0,0-2-5 0,2 3-4 16,0-1 0-16,1 6-4 0,2-2-4 15,-3-3 3-15,0-1-7 0,2 1-4 0,0-2 0 16,-1 2 1-16,1-1-3 0,1-1-5 0,-1-1 1 0,1 1 1 16,-1-4 1-16,0 2-2 0,-2-2-1 0,-1-2-1 15,4 1 14-15,-3-1 6 0,-3-4 0 0,8 6 1 16,-6-2 11-16,-2-4 15 0,0 0 18 15,8 3 15-15,-8-3 0 0,0 0-1 0,0 0-9 16,12-7-15-16,-8 1-7 0,3-4 4 0,1 1-7 0,1-5-5 16,2-2-3-16,0 0-8 0,0-1-11 0,1-6 4 15,-1-2-6-15,2-3-1 0,1 5-5 0,-1-1 8 16,-4 7-13-16,3-5 1 0,-4 5-8 0,0 6 4 16,-3 1-6-16,0 0-3 0,0 4 3 0,-3-1-6 15,0 1-7-15,-2 6-28 0,3-8-39 0,-3 8-33 16,3-4-15-16,-3 4-8 0,0 0-36 0,0 0-41 15,3 26-39-15,-7-7-45 0,-5 5-182 0,3-6-510 16,-6 5 226-16</inkml:trace>
  <inkml:trace contextRef="#ctx0" brushRef="#br0" timeOffset="180034.26">11362 6674 210 0,'4'-5'260'0,"-4"5"-12"0,0 0-11 0,0 0-18 16,0 0-21-16,0 0-22 0,4-6-18 0,-4 6-16 16,0 0-16-16,0 0-12 0,0 0-10 0,0 0-12 15,2 17-10-15,-2-17-4 0,-3 17 9 0,1-5-4 16,1 0-3-16,0 0 10 0,1 5-7 0,-1-4-12 16,-1-2-1-16,2 1-8 0,-1-1-5 0,1 2-6 15,-3 2-5-15,2-2-3 0,2-1-8 0,-2-2 5 16,1 0-9-16,-1 2-3 0,-1-5-3 0,2-7-3 15,0 14-2-15,-1-7-8 0,1-7-31 0,0 12-20 16,-1-5-26-16,1-7-32 0,-1 13-43 0,1-13-41 16,-1 7-37-16,1-7-34 0,-3 6-160 0,3-6-446 15,0 0 197-15</inkml:trace>
  <inkml:trace contextRef="#ctx0" brushRef="#br0" timeOffset="180366.02">11408 6586 118 0,'7'-3'152'0,"2"0"-2"16,1 0-2-16,0 2-4 0,0-1-12 0,-2 2-11 15,3 0-18-15,-2 5 1 0,0-2 5 0,0 2-13 16,-2 1-7-16,-1 0-10 0,-1 0-6 0,-1 2-5 16,-1 1-7-16,-3 1 0 0,-3-1 4 0,-1 2-4 15,-1-2-6-15,-1 0-6 0,-3-2 1 0,0-1 3 16,1 2 7-16,-2-3 8 0,1 1-7 0,3-3 8 15,-1 0 1-15,2-1 7 0,5-2 2 0,-10 4 2 16,10-4-2-16,-7 2-2 0,7-2-8 0,0 0-1 16,-7 3-11-16,7-3-11 0,0 0 0 0,0 0-10 15,0 0-3-15,0 0-4 0,0 0 0 0,0 0-7 16,19 9-3-16,-13-8-3 0,2 2 0 0,1 0 3 16,2-3-6-16,2 4-2 0,-1-1 5 0,6 3-14 15,-3-3-41-15,-1 0-51 0,0 0-74 0,3 3-75 16,-6-4-241-16,1 1-519 0,-2-1 229 0</inkml:trace>
  <inkml:trace contextRef="#ctx0" brushRef="#br0" timeOffset="180983.64">11149 5838 98 0,'-8'-11'161'0,"8"11"-9"16,0 0-8-16,-6-4 0 0,6 4-5 0,0 0 2 16,-10-2-6-16,10 2-6 0,0 0-9 0,-11-3-6 15,11 3-6-15,-10-2 2 0,10 2 5 0,-10-1 2 16,10 1-1-16,0 0-3 0,0 0-6 0,-13-1-2 15,13 1-7-15,0 0-8 0,-5-1-3 0,5 1-5 16,0 0-5-16,0 0-7 0,0 0-7 0,0 0-5 16,0 0-10-16,0 0-1 0,0 0-8 0,0 0-1 15,20-11-5-15,-2 8-1 0,0-3-7 0,4 2-1 16,-2 0-6-16,2 1 1 0,4-2-17 0,-7 2-26 16,-6 1-32-16,2 2-29 0,-2 0-39 0,-2 1-26 15,1-1-40-15,-2 1-26 0,-1 0-24 0,-3 1-133 16,-6-2-402-16,9 2 178 0</inkml:trace>
  <inkml:trace contextRef="#ctx0" brushRef="#br0" timeOffset="181183.06">11282 5683 217 0,'0'0'264'0,"0"-9"-2"15,0 9-10-15,0 0-11 0,0 0-22 0,-5-5-20 16,5 5-20-16,0 0-19 0,0 0-18 0,0 0-20 15,0 0-11-15,0 0-19 0,0 0-7 0,0 0-9 16,0 0-8-16,-4 33-5 0,4-16-4 0,0 3-3 16,-2 7-9-16,0 0-8 0,-1 3-28 0,1 0-39 15,-3 3-51-15,-2 2-78 0,1 1-63 0,-7 9-194 16,2-11-448-16,-1-2 199 0</inkml:trace>
  <inkml:trace contextRef="#ctx0" brushRef="#br0" timeOffset="181817.05">10965 7729 22 0,'0'0'242'15,"-5"-7"-7"-15,5 7-10 0,0 0-6 0,-7-4-10 16,7 4-9-16,0 0-6 0,-7-5-9 0,7 5-10 16,0 0-9-16,-7-4-5 0,7 4-7 0,0 0-9 15,0 0-4-15,0 0-3 0,-7-2-1 0,7 2-4 16,0 0-9-16,0 0 0 0,0 0-10 0,0 0-11 15,0 0-9-15,0 0-6 0,0 0-7 0,0 0-13 16,0 0-4-16,0 0-8 0,0 0 7 0,0 0-14 0,0 0-11 16,0 0 13-16,35 0-24 0,-14-2-33 0,7-4-59 15,0 4-88-15,4 0-102 0,-1-3-118 16,0-1-190-16,0-3-609 0,-1-2 270 0</inkml:trace>
  <inkml:trace contextRef="#ctx0" brushRef="#br0" timeOffset="209970.03">7574 6059 29 0,'0'0'24'0,"0"0"-10"15,0 0-16-15,0 0-10 0,0 0-11 0,0 0 6 16</inkml:trace>
  <inkml:trace contextRef="#ctx0" brushRef="#br0" timeOffset="212593.07">7535 5964 24 0,'0'0'23'0,"0"0"-2"0,0 0-4 0,0 0-1 16,0 0-4-16,0 0 4 0,0 0-5 0,0 0 1 16,0 0-3-16,0 0 4 0,0 0-1 0,0 0 1 15,0 0-6-15,0 0-2 0,0 0 2 0,0 0-2 16,0 0 1-16,0 0-2 0,0 0-1 0,0 0 3 16,0 0-4-16,0 0 0 0,0 0 2 0,0 0-7 15,0 0-8-15,0 0-29 0,0 0-42 0,0 0 18 16</inkml:trace>
  <inkml:trace contextRef="#ctx0" brushRef="#br0" timeOffset="-184063.22">13463 4221 6 0,'-6'-4'86'16,"6"4"-2"-16,-7-6-7 0,7 6-10 0,-2-4-5 15,2 4 0-15,0 0 19 0,-4-9-4 0,4 9 3 0,-4-9 7 16,4 9 4-16,0 0 6 0,-2-7 6 0,2 7 1 15,0 0-7-15,0 0 3 0,0-8-4 16,0 8-6-16,0 0-6 0,0 0-2 0,0 0-7 16,0 0-6-16,-8-4-6 0,8 4-8 0,0 0-3 15,-11 1-8-15,11-1-4 0,-12 1-6 0,12-1-3 16,-15 5-5-16,8 0 4 0,-3 1-10 0,0 1-3 0,-1 0 0 16,-1 0-4-16,3 3 5 0,-2 1-4 15,1-3-6-15,0 0 1 0,3 2-4 0,0-1 4 16,-2-1-2-16,5 1-5 0,-3 0 1 0,5-2 2 15,0 0-2-15,0 3-1 0,1-4-1 0,2 4 0 16,-1-10 3-16,4 15-3 0,0-8 2 0,1-1 2 16,3 3-3-16,0-3 3 0,3 1-6 0,4 1 3 15,1-1-1-15,-1 1 6 0,-1-5-5 0,1 4-4 16,0 0 3-16,-2-1 1 0,-1-2 0 0,1 1 1 16,-5-1-4-16,2 2 3 0,-4-2 1 0,-6-4 0 15,9 9-8-15,-9-9 4 0,9 7 1 0,-9-7-1 16,3 9-3-16,-3-9 6 0,-7 14-2 0,0-7 6 15,0 0-6-15,1-1 0 0,-8 4 0 0,3-2-2 16,-5-1-2-16,7 0-4 0,-2-2-12 0,1-1-16 16,0-1-29-16,10-3-26 0,-11 7-35 0,11-7-15 15,-10 3-44-15,10-3-107 0,0 0-316 0,0 0 140 16</inkml:trace>
  <inkml:trace contextRef="#ctx0" brushRef="#br0" timeOffset="-183828.63">13661 4351 160 0,'5'-4'174'0,"-5"4"-8"0,0 0-19 16,0 0-12-16,0 0-16 0,4-5-11 0,-4 5-14 16,0 0-11-16,0 0-5 0,0 0-7 0,0 19-6 15,0-12-6-15,0-7-3 0,0 17-10 0,-2-7 2 16,0 2-7-16,2-1-6 0,-2 2-1 0,-1-2-2 15,3 0-1-15,0 2-10 0,-3 0 2 0,6 1-3 16,-3 2-7-16,0 0-44 0,0-7-40 0,0-9-32 16,3 16-23-16,-3-6-129 0,0-10-276 0,2 15 122 15</inkml:trace>
  <inkml:trace contextRef="#ctx0" brushRef="#br0" timeOffset="-183667.57">13683 4174 89 0,'0'0'109'0,"0"0"-13"0,10-4-5 0,-10 4-20 16,13 2-18-16,-4-1-19 0,5 4-26 0,5 0-25 16,0 1-25-16,-1 5-40 0,-1-1-90 0,2 0 40 15</inkml:trace>
  <inkml:trace contextRef="#ctx0" brushRef="#br0" timeOffset="-183529.7">13964 4306 55 0,'0'0'101'0,"0"0"-10"0,0 0-13 0,0 0 1 16,0 0-18-16,0 0-8 0,10 1-6 0,-10-1-3 16,0 0-20-16,0 0-25 0,14-2-15 15,-14 2-18-15,14 0-63 0,-7 0-106 0,-7 0 47 16</inkml:trace>
  <inkml:trace contextRef="#ctx0" brushRef="#br0" timeOffset="-183346.44">13982 4352 14 0,'0'0'108'0,"0"0"0"0,0 0-11 0,0 0-11 15,0 0-7-15,0 0-5 0,0 0-22 0,0 0 13 16,0 0-12-16,0 0-4 0,0 0-1 0,32-5-4 15,-19 3-18-15,1 0 17 0,3-1-47 0,4 1-42 16,-3-2-30-16,1 2-61 0,-5 0-149 0,2-4 67 16</inkml:trace>
  <inkml:trace contextRef="#ctx0" brushRef="#br0" timeOffset="-182946.66">14407 4177 101 0,'0'0'182'0,"-7"-3"-21"0,7 3-15 0,0 0-13 15,0 0-5-15,-16 4-14 0,16-4-15 0,-9 9-12 16,5-5-9-16,-2 5-3 0,0-1-5 0,2 3-8 16,-2 2-6-16,-1 1-2 0,2 3-7 0,-2-2-3 15,3 0-4-15,1-3-6 0,2-1-2 0,0 1-3 16,2-2-2-16,1-1-4 0,0 1-1 0,0-3-2 15,2 0 3-15,-1-1-4 0,2 0 0 0,1-1-1 16,0-1 1-16,5-1 2 0,-5 0-5 0,5-3 1 16,0 2 2-16,2-4-2 0,-2-1-1 0,1 0-1 15,2-2 2-15,-1-1 0 0,0-2 1 0,0-4 0 16,0 2-1-16,-5 0 3 0,3 0 0 0,-3-5-2 16,-2 4 4-16,1-5-10 0,-5 1 4 0,0-2-5 15,-2 1 3-15,-4-1-6 0,-3 2 2 0,3-2-5 16,-6 3 1-16,-1 1-4 0,-3 1 1 0,1 1 2 15,2 3-5-15,-3 5 2 0,3-3-2 0,-7 2-2 16,7 4-1-16,-3 2-7 0,1 0-20 0,2 4-31 16,-1-1-19-16,5 1-43 0,1 4-29 0,0 1-35 15,-2-1-96-15,4 1-306 0,4-2 135 0</inkml:trace>
  <inkml:trace contextRef="#ctx0" brushRef="#br0" timeOffset="-182799.95">14667 4188 9 0,'12'-1'148'0,"-12"1"-10"0,0 0-11 0,0 0-14 15,7-3-12-15,-7 3-17 0,0 0-5 0,0 0-8 16,0 0-48-16,0 0-49 0,8 5-40 0,-8-5-68 16,5 6-145-16,-5-6 65 0</inkml:trace>
  <inkml:trace contextRef="#ctx0" brushRef="#br0" timeOffset="-182478.72">14743 4064 35 0,'0'0'137'0,"0"0"-6"0,0 0-13 0,0 0-9 15,0 0-3-15,8-14-1 0,3 10-5 0,0 0-1 16,-2 2-3-16,10-3 3 0,-2 0-10 0,-1 2-4 0,2-1-9 15,1 2-13-15,-6 1-3 0,0-2-11 16,-4 2-1-16,1 2-3 0,-10-1-8 0,15 1-6 16,-9 1-2-16,3 3 1 0,-5 0-3 0,7 3 10 15,-6 0 4-15,1 2-9 0,-1 0 4 0,-1 2 21 16,0 3-6-16,-3 2 2 0,4 1-12 0,-3-1 3 16,0 0-2-16,-2 0-5 0,0 2-5 0,0-2 0 15,-2 0-5-15,2-2 0 0,0-2-3 0,-2-2-5 16,2 0 1-16,0-1-1 0,-1 2 0 0,1-1-3 15,-1-1-5-15,1 0-24 0,0-3-36 0,0 2-38 16,0-9-54-16,1 13-33 0,-1-7-170 0,0-6-370 16,0 0 163-16</inkml:trace>
  <inkml:trace contextRef="#ctx0" brushRef="#br0" timeOffset="-182322.01">14878 4230 8 0,'7'-6'118'0,"1"3"-15"16,0-1-5-16,3 0-4 0,7-3-30 0,-1 1-28 15,0-1-36-15,4 3-31 0,-4-2-51 0,2 1-88 16,-6 1 38-16</inkml:trace>
  <inkml:trace contextRef="#ctx0" brushRef="#br0" timeOffset="-181996.29">15179 4014 56 0,'0'0'148'0,"0"0"-6"0,0-13-16 0,0 13-10 16,0 0-16-16,0 0-18 0,0 0-16 0,7-6 7 15,-7 6 1-15,0 0 2 0,20 14-6 0,-13-6 3 16,4 5-20-16,2-1 1 0,-2 3-1 0,0-1-8 16,-3 0-3-16,3 1 26 0,-3-1-10 15,3 1-8-15,-2-3 0 0,-4-1-8 0,0-3 0 0,3-1-5 16,-4-1-2-16,-1-1 0 0,1 0-3 0,-4-5 9 15,6 6 10-15,-3-2 16 0,-3-4 15 0,5 5 9 16,-5-5 12-16,0 0 5 0,0 0-12 0,0 0-7 16,0 0-12-16,9-14 2 0,-5 4-18 0,0 1-3 15,0-4-10-15,1-5-4 0,-1 1-5 0,5-2-2 16,-4 0-5-16,2 2-6 0,-1 0 3 16,1-1-10-16,2 4-8 0,-1-1-16 0,-3 4-17 0,0 3-23 15,-1-2-34-15,1 4-29 0,0 2-20 0,-1-2-34 16,5 4-30-16,-9 2-29 0,15-1-150 0,-15 1-402 15,9 5 179-15</inkml:trace>
  <inkml:trace contextRef="#ctx0" brushRef="#br0" timeOffset="-181130.63">14497 4882 185 0,'-5'-5'214'0,"5"5"-5"0,-9-5-16 0,9 5-12 16,-5-3-19-16,5 3-20 0,0 0-12 0,-8-3-16 15,8 3-11-15,0 0-14 0,0 0-8 0,-9 11-12 16,4-3-4-16,1 4-5 0,-1 5-8 0,0-1-2 16,1-1-3-16,-2 3-9 0,4-3-7 0,-4 2-2 15,4-5-1-15,2-1-6 0,0 2 4 0,0-3-7 16,2-1 0-16,-1 0-4 0,2-3 5 0,1-1-3 16,3 3 0-16,-3-3 0 0,2-2-3 0,1 0 0 15,-7-3 2-15,18 0-3 0,-7 0 1 0,1-4-1 16,-1 2 3-16,0-4 0 0,1-1 1 0,3-2 0 15,-4-2-1-15,2-2-1 0,-6 0-2 0,3 0 0 16,-4 1 5-16,-2-4-2 0,-1-1-3 0,-1 2-4 16,-2-2-2-16,-2 1 1 0,-1 0 0 0,-1 5-3 15,-5-3-1-15,0 5 0 0,-2 0-4 0,4 1-1 16,-4 3 1-16,-1 0-3 0,0 2 0 0,0 3-2 16,-1 3-12-16,-1 0-20 0,1 2-19 0,1 1-32 15,-1 2-26-15,6-1-32 0,-3 3-27 0,4 1-30 16,0 3-114-16,3-1-342 0,1-4 152 0</inkml:trace>
  <inkml:trace contextRef="#ctx0" brushRef="#br0" timeOffset="-180985.88">14665 4974 61 0,'0'0'200'0,"8"0"-22"0,-8 0-18 15,0 0-11-15,0 0-16 0,6 3-15 0,-6-3-10 16,0 0-16-16,0 0-7 0,6 5-7 0,-6-5-10 15,4 6-14-15,-4-6-57 0,0 0-59 0,3 14-51 16,-1-6-105-16,-2-8-236 0,4 11 104 0</inkml:trace>
  <inkml:trace contextRef="#ctx0" brushRef="#br0" timeOffset="-180596.63">14897 4821 109 0,'0'0'152'16,"2"-7"-2"-16,-2 7-10 0,7-4-13 0,-7 4-9 0,0 0-15 16,8-2-10-16,-8 2 8 0,12 2-8 0,-12-2-14 15,11 7-4-15,-7-3-8 0,4 2-3 0,-4 1-9 16,2 1-2-16,-3 0-7 0,-2 3 1 16,-1 1-13-16,-2-2 0 0,-1 2 1 0,-2-1-6 15,-1 4 2-15,-2 1-8 0,3-6-3 0,-1 0-3 16,2-1-5-16,0-1-4 0,1-3-6 0,0 1-9 0,0 0-9 15,3-6-5-15,-1 7 1 0,1-7 1 0,0 0 6 16,0 0-2-16,4 11-3 0,-4-11-1 16,10 2 6-16,-6 1 2 0,-4-3 3 0,0 0-3 15,21 3 1-15,-13-2-1 0,-8-1 2 0,11 3 3 16,-11-3-2-16,11 6 4 0,-11-6-2 0,9 4-5 16,-6-4 12-16,-3 0-2 0,2 5 21 0,-2-5 11 0,0 0 5 15,0 9-2-15,0-9 2 0,0 0-3 16,-5 11-6-16,1-6-1 0,4-5-2 0,-12 8-3 15,6-4-4-15,2-2-7 0,-5 5-30 0,9-7-37 16,-12 7-49-16,6-5-41 0,6-2-128 0,-10 4-297 16,10-4 131-16</inkml:trace>
  <inkml:trace contextRef="#ctx0" brushRef="#br0" timeOffset="-180246.51">15233 4763 152 0,'0'0'194'16,"0"0"-23"-16,5-10-18 0,-5 10-16 0,0 0-15 15,0 0-10-15,0 0-10 0,16 11 24 0,-11-3-10 16,3-2-9-16,0 5-10 0,3 2-9 0,-1 0-8 16,0 2-15-16,-2-2 1 0,-1-3-8 0,2 3-2 15,-1-1-7-15,0-3-6 0,-1 0-5 0,-1-1 3 16,1-1-6-16,-1 0 2 0,1-2 1 0,-1 0 0 15,-3-1 5-15,2-1 9 0,-5-3 8 0,7 6 11 16,-7-6 4-16,9 1 2 0,-9-1 0 0,11-4-3 16,-2-3 7-16,-2-1-14 0,1 0-8 0,5-5-2 15,-7-1-5-15,2-1-7 0,2-3-7 0,0 1 0 16,2-8-6-16,2 1-3 0,-1 0-5 0,-1 1-3 16,0 0-9-16,-5 6-12 0,2 0-26 0,-4 3-19 15,-1 3-20-15,0 2-34 0,-1 1-30 0,-3 8-47 16,0 0-46-16,0-11-35 0,0 11-141 0,0 0-431 15,-28 10 190-15</inkml:trace>
  <inkml:trace contextRef="#ctx0" brushRef="#br0" timeOffset="-179596.72">13419 5050 176 0,'0'0'167'0,"-12"-4"-6"0,5 3-12 16,7 1-14-16,-22 5-11 0,9 5-14 0,0 2 0 15,-6 9 0-15,-2 3-5 0,2 2-13 0,-1 0-5 16,3 4-11-16,4-4-7 0,2 3-8 0,2 0-3 16,2-2-8-16,3-8-4 0,2 0-1 0,2 0-5 15,0-2-6-15,0-5-3 0,2 0 2 0,0-3-4 16,4-1 1-16,-3 1-7 0,2-2 5 0,4-2-6 16,-3-1 1-16,1-1 0 0,-1 0 1 0,2 0-4 15,0-2 0-15,-8-1 1 0,13-4 9 0,-5 1 3 16,-1 0-5-16,1-3 1 0,-1 0-2 0,2-4-6 15,-2 3 1-15,-1-3 0 0,1 0-2 0,1 1-4 16,-4-1-3-16,-2 0 3 0,2 4-7 0,-1-1-2 16,-1 3 3-16,-2 4-5 0,4-8-4 0,-4 8 0 15,4-6-4-15,-4 6 1 0,0 0 0 0,0 0-1 16,0 0 1-16,17 7 1 0,-11 0 1 0,-2 3-2 16,3-2-1-16,1 2 4 0,-4 0-2 0,0 3 6 15,1-1-4-15,-1-2-3 0,0 1 2 0,-2 1 0 16,2 0 2-16,-2 0-1 0,0-1 2 0,0 0-1 15,2 0-5-15,-4-1-26 0,3-3-28 0,-1 3-44 16,-2-3-34-16,2 0-31 0,0-2-36 0,0 2-123 16,-2-7-350-16,0 0 155 0</inkml:trace>
  <inkml:trace contextRef="#ctx0" brushRef="#br0" timeOffset="-179278.61">13555 5392 137 0,'4'-3'144'0,"1"0"-4"16,3 0-1-16,0-2 1 0,-1-1-2 0,4-1-14 16,0-1-8-16,3-2-7 0,4-1-11 0,-3 0-4 15,-1 0-9-15,-1 3-4 0,1-2 3 0,-5 3 8 16,0-3-3-16,-5 5 3 0,4-3-8 0,-2-1-4 16,-2 2-8-16,-1-1-9 0,-1 1 1 0,-5-3-7 15,3 3-7-15,-6-2-1 0,4 2-5 0,2 7 5 16,-9-10-15-16,1 7-4 0,0 0-8 0,-1 0-3 15,-3 5-2-15,1 0 0 0,1 3-5 0,-2 2 1 16,-3 3-5-16,3 4 1 0,1 1-3 0,0 0 4 16,3 5-4-16,-5 2 2 0,9-5-2 0,0 2 2 15,2-3-7-15,2 1 1 0,4-2 3 16,2-1-1-16,3 0 2 0,1-1-21 0,5-1-26 16,1-2-40-16,8 1-32 0,5-3-50 0,1-1-43 0,1 2-151 15,-2-4-386-15,-2 0 171 0</inkml:trace>
  <inkml:trace contextRef="#ctx0" brushRef="#br0" timeOffset="-179120.66">13991 5574 102 0,'-9'-1'233'0,"9"1"-13"0,0 0-15 15,0 0-15-15,0 0-21 0,0 0-24 0,0 0-16 16,0 0-25-16,0 0-47 0,0 0-46 15,21-13-59-15,-11 10-78 0,-5 2-107 0,-5 1-250 0,14-5 111 16</inkml:trace>
  <inkml:trace contextRef="#ctx0" brushRef="#br0" timeOffset="-178912.86">13348 5925 3029 0,'-17'6'180'0,"1"-3"-94"0,7-1-59 16,5-1-21-16,4-1-9 0,0 0-7 0,44-10-18 15,12-5-7-15,34-15-5 0,7-7-24 0,11-2-25 16,-1-6-28-16,11 4-47 0,-2-3-33 0,3 2-19 16,1 7-16-16,-2 5-124 0,3-8-385 0,1 6 171 15</inkml:trace>
  <inkml:trace contextRef="#ctx0" brushRef="#br0" timeOffset="-178793.63">15839 5138 3004 0,'7'-9'-20'0,"-4"4"12"0,-3 5-63 0,2-9-48 0,-2 9-71 16,4-12-71-16,-4 12-129 0,-2-10-421 0,-1 1 186 15</inkml:trace>
  <inkml:trace contextRef="#ctx0" brushRef="#br0" timeOffset="-151126.65">5151 11273 14 0,'-6'4'45'0,"6"-4"-4"16,-8 2 0-16,8-2-6 0,-8 3 1 0,8-3-1 15,-8 2-6-15,8-2 2 0,-8 1-3 0,8-1-3 0,0 0 3 16,-11 4-4-16,11-4 2 0,0 0-4 0,-8 2 7 15,8-2-1-15,0 0-2 0,-5 3-1 0,5-3 2 16,0 0 5-16,0 0-9 0,-11 0 13 16,11 0-13-16,0 0 11 0,-9 3-5 0,9-3-4 0,-9 3 6 15,9-3-3-15,-10 1-1 0,10-1-13 0,-9 0 8 16,9 0 0-16,-10 2 0 0,10-2-2 0,-9 1-4 16,9-1 7-16,-8 1 6 0,8-1 1 0,-6 3-4 15,6-3 10-15,0 0-3 0,-11 1-4 0,11-1-4 16,-9 2-1-16,9-2-8 0,-12 0 12 0,12 0-11 15,-13 2 7-15,13-2-6 0,-13 1 1 0,7 0-6 16,6-1 9-16,-15 0 6 0,8 0-3 0,7 0 0 16,-14 0-6-16,4 0-3 0,4 2 14 0,6-2-13 15,-16 0 0-15,6-2 2 0,2 4-2 16,8-2 3-16,-13 1 5 0,13-1-6 0,-15-1 2 0,15 1 0 16,-11 0-1-16,11 0-1 0,-9 0 0 0,9 0 0 15,0 0-6-15,-9-2 1 0,9 2-9 0,0 0 11 16,0 0-5-16,-9 2-2 0,9-2 2 0,0 0-3 15,0 0 2-15,0 0-1 0,0 0 1 0,0 0-6 16,0 0 2-16,0 0-2 0,0 0 2 0,0 0 1 16,0 0-3-16,0 0-1 0,0 0-3 0,0 0 5 15,24 2-8-15,-12-3 6 0,-1 1-2 0,7-1-1 16,-4-1 6-16,7 1-4 0,-3-2-5 0,5 2 11 16,-2-1 1-16,7-3-1 0,0 3 1 0,2-2-6 15,-2-1 6-15,0 0-6 0,5 3 1 0,-2-2 1 16,0 0-1-16,-1 2 2 0,1-1-1 0,1 2-5 15,-5-2 2-15,1 3-1 0,0-3 2 0,2 3-1 16,-2-1 6-16,0-1-4 0,0 0-4 0,-5 1 5 16,4 0-5-16,2-2 9 0,-2 2 0 0,1 1-4 15,2-1-2-15,-1 1 1 0,0 0 3 0,-1-2 1 16,3 2-4-16,-3 2 1 0,0-2 4 0,-1-2-3 16,0 2-2-16,-7-1 2 0,10 0 0 0,-2 2-1 15,-6-2 4-15,6 0-5 0,-8 1 6 0,8 0 0 16,-1-2-1-16,-5 2 5 0,-1 0 1 0,0-1-4 15,2-1 3-15,-1 2 3 0,-2-2-5 0,1 1 2 16,2 0-3-16,-3-1-3 0,-2 1 4 0,5-2-2 16,-1 2-1-16,-3 1-2 0,1-1 4 0,1-1-3 15,-2 0-3-15,3 2 1 0,-4 0 5 0,2-1-5 16,2-1-1-16,-3 1 0 0,3 1 1 0,-3-3 3 16,1 1 1-16,2 1 2 0,-2-2-3 0,2 1-3 15,-1 0 3-15,0 0 1 0,1 1-1 0,-4 1-3 16,2-3 2-16,0 2 0 0,0-2-1 0,-2 1 2 15,0 2-2-15,1-1 1 0,-1-1-2 0,0 2 4 16,0-1-3-16,-2-2 0 0,-2 3 0 0,3-2-2 16,-4 2 4-16,1-1-4 0,-1-1 1 0,1 1-2 0,-2-1 1 15,2 1 0-15,-1 0 3 0,1-1 2 16,-2 1-2-16,-2-1 0 0,4 1 1 0,-4-1 4 0,-1 1-4 16,3 0-1-16,-2 1-3 0,-1-2 2 15,-9 2 2-15,14-1-3 0,-8 0 2 0,-6 1 3 16,11-2-3-16,-11 2-4 0,10-1 0 0,-10 1 0 0,9-2 1 15,-9 2-2-15,0 0-1 0,9 0 4 0,-9 0 0 16,0 0 2-16,9-2 3 0,-9 2-5 0,0 0 1 16,0 0-1-16,7-1 4 0,-7 1 18 15,0 0-3-15,0 0-3 0,0 0 1 0,0 0-5 0,0 0-2 16,0 0-3-16,0 0 1 0,0 0-5 0,0 0 3 16,0 0-1-16,0 0-2 0,11 1 1 0,-11-1-6 15,0 0 2-15,0 0-10 0,0 0-20 0,0 0-25 16,0 0-40-16,0 0-44 0,0 0-39 15,0 0-46-15,0 0-175 0,0 0-426 0,0 0 188 0</inkml:trace>
  <inkml:trace contextRef="#ctx0" brushRef="#br0" timeOffset="-65295.03">7154 11162 51 0,'0'0'67'0,"0"0"-4"0,0 0 0 16,0 0-7-16,0 0 4 0,-7-3-7 0,7 3 2 15,0 0-9-15,0 0 3 0,-7-4-8 0,7 4 0 16,0 0 1-16,0 0-10 0,-8-2 0 0,8 2 8 16,0 0-20-16,0 0 10 0,-10-2-1 0,10 2-4 15,0 0-3-15,-8-1 7 0,8 1-1 0,0 0 7 16,-9-1-10-16,9 1 10 0,0 0-9 0,-10-2-12 15,10 2 5-15,0 0-4 0,0 0-1 0,0 0 3 16,-12 2-8-16,12-2 7 0,0 0-8 0,-9 2 7 16,9-2-1-16,0 0-7 0,-7 2-10 0,7-2 11 15,0 0-1-15,-8 1 5 0,8-1-2 0,0 0-3 16,-6 3-3-16,6-3 5 0,0 0-3 0,0 0 2 16,0 0 2-16,0 0-5 0,0 0-3 0,0 0 1 15,0 0 3-15,0 0-5 0,0 0-1 0,0 0 4 16,0 0-3-16,0 0 4 0,0 0 0 0,0 0 0 15,0 0 1-15,20 7-1 0,-12-6 1 0,4-1 1 0,5 0 0 16,0-1 3-16,3 1 1 0,2 0-3 0,-1-2-2 16,0 2 5-16,1-3 6 0,-3 2-8 15,2-2 0-15,0 2-2 0,-3-1-13 0,3 2 13 16,-7-1 3-16,-3 0-3 0,2 0 12 0,0-1-13 0,-2 1 2 16,-3 1-2-16,-8 0-3 0,17-1 5 0,-10 2-1 15,-7-1 2-15,12-1-2 0,-12 1-10 0,7 1 10 16,-7-1-3-16,0 0 8 0,9 1-4 15,-9-1 4-15,0 0 4 0,0 0 1 0,0 0-16 0,0 0 23 16,0 0-4-16,0 0 0 0,0 0-6 0,0 0 3 16,9 0-12-16,-9 0 12 0,0 0 0 0,0 0-10 15,0 0 3-15,0 0-4 0,0 0 5 0,0 0-2 16,0 0-15-16,0 0-28 0,0 0-21 0,0 0-35 16,0 0-37-16,-1 11-125 0,1-11-272 0,0 0 121 15</inkml:trace>
  <inkml:trace contextRef="#ctx0" brushRef="#br0" timeOffset="-64588.58">7524 10826 131 0,'0'0'136'16,"-5"-8"1"-16,5 8-5 0,-4-7-2 0,4 7-5 15,-3-8-11-15,3 8-13 0,-7-6-9 0,7 6 7 0,-9-7 3 16,9 7-5-16,-3-8-5 0,3 8-2 0,-4-4-6 15,4 4-7-15,-4-6-9 0,4 6-7 16,0 0-3-16,0 0-5 0,0 0-11 0,0 0-1 0,-5-7-3 16,5 7-12-16,0 0 0 0,0 0-8 0,0 0 1 15,0 0-4-15,0 0-1 0,-3 17 0 16,3-17-2-16,1 18 0 0,1-7-5 0,-2 2-1 0,2 4 4 16,-2 0-6-16,3 2 27 0,-1 0-3 0,0 7 3 15,4 0 0-15,0-1-8 0,-1 2-4 0,-1 0-4 16,1 0 4-16,1-1-5 0,-4 1 9 0,3 1-3 15,3-1 4-15,-4 0 3 0,0-1 3 16,-1 4 4-16,1-3 1 0,0-2-2 0,0 0-4 0,0-4-4 16,1 4 2-16,-1-7-4 0,-3 3-2 0,3 4-2 15,-2-8 4-15,0 1-5 0,0 0-4 0,1-7 2 16,-2 5-2-16,2-5-1 0,-2 1 3 0,-1-2-6 16,0-1 0-16,4 1-1 0,-4-5 0 0,1 3 1 15,-1-8-2-15,1 12 1 0,-1-12-3 0,0 8-3 16,1-2 6-16,-1-6-4 0,0 0 2 0,0 8-3 15,0-8 5-15,0 0-2 0,0 0-9 0,0 0-25 16,-2 9-23-16,2-9-30 0,0 0-42 0,0 0-37 16,0 0-34-16,0 0-48 0,0 0-130 0,0 0-399 15,0 0 176-15</inkml:trace>
  <inkml:trace contextRef="#ctx0" brushRef="#br0" timeOffset="-61674.58">7739 11013 25 0,'0'0'106'15,"0"0"-6"-15,0 0 2 0,0 0-6 0,0 0-11 0,0 0 11 16,3-6 3-16,-3 6-9 0,0 0 6 16,0 0-12-16,0 0 8 0,0 0 4 0,0-10 4 15,0 10-2-15,0 0 1 0,0 0-5 0,0 0-5 16,0 0-3-16,-4-10-4 0,4 10-3 0,0 0-4 0,0 0-4 15,0 0-3-15,0 0-3 0,0 0-2 0,-3-6 1 16,3 6-9-16,0 0 0 0,0 0-2 0,0 0-5 16,0 0-3-16,0 0-2 0,0 0 0 15,-2-9-4-15,2 9-2 0,0 0-6 0,0 0 2 0,0 0-6 16,0 0-2-16,0 0-2 0,0 0-3 0,-3-7 0 16,3 7 6-16,0 0-12 0,0 0 2 0,0 0 3 15,0 0-11-15,0 0 2 0,0 0 0 0,0 0-3 16,0 0-2-16,0 0-2 0,-2-7 0 15,2 7-3-15,0 0-3 0,0 0 3 0,0 0-3 0,0 0-1 16,0 0 2-16,0 0 1 0,0 0-1 0,3 31-3 16,-3-19 3-16,2 5-2 0,-2 1 2 0,2 1-2 15,-2 1 2-15,2-1 16 0,-1 5 3 0,0-5-4 16,0 1-2-16,1-4-1 0,-2 1 0 0,1 0-1 16,0-4 2-16,2 3 0 0,-3-3 4 0,1 0 10 15,0-3 1-15,0 0-4 0,1-1-2 0,-2 1-2 16,1-3-2-16,0 0-2 0,-1-7 0 0,0 11-1 15,0-11 2-15,2 9-7 0,-2-9-1 0,0 7 1 16,0-7 0-16,0 0 1 0,-2 9-2 0,2-9-4 16,0 0 6-16,0 0-3 0,0 0 7 0,2 7-9 15,-2-7 4-15,0 0-13 0,0 0-26 0,0 0-28 16,0 0-40-16,0 0-49 0,0 0-59 0,0 0-60 16,0 0-160-16,0 0-464 0,0 0 206 0</inkml:trace>
  <inkml:trace contextRef="#ctx0" brushRef="#br0" timeOffset="-59746.58">7947 10792 12 0,'0'0'23'0,"0"0"-3"0,0 0-7 0,0 0 2 16,0 0 2-16,0 0-5 0,0 0 2 0,0 0-2 16,0 0-2-16,0 0 1 0,0 0-4 0,0 0 0 15,0 0 0-15,0 0 1 0,0 0-2 0,0 0 1 16,0 0-2-16,0 0-4 0,0 0 3 0,0 0-2 16,0 0 1-16,0 0-1 0,0 0 3 0,0 0-2 15,0 0 5-15,0 0-6 0,0 0 2 0,0 0 4 16,0 0 1-16,0 0-1 0,0 0 2 0,0 0 1 15,0 0 1-15,0 0 0 0,0 0-2 0,0 0 3 16,0 0-3-16,0 0-4 0,0 0 5 0,0 0-4 16,0 0 0-16,0 0-1 0,0 0 2 0,0 0 3 15,0 0 3-15,0 0 1 0,0 0-1 0,0 0 3 16,0 0 1-16,0 0-6 0,0 0 3 16,0 0 7-16,-1-9-8 0,1 9 6 0,0 0 0 0,0 0-4 15,0 0 4-15,0 0 2 0,0 0-1 0,0 0 3 16,0 0-5-16,0-8-1 0,0 8 7 0,0 0-1 15,0 0 5-15,-2-8 2 0,2 8 7 0,0 0-2 16,0 0 9-16,-3-8 0 0,3 8-8 0,0 0 0 16,-3-6-3-16,3 6 8 0,0 0-8 0,0 0 0 15,-3-9 4-15,3 9-1 0,0 0-9 0,0 0 8 16,0 0-1-16,-3-8-1 0,3 8 5 0,0 0-1 16,0 0 0-16,0 0-1 0,0 0 3 0,0 0 0 15,0 0-2-15,-1-8 1 0,1 8 0 0,0 0-4 16,0 0-1-16,0 0-2 0,0 0-7 0,0 0-4 15,0 0-4-15,0 0 0 0,0 0-3 0,0 0 0 16,0 0-3-16,0 0 3 0,0 0 6 0,2 33 14 16,0-21-5-16,0 5-2 0,-2 2 0 0,3 0 18 15,-1 7 3-15,2 1-6 0,-1 0-3 0,-2 2-3 16,3-1 0-16,0 6-4 0,-3-5 3 0,3 1-7 16,-2 2 0-16,1-3-4 0,-2 1 0 0,2-2-6 15,1 0 0-15,-3-2 6 0,1 1-5 0,1-3 13 16,0 1 1-16,-2-5-2 0,1 4-1 0,0-4-5 15,-1-3 1-15,3 0-2 0,-2 1 3 0,1-1-4 16,-1 0 2-16,0-2-1 0,-2-2 4 0,1-1 8 16,-1 1-4-16,1-1 1 0,0-4 1 0,2 2-9 15,-3-4 2-15,0-6-3 0,0 12-2 0,1-8-2 0,-1-4-3 16,0 9-4-16,0-9 2 0,2 7 3 16,-2-7-1-16,0 0-7 0,1 7 4 0,-1-7-2 15,0 0 5-15,0 0-8 0,0 0-5 0,0 0-28 16,0 0-30-16,0 0-30 0,0 0-42 0,0 0-50 15,0 0-44-15,-10-20-47 0,10 20-135 0,0-17-435 16,0 5 192-16</inkml:trace>
  <inkml:trace contextRef="#ctx0" brushRef="#br0" timeOffset="-59328.6">8144 11078 69 0,'0'-11'208'0,"0"11"-7"15,4-9-7-15,-4 9-10 0,1-11-14 0,-1 11-15 0,2-8 0 16,-2 8-5-16,0 0-1 0,1-10-6 16,-1 10-4-16,0 0-9 0,1-6-5 0,-1 6-5 15,0 0-9-15,0 0-6 0,0 0-11 0,1-6-7 16,-1 6-14-16,0 0-5 0,0 0-7 0,0 0-10 15,0 0-7-15,0 0-2 0,0 0-9 0,0 0-5 0,0 0 1 16,0 0 0-16,6 26-5 0,-5-16-7 0,0 0 2 16,0 2-4-16,1 0 1 0,0 4 2 15,0-5 3-15,0 5 3 0,1-3 20 0,-1-1 5 16,2 0-7-16,-3-1-2 0,2 1-3 0,-2-2-5 0,2 0-2 16,-1-1-4-16,0-2 5 0,-1 3-7 0,0-3-5 15,0-1 17-15,-1-6-17 0,4 13-2 0,-4-8 1 16,0-5-7-16,2 11 2 0,-1-7-1 15,-1-4 3-15,1 10-7 0,-1-10 0 0,0 0-13 16,0 9-29-16,0-9-27 0,0 0-32 0,0 0-35 0,-1 9-55 16,1-9-54-16,0 0-46 0,-5 4-185 0,5-4-507 15,0 0 224-15</inkml:trace>
  <inkml:trace contextRef="#ctx0" brushRef="#br0" timeOffset="-58813.04">8201 11114 41 0,'0'0'192'0,"0"0"-5"0,0 0-21 0,0 0-10 0,0 0-17 16,0 0-12-16,0 0-10 0,0 0-9 0,0 0 6 15,0 0-4-15,22-7 1 0,-10 5-1 0,1 1-11 16,5 0-4-16,5-1 2 0,6-2 3 16,2 2-4-16,-1 1-3 0,2-2-6 0,4-1-8 15,5 0-9-15,10-1-6 0,4 2-4 0,0-1-1 0,1-3-3 16,-1 2-6-16,4-3-5 0,-1 1-2 0,-2 2-1 15,-1-2-7-15,3 3 3 0,0-2-4 0,-2 3-5 16,-3-5 0-16,3 4-5 0,-4-2-4 0,-2 5 0 16,-10-3-3-16,-3 0 0 0,1 2-3 0,-1-3 0 15,-2 3-1-15,-1 0-1 0,-3-4-1 0,3 2-2 16,-4 0-3-16,-12 2 1 0,2-1 0 0,-2 1 2 16,0-2 1-16,-5 3-1 0,1-1 5 0,-1-1 6 15,-2 2-1-15,-1 0 1 0,-3-1-5 16,-7 2 0-16,12 0-4 0,-12 0 3 0,9-1-6 0,-9 1 5 15,7-2-6-15,-7 2 0 0,0 0 1 0,9 0 7 16,-9 0-8-16,0 0-1 0,0 0-6 0,0 0-1 16,0 0-16-16,0 0-16 0,0 0-22 0,0 0-32 15,0 0-38-15,0 0-48 0,0 0-47 0,0 0-50 16,-30 10-150-16,20-9-454 0,0 1 202 0</inkml:trace>
  <inkml:trace contextRef="#ctx0" brushRef="#br0" timeOffset="-57822.64">7046 10579 49 0,'-7'2'125'0,"7"-2"-11"0,0 0 3 16,0 0-13-16,0 0-7 0,-13 0 1 0,13 0-3 15,0 0 1-15,-8 2 6 0,8-2-4 0,0 0-2 16,0 0-8-16,0 0 6 0,0 0-4 0,-10 0-6 16,10 0-1-16,0 0 0 0,0 0-3 0,-6 4 1 15,6-4-1-15,0 0-3 0,0 0-4 0,0 0-4 16,0 0-7-16,0 0-5 0,0 0-6 0,0 0-5 16,0 0-1-16,0 0-7 0,0 0-5 0,0 0-2 15,0 0-4-15,0 0-1 0,0 0-1 0,0 0-5 16,25-8-2-16,-11 6-1 0,-1 1-3 0,0-1 1 15,5 0-1-15,-7 1-4 0,8 1-1 0,-6-2 0 16,1 0-1-16,-1 0-6 0,0-1-19 0,-2 3-25 16,0 0-24-16,-1 0-28 0,-10 0-33 0,14 2-30 15,-8-4-21-15,-6 2-23 0,9 2-111 0,-9-2-337 16,0 0 149-16</inkml:trace>
  <inkml:trace contextRef="#ctx0" brushRef="#br0" timeOffset="-57595.24">7100 10455 88 0,'0'0'162'0,"0"0"-10"0,0 0 6 0,-11 7 8 16,11-7-11-16,-4 11-14 0,2-6-12 0,2 5-3 16,0-1 10-16,0 4-9 0,0-2-17 0,2 1-6 15,-2 0-11-15,1 3-11 0,0 2-7 0,1-4-3 0,-1 0-10 16,0-2-7-16,-1 4-2 0,3 2-7 15,-2-1-4-15,0-3-18 0,1-2-48 0,1 6-48 16,0-5-53-16,-1 0-44 0,1 6-159 0,0-2-356 16,0-5 158-16</inkml:trace>
  <inkml:trace contextRef="#ctx0" brushRef="#br0" timeOffset="-57218.41">8566 10571 214 0,'-14'-11'232'0,"14"11"-11"15,0 0-13-15,-12-2-15 0,12 2-11 0,0 0-13 16,-10-1-8-16,10 1-11 0,0 0-4 0,0 0-12 16,-8-3-5-16,8 3-9 0,0 0-12 0,0 0-4 15,0 0-13-15,0 0-5 0,0 0-14 0,0 0-2 16,0 0-6-16,0 0-3 0,0 0 5 0,0 0-5 16,34-2-2-16,-23 1 4 0,3-3-5 0,-1 3-5 15,5-3 3-15,-5 3-13 0,2 0-5 0,-2-3 4 16,0 3-14-16,-2-1-1 0,-1 2-1 0,1-1-2 15,-3-1-8-15,-8 2-4 0,12-1-20 0,-5 0-31 16,-7 1-35-16,8-2-44 0,-8 2-46 0,0 0-46 0,11-2-69 16,-11 2-171-16,0 0-486 0,0 0 215 15</inkml:trace>
  <inkml:trace contextRef="#ctx0" brushRef="#br0" timeOffset="-56696.11">7501 10310 1637 0,'-11'-13'74'0,"2"6"-1"0,1-2-9 0,-1 2-9 0,2 0-1 16,2 0 2-16,1 2 4 0,-2 0 9 0,6 5 1 16,-8-9 6-16,4 5-5 0,4 4-6 0,-5-4-7 15,5 4-6-15,0 0-11 0,-4-5-6 0,4 5-2 16,0 0-2-16,0 0-8 0,0 0 0 0,0 0-6 16,13 14 2-16,-7-5-2 0,2 0-2 0,2 3 1 15,-1 3-2-15,2-1 0 0,0-1-3 0,-2 0 1 16,3 2 0-16,-5-4-1 0,-1 0-1 0,2 0 1 15,-1-1-5-15,0-1 0 0,-2 1 2 0,0 0-2 0,3-3 0 16,-3-2 1-16,-1 1-1 0,-2 1-1 16,2-4-1-16,-4-3 4 0,4 5 6 0,-4-5 6 15,5 5 17-15,-5-5 11 0,0 0 8 0,0 0 9 16,8 2 0-16,-8-2-7 0,9-8-3 0,-3 1 9 0,2-3-17 16,-1 0-7-16,4-4-5 0,-2 0-3 15,1-2 5-15,-3 1 5 0,2-2-19 0,-1 0 0 16,1-2-4-16,-3 3-1 0,1 0 2 0,-1 1-4 15,-1 4-5-15,0-1-2 0,-1 4 2 0,-1 2-2 16,-1-1-11-16,-2 7-27 0,4-9-25 0,-4 9-32 0,1-8-32 16,-1 8-21-16,0 0-19 0,0 0-29 15,0 0-34-15,0 0-41 0,7 22-169 0,-7-14-464 16,1 2 205-16</inkml:trace>
  <inkml:trace contextRef="#ctx0" brushRef="#br0" timeOffset="-56410.6">7823 10310 20 0,'0'0'217'0,"0"0"-6"0,0 0-18 0,0 0-12 16,0 0-22-16,0 0-19 0,0 0-15 0,0 0-3 16,0 0 0-16,0 0-10 0,0 0 2 15,-1 17 3-15,1-17-10 0,1 12-12 0,-1-5-8 0,0 2-5 16,2 1-3-16,-2-2 4 0,0 0-6 0,0-8-7 15,1 16-6-15,-1-9 5 0,3-1-10 0,-3-6-6 16,0 16-4-16,1-9-2 0,-1-7-10 0,1 12 0 16,0-6 2-16,-1-6-11 0,2 12-5 0,-1-7 2 15,-1-5-2-15,0 10-3 0,0-10 0 0,0 10-4 16,0-10-25-16,0 9-23 0,0-9-32 0,-1 8-39 16,1-8-43-16,0 9-43 0,0-9-33 0,0 0-172 15,-3 8-425-15,3-8 189 0</inkml:trace>
  <inkml:trace contextRef="#ctx0" brushRef="#br0" timeOffset="-56160.86">7845 10320 183 0,'8'-1'194'0,"2"0"0"0,1 1-8 0,1 1-11 16,2 0-7-16,-2 3-15 0,-1-1-10 0,1 2-12 15,-2 0-8-15,0 1 0 0,0-1-7 0,-1 1-6 16,-2 2-9-16,-1 2-8 0,-2-4-7 0,0 3-7 16,-3 3-5-16,-2-2-6 0,-6 2-7 0,-2 0-6 15,-2 1 0-15,-3 0-6 0,-3 1-10 0,1-1 0 16,-7 1-8-16,5-3-36 0,-9 2-53 0,0 0-75 16,0-3-85-16,-2-2-185 0,1-1-436 0,0-2 193 15</inkml:trace>
  <inkml:trace contextRef="#ctx0" brushRef="#br0" timeOffset="-52444.58">5726 11751 67 0,'-5'-5'93'0,"1"0"-5"0,-2 0-9 15,6 5 0-15,-10-8-10 0,5 4 2 0,-1 1-7 16,6 3 0-16,-10-5 10 0,10 5 0 0,-9-5-7 16,9 5-4-16,-7-4-5 0,7 4 4 0,-6-3 1 15,6 3 1-15,0 0-13 0,-6-4 3 0,6 4-1 16,0 0-5-16,-6-3 2 0,6 3-8 0,0 0 0 15,0 0-3-15,0 0 7 0,0 0-8 0,0 0-3 16,-7-3 3-16,7 3-5 0,0 0-3 0,0 0-4 0,0 0-6 16,0 0 6-16,0 0-4 0,26-4 2 15,-8 1-3-15,1 1 0 0,13-5-2 0,1 0 3 16,4-3-7-16,0 3 2 0,0-2-1 0,2 1-3 16,-1 1-3-16,0-1-3 0,-1 1 5 0,-1 2-6 15,-1 2 3-15,-1-4-2 0,0-1 2 0,-4 5 2 0,0 1-6 16,-4 0-2-16,-4-1 3 0,-3 3-3 15,-1 0 3-15,0 0 0 0,-5 0-10 0,-3 0 6 16,1 0 3-16,-2 0-7 0,-1 0 9 0,-8 0-3 0,14-1 1 16,-14 1 0-16,10-2-1 0,-10 2 4 0,0 0 2 15,8 0 10-15,-8 0 0 0,0 0 3 0,0 0 7 16,11 0-3-16,-11 0-4 0,0 0 1 16,0 0-4-16,0 0-1 0,0 0-4 0,0 0-1 0,0 0-1 15,0 0 0-15,-2 11-1 0,2-11-3 0,0 0 0 16,-10 14 2-16,7-9-6 0,-2 4 1 0,0-1 2 15,0 1-2-15,0 0-2 0,-3 1-5 0,3 0 7 16,0 1-2-16,-4 2 0 0,0 0 0 0,3 0 0 16,-2-4-18-16,-1 4-36 0,1-2-44 0,-2 2-32 15,4-2-39-15,-3 3-44 0,1-6-108 16,2 0-342-16,1-2 151 0</inkml:trace>
  <inkml:trace contextRef="#ctx0" brushRef="#br0" timeOffset="-52222.42">6413 11478 61 0,'-2'-10'244'0,"0"1"-6"0,-3 1-13 0,1 2-15 16,0 0-16-16,-1 0-9 0,-3 3-9 0,0-3-27 16,2 3-15-16,-4-1-10 0,4 1-15 0,-1 0-13 15,7 3-8-15,-12-4-10 0,12 4-8 0,-8-3-11 16,8 3-2-16,-8-4-12 0,8 4-22 0,0 0-29 15,0 0-28-15,0 0-42 0,0 0-38 0,0 0-42 16,0 0-54-16,0 0-119 0,0 0-355 0,0 0 158 16</inkml:trace>
  <inkml:trace contextRef="#ctx0" brushRef="#br0" timeOffset="-51980.08">5923 12018 179 0,'-6'1'217'0,"6"-1"-20"0,-7 3-18 16,7-3-17-16,0 0-14 0,0 0-9 15,0 0-20-15,0 0-7 0,33-9-10 0,-13 3-14 16,8-3-9-16,4 1-6 0,1 0 5 0,-1 1-8 15,1-3-20-15,-4 4-39 0,-2-2-38 0,-6 4-35 16,-1 1-39-16,-1-1-48 0,-7 3-129 0,0-2-300 16,-5 2 133-16</inkml:trace>
  <inkml:trace contextRef="#ctx0" brushRef="#br0" timeOffset="-51612.8">6162 11961 58 0,'0'0'146'0,"-5"7"18"0,2-2-12 0,2 2 0 16,-2 3-14-16,2 0 19 0,0 1-5 0,1 0-16 16,0 2-9-16,1-1-2 0,-1 1-11 0,1 3-12 15,1-4-7-15,0 5 9 0,2-1-6 0,-1-6-12 16,-1 2-7-16,2-2-8 0,-1 2-5 0,-1-4-9 16,3 1-7-16,-5 0-4 0,4-2-4 0,-3-4-3 15,-1-3-3-15,2 8-4 0,-2-8 2 0,1 9-6 16,-1-9-3-16,0 0-1 0,-8 5 0 0,8-5-4 0,-12 4-1 15,4-1-6-15,-1-3 1 0,-2 0-1 0,3 0 1 16,8 0-3-16,-17 0 0 0,17 0 0 16,-14 0-3-16,14 0 1 0,-9-2 0 0,9 2-4 15,-9-1-1-15,9 1 0 0,0 0-3 0,0 0-1 16,-9-1-1-16,9 1 1 0,0 0-2 0,0 0-2 0,0 0 5 16,0 0-1-16,0 0 0 0,0 0 1 0,32 2 1 15,-19 0-2-15,-1-4 0 0,0 4 3 16,6-2-9-16,1-2-29 0,-1 0-37 0,1 1-37 15,-1-2-41-15,3 0-29 0,-2 1-30 0,-2-2-153 16,-3 2-390-16,-3-4 173 0</inkml:trace>
  <inkml:trace contextRef="#ctx0" brushRef="#br0" timeOffset="-51396.4">6432 12098 67 0,'1'-9'206'0,"-1"9"2"0,3-7 1 15,-3 7-7-15,0 0-4 0,0 0-27 0,2-9-14 16,-2 9-19-16,0 0-15 0,0 0-15 0,0 0 8 15,0 0 16-15,0 0-13 0,3 21-7 0,-5-10 3 16,4-1-6-16,-1 2-7 0,0 2-7 0,2 1-12 16,-2 0-9-16,0-2-4 0,2 4-4 0,-1 0-8 15,0-3-7-15,0-2-4 0,1 0-3 0,-2-4-21 16,0 3-23-16,1-5-29 0,-2-6-19 0,0 13-29 16,0-8-29-16,0-5-30 0,1 8-36 0,-1-8-24 15,0 0-22-15,0 0-153 0,-7 7-401 0,7-7 178 16</inkml:trace>
  <inkml:trace contextRef="#ctx0" brushRef="#br0" timeOffset="-51196.55">6453 12094 50 0,'17'-8'219'0,"-7"4"-1"0,9 0 11 16,1 1-16-16,-2 4 1 0,-3-1-4 0,2 1-18 0,-4 4-10 15,-1-2-11-15,1 1-8 0,-4 2-12 0,-2 3-1 16,1-1-6-16,-5 2-6 0,2-2-10 0,-4 5-11 15,-2-2-6-15,1 3-15 0,-8 3-11 16,-2-1-7-16,0 2-8 0,-7 3-15 0,3-8-40 0,-3-1-38 16,1 1-37-16,-3-2-69 0,-6 0-68 0,6 0-63 15,-9-1-195-15,-3-1-494 0,1-3 219 0</inkml:trace>
  <inkml:trace contextRef="#ctx0" brushRef="#br0" timeOffset="-50476.63">4879 11250 101 0,'0'0'199'0,"0"0"-9"0,0 0-15 15,0 0-18-15,0-9-22 0,0 9-14 0,0 0-13 16,0 0-12-16,0 0-10 0,0 0 7 0,7 26 3 16,-3-9 7-16,3 7-4 0,-1 5 2 0,1 1-6 15,3 14-3-15,-3 7-6 0,5 1-3 0,-2 3 9 16,-1-1 0-16,3 3-3 0,-2-4-11 0,0 2 21 0,0-2-3 15,3-4-4-15,-7 0-6 0,-3-15-2 16,4 12 4-16,-4-11-2 0,1-1-9 0,1 0 1 16,-1 0 9-16,0 13-16 0,-2-14 0 0,2-3-7 15,-1 1-3-15,-1-4-12 0,1-1-3 0,-2 0 1 0,2-7-10 16,-3-1-3-16,1-1-4 0,0-1 1 0,1-2-9 16,-1-3 2-16,1-1 0 0,0-1-3 15,-1-1 1-15,0-1-5 0,-1-7-3 0,2 12 6 16,-2-12-1-16,0 6-5 0,0-6-2 0,0 0-8 15,1 10-29-15,-1-10-39 0,0 0-40 0,0 7-33 0,0-7-46 16,0 0-58-16,0 0-42 0,0 0-244 16,0 0-570-16,0 0 253 0</inkml:trace>
  <inkml:trace contextRef="#ctx0" brushRef="#br0" timeOffset="-49762.95">4639 12715 61 0,'-12'0'123'0,"12"0"7"0,0 0 2 15,-8 2-1-15,8-2-3 0,0 0 4 0,0 0-9 16,-11-2-5-16,11 2-11 0,0 0-5 0,-10-1-4 0,10 1-4 16,0 0-5-16,0 0 2 0,0 0-1 15,-12-1-6-15,12 1-4 0,0 0-7 0,0 0 2 16,0 0-10-16,0 0-4 0,0 0-7 0,0 0-4 15,0 0-8-15,0 0-6 0,0 0-6 0,0 0 1 16,0 0-3-16,0 0-3 0,30-9 0 0,-12 5-4 16,5 0-1-16,3-2 2 0,5 2-6 0,5-1 0 15,-2-1 0-15,6 0-3 0,-2-1-1 0,-1 3 2 16,18-4-2-16,-16 3 4 0,13-3-8 0,-14 4 11 16,16-5 7-16,-5 2 2 0,2 1-4 0,-13 0 1 15,-2 0-2-15,0-1-6 0,-1 2 5 0,-3 1-5 16,-1-1-1-16,-8 3-5 0,-2-1 1 0,-1 1 2 15,-3-3-4-15,-2 4 2 0,-2-1 8 0,-1 1 0 16,0 0 5-16,-2-1 1 0,0 2-4 0,-10 0 2 16,13-2-1-16,-8 1 1 0,-5 1-2 0,10-2-2 15,-10 2-3-15,0 0 2 0,11-1 0 0,-11 1-1 16,0 0-3-16,6-3 1 0,-6 3-3 0,0 0-2 16,0 0-2-16,0 0-6 0,0 0-34 0,0 0-34 0,0 0-40 15,0 0-49-15,0 0-46 0,0 0-47 16,-27 13-176-16,16-5-458 0,-3 0 204 0</inkml:trace>
  <inkml:trace contextRef="#ctx0" brushRef="#br0" timeOffset="-49312.56">5025 12945 143 0,'0'0'177'0,"0"0"0"0,-7-2-16 0,7 2-5 15,0 0-8-15,0 0-4 0,-9-2-2 0,9 2-14 16,0 0-2-16,0 0-4 0,0 0-4 0,0 0-10 15,0 0-3-15,-11-2-11 0,11 2-10 0,0 0-5 16,0 0-9-16,0 0-8 0,0 0-10 0,0 0-1 16,0 0-7-16,0 0-1 0,0 0-7 0,23-6-3 15,-23 6-2-15,19-3-5 0,-8 1 5 0,1 1 0 16,2 0-3-16,4-2-1 0,1-2 0 0,0 1-1 16,-1 1-3-16,1 0 1 0,2-1-6 0,-5 1 2 15,-2 1-5-15,-1 0 0 0,-1-1 4 0,-1 1-4 16,1 1-2-16,-6 0-1 0,-6 1-6 0,13-3 2 15,-7 2-1-15,-6 1 1 0,9-1-3 0,-9 1 1 16,0 0 1-16,8-2 1 0,-8 2-4 0,0 0 1 16,0 0-5-16,0 0-15 0,0 0-29 0,0 0-33 15,0 0-38-15,-21 11-44 0,10-7-41 0,1 2-39 16,-2 1-132-16,0-4-399 0,-3 5 176 0</inkml:trace>
  <inkml:trace contextRef="#ctx0" brushRef="#br0" timeOffset="-48896.4">4745 13358 192 0,'-5'2'217'0,"-1"1"-11"0,6-3-10 0,-6 5-8 15,6-5-13-15,-7 5-9 0,7-5-13 0,0 0-13 16,-6 4-12-16,6-4-7 0,0 0-13 0,0 0-9 16,0 0-11-16,0 0-10 0,0 0-2 0,0 0-3 15,0 0 2-15,32-10-1 0,-15 5-2 0,2-2-5 16,3 0 0-16,6-2 1 0,1 0-8 0,2 1-2 16,3-2-6-16,1-2 0 0,2 3-7 0,13-1-6 15,-13 0-4-15,11-2 1 0,-9 5-6 0,-2 2 0 16,15-3-6-16,-15 2-1 0,14-3-1 0,-12 3-4 15,1 0 11-15,-1 2-14 0,-2-1-1 0,1 1 0 16,-4-1-2-16,-4 1 1 0,0 3-4 0,-12-2 0 16,-4 2-3-16,-3-2 2 0,2 4-3 0,-13-1-2 15,14 0 1-15,-14 0 0 0,0 0-3 0,17-1 4 16,-17 1-2-16,0 0 1 0,9 3 0 0,-9-3 3 16,0 0-31-16,0 0-23 0,0 0-32 0,0 0-38 15,0 0-45-15,-28 12-48 0,21-9-39 0,-2 2-190 16,-4 1-475-16,3-1 209 0</inkml:trace>
  <inkml:trace contextRef="#ctx0" brushRef="#br0" timeOffset="-48513.49">5121 13566 40 0,'0'0'236'0,"-6"2"-3"0,6-2-8 15,0 0-16-15,0 0-9 0,-6 1-9 0,6-1-8 16,0 0-8-16,0 0-8 0,0 0-7 0,0 0-9 16,0 0-6-16,0 0-16 0,0 0-16 0,0 0-10 15,0 0-13-15,0 0-7 0,0 0-11 0,0 0-3 16,0 0 0-16,0 0 5 0,23-7-14 0,-12 4-5 15,0 1-4-15,3-3-3 0,-1 0-3 0,4 2-5 16,-1-2-1-16,0 0-6 0,1 1-2 0,0 0 1 16,-5 1-8-16,1-1-2 0,0 2-3 0,0-1 0 15,-3 0-3-15,0 1-2 0,-3 1-2 0,1 0-2 16,-8 1 4-16,11 0-6 0,-11 0-4 0,9-2-4 16,-9 2-16-16,0 0-15 0,10 0-22 15,-10 0-17-15,0 0-30 0,4 6-24 0,-4-6-42 0,0 0-54 16,0 0-40-16,0 0-186 0,0 0-483 0,-14 19 214 15</inkml:trace>
  <inkml:trace contextRef="#ctx0" brushRef="#br0" timeOffset="-47673.56">5193 13627 132 0,'-7'-3'242'0,"7"3"-11"0,0 0-15 0,0 0-24 0,-7-3-21 16,7 3-13-16,0 0-22 0,0 0-13 0,0 0-14 16,0 0-15-16,0 0-7 0,0 0-13 15,0 0-3-15,0 0-9 0,7 25 16 0,-5-14 6 16,4 7 21-16,0 2-12 0,0-2-1 0,1 10-5 15,3 2 5-15,-3-1 20 0,2 4-20 0,2 0-5 16,-1 1-13-16,-1 0 3 0,-2 0 4 0,7 13-5 0,-5-12-6 16,2-2-8-16,-1 1-4 0,-4-1-3 15,1 0 10-15,0-1 5 0,3-3-6 0,-3-3 4 16,-1 2-24-16,1-5-4 0,0-4 6 0,-3 0-7 16,0-3-5-16,2 0-3 0,-2-3 8 0,0-2-17 15,0-1 1-15,0-1-3 0,-4-9 3 0,2 14-6 0,1-8 2 16,-3-6-5-16,4 11-3 0,-4-11-1 15,0 0 0-15,2 10 4 0,-2-10 0 0,0 0-9 16,0 0 2-16,2 9-1 0,-2-9 4 0,0 0-3 16,0 0 2-16,0 0-5 0,3 9 1 0,-3-9-1 15,0 0-5-15,0 0 5 0,0 0-1 0,0 0 0 16,0 0 0-16,4 7 2 0,-4-7 3 0,0 0-3 16,0 0 1-16,0 0-3 0,12 5 5 0,-12-5 0 15,0 0-14-15,10 3 3 0,-10-3 2 0,0 0 7 16,12 4-3-16,-12-4-1 0,0 0-4 0,16 1 10 15,-16-1-3-15,18-1-5 0,-7 2-3 0,1 1 12 16,6-2-6-16,0-2 0 0,1 1-1 0,3 0-3 16,-3-2-1-16,2 3 3 0,1-3-1 0,6 0 1 15,2 3 6-15,2-5-5 0,1-1-1 0,0 1 7 16,5-2-10-16,-3 0 7 0,2 2-4 0,0 0 3 16,0-1-4-16,2 0 4 0,-1-3-1 0,-1 2 5 15,2-1-4-15,10-1-4 0,-11 3 6 0,1-2-5 16,13-4-1-16,3 0 0 0,-4 3-6 0,4 1 8 15,-6-3 1-15,4 1 4 0,0 0-6 0,-1 2 7 16,-14 3 8-16,11-4-19 0,-12 3 4 0,16-1 4 16,-4-3-6-16,1 1 17 0,3-1 3 0,-1 0-1 15,4 0-8-15,1 0 4 0,0 0-3 0,2 0 12 16,1 0-1-16,-4 1 2 0,2 0-3 0,-2 2-1 16,-2 0 2-16,2 2-6 0,-3-3-3 0,0-1 1 15,-1 0 5-15,-13 2-7 0,-1 1 10 0,0-2-11 16,-1 0-10-16,13-3 11 0,-14 5-12 0,-1-3 7 15,0-1 1-15,0 3-2 0,-2-1 0 0,0 1 2 16,-1 0-5-16,-13 3-8 0,2-3-22 0,-3 4-26 16,-6 1-22-16,0 1-12 0,-3-1-12 0,-9 2-19 15,11-4-16-15,-11 4-25 0,0 0-28 0,0 0-37 16,0 0-41-16,0 0-34 0,-30 12-231 0,2-5-574 16,-3-3 254-16</inkml:trace>
  <inkml:trace contextRef="#ctx0" brushRef="#br0" timeOffset="-47012.61">3601 12916 1509 0,'0'0'-4'0,"-4"-9"93"0,4 9-48 15,-3-8-15-15,3 8-15 0,0 0-8 0,0 0 0 0,0 0 15 16,0 0 17-16,0 0-19 0,0 0-2 16,24 23 16-16,-12-8 17 0,2 8 1 0,2 2-1 15,-3 2-10-15,2 0 3 0,-1 2-3 0,2 1-5 16,-3-7-2-16,3 2-1 0,-4 0 1 0,-1-7 4 16,0-4 0-16,-2-1-3 0,-4-3-1 0,2-3-2 15,-2 0 0-15,0 0 11 0,-3-4 15 0,2 1 13 0,-4-4 13 16,4 6 18-16,-4-6 11 0,0 0 12 15,0 0-1-15,0 0-17 0,0 0-15 0,8-11-12 16,-7-1-2-16,0 2 0 0,2-1 0 0,-2-6-11 16,0 0-2-16,1-2-11 0,-2 0 9 0,2-7-18 15,1-1 2-15,-1 8-8 0,1-2-6 0,-1-4 1 16,2 8-5-16,-1 1-7 0,-1 6-3 0,0 0-5 16,0 3-23-16,-2 7-36 0,5-11-38 0,-4 8-35 15,-1 3-7-15,0 0-26 0,0 0-50 0,0 0-23 16,13 11-30-16,-7-2-203 0,-4 4-499 0,2 5 221 15</inkml:trace>
  <inkml:trace contextRef="#ctx0" brushRef="#br0" timeOffset="-46674.52">4038 13128 70 0,'0'0'199'16,"0"0"-6"-16,0 0-5 0,-17 16-9 0,6-7-9 15,3 0-12-15,-1 5-9 0,-2 0-11 0,3-1-20 16,0-2-11-16,3-3-8 0,0 3-12 0,3-1-9 16,-1-1-8-16,2 1-6 0,0-3-5 0,2 3-5 15,1-1-7-15,1-1-2 0,3-1-4 0,-1-3-3 16,1 2-9-16,1 0 0 0,1 0-2 0,2-1-2 16,-4-2-3-16,1 3-2 0,-3-4-6 0,2 1 5 15,0 0-4-15,-6-3-5 0,6 4-1 0,-6-4 5 16,6 6 7-16,-6-6 3 0,4 5 1 0,-4-5 15 15,0 0 2-15,-1 10-2 0,1-10-3 0,-8 9-1 16,3-5-5-16,-3 2 1 0,1-1-5 0,-1 0-2 16,-1 2-4-16,-1-2-4 0,-1 0-15 0,0-2-36 15,1-1-44-15,-1 1-49 0,1-2-56 0,-1-1-71 16,-1-2-134-16,3-2-421 0,-2 0 186 0</inkml:trace>
  <inkml:trace contextRef="#ctx0" brushRef="#br0" timeOffset="-46426.55">3959 12419 10 0,'0'0'225'16,"0"0"-21"-16,3-7-17 0,-3 7-19 0,10-4-15 15,-4 3-3-15,0-3-7 0,6-1-9 0,-1 3-17 16,6-4-10-16,0-1-9 0,2 2-9 0,-3 0-11 16,-2 3-10-16,-1-1-26 0,0 0-36 0,-4 0-48 15,1 3-57-15,-10 0-42 0,13 0-27 0,-13 0-88 16,4 3-275-16,-4-3 122 0</inkml:trace>
  <inkml:trace contextRef="#ctx0" brushRef="#br0" timeOffset="-46256.65">3981 12385 60 0,'-8'-3'201'0,"8"3"-13"0,0 0-15 0,0 0-19 15,0 0-10-15,0 0 4 0,0 0 6 0,1 16-8 16,-1-16-20-16,8 20-13 0,-4-5-6 0,3 2-11 16,1 8-8-16,-2 0-13 0,2-2-6 0,1 4-9 15,-1 3-26-15,-1 1-53 0,-2-2-43 0,6 2-40 16,-2 3-46-16,0 1-154 0,-3-2-325 0,3 3 145 15</inkml:trace>
  <inkml:trace contextRef="#ctx0" brushRef="#br0" timeOffset="-46029.4">4069 13995 21 0,'-2'9'265'0,"2"-9"-25"0,0 0-23 15,-2 5-23-15,2-5-18 0,0 0-18 0,9 6-12 16,-9-6-18-16,20 0-7 0,-7 0-14 0,6-4-11 16,9 0-45-16,2-2-49 0,-1 0-78 0,2-2-90 15,-2 2-114-15,-2 0-304 0,-1-2 135 0</inkml:trace>
  <inkml:trace contextRef="#ctx0" brushRef="#br0" timeOffset="-44862.72">3873 12441 92 0,'0'0'101'0,"0"0"-13"16,0 0-2-16,0 0-5 0,0 0-9 0,0 0-7 15,-6-5 13-15,6 5-4 0,0 0-3 0,0 0-1 16,0 0 1-16,0 0 2 0,0 0-19 0,0 0-1 15,0 0-3-15,0 0-4 0,0 0-3 0,0 0-7 16,0 0-7-16,0 0 3 0,0 0-7 0,0 0 0 16,0 0-6-16,0 0 4 0,0 0-6 0,0 0 3 15,0 0 1-15,0 0-5 0,11 19 1 0,-3-18 1 16,-8-1-5-16,20-2-2 0,-5-1 2 0,1-2-3 16,2 2 1-16,0 0 1 0,1-2 2 0,-4 0-4 15,4 1 0-15,-1-1-2 0,-4 2 3 0,-2-1-5 16,2 2-12-16,-2 0-24 0,-1-1-37 0,-1 0-29 15,-1-3-26-15,-2 4-107 0,-2 0-249 0,-5 2 110 16</inkml:trace>
  <inkml:trace contextRef="#ctx0" brushRef="#br0" timeOffset="-44562.72">3991 12233 64 0,'-8'-6'186'0,"8"6"-6"15,-4-6-16-15,4 6-12 0,-5-3-20 0,5 3-10 16,0 0-13-16,0 0-13 0,0 0-15 0,0 0-5 15,0 0-5-15,-10 15-3 0,10-5-9 0,0 1-2 16,0 1-5-16,1 4-5 0,2 0-6 0,1 2-2 16,2 7-8-16,-3-7 3 0,3 10-6 0,0-2-9 15,1 2-48-15,-2-2-48 0,1 3-64 0,-4 2-137 16,-1-1-299-16,1-1 133 0</inkml:trace>
  <inkml:trace contextRef="#ctx0" brushRef="#br0" timeOffset="-41895.15">5541 14517 15 0,'-5'-8'29'0,"5"8"-3"0,-7-7-12 0,7 7 2 0,-7-8-4 15,3 5 8-15,4 3-3 0,-8-5-2 0,2 4-1 16,6 1-3-16,-13-6-7 0,5 6 5 0,8 0-6 16,-19 0-5-16,9 0 4 0,10 0 1 0,-13 0 4 15,4 0-5-15,9 0-3 0,-12 0 3 0,12 0-2 16,-11-4 4-16,11 4 4 0,-10-4-1 0,10 4-2 16,-6-5 6-16,6 5 6 0,-7-7 5 15,7 7 0-15,-5-5-6 0,5 5-3 0,-2-11 11 0,2 11 6 16,-2-13 3-16,2 8 1 0,0 5-11 0,0-12 2 15,0 12-1-15,2-11 8 0,-2 11 13 16,0-9 2-16,0 9 0 0,0 0 6 0,-3-11-6 0,3 11-5 16,0 0 10-16,0-9 0 0,0 9-5 15,0 0-1-15,0 0-3 0,0 0-4 0,-1-9 7 16,1 9-13-16,0 0 6 0,0 0-7 0,0 0-6 0,0 0-1 16,0 0-7-16,0 0 3 0,0 0-7 0,0 0-5 15,0 0 18-15,0 0-13 0,0 0-7 0,0 0 4 16,0 0 1-16,0 0 21 0,4 25 0 15,-2-17 4-15,3 6 0 0,-1 0 13 0,-1 2-3 16,2 3 12-16,1 9 3 0,0-1-6 0,0-1-7 16,0 2 3-16,-2 5-4 0,-1-2-1 0,-1-1 12 0,1 5-4 15,2-2-6-15,-2 4 24 0,1-3 8 16,1 1-3-16,-1 0-9 0,0-2-4 0,0-1-4 0,1-3-7 16,-2 2-3-16,-1-2-6 0,2-1 0 15,-1-5-5-15,-2-5-2 0,0 2 3 0,3-3 0 16,-3 1-5-16,1-7-5 0,-1 3-1 0,0-5-2 15,0 1-1-15,-1-4-2 0,0-6-4 0,3 12 2 0,-2-6-5 16,-1-6-3-16,3 8-1 0,-3-8 1 0,1 8-6 16,-1-8 3-16,0 0-3 0,1 9-3 15,-1-9 5-15,0 0-1 0,1 9-14 0,-1-9 12 16,0 0 0-16,2 7 9 0,-2-7-13 0,2 6-22 16,-2-6-21-16,2 7-22 0,-2-7-19 0,1 7-30 15,-1-7-38-15,0 0-36 0,0 0-32 0,1 14-24 16,-1-14-143-16,0 0-414 0,0 0 183 0</inkml:trace>
  <inkml:trace contextRef="#ctx0" brushRef="#br0" timeOffset="-41692.04">5402 15383 80 0,'0'0'182'0,"0"0"-16"0,0 0-12 15,0 0-21-15,0 0-7 0,0 0-13 0,0 0 2 16,0 0-13-16,33-11-12 0,-18 4-11 0,-3 1-5 16,6-1-7-16,-6 3-14 0,5-3-36 0,-5 3-40 15,0 1-40-15,-2-1-34 0,1 4-32 0,-2 0-78 16,-9 0-223-16,0 0 98 0</inkml:trace>
  <inkml:trace contextRef="#ctx0" brushRef="#br0" timeOffset="-41533.43">5422 15508 30 0,'0'0'135'15,"0"0"1"-15,0 0 7 0,0 0-16 0,0 0-10 16,20 3-17-16,-9-3-5 0,-11 0-11 16,20-2-12-16,-11 1-46 0,0 0-55 0,2 2-40 15,-1 2-93-15,-4-1-174 0,-1 2 77 0</inkml:trace>
  <inkml:trace contextRef="#ctx0" brushRef="#br0" timeOffset="-41395.73">5542 15659 73 0,'9'0'136'16,"-9"0"-10"-16,0 0-8 0,22-8-11 0,-11 4-17 15,7-4-20-15,0 0-49 0,1-2-65 0,0 2-73 16,7-2-125-16,-8 0 55 0</inkml:trace>
  <inkml:trace contextRef="#ctx0" brushRef="#br0" timeOffset="-34546.46">9878 11013 43 0,'-1'-8'61'16,"1"8"-8"-16,-5-5-2 0,5 5-9 0,-5-6 0 16,5 6 1-16,-4-7 6 0,4 7 10 0,0 0-1 15,-5-5-7-15,5 5 5 0,0 0-9 0,-5-7-2 16,5 7-3-16,0 0-4 0,-8 0-14 0,8 0 8 15,0 0-2-15,-14 0-12 0,14 0 0 0,-15 7 4 16,5-4-6-16,1 2-7 0,-3-1 3 0,-1 2 1 16,2-1-6-16,1 0 4 0,-4 0-12 0,3 0 9 15,0 0-3-15,1-1 4 0,1 2-5 0,0-2 2 16,-1-1-5-16,2-1 7 0,0 0-4 0,-1 1 3 16,4-1 0-16,-1 1 1 0,6-3 6 0,-13 1 5 15,13-1 5-15,-11 0 9 0,11 0-2 0,0 0 0 16,-13 1 0-16,13-1 3 0,0 0-2 0,-8 0 4 15,8 0-6-15,0 0-2 0,0 0-5 0,0 0-2 16,0 0-5-16,0 0 5 0,0 0 0 0,0 0-4 0,0 0-2 16,0 0-2-16,33-10-2 0,-16 7 3 15,2-1 0-15,3-3-2 0,3 2-1 0,5-2 0 16,-3 1-8-16,1-3 10 0,0 3-4 0,-1 1-3 0,1-2 5 16,-3 1-1-16,-4 2-3 0,2-1 2 0,-2-2-3 15,0 2-1-15,-1 1-2 0,1-1 6 16,-3 0-6-16,0 2 0 0,-4-1 3 0,0 2 1 15,-3 0-3-15,-2-1-2 0,3 0-8 0,-6 3 7 0,-6 0 2 16,13-3-3-16,-7 3-2 0,-6 0 7 0,8-2-9 16,-8 2 1-16,0 0 1 0,10-1-1 0,-10 1 2 15,0 0 0-15,10 0-3 0,-10 0 8 16,0 0-2-16,11 0-5 0,-11 0 4 0,0 0-5 0,10-1 6 16,-10 1 6-16,0 0-4 0,12 0-1 0,-12 0-2 15,8-3-4-15,-8 3 0 0,0 0 1 0,8 0 5 16,-8 0-2-16,0 0 1 0,0 0 3 0,0 0-3 15,9 1 3-15,-9-1 2 0,0 0-3 16,0 0 0-16,0 0 7 0,0 0 2 0,7 4 10 0,-7-4 0 16,0 0-1-16,0 0 0 0,3 8 4 0,-3-8-4 15,3 7 0-15,-3-7-3 0,2 7 7 0,-2-7 11 16,3 12 2-16,-1-8-1 0,-2 6 1 0,3 0 6 16,-2-3-7-16,2 4 3 0,-1 0-2 0,0 1 1 15,1 4-4-15,0-4-1 0,-1 1-2 0,1 1 1 16,0 3-3-16,-2 1 8 0,0-1-2 0,2-1-6 15,-1 0-3-15,1 0 0 0,-1 1-4 0,0 1 2 16,-2-2-3-16,2 1 2 0,2 2-2 0,0-2-2 16,-2 2-2-16,4-1-3 0,-4 0 2 0,1 1 0 15,2-2-1-15,-3 1 2 0,3 0-1 0,2 6-3 16,-3-6-1-16,-1 0 5 0,3 0 1 0,-2 0-5 16,-1-2-1-16,4-1 2 0,-4 0-5 0,0 1 0 15,1 1 1-15,0-1 0 0,0-1 7 0,-3-2-2 16,3 3-3-16,-2-1 3 0,2 1-3 0,-1 1 7 15,-2-2 0-15,1 1-3 0,0-3-4 0,-2 3 5 16,1 0-7-16,-1-3 1 0,1-3 0 0,-1 2 1 0,2-1-7 16,-2-1 1-16,0-1 4 0,0-1-1 15,0-1-1-15,0-7-1 0,0 12-6 0,0-12 6 16,-2 11-4-16,2-11-2 0,0 10 2 0,0-10 2 16,0 6-2-16,0-6-1 0,3 9 2 0,-3-9 13 15,-1 8-15-15,1-8 2 0,-2 9 1 0,2-9 9 0,2 8-4 16,-2-8-7-16,0 0-1 0,-2 9-1 15,2-9 4-15,0 0-4 0,0 9 2 0,0-9-2 16,0 0 0-16,0 0-1 0,0 0-2 0,-1 10 5 16,1-10 1-16,0 0-3 0,3 6-2 0,-3-6 0 0,0 0 1 15,0 0 1-15,3 7-3 0,-3-7 3 0,6 3-1 16,-6-3 1-16,6 6 0 0,0-4 2 16,-6-2-6-16,11 5 3 0,-8-3-2 0,3 1 4 0,-6-3-3 15,11 7-1-15,-6-5-3 0,-5-2 13 16,9 5-10-16,-5-2 1 0,1 1-5 0,-5-4 3 0,8 7 1 15,-5-4 0-15,-3-3 0 0,4 8 1 0,-4-8-1 16,0 10 6-16,-4-2 1 0,1 2-3 16,-4 2 4-16,-2 1-2 0,-2 1 1 0,-2 1-1 15,0 0 0-15,-1-1-2 0,-2 6-2 0,0-8 5 0,5 5-1 16,0-1-1-16,0-1-3 0,1-1 2 0,5-2 0 16,-2 3-3-16,-3-3 0 0,6-2 5 15,2 0-4-15,-1-1-3 0,3 0 4 0,0 1-2 0,1-3 3 16,1 0-2-16,0 1-2 0,3-1 4 15,0 0-3-15,0-2 0 0,-2 2-1 0,2 0 3 0,0-3-1 16,1 4 0-16,-1-2-1 0,2-2 1 0,-2 1-1 16,0 2 1-16,-1-3-6 0,0 1 2 0,1 2 2 15,0 1 4-15,-2-2 22 0,-2 2-3 0,-1 1-1 16,-1 1-3-16,0 1-1 0,-1-1 1 0,0 0-5 16,-2 0 3-16,1 0-13 0,1 0 10 0,-1-1-6 15,-1 1-3-15,2 0 5 0,1-1-5 0,-3 0 2 16,2 1-1-16,1-3 0 0,1 2 0 0,0-9-4 15,0 15-6-15,5-7 6 0,-2-1 8 16,-1 0-11-16,2-1 2 0,1 2 2 0,2-3-5 0,-1 3 2 16,1-1 7-16,-2-3-9 0,0 2-1 0,-1-2 2 15,1 0 2-15,-2 1 2 0,-3-5-3 0,6 8-3 16,-4-4 1-16,1 3-1 0,-3-7 3 0,1 8 0 16,-1-8-1-16,-2 11-2 0,0-4 10 0,0 1-9 15,-1 0 3-15,0 1 1 0,0 0-2 0,-1 0-1 16,-1 0-2-16,2 1 3 0,1-2-1 0,0 2 2 15,2-3-4-15,-1 1 2 0,2 1 0 0,1 0 0 16,-1-1-6-16,2 1 1 0,-1 3 2 0,1-6 2 16,2 4 3-16,-3-1-4 0,2 0-2 0,0 0 3 15,-1 3-1-15,2-3 3 0,-1 2-4 0,1-1 3 16,0-1-5-16,-2 1 4 0,1 5 3 0,0 0 1 16,3 1 1-16,-1 2 0 0,0-4 3 0,-2-2-7 15,1 5 1-15,0 0-4 0,-1-2 2 0,3 4-1 16,-1 0 1-16,-1 0 2 0,-2 0-1 0,1-1 0 15,-2 1 0-15,2 0 0 0,0 0 2 0,1-1-2 16,-1 0 5-16,-1 0-4 0,-1 0 3 0,2 1-2 16,1-2 1-16,-4 1-1 0,4-2 2 0,-1 0 3 15,1 0-3-15,-1-1 7 0,-2 0-5 0,1-3 6 16,1 3 2-16,-2-4 1 0,0-4 5 0,0 2-15 16,0-2 6-16,0 3 0 0,2-4-5 0,-3-2 1 15,-1-4 5-15,3 10 2 0,-2-5-4 0,-1-5 0 16,1 8 3-16,-1-8-2 0,0 0 11 0,2 9-10 15,-2-9-6-15,0 0 1 0,1 8 8 0,-1-8-6 16,0 0-7-16,0 7 6 0,0-7-3 0,0 0 4 16,0 0-1-16,-3 11-2 0,3-11 0 0,-1 7 4 15,1-7-3-15,0 0 1 0,-5 8 8 0,5-8-16 16,-3 7 4-16,3-7 0 0,-3 9-6 0,1-4 9 16,2-5-6-16,-5 7 5 0,5-7-7 0,-4 10-1 15,4-10 6-15,-4 8-3 0,1-2 2 0,3-6 3 16,-5 3-5-16,5-3 0 0,-4 9 1 0,4-9 2 15,-5 7-2-15,5-7-5 0,-3 6 4 0,3-6-2 16,-3 7 3-16,3-7-3 0,-2 9 2 0,2-9-4 16,-1 11 1-16,1-11 0 0,-2 8 1 0,2-8-1 15,-1 8 6-15,1-8-3 0,-3 7 3 0,3-7-5 16,0 0 2-16,-1 7 0 0,1-7 3 0,0 0-1 16,0 0-4-16,-2 8-1 0,2-8 0 0,0 0 5 0,0 0-5 15,0 0-2-15,-5 6 4 0,5-6 5 0,0 0-4 16,0 0-3-16,0 0 9 0,-4 7-1 15,4-7-1-15,0 0 0 0,0 0-3 0,-5 7 2 16,5-7 0-16,0 0 2 0,-8 0 8 0,8 0-15 16,0 0-1-16,-14-3 1 0,14 3 2 0,-10 1-3 0,10-1 9 15,-13 0 0-15,13 0-12 0,-14-1 26 0,7 0-20 16,-3 1-5-16,0 1 7 0,-1 0-2 16,-1 2-1-16,-7-1-4 0,1 1 3 0,1 0 1 15,-2-1-4-15,-1 0-1 0,1 1 3 0,-3-1-4 16,-9 2 1-16,3 1 2 0,-1 0-6 0,1-1-2 0,-1 1 6 15,1-4-3-15,7 2 1 0,0 2 0 16,2-4 7-16,-2 2 0 0,1-1-5 0,3 0 3 0,3 1-1 16,0-3 0-16,-3 2-3 0,0-1-8 0,-1 3-3 15,-1-2 6-15,1-1 1 0,0 1-3 0,0-1-3 16,0 2 3-16,4-3 2 0,0 2 2 0,-5-4 1 16,5 4-5-16,-7-1 3 0,0 2-5 0,-1-2-4 15,-1 1 0-15,-3 2 4 0,-1 3-8 0,7-5 7 16,-2 1-5-16,-4 4-2 0,5-4 4 15,-1 4-3-15,2-4 7 0,1 0-4 0,1 4 4 0,0-4-5 16,-1-1 6-16,-2 4 1 0,3-1-1 0,1 1 1 16,-3-2 1-16,2 1 2 0,-2 0 3 0,1-2-7 15,-2 3-4-15,1-1 3 0,3 0-2 0,0 1 5 16,-2-1 0-16,2 0 0 0,-4 1 0 16,6-2 3-16,-2 2 1 0,1-1-3 0,2 0 1 0,-2-1-17 15,2 1 0-15,1 2 3 0,-2-2 0 0,-2 2-1 16,6-2 12-16,-6 0-9 0,6 0-1 0,-3-2 4 15,0 1 1-15,1 0 4 0,0 0-5 0,0 0 9 16,1 2-4-16,-1-2 3 0,-1 0-3 0,2 1 7 16,1-2 1-16,-3 2 1 0,3-1-3 0,-1-1 2 15,-1 0-7-15,0 2 2 0,0-1-2 0,2-2 6 16,-1 0-3-16,2 1 1 0,1-1 0 0,-2 0 2 16,2 2-1-16,0-1 1 0,-1 1 2 0,-1-3-1 15,4 0 0-15,-1 2 4 0,0-1-3 16,8-2 4-16,-14 3 1 0,9-1-1 0,5-2 2 15,-15 2-2-15,8-1 2 0,7-1-1 0,-10 1-2 0,1-1 0 16,9 0 0-16,-11-4 5 0,11 4-2 0,-12-5 3 16,3 3-2-16,3-1-1 0,6 3 1 0,-12-3-2 15,7 0-2-15,-2-1 4 0,7 4 1 0,-11-5-1 16,8 1 0-16,3 4-2 0,-12-5 0 16,7 2 1-16,5 3 1 0,-6-5-2 0,6 5 0 0,-9-6-2 15,9 6 1-15,-8-4 0 0,8 4-2 0,-9-4 2 16,9 4 1-16,-8-5 4 0,8 5-2 0,-6-4 0 15,6 4 1-15,-4-4 7 0,4 4-10 0,0 0 0 16,-5-5-3-16,5 5 2 0,0 0 3 0,-8-4 1 16,8 4-4-16,0 0 0 0,-6-3 2 15,6 3 2-15,0 0-2 0,-8-3 1 0,8 3-2 0,-6-4 2 16,6 4-2-16,-8-4 0 0,8 4-2 0,-6-5 4 16,6 5-4-16,-10-4 3 0,10 4 1 0,-9-2-3 15,9 2 1-15,-13-2 1 0,13 2-1 16,-10 1-1-16,10-1 3 0,-12-1-2 0,12 1-2 15,-13 1 3-15,13-1-3 0,-9 1 8 0,9-1-8 0,-11 1 1 16,11-1 0-16,-9 1 2 0,9-1 0 0,-8 3-1 16,8-3-1-16,0 0 0 0,-6 4-19 0,6-4-12 15,0 0-20-15,-9 2-20 0,9-2-21 16,0 0-27-16,0 0-23 0,0 0-19 0,0 0-19 16,0 0-23-16,-9 3-104 0,9-3-334 0,0 0 147 15</inkml:trace>
  <inkml:trace contextRef="#ctx0" brushRef="#br0" timeOffset="-34390.78">8208 14028 109 0,'0'0'138'0,"0"0"-15"15,0 0-21-15,0 0-37 0,0 0-36 0,0 0-42 16,0 0-80-16,0 0-99 0,0 0 44 0</inkml:trace>
  <inkml:trace contextRef="#ctx0" brushRef="#br0" timeOffset="-33378.82">10842 12316 101 0,'-2'-12'178'0,"2"12"-13"0,-3-10-7 16,3 10-1-16,0-11-5 0,0 11-5 0,0 0-1 15,0-10-8-15,0 10-18 0,0 0-10 0,1-9-15 16,-1 9-7-16,0 0-10 0,0 0-7 0,0 0-9 15,0 0 2-15,0 0-2 0,14 19-1 0,-9-13-10 16,2 5-3-16,-1 3 3 0,1 4 2 0,0-4-1 16,3 4 1-16,-1-1-1 0,-1-2 2 0,0 1-8 15,-1 1-1-15,0-3-7 0,1 2-1 0,-4-4-6 16,0-2 1-16,0 1 0 0,0-2-8 0,-2-1-2 16,0-2 6-16,2 1-12 0,-3-1-3 0,-1-6 1 15,3 9 2-15,-3-9-1 0,4 7 3 0,-4-7-1 16,3 5 9-16,-3-5 10 0,0 0 17 0,0 0-6 15,0 0-1-15,0 0-4 0,0 0-6 0,12-17 1 16,-8 6-4-16,3-5-5 0,0 0-2 0,-1-1-4 0,0 0-3 16,1-2 1-16,-1 1-10 0,2-9 4 15,-2 9 3-15,1-6-7 0,-3 5 2 0,2-6-4 16,-1 10 3-16,-2 3-2 0,3-3-3 0,-5 5-18 16,2 0-17-16,-2 3-26 0,-1 7-29 0,3-9-31 0,-3 9-25 15,0 0-20-15,0 0-17 0,0 0-5 16,0 0-22-16,0 0-8 0,0 0-157 0,5 26-398 15,-5-17 176-15</inkml:trace>
  <inkml:trace contextRef="#ctx0" brushRef="#br0" timeOffset="-33146.46">11127 12376 138 0,'0'0'183'0,"0"0"5"0,0 0-13 15,0 0-9-15,0 0-17 0,0 0-14 0,10-3-12 0,-10 3-3 16,0 0 8-16,1 12-6 0,2-6-4 0,-3 3 4 15,-3 3-6-15,6 0-5 0,-3 1-3 0,-3 3-11 16,3-1-12-16,-1 2-4 0,0-4-9 0,2 4-2 16,-1-5-11-16,4 1-5 0,-4 2-7 0,0-4 14 15,1 2-6-15,1-2-2 0,0-1-7 0,0 1-14 16,0-3-24-16,-1-1-21 0,2 0-27 0,-3-7-33 16,1 10-34-16,-1-10-36 0,3 9-20 0,-3-9-22 15,0 0-23-15,0 0-141 0,0 0-377 0,-8 5 167 16</inkml:trace>
  <inkml:trace contextRef="#ctx0" brushRef="#br0" timeOffset="-32861.78">11157 12328 47 0,'2'-5'136'16,"-2"5"-6"-16,8-7-13 0,-5 5 4 0,-3 2 11 15,9-3 1-15,-9 3 1 0,0 0-2 0,17 6 3 16,-12 0-6-16,-2-1-11 0,-1 0-9 0,0 5-9 15,-2 1-9-15,-2 1-6 0,-3 0-5 0,-4 3-6 16,2 0-5-16,-1 0-4 0,-1-1-1 0,0-3-3 16,4-3-2-16,0-2 0 0,0 0 1 0,2-2 1 15,3-4 0-15,-6 9 2 0,6-9-2 0,-5 5 0 16,5-5-7-16,0 0-7 0,0 0-7 0,0 0-2 16,0 0-1-16,0 0-4 0,18-1-7 0,-18 1-1 15,22-4-3-15,-9 2-1 0,1-2-5 0,0 2 1 16,4 0-7-16,-5 0-35 0,3 1-28 0,-3 1-43 15,0-1-47-15,1-1-51 0,-2 2-38 0,-1 0-167 16,-4-2-432-16,-7 2 193 0</inkml:trace>
  <inkml:trace contextRef="#ctx0" brushRef="#br0" timeOffset="-32496.56">10889 11604 241 0,'0'0'232'0,"0"0"-13"0,-7-4-19 15,7 4-19-15,0 0-19 0,0 0-15 0,0 0-19 16,0 0-8-16,12-10-11 0,-1 5-6 0,-1-1-9 16,3 2-14-16,4-2-5 0,0 2-7 0,-1 1-7 15,1-3-1-15,-4 5-13 0,5-1-21 0,-5-1-31 16,1 2-39-16,-2-2-45 0,-4 3-33 15,3 0-34-15,-11 0-21 0,10 4-117 0,-10-4-318 0,5 5 141 16</inkml:trace>
  <inkml:trace contextRef="#ctx0" brushRef="#br0" timeOffset="-32312.6">11022 11475 17 0,'0'0'199'0,"-4"-8"3"0,4 8-3 0,0 0-12 16,-3-7-15-16,3 7-17 0,0 0-4 0,0 0-11 15,0 0-6-15,0 0-12 0,-2 22-10 0,4-10-7 16,-2 7-12-16,2 0-9 0,-1 5-4 0,2 2-14 16,0 1 0-16,2 3-8 0,0 0-6 0,-1 2-25 15,-2 2-33-15,3 0-42 0,-2 1-47 0,-1-2-40 16,1 2-49-16,-2 1-142 0,2-3-353 0,-3 2 157 16</inkml:trace>
  <inkml:trace contextRef="#ctx0" brushRef="#br0" timeOffset="-31957.73">11236 13236 51 0,'0'0'286'0,"0"0"-15"15,0 0-4-15,0 0-11 0,0 0-8 0,-26-6-10 0,26 6-9 16,0 0-23-16,0 0-18 0,0 0-18 0,0 0-16 15,0 0-16-15,0 0-16 0,0 0-13 0,0 0-14 16,0 0-1-16,22-4-37 0,-12 1-43 0,2 1-43 16,5-2-77-16,1 1-84 0,7-4-83 0,-7-2-160 15,2 2-469-15,-2-1 209 0</inkml:trace>
  <inkml:trace contextRef="#ctx0" brushRef="#br0" timeOffset="-30018.51">7774 12158 6 0,'0'0'158'0,"0"0"-7"0,0 0-5 0,0 0-5 0,-2-9-9 16,2 9-5-16,0 0-3 0,0 0-8 0,0 0-1 15,-3-6 1-15,3 6-4 0,0 0-8 0,0 0 3 16,0 0-7-16,0 0-4 0,0 0-10 0,0 0-7 16,0 0-9-16,0 0-4 0,0 0-8 0,-4-6-5 15,4 6-8-15,0 0-2 0,0 0-6 0,0 0-3 16,0 0-4-16,0 0-3 0,0 0-3 0,0 0-4 15,0 0-2-15,0 0 0 0,0 0-1 0,0 0-1 16,17 18 5-16,-10-10 5 0,-1 0-1 0,-2-4 2 16,1 3-5-16,2-4-3 0,-2 8-9 0,1-4 9 15,2 1-7-15,-3 0 5 0,4 1-6 0,-3-1 1 16,-2-3-3-16,4 4 1 0,-3 0 3 0,4-2-4 16,-4 2 0-16,0-6-3 0,2 8-1 0,-2-5 3 15,1 0-3-15,-4 0-1 0,2 0-1 0,0-3 2 16,-4-3 13-16,7 7-1 0,-7-7 1 0,3 7-1 15,-3-7 1-15,4 3 15 0,-4-3 11 0,0 0 4 16,5 4 14-16,-5-4 14 0,0 0 5 0,0 0 10 16,0 0-14-16,0 0-3 0,0 0 6 0,0 0-20 15,0 0-3-15,4-19-13 0,-4 19 2 0,0-7-10 16,1-1 4-16,-1 8-12 0,2-17-5 0,-1 6 1 16,0 0-5-16,1 0 1 0,-2-2-2 0,1-2-1 15,0 4-5-15,-1-5 4 0,0 0-3 0,0 5-4 16,1 0-4-16,1-3 3 0,-1 4-5 0,-1 0 2 15,1-2-6-15,1 3 6 0,-2 2 5 0,1-1-10 16,-1 8 2-16,1-12-4 0,-1 12 7 0,1-10-2 16,-1 10 0-16,0 0-10 0,0-10 6 0,0 10-7 15,0 0 1-15,3-5-11 0,-3 5-10 0,0 0-13 16,0 0-12-16,0 0-15 0,0 0-6 0,0 0-1 16,0 0-13-16,0 0-13 0,0 0-23 0,0 0-35 15,0 0-21-15,0 0-30 0,0 0-18 0,18 9-9 16,-14-3-176-16,0-3-446 0,-4-3 197 0</inkml:trace>
  <inkml:trace contextRef="#ctx0" brushRef="#br0" timeOffset="-29629.56">8114 12187 86 0,'-3'11'194'0,"3"-11"-7"0,-4 11-18 0,2-6-3 15,-1 1-1-15,2 4-1 0,-2-3-9 16,3-7-6-16,-4 14-11 0,2-8-1 0,0 0-12 16,0 3-12-16,2-9-9 0,-3 11-10 0,1-4-10 0,1 0-1 15,1-7-13-15,1 10-4 0,-1-10-7 16,0 7-2-16,0-7-4 0,5 7-7 0,-5-7 1 16,8 3-5-16,-8-3 1 0,9 4-8 0,-9-4 0 0,12-1-2 15,-12 1-1-15,12-3-1 0,-3 1-1 0,0-2 2 16,0 2-1-16,0-3 2 0,-3 2 6 0,4-5-1 15,-2 3 10-15,-3 1 5 0,2-4-1 0,-4 1-1 16,4 0-2-16,-4-3-5 0,4 2-2 16,-7 0 0-16,0-5-8 0,0 4-2 0,0 2 3 15,-1-3-6-15,-3 1-6 0,-1 1-3 0,-2 0 2 0,4 2-2 16,-3 0-8-16,-1 1-1 0,0-1-1 0,0 3-3 16,0-1-4-16,0 1-14 0,-4 3-21 0,-1 0-24 15,1 0-31-15,-3 5-36 0,3-1-47 0,0 3-62 16,-1-2-68-16,-4 3-166 0,5-1-505 0,-1 1 225 15</inkml:trace>
  <inkml:trace contextRef="#ctx0" brushRef="#br0" timeOffset="-24729.58">12558 10123 68 0,'-4'-8'207'15,"-1"-3"2"-15,0 1-6 0,-1 1-9 0,2-2 0 0,2 1-6 16,-3 1-13-16,3 0-6 0,-3 4-8 0,5 5 0 16,-5-13-9-16,1 8-12 0,4 5-10 15,-4-9-17-15,4 9-10 0,-5-4-14 0,5 4-11 16,0 0-11-16,-2-6-11 0,2 6-3 0,0 0-2 0,0 0-7 15,0 0-6-15,7 24-1 0,-3-11-7 0,5 2-15 16,-4 3 1-16,3 5 1 0,-1-5-2 16,0 6-2-16,4-2-2 0,-6-2 1 0,1-1-1 0,3-1-3 15,3 5 2-15,-4-6-4 0,1-1 2 0,-1-2-1 16,0 2-6-16,-3-5 4 0,3 3 3 0,-3-4-6 16,2 0 3-16,-5-1 0 0,5 0 2 0,-5-3-4 15,1 2 3-15,-2-3 4 0,4 1-7 0,-5-6-3 16,4 8 5-16,-4-8 1 0,5 7 2 0,-5-7 2 15,0 0 0-15,0 0-2 0,0 0 1 0,0 0 6 16,0 0-7-16,11-20 3 0,-10 11 0 0,3-4 3 16,2-4-1-16,-4-2-6 0,2 0 2 0,4-8 5 15,3 1-12-15,-4 1 4 0,2 0-3 0,-4 0 2 16,1 1-2-16,1 5 0 0,-1 2 0 0,0-2-3 16,2 1 3-16,-3 4-3 0,1-2 0 0,-3 6 0 15,2-2-2-15,-1 3 1 0,0 2-8 0,-3 0-21 16,3 4-20-16,-4 3-27 0,2-10-22 0,-2 10-19 15,0 0-17-15,7-1-41 0,-7 1-10 0,0 0-8 16,9 11-16-16,-9-1-160 0,0 1-399 0,2-2 177 16</inkml:trace>
  <inkml:trace contextRef="#ctx0" brushRef="#br0" timeOffset="-24369.61">13019 10197 97 0,'0'0'181'0,"0"0"-6"0,0 0 2 0,-14 12-4 16,9-7-11-16,1-1-10 0,-2 4-2 0,1 1-14 0,-2-1-8 15,0 2-11-15,3 1-6 0,-1 1-4 0,1 0-11 16,2 0-11-16,-2-2-6 0,0 0-6 0,4 1-7 16,0-1-6-16,4-2-5 0,0 1-4 15,0-2-2-15,3 1-4 0,-1-4-1 0,6 2-3 0,-1-3-7 16,2 0 9-16,1-3 4 0,4 0-2 0,0-4-2 15,0 0-4-15,-2-2 1 0,2 3-5 0,-7-2 0 16,3-1-1-16,-1-4-2 0,-4 5 6 0,-3-2 14 16,2-1-13-16,-4 1-3 0,-2 1-4 0,-2-3-9 15,0 0 1-15,-2-1-5 0,-5-1-3 0,0 3 1 16,0-4 9-16,-3 4-12 0,-5-3-6 0,-2 2 6 16,3 0-5-16,-3 2-1 0,0 1-7 0,4 1-4 15,-1 1-9-15,2 1-13 0,1 0-20 0,-1 3-20 16,5-2-31-16,7 2-32 0,-16 2-28 0,16-2-22 15,-6 3-38-15,6-3-8 0,-3 10-154 0,3-10-409 16,0 0 182-16</inkml:trace>
  <inkml:trace contextRef="#ctx0" brushRef="#br0" timeOffset="-24111.71">13329 10042 161 0,'0'-10'236'0,"0"4"1"0,-2-5-4 0,2 11-1 16,-3-14-15-16,1 9-12 0,2 5-18 0,-3-9-18 16,3 9-18-16,0 0-19 0,-4-8-16 0,4 8-8 0,0 0-12 15,0 0-9-15,0 0-3 0,4 28-7 16,-4-15-9-16,5 3-5 0,-4 2-8 0,1 0-3 16,0 0-6-16,2 0-4 0,-2-1-2 0,0 0-5 15,1 0-3-15,-1 1-5 0,2-3-21 0,-2 0-38 16,2-3-34-16,-2 2-43 0,0-4-47 0,0 1-46 15,2 2-44-15,-4-5-152 0,3-1-430 0,-1-1 191 16</inkml:trace>
  <inkml:trace contextRef="#ctx0" brushRef="#br0" timeOffset="-23879.61">13530 9993 240 0,'0'0'244'0,"-2"-11"-19"0,2 11-17 15,-2-8-19-15,2 8-3 0,0 0 6 0,0 0-8 16,0 0 0-16,0 0-4 0,2 31-16 16,-4-14-9-16,2 0-13 0,0 2-3 0,4-2-13 15,-4 2-13-15,0-2-9 0,0 0-12 0,2 0-10 0,2 1-7 16,-4-1-6-16,0-1-5 0,2-5-9 0,0 1-4 16,-2 1-6-16,2-4-27 0,-2 1-29 0,2 0-36 15,0 0-33-15,-1-4-39 0,-1-6-42 0,2 13-37 16,-2-13-40-16,-3 13-208 0,-1-9-482 0,4-4 213 15</inkml:trace>
  <inkml:trace contextRef="#ctx0" brushRef="#br0" timeOffset="-22761.93">13432 10151 81 0,'8'-6'156'0,"2"3"-16"0,3-2-6 16,3 0-13-16,2 0-2 0,4 0-10 0,-1 2-14 15,6-1-5-15,-1-1-9 0,-5 2-5 0,-1-1-16 16,0 0-2-16,0 1-2 0,-6 1-1 0,0 2-13 16,-1-4 4-16,-2 4-1 0,-4-1 10 0,-7 1 4 15,13-3 14-15,-13 3 7 0,10-1 3 0,-10 1 4 16,0 0-1-16,0 0-10 0,0 0-3 0,0 0-10 16,0 0 0-16,0 0-6 0,0 0-5 0,0 0-8 15,0 0 5-15,-27 12-3 0,17-6-1 0,1 2 0 16,-4 3 0-16,1 3-2 0,-1-1-2 0,2-1-10 15,2 4 2-15,0-6-4 0,7 0 0 0,-2 0-7 16,1-1 3-16,3 1-8 0,0-3 3 0,3 0-5 16,-1-1 3-16,2 1-1 0,3-2-5 0,4-2 1 15,-2 1-1-15,4-4 0 0,1 2 0 0,3-5-4 16,0 0 0-16,0 0 0 0,-3 0 2 0,-1-1-5 16,3-5 1-16,-5 4-1 0,-2 1-1 0,1-3 1 15,0-1 0-15,-3 1-1 0,1-1 3 0,-4-1-4 16,0 0 2-16,1-1 0 0,-5 3-2 0,4-2 0 15,-4 9 2-15,0-12-5 0,0 7 1 0,0 5-3 16,0 0 3-16,2-14-3 0,-2 14-3 0,0 0-1 16,0 0 4-16,0 0-3 0,0 0 1 0,0 0-2 15,0 0 3-15,0 0-1 0,0 0 4 0,0 0-1 16,0 0-1-16,0 0 0 0,7 28 5 0,-2-23-5 0,1-1 4 16,-1 0 1-16,4 0 3 0,3 0-6 0,0-3 6 15,-1-1-6-15,8 0 0 0,1-3 2 16,-3-1 2-16,0 1-4 0,-2-1 11 0,4-2-9 15,-7 2 1-15,3-4-3 0,-2 4 5 0,-3-2-4 0,0-2 2 16,-1 2 0-16,-1-1-3 0,0-1 3 0,-3-2 2 16,-1 4-2-16,-2-2 1 0,2-1 2 0,-4 2 2 15,4 0 8-15,-4 7 0 0,0-11-1 16,0 11 2-16,0 0-4 0,-4-10-3 0,4 10-5 0,-6-2 1 16,6 2 2-16,0 0-3 0,-23 9-1 0,14-1-2 15,0 0 4-15,-2 2-3 0,4-1 2 0,-1 0-2 16,3 1-2-16,0-2 1 0,3 2-3 0,-1-3 0 15,2-1 2-15,1-6-1 0,0 11 1 0,0-11-1 16,6 8-3-16,-1-4-1 0,2-3 1 0,-1 0 5 16,-6-1-4-16,13 2 3 0,-3-2-5 0,-10 0 3 15,13-3 0-15,-7 2 1 0,-6 1 0 0,15-4 1 16,-11 3-1-16,-4 1 3 0,11-4-4 0,-11 4-1 16,8-3-1-16,-8 3 2 0,0 0-7 0,8 0 3 15,-8 0 2-15,0 0-1 0,9 10 1 0,-3-1 5 16,2 7 5-16,0 1 8 0,-1 10 2 0,0 2 13 15,2 0 2-15,-2 5-1 0,-1-1 2 0,0 0 1 16,-3 2-3-16,4 1 8 0,-4-1-16 0,-3 1 2 16,0-3-5-16,-2 1 2 0,-2 11-3 0,0-16 2 15,-5-2-6-15,1-2-5 0,-2-7 1 0,-3-3-4 16,2 1 7-16,-5-2-3 0,3-3-5 0,1-3 1 16,1-3 8-16,-2 1-21 0,-1-4-14 0,1-2-5 15,1-4-9-15,-1 2 12 0,1-5-6 0,1-4 2 16,0-1-2-16,5-3 0 0,1-4-9 0,5-6-4 15,2 0-2-15,5-2 2 0,0 1 1 0,4-2 3 0,2 1-3 16,1-1 1-16,4-1-3 0,-3-1 2 16,3-2-2-16,8-8 5 0,-11 12 1 0,5-1 2 15,-2-1 3-15,2 0 3 0,-1 3 2 0,-2-2 3 16,1 2 4-16,-1 2-1 0,0-1 4 0,-4 2-2 0,-1 0 6 16,-2 8 1-16,-3 0 0 0,-2-2 6 0,0 6 5 15,-5 1 14-15,2 2-1 0,-2 3 0 0,0 6 1 16,2-12 3-16,-2 12-7 0,-2-9 1 15,2 9-4-15,-9-1 3 0,9 1 0 0,-16 7 13 0,7 2 1 16,-5 4-1-16,2 1 2 0,-3-1 6 0,2 1-3 16,2 0-3-16,0-1-2 0,4-1 0 15,2 2-5-15,1-3-1 0,1 0-2 0,1 2 0 16,4-1-5-16,4-1 2 0,0-1-14 0,3-1-19 0,7-1-29 16,3-1-27-16,4-2-40 0,2 1-33 0,9-4-35 15,1-2-29-15,-3 0-17 0,3 0-149 16,-3-2-411-16,2-2 183 0</inkml:trace>
  <inkml:trace contextRef="#ctx0" brushRef="#br0" timeOffset="-21797.03">14898 10096 98 0,'1'-10'212'0,"-1"10"-11"0,-1-15-5 0,-3 11-5 16,4 4-8-16,-10-12-5 0,2 6-18 0,-1 2-11 15,-2-2 2-15,1 4-10 0,-3 0-6 0,-1 2-13 16,-1 4-7-16,-3 0-11 0,1 3-2 0,-1 1-10 15,-1 3-9-15,4 1-8 0,1 1-9 0,5 0-5 16,-2 2-4-16,4-1-8 0,0-4-3 0,5 2 4 16,-1-1-11-16,2 0-6 0,2 0-3 0,2-2-3 15,-3-2 0-15,9 1-5 0,0-2 3 0,0-1-7 16,2-3 4-16,5-1-5 0,3-2 1 0,0-1-2 16,0-1-3-16,-2-2 1 0,2 1-3 0,-1-3-4 15,-3-1 1-15,-1-1-1 0,1-1-2 0,-4-1 3 16,0 3-2-16,-1-7 2 0,-1 2-5 0,-1 2 0 15,-2-7 2-15,0-1 0 0,-4 2-4 0,5-9 1 0,-4 2 4 16,1 0-3-16,-1-1 0 0,-1 5-4 0,-3-7-1 16,0 2 1-16,-2-1 5 0,3 2-4 15,-6 0 3-15,3 7-1 0,0 1 0 0,1 0 2 16,0 6 6-16,-1 0 3 0,0 2 3 0,2 1-3 0,1 7-2 16,-4-10-3-16,4 10-5 0,-1-5 3 0,1 5-2 15,0 0-3-15,0 0 5 0,0 0-4 0,0 37-2 16,0-17 2-16,1 5-1 0,-1 1 1 15,0 3-1-15,2 1 3 0,1 0-2 0,-3 0 3 0,3-2 3 16,-2-2-2-16,1-2 3 0,0-5-1 0,0 1-1 16,1-3 2-16,2-1 9 0,2 0-10 15,-1-2 4-15,-2-5-4 0,5 1 4 0,0-2-4 16,0-1 2-16,-3-1-2 0,6 1-4 0,-2-4 1 0,-2-2 5 16,3 2-3-16,0-3 2 0,0-3-3 0,-1 2 3 15,1-2-5-15,-2-2-1 0,2 0 2 16,-1-2-3-16,-2 1 2 0,-2-2 0 0,-1 0-10 15,1-3 5-15,-3 1 0 0,-2-1-8 0,-1 0 4 0,-1 1-4 16,-2-2 6-16,1 0-5 0,-2 1 1 0,0 2 5 16,2-2-3-16,-3 3 6 0,5 8-5 0,-3-10 6 15,3 10-7-15,0-9 0 0,0 9-1 0,0 0 2 16,1-10 2-16,-1 10-1 0,7-4-2 0,-7 4 10 16,12 0-8-16,-4 0-4 0,-8 0-2 0,19 3 14 15,-11 0-10-15,1 1-1 0,0 0 2 0,0 2 0 16,-2 1-1-16,-1 2 1 0,0-2 0 0,-1 2 2 15,1 0 0-15,1 0 3 0,-3 2 12 0,-2-3-3 16,1 2 1-16,2-2-4 0,-1-1 4 0,0 2 9 16,0-2-10-16,0 0-1 0,2-2 1 0,-1 0 0 15,1 0-2-15,-1-3 1 0,3 1-4 0,0 0 1 16,1-2 4-16,2 2-5 0,1-5 2 0,-1 0-2 16,0 1-12-16,1-4 5 0,1 1 0 0,-2 0-3 15,-2-3-3-15,0 1 9 0,-2 2-10 0,-1-5 0 16,-1 2-5-16,-1 1 3 0,0-1-1 0,-2 0 1 15,-2 7 0-15,3-14 2 0,1 10-4 0,-4 4-1 16,1-7 11-16,-1 7-6 0,0 0-5 0,0 0 3 0,0 0 4 16,0 0 0-16,0 0 0 0,1 25 3 15,0-16-2-15,1-1 5 0,-1 1 0 0,2 0 2 16,1 0 0-16,-1 0 2 0,3-5 1 0,-1 2 0 16,1-1 3-16,0 0-4 0,2-3 2 0,1-1-3 0,4-1 1 15,-3-1 6-15,3-3-4 0,-3 0-2 16,-1-1-1-16,1 0 7 0,-2 0 6 0,-2-3 1 15,-3 3 0-15,2-6 0 0,-4 4-1 0,1-1 1 0,-1-3 1 16,-2 0-9-16,-1 2 5 0,-2-1-7 0,-1 1 5 16,1-1-4-16,-2 0-11 0,-2-1-3 0,3 3-9 15,1 1-16-15,1 2-23 0,-3 0-18 0,6 5-32 16,-6-5-32-16,6 5-32 0,0 0-41 0,-9-3-41 16,9 3-206-16,0 0-495 0,0 0 219 0</inkml:trace>
  <inkml:trace contextRef="#ctx0" brushRef="#br0" timeOffset="-21529.55">15656 9868 85 0,'-2'-10'247'0,"0"2"-2"0,0-2-5 16,-2 2-6-16,3 2-2 0,1 6-1 0,-3-11-8 16,3 11-20-16,-2-7-23 0,2 7-20 0,0 0-23 15,0 0-6-15,0 0-10 0,0 0 11 0,0 0-5 16,8 29-9-16,-5-11 15 0,1 5-18 0,0 6 0 15,-1-4-4-15,-1 1-12 0,-1 3-2 0,1-2-9 16,-3 0-13-16,0-3 7 0,2 3-15 0,-1-2-9 16,0 0-2-16,0-6-3 0,-1 0 0 0,1-2-9 15,0 1-4-15,1-1-2 0,0-2-11 0,-2-1-39 16,2 0-41-16,1-2-30 0,-2 0-21 0,0-2-23 16,0-1-25-16,1 0-32 0,-1-1-35 0,1-2-27 15,-1-6-31-15,2 10-213 0,-2-10-532 0,1 7 236 16</inkml:trace>
  <inkml:trace contextRef="#ctx0" brushRef="#br0" timeOffset="-21296.5">15667 10058 184 0,'3'-12'173'16,"2"3"-3"-16,3 0 3 0,1-1 4 0,1 2 7 0,3 2-5 15,2-2-14-15,-3 5-8 0,2 0-5 0,-3 1-9 16,1 1-20-16,-2 0-10 0,0 2-10 0,-1 2-9 15,0 0-7-15,-9-3 3 0,9 7 1 0,-6-3-7 16,-1 1-9-16,-2-5-4 0,0 10-10 0,0-10-4 16,-5 10-4-16,0-3-8 0,0-2-5 0,-4 0-15 15,-1 3-34-15,-1-2-38 0,-1 1-48 0,-5 0-64 16,6-3-59-16,-7 3-206 0,0-1-459 0,5-3 203 16</inkml:trace>
  <inkml:trace contextRef="#ctx0" brushRef="#br0" timeOffset="-20429.55">13228 11068 35 0,'-5'-6'206'16,"-4"-1"-3"-16,0 2-3 0,-3 1-9 0,1 3-12 0,-2 0-11 16,-1 0-11-16,1 3-10 0,-5 4-12 0,1 4-6 15,0 1-16-15,-1 5-11 0,-1 3-1 16,4 2-7-16,3-4-10 0,1 6-7 0,-1-1-7 16,3-5-9-16,5 0-5 0,2 0-8 0,2-3-3 0,2-4-5 15,4 2-2-15,1-3-3 0,1 1-6 0,2-5 1 16,3 2-5-16,3-2 1 0,2-3 1 15,0-2-4-15,1-1-5 0,0-3 4 0,-1-2-8 16,0-1 2-16,-2-1-2 0,-1 0-1 0,-1-5 0 0,-1 3-3 16,1-2-2-16,-9 2 2 0,3-2-1 0,-1-2-1 15,-3 1-4-15,4-2 6 0,-6 4-3 0,2-2 0 16,-4 1-2-16,0-1-2 0,0 6 1 16,0-3 16-16,-4 1-4 0,4 1-1 0,0 8-3 15,0-9-3-15,0 9-2 0,0 0-2 0,0-12-4 0,0 12 1 16,0 0 1-16,0 0-1 0,0 0-3 0,0 0 4 15,0 39-2-15,0-23 4 0,0 1-2 16,2 0-2-16,0-2 0 0,-2 1 1 0,2-4 0 16,1 2 1-16,-3-2 1 0,4 2-12 0,0-2-19 0,1-1-29 15,0 0-35-15,1-3-35 0,-1 1-37 0,1-2-33 16,3-1-32-16,1 0-154 0,-1-4-413 0,5 1 182 16</inkml:trace>
  <inkml:trace contextRef="#ctx0" brushRef="#br0" timeOffset="-19595.84">13585 11040 196 0,'-5'-3'202'0,"5"3"-6"0,-11-4-3 16,4 3-14-16,7 1-5 0,-15 4-11 0,8 3-7 16,-1-1-10-16,0 4-6 0,-3 6-10 0,1-1-6 15,2 2-7-15,3 0 5 0,-1 2-9 0,4 0-5 16,-3-3-7-16,3 2-8 0,4-2-10 0,-2-2-9 15,2-3-2-15,1 2-5 0,7 2-4 0,-3-5-4 16,3-1-5-16,3 3-8 0,1-4-1 0,-1-3 2 16,2 0-8-16,8-1-2 0,-3-4-6 0,0 0-6 15,0-3-1-15,-1 2 1 0,-2-3-4 0,2 1-1 16,-6-1-4-16,-1-1-4 0,1 1 0 0,-5-3 0 16,2 1-5-16,-1-2-9 0,-5 0-12 0,0-1 5 15,1 1-9-15,-5-3-5 0,0 0 2 0,-1-2 4 16,-3 3-3-16,-2-3 2 0,3 1 0 0,-5 3 1 15,3-2 3-15,-6-2 0 0,4 3 6 0,1 3-4 16,-4 0 7-16,6 3-3 0,-1 0-1 0,5 4 4 16,-8-6-3-16,8 6 3 0,-5-6-3 0,5 6 0 15,0 0 1-15,0 0 3 0,0 0-1 0,0 0 1 0,0 0 3 16,0 0-1-16,22-1 2 0,-10 2 0 16,1-2-1-16,1 0 8 0,-1-1-7 0,5 0-1 15,0 1 1-15,-4 1-1 0,-3 0-3 0,1 0 4 16,-2-2 0-16,-3 2-3 0,-7 0 1 0,11 2 2 15,-2 1-2-15,-4 3 15 0,-1-2 10 0,1 3 8 0,-3 2 0 16,2 1-3-16,-2 0 0 0,-2 2 11 16,0 1 0-16,3 2-5 0,-3-3 0 0,0 3-4 15,0-2-1-15,0-1-9 0,2-1 1 0,-1 2-1 16,0-4-4-16,0 1 0 0,1-1 7 0,0-2-16 0,0-1-3 16,2 1-26-16,-4-7-23 0,9 7-15 0,-4-4-22 15,2-1-21-15,-7-2-14 0,13 1-14 16,-4-2-11-16,2-3-5 0,1-1 2 0,-1-1-6 0,0-1 5 15,2-3-2-15,-1 0 6 0,-3 0 4 0,2-2 13 16,-1-2 18-16,-2 0 12 0,-2 4-1 0,-1-6 15 16,4 5 18-16,-6 2 15 0,3-1 20 0,-4 4 27 15,1 1 7-15,-3 5 6 0,2-8-2 16,-2 8 13-16,0 0 22 0,0 0 15 0,0 0 4 0,0 0 2 16,0 0 5-16,4 25-2 0,-6-16 0 0,2 0 0 15,0 1-1-15,2-3-3 0,0 1 0 0,-1 2 0 16,1-4-2-16,3 1-1 0,-1-2 4 0,3-2 4 15,-1 0 3-15,1 1-3 0,4-4-3 0,0-2-1 16,0 0-1-16,4-1-13 0,-3 0-3 0,5-2 1 16,-2-3-8-16,-3 2 4 0,-2-1-10 0,-3-1 1 15,3 1 3-15,-4 0-7 0,-1-2-2 0,-3 4-5 16,0-4-1-16,-2 9 0 0,-2-17-7 0,-1 8-2 16,-3-1-8-16,-1 2-16 0,-2-2-9 0,-2 3 0 15,3 0-8-15,-2 1-7 0,1 2-15 0,0 2-15 16,0 0-17-16,-2 2-19 0,2 5-13 0,-3 2-15 15,-1 2-18-15,2 1-13 0,0 3-7 0,2 1-6 16,0 2-5-16,1-2 2 0,2 1 3 0,4-3-88 16,0 0-279-16,2-2 124 0</inkml:trace>
  <inkml:trace contextRef="#ctx0" brushRef="#br0" timeOffset="-19012.73">14112 11251 867 0,'3'7'-43'0,"1"-3"18"0,-4-4 21 0,12 6 10 16,-12-6 11-16,15 4 12 0,-7-4 10 0,2-1 20 16,-1-1 4-16,2-2 12 0,-2 1 2 0,2-1 3 15,1-3 12-15,-1 2 0 0,0-2 0 0,5-5 1 16,-7 5-2-16,5-3-1 0,-3 0-7 0,4-2 0 15,-5 0-5-15,1-2-6 0,0 1-3 0,-4-3-7 16,2-1-1-16,-5-2-3 0,0 2-5 0,1-1-4 16,-3 0 1-16,1-1-3 0,-3 2 4 0,2 1 4 15,-4 3-2-15,2 2 0 0,0 1 6 0,0 2-2 16,0 8-1-16,-3-11-11 0,3 11-6 0,0 0-4 16,0 0-2-16,0 0-2 0,0 0-8 0,0 0-1 15,0 0-1-15,-3 32 1 0,4-14-5 0,0 0 0 0,0-2-4 16,4 4 0-16,-3-2-5 0,-1-1 3 15,5 2-2-15,-4-7 0 0,4 3-1 0,-3-3-3 16,6 4 0-16,-7-4 1 0,1-1 2 0,1-1-7 16,-4-2 6-16,5 0-4 0,-4 1 2 0,0-5-3 0,-1-4 0 15,2 13 4-15,-2-8-3 0,0-5 2 16,-3 11 0-16,3-11-1 0,0 0 1 0,1 7-4 16,-1-7 6-16,0 0-4 0,0 0 3 0,0 0-4 15,0 0-4-15,0 0 0 0,16-19 1 0,-9 11 1 0,1-3-6 16,1-3 1-16,4 1-2 0,-2-1 0 0,2-3 3 15,-3-1-4-15,6-2 5 0,-1-2-2 0,-5 6-2 16,3-1 0-16,-2 1 2 0,-2-1 5 0,1 3-2 16,-4 4-3-16,0-2 8 0,-3 3 9 0,1 3-5 15,-4-2 5-15,0 8 6 0,3-10 5 0,-1 5-7 16,-2 5 6-16,0 0-7 0,0-11 0 0,0 11-8 16,0 0 3-16,0 0-1 0,0 0-2 0,0 0 3 15,0 0-10-15,-18 11 6 0,14-3 0 0,-4-1-1 16,6 1-1-16,-2 0-2 0,0 1-2 0,1 0 3 15,1 2 0-15,2 0 5 0,0-1-10 0,4 0 7 16,-2 0-5-16,1-1-2 0,1 2 1 0,2-1 0 16,-2 0 0-16,-2 0 3 0,4-1 8 0,-3 0-9 15,1 0-1-15,-1-2 0 0,1-1-4 0,-1 2 4 16,-1-2 1-16,0 2-1 0,-2-8-2 0,0 11 1 16,3-6-15-16,-3-5-11 0,1 13-20 0,-2-6-20 15,1-7-28-15,-3 10-31 0,3-10-36 0,0 11-45 16,0-11-32-16,-2 13-190 0,2-13-465 0,2 9 206 15</inkml:trace>
  <inkml:trace contextRef="#ctx0" brushRef="#br0" timeOffset="-18379.63">15119 11107 236 0,'-7'-10'258'16,"-4"1"-20"-16,-1-1-6 0,-5 4-3 0,1-2-5 15,0 3-6-15,3 4-9 0,-1-1-12 0,0 1-18 16,-4 4-23-16,5 0-8 0,-2 3-22 0,-1 2-6 16,1 2-15-16,0-1-6 0,1 4-13 0,1-1-6 15,3 2-6-15,1-1-8 0,2 1-8 0,0-3-7 16,6 1-2-16,1-2 8 0,1 0-18 0,1-1-3 16,4-1-2-16,0 1-1 0,-1-3-8 0,3-1 1 15,3-2-2-15,1 0-1 0,1-3-4 0,3-1-2 16,5-3-5-16,-2-1-4 0,1-1 6 0,-6-2-1 15,2 0 1-15,-5 2-6 0,0-2 9 0,-1-2-5 16,-2-4-4-16,-1 3 4 0,1-4-2 0,1-2-3 0,-4-2-1 16,-1-7 5-16,-2 1-8 0,1-1-4 15,-1-1 6-15,1 0-2 0,-2-1 1 0,2 0 1 16,-2 0-8-16,-1 0 6 0,1 3-2 0,2 0 18 0,-3 7 0 16,-3 1 10-16,2 6 9 0,2 0 5 0,-1 11-1 15,0-14-10-15,0 14-1 0,0 0-12 0,0 0 10 16,0 0-12-16,0 0-6 0,0 0 4 15,8 31-7-15,-6-5 2 0,2 0 4 0,1 3-9 0,-2 0 7 16,0 0 1-16,-1-1-4 0,6-1 2 0,-6-2 2 16,2 1-6-16,5-2 6 0,-3-6-5 0,0-1 5 15,0-1 0-15,3-1-1 0,-3-5 3 16,2 0-3-16,3 0-8 0,-2-2 5 0,8 0 5 0,-5-3-6 16,2-3 1-16,3 0 1 0,0-4-2 0,0 0 5 15,-6-1-5-15,5-1-8 0,-5-1 13 0,2 0-12 16,-3-2 8-16,-2-3-4 0,2 1-2 0,-2 1 3 15,-3-3 5-15,-1 0-2 0,-1 0-11 0,1 3-1 16,-1 1 8-16,-3 7-2 0,0-13-1 0,0 13-2 16,0-11-14-16,0 11 18 0,0 0-14 0,-3-8 4 15,3 8-3-15,0 0 3 0,0 0 0 0,0 0 3 16,0 0-3-16,-15 22 2 0,10-12 4 0,3-1-4 16,0 0-1-16,1 0-5 0,1 1-17 0,-2-1-40 15,2 1-39-15,0-10-41 0,0 15-44 0,-1-8-55 16,1-7-53-16,1 16-278 0,-1-10-624 0,0-6 277 15</inkml:trace>
  <inkml:trace contextRef="#ctx0" brushRef="#br0" timeOffset="-18230.03">15337 10899 169 0,'-4'-9'217'16,"-1"4"-24"-16,2-2-18 0,3 7-24 0,-4-7-14 15,4 7-12-15,0 0-28 0,0 0-27 0,0 0-56 16,0 0-45-16,4 28-62 0,-1-17-111 0,2 1-221 16,3 1 97-16</inkml:trace>
  <inkml:trace contextRef="#ctx0" brushRef="#br0" timeOffset="-17945.34">15528 11058 134 0,'3'6'197'0,"-3"-6"4"0,0 0 11 15,-1 11-3-15,1-11-21 0,0 0-17 0,-2 12-14 16,2-5-8-16,0-7-10 0,3 11-14 0,-1-3-13 16,0-3-9-16,4 1-11 0,-1-1-2 0,2-1-8 15,0 0-5-15,3 0-2 0,1-2-6 0,-1-2-6 0,1 0-1 16,0-2-6-16,1-2-1 0,0 0 7 16,-2 0 6-16,-1-3-3 0,2 1 6 0,-3-3-19 15,-1 1-3-15,-2-1-5 0,0-1-2 0,-3 2-5 16,0-5 0-16,-2 3-6 0,-2 0-3 0,0-1-8 0,-2 1-2 15,0 0-12-15,-2 2-15 0,3 2-15 0,-1 1-13 16,0 0-22-16,-2 2-24 0,6 3-25 0,-16 0-25 16,16 0-25-16,-13 5-38 0,5-1-38 15,0 2-168-15,2 1-434 0,2-1 192 0</inkml:trace>
  <inkml:trace contextRef="#ctx0" brushRef="#br0" timeOffset="-17346.09">15871 10983 190 0,'0'0'242'0,"-8"-8"1"0,2 6-9 0,6 2 0 16,-18-4-13-16,8 4-9 0,10 0-6 0,-21 6-17 15,12-4-6-15,-2 4-14 0,-1 1-5 0,2 2-2 16,1 0-8-16,-1 4-6 0,0 1 3 0,1 0-31 16,0 0-5-16,5-4-12 0,-1-1-7 0,1 3-10 15,3-2-12-15,1 0-3 0,1-1-4 0,1 0-16 16,2-2 7-16,4-3-12 0,1 3-3 0,-1-4-5 15,2-1-1-15,2 0-1 0,1-4-6 0,1 0 2 16,-1-1-6-16,0-2 0 0,1-1-1 0,-4 0-12 16,0-1 8-16,1-1-12 0,-1-3 4 0,-4 1 7 15,3-5-9-15,-2 0-4 0,-4-2 7 0,1 0-6 16,-1-2 5-16,2-1-9 0,-5-5 1 0,4 1 0 16,-4-2 4-16,0 7-4 0,0-6-3 0,0 0 4 15,-3 5 0-15,6 1-6 0,-3 0 1 0,1 4 1 16,-6 2 3-16,5 3 1 0,0 10 3 0,0-15 0 15,0 15-1-15,-1-10-10 0,1 10 6 0,0 0-1 16,0 0 2-16,0 0-5 0,0 0 9 0,0 44-5 16,0-25 3-16,0 7 8 0,0 2-11 0,1 1 4 15,-1-4-3-15,1 1-2 0,-1 1 6 0,4-8-8 16,-1-1 9-16,2-1-6 0,1-2 14 0,2 0-10 16,2-2 6-16,3-1 8 0,-5-3-9 0,5-3-8 15,3-2 10-15,2-2-13 0,2 1 10 0,2-2-12 16,1-2 11-16,5-3-7 0,0-1 7 0,-7 0-7 15,-1-3-2-15,0 2 7 0,-1-2-2 0,-3 0-5 0,-2-4-1 16,1 2 4-16,-3-1-1 0,-2 2-16 16,-2-6-3-16,-4 5-7 0,-1-6 3 0,-1 6-2 15,-2 0-4-15,-2 0 17 0,-1 4-5 0,-1-3 2 16,-1 3 1-16,-2 3-2 0,-2-2-2 0,3 2 2 0,-4 2 2 16,-3 4 2-16,1 1 0 0,0 1-1 0,-4 4 4 15,6 0 1-15,0 0-4 0,2 1-2 16,2 0 9-16,-1 0-1 0,2 0-7 0,3 1 23 15,-1-1-29-15,3-1-13 0,3-1-34 0,1-2-31 0,3 0-50 16,4-2-52-16,0 0-59 0,8-4-59 0,-1 3-253 16,-1-3-613-16,3-3 271 0</inkml:trace>
  <inkml:trace contextRef="#ctx0" brushRef="#br0" timeOffset="-13529.25">14160 11617 211 0,'2'-7'263'16,"-2"7"-7"-16,5-9-6 0,-2 5-3 0,-3 4-13 0,3-6-19 16,-3 6-13-16,0 0-9 0,6-6-24 15,-6 6-10-15,0 0-4 0,0 0 5 0,12 11 3 16,-7-6-11-16,1 5 1 0,3 5-10 0,-2-1-11 0,0 4-1 15,-1-3-11-15,1 3-8 0,1-2-12 16,0 3-5-16,-1-2-16 0,2 0-5 0,-2-1 0 0,2-2-14 16,-1 3-2-16,1-9-8 0,-2 3-6 0,0-5-1 15,-3 2-7-15,1-3 4 0,-3-1-1 0,2 1-4 16,-4-5 5-16,6 8 1 0,-2-7-3 0,-4-1 7 16,0 0 2-16,9 2 0 0,-9-2 0 0,8-7-3 15,-2 0-5-15,2-1-1 0,-1-2-7 0,1-4-4 16,4-1-3-16,1-2-1 0,-1-5-4 0,1 0 1 15,0-2-8-15,-1 2 4 0,-1 0-2 0,0 0 0 16,0-3-5-16,-6 7 5 0,1-1-3 0,-1 5-3 16,-1 2-2-16,0 1 0 0,0 2 1 0,-2-1-8 15,1 4-19-15,-2-1-29 0,-1 7-31 0,3-9-31 16,-3 9-38-16,0 0-34 0,4-6-20 0,-4 6-17 16,0 0-13-16,0 0-19 0,0 0-23 0,0 19-26 15,0-19-24-15,2 17-164 0,1-10-530 0,2 3 235 16</inkml:trace>
  <inkml:trace contextRef="#ctx0" brushRef="#br0" timeOffset="-13290.58">14672 11613 177 0,'9'-3'245'0,"-9"3"-1"16,0 0-12-16,0 0-7 0,0 0-8 0,0 0-23 0,0 0-9 16,8 4 3-16,-8-4 5 0,-3 12 5 0,2-3-4 15,-3 2-13-15,4 1-13 0,-3 3-5 0,1 2-5 16,2 0-12-16,-3 0-16 0,1 2-9 15,0-4-11-15,2 2-9 0,-2-5-10 0,4 5-19 0,0-7-5 16,-4 2 6-16,5-2-11 0,-3 0-10 0,4 2-2 16,-2-3-2-16,-1 1-14 0,1-3-26 0,0-1-38 15,0 0-23-15,-2-6-27 0,2 12-29 0,-2-12-22 16,2 11-24-16,-2-11-24 0,0 8-40 0,0-8-15 16,0 0-23-16,0 0-25 0,-6 9-151 0,6-9-470 15,0 0 208-15</inkml:trace>
  <inkml:trace contextRef="#ctx0" brushRef="#br0" timeOffset="-13029.5">14648 11694 94 0,'1'-12'194'0,"2"3"-8"0,1-2-5 0,3 3 0 16,1-1 2-16,2 1 6 0,1 1-2 0,5 0-6 16,-3 4-11-16,7 1 0 0,-2 3-5 0,2 0 17 15,-4 5-24-15,3 1-11 0,-5 2-10 16,1 2 0-16,-3 1-10 0,-2 1-16 0,-4 3 1 0,-3-1-9 15,1 0-10-15,-3 4-4 0,-2-2-5 0,-6 1-8 16,2 1-5-16,-5-2-15 0,-1 0 4 0,-6 3-5 16,5-6 2-16,0 2-10 0,-4-5-5 0,1 1-7 15,1-1-2-15,4-4 0 0,-7 3-2 0,8-3-20 16,-1-3-29-16,0 0-22 0,1-1-33 0,0 1-32 0,2-3-49 16,7-1-43-16,-13 0-44 0,13 0-30 15,0 0-241-15,-3-9-554 0,3 9 245 0</inkml:trace>
  <inkml:trace contextRef="#ctx0" brushRef="#br0" timeOffset="-12839.47">15348 11688 247 0,'3'-7'299'0,"-3"7"-10"0,3-6-11 0,-3 6-1 0,0 0-40 16,5-7-21-16,-5 7-27 0,9-4-14 0,-2 3-17 15,-7 1-18-15,18-1-15 0,-8-3-19 16,0 4-30-16,2 0-54 0,-6 0-61 0,-6 0-70 0,17 1-66 16,-12 2-65-16,-5-3-139 0,5 6-410 0,-5-6 181 15</inkml:trace>
  <inkml:trace contextRef="#ctx0" brushRef="#br0" timeOffset="-12679.55">15379 11822 94 0,'-1'8'251'0,"1"-8"-14"0,0 0 2 0,0 0-7 16,10 6-16-16,-10-6-21 0,11 0-18 0,-4 0-22 16,7 0-14-16,-1-3-15 0,5 3-38 0,-1-2-50 15,2 0-62-15,2-1-65 0,-2-1-66 0,0 3-166 16,0-5-346-16,3 2 153 0</inkml:trace>
  <inkml:trace contextRef="#ctx0" brushRef="#br0" timeOffset="-12316.53">15917 11558 165 0,'0'0'306'0,"2"-8"-19"15,-2 8 10-15,0-7-15 0,0 7-12 0,0 0-10 16,4-7-15-16,-4 7-6 0,0 0-3 0,0 0-2 16,0 0-15-16,19 14-11 0,-15-4-16 0,3 1-15 15,-2 0-7-15,2 4-18 0,1 1-15 0,-2 1-10 16,1 0-8-16,-1 0-10 0,-1 0-9 0,2 1-9 15,-1 0-11-15,0-2-7 0,0 1-10 0,0-3-7 16,-1-2-2-16,-1-1-5 0,-2-2-2 0,1-1-8 0,0-2-3 16,-1-2-5-16,-2-4 2 0,4 10-5 15,-1-7 1-15,-3-3-4 0,0 0 2 0,2 9-1 16,-2-9-4-16,0 0-1 0,0 0 1 0,0 0-2 16,15-15-3-16,-8 6 0 0,-1-2-5 0,3-4 0 0,0-3 0 15,3 1 0-15,2-6-1 0,0-2-1 0,2 4-4 16,-3-2-3-16,4 1 3 0,-6 5-5 15,1 1 9-15,-1 2-7 0,-2 1-6 0,-1 3 7 16,-3 1-2-16,1 1-2 0,-2 3 0 0,-1 0-14 0,-3 5-30 16,4-9-35-16,-4 9-46 0,2-5-41 15,-2 5-65-15,0 0-58 0,0 0-51 0,0 0-38 0,0 0-268 16,0 0-699-16,0 0 310 0</inkml:trace>
  <inkml:trace contextRef="#ctx0" brushRef="#br0" timeOffset="-11995.5">16364 11658 190 0,'0'0'278'0,"0"0"8"15,-5 14-2-15,1-5 12 0,-1 1-4 0,1-1-24 16,-1 2-11-16,0 2-1 0,0-2-15 0,1 7-9 16,-1-2-31-16,1 0-27 0,1-5-10 0,1 0-8 15,2 0 5-15,1-2-12 0,0-1-17 0,2-2-14 16,5 2-5-16,-1-2-11 0,5-2-5 0,1-3-11 15,7-1-10-15,-1-1-2 0,3-5 1 0,7-2-16 16,-8 2 3-16,-2-2-3 0,0-1 0 0,0-1 1 16,-3 1-5-16,-1-4 3 0,-2 2 7 0,-7 3-5 15,1-3-3-15,-4 0-9 0,-1-3-4 0,-4-2-5 16,-4 2-6-16,0-1-5 0,-5 0-3 0,-1 2-3 16,-2 2-5-16,-2 0-5 0,1 1-10 0,-4 2-22 15,-1 4-30-15,0-3-41 0,-2 7-55 0,-6 0-36 16,3 4-46-16,-2 3-51 0,6-2-75 0,2 4-358 15,6-5-772-15,2 0 342 0</inkml:trace>
  <inkml:trace contextRef="#ctx0" brushRef="#br0" timeOffset="-4449.2">9808 12378 54 0,'-5'-6'144'16,"5"6"3"-16,0 0-2 0,-4-7-2 0,4 7 4 15,0 0-5-15,-2-7-4 0,2 7-11 0,0 0-11 16,-3-8-6-16,3 8-9 0,0 0-16 0,0 0-9 16,0 0-12-16,0 0-11 0,0 0 4 0,0 0-9 15,0 0-2-15,0 0-3 0,3 29 9 0,-3-13-4 0,-2 2 1 16,4 1-2-16,-4 7 12 0,4-2-5 0,-1 2-6 16,0-7-3-16,1 0-1 0,-2 7-4 15,1-7-2-15,0-1-3 0,0 0-2 0,1 0-3 16,-1-3-1-16,0 1-6 0,2-4-1 0,-2 1-1 0,1-3-2 15,0 0-3-15,-1-1 0 0,2-2-3 16,-3-7-1-16,2 11-24 0,0-6-19 0,-2-5-14 0,2 9-15 16,-2-9-18-16,0 0-20 0,3 5-41 15,-3-5-31-15,0 0-33 0,0 0-122 0,0 0-350 16,0 0 155-16</inkml:trace>
  <inkml:trace contextRef="#ctx0" brushRef="#br0" timeOffset="-4062.76">9826 12339 53 0,'4'-6'115'0,"1"3"-1"0,-5 3-9 0,10-6-10 16,-10 6 3-16,12 0 1 0,-12 0-5 15,10 4-5-15,-2 0-7 0,-3 0-4 0,0 3 6 16,-3 4-13-16,1-1-2 0,0 1-6 0,-3 2-5 0,0-1 0 15,-2 3-11-15,-2 1-1 0,-2-1-7 0,0 1 0 16,-4-1-2-16,2-1-6 0,-1-1-5 0,0-3 2 16,3-2-2-16,-1 0-3 0,1-1-5 0,2-1 4 15,-1-4 6-15,5-2 6 0,-7 8-1 0,7-8-1 16,-5 3-3-16,5-3 6 0,0 0-9 0,0 0-5 16,0 0-1-16,0 0-2 0,0 0-4 0,0 0 2 15,0 0-6-15,0 0-5 0,0 0 4 0,22-9 7 16,-22 9-7-16,18 0 3 0,-7 0 0 15,-2 3-4-15,2 2 0 0,5 1 3 0,1-1 1 0,-3 5-4 16,2-1-2-16,0 0 0 0,0 2 0 0,1-2-6 16,1 1-21-16,0 1-33 0,2-1-39 0,-1-2-41 15,-1-1-56-15,1-1-104 0,-2 0-317 0,2-2 140 16</inkml:trace>
  <inkml:trace contextRef="#ctx0" brushRef="#br0" timeOffset="-3949.51">10188 12672 86 0,'0'0'63'15,"0"0"-47"-15,0 0-44 0,13 16-30 0,-7-13 13 16</inkml:trace>
  <inkml:trace contextRef="#ctx0" brushRef="#br0" timeOffset="-2376.58">12794 12652 50 0,'0'0'167'0,"-7"-7"0"0,7 7-6 0,0 0-7 16,-4-5-7-16,4 5-8 0,0 0-15 0,0 0-9 16,-5-7-5-16,5 7-3 0,0 0-3 0,0 0-5 15,0 0-4-15,-4-5-8 0,4 5-7 0,0 0-8 16,0 0-10-16,0 0-2 0,0 0-9 0,0 0-8 16,0 0-2-16,0 0-6 0,0 0-5 0,0 0-2 15,0 0-1-15,0 0-4 0,9 24-5 0,-5-14 11 0,3 5 2 16,2 2-1-16,-2-3-3 0,1 3-2 15,2 1 0-15,-1 1-4 0,-1 1 1 0,-1-1-7 16,3 0 2-16,-2-2 0 0,-1 1-1 0,0-1-4 16,0-2 0-16,-1 1-3 0,3-2 0 0,-4 0 0 0,1-4-3 15,-1 2 2-15,-2-3-3 0,3-2 3 0,-4 0-3 16,0-1 2-16,3 0-1 0,-3-1 3 0,-2-5 8 16,4 7 9-16,-4-7 15 0,6 4 17 15,-6-4 0-15,0 0 7 0,0 0-9 0,0 0-8 0,9-11-6 16,-5 3-2-16,0-2-4 0,1-6-2 0,-1 6-5 15,1-6-3-15,2-3 19 0,1 2-1 0,-3-1-5 16,6-6 0-16,-4 6-8 0,-1-5-2 0,1 4-4 16,0-5-1-16,-2 4-3 0,-1-4-4 15,3 6-1-15,-5 2 0 0,2 4 0 0,-2 0-2 0,-1 1-3 16,1 0 0-16,0 0-5 0,0 5-3 0,-2-1-3 16,3 0-10-16,-3 7-11 0,2-11-15 0,-2 11-21 15,1-7-16-15,-1 7-18 0,0 0-15 16,0 0-19-16,0 0-35 0,0 0-37 0,8-3-22 0,-8 3-28 15,0 0-157-15,9 13-435 0,-3-10 192 0</inkml:trace>
  <inkml:trace contextRef="#ctx0" brushRef="#br0" timeOffset="-2012.72">13191 12818 8 0,'-4'4'172'0,"2"2"-3"16,-1-1-10-16,-1 2 0 0,2 0 6 0,0 4-12 16,0-1-13-16,-1 1-7 0,-2 1-12 0,5-3-10 15,-2 3 0-15,4-1-8 0,-2-1-5 0,3 0-11 16,-1-3-6-16,1 1-7 0,1 0-4 0,0-3-4 16,1 0-4-16,1-2-4 0,4 0-6 0,-1 0-3 15,1-5-4-15,0 2 0 0,1-4 0 0,0 1-1 16,1-2 2-16,-1 0-6 0,-1-1 6 0,0-1 2 15,1-1 1-15,-5-1-6 0,1 0-3 0,-2-1-7 16,0 0 0-16,-5 1-1 0,0-2-2 0,0 2 1 16,-4-3-9-16,1 3 1 0,-4-1-5 0,2 2-1 15,-3-1-2-15,-6-1-2 0,1 4-2 16,0-3-3-16,-1 5-1 0,3 1-1 0,-3 0-6 0,3 2-15 16,0 1-14-16,-1 1-19 0,1 2-14 0,-3 0-30 15,5 3-29-15,-1 1-26 0,5-3-29 0,1 5-29 16,-1-3-22-16,4 1-119 0,1-7-373 0,0 11 166 15</inkml:trace>
  <inkml:trace contextRef="#ctx0" brushRef="#br0" timeOffset="-1762.62">13459 12653 45 0,'0'-7'213'0,"0"1"4"0,4-1-1 0,-4 7-14 15,2-9-22-15,-2 9-20 0,0 0-19 0,0 0-15 16,0 0-4-16,0 0-2 0,0 0-10 0,0 0 18 16,10 26-2-16,-8-8-8 0,2 0-11 0,-3 0-8 15,1 0-11-15,0 6-8 0,0-4-7 0,2-2-10 16,-1-1-4-16,1 2-9 0,-2-2 1 0,3 3-9 16,-5-2-2-16,5-3-31 0,-3-2-33 0,-2 0-36 15,2-2-49-15,-2 1-51 0,2-1-43 0,-2-1-203 16,0-10-438-16,2 11 194 0</inkml:trace>
  <inkml:trace contextRef="#ctx0" brushRef="#br0" timeOffset="-1529.55">13681 12631 154 0,'2'-4'223'0,"-2"4"-21"0,2-9-21 0,-2 9-3 16,0 0 11-16,0 0-10 0,0 0 6 0,0 0-4 15,0 31-17-15,0-16 0 0,-2 3-2 0,2 0-10 16,-2 0-8-16,4 1-6 0,-4 0-14 0,2-2-10 16,0 2-7-16,2-2-15 0,-2 0-10 0,2 0 1 15,1-2-14-15,-3-2-6 0,2-3-4 0,1 0-8 16,-3-1-12-16,2 0-43 0,0 0-33 0,-2-1-37 16,0-8-31-16,0 10-41 0,0-10-41 0,4 9-22 15,-4-9-28-15,0 0-177 0,0 0-448 0,0 0 199 16</inkml:trace>
  <inkml:trace contextRef="#ctx0" brushRef="#br0" timeOffset="-446.56">13567 12820 56 0,'11'-9'153'16,"-7"7"-9"-16,3-2-4 0,5 0-9 0,5 3-2 15,2-4-9-15,0 0-8 0,8 0-6 0,0 1-7 16,0-2-13-16,-6 0-7 0,0 2-8 0,-2 1-2 15,-1 0-7-15,-7 0-1 0,2 1-3 0,-1-1-4 16,-3 1 1-16,-3 1 1 0,-6 1 6 0,14-2 9 16,-14 2 2-16,7-3 3 0,-7 3 2 0,0 0 0 15,0 0-6-15,8 0-8 0,-8 0-7 0,0 0-6 16,0 0-1-16,0 0-2 0,-24 17-4 0,15-10-4 16,-4 5 5-16,1-1 0 0,1 0 0 0,0 5-2 15,2-3-4-15,0-2-4 0,4 3-3 0,1-3-3 16,0 1 1-16,2-1-8 0,2-1 2 0,-3 0-4 15,3-2 1-15,5-1-4 0,1 2 0 0,-1-2-1 16,1-2 0-16,3-4-2 0,1 2 0 0,1-3 0 0,2 0-2 16,-1-3-1-16,-2 0 0 0,4 0 1 15,-5-1-2-15,0-1-1 0,3 1 0 0,-4-2-2 16,1-1 3-16,-5 4-3 0,2-5 2 0,-2 2-4 16,-2-2-4-16,0-2 3 0,-1 4 0 0,-1-3 0 15,0 9 1-15,-5-14-4 0,5 8-1 0,0 6 0 0,-2-11 2 16,2 11-2-16,-3-8-4 0,3 8-2 15,0 0 1-15,0 0 0 0,0 0 1 0,0 0-1 16,0 0 4-16,0 0-4 0,0 0 1 0,0 0 2 16,0 0 3-16,7 29-2 0,-2-25-1 0,1 1 5 0,3 1 1 15,2 0-4-15,1-3 2 0,6 0 3 0,-1-3-1 16,2 1 6-16,1-2-7 0,-2-2 0 0,2 0 1 16,-2-1 0-16,0-3 1 0,-3 1 2 15,1 1-5-15,-1-3 0 0,-5 2 0 0,6-3 0 16,-7 5 4-16,-4-2 1 0,3-1 2 0,-5 1-1 0,0 0 2 15,0 0-2-15,-3 6 3 0,2-13 3 0,-4 7-3 16,2 6-3-16,-3-13 4 0,0 8-6 0,3 5 1 16,-10-8-3-16,4 6-1 0,6 2-2 0,-14-2 3 15,14 2-4-15,-17 3-1 0,3 1 4 16,5 3-3-16,-3 1 5 0,4 1-6 0,-1-1 0 0,2-1 2 16,0 2-1-16,3-1 2 0,1 1-3 0,-1-1 0 15,2-2 0-15,2-6 2 0,0 12-2 16,0-12 2-16,4 10 2 0,1-6 0 0,-5-4-3 15,9 5-2-15,-3-2 4 0,-6-3 1 0,12 0 3 0,-6 0-8 16,-6 0 4-16,14 0 0 0,-14 0 3 0,13-3-4 16,-13 3-3-16,10-1 2 0,-10 1-1 0,8-1-2 15,-8 1-2-15,7 2 5 0,0 1-3 0,-3 2 0 16,3 2-1-16,0 4 0 0,-3 3 2 16,2 2 4-16,1 11 3 0,1 2 4 0,-4 1 6 0,1 2 13 15,-1-1-10-15,0 4-1 0,0-1-5 0,-3 4 5 16,-1-4 2-16,5 11-5 0,-8-10 1 0,6-2-1 15,-7-2 0-15,2-5 0 0,-4 2-6 0,2-9 4 16,-1 0-1-16,-2-1-3 0,-4-4 1 0,2 1-4 16,2-5 1-16,-4-1 0 0,4-3-1 0,-1-1-5 15,-1 0-2-15,1-4-19 0,-1-2 0 0,9 1-2 16,-20-6-6-16,16-1-4 0,-3-5-1 0,3 0 3 16,2-5-1-16,4-9-1 0,2-1 1 0,7-2 5 15,-1 0 1-15,3-3 4 0,3 0 2 0,6-9-1 16,-6 11 6-16,-1 1-2 0,10-12 5 0,-6 12 3 15,-2-1-1-15,2-1 2 0,1 3-1 0,-3 0 1 16,2 2 3-16,-2 1 1 0,-5 0 0 0,1 1 2 16,-5 0-2-16,-2 6 1 0,1-1-1 0,-5 1 2 15,2 0 2-15,-4 2 4 0,0-1 2 0,0 5 0 16,0 2 10-16,0 1 4 0,0 9-4 0,-2-13 0 16,-2 8-2-16,4 5 0 0,-9-5-6 0,9 5 2 15,0 0-3-15,-21 10 1 0,12-3 1 0,-3 7 0 16,4-4 5-16,-5 6 1 0,-1 0-3 0,5 1-1 15,1-1 3-15,0 1-4 0,4-3-2 0,2 3 3 16,4-1-16-16,0-1-28 0,2 0-24 0,6-1-39 16,-1-1-42-16,5-1-42 0,3-5-37 0,10 2-53 15,0-4-155-15,2-3-461 0,2-2 205 0</inkml:trace>
  <inkml:trace contextRef="#ctx0" brushRef="#br0" timeOffset="686.8">15036 12795 79 0,'-2'-13'247'0,"-3"7"-5"15,-3-1-13-15,-2 1-15 0,-2 3-12 0,-1-1-9 16,-5 2-14-16,-1 2-9 0,1 0-19 0,-2 2-8 16,1 4-14-16,-1 0-9 0,2 3-12 0,0 0-9 15,2 1-6-15,2 1-8 0,1 0-10 0,2 1-10 16,2 3-3-16,5-4-8 0,-1 4-8 0,3-3-2 15,2-1-4-15,1 0-6 0,0 0-3 0,0-3-1 16,5 3-1-16,-2-6-1 0,3 4-4 0,3-3 2 16,0-2-5-16,1 0 2 0,-2-1-8 0,3-3 4 15,1 0-7-15,1-2 2 0,-3 0 0 0,1-1-5 16,1-1 6-16,-2-1-5 0,0-2 0 0,0 1-1 16,2-3-1-16,-3 0-1 0,-4-1 1 0,3-5-3 15,-3 4-1-15,1-3 4 0,0-1-2 0,-2-2-1 16,0 1 0-16,-3-2 2 0,2-1-4 0,0-5 3 15,-3 5-5-15,2 0 0 0,1-7 5 0,-4 1-2 16,0 1-4-16,-4 5 3 0,3-6-1 0,-1 7 6 16,-1-1 0-16,-4 6 6 0,5 0-2 0,-4 3 5 15,5 3 4-15,-1 1 5 0,-1 0-5 0,3 6-5 16,-1-10 2-16,1 10-6 0,-5-6-3 0,5 6 0 16,0 0-6-16,0 0 8 0,0 0-8 0,0 0 0 15,0 24-2-15,2-7 2 0,2 0-1 0,-1 2 5 16,-1-1-5-16,1 0 2 0,2 7 0 0,-3-6 2 15,0-2-6-15,4 2 1 0,-2-2 1 0,2 0 3 16,-2-2 0-16,1 1-5 0,2-1 4 0,-3-2-1 0,0-3-5 16,3 0 2-16,-2 0 2 0,-1-1 0 15,2 1 3-15,-3-4 0 0,3-1-4 0,-1-1 5 16,0 1-2-16,1-1 0 0,-1-1-1 0,2-1 5 16,-7-2-4-16,16 2 1 0,-7-2 0 0,1-3-2 15,2 0 0-15,-1-1 2 0,0-1-2 0,1-1 0 0,-1-1 2 16,3-1-3-16,-5 0-3 0,3-5 3 15,1 3-2-15,-6-2 3 0,1 3-4 0,1-5-6 16,-4 1 4-16,0-2-1 0,-2 3-9 0,-2 0 9 16,2-1-4-16,-3 0 6 0,-2 3-7 0,1-1-1 15,-3 1 6-15,-1 0-4 0,0 3 4 0,-4-3-1 16,1 5 2-16,2 1 11 0,-2 1-18 0,-3 0 6 16,4 0-4-16,-3 2 4 0,10 1 0 0,-15 0-5 0,15 0 1 15,-10 0-3-15,10 0 3 0,-8 5 2 0,8-5 3 16,-4 5 0-16,4-5-1 0,0 0 1 0,1 9 0 15,-1-9 3-15,8 7-1 0,-2-6 1 16,2 1-2-16,5 0 4 0,-3-1 1 0,9 0-2 16,-2 2 5-16,3-3-5 0,-3 0-1 0,-4 0-5 15,0 0 4-15,1 0 0 0,-3 1-1 0,1 1-4 0,-1 4 4 16,-1-3 0-16,-1 3 7 0,0 1 6 0,-1 3 8 16,-3-2 9-16,1 3 1 0,-2 0 4 0,0-1 4 15,-3 1 4-15,1 3-2 0,0-5 3 0,-1 7 4 16,1-4-13-16,-1-2-9 0,-1 1-4 15,0-1 6-15,3 0-2 0,-1 0-4 0,0-1-6 0,1-3-18 16,1 0-18-16,-1-1-26 0,-3-5-11 0,7 8-12 16,-2-4-17-16,1-2-9 0,-6-2-2 0,10 0-3 15,0 0-1-15,-10 0 4 0,15-5 8 0,-8 1 6 16,3-1 9-16,-1-2 6 0,-1 0 8 0,-2-3 6 16,3 1 5-16,-4-1 5 0,0 0 5 0,0 0 6 15,-1 1 5-15,-1 3 17 0,0-1 12 0,-3 7 6 16,3-7-1-16,-3 7-4 0,2-7 2 0,-2 7-1 15,0 0 10-15,0 0 14 0,0 0 11 0,0 0 2 16,12 16 0-16,-9-11 1 0,1 1 0 0,-1-2-1 16,4 1-2-16,-2 0 4 0,1-1 5 0,2 0 4 15,3 0-5-15,0-1 2 0,1 0-2 0,0-2 4 16,2-2-2-16,-1-2 1 0,1 0-2 0,4-1-4 16,-6 0 4-16,-1-2-4 0,1-2 4 0,-3 3 5 15,0-3 1-15,-1 0 0 0,-2 1-3 0,-3 0 2 16,1-1-13-16,-3-1-8 0,-1 2 1 0,0 7-7 15,-6-16 2-15,2 8-5 0,-3-1-2 0,0 2 0 16,-1-1-15-16,-1 4-13 0,-1-2-23 0,-2 3-24 16,2 2-20-16,-1 2-30 0,-2 2-29 0,1-1-44 15,-2 3-63-15,4-2-60 0,-4 3-195 0,4-1-539 16,1 0 239-16</inkml:trace>
  <inkml:trace contextRef="#ctx0" brushRef="#br0" timeOffset="953.45">15864 12482 254 0,'2'-5'274'0,"-1"-1"2"0,-1 6-22 0,3-9-22 16,-3 9-22-16,0 0-21 0,2-6-18 0,-2 6 17 16,0 0 15-16,9 21-3 0,-4-4-9 0,-1 7-9 15,2 3-18-15,-2 3 2 0,-4 0-18 0,-2 2-9 16,0 0-8-16,1 2-9 0,0-4-16 0,-3 3-12 15,-1-1-5-15,2-4-7 0,-1-1-14 0,3-1-1 16,-3-7-11-16,3 5-8 0,0-5-3 0,0 0 5 16,1-3-35-16,1-1-16 0,-1-3-39 0,1-2-31 15,0-2-24-15,-1-2-26 0,0-6-20 0,0 13-24 16,0-13-33-16,0 0-23 0,0 13-15 0,0-13-30 16,4 4-211-16,-4-4-516 0,0 0 228 0</inkml:trace>
  <inkml:trace contextRef="#ctx0" brushRef="#br0" timeOffset="1171.03">15875 12769 28 0,'2'-25'155'16,"2"2"-12"-16,0 5 1 0,2 2-3 0,1 0 5 0,-1 5-2 15,4 1 4-15,-1 1-1 0,1 3-3 16,7-1-8-16,-4 3 4 0,1 3-3 0,-1 1-4 16,1 1-3-16,-4 2-9 0,1 1 0 0,2 1-3 15,-4 2-10-15,-1 0-8 0,-4-2-7 0,-1 2-5 16,-1 2-4-16,-1 1-11 0,-2-1-8 0,-3 2-6 15,-1-3-7-15,0 2-4 0,-4-2-3 0,2 1-3 16,-4-2-18-16,1-1-25 0,-1 1-31 0,-4 0-36 16,3-1-54-16,-1-2-55 0,5 0-56 0,-4 0-205 15,0-3-474-15,12-1 210 0</inkml:trace>
  <inkml:trace contextRef="#ctx0" brushRef="#br0" timeOffset="2020.32">16644 12503 183 0,'-13'2'187'0,"-2"2"-6"0,-3 1-8 0,-1 2-2 15,-4 5-3-15,4-1-7 0,-2 6-4 0,1 1-8 16,3-3 4-16,5 2-11 0,0-2-5 0,0 2-15 15,3-1 0-15,2 2-8 0,2-2-12 0,2-1-10 16,4-2-5-16,2-1-7 0,2-1-10 0,3 1-11 0,1-2-2 16,0-3-5-16,6 2-4 0,-4-5-4 15,7 0-6-15,0 0-3 0,0-3-2 0,-1-2-2 16,1-3-3-16,-1-1-4 0,-5 1-2 0,1-2-1 0,-2-1 3 16,-1 1-8-16,1-3 2 0,-1 0-8 15,-4-2 1-15,1 2-2 0,-1-2 2 0,-2 1-3 0,1-3 1 16,-1 2-3-16,-2 0 2 0,-2 0 0 15,2 0-2-15,-2-2-1 0,-2 2 1 0,4 2-3 16,-2-1 0-16,0 10-2 0,0-12 3 0,0 12-3 0,0-8-3 16,0 8 0-16,0 0 0 0,2-5 5 0,-2 5 10 15,0 0-1-15,0 0 0 0,0 0 3 0,4 29 9 16,-4-18 9-16,1 2 9 0,2 3 1 16,-2-1 0-16,-1 2-10 0,2-2 16 0,-1 0-22 15,0 1-5-15,0 0 4 0,2-3-7 0,-2-1-5 0,0 1-39 16,1-3-25-16,-1 1-35 0,0 0-40 0,0-2-41 15,2 1-54-15,1-3-47 0,0-1-216 0,-4-6-523 16,9 8 231-16</inkml:trace>
  <inkml:trace contextRef="#ctx0" brushRef="#br0" timeOffset="2621.73">17040 12547 153 0,'-5'-3'257'0,"5"3"-8"16,-13-3-8-16,2 1-15 0,11 2-20 0,-14 4-11 16,6 0-4-16,-3 3-7 0,0 0-5 0,1 3-12 15,1-1-7-15,3 1-10 0,-3 3-10 0,1 1-3 16,-1-1-7-16,5 0-7 0,-1 2-5 0,4-2-6 16,0 2-12-16,-2 0-6 0,4-3-14 0,3 0-2 15,-1-1-9-15,3 1-9 0,-1-2 3 0,3-1-12 16,0-1-6-16,-1-1 6 0,5 0-21 0,-1-1 9 15,0 0-7-15,0-3 1 0,1 0-1 0,7-1-4 16,-7-2 1-16,6-2-12 0,0 0 5 0,1 1 4 16,-1-2-11-16,0-3 3 0,0 1-7 0,-1-3 3 15,-1 3 0-15,0-4-7 0,-2-1 4 0,-2-2-6 16,1 0 13-16,1 1-25 0,-7 0-13 0,0-3 9 16,0 3 6-16,-5-1-19 0,1-5-3 0,-4 0 2 15,-2 6 4-15,-1 0-2 0,0-4 0 0,-3 1 3 16,2 4 13-16,-3 1-12 0,-1 1 2 0,3 1 5 15,-2 1-6-15,1 2 10 0,1 2-2 0,6 2-1 16,-10-5 0-16,10 5 2 0,-8-2 4 0,8 2-4 16,0 0 0-16,0 0 4 0,0 0 0 0,0 0 10 15,0 0-6-15,0 0-2 0,0 0 8 0,19 16-9 16,-7-15 0-16,1-1 5 0,1 0-2 0,2-3 2 16,4 2 1-16,-1-2-1 0,-6 1-3 0,6 0 7 15,-3-2-7-15,-2 2 4 0,-3 0-4 0,-1 0 5 16,1 1-4-16,-6-1 0 0,-5 2-3 0,11 0 6 15,-11 0 0-15,9 2 17 0,-3 2 2 0,-6-4 8 16,5 10 13-16,-2-2-1 0,-2 0 1 0,1 2-1 16,0 1-5-16,-1 0-5 0,2 2 6 0,-3-3-10 15,-2 3 0-15,2 2-2 0,0-5-1 0,-1 3 0 16,0-2-7-16,1-1-6 0,0-1-32 0,1 1-33 16,-1 0-31-16,1-4-33 0,-1-6-22 0,-1 12-31 15,2-5-37-15,-1-7-38 0,4 7-23 0,-4-7-21 16,5 8-202-16,-5-8-531 0,7 1 236 0</inkml:trace>
  <inkml:trace contextRef="#ctx0" brushRef="#br0" timeOffset="3437.47">17527 12653 32 0,'1'-7'155'16,"-1"7"-10"-16,0 0 8 0,4-5 5 0,-4 5 7 16,0 0 8-16,0 0-4 0,0 0-6 0,5 17-2 15,-5-17-2-15,3 10-8 0,-2-6-6 0,-1-4-3 16,4 11 6-16,0-6-10 0,-2 0-13 0,3 0-11 15,1 0-7-15,-1-3-9 0,4 0-9 0,-2 0-3 16,1 0-5-16,1-2-6 0,4-3-6 0,-2 2-11 16,3-1-3-16,3-2-5 0,-4 1-6 0,-2-1-2 15,-1-1-5-15,2 1-2 0,-4-2-6 0,-1 0-2 16,-2 2-3-16,3-3-1 0,-4 0-2 0,-2 2-1 16,1-4-3-16,-3 9-3 0,0-15 0 0,-4 6-1 15,0 0-5-15,-1 0 0 0,-2 0 0 0,1 1-6 0,-1 1 2 16,0 0 12-16,-3 1-12 0,2 1-5 15,2 3 1-15,-2 0 3 0,8 2-6 0,-20 1 3 16,10 1 2-16,-3 3-3 0,1 0-3 0,-3 5 4 16,4 1 2-16,0 1-3 0,-1 2-3 0,3-1 4 15,1 0-3-15,3-2 6 0,0 1-3 0,5-3 6 0,-3 1 2 16,5-1 3-16,0-1 4 0,4 1 15 0,1-3-9 16,4-1-4-16,-2 0 2 0,4-3 7 15,7-2-5-15,-2 0-6 0,4-1 5 0,-3-4-4 16,2 1 1-16,7-4-10 0,-8 1 4 0,-2-2 3 0,-1 1-4 15,-2-2-4-15,0 1 8 0,0-2-3 16,-5 3 0-16,-1-1-5 0,-3-1 3 0,4-5-4 0,-1 1-4 16,-2-2 5-16,0 1-2 0,-4 4 0 15,-2-5 1-15,2 0-7 0,-2 4 5 0,-2 1 1 16,3 0-5-16,-2 3 1 0,0 8-4 0,0-13-1 0,3 8 6 16,-3 5-8-16,0 0 1 0,0 0-2 0,0 0 3 15,0 0 2-15,0 0 3 0,0 0 5 16,-8 38 11-16,6-21 10 0,-2 1 4 0,0 1-7 0,-3 1-4 15,4-3 5-15,-4 2-4 0,1-2 4 0,2-2-3 16,1-1-2-16,0-2-3 0,0-2 5 0,2-1 3 16,-1-2-9-16,2-7 4 0,-1 12-4 0,1-12 19 15,1 6-3-15,-1-6 3 0,8 2-3 16,-8-2-6-16,18-4-6 0,-3-2 1 0,3-1-3 0,2-3 0 16,2-3 15-16,3-3-19 0,-1 0 2 0,-2 1-5 15,1-2-1-15,-3 0-1 0,0-2-2 0,-3 0-17 16,-1-1 21-16,-4 5-17 0,0-2 9 0,-4 3 5 15,-2 3 2-15,0 0-3 0,-2 2 1 16,-1 0-7-16,-2 2 2 0,0 1 3 0,-1 6-9 0,2-8 4 16,-2 8-15-16,0 0 28 0,0 0-19 0,0 0 2 15,-20 4 4-15,12 6-8 0,1-3 12 0,1 5-3 16,0-1-6-16,1 0 3 0,-1 1 4 0,1 0-2 16,2 0 0-16,1 1-3 0,1-1 3 0,-2 4-2 15,3-2 4-15,0-3-4 0,-1 2 2 0,1-1 8 16,1-1-16-16,-1 0 6 0,-1-1 4 0,2-1-2 15,-2 1-1-15,-1 0-2 0,2-3 6 0,-1 1-3 16,1-8-5-16,-2 13-6 0,0-6-25 0,1-1-30 16,-4 0-26-16,0 1-25 0,-2 0-25 0,0 1-30 15,-3-3-34-15,-1 3-34 0,2-2-39 0,-2 1-35 16,-1-1-199-16,-2 2-556 0,-1 0 246 0</inkml:trace>
  <inkml:trace contextRef="#ctx0" brushRef="#br0" timeOffset="5103.96">13976 13657 171 0,'-5'-10'301'0,"5"10"-16"15,-7-4-9-15,7 4-21 0,0 0-18 0,-2-9-24 16,2 9-20-16,0 0-24 0,0 0-14 16,0 0-14-16,0 0 1 0,0 0 5 0,-9 24-14 15,9-9 8-15,-2 3-9 0,2 8-12 0,0 1-3 16,6-2-24-16,-3 1 2 0,-1 1-7 0,0 0-9 0,3-4-1 15,0 3-2-15,-3-7-18 0,2 0 5 0,-2 2-11 16,0-3-2-16,0-1-6 0,1-1-3 16,-3 0-4-16,2-6 1 0,-2 2-12 0,2-3-1 15,0 0-4-15,-2-1 3 0,3-1-10 0,-3-7-17 0,3 12-29 16,-2-8-29-16,-1-4-44 0,1 9-20 0,-1-9-18 16,0 0-15-16,0 10-23 0,0-10-28 0,0 0-40 15,0 0-22-15,0 0-195 0,0 0-505 0,0 0 225 16</inkml:trace>
  <inkml:trace contextRef="#ctx0" brushRef="#br0" timeOffset="5471.44">14018 13694 70 0,'6'-17'190'16,"0"2"-11"-16,0 0-5 0,5 2 0 0,0 1-2 0,5 2-6 15,-3 0-14-15,5 4-5 0,-7 3-18 0,3 0-8 16,-2 3-6-16,0 1-11 0,-2 3-6 0,-1 2-9 15,2 0-4-15,-6 2-4 0,1 2-11 0,-3 1-4 16,-3 0-8-16,0 1-2 0,-4 4-8 16,-1-1-2-16,0 0-8 0,-8 0 0 0,4 2-7 0,1-1 0 15,-7-3-5-15,2 0-1 0,-3-1-6 16,3-3 2-16,-1 2-4 0,3-5 1 0,0-1-1 0,2-2-2 16,-2 2 7-16,4-4-2 0,0 1 10 0,7-2 6 15,-11 1 5-15,11-1 0 0,-9 2 0 0,9-2-5 16,-6 0-4-16,6 0-6 0,0 0-2 15,-6 4-4-15,6-4-4 0,0 0 6 0,0 0-7 16,14 15 6-16,-7-5 8 0,2-2 6 0,4 4 2 0,-4-1 3 16,5 2-4-16,-1 0-7 0,-2-3-3 0,5 1 10 15,-1 0-10-15,-1-2-8 0,-1 3-2 0,1-3-19 16,0 1-26-16,-4-3-29 0,3 1-38 0,-3 1-30 16,4-1-46-16,-3 0-48 0,0-5-38 15,-2 6-192-15,0-5-486 0,0 2 215 0</inkml:trace>
  <inkml:trace contextRef="#ctx0" brushRef="#br0" timeOffset="6157.59">14804 13919 5 0,'-16'-2'247'0,"10"0"-6"0,6 2-8 16,-13-1-13-16,13 1-12 0,-15 0-16 0,15 0-15 16,-12 1-11-16,12-1-13 0,-10 2-8 0,10-2-9 15,-8 1 1-15,8-1-15 0,0 0 2 0,-7 1-6 16,7-1-2-16,0 0-4 0,0 0 0 0,0 0-6 15,0 0-1-15,0 0-9 0,0 0-6 0,0 0-4 16,0 0 0-16,-12 0-11 0,12 0 2 0,0 0-7 16,0 0 0-16,0 0-7 0,0 0-4 0,0 0-5 15,0 0-5-15,0 0-1 0,0 0-12 0,0 0 0 16,0 0-3-16,0 0-4 0,0 0 10 0,0 0-4 0,0 0 3 16,0 0-19-16,0 0-1 0,-6 3-1 15,6-3-3-15,0 0-2 0,0 0 0 0,0 0 3 16,0 0-9-16,0 0 3 0,0 0 4 0,0 0-1 15,0 0-1-15,0 0 0 0,0 0-3 0,0 0-3 16,0 0 3-16,0 0 3 0,0 0-3 0,0 0-4 0,0 0 5 16,0 0 2-16,-9 2-7 0,9-2 2 15,0 0-6-15,0 0 3 0,0 0 1 0,0 0 3 16,0 0-5-16,0 0 1 0,0 0-3 0,0 0 3 16,0 0 2-16,0 0-2 0,0 0 3 0,31-3 0 15,-20 1-5-15,3 1 4 0,5-2 0 0,0 1 0 0,-1 0-3 16,-1-1 5-16,-3 0-10 0,0 0 3 15,0 2-23-15,-1 0-25 0,-3-1-30 0,0-2-36 16,-3 3-37-16,-7 1-32 0,13-2-31 0,-7 1-47 16,-6 1-37-16,10 0-250 0,-10 0-591 0,0 0 261 15</inkml:trace>
  <inkml:trace contextRef="#ctx0" brushRef="#br0" timeOffset="6353.69">14791 13971 214 0,'0'0'221'16,"-5"4"-4"-16,5-4-1 0,0 0-3 0,0 0-11 15,0 0-15-15,0 0-16 0,25 0-16 0,-14-3-18 16,3 2-12-16,4-2-17 0,-1 1-9 0,-4-2-30 16,6 1-36-16,-3-1-37 0,2 2-51 0,-7-1-53 15,3-1-49-15,-2 1-184 0,2 0-369 0,-4 0 164 16</inkml:trace>
  <inkml:trace contextRef="#ctx0" brushRef="#br0" timeOffset="7204.19">16066 13654 116 0,'-6'-5'242'0,"6"5"-5"0,-5-9-5 16,1 5-9-16,4 4-9 0,-4-7-12 0,4 7-16 15,-5-6-16-15,5 6-10 0,-4-5-22 0,4 5-13 16,0 0-13-16,0 0-11 0,0 0-9 0,0 0 5 16,0 0 4-16,16 16 3 0,-10-7-1 0,1-1 2 15,4 6-6-15,-1 3-13 0,3-1-5 0,-3 0-9 16,4 6 1-16,-2-5-12 0,-3-1-7 0,1 1-3 16,0 1-5-16,-1-1-7 0,-1-1 6 0,3-3-6 15,-5 3 0-15,4-3 0 0,-3-2 3 0,-3-1-16 16,2-1-3-16,-2-3-6 0,0 1 0 0,0-2 30 15,0-1 2-15,-4-4 0 0,5 8-8 0,-5-8-2 16,2 5 10-16,-2-5-19 0,0 0 18 0,3 5 5 0,-3-5 1 16,0 0-9-16,0 0-2 0,0 0 8 15,8-13-4-15,-8 13-5 0,2-15-2 0,2 3-7 16,-1-4 3-16,-1 0-4 0,3-3-1 0,-1 0-3 16,1-7-5-16,0 0-3 0,2 2-4 0,-1-2 6 0,0 2-8 15,-1-3-5-15,1 3 3 0,-3 6-2 16,3 0 3-16,-3 1 0 0,0 6 1 0,2-4-5 15,-1 4-4-15,-3 1 4 0,0 2-6 0,1 3-1 16,-2 5-3-16,2-10 0 0,-2 10-2 0,2-9 0 0,-2 9-15 16,0 0-20-16,0 0-24 0,0 0-28 0,0 0-16 15,0 0-22-15,0 0-35 0,0 0-23 0,7 24-31 16,-5-12-39-16,0-1-37 0,1 1-41 16,0 4-199-16,0 1-575 0,2-2 255 0</inkml:trace>
  <inkml:trace contextRef="#ctx0" brushRef="#br0" timeOffset="7587.25">16643 13758 26 0,'5'-4'273'0,"-5"4"-2"0,0 0-10 0,0 0-14 16,0 0-15-16,0 0-17 0,0 0-13 0,0 0-7 15,-26 10-3-15,20-2 3 0,-4 1 3 0,-3 2-16 16,0 1-12-16,2 3-5 0,-1-1-22 0,-1 0-15 15,6-4-2-15,1 1-17 0,1 0 9 0,3 0-50 16,-2-1 17-16,4-1-15 0,4 3-2 0,-2-7-4 16,3 3-2-16,1 1-7 0,3-3-8 0,1 2-5 15,-1-3-5-15,1 0-9 0,1 0 0 0,1 0 6 16,-2 0-6-16,2-2 9 0,-2 1-18 0,-2-1 1 16,-2 1-3-16,3-1-6 0,-4 0-2 0,0 0-1 15,-5-3 5-15,7 6-6 0,-7-6 6 0,3 7 2 16,-3-7 6-16,2 6-1 0,-2-6 1 0,0 0 0 15,-9 12 2-15,2-8-15 0,1-1 16 0,-3 1 3 16,0-1-5-16,-3 1 4 0,0-1-5 0,0 1-7 16,1-2 6-16,-3 1-5 0,1 0-4 0,0 0 0 15,0-2-25-15,-1 1-13 0,5 0-37 0,-1-2-37 16,4 2-32-16,-6-1-36 0,6 0-33 0,6-1-47 16,-12 0-48-16,12 0-46 0,0 0-198 0,-11-2-584 15,11 2 259-15</inkml:trace>
  <inkml:trace contextRef="#ctx0" brushRef="#br0" timeOffset="8002.92">17016 13763 46 0,'0'0'262'16,"0"0"-2"-16,0 0-5 0,0 0-11 0,0 0-8 15,0 0-11-15,-15-9-13 0,15 9-7 0,-10 0-13 16,10 0-9-16,-15 1-1 0,15-1-10 0,0 0-3 16,-15 2-6-16,15-2-12 0,-10 1-11 0,10-1-14 15,0 0-3-15,0 0-10 0,0 0 1 0,0 0-14 16,-12 3-9-16,12-3 1 0,0 0 3 0,0 0 0 16,0 0-10-16,0 0-7 0,33-5-8 0,-21 2 0 15,2 0-13-15,1-3 0 0,3 3-1 0,0-4-3 16,-3 3-2-16,-1 0 2 0,4-2 0 0,0 3-1 15,-2-3-7-15,-2 3 11 0,-4-1-8 0,-1 3-2 16,-2-1 1-16,-7 2 0 0,12 0 2 0,-7-3-6 16,-5 3 1-16,0 0-4 0,10-1 4 0,-10 1-2 15,0 0-2-15,0 0 2 0,9-2-5 0,-9 2-4 16,0 0-2-16,0 0-3 0,0 0-4 0,0 0 0 16,0 0-4-16,7-4-3 0,-7 4-11 0,0 0-25 15,0 0-34-15,0 0-41 0,0 0-65 0,0 0-65 16,0 0-60-16,0 0-72 0,0 0-77 0,0 0-269 15,0 0-761-15,-36 0 336 0</inkml:trace>
  <inkml:trace contextRef="#ctx0" brushRef="#br0" timeOffset="10603.66">17502 13511 164 0,'-4'-4'263'0,"4"4"-15"16,-8-10-8-16,5 6-11 0,3 4-7 0,-5-7-9 15,5 7-9-15,-7-5-20 0,7 5-12 0,0 0-19 16,-4-5-13-16,4 5-16 0,0 0-11 0,0 0 10 16,0 0-4-16,0 0-9 0,0 0-5 0,0 0-1 15,4 29-4-15,2-20-7 0,-2 1 8 0,1 2-20 16,0-1-9-16,3 0-5 0,1 3-5 0,-2 2-4 15,2 0-3-15,3-2-8 0,-5 2-4 0,2 0-6 16,2 2 2-16,-1-2-11 0,-4-3 1 0,3 1-1 16,1 0-4-16,-2-2-4 0,-1 4 0 0,-2-6 7 15,0-1-6-15,1 0 4 0,-3-3-6 0,0 0 6 16,1-1-15-16,0-2 7 0,-4-3 0 0,4 8 8 16,-4-8 13-16,0 0 1 0,5 2-8 0,-5-2-20 15,0 0 15-15,10-18 3 0,-5 9-5 0,1-7 3 16,0 2-4-16,2-3 1 0,-1 0-4 0,4-5-2 15,-2-3-1-15,-1 7-3 0,-4-1-4 0,5-5 5 16,-2-2 1-16,-2 8-3 0,0 0-5 0,1-8 6 16,-3 9-11-16,-1 1 4 0,1 4-4 0,1 1-1 15,-3 2 1-15,0 4-16 0,-1 5-27 0,2-10-27 16,-2 10-28-16,2-8-31 0,-2 8-17 0,0 0-16 16,0 0-20-16,0 0-30 0,0 0-31 0,0 0-33 0,0 30-32 15,0-19-196-15,-2 2-543 0,3-3 240 16</inkml:trace>
  <inkml:trace contextRef="#ctx0" brushRef="#br0" timeOffset="10853.46">17898 13615 50 0,'0'0'245'0,"0"0"3"0,0 0-6 0,0 0-7 16,0 0-15-16,4 6-12 0,-4-6-13 0,0 0-13 15,0 0-3-15,0 0-1 0,-4 15 7 0,4-15 0 16,-3 12-11-16,2-3-6 0,1 2 7 0,-1-2-5 0,-1 4-4 15,1 0-24-15,1 2-8 0,0 1-6 0,1 0-12 16,-2 2-12-16,2-2-9 0,1-1-13 0,-1-3-10 16,-1 0 3-16,0 1-12 0,2-2-4 15,1 0-10-15,-2 0-18 0,1-1 3 0,-1-3-12 0,0 3-24 16,2-1-49-16,-2-2-30 0,1-1-25 0,-2-6-16 16,0 12-21-16,0-12-22 0,0 7-33 0,0-7-45 15,-3 7-29-15,3-7-41 0,-8 4-174 0,8-4-525 16,0 0 233-16</inkml:trace>
  <inkml:trace contextRef="#ctx0" brushRef="#br0" timeOffset="11070.43">17893 13651 87 0,'1'-5'217'16,"-1"5"-11"-16,5-10-1 0,0 6 5 0,1 2-6 0,2-1-1 15,2 3 3-15,4 2-2 0,-1 1-18 0,0 1-3 16,5 3-17-16,-2 0-14 0,1 2-9 0,0 1-14 15,-5 3-8-15,-2-4-13 0,-4 3-12 0,1 5-4 16,-3 0-3-16,-2 2-2 0,-5 6-19 0,-5-7-3 16,-4 5-7-16,-5 0-10 0,-6-2-25 0,-3 1-33 15,-3-1-37-15,-12 6-29 0,7-9-62 0,-16 4-69 16,0-6-66-16,-4 0-195 0,3 0-506 0,-4-4 223 16</inkml:trace>
  <inkml:trace contextRef="#ctx0" brushRef="#br0" timeOffset="13919.79">18524 13586 174 0,'-6'2'220'0,"6"-2"2"0,-13 0-1 0,6 1-12 15,7-1-12-15,0 0-18 0,-12-1 6 0,12 1-10 0,0 0-17 16,0 0-15-16,0 0-5 0,0 0-9 0,0 0-13 16,0 0-7-16,0 0-11 0,0 0-4 0,0 0-14 15,0 0-4-15,35-6 5 0,-18 3-22 0,2 0-8 16,-1 3-11-16,1-4-28 0,-1 1-27 0,1 3-39 15,-1-3-42-15,-6 3-46 0,-1-2-45 0,3 4-36 16,-5-2-186-16,-2 2-441 0,-7-2 195 0</inkml:trace>
  <inkml:trace contextRef="#ctx0" brushRef="#br0" timeOffset="14054.55">18570 13701 47 0,'0'0'201'16,"-8"3"5"-16,8-3 1 0,-5 3-15 0,5-3-14 15,-7 4-13-15,7-4-21 0,0 0-7 0,0 0-11 16,0 0-10-16,0 0-9 0,24 4-13 0,-13-4-9 16,3-1-20-16,-1 1-36 0,1 0-39 0,4 0-50 15,0-3-45-15,0 3-43 0,-5 0-148 0,-2-2-321 16,2-2 141-16</inkml:trace>
  <inkml:trace contextRef="#ctx0" brushRef="#br0" timeOffset="14426.58">18874 13445 17 0,'-3'-5'258'15,"3"5"-14"-15,-1-10-16 0,1 10-23 0,0 0-11 16,-2-5-1-16,2 5 2 0,0 0-7 0,0 0 8 16,7 22-6-16,-4-10-20 0,2 4-2 0,0-2-13 15,0 1-17-15,0-5 3 0,2 7-9 0,-1-1-10 16,-1-1-10-16,3-1-15 0,-2-2-1 0,-1-2-11 15,3 5-8-15,-5-3-1 0,1-3-14 0,-1 0-5 16,4-1 1-16,-4-1-5 0,1-2-4 0,-1 0-5 16,1 0-7-16,-4-5 0 0,5 6-3 0,-5-6-3 15,5 6 11-15,-5-6 9 0,6 4 3 0,-6-4-6 16,0 0 4-16,0 0-7 0,9-10-3 0,-5 4-6 16,0-4 7-16,4 1-2 0,-1-6-18 0,2-2-5 15,0 0 4-15,4-9-3 0,-3 1 5 0,1 1-9 16,-1-2 1-16,1-3-10 0,-1 1 10 0,4 2-15 15,-1 3 7-15,-5 4-3 0,1 2-4 0,-4 5-28 16,0 3-25-16,-1-1-30 0,0 3-35 0,-2 2-35 16,-2 5-15-16,5-6-16 0,-5 6-24 0,0 0-34 15,0 0-31-15,7 17-39 0,-9-4-182 0,2 2-534 16,-1 0 237-16</inkml:trace>
  <inkml:trace contextRef="#ctx0" brushRef="#br0" timeOffset="14770.46">19303 13586 137 0,'0'0'270'0,"0"0"-8"0,0 0-7 15,0 0-14-15,-23 12-10 0,17-5-15 0,-7-1-1 16,2 2-1-16,-2 3-22 0,-4 0-9 0,5 1-10 16,-4 3-14-16,5-3-15 0,2-2-13 0,0 3-12 15,1-2-16-15,2 0-6 0,2 0-9 0,1 0-12 0,3-1 1 16,2-1-7-16,0-2-12 0,3 2-8 15,2 0-5-15,-1-3-2 0,6 1-10 0,-5 0 3 16,2-4-1-16,3 4-4 0,-3-1-9 0,0-3 1 16,0 3-3-16,-2-3 0 0,0-1-5 0,-2 2-2 15,-1 1-5-15,-4-5 4 0,5 5 1 0,-5-5 7 16,2 5-3-16,-2-5 16 0,0 0 3 0,0 0 0 16,-9 15 5-16,0-11-6 0,0 0 3 0,-3-1-5 15,0 0-2-15,-1 2-13 0,2-1 4 0,-2-2 3 16,0 0-5-16,3 1-36 0,2-3-34 0,-2 0-41 0,0 0-43 15,10 0-47-15,-18-1-63 0,13-3-56 16,5 4-287-16,-9-7-635 0,6 2 281 0</inkml:trace>
  <inkml:trace contextRef="#ctx0" brushRef="#br0" timeOffset="14944.61">19393 13663 140 0,'6'-3'251'0,"3"1"-5"0,-2-2-2 0,4 1-17 16,1 0-18-16,-6-1-20 0,5 3-18 0,1-2-16 16,2-1-16-16,1 2-12 0,-2 0-35 0,5 1-42 0,-5 0-52 15,0-2-68-15,0 3-66 0,-2-1-203 0,-3 0-367 16,-2-1 162-16</inkml:trace>
  <inkml:trace contextRef="#ctx0" brushRef="#br0" timeOffset="15293.71">19707 13376 261 0,'0'0'281'0,"2"-10"-22"0,-2 10-19 16,0 0-24-16,1-11-22 0,-1 11-10 0,0 0 19 0,0 0 5 16,10 17 2-16,-5-8-12 0,2 2-6 0,0 4-14 15,0-1-13-15,0 2 0 0,0 2-19 0,-2-1 1 16,1 0-7-16,-1-4-11 0,1 4-6 15,0-5-21-15,-1 0-9 0,0-1-11 0,1 1-6 16,-2-6 0-16,0 1-8 0,0 0-15 0,1-2 6 0,0 0 5 16,0-1 5-16,-5-4-2 0,12 2 1 0,-12-2-1 15,18-4-20-15,-8 0-3 0,3-1 11 16,-3-1-5-16,-1-4-5 0,5 0-2 0,0-3 2 16,1-1-7-16,1-6 1 0,-2 4-8 0,0-7 0 0,1 2-3 15,-5 4-3-15,-1-1 0 0,0 0-4 0,0 0-2 16,-1 1-4-16,-2 3 1 0,-2 3 0 0,1 2-1 15,-2 2-8-15,-2 3-5 0,-1 4-32 0,2-10-28 16,-2 10-47-16,0 0-40 0,0 0-33 16,0 0-36-16,-20 13-49 0,9 0-51 0,0-1-43 15,0 4-273-15,1-1-682 0,3-2 302 0</inkml:trace>
  <inkml:trace contextRef="#ctx0" brushRef="#br0" timeOffset="15587.25">20152 13533 115 0,'0'0'262'0,"0"8"2"0,0-8-10 0,-2 12-4 16,0-5-5-16,1 2-2 0,0 1-10 0,-3-1-7 15,1 1 2-15,2 0-24 0,0-4 0 16,1 3-16-16,0-9-17 0,0 11-6 0,1-2-9 0,2-4 0 16,0 1-7-16,3-2-8 0,0-2-7 0,4 0-14 15,2-2-10-15,2 0-11 0,-2-2-2 0,1 0-3 16,1-1-7-16,2-5 4 0,2 1-10 0,-9 1-5 15,2-3 7-15,-3 1-3 0,-2-1-9 0,-1-1 3 16,-2 0-5-16,-3-1-7 0,-1 0-5 0,-5-1-7 16,0 2-5-16,-6-3 0 0,-3 3-11 0,1 1-6 15,-6 2-25-15,-1 1-41 0,-7 1-46 16,7 5-52-16,-7 5-58 0,-2 3-58 0,-4 2-86 0,1 6-99 16,0-2-241-16,-3 1-734 0,-8 8 325 0</inkml:trace>
  <inkml:trace contextRef="#ctx0" brushRef="#br0" timeOffset="17537.62">14001 14954 12 0,'-12'-4'189'0,"12"4"-14"15,-11-2 0-15,11 2-7 0,-12-3-8 0,12 3-7 16,-9-1-7-16,9 1-2 0,-8-1-9 0,8 1-9 16,0 0-1-16,0 0-15 0,-9-3-7 0,9 3-4 15,0 0-17-15,0 0-11 0,0 0-9 0,0 0-5 16,0 0-3-16,0 0-4 0,0 0-7 0,34-8-2 16,-15 3-3-16,1 0-7 0,1 0 1 0,-1 0-9 15,7 0 3-15,-6 0-15 0,-4 2-17 0,-1 2-26 16,5-3-26-16,-11 3-21 0,3-1-32 0,-3 1-24 15,-1 0-22-15,-3 0-11 0,-6 1-13 0,12 0-105 16,-12 0-309-16,0 0 136 0</inkml:trace>
  <inkml:trace contextRef="#ctx0" brushRef="#br0" timeOffset="17903.66">14156 14867 78 0,'-17'-3'130'0,"13"2"-1"15,4 1 7-15,-13-2-1 0,13 2-2 16,-12 2-4-16,12-2-7 0,-8 4 2 0,3-2-3 0,1 5 3 15,-2 3-1-15,2 5-9 0,0 1 0 0,3 4-2 16,-3 0-3-16,4 6-5 0,0 4 3 0,-2-5-9 16,2 3-7-16,2 0-9 0,0-3-5 0,-2 3-4 15,2-10-10-15,-1 1 1 0,-1 0-12 0,2 0-5 16,0-1-4-16,0-4-3 0,0 3 4 0,0-8-14 16,-2 2 1-16,0-2-7 0,0 0-1 0,0-2-1 15,0-7-1-15,-2 11 4 0,2-11-10 0,-4 10 2 16,0-7-3-16,1 2-1 0,3-5 0 0,-11 3-1 15,11-3-1-15,-15-1-2 0,4-1 0 0,-1 2 2 16,3-2-3-16,-2-1-2 0,2 0-3 0,0 1 0 16,9 2 3-16,-11-5 3 0,11 5-2 0,-9-2 4 15,9 2-2-15,-7-2-2 0,7 2 0 0,0 0-3 16,0 0-2-16,0 0 1 0,0 0 1 0,0 0 1 16,0 0-2-16,0 0 4 0,0 0-1 0,26-2-3 15,-13 2-2-15,4-3-1 0,-1 2 1 0,4-1-14 16,0 2-29-16,1-2-24 0,0 1-31 15,-2-2-31-15,2 0-32 0,7-1-33 0,-10 1-17 0,3 0-18 16,1 2-138-16,-4-3-397 0,5-1 175 0</inkml:trace>
  <inkml:trace contextRef="#ctx0" brushRef="#br0" timeOffset="18121.3">14409 15177 87 0,'-4'-8'231'16,"1"2"0"-16,3 6 1 0,-7-5-3 0,7 5-12 0,0 0-14 15,-4-8-17-15,4 8-18 0,0 0-18 0,0 0-15 16,0 0-4-16,0 0 12 0,0 0-20 0,0 0 0 16,-5 22-4-16,1-10 4 0,6 4-4 15,-2 1-14-15,0 0-8 0,0 2-10 0,0-2-7 16,0-1-6-16,2 0-7 0,-1 2-11 0,0-3-4 16,-1 0-6-16,2-2 6 0,-1-1-33 0,-1-1-24 0,0-2-21 15,2 1-25-15,-2 0-32 0,0-3-30 0,0-7-30 16,2 13-43-16,-2-13-33 0,0 0-16 15,0 13-203-15,0-13-474 0,0 0 210 0</inkml:trace>
  <inkml:trace contextRef="#ctx0" brushRef="#br0" timeOffset="18387.29">14416 15180 140 0,'11'-1'200'0,"0"2"5"15,2 0-10-15,5 3-12 0,-2 2-3 0,0 3-14 16,-1 2 3-16,-1 2-17 0,-2-2-11 0,-1 6-14 16,-2-2-3-16,1 3-5 0,-5-4-2 0,-1 2-13 15,1 2-5-15,-5-1-2 0,-1 0-3 0,-5-1-10 16,2 3-2-16,-5-1-11 0,0-1-2 0,-4-2-6 16,0 1 3-16,-6 2-15 0,4-6-7 0,-6 5-8 15,-3-3 2-15,6-5-4 0,-1 2-1 0,1-3-14 16,-1-3-20-16,4 2-18 0,2-6-20 0,0 1-26 15,2-2-34-15,11 0-52 0,-16-2-49 0,9-4-45 16,3 2-170-16,4 4-447 0,-7-15 198 0</inkml:trace>
  <inkml:trace contextRef="#ctx0" brushRef="#br0" timeOffset="18587.55">14861 15237 107 0,'8'-3'249'0,"1"0"-5"0,0-1-10 16,3 2-18-16,-1-1-17 0,1 0-20 0,1-1-15 15,5 1-17-15,4-1-12 0,0 1-16 0,-3 1-11 16,0-1-10-16,-1 1-39 0,-5 1-55 0,-2 1-68 16,-11 0-59-16,13 0-41 0,-13 0-155 0,0 0-345 15,0 0 153-15</inkml:trace>
  <inkml:trace contextRef="#ctx0" brushRef="#br0" timeOffset="18750.4">14931 15318 7 0,'0'0'235'0,"-5"2"-5"0,5-2-13 16,0 0-15-16,-2 5-18 0,2-5-10 0,0 0-14 16,0 0-7-16,9 8-14 0,-9-8-9 0,15 1-16 15,-15-1-9-15,23-3-10 0,-10 3-10 0,1-3-11 16,1 2-47-16,3-2-61 0,0 0-67 0,0 0-65 15,-4 0-173-15,-1-3-367 0,1 2 164 0</inkml:trace>
  <inkml:trace contextRef="#ctx0" brushRef="#br0" timeOffset="21370.45">16133 14948 106 0,'0'0'99'0,"-7"2"-8"0,7-2-16 0,0 0-1 16,0 0-2-16,0 0-4 0,-10 1 0 0,10-1-6 16,0 0-6-16,0 0 4 0,0 0-9 0,0 0-6 15,0 0 7-15,0 0-6 0,0 0-2 0,0 0-13 16,0 0 0-16,0 0 5 0,0 0-15 0,0 0 1 15,0 0 1-15,-6 3-3 0,6-3 2 0,0 0-6 16,0 0 12-16,0 0-7 0,0 0-3 0,0 0 3 16,0 0 6-16,0 0-9 0,0 0 5 0,0 0-4 15,0 0-3-15,0 0 5 0,0 0-4 0,0 0 1 16,0 0 4-16,0 0-1 0,0 0-2 0,0 0 1 16,0 0-2-16,0 0-1 0,0 0 6 0,0 0-6 15,0 0 3-15,0 0 2 0,0 0-4 0,0 0 0 16,0 0 2-16,0 0 3 0,0 0-1 0,0 0 1 15,0 0 4-15,0 0-4 0,0 0 2 0,-7 4 0 16,7-4 1-16,0 0-6 0,0 0 5 0,0 0-3 16,-7 2-1-16,7-2 1 0,0 0 5 0,-9 1-5 15,9-1 0-15,0 0 3 0,0 0-3 0,0 0 4 16,-9 2-4-16,9-2 4 0,0 0-1 0,0 0 0 16,0 0 3-16,0 0-1 0,0 0-3 0,0 0-1 15,0 0 2-15,0 0-5 0,0 0-9 0,0 0 10 16,0 0-7-16,0 0 1 0,28-1-3 0,-18-1-1 15,2 1 5-15,-1-1 2 0,2-1-8 0,1 0 0 16,0 1-2-16,4-3-2 0,-5 2 2 0,2 2-4 16,-2-2 1-16,1 0 0 0,-1 0-2 0,-2 1 2 15,2-1-2-15,-3 2 1 0,2-2 0 0,-2 3-3 16,-2-1-1-16,-8 1-11 0,12-1-9 0,-5-1-11 16,-7 2-10-16,9-1-8 0,-9 1-13 0,9-2-10 15,-9 2-22-15,0 0-13 0,11 0-18 0,-11 0-8 16,7-3-10-16,-7 3-12 0,0 0-119 0,0 0-295 15,10 1 131-15</inkml:trace>
  <inkml:trace contextRef="#ctx0" brushRef="#br0" timeOffset="22895.43">16286 14936 98 0,'0'0'147'0,"-9"-2"2"0,9 2-20 0,0 0 3 16,-10-2-12-16,10 2-9 0,0 0-12 0,0 0-9 15,-9 0-10-15,9 0-6 0,0 0 0 0,0 0-3 16,-3 9 5-16,3-9 2 0,-1 10-2 0,1-10-5 16,1 12-6-16,-1-12-4 0,0 16-9 0,0-7 4 15,0 0 3-15,2 3-3 0,-1-2-1 0,-1 2-9 16,1-2-1-16,1 2 0 0,-1-2-5 0,0 0-2 15,0 2-7-15,2 1 3 0,-2-3-5 0,3 5 7 16,-1-4-1-16,-1 2-1 0,2-2-3 0,-2 1 1 16,0 1-4-16,0-1-5 0,1-2-1 0,-2 3-1 15,3-3-2-15,-1-1 2 0,-2 4-7 0,3-5-2 16,-4 0 0-16,2 2 6 0,1-3-7 0,-2 0 1 16,-1 1-3-16,0-8-1 0,1 10-2 0,-1-10 2 15,2 7-3-15,-2-7 8 0,0 0-6 0,1 9 8 16,-1-9 0-16,0 0 7 0,0 0 10 0,1 6-6 15,-1-6 7-15,0 0 4 0,0 0 3 0,0 0-7 16,0 0-2-16,0 0 0 0,0 0-4 0,0 0-2 16,0 0-2-16,0 0 0 0,0 0-3 0,0 0-3 15,0 0-6-15,0 0-2 0,0 0 4 0,0 0-1 16,0 0-3-16,0 0 8 0,0 0-10 0,0 0 1 16,0 0-4-16,0 0-1 0,0 0 6 0,0 0-5 15,-12-15-1-15,12 15 1 0,0 0-2 0,0 0-1 16,0 0 0-16,-6-6 3 0,6 6 1 0,0 0-8 15,0 0 3-15,0 0 2 0,0 0-1 0,0 0 1 16,0 0-3-16,0 0 0 0,0 0 2 0,0 0-1 16,0 0 4-16,0 0-1 0,0 0-2 0,0 0-1 15,0 0 0-15,0 0 0 0,0 0 1 0,0 0 1 16,0 0-7-16,3-11 5 0,-3 11 0 0,0 0 3 16,0 0-4-16,0 0 0 0,0 0 1 0,0 0-2 15,0 0 3-15,0 0-1 0,0 0-3 0,0 0 3 16,0 0 1-16,0 0 7 0,0 0-10 0,0 0 6 15,0 0-6-15,0 0 4 0,0 0-2 0,0 0 0 16,0 0 0-16,0 0 8 0,0 0-9 0,0 0 0 16,0 0-3-16,0 0 0 0,0 0 0 15,0 0 4-15,0 0-2 0,0 0-1 0,0 0 2 0,0 0-1 16,0 0 2-16,0 0 1 0,0 0 4 0,0 0-5 16,0 0-4-16,0 0 6 0,0 0-5 0,0 0 2 15,0 0-2-15,0 0 0 0,0 0 2 16,0 0 2-16,0 0-1 0,0 0-3 0,0 0 3 15,-18 6 0-15,18-6 0 0,0 0-2 0,-11 1 0 16,11-1 3-16,-8 4-3 0,8-4 2 0,0 0 0 0,0 0 2 16,-18 4-4-16,15-2-2 0,3-2 8 0,-11 5-4 15,11-5-1-15,-10 5 3 0,10-5-5 0,0 0 2 16,-13 3 0-16,13-3 4 0,0 0-6 0,-9 1 4 16,9-1-1-16,0 0-1 0,-8 5-1 15,8-5 2-15,0 0-1 0,0 0 2 0,0 0-2 16,0 0 2-16,-12 3 1 0,12-3 0 0,0 0-3 0,0 0 4 15,0 0-4-15,0 0 5 0,0 0-5 0,0 0 1 16,-15-2-1-16,15 2 4 0,0 0-7 0,0 0 7 16,0 0-2-16,0 0 0 0,0 0-2 15,0 0 2-15,0 0-4 0,0 0 2 0,0 0 1 16,0 0 0-16,0 0-1 0,0 0 6 0,0 0-5 16,0 0-2-16,0 0 2 0,0 0 0 0,0 0 0 0,0 0-3 15,0 0 2-15,0 0 2 0,0 0-3 0,0 0 2 16,-11 2-2-16,11-2 3 0,0 0-1 15,0 0-1-15,0 0 0 0,0 0 5 0,0 0-6 16,0 0 6-16,0 0-5 0,0 0 2 0,0 0 0 16,0 0 2-16,0 0-3 0,0 0 0 0,0 0 1 15,0 0-2-15,0 0 1 0,0 0 7 0,0 0-5 16,0 0-3-16,0 0 1 0,0 0-1 0,0 0 1 0,0 0-1 16,0 0-3-16,0 0 8 0,0 0-7 15,0 0 5-15,0 0-2 0,0 0 2 0,0 0-2 16,0 0 2-16,0 0 1 0,0 0 0 0,0 0-2 15,0 0 3-15,0 0-4 0,0 0 0 0,0 0-3 16,0 0 1-16,0 0 1 0,0 0 2 0,0 0-4 0,0 0 6 16,-8-11-5-16,8 11-1 0,0 0 1 15,0 0 0-15,0 0 0 0,0 0 3 0,0 0 0 16,0 0-1-16,-11-1-5 0,11 1 5 0,0 0 1 16,0 0 0-16,0 0-2 0,0 0 3 0,0 0-1 15,0 0-1-15,0 0 3 0,0 0-7 0,0 0 6 0,0 0-4 16,0 0 1-16,0 0 3 0,0 0-1 15,0 0-1-15,0 0-3 0,0 0-2 0,0 0 5 16,0 0 9-16,0 0-10 0,-12-3-1 0,12 3 3 16,0 0 0-16,0 0-1 0,0 0 3 0,0 0-4 15,0 0 2-15,0 0-1 0,0 0 1 0,0 0-1 16,0 0-1-16,0 0 3 0,0 0-4 0,0 0 5 0,0 0-3 16,0 0-1-16,0 0-4 0,0 0 2 15,0 0 1-15,0 0 0 0,0 0 1 0,0 0-2 16,0 0-1-16,0 0 3 0,0 0-1 0,0 0 1 15,0 0 2-15,0 0-2 0,0 0-2 0,40 4 0 16,-30-2 6-16,0-2-3 0,-10 0 2 0,23 1 1 16,-9-1-5-16,-2-1 1 0,-2 1 4 0,3-1-1 15,-3 0-3-15,2 0-3 0,-1 0 5 0,-2-1-1 16,-9 2 1-16,15 3-5 0,-8-3 1 0,-7 0 3 16,10 0 1-16,-10 0 1 0,9 0-5 0,-9 0-2 15,8 1 4-15,-8-1-2 0,0 0 3 0,9-2-10 16,-9 2-11-16,0 0-16 0,0 0-14 0,0 0-11 15,9 2-12-15,-9-2-23 0,0 0-23 0,0 0-30 16,0 0-21-16,5 11-36 0,-5-11-187 0,0 0-428 16,0 0 190-16</inkml:trace>
  <inkml:trace contextRef="#ctx0" brushRef="#br0" timeOffset="23186.66">16519 15237 247 0,'0'0'245'0,"0"0"-8"0,-1-9-10 0,1 9-16 16,0 0-24-16,0 0-14 0,-2-9-19 0,2 9-19 15,0 0-10-15,0 0-16 0,0 0-8 0,0 0-4 16,0 0 5-16,0 0 8 0,-4 33-5 0,4-23 2 16,0 3-19-16,2 2-2 0,-2 2-11 0,0 0-6 15,-2-1-1-15,0 1-7 0,0 1-5 0,2-1-9 16,-2 0-3-16,-1 0-2 0,2 1-10 0,1-3-1 15,-3 2 5-15,2-5-11 0,0-1-3 0,0 3-2 16,-1 2-1-16,1-5-28 0,-3 0-24 0,3-2-28 16,-1 1-27-16,0 0-31 0,1-1-32 0,0-2-47 15,1-7-38-15,-2 16-197 0,0-10-470 0,-1-2 208 16</inkml:trace>
  <inkml:trace contextRef="#ctx0" brushRef="#br0" timeOffset="23503.97">16571 15266 3 0,'0'0'164'0,"0"0"-5"16,17-3 0-16,-17 3-13 0,0 0-14 0,14 9-10 16,-10-4-11-16,0 5-15 0,-4-10-4 0,3 20-10 15,-3-12-4-15,0 2-12 0,-1 2-4 16,0 0-3-16,-2 0-5 0,1 0-9 0,-2-2-3 15,0 1-2-15,-1-1-4 0,1-1-4 0,-4 0-5 16,3 0-5-16,0-1 4 0,3-3-6 0,-2-2 9 0,4-3 4 16,-6 8 11-16,6-8 9 0,-2 6 2 0,2-6-3 15,0 0 4-15,0 0-14 0,0 0-1 0,0 0-2 16,0 0-1-16,0 0 1 0,0 0-2 16,0 0-6-16,26-8 1 0,-16 8-7 0,1-1 0 15,1 1-3-15,-1-1-3 0,2-2 1 0,6 2-6 16,0-2-25-16,-2 0-32 0,1 1-50 0,1-3-49 0,2 0-47 15,-2 1-169-15,-3 0-386 0,2-2 171 16</inkml:trace>
  <inkml:trace contextRef="#ctx0" brushRef="#br0" timeOffset="23670.41">17017 15208 177 0,'0'0'182'0,"4"-8"-9"15,-4 8-18-15,6-3-15 0,-6 3-14 16,9-2-13-16,-9 2-14 0,14 0-6 0,-3 2-16 16,-11-2-36-16,15 1-37 0,-15-1-43 0,19-1-59 15,-12 3-110-15,-7-2-224 0,12 3 99 0</inkml:trace>
  <inkml:trace contextRef="#ctx0" brushRef="#br0" timeOffset="23800.16">17105 15275 143 0,'0'0'127'0,"0"0"-13"0,0 0-14 0,0 0 0 16,0 0-17-16,14 8-13 0,-14-8-30 0,17-2-38 15,-3 0-41-15,-2 0-85 0,-1-2-133 0,2 0 58 16</inkml:trace>
  <inkml:trace contextRef="#ctx0" brushRef="#br0" timeOffset="24203.51">17523 14886 132 0,'0'0'236'0,"0"-9"-22"16,0 9-19-16,1-8-23 0,-1 8-14 0,0 0 4 16,0 0-1-16,0 0-7 0,18 16-1 0,-13-7 6 15,2 2-22-15,1 2-3 0,-1 3-8 0,1-1-6 16,1 0-13-16,-3 1-5 0,1 1-4 15,1-2-9-15,-1-1-1 0,2-2-11 0,1 4-5 16,-4-6-3-16,2-1-4 0,-1 3-7 0,-1-3-2 16,3-1-7-16,-3-2-7 0,-1-1-6 0,-5-5 6 0,9 10 1 15,-9-10 6-15,9 6-2 0,-9-6 3 0,0 0 11 16,7 5 9-16,-7-5-2 0,0 0 10 0,0 0-20 16,13-13-7-16,-8 5-4 0,1 0 1 0,-1-3-4 15,0 1-3-15,3-5-3 0,1-3-6 0,-3 1 7 16,4-8-11-16,-1 0 2 0,-2 0-8 0,4 1-3 15,0-3-10-15,-1 2 7 0,0 1-3 0,-4 6-3 16,3 2 2-16,-1 2-3 0,-2-1-13 0,-2 5-5 16,0 5-27-16,-4 5-34 0,6-9-39 15,-6 9-18-15,0 0-21 0,9-3-18 0,-9 3-22 16,0 0-30-16,7 17-43 0,-6-5-33 0,0 1-184 16,1 1-518-16,1 2 230 0</inkml:trace>
  <inkml:trace contextRef="#ctx0" brushRef="#br0" timeOffset="24445.78">17996 14957 36 0,'0'0'238'0,"0"0"2"0,0 0 5 15,0 0-16-15,0 0-12 0,0 0-12 0,0 0-19 16,0 0-20-16,0 0-14 0,0 0 8 0,0 0 10 16,0 0-10-16,0 0-4 0,-14 16-13 0,14-3-9 15,-3-1-1-15,2 3-10 0,-1 2-21 0,0-2-9 0,2-2-9 16,0 4-4-16,0-2-13 0,0-2 4 15,0 0-15-15,2-1-6 0,-1 0-4 0,0 0-5 16,-1-2-1-16,1 0 12 0,2 2-21 0,-2-2-8 16,2-2-1-16,-1 2-12 0,-2-10-27 0,2 12-25 0,-1-6-25 15,0 1-35-15,-1-7-30 0,0 0-32 16,0 16-45-16,0-16-36 0,0 0-33 0,2 12-174 16,-2-12-487-16,0 0 215 0</inkml:trace>
  <inkml:trace contextRef="#ctx0" brushRef="#br0" timeOffset="24807.39">18028 14883 174 0,'10'-8'193'0,"-1"-1"-2"0,0 2-3 0,3 2-3 16,-2 2-16-16,3 1-11 0,-2 3-17 0,-2 2-12 15,3 3-12-15,-1 1-14 0,-3-3-7 0,0 6-9 16,-2 1-8-16,-1 0-7 0,-4 2-6 0,-1-5-8 15,-1 5-5-15,-4-1-4 0,-3 3-6 0,-2-1-4 16,-2-1-5-16,0-1-3 0,-3-1-3 0,3-3-3 16,2 0 1-16,1-3-5 0,-4-1 0 0,1 2-1 15,2-3-3-15,0 0-7 0,2 0 2 0,0-2 2 16,1 1 11-16,7-2 6 0,-10 3 8 0,10-3-1 16,-8 1-2-16,8-1-3 0,0 0-4 0,-8 3-6 15,8-3 1-15,0 0 3 0,0 0 3 0,0 0 1 16,13 10 0-16,-5-8-3 0,4 0-3 0,-1 1-4 15,2 0-3-15,4 0-1 0,3-1 1 0,-1-1-6 16,1 1-17-16,1 0-22 0,7-1-29 0,-8 0-29 16,2-1-38-16,-2 3-39 0,0 0-45 0,-1-1-33 15,-4 2-140-15,-2-2-412 0,-3 2 182 16</inkml:trace>
  <inkml:trace contextRef="#ctx0" brushRef="#br0" timeOffset="25045.18">17783 15421 32 0,'-21'5'249'0,"7"0"-15"0,1-2-13 0,4 2-7 16,3-1 13-16,2-2-8 0,4-2-5 0,0 0-9 16,0 0-16-16,28 3-14 0,-7-3-18 0,11-4-20 15,1-3-9-15,1 1-16 0,6 0-10 0,10-4-8 16,-13 4-8-16,1-1-10 0,1-1-6 0,-1 1-9 15,-2 1-25-15,-2-2-28 0,-3 3-28 0,-3 3-42 16,-8 1-33-16,-7-1-46 0,1 0-44 0,-2 2-54 16,-12 0-179-16,13 4-452 0,-13-4 201 0</inkml:trace>
  <inkml:trace contextRef="#ctx0" brushRef="#br0" timeOffset="25294.1">17954 15582 202 0,'-12'1'266'0,"7"4"-2"0,5-5 0 0,-7 8-2 0,3-2-12 15,0 3-7-15,-1 0-9 0,0 3-10 0,-2 3-15 16,5 2-12-16,-3 4-13 0,2-3-19 16,1 1-14-16,-1 0-10 0,0 0-19 0,0 2-11 15,1-3-1-15,1 0 0 0,2-1-22 0,-2 1-15 16,1-1 7-16,0-5-24 0,0 3-9 0,0-5 2 0,1 2-5 15,1-3-6-15,-2 1-24 0,1-4-22 16,-1-6-37-16,4 11-48 0,-4-4-34 0,0-7-31 16,2 9-31-16,-2-9-35 0,0 7-27 0,0-7-31 15,0 0-189-15,0 0-509 0,0 0 226 0</inkml:trace>
  <inkml:trace contextRef="#ctx0" brushRef="#br0" timeOffset="25620.45">17953 15583 163 0,'6'-11'194'0,"0"0"-1"0,3 2 1 16,2 0-3-16,-1 4-3 0,1-2-14 0,1 3-4 15,-1 2-9-15,2 2-3 0,-5 0-13 0,1 2-15 16,1 1-12-16,-2 0-9 0,-2 0-13 0,0 1-8 16,1 3-2-16,-5-1-8 0,-1 1-9 0,-2 3-10 15,-1 0 4-15,-3 1-7 0,0 0 28 0,-6 2-16 16,1-2-6-16,1-2-7 0,0 0-5 0,-1 3-1 15,1-4-9-15,3 0-2 0,-1-1-8 0,1-1 1 16,1 0-5-16,1-2 0 0,-4 5-5 0,4-5 4 16,4-4 9-16,0 13 13 0,0-13-2 0,6 13 2 15,2-7-4-15,1 1-6 0,3 0-1 0,1-2 3 16,5-1-3-16,3 0-13 0,6 0 0 0,4-3-6 16,-2-1-19-16,4-1-17 0,1-4-35 0,-1 3-39 15,1-3-42-15,0 2-42 0,-4-1-31 0,6 0-35 16,-4 0-20-16,-2 0-191 0,-8 2-492 0,0 1 219 15</inkml:trace>
  <inkml:trace contextRef="#ctx0" brushRef="#br0" timeOffset="38895.38">6811 5402 6 0,'0'0'16'0,"0"0"2"0,0 0-5 0,0 0 4 15,0 0-1-15,0 0-6 0,0 0 0 0,0 0 2 16,0 0-4-16,0 0-1 0,0 0 2 0,0 0-3 16,0 0 0-16,0 0 3 0,0 0-4 0,0 0-1 15,0 0 3-15,0 0-2 0,18-13 1 0,-18 13-2 16,0 0-4-16,0 0 3 0,0 0-2 0,7-3-1 15,-7 3 0-15,0 0 2 0,0 0 0 0,0 0-2 16,6-3 3-16,-6 3-3 0,0 0 1 0,0 0-1 16,0 0 2-16,8-2-2 0,-8 2 5 0,0 0-5 15,0 0 0-15,0 0 3 0,0 0-5 0,0 0 4 16,0 0-5-16,0 0 3 0,6-4-2 0,-6 4 4 16,0 0-3-16,0 0 4 0,0 0-1 0,0 0 2 15,0 0 1-15,0 0-2 0,0 0-2 0,0 0 2 16,0 0 1-16,0 0 1 0,0 0-2 0,0 0 5 15,0 0-7-15,0 0 6 0,0 0-7 0,0 0-1 16,0 0-12-16,0 0-9 0,9 7-16 0,-9-7-41 16,0 0 19-16</inkml:trace>
  <inkml:trace contextRef="#ctx0" brushRef="#br0" timeOffset="64678.03">9017 5253 14 0,'0'0'31'15,"0"0"-20"-15,0 0-12 0,0 0-9 0,0 0-9 16,0 0 4-16</inkml:trace>
  <inkml:trace contextRef="#ctx0" brushRef="#br0" timeOffset="146787.32">19925 3266 140 0,'0'0'151'0,"-3"-7"-31"0,3 7 9 0,0 0-5 16,0-9-10-16,0 9-6 0,0 0-6 0,0 0 4 0,-1-9-4 16,1 9-1-16,0 0-13 0,0 0 3 0,0 0-10 15,0 0-6-15,0 0-11 0,0 0-4 0,-3-7-5 16,3 7-1-16,0 0-11 0,0 0-3 0,0 0-5 15,0 0-5-15,0 0-2 0,0 0-8 0,0 0 0 16,0 0-1-16,0 0-2 0,0 0-3 0,0 0-1 16,0 0-3-16,0 0 1 0,0 0-3 0,0 0 6 15,0 0 2-15,0 28 2 0,1-21-4 0,-1-7 2 16,0 13 2-16,0-3 10 0,0 1 7 0,2-1-5 16,-2 0 2-16,1 1-5 0,-2 1-3 15,-1 1-1-15,2-3 2 0,0 3-1 0,-1 1-5 16,0 0 2-16,1 3-1 0,-1-2-1 0,-2 0 1 15,3-2-5-15,-1-1 2 0,-3 4 0 0,4-3 6 16,-1 1-2-16,-1-1-2 0,1-1-1 0,1 4 0 0,0-3-3 16,1-1-2-16,1 4-2 0,-2-4-3 0,1 3 2 15,0 1 2-15,2-3-4 0,-2 3 5 16,2 1-7-16,-2 1 3 0,-1-2 3 0,1 4 7 16,0 6-1-16,1-7-2 0,-1 0-1 0,0 1 5 15,2-1-3-15,-4 6-2 0,3-1 0 0,-1-3 1 16,1-2-3-16,0 5-1 0,1-5 0 0,1 0-4 15,-1 7 1-15,0-7 1 0,1 6-2 0,-2-6 3 16,4 5-1-16,-4 1-6 0,3 0 3 0,0-1 1 16,0-4-4-16,2 3 3 0,-1-2-1 0,-2-2-6 15,3 6 6-15,-1 1 0 0,3-2-2 0,-2 0 0 16,-3-5-2-16,1 6 1 0,2 1-1 0,-1 1 0 16,1 1 0-16,-4 1 4 0,3-1-1 0,1 0-1 15,-2 3 0-15,0-5-1 0,-1 4-1 0,0-2 1 16,1 5-1-16,-2-7-5 0,-1 3 6 0,5 2 1 15,-4-1-3-15,3 1 2 0,-3 0-1 0,3-2-3 16,-1 3 9-16,2-3 4 0,1 3 6 0,-2-3 1 16,2 2 4-16,0-1-5 0,2-2-3 0,-2 3 0 15,-1-1 0-15,5 0 7 0,-1 4 0 0,2 10 0 16,-4-11-4-16,1 0 0 0,2 0-1 0,-3-3 1 16,-2 3-3-16,1-2 5 0,3 0-10 0,0 1 4 15,-1-1-5-15,-1 1 2 0,-1 1 0 0,2 0-5 16,1-2 2-16,-3 2-1 0,1-1-1 0,-1-3 1 15,-1 2-4-15,2 1 2 0,0-2-1 0,1 0 2 16,-1 3-1-16,3 12 2 0,-3-11 3 0,-3 0-1 16,7 10-7-16,-7-11-7 0,3 2 9 0,-2-1 5 15,-1 12-2-15,-1-13-11 0,0 4 10 0,4 9-2 16,-4-13 0-16,-1 3-1 0,-1-1 0 0,2-2 1 16,-1 1 1-16,1 0 1 0,0 2-2 0,3 9-2 15,-5-13-3-15,3 2 1 0,0 15 6 0,0-4-4 16,1-8 3-16,-5-3-1 0,2 13 3 0,-1-11-8 15,-1-1 3-15,1 0 3 0,4 9-4 0,-4 4 4 16,-1-13 5-16,2-1 0 0,-2 1 2 0,0 0-2 16,2 2 2-16,1 10 6 0,-2-12-4 0,-1 0-1 15,6 9 0-15,-6-10-15 0,4 16 19 16,-1-3 9-16,-3-10-1 0,2 9-19 0,-3-10 19 0,7 10-7 16,-6 0 1-16,0-10 0 0,2 9-2 0,-3-8 7 15,0-2 2-15,-1 13-6 0,2-12 3 0,-2-1-3 16,1 1 7-16,0 0-16 0,-1 10 3 0,1-9-4 15,-1 9 10-15,2 3-9 0,-1 1-1 16,-2-3 2-16,-2 1-3 0,2 0 2 0,1-3-2 16,1 1 2-16,-1-1-21 0,0 4 20 0,-1-4-4 15,1 3 7-15,-1-2-2 0,-1-12 1 0,1 12 0 0,1 2-1 16,-3-2 4-16,3 4 2 0,-1-3 6 0,0 1-7 16,-2-1-3-16,2-1-4 0,-3 2 4 0,2-2-3 15,0 2 2-15,0-12-1 0,-3-1 2 0,2 14 2 16,-2-3-11-16,2 0 1 0,0-10 4 15,-4 8-7-15,5-8 5 0,-3 11-4 0,-6 0 7 16,7 5 0-16,-1-6-8 0,-3 4 6 0,2-1-3 0,1-3-1 16,0 4 1-16,1-4-4 0,-2-10-1 0,2 10 11 15,0 1-7-15,0-12-6 0,1 11 1 16,-5 2 7-16,5-12 1 0,-6 12-6 0,7 0 1 16,1 3 3-16,-1-1 4 0,0-1-8 0,-2-1 7 15,3-3-3-15,-2 4-5 0,2-2 1 0,-1 1 5 16,1-2 9-16,-1 0-7 0,2 1-3 0,-3-1-2 15,1-11 6-15,2 13-6 0,-2-2 2 0,0 3 8 0,2 2-5 16,-3-2-4-16,3-1-4 0,-2 1 6 16,0-1 0-16,-1 3 4 0,0-2-1 0,6 1-1 15,-5 2-1-15,1-4 3 0,-2-2-7 0,2 3 2 16,-3-3 6-16,0-9-9 0,2 8 4 0,-2 4 3 16,2-1-23-16,-1 2 16 0,2 0 1 0,-1-1 6 15,0 0-6-15,2-4-1 0,-4 3-3 0,-2-2 8 16,6-1-12-16,-2 1 3 0,1-10 0 0,0 9 2 15,-2-11 3-15,1 1-6 0,0 13-22 0,1-12 28 16,-1 9-3-16,-2 1 1 0,0 1-2 0,0-1 7 16,3-1 0-16,-1-9-1 0,1 8 0 0,4 2-4 15,-6-10-7-15,3 9 3 0,-1-11 0 0,-3 11 3 16,3-11-1-16,-3 1-1 0,3 0 1 0,0 0 3 16,2-1 0-16,-2 0-2 0,-1 2 3 0,2-2-4 15,3 1-2-15,-4 0-18 0,-1 12 18 0,2-11 4 16,2-3-2-16,-2 0 2 0,0 2-2 0,-2 0 4 15,4-2-4-15,0-1-4 0,-1 1 11 0,3 1-4 16,-1-1-7-16,0-1 5 0,1 1-4 0,-1-2 2 16,-2 0 2-16,3 0-8 0,-3-1 9 0,2 1-11 15,-2 2 16-15,2-4-5 0,2 0-4 0,-5 5 1 16,2-6 0-16,2 3 2 0,-1 5-2 0,-2-4-1 16,2 3 8-16,-2-2-1 0,0-1-5 0,-1 0 0 15,1 0-2-15,1 0 7 0,-1 2-7 0,0-2 1 16,-2 2-1-16,0-3 5 0,2-2-13 0,-2 3 8 15,1 1 3-15,0 0 0 0,0-2 0 0,0 0 9 16,-3 4-8-16,1-5 1 0,-1 2 8 0,2-2-1 16,-2 5-2-16,1 0 3 0,-1-2-4 0,-2 13 8 15,0-14-7-15,1 3 2 0,1 0-1 0,-3-1 0 16,2 2-1-16,2-1 4 0,-5 1-10 0,4-2 3 16,-3 0 3-16,1 2-1 0,0-1 0 0,0 0-4 15,-3-1 4-15,3-2-3 0,3 2 2 0,-6 0-4 16,3 1 2-16,5 0 4 0,-1-1 2 0,-2 14 7 15,-2-13-12-15,4 0 4 0,-2 1 4 0,2 0-16 16,1 9 16-16,-3-10 1 0,-3 1-4 0,6-2 2 16,-3 11-4-16,3-9 5 0,-2 0-6 0,-1-2 0 15,3 1 1-15,-2-3-3 0,0 2 0 0,1 1 4 16,-3-3-5-16,2 1 2 0,-2 2 1 0,3 0-1 16,2 12 5-16,-4-12-2 0,5-2-2 0,-6 1 7 15,-1 1-8-15,-1-1-6 0,4-3 7 0,-1 1-12 16,-2 2 16-16,3 1-34 0,-2-3 2 0,3 1 11 15,-1 2 6-15,0-3 3 0,1 0 1 0,-3 0 6 16,-3-2-4-16,3 2 4 0,-1-3-1 0,2 2 2 16,0-4-1-16,-2 1 2 0,1 1-7 0,-1 2 7 15,2-3 2-15,-6 1 2 0,4-4-3 0,-1 3 2 16,-1-3-3-16,2 1 5 0,-1-8 10 0,0-1-7 16,1 2 4-16,1 0-1 0,1-5-4 0,0-1-1 15,1-1-2-15,-1 0-1 0,1-2-3 0,-1-1 3 16,3-9-3-16,0 15-4 0,0-15 2 0,0 11 1 15,0-11-13-15,0 0-3 0,-3 11-30 0,3-11-30 16,0 0-22-16,0 0-64 0,0 0-70 16,0 0-85-16,0 0-124 0,0 0-234 0,0 0-724 0,-3-65 320 15</inkml:trace>
  <inkml:trace contextRef="#ctx0" brushRef="#br0" timeOffset="151353.53">20576 3229 107 0,'2'-12'193'0,"-2"12"-7"0,0-11-4 0,0 11 1 16,-3-11-12-16,3 11-15 0,-5-10-8 0,2 4-7 16,3 6-4-16,-11-8-15 0,3 5-10 0,-2 0-9 15,0 3-3-15,-3 1-10 0,1 1-7 0,-5 3-4 16,1 0-12-16,0 2 0 0,0 3-6 0,5-1-7 16,-2 1-4-16,3-3-7 0,-2 6-6 0,5-2-1 15,0-1 1-15,0 2-6 0,3 0-3 0,0 4-3 16,1-4-2-16,3 2 2 0,2-1-5 0,2-1 0 15,1 1-2-15,1-4 0 0,4 5-3 0,-2-5 0 16,2-2 0-16,0 0 0 0,3 2-2 0,1-3-1 16,-1-3-1-16,0 2 0 0,-2-3 1 0,-2 1-3 15,4-2-2-15,-5 0 5 0,-2 1 1 0,-6-2-6 16,13 0 4-16,-13 0-6 0,0 0 3 0,7-3-2 16,-7 3-1-16,0 0 0 0,3-9-2 0,-3 9 0 15,0 0-1-15,0 0-3 0,-19-10 3 0,11 9-4 16,-3 1-1-16,-1-1 5 0,-1 2-5 0,1 0 0 15,0 3 1-15,-1-2-1 0,-5 5 0 0,3 2 3 16,1-1 0-16,1 2 0 0,2-3 11 0,2 1-7 16,-3 3 2-16,3 0 0 0,4-2-4 0,0 2 1 15,3-3 6-15,-1 2-1 0,4-2-2 0,3 2 0 16,0-2 1-16,2 1 5 0,6-3-4 0,3 2 0 16,3 0-14-16,1-4-26 0,8 1-41 0,-5 0-49 15,-2-3-64-15,7 1-61 0,-10-2-184 0,-3-1-466 16,-1-1 206-16</inkml:trace>
  <inkml:trace contextRef="#ctx0" brushRef="#br0" timeOffset="151604.23">20624 3432 1974 0,'2'-11'129'16,"-1"4"-37"-16,1-1-4 0,-2 8-8 0,1-9 3 15,-1 9 7-15,0 0 0 0,0-10-8 0,0 10-2 0,4-5 4 16,-4 5-12-16,0 0-5 0,0 0 7 0,0 0 25 15,0 0 0-15,18 7 8 0,-11 1-3 0,1-1-12 16,0 0-9-16,2 3 1 0,-1-1-11 0,1 0-5 16,3 1-14-16,0 1-5 0,1-1-2 15,-5-1-22-15,2 3 20 0,2-5-18 0,-1 0-20 16,-2 0-32-16,2-2-43 0,3 5-39 0,-4-6-42 0,-3 1-28 16,-2-3-33-16,2 2-29 0,-1-1-20 0,-2-1-20 15,-5-2-161-15,0 0-476 0,0 0 211 0</inkml:trace>
  <inkml:trace contextRef="#ctx0" brushRef="#br0" timeOffset="151770.51">20883 3409 211 0,'0'0'206'15,"-4"-11"-1"-15,2 8-8 0,2 3-11 0,-7-8-17 0,7 8-9 16,-10 0-4-16,10 0 6 0,-18 10-5 0,7-2 8 16,-2 3-8-16,-6 7-3 0,3-5-20 15,-5 6-6-15,7-4-15 0,-4 2-9 0,5-1-13 16,0-2-9-16,0-1-19 0,3 1-43 0,0-2-39 15,4 0-50-15,0-2-55 0,1-1-71 0,0-4-241 16,1 1-472-16,4-6 209 0</inkml:trace>
  <inkml:trace contextRef="#ctx0" brushRef="#br0" timeOffset="151928.34">20934 3419 19 0,'4'-4'309'0,"0"-1"-18"15,-4 5-15-15,6-6-15 0,-6 6-21 0,4-5-22 16,-4 5-27-16,0 0-18 0,0 0-27 0,0 0-7 16,0 0-14-16,11 8-42 0,-11-8-49 0,0 12-69 15,2-6-74-15,-2-6-73 0,0 15-182 0,1-8-393 16,-1-7 174-16</inkml:trace>
  <inkml:trace contextRef="#ctx0" brushRef="#br0" timeOffset="152120.54">20546 3741 125 0,'-7'5'285'0,"7"-5"-25"0,-2 5-18 16,2-5-15-16,0 0-21 0,18 5-20 0,2-4-17 0,2-2-18 15,10-3-20-15,2 3-47 0,3-3-52 0,3 0-67 16,11-4-87-16,1 3-202 0,-17 2-350 0,2-3 154 15</inkml:trace>
  <inkml:trace contextRef="#ctx0" brushRef="#br0" timeOffset="154842.67">21741 4227 16 0,'0'0'85'0,"0"0"-5"16,0 0-2-16,0 0-7 0,-13-16-13 0,13 16 10 15,0 0-12-15,-13 2 13 0,13-2 1 0,-10 0-2 16,10 0-7-16,-12-2-2 0,12 2 1 0,0 0 3 16,-14-1-2-16,14 1 5 0,-9 0 4 0,9 0-5 15,0 0 0-15,-9 1 0 0,9-1-3 0,0 0 2 16,0 0-4-16,-9 0-1 0,9 0-3 0,0 0-6 16,0 0-9-16,0 0 0 0,0 0 2 0,0 0-8 15,0 0-3-15,0 0-7 0,0 0-1 0,-9 0-3 16,9 0 0-16,0 0-1 0,0 0 1 0,0 0-3 15,0 0-4-15,0 0-2 0,32 2 4 0,-24-2-4 16,4-2 4-16,0 4-2 0,1-1-2 0,5-2 7 16,1-1-2-16,3 1 3 0,6 1 7 0,-1 0-1 15,5-2 2-15,1 2-2 0,2-2-1 0,-1-1-2 16,-1 0-1-16,7 1 1 0,-6 0-4 0,1 1 0 16,-1-1-4-16,-2 1-4 0,2 0 2 0,-1-1-1 15,4 1 5-15,-3 0-10 0,1-1 3 0,-2 0-2 16,2 1 0-16,-3 1 1 0,0-3-1 0,-2 3-3 15,2-2-3-15,-4 3 0 0,0-4 6 0,-1 3 0 16,-9-1-2-16,3 1-5 0,2-1 5 0,-4-1-1 16,1 1-1-16,-1 1 1 0,1-1 0 0,-1-2 4 15,0 2-5-15,3 0 2 0,-2 0-2 0,-1 0 6 16,0-1 3-16,1 1-2 0,-1-2 4 0,0 0-2 16,1 3-1-16,-3 0 1 0,2-3-5 0,-2 3-2 15,-1 0 3-15,-3 0 1 0,5-2-2 0,-1 1 10 16,1 2-4-16,-6 1 3 0,2-4-4 0,-1 2 5 15,6-1 2-15,-6 0 0 0,2 1 4 0,-2 0-3 16,1 0 3-16,-1-1-3 0,-5 1 4 0,3 1 2 16,-3-2 10-16,-8 1-4 0,12 0-1 15,-12 0 1-15,12-2 1 0,-12 2 3 0,8-1 3 0,-8 1 0 16,0 0-4-16,0 0 0 0,8 1 3 0,-8-1-7 16,0 0 2-16,0 0 0 0,0 0-7 0,0 0 2 15,0 0-1-15,0 0-4 0,0 0 9 0,0 0-9 16,0 0-2-16,0 0-5 0,11-1 2 0,-11 1-4 15,0 0-4-15,0 0 2 0,0 0-2 16,0 0 1-16,0 0 7 0,0 0-13 0,0 0 2 0,0 0 1 16,0 0-1-16,0 0-1 0,0 0-2 0,0 0-7 15,0 0 3-15,0 0 0 0,0 0-2 0,0 0 0 16,0 0-15-16,0 0-22 0,0 0-22 0,0 0-26 16,0 0-39-16,0 0-46 0,0 0-58 0,0 0-58 15,0 0-190-15,0 0-515 0,0 0 229 0</inkml:trace>
  <inkml:trace contextRef="#ctx0" brushRef="#br0" timeOffset="158386.46">23361 4167 34 0,'0'0'37'0,"-9"-2"-2"0,9 2-5 0,0 0-3 15,0 0-6-15,0 0 1 0,-9-3 0 0,9 3-11 16,0 0 0-16,0 0-1 0,0 0-3 0,0 0 1 16,0 0-5-16,0 0 4 0,0 0-1 0,0 0 2 15,0 0-4-15,0 0 2 0,0 0-2 0,0 0-3 16,0 0 2-16,-9 0 6 0,9 0-9 0,0 0 11 15,0 0 0-15,0 0 4 0,0 0 8 0,0 0 7 16,0 0 10-16,0 0-1 0,0 0 21 0,0 0-7 16,0 0-13-16,0 0 19 0,0 0 10 0,0 0 0 15,0 0 2-15,0 0-6 0,0 0 8 0,0 0-1 16,0 0 5-16,0 0-8 0,0 0-3 0,0 0 5 16,0 0-8-16,0 0 6 0,0 0-5 0,0 0 1 15,0 0 2-15,0 0-2 0,0 0 2 0,0 0-2 16,0 0 3-16,0 0 3 0,0 0-4 0,0 0-3 15,0 0-7-15,0 0-4 0,0 0-5 0,0 0-3 16,0 0-4-16,0 0-2 0,7-16-6 0,-7 16 0 16,4-8-5-16,-1 4-2 0,-3 4-8 0,6-13 6 15,-4 7-4-15,3 2 0 0,-1-5 0 0,0 2-1 16,0-3-3-16,1 1 7 0,-1 1 1 0,0-1 0 16,-2-3-5-16,3 3 0 0,-2-1-3 0,0 2-1 15,1-2-2-15,-1 2 1 0,1-1 1 0,-2 1 9 16,0 3-1-16,-2 5 1 0,3-12 5 0,-1 7-3 15,-2 5 5-15,5-7-8 0,-5 7 1 0,2-6-2 16,-2 6-5-16,0 0-1 0,4-6-3 0,-4 6-1 16,0 0-1-16,0 0-3 0,8-2-5 0,-8 2 4 15,0 0-7-15,0 0 4 0,16 9-1 0,-12-5 0 16,1 1 0-16,0 0-3 0,2 3 3 0,-1 1-1 16,3 0 4-16,-1-1 0 0,0 0-5 0,-2 2 7 15,2 0-8-15,-1 0 2 0,1-1-4 0,-2 0 5 16,3-2-5-16,-2 0 0 0,-1 0-1 0,2 0 3 15,-2-1 2-15,-1 0 4 0,0-1-5 0,3 1 1 16,-4-2 1-16,1 0-1 0,1-1 1 0,-1 0 8 16,-5-3-4-16,9 4-2 0,-3 0-3 0,-6-4 2 15,8 3 3-15,-8-3-3 0,8 0 11 0,-8 0 3 16,0 0-2-16,12-4 0 0,-12 4-2 0,9-10 3 16,-1 7-6-16,-2-2 2 0,3-4-1 0,-2 4-5 15,1-5 4-15,0 1 4 0,1 2-14 16,-1-3 5-16,3 2 5 0,-4-2-9 0,2 1-1 0,0 1 2 15,-1 1 0-15,-2-1-3 0,0 3 2 0,0 2-1 16,-6 3-2-16,6-6 10 0,-2 2-15 0,-4 4 5 16,5-6-5-16,-5 6 1 0,0 0 6 0,0 0-1 15,10 0-6-15,-10 0 1 0,0 0 4 0,12 8-4 16,-8-5 4-16,1 2-3 0,0 0 1 16,0 2 0-16,1 0-2 0,-1 0 4 0,1-1-2 0,-1 2 0 15,1 1 2-15,-1-2-3 0,3 2 8 0,-4-6 0 16,1 4-6-16,-1-4 2 0,0 3 2 0,1-3 0 15,-5-3-1-15,9 8 0 0,-6-4-2 16,-3-4 8-16,8 5-3 0,-4-3 2 0,-4-2 8 16,9 2 0-16,-9-2 6 0,10-2 0 0,-10 2 1 15,12-3-1-15,-6-3 4 0,2 3-6 0,-1-1-3 0,1-2 2 16,-2-3-3-16,3 2 2 0,-1-2-5 0,0 1 3 16,-1-1-5-16,2-1 1 0,-1 1-5 15,-2 2 0-15,2-1 1 0,0 1 0 0,-3 0-4 0,0 0 4 16,0 2-5-16,-1 1-3 0,0-1 3 15,-4 5 0-15,9-5-3 0,-9 5-2 0,9-3-2 16,-9 3 6-16,0 0-5 0,11 3 1 0,-6 1 2 0,-5-4-2 16,10 9 1-16,-3-3 1 0,-2 1 0 0,0 0-2 15,3 2 4-15,-2 1-2 0,-1-1-1 16,2 0 3-16,-1-1 0 0,2 1 0 0,-3-2 3 16,2 0-3-16,0 1 3 0,-2-4 1 0,4 3-4 15,-1-1 2-15,-3-3 3 0,1 1-4 0,2 0 6 16,-2-3 8-16,3 1-8 0,-9-2 5 0,10 3 0 0,-1-3 0 15,-9 0 4-15,12-2-1 0,-12 2 1 0,10-4-4 16,-2 0-1-16,-3 0-4 0,0-1-4 0,1-1 4 16,-2-3 9-16,2 1-10 0,-1 1-3 15,-2-3-1-15,2 0 7 0,-1 2-6 0,1-3-1 16,-1 3-1-16,2-1 3 0,-3 4-4 0,-1-1 0 16,4-1 1-16,-3 3-3 0,3-1 8 0,-6 5-8 0,4-10 0 15,-4 10-1-15,3-5-2 0,-3 5 5 0,5-4-9 16,-5 4 8-16,7-2-5 0,-7 2 4 15,0 0-7-15,0 0 2 0,11 6-4 0,-11-6 5 16,5 7 3-16,2-2-3 0,-3-2 4 0,-2 2-1 16,-2-5-2-16,7 12 2 0,-4-7-1 0,0 2 1 15,1-1 7-15,-1 0-4 0,0-2 1 0,0 3 0 16,-1-1-2-16,2-1 0 0,-4-5 2 0,5 9 3 16,-2-5-11-16,-3-4 14 0,5 7-4 0,-5-7-1 15,6 7 4-15,-6-7-4 0,8 5 1 0,-8-5 3 16,0 0-4-16,8 4 14 0,-8-4-14 0,0 0 7 15,0 0-4-15,9 3 3 0,-9-3-1 0,0 0 2 16,0 0-1-16,0 0 2 0,0 0 1 0,14 0 2 16,-14 0-5-16,0 0-2 0,0 0-1 0,12-4 3 15,-12 4-5-15,12-3 0 0,-12 3-6 0,14-2 8 16,-14 2 6-16,15-3-10 0,-3 2 1 0,-2-2 2 16,0 3 0-16,4 0-2 0,-3-3-3 0,1 3 2 15,3-3-9-15,-3 3 7 0,5-1-2 0,-2 1 1 16,2-2 4-16,1 0 1 0,0 2-3 0,2-2 3 15,-1 2-1-15,0 0 0 0,-1-1 2 0,2 0-1 16,-1 0 0-16,0 1-2 0,0-1 1 0,0 1 3 16,1-2 2-16,1 1 6 0,1 1 4 0,1-1-4 15,2-1 5-15,-1 4-5 0,-1-4 3 0,4 1-7 16,2 0-2-16,-9 1 8 0,9 0-7 0,-7 0 0 16,-2 0-2-16,10-1 3 0,-12 1-3 0,2-1 0 15,-1 0 1-15,-1 1 0 0,-4 0 3 0,5-1-8 16,-5-1 4-16,-1 2-4 0,-1-1 4 0,-12 1-5 15,22 0 4-15,-10 0-2 0,-12 0 6 0,21 0-7 16,-11-1-6-16,-4 2 3 0,-6-1 0 0,0 0 4 16,21-1 0-16,-15 1-2 0,3 0 1 0,-9 0 1 15,13-1-1-15,-13 1 1 0,12 1-5 0,-12-1 4 16,9-1-2-16,-9 1 5 0,10 1-4 0,-10-1 1 16,10 0-3-16,-10 0-1 0,11 0 3 0,-11 0-1 15,6 1 3-15,-6-1-2 0,0 0 1 0,11 0 3 16,-11 0-8-16,6 1 6 0,-6-1 1 0,0 0 0 15,0 0-9-15,11-1 8 0,-11 1 0 0,0 0 2 16,0 0-4-16,7 1 1 0,-7-1 7 0,0 0-5 16,0 0 1-16,11 0 1 0,-11 0-5 0,0 0 11 15,0 0-4-15,9 0-1 0,-9 0 9 0,0 0 1 16,0 0-1-16,0 0 6 0,8 2-7 0,-8-2-7 16,10 1 8-16,-10-1 11 0,11 0-12 0,-11 0-5 15,16-1 5-15,-7-1 7 0,4 1-8 0,-3 1 0 16,1-2 3-16,0 0-2 0,2 2-4 0,-2 0 0 15,1 0-2-15,-1 0-5 0,-2 0 0 0,-9 0 4 16,14 0-3-16,-14 0-9 0,6 0 8 0,-6 0 1 16,0 0 4-16,11 0-6 0,-11 0 0 0,0 0 3 15,0 0-6-15,0 0 6 0,0 0 2 0,0 0-3 16,7-2-4-16,-7 2-1 0,0 0 8 0,0 0-5 16,0 0-12-16,0 0 15 0,0 0-2 0,0 0-4 15,0 0 4-15,0 0-14 0,0 0-25 0,0 0-27 16,0 0-25-16,0 0-50 0,0 0-40 0,0 0-47 15,0 0-57-15,0 0-32 0,0 0-264 0,0 0-623 16,-36-11 276-16</inkml:trace>
  <inkml:trace contextRef="#ctx0" brushRef="#br0" timeOffset="159841.44">22987 3434 13 0,'0'0'182'15,"-4"-4"-8"-15,4 4-1 0,0 0-14 0,0 0-10 16,0 0-11-16,-4-7-14 0,4 7-12 0,0 0-13 16,0 0-9-16,0 0-11 0,0 0-5 0,0 0-10 15,0 0-6-15,0 0-12 0,0 0-1 0,0 0-4 16,0 0-7-16,0 0-3 0,0 0 0 0,-1 18-6 16,1-18 3-16,0 18-9 0,0-8 3 0,0 0 2 15,0 0 1-15,-2 2-2 0,1 1 0 0,1-2 3 16,-1 0-4-16,0-1 4 0,1 1-9 0,-2 1 0 15,4-3-3-15,-4 1-1 0,1-2 4 0,1 2-5 16,0-2-2-16,-1-1 1 0,-1 2-2 0,2-9-1 16,0 13 3-16,0-13-5 0,2 12 1 0,-2-7-2 15,0-5 3-15,1 9-2 0,-1-9 0 0,-1 9 2 16,1-9-4-16,1 7-10 0,-1-7-21 0,0 0-24 16,0 0-27-16,1 13-32 0,-1-13-31 0,0 0-33 15,2 8-124-15,-2-8-321 0,0 0 143 0</inkml:trace>
  <inkml:trace contextRef="#ctx0" brushRef="#br0" timeOffset="160304.32">22911 3405 81 0,'0'0'183'0,"3"-13"-11"16,-2 5-20-16,2 1-3 0,2 0-16 0,-1 0-13 15,3 0-10-15,0 2-6 0,-1 1-4 0,3 0-17 0,-1 2-8 16,-2 0-7-16,-6 2-10 0,14 2-1 0,-5 0-8 16,-3 1 22-16,1 4-7 0,-3 0-7 0,0-1-6 15,-1 3-5-15,-1 1-2 0,1 1-7 0,-3-2-1 16,-2 2-5-16,-1-2-3 0,-2 1 0 15,0 0-3-15,0 0-2 0,-1-2 0 0,-3 0 1 16,2-4-9-16,1 2 5 0,-2-2 1 0,2-1 2 16,-2 1 4-16,2-1-1 0,6-3 0 0,-13 2-3 0,4-2 1 15,9 0 3-15,-9 1 1 0,9-1 0 16,0 0-2-16,0 0-2 0,-10-5-3 0,10 5-2 16,0 0 1-16,0 0-6 0,-9-1-5 0,9 1 0 15,0 0-3-15,0 0-1 0,0 0 0 0,0 0-3 16,0 0 0-16,0 0-2 0,17 15 4 0,-14-11-1 15,1 0-2-15,1 1 4 0,3 0-2 0,1 1-1 16,0 0 4-16,0 0-5 0,1 0 1 0,-1-2-4 0,0 5 4 16,1-4-36-16,-1 1-31 0,1-1-38 0,0 1-39 15,0 1-46-15,0-3-184 0,-1 3-402 16,-3-2 179-16</inkml:trace>
  <inkml:trace contextRef="#ctx0" brushRef="#br0" timeOffset="160543.64">23173 3577 106 0,'0'0'268'0,"0"0"-13"15,4-7-20-15,-4 7-21 0,0 0-23 0,0 0-20 16,0 0-21-16,0 0-15 0,0 0-17 0,0 0-9 16,0 0-6-16,0 0-7 0,0 0-11 0,0 0 0 15,0 28-5-15,1-21-13 0,-1 2-6 0,0 1-6 16,0-10-7-16,-1 17 0 0,1-9-9 0,1 2-1 15,-1-3-4-15,0 0-2 0,2 2-27 0,-2-9-28 16,0 19-39-16,0-19-29 0,1 16-56 0,1-10-43 16,-2-6-197-16,6 12-417 0,-6-12 185 0</inkml:trace>
  <inkml:trace contextRef="#ctx0" brushRef="#br0" timeOffset="160708.23">23427 3614 77 0,'6'-5'175'0,"-6"5"-16"15,6-3-22-15,-6 3-7 0,9-1-14 0,-9 1-15 16,0 0-28-16,19-2-46 0,-19 2-42 0,13 3-44 16,-7-2-26-16,-6-1-55 0,0 0-150 15,0 0 66-15</inkml:trace>
  <inkml:trace contextRef="#ctx0" brushRef="#br0" timeOffset="160845.44">23463 3663 47 0,'0'0'164'0,"0"0"-14"0,0 0-7 0,0 0-17 16,0 0-8-16,0 0-11 0,0 0-11 0,0 0-5 16,0 0-10-16,26 0-10 0,-26 0-58 0,17 0-59 15,-17 0-60-15,15 0-71 0,-15 0-190 0,13-3 85 16</inkml:trace>
  <inkml:trace contextRef="#ctx0" brushRef="#br0" timeOffset="161103.43">23608 3529 1779 0,'1'-12'135'0,"-1"2"-14"16,0 1-11-16,0 0-20 0,0 9-8 0,-1-14 18 15,2 8 3-15,-1 6-2 0,0-12 4 0,0 12 0 16,0-8-7-16,0 8-13 0,0 0-11 0,0 0-10 15,-5-7-9-15,5 7-9 0,0 0-5 0,0 0-4 16,0 0 0-16,0 0-4 0,8 33-2 0,-6-21-8 16,2-1 10-16,-1 1-9 0,-2 3 0 0,0-3 1 15,2 0-2-15,-2 1-2 0,-1-1-5 0,3 5 3 16,-3-2-5-16,2 0-2 0,-1-4-15 0,-1-1-33 16,0-10-32-16,0 18-27 0,2-12-24 0,-2-6-62 15,-2 18-47-15,2-18-48 0,0 11-168 16,0-11-480-16,0 0 213 0</inkml:trace>
  <inkml:trace contextRef="#ctx0" brushRef="#br0" timeOffset="161403.57">23752 3596 149 0,'0'0'184'0,"7"-7"-11"0,-7 7 8 0,0 0-4 15,0 0-14-15,0 0-8 0,0 0 0 0,0 0-12 16,0 0-11-16,-5 34-12 0,5-34-11 0,0 13-10 0,0-13-8 15,3 11-2-15,-3-11 1 0,8 9-2 0,-3-5 4 16,-5-4 9-16,13 5 2 0,-3-4-6 16,0 1-4-16,2-1-7 0,1-2-6 0,-1-2-7 15,-3 3-2-15,3-2-1 0,-6-1-2 0,5-2-5 16,-4 3-2-16,1-5-1 0,-3 3-8 0,-1-1-4 16,1-2-8-16,-5 7-1 0,1-11-7 0,-1 3-5 15,0 8 2-15,-1-15-9 0,-3 7-1 0,1 1-5 0,3 7-3 16,-6-10-8-16,2 5-13 0,4 5-23 15,-11-6-26-15,4 6-19 0,7 0-28 0,0 0-25 16,-26 6-38-16,19-2-47 0,7-4-45 0,-11 9-188 16,7-5-484-16,-5 2 215 0</inkml:trace>
  <inkml:trace contextRef="#ctx0" brushRef="#br0" timeOffset="161821.26">23964 3725 149 0,'8'2'264'0,"0"-1"-5"0,2-2-12 16,3 1-4-16,-1-3-15 0,6 0-15 0,2-1-14 15,0 1-18-15,-1-4-13 0,2 5-18 0,-5-2-7 16,3-1-9-16,-6 0-9 0,-1 1 2 0,-2 1 4 16,0-2-3-16,-2-1-18 0,-4-1-4 0,-1 0-16 15,3-2-8-15,-5 2-8 0,0-2-10 0,-2 0-1 16,0-1-8-16,-3 0-7 0,-1-6-11 0,-2 5-1 15,-2-2-7-15,6 1 6 0,-4 1-9 0,1 2 8 16,2-4-5-16,1 3 7 0,1-2-6 0,2 3-4 16,1-2 0-16,4 2-2 0,0-1-8 0,4 0 2 15,5-1-6-15,2 1 2 0,1 3-9 16,4 0 4-16,6-1-3 0,0 5-2 0,-6 3-3 0,2 1-1 16,-5 4 0-16,-1 0-5 0,-3 2 5 0,-1 2 1 15,-2 2 4-15,-4-1-3 0,-1 1 0 0,-1 1-4 16,-1 3 9-16,-3-3-2 0,-2 1 2 0,1 1 1 15,-4-4 4-15,0 0-6 0,3 1 0 0,-2-1 3 16,3-10-1-16,-3 15-21 0,3-15 20 16,2 14 2-16,-2-14-4 0,9 9 0 0,0-3-3 15,8-2-27-15,3-2-46 0,8-1-44 0,2 0-52 0,3-2-52 16,1 0-62-16,-3-1-60 0,-12-2-177 0,9-1-559 16,-11 3 248-16</inkml:trace>
  <inkml:trace contextRef="#ctx0" brushRef="#br0" timeOffset="162943.51">21698 4304 196 0,'0'0'211'0,"-3"-8"-5"15,3 8-13-15,0 0-9 0,-3-7-12 0,3 7-3 16,0 0-8-16,0 0-4 0,0 0-7 0,-1-7-7 16,1 7-6-16,0 0-9 0,0 0-15 0,0 0-10 15,0 0-12-15,0 0-9 0,0 0-12 0,0 0-8 16,0 0 0-16,0 0-11 0,0 0-7 0,0 0-6 16,-5 20-2-16,6-7 0 0,0 4-1 0,-2 2 3 15,1 7 10-15,-1 3-2 0,-1 5 11 0,1-2-5 16,0 4 2-16,0-1 3 0,-1 0-2 0,2 0-8 15,0 1 8-15,-1-3 0 0,2 3-2 0,-1-3 0 16,0 1 8-16,2 0-11 0,-2-3 3 0,1-2 2 16,-1-4-1-16,0 2-4 0,-1-8 3 0,1 0 1 15,0 0-3-15,0-2 0 0,0 1-1 0,1 0 1 16,-1-3-6-16,1-2-1 0,0 0 2 0,-1-2-3 16,0 1-1-16,0-12 3 0,0 20-3 0,2-11 1 15,-2-9-4-15,0 17-3 0,0-9 4 0,0-8 2 16,0 10-3-16,0-10-1 0,0 0-2 0,-3 14 0 0,3-14-2 15,0 0-6-15,0 0-6 0,0 13 0 16,0-13 2-16,0 0-1 0,0 0-4 0,0 0-3 16,0 0 1-16,0 0-3 0,0 0-6 0,1 12-26 15,-1-12-35-15,0 0-50 0,0 0-49 0,0 0-47 16,0 0-62-16,0 0-83 0,0 0-337 0,0 0-738 16,0 0 326-16</inkml:trace>
  <inkml:trace contextRef="#ctx0" brushRef="#br0" timeOffset="165155.24">21411 5314 39 0,'0'0'110'0,"-12"1"-1"0,6 1-6 16,6-2-10-16,-15 1 0 0,8 0-1 0,7-1-3 0,-15 0 3 16,9 2 3-16,6-2 1 0,-13 0-3 0,13 0-1 15,-12 0-3-15,12 0-3 0,-7 2-4 0,7-2-2 16,0 0-6-16,0 0-3 0,-11 0-4 0,11 0-1 16,0 0-8-16,0 0-3 0,0 0-5 15,0 0-8-15,0 0-3 0,0 0-5 0,0 0-3 0,0 0 0 16,0 0-8-16,31-4 4 0,-12 4-7 0,9-4 2 15,8 3-4-15,-3 1 1 0,6-3 0 16,13-1-1-16,-1-1 7 0,0 2-2 0,-11 0 1 16,15 0-3-16,-17-1 7 0,1 2 2 0,17 0 2 0,-20-1 2 15,3-1 0-15,-4 1-1 0,-3-1 0 0,-6 1-8 16,3 1 0-16,-9 2 0 0,1-2 2 0,-4 2 1 16,-4 0 0-16,-1-1-1 0,-3-1 0 0,-2 1-1 15,-7 1 1-15,12-1 2 0,-12 1-1 0,10-2-3 16,-10 2-2-16,8-1-8 0,-8 1 2 0,0 0-2 15,0 0-7-15,9-3-19 0,-9 3-23 0,0 0-31 16,0 0-42-16,0 0-32 0,0 0-33 0,0 0-34 16,-2 13-182-16,2-13-420 0,-11 9 186 0</inkml:trace>
  <inkml:trace contextRef="#ctx0" brushRef="#br0" timeOffset="165562.37">21587 5684 150 0,'0'0'236'0,"0"0"-13"0,0 0-17 15,0 0-11-15,0 0-10 0,0 0-12 0,0 0-10 16,0 0-16-16,0 0-12 0,0 0-11 0,0 0-13 15,0 0-10-15,0 0-10 0,0 0-6 0,0 0-9 16,0 0-8-16,0 0-4 0,0 0-5 0,0 0-6 16,0 0-2-16,0 0-7 0,0 0 0 0,0 0-9 15,0 0-1-15,0 0-5 0,0 0-4 0,0 0 0 16,24-6-2-16,-13 5 1 0,3-2 3 0,-1 1-2 16,-1 0-1-16,9 1 4 0,-2 1-6 0,-1-2 2 15,2 2 2-15,-2-2-1 0,1 1-1 0,0 1-4 16,0-1-1-16,-7-1 3 0,1 2-1 0,1-1-2 15,-4 1-2-15,2 0-2 0,-1-1-3 0,-2 1 3 16,-9 0-6-16,12-2-2 0,-12 2 2 0,10-2-4 16,-10 2-4-16,0 0-16 0,6-2-15 0,-6 2-18 15,0 0-27-15,0 0-33 0,0 0-49 0,0 0-50 16,0 0-46-16,0 0-164 0,0 0-452 0,0 0 200 16</inkml:trace>
  <inkml:trace contextRef="#ctx0" brushRef="#br0" timeOffset="166703.43">21765 5778 83 0,'0'0'232'0,"0"0"-13"0,0 0-11 0,0 0-13 15,0 0-15-15,0 0-17 0,0 0-18 0,0 0-13 16,0 0-14-16,0 0-17 0,0 0-9 0,0 0-9 16,0 0-10-16,0 0-6 0,6 18-4 0,-1-9-3 15,-2 2 6-15,0 2-2 0,-1 3-4 0,-1 0 3 16,1 2 3-16,-1 7 4 0,3-5 2 0,-3 6 3 15,0-6-5-15,0 6 9 0,1 2 1 0,-1 1 11 16,0 0-5-16,2 3-5 0,-2-4-1 0,-1 3 6 16,0-2-1-16,0-2 2 0,-1 1-2 0,1 1-6 15,-1-1 5-15,1-2 1 0,0 0-24 0,-2-1 1 16,2-6-2-16,0 6-8 0,-1-6 5 0,0-2-6 16,-2 2-6-16,3 0 4 0,-1-3-8 0,3 0-5 15,-2 2 6-15,-1-3-1 0,1-3-8 0,0-1-1 16,0 0 10-16,0 1-27 0,0-3 8 0,4 3 6 15,-4-3-8-15,0 0 6 0,0-3-10 0,0 5 0 16,0-1-15-16,1-1 13 0,1 0-1 0,0 2 3 0,0-1 3 16,0 0-1-16,-1 2 1 0,2-5 1 15,-2 4-5-15,-1-11 14 0,4 16-10 0,-1-8-4 16,-1 0-3-16,-2-8 6 0,4 14-3 0,-4-14-4 16,1 11-12-16,-1-11 18 0,4 10-12 0,-4-10 5 15,3 13 1-15,-3-13-2 0,-2 11-2 0,2-11 3 16,2 9 0-16,-2-9 0 0,0 0-5 0,0 12 1 15,0-12-2-15,2 10-9 0,-2-10 10 0,0 0 1 16,0 0 1-16,0 12-3 0,0-12-4 0,0 0 4 16,0 0-5-16,3 8 3 0,-3-8 5 0,0 0-5 0,0 0 14 15,0 0-17-15,0 0-6 0,2 11 9 16,-2-11-15-16,0 0 17 0,0 0 1 0,8 4-5 16,-8-4 4-16,0 0-1 0,0 0 4 0,9 5-2 15,-9-5-4-15,0 0 1 0,11 4-3 0,-11-4 6 0,17 1 2 16,-5 1-3-16,0-1-13 0,6 1 14 0,-5-1-5 15,6-1 6-15,0 0-2 0,1 0 2 0,0 0-5 16,3 1-1-16,8 1-1 0,-3-1 2 0,4 0 3 16,-3-1-1-16,3 1-10 0,0-3 8 15,2 2 0-15,-2 1-2 0,0-2-1 0,3-2 7 0,-2 2-4 16,2 1-2-16,-1-1 0 0,1 1-3 0,2-3 1 16,-2 1 4-16,4-1-3 0,-1 3 1 0,3-4-1 15,-1 4-1-15,12-3 7 0,-14 0-3 16,15 2 0-16,-15 1 3 0,16-4-1 0,-2 5-2 0,-1-6 2 15,-11 4-6-15,11 1-1 0,-13-3 7 0,16 2-4 16,-17-1-1-16,3 1-15 0,-2 0 14 0,-1 1 3 16,0-1 0-16,-1-3-2 0,-1 4 3 0,-1-4 1 15,-1 1 2-15,3 0-8 0,-3-1 6 0,-1 0-2 16,0 2-1-16,-1-1 2 0,1 0-3 0,-2 1 5 16,4 2-1-16,-4-1-5 0,-2-1 4 0,3 1-2 15,-2 1-2-15,1 0 4 0,-2-1-3 0,-1-1-3 16,2 2-5-16,0 0 11 0,0-1 3 0,-7 2-2 15,7-2-3-15,-1 1-2 0,1-3 2 0,-1 3 3 16,-8 0-14-16,8-1 17 0,-8 2-4 0,3-2 2 16,-3-2 1-16,9 4-5 0,0 1 3 0,-2-2-3 15,1 0 6-15,-6 1-5 0,7-1 1 0,-1-4-2 16,-7 5-13-16,6 1 15 0,1-5 0 0,-8 3 1 16,1 0-1-16,6 4 0 0,-6-2 1 0,0-4-10 15,-1 2 11-15,2 0-8 0,-4 0 7 0,2 0-1 16,2 0 1-16,6 0-11 0,-7-1 10 0,0 1 1 15,1-2 0-15,-2-1-3 0,1 3 0 0,-1 0 4 16,1-1-7-16,-1 1 0 0,1 0-1 0,-1-2-26 16,1 1 4-16,0 0-5 0,1 0-7 0,-3-1-14 15,3 2-15-15,-2-1-20 0,2-1-24 0,-4 2-24 16,0 0-32-16,0-2-40 0,-7 2-44 0,-11 0-49 0,25-1-42 16,-13-1-237-16,-12 2-626 0,11-7 276 15</inkml:trace>
  <inkml:trace contextRef="#ctx0" brushRef="#br0" timeOffset="169537.31">20442 4710 64 0,'-1'-12'213'0,"1"12"-9"0,0 0-7 16,-1-11 0-16,1 11-3 0,0-11-9 0,0 11-14 15,-2-10-8-15,2 10-5 0,0 0-2 0,0-9-6 16,0 9-3-16,0 0-7 0,0 0-15 0,-1-7-13 16,1 7-14-16,0 0-10 0,0 0-9 0,0 0-11 15,0 0-9-15,0 0-6 0,0 0-4 0,0 0-2 16,0 0-10-16,0 0 3 0,-6 23 0 0,3-14 0 15,2 2-1-15,-2 1 1 0,1 0-2 0,0 4 0 16,-1-4-4-16,1-1 4 0,0 3-5 0,-1 0-3 16,-2 1 3-16,4-1 0 0,-2-3 4 0,2-1-5 15,0 2-4-15,0-2 1 0,1 0-4 0,0-10 3 16,0 13-5-16,2-5 4 0,-2 0 1 0,4-2-13 16,-2 1 10-16,1-1-3 0,1 0-8 0,-2-2 2 15,2 2-2-15,3-3 3 0,-1 1-1 0,4-1-2 16,0-1-5-16,1 2-19 0,1-4-47 0,0-1-20 15,-2-1-20-15,0 0-23 0,-1-1-31 0,-1 2-27 16,3-3-25-16,-2-1-31 0,0 0-19 0,0 2-193 16,-4-2-481-16,2-2 214 0</inkml:trace>
  <inkml:trace contextRef="#ctx0" brushRef="#br0" timeOffset="169726.18">20516 4784 47 0,'0'0'209'0,"0"0"-7"16,-6-3-6-16,6 3-11 0,0 0-16 0,-4-6-14 16,4 6-11-16,0 0-12 0,0 0-14 0,0 0-10 15,0 0-8-15,0 0-15 0,22-6-4 0,-13 4-8 16,-2 0-10-16,7 0-6 0,-5-1-8 0,3 2-18 16,1-1-30-16,-3 2-27 0,-1 0-22 0,2-1-36 15,-11 1-39-15,16-1-29 0,-9 1-144 0,2-2-319 16,-9 2 141-16</inkml:trace>
  <inkml:trace contextRef="#ctx0" brushRef="#br0" timeOffset="169917.33">20561 4631 8 0,'0'0'220'0,"-10"-4"-11"0,10 4-19 0,0 0-12 15,-5-7-20-15,5 7-17 0,0 0-14 0,0 0-10 16,0 0-13-16,21-6-20 0,-8 3-27 0,4-2-40 16,0 3-47-16,3-1-38 0,-1 0-39 0,0 2-128 15,-1 1-253-15,0-4 112 0</inkml:trace>
  <inkml:trace contextRef="#ctx0" brushRef="#br0" timeOffset="170887.58">20863 4741 94 0,'0'0'128'0,"0"0"-16"16,0 0-7-16,0 0-10 0,0 0-3 0,0 0 0 16,-25 5-12-16,25-5 0 0,-12 4-4 0,4-3 8 15,0 1-7-15,-2 1-2 0,1 0-2 0,0-1 0 16,-1 1 0-16,1-2 4 0,1 0-4 0,8-1-2 15,-11 4-2-15,11-4-1 0,-9 2-8 0,9-2-6 16,0 0 2-16,-9 1-7 0,9-1 2 0,0 0-4 16,0 0-5-16,-8 2-3 0,8-2 0 0,0 0-4 15,0 0-5-15,0 0-2 0,0 0 0 0,0 0-2 16,0 0 5-16,0 0-5 0,0 0 1 0,27 0 1 16,-27 0-3-16,14-1-6 0,-6 0 2 0,2 1-5 15,-1 0 2-15,-9 0-7 0,14 0 0 0,-6 0-13 16,-8 0-28-16,12 0-31 0,-12 0-46 0,11 0-16 15,-11 0-31-15,9 2-19 0,-9-2-150 0,3 4-349 16,-3-4 154-16</inkml:trace>
  <inkml:trace contextRef="#ctx0" brushRef="#br0" timeOffset="171074.45">20744 4879 59 0,'0'0'201'15,"-5"4"-5"-15,5-4-9 0,0 0-10 0,0 0-12 16,0 0-12-16,0 0-13 0,0 0-7 0,0 0-18 16,0 0-11-16,0 0-11 0,0 0-11 0,21-1-4 15,-21 1-18-15,17-3-25 0,-9 2-37 0,1 0-35 16,-2-1-53-16,5 1-33 0,-12 1-29 0,13-2-111 16,-8 0-284-16,-5 2 126 0</inkml:trace>
  <inkml:trace contextRef="#ctx0" brushRef="#br0" timeOffset="171404.25">20953 4656 91 0,'2'-7'238'0,"-2"7"-4"0,0 0-8 0,1-11-9 15,-1 11-10-15,0 0-12 0,-1-10-7 0,1 10-10 16,0 0-12-16,0 0-17 0,0 0-14 0,0 0-15 16,0 0-16-16,1-10-12 0,-1 10-10 15,0 0-7-15,0 0-11 0,0 0-7 0,0 0-4 16,0 0-8-16,0 29 6 0,0-17-11 0,0 2-5 0,0-2-3 16,0 3-3-16,-1 2 0 0,1-1-1 0,-2-1-5 15,2 2 0-15,-1 0-4 0,0-1 3 0,0-1-7 16,-1-3 0-16,1 0-2 0,2-2-3 15,-1 2-25-15,-1-3-22 0,2 1-33 0,-2-1-40 16,1 1-58-16,0-3-52 0,0-7-227 0,0 12-484 0,0-12 214 16</inkml:trace>
  <inkml:trace contextRef="#ctx0" brushRef="#br0" timeOffset="171576.5">21035 4788 26 0,'0'0'247'0,"1"-6"-16"0,-1 6-17 0,0 0-17 16,0 0-19-16,4-8-20 0,-4 8-14 15,0 0-17-15,0 0-23 0,0 0-30 0,0 0-36 16,0 0-36-16,0 0-45 0,0 0-45 0,0 0-41 16,0 0-118-16,0 0-267 0,0 0 117 0</inkml:trace>
  <inkml:trace contextRef="#ctx0" brushRef="#br0" timeOffset="171903.49">21176 4685 89 0,'-2'-8'226'0,"2"8"-14"0,0 0-13 0,0 0-18 16,0 0-18-16,0 0-17 0,0 0-14 0,0 0-11 15,0 0-10-15,0 0-12 0,0 0-8 0,0 0-7 16,0 0-1-16,-15 18-12 0,13-12-2 0,2-6-11 15,-6 11-6-15,6-4-3 0,-3 2-2 0,3-3-3 16,2 5-9-16,-2-11 1 0,0 15-4 0,3-8-4 16,1 3-7-16,1-1 6 0,1-2-6 0,0 2 0 15,-1-2-3-15,-1 1 2 0,2-2-5 0,0 1-1 16,-2-1 0-16,0 0-1 0,1-1-5 0,-2-1 2 16,0 1-4-16,-3-5 2 0,5 8-3 0,-5-8 3 15,3 6-1-15,-3-6 2 0,0 0-1 0,-8 12-2 16,3-9-1-16,5-3 3 0,-13 6-7 0,6-4-2 15,0 2-12-15,-1-2-15 0,-2 0-13 0,3-2-21 16,7 0-33-16,0 0-38 0,-25-5-32 0,20 2-38 16,-3-1-129-16,8 4-360 0,-10-9 160 0</inkml:trace>
  <inkml:trace contextRef="#ctx0" brushRef="#br0" timeOffset="172049.52">21195 4663 83 0,'14'-4'117'0,"-14"4"-13"16,13-3 3-16,-3 4-17 0,-10-1-33 0,18-1-43 15,-9 1-33-15,-2 1-74 0,-7-1-99 0,12 3 44 16</inkml:trace>
  <inkml:trace contextRef="#ctx0" brushRef="#br0" timeOffset="172423.53">21318 4651 28 0,'0'-8'245'0,"0"8"-12"0,0 0-15 0,0 0-16 0,0 0-20 16,0 0-23-16,0 0-13 0,0 0-15 0,0 0-11 16,0 0-12-16,0 0 7 0,10 16-3 0,-6-9-2 15,-1 1-7-15,3-1-4 0,-3 4-10 0,1-3 5 16,1 1-8-16,-1-1-6 0,3 2-6 0,-4-1 4 15,1 0-2-15,0-1-5 0,0 2-8 0,0-3 3 16,0 1-11-16,1-2-3 0,-3-1-3 0,2-1-5 16,-4-4-2-16,7 10-10 0,-5-6 5 0,-2-4-1 15,5 6-8-15,-5-6 0 0,5 5 0 0,-5-5 1 16,8 2 11-16,-8-2 9 0,0 0 19 0,9 0 3 16,-9 0-4-16,0 0 7 0,11-9-4 0,-7 4-18 15,5-3 1-15,-4-1-10 0,2 2-6 0,-2-3-4 16,2-2-5-16,-2 2-1 0,2-6 3 0,-1 1-11 15,1 0-2-15,2 0-7 0,-3 0-15 0,0-2-14 16,0 2-24-16,-1 4-20 0,1-2-29 0,-1 3-34 16,-1-1-44-16,2-1-47 0,0 1-38 0,-4 1-46 15,4 3-207-15,-2 1-550 0,-4 6 243 0</inkml:trace>
  <inkml:trace contextRef="#ctx0" brushRef="#br0" timeOffset="178399.14">25868 4082 87 0,'-4'-4'104'0,"4"4"-6"0,0 0-16 16,-6-7 0-16,6 7 8 0,0 0 8 0,-3-5-4 15,3 5-3-15,0 0-9 0,0 0-4 0,-5-9 4 16,5 9-10-16,0 0 3 0,-4-6-5 0,4 6-1 15,0 0-1-15,-3-6-9 0,3 6 1 0,0 0 1 0,0 0-2 16,-2-7-1-16,2 7-1 0,0 0-3 16,0 0-1-16,0 0 0 0,0 0-9 0,0 0-3 15,0 0-1-15,-2-8-7 0,2 8-3 0,0 0 1 16,0 0-4-16,0 0-4 0,0 0 3 0,0 0-6 16,0 0-8-16,0 0 2 0,0 0-8 0,0 0 1 0,0 0-1 15,0 0 5-15,0 0-4 0,0 0 1 0,0 0 1 16,4 32-1-16,-2-20 2 0,-2-3 0 15,1 6 6-15,0 1-3 0,0 1 0 0,1-2-1 16,0 3 6-16,1 0 5 0,-1 1-1 0,2 5 10 16,-4-3 8-16,3-2 1 0,-1 5-7 0,-2-4 3 15,4 6-4-15,-2 2 7 0,5-3-2 0,-5-6-1 16,3 8-1-16,-2-8-3 0,-1 0 0 0,2 7-4 16,3 1 6-16,-7-8 1 0,2 0-5 0,2-2 2 15,-2 2-1-15,0 0-2 0,-1 0 4 0,4-6-8 16,-5-2 4-16,4 5 0 0,-4 2 0 0,0-7 0 15,0 2 4-15,0-1 0 0,1-2 1 0,-2 2-9 16,2-1-5-16,-1 0-2 0,0-1 2 0,0 1 4 0,0-1-3 16,0-1 4-16,2 1-1 0,-2-10-8 15,-2 13 2-15,2-5 1 0,0-8 0 0,2 10-3 16,-2-10 2-16,-2 8-2 0,2-8-3 0,2 10-5 16,-2-10 2-16,2 8 2 0,-2-8-6 0,0 0 9 15,0 7-7-15,0-7-1 0,0 0-3 0,2 8 1 0,-2-8-3 16,0 0 0-16,0 0 0 0,0 0-21 15,0 0-17-15,0 0-20 0,2 5-25 0,-2-5-40 16,0 0-46-16,0 0-52 0,0 0-45 0,0 0-219 16,0 0-520-16,0 0 231 0</inkml:trace>
  <inkml:trace contextRef="#ctx0" brushRef="#br0" timeOffset="179359.23">25969 4711 117 0,'0'0'158'0,"0"-9"-8"0,0 9-6 16,0 0-6-16,0 0-4 0,0-10-1 0,0 10-1 0,0 0-6 15,0 0-5-15,0 0-2 0,0 0-12 0,0 0-2 16,0 0-1-16,0 0-6 0,-2-9-4 16,2 9-6-16,0 0-5 0,0 0-6 0,0 0-1 15,0 0-4-15,0 0-6 0,0 0-3 0,0 0-3 16,0 0-3-16,0 0-9 0,0 0-1 0,0 0-8 0,0 0-3 15,0 0-7-15,0 0-4 0,0 0 0 0,0 0-5 16,0 0-2-16,0 0-2 0,0 0-4 0,0 0 1 16,0 0-7-16,0 0 2 0,0 0-2 15,0 0 4-15,6 21-2 0,-6-21-1 0,0 10 4 16,2-3 1-16,-1 1 5 0,2 1 5 0,-3 3 7 16,2-2 7-16,-2 2-1 0,2 0-2 0,-2 3 0 0,2 3 12 15,-2-1 0-15,0-2 3 0,-2 0-6 0,2 3-3 16,0-3 4-16,0 2-6 0,0-6 0 15,-2 6-4-15,0-5 2 0,-1 5-2 0,3-1-5 16,-3-1 4-16,3 0 4 0,-2-1 0 0,0-3-2 16,0 2-8-16,2 2 20 0,-4-3-13 0,1 4-1 0,1-5-6 15,0 1 0-15,0-1-4 0,2 0-4 0,-2-1 4 16,0 1-5-16,2-1-2 0,-1-1-2 16,1 3-5-16,0-5 1 0,0-7 2 0,0 14-3 15,0-9-1-15,0-5 7 0,0 13-7 0,0-13 4 16,0 12-10-16,0-12 7 0,0 8-5 0,0-8-1 15,0 10 7-15,0-10 0 0,1 7-1 0,-1-7 0 16,0 0-5-16,0 10-2 0,0-10 4 0,0 7-3 16,0-7 2-16,0 0-2 0,0 0-2 0,0 0 3 15,0 0-1-15,2 14 5 0,-2-14-10 0,0 0 6 16,0 0 2-16,0 0 0 0,0 0-1 0,0 0 0 16,0 0-12-16,0 8-23 0,0-8-12 0,0 0-43 15,0 0-27-15,0 0-38 0,0 0-32 0,0 0-56 0,0 0-42 16,0 0-246-16,0 0-570 0,0 0 253 15</inkml:trace>
  <inkml:trace contextRef="#ctx0" brushRef="#br0" timeOffset="180097.16">25558 5266 174 0,'0'0'174'16,"-9"0"-10"-16,9 0-9 0,0 0-12 0,0 0-8 15,-9-2-15-15,9 2-12 0,0 0-6 0,0 0-7 16,0 0 7-16,0 0 14 0,0 0 0 0,41-4-12 16,-20 1-6-16,9 0-2 0,9-1-3 0,10 0-1 15,1-1-7-15,0-1-7 0,2 3-1 0,-14 2-10 16,1-5-5-16,-3 2-7 0,0 4-3 0,-4-3-5 16,-1 3-4-16,-10-3-3 0,7 1-6 0,-6 0-3 15,-3 2-1-15,1-1-4 0,-7 0-3 0,3 0-1 16,-2-1 0-16,-4 1-2 0,2 2 1 0,-3-1 2 15,-9 0 3-15,13 0-1 0,-5 2-1 0,-8-2 0 16,10-2 3-16,-10 2-6 0,0 0 2 0,13-1 0 16,-13 1-4-16,0 0-1 0,10 1 3 0,-10-1 2 15,0 0-11-15,0 0-1 0,0 0 0 0,9 2 1 16,-9-2-1-16,0 0-5 0,0 0-1 0,0 0 2 16,0 0-3-16,0 0 3 0,0 0-3 0,8-3 1 15,-8 3 1-15,0 0-3 0,0 0 2 0,0 0 0 16,0 0-1-16,0 0 0 0,0 0-3 0,0 0 0 15,0 0 2-15,0 0 0 0,0 0-6 0,0 0 2 16,0 0 3-16,0 0 0 0,0 0-3 0,0 0 0 16,0 0 3-16,0 0-5 0,3 6 5 0,-3-6 1 15,0 0-1-15,0 0-2 0,-3 13 7 0,3-13 4 16,-4 14 3-16,0-3 4 0,0-1 4 0,-1 4 1 16,-4 5 4-16,4-1 6 0,-8 4 0 0,-1 1 4 15,1-1 2-15,-3 2 0 0,3-1-1 0,-6 0-5 16,4 0 1-16,-1 4 3 0,3-6 1 0,-3 3-7 15,1 0 3-15,0-2 2 0,5-4-3 0,-1-1 1 16,-3 5-8-16,5-7 2 0,0 1-2 0,-3-3-1 16,1 0 0-16,5-2-11 0,0-2 1 0,0 0 6 15,0-1-3-15,1 0-1 0,1-2-6 0,2 0-9 16,2-6-15-16,-5 7-26 0,1-3-23 0,4-4-29 16,0 0-24-16,-5 8-27 0,5-8-36 0,-5 4-39 15,5-4-56-15,0 0-42 0,-8 0-167 0,8 0-521 0,0 0 231 16</inkml:trace>
  <inkml:trace contextRef="#ctx0" brushRef="#br0" timeOffset="180817.12">25711 5403 5 0,'-2'-7'191'16,"2"7"4"-16,-3-7-5 0,3 7-4 0,0 0-12 16,0 0-3-16,-1-11-16 0,1 11-1 0,0 0-1 15,0 0 0-15,0 0 3 0,4-9-12 0,-4 9-5 16,0 0-1-16,0 0-11 0,0 0-1 0,0 0-9 0,0 0-7 15,0 0-11-15,0 0-3 0,2-9-8 16,-2 9-14-16,0 0-2 0,0 0-2 0,0 0-9 16,0 0-1-16,0 0-10 0,0 0-2 0,0 0-5 15,0 0-4-15,0 0-6 0,0 0-5 0,0 0 5 16,0 0-6-16,0 0-4 0,0 0-8 0,0 0 7 0,0 0-6 16,0 0 0-16,0 0-1 0,0 0-7 15,0 0 1-15,0 0 0 0,0 0-1 0,0 0 3 16,0 0-4-16,0 0 11 0,0 0-3 0,-6-7-8 15,6 7 5-15,0 0 5 0,0 0 2 0,0 0 1 16,0 0 5-16,0 0 4 0,0 0-4 0,0 0 2 16,-8-3 0-16,8 3-5 0,0 0-2 0,-2-7-3 15,2 7-5-15,0 0-2 0,-5-7 8 0,5 7-7 16,0 0-3-16,0 0 1 0,-4-5 5 0,4 5-6 16,0 0 9-16,0 0-19 0,-4-6 10 0,4 6-13 15,0 0 4-15,0 0-4 0,0 0 2 0,0 0-2 0,0 0-2 16,0 0 0-16,0 0 8 0,0 0-7 15,-3 21-1-15,6-12 1 0,1 3 8 0,-4 0-5 16,6 5 0-16,1-2 5 0,3 8 7 0,-1-4 4 16,2-3 1-16,1 1 2 0,7 3-4 0,-3 2-1 15,4 0 14-15,0-2-3 0,1-1 3 0,-1 2-10 16,0-2 11-16,-2-1-12 0,-3-5-2 0,0-1 3 16,0 0-1-16,-1 0 0 0,-5-3-3 0,1-1 1 15,-2 0-2-15,1-1 9 0,1-1-19 0,-5-2 14 16,2 1-4-16,-2-1 2 0,-1 0 0 0,-4-4-2 15,6 6-3-15,-6-6-2 0,5 6 8 0,-5-6-9 0,6 3 7 16,-6-3-11-16,0 0 10 0,6 2-3 16,-6-2 2-16,0 0-1 0,0 0-2 0,0 0-24 15,0 0-35-15,0 0-41 0,0 0-48 0,0 0-61 16,0 0-64-16,0 0-62 0,0 0-266 0,0 0-643 16,0 0 285-16</inkml:trace>
  <inkml:trace contextRef="#ctx0" brushRef="#br0" timeOffset="181471.55">25679 5827 70 0,'0'0'172'0,"-11"0"-4"0,11 0 1 15,-11 0-6-15,11 0-7 0,-13 0-7 0,13 0 1 16,-8 0-2-16,8 0-6 0,0 0-5 0,-12-2-4 0,12 2-7 15,0 0-5-15,0 0-7 0,0 0-5 0,0 0-11 16,0 0-8-16,-9 2-5 0,9-2-10 16,0 0-5-16,0 0-3 0,0 0-2 0,0 0 2 15,0 0 4-15,33 0 1 0,-17 0-5 0,6-2-5 0,5 1 5 16,2 1-4-16,5-1 0 0,0-1-3 0,2 2-5 16,1-2-2-16,2 1 1 0,1-2-4 15,-6 2-3-15,6-3-5 0,1 2 1 0,8-2-1 0,-10 2-7 16,-3-1 2-16,0 1-10 0,-1-2-1 0,-5 0 5 15,-1 4-8-15,-9-3 2 0,-2 2 3 0,0-1-3 16,-2 1-10-16,0 1 2 0,-6-2 5 0,2 2 11 16,-5-1-17-16,1 2-12 0,-8-1 4 0,11-1 6 15,-11 1-5-15,10 0-1 0,-10 0-5 0,0 0-6 16,9-2-12-16,-9 2-19 0,0 0-24 0,0 0-35 16,0 0-31-16,0 0-33 0,0 0-37 0,8 2-51 15,-8-2-48-15,0 0-199 0,0 0-531 0,0 0 236 16</inkml:trace>
  <inkml:trace contextRef="#ctx0" brushRef="#br0" timeOffset="182972.21">26182 5950 5 0,'-4'-9'118'0,"4"9"2"0,-4-5 1 0,4 5-1 16,0 0 5-16,0 0-5 0,0 0 6 16,0-11 1-16,0 11-3 0,0 0-1 0,-5-4 4 0,5 4-5 15,0 0-1-15,0 0-4 0,0 0-6 0,0 0-4 16,-2-8-9-16,2 8-4 0,0 0 3 0,0 0-7 16,0 0-3-16,0 0-7 0,0 0-3 0,0 0-9 15,0 0-3-15,0 0-9 0,0 0-7 0,0 0-5 16,0 0-7-16,0 0-7 0,0 0-1 0,0 0-3 15,0 0-6-15,0 0 3 0,0 0-3 0,-7 19 7 16,7-10 16-16,0 0-1 0,0 1-11 0,0 0 3 16,0 2 8-16,0 5 8 0,0-1-7 0,0 1 0 15,-3 0 2-15,3 1 4 0,-1 1 5 0,1 0-5 16,0 0 0-16,1 2-4 0,-1-2-4 0,-1-1 7 16,1 7-4-16,1-5 2 0,2-1 24 0,-3-1-20 15,0 0-3-15,0 1 2 0,-3-1-1 0,6 1-5 16,-3-1 4-16,0 0-1 0,-3-1 4 0,6 1-9 15,-6-2 0-15,6 0-2 0,-6-3-1 0,6 1-5 16,-3 1-8-16,0-3 3 0,0 2 1 0,0-2-3 16,0 1-3-16,0-1 0 0,-4 1 3 0,4-2-1 15,1 2-8-15,-1-3 8 0,0 2-5 0,0 1 0 16,0-3-4-16,0 1 6 0,0 2 3 0,0-2 1 16,0 0-5-16,0-2 4 0,0 3 0 0,0-2-4 15,0 0-3-15,0 0 0 0,0-2 0 0,-1 1-1 0,0-1-9 16,1-1 5-16,0 3-3 0,0-10 4 15,0 16-1-15,-2-7 1 0,0 1-7 0,2 2 2 16,0-4 0-16,0-1-1 0,0-7 3 0,0 17 4 16,0-10-4-16,0 0 0 0,0-7-2 0,-2 13 2 0,2-5 4 15,0-8-3-15,-2 15 0 0,2-10-3 0,0 4-6 16,0-9 4-16,0 10 0 0,-2-5-1 16,2-5 2-16,0 13-3 0,2-7 2 0,-2-6-1 15,0 12-3-15,2-7 4 0,-2-5-3 0,0 12-2 0,0-12 2 16,-2 9 6-16,2-9-8 0,0 0 1 0,0 7 3 15,0-7-6-15,0 0 0 0,0 0 1 16,0 10 3-16,0-10-1 0,0 0-1 0,0 0-2 0,0 0 3 16,0 0 1-16,0 7-1 0,0-7 2 0,0 0-5 15,0 0 6-15,0 0 0 0,0 0 0 0,0 0-5 16,0 0 6-16,0 0-7 0,0 0 2 0,0 0 0 16,0 0 5-16,0 0-2 0,0 0 1 0,0 0-5 15,0 0 4-15,0 0-1 0,0 0 3 0,0 0-4 16,0 0-2-16,0 0 6 0,0 0-1 0,0 0-3 15,0 0 0-15,0 0-6 0,0 0 5 0,0 0-1 16,0 0-1-16,0 0 1 0,0 0-1 0,-11-20 2 16,11 20-4-16,-8-5-2 0,8 5 4 0,0 0-4 15,-9-7 9-15,5 3-6 0,4 4 1 0,-8-6-6 16,3 3 9-16,-2 1-10 0,7 2 2 0,-18-5 0 16,4 4 2-16,3-2-5 0,-3 0-2 0,1 2-11 15,0 0 1-15,-5-2-4 0,-3 2-3 0,2 1 10 16,0-3-5-16,-3 2 5 0,2 1 0 0,2-2 3 15,0 2 0-15,0 0 0 0,-2-3-5 0,4 3 10 16,-5 0-2-16,4 0-4 0,-6-1-2 0,5 2-9 16,-4-1 0-16,-1 0-3 0,3 2 2 0,-2-4 7 15,4 1-7-15,4 2 11 0,1-1 11 0,0 0-14 16,1 0 3-16,-1 2 7 0,-1-2-7 0,1 0 0 16,-1 1 5-16,3 1-9 0,-2-1 5 0,-5 0-7 15,7 1-5-15,-3-1 0 0,1-1-4 0,0 1 0 0,0 1-6 16,-1 0 0-16,0-2-2 0,-2 3 2 15,-4 0-2-15,6-3 8 0,-4 0 1 0,-2 1 7 16,2 1-1-16,-2-1 0 0,-1 1 1 0,3-1 3 16,0 0 4-16,1-1-1 0,3 3 4 0,-3-2-16 0,-1 3 0 15,-1-3-16-15,6 1-7 0,0-1-5 0,-1 0-5 16,2 0 3-16,1-1-8 0,2 2-9 16,0-1-12-16,9-1-20 0,-14 0-28 0,8 1-26 15,6-1-45-15,0 0-47 0,-13-1-223 0,13 1-515 16,0 0 229-16</inkml:trace>
  <inkml:trace contextRef="#ctx0" brushRef="#br0" timeOffset="183429.5">25145 6723 16 0,'0'0'91'0,"0"0"-6"0,0 0 2 16,0 0-20-16,0 0-7 0,31-7-8 0,-20 5-18 15,7-2-11-15,-1 0-19 0,3 2-29 0,-2-2-58 0,4 0-89 16,-2-1 39-16</inkml:trace>
  <inkml:trace contextRef="#ctx0" brushRef="#br0" timeOffset="183590.16">25610 6680 23 0,'0'0'35'0,"7"1"-39"0,-7-1-5 15,0 0-10-15,0 0 4 0</inkml:trace>
  <inkml:trace contextRef="#ctx0" brushRef="#br0" timeOffset="186742.33">26935 5361 34 0,'0'0'173'0,"3"-8"5"0,-3 8 0 16,0-6-2-16,0 6-12 0,0 0-9 0,0 0-8 16,2-13-12-16,-2 13-11 0,0 0-2 0,-2-9-5 15,2 9-4-15,0 0-9 0,0 0-8 0,0 0-9 16,-5-6 9-16,5 6-12 0,0 0-8 0,-10 0-9 15,10 0-4-15,-17 8-8 0,7-4-6 0,-3 2-2 16,3 0-4-16,-7 2-5 0,6 4-5 0,-1-5-1 16,4-1-6-16,1 0 0 0,-1 1-5 0,2 4 0 15,0-4-3-15,2 0 0 0,1-1-6 0,1-1 5 16,2-5-4-16,2 16-1 0,1-10 0 0,1 3 3 16,-2-2-5-16,5 0 1 0,2 1 0 0,0-1 0 15,0 0-3-15,3 0 1 0,-2 0-2 0,1 0-1 16,1-2 1-16,-1 0-2 0,1 0 1 0,-3 0-2 15,-1 0-5-15,-3-1 3 0,6 1 1 0,-6 0-5 16,-1 0 2-16,0-2 1 0,-4-3 0 0,7 8-1 16,-7-8 1-16,2 9 4 0,-2-9-3 0,-4 10 0 15,4-10 2-15,-13 11 0 0,3-5-2 0,-1 0 1 16,0-1 2-16,-5 3-1 0,1-2-4 0,3-1 3 16,-1 1-3-16,2-1 5 0,-1-2-8 0,1 0-13 15,3 1-17-15,-2-2-30 0,4 1-30 0,6-3-41 16,-9 5-33-16,5-3-31 0,4-2-28 0,-8 5-142 15,8-5-398-15,0 0 177 0</inkml:trace>
  <inkml:trace contextRef="#ctx0" brushRef="#br0" timeOffset="187027.55">27110 5538 160 0,'0'0'308'0,"8"-4"-10"0,-8 4-8 0,0 0-7 16,0 0-20-16,0 0-10 0,0 0-25 0,0 0-22 16,4-5-18-16,-4 5-20 0,0 0-18 0,0 0-14 15,0 0 0-15,0 0-12 0,4 12-9 0,-4-12 4 0,0 0-3 16,0 12-16-16,0-12 6 0,-4 13-21 16,4-6-1-16,0-7-10 0,0 12 2 0,0-6-15 15,0-6 6-15,0 11 0 0,-2-4-23 0,2-7-8 16,-1 12 7-16,1-5-9 0,0-7-5 0,1 10-11 0,-1-3-37 15,0-7-43-15,0 10-45 0,0-10-40 16,-1 10-38-16,1-10-37 0,-1 11-47 0,1-11-51 16,-6 10-203-16,2-7-566 0,4-3 251 0</inkml:trace>
  <inkml:trace contextRef="#ctx0" brushRef="#br0" timeOffset="187208.07">27149 5407 2635 0,'-3'-14'46'16,"1"4"31"-16,-3-1-25 0,1 2 8 0,1-1 10 16,-1 3 2-16,-2 1 0 0,6 6-3 0,-3-9-11 0,0 5-8 15,3 4 0-15,0 0-10 0,-4-9-26 16,4 9-37-16,0 0-26 0,0 0-40 0,0 0-46 16,0 0-60-16,0 0-64 0,0 0-178 0,0 0-471 15,0 0 209-15</inkml:trace>
  <inkml:trace contextRef="#ctx0" brushRef="#br0" timeOffset="187870.91">25334 5456 205 0,'0'0'227'0,"-6"-12"-3"0,5 7-6 0,1 5-6 15,-3-7-23-15,3 7-20 0,0 0-14 0,-4-7-15 16,4 7-19-16,0 0-13 0,0 0-14 0,0 0-6 15,0 0-10-15,0 0-4 0,-5 25 14 0,4-12-1 16,1 2 5-16,-3-1-6 0,5 2-5 0,-4-3-9 16,0 4-5-16,0-2-6 0,2-2-5 0,-2 2-6 15,1 0-2-15,1-1-3 0,0-3-7 0,0 0-6 16,0 0-2-16,-2 1-4 0,4-3 2 0,-4 1-7 16,4-1-26-16,-2-9-20 0,-2 15-14 0,1-10-18 15,1-5-19-15,-2 12-31 0,2-12-32 0,-4 9-24 16,4-9-25-16,0 8-10 0,0-8-27 0,-4 5-123 15,4-5-377-15,0 0 166 0</inkml:trace>
  <inkml:trace contextRef="#ctx0" brushRef="#br0" timeOffset="188153.55">25278 5497 39 0,'-4'-8'173'0,"4"8"-14"0,0 0-21 0,0 0-13 15,0 0-2-15,0 0-19 0,12-6-9 0,-12 6-4 16,11 2 2-16,-11-2-1 0,18 4-6 0,-6 2-1 16,-1-2-7-16,0 2-6 0,0 0-8 0,1 1-1 15,-2-1-9-15,-3 4 2 0,3 1-3 0,-6-2-6 16,1 1-3-16,-1 1-2 0,-1 0 6 0,0 1-3 16,-5-1-8-16,-2-1 2 0,2 2-5 0,-1-2 0 15,-1 0-6-15,-2 2-1 0,-2-2-1 0,-1 0 2 16,-2 2-8-16,-3-1-3 0,1-2 2 0,-1 3-2 15,1-2-2-15,-3-1-15 0,3 0-13 0,1-1-25 16,2-3-30-16,1 1-29 0,4-2-36 0,1 0-30 16,-2-1-154-16,6-3-342 0,-8 4 151 0</inkml:trace>
  <inkml:trace contextRef="#ctx0" brushRef="#br0" timeOffset="188353.49">25489 5719 4 0,'0'0'281'16,"4"-5"-14"-16,-4 5-21 0,0 0-22 0,0 0-27 15,5-4-17-15,-5 4-17 0,0 0-16 0,0 0-18 16,0 0-10-16,-3 26-11 0,1-17-11 0,0 2-7 16,2 0-14-16,-2 1-18 0,4 1-29 0,-2 3-38 15,-2-1-51-15,2-3-61 0,2 0-52 0,-2 0-169 16,0-1-371-16,2 0 164 0</inkml:trace>
  <inkml:trace contextRef="#ctx0" brushRef="#br0" timeOffset="191919.14">24716 4400 141 0,'-5'-4'137'0,"5"4"-2"0,0 0-10 15,0 0 1-15,0 0-19 0,0 0-8 0,0 0-11 16,0 0 1-16,0 0-16 0,0 0-6 0,10-11-8 16,0 8-5-16,0 0-3 0,2 1-9 0,1-1-2 15,6-1-2-15,-1 0-2 0,-2 2-3 0,1-1 1 16,4 1 6-16,-1-1 0 0,-1-1-2 0,5 1 5 15,-5 0-5-15,2 0-4 0,2 0 3 0,-4 1-6 16,0-1-3-16,2 2 0 0,-1 0 1 0,-7 1-2 16,6 0-7-16,-2-2 2 0,-1 2-6 0,-5 3 0 15,0-3-3-15,1 0 1 0,0 0 2 0,1 1 0 16,-1 1 8-16,2-1 2 0,-3 0 4 0,3 0 7 16,4 1-6-16,-5-1 1 0,1 1 0 0,3-1-2 15,0 0-2-15,-5 1-2 0,1-1 0 0,0-1-1 16,-2 2-4-16,-2-2-1 0,-3 1-1 0,3 1-1 15,-9-2-4-15,17 1 3 0,-11 0-5 0,1 1 3 16,-7-2 1-16,11 1-6 0,-11-1 1 0,9 1-4 16,-9-1 1-16,5 3-2 0,-5-3 1 0,8 4-3 15,-8-4 3-15,8 3 0 0,-8-3-2 0,6 6 4 16,-6-6-3-16,4 6 2 0,1-2-3 0,-5-4 3 16,5 8 1-16,-2-5-1 0,-3-3-2 0,8 8 3 15,-5-3-1-15,0-1 0 0,2 2 3 0,-3 0 7 16,0 0-5-16,2-1 5 0,-1 2 4 0,0 0 3 15,-1-3-4-15,2 4-1 0,-3-2 10 0,3 1 0 16,-2 4 5-16,0-4 0 0,0 0 2 0,0 0-10 16,-1-1 0-16,1 4 0 0,0-1-3 0,-2-1-4 15,4 3 2-15,-3-3-2 0,2 3-2 0,-3-1 10 16,1-1-13-16,0-3 5 0,1 1-2 0,0 3 5 16,-2-3 0-16,2 2 0 0,-2 0-2 0,2-1 0 15,-2 0-4-15,1 3 4 0,1-1 3 0,-1 1 7 16,-1 0-4-16,1 0 4 0,3-1-3 0,-4 2 0 15,0-1-4-15,2 0 0 0,0 1 1 0,-2-3-2 16,0 2 7-16,0 0-1 0,0-1 0 0,1 1 1 16,-1-1-2-16,1-1-2 0,-1 1 0 0,2-3 1 15,-2-7-6-15,-2 16-1 0,4-6 1 0,-4-4 2 16,4 2 16-16,-2-8-24 0,1 12-3 0,2-6 1 16,-3-6-2-16,2 9-4 0,-2-9 3 0,0 8 1 15,0-8 0-15,2 7-3 0,-2-7 3 0,0 6-5 16,0-6-3-16,0 0 14 0,0 0-4 0,2 8 1 15,-2-8-13-15,0 0-4 0,0 0 6 0,0 0-2 16,0 0-1-16,0 8 5 0,0-8 2 0,0 0-8 16,0 0 3-16,0 0-4 0,0 0 1 0,0 0 4 15,0 0-3-15,0 0 0 0,0 0 0 0,0 0 0 16,0 0 4-16,0 0-6 0,0 0 9 0,2 6 1 16,-2-6-4-16,0 0 1 0,0 0-5 0,0 0-2 15,0 0 12-15,0 0-6 0,0 0-2 0,0 0-13 16,0 0 10-16,0 0-3 0,0 0 7 0,0 0 2 15,0 0 0-15,0 0-3 0,0 0 1 0,0 0 0 16,0 0 9-16,0 0 0 0,0 0-9 0,0 0-8 16,0 0 21-16,0 0-1 0,0 0 14 0,0 0-6 15,0 0 13-15,0 0 3 0,0 0-5 0,0 0-3 16,0 0 7-16,0 0-15 0,13-13-1 0,-13 13 4 16,7-11-4-16,-2 3-15 0,2-2 5 0,-2 2-10 15,3 0 10-15,1-1-6 0,-2-2 8 0,0 3-9 16,2-3 5-16,2 2 3 0,-4 1-9 0,1 2-7 15,-3 0-1-15,-1 0-8 0,2 2-31 0,0-2-29 16,-2 2-23-16,1 0-33 0,-5 4-38 0,6-6-42 16,-6 6-38-16,3-4-27 0,-3 4-17 0,0 0-13 15,0 0-191-15,0 0-534 0,0 0 237 0</inkml:trace>
  <inkml:trace contextRef="#ctx0" brushRef="#br0" timeOffset="192092.52">25536 4897 137 0,'0'0'259'0,"-9"-5"-21"0,2 1-19 0,7 4-5 16,-13-5-22-16,6 4-12 0,-2-3-18 0,-3 1-10 15,5 2-19-15,1-1-13 0,6 2-14 0,-14-2-9 16,5 1-11-16,9 1-16 0,-12-1-30 0,12 1-27 16,-7-2-38-16,7 2-40 0,0 0-52 0,-18 0-40 15,18 0-186-15,0 0-371 0,-12 3 165 0</inkml:trace>
  <inkml:trace contextRef="#ctx0" brushRef="#br0" timeOffset="192468.37">24565 4841 130 0,'-9'-3'219'0,"9"3"-11"0,0 0-15 0,-8-1-14 16,8 1-20-16,0 0-13 0,0 0-16 0,0 0-13 16,0 0-13-16,0 0-9 0,17-14-11 0,-8 10-6 15,1 2-6-15,4-2-10 0,-2 1-4 0,2 0-14 16,-3-1-20-16,2 1-27 0,-1 1-27 0,-2-1-30 16,-2 1-24-16,4 1-21 0,-4 0-20 0,0 1-16 15,-8 0-118-15,12-2-282 0,-12 2 125 0</inkml:trace>
  <inkml:trace contextRef="#ctx0" brushRef="#br0" timeOffset="192887.57">24716 4796 55 0,'0'0'192'0,"0"0"-1"0,0 0-7 0,0 0-15 16,-14-5-14-16,14 5-12 0,0 0-17 0,0 0-13 15,-4 7-3-15,4-7 11 0,-3 11-4 0,3 0-7 16,-1 0-7-16,2 2-2 0,-2 3-1 0,1-1 4 15,0 2-10-15,0-1 15 0,1 0-14 0,-1-3-11 16,3-1-6-16,-3 0-7 0,2 2-3 0,0-4-7 16,-2 1-4-16,1-1-5 0,-1-2-5 0,3 2-7 15,-2-3-1-15,3-2-6 0,-4-5-2 0,0 10-5 16,2-6 2-16,-2-4-4 0,0 0-4 0,0 10 1 16,0-10-4-16,0 0 0 0,0 9-1 0,0-9 0 15,0 0-1-15,-7 8-1 0,1-4-3 0,1-1-2 16,-1 1 2-16,-3-3-2 0,2 2-2 0,7-3 2 15,-15 6-3-15,6-6 0 0,2 2-1 0,7-2-3 16,-13 2-4-16,13-2 2 0,-13 1 3 0,8 1 2 16,5-2 1-16,-8 1-6 0,8-1 2 0,0 0 3 15,-6 2-6-15,6-2-2 0,0 0 6 0,0 0-6 16,0 0 3-16,0 0 3 0,0 0-1 0,0 0 7 16,0 0-12-16,0 0 3 0,0 0 3 0,29-5-4 15,-15 3 1-15,4 0-17 0,0-1-19 0,1-1-27 16,-1 1-28-16,3 0-37 0,-1 0-31 0,-2 1-39 15,2-1-29-15,-2-2-24 0,-5 4-133 0,0-2-415 16,-2 0 184-16</inkml:trace>
  <inkml:trace contextRef="#ctx0" brushRef="#br0" timeOffset="193165.33">24975 4945 33 0,'0'0'283'0,"-1"-10"-5"0,1 10-2 0,0-7-12 0,0 7-13 15,0 0-16-15,-4-8-17 0,4 8-26 0,0 0-15 16,0 0-22-16,0 0-19 0,0 0-19 0,0 0-4 16,0 0-19-16,0 0-3 0,0 0-9 0,0 0-13 15,10 26-4-15,-7-16 4 0,-3 0-1 0,2-1-6 16,-1-1-2-16,0 2-5 0,-1-1-4 0,0 0-3 16,1 1-9-16,-1-2 1 0,1 0-3 0,-1 2-2 15,0-1-3-15,0 0-8 0,0-2 2 0,0-7-3 16,2 12-4-16,-2-7-4 0,0-5 3 0,0 11-2 15,2-5-19-15,-2-6-20 0,1 8-25 0,-1-8-19 16,0 0-23-16,-1 10-12 0,1-10-24 0,0 0-29 16,-4 7-35-16,4-7-41 0,0 0-31 0,-3 5-167 15,3-5-463-15,0 0 205 0</inkml:trace>
  <inkml:trace contextRef="#ctx0" brushRef="#br0" timeOffset="193365.7">24951 4911 213 0,'-1'-14'226'16,"2"6"-13"-16,2 2-14 0,-1 1-6 0,2-3-10 15,-4 8-11-15,10-10-16 0,-5 5-13 0,0 0-11 16,3 1-16-16,1 0-13 0,0 0-10 0,0 0-8 16,2 2-9-16,-2 2-8 0,4 0-10 0,-4 0-17 15,1 0-36-15,-2 2-31 0,-2 1-37 0,4 1-46 16,-3-1-37-16,-1 2-34 0,-2 1-146 0,-1 2-352 15,-1-3 156-15</inkml:trace>
  <inkml:trace contextRef="#ctx0" brushRef="#br0" timeOffset="193524.78">25044 5007 263 0,'0'0'246'0,"0"0"-7"0,0 0-27 0,0 0-13 16,0 0-23-16,0 0-21 0,0 0-11 0,0 0-16 15,29-5-12-15,-22 5-17 0,6-3-56 0,-2 2-48 16,-2-1-62-16,5 1-53 0,-1 1-185 0,-1-3-331 16,-2 2 147-16</inkml:trace>
  <inkml:trace contextRef="#ctx0" brushRef="#br0" timeOffset="198705.81">26915 2975 40 0,'-11'-5'167'0,"6"2"-11"0,5 3-3 16,-11-5-8-16,11 5-6 0,-9-3 23 0,3 0-6 16,6 3-10-16,-14-3-9 0,9 0-8 0,5 3-7 15,-8-2-3-15,8 2-10 0,0 0-9 0,-10-3-4 16,10 3-12-16,0 0-7 0,-5-4-11 0,5 4-3 15,0 0-4-15,0 0-10 0,0 0-2 0,0 0-2 16,0 0-9-16,0 0 2 0,0 0-6 0,23-3-2 16,-10 2 0-16,6-2-9 0,8 2 2 0,-7-2-4 15,-2 1-10-15,2 1-26 0,0 1-22 0,0 0-23 16,-1-2-28-16,-6 4-33 0,5-5-36 0,-7 3-18 16,-2 1-32-16,0-1-113 0,-4 2-348 0,-5-2 155 15</inkml:trace>
  <inkml:trace contextRef="#ctx0" brushRef="#br0" timeOffset="199187.4">27015 2919 180 0,'0'0'200'0,"0"0"-17"0,0 0-12 15,0 0-19-15,0 0-11 0,0 0-21 0,-10 0-9 16,10 0-12-16,0 0-1 0,0 0 4 0,-2 15-8 15,2-6-2-15,0 1-11 0,0 4-2 0,0 3 8 16,0 2 1-16,0 6-12 0,0-6-5 0,2 0-4 16,0 0-8-16,0 1-6 0,0-1-6 0,0 0-4 15,0-2-1-15,1 1-5 0,-1-4-2 0,2 1-5 16,-4-3 1-16,3 0-8 0,0-2 2 16,-3 1-3-16,0-3-5 0,2-1 0 0,0 3-1 0,0-4 1 15,-2-6-5-15,0 12 2 0,0-12 1 0,0 8-4 16,0-8 1-16,0 0-2 0,0 10-1 0,0-10 1 15,0 0 0-15,0 0-2 0,-4 7 4 16,4-7-6-16,-8 1 3 0,8-1 0 0,-11 0-3 16,11 0-3-16,-12-1 1 0,12 1 2 0,-17 0-2 15,11 0 1-15,6 0-2 0,-19-3-2 0,9 1-2 0,3 1 2 16,7 1 2-16,-16-3 0 0,16 3 1 0,-11 0-4 16,11 0 0-16,0 0 3 0,-9-1-3 15,9 1-2-15,0 0 0 0,0 0 0 0,-10 0 0 16,10 0 0-16,0 0-3 0,0 0 1 0,0 0 6 15,0 0 1-15,0 0-3 0,0 0 2 0,0 0-1 16,32 0 0-16,-18 0-2 0,-1 0 5 0,-1-2-5 16,5 1-2-16,1-1-19 0,0-1-24 0,0 2-37 0,1-2-41 15,0 1-49-15,0 0-47 0,-2 0-167 16,2-2-418-16,-1 3 184 0</inkml:trace>
  <inkml:trace contextRef="#ctx0" brushRef="#br0" timeOffset="199455.95">27376 3160 92 0,'0'0'245'0,"-5"-4"-11"0,5 4-8 16,0 0-14-16,0 0-11 0,0 0-15 0,0 0-11 15,0 0-20-15,-2-7-12 0,2 7-11 0,0 0-14 16,0 0-9-16,15-4-8 0,-8 2-9 0,4-1-13 16,-2 1-4-16,4 1-7 0,1-2-8 0,-1-1-10 15,3 4-1-15,-3-3-8 0,1 1-34 0,-1-2-28 16,-1 4-38-16,-3 0-42 0,-9 0-17 0,21-1-64 16,-15 1-33-16,-6 0-144 0,11 1-390 0,-11-1 173 15</inkml:trace>
  <inkml:trace contextRef="#ctx0" brushRef="#br0" timeOffset="199738.64">27407 3143 134 0,'0'0'226'0,"0"0"-12"0,0 0-17 0,0 0-16 0,-7 3-15 15,7-3-6-15,-2 6 6 0,2-6-9 0,-5 12-1 16,5-5 1-16,0 4 1 0,-2 2-1 15,1 2-2-15,0 0 2 0,0 1-12 0,-1 0-9 16,2 1-10-16,0 3 10 0,0-3-5 0,-2 2-1 0,2-3-16 16,-4 1-15-16,4-1-4 0,0-4-10 0,0 3 0 15,0-2-25-15,-2-2-4 0,2 0-2 16,0 0-8-16,0 0 1 0,-2-3-3 0,4-1-9 0,-2-7-32 16,1 13-24-16,0-7-47 0,-1-6-36 15,0 8-28-15,0-8-27 0,0 0-36 0,0 0-34 16,4 12-20-16,-4-12-32 0,0 0-174 0,0 0-494 15,0 0 219-15</inkml:trace>
  <inkml:trace contextRef="#ctx0" brushRef="#br0" timeOffset="199920.08">27382 3415 149 0,'0'0'233'0,"0"0"-6"0,0 0 0 0,0 0-11 15,0 0-7-15,0 0-14 0,0 0-9 0,0 0-13 16,4-8-10-16,-4 8-5 0,10-2-10 0,-2 0-15 15,3 1-12-15,-2-2-15 0,5 2-9 0,-1-2-17 16,-1 2-24-16,1-2-33 0,5 0-37 0,-5 0-45 16,4 2-46-16,-2-1-53 0,6-2-50 0,-8 0-185 15,0 0-426-15,3 0 189 0</inkml:trace>
  <inkml:trace contextRef="#ctx0" brushRef="#br0" timeOffset="200136.25">27838 3269 259 0,'-7'-2'278'16,"7"2"-21"-16,0 0-19 0,0 0-22 0,0 0-16 16,-11-1-17-16,11 1-21 0,0 0-15 0,0 0-12 15,0 0-14-15,0 0-14 0,34-2-6 0,-21 2-12 16,0-2-31-16,-1 2-36 0,-1-2-41 15,-11 2-47-15,23-3-55 0,-13 2-51 0,-3 1-39 0,3 3-120 16,-10-3-358-16,0 0 158 0</inkml:trace>
  <inkml:trace contextRef="#ctx0" brushRef="#br0" timeOffset="200321.58">27829 3351 42 0,'0'0'219'0,"0"0"-7"0,-9 5-8 15,9-5-13-15,0 0 0 0,0 0-5 0,0 0-6 16,0 0-9-16,25 1-17 0,-19-1-16 0,6 0-13 16,1-1-15-16,1 0-29 0,-1-2-40 0,6 0-56 0,-2 0-59 15,2-1-61-15,-1 1-60 0,-4 1-110 16,0-2-329-16,0 1 145 0</inkml:trace>
  <inkml:trace contextRef="#ctx0" brushRef="#br0" timeOffset="200787.65">28419 3057 233 0,'0'-10'241'0,"0"10"-17"16,0 0-14-16,-1-8-13 0,1 8-19 0,0 0-17 15,9-7-13-15,-4 5-14 0,-5 2 1 0,18-3-10 16,-8 3-8-16,1 0-16 0,3 0-8 16,-3 3-8-16,2 1-7 0,-4 5-6 0,2 3 2 0,2 1-6 15,-7-2 3-15,2 6-6 0,-4-2-1 0,-3 1 3 16,-1 0-5-16,-1 1 1 0,-3 1 0 0,-5-3-5 16,1 2-2-16,-3-2-4 0,-1-1 3 0,1 0-4 15,-3-2-2-15,-3 1 0 0,3 0-11 0,-1-6 7 16,-1 2-4-16,1-1-1 0,4-3-4 15,3 0 2-15,0-3 6 0,3 1 7 0,5-3 8 16,-10 4 6-16,10-4 9 0,-6 3-12 0,6-3-2 0,0 0-5 16,0 0-4-16,0 0-25 0,0 0 17 0,-13-4-1 15,13 4-8-15,0 0 0 0,0 0-11 0,0 0 5 16,0 0-6-16,0 0-5 0,0 0 0 16,0 0-10-16,-7 8 3 0,7-8 2 0,0 0-1 0,2 10-6 15,-2-10 1-15,3 14-8 0,0-7 14 16,-2 0-3-16,3 2 0 0,0 0-6 0,0 0 6 0,-1 2-7 15,2-3-27-15,-1 4-37 0,3-3-64 0,-2 4-49 16,-1-1-48-16,1-1-51 0,0 0-60 16,-2 3-236-16,2-2-617 0,-4-1 273 0</inkml:trace>
  <inkml:trace contextRef="#ctx0" brushRef="#br0" timeOffset="200919.52">28447 3716 221 0,'4'8'293'0,"-4"-8"9"0,0 0-10 0,0 0 10 15,0 0-16-15,0 0-9 0,0 0-21 16,3 13-33-16,-3-13-24 0,0 0-21 0,0 0-35 16,0 0-63-16,0 0-73 0,0 0-82 0,0 0-115 15,0 0-276-15,-2 12-504 0,2-12 222 0</inkml:trace>
  <inkml:trace contextRef="#ctx0" brushRef="#br0" timeOffset="205254.37">27175 4546 115 0,'0'0'138'0,"0"0"-1"0,-7 5-6 0,7-5-9 15,-6 4-5-15,6-4 0 0,0 0 2 0,-6 2-2 16,6-2 7-16,0 0 0 0,0 0 2 0,0 0 0 0,0 0-2 16,0 0-3-16,-5 6 0 0,5-6 3 15,0 0-12-15,0 0-12 0,0 0-11 0,0 0-4 16,0 0-3-16,13-21-1 0,-8 16-7 0,1-4-4 0,2 1-9 15,-2-1-6-15,0 1-3 0,-1-2-5 16,1 0-7-16,2-1-1 0,0-2-4 0,-3-3-4 0,-1 6 3 16,1-6-11-16,0 4-1 0,-1 0-1 0,1-5-3 15,-5 0-2-15,4 0-4 0,-2-1 1 16,-2 1-7-16,0 3 2 0,0 1-2 0,-2 2 3 0,0-1 4 16,0 2-3-16,0 5-6 0,1-3 0 15,1 8-1-15,-2-9-1 0,2 9-2 0,-4-8-4 0,4 8 0 16,0 0 0-16,-6-4-2 0,6 4 3 0,0 0-2 15,-17 7 4-15,9 0-4 0,-2 0 7 0,1 1-5 16,-5 3 3-16,6-4-2 0,1-2-2 16,3 1 0-16,-1-2 1 0,1 1 2 0,-1 0-2 15,5-5 4-15,-1 10-4 0,1-10 0 0,0 0 5 16,6 11-1-16,0-7-1 0,1 0 3 0,-1-2-2 0,3 3 0 16,5-5 4-16,-3 3-4 0,1-2 1 0,1-1 1 15,1 2 0-15,-3-2-4 0,2 0 0 0,-1-2 3 16,-1 2-1-16,-3 0-4 0,4 2 3 15,-5-2-1-15,2 1 0 0,-9-1-2 0,14 3 1 16,-8-1-4-16,-6-2-1 0,11 4 4 0,-7-2 0 0,3 2 0 16,-4 2 1-16,1 0 1 0,1-2-7 0,-3 3 7 15,2 0-2-15,-2-1 3 0,1 2-4 0,-2 0 4 16,0-1-1-16,1 3 2 0,3-1 2 16,-5 1 7-16,4 1-10 0,-3-3-3 0,1 2 4 15,0-1-1-15,0-3 3 0,0 1-6 0,0 0-29 16,2 2-29-16,-1 0-31 0,1-3-38 0,-4-6-34 0,8 14-44 15,-2-9-28-15,-2 1-162 0,-4-6-431 16,9 11 191-16</inkml:trace>
  <inkml:trace contextRef="#ctx0" brushRef="#br0" timeOffset="205803.51">27746 4414 244 0,'-3'-3'245'16,"-3"-3"-11"-16,1 1-7 0,-2 1-11 0,-2 1-5 16,-1 1-20-16,0 2-19 0,-3-2-13 0,-1 2-12 15,1 2-7-15,-3 2-12 0,3-1-7 0,-3 4-11 0,0 2-11 16,3-2-12-16,3 0-3 0,0-1-11 16,1 3 1-16,1 0-15 0,0 0-6 0,2 0-6 15,1 2-1-15,3-1-4 0,0 0-8 0,1-1 0 16,-1-1-3-16,2-8-3 0,5 16-3 0,-1-8-3 15,0-3-3-15,1 1 5 0,3 2 7 0,2-3-17 16,1-5 4-16,0 2-4 0,3 0 0 0,-1-2-3 0,-1-1 1 16,-1 1 1-16,2-3-5 0,-2 1 4 15,-2 1-1-15,-2-2 3 0,3-4 2 0,-4 4-1 16,2-6-9-16,-1 2-1 0,1-3-2 0,-4 0-1 16,2 2 2-16,-1-3-1 0,-1 0-1 0,0-1-2 15,-1-5-2-15,0 0 2 0,-3 2 0 0,2-3 0 16,-2 2 3-16,0 0-1 0,0-1 1 0,-2 0-4 15,2-1-1-15,-3 1 2 0,3 4 5 0,-2-3 6 16,1 6 1-16,1-2 8 0,-1 3 2 0,0 2 3 16,1 7 2-16,1-12 0 0,-1 12-2 0,-3-8-4 15,3 8-3-15,0 0 3 0,-2-9-8 0,2 9-9 16,0 0 1-16,0 0 0 0,0 0 1 0,0 0 0 16,4 34 3-16,-3-21-4 0,0 5-2 0,-1-2 3 15,0 1 5-15,1 1 0 0,-1 1-1 0,0 1 3 16,2-2-4-16,-4 1 0 0,2-2 1 0,2 0 1 15,-2 1-6-15,0-3 12 0,3-1-11 0,-1-3-3 16,1 0 2-16,0 0-7 0,2 5-18 0,-1-8-31 16,1 1-35-16,-1-3-36 0,2 4-38 0,0-4-40 15,2 0-32-15,2-1-37 0,-3-2-220 0,4 2-529 16,0-2 234-16</inkml:trace>
  <inkml:trace contextRef="#ctx0" brushRef="#br0" timeOffset="205993.61">28128 4379 13 0,'0'0'285'0,"-1"-5"-15"0,1 5-8 16,0 0-15-16,0 0-21 0,0 0-23 0,0 0-22 16,2-13-20-16,-2 13-9 0,8-1-21 0,-8 1-17 15,16-3-17-15,-3 1-38 0,0-1-39 0,5 2-48 16,-4-3-46-16,4 3-53 0,-5 0-44 0,-2-1-167 15,-2 4-364-15,-9-2 162 0</inkml:trace>
  <inkml:trace contextRef="#ctx0" brushRef="#br0" timeOffset="206150.34">28148 4450 112 0,'-5'5'230'0,"5"-5"-3"0,0 0-13 0,-4 4-14 16,4-4-21-16,0 0-18 0,0 0-13 0,0 0-14 15,0 0-12-15,18 5-11 0,-6-5-13 0,0 0-38 16,4-1-46-16,2-2-62 0,3 0-73 0,1 2-187 16,-2-3-331-16,1 0 146 0</inkml:trace>
  <inkml:trace contextRef="#ctx0" brushRef="#br0" timeOffset="208387.65">28879 4206 70 0,'0'0'205'0,"0"0"-20"15,0 0-11-15,0 0-19 0,0 0-14 0,-5-4-16 16,5 4-9-16,0 0-8 0,0 0-4 16,-14 9-3-16,8-3-7 0,-1 0-6 0,-3 1-7 0,2 2 0 15,1 1 0-15,-5 4-6 0,2-2 0 0,0 1 2 16,2 1-8-16,-4-1-5 0,5 2-2 0,-2-2 0 16,0-1-3-16,4 2-6 0,0-5-3 15,0 4 0-15,0-4-9 0,2 2 0 0,-2-1-5 0,4 0-5 16,-1-1 0-16,1 1-2 0,4-1 1 15,0 1 9-15,1-4-8 0,0 1 0 0,3 0-7 0,2-1 5 16,-1-1 0-16,5-2-1 0,-1 0-3 0,0 0 1 16,1-1 1-16,1-2-3 0,2 3 0 0,-4-3-1 15,0-4-1-15,1 1 1 0,-1 1-3 16,0-2-1-16,1 1 3 0,-2-2 1 0,-2 1 2 16,1-2-2-16,-1-3-4 0,-1 4 2 0,-1-5-2 0,0 3 7 15,-2-3 3-15,0 1-4 0,-2-3-4 0,0 2-3 16,-2-1 1-16,-2-1-5 0,1 0-3 0,-2 2 13 15,0-3-17-15,-1 0 5 0,-3 0-3 0,-2 2 0 16,-1-4-2-16,5 5-5 0,-1 1 6 0,-3-1-6 16,0 1-5-16,0-1 7 0,-1 3-6 15,-1-1 14-15,3 4-13 0,-2-3-1 0,3 4-1 0,-4 0 2 16,1 1 0-16,-1 2-3 0,-2 1 3 0,2 2-3 16,0 1 7-16,-3-1-5 0,4 4 2 0,1 2-5 15,-2-2-16-15,2 3-25 0,2-1-30 0,-1 1-19 16,1 1-38-16,1 0-37 0,1-1-40 15,0 0-38-15,6 1-198 0,-4-1-483 0,4 0 213 0</inkml:trace>
  <inkml:trace contextRef="#ctx0" brushRef="#br0" timeOffset="208594.52">29159 4387 103 0,'9'-2'312'0,"-9"2"-9"0,0 0-6 0,7-4-8 0,-7 4-13 16,0 0-19-16,0 0-8 0,0 0-37 16,0 0-19-16,3-5-15 0,-3 5-15 0,0 0-20 15,0 0-19-15,0 0-14 0,0 0-9 0,0 0-27 16,0 0-21-16,0 0-22 0,0 0-38 0,0 0-42 16,0 0-34-16,0 0-39 0,0 0-36 0,0 0-34 0,0 0-38 15,-1 19-209-15,1-19-473 0,0 0 210 0</inkml:trace>
  <inkml:trace contextRef="#ctx0" brushRef="#br0" timeOffset="209072.53">29448 4198 235 0,'0'0'246'0,"0"0"-9"16,-4-5-12-16,4 5-11 0,0 0-23 0,0 0-13 15,0 0-20-15,8-11-15 0,-3 7-8 0,4 1-10 16,1 2-5-16,0 0-12 0,2 0-6 0,-2 1-9 16,-2 1-8-16,2 1-8 0,-2 1-7 0,-2 2-8 15,2 1-5-15,-1 1-1 0,-3-1-6 0,0 3-7 16,-3 3 1-16,-2-1-3 0,0-1-4 0,-4 1-2 15,-3 0 4-15,-1 3-7 0,-3 1-3 0,0-4 1 16,-1 3-3-16,0-3-4 0,-1-1-3 0,2-2-2 16,-1 2 2-16,1-6-4 0,3 2 0 0,-1-1 0 15,2-2-3-15,3-1 3 0,0 2 4 0,5-4-4 16,-9 4 13-16,9-4 5 0,-6 4 7 0,6-4 1 16,0 0 11-16,0 0-16 0,-8 1 1 0,8-1-4 15,0 0-11-15,0 0-2 0,0 0 3 0,0 0-2 16,0 0-5-16,0 0 5 0,0 0-15 0,0 0 4 15,0 0-4-15,0 0-4 0,0 0-4 0,0 0 6 16,14 13-1-16,-9-11 0 0,1 2 0 0,1-1-1 16,-1 0 0-16,0 1 1 0,4 0-5 0,-1 2-1 15,-2-3-29-15,3 1-33 0,-1-1-35 0,2 1-38 16,-4 1-40-16,-7-5-50 0,16 3-40 0,-11 0-234 16,-5-3-543-16,11 4 240 0</inkml:trace>
  <inkml:trace contextRef="#ctx0" brushRef="#br0" timeOffset="209471.53">29707 4246 253 0,'0'0'266'16,"2"-8"-18"-16,-2 8-20 0,0 0-20 0,2-7-23 15,-2 7-19-15,0 0-17 0,0 0-12 0,0 0-16 16,0 0-6-16,0 0-12 0,0 0-6 0,0 0-5 15,0 0 1-15,0 0 2 0,1 22-15 0,-1-22-3 16,4 10-5-16,-4-10 5 0,3 10-8 0,1-4-5 16,-2 0-4-16,2 1-3 0,4 0-6 0,-2 1-4 15,2 2 0-15,-3-3-6 0,4 2-1 0,1-3-9 16,-2 1-6-16,0-1 0 0,2 2 0 0,-1-2-3 16,-2 2 0-16,0-4-3 0,0 3 2 0,-2-3-11 15,1 2 6-15,0-3-3 0,-1 3-3 0,1-1 1 16,-3 0-4-16,1-1-1 0,1-1 2 15,-5-3-4-15,3 8 8 0,-3-8-3 0,2 7 6 0,-2-7 4 16,0 0 2-16,-5 11-7 0,5-11 1 0,-9 6 0 16,9-6-6-16,-13 7 2 0,6-6-1 0,7-1-3 15,-13 4-21-15,13-4-12 0,-16 1-20 16,9 0-20-16,-1-1-21 0,8 0-24 0,-18-2-24 16,18 2-47-16,-10-6-30 0,10 6-30 0,-11-9-18 0,5 4-139 15,6 5-431-15,-9-14 192 0</inkml:trace>
  <inkml:trace contextRef="#ctx0" brushRef="#br0" timeOffset="209653.57">29751 4223 52 0,'5'-9'181'0,"0"3"2"0,-1-1-6 16,2 2-2-16,-2-2-2 0,4 2-8 0,-3 0-7 0,5 0-8 16,-2 3-14-16,-1-1-12 0,3-1-8 0,1 2-11 15,-1-1-6-15,3 2 16 0,0-1-11 0,-3 1-13 16,1 1-5-16,0-1-10 0,-1 2-12 15,0-1-27-15,0 3-28 0,-2-2-37 0,3 3-29 16,-4-3-32-16,3 0-43 0,-2 0-44 0,2 2-173 16,-4-2-379-16,1 1 168 0</inkml:trace>
  <inkml:trace contextRef="#ctx0" brushRef="#br0" timeOffset="210470.58">30129 4436 199 0,'0'0'222'0,"0"0"-13"16,0 0-17-16,0 0-14 0,0 0-13 0,-4 5-16 16,4-5-10-16,0 0-11 0,0 0-16 0,0 0-6 15,0 0-11-15,0 0-2 0,0 0 5 0,0 0 4 16,0 0-9-16,0 0-2 0,0 0-6 0,7 11-1 16,-7-11 3-16,0 0-5 0,7 5 1 0,-7-5-3 15,8 4-3-15,-8-4-4 0,10 2-9 0,-10-2-2 16,13 2-4-16,-7 0-4 0,1 0-8 0,-7-2-2 15,11 0-1-15,-11 0-6 0,10-2-3 16,-10 2 4-16,10 3 1 0,-10-3-2 0,10-4-1 0,-10 4 0 16,10-6 5-16,-5 2-7 0,-1 1-3 0,-4 3-7 15,6-8 2-15,-2 3-5 0,0-1 3 0,0 0 2 16,-4 6-11-16,9-14 2 0,-4 7 1 0,-1-2-6 16,1 2-4-16,-1-2 5 0,2 1-5 0,-1-2-3 15,0 1-3-15,-1 0 3 0,-1 3 1 16,-1-3-2-16,1 2-2 0,-2-2 4 0,-1 0-3 0,1 2-3 15,-1 7 22-15,4-14-11 0,-4 9 4 0,0 5 2 16,0-14-6-16,1 9 10 0,-1 5-3 0,0-11 4 16,0 11 2-16,2-8-6 0,-2 8 0 0,0-10-1 15,0 10 5-15,0-9 0 0,0 9 1 0,0-12-6 16,0 6 6-16,0 6 1 0,2-12-7 16,1 7-22-16,-3 5 18 0,4-13 1 0,-1 9-4 0,1-2-4 15,0 0-12-15,1 0 17 0,3 3 2 0,-2-1 5 16,5-1-8-16,-1 1 2 0,0 1-11 0,-4 0 0 15,6 3-18-15,-2 0 21 0,0 2 2 0,2-2-2 16,-2 3-1-16,-1-1-4 0,-1 2-1 0,3 0 4 16,-4 0 3-16,-4 1-5 0,5 3 1 15,-3-2 1-15,0 0-4 0,-1 6 7 0,0-4-2 16,-1 2-3-16,-2-1 3 0,-1 0-3 0,-1 2 8 0,-1-3-8 16,-2 3 9-16,3-1-18 0,-2-1 20 0,1 1-5 15,-2 1 2-15,0-2 2 0,2 2-14 0,-1-3 18 16,3-8 8-16,-1 17-5 0,1-17 0 15,-3 13-4-15,3-13-2 0,0 12-5 0,0-12 7 16,2 10 3-16,-2-10-1 0,4 12-4 0,-4-12 0 16,10 8-1-16,-8-3 3 0,11-3 0 0,0 2-2 0,0-2 3 15,-1 1-24-15,8-2-16 0,-3 1-35 0,1-2-41 16,1 0-41-16,-6 2-41 0,8-2-44 16,-3-2-51-16,2 4-36 0,-1-2-252 0,-1-3-612 15,0 1 271-15</inkml:trace>
  <inkml:trace contextRef="#ctx0" brushRef="#br0" timeOffset="-126121.46">22107 8193 47 0,'0'0'109'0,"0"0"-8"0,0 0 2 0,4-3-10 16,-4 3 4-16,0 0-10 0,0 0 4 0,0 0-9 15,0 0 1-15,0 0-4 0,0 0 3 0,0 0-12 16,0 0 4-16,3-8-8 0,-3 8-10 0,0 0-1 15,0 0 1-15,0 0 1 0,0 0-11 0,0 0-7 16,0 0 1-16,0 0 1 0,0 0-3 0,0 0 2 16,0 0-1-16,0 0-11 0,0 0 3 0,0 0-4 15,0 0-1-15,0 0-6 0,0 0-2 0,-18-1 0 16,18 1-5-16,-8-3-8 0,8 3 9 0,0 0-4 16,-9-1 4-16,9 1-1 0,0 0-4 0,0 0 7 15,-10-1-3-15,10 1-1 0,0 0 1 0,-10-2-3 16,10 2-2-16,-8-1 0 0,8 1 5 0,0 0-1 15,-10-3 3-15,10 3-2 0,-9-2 4 0,9 2-1 16,0 0 1-16,0 0 4 0,-10 0-7 0,10 0 6 16,0 0-3-16,0 0 0 0,-11 0-6 0,11 0 1 15,0 0 3-15,0 0 3 0,0 0-4 0,0 0-2 16,0 0 2-16,0 0-3 0,0 0 1 0,0 0 1 16,0 0-2-16,0 0-5 0,0 0 2 0,0 0 2 15,0 0-3-15,0 0 1 0,0 0-2 0,0 0-2 0,32-5 1 16,-21 5 0-16,3 0 3 0,0-2-1 0,4 2-6 15,1-1 3-15,3-1-1 0,8-1 0 16,-8 2-2-16,6-2 7 0,-2 0-6 0,2 1-1 16,1 1 0-16,-1 1-5 0,4-2 3 0,-4 1 4 0,2 0-1 15,-2-1 0-15,1 1 0 0,-2 1-2 0,2 0 0 16,0-2 2-16,0 1-4 0,2-1 2 16,-1 2 2-16,5-2-2 0,-2-1 0 0,0 1 6 15,-1 2-5-15,-1-1 1 0,1 1 1 0,1-1-3 0,-1 0 0 16,0-2 1-16,-3 2 1 0,2-1-3 0,-1 1 0 15,-1 1 0-15,-1-2 5 0,-1 1-4 0,-7-2-2 16,1 3 1-16,-2 0 3 0,-2-1 2 0,0-1-4 16,-5 2 2-16,1-1 0 0,-3 0-2 0,-2 2 0 15,-8-1 0-15,14-1 1 0,-7 0 1 0,-7 1-2 16,14 0 4-16,-7-1-3 0,-7 1 2 0,10 0 0 16,-10 0 5-16,9 0 7 0,-9 0 2 15,0 0 5-15,9 0 1 0,-9 0-1 0,0 0 3 0,9 1-5 16,-9-1 0-16,0 0 3 0,0 0-3 0,0 0-5 15,0 0-3-15,10-1-2 0,-10 1 4 0,0 0-2 16,0 0-2-16,0 0-1 0,0 0-2 0,8-3 1 16,-8 3-3-16,0 0-1 0,0 0 5 0,0 0-1 15,0 0-4-15,0 0-1 0,0 0 2 0,0 0-1 16,0 0 3-16,0 0-5 0,0 0 9 0,10 3-10 16,-10-3 5-16,0 0-1 0,0 0 6 0,0 0 1 15,0 0 4-15,0 0 1 0,0 0 3 0,0 0 0 16,0 0-3-16,0 0-1 0,0 0 4 0,0 0 0 15,0 0-5-15,0 0 1 0,0 0-1 0,0 0 3 16,0 0 0-16,0 0-4 0,0 0 0 0,0 0 2 16,0 0-4-16,0 0 3 0,0 0-5 0,0 0 1 15,0 0-4-15,0 0 6 0,0 0-5 0,0 0 0 16,0 0-3-16,0 0-1 0,0 0 7 0,0 0-13 16,0 0-11-16,0 0-4 0,0 0-15 0,0 0-6 0,0 0-13 15,0 0-9-15,0 0-5 0,0 0-17 16,0 0-12-16,0 0-17 0,0 0-20 0,0 0-27 15,0 0-32-15,0 0-196 0,0 0-418 0,0 0 185 16</inkml:trace>
  <inkml:trace contextRef="#ctx0" brushRef="#br0" timeOffset="-121174.21">23378 8106 20 0,'0'0'55'0,"0"0"-3"15,-7-3-8-15,7 3-1 0,0 0-1 0,0 0-3 0,0 0 6 16,0 0 0-16,-5-6-12 0,5 6 5 0,0 0-2 16,0 0-2-16,0 0-2 0,0 0 0 0,0 0-9 15,0 0 5-15,0 0 4 0,0 0-11 0,0 0-3 16,0 0-1-16,0 0 5 0,0 0-4 0,0 0-1 15,-15 4 5-15,15-4 2 0,0 0-6 0,0 0-1 16,0 0 2-16,-4 6-4 0,4-6 9 0,0 0 6 16,0 0-6-16,0 0 6 0,0 0-5 0,-2 7 3 15,2-7-2-15,0 0 6 0,0 0 4 0,0 0 3 16,0 0-4-16,0 0-5 0,0 0-6 0,0 0 4 16,0 0-5-16,-6 4 6 0,6-4-8 0,0 0 4 15,0 0-2-15,0 0-6 0,0 0 5 0,0 0 1 16,0 0-1-16,0 0 6 0,0 0-6 0,0 0 9 15,-2 7 1-15,2-7-2 0,0 0 7 0,0 0-1 16,0 0-2-16,0 0 1 0,0 0-2 0,0 0 4 16,0 0-2-16,0 0-3 0,0 0 2 0,0 0-1 15,0 0-2-15,0 0 0 0,0 0 1 0,0 0-1 16,0 0 2-16,0 0 4 0,0 0 0 0,0 0 2 16,0 0-5-16,0 0-1 0,0 0-5 0,0 0-1 15,0 0 2-15,0 0-1 0,0 0-4 0,0 0-1 16,0 0-1-16,2-25-5 0,-2 25 0 0,0 0-2 15,0-13-4-15,0 13 2 0,2-8 2 0,-2 8-3 16,2-11 1-16,1 6-2 0,-3 5-2 0,4-15-1 16,-3 9 0-16,2-1-2 0,-2 0 0 0,0 1-1 15,2-2 1-15,-1 0-1 0,1 2-3 0,-3 6 8 0,3-11 4 16,-1 6-1-16,-2 5-4 0,4-11 2 0,-4 11-2 16,3-6 0-16,-3 6 2 0,2-10 2 15,-2 10-2-15,0 0-2 0,2-8-1 0,-2 8 2 16,0 0-4-16,0 0-1 0,3-6-2 0,-3 6 2 0,0 0-5 15,0 0 4-15,0 0 1 0,6-5-1 0,-6 5-3 16,0 0 1-16,9-3 1 0,-9 3 1 16,7-3-3-16,-7 3 2 0,0 0 1 0,6-4 2 15,-6 4 4-15,0 0 0 0,0 0-4 0,0 0 2 0,0 0-2 16,9-1 0-16,-9 1-4 0,0 0 3 0,0 0-5 16,0 0 1-16,0 0 0 0,0 0-1 15,10 5 8-15,-10-5-7 0,4 4 0 0,-4-4 0 16,5 6-1-16,-5-6 0 0,7 8-7 0,-5-3 10 0,1 1 2 15,2 1-7-15,-2 2 2 0,1 0 0 0,0 1-2 16,0 2 4-16,1-2-3 0,0 0 2 0,0 1-2 16,2 4 2-16,-1-5 4 0,-2 0-3 0,0-2-1 15,1-1-3-15,3 1 2 0,-5 1 2 0,0-4-1 16,1 1 2-16,-2-1-1 0,2-1-1 0,-1 3 1 16,-3-7 0-16,4 5-2 0,-4-5 3 0,6 8 0 15,-6-8 1-15,0 0 0 0,4 5-2 0,-4-5 1 16,0 0 7-16,0 0 4 0,5 3 4 0,-5-3 2 15,0 0 0-15,0 0-2 0,0 0-1 0,0 0-1 16,0 0-3-16,13-13-1 0,-11 10 1 0,5-3-2 16,-5-1 0-16,3-1-4 0,-1 2 1 0,1-2 2 15,0 0-7-15,2 0 2 0,-2-2-2 0,1 3 5 16,-1-2-4-16,2 2-3 0,0-2 1 0,0 1 0 16,-2-1 4-16,3 3-9 0,-4-1 6 0,1 2-1 15,0 1-3-15,0-2-1 0,0-1 5 0,1 4-5 16,-2-3 5-16,-4 6-4 0,12-7 0 0,-10 3 0 15,-2 4 1-15,7-6 0 0,-4 3 2 0,-3 3-2 16,6-7 2-16,-6 7-2 0,5-5 1 0,-5 5-3 16,0 0 2-16,7-3-3 0,-7 3 3 0,0 0-3 0,0 0 1 15,0 0-1-15,5-4 5 0,-5 4-3 0,0 0 0 16,0 0-2-16,0 0 4 0,0 0-5 0,0 0-1 16,0 0-1-16,0 0 2 0,0 0 2 15,0 0-1-15,11 9-3 0,-9-6 10 0,1 4-8 0,-3-7 3 16,4 10-3-16,1-2-2 0,-3 1 6 0,2 0-1 15,0 0 0-15,-2 4-1 0,2-4 3 0,0 1 2 16,-1-3-3-16,-1 3-3 0,3-1 5 16,-2-2-2-16,-1 2-1 0,0-3 8 0,2 0-8 0,-1 0 3 15,0 0 3-15,0 0-4 0,-3-6 0 0,3 7 2 16,-3-7-5-16,8 8 5 0,-4-4-3 0,-4-4 2 16,4 4 0-16,-4-4 2 0,5 3 0 0,-5-3 1 15,6 3-2-15,-6-3 3 0,0 0-4 0,0 0 1 16,12-1 1-16,-12 1 0 0,6-6 1 0,-6 6-7 15,6-7 4-15,0 3 2 0,-2-2-1 0,-1 1 3 16,5-4-5-16,-2 0-1 0,1-1-2 0,-2-1 5 16,1 0-3-16,4-4-2 0,-2 5 1 0,-3 0 2 15,2 1-4-15,-1-2 2 0,0-2 0 0,1 4 3 16,-3-3 0-16,2 5-2 0,2-2-2 0,-3 2 4 16,1 1-1-16,-1-3 0 0,0 4-2 0,-2-1 3 15,3 0-2-15,-6 6-2 0,5-6-1 0,-5 6 2 16,6-5-1-16,-6 5 0 0,3-5-5 0,-3 5 2 15,0 0-1-15,0 0 3 0,0 0-1 0,11 9 2 16,-8-3-1-16,2 3 7 0,-1-1-9 0,0 3 5 16,-1-1-4-16,-2 1 6 0,2 0-2 0,-1 1 1 15,2 0-1-15,-3-1 4 0,-1 4-1 0,4-2-3 16,-3-3 3-16,1 0-2 0,1-1 0 0,-3 1 1 16,2-3-1-16,0-1 2 0,-2-6-2 0,3 10 0 15,-1-4 0-15,-2-6 3 0,2 8-3 0,-2-8-1 16,2 7 2-16,-2-7 1 0,0 0 4 0,0 0 2 15,3 7 7-15,-3-7 6 0,0 0-3 0,0 0 1 16,0 0-2-16,0 0 10 0,0 0-15 0,16-13 1 16,-10 9-1-16,0-5-4 0,0 3 1 0,3-3-3 0,-4 1-1 15,4 0 4-15,-1-1-6 0,2 0 2 16,-1 0-1-16,0-3-2 0,1 1 0 0,-2 2 0 16,0 0-1-16,2-2 7 0,0 2-10 0,-2 1 0 15,0 0 2-15,0-1 0 0,0 2 2 0,-3 2-5 0,0 1 15 16,-1-2-11-16,-4 6-3 0,9-6-1 0,-9 6 0 15,5-5 2-15,-5 5 0 0,5-3-5 0,-5 3 2 16,0 0 2-16,0 0-1 0,7-3-3 16,-7 3 4-16,0 0-2 0,0 0-3 0,6 11-1 0,-2-6 4 15,-4-5-2-15,1 11 8 0,3-6-6 0,-3 2 1 16,2 0 5-16,-1-1 0 0,0 4 3 0,-1-1 0 16,2 1 0-16,-2-2 2 0,0 1-4 15,2-2 4-15,-1 1-3 0,0-1-2 0,-1 1 9 0,0-2-7 16,2-1 1-16,-3-5-1 0,5 13-2 0,-3-8 1 15,-2-5-5-15,3 8 3 0,-1-2 1 0,1-2 2 16,-3-4-2-16,3 8-2 0,0-4 2 0,-3-4-1 16,4 5 1-16,-4-5 1 0,3 5 0 0,-3-5-1 15,0 0 0-15,7 4 0 0,-7-4-3 0,0 0 2 16,11 1 3-16,-11-1-2 0,0 0-2 0,7 1 3 16,-7-1 10-16,0 0-9 0,14-1-5 0,-14 1 3 15,8-5-1-15,-8 5 0 0,13-4 1 0,-7 2-2 16,2-2 2-16,-2 0-5 0,5 0-2 0,-1 0 13 15,0 2-9-15,-1-3-1 0,5 2-1 0,-5-2 1 16,4 2 4-16,1-2-8 0,-1 2 5 0,6-1-1 16,-3 2-4-16,3-2 6 0,-2 0 1 0,2 1 5 15,0 0-5-15,-2 0-7 0,3 2 4 0,1-1-2 16,6-1 3-16,-7 3 0 0,10-3 0 0,0 1-2 16,0 0 4-16,2 2-3 0,-4-3 2 0,5 3-3 15,-1 0 4-15,-1-3-3 0,-1 3 2 0,1-1-2 16,-2 0 0-16,1-1-3 0,-2 2 5 0,4-1-4 15,-2 0 6-15,1 0-1 0,-4 1-3 0,2 0 0 16,-6-2 3-16,3 4-2 0,1-4 3 0,-6 2-3 0,0 0 0 16,0 2 1-16,0-2 0 0,-1 0 2 0,-1 0-7 15,-2-2 5-15,1 1 3 0,0 4-4 16,2-5 13-16,-3 2-14 0,2 2-2 0,-2-2 6 16,1-2-2-16,-4 2-3 0,0 0 4 0,-1-1-1 0,1 1-5 15,-1 0 2-15,1-4 2 0,-3 4 0 0,-2 0-1 16,0 3 1-16,-9-3 12 0,13-3-12 0,-13 3 8 15,9-2 6-15,-9 2-4 0,9-2 4 0,-9 2-4 16,0 0 2-16,7-1 2 0,-7 1 5 0,0 0-7 16,0 0 4-16,0 0-1 0,9 0 0 0,-9 0-7 15,0 0 0-15,0 0 1 0,0 0 1 0,0 0-1 16,0 0-4-16,0 0 3 0,0 0-5 0,0 0 0 16,0 0 0-16,0 0-1 0,0 0 5 0,0 0-1 15,0 0 0-15,0 0-4 0,0 0-4 0,0 0 0 16,9 1 18-16,-9-1-16 0,0 0 0 0,0 0-3 15,0 0 9-15,0 0-4 0,0 0 1 0,0 0 0 16,0 0-3-16,0 0-1 0,0 0-4 0,0 0 9 16,0 0-2-16,0 0-4 0,0 0 2 0,0 0 1 15,0 0 5-15,0 0 5 0,0 0-7 0,0 0-4 16,0 0 3-16,0 0-1 0,0 0 0 0,0 0-2 16,0 0 5-16,0 0-1 0,0 0 2 0,0 0-3 15,0 0 2-15,0 0-3 0,0 0 8 0,0 0-7 16,0 0 5-16,0 0-5 0,0 0 4 0,0 0-9 15,0 0 8-15,0 0 5 0,0 0-2 0,0 0-6 16,0 0 5-16,0 0 1 0,0 0 2 0,0 0-3 16,0 0 6-16,0 0-8 0,0 0 0 0,0 0 4 15,0 0 0-15,0 0-3 0,0 0-2 0,0 0-2 16,0 0-2-16,0 0 3 0,0 0 6 0,0 0-11 16,0 0 7-16,0 0 2 0,0 0 2 0,0 0-1 0,0 0 3 15,0 0-2-15,0 0 4 0,0 0-2 0,0 0-2 16,0 0 1-16,0 0-2 0,0 0 2 15,0 0 0-15,0 0-5 0,0 0 2 0,0 0-2 16,0 0 3-16,0 0-3 0,0 0 4 0,0 0 8 0,0 0-15 16,0 0-4-16,0 0 5 0,0 0-2 0,0 0 4 15,0 0 2-15,0 0-8 0,0 0-2 0,0 0 5 16,0 0-2-16,0 0 0 0,0 0 9 0,0 0-4 16,0 0-2-16,0 0 11 0,0 0-14 0,0 0-3 15,0 0-7-15,0 0 18 0,0 0-13 0,0 0 2 16,0 0-3-16,0 0 17 0,0 0-14 0,0 0-3 15,0 0 0-15,0 0 4 0,0 0-5 0,0 0 2 16,0 0 2-16,0 0 3 0,0 0-1 0,0 0-5 16,0 0-21-16,0 0-11 0,0 0-10 0,0 0-25 15,0 0-16-15,0 0-27 0,0 0-30 0,0 0-47 16,-24 3-55-16,24-3-56 0,-17-1-219 0,6 1-565 16,-1-4 251-16</inkml:trace>
  <inkml:trace contextRef="#ctx0" brushRef="#br0" timeOffset="-115150.04">25659 8083 5 0,'0'0'42'0,"0"0"3"0,0 0-10 16,0 0-6-16,0 0-2 0,0 0 3 15,0 0 0-15,0 0 2 0,0 0 3 0,0 0-10 16,0 0-8-16,0 0 5 0,0 0 1 0,0 0-3 16,0 0 0-16,0 0-1 0,0 0 0 0,0 0-6 0,0 0 2 15,0 0-1-15,0 0-5 0,0 0 3 0,0 0-2 16,0 0 2-16,0 0-2 0,0 0-3 0,0 0 2 16,0 0 1-16,-13-9 0 0,13 9 4 15,0 0-6-15,0 0 5 0,-10-1-4 0,10 1-1 0,0 0 1 16,0 0-6-16,0 0-1 0,-8-3 8 0,8 3-4 15,0 0 0-15,0 0 3 0,0 0-4 16,-9-2 5-16,9 2-10 0,0 0 3 0,-7-3-3 0,7 3 2 16,0 0 4-16,0 0-3 0,-10 0-7 0,10 0-1 15,0 0 10-15,0 0-2 0,-8-4 2 0,8 4-2 16,0 0-13-16,-8 0 14 0,8 0 2 0,0 0-8 16,0 0 6-16,-10-3-2 0,10 3 5 0,0 0-1 15,0 0 5-15,0 0-7 0,0 0 1 0,0 0-2 16,0 0 0-16,-11 0 10 0,11 0-13 0,0 0 6 15,0 0 5-15,0 0-7 0,0 0 6 0,0 0-4 16,0 0-2-16,0 0 8 0,0 0 1 0,0 0-4 16,0 0 1-16,0 0-4 0,0 0 0 0,-7-2 4 15,7 2-1-15,0 0 4 0,0 0-4 0,0 0-5 16,0 0 10-16,0 0-3 0,0 0-1 0,0 0-3 16,0 0 7-16,0 0-10 0,0 0 15 0,0 0-17 15,0 0 9-15,0 0-7 0,0 0 0 0,0 0 2 16,0 0-2-16,0 0-1 0,0 0 2 0,0 0 6 15,0 0-8-15,0 0-3 0,0 0 4 0,27 5 9 16,-20-5-4-16,3 0 2 0,2 0-14 0,1-1 0 16,6-1 11-16,-2 2-2 0,2-1 3 0,3 0-9 15,-2-1 0-15,-1 2 11 0,12-3 1 0,-13 0 2 16,2 2 1-16,2-1-4 0,-4-1 8 0,0 2-5 0,-2-2-6 16,-3 2 20-16,-1 1-14 0,2-2 3 0,-3 2-3 15,2 0-5-15,-4 0 4 0,2-2-5 0,-4 2 2 16,-7 0-8-16,16 0 8 0,-8-1-2 0,-8 1 3 15,15 0 4-15,-7 0 4 0,-8 0-5 0,13 0 1 16,-7-1 2-16,-6 1-4 0,12 0 6 0,-12 0 1 16,11-2-5-16,-11 2 2 0,12 0-3 0,-12 0 5 15,9-1-2-15,-9 1-1 0,0 0 3 0,9-1-4 16,-9 1 1-16,0 0 2 0,0 0-6 0,10-3 0 16,-10 3 4-16,0 0 4 0,0 0 5 0,0 0 0 15,0 0 1-15,0 0 0 0,8-1-1 0,-8 1 2 16,0 0 7-16,0 0-6 0,0 0 4 0,0 0-6 15,0 0 1-15,0 0 1 0,0 0 0 0,0 0-3 16,0 0 0-16,0 0-2 0,0 0-4 0,0 0-1 16,0 0-2-16,0 0-1 0,0 0-1 0,0 0-3 0,0 0-2 15,0 0-1-15,0 0 0 0,0 0-2 16,0 0-1-16,0 0-13 0,0 0-18 0,0 0-12 16,0 0-17-16,0 0-23 0,0 0-13 0,0 0-29 15,0 0-12-15,0 0-34 0,0 0-97 0,0 0-284 16,0 0 126-16</inkml:trace>
  <inkml:trace contextRef="#ctx0" brushRef="#br0" timeOffset="-82369.36">23651 7279 158 0,'0'-11'191'16,"0"11"-11"-16,2-10-4 0,-2 10 6 0,0-8-4 0,0 8-7 15,0-11-14-15,0 11-12 0,-3-10-14 16,3 10-11-16,-1-8-4 0,1 8-5 0,0 0-4 16,-2-12-11-16,2 12-9 0,0 0-7 0,2-6-11 15,-2 6-4-15,0 0-12 0,0 0-5 0,0 0-7 0,0 0-9 16,0 0-1-16,0 0 0 0,0 0-6 16,0 0 1-16,0 0-5 0,0 0-3 0,0 0-3 15,-3 29 0-15,3-18-2 0,-1 2 2 0,1 1-5 16,0 2-2-16,-2 0 6 0,1 0-5 0,0 2-6 0,1-2-1 15,-1 2 4-15,-3-2 1 0,3 0-2 16,-1-4 2-16,1 1-1 0,1 2 1 0,-1-3-2 16,2 4 1-16,-2-5 2 0,0-1 0 0,-1 2 5 15,2-1-6-15,0-1-2 0,-1 1 1 0,0-4 2 0,1 4-1 16,0-11 0-16,-2 11-1 0,4-1-2 0,-2-3 2 16,0-7-2-16,0 10 2 0,0-10-2 0,0 12 1 15,0-12-2-15,0 0-9 0,-2 7-17 0,2-7-22 16,-1 6-22-16,1-6-21 0,0 0-41 0,0 0-52 15,0 0-28-15,0 0-184 0,0 0-426 0,0 0 188 16</inkml:trace>
  <inkml:trace contextRef="#ctx0" brushRef="#br0" timeOffset="-81991.88">23814 7411 186 0,'-3'-14'186'0,"3"14"-7"0,0 0-9 15,-5-5-7-15,5 5-4 0,0 0-12 0,0 0-7 16,-14 4-15-16,14-4-6 0,-10 8-11 0,4-2-5 16,1-1-8-16,1 2-7 0,2 2-9 0,-1 1-8 15,0-3-10-15,3 0-1 0,-2 5-5 0,2-5-7 16,0 2-2-16,5 3-5 0,-3-7-5 0,1 2-1 16,1-1-6-16,0-3 4 0,1 1-7 0,3 3 1 15,0-3-3-15,2-2 1 0,0 3-6 0,0-4 2 16,3-1 0-16,-3 0-6 0,3 0 1 0,-1-1-1 15,-1 1 4-15,-5-3 5 0,3-1 3 0,-3-2 1 16,0-1-4-16,2-1 0 0,-2 1-2 0,-2-3 1 16,0 0-6-16,0-1-3 0,-3 0-1 0,-1-1 2 15,1 0-5-15,-3-1 2 0,0 3-1 0,0-1-2 16,-1-1-6-16,-2 3 6 0,0 0-6 0,0 1 0 16,0 3 0-16,1-1-2 0,0 1-3 0,4 5-3 15,-9-6-13-15,4 4-21 0,5 2-27 0,0 0-23 0,-15 2-29 16,15-2-35-16,-9 7-31 0,3 0-23 0,3 1-161 15,0 1-397-15,1-1 175 0</inkml:trace>
  <inkml:trace contextRef="#ctx0" brushRef="#br0" timeOffset="-81542.19">24017 7591 132 0,'5'2'175'0,"-5"-2"2"0,0 0-7 0,11 2-17 15,-11-2-1-15,14-4-13 0,-7 3-12 0,3-2-9 16,1 1-7-16,1-1-7 0,5-1-8 0,-5-1-6 16,0 2 3-16,6-3-12 0,-7 3-3 0,2-1 4 15,-2 0 2-15,0-2-7 0,-2-2-5 16,-2 4-7-16,0-3 3 0,-1-1-1 0,1 2 0 0,-2-4-8 16,-3 1-2-16,2 1-6 0,-1-2 2 0,-3 1-1 15,0-2-2-15,0 11-2 0,-3-15-1 0,2 5-4 16,0 0-4-16,-2 1 7 0,2 0 7 0,-1 1 8 15,2 8-1-15,-2-14-7 0,2 8 1 0,0 6-7 16,0-15-9-16,2 8-1 0,4 1-10 16,0-1-3-16,2-1 4 0,4 2-12 0,4-2 11 0,0 0-8 15,1 3-6-15,3 2-2 0,1 2 0 0,-3-1-4 16,0 4 0-16,-5-1-7 0,0 2 5 0,0 2-4 16,-4 2-2-16,1-2 1 0,-3 3-2 0,-1 0-1 15,-3 1 1-15,1 0 3 0,-2 2-3 0,-2-2 0 16,-2 4 2-16,-1-1 5 0,-1-1-6 0,2-1 2 15,-2 0-4-15,-1-1 4 0,2-1 3 0,1 3-7 16,-1-4 4-16,-1 1-1 0,3-1 1 0,1-7-2 16,0 13 1-16,1-5 4 0,2-2 0 0,-3-6-2 15,9 9 2-15,-2-4-1 0,7 0-8 0,4-3-15 0,9 2-20 16,-5-1-38-16,11-5-42 0,-2 1-50 16,1-3-53-16,0 4-61 0,-9-3-182 0,2-1-505 15,-4 2 225-15</inkml:trace>
  <inkml:trace contextRef="#ctx0" brushRef="#br0" timeOffset="-80609.02">22823 7289 8 0,'0'0'200'0,"-5"-7"-2"15,5 7-3-15,-5-5-7 0,5 5-6 0,0 0-16 16,-5-4-15-16,5 4-15 0,0 0-18 0,0 0-10 15,-7-6-14-15,7 6-9 0,0 0-8 0,0 0-14 0,0 0 8 16,-3 19 0-16,1-8-1 0,0 1-9 16,0 4-8-16,0 1-2 0,1 2-3 0,-3 5 2 15,2-9-4-15,1 2-2 0,-1 1-5 0,0-3 1 16,1 2-5-16,0-5 5 0,1 4-11 0,-4-2 0 0,4-3-8 16,0 4 5-16,-1-5-3 0,1 2-4 15,0-4-3-15,-1 1 2 0,-1 2-4 0,2-4 0 16,0-7-14-16,2 18-19 0,-2-13-27 0,0-5-21 15,-2 9-36-15,2-9-31 0,0 0-21 0,-1 8-31 0,1-8-179 16,0 0-395-16,0 0 175 0</inkml:trace>
  <inkml:trace contextRef="#ctx0" brushRef="#br0" timeOffset="-80258.83">22799 7274 136 0,'1'-7'158'0,"2"0"-5"0,3 1-7 0,2-1-13 16,2 3 2-16,0 2-11 0,2-1-11 0,-2 3-8 16,3 1-16-16,-2 1-5 0,1 3-7 0,-3 1-10 15,-3 0 0-15,0 3-10 0,-2 1-1 16,-2 0-2-16,-1 2-4 0,-2 4-7 0,-5 0-2 0,1 0-1 16,-2-2-4-16,-5-1-3 0,-1 0-4 0,-1-3-3 15,3 3 1-15,-3-3-3 0,2-5-1 0,3 2-1 16,1-2 3-16,1 0 11 0,1-3 13 0,0 0 2 15,6-2-2-15,-6 3 3 0,6-3-1 0,0 0-1 16,-8 3-5-16,8-3-3 0,0 0-3 0,0 0-5 16,0 0-2-16,0 0-6 0,0 0-2 0,0 0-3 15,0 0 0-15,0 0-7 0,0 0-3 0,18 3 1 16,-18-3-3-16,12 8 2 0,-5-4 0 0,2 1-4 0,4 0 2 16,-3 1-5-16,-1 1 3 0,3 2-2 15,-2-2-14-15,4 3-32 0,-4-2-43 0,2-1-39 16,-2 1-63-16,4 2-47 0,-5-4-138 0,0 0-399 0,1 0 176 15</inkml:trace>
  <inkml:trace contextRef="#ctx0" brushRef="#br0" timeOffset="-80076.06">23080 7487 270 0,'1'-9'276'0,"-1"9"-29"0,0 0-19 0,0 0-25 16,0 0-18-16,-1-11-20 0,1 11-14 0,0 0-15 0,0 0-12 15,0 0-15-15,-5 24-7 0,5-11-9 0,-1 1-10 16,-1 3-24-16,1-1-43 0,0 3-50 0,-2 6-79 16,3-6-69-16,-5 5-171 0,4 3-383 0,-2-6 169 15</inkml:trace>
  <inkml:trace contextRef="#ctx0" brushRef="#br0" timeOffset="-79345.31">22192 8251 30 0,'0'0'226'0,"0"0"-11"0,2-9-7 16,-2 9-13-16,0 0-16 0,0 0-17 0,0 0-17 16,0 0-12-16,0 0-12 0,0 0-15 0,0 0-8 15,0 0-6-15,0 0 5 0,7 23 6 0,-6-6 5 16,2 7-4-16,-1 3 0 0,-1 1-5 0,3 7 3 15,-2 0-9-15,-1 16 1 0,3-1-5 0,-4-1-5 16,0-1 0-16,-2 1-6 0,4-2 0 0,-4-1-5 16,2 0 8-16,0 2 1 0,-1-13-4 0,0 11 0 15,2-11-3-15,-2 12-9 0,2-14-1 0,0-1-10 0,-1-1-1 16,2-1-6-16,1-3-4 0,-1-2-2 0,-1 1-9 16,1-7 8-16,0-1-2 0,2-2-11 15,-3-4-5-15,0 1-10 0,0-4 2 0,1 3 2 16,-1-3-1-16,-1-3-6 0,0-6-14 0,1 11-14 0,-1-11-17 15,2 7-14-15,-2-7-46 0,0 0-36 0,0 0-42 16,-9 3-52-16,9-3-40 0,0 0-48 0,0 0-187 16,-9-13-541-16,9 13 240 0</inkml:trace>
  <inkml:trace contextRef="#ctx0" brushRef="#br0" timeOffset="-78842.26">21695 9549 42 0,'0'0'168'0,"-11"-2"0"16,11 2 1-16,-11-1-3 0,11 1 0 0,-10 1-6 15,10-1-7-15,0 0-11 0,-9-2-13 0,9 2-10 16,0 0-12-16,0 0-10 0,0 0-5 0,0 0-1 0,28 1-2 15,0-2-9-15,9-2 4 0,14-4-6 16,9 1-8-16,0 3-3 0,4-1-1 0,1 0-8 16,2-1-6-16,-3 0-2 0,-2 1-8 0,-3 3-1 0,-4-1-1 15,-5 1-4-15,-12 1-1 0,-1-6-2 0,-1 8-6 16,-4-4-2-16,-1 2-3 0,-11 2-2 0,-2-2 2 16,0 0-2-16,-6 0-3 0,-1-2-5 0,-1 4 6 15,-10-2 1-15,10 0 8 0,-10 0-4 0,11 0-5 16,-11 0 1-16,7 0-5 0,-7 0 1 0,0 0-3 15,0 0 8-15,0 0-14 0,0 0-16 0,0 0-23 16,-21 11-37-16,12-7-44 0,-2 3-47 0,3-3-49 16,-3 2-232-16,1 1-478 0,-4-1 212 0</inkml:trace>
  <inkml:trace contextRef="#ctx0" brushRef="#br0" timeOffset="-78443.13">22072 9804 40 0,'0'0'211'0,"0"0"1"0,-7-4-10 16,7 4-6-16,0 0-13 0,0 0-8 0,-5-6-7 15,5 6-13-15,0 0-9 0,0 0-13 0,0 0-12 16,0 0-10-16,0 0-6 0,0 0-14 0,0 0-6 0,0 0-6 16,0 0 2-16,0 0-5 0,24-4 3 15,-3 4 5-15,8-3-7 0,4 1-4 0,2 0-2 16,3-2-5-16,2 2-2 0,-1-1 2 0,-1 2-9 16,-4 0-1-16,-1 1-5 0,-1-1-1 0,-5-1-2 0,-5 1-8 15,-4 0-1-15,-3-1 2 0,-3 2-6 0,2 0-2 16,-5 0-5-16,1 0 2 0,-10 0 6 0,14 0-15 15,-14 0 0-15,8 0-2 0,-8 0-10 16,7 2 0-16,-7-2-8 0,0 0-18 0,0 0-22 0,0 0-31 16,0 0-38-16,0 0-44 0,0 0-52 0,0 0-52 15,-28 8-232-15,17-1-529 0,-2-3 233 0</inkml:trace>
  <inkml:trace contextRef="#ctx0" brushRef="#br0" timeOffset="-78022.11">22274 9914 42 0,'1'-7'219'0,"-1"7"-10"16,0 0-9-16,0 0-14 0,0 0-12 0,1-10-22 16,-1 10-13-16,0 0-15 0,0 0-10 0,0 0-16 15,0 0-13-15,5-3-13 0,-5 3-17 0,0 0-14 16,0 0-18-16,0 0-14 0,0 0-18 0,0 0-10 16,0 0-10-16,0 0-23 0,13 11-18 0,-13-11-10 15,8 5-35-15,-4-1-38 0,-4-4-84 0,8 4-255 16,-8-4 114-16</inkml:trace>
  <inkml:trace contextRef="#ctx0" brushRef="#br0" timeOffset="-77243.11">22351 9890 92 0,'-5'-5'149'16,"5"5"9"-16,-6-7-3 0,6 7 6 0,-5-7-9 16,5 7-2-16,0 0-7 0,-4-4-6 0,4 4-6 0,0 0-3 15,-4-6-6-15,4 6-3 0,0 0-10 0,0 0-10 16,0 0-11-16,0 0-8 0,0 0-4 16,0 0-8-16,0 0-8 0,0 0-10 0,0 0-3 15,0 0-7-15,0 0 0 0,0 0-4 0,0 22 1 0,0-11 5 16,1 2-1-16,-1 4 5 0,2 2 7 0,-2 0-7 15,0 9 9-15,0 1 4 0,0 0-4 0,-2 1-2 16,0-1 9-16,1 3-6 0,-2 0 1 16,2 2-1-16,-3-2-2 0,3 2 5 0,-1-4-3 0,0 1-5 15,1 1 3-15,1-5-1 0,-2 2 0 0,1-2-2 16,0 1-1-16,1-6 10 0,-3 4-7 0,2-2-1 16,0-4-7-16,2 3-4 0,-2 2-1 0,1 2 6 15,-2-2 3-15,1 0 2 0,0-6 0 0,0-1-2 16,-1 2-3-16,1-1-1 0,2-1-8 0,-2 0 2 15,1 1-3-15,3-1 0 0,-2-1-6 0,-1 1 2 16,2-3-6-16,0-2 3 0,0-3-6 0,0 2 0 16,0-1-1-16,-1-5-4 0,1 1-5 0,-1 1 4 15,3-2 0-15,-4-6 0 0,2 9-4 0,-2-9-4 16,3 9 1-16,-3-9 2 0,1 7 1 0,-1-7-3 16,0 0 1-16,3 7-2 0,-3-7 10 0,0 0-9 15,0 0-4-15,0 0 12 0,0 0-10 0,2 5-7 16,-2-5 2-16,0 0-1 0,0 0 4 0,8 3-3 15,-8-3 3-15,9 1-2 0,-9-1-5 0,9 0 6 0,-9 0-6 16,14 2 16-16,-1-2-15 0,-2 0 1 16,7-2-1-16,0 0 2 0,11 0 1 0,1 1 2 15,3 0-4-15,4-2 1 0,3 1-5 0,12-2 9 16,3 1-7-16,6 1 0 0,-1-2 6 0,3-2-2 0,26-1-5 16,-23 4 2-16,24 0 4 0,1-5-5 0,1 5 0 15,-27-2 3-15,33-2-4 0,-9 0 2 16,4 1-1-16,1 3 3 0,-2-3-4 0,5 1 2 0,3 1 4 15,-2 1-5-15,1 2 0 0,-1-2 5 0,-3 2 5 16,4 0 8-16,-3-3-12 0,-1 6 2 0,4-3 6 16,-5-2 6-16,-3 4-8 0,-25 0 1 0,-1-1 4 15,2 0-4-15,-4 1 2 0,1-1-6 0,-7 0 1 16,-4 0-1-16,-14 1 1 0,-2-1-3 0,-3-3-4 16,-5 2 4-16,-10-1-12 0,-5 2-16 0,-2-1-39 15,-2-4-44-15,-5 1-27 0,-2-2-31 0,-3 6-31 16,-3-13-72-16,-2 2-61 0,-8-1-333 0,-5-8-715 15,-6 0 316-15</inkml:trace>
  <inkml:trace contextRef="#ctx0" brushRef="#br0" timeOffset="-76319.05">21098 9642 236 0,'0'0'254'0,"-1"-10"-12"0,1 10-12 16,-2-9-7-16,2 9-6 0,3-8-15 0,-3 8-12 15,0 0-16-15,-1-10-16 0,1 10-14 0,0 0-15 16,0 0-12-16,0 0-15 0,0 0-13 0,0 0-5 15,0 0-6-15,0 0 1 0,0 0 6 0,0 0-1 16,-3 32 3-16,0-15 9 0,1 1 2 0,-2 0-12 16,-2 2-5-16,1 3-9 0,-1-3 2 0,1 4-5 15,1-7 4-15,-1 9-18 0,3-1 1 0,-2-9-6 16,1 4-3-16,3-4 0 0,-1 2 0 0,1-2-12 16,-1-1 5-16,3-3 5 0,0 1-3 0,3-3-10 0,-1 0 8 15,-2-1-6-15,5 0 5 0,-2-3-2 16,1-1-8-16,2 1-8 0,1-1 8 0,-2 0-1 15,5-2-3-15,-2 1-12 0,0-2 4 0,-2-2-31 16,3-2-26-16,1 1-37 0,-1-2-30 0,0 0-38 0,-1-2-40 16,1 0-45-16,2-1-32 0,1-4-32 0,-4 1-34 15,-1 1-169-15,0-2-538 0,1 1 238 16</inkml:trace>
  <inkml:trace contextRef="#ctx0" brushRef="#br0" timeOffset="-76141.13">21153 9863 67 0,'-5'-2'226'0,"5"2"-11"0,0 0-16 15,-8-3-16-15,8 3-12 0,0 0-22 0,0 0-14 16,15-11-14-16,-7 8-11 0,1-1-8 0,1 0-12 16,3-1-8-16,1 1-13 0,1-1-34 0,-1 1-33 15,-1-1-46-15,4-1-36 0,-6 2-44 0,5-3-161 16,-5 1-309-16,-2 1 137 0</inkml:trace>
  <inkml:trace contextRef="#ctx0" brushRef="#br0" timeOffset="-75976.19">21208 9681 207 0,'-7'-5'213'0,"7"5"-21"15,0 0-19-15,0 0-12 0,0 0-15 0,12-15-12 16,-6 11-15-16,5 1-16 0,2-1-6 0,3-1-11 15,3 2-20-15,-2-2-37 0,3 3-51 0,-1-2-49 16,0 1-58-16,-3 1-122 0,-5 2-272 0,1 0 121 16</inkml:trace>
  <inkml:trace contextRef="#ctx0" brushRef="#br0" timeOffset="-74958.98">21015 10417 182 0,'0'0'178'0,"0"0"-12"0,0 0-9 0,0 0-6 15,0 0-8-15,-8-3-2 0,8 3-6 0,0 0-9 16,0 0-3-16,0 0-9 0,0 0-7 0,0 0-3 0,0 0-11 16,0 0-9-16,0 0-5 0,0 0-8 15,0 0-5-15,0 0-3 0,0 0-10 0,20-10-8 16,-8 9-3-16,1-2-4 0,3-3-1 0,3 1-7 0,2 1-15 15,-1 2-30-15,1-3-36 0,-3 2-43 0,0 1-46 16,-5 1-41-16,-1 0-163 0,-2 1-373 0,-3 0 166 16</inkml:trace>
  <inkml:trace contextRef="#ctx0" brushRef="#br0" timeOffset="-74802.36">21038 10507 98 0,'0'0'178'16,"0"0"-8"-16,0 0-5 0,0 0-6 0,0 0-12 16,10 6-16-16,-10-6-11 0,17 1-12 0,-10-1-10 15,5 0-8-15,1-1-17 0,4 1-33 0,-4 0-51 16,5-2-46-16,-5 1-52 0,-2 1-125 0,2 1-253 16,-4 1 112-16</inkml:trace>
  <inkml:trace contextRef="#ctx0" brushRef="#br0" timeOffset="-74392.25">20892 10765 137 0,'0'0'278'15,"-4"-7"-10"-15,4 7-8 0,-4-8-9 0,4 8-2 16,-2-8-12-16,2 8-6 0,-4-3-15 0,4 3-22 15,0 0-15-15,0 0-21 0,0 0-15 0,0 0-16 16,0 0 1-16,0 0-8 0,0 0-1 0,0 0-2 16,1 32-7-16,-2-17-14 0,0 3-2 0,1 0-5 15,-3 1-4-15,3 0-27 0,-1-1 7 0,-1 3-7 0,2-3-10 16,2 1-5-16,-2 0-6 0,-2-1-36 0,4-1-36 16,-4-2-27-16,2 1-56 0,2-4-51 0,-2-1-50 15,1-2-61-15,-1 0-273 0,1-2-597 0,-1-7 264 16</inkml:trace>
  <inkml:trace contextRef="#ctx0" brushRef="#br0" timeOffset="-74228.7">21021 10927 106 0,'3'-8'273'0,"-3"8"-10"0,2-5-19 15,-2 5-18-15,0 0-32 0,4-6-11 0,-4 6-19 16,0 0-17-16,0 0-18 0,0 0-14 0,0 0-33 15,0 0-40-15,0 0-45 0,5 18-53 0,-5-18-48 16,4 6-62-16,-1-1-141 0,-3-5-332 0,6 6 147 16</inkml:trace>
  <inkml:trace contextRef="#ctx0" brushRef="#br0" timeOffset="-73975.71">21205 10823 139 0,'0'0'243'0,"0"0"-23"0,0 0-9 0,0 0 3 16,0 0-9-16,0 0-10 0,0 0-12 0,0 0-15 16,1 23-12-16,2-14-10 0,-1 1-11 0,2 0-11 15,1 1-4-15,1 0 2 0,0 4-9 0,2-5-11 16,-2 0-6-16,0 1-7 0,1-1-6 0,-2-1 5 16,4 1-6-16,-3 1-11 0,-2-2 6 0,0 0-23 15,0 1-3-15,-2-3-6 0,2 0 3 0,-3-2-8 16,-1-5-8-16,-3 14-13 0,1-8-16 0,-4-2-30 15,0 0-28-15,0 0-32 0,-6-2-40 0,1 1-33 0,1-3-46 16,10 0-36-16,-20-3-220 0,9 1-500 16,0-4 221-16</inkml:trace>
  <inkml:trace contextRef="#ctx0" brushRef="#br0" timeOffset="-73841.36">21177 10858 52 0,'0'0'152'0,"8"-7"4"0,-2 3-4 0,4 0-8 0,4 0-17 15,2 0-12-15,3 1-1 0,1-3-16 0,8 1-11 16,-1 2-9-16,1-1-42 0,-5 3-46 0,4-3-62 16,-6 2-134-16,-5 0-221 0,3 1 99 15</inkml:trace>
  <inkml:trace contextRef="#ctx0" brushRef="#br0" timeOffset="-73558.91">21562 10778 18 0,'0'0'204'0,"0"0"-3"0,0 0 19 16,0 0 2-16,0 0 2 0,10 13-1 0,-6-7-14 16,-1 1-10-16,1 3-7 0,2 4-4 0,0 1 6 0,-2 0-33 15,3 1-10-15,-2-2-12 0,1 2-15 0,0-1-9 16,1-1-6-16,1 1-9 0,-1-4-10 0,0-3-9 16,1 2-5-16,2-4-11 0,-1 0-5 0,2-3 2 15,0-1 5-15,6-2 6 0,-3-3 2 0,2-3-9 16,1-1 0-16,0-3-14 0,2-2 13 0,1-5-17 15,-6 2 1-15,5-2-7 0,-7 0-3 0,2-5-4 16,-3 5-6-16,1-6-40 0,4 0-32 0,-7-1-30 16,-2 6-31-16,-3 0-35 0,3 0-49 0,-3 4-40 15,0 2-42-15,0 1-56 0,-2 2-167 0,1 0-532 16,-3 9 236-16</inkml:trace>
  <inkml:trace contextRef="#ctx0" brushRef="#br0" timeOffset="-69651.46">25893 8041 43 0,'-12'-2'125'15,"12"2"-18"-15,-9-1 2 0,9 1-9 0,-11-3-7 16,11 3-3-16,-11 0-5 0,11 0-6 0,-11-2-6 15,11 2-9-15,-9-1-4 0,9 1 4 0,0 0-1 16,-11-3-5-16,11 3 3 0,0 0-4 0,0 0-11 16,0 0 0-16,0 0-5 0,0 0-5 0,0 0 1 15,0 0-3-15,28-1-6 0,-5 0 5 0,6-3-10 16,3 0-1-16,1 0 0 0,1-2-5 0,0 0-2 16,-1-1-2-16,1 1 2 0,-1 2-6 0,-5-1 5 15,-1-2-1-15,0 4-2 0,-7 2-6 0,-2-2 5 16,0 3-4-16,-7-2 2 0,-1 1-5 0,3 1 3 15,-5 0 1-15,-8 0-6 0,12 0-1 0,-12 0 1 16,9 0 1-16,-9 0 4 0,0 0 0 0,9 0 2 16,-9 0 0-16,0 0 6 0,0 0-4 0,0 0 5 15,9 1 1-15,-9-1 2 0,0 0 5 0,0 0 6 16,0 0 1-16,0 0 12 0,0 0 3 0,0 0-6 16,7-4 4-16,-7 4 2 0,0 0-10 0,0 0 3 15,0 0 0-15,0 0-2 0,0 0 1 0,0 0-3 16,0 0 2-16,0 0-4 0,0 0 0 0,0 0-6 15,0 0 0-15,0 0-4 0,0 0-1 0,0 0-3 0,0 0-2 16,0 0 2-16,0 0-6 0,0 0 1 16,0 0 0-16,0 0-6 0,0 0 4 0,0 0-5 15,0 0 1-15,0 0-2 0,0 0 0 0,0 0 0 16,0 0 0-16,0 0 4 0,6 6 2 0,-6-6 1 0,0 0 6 16,0 12-9-16,0-12 3 0,0 8 3 0,0-2 12 15,3 3-1-15,-3 0 8 0,0 4 6 16,2 0 1-16,2 4 10 0,-4 0-6 0,2 1-5 15,-2 2 2-15,6-1 11 0,-4 5-2 0,0 1 4 0,0-6-1 16,2 9-4-16,1-2 5 0,-1-2 0 0,0 3-9 16,2-1 19-16,-2 0-22 0,1 0 15 0,-1-1-13 15,-2 3-3-15,0-3-5 0,1-1 11 16,-1 2-3-16,-2-7-9 0,0 6 9 0,2-1-1 0,0 1 13 16,-2 0 6-16,-2 1-3 0,2-6-4 0,2-1-9 15,-2 0 3-15,0 0-6 0,0-2-2 0,0 1 1 16,0 7 4-16,-4-6 6 0,4-1 3 0,-2-1-2 15,1-4-9-15,1 3-1 0,0-5-8 0,-2-1-1 16,0 1-3-16,0-3-2 0,2 0-5 0,0-8-2 16,-2 12-3-16,0-7 2 0,2-5 1 0,0 0-4 15,4 11-5-15,-4-11 1 0,0 7-3 0,0-7-9 16,0 0-24-16,4 4-45 0,-4-4-34 0,0 0-41 16,0 0-42-16,0 0-43 0,0 0-52 0,0 0-53 15,0 0-51-15,0 0-203 0,-11 3-633 0,11-3 280 16</inkml:trace>
  <inkml:trace contextRef="#ctx0" brushRef="#br0" timeOffset="-68974.88">26223 9043 65 0,'0'0'97'0,"0"0"3"16,0 0-13-16,-29 6 0 0,19-5 2 0,2 3-1 15,-1-4 2-15,-2 0 1 0,11 0-4 0,-18 1 4 16,6 1 2-16,1-1-4 0,1 1-3 0,0-2 2 15,1 3-5-15,-2-2 3 0,1 2 2 0,2-3-2 16,8 0-2-16,-15 1-1 0,9 0 0 0,6-1-2 16,-13 2 0-16,13-2-5 0,-11-2 0 0,11 2-4 15,0 0-5-15,-12 0-3 0,12 0 1 0,0 0-5 16,0 0-7-16,-8 2-6 0,8-2-2 0,0 0-8 0,0 0-1 16,0 0 1-16,0 0 0 0,29 0-3 0,-12-2 3 15,4 1-7-15,12-4 0 0,-1 1-6 16,7-1 7-16,10-3-7 0,3 1 0 0,-3 1 1 15,2-1-12-15,1 0-2 0,-14 3 5 0,0 0-2 0,0-1 1 16,1 2 6-16,-5-1-3 0,-1 1-4 0,-3-1 1 16,-3 0-4-16,-6 2 0 0,-2-1 1 15,-6 2 0-15,3-1 1 0,-5 0-1 0,1 2-1 0,-1-1 1 16,-3 1-1-16,-8 0 4 0,14-3-6 0,-7 4 1 16,-7-1-2-16,11-1 5 0,-11 1-5 0,12-1-2 15,-12 1 2-15,11-2 2 0,-11 2-7 0,14 0 1 16,-14 0-7-16,10 0-29 0,-10 0-30 0,5 3-20 15,-5-3-34-15,4 4-40 0,-4-4-56 0,0 0-28 16,0 0-185-16,-9 14-460 0,3-9 204 0</inkml:trace>
  <inkml:trace contextRef="#ctx0" brushRef="#br0" timeOffset="-68521.96">26404 9235 118 0,'0'0'143'0,"-10"2"-6"0,10-2 5 15,-9 2-12-15,5 0-2 0,4-2-3 0,-10 1 2 16,10-1-2-16,-9 2-2 0,9-2 2 0,-10 2-3 15,10-2-4-15,0 0-3 0,-10 0-1 0,10 0-2 0,0 0-2 16,0 0-1-16,-9 1-4 0,9-1-6 16,0 0-6-16,0 0-3 0,0 0-11 0,0 0-1 15,0 0-12-15,0 0 1 0,0 0-12 0,0 0 1 16,0 0 1-16,0 0-4 0,0 0 7 0,40-3-3 16,-19 0-6-16,8-1 2 0,0 0-1 0,-2 0 0 0,5-2 2 15,-1 2 7-15,-2 0-16 0,-2-1 1 16,-5 3-7-16,1-2 0 0,-3 3-1 0,-7-1-4 0,6-2-1 15,-6 3-5-15,1-1 12 0,-5 1-20 0,2 1 1 16,-11 0-5-16,13-1-1 0,-6 0-3 0,-7 1 3 16,9-2 6-16,-9 2-12 0,0 0-4 15,0 0-1-15,10 0 1 0,-10 0-5 0,0 0-3 0,0 0-1 16,8 1-12-16,-8-1-20 0,0 0-18 0,0 0-28 16,0 0-23-16,0 0-36 0,0 0-50 0,0 0-54 15,0 0-50-15,-12 16-184 0,6-14-520 0,6-2 231 16</inkml:trace>
  <inkml:trace contextRef="#ctx0" brushRef="#br0" timeOffset="-63994.09">26601 9296 81 0,'0'0'85'0,"0"0"9"0,-7-6-5 0,7 6 2 16,0 0-2-16,-10-3-2 0,10 3-1 0,-4-5 3 16,4 5 2-16,0 0-9 0,-6-2 3 0,6 2-2 15,0 0 1-15,0 0-2 0,0 0 0 0,0 0 0 16,-7-3-9-16,7 3-5 0,0 0 5 0,0 0-9 16,0 0-2-16,0 0 0 0,0 0 0 0,0 0-3 15,0 0-3-15,0 0-6 0,0 0 0 0,0 0-9 16,0 0-5-16,0 0-1 0,0 0-2 0,0 0-5 15,0 0 11-15,0 0 6 0,0 0-1 0,-2 13 3 16,2-13-2-16,2 15-7 0,0-5 2 0,-2 1 0 16,0-1-3-16,0 6-4 0,2 3 7 0,-2-2-2 15,0 2-1-15,0 7 3 0,0-1 11 0,0 1-3 16,0-6-3-16,0-1-6 0,3 0 7 0,-3 2-6 16,0 3 1-16,2-4-4 0,0-3 5 0,-2 2 5 15,0-1 2-15,2 2 6 0,-2-4-1 0,4 1-9 16,-4 0 0-16,0-2-1 0,0-3 4 0,3 2 3 15,-3 0-5-15,0-1 1 0,0-1 4 0,-3 3 2 16,6-2-12-16,-6-3 11 0,3 2-1 0,0 0-11 16,0-2-3-16,0 1-1 0,-2-1 0 0,4 1 4 15,-4-2 0-15,0 2-7 0,2-11-7 0,0 16 5 16,0-8-6-16,0 0 1 0,0-8-8 0,-2 12 1 16,4-6-1-16,-2-6-4 0,0 8 0 0,0-8-2 15,0 0-6-15,0 11-17 0,0-11-23 0,0 0-28 16,0 0-25-16,0 0-29 0,0 0-30 0,-2 8-52 0,2-8-70 15,0 0-43-15,0 0-237 0,0 0-593 16,0 0 263-16</inkml:trace>
  <inkml:trace contextRef="#ctx0" brushRef="#br0" timeOffset="-62159.7">27187 8906 98 0,'0'-6'217'0,"0"6"-12"0,0 0-9 0,-2-11-5 16,2 11-3-16,-2-6-4 0,2 6-8 0,0 0-21 0,-1-9-10 15,1 9-11-15,0 0-19 0,0 0-11 0,-5-6-12 16,5 6-10-16,0 0-11 0,0 0-3 0,0 0-11 16,0 0-4-16,0 0-6 0,0 0-6 0,14 23-3 15,-10-14-4-15,1-1-3 0,-1 3-1 0,2-2-5 16,0 2-1-16,0-1-2 0,-1 5 0 0,-1-5 4 15,1-1-12-15,2 1 1 0,0 0-1 0,-5 0 1 16,4-2 4-16,-3 0-5 0,3 1-3 0,-4-4-1 16,4 1-3-16,-4 0 1 0,2-1 1 0,-4-5-2 15,2 7 0-15,-2-7-4 0,5 5 1 0,-5-5 1 16,0 0 6-16,2 6 6 0,-2-6 11 0,0 0 13 16,6 4 16-16,-6-4-9 0,0 0-6 0,0 0-3 15,0 0 4-15,8-13-6 0,-4 8-4 0,0-5-6 16,-1 2-3-16,3 0 1 0,0-4 0 0,-1 1-5 15,2-4-6-15,-4 3 5 0,3-3-2 0,1 3-1 0,-1-5-3 16,2 2-2-16,-4 4 1 0,2-1-3 16,-3 0 0-16,1 2-1 0,-1 1-4 0,-1 3-1 0,-2 6 2 15,2-9-4-15,1 4-11 0,-3 5-22 16,0 0-24-16,2-9-29 0,-2 9-28 0,0 0-36 0,0 0-31 16,0 0-16-16,0 0-37 0,0 0-207 0,0 0-476 15,-8 23 211-15</inkml:trace>
  <inkml:trace contextRef="#ctx0" brushRef="#br0" timeOffset="-61793.04">27463 9032 149 0,'0'0'233'0,"0"0"-14"0,0 0-6 0,0 0-14 15,0 0-15-15,0 0-7 0,0 0-16 0,-14 15-14 16,10-8-8-16,2-2-1 0,-3 5-17 0,1-1-7 15,-1 1-12-15,0-1-11 0,1 1-9 16,0 0 2-16,4-1-18 0,-1 1-7 0,2-1-4 0,-1-9-6 16,4 11-2-16,0-4-3 0,2-3-2 0,0 1-4 15,3-2-7-15,3 3 0 0,-1-5 0 0,2-2-1 16,1 2-3-16,-1-2-3 0,3-3-3 0,1-4-2 16,-5 4 0-16,3-3 7 0,-6 3 8 0,1-1 3 15,0-2 1-15,-3 1-1 0,-2-2-1 0,0-2-4 16,-3 2-7-16,0-2 1 0,-6 0-5 0,4 1-4 15,-3-1-3-15,-2 2-3 0,-1-1 2 0,2 0 5 16,-5 2-8-16,4 0-4 0,-5 2-7 0,2 0-2 16,-1-1-13-16,3 4-6 0,-2-2-12 0,8 4-11 15,-11-4-17-15,3 4-12 0,8 0-16 0,-13 1-14 16,13-1-27-16,-10 4-26 0,10-4-22 0,-4 6-33 16,4-6-198-16,0 0-444 0,0 0 197 0</inkml:trace>
  <inkml:trace contextRef="#ctx0" brushRef="#br0" timeOffset="-61602.86">27798 9010 156 0,'0'0'241'0,"5"-5"-7"0,-5 5-13 0,0 0-9 0,8-5-18 16,-8 5-13-16,9-4-18 0,-5 1-14 0,-4 3-18 15,14-3-7-15,-3 1-19 0,3 0-10 16,-4 1-9-16,2-2-9 0,1 2-29 0,-3 2-36 0,1 0-40 15,-2 1-39-15,-1 0-32 0,-1-1-43 0,3 1-26 16,-10-2-23-16,6 6-98 0,-6-6-314 0,0 0 139 16</inkml:trace>
  <inkml:trace contextRef="#ctx0" brushRef="#br0" timeOffset="-61455.91">27843 9078 164 0,'-5'3'178'0,"5"-3"0"0,0 0-3 0,0 0 0 16,-4 5-9-16,4-5-14 0,0 0-8 0,0 0-17 15,0 0-12-15,0 0-11 0,0 0-5 0,0 0-11 16,0 0-11-16,17 4-9 0,-5-3-31 0,-1-1-33 16,3-1-59-16,3 1-41 0,3-3-61 0,-4 2-134 15,-2-2-314-15,-3 1 138 0</inkml:trace>
  <inkml:trace contextRef="#ctx0" brushRef="#br0" timeOffset="-61076.13">28240 8960 56 0,'-4'-13'271'15,"4"13"-10"-15,0 0-14 0,-6-5-10 0,6 5-17 0,0 0-14 16,0 0-13-16,0 0-12 0,-19 10-12 16,12-4-11-16,1 0-15 0,-4 1-14 0,5 3-7 15,-3-1-11-15,2 0-5 0,-2 3-6 0,4 0-9 16,0 0-8-16,1-4-12 0,3 3-5 0,2-1-7 0,-1 0-3 15,2-1-7-15,0-2-1 0,1-1-10 0,3 1 1 16,-2-1-6-16,4-2-3 0,0 0-1 16,4-2 0-16,-4-2-5 0,6 1 0 0,-2 1-8 15,-3-2 3-15,2-2 1 0,-1 0-6 0,-4-1 0 0,0 0 3 16,3-3-1-16,-3-1-3 0,0-1 2 0,0 0 5 16,-2-1-3-16,-1 2 1 0,-4-1-5 15,0-1-2-15,0-2-2 0,0 0-1 0,-5 0 9 0,1 1-11 16,-3 3 0-16,1-3-4 0,1 1 10 0,-2 2-14 15,-3 1-12-15,4 1-5 0,-2 0-26 0,1 2-14 16,0 2-24-16,-3-2-25 0,10 3-33 0,-13 3-42 16,13-3-38-16,-13 4-39 0,8-2-212 0,5-2-510 15,-6 7 226-15</inkml:trace>
  <inkml:trace contextRef="#ctx0" brushRef="#br0" timeOffset="-60912.13">28445 9001 42 0,'10'-4'268'16,"-10"4"-5"-16,0 0-7 0,0 0-10 0,0 0-15 16,8-1-13-16,-8 1-16 0,0 0-28 0,0 0-13 15,5-4-22-15,-5 4-17 0,0 0-32 0,0 0-30 16,0 0-38-16,0 0-36 0,0 0-42 0,0 0-58 16,0 0-35-16,11 5-47 0,-11-5-132 0,0 0-355 15,0 0 157-15</inkml:trace>
  <inkml:trace contextRef="#ctx0" brushRef="#br0" timeOffset="-60542.25">28598 8858 4 0,'-4'-4'249'0,"4"4"-5"0,0 0-5 16,-6-7-10-16,6 7-13 0,0 0-21 15,-3-6-20-15,3 6-13 0,0 0-23 0,0 0-12 0,0 0-15 16,0 0-7-16,0 0-12 0,0 0-5 0,26 2-13 15,-16 2-9-15,2-2-2 0,-1 0-6 0,3 0-9 16,-1-1-2-16,-1 0-7 0,-1 2-4 16,0-3 4-16,-3 0-13 0,0 3-1 0,-8-3-4 0,10 2-4 15,-4-2-1-15,-6 0 5 0,8 4-7 0,-8-4 1 16,9 1 1-16,-9-1 0 0,5 4 0 0,-5-4-1 16,8 6 1-16,-8-6 3 0,3 8 17 0,0-2 10 15,-1 1 6-15,-1 0-4 0,0 1-1 0,0 1 8 16,-1 1 16-16,0 1-2 0,0 1-5 0,-2-1-6 15,2 0-4-15,1-1 7 0,-2 2-10 0,-2 1-5 16,0-3-8-16,2 2 0 0,0-1-11 0,-1 0 4 16,2-1-6-16,-2-1-1 0,1 1-6 0,1-10-4 15,0 14-27-15,-1-9-27 0,1-5-29 0,-3 9-27 16,3-9-28-16,0 12-37 0,0-12-42 0,0 11-43 16,0-11-33-16,0 8-204 0,0-8-523 0,0 0 232 15</inkml:trace>
  <inkml:trace contextRef="#ctx0" brushRef="#br0" timeOffset="-60359.95">28633 9064 169 0,'0'0'212'16,"0"0"-10"-16,0 0-12 0,0 0-15 0,0 0-22 0,9-10-10 15,0 10-14-15,3-2-10 0,5 0-12 16,1-1-14-16,-2 5-18 0,7-4-39 0,-1 1-62 15,7 0-71-15,-9 1-183 0,-1-2-304 0,1 1 135 16</inkml:trace>
  <inkml:trace contextRef="#ctx0" brushRef="#br0" timeOffset="-60026.19">28974 8942 3 0,'1'-11'286'0,"0"6"-9"0,-1 5-6 15,4-10-6-15,-4 10-10 0,2-6-18 0,-2 6-21 16,0 0-27-16,3-4-20 0,-3 4-12 0,0 0-11 16,13 9-18-16,-9-2-8 0,2 0 1 0,1 6-16 15,2 0 1-15,-2 3-11 0,0 0-6 0,-2 0-9 16,4-2-8-16,-3 2-7 0,-2-4-3 0,2 2-7 16,-2-2-2-16,0 0-4 0,1-2-10 0,0 0-1 15,3-1 1-15,-6-4-5 0,2 1 4 0,1 0-2 16,1-3 6-16,-1 1 4 0,-5-4 7 0,11 3 0 15,-11-3 7-15,10 0 7 0,-10 0-6 0,16-7-10 16,-9 1 2-16,2-1-2 0,-1-2-12 0,1-1-8 16,1-3 4-16,1-2-11 0,-1 1-1 0,1-1-21 15,6-7-7-15,-3 0-35 0,4 1-7 0,-3 1-20 0,2 1-36 16,-5-2-26-16,2 6-33 0,-1 2-35 16,-2 1-25-16,0 3-24 0,-5 1-31 0,1 0-239 15,-1 2-558-15,-3 0 248 0</inkml:trace>
  <inkml:trace contextRef="#ctx0" brushRef="#br0" timeOffset="-56332.96">26594 10024 67 0,'-10'-1'73'0,"10"1"-2"0,0 0 1 0,-10-1-5 16,10 1 3-16,0 0-6 0,-9 0 3 0,9 0 1 16,-10-2-5-16,10 2-5 0,0 0-4 0,-13-1 3 15,13 1-2-15,-9 1 4 0,9-1-2 0,0 0-6 0,-12 0 7 16,12 0-9-16,-6 2-2 0,6-2 1 15,0 0 1-15,0 0 1 0,0 0-3 0,-11-4-5 16,11 4-5-16,0 0-5 0,0 0-1 0,0 0-4 0,0 0-4 16,0 0 1-16,0 0 0 0,0 0 1 15,0 0 6-15,0 0-8 0,0 0-2 0,22 8 5 16,-22-8 2-16,10 0-2 0,-10 0-3 0,10 3-3 16,-10-3-1-16,13 0-2 0,-7 3-6 0,0 0 4 0,1-1 3 15,2 0 0-15,0-2-1 0,2 3 0 0,-2 0-4 16,3-2 5-16,-2 2-5 0,-3-1-1 15,2 1 4-15,0-2-5 0,-2 2 1 0,2-1 0 16,-3 2 2-16,2-3 1 0,-8-1 0 0,11 4-5 16,-7-1 2-16,-4-3 4 0,10 3-6 0,-6 0 1 0,-4-3 0 15,7 4 4-15,-7-4-1 0,6 3-4 16,-6-3 2-16,0 0 3 0,7 2 3 0,-7-2 3 0,0 0-4 16,4 5 3-16,-4-5 1 0,0 0 0 0,0 0-1 15,0 0 2-15,0 0 3 0,3 8 2 0,-3-8-3 16,0 0 7-16,0 0 2 0,-14 10 5 0,8-5-7 15,-1 0 0-15,-3 0 0 0,2 1-5 0,-1 0-2 16,-5-1 0-16,5 3-3 0,0-2-1 0,-2-1-1 16,2 3-4-16,-2-2 7 0,-1 0-7 0,3 3-4 15,-1-2 6-15,-2-1-9 0,3 0 3 0,0 1-5 16,0-2 5-16,2 3-2 0,-2-2-3 0,5-1-1 16,-2 0 1-16,3 0-1 0,3-5 0 0,-9 8-2 15,6-6-1-15,3-2 0 0,-2 8 4 0,2-8-4 16,0 0 1-16,0 0 0 0,3 10-1 0,-3-10 3 15,6 5 0-15,-6-5-3 0,10 5-1 0,-2-3 2 0,-1 1-1 16,0-2-1-16,2 1 0 0,0 2 0 0,0-1 0 16,2 1 0-16,-2-4-1 0,0 3 0 15,3-3 3-15,-6 2 0 0,3 0-4 0,-3-1 1 0,2 2-2 16,-8-3 2-16,9 5-3 0,-3-2 1 0,-1 0 0 16,-5-3 0-16,8 4 3 0,-5 0-1 0,-3-4 2 15,3 6-3-15,-3-6 0 0,2 8 3 16,-2-8 0-16,0 9-2 0,0-9-4 0,-5 11 2 0,0-7 0 15,5-4 3-15,-7 11 1 0,3-7-2 16,0 0 2-16,-3 1-4 0,3 0 2 0,-1 0 6 16,0 0-3-16,1 0-3 0,-1-2 2 0,5-3-2 15,-8 6-1-15,8-6 0 0,-5 8 2 0,5-8-2 0,-5 6 1 16,5-6-1-16,-4 8 1 0,4-8-1 0,-2 8 3 16,2-8-5-16,0 0 5 0,0 0-4 0,4 10 6 15,-4-10-5-15,7 7 3 0,-7-7-2 0,5 6 2 16,-1-2-3-16,-4-4 3 0,5 6-4 0,-1-1 4 15,-4-5 5-15,7 4-9 0,-3-1 0 0,-1 3 2 16,-3-6 0-16,6 5 0 0,-6-5-2 16,5 8 2-16,-5-8-5 0,2 4 6 0,-2-4-1 0,0 0 1 15,0 0 1-15,-7 15 0 0,3-10-2 0,-3-1 2 16,0 1 2-16,1-1 4 0,1-1-9 0,-3 2 3 16,2-1-3-16,0-1 3 0,1 0-2 0,-1 1 0 15,6-4-1-15,-9 5 4 0,4-1-3 0,5-4-2 16,-5 7 0-16,5-7 3 0,-2 10 0 0,2-10 1 15,0 6 4-15,0-6-9 0,0 0 4 0,5 13 3 16,-3-8-4-16,3 0 3 0,0-2-3 0,-5-3 3 16,10 7-5-16,-5-2 3 0,-1 0-1 0,4-1 2 15,-4 1-4-15,-4-5 3 0,11 6-4 0,-7-2 9 0,0 2-9 16,-1-3 3-16,4 2-2 0,-7-5 1 16,7 8-2-16,-5-4 3 0,-2-4-2 0,4 9 2 15,0-4-3-15,-4-5 3 0,3 8 0 0,-1-3 2 0,0 3 0 16,0-2-1-16,-2 2 2 0,3 0 6 0,-1 1 6 15,-1 2 3-15,1-2 0 0,-2 1 2 16,2-2 4-16,-2 3 2 0,2 1-4 0,-2-1 0 0,2 1 6 16,-2-1 2-16,2-2-2 0,0 2 2 0,-1 0 1 15,-1-3 0-15,2 1 0 0,0 0-5 16,-2-2 0-16,2-1-5 0,-2-6 1 0,0 13 0 16,0-13-7-16,2 6 1 0,-2-6 0 0,6 9 2 0,-6-9-7 15,2 5 3-15,-2-5 3 0,0 0-12 0,2 8 6 16,-2-8 3-16,0 0-3 0,4 5-2 0,-4-5 2 15,0 0-7-15,0 0 3 0,0 0-18 0,0 0-23 16,0 0-28-16,0 0-40 0,0 0-45 0,0 0-55 16,0 0-52-16,0 0-35 0,0 0-159 0,0 0-484 15,0 0 214-15</inkml:trace>
  <inkml:trace contextRef="#ctx0" brushRef="#br0" timeOffset="-55687.1">25561 10910 25 0,'0'0'62'0,"-9"0"-6"0,9 0 6 16,-10 0-4-16,10 0 1 0,0 0-7 0,-11 0-2 15,11 0 5-15,0 0 2 0,-10 0 5 0,10 0-1 16,0 0-5-16,0 0-4 0,-8 3 2 0,8-3-3 16,0 0 1-16,0 0-2 0,0 0-1 0,0 0 0 15,0 0 0-15,0 0 0 0,0 0 12 0,0 0 0 16,0 0 9-16,0 0-3 0,36-1 7 0,-18-1-3 16,4 0-7-16,1 1 4 0,7-2-2 0,3-1 0 15,3 0-7-15,2 1 0 0,14 0-6 0,-1-1 2 16,-12 3-8-16,19-1-2 0,-20 0-5 0,15-2-1 15,-1 1-6-15,3 3-3 0,-1-3-7 0,-1 3 4 16,-3-2-2-16,-10-2-2 0,10 3-1 0,2-1-1 16,-16 0-2-16,4-1-1 0,0 0-1 0,-1 0 4 15,-1-1 1-15,-1 4 2 0,-1-1 3 0,-2 1 3 16,-5-1-3-16,-2-2 1 0,-6 1-2 0,-1 1 0 16,-4-1-1-16,-2 2-2 0,-1 0-2 0,-2 0-1 15,2 0 0-15,-4 0 3 0,2-1 1 0,-3 2 1 16,-8-1-2-16,13 0 2 0,-13 0-2 0,11-1-3 15,-11 1-1-15,0 0 9 0,9 1-11 0,-9-1-3 16,0 0 3-16,0 0-3 0,0 0-3 0,9-1-5 16,-9 1 2-16,0 0-3 0,0 0-8 0,0 0-19 15,0 0-26-15,0 0-50 0,4 6-64 0,-4-6-47 16,0 0-224-16,0 0-467 0,0 0 207 0</inkml:trace>
  <inkml:trace contextRef="#ctx0" brushRef="#br0" timeOffset="-54941.14">26942 10526 9 0,'0'0'215'0,"0"0"-9"16,0 0-6-16,0 0-14 0,0 0-6 16,0 0-8-16,19-13-11 0,-9 7-9 0,-1-1-9 15,0 1-8-15,3-1-5 0,3-2-13 0,-4 3-4 0,5-5 2 16,-2-1-11-16,-1 0-10 0,-2 1-8 0,3-2-2 15,-1 0-3-15,-2-2-2 0,0 2-6 16,-2-3-8-16,1 2-1 0,-6 1 3 0,1-3-15 16,-1 2-4-16,-4 2-3 0,0 1 0 0,0 0-3 0,0-1-3 15,-4 6 8-15,2-1-9 0,-3 0-4 0,-3 0-1 16,2 3-7-16,0 0 0 0,-5 2-2 0,-1 1-4 16,12 1-3-16,-18 1 0 0,4 2 2 15,5 1-10-15,-1 1 2 0,2 0-5 0,2-1 2 0,1 1 1 16,1 0-8-16,0 2 8 0,4-7-1 0,0 14-1 15,0-7 4-15,4 0-3 0,3-1-4 0,-1 1 1 16,6-2 4-16,-1 2-4 0,4-4 1 0,-1 0 2 16,-1 1-3-16,1-1-7 0,-1 1 12 0,-1-2-7 15,-1 1-3-15,0-1-1 0,-1 0 4 0,-4 0 2 16,2-1-6-16,-8-1 7 0,13 3-6 0,-9 0 0 16,-4-3-5-16,9 6 2 0,-5-3 0 0,0 1 2 15,-4-4 0-15,10 9-3 0,-6-4 2 0,-1 1 2 16,-1 1-1-16,2 0 2 0,-2-2 5 0,2 5-7 15,-3-3 4-15,3 0-3 0,-2 1-3 0,0-1 6 16,3 2 1-16,-4-1-5 0,1-2-34 0,0 1-28 16,-2-7-25-16,4 14-34 0,-1-8-42 0,-3 1-49 15,2 0-32-15,2-1-225 0,-2-2-509 0,-2-4 226 16</inkml:trace>
  <inkml:trace contextRef="#ctx0" brushRef="#br0" timeOffset="-54509.07">27568 10421 43 0,'0'0'252'0,"-6"-12"-6"0,-1 6-2 0,-4-1-6 0,2 1-10 15,-4 1-11-15,0 4-6 0,-1-1-17 0,0 2-16 16,0 1-20-16,-2 2-14 0,-1 3-16 16,3 2-5-16,1 0-14 0,4 1-12 0,-5 2-12 0,8 0-6 15,-3-3-6-15,1 3-6 0,6-1-10 0,0 0-2 16,2 2-11-16,2-1-1 0,0 2-4 0,4-5 0 15,0 0-8-15,1-3 1 0,3 3-8 16,3-2 0-16,-1-3 2 0,5 0-6 0,-4 0 0 0,5-3-5 16,0-1-2-16,-4-3 6 0,0 2-6 0,3-3-4 15,-4-1 3-15,-1-1-4 0,-3 0 3 0,4-3-2 16,-4 1-2-16,-4-2 2 0,1-5-8 0,0 1 3 16,-5 0 1-16,3-2 0 0,-4 2 0 0,0-4-1 15,0-1-2-15,-4-4 4 0,4 6-1 0,-4-1 1 16,3 1 5-16,-3 0 5 0,4 7 21 0,-2-1 10 15,0 3-4-15,2-1-1 0,-1 3 7 0,1 7-6 16,-1-11-6-16,1 11-6 0,-3-6-4 0,3 6-7 16,0 0-2-16,0 0 0 0,0 0 4 0,-2 25-7 15,4-7-1-15,-2 1-4 0,3 6 4 0,-3-1-7 16,1 2-2-16,0 0 11 0,-1-1-7 0,0-4-8 16,2-4-33-16,0 4-34 0,2-2-30 0,-3 2-31 15,0-2-52-15,-1-1-62 0,3-1-63 0,-3-2-237 16,2 1-586-16,0-4 260 0</inkml:trace>
  <inkml:trace contextRef="#ctx0" brushRef="#br0" timeOffset="-53559.33">28092 10337 136 0,'1'9'187'0,"-1"-9"-7"16,0 0-8-16,0 0-14 0,0 0-9 16,0 0-5-16,-10 0-3 0,10 0-7 0,0 0-9 15,0 0-2-15,-14-1-8 0,14 1-5 0,0 0-8 0,0 0-6 16,0 0-11-16,0 0-2 0,-9 0-12 0,9 0-7 16,0 0-2-16,0 0-4 0,0 0-5 0,0 0-4 15,0 0-3-15,0 0-4 0,0 0-3 0,0 0-4 16,0 0-3-16,0 0-2 0,0 0-1 0,0 0-4 15,0 0 5-15,0 0-12 0,0 0 0 0,29-4 1 16,-29 4-3-16,16 0-1 0,-9-2-13 0,-7 2-25 16,17 0-32-16,-6-2-39 0,-1 4-36 15,-1-4-37-15,-9 2-32 0,16-1-31 0,-10 2-120 0,-6-1-378 16,12 0 168-16</inkml:trace>
  <inkml:trace contextRef="#ctx0" brushRef="#br0" timeOffset="-53407.4">28148 10415 5 0,'-5'4'178'16,"5"-4"5"-16,0 0-6 0,0 0-8 0,-6 3-11 15,6-3-18-15,0 0-9 0,0 0-17 0,0 0-6 16,0 0-10-16,0 0-10 0,11 10-7 0,-11-10-29 16,8 1-46-16,-8-1-56 0,14 0-53 0,-6 0-154 15,-8 0-276-15,19-4 123 0</inkml:trace>
  <inkml:trace contextRef="#ctx0" brushRef="#br0" timeOffset="-53008.98">28571 10253 75 0,'-1'-11'291'0,"1"11"-12"16,0-9-7-16,0 9-17 0,-7-5-17 0,7 5-15 0,0 0-23 15,0 0-6-15,-13 3-7 0,13-3-18 0,-15 9-10 16,8 0-17-16,-1 0-15 0,-2 4-9 16,2-2-16-16,3 0-6 0,-1 3-7 0,0-2-12 15,4 1-13-15,-1 0-1 0,1-2-6 0,1 1-3 0,1 1-4 16,2-3-10-16,1 2-4 0,0-5 1 16,4 2-6-16,-1-1-4 0,1-3 0 0,3 0-4 0,-2 0 4 15,2-2-7-15,1-2-2 0,0 2 2 16,-3-3-5-16,4-2 1 0,0 0-2 0,-1-1-2 0,1 0 1 15,-3 0-4-15,1-3-3 0,-3-1 5 0,1 1-3 16,-3-3-1-16,-1 0-4 0,4-1 3 0,-7-1 2 16,1-2-3-16,-2 2 0 0,-1-1-2 0,0-1-3 15,-2 2 1-15,-3 0 2 0,4-1-6 0,-2 2-6 16,-3 0-3-16,2 0-7 0,-1 5-12 0,-1-1-14 16,0 2-17-16,0 0-14 0,0 1-20 0,-4 1-25 15,11 2-27-15,-16 2-36 0,8-2-41 0,1 4-31 16,-2 0-202-16,3 0-496 0,-1-1 220 0</inkml:trace>
  <inkml:trace contextRef="#ctx0" brushRef="#br0" timeOffset="-52844.82">28713 10361 184 0,'0'0'267'0,"10"-3"-9"16,-10 3-17-16,0 0-16 0,7-3-26 0,-7 3-28 15,0 0-16-15,0 0-22 0,0 0-40 0,0 0-32 16,7-2-40-16,-7 2-46 0,0 0-58 0,0 0-58 0,0 0-153 16,7 5-317-16,-7-5 140 0</inkml:trace>
  <inkml:trace contextRef="#ctx0" brushRef="#br0" timeOffset="-52125.82">28985 10175 10 0,'12'0'218'0,"-1"-2"-8"0,0 2-13 0,-3 2-11 16,3 1-5-16,-5 2 0 0,3 2-15 0,-1 2-16 15,-5 2-5-15,1-2 8 0,-3 5-16 0,-1 2-16 16,-2-1-11-16,-3 2-7 0,-2-2-12 0,-1 1-6 16,0-2-9-16,-1-3-6 0,-2 0-4 0,3-1-5 15,-1-3 0-15,-4 0 4 0,4 0-3 0,3-3 5 16,-2-1-3-16,2 1 5 0,2 0 3 0,4-4 2 15,-6 6 14-15,6-6-15 0,0 0-8 0,-6 3-6 16,6-3 0-16,0 0-10 0,0 0-2 0,0 0-6 16,0 0-12-16,25-11-2 0,-15 11 10 0,2-3-13 15,5-1-2-15,4 1-8 0,1 0-20 0,-1 1-19 16,1 0-40-16,-3 0-27 0,9-2-25 0,-9 2-27 16,2 2-32-16,-3-2-28 0,-7-1 11 0,2 1-21 15,-3 0-5-15,-2 0 4 0,1-1 8 0,-3 0 25 16,-1-1 14-16,-5 4 24 0,8-7 23 0,-5 1 24 15,0 0 20-15,-3 6 22 0,2-13 16 0,-2 6 25 0,1-1 16 16,-1 8 21-16,-1-17 17 0,1 10 8 16,2-1 22-16,-2 8 15 0,-1-13 19 0,1 13 8 15,1-8 7-15,-1 8-1 0,0 0-11 0,0-10-8 16,0 10-11-16,0 0-6 0,0 0-12 0,0 0 0 0,0 0 6 16,0 0-9-16,0 0-1 0,0 0-6 0,0 0 2 15,-2 32-5-15,3-24 0 0,1 2-1 16,2-1-5-16,3 3 4 0,-2 0-6 0,5 1 8 15,-2-3-3-15,1 3-1 0,0-4 7 0,1 0-2 0,3 1 3 16,-4-1-1-16,1-1-13 0,-2-3-7 0,-1 4-4 16,-2-4-5-16,0-1 0 0,-1 0-5 0,0 1 2 15,-4-5 0-15,3 7-3 0,-3-7 1 16,0 0-9-16,-8 8 2 0,8-8-2 0,-11 4-5 0,0-3 0 16,2-1-10-16,-2 0-20 0,11 0-21 0,-18-2-25 15,8-2-16-15,1 3-23 0,0-2-18 0,0 0-3 16,1 1-19-16,3-3-17 0,1 0 1 15,0-2-7-15,2 0-7 0,0-2 27 0,1-1 3 0,1 0 13 16,1-2 13-16,2-2 15 0,1 1 11 0,0-3 13 16,0 4 24-16,2-2 17 0,0 2 7 0,1 0 24 15,-2 2 8-15,3-1 10 0,0 2 8 0,0 0 19 16,-1 1-2-16,2 2-1 0,2-1 7 0,-1 2-12 16,7-2-1-16,-1 1-4 0,-3 2-4 0,6-1 1 15,2 1-28-15,-4 2-42 0,4-2-31 0,-2 2-51 16,-6 2-135-16,-1 0-286 0,2 0 127 0</inkml:trace>
  <inkml:trace contextRef="#ctx0" brushRef="#br0" timeOffset="-51725.13">29646 10389 172 0,'4'8'213'0,"-2"-2"1"0,2-4-6 0,3 1-10 15,2 2-12-15,-1 0-7 0,0-4-13 0,4 1-10 16,2 0 0-16,1 0-15 0,0-1-13 0,2-2-9 16,-3-1-11-16,-1 0-11 0,0 1-7 0,-2-2-9 15,0-1 3-15,-3 0-4 0,0-2 0 0,-3 0-6 16,-1 0 4-16,-1 0 1 0,-1 0-5 0,-1-4-11 16,-1 1-2-16,0 9-10 0,-2-19-5 0,1 7-5 15,-2 2-1-15,0 1-4 0,1-2-2 0,1 2-6 16,-1 2 3-16,2 7-8 0,-1-14 0 0,1 7-4 15,0 7-5-15,4-11-2 0,0 6 18 0,1 0-20 0,5 0 0 16,0 2-4-16,-2 2-1 0,3 0 2 0,1 1-2 16,0 1-4-16,0 0 14 0,-3 3-12 0,-2 1 2 15,3 2-3-15,-3-1-3 0,0 0 20 16,-1 4 7-16,-1-2 1 0,0 0 2 0,-2 0-5 0,1 1 0 16,-2 0-3-16,1 0-1 0,-2 0 9 0,2 1-17 15,-2-2 5-15,0-1 1 0,2 1-8 0,-2-3 4 16,1 3-31-16,1-3-19 0,2-1-35 0,-1 1-36 15,3 0-42-15,0-2-62 0,6-1-54 0,0 1-272 16,0-3-580-16,5 1 258 0</inkml:trace>
  <inkml:trace contextRef="#ctx0" brushRef="#br0" timeOffset="-48825.03">22565 12126 99 0,'0'0'154'0,"0"0"-8"0,0 0-4 0,0 0 0 15,0 0-7-15,0 0 0 0,0 0-7 0,0 0-4 16,0 0-12-16,0 0-10 0,0 0-4 0,0 0 1 16,0 0-11-16,0 0-5 0,-26-5 1 0,26 5-4 15,0 0-1-15,0 0-1 0,0 0-9 0,0 0-3 16,0 0-3-16,-7-3-2 0,7 3-10 0,0 0 0 0,0 0-8 16,0 0-3-16,0 0-6 0,0 0 0 0,0 0-2 15,0 0 2-15,38 0-6 0,-25-3-1 0,7 1-3 16,2 0-2-16,-1 1 0 0,7-2-5 15,0-1-2-15,-8 1 7 0,8-1-11 0,-7 2-13 0,7-3-22 16,-10 4-26-16,-7 0-26 0,3-3-34 0,-4 3-24 16,1-2-24-16,-4 2-18 0,-7 1-23 0,11-2-126 15,-11 2-350-15,5-7 155 0</inkml:trace>
  <inkml:trace contextRef="#ctx0" brushRef="#br0" timeOffset="-48408.94">22746 12094 90 0,'-8'2'165'0,"8"-2"3"0,0 0-5 0,-9 2-2 16,9-2-9-16,0 0-11 0,-10 2-10 0,10-2 11 15,-3 7-8-15,-1-2-2 0,3 5 0 0,-2-1-6 16,1 6-3-16,2 1-4 0,-2 1-6 0,2 2-1 16,0 6-9-16,0-5-6 0,2 5-8 0,-1-6-5 15,0 1-6-15,3 5-9 0,-4-7-7 0,4 1-7 16,-3-3-3-16,0 0-2 0,0 0-6 0,2-3-4 15,0-2-4-15,-1 1-3 0,1-3-4 0,-2 1-2 16,0-3-2-16,-1-1-6 0,0-6 1 0,3 11-5 16,-3-11 1-16,0 8 3 0,0-8-6 0,0 0-6 15,0 9-5-15,0-9-12 0,0 0 1 0,-16 0-5 16,16 0 4-16,-13-4 1 0,5 0 3 0,-1 0-1 16,-4 1 8-16,4-1-11 0,0-1 0 0,-1 1 4 15,2 1 2-15,2 2-1 0,6 1 1 0,-9-6 0 16,9 6 2-16,-10-4-3 0,10 4 0 0,-7-2-3 15,7 2 1-15,0 0 2 0,0 0-2 0,0 0 4 16,0 0 9-16,0 0-6 0,0 0 1 0,0 0-2 16,28 8 3-16,-17-6-4 0,3 0 3 0,2-1 1 15,-2-1 2-15,6-1-5 0,0-1 2 0,0 2-31 16,-1-2-30-16,1 0-39 0,1 2-46 0,8-6-45 16,-10 2-42-16,1 2-184 0,10-1-451 0,-14-1 199 0</inkml:trace>
  <inkml:trace contextRef="#ctx0" brushRef="#br0" timeOffset="-48164.13">23084 12352 236 0,'0'0'265'15,"-6"-3"-1"-15,6 3-8 0,0 0-16 0,-4-8-20 0,4 8-20 16,0 0-17-16,0 0-18 0,0 0-18 0,0 0-8 15,10-8-17-15,-4 5-8 0,4 0-14 0,1-1-7 16,3 2-8-16,2 0-7 0,1-1-12 16,1 1-6-16,-7 1-7 0,2-1-2 0,0 2-24 0,-2 0-26 15,-3 0-25-15,-8 0-30 0,14-2-29 0,-14 2-27 16,9-2-30-16,-9 2-38 0,7-3-16 0,-7 3-7 16,0 0-14-16,0 0-113 0,0 0-355 0,0 0 157 15</inkml:trace>
  <inkml:trace contextRef="#ctx0" brushRef="#br0" timeOffset="-47953.45">23095 12336 106 0,'-10'4'153'16,"5"-1"1"-16,5-3 5 0,-9 6 4 0,4-3 4 15,0 2 6-15,2 0 0 0,-1 5-8 0,-2 0 4 16,4 2-5-16,-2 4-3 0,1 0-3 0,1 1 6 16,-1 0-5-16,-1 2-4 0,3-2-13 0,-1 4-2 15,2-2-9-15,-2 6-4 0,2 0-9 0,0-7-6 16,-1-1-18-16,-3-1-13 0,4 1-2 0,-3-2-3 15,3-2-11-15,0 3-6 0,0-6-21 0,0 1-30 16,0-4-29-16,0-7-27 0,0 15-33 0,-1-10-31 16,1-5-38-16,1 13-34 0,-1-13-36 0,0 6-46 15,0-6-190-15,0 0-493 0,0 0 219 0</inkml:trace>
  <inkml:trace contextRef="#ctx0" brushRef="#br0" timeOffset="-47776.3">23029 12589 202 0,'6'-4'231'16,"5"-1"-2"-16,1 3-6 0,1-1-19 0,6-4-15 15,-2 2-21-15,2-1-12 0,3 4-19 0,-2 0-17 16,8-4-25-16,-6 3-40 0,0-1-55 0,-2 1-55 16,2 1-44-16,0-3-53 0,-4 2-133 0,1-1-307 15,-3 2 137-15</inkml:trace>
  <inkml:trace contextRef="#ctx0" brushRef="#br0" timeOffset="-47637.14">23527 12469 14 0,'0'0'240'16,"8"-6"-4"-16,-2 3-14 0,2 1-11 0,1-2-28 16,1 1-14-16,4 0-20 0,-2 1-15 0,3-1-20 15,-2 0-46-15,3-1-49 0,-4 3-76 16,0-1-56-16,-2 1-153 0,-3 1-286 0,-7 0 127 0</inkml:trace>
  <inkml:trace contextRef="#ctx0" brushRef="#br0" timeOffset="-47459.55">23600 12550 183 0,'-4'5'258'0,"4"-5"-9"15,0 0-10-15,-1 7-8 0,1-7-15 0,0 0-12 16,0 0-11-16,10 9-18 0,-3-8-17 0,3 0-17 15,1-1-12-15,10 0-16 0,-5-2-24 0,2-1-49 16,4-2-52-16,0 0-66 0,5-2-72 0,-2-1-66 16,-4 1-145-16,-2-2-390 0,0 2 173 0</inkml:trace>
  <inkml:trace contextRef="#ctx0" brushRef="#br0" timeOffset="-46875.66">24619 11987 81 0,'0'0'273'0,"-2"-12"-12"0,2 12-2 16,0-12-4-16,0 12-8 0,-1-8-8 0,1 8-14 15,0 0-19-15,0-10-20 0,0 10-12 0,0 0-21 16,0 0-17-16,0 0 1 0,0 0 7 0,0 0-8 16,0 0-16-16,0 0 13 0,-1 30 1 0,1-17-7 15,0 4-3-15,0 2-11 0,-1 0 3 0,1 4-10 16,0-3-3-16,-2 6-9 0,0-2-4 0,0-4-5 15,4-1-1-15,-2 0-9 0,1-2-14 0,0 2 5 16,1-3-7-16,1 0-4 0,-1-3-7 0,0 3 1 16,3-4-5-16,-1-1-4 0,-1-2-2 0,2 1-8 15,3-2 2-15,0 0-2 0,4-4-1 0,-3 2-2 16,5-3 3-16,4 0 0 0,2-3-12 0,3-3 0 16,-5 3-6-16,10-5-28 0,-7 0-41 0,-2-1-42 15,0-3-41-15,-1 2-35 0,0-4-22 0,-2 1-35 16,-3 0-31-16,1 1-22 0,-5-1-22 0,0-4-13 15,-1 6-221-15,-4-1-584 0,-1 0 258 0</inkml:trace>
  <inkml:trace contextRef="#ctx0" brushRef="#br0" timeOffset="-46708.29">24845 12155 73 0,'0'0'196'0,"-14"-4"0"0,9 3 7 0,5 1-4 15,-11-2-5-15,11 2-14 0,-6-2-16 0,6 2-18 16,0 0-14-16,0 0-12 0,0 0-12 0,0 0-15 0,0 0-4 15,19-11-10-15,-10 8-5 0,4 2-11 16,-1 0-3-16,1-2-35 0,0 0-36 0,6-2-41 16,-4 0-32-16,2-1-54 0,0 3-53 0,1-4-129 15,-3 2-347-15,-3-1 154 0</inkml:trace>
  <inkml:trace contextRef="#ctx0" brushRef="#br0" timeOffset="-46508.97">24717 11897 131 0,'-13'-3'246'0,"4"3"-16"0,2-2-21 15,-1 0-20-15,8 2-16 0,0 0-21 0,0 0-13 16,0 0-12-16,0 0-12 0,33-8-11 0,-5 5-14 16,8-1-5-16,2 2-13 0,2-3-41 0,-2 2-34 15,16 0-46-15,-16-1-40 0,1 0-39 0,-1 1-31 16,-5 2-119-16,-1 0-301 0,0 2 134 15</inkml:trace>
  <inkml:trace contextRef="#ctx0" brushRef="#br0" timeOffset="-46199.58">25458 12082 137 0,'-10'1'309'0,"-3"1"-10"0,7-1-7 16,6-1-6-16,-14 0-23 0,14 0-22 0,-10 0-21 16,10 0-28-16,0 0-14 0,0 0-18 0,0 0-10 15,0 0-6-15,30-5-13 0,-10 3-10 0,0 0-1 16,7-2-2-16,-7 2-16 0,2-1-2 0,1 0 0 16,-5 0-1-16,2 3-1 0,-2-3 5 0,-5 1-6 15,-1 0 1-15,-5 1 1 0,1-1 2 0,-8 2-3 16,12-2 1-16,-12 2-13 0,9-1 2 0,-9 1-10 15,6-2-6-15,-6 2-7 0,5-4-12 0,-5 4-2 0,0 0-9 16,0 0-27-16,0 0-34 0,0 0-45 0,9 0-45 16,-9 0-60-16,0 0-50 0,0 0-59 15,0 0-61-15,0 0-313 0,0 0-705 0,0 0 311 16</inkml:trace>
  <inkml:trace contextRef="#ctx0" brushRef="#br0" timeOffset="-44325.42">26099 11881 52 0,'0'0'187'0,"0"0"-7"0,0 0-9 0,0 0-6 16,0-8-8-16,0 8-6 0,0 0-4 0,0 0-14 15,0 0-7-15,0 0-14 0,0 0-10 0,0 0-11 16,0 0-6-16,5-6-10 0,-5 6 9 0,0 0 5 15,0 0-4-15,11 12-9 0,-8-7-1 0,1 3-3 16,2 1 2-16,-1 3-5 0,0-2-3 0,2 6-7 16,-1-1 0-16,-1 0-8 0,4 2-1 15,-4-2-5-15,3 1-2 0,-2 0-3 0,1-2 1 0,-2-2-10 16,0-2 0-16,1 6-5 0,-1-7 2 0,3 1 2 16,-5-1-10-16,2-3-2 0,-1 1-2 0,-2 0 0 15,1 0-1-15,-1-3-3 0,-2-4 2 0,4 9 0 16,-4-9-3-16,4 7 0 0,-4-7 2 0,5 5 10 15,-5-5 9-15,0 0 7 0,0 0-4 0,0 0-6 16,0 0 2-16,10-11-6 0,-6 3-3 0,0 1 2 16,-2-3 12-16,1 0-4 0,1-2 2 0,0-2-4 15,1-4 2-15,-2 1-6 0,3-1-3 0,-1-6 1 16,1 2-6-16,-1-4 0 0,4 8 2 0,-5 1-8 16,-1 2 3-16,-1 2-1 0,2 2-1 0,0 2 0 15,-3 3 0-15,1 0-3 0,0 0 14 0,-2 6-16 16,5-9-5-16,-5 9 2 0,0 0-3 0,2-9-20 15,-2 9-17-15,0 0-35 0,0 0-15 0,0 0-6 16,0 0-21-16,0 0-20 0,0 0-24 0,0 0-26 16,13 16-39-16,-8-10-23 0,-1 1-200 0,4-1-479 15,-2 1 213-15</inkml:trace>
  <inkml:trace contextRef="#ctx0" brushRef="#br0" timeOffset="-43992.23">26565 12022 171 0,'0'0'198'0,"-10"11"0"0,8-5-4 15,-2-2 0-15,1 3-9 0,-1 2-10 0,0 1-18 0,0 2-7 16,0-3-10-16,2 5-8 0,-2-4-15 16,4 2-5-16,0 1-12 0,0-4-12 0,0 2-5 0,4-3-7 15,1 3-3-15,0-3-4 0,3-2-1 16,1 2 5-16,3-4 1 0,-1 0-6 0,9-3 1 0,-2-1-3 15,2-4 1-15,1 2-3 0,-2-3 1 0,0-1-2 16,-6 3 4-16,1-5-10 0,-3 0 4 0,0-2 2 16,-2 1 1-16,-4-1 3 0,-1 1-12 0,-2-2 1 15,-2-2-4-15,0 0-5 0,-4 1-6 0,-1-5-7 16,-4 3-5-16,2 0 7 0,-4 1-16 0,-2-1-8 16,-1 3 8-16,-2 2-20 0,1 1-12 0,-3 0-18 15,0 2-22-15,0 3-17 0,5 0-24 0,-6 2-26 16,6 1-33-16,-3 4-29 0,3 2-37 0,-5-1-29 15,3 3-37-15,0 3-152 0,2 1-472 0,5-4 209 16</inkml:trace>
  <inkml:trace contextRef="#ctx0" brushRef="#br0" timeOffset="-43393.24">24915 12739 22 0,'-8'0'201'0,"8"0"-7"16,-12-2-7-16,12 2-15 0,0 0-18 0,-12 2-18 15,12-2-11-15,0 0-7 0,0 0 0 0,0 0 7 16,0 0-1-16,37 5 3 0,-5-5-7 0,7 0-8 16,16-1-5-16,5-2-4 0,5-1 0 0,32-2-16 15,1-2-2-15,0-2-4 0,5 1-8 0,3-3-2 16,-5 3 19-16,6-1-6 0,-5 0-2 0,-3-2-4 16,-3 1-1-16,-2 3-7 0,-2 3-4 0,-27 0 6 15,0-2 1-15,0 4 0 0,1-3 8 0,-10 1-14 16,-2 0-1-16,-16 1-12 0,-1 0-4 0,-1-1 3 15,-3-1-1-15,-4 3 3 0,-9-1-12 0,1 1 3 16,-1 0-5-16,-9 1 1 0,2-1-2 0,-1 2-3 16,-6 1 0-16,-6 0-3 0,13-3-3 0,-7 2-4 15,-6 1-7-15,6-3 4 0,-6 3-25 0,0 0-28 16,0 0-29-16,0 0-35 0,0 0-24 0,0 0-31 16,0 0-35-16,-20-7-45 0,20 7-36 0,-23 2-36 15,8 2-199-15,-6-2-539 0,-8 4 239 0</inkml:trace>
  <inkml:trace contextRef="#ctx0" brushRef="#br0" timeOffset="-42943.32">25548 13027 216 0,'-4'-8'285'0,"4"8"-6"16,0 0-15-16,-2-8-13 0,2 8-15 0,0 0-22 16,-2-7-22-16,2 7-19 0,0 0-19 0,0 0-16 0,0 0-17 15,0 0-8-15,0 0-7 0,0 0-5 16,2 29 6-16,0-16 1 0,-2 0-8 0,1 4-1 16,2 1-6-16,-1 1-8 0,0 0 0 0,0 6 3 15,-2-7-8-15,0 7-7 0,4-7-5 0,-4 0-4 0,0-2-2 16,0 1-10-16,0 1-15 0,0-1 4 0,0-6-6 15,0 0-1-15,0 0-10 0,0 0 3 0,1-1-9 16,-1-1-8-16,0-1-30 0,0-8-35 16,-1 10-23-16,1-10-25 0,0 10-27 0,0-10-20 0,0 0-26 15,0 6-40-15,0-6-40 0,0 0-253 0,0 0-550 16,0 0 244-16</inkml:trace>
  <inkml:trace contextRef="#ctx0" brushRef="#br0" timeOffset="-42559.84">25502 13005 52 0,'2'-9'186'0,"1"0"-5"16,3 4 10-16,1-4-7 0,2 2-1 0,-2 1-11 16,6 3-11-16,-3 0-10 0,2 2-14 0,0 1-13 15,-1 2-14-15,0 2-4 0,-2 1-10 0,0 0-11 16,-2 1-5-16,-1 2 1 0,-1 2-8 0,-4 1-2 15,1-1-7-15,-2 0-2 0,-2 0-10 0,-4 2 0 16,0-1-8-16,0-2-2 0,1 0-6 0,-2-2-2 16,-2 3-3-16,2-2-3 0,1-4-3 0,1 1-1 15,5-5 3-15,-10 5 8 0,6-2 4 0,4-3-3 16,-8 1 0-16,8-1-7 0,-9 0-1 0,9 0-1 16,0 0 1-16,0 0 1 0,0 0 1 0,0 0-7 15,-10-5-3-15,10 5-4 0,0 0-1 0,0 0 1 16,0 0-3-16,0 0-5 0,0 0 4 0,0 0 3 15,0 0-4-15,25 12-4 0,-19-9 1 0,4 2 0 16,-1 1 1-16,-1 1-1 0,2 0-5 0,1-2 3 16,-2 1-23-16,0 2-36 0,0-2-38 0,0-1-42 15,0 2-57-15,1-2-39 0,-2 0-230 0,-3-1-495 16,1 0 219-16</inkml:trace>
  <inkml:trace contextRef="#ctx0" brushRef="#br0" timeOffset="-42309.29">25852 13143 293 0,'0'-9'327'0,"0"9"-5"0,0 0-11 0,0-8-20 16,0 8-21-16,0 0-27 0,0 0-29 0,0 0-20 16,0 0 10-16,0 0 10 0,0 0-11 0,0 0-32 0,0 25 1 15,3-17-11-15,-3 2-21 0,2 1-9 16,-1 4-13-16,1-2-15 0,-2-2-5 0,2 1-13 15,2 0-9-15,-4 0-8 0,4-1 0 0,-4 0-12 16,2 0-18-16,1-1-51 0,1 0-28 0,-4-1-39 16,0-2-44-16,0-7-36 0,0 12-41 0,2-7-44 0,-2-5-45 15,3 8-44-15,-3-8-181 0,0 0-555 0,11 2 245 16</inkml:trace>
  <inkml:trace contextRef="#ctx0" brushRef="#br0" timeOffset="-42109.27">26132 13168 87 0,'0'0'253'0,"0"0"-20"0,0 0-21 16,0 0-6-16,0 0-15 0,15-7-13 0,-7 4-19 15,4 2-17-15,-1-1-13 0,8 0-12 0,-2 0-9 16,3 0-17-16,-2-1-21 0,0 0-38 15,-5 0-44-15,1 2-61 0,-3-1-57 0,1 1-54 0,-6-2-118 16,-1 0-327-16,-5 3 145 0</inkml:trace>
  <inkml:trace contextRef="#ctx0" brushRef="#br0" timeOffset="-41892.39">26279 13015 168 0,'0'0'301'0,"0"0"-19"0,0 0-25 0,0 0-23 16,0 0-19-16,0 0 16 0,0 0-7 0,0 0 16 16,0 25-7-16,0-14-20 0,0 4-17 0,0 1-9 15,-2 0-29-15,2 3-12 0,-3-3-15 0,3 1-16 16,-2 1-11-16,2-3-11 0,-2 1-17 0,2-4-43 16,0 1-24-16,0-1-56 0,2 1-49 0,-2-4-39 15,0 1-55-15,2-5-48 0,-2-5-60 0,3 10-176 16,-1-5-513-16,-2-5 227 0</inkml:trace>
  <inkml:trace contextRef="#ctx0" brushRef="#br0" timeOffset="-41158.82">26668 13241 135 0,'15'-13'280'0,"-8"9"6"0,-2-1 0 16,1-3-17-16,1 2-6 0,3-2-18 0,-2-2-4 16,1-2-22-16,2-2-11 0,-1 0-4 0,-2 0-12 15,5-1-4-15,-3-2-20 0,-3 1-11 0,3-1-12 16,-2 3-19-16,-2-3-4 0,-1 3-13 0,-1-4 10 16,-2 3-4-16,-2 4-15 0,-2-2-13 0,2 1-1 15,-4 3-12-15,-1 0-4 0,-1 1-6 0,-2 2-7 16,-2 0-10-16,3 2 0 0,-3 1-10 0,-3 2-2 15,2 1-6-15,0 3-2 0,0 0-7 0,4 2-2 16,-2 0 4-16,2 1-5 0,2 1-4 0,-1 2 1 16,2-3-4-16,4 1 3 0,0-7-5 0,0 14 9 15,2-8-5-15,2 0-1 0,3-1 1 0,1 0-4 16,2-2 0-16,1 2-1 0,3-3 1 0,-1 0-2 16,-2 0-1-16,7 0 6 0,-3-2-9 0,-3-2 9 15,1 2-13-15,-1 0 4 0,-1 0 2 0,-4 0-2 16,-7 0-2-16,14 0-2 0,-14 0 1 0,11 3-2 0,-5-1-9 15,-1 1 10-15,2 2-1 0,-1-1 1 16,-3 1 0-16,1 3 1 0,2-1-2 0,-1 2-3 16,0-1 5-16,-1 2 3 0,-3 1-2 0,3 1 5 0,-4-1-4 15,4-1 1-15,-1-1-19 0,-1 1-34 0,2-5-14 16,-4 3-46-16,2-1-34 0,0-1-46 16,-2-6-52-16,2 11-55 0,-1-6-45 0,-1-5-258 15,3 7-651-15,-3-7 288 0</inkml:trace>
  <inkml:trace contextRef="#ctx0" brushRef="#br0" timeOffset="-40709.06">27223 13079 98 0,'0'0'309'0,"-1"-14"2"16,-1 8 1-16,-2 0 5 0,4 6-14 0,-10-10-18 15,4 4-12-15,-5 2-24 0,11 4-23 0,-18 1-13 16,9 2-19-16,-4 1-15 0,1 1-10 0,-3 2-26 15,1 2-12-15,3 0-14 0,-3 2-21 0,3-1-5 16,2 1-5-16,3 0-9 0,-2 0-8 0,6 0-7 16,-4-1-14-16,5 0-4 0,-1 0 14 0,2-10-20 15,3 12-3-15,1-7 10 0,2-1-14 16,0 0 0-16,7-3-4 0,-3 1-5 0,9-6-1 0,-4 1-5 16,4-1-6-16,-1-1 6 0,-1-2-1 0,-2-1-1 15,-1-2-4-15,-5 1-2 0,7-2 2 0,-7 0 1 16,1-2-1-16,-1-1 4 0,-1-2-5 0,-3 2-7 15,1-3 10-15,-1-2-11 0,-2 2-1 0,-1-2 14 16,-2 1-12-16,-2-3-1 0,0-3 4 0,0 6-2 16,2 0 3-16,-4 6 1 0,2-4-5 0,0 5-3 15,0 0 22-15,2 3 15 0,-2 2 13 0,2 6 0 16,-3-12-9-16,3 12-1 0,-2-5-9 0,2 5-4 16,0 0-5-16,0 0 7 0,0 0 5 0,-2 32 3 15,2-18-2-15,-2 3-4 0,2 2-3 0,-2 0 0 0,2 7-4 16,2-2-6-16,0 1 2 0,-2-6 2 0,0 0-5 15,2 0-6-15,2 0-30 0,1-2-43 16,3-3-45-16,-4-2-53 0,2-2-45 0,-1 0-44 16,1 1-46-16,1-6-54 0,4 2-56 0,-4-2-208 15,4 0-664-15,1-3 294 0</inkml:trace>
  <inkml:trace contextRef="#ctx0" brushRef="#br0" timeOffset="-40359.03">27725 12554 286 0,'-6'-5'327'0,"6"5"-9"0,-7-6-5 16,7 6-17-16,-6-6-12 0,6 6-8 0,-5-4-25 15,5 4-24-15,0 0-19 0,-5-6-21 0,5 6-21 16,0 0-14-16,0 0-25 0,0 0-6 0,19-7-10 16,-9 5-9-16,4-1-6 0,3-3-14 0,2 4-10 0,-2-2-47 15,2 2-31-15,0-1-45 0,-7 3-42 16,5-3-36-16,-6 0-46 0,-3 2-34 0,4 0-36 15,-4 0-31-15,-8 1-199 0,13 2-512 0,-13-2 227 0</inkml:trace>
  <inkml:trace contextRef="#ctx0" brushRef="#br0" timeOffset="-40220.17">27767 12619 33 0,'0'0'224'0,"-6"4"-1"15,6-4-7-15,-5 4-12 0,5-4-12 0,0 0-1 16,0 0-10-16,0 0-13 0,0 0-18 0,0 0-12 15,22 6-14-15,-12-6-12 0,5 0-13 0,-3 0-35 16,9-3-62-16,-4 1-73 0,3-4-73 0,-1 3-207 16,1-3-381-16,-2 0 168 0</inkml:trace>
  <inkml:trace contextRef="#ctx0" brushRef="#br0" timeOffset="-38592.1">28652 11726 156 0,'-3'-5'226'0,"3"5"-3"0,0 0-10 16,-1-10-8-16,1 10-15 0,0 0-11 0,0 0-17 0,0 0-13 15,0 0-13-15,-3-7-6 0,3 7-8 16,0 0-2-16,0 0-5 0,0 0 1 0,0 0-2 16,0 0-1-16,0 0-9 0,0 0-5 0,0 0-9 15,0 0-3-15,0 0-11 0,0 0 1 0,0 0-11 0,0 0-6 16,0 0-10-16,0 0-1 0,0 0-5 15,0 0-5-15,0 0-3 0,0 0-2 0,0 0-8 0,0 0-2 16,0 0-3-16,0 0-5 0,0 0 2 16,0 0 8-16,0 0 1 0,6 24-9 0,-6-12 13 0,1 3 1 15,0-2 0-15,-1 4 1 0,3 2 18 0,-1 0-11 16,-4 1 4-16,4-3-6 0,-1 4-1 0,1-4-1 16,-1 0-7-16,-1 1 0 0,2 0-4 0,1-3-4 15,-3-3 6-15,5 2-8 0,-2 1 0 0,-1-5-4 16,1 1 1-16,-3-3-2 0,3 1-14 0,-3-1-30 15,0-1-32-15,1 1-23 0,-1-8-28 0,0 13-33 16,-4-7-55-16,4-6-61 0,-3 11-313 0,-2-9-622 16,5-2 276-16</inkml:trace>
  <inkml:trace contextRef="#ctx0" brushRef="#br0" timeOffset="-38386.09">28800 11943 281 0,'1'-6'305'0,"-1"6"-12"15,0 0-11-15,7-5-10 0,-7 5-27 0,0 0-24 16,0 0-22-16,0 0-22 0,0 0-20 0,0 0-16 16,0 0-14-16,0 0-26 0,0 0-34 0,0 0-45 0,0 0-43 15,0 0-43-15,0 0-52 0,0 0-53 0,-12 19-40 16,12-19-177-16,-2 6-417 0,2-6 185 15</inkml:trace>
  <inkml:trace contextRef="#ctx0" brushRef="#br0" timeOffset="-38026.08">28989 11796 246 0,'3'-6'274'0,"-3"6"-4"0,2-7-16 15,-2 7-15-15,0 0-24 0,0 0-10 0,4-6-32 16,-4 6-14-16,0 0-11 0,0 0-5 0,0 0-9 16,0 0-2-16,0 0-11 0,0 23-5 0,0-23-15 15,-1 17-10-15,1-10-4 0,0 0-8 0,1 2-6 16,2 0-7-16,0 1-10 0,1-2 5 0,0 2-13 16,0-1-3-16,2-1-3 0,2 1-5 0,-2-1-5 15,2 1-5-15,-1-1-1 0,3 1-1 0,-3-1-3 16,2-2 1-16,0 2-9 0,1 1 3 0,1-2-3 15,-3 0 2-15,2 1-7 0,-3-3 15 0,0 1-14 16,0 1-2-16,-2-1-2 0,1-2-3 0,-3 1 1 16,0 0 4-16,-3-5-2 0,1 8 4 0,-1-8 0 15,0 0-3-15,-6 14 2 0,1-10-8 0,-3 0-16 16,2 0-16-16,-6-4-9 0,1 4-19 0,-1-2-19 16,1-2-28-16,-3 0-26 0,2-2-40 0,0-2-50 15,2 0-26-15,0-1-227 0,-3-2-512 0,3 0 227 16</inkml:trace>
  <inkml:trace contextRef="#ctx0" brushRef="#br0" timeOffset="-37876.11">29054 11747 171 0,'12'-7'201'0,"2"-1"-2"0,2-1-10 16,1 2-18-16,2-2-5 0,0 3-21 0,1 2-12 15,0 1-15-15,-1-3-21 0,3 4-46 16,-2 1-69-16,0-1-65 0,-1 4-174 0,-5-1-279 15,-1 1 124-15</inkml:trace>
  <inkml:trace contextRef="#ctx0" brushRef="#br0" timeOffset="-37708.29">29449 11914 220 0,'0'0'269'0,"13"0"-3"16,-13 0-19-16,17-3-14 0,-7 0-24 0,3 0-23 15,3 2-17-15,0 0-18 0,1-1-18 0,0 2-34 16,1 0-40-16,-5-1-45 0,6-1-60 0,-2 1-72 16,-3 1-51-16,-3 1-152 0,3-2-347 0,-1 0 154 15</inkml:trace>
  <inkml:trace contextRef="#ctx0" brushRef="#br0" timeOffset="-37341.21">30020 11732 106 0,'2'-5'312'0,"-2"5"-12"0,1-8-10 0,-1 8-20 0,0 0-4 15,0 0-33-15,0 0-12 0,-14-3-3 0,14 3-7 16,-15 10-3-16,6-3-2 0,-4 3-28 0,1 2-4 16,0 4-12-16,0-1-15 0,1-1-10 0,-1 3-7 15,3-3-16-15,1 3-2 0,-2-2-8 0,5-3-16 16,3-1-10-16,-1 1-5 0,2-2-5 0,2 0-6 15,-1-3-6-15,4-2-3 0,1 2-3 0,3 0-10 16,2-4 4-16,3 1-5 0,5 0-8 0,3-3 0 0,6 0-3 16,-8-2 1-16,0 0-9 0,0-3 0 15,0 0 4-15,-2-2-7 0,0 0-2 0,1-1 0 16,-5-1 0-16,2-3-3 0,-3 0 3 0,-5 2-7 16,1-2-1-16,-2 0 0 0,-2-6 3 0,-3 2-12 0,-1-1-5 15,-1 1-5-15,-3 2 2 0,-2 1-17 16,0 2 9-16,-2 1-13 0,0 1-19 0,-3 1-13 15,-1 2-19-15,1 0-22 0,-3 3-22 0,-1 1-27 16,-5 2-32-16,1 1-46 0,1 2-42 0,4 0-47 0,-1 3-240 16,4-5-607-16,4 1 268 0</inkml:trace>
  <inkml:trace contextRef="#ctx0" brushRef="#br0" timeOffset="-37160.82">30302 11811 77 0,'7'1'294'0,"-7"-1"3"0,0 0-3 16,8 0-5-16,-8 0-12 0,0 0-27 0,0 0-26 0,0 0-25 15,0 0-17-15,0 0-11 0,0 0-35 0,10 0-42 16,-10 0-29-16,0 0-55 0,0 0-48 0,0 0-61 16,3 6-53-16,-3-6-51 0,0 0-192 0,0 0-427 15,0 0 189-15</inkml:trace>
  <inkml:trace contextRef="#ctx0" brushRef="#br0" timeOffset="-36789.33">30459 11575 201 0,'-4'-7'283'16,"4"7"-2"-16,-4-6-15 0,4 6-4 0,-2-7-32 15,2 7-24-15,0 0-23 0,0 0-14 0,0 0-15 16,0 0-17-16,15 0-11 0,-15 0-10 0,26 7 0 15,-6-4-13-15,-1 0-8 0,8 4 3 0,2-4-19 16,-8 0-10-16,-1 0-2 0,2-1-6 0,-4 1 2 16,-5-2-2-16,-1 0-7 0,0 2 5 0,-4-3-8 15,-1 0-1-15,-7 0-3 0,12 3-5 0,-7-2 0 16,-5-1-3-16,6 5 16 0,-3 0 9 0,0 2 7 16,-1-1 10-16,-1 5 0 0,-1-1-8 0,0 3 8 15,0 4 1-15,-2-1 2 0,-1 1 3 0,-2 2-2 16,2 0-6-16,-2 5-4 0,1-5-8 0,2-2-3 15,-6 2-3-15,5 0 4 0,-3-2-1 0,3 0-15 16,0-1 1-16,-2 0-10 0,3 0-1 0,-1-3-3 16,0-3-5-16,3 2 2 0,-4 1-6 0,2-4-23 15,-1-2-26-15,2 0-33 0,1-7-48 0,-1 10-40 0,1-10-32 16,-2 10-34-16,2-10-31 0,-2 7-34 0,2-7-34 16,0 0-50-16,0 0-235 0,0 0-640 15,-7 2 284-15</inkml:trace>
  <inkml:trace contextRef="#ctx0" brushRef="#br0" timeOffset="-36626.07">30624 11845 28 0,'0'0'227'0,"5"-6"-17"0,-5 6 3 16,7-8-5-16,0 6-11 0,3-3-11 0,4 3 0 16,3-2-19-16,3 1-16 0,1 0-15 0,-2 2-13 15,1-2-16-15,2 2-43 0,-1 1-50 16,0 1-70-16,-2 1-64 0,-2 0-78 0,-4 0-110 15,-3-1-333-15,-5 3 148 0</inkml:trace>
  <inkml:trace contextRef="#ctx0" brushRef="#br0" timeOffset="-36076.09">28686 12530 154 0,'-11'-2'183'0,"-1"0"0"0,2 1-2 16,4-2-7-16,6 3-8 0,0 0-16 0,-13 0-14 16,13 0-13-16,0 0-9 0,0 0 2 0,0 0 4 15,27 4 2-15,6-4-2 0,18-1-7 0,14-1-5 16,35-2-7-16,6-4-7 0,10 6 14 0,4-3-5 0,2-1-3 15,3 0-3-15,-4-2-7 0,1 3-7 0,-2 1-5 16,-5-4-5-16,-2 3-8 0,-4-2-7 16,-5 0-5-16,-8 3-5 0,-3-5-5 0,-2 3-6 15,-31 3 12-15,1-2 6 0,1-3 8 0,-9 2 6 0,-14 4 4 16,-2-2 1-16,-1 1 5 0,-6-1-3 0,-2 0-6 16,-7 2 2-16,-8 1 0 0,0-1-4 0,-2 0 3 15,-3 2-5-15,-1-1-4 0,-7 1-7 16,10-1-6-16,-10 1-21 0,0 0 12 0,9-2 1 0,-9 2-9 15,0 0-26-15,0 0-22 0,0 0-38 0,0 0-40 16,0 0-37-16,0 0-49 0,-33-6-58 0,16 4-52 16,3 2-64-16,-5-2-215 0,-3 2-614 0,-6 0 272 15</inkml:trace>
  <inkml:trace contextRef="#ctx0" brushRef="#br0" timeOffset="-31851.27">28775 12882 14 0,'0'0'171'16,"0"0"-4"-16,0 0-16 0,0 0-8 0,0 0-6 16,0 0-3-16,0 0-12 0,0 0-10 0,0 0-13 15,0 0-6-15,0 0-6 0,0 0-3 0,0 0 5 0,0 0-3 16,0 0-2-16,0 0-3 0,0 0-3 15,0 0-3-15,0 0-1 0,0 0 2 0,0 0 2 16,0 0 0-16,0 0 12 0,0 0-6 0,0 0 4 16,0 0-2-16,0 0-11 0,0 0-4 0,0 0-12 0,-11-4-2 15,11 4-7-15,0 0 2 0,-5-12-5 0,5 12 4 16,-3-5 5-16,3 5-3 0,0 0-2 16,-2-8 2-16,2 8 1 0,0 0-1 0,0 0-2 15,-3-7-6-15,3 7-7 0,0 0-2 0,0 0-7 0,0 0-2 16,0 0-4-16,0 0-2 0,0 0 2 0,0 0-11 15,0 0-3-15,0 0 9 0,0 0-3 16,-1 29 1-16,1-17 4 0,1 5 5 0,1-2-2 16,-1 2 7-16,4 0-6 0,-5-1 6 0,3 4-5 0,-2-2 2 15,0-1-7-15,1 0 4 0,1 0 0 0,0-2-3 16,-2 2-4-16,1-2 1 0,-1-3 3 0,0-1 2 16,-1-2-9-16,4 3 1 0,-2-3-6 15,-1 2 2-15,1-2-3 0,-2-2-1 0,0-7 5 0,1 10-3 16,-1-10-29-16,1 9-20 0,-1-9-18 0,0 8-20 15,0-8-19-15,0 7-22 0,0-7-29 0,0 0-56 16,0 0-56-16,0 0-41 0,0 0-189 0,0 0-530 16,0 0 234-16</inkml:trace>
  <inkml:trace contextRef="#ctx0" brushRef="#br0" timeOffset="-31492.4">28932 13032 39 0,'-2'-9'200'0,"2"9"1"0,0 0-9 0,0 0-6 16,0 0-8-16,0 0-9 0,0 0 2 0,0 0-7 16,0 0-7-16,0 0-19 0,-11 27-8 0,11-17-12 15,-1 1-10-15,1-1-13 0,1-2-5 0,0 3-11 16,2-2-3-16,1-1-11 0,1 0-2 0,0-3-8 16,2 2-4-16,-1-1-2 0,1-2 1 0,0 0-2 15,5-2 0-15,-1-1-3 0,1-2 9 0,0-1 3 0,-1 0-3 16,2-1-3-16,-4-3 0 0,1 2-8 15,0-4 4-15,-2 1-8 0,0-3-7 0,-2 0-1 16,-1 0 0-16,-1-2 0 0,-3 0-7 0,2-5-1 16,-3 6 10-16,-3-3-15 0,2 2-4 0,-3 2 0 0,-2 0-5 15,1 2 2-15,0 0 0 0,-3 0-2 0,0 3-9 16,-2 1 2-16,3 1 4 0,-4 1-3 16,-1 2 2-16,1 3-17 0,1-1-20 0,-1 2-14 15,-1 1-16-15,1 1-30 0,2 2-21 0,1-1-35 16,2 3-36-16,0-2-31 0,0 2-34 0,4-2-171 0,0-1-454 15,2-7 202-15</inkml:trace>
  <inkml:trace contextRef="#ctx0" brushRef="#br0" timeOffset="-31274.03">29305 13029 90 0,'0'0'292'15,"0"0"-7"-15,4-5-18 0,-4 5-12 0,0 0-25 0,6-6-23 16,-6 6-18-16,8-4-17 0,-2 2-17 0,3-1-8 16,3-1-5-16,0 3-21 0,8-2-12 0,-3 0-8 15,1 3-14-15,0-2-6 0,-1 2-11 16,-2 0-7-16,-2 0-20 0,0-1-27 0,-1 2-33 0,0-1-38 16,-1 0-39-16,1-1-42 0,-1 0-37 0,-2 0-33 15,-1-2-28-15,-8 3-135 0,12-3-398 0,-6 1 177 16</inkml:trace>
  <inkml:trace contextRef="#ctx0" brushRef="#br0" timeOffset="-31058.97">29530 12897 23 0,'0'0'256'0,"0"0"-6"16,-4-6-10-16,4 6-20 0,0 0-21 0,0 0-19 15,0 0 7-15,0 0 14 0,0 0-1 0,-8 16-10 16,8-7-7-16,-2 5 3 0,1 1-29 0,-1 4-9 15,1-1-9-15,-2 5-15 0,2-4-14 0,0 0-8 16,-2-2-9-16,3 2-18 0,-1-3-5 0,0-3-22 16,1-1-31-16,0 4-52 0,1-6-28 0,-1 2-56 15,0-2-75-15,1 0-63 0,-1-2-232 0,1 0-529 16,-1-8 234-16</inkml:trace>
  <inkml:trace contextRef="#ctx0" brushRef="#br0" timeOffset="-30709.3">29833 12949 90 0,'3'-6'284'0,"-3"6"-7"0,0 0 6 16,0 0 5-16,0 0-7 0,0 0-10 0,0 0-16 15,-11 23-17-15,9-12-30 0,-1 5-12 0,2-4-15 16,-1 0-9-16,1 0-9 0,0-1-20 0,1 0-15 15,0 0-11-15,2-2 3 0,2-1-20 0,0-1-9 16,4 1-9-16,-1-2-21 0,4-2 4 0,1-1-1 16,1-1-7-16,1 0-5 0,4-5 0 0,-1-2-7 15,-1 0-7-15,-3 2 11 0,0-2-4 0,-2-1 0 16,-1-1-6-16,-2-1-5 0,-1-1 8 0,-2-2-8 16,0-1-6-16,-4 1-2 0,-1-1-1 0,-1 1-12 15,-4-5 9-15,-2 1-4 0,2 3-3 0,-3 2-2 16,0 0-16-16,0 0 10 0,-4 4 1 0,1 0-22 15,-1 0-20-15,1 3-32 0,-2 1-28 0,0 0-30 0,-4 2-34 16,4 3-30-16,-3 0-49 0,5 0-50 16,-1 1-48-16,1 4-220 0,4-4-600 0,2 1 266 15</inkml:trace>
  <inkml:trace contextRef="#ctx0" brushRef="#br0" timeOffset="-30528.62">30064 12983 78 0,'8'0'321'16,"-8"0"-4"-16,0 0 5 0,8-1 6 0,-8 1-4 16,0 0-20-16,0 0-29 0,0 0-24 0,0 0-25 0,10-1-14 15,-10 1-31-15,0 0-23 0,0 0-13 0,0 0-32 16,0 0-47-16,9 1-45 0,-9-1-51 16,0 0-46-16,6 5-48 0,-6-5-45 0,7 3-48 15,-7-3-48-15,8 0-196 0,-8 0-498 0,9 0 221 0</inkml:trace>
  <inkml:trace contextRef="#ctx0" brushRef="#br0" timeOffset="-30224.79">30298 12875 45 0,'4'-2'227'16,"-4"2"1"-16,9-4 1 0,-9 4-1 0,14-1-2 16,-14 1-6-16,12 3-10 0,-6 1-7 0,1 0-17 15,0 2-13-15,-5 0-10 0,2 3-8 0,-1 0-12 16,-3 1-9-16,-2-1-16 0,0 2-3 15,-2 0-11-15,-1 1-4 0,-4-3-16 0,0 6-4 0,-1-3 6 16,2-2-29-16,-1-1-1 0,1-1-7 0,2 0-3 16,0-2-4-16,1-2 1 0,1-1-4 15,4-3-6-15,-7 7-2 0,7-7 7 0,-5 6-1 16,5-6 10-16,-4 3-24 0,4-3 6 0,0 0 6 0,0 0-7 16,0 0-4-16,0 0 8 0,22 0-20 0,-11 0 2 15,1 0 7-15,2-3-14 0,5 1 1 0,-1-5-26 16,1 3-25-16,1 1-39 0,-3-1-41 0,1-1-41 15,0 1-38-15,-8 1-27 0,11 0-26 0,-10 1-20 16,5-6-195-16,-6 3-509 0,-1 1 226 0</inkml:trace>
  <inkml:trace contextRef="#ctx0" brushRef="#br0" timeOffset="-29925.11">30607 12923 106 0,'3'-7'146'0,"-3"7"16"0,1-13 8 0,-1 13 18 0,1-12 12 15,-1 7 3-15,0 5 5 0,0-10-1 0,0 10-4 16,2-7-8-16,-2 7-16 0,0 0-15 0,0 0-18 15,0 0-12-15,0 0-2 0,0 0 10 0,0 0-6 16,0 0 2-16,0 0-4 0,0 0-14 0,0 0-5 16,5 29 4-16,-1-18-22 0,-1-3-6 0,2 2-13 15,2-1 2-15,0 7 0 0,1-5-23 0,4 2 5 16,-1 0-8-16,-2-4-1 0,2 0-8 0,-1-2 0 16,5 5-13-16,-6-2 4 0,0-2-8 0,0-1 3 15,-2 0-3-15,-2-3-8 0,1 2 2 0,-1-2 9 16,-1 1-22-16,-4-5 9 0,5 9-6 0,-4-4 12 15,-1-5-8-15,0 0-6 0,-8 14 3 0,2-8-2 16,-1-3-2-16,-3 1 4 0,0 0-9 0,-2-1 0 16,1 0-25-16,1-1-23 0,-2 0-35 0,0-1-28 15,-1 0-30-15,0-2-35 0,1-2-51 0,-4 1-45 16,3-3-51-16,3 2-246 0,-3-4-613 0,4-3 271 16</inkml:trace>
  <inkml:trace contextRef="#ctx0" brushRef="#br0" timeOffset="-29776.11">30700 12837 81 0,'7'-9'223'0,"1"1"-3"16,0 1 3-16,0-1-10 0,1 1-16 0,0 0-22 15,2 1-14-15,4-2-15 0,-1 3-13 0,1-1-33 16,3 2-10-16,0 1-10 0,2-2-17 0,2 2-33 0,0-2-42 16,-2 2-50-16,7-3-58 0,-5 2-49 15,-7 2-127-15,3-4-319 0,-5 4 141 0</inkml:trace>
  <inkml:trace contextRef="#ctx0" brushRef="#br0" timeOffset="-28942.21">24378 14212 23 0,'0'0'241'0,"0"0"-9"0,-12 0-10 0,12 0-17 15,0 0-15-15,0 0-8 0,0 0-4 0,0 0 4 16,0 0-7-16,0 0-9 0,0 0-13 0,28 6-13 15,-14-6-14-15,-1 0-14 0,7-1-7 0,2 0-13 16,-2 1-13-16,-1-1-37 0,1-2-44 0,-3 2-44 16,-5 2-60-16,-1-2-57 0,0-1-50 0,-11 2-174 15,10 0-417-15,-10 0 185 0</inkml:trace>
  <inkml:trace contextRef="#ctx0" brushRef="#br0" timeOffset="-28792.39">24381 14320 4 0,'0'0'218'0,"0"0"-10"0,-6 6-20 0,6-6-12 16,0 0 3-16,0 0 3 0,0 0-9 0,11 8-20 15,-3-8-18-15,3 0-12 0,8 0-13 0,1 0-19 16,-1 0-41-16,2-4-57 0,9 0-61 0,1-2-57 16,2 1-174-16,-3-2-323 0,2-2 143 0</inkml:trace>
  <inkml:trace contextRef="#ctx0" brushRef="#br0" timeOffset="-27559.02">25615 13937 172 0,'0'0'252'0,"-5"-5"-4"0,5 5-14 16,0 0-15-16,-8-5-15 0,8 5-21 0,-6-2-18 16,6 2-9-16,0 0-7 0,-13 7-3 0,9-3-8 15,-4 3-5-15,-1 0 1 0,1 3-1 0,2-1-23 16,-7 4-7-16,5-4 0 0,-1 4-7 0,2 3-4 16,0-2-12-16,1 2-2 0,-1-2-2 0,5-1-14 15,-3 0-3-15,4-2-5 0,-1 0-3 0,4 2-1 16,-2-3-5-16,6 0-4 0,-4-1-3 0,5 1 1 15,-1-2-15-15,3-3 0 0,1 0 6 0,3-1-4 16,0-2 1-16,1-1-7 0,6 0-3 0,-3-3 5 16,2 0-6-16,2-3 0 0,-2-1 0 0,-1 0-4 15,0-3 0-15,-2 1 3 0,-3-1 1 0,1-1 10 16,-3 2-8-16,-3-3 5 0,3-2-1 0,-5 4-1 16,-2-3-4-16,-2 0 3 0,0 0-7 0,-4-1 1 15,0 1-4-15,-2-1-1 0,-2-1 3 0,-2-1-6 16,-1 2 5-16,-4 2 9 0,3 3-19 0,2 0 15 15,-1 2-16-15,0 0-1 0,-1 1 2 0,0 3-2 16,-1 2-7-16,1 0-17 0,-5 1-9 0,5 0-40 16,-3 3-23-16,3 0-31 0,2-1-26 0,1 3-37 15,3 3-39-15,0-5-42 0,4-4-45 0,-1 13-161 16,1-13-517-16,5 9 229 0</inkml:trace>
  <inkml:trace contextRef="#ctx0" brushRef="#br0" timeOffset="-27398.62">25989 13982 206 0,'0'0'290'0,"0"0"-3"0,0 0-7 0,0 0-10 15,11 2-20-15,-11-2-20 0,0 0-18 0,0 0-26 16,0 0-23-16,12 0-15 0,-12 0-25 0,0 0-42 16,0 0-32-16,0 0-37 0,0 0-52 0,0 0-55 15,0 0-63-15,0 0-47 0,0 0-177 0,0 0-414 16,0 0 184-16</inkml:trace>
  <inkml:trace contextRef="#ctx0" brushRef="#br0" timeOffset="-27038.21">26226 13885 19 0,'0'0'273'0,"2"-6"-1"0,-2 6-4 0,0 0-14 15,0 0-19-15,0 0-17 0,0 0-22 0,0 0 0 16,0 0 1-16,0 0 12 0,0 0-5 0,-10 25-20 15,4-15-11-15,1 0-11 0,-3 6-13 0,3-2 0 16,0-2-16-16,0 1-8 0,1 0-17 0,2-1-9 0,-2 4-10 16,4-5 4-16,0-1-34 0,4-1 6 15,2 0-7-15,-1 0-6 0,5 0 1 0,0-4-2 16,1-1 1-16,3-1-10 0,-1-3-9 0,10-2-3 16,-5 0-2-16,2-2-2 0,-2 0-2 0,0-2 3 0,0-2 1 15,-9 2-2-15,5-1-7 0,-5 0-2 16,-3-2-8-16,4-1 6 0,-6 1 0 0,1-2-2 15,-3 1-8-15,0-2 4 0,-2-2-7 0,0 3 2 16,-4 0 0-16,1-1 1 0,-3-3-1 0,-2 5-6 0,2-1 5 16,-3 4-2-16,3 2-16 0,-6-2-8 0,3 1-19 15,0 2-26-15,-2 0-20 0,2 1-21 16,0 1-23-16,-1 0-17 0,2 2-29 0,8 0-36 16,0 0-39-16,-18 4-32 0,13-1-253 0,5-3-582 15,0 0 257-15</inkml:trace>
  <inkml:trace contextRef="#ctx0" brushRef="#br0" timeOffset="-26667.42">26574 13715 161 0,'0'-8'252'0,"0"8"-1"0,0 0-10 0,0 0-14 16,0-10-18-16,0 10-21 0,0 0-22 0,0 0-8 15,0 0-22-15,0 0-7 0,10-2-15 16,-10 2-10-16,19 3-7 0,-2-3-5 0,2 1-9 15,1-1-2-15,0 2 0 0,9-2 1 0,2-2-13 0,-10 4-5 16,0-2-6-16,-4 0 2 0,-5 0-6 0,-1 0 5 16,-5 0-1-16,-6 0 2 0,14 2 0 15,-14-2-2-15,11 0-2 0,-11 0-5 0,7 0-1 16,-7 0-8-16,0 0-9 0,0 0-2 0,8 4 12 16,-8-4 17-16,6 8-1 0,-6-2 11 0,0 4-2 0,0 0 5 15,0 3-17-15,-4-3 14 0,0 6-4 0,2-1 6 16,0 3-1-16,0-3-9 0,-1 2 3 0,-3-3-8 15,2 3-1-15,-1 0-1 0,0-2-1 0,-2-1-14 16,5-2-1-16,-4 3-5 0,3-2 0 0,-3-3-4 16,1 0-16-16,0 0 9 0,3-1-12 0,-2-3-34 15,4 2-36-15,0-8-40 0,-2 10-38 0,2-10-31 16,-3 8-29-16,3-8-34 0,-2 4-33 0,2-4-29 16,0 0-31-16,0 0-210 0,0 0-578 0,0 0 256 15</inkml:trace>
  <inkml:trace contextRef="#ctx0" brushRef="#br0" timeOffset="-26508.87">26760 13918 191 0,'0'0'186'0,"0"0"-10"15,-2-7-5-15,2 7-14 0,0 0-19 0,0 0-14 16,11-10-11-16,-3 7-2 0,6-1-20 0,-1 0-9 16,14-3-12-16,-2-1-23 0,5-1-29 0,-1 0-39 15,4-1-37-15,-1 3-38 0,-1-2-19 0,-1 1-20 16,-1-1-74-16,-4-1-225 0,-4 1 99 0</inkml:trace>
  <inkml:trace contextRef="#ctx0" brushRef="#br0" timeOffset="-26026.12">27223 13741 2 0,'6'-5'90'0,"-2"0"1"16,-1 0 10-16,-3 5 12 0,5-8 13 0,-5 8 13 15,4-5 8-15,-4 5 3 0,0 0-11 0,2-6-4 16,-2 6-4-16,0 0-3 0,0 0-6 0,0 0-5 16,0 0-3-16,0 0-5 0,-16 16-5 0,12-11-11 15,4-5-4-15,2 17-6 0,0-6-7 0,-2-1-2 16,5 3-5-16,0-2-8 0,4 3-6 0,-1 1-4 15,1-1 0-15,5 0-3 0,-3-1-4 0,3-2-2 16,-3 3 3-16,0-4 0 0,-1-3-5 0,0 2-4 16,-3-1-6-16,-1-2 2 0,2 0-4 0,-6-1-5 15,2 0 2-15,-4-5-3 0,1 8 4 0,-1-8-3 16,0 0-1-16,-11 11-2 0,1-6-3 0,-3-4-2 16,-1 1-2-16,0 3 1 0,-6-3 0 0,3 0-6 15,1 0-2-15,3-2-2 0,0-2 0 0,1 1-2 16,3-2 3-16,-1 2-3 0,6-3 1 0,-1-1-7 15,5 5 2-15,-4-9 1 0,4 9-2 0,5-15-1 16,1 6 4-16,4-2-4 0,5 1 3 0,-1-3 3 16,1 0-5-16,10-2 5 0,0 0-4 0,-3-2 3 15,5-2-3-15,-3 3 3 0,2-1 0 0,-2 2 1 16,-2 0-2-16,-10 2 0 0,1 3 5 0,1-3 7 16,-1 2 6-16,-7 2 13 0,1-2 9 0,-1 1 2 15,-2 1-2-15,-4-1 2 0,2 0 1 0,0 3 2 16,-6-3-1-16,4 10 6 0,0-12 0 0,-4 6 0 15,4 6-12-15,-6-8-5 0,-1 5-4 0,-1 2 0 16,-3 1 2-16,-3 1 0 0,1 2-2 0,1 3-6 16,-5 0 2-16,0 2-2 0,-2 1 6 0,3 0-2 15,3 1-14-15,-3 0-23 0,7-2-23 0,3 0-34 0,-2-1-38 16,5 1-37-16,-5-1-42 0,4 1-49 16,4-2-34-16,0-6-46 0,0 12-174 0,0-12-527 15,6 10 233-15</inkml:trace>
  <inkml:trace contextRef="#ctx0" brushRef="#br0" timeOffset="-22776.12">28083 13843 78 0,'0'0'220'0,"0"0"-7"0,-6-6-8 0,6 6-13 16,0 0-11-16,0 0-9 0,0 0-12 0,-10-1-10 15,10 1-7-15,0 0-10 0,0 0-4 16,0 0-6-16,0 0-8 0,0 0-6 0,0 0-3 16,0 0-7-16,0 0 0 0,0 0-6 0,0 0-4 0,0 0-1 15,0 0-6-15,0 0 4 0,0 0-6 0,0 0-4 16,0 0 1-16,0 0-9 0,-4-5-9 0,4 5-4 15,0 0-6-15,0 0-4 0,-12-1-3 0,12 1-7 16,0 0-4-16,-9 0 1 0,9 0-4 0,0 0-2 16,-13-3 6-16,13 3-17 0,0 0 4 0,-11 1-5 15,11-1-2-15,0 0 8 0,-12 3-9 0,12-3 4 16,-7 2 4-16,7-2 0 0,0 0-10 0,0 0 5 16,-11 0 4-16,11 0-5 0,0 0 1 0,0 0 2 15,0 0-3-15,0 0-4 0,-11 1-2 0,11-1-2 16,0 0 0-16,0 0-2 0,0 0 10 0,0 0-9 15,0 0-6-15,0 0 5 0,0 0-2 0,0 0 3 16,0 0-1-16,0 0 0 0,0 0-2 0,0 0 5 16,0 0-2-16,0 0 2 0,0 0-8 0,0 0 5 15,0 0 4-15,0 0-5 0,0 0-4 0,0 0 3 16,0 0 3-16,0 0-3 0,0 0-4 0,0 0 3 16,0 0-2-16,0 0 5 0,0 0 0 0,0 0-4 15,16 13 15-15,-16-13-16 0,0 0 2 0,0 0-3 16,0 0 17-16,0 0-7 0,0 0-3 0,0 0 9 15,0 0 6-15,0 0 11 0,0 0 8 0,0 0 0 0,0 0 4 16,0 0 9-16,0 0-13 0,0 0 0 16,0 0-4-16,0 0-1 0,0 0-4 0,0 0-1 15,0 0-4-15,0 0 0 0,0 0-5 0,0 0-4 16,0 0-4-16,0 0 3 0,0 0-11 0,0 0 4 0,0 0-1 16,-3 15-4-16,0-6-4 0,-2-1 20 15,3 3-24-15,-3 0 12 0,-2 1-6 0,2 1 5 16,0-2-4-16,0 1 1 0,-2 1-4 0,2-3 9 15,1 0-9-15,2-1 2 0,-3-1-2 0,1 0 1 0,3 0 1 16,-2-2-3-16,0 1 2 0,3-7 6 0,-3 9-6 16,3-9 1-16,-2 10 8 0,2-10-5 15,0 0 0-15,-2 7 13 0,2-7 22 0,0 0-4 16,0 0 3-16,0 0-9 0,-3 5 0 0,3-5 2 0,0 0-7 16,0 0-1-16,0 0-19 0,0 0 14 0,0 0 0 15,10-23-6-15,-6 13 4 0,-1-1 4 0,1-2-11 16,5-2-1-16,0-1 1 0,1-7 0 0,0-1 3 15,-1 5-7-15,5-4 1 0,-2-4 6 0,0 2-8 16,1-3 0-16,2 3 2 0,-2 2-1 0,-2 5-6 16,3-3-1-16,-3 5 1 0,-2 3 2 0,0 6 0 15,-3-1 0-15,1 0 0 0,-5 3-4 0,2 1-2 16,-4 4-3-16,8-3 5 0,-8 3-1 0,0 0 7 16,13 11-20-16,-7-1 13 0,-3 2 3 0,1 5-5 15,2 0 1-15,-2 6 7 0,1 2 1 0,-2-6 3 16,1 7-1-16,-1-9 3 0,0 2 2 0,-1 0-3 15,2-2-4-15,1-2-11 0,0 2 13 0,-1-2 2 16,-2-2 2-16,4-2-1 0,-3 1 0 0,5-1-5 16,-2-2 7-16,0 1-8 0,0-2 6 0,-1 1-1 15,3-2-16-15,-2-3-26 0,-1-1-36 0,-5-3-27 16,9 7-31-16,-9-7-30 0,5 0-51 0,-5 0-31 16,0 0-33-16,0 0-39 0,0 0-35 0,14-7-199 15,-14 7-594-15,-1-9 262 0</inkml:trace>
  <inkml:trace contextRef="#ctx0" brushRef="#br0" timeOffset="-22624.82">28083 13921 39 0,'0'0'173'16,"0"0"0"-16,0 0-15 0,0 0-23 0,25-9-8 15,-10 8-14-15,-1-1-15 0,5-2-13 0,3 3-47 16,7-5-68-16,2 2-68 0,-6-2-71 0,4 0-183 15,0 0 82-15</inkml:trace>
  <inkml:trace contextRef="#ctx0" brushRef="#br0" timeOffset="-22448.32">28914 13826 259 0,'13'-3'261'0,"-13"3"-13"15,14 0-12-15,-7-1-18 0,4 1-14 0,0 0-27 16,-1 1-10-16,3-1-25 0,0 2-16 0,0-2-22 16,-2 1-45-16,1 0-49 0,-3-1-65 0,3 1-57 15,-6 1-49-15,0 1-154 0,-6-3-339 0,5 6 150 16</inkml:trace>
  <inkml:trace contextRef="#ctx0" brushRef="#br0" timeOffset="-22293.18">28964 13944 120 0,'-5'6'200'16,"5"-6"-14"-16,-4 8 3 0,4-8-10 0,0 0-12 16,0 0-5-16,7 10-11 0,0-7-15 0,3-2-12 15,0 0-11-15,4-1-8 0,3 0-31 0,3-1-40 16,2 0-51-16,5-4-75 0,-7 1-59 0,-1 1-129 16,-2-2-304-16,2 0 135 0</inkml:trace>
  <inkml:trace contextRef="#ctx0" brushRef="#br0" timeOffset="-21908.97">29750 13593 1 0,'-16'0'275'0,"3"-2"-5"0,3 0-13 0,4 2-14 0,6 0-22 15,-13-1-23-15,13 1-20 0,0 0-14 16,0 0-5-16,0 0-6 0,0 0-13 0,0 0-14 16,37 8-8-16,-16-4-6 0,5-3 1 0,4 2-3 15,-2-2-3-15,-9 2-5 0,3-2-5 0,-3 2-8 16,-1-1-6-16,-5-1-4 0,-3 1-6 0,-2-1-8 16,0-1-1-16,-8 0-4 0,12 3 1 0,-7-2-11 15,-5-1 20-15,4 9-1 0,-4-9-2 0,0 13 10 16,-1-6 5-16,-3 5-10 0,1 4 0 0,-2-1-8 15,-1 2 4-15,-2 8 0 0,2-7-4 0,1 0-4 0,-4 5-5 16,0-4-6-16,5 0-2 0,-1-2-10 16,0-1 3-16,1-3-10 0,1 2 0 0,1 0 1 15,-3-1-10-15,5-3 1 0,-3-1-23 0,2 0-43 16,0-1-36-16,-1-3-40 0,2-6-40 0,-1 12-40 16,1-12-39-16,-3 8-44 0,3-8-62 0,-2 6-238 15,2-6-629-15,0 0 279 0</inkml:trace>
  <inkml:trace contextRef="#ctx0" brushRef="#br0" timeOffset="-21292.21">29816 13817 5 0,'19'-6'147'0,"-7"2"-14"0,2-1-10 0,2 1-8 15,5-1-11-15,-1 1-19 0,8 0-4 0,3-4-10 16,1 0-9-16,0 3-19 0,-3-2-5 0,2 0-16 15,-3-2-6-15,0-2-1 0,-2-1-5 0,-8 7 12 0,0-5-3 16,-3 1-6-16,-1-3 13 0,-3 5 13 16,-3 0 14-16,-1-2 14 0,-4 3 24 0,3 0 4 15,-5 0-2-15,-1 6 2 0,4-9 3 0,-4 9-10 16,2-7-8-16,-2 7-6 0,0 0-3 0,0 0-10 16,0 0-2-16,0 0 2 0,0 0-5 0,0 0-3 0,0 0-3 15,0 0-3-15,0 0-3 0,-7 24 1 16,10-14-1-16,2-1 5 0,-1 2-2 0,1-1-6 15,6 2-1-15,0 2-2 0,1-1-7 0,-1 2 1 16,4-1-2-16,5 2-3 0,-4 0 1 0,-4-7-4 16,2 2 1-16,-1-1-5 0,2 1-2 0,-4 2 1 15,-2-6-6-15,0 2 2 0,0-2-4 0,-4-4 0 16,1 5-1-16,-4-2 3 0,-2-6 6 0,0 8 5 16,0-8 1-16,-8 7-7 0,2-3 4 0,-6-1-5 15,-2 1 2-15,-1 0-5 0,-3-3 0 0,-1 0-2 16,2 1-4-16,-2-4 4 0,3 1 0 0,3 0-5 0,1-1 1 15,5 0 0-15,-2-3-2 0,5-1-1 16,0 2-6-16,4 4 0 0,-1-13 1 0,3 1-2 16,4 2 0-16,0 0 2 0,7-3 1 0,-3-1-3 15,5 0-1-15,2-4 0 0,6-1 1 0,-5 1 7 16,1-1-1-16,-6 5-7 0,7-5-2 0,-5 5 3 0,2 2 1 16,-2-3 1-16,-3 2 1 0,-1 0-2 0,0 0-1 15,-4 1 2-15,-2 1 0 0,3 1 5 16,-4-1-4-16,-4 0 1 0,-1 0 1 0,-2 3-2 15,-2 1-1-15,-1 2-1 0,-1-2 5 0,1 3-6 16,-7 2 2-16,-1 1 3 0,1 2 1 0,-2 1-4 0,-1 4 0 16,0 1-2-16,-1 3 8 0,4 1-5 0,-2 2-3 15,5-5-24-15,-2 6-29 0,3-2-30 16,2 5-45-16,3-5-54 0,4 0-54 0,0 2-211 16,3-3-487-16,0-2 216 0</inkml:trace>
  <inkml:trace contextRef="#ctx0" brushRef="#br0" timeOffset="-20726.09">30700 13756 130 0,'0'0'253'0,"4"6"-6"0,-4-6-7 16,3 9-12-16,-2-3-9 0,2 1-10 0,-1 0-7 0,-3 2 4 15,4-2-12-15,-2 0-15 0,0 0-10 0,-1-7-16 16,1 10-17-16,-1-10-10 0,3 10-7 15,-3-10 3-15,0 8 10 0,0-8 12 0,0 0 7 16,0 0-2-16,0 0-16 0,0 0-7 0,0 0-12 16,0 0-14-16,0 0-8 0,0 0-6 0,-15-16-14 0,15 16-2 15,-6-15-7-15,4 8-5 0,2-4 0 0,0 1-9 16,1 0-11-16,2-2-2 0,1 0-5 16,1-3 0-16,2 1-5 0,0-2-4 0,2 2-2 15,-2-3-3-15,5 5-6 0,1 1 3 0,-2 0 0 16,1 4-3-16,3-2-2 0,-2 5-1 0,-2 0-3 0,3 3-1 15,-1-1-4-15,0 5-3 0,-2 1 0 0,1 2 6 16,-1 2-3-16,-2-1-1 0,4 4-1 16,-6-1 0-16,0 1 1 0,-2 0-3 0,2 3 2 15,-2-3 7-15,-3-3-12 0,2 3 7 0,-2-4 0 16,0-1 0-16,-1 1-2 0,-1-7 7 0,3 10 1 0,-3-10 2 16,1 5 15-16,-1-5 5 0,0 0-5 0,0 0 2 15,0 0 2-15,0 0-5 0,0 0 7 16,0 0-5-16,0 0-6 0,0 0-1 0,0 0-2 15,0 0-1-15,1-33-7 0,4 22 1 0,2-1-8 0,2-3-5 16,3 1-8-16,0-1-5 0,2 3 1 0,0-2 4 16,-1 2 4-16,2-1 3 0,-4 4 2 0,1 4 1 15,0-1-15-15,-3 2 2 0,-2 0 3 16,0 3 0-16,-7 1-1 0,10 1 0 0,-10-1 0 16,10 8 8-16,-6-1-5 0,-1-1-2 0,-1 4 9 0,-1-1-5 15,-3 2 0-15,1 1-16 0,-1 0-28 0,0-1-27 16,-2-1-26-16,0 1-30 0,0-3-32 0,0 2-36 15,1-2-54-15,0-3-52 0,3-5-38 0,-4 11-215 16,2-6-610-16,2-5 271 0</inkml:trace>
  <inkml:trace contextRef="#ctx0" brushRef="#br0" timeOffset="-20303.51">31267 13698 76 0,'5'-3'220'16,"-5"3"7"-16,0 0-6 0,0 0 4 0,0 0-3 15,2 16-6-15,-2-16 7 0,0 16-9 0,0-6-14 16,0 0-12-16,-1 1-8 0,2 0 1 0,-1 0-27 16,0-1-11-16,3-1-9 0,-2 0-1 0,-1-1-7 15,0-8-9-15,0 10-9 0,0-10 13 0,1 5 2 16,-1-5 21-16,0 0 22 0,0 0-11 16,0 0-9-16,0 0-18 0,0 0-13 0,0 0-8 0,0 0-11 15,0 0-5-15,4-24-12 0,-1 14-6 0,-3-1-8 16,2-2-6-16,3-3-7 0,-2 0-5 0,2-2-4 15,3 2-6-15,-2-2-3 0,3-9-6 0,5 5 1 16,-5-3-7-16,4 1 3 0,1 2-8 16,-5 5 0-16,-3 2 0 0,6 2-4 0,-5 3-1 0,1 3-2 15,-4 0-1-15,0 1-4 0,0 2-6 0,-4 4 2 16,10-4-2-16,-10 4 2 0,0 0 0 0,13 13 0 16,-9-3-3-16,-2 0-5 0,2 2 5 0,-4 7-1 15,2-1 5-15,0 0 2 0,-2 0 1 0,0 0 3 16,2 1 1-16,-2-1 4 0,-1-2-1 0,1 0 1 15,2 1 2-15,0-5-4 0,0 5-2 0,0-7 4 16,-1 2-3-16,0 0-1 0,0-3 4 0,1-3-5 16,0 3-2-16,-2-9-29 0,2 10-34 0,-2-10-37 15,0 9-43-15,0-9-51 0,0 0-48 0,0 0-56 16,0 0-61-16,0 0-47 0,-7 5-261 0,7-5-714 16,0 0 316-16</inkml:trace>
  <inkml:trace contextRef="#ctx0" brushRef="#br0" timeOffset="-20143.13">31288 13691 113 0,'0'0'236'16,"0"0"-6"-16,-7-2 6 0,7 2-1 0,0 0-13 15,0 0-8-15,0 0-7 0,0 0-17 0,0 0-18 16,39-7-17-16,-16 7-16 0,5-5-16 0,4 3-47 16,0-5-63-16,-2 4-67 0,-9 0-74 0,6-2-75 15,-9 2-160-15,-2-1-393 0,-4 3 174 0</inkml:trace>
  <inkml:trace contextRef="#ctx0" brushRef="#br0" timeOffset="-19742.75">30028 14112 166 0,'-32'3'240'0,"5"-1"-1"0,6 1-1 16,3 0-12-16,3-1-17 0,4-1-15 0,1 1-17 15,2 0 0-15,8-2 12 0,-2 5 11 0,2-5-5 16,18 6-11-16,2-3-8 0,16 2-2 0,19-4-10 15,11-1-7-15,33-1-23 0,2-4-3 0,0-3 3 16,7 2-10-16,5-1-7 0,-7-2-2 0,5 2-10 16,-5 0-7-16,-5 0 3 0,-8 4 0 0,-1-2-6 15,-31 3-5-15,6 0-5 0,-3 0-8 0,-8 2-6 16,-15-2-8-16,-9 4 1 0,-5-1-1 0,-10 0 1 16,-5-2-4-16,-4 1-7 0,-2-1-7 0,-6 1-13 15,11 0-31-15,-11 0-57 0,0 0-62 0,0 0-84 16,0 0-88-16,-46 3-126 0,10-3-294 0,-20 3-769 15,-7-1 340-15</inkml:trace>
</inkml:ink>
</file>

<file path=ppt/ink/ink2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1-21T11:02:43.697"/>
    </inkml:context>
    <inkml:brush xml:id="br0">
      <inkml:brushProperty name="width" value="0.05292" units="cm"/>
      <inkml:brushProperty name="height" value="0.05292" units="cm"/>
      <inkml:brushProperty name="color" value="#FF0000"/>
    </inkml:brush>
  </inkml:definitions>
  <inkml:trace contextRef="#ctx0" brushRef="#br0">6734 4217 125 0,'0'0'148'0,"0"0"-1"16,-2-11-15-16,2 11-4 0,0 0-9 0,0 0-6 15,-5-6-8-15,5 6 2 0,0 0-19 0,0 0-1 16,-6-4-9-16,6 4-2 0,0 0 2 0,0 0-7 15,0 0-5-15,-13 0-3 0,13 0 1 0,0 0-7 16,-13 2-2-16,13-2 2 0,-8 4 0 0,8-4 1 16,-10 5 0-16,4-2-2 0,-3 4-3 0,2-4-4 15,0 4 0-15,0-2-3 0,0 2-1 0,-1 0-2 16,2 0 0-16,-1 0-5 0,1 1 1 0,-3-1-1 16,4 1 0-16,-3 2 5 0,3 1-3 0,-1-1 2 15,1 1-3-15,-1-1-3 0,2 1-2 0,1 2 0 16,-1-3 1-16,1 0-4 0,1 2-1 0,-3-1-1 15,3 1 4-15,2-1-3 0,2 1-3 0,-1 1 2 16,4-4 0-16,-1 2 9 0,2-3 4 0,1 2 3 16,2-3-8-16,1 1 2 0,0-1-2 0,3 1-1 15,2-2-3-15,-3-2-5 0,2 0 3 0,0 0-7 16,0-3 2-16,2 1 2 0,2-3-2 0,-4 0-11 16,0 0 1-16,3-1 1 0,-3-2-6 0,5 1-2 15,-1-1 2-15,-1-2-3 0,-4 0 2 0,2 0-1 16,-4-1 1-16,1 0 0 0,-1 0-1 0,0-2 2 15,-1 1-5-15,1-4 3 0,-2 3 2 0,-1-1-5 16,-2-1-3-16,3-3 0 0,-2-2 3 0,-2 0-5 16,-1 3 3-16,-2-6-3 0,1 4 3 0,-3-2-4 15,-3 1 1-15,1 0 1 0,-1 6 5 0,-2-2 3 16,0-2-1-16,0 3-1 0,-2 0-11 0,1 0-2 16,0 2 4-16,-2 0 1 0,-4 2-5 0,2 1 1 15,-1 2-1-15,-3 0 1 0,-1 2 2 0,-5 3-4 16,-2 2 1-16,-4-1-1 0,-1 4 3 0,-2 1-2 15,1 1-2-15,2 0-10 0,7-2-17 0,-1 0-17 16,2 1-11-16,3 0-23 0,2-3-16 0,3 2-34 16,2 0-34-16,2-1-34 0,4 0-36 0,2-5-223 15,0 0-499-15,8 12 222 0</inkml:trace>
  <inkml:trace contextRef="#ctx0" brushRef="#br0" timeOffset="1085.99">7042 4374 57 0,'0'0'89'0,"0"0"-10"0,0 0 12 0,0 0-10 16,0 0 3-16,0 0 1 0,8-3-1 0,-8 3 6 0,0 0 2 15,0 0-6-15,0 0 3 0,0 0 2 0,0 0-4 16,0 0 0-16,0 0-7 0,0 0-5 15,0 0-7-15,0 0-3 0,0 0-9 0,0 0-2 16,0 0-3-16,0 0 3 0,0 0-2 0,0 0 4 16,0 0-2-16,0 0-2 0,0 0-4 0,0 0-1 0,0 0-8 15,0 0-3-15,0 0 1 0,0 0-7 0,0 0-2 16,0 0-2-16,0 0-1 0,0 0-4 16,0 0-4-16,0 0 2 0,0 0-3 0,0 0 2 15,0 0 4-15,0 0 4 0,0 0 1 0,17 6-1 16,1-7 0-16,1 0 6 0,1 1-3 0,3-2 5 15,5 2 0-15,4-3-3 0,0 1-1 0,0 0-2 0,0-1 1 16,4 1 0-16,4 0-3 0,-2 0-2 16,14-2 0-16,-2 3 2 0,-10-2-11 0,12 1 0 15,5-3-2-15,-4 3-2 0,3-3 6 0,1 2-6 16,-1-2 0-16,0 1-5 0,2-1 1 0,0 2 3 16,1-1-2-16,4 0 1 0,-6 1-3 0,-2-3 2 15,4 0 1-15,-1 1-1 0,-2 3-2 0,0-3-1 16,-2 0 1-16,0 2 0 0,-2-3 2 0,0 3-5 15,-13 0 2-15,14-2-1 0,-14 1 0 0,13 2 3 16,-16-1-4-16,3 0 3 0,-1 1 5 0,1-1 0 16,1 1-12-16,-3-3 7 0,1 4 0 0,3-2-4 15,-4 1-2-15,-1 0 3 0,-2-2-4 0,1 0 4 16,1 2 1-16,1-1-4 0,-3 3 0 0,1-3 0 16,-2 1 2-16,-2-1 0 0,3 2 1 0,-2 0 6 15,0-1-8-15,-3 0 1 0,1-2-1 0,-3 3 4 16,3-1 0-16,0 2 7 0,-2-1-10 0,0-2 0 15,-6 3 0-15,6-3 4 0,1 2-1 0,1-1-1 16,-7 0 3-16,6 0 0 0,-1 1 2 0,0 1 1 16,-7-1 1-16,7 0 0 0,-1-1-4 0,1 3 5 15,0-3-5-15,-1 0 0 0,-4 1 0 0,5 0 0 16,-1 1-3-16,1-1 1 0,0 0-2 0,-1 1 2 16,-6-1 2-16,2 1-5 0,-5-2 1 0,3 1 1 15,-5 1 4-15,4 0 6 0,-1-2-10 0,-7 2-1 16,1-1-1-16,0 1 0 0,0-1 4 0,-2 1-4 15,0-2 4-15,0 2 1 0,0 0 0 0,0 0 2 16,-3 0 0-16,-8 0-2 0,16-1 4 0,-7 1 0 16,-9 0 0-16,13 0 2 0,-13 0 3 0,9-2 7 15,-9 2 6-15,0 0-2 0,9 2 6 0,-9-2-4 16,0 0 4-16,0 0-1 0,0 0-3 0,7 0 3 16,-7 0-7-16,0 0-6 0,0 0-3 0,0 0-4 15,0 0-13-15,0 0-28 0,0 0-32 0,0 0-43 16,0 0-49-16,0 0-65 0,0 0-53 0,-37-2-232 15,11 2-546-15,-3 3 242 0</inkml:trace>
  <inkml:trace contextRef="#ctx0" brushRef="#br0" timeOffset="3218.21">5118 5046 18 0,'0'0'151'0,"0"0"-8"0,0 0-8 0,0 0-9 15,0 0-6-15,0 0-9 0,0 0-7 0,0 0-5 16,0 0 0-16,0 0-6 0,0 0-6 0,0 0-2 16,0 0-1-16,0 0-7 0,0 0-1 0,0 0-3 15,0 0-6-15,0 0-4 0,0 0-1 0,0 0-10 16,0 0-1-16,0 0-6 0,0 0-3 0,0 0-2 16,0 0-1-16,0 0 1 0,0 0 1 0,0 0-3 15,0 0-3-15,0 0-7 0,-14 1 4 0,14-1-10 16,-10 1-1-16,10-1-2 0,-12 2 6 0,7-1 4 15,5-1-3-15,-15 0 1 0,8 2-3 0,7-2-2 16,-14 0-2-16,14 0-1 0,-11 3 3 0,11-3 0 16,-11 1 2-16,11-1 3 0,-9 0-1 0,9 0 1 15,0 0-2-15,-11 2 0 0,11-2 2 0,0 0 0 16,-10-2-1-16,10 2-1 0,0 0-1 0,0 0 1 16,0 0-5-16,-9 2 0 0,9-2-6 0,0 0 12 15,0 0-11-15,0 0-3 0,0 0 0 0,0 0-2 16,0 0 0-16,0 0 0 0,0 0 3 0,0 0 4 15,0 0 4-15,0 0-1 0,0 0 6 0,0 0 2 16,27-4 1-16,-18 2-2 0,1 2 1 0,1-2-1 16,0 1-4-16,-1-1 3 0,3-1-4 0,-1 0-1 15,1 1-6-15,0 2 2 0,-1-3-3 0,1 2 0 16,0-1-2-16,0 2 2 0,-1-1-3 0,0-1-4 16,1 2 2-16,-1-2-5 0,0 1 1 0,-1-2 0 15,-1 5-9-15,-2-4-16 0,-8 2-26 0,15-1-20 16,-9 1-29-16,-6 0-30 0,13 1-38 0,-8 1-55 15,-5-2-41-15,10 1-170 0,-10-1-464 0,0 0 206 16</inkml:trace>
  <inkml:trace contextRef="#ctx0" brushRef="#br0" timeOffset="3500.03">5112 4946 254 0,'-8'-7'255'0,"5"3"-9"0,3 4 0 16,-7-4-9-16,7 4-11 0,-3-7-7 0,3 7-11 16,0 0-21-16,-5-4-19 0,5 4-20 0,0 0-11 15,0 0-19-15,0 0-13 0,0 0-10 0,0 0-13 16,0 0-10-16,0 0-6 0,-3 23-5 0,3-12-4 16,0 1-9-16,0 4-2 0,0 0-3 15,2 0-5-15,-2-3-2 0,-2 2-5 0,2 0 3 0,2 2-9 16,-4 0-2-16,1-1 2 0,2 1-5 0,-3-2-1 15,-1-1-6-15,3-3 0 0,-1 3-10 0,1-3-28 16,-3 5-37-16,2-6-23 0,0-1-32 0,1 2-32 16,0-11-47-16,0 16-34 0,1-10-29 0,-1 3-155 15,0-9-448-15,5 9 199 0</inkml:trace>
  <inkml:trace contextRef="#ctx0" brushRef="#br0" timeOffset="3933.61">5339 5029 115 0,'0'0'255'0,"0"0"-8"0,1-8-14 0,-1 8-14 16,0 0-21-16,0 0-14 0,0 0-20 0,0 0-18 16,0 0-6-16,0 0-25 0,0 0-13 0,0 0-5 15,0 0-11-15,0 0-8 0,0 0-7 0,-11 27-6 16,8-19-5-16,1 2-3 0,-2 1-6 15,1-3 1-15,1 2-8 0,-2 0 2 0,3 0-3 0,1 0-3 16,0-3-6-16,0-7-2 0,1 15-1 0,3-9-4 16,-2 1-3-16,3-1 0 0,-1 0 2 0,3-1 1 15,-2-2-1-15,6 0-1 0,-2-1-6 16,3 0 5-16,0 0-3 0,1-2 4 0,1 0-3 16,3-3-1-16,-3-1-1 0,-3 0 5 0,0 0 3 15,1-2 4-15,-3-1 3 0,0-1-3 0,1 1 1 0,-2-1-1 16,0-2 2-16,-3 0-15 0,-1 0 4 0,0 1 8 15,-3-7-18-15,0 5-4 0,-3-1 1 16,0 0 2-16,-4 0-6 0,1-1 0 0,-1 1-2 16,-2 1 4-16,3 2-3 0,-4-1 0 0,0 2-1 15,1-1-2-15,-2 2-1 0,2 2 0 0,-1 0-3 16,3 3-12-16,-3 0-18 0,9 2-26 0,-15 0-25 0,3 3-31 16,3 2-38-16,2 1-56 0,1 3-37 15,0 1-228-15,1-1-513 0,2 2 226 0</inkml:trace>
  <inkml:trace contextRef="#ctx0" brushRef="#br0" timeOffset="4107.22">5674 5070 259 0,'0'0'287'0,"5"-5"-5"0,-5 5 3 15,0 0-10-15,0 0-13 0,4-9-19 0,-4 9-24 16,0 0-18-16,0 0-24 0,0 0-21 0,0 0-19 0,0 0-38 15,0 0-54-15,1-6-47 0,-1 6-50 16,0 0-45-16,0 0-41 0,0 0-51 0,0 0-37 16,0 0-145-16,0 0-401 0,0 0 178 0</inkml:trace>
  <inkml:trace contextRef="#ctx0" brushRef="#br0" timeOffset="4566.55">5810 4921 256 0,'0'0'273'16,"-2"-11"2"-16,-2 5-10 0,4 6-17 0,-4-7-20 16,4 7-18-16,-3-8-20 0,3 8-22 0,0 0-16 15,0 0-21-15,-4-6-16 0,4 6-11 0,0 0-5 0,0 0-15 16,0 0-8-16,-7 26-1 0,7-15-4 16,-1 0-9-16,1 0-6 0,0 0-5 0,0 0 1 15,0 1-1-15,3-1-5 0,-2 0 2 0,3-2-11 16,-2 1 1-16,2 0-11 0,1-3-2 0,0 0-1 15,-1-1-1-15,0-2 2 0,2 1-3 0,2 2 6 16,0-5-5-16,2 2-3 0,-2-3-5 0,3-1 3 16,-1 0-1-16,2 0-2 0,-1 0-2 0,0-1 1 15,-1-2 5-15,0 0-5 0,0-3 6 0,1 0-1 16,-3 0 5-16,1-3 0 0,-2 1-1 0,0-2 3 16,1 1-7-16,-3-4-2 0,2 0 6 0,-5 1 1 15,2 0-4-15,0 2 3 0,-2-1 20 0,1 1 10 16,-2 3-1-16,3 1 11 0,-4 6-2 0,2-11 0 15,-2 11-3-15,2-7-6 0,-2 7-6 0,0 0-6 16,2-9-7-16,-2 9-7 0,0 0-11 0,0 0 2 16,0 0-1-16,0 0-1 0,0 0 5 0,-4 30-4 15,3-18-8-15,-4 3 2 0,1 1 2 0,2-2-10 0,-1 2 10 16,1-1 1-16,-1 2-9 0,1 1 3 16,0-3 2-16,1-1-9 0,0 2-31 0,-1-3-41 15,2-2-50-15,0 6-41 0,2-6-44 0,-4 0-57 16,2 0-61-16,0-1-283 0,0-10-658 0,2 21 291 15</inkml:trace>
  <inkml:trace contextRef="#ctx0" brushRef="#br0" timeOffset="5019">6277 4913 39 0,'-3'-11'296'0,"3"11"-5"0,-1-6-10 16,1 6-10-16,-2-9-5 0,2 9-9 0,0 0-20 16,-5-8-20-16,5 8-19 0,0 0-22 0,0 0-21 15,0 0-15-15,0 0-16 0,0 0-2 0,0 0 2 16,8 22-13-16,-4-12 1 0,1 2-18 0,-1 0 0 15,3 5-11-15,-1-3-3 0,0 2-5 0,1 0 1 16,-2 0-10-16,0 1-3 0,4-5-4 0,-4-2-4 16,3 6-8-16,-4-6-4 0,1 0-7 0,-1 1 0 15,3-2-7-15,-2-1 4 0,-1 0-6 0,0-2 3 16,0-1-8-16,1-2 2 0,-1 2 0 0,-4-5-1 16,6 5 3-16,-6-5 12 0,4 4 15 0,-4-4 21 15,5 3 11-15,-5-3-1 0,0 0-9 0,9-11-7 16,-1 3-5-16,-3-1-4 0,3-2-6 0,-2-5-6 15,3-1-6-15,4-6-3 0,0-2-6 0,-3 1-2 16,-1-1-9-16,1-2 0 0,3 4-8 0,-4-1-15 16,-2 7-17-16,0 0-31 0,1 2-27 0,-1 4-43 15,-3 2-42-15,1-1-51 0,-2 6-49 0,-3 4-64 16,2-3-48-16,-2 3-268 0,0 0-696 0,0 0 308 16</inkml:trace>
  <inkml:trace contextRef="#ctx0" brushRef="#br0" timeOffset="7783.91">10746 4018 58 0,'0'0'116'0,"0"0"11"16,0-13 5-16,0 13 7 0,0-8 2 0,0 8 2 15,0-10-3-15,0 10-4 0,-1-9 3 0,1 9-6 16,0-10-3-16,0 10-3 0,-1-8 2 0,1 8-1 16,-2-9-2-16,2 9-11 0,-1-9 3 0,1 9-15 15,0 0 1-15,-1-12-3 0,1 12 1 0,0 0-9 16,0-7 2-16,0 7-4 0,0 0-11 0,0 0-12 15,0 0-8-15,-3-8-6 0,3 8-9 0,0 0-2 16,0 0-8-16,0 0-5 0,0 0-3 0,0 0-5 16,0 0 2-16,1 35-4 0,-1-17 0 0,0 9 5 15,-1 2 4-15,1 0-4 0,0 3 4 0,0 0 3 16,0 3 5-16,-1-2 8 0,0 1-3 0,2-3 3 16,-1 1-2-16,0-3 2 0,1-1-11 0,-2-1 4 15,1-1-9-15,1-1 2 0,2-6-7 0,-2-2 3 16,2 2 0-16,1-2-3 0,-3 1-7 0,0-2-1 15,0-5 3-15,1-1-7 0,-1 1 0 0,2-3 4 16,-3-8-5-16,1 12-2 0,-1-12 19 0,1 8-20 16,-1-8-2-16,0 6-9 0,0-6-19 0,0 0-32 15,0 0-39-15,0 0-37 0,0 0-52 0,0 0-46 16,0 0-52-16,-21-12-48 0,15 3-166 0,4-2-534 16,-1-3 237-16</inkml:trace>
  <inkml:trace contextRef="#ctx0" brushRef="#br0" timeOffset="8301.03">10712 3881 216 0,'-4'-6'211'0,"4"6"-12"0,-5-6-18 15,5 6-17-15,0 0-18 0,-7-5-17 0,7 5-12 16,0 0-10-16,0 0-8 0,0 0-8 0,0 0-4 16,12 19-4-16,-3-11 0 0,2 3 3 0,5 0-3 15,2 0-4-15,3 4-2 0,4-1 2 16,-3-1 1-16,3 1-1 0,1-2-1 0,0-2-3 0,1 4-3 16,1-2-5-16,0-1 0 0,-1-1-2 0,1 1-9 15,-3-1 7-15,1-1-7 0,-5 0 0 16,-1-1-11-16,0 0-3 0,-1-1-5 0,-3 1-1 15,1 1-6-15,-2-3 1 0,2 3-6 0,0-2 6 0,-6-1-11 16,-1 3-3-16,2-4-2 0,-3 0 1 16,0-1-4-16,1 2-1 0,-3 0 2 0,1 1-3 0,-1-3 3 15,-1 0-1-15,-2-1-3 0,2 2-2 0,-2-2 3 16,-4-3-8-16,6 6 3 0,-6-6-2 0,7 4 1 16,-7-4 2-16,0 0-3 0,0 7 4 15,0-7-1-15,0 0 9 0,0 0 3 0,-7 12 0 16,1-8 2-16,-2 1-1 0,-4 1 1 0,-3 2-5 15,-9 5 8-15,-3 0 1 0,2-1 0 0,-6 5 7 0,-2-2-4 16,1 5 4-16,-17 2 0 0,6 1-10 0,7-6-3 16,0-1 6-16,2 2-4 0,-12 5-7 0,14-6 14 15,1-1-3-15,3 0-13 0,4-9 0 16,1 6-20-16,6-4-18 0,6-2-26 0,2 0-32 16,-3-2-31-16,5 0-34 0,7-5-30 0,-11 8-45 0,11-8-51 15,-9 8-220-15,9-8-537 0,0 0 238 0</inkml:trace>
  <inkml:trace contextRef="#ctx0" brushRef="#br0" timeOffset="8767.17">11275 3947 180 0,'-1'-6'250'0,"1"6"-12"0,-3-9-5 0,3 9-8 16,0-7-4-16,0 7-3 0,0 0-7 0,-5-8-15 16,5 8-8-16,0 0-12 0,0 0-7 15,0 0-29-15,-2-7-7 0,2 7-17 0,0 0-20 16,0 0-3-16,0 0-13 0,0 0-4 0,0 0-7 16,0 0 9-16,7 37-5 0,-1-18 7 0,-1 8-1 0,1 1 2 15,0 6 4-15,0-1-9 0,-1 13-4 16,-1-11-1-16,-2 1-3 0,-1-2 0 0,2 1-5 15,-2 0-3-15,-1-1-10 0,3-1 0 0,-1-2-9 16,-2 0-1-16,-2-2-1 0,-1 0-8 0,1-5-6 16,0-3-22-16,1-2-36 0,-1-1-32 0,-1-1-31 0,2-1-43 15,-2 0-27-15,2-4-28 0,1-1-57 0,1-2-35 16,-1-9-267-16,-2 19-597 0,2-19 265 16</inkml:trace>
  <inkml:trace contextRef="#ctx0" brushRef="#br0" timeOffset="9648.34">11429 4232 107 0,'0'0'196'0,"0"0"-16"15,0 0-5-15,0 0-14 0,0 0-9 0,0 0-6 16,0 0-9-16,-11-4-8 0,11 4-6 0,0 0-2 15,0 0-10-15,0 0-6 0,-10-1-6 0,10 1-2 16,0 0-5-16,0 0-8 0,0 0-5 0,-6-3-3 16,6 3-5-16,0 0-3 0,0 0-10 0,0 0-3 15,0 0-5-15,0 0-4 0,0 0-5 0,0 0 0 16,0 0-3-16,0 0 6 0,28 3 6 0,-7-5-6 16,-1 4 0-16,11-2-4 0,8-2 1 0,-4 1 0 15,3 1-4-15,2-1-1 0,15-1 0 0,-3 0-6 16,0 0-3-16,1-1-5 0,1 2-1 0,2-3 0 15,-3 3-2-15,4-2-2 0,1-1-4 0,-3 1 0 16,3 3-3-16,-6-2 0 0,-14 2 2 0,0-1-1 16,-2-2-3-16,-1 2 0 0,0-1-2 0,-1 2 2 15,-7-2-1-15,-1 0 7 0,-7 1-3 0,1 0 9 16,-3 1 3-16,-3 0 13 0,-3-1 4 0,2 1 9 16,-13 0 5-16,19-3 13 0,-19 3-2 0,12-2-2 15,-12 2 5-15,0 0 4 0,15-2-1 0,-15 2 2 16,0 0 3-16,9 0 0 0,-9 0-6 0,0 0-14 15,0 0-2-15,9-1-6 0,-9 1 0 16,0 0-7-16,0 0-6 0,0 0-4 0,0 0-3 0,0 0-3 16,0 0-5-16,0 0-16 0,0 0-16 0,0 0-33 15,0 0-36-15,0 0-47 0,0 0-46 0,0 0-52 16,0 0-65-16,0 0-59 0,0 0-242 0,0 0-639 16,0 0 283-16</inkml:trace>
  <inkml:trace contextRef="#ctx0" brushRef="#br0" timeOffset="13333.93">12747 4189 58 0,'0'0'163'0,"-6"-4"-4"0,6 4-7 0,0 0-1 15,0 0-3-15,0 0-10 0,-10-1-5 0,10 1-9 16,0 0-6-16,0 0-4 0,0 0-8 0,-9-1-10 16,9 1-4-16,0 0-11 0,0 0-4 0,0 0-5 0,0 0-5 15,0 0-3-15,0 0-2 0,0 0-3 16,0 0 0-16,0 0-1 0,0 0 1 0,0 0-1 16,-9 0-1-16,9 0-3 0,0 0 1 0,0 0-6 15,0 0-4-15,0 0-6 0,0 0 0 0,-10 2-2 16,10-2 8-16,0 0-6 0,0 0-6 0,0 0 4 15,0 0 0-15,0 0-5 0,0 0 5 0,0 0 5 16,0 0 0-16,0 0 3 0,0 0 6 0,0 0-6 16,0 0 1-16,0 0 4 0,0 0-12 0,0 0-9 15,15-19 2-15,-11 12-3 0,0 0-2 0,6 1-6 16,-6-4 1-16,3 2-1 0,-1-1-2 0,1 0-4 16,1-1 5-16,0 1-2 0,-1-1 1 0,7-2-1 15,-8 3 11-15,1 2-1 0,-1-1 3 0,-1 3-2 16,-1 2-3-16,2-2 8 0,-6 5 7 0,6-7-15 15,-6 7-6-15,6-4-1 0,-6 4-1 0,3-4-1 16,-3 4-9-16,0 0 2 0,0 0-4 0,0 0-3 16,0 0 7-16,0 0-3 0,16 8-2 0,-12 0-1 15,5 1-3-15,-1 5 2 0,2-1 0 0,-3-1-3 16,1 2 5-16,4 1-2 0,-3-1-3 0,0-1 3 16,-1 3 2-16,4-2 0 0,-3 2-7 0,0-7 6 15,0 1 1-15,0-2 0 0,-2 2-5 0,1-3 7 16,-2 0-5-16,0-3 2 0,-2 0-2 0,1 0 10 15,1 0-5-15,-6-4 6 0,8 5-1 0,-8-5 4 16,6 2 4-16,-6-2 9 0,0 0-8 0,0 0 2 16,13-8-6-16,-8 3-6 0,4-3 5 0,-2-1-7 15,0-1 4-15,3 0-5 0,2-4 1 0,-3 0 3 16,2 0-5-16,1-1 0 0,1 2 0 0,-4-3-1 16,-2 7-3-16,1-2-3 0,1 2-3 0,1 0 3 15,-3 1 2-15,-1-1 0 0,0 5 3 0,-1-2-3 16,0 1-5-16,-5 5 5 0,7-5-11 0,-7 5 3 15,6-4 1-15,-6 4-2 0,0 0 2 0,13 1 0 16,-13-1-3-16,14 7 8 0,-7-1-1 0,-1 1 3 16,2 0-3-16,-2 1 0 0,-1 1-2 0,3-1 4 15,-1-1 0-15,0 2 5 0,0-1-7 0,-1 1 1 16,1-1-3-16,-3-2 0 0,4 2 9 0,-4-3 1 16,1-1-1-16,-3 2-5 0,-2-6 7 0,10 6 4 15,-2-4 5-15,-4 2-9 0,1-2-5 0,-5-2 10 16,15 2 0-16,-3-5 4 0,-1 0 5 0,1 1-7 15,3-2-1-15,-4-1 2 0,9-3-3 0,-7 0-4 16,4-2-2-16,-1 1 6 0,-1-3-4 0,1 1-3 16,-1 0 2-16,-2-1 1 0,3 0-19 0,0 0 18 15,-2-1-5-15,-1 1 0 0,3 1-1 0,-7 4-1 16,2 0 2-16,-4 0-6 0,0 3 5 0,-1-1-2 16,-1 3-1-16,-1-2-6 0,-4 4 3 0,10-2-3 15,-10 2 3-15,0 0-3 0,13 7 0 0,-7-2 5 0,-1 0-2 16,0 2-1-16,1 0 9 0,-3 1-1 15,1 2-7-15,0-2 2 0,1 1 4 0,0-1 1 16,-1 1-4-16,1-1 5 0,-1-1 2 0,0-1 14 16,0 0-18-16,-1 0 16 0,2-1-9 0,0 0 0 15,-1-2 5-15,-4-3 6 0,11 5-8 0,-7-3 5 16,-4-2 4-16,10 4 0 0,-10-4-8 0,11 0 15 0,-11 0-11 16,13-2 5-16,-4-1-5 0,-2 0-2 15,2 0-1-15,3-4 3 0,-2 0-7 0,1 0 1 16,-1-1 8-16,-1-1-9 0,4-1-2 0,-2 0 1 15,-2 1-1-15,0 1 1 0,1 1-8 0,-4-1 3 16,1 2-4-16,-3 2 1 0,2-1 3 0,-3 1 2 16,-3 4-6-16,7-4 1 0,-7 4-9 0,7-5 1 15,-7 5 2-15,0 0-2 0,0 0 4 0,13 6-2 16,-9-2 0-16,3 5 2 0,-4-3-2 0,1 3 6 16,2 0-4-16,-1-2 3 0,-1 3-2 0,1-2 2 15,-2 2-1-15,-1-1-1 0,3 0 1 0,-1-1-2 16,0-1 0-16,0 0 0 0,-2 0 1 0,4 1 2 15,-2-3-1-15,1 1 2 0,-1-1 9 0,0 0-7 16,-4-5 6-16,11 3 2 0,-3-1 4 0,0-2 0 16,-1 1-3-16,5 0-3 0,1-1-1 0,0-1 4 15,1 0-1-15,3-1-3 0,4-3-4 0,6 0 6 16,2-1 6-16,1 0-9 0,-1-1-3 0,4 0-9 16,-1 2 10-16,1-2-11 0,3 3 5 0,0-2 2 15,0 3-6-15,-2-1 6 0,-1 1 0 0,3 0 0 16,-2-1-2-16,0 2 4 0,2 0-5 0,-3-1 0 15,0 0 3-15,4 3-4 0,-5-2 5 0,5 2 0 0,-2-2 2 16,2 1-3-16,0 0 2 0,1-1 7 16,-2 1-11-16,1-1 4 0,0 0-4 0,-2 2 14 15,-2-3-4-15,-1 2-11 0,-1 1 4 0,-3-1-4 16,-5 0 0-16,-3 1-1 0,-2-2-1 0,-1 1 6 16,-4 1 4-16,-1-1 4 0,-2 1 0 0,1 1 5 15,-4-1 6-15,-7 0 2 0,13 0 2 0,-13 0 3 16,13 0 2-16,-6 0 4 0,-7 0 0 0,12-1 4 15,-12 1-2-15,10 1 0 0,-10-1 5 0,9 0-2 16,-9 0 0-16,0 0 3 0,10 0-1 0,-10 0-5 16,0 0-2-16,0 0-2 0,8 0-3 0,-8 0-2 0,0 0-4 15,0 0 0-15,0 0 2 0,0 0-2 16,0 0-4-16,0 0 1 0,0 0-4 0,12-1-3 16,-12 1 1-16,0 0-1 0,0 0-3 0,0 0-3 15,9 1 2-15,-9-1-4 0,7 1 3 0,-7-1-1 16,9 0 1-16,-9 0-1 0,9 2-2 0,-9-2 2 15,0 0-2-15,10 0-2 0,-10 0-2 0,0 0 5 0,8 0-3 16,-8 0 0-16,0 0-3 0,0 0 2 16,10 0-2-16,-10 0 2 0,0 0 0 0,10 0 0 15,-10 0-1-15,12 1-3 0,-6 0 4 0,-6-1 1 16,18-1-2-16,-6 1 0 0,-2-1 3 0,2 1-2 16,-1 0-1-16,-1-2-1 0,-10 2 2 0,16 0-2 0,-8 0 5 15,-8 0 0-15,15-1 1 0,-10 0-3 0,-5 1 1 16,0 0-2-16,15-2 0 0,-15 2-2 15,8-1 2-15,-8 1 0 0,0 0-2 0,12-1 3 16,-12 1-1-16,12 0-1 0,-4-1 2 0,-1 0 1 16,-7 1-4-16,16-1 2 0,-10 0-1 0,-6 1 2 15,14-2-4-15,-14 2 5 0,10-1-3 0,-10 1 1 16,8-1 3-16,-8 1-1 0,0 0 0 0,10 0 0 16,-10 0 0-16,0 0 1 0,0 0-5 0,0 0 4 15,8-3-2-15,-8 3-1 0,0 0 4 0,0 0-4 16,0 0 1-16,0 0 0 0,0 0 1 0,0 0-2 15,0 0 1-15,0 0 0 0,0 0 0 0,0 0-1 16,0 0 3-16,8 4-3 0,-8-4 6 0,0 0-1 0,0 0-3 16,0 0 1-16,0 0-1 0,0 0 1 15,0 0 0-15,0 0-3 0,0 0 0 0,0 0 0 16,0 0 2-16,0 0 0 0,0 0-1 0,0 0 1 16,0 0 2-16,0 0-4 0,0 0-1 0,0 0 2 0,0 0-4 15,0 0 3-15,0 0 3 0,0 0-3 16,0 0 0-16,0 0-2 0,0 0 2 0,0 0-1 15,-23-11 1-15,23 11-2 0,-7-3 1 0,7 3 1 16,-5-4-4-16,5 4 0 0,-8-3 3 0,2-1-6 16,6 4-9-16,-8-7-3 0,3 4-8 0,5 3-9 0,-10-6-10 15,4 4-10-15,6 2-1 0,0 0-11 0,-15-8-9 16,15 8-7-16,0 0-8 0,-7-3-16 16,7 3-9-16,-5-1-13 0,5 1-12 0,0 0-8 15,0 0-11-15,0 0 0 0,0 0-2 0,0 0-6 16,0 0-14-16,0 0-21 0,0 0-25 0,0 0-12 15,0 0-25-15,-5 10-18 0,5-10-158 0,0 0-477 16,0 0 211-16</inkml:trace>
  <inkml:trace contextRef="#ctx0" brushRef="#br0" timeOffset="14167.03">15871 3778 47 0,'0'0'136'0,"-1"-10"-1"16,1 10-2-16,-3-9-14 0,3 9 2 0,-1-14-2 15,-1 8-5-15,2 6 8 0,-1-12 4 0,1 12 0 0,-3-10-5 16,2 4-9-16,1 6-8 0,0 0-2 0,-2-13 2 16,2 13 0-16,0-10 0 0,0 10 1 15,0 0-5-15,-2-9-2 0,2 9-1 0,0 0-4 0,0 0-2 16,0-10-6-16,0 10-3 0,0 0-5 15,-1-6-5-15,1 6-2 0,0 0-9 0,0 0-6 16,0 0-10-16,0 0-6 0,0 0-3 0,0 0 1 0,0 0 1 16,0 0-7-16,0 0-2 0,5 21 4 15,-4-10 2-15,3 4 1 0,-4 5 8 0,3 6 6 0,1-1 5 16,-2 4 7-16,2 1-6 0,-3 0-5 16,3 2 5-16,-3 2 15 0,2-2-10 0,-3 1-4 15,4-4 13-15,-3 3-18 0,2-1 1 0,-1-4 9 0,1 3-6 16,-3-6-1-16,1 4-7 0,-1-2 7 0,2-8-12 15,-1-1 4-15,0 2-14 0,0-5 1 16,2 1 0-16,-2-2-5 0,0 1 1 0,2-3-3 16,-2-1 2-16,2 0-5 0,-2-1-1 0,0 1 1 15,1 0-4-15,-2-10-25 0,1 13-23 0,-1-13-49 0,2 12-40 16,-2-12-40-16,3 10-28 0,-3-10-32 0,0 0-42 16,3 12-46-16,-3-12-46 0,0 0-183 0,0 0-579 15,0 0 256-15</inkml:trace>
  <inkml:trace contextRef="#ctx0" brushRef="#br0" timeOffset="15882.96">16165 3965 67 0,'0'0'75'0,"-6"-6"14"0,6 6 3 15,-7-6 6-15,7 6-1 0,-5-7 10 16,5 7 2-16,-5-4 13 0,5 4 9 0,0 0-6 16,-4-8 2-16,4 8-1 0,-4-4-2 0,4 4-6 15,0 0-6-15,0 0-13 0,0 0-3 0,0 0-14 16,0 0-5-16,0 0-10 0,0 0-8 0,0 0-10 16,0 0-2-16,0 0-5 0,0 0-11 0,0 0 2 15,0 0 1-15,0 0-6 0,-1 19-2 0,1-9 1 16,0-3-7-16,1 5 2 0,0-5-2 0,1 5 3 15,-1-2-1-15,0 3-6 0,0-1 0 0,1 1 0 16,-2-2-11-16,0 4-34 0,0-3-23 0,0 0-32 16,1 0-36-16,0-2-43 0,1 1-40 0,-5-2-135 15,2 0-366-15,-1-2 162 0</inkml:trace>
  <inkml:trace contextRef="#ctx0" brushRef="#br0" timeOffset="16100.67">16238 3985 123 0,'0'-7'244'15,"0"7"-9"-15,0 0-28 0,0 0-14 0,0-10-25 16,0 10-18-16,0 0-12 0,0 0-7 0,0 0-14 16,0 0-7-16,0 0-4 0,2 30-7 0,-2-21-12 15,0 1-10-15,0 3-7 0,0-4-7 0,0 3-4 16,-1 0-8-16,1-1-2 0,0 0-8 0,0 2-23 15,0-2-22-15,0-3-31 0,-1 3-43 0,1-2-42 16,1-3-38-16,-1-6-39 0,0 10-127 0,0-10-351 16,-1 10 155-16</inkml:trace>
  <inkml:trace contextRef="#ctx0" brushRef="#br0" timeOffset="16299.63">16355 3997 18 0,'3'-8'199'0,"-3"8"-22"0,0 0-6 0,0 0-22 16,0 0-4-16,0 0-5 0,0 0-10 0,0 0-11 16,0 0-13-16,5 25-12 0,-4-18-5 0,0 2-7 15,-2 1-9-15,2 1-4 0,1 1-12 0,-2 0-17 16,0-5-32-16,0 3-24 0,1-1-37 0,1-3-42 16,0 1-30-16,-2-7-26 0,2 11-87 0,1-5-257 15,-3-6 113-15</inkml:trace>
  <inkml:trace contextRef="#ctx0" brushRef="#br0" timeOffset="16425.87">16538 3985 70 0,'4'17'109'0,"-4"-17"-44"0,0 11-42 15,0-4-49-15,0-7-15 0,-2 13-43 0,2-13 20 16</inkml:trace>
  <inkml:trace contextRef="#ctx0" brushRef="#br0" timeOffset="18406.99">10946 3217 39 0,'0'0'217'16,"-1"-6"-6"-16,1 6-9 0,0 0-13 0,0 0-17 16,0 0-17-16,-4-7-17 0,4 7-14 0,0 0-16 15,0 0-9-15,0 0-13 0,0 0-6 0,0 0-8 16,-18 11-7-16,9-6-5 0,2 4-5 0,-2-2-4 15,2 2-7-15,-3-2-6 0,4-2-6 0,1 2 2 16,0 0-5-16,0 1-2 0,0 1-5 0,2-3 3 16,2 1-3-16,1-7-3 0,0 16-3 0,1-10 2 15,2 1-1-15,3 0 0 0,-1 2-5 0,-1-4 0 16,0 1 3-16,5 0-3 0,2 3-3 0,-4-2 1 16,2-1-3-16,1 3 3 0,0-2-3 0,-2-2 6 15,1 2-7-15,-2 0-3 0,-1-3 0 0,-3 2-3 16,3-2 2-16,-2 1-2 0,-4-5 4 0,3 8 3 15,-1-2-1-15,-2-6 2 0,-6 13 2 0,-3-8-1 16,2 0 2-16,-3 1-1 0,1 0 3 0,-3-1-6 16,-2 0 0-16,3-2-3 0,-3 2 1 0,2-1-3 15,0-2-14-15,2 1-19 0,1-1-32 0,9-2-32 16,-10 4-61-16,10-4-34 0,-5 3-170 0,5-3-390 16,0 0 172-16</inkml:trace>
  <inkml:trace contextRef="#ctx0" brushRef="#br0" timeOffset="18633.91">11173 3388 177 0,'0'0'278'0,"6"-3"-17"0,-6 3-13 0,0 0-18 16,6-3-22-16,-6 3-25 0,0 0-14 0,0 0-24 15,0 0-14-15,0 0-10 0,0 0-10 0,7 13 0 16,-5-7 7-16,-2-6-5 0,5 14-6 0,-4-8-7 15,-1 5-8-15,2-3-7 0,-2 1-4 0,2 1-14 16,0-3-3-16,-2 2-7 0,0 1-3 16,0-3-8-16,2 1-30 0,-4 2-40 0,2-3-43 0,-2 1-47 15,2-8-76-15,-5 12-88 0,-2-7-172 0,7-5-488 16,-13 10 216-16</inkml:trace>
  <inkml:trace contextRef="#ctx0" brushRef="#br0" timeOffset="18842.09">11217 3245 2909 0,'-2'-14'66'0,"1"3"38"0,-2 1-9 0,2 4 25 16,-1 0 9-16,2 6 1 0,-2-10-5 16,2 10-19-16,-2-9 6 0,2 9-5 0,0 0-10 15,0-8-6-15,0 8-12 0,0 0-10 0,0 0-8 16,0 0-18-16,-3-9-26 0,3 9-60 0,0 0-55 15,0 0-58-15,0 0-47 0,0 0-75 0,23 9-85 16,-23-9-191-16,13 4-599 0,-13-4 266 0</inkml:trace>
  <inkml:trace contextRef="#ctx0" brushRef="#br0" timeOffset="20133.95">12552 3397 81 0,'4'-6'223'0,"-4"6"-15"16,0 0-11-16,0 0-17 0,0 0-15 0,0 0-19 16,0 0-10-16,0 0-16 0,0 0-10 0,0 0-11 15,0 0-10-15,-18 14-7 0,13-9-9 0,1 1-6 16,4-6-7-16,-4 11-4 0,4-4-6 0,-2-1 4 15,2-6-4-15,-2 13-4 0,6-3-10 0,-4-3 1 0,4 1-2 16,0 1 3-16,1-1-1 0,1 1-2 16,2-2-3-16,3 1-4 0,-5 0 3 0,1-1-3 15,3 0 0-15,-2-1-2 0,1 0-1 0,1 1-4 16,-2-1 0-16,-3-1-5 0,3-1-1 0,-3 0 0 16,2 1 1-16,-4-1 1 0,1 0 3 0,-4-4-1 15,6 6 5-15,-6-6 3 0,0 9-1 0,0-9-1 16,-7 8-3-16,-1-2-1 0,2 0 5 0,-4-3-6 15,-1 3-2-15,-3-1 2 0,5 1-6 0,-5 0 0 16,5-2-6-16,-4-2-24 0,1 0-12 0,4 0-23 16,-3-2-28-16,11 0-45 0,-16-2-64 0,9 0-39 15,-1-4-177-15,8 6-436 0,-17-10 193 0</inkml:trace>
  <inkml:trace contextRef="#ctx0" brushRef="#br0" timeOffset="20267.82">12565 3394 98 0,'9'-6'146'0,"0"2"-16"0,2-2-9 0,0 3-14 0,1 1-8 15,-1-1-21-15,7 3-15 0,-1-1-35 0,2 1-44 16,1 0-56-16,0 3-59 0,-2-2-141 0,0 0 62 16</inkml:trace>
  <inkml:trace contextRef="#ctx0" brushRef="#br0" timeOffset="20850.16">12931 3443 62 0,'-6'4'211'0,"1"1"-9"0,0 2-15 0,0-2-6 0,-1 4-2 15,0 0-11-15,1 1-16 0,0-1-14 0,1 1-14 16,3 0-8-16,-3 2-12 0,4-6-4 15,0 4-12-15,0-10-7 0,4 16-8 0,-1-10 2 16,2 0-6-16,2 1 1 0,1 0-9 0,1-3-2 0,1 2-6 16,3-2-3-16,-3-3-7 0,3 2 0 15,-5-3-8-15,3 2 3 0,-1-3-9 0,1 1 4 16,-11 0-9-16,16-2 1 0,-10 0-1 0,1-2 4 16,-3 0-12-16,1-1 0 0,-5 5 28 0,9-10 3 15,-9 1-12-15,2 0-6 0,0 1-3 0,1-1-1 16,-3 2-3-16,2-1 1 0,-2 8-5 0,-2-14-4 15,4 7-5-15,-2 7 3 0,2-11 0 0,-2 5-2 0,0 6-1 16,6-10-3-16,-3 7-1 0,4-1 0 16,-7 4-2-16,11-4 0 0,-2 3-4 0,-1-1 3 15,6 4-3-15,-5-1 1 0,5 1-2 0,-5 1 1 16,0 1 1-16,2 2-3 0,-4 0 2 0,0 0 8 16,1 2-5-16,-4-3-2 0,0 1 4 0,0 1-1 0,-2-1 2 15,3-2 1-15,-1 1-4 0,-2 1 2 16,-2-6 2-16,4 8 1 0,-4-8 4 0,8 9 3 15,-6-5 6-15,-2-4 8 0,7 6 12 0,-1-3 6 16,-6-3 6-16,13 1 2 0,-1-2-6 0,-1 1 6 16,-2-4 8-16,3 3-12 0,-2-2 5 0,-1-1 2 15,-1 1-5-15,0-3 4 0,1 1-6 0,-1-4-8 0,-2 2-2 16,-2-2-5-16,1-1 1 0,-3 0-4 16,0 0-6-16,-2 0 2 0,-2 1-1 0,0 0-7 15,0-1-5-15,-5 2-6 0,1 0 3 0,2 3-7 16,-2-3-2-16,-1 5-4 0,1-1-19 0,-1 2-28 15,7 2-27-15,-18 0-34 0,9 2-40 0,-5 2-44 16,5 1-57-16,-1 1-63 0,-2 1-233 0,5 1-591 16,-2-2 261-16</inkml:trace>
  <inkml:trace contextRef="#ctx0" brushRef="#br0" timeOffset="21450.79">13477 3619 123 0,'0'0'217'16,"0"0"-3"-16,0 0-5 0,0 0-6 0,0 0-4 16,0 0-9-16,0 0 0 0,0 0-6 0,0 0-11 15,0 0-5-15,0 0-7 0,0 0-10 0,0 0-5 16,0 0-9-16,0 0 0 0,0 0-19 0,0 0-7 15,0 0-7-15,0 0-12 0,9 0-5 16,-9 0-11-16,0 0-7 0,0 0-9 0,0 0 1 0,11 0-12 16,-11 0-5-16,0 0 2 0,12-2-13 0,-12 2-1 15,10 2-6-15,-10-2 11 0,0 0-11 0,0 0 0 16,9-2 0-16,-9 2 5 0,0 0 11 0,0 0 4 16,0 0 9-16,0 0-6 0,0 0 16 15,0 0-12-15,8-6-16 0,-8 6 7 0,2-5-7 16,-2 5-4-16,2-8-1 0,0 1 1 0,-2 7-4 0,0-12-7 15,0 5-6-15,2-2 7 0,1-2-6 0,-1 2-3 16,0-1-2-16,2 0-1 0,-2 1-2 0,1 0-3 16,-3 2-4-16,4 2 3 0,-4 5 6 0,3-14-2 15,-1 10-9-15,-2 4-2 0,3-9 7 0,-3 9-3 16,6-6-3-16,-6 6 1 0,9-3-22 0,-3 2 26 16,-6 1-7-16,16 1 6 0,-5 1-9 0,1 1 7 15,-3 1-2-15,0-1-4 0,2 3-4 0,-4-2 5 16,0 2-17-16,1 0 20 0,-3-2 1 0,4 3 1 15,-5 0-17-15,-1-2 13 0,-1 2 0 16,2 2 8-16,-2-3 0 0,0 1-5 0,-1-1-22 16,1 2 21-16,0 0 6 0,-2-2 0 0,0-6-9 15,5 12 9-15,-5-7 6 0,3 2-23 0,-3-7 17 0,6 11 8 16,-2-8-8-16,1 3 3 0,3-1 0 0,2-1-12 16,3 0-18-16,5-2-28 0,0 2-33 0,2-2-40 15,1-1-40-15,-4 0-48 0,4-1-51 16,1 0-60-16,-4-1-243 0,1-2-610 0,-6 1 270 15</inkml:trace>
  <inkml:trace contextRef="#ctx0" brushRef="#br0" timeOffset="31512.06">4037 6123 49 0,'0'0'119'0,"0"0"-10"0,0 0-15 16,0 0-9-16,0 0-6 0,0 0 11 0,0 0-26 15,0 0-6-15,0 0 4 0,0 0-2 0,0 0-17 16,0 0 3-16,0 0 2 0,0 0-3 0,0 0 1 15,0 0 3-15,0 0 4 0,0 0-2 0,0 0 3 16,0 0 2-16,0 0 3 0,0 0-2 0,0 0-5 16,0 0 1-16,0 0-1 0,0 0 4 0,0 0 0 15,0 0 1-15,0 0 0 0,0 0 0 0,0 0 4 16,0 0 3-16,0 0-10 0,0 0 1 0,0 0-10 16,2-7-4-16,-2 7-5 0,0 0-5 0,-2-14-2 15,2 14 1-15,-3-9 7 0,3 9 0 0,-2-8 1 16,2 8-1-16,-4-11 2 0,4 5 24 0,0 6 1 0,-4-8 2 15,4 8 2-15,0 0-3 0,-1-9-8 0,1 9-9 16,0 0-3-16,0 0-9 0,-3-7-5 16,3 7-5-16,0 0-6 0,0 0 4 0,0 0-6 15,0 0-3-15,9 29 4 0,-4-13-3 0,-2 0 0 16,1 0 5-16,-2 4 3 0,2-1-4 0,-4-1 1 0,5 8 3 16,-4-8-3-16,2 1-1 0,-2-1 3 15,-1-3-4-15,1 0-1 0,-1-2-1 0,0 0 1 16,0-1-4-16,0-1 1 0,0 0-2 0,2 0-2 15,-4-1 3-15,1-1-4 0,1 1 1 0,-1-2 0 16,1-8 0-16,0 9-6 0,0-9-13 0,1 10-23 0,-1-10-23 16,0 0-28-16,0 8-24 0,0-8-29 0,0 0-25 15,-1 10-29-15,1-10-14 0,0 0-32 0,0 0-167 16,0 0-434-16,0 0 193 0</inkml:trace>
  <inkml:trace contextRef="#ctx0" brushRef="#br0" timeOffset="31801.1">3981 6099 63 0,'-2'-7'165'0,"2"7"-19"0,0-10-2 0,0 10-16 16,8-5-6-16,3 1 0 0,2 3-5 0,2-1-4 16,6 5-8-16,5 4-2 0,-5-1-1 0,6 7-10 15,-3 2-6-15,-2 3-5 0,-1 0-8 16,-7-2-6-16,0-1-7 0,0 6-3 0,-3 1-8 0,-3-4-4 15,-2 0-5-15,-3 0 0 0,1 0-2 0,-4-1-2 16,0-5-3-16,-3 4 0 0,-1-3 0 0,-1-3-2 16,-4 3-2-16,-5-1 0 0,1-2-6 15,-2 1-1-15,2-3 1 0,-6-1-4 0,2 0 1 16,0-2-3-16,0-4-2 0,2-1-9 0,3 0-25 0,-6-3-31 16,7 0-53-16,2-4-45 0,-1 1-43 0,2 0-145 15,1-2-364-15,2-1 161 0</inkml:trace>
  <inkml:trace contextRef="#ctx0" brushRef="#br0" timeOffset="32134.74">4199 6441 54 0,'0'0'218'0,"19"0"-9"0,-7-1-16 0,2-2-10 15,2-2-4-15,4 0-12 0,8-4-12 0,2 0-14 16,0-1-10-16,0 0-13 0,1-2-8 0,0 1-6 15,-2-1-11-15,-2-1-3 0,-1-3-3 0,-3 5-9 16,-6 2-3-16,0-4-6 0,-2 4 0 0,-2-4-3 16,-3 4-6-16,-2-2 2 0,-3 1-4 0,2 1-3 15,-5-3-5-15,-1 3 0 0,-1 0-5 0,-2-1-7 16,-1 2-3-16,-3 0-3 0,1 3-4 0,-3-1-2 16,-2-1 0-16,1 6-4 0,-1 1-5 0,-3 0-4 15,1 1 1-15,1 2-3 0,1 4-4 0,-3 3-2 16,0 2 7-16,0 1-6 0,4-1-1 0,1 2 1 15,0 1-4-15,1-1 2 0,5 2 1 0,-1 0-3 16,4-3 3-16,2 3 2 0,1-2-9 0,1 1-30 16,2-3-36-16,4-1-35 0,-1 2-56 0,4-5-62 15,2 3-231-15,-6-5-490 0,4 0 216 0</inkml:trace>
  <inkml:trace contextRef="#ctx0" brushRef="#br0" timeOffset="32367.12">4811 6133 1920 0,'4'-31'-8'0,"-3"7"123"0,1 6 18 0,-1 5-3 0,-1 2-17 15,0 0-10-15,0 6 9 0,2-2-19 0,-2 7-21 16,0-11-11-16,0 11-8 0,0 0-6 0,0 0-2 16,0 0 9-16,0 0 15 0,-2 32-5 0,2-12-1 15,0 6-8-15,-4 0-2 0,5 1-8 0,1-1-2 16,-5 0-4-16,6 0-3 0,-5 1-4 0,2-2-4 15,0 0 0-15,-2-2-9 0,1-5-30 0,1 2-34 16,-2-2-34-16,0 0-45 0,-3-1-66 0,2-4-69 16,-2 4-227-16,-3-7-525 0,3-1 234 0</inkml:trace>
  <inkml:trace contextRef="#ctx0" brushRef="#br0" timeOffset="32519.45">4734 6204 37 0,'3'-5'224'0,"-3"5"-27"0,12-7-16 0,-6 3-19 15,7 2-17-15,-2-2-46 0,4 3-56 0,6 1-62 16,-1 1-60-16,-3 5-86 0,-4-1-179 0,2 4 79 16</inkml:trace>
  <inkml:trace contextRef="#ctx0" brushRef="#br0" timeOffset="33099.87">4950 6440 66 0,'9'-6'240'16,"3"-5"-11"-16,-1 2-4 0,-2 1-10 0,4-6-14 16,0 0-10-16,0 0-13 0,1 0-13 0,-1-1-14 15,-1 0-8-15,0 1-6 0,-3 0-10 0,1 0-3 16,-5 0-10-16,-1 3-7 0,0 0-8 0,-3 0-7 15,-1-2-12-15,-1 4 2 0,-2 1-16 0,1-2-11 16,-2 1-6-16,0 4-3 0,-1 0-5 0,5 5-4 16,-9-9-9-16,3 6-2 0,-5 2-5 0,11 1-3 15,-19 7-1-15,10-1-3 0,-1 1-1 0,-2 5-5 16,7-2 2-16,-6 2 1 0,2 4-3 0,1 0-2 16,3-2-3-16,4-1 3 0,-3 3 0 0,0-1-1 15,4 1 1-15,4-6-3 0,-1 3 1 0,2-1 0 16,-1-3 0-16,2 1 1 0,3-1 0 0,0-2 4 15,1 0-4-15,0-4 0 0,9 0 0 0,-6 1-2 16,6-2 4-16,-2-2-4 0,4-2-1 0,-4 1 1 16,-4-4 3-16,8 1-3 0,-5-1-2 0,1-1-7 15,-1-1-3-15,0-1-8 0,-3-2 0 0,2-1-10 16,-2-1 0-16,-2-1-1 0,-2 0 0 0,-4 1 1 16,-1-1-2-16,0 3 1 0,-3-2 2 0,-1-1 4 0,-2 3 2 15,-1 0 0-15,-1 0-2 0,-1-1 7 16,0 3-1-16,1-2 6 0,2 5 0 0,2 5-1 15,-8-10 1-15,8 10 0 0,-6-5 0 0,6 5 0 16,0 0-1-16,-4-6 1 0,4 6 3 0,0 0 1 16,0 0 0-16,0 0 1 0,0 0 3 0,29 4-2 0,-19 1 0 15,3-1 0-15,-1 3-1 0,2-2 2 16,-3-1 0-16,1 3 0 0,-1 0-2 0,-1 1 2 16,-1 0 0-16,3 1 5 0,-3 3-7 0,0-3 2 15,-2 3 3-15,0-3 0 0,-2 1-3 0,1 1 4 16,-2 0-2-16,1-1 1 0,-1 0-1 0,0 2-20 15,0-3-44-15,-3-1-56 0,3 1-73 0,-2-2-239 0,-2-1-467 16,2 1 207-16</inkml:trace>
  <inkml:trace contextRef="#ctx0" brushRef="#br0" timeOffset="33867.28">5573 6257 238 0,'1'-7'231'0,"-1"7"-26"16,0 0-21-16,0 0-12 0,0 0 2 0,0 0-9 0,0 0-7 16,0 0-10-16,3 24-15 0,-3-14-1 0,0 2-12 15,0-2-4-15,-2 2-13 0,1-3-9 0,1 2-3 16,0-3-9-16,1 2-11 0,-1-3-5 16,0-7 1-16,2 11 2 0,-2-11 9 0,0 9 12 15,0-9 12-15,1 6 27 0,-1-6 11 0,0 0-5 0,0 0-6 16,0 0-32-16,0 0 27 0,0 0-24 0,0 0-19 15,0 0-6-15,-12-22-5 0,12 22-8 0,-1-14-8 16,2 2-9-16,1-1 0 0,-1 3-4 16,2-8-5-16,2 7-7 0,1-4 0 0,3 2 8 0,0 0-16 15,-1 3-2-15,2-3 0 0,-3 6-11 0,2 1-17 16,1 3 18-16,0-2 0 0,0 5-6 0,1-2 11 16,1 5-18-16,5 1-6 0,-6 1 10 0,3 4-2 15,-5-1 7-15,1 6-10 0,0-2 7 16,-2 0 2-16,2 0 2 0,-2 3-8 0,0-1-1 0,-3-3 7 15,-1-1-9-15,-2 0 6 0,4-2 8 0,-4-2-12 16,-1 0 6-16,-1-6-1 0,1 9-1 0,-1-9 3 16,4 8 3-16,-4-8 13 0,0 0-16 0,0 0-14 15,0 0 21-15,0 0-4 0,0 0 1 0,0 0 9 16,0 0-23-16,0 0 24 0,0 0-19 0,0 0-14 16,-9-29 18-16,13 18-3 0,-1 1-4 0,1 0-9 15,2-8-4-15,3 2 0 0,1 2 12 0,2 1-18 16,-1-1 4-16,2 5-6 0,-4 0-6 15,1 5 11-15,-2-2-18 0,2 2 15 0,1 2-1 0,-2 0 3 16,-9 2 4-16,15 6-1 0,-8-2-4 0,1 2 5 16,-2 2 8-16,-1 2 0 0,0 0-3 0,2 3 15 15,-3-3-10-15,-1 2 1 0,1 1-2 0,1-2-3 16,1-2 7-16,-1 0-1 0,1 0 2 0,2-1 0 16,-1-2 0-16,2 0 9 0,4-2 1 0,-1-1-5 15,2-1 6-15,2-1-7 0,-2-2 11 0,4-2 0 16,-1-1-3-16,0 0 1 0,-2 0-3 0,0-2-5 15,-3 2 10-15,-2-2-1 0,0-4-5 0,-1 4 6 16,1-3 1-16,-6 0-2 0,1-1 3 0,-2 0 5 16,-2-1-7-16,0 1 28 0,1 0-29 0,0 3 6 15,-2 0 3-15,0 7 12 0,-2-12-14 0,2 12 4 16,-2-10-5-16,2 10-6 0,0 0 3 0,-1-8 1 16,1 8-14-16,0 0-1 0,0 0-1 0,0 0 4 15,0 0 0-15,0 0-2 0,-5 22-5 0,5-22 3 16,-1 14 17-16,1-3-24 0,1 0-8 0,-1-1 20 15,-1 0-2-15,1-1 5 0,0 1-23 0,2 0-34 16,1-1-29-16,-2-2-35 0,0 0-35 0,1 1-44 16,1-1-54-16,0-2-55 0,-1 2-289 0,-2-7-638 15,2 7 282-15</inkml:trace>
  <inkml:trace contextRef="#ctx0" brushRef="#br0" timeOffset="34021.68">6071 6014 137 0,'0'0'100'0,"0"0"-36"16,0 0-44-16,0 0-42 0,0 0-29 0,8 29-53 16,-2-12 24-16</inkml:trace>
  <inkml:trace contextRef="#ctx0" brushRef="#br0" timeOffset="34482.97">6326 6410 281 0,'0'0'293'0,"0"0"0"0,0 0-3 16,7-13-2-16,-7 13-21 0,3-11-3 0,-1 4-33 16,1-4-22-16,0 0-14 0,0 1-18 0,3-5-21 15,5 1-20-15,0 1-9 0,1-1-16 0,3 1-8 16,1 2-10-16,-1 3-1 0,-1-1-29 0,0 6-13 15,-2-2-1-15,-1 4-6 0,1 2-3 0,-2 2-5 16,1 2-2-16,0 2-2 0,-5 1-6 0,2 1-6 16,0 3 4-16,-4-1-6 0,3 0-1 0,-1 1-1 15,-2-1 1-15,4 0-2 0,-3 0 7 0,1-3-10 0,-1 1 1 16,0-1-12-16,3-2 39 0,1-1-24 16,3-2-10-16,0-2 2 0,6 1 5 0,1-5-3 15,3 0 0-15,-1-1 7 0,5-3-8 0,-5 2-2 16,-3-2 0-16,-2 1-3 0,0-1-1 0,-2-2 4 0,-1-1 0 15,-1-2 0-15,-3 4 2 0,-1-3-6 16,2-3-10-16,-5 3 1 0,-1 0 23 0,1 1 0 0,-4-2-2 16,-1 1-5-16,0 0 8 0,-3 1-2 15,0 4 5-15,-1 1-1 0,-1-2-5 0,-2 3-8 16,-3 1 7-16,0 3-5 0,-1 4-4 0,-2 1 8 0,-4 3-7 16,3 2 15-16,-2 3-9 0,3-1 3 0,1-1 6 15,1 5-4-15,3-2-5 0,3-4-2 16,1 4 5-16,4-4 0 0,5 6-36 0,-1-5-43 15,4 1-40-15,6 1-49 0,1-2-56 0,4-3-67 16,12 1-67-16,-2-7-228 0,5 1-619 0,-1-1 274 0</inkml:trace>
  <inkml:trace contextRef="#ctx0" brushRef="#br0" timeOffset="35382.96">7588 6183 106 0,'-3'-10'294'0,"-3"-2"-4"0,3 2-9 16,-4 3-13-16,1 0-21 0,-3-1-20 0,2 7-20 15,-2-6-16-15,-2 4-22 0,-1 3-12 0,2 3-20 16,-2 4-16-16,-3 0-12 0,-1 8-6 0,-2 4-4 16,0 1-17-16,4 4-5 0,-1-1-9 0,6 0-5 15,0 1-11-15,2-7-3 0,2 1 0 0,1-1-4 16,3 1-10-16,2-1-2 0,3-2 1 0,0-3-1 16,2-3-6-16,-1 1 2 0,3-1-6 0,0 0-5 15,2-5 1-15,-1 0 3 0,4-1-4 0,-1-2-4 16,3-2 6-16,-3-2-4 0,0-1-1 0,2-3 8 15,3-3-13-15,-3 2 4 0,0-3-4 0,-4-2 11 16,-1-2-7-16,2-2 5 0,-2 0-6 0,-1-2-5 16,1-5 2-16,-1-1 7 0,-2 0-5 0,-1 0 8 15,0-2 8-15,3 2 0 0,-7 0 8 0,3-2 4 16,0 0-1-16,-4 8 0 0,2-2 1 0,1 4 10 0,-3 0 13 16,0 3 1-16,-1 6-5 0,3-1 0 15,-2 1 0-15,0 8-1 0,0-11-11 0,0 11-6 16,0-8-7-16,0 8-3 0,0 0-7 0,0 0-5 15,0 0 0-15,0 0-4 0,-5 25-15 0,4-7 14 0,0 0 3 16,-3 11-20-16,1 1 14 0,2-3-5 16,1 0 7-16,-1-1-8 0,2 1 4 0,0-8 2 15,3 1-1-15,-1-2 5 0,-1 2-8 0,1-4 1 16,-1-3-2-16,2-2-2 0,0 1 0 0,2-2 5 0,2 1 3 16,-2-4-4-16,3-1-7 0,3 0 0 15,-2-2-9-15,0 0-13 0,3-4-11 0,-1 0-5 16,3-2-5-16,0 0 1 0,2-4-5 0,-6 2 8 15,3-3 2-15,0-1-12 0,-1-2 10 0,-3 1 3 16,2-4 2-16,-4 3 10 0,0 0 0 0,0-3 1 0,-3 1 0 16,1 1-3-16,-3-1-7 0,1 0 26 0,-1 2 15 15,-2 0 10-15,0 1-13 0,-1 9 17 16,-1-12 3-16,1 6 0 0,0 6 12 0,0 0-9 16,0-11-13-16,0 11-2 0,0 0-3 0,0 0 17 0,0 0-22 15,0 0-18-15,0 0 21 0,0 0 7 0,-14 24-7 16,11-10 2-16,1-6-17 0,1 1 24 0,-1 3-9 15,1-2 3-15,0-1-4 0,2 4 1 16,0-3-3-16,2 1-15 0,1-2-33 0,0 0-47 0,3 0-48 16,1-1-49-16,1-2-65 0,2 1-71 0,1-2-311 15,1-2-685-15,-1 0 303 0</inkml:trace>
  <inkml:trace contextRef="#ctx0" brushRef="#br0" timeOffset="35548.01">8001 5986 2556 0,'-11'-16'4'0,"4"7"3"0,1-1-7 15,-1 2 4-15,3 1-5 0,2 2-2 0,2 5-5 0,-8-7-6 16,8 7-3-16,0 0 0 0,0 0-9 0,0 0-29 16,0 0-27-16,0 0-45 0,14 23-21 0,-5-10-31 15,0 1-137-15,1 1-342 0,-1 1 152 0</inkml:trace>
  <inkml:trace contextRef="#ctx0" brushRef="#br0" timeOffset="35834.99">8114 6152 35 0,'0'0'186'0,"5"8"-20"15,-5-8-10-15,2 6 2 0,-2-6 8 0,1 8-1 16,-1-8 2-16,0 13-3 0,0-7-5 0,2 3-9 16,-2 1-11-16,-2 1-8 0,4-3-10 0,-2 3-9 15,1-3-7-15,2-1-11 0,0 0-10 0,0-1-8 16,1 2-6-16,1-2-2 0,0-1-6 0,3 3-3 15,-1-3-4-15,4-2-6 0,0 0-1 0,-1-1-6 16,-1-2 0-16,0-2-6 0,0 0-4 0,0 1 0 16,1-3 7-16,-3 0 2 0,-1-2 2 0,2-2-3 15,1 1 1-15,-6-4-7 0,0 3 2 0,-3-4-4 16,0-2-9-16,0 0-3 0,-4-1-4 0,-2-1-2 16,1 5-3-16,-3 0-3 0,4 1-6 0,-5-3-17 15,0 5-15-15,0 3-22 0,0 0-30 0,-3 5-18 16,2 1-32-16,-1 4-36 0,0 0-46 0,2 1-43 15,-1 3-157-15,-1-2-447 0,5 0 198 0</inkml:trace>
  <inkml:trace contextRef="#ctx0" brushRef="#br0" timeOffset="36467.28">8519 6186 7 0,'0'0'301'16,"1"-10"-21"-16,-1 10-14 0,0 0-16 0,-8-12-13 15,8 12-22-15,-10-4-16 0,10 4-19 0,-13 0-19 0,4 0-10 16,0 6-5-16,0 1-3 0,-1 1-9 16,0 0-9-16,-2 5-9 0,1-2-12 0,6 0-13 15,-7 1-6-15,8 0-7 0,2 0-5 0,-1-2-6 16,1 2-7-16,2-2-10 0,0 0-5 0,2 1 2 16,1-2-9-16,1-2 0 0,2 2-4 0,1-4-5 15,2-2 7-15,-2 1-5 0,3 0 1 0,1-3-16 16,0-1 7-16,-1-1-5 0,1-2 3 0,0-1-1 15,-2 1-6-15,-1-4 0 0,2-2 4 0,-2 0-5 16,-2 0-2-16,3-8 4 0,-1 3-7 0,-3-5-1 0,2-3 0 16,-1 3-6-16,-3-7 2 0,1 1-1 15,1-2 0-15,-2-3 0 0,-1 2 5 0,1 2-3 16,-2 0 17-16,1 6-8 0,-2 1-5 0,0 4 25 16,0-1 15-16,-2 5 1 0,1 4 4 0,1 7 1 15,0-12-4-15,0 12-8 0,-1-10-4 0,1 10-18 16,0 0-4-16,0 0 6 0,0 0-7 0,0 0-6 15,0 0 5-15,-7 43 0 0,6-18-4 0,0 1 3 16,1 3-7-16,-4-3 1 0,3 1 6 0,1-3-1 16,0-4-1-16,0 6-3 0,0-8 0 0,1-1-5 0,0 0-8 15,2-4 12-15,-1 0-2 0,-1-3-2 0,5 2 5 16,0-5 4-16,2 2 2 0,2-3-3 16,0 2 4-16,3-2-3 0,2-3-3 0,2 1-4 15,6-4 14-15,-1-2-27 0,1 0 19 0,-3-3-2 0,7-3-1 16,-5 1 1-16,-6-1 1 0,3 0-9 0,1-3 4 15,-6-1-2-15,1 1 0 0,-3-1-3 0,-3-3-3 16,-3 2-5-16,0 2 10 0,-3-5-8 16,-1 4 9-16,-2 1-6 0,0 2-2 0,-4-3 0 15,-1 3 1-15,-2 4-9 0,0 2 10 0,0 0-6 0,-6 2-5 16,3 3-1-16,-3 3 11 0,-2 5-2 0,0 1 1 16,2 1 1-16,1 1-1 0,4-3 13 15,2 1-10-15,1 0 0 0,2 2-1 0,1 2 2 16,4-3-21-16,2 0-35 0,7 1-47 0,1 0-50 0,5-4-64 15,2-1-80-15,10 1-71 0,2-3-218 0,-2-3-637 16,3 0 282-16</inkml:trace>
  <inkml:trace contextRef="#ctx0" brushRef="#br0" timeOffset="39401.97">9664 5999 73 0,'0'0'221'0,"-22"1"-15"0,12 1-15 0,-4 1-12 16,0 3-12-16,-2 3-14 0,4 0-12 0,-2 4-8 15,2 0-9-15,-1 2-15 0,1 8 7 0,4-5 3 16,0 0-20-16,3 0-4 0,0 2-13 0,2-2-7 16,2-1-7-16,2-1 14 0,2 0-7 0,4 0-7 15,1-1-6-15,1-6-6 0,3 3-6 0,0-2-3 16,0-3-2-16,6 0-4 0,-3-2-4 0,3 0-3 15,0-3-3-15,-1 0-3 0,0-5-3 0,-2 4 0 16,-1-2-6-16,-2-2 0 0,7-4-1 0,-7 2 1 16,3-1-3-16,-4-2 0 0,-2 2-2 0,3-7 1 0,-4 4-4 15,-2-2-2-15,3-2 2 0,-2 1 0 0,-1-4-6 16,1 0 7-16,-5 5 2 0,5-6 14 16,-4 3 0-16,-1 1 0 0,-1 1 0 0,1 2 9 15,-2 4 9-15,0 6 6 0,2-13 0 0,-2 13-3 16,0-8-9-16,0 8-8 0,0 0-7 0,2-7-1 0,-2 7-6 15,0 0-1-15,0 0-6 0,0 0 2 16,0 0 6-16,1 31-12 0,1-19 5 0,-2-2-4 16,0 3 1-16,0-3-1 0,2 3-1 0,1-1-3 15,-1-2 5-15,1 3-2 0,2-4 3 0,-1 1-5 0,5-2 7 16,-1-1-2-16,1 0-4 0,2-3-2 0,-1 1 4 16,1-1 3-16,2-3-6 0,-2-1-1 15,2 0 1-15,-1 0-5 0,-1-3 3 0,1 1 0 0,-1 0-1 16,-2-5 4-16,1 3 4 0,-3-4-6 0,0 1-4 15,-1-1-1-15,1-3 0 0,-2 1 1 0,-2-3 2 16,0 2-2-16,-2-1 2 0,1 0-4 0,-1-1-1 16,-1 0 6-16,-1 3-1 0,1 0 4 0,-3 1 3 15,3 9 8-15,-4-10 0 0,4 10 1 16,0-9-8-16,0 9-7 0,0 0 3 0,0-8-7 0,0 8 0 16,0 0 13-16,0 0-14 0,0 0 1 0,0 0 2 15,-7 27-5-15,5-17 6 0,1 2-4 0,0 1 2 16,0-1 4-16,2 3-4 0,1-1 0 0,2-2-1 15,-1-2 5-15,-1 2-1 0,2-3 1 0,4 1 6 16,-3-2-5-16,4-1 4 0,0-2-3 0,1 1 3 16,3-3-4-16,-2-1 1 0,2-1-2 0,5 2 1 15,-1-3 0-15,-3-3-1 0,2-2-2 0,-3 4 1 16,-3-3 1-16,2 0 0 0,3-6-12 0,-5 3 3 16,2-3 0-16,-1 0-9 0,-2-4-5 0,1-2-4 15,-1 4 6-15,-3-1-2 0,-3-1 3 0,0-2 3 16,-3 0 0-16,0-3-3 0,-3 8 2 0,0-6 3 15,-3 2-3-15,0 1 1 0,0 4 1 0,-2 1 4 16,0 1-6-16,1 0 6 0,-1 2 2 0,0 3-8 16,2-1 2-16,-2 1 1 0,0 0 2 0,8 3 0 15,-12 0 4-15,12 0-3 0,-12 3 1 0,12-3 2 16,-4 5-1-16,4-5-3 0,0 0 8 0,3 10 0 16,-3-10-7-16,14 9 14 0,-1-8-6 0,-2-1-3 15,5 3 3-15,2-2-2 0,2 2 1 0,-5-2 1 16,1-2-1-16,-3 2-1 0,0-2 0 0,-2 1 3 15,-1-3-2-15,1 4-3 0,-11-1 0 0,9-1 0 16,-9 1 1-16,9 3-4 0,-9-3 6 0,9 4 1 16,-5-1-5-16,-4-3 2 0,4 9-2 0,-1-1-1 15,-2-2 2-15,0 2 2 0,-1 4 4 0,0-2-3 16,1 2 2-16,1 0-3 0,-4 0 2 0,4 0 1 16,-2 0 2-16,1-1 1 0,2 2-1 0,-1-3 0 15,1-2-1-15,2 2 2 0,0-2-2 0,-1 1 4 16,2-4 0-16,3 1 0 0,1-1 1 0,0 0 1 15,2-1-4-15,2-2 2 0,-1-4 2 0,1 4-2 16,-1-3-2-16,-1 0 1 0,0-2 0 0,-1 1-2 16,1-1 2-16,-1-3 3 0,0 0-9 0,-3 1 3 0,0-4-7 15,1-1-6-15,-5 1-1 0,1-4-3 16,-2 2 2-16,-3-1 0 0,0-5 0 0,-3 5 3 16,-1-1-3-16,1 2 2 0,-1-1 2 0,-2 2-1 15,3-3-2-15,-1 5 7 0,1 2-3 0,1-1 0 0,2 7 5 16,-4-10 3-16,4 10-3 0,-3-8-4 0,3 8 0 15,0 0 1-15,0 0 0 0,0 0-4 16,8-9 5-16,-8 9-3 0,13 1 6 0,-4-1-3 16,2 0 8-16,-1 0-10 0,-1 0 4 0,2 3-4 0,-5 1-3 15,0 0 5-15,2 0 1 0,1 0-4 0,-3 3 8 16,0 1-4-16,-1 0 1 0,-3 2-1 0,2 1 0 16,-1 1 5-16,0-1-2 0,-1 2-2 0,0-4 5 15,-1 1-4-15,-1 2 7 0,0 0-6 16,2-3 1-16,0 3-5 0,1-4 5 0,-1-1 6 0,2-1-4 15,0 0-1-15,0-3 1 0,5 3 4 0,1-3 2 16,3-2 0-16,6 2 8 0,-1-3-3 0,-1-2 7 16,3 1-4-16,-2-3-6 0,0-1 6 0,-2 1-2 15,4-2-3-15,-5-4 0 0,2 1 5 0,-5 2-1 16,-1 0-2-16,0-6-5 0,-3 4-1 0,-2-2-3 16,1 0 6-16,-5 0-6 0,2-6 2 0,-4 1-4 15,0 4-1-15,-4 0-1 0,-1 2-1 0,1 2-2 16,0-2 2-16,-2 4-3 0,6 6-2 0,-9-5-2 15,1 5 1-15,8 0 5 0,-21 5 0 0,8 1-6 16,-1 5 1-16,1 1 4 0,3 0 4 0,2-2-2 16,0 4-3-16,3-4 8 0,3 3-6 0,0-3-19 15,-1 3-35-15,0-1-37 0,3-2-38 0,3 0-40 16,3 0-37-16,4 1-15 0,5-2-31 0,1 2-181 16,0-2-471-16,2 0 208 0</inkml:trace>
  <inkml:trace contextRef="#ctx0" brushRef="#br0" timeOffset="39783.93">11183 6119 241 0,'2'-9'291'0,"-2"9"-25"16,0 0-25-16,1-8-25 0,-1 8-24 0,0 0-20 16,0 0-14-16,0 0 7 0,0 0-9 0,4 22-11 15,-2-14-13-15,0 1-7 0,1 1-15 0,0 0-12 16,-1 2-6-16,2-4-7 0,-2 0-11 0,-1-1-4 15,1-1-8-15,-2-6-8 0,4 10-1 0,-2-5-2 16,-2-5 14-16,0 0 16 0,2 8 16 0,-2-8 26 16,0 0-12-16,0 0-2 0,0 0-6 0,0 0-15 15,0 0-10-15,0 0-4 0,0 0-7 0,0 0-11 16,3-29-7-16,-2 19-4 0,4-2-6 0,0 2-10 16,0 0-1-16,7-7-6 0,-2 1 0 0,-1 1-6 0,-1 6 5 15,-1 1-11-15,1 1 1 0,0 0-8 16,-3 4 1-16,0-2-6 0,-5 5 1 0,13-1-9 15,-13 1 7-15,11 2 0 0,-4 4-4 0,-1 2 3 16,0 1 4-16,-1 2-5 0,1-2-2 0,-4 3 2 16,2-1 4-16,0 5 2 0,0-5 2 0,2 4 1 0,-4-3-9 15,2 1-43-15,0-2-42 0,-3-1-33 0,3 0-44 16,-4 1-54-16,3-4-72 0,-2 0-310 16,0-1-652-16,-1-6 289 0</inkml:trace>
  <inkml:trace contextRef="#ctx0" brushRef="#br0" timeOffset="40067.21">11570 5957 2371 0,'2'-25'21'0,"-1"6"50"0,0 1 25 16,1 6 13-16,-1-1-3 0,-1 2 7 0,1 3 1 0,0-1 13 16,-1 9-17-16,0-9-1 0,0 9-23 0,0 0-9 15,0-9-11-15,0 9 0 0,0 0-14 16,0 0 15-16,4 22 17 0,-2-5-4 0,-2-1 4 15,0 4-5-15,0 4 8 0,1-4-21 0,-1 6 9 0,0-3-5 16,1-5 1-16,-2 6-10 0,1-4-1 0,0-2-12 16,0-1 5-16,1-2-10 0,-1-3 3 0,3 0-5 15,-1 0-5-15,0-1-2 0,1-5 3 16,0 3-7-16,-1-2-4 0,4-1-2 0,-1 0 3 0,1-2-14 16,-1 0-23-16,4-1-38 0,2 0-52 0,-1-1-46 15,0-2-53-15,0 1-51 0,-10-1-62 0,19-6-43 16,-11 3-248-16,-8 3-653 0,10-8 289 0</inkml:trace>
  <inkml:trace contextRef="#ctx0" brushRef="#br0" timeOffset="40232.96">11550 6000 2528 0,'-11'-7'115'0,"3"2"-43"0,-1-1-23 16,5 2 13-16,-2 0 15 0,6 4 7 0,-10-4 6 15,10 4-15-15,-5-6-5 0,5 6-12 0,0 0-5 16,0 0-4-16,0 0-8 0,16-11-4 0,2 8-3 15,2-1-27-15,2 0-45 0,2 0-61 0,3 2-55 16,9 0-69-16,-9 0-61 0,-5 1-167 0,7 1-488 16,-11-2 216-16</inkml:trace>
  <inkml:trace contextRef="#ctx0" brushRef="#br0" timeOffset="40467.05">12062 6300 2971 0,'0'0'198'0,"0"0"-79"16,0 0-36-16,0 0-31 0,0 0 9 0,0 0 8 16,0 0-1-16,0 0-4 0,0 0-10 0,0 0-3 15,0 0-6-15,0 0-3 0,-7 11-5 0,2-4-4 16,-3 0-22-16,3 3-33 0,-4-2-51 0,-4 4-60 15,0 1-78-15,1-1-99 0,-4 0-226 0,0-2-578 16,-2 2 255-16</inkml:trace>
  <inkml:trace contextRef="#ctx0" brushRef="#br0" timeOffset="42166.8">13174 5829 225 0,'0'0'247'0,"-2"-8"-15"0,2 8-6 0,-5-10-19 0,0 5-11 16,5 5-16-16,-9-7-15 0,3 3-8 0,-1 1-16 16,-3 0-12-16,-2 3-6 0,3 0-15 0,-5-2-6 15,3 2-14-15,-3 2-4 0,1 1-8 0,0 2-6 16,-1 0-8-16,-2 2-4 0,0 2-3 0,1 1-9 16,3 0-5-16,-1 2-2 0,1-1-4 0,4 3 1 15,3-2-11-15,-1-2 3 0,2 3-5 0,1-2-5 16,0-1 5-16,6 1-5 0,-3 0-1 0,3-1 1 15,3 0 2-15,0 1-4 0,3-3-5 0,1 0 3 16,1-2-4-16,0 1 0 0,7-2-2 0,-1-2 0 16,-3 0 0-16,5-3 1 0,-4 0 2 0,3 0-2 15,2-3-1-15,-8 0-2 0,1-2-2 0,-2 1-1 16,-2 0 1-16,0-2 2 0,0-2-2 0,0-1 3 16,-4-1-3-16,1-1 0 0,-3 0 5 0,1-1-4 15,0-3-2-15,-2-2-1 0,1-1 2 0,-3 1-4 16,0-2 2-16,3 0 2 0,-1 0-4 0,-2-6 7 15,0-1 6-15,0 7 7 0,-2 0 37 0,4 2-23 16,-2 0 4-16,0 5 12 0,0 0 1 0,0 1-1 16,0 3 6-16,0 8-4 0,0-12 7 0,0 7-17 15,0 5-9-15,0 0-7 0,0-10-4 0,0 10-8 16,0 0-3-16,0 0-3 0,0 0 5 0,0 0-7 16,4 32-1-16,-2-11 1 0,-1 5 2 0,-1 1 3 15,4 1 1-15,-6-1-5 0,2 0-4 0,2-1 4 16,0-5 1-16,0-2 0 0,0 1-4 0,1-3 10 15,1 2-16-15,-1-4 10 0,3 2-8 0,-3-6 6 16,3-1-2-16,1-2 3 0,-1 2 1 0,2-6-3 16,0 3 13-16,-1-2-13 0,2-3 2 0,0-1 2 15,0 0-2-15,2-2 6 0,-1-1-10 0,0-3 11 16,-1 1-17-16,1-1 12 0,-1-1-1 0,-1-2 1 16,-1 0 7-16,-2-1-10 0,-1-1 3 0,1 0-6 15,-1-1 0-15,-2 2-4 0,0-1 3 0,-2 0-2 16,1 3-2-16,-1 7 2 0,-1-12 0 0,1 12-3 15,0-8-3-15,0 8-1 0,0 0 2 0,0 0-8 16,0 0-2-16,0 0 5 0,0 0 6 0,0 0-4 16,0 0 14-16,0 0-13 0,0 0 2 0,-8 25 25 15,8-16-35-15,0-9-26 0,2 15-27 0,-2-6-29 16,4-1-33-16,-2 2-39 0,3-3-33 0,-1 1-38 16,2 0-40-16,0-3-243 0,-6-5-568 0,11 9 252 15</inkml:trace>
  <inkml:trace contextRef="#ctx0" brushRef="#br0" timeOffset="42319.88">13371 5731 154 0,'0'0'174'0,"0"0"-23"0,0 0-35 0,0 0-46 16,0 0-52-16,0 0-43 0,9 20-85 0,-2-10-119 15,0-1 52-15</inkml:trace>
  <inkml:trace contextRef="#ctx0" brushRef="#br0" timeOffset="42567.5">13546 5942 93 0,'0'0'178'15,"5"5"-1"-15,-5-5 0 0,8 4-5 0,-5-1-1 16,-3-3-8-16,16 3-7 0,-7-5-8 0,5 1-8 0,-3 1-4 15,1-3-8-15,1 2-7 0,-3-2-3 16,1-1-3-16,1 1 9 0,-3-3 0 0,0 3-3 16,0-5-9-16,-4 3-5 0,-1-2-9 0,-2 0-10 0,-2-1-5 15,0 8-9-15,-6-18-11 0,1 9-10 16,-1 0-6-16,-2 2-6 0,0-1-6 0,-1 1-10 16,-1 2-23-16,-1 1-20 0,3 2-28 0,-4 0-17 15,1 2-35-15,11 0-43 0,-13 6-32 0,5-3-30 16,2 1-37-16,4 1-162 0,2-5-435 0,-3 9 193 0</inkml:trace>
  <inkml:trace contextRef="#ctx0" brushRef="#br0" timeOffset="43183.93">13935 5850 85 0,'0'0'283'0,"3"-8"-10"0,-3 8-6 15,0 0-15-15,0 0-16 0,-12-13-20 0,12 13-14 16,-7-2-23-16,7 2-12 0,-16 2-9 15,7 2-12-15,-1 1-17 0,-2 3-12 0,3 0-10 16,0 2-9-16,-5 2-6 0,3 1-12 0,0 0-3 0,4-4-11 16,2 1-10-16,-3 0 0 0,6 1-8 0,0 0-6 15,-3-3-1-15,5 1 0 0,2 2-8 16,-2-11-4-16,3 11 6 0,1-4-11 0,2-4-1 16,1 1 0-16,1-4 1 0,0 3-5 0,3-3-1 15,1-3 0-15,1 3-3 0,-4-4 1 0,5-1-3 0,-5-1-1 16,2-1-1-16,-2 0-1 0,0-3-2 0,-1-3 3 15,0 1-2-15,-2-3-4 0,-1-2 2 0,-3 0 2 16,0-2 1-16,0-6-1 0,1 4-1 16,-1-3-5-16,-5 0 8 0,3-1 4 0,-2-2 4 0,2 8-2 15,0-1 6-15,-2 3 2 0,2 1 4 0,0 5-2 16,-2 0 11-16,4 1-5 0,-2 10 3 0,-4-12-5 16,4 12-7-16,0-7-9 0,0 7 4 0,0 0-9 15,0 0 2-15,0 0-1 0,-5 29-1 16,1-12 1-16,8 9 7 0,-6 0-15 0,2-7 9 0,0 6-2 15,2 1-4-15,-2-6 6 0,1 0-6 0,3-2-2 16,-2 0 5-16,4-1 0 0,-3-2 4 0,4-3 13 16,2 0-19-16,-1-3 3 0,-1 0-5 15,5-3 6-15,-1 1-2 0,3-2-5 0,3 0-1 16,2-3 10-16,-2 0 0 0,3-2-1 0,1-4-4 0,-3 0-5 16,-2-2-2-16,3 1 3 0,-2-5-9 0,-7 3 2 15,4-2 8-15,-3 0-10 0,-5 0 3 0,-1-1 2 16,3 1 0-16,-6-2 1 0,2 0-3 0,-4 2 14 15,0-1-15-15,0 10-7 0,-4-14 9 0,3 9 1 16,-6-1-6-16,7 6-2 0,-11-3-1 0,3 3-2 16,8 0 2-16,-23 6 2 0,8 2-2 0,3 0 4 15,1 2-4-15,-3 1-6 0,3 1 9 0,7-2 0 16,-5 3-22-16,4-3-38 0,2 0-23 0,2 2-31 16,2-2-34-16,5 2-38 0,1-2-38 0,6 0-41 15,3-1-57-15,-4-2-168 0,5-1-536 0,0 0 237 16</inkml:trace>
  <inkml:trace contextRef="#ctx0" brushRef="#br0" timeOffset="43592.1">14463 5882 2497 0,'-5'-7'112'0,"3"-1"-27"15,-2 1-14-15,1 0 13 0,3 7 20 0,-4-11 19 16,4 11 5-16,-2-8 0 0,2 8 10 0,-1-7-20 16,1 7-11-16,0 0-12 0,-1-9-11 0,1 9-17 15,0 0-6-15,0 0-3 0,0 0-8 0,15 15 1 16,-5-6-14-16,-2 1 2 0,1 4-3 0,4 1-4 16,-2-1-4-16,-2-2 7 0,-1 2-28 0,2-1 2 15,-2-2 2-15,-2-1 6 0,3 0 5 0,-4-1-2 16,1 0-1-16,-1-1-3 0,1-2 1 0,-4-1 0 15,3-1-4-15,-5-4 5 0,5 7 3 0,-5-7 19 16,6 4 14-16,-6-4 9 0,0 0 0 0,0 0-1 16,11-8-6-16,-7 2-1 0,0 0 1 0,2-3-12 15,-1-1-3-15,-1-1-4 0,3-5-3 0,3 1-4 16,-4 0-6-16,0-4-1 0,1 2-1 0,4-8-5 16,-3 2 0-16,2 0-5 0,-3 6-4 0,0 2 2 15,-3 3-13-15,-1 2-13 0,-1 0-22 0,0 4-22 16,1 0-40-16,-1 0-46 0,-2 6-44 0,4-7-23 15,-4 7-24-15,0 0-29 0,0 0-36 0,0 0-47 16,0 0-222-16,0 0-618 0,2 21 273 0</inkml:trace>
  <inkml:trace contextRef="#ctx0" brushRef="#br0" timeOffset="43917.31">14869 5833 138 0,'0'0'284'0,"0"0"-14"15,0 0-14-15,0 0-15 0,0 0-13 0,1 7-3 16,-1-7-13-16,-9 10-12 0,2-3-4 0,0 2-18 16,3-1-12-16,-3 0-13 0,4 1-18 0,-2 0-12 15,1 0-9-15,4-1-8 0,-2 0-14 0,2-1-9 16,5 3-10-16,-4-2-7 0,4-1-4 0,0 1 0 16,0-4-4-16,4 1-9 0,2-1-4 0,0 0-2 15,2-3-6-15,1 0-2 0,-1-1 2 0,1-1-8 16,-3-1 4-16,3 0-15 0,-3-3 7 0,-1 1 9 15,0-2-2-15,-1-1 2 0,-4-2 0 0,-1 1-3 16,0-1 4-16,-1-3-13 0,0 2 3 0,-4-2-22 16,-1 1 11-16,-1 0-3 0,1 0-3 0,-2 1 3 15,1 2-5-15,-3 2-18 0,1 3-21 0,-4-3-26 16,-2 2-26-16,3 2-29 0,-3 2-29 0,-1 0-37 16,2 3-50-16,2 0-40 0,-1 0-47 0,0 0-172 0,4 0-528 15,5-3 233-15</inkml:trace>
  <inkml:trace contextRef="#ctx0" brushRef="#br0" timeOffset="44166.84">15178 5753 2408 0,'4'-14'167'0,"-3"0"28"0,2 3-88 16,-6 0-17-16,2 1 34 0,3 1 9 0,-2 9 13 15,-2-14 5-15,2 14-21 0,0-9-8 0,0 9-9 16,-3-8-15-16,3 8-10 0,0 0-16 0,0 0-4 0,0 0 11 15,0 0-6-15,3 29-6 0,-1-13-2 0,0 3-4 16,-2 0-3-16,2 0-8 0,0-1-3 16,-2 1-1-16,2-1-7 0,1 1-2 0,-2-2 2 15,3 0-17-15,-2 1-17 0,-2-4-46 0,2-3-54 0,-1 1-43 16,0-1-43-16,-1 0-47 0,0-11-59 0,-1 20-55 16,0-10-256-16,1-10-649 0,-4 13 287 15</inkml:trace>
  <inkml:trace contextRef="#ctx0" brushRef="#br0" timeOffset="44416.15">15375 5681 267 0,'0'-11'340'0,"1"0"1"16,-1 3-5-16,0 8-13 0,2-11-24 0,-2 11-32 0,0-8-30 15,0 8-22-15,0 0-23 0,0 0 17 0,0 0-21 16,1 29-1-16,1-12-18 0,-4-2-14 0,4 3-12 15,1 0-11-15,-3 0-12 0,1 2-12 0,-2-4-24 16,1 3 5-16,-3-5-5 0,3 3-11 16,-2-5-8-16,2 0-6 0,2-1-10 0,-4-1-25 0,2-1-46 15,0-1-56-15,0-8-44 0,0 14-43 0,0-8-36 16,0-6-48-16,-3 10-51 0,1-4-42 0,2-6-204 16,-8 5-592-16,3-3 262 0</inkml:trace>
  <inkml:trace contextRef="#ctx0" brushRef="#br0" timeOffset="45517.58">15262 5825 197 0,'0'0'204'0,"8"-9"-9"0,-3 7-9 0,6-3-8 0,1 0-19 16,6 0-17-16,3 2-11 0,8-2-15 0,-2 0-9 16,0 1-10-16,1 0-10 0,-8 1-7 0,2 1-12 15,0-1-6-15,-2 0-8 0,1 0 0 0,-4 2-9 16,-5 1-3-16,-2-3-4 0,-1 2 0 0,-1-1 17 15,-8 2 11-15,11-1 10 0,-11 1 3 0,8 0 11 16,-8 0-7-16,0 0 0 0,0 0-4 0,6-5-7 16,-6 5-8-16,0 0-5 0,0 0-8 0,0 0-4 15,0 0-5-15,-32 12 1 0,22-5-1 0,-3 5 0 16,-2-3-3-16,2 2-2 0,3 2-3 0,-1 0 1 16,0 0 1-16,4-2-9 0,0-2 2 0,2 0-1 15,1 0-6-15,3 1 5 0,1-3-9 0,0-7 5 16,4 15-6-16,2-8 2 0,2-1 5 0,2-1-9 15,3 0 1-15,1-5-3 0,0 2 0 0,4-1-1 16,0-2-1-16,-2-1-2 0,2-1-2 0,-6-3-5 16,-1 2 9-16,2 1 1 0,-3-3 1 0,-2 1-9 15,2-2-1-15,-6 2 4 0,2-3 0 0,0-2-3 16,-4 2 7-16,-1 2-5 0,3-4 1 0,-1 4 7 16,-3 6 4-16,1-9 2 0,-1 9-3 0,0-9-2 15,0 9-7-15,0 0 2 0,0 0-3 0,0 0-8 16,0 0 2-16,0 0 2 0,0 0-3 0,0 0 1 15,0 0 0-15,0 0 1 0,0 0-1 0,8 22 0 16,-6-19 10-16,3 2-6 0,1 2 1 0,0-4-1 16,4 2 1-16,3-1 1 0,5 1-5 0,-7-3 7 15,8-1-7-15,1 0 2 0,1-2-3 0,1 0-9 16,6-2 2-16,-9 0 0 0,3-1 4 0,6 0-4 16,-9 1-2-16,-3-4 2 0,2 2 5 0,-7 0-1 15,2-1 0-15,0 1 2 0,-3-1-7 0,-2-1 10 16,2 1 2-16,-4 0 7 0,-2 0 5 0,0-1-1 15,-2 2 1-15,-2 5-4 0,2-14-1 0,-2 14-8 16,-2-9 17-16,2 9-7 0,-6-7 5 0,6 7-13 16,-12-1 1-16,12 1 1 0,-17 2-15 0,5 2 12 15,-4 2-7-15,4-2 5 0,-2 6-1 0,4-3-3 16,-1 0 4-16,1 0 1 0,3-1-5 0,3 0-1 16,-1 3 14-16,1-3-26 0,4-6 5 0,-3 11-7 15,3-11-5-15,3 9 5 0,-3-9-11 0,7 8 2 16,-1-5 1-16,0 1 2 0,3-2 8 0,-3-1-7 15,-6-1 1-15,14 1 4 0,-14-1 2 0,12-2 2 16,-12 2 5-16,9 0 0 0,-9 0 1 0,6-2 10 16,-6 2 0-16,7-4 3 0,-7 4 4 0,0 0 0 15,0 0-5-15,0 0-3 0,0 0-1 0,0 0-2 16,8 6 6-16,-8-6-3 0,2 15 8 0,-2-3 7 16,-2 3 12-16,2 3 7 0,0 2 6 0,2 6 4 15,2 4 12-15,-7-1-1 0,6 3-11 0,-1 0 5 16,1 0-6-16,-1-2 6 0,1-1 3 0,0 1-15 15,0-6-4-15,1 2-3 0,-1-7-5 0,-1-1-16 16,-1-3 18-16,-2-2-7 0,0-1 3 0,-2-2-6 0,0 0-3 16,-2-1 2-16,-3-3-2 0,0 0-3 0,-5-1 0 15,2 0-1-15,-2-2-9 0,-1-2-12 16,-1-1-12-16,2-1-3 0,-5-2-11 0,1-3-11 16,6 0 6-16,-1 0-1 0,2-2 7 0,2-1-6 15,2-1-2-15,0-6-9 0,7 0-4 0,4-1 17 16,0-2-17-16,7-6 4 0,8-1-2 0,4-1 5 0,1 1 2 15,12-8 3-15,0 1-2 0,2 1 1 16,-1 2 10-16,-9 8-4 0,0 0 4 0,1 0 2 16,-2 2 5-16,-3 0 6 0,1-2 4 0,-6 2-3 0,2 0 3 15,-3-1-2-15,-3 2 3 0,-5 3 5 0,-2 2 1 16,0-1 20-16,-3 1 4 0,-2 4 1 16,1 1 9-16,-2 3 11 0,-3-1-3 0,0 7-3 0,0-13-5 15,0 13 1-15,-8-6-2 0,2 2-7 0,6 4 5 16,-17 4 14-16,5-1 11 0,1 4-14 0,-2 2-4 15,1-1 7-15,1 4-10 0,-1 0-1 0,4-2-1 16,2 2-3-16,0-2 0 0,4 3 7 0,2-1-14 16,2-2-23-16,4 2-25 0,0-1-40 15,9 2-49-15,-1-3-53 0,11 2-68 0,0-4-64 0,5 1-269 16,-4-1-625-16,1-3 278 0</inkml:trace>
  <inkml:trace contextRef="#ctx0" brushRef="#br0" timeOffset="45772">16887 5954 203 0,'6'5'257'0,"-6"-5"-8"16,1 10-7-16,-1-5-14 0,0-5-14 0,-7 15-18 16,2-2-26-16,-3 0-12 0,-2 3-17 0,-3-2-49 15,-1-2-78-15,-7 8-111 0,-4-2-248 0,1-4-373 16,-1 0 165-16</inkml:trace>
  <inkml:trace contextRef="#ctx0" brushRef="#br0" timeOffset="48383.3">3984 7103 146 0,'0'0'225'15,"-2"-16"6"-15,-1 7 2 0,1 2-15 0,-2 0-18 16,-1-3-20-16,-3 1-18 0,0 4-13 0,1 0 10 15,-4-2-16-15,1 4-16 0,-1 0-11 0,-1 3-11 16,-4 0-9-16,-2 3-6 0,0 4-14 0,-6 5-2 16,4-2-11-16,4 1-5 0,-1 2-5 0,4-1-8 0,2 0-1 15,2-1 0-15,3 4-12 0,0-1-3 16,3 3 0-16,0-2-2 0,3 1-5 0,0 0-1 16,1-4-1-16,4-1 1 0,1 1-2 0,0-1-2 15,4-2-3-15,-2 1 0 0,1-3-2 0,7 1 2 16,-4-3-3-16,1-1 2 0,2-2-1 0,4 0 0 15,-6-2-4-15,5 0 1 0,-4-2-1 0,0 1-2 16,-4-4 2-16,-1 1-1 0,0-2-1 0,-3-1-1 16,1 0 0-16,-3-3 0 0,0 0-1 0,-2 1 0 0,1-2-1 15,-2 1 1-15,-2-2 0 0,2 0 0 16,-1 0-2-16,0 0 4 0,-3 0-3 0,2 5 5 16,1-3 10-16,0 10 3 0,-1-12 0 0,1 12 0 15,-1-10-8-15,1 10-6 0,0 0-1 0,0 0 4 16,0 0-3-16,0 0-3 0,0 0 2 0,-2 28-5 0,4-13 5 15,-1 1-2-15,0 2-2 0,-1-1 6 0,1 0-5 16,-1 4-2-16,3-4-27 0,2-1-27 16,-4 0-30-16,2 2-38 0,1-2-39 0,-2 0-45 15,3-2-32-15,-1-3-224 0,-2 0-497 0,3-3 221 0</inkml:trace>
  <inkml:trace contextRef="#ctx0" brushRef="#br0" timeOffset="48750.28">4103 7237 87 0,'0'0'212'0,"0"0"-22"15,0 0-15-15,0 0-2 0,0 0-5 0,0 0-6 16,0 0-12-16,0 0-20 0,10 24-11 16,-7-11-12-16,-3-4-9 0,1 3-11 0,0-1-5 15,2 2-9-15,-2-4-8 0,-1 1-4 0,2-3-7 0,-2-7-3 16,1 12-8-16,-1-12-3 0,-1 10 2 0,1-10 8 15,2 4 17-15,-2-4 9 0,0 0 2 0,0 0-8 16,0 0-7-16,0 0-2 0,0 0-10 16,0 0-5-16,0 0-2 0,10-26-7 0,-3 14-6 0,-3 1-3 15,2-1-2-15,2-2-6 0,-1-1 2 0,3 1-4 16,1 1 3-16,-2 1-7 0,1 4-2 0,-1-1-4 16,-1 2 0-16,-1 2-2 0,0 0-1 0,-1 3-1 15,-6 2 0-15,12-1-3 0,-12 1 1 16,12 8-4-16,-4-2 2 0,-4 2 1 0,2 2-2 0,-2 0 1 15,0 7 0-15,3-2 6 0,-1-1-6 0,-4 2-31 16,-1-4-39-16,2 2-40 0,-3-2-51 0,3-1-41 16,-1 1-46-16,0 0-156 0,-1-2-438 0,3-2 193 15</inkml:trace>
  <inkml:trace contextRef="#ctx0" brushRef="#br0" timeOffset="49167.54">4521 7239 174 0,'-5'-7'268'0,"-5"0"-15"16,1 4-14-16,0-1-16 0,-4 0-21 0,2 3-18 15,2 1-16-15,-4 4-13 0,1 3-9 0,2 1-12 16,-4 3-13-16,4 3-13 0,-3 3-11 0,3-4-9 16,0 3-6-16,1-1-7 0,5-1-6 0,0 2-9 15,3-4-9-15,-1-2-3 0,2 2-2 0,4-2-4 16,-1 0-4-16,2-3-1 0,4-1-4 0,-3 1-7 15,5-5-6-15,-1 1-9 0,1-1-4 0,1-2-11 16,0-1-4-16,1-2 2 0,-4 0-1 0,3-2 0 16,-5-2-1-16,4 0 3 0,-3-3 0 0,-1 0-5 15,-3 0 7-15,1-6-1 0,-1 1 2 0,-2-4-3 16,0 0 7-16,-1 1-7 0,-1-8 5 0,2-2 0 16,-2 2 0-16,2 1 1 0,-2-2 4 0,0 1 12 15,-2 1 3-15,2 0 2 0,-3 6 8 0,3 7 13 16,-2 0 7-16,2 2 7 0,2 1 9 0,-2 9-6 15,-2-11-9-15,2 11-8 0,-1-10-11 0,1 10-3 16,0 0-1-16,0 0-5 0,0 0 11 0,0 0-19 16,0 43 4-16,0-24-8 0,0 8 1 0,3-1 1 15,-3 2 0-15,1-1 1 0,4-3-7 0,-3 2-27 16,2 0-32-16,-1-7-35 0,-1 1-38 0,4 4-58 16,-1-7-79-16,2 1-257 0,-2-2-563 0,4-1 249 15</inkml:trace>
  <inkml:trace contextRef="#ctx0" brushRef="#br0" timeOffset="49533.96">5002 7118 27 0,'-2'-6'300'0,"2"6"-31"0,-2-9-30 16,2 9-22-16,0 0-16 0,0 0-5 0,0 0-16 15,0 0-15-15,15 22-14 0,-6-6-4 0,-1 2-12 0,1 0-13 16,3 5-12-16,-4-5-8 0,7 5 14 16,-6-6-12-16,-1 2-8 0,1 0-9 0,0-4-7 15,-4-4-7-15,2 2-12 0,-2-2 1 0,2-3-3 16,-3 3-10-16,0-5-5 0,1-1 5 0,-2 0 9 0,-3-5 16 16,4 6 13-16,-4-6 12 0,5 4-6 0,-5-4-2 15,0 0 3-15,0 0-12 0,15-14-10 16,-11 5 7-16,1-1-10 0,0-1-2 0,1-5-11 15,-1-4-1-15,2-4-8 0,1 1-7 0,0-2-7 16,0 0 0-16,0-2 0 0,-2 3-5 0,1-1-9 0,-2 4-1 16,0 3-6-16,-1 2-31 0,-2 4-14 0,2 1-21 15,-3 4-36-15,1-1-33 0,-1 1-39 0,-1 7-38 16,1-6-39-16,-1 6-16 0,0 0-25 16,0 0-21-16,0 0-203 0,0 0-546 0,0 24 241 0</inkml:trace>
  <inkml:trace contextRef="#ctx0" brushRef="#br0" timeOffset="49832.92">5363 7180 36 0,'3'4'208'0,"-3"-4"-5"0,2 8-3 15,-2-8-3-15,-1 8-2 0,1-8-7 0,-4 10-8 16,3-2-13-16,0-1 1 0,-1 4 0 16,1 0-8-16,1 2-13 0,1-2-11 0,-1-1-14 0,3 0-7 15,-2 1-12-15,4-3-6 0,2 2-10 16,-1-3-5-16,2 1-10 0,2-5 2 0,3 2-4 0,4-1-13 15,2-3-6-15,-1-1-9 0,-4-2 0 0,-3-1-3 16,3 1-4-16,-2-1 1 0,-2-3-2 0,0 2 2 16,-2-4-8-16,-2-1-2 0,1 1 9 0,-4-2-5 15,0-1-2-15,-3-1 0 0,-1-1-3 0,-2 3-9 16,-4-5 2-16,0 0-7 0,-1 1-5 0,1-2-2 16,-3 7-4-16,-2-2-13 0,-1 4-16 0,3 0-18 15,-2 5-23-15,-1 1-25 0,-4 1-23 0,-4 6-50 16,5-2-56-16,-2 5-54 0,-1 2-182 0,5-2-499 15,3-2 221-15</inkml:trace>
  <inkml:trace contextRef="#ctx0" brushRef="#br0" timeOffset="50084.25">5669 7037 153 0,'1'-10'339'15,"-1"2"2"-15,0 8-3 0,-3-10-19 0,3 10-5 16,0 0-26-16,2-14-30 0,-2 14-34 0,1-5-29 16,-1 5-19-16,0 0-18 0,0 0-16 15,8 23-13-15,-6-5-9 0,3 5-6 0,0 5-10 0,1-1-13 16,-4 2-6-16,2-3-12 0,-3 2 1 0,-1 1-6 16,0-3-13-16,-1 1-2 0,1-2-1 0,0-5-27 15,0 0-42-15,3-1-44 0,-3-3-40 0,-3 1-35 16,0-5-37-16,2 0-60 0,1-4-54 0,1 4-260 15,-1-12-592-15,-1 11 261 0</inkml:trace>
  <inkml:trace contextRef="#ctx0" brushRef="#br0" timeOffset="50317.32">5881 7086 48 0,'0'-9'336'16,"0"1"-7"-16,0 8-27 0,0-10-22 0,0 10-27 15,2-5-27-15,-2 5-18 0,0 0 6 0,0 0 17 16,0 0-13-16,0 0-2 0,-3 33-9 0,1-14-17 16,1-2-10-16,4 1-14 0,-5 2-22 0,1-1-15 15,0 0-3-15,1 0-20 0,1-1-9 0,-1 1-7 16,-1 0-9-16,1-2-7 0,0-2-21 0,0 1-41 16,0-3-55-16,1-3-33 0,-2-1-41 0,1 2-33 15,0-2-40-15,0-1-58 0,0-8-50 0,-2 13-268 16,2-13-613-16,-5 9 271 0</inkml:trace>
  <inkml:trace contextRef="#ctx0" brushRef="#br0" timeOffset="51451.31">5748 7260 168 0,'6'-3'191'0,"3"0"-5"0,4 1-12 0,0-3-6 16,7 1-17-16,0 2-16 0,2-2-8 0,8 2-16 15,-1-1-10-15,-1-1-12 0,0 1-6 0,-7 3-10 16,-1-2-5-16,1 0-6 0,-2 0-9 0,1 2-6 16,-9-2-2-16,1 0-6 0,-3 2-2 0,-1 2 4 15,-8-2 8-15,10 0 10 0,-10 0 10 0,0 0 7 16,0 0-5-16,9-3 0 0,-9 3-11 0,0 0-2 16,0 0-6-16,0 0-4 0,0 0-3 0,0 0 1 15,0 0 0-15,-25 9-6 0,16-5 1 0,0 4 3 16,-4 2 3-16,0 1-2 0,2 3-2 0,1-3 3 15,-1 5-1-15,0-3-1 0,1 0-3 0,1 1-3 16,1-3-4-16,4-4-3 0,0 5-4 0,2-3-7 0,0-2 3 16,2-7 2-16,3 13 1 0,1-5-8 15,0-3 0-15,2-1 0 0,3 0-2 0,3 1-2 16,0-4 0-16,1 0-4 0,5-1 3 0,-1-2-2 16,0-1-3-16,-4-2 1 0,0 1 2 0,4-3-2 0,-7 1 2 15,0 2-3-15,0-2 4 0,-2-1-8 16,-2 0 4-16,1-1-4 0,-2-3 8 0,-1 4-8 15,-2-2 9-15,1 0-7 0,-2 2-3 0,0 0 5 16,-1 7 2-16,2-12 7 0,-2 12 3 0,0-10-3 16,0 10 1-16,0 0-8 0,0-10-3 0,0 10 1 0,0 0-6 15,0 0-3-15,0 0 8 0,0 0-4 0,0 0-3 16,0 0 1-16,5 27 6 0,-4-19-4 16,0-3 2-16,2 1-4 0,1 1 4 0,1-1 0 15,1 2 2-15,2-4-2 0,3 2 3 0,0 1-1 16,6-6 2-16,1 1-2 0,3-2-7 0,0 0 2 0,1-3-4 15,5-1-1-15,-5 1 0 0,-3-3 0 16,-4 1 4-16,-3 1-5 0,1-2 0 0,-2 0 3 0,6 0-1 16,-7-1 1-16,-1 2 4 0,0-1 0 15,-1-3 4-15,-5 2 13 0,1 0-17 0,1-2 6 0,0 0 11 16,-2 2 15-16,-3 7-8 0,-1-14 0 0,1 14-3 16,-5-10-9-16,2 5 2 0,3 5 4 0,-6-7-19 15,-1 6 10-15,-3 1-2 0,10 0 1 16,-17 8-6-16,6-3-2 0,-3 1 2 0,2 5 5 15,-2-4 0-15,2 6-7 0,4-6-6 0,-1 1 7 0,3 2 3 16,0-3 10-16,4-2-31 0,-1 2 2 0,3-7 0 16,-1 11-4-16,1-11-2 0,0 9-6 0,0-9 7 15,4 8-7-15,-4-8-2 0,10 3-3 16,-5-2-2-16,-5-1 2 0,14-1 3 0,-14 1 4 0,13-2-1 16,-13 2 3-16,11-2 9 0,-7-1 1 0,-4 3-4 15,9-5-1-15,-9 5 3 0,4-4 6 0,-4 4 7 16,0 0 3-16,0 0-1 0,7-4-3 0,-7 4-4 15,0 0 2-15,0 0-6 0,0 0 3 0,7 12 1 16,-6-3 4-16,1 2 0 0,0 4 15 0,-2 2 9 16,2 10 3-16,0-2-4 0,-2 2-1 0,4 1 3 15,-3 5 3-15,3-5-1 0,-3 2-6 0,1 1 10 16,-2 1-17-16,2-2 9 0,-3-2 4 0,2 2-5 16,-2-3-3-16,-3 0 4 0,0-2-4 0,-1 1 2 15,-1-6-10-15,-2-4 4 0,-3 1 7 0,0 0-2 16,-1-3-8-16,0-2-2 0,-1 0 7 0,-2-4-4 15,3-3-6-15,0 0-4 0,0 0-9 0,3-5 3 16,-2-1-1-16,1-3 20 0,3 2-28 0,-4-4-3 16,4-2-1-16,2-2-7 0,3-1-12 0,4-7 8 15,2 0-8-15,6-6-2 0,4 0 1 0,5-4 4 16,2 1-1-16,3-1 0 0,12-12-2 0,-1 1 10 16,-5 3 3-16,6 2-2 0,-2-3 6 0,-9 13-1 15,-2 0 4-15,2-5-3 0,2 2 5 0,-3 2-2 16,-3-2 8-16,-3 3 0 0,-2-1 5 0,1 4 13 15,-5-3 11-15,-4 8 4 0,-3-2 2 0,1 1 3 16,-4 5 6-16,-1-4 1 0,-2 5 8 0,0 0-6 16,-3 3-6-16,0 2-5 0,0 0 2 0,4 6-5 15,-12-4-4-15,1 5 15 0,-8 5-19 0,-6 6 5 16,2 3-7-16,0-1 9 0,1 4-5 0,4-1-3 16,5-2-6-16,2 0-5 0,4 2 6 0,2-5-10 15,5-1-25-15,0 2-32 0,9 3-32 0,1-1-39 16,6-3-51-16,7-1-71 0,6-2-74 0,2-4-253 15,5-3-624-15,2-1 277 0</inkml:trace>
  <inkml:trace contextRef="#ctx0" brushRef="#br0" timeOffset="52084.01">7486 7141 231 0,'-10'-3'247'0,"-3"-1"-9"15,0 2-15-15,-5 1-22 0,2 6-17 0,-2 1-14 16,4 3-11-16,-1 5-8 0,-4 7-12 0,3-2-7 15,2 3-13-15,0 2-12 0,5-7-10 0,1 6-10 16,2-4-9-16,5 0-3 0,-1-2-2 0,4-2-11 16,1-2-7-16,1 3-3 0,1-6-6 0,6 4-3 15,-5-6-7-15,5 1 0 0,4-1-7 0,-2-5-1 16,3 2 2-16,3-4 4 0,-2 0-14 0,-2-1-1 16,-2-3-2-16,3-1-2 0,0-3-2 0,-4 1 4 15,-1-1-6-15,-2-2-1 0,0-1 1 0,0-1 1 0,-2-3-4 16,-3 3 2-16,4-4 1 0,-4-1-2 15,-1-1-1-15,-3-2 3 0,3 5-2 0,-2-4 2 16,1 6 1-16,-1-1 10 0,-1 4 3 0,0-1 7 16,0 10-2-16,0-12 1 0,1 6-5 0,-1 6-9 0,0 0 0 15,0 0-7-15,0 0-4 0,0 0 14 16,0 0-12-16,0 0 1 0,0 0-6 0,-1 36 2 16,2-23 3-16,-1 0-1 0,1 1-2 0,3 3 2 15,-2-1-4-15,0-3 0 0,2 2-27 0,3-1-27 0,-3-1-34 16,2-2-36-16,0 0-57 0,5-3-50 0,-2-1-60 15,3 0-165-15,2-4-490 0,3 2 216 0</inkml:trace>
  <inkml:trace contextRef="#ctx0" brushRef="#br0" timeOffset="52684.07">7949 7143 17 0,'-5'-8'259'15,"-2"2"-3"-15,-2-1-8 0,0 3-13 0,-1 1-17 0,-1 2-16 16,-2 4-16-16,1 2-1 0,-7 2-10 0,5 2-10 16,-8 7-12-16,7-1-6 0,2 0-14 0,0 1-8 15,1 1-11-15,1 0-10 0,4-1-8 16,-1 1-13-16,6-2-3 0,-2 2-11 0,2-2 2 0,4-2-9 16,2-2-8-16,1 0-4 0,3 0-2 0,-1-1-2 15,6 0-8-15,1-5 2 0,3 3-8 0,2-4-1 16,1 2-3-16,-1-3-3 0,3 0-8 15,-2-3 3-15,0-2-6 0,0 1-1 0,2-1-3 0,-9 1-13 16,8-2-13-16,-5-4-3 0,3 4 4 0,-3-5-17 16,1 0 4-16,-2 1-8 0,1-5-1 0,-7 4-2 15,6-2 5-15,-7 0-5 0,1-4 7 0,1-2-10 16,-1 1 5-16,-4 1 1 0,0 0 2 0,-1-2 5 16,-3 0 3-16,0 3 8 0,-2 0-3 0,1 3 3 15,-1-2 7-15,-2 2-6 0,-3-1 5 0,2 1 0 16,-1 2 4-16,-3 1 1 0,3 1 3 0,0 3 1 15,5 3 2-15,-10-7-1 0,10 7 1 0,-8-2-4 16,8 2 4-16,-7-2-1 0,7 2 0 0,0 0-3 16,0 0 2-16,0 0 3 0,0 0 5 0,0 0-4 15,0 0 0-15,0 0 3 0,0 0 1 0,0 0 0 16,17 14 0-16,-5-13 0 0,1-1 0 0,3-1-2 16,-1 1 2-16,1-3-3 0,-1 3 3 0,-2-1-4 15,1 0 2-15,-5-1 0 0,1 1 1 0,-1 1 0 16,-9 0-2-16,16 0 2 0,-10 0-1 0,-6 0-1 15,13 3 1-15,-8-1 3 0,-1 2 6 0,-1 2 8 16,3-1 3-16,-1 4 0 0,2 1 4 0,-3 1 3 16,1-1 8-16,0 2 2 0,-1 5-4 0,-1-6 0 15,-1 7-6-15,1 0 1 0,2-3-3 0,-5-3-4 16,1 4-5-16,-1-3 0 0,1-1-8 0,-1-2-26 0,2 3-31 16,-1-4-35-16,-1 1-34 0,3 0-42 15,-3-10-50-15,2 13-40 0,2-7-225 0,0-2-510 16,-4-4 226-16</inkml:trace>
  <inkml:trace contextRef="#ctx0" brushRef="#br0" timeOffset="52983.96">8538 7279 16 0,'0'0'192'0,"0"0"11"0,0 0-3 15,0 0-2-15,0 0 2 0,0 0-13 0,-12 18-21 0,12-18-12 16,-2 13-10-16,0-5-12 0,2-1-9 0,0-7-11 15,2 13-12-15,-1-5-8 0,0-3-8 16,3 1-1-16,-4-6-9 0,9 8-3 0,0-5-1 16,-3 0-7-16,3 0-7 0,2-3-2 0,1 0-5 0,-1-1 1 15,-4-2 2-15,3 1 5 0,-3-1-4 0,1-1 6 16,-3-2-4-16,2 3 2 0,-2-2-6 0,1-3 0 16,-1 0-14-16,-4-1 0 0,0-2-4 0,1 0-1 15,-1 0-6-15,-2 0-5 0,-1 0-5 0,1-2-11 16,-3 2-14-16,0 0-14 0,2 3-14 0,-1 1-11 15,1 2-22-15,2 5-40 0,-9-9-48 0,4 9-29 16,5 0-17-16,0 0-18 0,-23 10-21 0,10 0-125 16,2 3-397-16,1 1 175 0</inkml:trace>
  <inkml:trace contextRef="#ctx0" brushRef="#br0" timeOffset="53651.42">8597 7445 97 0,'15'-8'223'0,"0"-1"7"0,1-2-8 0,-1 0-12 16,1-2-10-16,1 2-17 0,2-6-7 0,1-1-12 16,-3-2-14-16,3-3-13 0,-4 5-9 0,-3 0-4 15,-1 2-15-15,2-4-4 0,-2-4-9 0,-4 6-2 16,0 2 8-16,-2 2-5 0,-3-1-5 0,-1 5 8 16,-1 0 4-16,2 3-1 0,-2 1-8 0,-1 6-2 15,2-12-12-15,-1 8-15 0,-1 4-7 0,0 0-6 16,0 0-10-16,0 0 0 0,0 0-4 0,0 0-8 15,0 0-1-15,-21 22-5 0,16-9-4 0,0-4-5 16,1 8 4-16,-1-1-3 0,4-3-2 0,-2 4-1 16,2-2 5-16,1-4-8 0,1 2-1 0,2 2-2 15,-1-2-5-15,1 0 4 0,1 1-1 0,0-3 0 16,1-1-6-16,1 0 6 0,-2 0 0 0,0 0-2 16,0-3 2-16,-3 1-2 0,2-1-2 0,-1-1 15 15,-1 0-18-15,-1-6-6 0,3 10 0 0,-3-10 8 16,3 8-10-16,-3-8 4 0,0 0-2 0,2 7 1 0,-2-7 5 15,0 0-2-15,0 0 8 0,5 3-5 16,-5-3 0-16,0 0-5 0,0 0 5 0,0 0 0 16,18-10 5-16,-9 3-7 0,1-3-1 0,4 1-7 15,3-4 6-15,-2 2 1 0,8-6-6 0,-1 1 1 16,-4-4 1-16,4 0 0 0,2 0 4 0,-7 0-7 0,3 1 6 16,-5-3-2-16,2 0 6 0,-3 7-5 15,-1-2 2-15,-3 2-3 0,-5 3 16 0,0 3 6 16,0-4 1-16,-1 6-3 0,-1-2 15 0,-2 2 1 0,2 1 5 15,-3 6-7-15,3-8-1 0,-3 8-7 0,0 0-6 16,0 0-2-16,0 0 0 0,0 0 9 0,0 0 1 16,-28 17-21-16,19-8 9 0,2-1-5 15,-1 2 2-15,4 0-5 0,-2 1 6 0,2 0-11 16,1 6 5-16,-1-6 2 0,3 2-1 0,2-2-5 0,2 1 5 16,0 4 0-16,2-3 1 0,1 3-3 0,-1-3-4 15,5 0-4-15,-3-3 3 0,1 0-4 0,3 3 2 16,-5-4-4-16,1 1 3 0,-2-1-6 0,0 0 3 15,-2-3-7-15,0 0 3 0,-3-6 1 0,2 11 6 16,-1-6 3-16,-1-5 2 0,-6 9-5 0,1-2 7 16,-3-1-9-16,-3 0-7 0,-1-2-10 0,-1 2-21 15,0-3-22-15,2 4-32 0,-2-5-34 0,-5-2-56 16,5 2-71-16,-1 0-54 0,1-2-192 0,-4-2-549 16,4 0 243-16</inkml:trace>
  <inkml:trace contextRef="#ctx0" brushRef="#br0" timeOffset="56182.98">9885 7131 178 0,'0'0'269'16,"0"-13"-21"-16,0 13-10 0,0-10-9 0,0 10-7 15,0-9-13-15,0 9-15 0,0 0-19 0,0 0-5 0,0-11-32 16,0 11-10-16,0 0-14 0,0 0-16 0,0 0-2 16,0 0-17-16,0 0-7 0,0 0-9 0,-15 25-4 15,11-13-1-15,3-1-9 0,-1 2-7 16,2-2-5-16,-1 2 1 0,4 1-5 0,-3 1-1 0,5-2-5 16,3 4 0-16,3-2-2 0,-4 3-1 0,5-4-3 15,-1 0-1-15,0-1 0 0,1 1 2 0,0-1-5 16,1-1 3-16,-6-3-8 0,1 2 3 15,0-2-3-15,-1-2 12 0,1-1-16 0,-3 0 0 16,-2 1-3-16,-1-2 15 0,-2-5-11 0,4 10-4 0,-4-10 0 16,-1 9 4-16,1-9 0 0,-7 11-6 0,2-5 3 15,-2-2 10-15,-5-1-15 0,2 3-15 0,-2-3-18 16,-2 1-13-16,3-1-24 0,-3-2-25 0,1 1-30 16,0-2-38-16,2-2-39 0,-1-2-13 0,2 0-37 15,-2-1-158-15,1-2-443 0,1-3 196 0</inkml:trace>
  <inkml:trace contextRef="#ctx0" brushRef="#br0" timeOffset="56335.28">9846 7135 51 0,'4'-6'198'16,"1"-1"-5"-16,2-1-10 0,1 2-7 0,2 0-13 16,3 1-14-16,3-3-18 0,0 5-10 0,0-4-16 15,2 6-13-15,0 0-21 0,2-1-40 0,-2 2-34 16,3-1-39-16,0 2-44 0,-1-1-41 0,-1 3-108 15,-6-2-254-15,6 3 113 0</inkml:trace>
  <inkml:trace contextRef="#ctx0" brushRef="#br0" timeOffset="57000.93">10328 7117 2 0,'0'0'204'0,"0"0"-6"0,0 0-9 16,0 0-5-16,-25 5-8 0,16 1 4 15,1 0-10-15,0 2-16 0,0 1-15 0,1 3-15 16,1 3-6-16,2-4-8 0,-1 5-7 0,-2-2-7 16,5-1 1-16,1-2-9 0,2 2-6 0,3-1-9 15,-3 0-5-15,1-1-6 0,2 0-7 0,3-2-7 16,-1 0-2-16,3-2-2 0,-1-1-5 0,2-1-7 16,0 0 4-16,4-1-5 0,-1-3 1 0,1-1-5 15,-1-1-3-15,2 0-3 0,1-2 1 0,1-3-4 0,-5 2-2 16,1-2-1-16,1-3 1 0,-1-3-5 0,-3 3 8 15,-3-1-9-15,4-3 1 0,-2-1-3 0,-4 4 1 16,-1-6-7-16,-1 3 7 0,-1-3-7 16,-2-2 2-16,-2 8-4 0,1-8 5 0,-5 1-2 0,2 6-4 15,-1-2 8-15,-5 0-7 0,3 1-2 0,-1 3-5 16,0 0 5-16,1 1-1 0,-2-2 2 0,4 8-2 16,-1-6-2-16,-1 5 5 0,7 3-3 0,-7-6 1 15,7 6-4-15,-5-4 0 0,5 4 2 0,-6-3-8 16,6 3 4-16,0 0-2 0,0 0 2 0,0 0 5 15,0 0-2-15,28 0 2 0,-15 1-3 0,8 2-1 16,-2-3 6-16,9 0 6 0,-1 3-11 0,-5-3 2 16,-2 0 0-16,-3 3 1 0,-3-6-1 0,-1 6 1 15,-2-2-3-15,-2 1 2 0,-1-1 2 0,-1 0-1 16,0 2-2-16,-7-3 0 0,10 5 0 0,-5-2-1 16,-2 3 3-16,-3-6 1 0,2 12-3 0,-2-1 8 15,-1 0-4-15,-3 4 7 0,1 0-1 0,0 0 3 16,-2 2 0-16,0 1-2 0,2-3-1 0,2-4 0 15,-1 3-1-15,1-4 1 0,1 2 3 0,0 1-5 16,3-4 4-16,1 4 1 0,-1-6-4 0,2 1 2 16,3 0 3-16,-2-5 2 0,1 3-6 0,7-3 7 15,-1-2-4-15,1 2-1 0,2-5 1 0,-2 2 2 16,3-2-2-16,-3-1 0 0,-2-1 8 0,-2-1 5 16,2 1 0-16,-4-3 10 0,-1-1-5 0,0 0 7 15,1-2-2-15,-3 0-4 0,-4-4 2 0,1 1-8 16,-4-4-4-16,1 4 0 0,-3-1-4 0,-2-4 0 15,2 7-7-15,-4-3 2 0,-1 5-5 0,2-1 1 16,-5 2-9-16,3 1-21 0,-1 2-22 0,-4 1-23 16,2 3-21-16,-1 2-31 0,1-1-34 0,-1 4-52 15,4-1-36-15,-1 3-190 0,4 0-469 0,-3 0 208 16</inkml:trace>
  <inkml:trace contextRef="#ctx0" brushRef="#br0" timeOffset="57417.1">10949 7413 88 0,'17'-4'269'0,"-8"0"-6"0,5 1-13 16,-2-3-14-16,5 0-25 0,0-1-19 0,2 0-18 0,3 1-16 16,-3-3-14-16,3 2-17 0,-3-1-9 15,-1 0-11-15,0-2-6 0,-4 1-8 0,1-1-6 16,-6 1-3-16,0 2-3 0,-4-5-3 0,2 2-6 15,-6-1-10-15,-1-2-4 0,0 2-6 0,-3-2-2 0,-2-4-7 16,1 3 2-16,1 2-4 0,0-1-7 0,2 2 9 16,-1-2-6-16,2 2-2 0,0 1-5 0,0 0 1 15,3 4-6-15,2-3 7 0,-2 1-14 16,6 2-6-16,-2-2 13 0,4 3-16 0,0-1 1 0,0 5-5 16,2-2 2-16,0 3 0 0,0 0-5 0,0 4-1 15,-2 0 18-15,-1 2-23 0,2 2 2 0,-3 0-1 16,0 7 6-16,0-2-3 0,-4 0-3 0,-1-2-1 15,-3 1 9-15,0 1-4 0,0 1-2 0,-1 0 2 16,-2-1-1-16,2 0 1 0,-3-2-1 0,2 2-3 16,1-2 4-16,0 0-1 0,-1 0 3 0,1-2-6 15,0 1 6-15,2-3 0 0,1 2-2 0,-1-2-17 16,4 0-30-16,-1-1-32 0,6 2-52 0,-1-2-67 16,3-3-68-16,1-2-225 0,7 0-529 0,-3-1 235 15</inkml:trace>
  <inkml:trace contextRef="#ctx0" brushRef="#br0" timeOffset="58932.87">11921 7479 247 0,'2'-7'301'16,"4"0"-20"-16,1-1-15 0,0-1-11 0,0-1-24 15,3 0-11-15,0 1-15 0,1-4-7 0,0 0-10 0,2 1-15 16,-5 2-4-16,4-3-15 0,0 0-10 16,-3-4-14-16,0 2-10 0,0-1-15 0,-2-1-2 15,-3 1-5-15,-2-1-15 0,2-3-5 0,-1 3-7 16,-5 0-6-16,1-2-9 0,-1 4 4 0,-2-2-7 0,-2 2-4 16,1 2-7-16,1 5-4 0,-2-2-8 0,0 1-3 15,0 5-4-15,-3-2-4 0,-1 0 0 16,0 4 10-16,-2 0-18 0,0 2-2 0,0 1 13 15,3 0-13-15,-3-1-4 0,3 4-1 0,1-3 1 0,8-1 1 16,-10 4-7-16,6 1 0 0,4-5 2 0,-5 9-3 16,5-9-13-16,0 0 5 0,11 13 0 0,-1-9-5 15,3-1 1-15,9 2-12 0,6-1 4 16,3-3 4-16,-1 0-5 0,-1 1 4 0,2-2 10 0,-12 0-10 16,2 0 6-16,-2 0-1 0,-6 0 5 0,-3 0 1 15,2 0-5-15,-6 0 2 0,-6 0-1 0,14 2 2 16,-9 0-3-16,-5-2 4 0,9 5 0 0,-5-1 3 15,-2 3 3-15,1-1 2 0,-2 2-2 0,2 3 4 16,-3-1 4-16,2 3 15 0,-2-1-4 0,0 0 0 16,4-1 4-16,-4 2-4 0,0-2-2 0,3-2 0 15,-1 3 1-15,1-4 11 0,-1 0-14 0,2 2 1 16,1-1-5-16,1-2 5 0,2 0-1 0,-1-1-7 16,3-1-1-16,1-1 2 0,1-2 2 0,1 1-3 15,1-3 3-15,-1 1-3 0,1-2 2 0,-1-2-2 16,3 1 3-16,-5 0-4 0,2-5-4 0,-1 2 5 15,-1-3-2-15,-2 3 2 0,0-2-5 0,0-3-8 16,-2 0 0-16,-1 0-3 0,2-7 6 0,0 3 0 16,-5-3 2-16,1 2-9 0,-2 0 7 0,2 3 15 15,-2-4-11-15,-2 6-1 0,-2-1-1 0,2 1-6 0,0 1 12 16,0 0-2-16,0 9 7 0,-6-10-2 16,3 7-1-16,3 3-2 0,-6-6-4 0,6 6 3 15,0 0-1-15,-22 9-3 0,13-4 8 0,0 5-3 16,-5 3-9-16,5 2 9 0,-3-2 4 0,4 3 1 0,-1-1-3 15,3-1 4-15,0 1 0 0,4-3-2 16,0-1 1-16,0 2 0 0,4-2 1 0,0-2-1 16,3 0 0-16,2-1-4 0,1-2 7 0,4-1-4 15,1 0 2-15,3-1-14 0,4-2-4 0,7-1-12 0,-6-2-2 16,7-1-2-16,-1-2-10 0,-6-1-4 0,-1-1-2 16,-5 0 0-16,2-3-2 0,-7 2 6 15,5-5-4-15,-2 0-1 0,-5-1 6 0,-3 2 2 0,0 0 0 16,-1-7 6-16,-3 2 1 0,0 3 6 0,-1-2-3 15,-2 2 6-15,2 2 2 0,0 1 5 0,-4 2 2 16,4 8 18-16,0-11-9 0,0 11 0 0,0-7-5 16,0 7 2-16,0 0-4 0,0 0 7 0,0 0-3 15,0 0 10-15,0 0 6 0,-7 23 6 0,9-11 2 16,-4 1-2-16,2-1 1 0,-3 3-9 0,3 4 6 16,-2-4-4-16,0 1 5 0,2-1-5 0,-2-2 13 15,2-1-15-15,0-2 3 0,-2 2-2 0,2-5-5 16,-2 3 11-16,2-4-7 0,0-6-3 0,-2 10 1 15,2-10-3-15,2 8 3 0,-2-8-2 0,0 0-3 16,0 8-2-16,0-8 2 0,0 0-2 0,0 0 3 16,0 0 1-16,10 1-6 0,-10-1-8 0,16-9-2 15,-5 2 2-15,6-2-8 0,-4 0 0 0,-2 0-6 16,5-2 4-16,2-1-1 0,-5-2-3 0,2 1 6 16,-1-1 3-16,-1 2-2 0,1-2 3 0,-2 1 2 15,2 1-3-15,-4-2 9 0,-5 3 4 0,3 1 2 16,0-1 1-16,-2 4 9 0,-1-1 2 0,-1 0 10 15,0 2-1-15,-1 2 6 0,-3 4-9 0,4-9-1 16,-4 9 4-16,7-6-10 0,-7 6 2 0,3-6-1 16,-3 6-3-16,0 0-4 0,0 0-2 0,0 0 3 15,0 0-4-15,0 0-2 0,0 0 0 0,0 0 4 16,0 0-4-16,4 19 5 0,-4-19-18 0,-4 13 11 16,2-5-1-16,1 2 2 0,-1 0 4 0,-3 2-3 15,3-2 2-15,0 1-1 0,-1 1-1 0,1 0-2 16,-2-1 14-16,2-2-12 0,-1 1 2 0,1 1-4 15,2-4 3-15,0-7-2 0,-2 12-2 0,4-6 5 16,-2-6 11-16,2 10-1 0,3-7-13 0,-1 1 7 0,-4-4-6 16,16 2 4-16,-3-3-5 0,1 1 3 15,4-1 2-15,2-1-5 0,0-3 1 0,-2-2-2 0,1 1 7 16,0 2-2-16,0-4-5 0,-6 0 7 0,1 2-6 16,-1-5 4-16,-4 2-5 0,2 0 3 15,0-4 0-15,-4 3 6 0,2-5 5 0,-6 4-3 0,1 0 6 16,-2-1 6-16,0 2-1 0,1-2 5 0,-1 2-3 15,-2-2-1-15,0 2-10 0,0 2 4 0,0 8 3 16,0-13 7-16,2 8-2 0,-2 5-6 0,0 0-2 16,-2-11-4-16,2 11-9 0,0 0 3 0,0 0-4 15,0 0 0-15,0 0 6 0,0 0-1 0,0 0-5 16,0 0 0-16,-11 24-1 0,6-17 5 0,3 4 0 16,0-3-6-16,0 5 7 0,-1-3-4 0,3 2-8 15,0-2 6-15,3 1-1 0,-1 2-6 0,0-3 1 16,3 0-10-16,-1 0 2 0,3 0-1 0,-1-1-7 15,4 0-7-15,-4-1-5 0,3 2 8 0,-2-2-9 16,2 0 3-16,-2-2-8 0,-1-2-1 0,-2 3-5 16,-1-1-1-16,-3-6-1 0,4 7 10 0,-4-7-1 15,0 12 4-15,0-12 4 0,-9 9-2 0,1-3-11 16,-1-1-9-16,-5 0-10 0,-1-1-18 0,1-1-19 16,-2 1-31-16,2-4-33 0,-5 3-44 0,5-4-45 15,-4 1-249-15,4-3-541 0,-3 0 240 0</inkml:trace>
  <inkml:trace contextRef="#ctx0" brushRef="#br0" timeOffset="59079.97">13011 6960 2349 0,'-4'-9'35'0,"0"3"-29"0,1 2-4 15,3 4-1-15,-6-9-27 0,6 9-10 16,-4-7-12-16,4 7-17 0,0 0-11 0,0 0-25 0,11-6-51 15,-11 6-164-15,22 1-340 0,-6 1 151 16</inkml:trace>
  <inkml:trace contextRef="#ctx0" brushRef="#br0" timeOffset="59334.84">13454 6879 2277 0,'3'-5'23'0,"3"-2"14"15,-1 0 25-15,-1 4 8 0,-4 3 22 0,5-10 10 16,-5 10 9-16,4-5-3 0,-4 5 5 0,0 0-12 15,1-7-12-15,-1 7-11 0,0 0-10 0,0 0-1 16,0 0 9-16,6 19 5 0,-4-1 13 0,-2-1 5 16,2 10-8-16,0 0 7 0,-1 0 6 0,-1-1-4 15,0 0-9-15,0-7-5 0,0 8-3 0,0-7-5 16,0 0-9-16,0 3-7 0,-1-3-4 0,-3-4-7 16,0 0-9-16,4-3 3 0,0-3-6 0,0 5-16 15,-2-9-30-15,0 2-34 0,4 0-40 0,-2-8-39 16,-3 11-34-16,3-11-34 0,-4 7-31 0,4-7-28 15,0 0-47-15,-2 7-26 0,2-7-214 0,0 0-577 16,-12-1 257-16</inkml:trace>
  <inkml:trace contextRef="#ctx0" brushRef="#br0" timeOffset="59700.07">13302 7099 211 0,'0'0'223'0,"-5"-11"-1"0,5 11-17 0,0-5-13 16,0 5-8-16,0 0-15 0,16-13-14 0,-2 10-13 15,-3 0-12-15,13 2-15 0,4 1-10 0,1-6-10 16,-2 5-7-16,-1-1-10 0,-4 1-8 0,-3 1-2 16,0 0-10-16,0 0-3 0,-6 1-9 0,-1 1-4 15,-1-1-4-15,-3-1-4 0,-2 3-1 0,0 1 3 16,-1-1-1-16,-1 1 1 0,-2 3 10 0,3-2 4 16,-3 2-4-16,0 2 2 0,1 0-5 0,-1 0 0 15,-2-1 0-15,0 3-4 0,5-1-2 0,-5-3-3 16,4 1 1-16,-2 2-10 0,2-3 3 0,1-2-6 15,1 1 0-15,2 1 3 0,1-1-5 0,-1-2 0 0,6-2-1 16,-3 0-1-16,3 1-3 0,-3-3 3 16,0-1 3-16,3 1 5 0,-5-2 13 0,1 0 9 15,-2-3-7-15,1 1 3 0,-1-3-8 0,-3-1 8 16,-1 3-7-16,1-5-2 0,-3 0-8 0,-4-2-2 0,2 0-6 16,-7 2-27-16,2-6-23 0,-1 6-25 15,-5-3-23-15,-1 1-23 0,3 5-35 0,-3-1-43 0,0 4-43 16,-1 2-28-16,-1 0-27 0,-4 4-165 15,6 1-481-15,1 1 213 0</inkml:trace>
  <inkml:trace contextRef="#ctx0" brushRef="#br0" timeOffset="60085.02">13816 7267 178 0,'11'-7'210'0,"0"1"-13"0,-1-3-14 0,1 1-13 16,-1-2-4-16,4 0-17 0,-3-4-12 0,-2 6-14 0,-1-3-9 16,-2 1-11-16,3-5-1 0,-5 3-13 0,-2-6-6 15,3 2-8-15,-2 2 3 0,-3 1 6 0,-2-3-1 16,1 6-8-16,-1-1 11 0,-1 2 2 16,-1 0-18-16,-1-1-8 0,3 5 2 0,-2 0-10 0,4 5-5 15,-7-12-2-15,3 10-8 0,4 2-3 0,-7-6-4 16,7 6-5-16,0 0 3 0,-4-6-10 0,4 6-1 15,0 0-5-15,0 0 3 0,0 0-3 0,0 0-1 16,0 0 2-16,0 0-1 0,0 0-5 0,0 0 0 16,24 4-1-16,-17-3 1 0,5 2 2 0,-1-1-4 15,-3 2-4-15,1 0 11 0,1-1-11 0,-2 4-1 16,-1-1-2-16,2 2 1 0,-4 0-3 0,3 1 4 16,-3 2-3-16,-1 1 1 0,-1-1 2 0,2 1 2 15,-1 4-5-15,1 0 3 0,-3-4-2 0,0 3 1 16,0 0-23-16,0-5-29 0,1 2-38 0,-1 1-50 15,2-4-50-15,-2 0-48 0,4-1-191 0,-4 1-463 16,2-2 205-16</inkml:trace>
  <inkml:trace contextRef="#ctx0" brushRef="#br0" timeOffset="60251">14369 7308 184 0,'0'7'276'0,"0"1"-16"0,0 2-18 16,-4 0-13-16,1-1-27 0,0 0-18 0,-1 1-15 16,1-1-31-16,-3 1-46 0,0-3-72 0,-4 3-84 15,1-2-94-15,-2-1-138 0,-5-2-321 0,-1 1 143 16</inkml:trace>
  <inkml:trace contextRef="#ctx0" brushRef="#br0" timeOffset="62700.4">14997 6728 144 0,'-4'-14'219'0,"1"8"0"0,-1 0-14 16,-3 0-9-16,3 1-14 0,-3 1-15 0,-2-1-14 15,0 3-11-15,0 0-10 0,9 2-4 16,-22 4-16-16,11 0-10 0,0 3-12 0,-1 2-5 15,1 4 5-15,-2 3-7 0,-1 5-4 0,5 3-8 16,1 2-1-16,2 3 0 0,0 0-7 0,4 0-5 16,0 1 4-16,2-2-8 0,0 0-3 0,1 0-7 15,-1 0-6-15,1-3 4 0,1 1-7 0,0-6-3 16,0-1-7-16,-2 0 6 0,2 0-8 0,2 0-2 0,-4-2-3 16,2-6-1-16,1 2-25 0,-3-3-18 0,1 2-22 15,-1-2-25-15,4-4-26 0,-4 1-26 0,0-7-26 16,0 10-37-16,0-10-25 0,3 7-191 15,-3-7-438-15,0 0 195 0</inkml:trace>
  <inkml:trace contextRef="#ctx0" brushRef="#br0" timeOffset="63183.93">14755 7016 30 0,'0'-10'181'0,"0"10"-18"16,4-7-17-16,5 1-10 0,2 2-10 0,5-2-10 15,5 2-5-15,9-3-12 0,0 0-8 0,2 3-9 16,1-2-14-16,-3 1 1 0,1 1-9 16,-8 2-14-16,-3 0 1 0,2-1 0 0,-3 2-10 0,-6 0-2 15,0-2 6-15,-4 4-6 0,-2-2 6 0,-1 4 7 16,-6-3 4-16,0 0 6 0,14-3 4 0,-14 3 2 16,6-3-4-16,-6 3-10 0,0 0-1 15,0 0-4-15,0 0-1 0,0 0-3 0,0 0 1 0,-14 16-2 16,6-10-5-16,3 2-5 0,-1 1 0 0,0 2-8 15,-1-3 3-15,2 2 0 0,2 1-7 0,1-2-4 16,2 0 4-16,-2 1-4 0,2-3-1 0,2 2 0 16,0-3 2-16,1 1-4 0,2-1 1 0,-3-1-1 15,3 1 2-15,1-4-6 0,3 1 3 0,-1-2 4 16,-8-1-5-16,13 2 0 0,-5-5-3 0,-8 3 2 16,16-3 0-16,-12-1-2 0,3-3 2 0,-2 2-4 15,1-1 3-15,-1-1-1 0,-1-1-2 0,-1 0 0 16,-1 2 0-16,2-2-1 0,-1-1 2 0,-3 3-3 15,2 0 1-15,-2 6-3 0,3-13 1 0,-3 13-4 16,1-7 1-16,-1 7-4 0,0 0 1 0,0 0 0 16,6-3 2-16,-6 3-2 0,0 0 3 0,0 0 0 15,11 9-4-15,-11-9 2 0,6 10 5 0,-4-6-4 16,-2-4 2-16,6 10-1 0,-2-5 1 0,-1-1-16 16,0 2-11-16,-3-6-13 0,8 4-27 0,-5 1-24 15,-3-5-33-15,11 6-30 0,-2-5-40 0,1 1-162 16,0-2-386-16,4-2 170 0</inkml:trace>
  <inkml:trace contextRef="#ctx0" brushRef="#br0" timeOffset="63434.71">15645 6825 253 0,'-2'-10'291'0,"1"2"-15"0,-1 0-8 0,2 8 4 16,-1-12-22-16,1 12-21 0,-2-10-22 0,2 10-27 15,0-7-20-15,0 7-13 0,0 0-15 0,0 0-16 16,0 0-3-16,0 0-7 0,10 27-10 0,-7-14-8 16,1 2 5-16,-2 5-17 0,4-1-1 0,-4 5-8 15,-2-6-6-15,2 7-5 0,-1-6-11 0,1 1-5 16,-1 0 4-16,-1-4-20 0,0 2-25 0,0-1-36 16,0-1-39-16,-3 1-39 0,1-2-42 0,1-4-52 15,-1 0-35-15,-1-1-43 0,-1 0-154 0,0-3-476 16,1-3 212-16</inkml:trace>
  <inkml:trace contextRef="#ctx0" brushRef="#br0" timeOffset="63967.1">15629 6945 108 0,'8'-11'169'0,"1"-3"1"0,0 1-13 0,2 2-2 15,-2 1-13-15,3-2 7 0,-1 5-3 0,-2-3-11 16,0 3-8-16,0-3-10 0,-4 5 3 0,0-2 2 15,0 1 1-15,-2 1-7 0,2 1-5 0,1-3-3 0,-6 7-1 16,7-9-10-16,-3 5-12 0,-4 4-10 16,5-5-7-16,-5 5-10 0,0 0-5 0,0 0-10 15,0 0 0-15,0 0-5 0,11 13-4 0,-9-7-2 16,1 4 1-16,-1 1-3 0,1 5-1 0,-1-1-3 0,-1-1 6 16,0 2-6-16,2 1-9 0,-1-1-3 15,0 0 3-15,0 0-6 0,-2-5 3 0,3 2-2 16,-2-1-1-16,2-3-1 0,-1-2 0 0,-2 0-2 15,3-1 1-15,-3-6-4 0,4 8 2 0,-4-8-3 0,7 7 3 16,0-6 0-16,-7-1-1 0,12 3 0 0,-12-3-3 16,17-4 1-16,-5 1 2 0,3-1-2 0,-2 2 0 15,3-4-2-15,-3 3 0 0,5 0-2 16,1 0 4-16,2-1-4 0,-4 1 3 0,0 1 0 0,2 0-5 16,0-1 10-16,1 0-9 0,-1 1 3 0,0 0-2 15,1-2 0-15,1 1 4 0,6-2-3 0,-8 1 4 16,0 0-4-16,-2-2 1 0,1 2 1 0,-2-2-2 15,-6 0-1-15,1 2 11 0,0-2 10 0,-1 0-2 16,-3-3 11-16,-1 2-1 0,-1-2 7 0,-1 0-1 16,0 1 2-16,-3-2 1 0,-2 3 5 0,1-2 4 15,0 9-10-15,-5-16-1 0,1 7 2 0,-1 6-4 16,0-1-4-16,5 4 12 0,-12-4-20 0,1 4-7 16,2 2 3-16,-2 1 5 0,0 7-13 0,2-5-3 15,1 5 6-15,-2 5 8 0,5 1-9 0,1-1-9 16,3 0-2-16,1-4-33 0,3 1-42 0,3 2-40 15,4 0-58-15,2-2-57 0,7-4-68 0,-1 0-238 16,10 1-579-16,4-1 255 0</inkml:trace>
  <inkml:trace contextRef="#ctx0" brushRef="#br0" timeOffset="93333.89">16111 4033 25 0,'0'0'51'0,"0"0"-4"0,0 0-4 0,0-9 4 15,0 9 0-15,0 0 1 0,0 0-2 0,0 0-1 16,0 0-13-16,1-8 14 0,-1 8 0 16,0 0 0-16,0-9 7 0,0 9 5 0,0 0-10 15,0-11 4-15,0 11-16 0,-2-9 8 0,2 9 15 16,1-8 13-16,-1 8-6 0,0-9 1 0,0 9-9 0,0-10-2 16,0 10-3-16,1-10 3 0,-1 10 2 0,0-9-9 15,0 9 1-15,0-9 2 0,0 9-1 0,0 0-4 16,0-9-8-16,0 9 7 0,0 0-8 15,2-8 1-15,-2 8-7 0,0 0-4 0,0 0-1 16,0 0-5-16,0 0 0 0,0 0-4 0,0 0-6 16,0 0-1-16,0 0-1 0,0 0-1 0,0 0-1 0,-4 29 0 15,4-17 1-15,-2 1-1 0,1 0 1 16,0 2 0-16,0-3-3 0,-1 3 1 0,1 1 0 16,0 3-1-16,-1-3-2 0,1 1 2 0,1 0-3 15,-1-2 3-15,0 2-1 0,1-5-9 0,0 5-27 16,1 0-11-16,-2-6-27 0,1 2-29 0,0 0-31 0,0-1-24 15,1-1-111-15,-1 1-286 0,0-3 127 16</inkml:trace>
  <inkml:trace contextRef="#ctx0" brushRef="#br0" timeOffset="93583.97">16278 3928 186 0,'0'0'177'0,"0"0"-17"0,0-11-4 0,0 11-22 15,0-8-15-15,0 8-17 0,0 0-7 0,0 0-11 16,0 0-8-16,0 0-5 0,0 0-8 0,0 35 1 16,0-18-12-16,0 0-5 0,0 1-9 0,-1 1 1 15,2 1-5-15,-2 4 0 0,2 2-3 0,-1-7-11 16,2 0-18-16,-1 0-16 0,-1 1-27 0,0-3-22 15,0 0-42-15,1-2-26 0,-1 1-108 0,-1-4-258 16,1-1 114-16</inkml:trace>
  <inkml:trace contextRef="#ctx0" brushRef="#br0" timeOffset="93783.95">16425 4025 104 0,'3'-5'132'16,"-3"5"-6"-16,4-6-18 0,-4 6-10 0,0 0-2 16,0 0-14-16,0 0-5 0,0 0-8 0,-5 24-15 15,2-13 7-15,1 0-10 0,-1 4-8 0,0-2-8 16,1 3-35-16,-2-3-24 0,1-1-26 0,1 0-14 16,-1 0-103-16,0-2-180 0,0-1 80 0</inkml:trace>
  <inkml:trace contextRef="#ctx0" brushRef="#br0" timeOffset="93953.78">16567 4009 59 0,'0'0'74'15,"0"0"-12"-15,0 0-4 0,0 0 0 0,-1 25-4 16,1-18-6-16,0 2-21 0,0 1-20 0,0 0-20 15,0 1-60-15,-1 0-78 0,-2-1 35 0</inkml:trace>
  <inkml:trace contextRef="#ctx0" brushRef="#br0" timeOffset="118435.28">5058 5472 56 0,'0'0'56'0,"0"0"-7"0,0 0 1 0,0 0-5 0,0 0 4 16,0 0-4-16,0 0-2 0,0 0-3 0,0 0-1 15,0 0-5-15,0 0-6 0,0 0-4 0,-21-9 0 16,21 9 0-16,0 0-3 0,-12-2-3 0,12 2 1 16,0 0 0-16,-11 2 4 0,11-2 11 15,-10 1 1-15,10-1-8 0,-10 0 7 0,10 0 2 0,-8 2-12 16,8-2 3-16,-9 2-2 0,9-2 18 0,-9 1-23 15,9-1 2-15,0 0-7 0,-10-1 6 0,10 1-9 16,0 0-1-16,-8 2-1 0,8-2 5 0,0 0-7 16,0 0 1-16,0 0-2 0,0 0-2 0,0 0-1 15,0 0 7-15,0 0 0 0,0 0 2 0,0 0-5 16,0 0 4-16,0 0-5 0,0 0 4 0,0 0 15 16,22 9-3-16,-13-8 2 0,3 1 6 0,-1-1-4 15,4 1 2-15,5 0 8 0,-1 0 6 0,3 0-7 16,8-4-2-16,2 2-1 0,1 0-1 0,5 3 2 15,-3-3 0-15,2 0-9 0,0 1 0 0,0 2 4 16,1 0-6-16,-3-1 1 0,4-1-5 0,-2 1-2 16,-2-1 3-16,4 2-6 0,-3-1 3 0,-2-1-3 15,4 2 1-15,-2-3 1 0,3 2-1 0,-1-3-4 16,0 4 2-16,-2-2 3 0,1-2-5 0,-2 2 4 16,2 1-4-16,-3-2 3 0,3 0 8 0,-1-2-7 15,-3 1-1-15,0 1-4 0,1-3 4 0,-5 2-4 16,-1 1-1-16,-6-1-2 0,-2 2 2 0,2-1-1 15,-2 0-1-15,-1 1-1 0,-2-1 0 0,-4 1-4 16,0-1 4-16,-2 2-4 0,0-2 3 0,1 0-1 16,3 1 2-16,-3 1-2 0,-2-2-1 0,-3 2 0 15,-7-2 1-15,14 1-2 0,-9 0 5 0,-5-1-3 16,9 2-3-16,-9-2 2 0,0 0 1 0,10 0-3 16,-10 0 2-16,0 0-3 0,7 2 1 0,-7-2-1 15,0 0 2-15,0 0 4 0,9 2-5 0,-9-2-2 16,0 0 5-16,0 0-3 0,0 0 9 0,0 0-6 15,0 0 1-15,0 0-2 0,0 0 0 0,0 0 1 16,0 0 3-16,0 0 0 0,0 0 0 0,9-2 1 16,-9 2-3-16,0 0 3 0,0 0-2 0,0 0-1 15,0 0 3-15,0 0 0 0,0 0-1 0,0 0-2 16,0 0-2-16,0 0 5 0,0 0-4 0,0 0-1 16,0 0-16-16,0 0-29 0,0 0-26 0,0 0-33 15,0 0-26-15,0 0-32 0,0 0-20 0,-29 0-103 16,18 2-304-16,-2-2 136 0</inkml:trace>
  <inkml:trace contextRef="#ctx0" brushRef="#br0" timeOffset="131358.74">10562 4870 37 0,'0'0'82'0,"-6"-2"-7"0,6 2-7 0,0 0-4 15,-14-2-2-15,14 2-3 0,-8-2-8 0,8 2 0 16,0 0-8-16,-10-1-5 0,10 1-3 0,0 0-2 15,-10 0-2-15,10 0-3 0,0 0 4 0,0 0 1 16,-9 0-14-16,9 0 10 0,0 0 5 16,0 0 1-16,0 0-23 0,0 0 2 0,0 0 6 15,0 0-3-15,0 0 6 0,0 0-6 0,27 7 5 0,-15-3 9 16,7-1-13-16,1-2-2 0,1 3 5 16,9-4-13-16,-1 1 0 0,3 1-5 0,0-2-5 15,0 0 2-15,4-2 5 0,-1 2 10 0,-1-1 4 0,-2-2-8 16,0 3-2-16,-1-2 0 0,-4-1-3 15,-6 2 1-15,1 0-10 0,-2 1 9 0,-1-3 7 0,0 2-8 16,-1-3 4-16,-5 4-11 0,0-1 7 0,0 1-1 16,-2 0-3-16,1 0 1 0,-2 0 2 0,0-2-4 15,-1 2 9-15,-9 0 3 0,14-1 3 0,-7 1-1 16,-7 0 1-16,11 0 2 0,-11 0-1 16,8-1-7-16,-8 1-1 0,0 0 2 0,0 0 0 0,11 0 4 15,-11 0-3-15,0 0-11 0,11-2 6 0,-11 2 5 16,0 0-3-16,0 0-10 0,0 0 8 0,0 0-3 15,0 0-4-15,7-1 2 0,-7 1-17 16,0 0-12-16,0 0-24 0,0 0-15 0,0 0-14 16,0 0-16-16,0 0-94 0,0 0-206 0,0 0 91 0</inkml:trace>
  <inkml:trace contextRef="#ctx0" brushRef="#br0" timeOffset="131702.01">11071 4759 106 0,'0'0'106'0,"0"0"-8"0,0 0-10 0,0 0-13 16,0 0 1-16,0 0-17 0,0 0-6 0,22-4-3 15,-15 4-4-15,5 0-12 0,-12 0 3 16,15 1-3-16,-4 0-1 0,-1 2-4 0,-4-2-2 16,2 2-9-16,0-1 1 0,-1 1-10 0,-2 1 7 15,-5-4-5-15,10 10 12 0,-5-5 1 0,-1 3-4 16,-1 3 4-16,-3 1 8 0,0 3-1 0,-2 1-2 16,-4 0-12-16,-3 3 29 0,-2 4-27 0,-5 0 9 0,1-2 0 15,-8 4-18-15,-3 2 0 0,-12 3-44 16,-7 3-59-16,-30 17-114 0,16-22-224 0,-28 9 101 15</inkml:trace>
  <inkml:trace contextRef="#ctx0" brushRef="#br0" timeOffset="140984.01">10676 8414 180 0,'-10'-5'188'0,"3"0"-1"0,1 2-2 0,-1 1-2 15,7 2-3-15,-10-3-22 0,10 3-7 0,-7-6-16 16,7 6-14-16,-4-3-13 0,4 3-9 0,0 0-11 16,0 0-9-16,0 0-9 0,0 0-5 0,13-8-4 15,1 6-9-15,6-1-5 0,8-2-5 0,0 1-2 16,3-1-4-16,5 3-4 0,-2-5-2 0,1 5-14 15,-1-2-21-15,-2 1-30 0,0-3-40 0,-5 5-29 16,0-1-39-16,-9-2-31 0,-4 4-160 0,-4 0-360 0,0 2 160 16</inkml:trace>
  <inkml:trace contextRef="#ctx0" brushRef="#br0" timeOffset="141384.93">10921 8320 59 0,'0'0'169'0,"-9"-1"-8"16,9 1-14-16,0 0-6 0,0 0 0 16,-9 9-10-16,4-1 20 0,3 3-7 0,-2 1-10 0,1 7-14 15,-3 0-2-15,4 7-3 0,-2 1-8 0,0-9-9 16,2 7-7-16,1-5-10 0,1-1-6 0,-1 0-6 16,1 0-7-16,1-2-6 0,-2 0-4 15,3 1-4-15,0-1-7 0,0-7-1 0,0 2-7 0,-4 0-2 16,5-3-3-16,-3-1-2 0,-1-1-1 0,1-7-4 15,0 14-2-15,0-8 3 0,0-6-6 0,0 8-2 16,0-8 1-16,-4 6 1 0,4-6-4 0,-7 5-2 16,7-5-1-16,-7 2-1 0,7-2 2 0,-14 1-4 15,6-1-5-15,8 0 3 0,-19-4 0 0,9 2 1 16,-1 2-4-16,-1-5 1 0,1 5 2 0,4-2 1 16,-5 1-3-16,12 1 0 0,-11-1-1 0,4 0-3 15,7 1 1-15,-9-2-3 0,9 2 1 0,0 0 1 16,0 0 1-16,0 0-1 0,0 0 6 0,0 0-4 15,0 0-2-15,0 0 1 0,26 10-1 0,-8-12 4 16,0 4-26-16,11-5-17 0,-6 3-23 0,6-3-22 16,1 3-21-16,-2-2-25 0,2 0-26 0,-3 0-23 15,-7 2-3-15,0-1-135 0,0 0-345 0,-1-1 152 16</inkml:trace>
  <inkml:trace contextRef="#ctx0" brushRef="#br0" timeOffset="141602.03">11196 8656 3 0,'3'-7'162'0,"-3"7"2"0,1-10 0 0,-1 10-1 16,0-8-1-16,0 8 0 0,2-6 1 0,-2 6-9 0,0 0-11 16,4-7-17-16,-4 7-12 0,0 0-9 0,0 0-8 15,0 0-8-15,0 0-3 0,0 0-5 0,5 24 2 16,-3-12-7-16,-4-3-7 0,2 5-6 0,2-4-5 16,-4 9-6-16,2-3-4 0,2 1-5 0,-4-2-7 15,1-1 3-15,2-1-4 0,-1-1-4 0,0 4-5 16,0-6-11-16,0 2-25 0,2 0-27 0,-4-2-39 15,2 0-38-15,0 0-35 0,-1-2-36 0,0 0-31 16,-2-1-122-16,-1 0-366 0,4-7 162 0</inkml:trace>
  <inkml:trace contextRef="#ctx0" brushRef="#br0" timeOffset="141867.19">11163 8669 95 0,'10'-6'183'0,"0"3"-4"0,1-1-10 0,3 3-6 16,-3 1-5-16,6 5-5 0,-2 0 3 0,3 4-12 16,-5 0-4-16,2 3-14 0,-5 2-13 0,2 0-4 15,-3 1-14-15,-3 1-10 0,1-2-8 0,-5 2-4 16,2 0-4-16,-1-4-6 0,-6 0-3 0,-1 1-6 16,-3 1-3-16,-3 0-1 0,-2-2-5 0,-1 2-5 15,-4-2-3-15,-1-1-5 0,-4 1-1 0,-3 1-4 16,6-5 0-16,-2 0-4 0,1-2-4 0,3 0-2 15,2 1-1-15,4-3-23 0,-1-1-27 0,4-2-32 16,2 0-51-16,6-1-57 0,-12-1-43 0,12 1-161 16,0 0-409-16,-2-11 181 0</inkml:trace>
  <inkml:trace contextRef="#ctx0" brushRef="#br0" timeOffset="142017.9">11532 8709 122 0,'9'-3'215'0,"-4"0"-10"0,6-3-8 0,0 1-14 0,0 0-19 16,7 3-15-16,-5-2-15 0,0 3-14 0,0 0-41 15,-1 1-41-15,0 2-56 0,-1-2-47 16,0 4-44-16,-1-2-127 0,-4 4-256 0,-2-2 114 16</inkml:trace>
  <inkml:trace contextRef="#ctx0" brushRef="#br0" timeOffset="142183.94">11494 8841 75 0,'-7'1'217'0,"7"-1"3"0,-9 3-10 0,9-3-7 15,-8 2-19-15,8-2-17 0,0 0-17 0,0 0-14 16,0 0-13-16,0 0-10 0,0 0-21 0,30-4-34 16,-9 2-42-16,7 0-54 0,0-5-57 0,4 3-58 15,1 0-127-15,18-5-303 0,-14 0 134 0</inkml:trace>
  <inkml:trace contextRef="#ctx0" brushRef="#br0" timeOffset="142501.41">12353 8519 146 0,'0'0'248'0,"-8"-4"-15"0,0 3-8 0,8 1-12 16,-17 4-14-16,6 3-13 0,-3 1-15 0,-3 7-6 15,-2 4-12-15,4 0-17 0,-1 3-1 0,1-2-11 16,5-2-8-16,1 0-8 0,5 8 6 0,-2-10-3 16,3 2-15-16,0-3-7 0,6 0-8 0,-3-4-5 15,5 1-8-15,3-1-6 0,1-3-9 0,7 1-3 16,1-1-4-16,6-3-2 0,7-1-3 0,1-4-5 16,0-2-3-16,1-1-6 0,2-4 4 0,-3 0-4 15,-2-3-7-15,-4-1 2 0,-7 2-1 0,6-6-2 16,-5-4-6-16,-2 1 2 0,-3 1 0 0,-9-1-5 15,1-1-2-15,-1-9 13 0,-8 0-13 0,-3 1-7 16,-7 1-1-16,-6 1-6 0,-6 4-6 0,-4 6-39 16,-7 6-34-16,-18 7-49 0,-4 8-58 0,-31 12-71 0,-3 9-250 15,4 7-554-15,-5 3 245 0</inkml:trace>
  <inkml:trace contextRef="#ctx0" brushRef="#br0" timeOffset="152451.72">10617 9631 33 0,'-4'-8'172'0,"4"8"5"0,0 0 1 0,-2-8-7 15,2 8-4-15,-3-8-10 0,3 8-5 0,-1-8-11 16,1 8-5-16,0 0-8 0,-1-9-5 0,1 9-6 16,0 0-7-16,0 0-6 0,-2-10-11 15,2 10-8-15,0 0-4 0,0 0-8 0,0 0-8 0,0 0-6 16,0 0-5-16,0 0-8 0,0 0-6 0,0 0-5 16,0 0-4-16,0 0-5 0,0 0-1 0,0 0-4 15,0 0 1-15,18 17-1 0,-13-7 8 16,1-1-3-16,5 4 4 0,-1 0-2 0,1 2 2 0,0-1-4 15,-1-1-1-15,0 0 4 0,3 3-7 0,-1-1 0 16,-2 0 4-16,1 0-3 0,1-2-2 0,-1 0 0 16,0 0 2-16,-1-1-1 0,-1-1-8 0,-2-2-2 15,0 1 1-15,1-4 2 0,-2 1-4 0,1 2-5 16,0-2 5-16,-2-2-3 0,-1 0 2 0,-1-1-6 16,3 1 9-16,-2-1-3 0,-4-4 9 0,0 0 12 15,5 5 17-15,-5-5 13 0,0 0-7 0,0 0 0 16,0 0-8-16,0 0-2 0,14-15-5 0,-10 5-4 15,2-2 0-15,0-2-10 0,2-3-5 0,4-5 5 16,-2 3-1-16,3-4-4 0,-1-4-3 0,-1 2-7 16,-1 0 2-16,0-1-1 0,2 0-3 0,-3 1-2 15,-2 1-1-15,3 1-1 0,-7 6 7 0,2-1-6 16,0 7 2-16,-1-2-5 0,-1 3 5 0,2 2-8 16,-4 1-5-16,1 2-14 0,-2 5-19 0,3-9-20 15,-3 9-24-15,0 0-28 0,4-7-24 0,-4 7-26 16,0 0-35-16,0 0-27 0,0 0-38 0,0 0-200 15,4 17-499-15,-4-17 221 0</inkml:trace>
  <inkml:trace contextRef="#ctx0" brushRef="#br0" timeOffset="154917.24">11424 9731 114 0,'0'0'161'0,"-11"0"5"0,11 0 2 0,-11-2-1 16,11 2 1-16,-9 0-6 0,9 0-10 0,0 0-8 16,-12 0-7-16,12 0-7 0,0 0-4 0,0 0-7 15,-7-1-10-15,7 1-6 0,0 0-6 0,0 0-9 16,0 0-8-16,0 0-3 0,0 0-11 0,0 0-4 15,0 0-10-15,0 0-3 0,0 0-4 0,27-11-3 16,-20 9-6-16,3 0-4 0,2-1-2 0,-2 3-6 16,3 0-15-16,-4-1-27 0,0-1-28 0,0 2-36 15,-9 0-44-15,13 0-39 0,-13 0-27 0,12 0-33 16,-12 0-119-16,5 3-372 0,-5-3 165 0</inkml:trace>
  <inkml:trace contextRef="#ctx0" brushRef="#br0" timeOffset="155067.18">11401 9808 78 0,'0'0'217'0,"0"0"-4"0,-6 3-4 0,6-3-4 15,0 0-12-15,0 0-10 0,0 0-16 0,0 0-11 16,0 0-18-16,0 0-11 0,0 0-11 0,0 0-10 16,23 2-15-16,-11-1-7 0,2-2-19 0,3-1-37 15,0 1-31-15,2-1-44 0,-2 2-38 0,1-4-39 16,4 3-37-16,-3-1-165 0,0-2-354 0,-1 1 157 15</inkml:trace>
  <inkml:trace contextRef="#ctx0" brushRef="#br0" timeOffset="155450.06">12118 9549 155 0,'-5'-2'186'0,"5"2"-1"15,-11-5-5-15,3 5-7 0,8 0-8 0,-15-5-5 0,9 4-9 16,-2 0-1-16,8 1-10 0,-14-3-9 0,9 0-4 15,5 3-6-15,-11-1-2 0,11 1-6 0,-8-2-10 16,8 2-4-16,0 0-9 0,-8-3-10 16,8 3-9-16,0 0 3 0,0 0-17 0,0 0-4 0,0 0-6 15,22-8-1-15,-11 4-9 0,10 1-3 0,-2 1-4 16,2-1-3-16,0 0-13 0,-1-1-22 0,0 1-20 16,-8 3-22-16,1-1-22 0,1 0-31 15,-2 1-18-15,-3 0-39 0,1 0-3 0,-10 0-25 0,13 0-16 16,-8-1-134-16,-5 1-364 0,0 0 162 0</inkml:trace>
  <inkml:trace contextRef="#ctx0" brushRef="#br0" timeOffset="155833.54">12228 9471 11 0,'0'0'194'0,"-9"-2"3"15,9 2 0-15,0 0-4 0,-7-4-16 0,7 4-14 16,0 0-11-16,0 0-12 0,0 0 4 0,-9 9-11 15,5-2-2-15,3 1-3 0,0 4-4 0,-1 4-1 16,1 0-4-16,-3 1-2 0,4 0-8 0,-2 2-3 16,2 0-4-16,0 0-10 0,0-1-5 0,0 0-9 15,0-1-3-15,0-1-8 0,2 0-7 0,-2-5-6 16,0 2-3-16,2-1-11 0,0-1 0 0,-2-2-4 16,0 1-5-16,0-2-3 0,0-8-2 0,0 13-2 15,-2-6-6-15,2-7-4 0,-2 8-3 0,2-8-10 0,-7 7-4 16,7-7-8-16,-9 4-4 0,2-3 2 15,7-1-10-15,-13 0-6 0,13 0 0 0,-14-3 2 16,6 2 2-16,1-1 2 0,7 2 12 0,-14-6-6 16,9 3 3-16,5 3 0 0,-8-4 3 0,8 4 0 15,0 0 4-15,-7-3-3 0,7 3 1 0,0 0 0 0,0 0 4 16,0 0 5-16,0 0-3 0,0 0 0 0,0 0 1 16,0 0 0-16,29-1 4 0,-17 2-3 15,2 1 2-15,5-2 5 0,-1 1-4 0,2-1-10 16,7-1-21-16,-7 1-33 0,0 0-36 0,8-2-38 15,-4 1-46-15,3-2-28 0,-6 0-216 0,-4 0-461 16,4-1 204-16</inkml:trace>
  <inkml:trace contextRef="#ctx0" brushRef="#br0" timeOffset="156867.25">12733 9522 25 0,'-2'-7'193'0,"2"7"-7"0,0 0-14 0,0 0-12 0,0 0-6 15,0 0-6-15,9-5 0 0,-9 5 2 16,0 0-11-16,18 12-9 0,-9-5-9 0,0 3-9 0,0-4-6 16,-2 4-13-16,6 2-6 0,-4-4-7 0,2 4-7 15,-3-3-10-15,0 0-10 0,1 0 0 0,1-2-6 16,-2 3-10-16,-1-4-31 0,1 3-32 15,-5-3-29-15,4-1-42 0,-2 0-34 0,3 1-30 0,-5-3-30 16,1 2-122-16,-4-5-339 0,7 3 151 0</inkml:trace>
  <inkml:trace contextRef="#ctx0" brushRef="#br0" timeOffset="157050.97">12925 9504 9 0,'0'0'219'15,"0"0"-12"-15,-2-7-11 0,2 7-10 0,0 0-10 16,0 0-7-16,0 0-8 0,0 0-4 0,-21 16-18 16,12-4-9-16,-5-1-18 0,1 4-9 0,-3 5-12 15,-4-1-7-15,4 2-8 0,-4-3-10 0,6-5-19 16,1 3-21-16,0-3-32 0,1 2-36 0,1-2-29 16,6-3-39-16,-3-1-27 0,3-1-30 0,1 1-137 15,0-3-329-15,4-6 146 0</inkml:trace>
  <inkml:trace contextRef="#ctx0" brushRef="#br0" timeOffset="157350.54">13228 9431 96 0,'0'0'241'0,"2"-7"-8"0,-2 7-4 16,0 0-19-16,0 0-23 0,2-7-16 0,-2 7-17 0,0 0-1 16,0 0 0-16,0 0-4 0,9 20-1 0,-7-8-9 15,2 4-8-15,-3 3-11 0,1 5-6 0,0-4-6 16,-2 4-12-16,2 2-9 0,-4-7-10 16,4 5-2-16,-4-8-14 0,2 0-6 0,2 3-5 0,0-3-1 15,-2 1-7-15,0-5-16 0,0 0-27 0,0 0-21 16,3-2-28-16,-6 3-25 0,3-4-33 15,0-9-33-15,0 13-37 0,0-7-28 0,0-6-30 0,-4 9-154 16,4-9-422-16,-4 5 187 0</inkml:trace>
  <inkml:trace contextRef="#ctx0" brushRef="#br0" timeOffset="157617.04">13313 9437 9 0,'6'-8'190'0,"-1"2"-18"15,-4 2 1-15,-1 4-3 0,8-7-7 0,-4 5 0 16,-4 2-4-16,0 0-8 0,0 0-7 0,17 10-5 16,-15-4-15-16,2 1-13 0,-2 3-11 0,1 0-8 15,-6 2-11-15,3 0-4 0,-4 0-9 0,2-1-8 16,0 0-2-16,0 0-7 0,-2-2-7 0,0 1-3 16,2-4-1-16,0 1-7 0,2-7-5 0,-3 11-3 15,3-11 0-15,0 12 0 0,0-12-5 0,3 9 3 16,1-5-6-16,0-1 2 0,6 3-2 0,-1-2-2 15,2-2-2-15,9 0-4 0,-1 0-18 0,2-1-32 16,4-1-36-16,7-1-36 0,-3 1-27 0,2-2-39 16,-1-2-29-16,-1-2-139 0,0 3-377 0,0-1 167 15</inkml:trace>
  <inkml:trace contextRef="#ctx0" brushRef="#br0" timeOffset="157731.84">13938 9535 90 0,'9'-2'107'0,"-9"2"-14"0,10-2-13 0,-10 2-3 16,14-2-10-16,-7 2-29 0,2 2-29 0,2-4-33 16,-11 2-66-16,15 0-97 0,-8 0 44 0</inkml:trace>
  <inkml:trace contextRef="#ctx0" brushRef="#br0" timeOffset="157863.72">14066 9596 193 0,'0'0'207'0,"-2"4"-7"0,2-4-10 0,0 0-12 15,0 0-12-15,-6 7-19 0,6-7-10 16,0 0-17-16,0 0-13 0,8 10-26 0,-8-10-43 16,10 4-64-16,-3-4-77 0,7 1-170 0,-1-2-295 0,-13 1 130 15</inkml:trace>
  <inkml:trace contextRef="#ctx0" brushRef="#br0" timeOffset="158816.97">14562 9490 28 0,'0'0'268'0,"4"-5"-8"0,-4 5-10 0,0-7-3 16,0 7-10-16,0 0-8 0,4-7-9 0,-4 7-19 15,0 0-16-15,0 0-14 0,0 0-21 0,0 0-9 16,0 0-23-16,0 0-8 0,0 0-5 0,-17 16-15 16,12-4-6-16,3 4-9 0,-2 1-6 0,-1 0 9 15,5-2-21-15,-4 1-7 0,4 1-7 16,1-3 1-16,2 1-6 0,3-4 1 0,-1 2 3 0,5-4-8 16,-2 0-9-16,10 0 5 0,-2 0-6 15,5-5-3-15,0 0-4 0,8-3 4 0,0-2-4 0,-1-3 10 16,1 0-11-16,-4-5-7 0,-2 3 3 0,-6 0-3 15,-1-5-1-15,1 2 6 0,-6-1-13 0,-1-2 8 16,-1-2-3-16,-5-1-2 0,1-1 1 0,-5-1 10 16,-2-2-10-16,-5 0-2 0,0 3 6 0,-6-6-9 15,-1 8 0-15,4-1-3 0,-7 5 0 0,2 0-3 16,-2 3 8-16,0 0-10 0,-3 3-1 0,-1 4-7 16,1 1-20-16,0 3-18 0,-2 2-26 0,4 2-31 15,0 1-31-15,5 1-39 0,6-1-48 0,0 4-61 16,4-1-178-16,3-1-506 0,5-1 224 0</inkml:trace>
  <inkml:trace contextRef="#ctx0" brushRef="#br0" timeOffset="159035.03">15181 9429 280 0,'0'0'311'0,"-2"-11"2"0,2 11-9 0,-2-9-17 16,2 9-23-16,-2-6-23 0,2 6-28 15,0 0-25-15,0 0-16 0,0 0-1 0,0 0-24 16,0 0-15-16,17 23-8 0,-9-10-8 0,2 1-12 0,2-2-14 16,0 4-7-16,-1-3-2 0,3 2-10 0,0-2-12 15,0 2-31-15,0-1-32 0,-1-1-38 16,-1 0-47-16,-1-3-47 0,-4 0-53 0,2-3-51 16,-4-1-38-16,-1 0-190 0,0-1-505 0,-4-5 225 0</inkml:trace>
  <inkml:trace contextRef="#ctx0" brushRef="#br0" timeOffset="159217.4">15399 9446 164 0,'1'-5'293'0,"-1"5"-11"0,0-9-13 16,0 9-16-16,0 0-5 0,0 0-2 0,0 0-1 16,-21 10-13-16,7 2-10 0,-8 5-23 0,-2 3-18 15,-1 3-18-15,-2-1-18 0,-2 1-11 0,4 0-15 16,0-1-34-16,6-2-49 0,-2-1-45 0,4-1-46 15,4-3-48-15,-1-1-61 0,8-5-62 0,-3 1-268 16,1-4-534-16,4 1 237 0</inkml:trace>
  <inkml:trace contextRef="#ctx0" brushRef="#br0" timeOffset="159501.1">15669 9357 235 0,'5'-8'305'0,"-1"2"-16"0,1 2-16 0,-1 0-22 16,-4 4-17-16,5-9-25 0,-5 9-22 0,0 0-19 0,0 0-12 16,0 0-8-16,10 13-16 0,-9-3-11 15,2 0-8-15,1 5-12 0,2 2-11 0,-1-1-6 16,7 1-10-16,-5 1-4 0,2 0-8 0,1-1 0 16,0-3-6-16,0 2-4 0,1-1-6 0,1-1 3 0,-3 0-8 15,-2-3-2-15,0-1-9 0,-2-1 0 16,0-1-1-16,-1 0-6 0,-2-1-1 0,1-1 0 15,-3-6-6-15,-3 10 4 0,3-10-2 0,-6 12-13 0,0-8-26 16,-5 1-24-16,-1-2-18 0,-5 3-24 16,-1-4-30-16,-1-2-42 0,0 1-40 0,-3-3-30 0,0 1-41 15,3-3-176-15,-1-1-482 0,2 0 213 16</inkml:trace>
  <inkml:trace contextRef="#ctx0" brushRef="#br0" timeOffset="160166.44">15719 9347 174 0,'16'-7'183'0,"1"2"8"0,1-2 3 16,0 2-6-16,0 3-6 0,-4 0-13 0,0 2-14 15,0 0-13-15,-2 3-13 0,1-2-9 0,0 2-1 16,-1 4-11-16,0-2-13 0,-3 3 0 0,2 0-7 16,-1-1-9-16,-1 3-5 0,-2-2-7 0,-1 3-2 15,1-1-3-15,-1 0-2 0,-2-1-10 0,0 1-1 16,3 0-7-16,-3-2-1 0,2 0 3 0,-2-2-10 15,2 1 1-15,-2-2-8 0,1 0 0 0,4 0 1 16,2-2-8-16,0 0 0 0,-2-1 1 0,2-2-3 16,-1-1 3-16,1-2-3 0,1 0-2 0,-3 0 3 15,3-3 6-15,-3 0-3 0,0 1 2 0,-3-3 4 16,0 0-4-16,-1-1-6 0,-1-1-1 0,0 0-1 16,-1-2-2-16,1 0-4 0,-4 0-1 0,0 0 0 15,0-1-3-15,-2 1 2 0,1 1-1 0,0 0-2 16,1 2-1-16,-3-1 0 0,3 2-4 0,0 8 2 15,-1-10-3-15,1 10-3 0,-1-7-5 0,1 7-3 0,0 0 2 16,2-7 1-16,-2 7 7 0,0 0-8 16,0 0 1-16,0 0 2 0,13 1-3 0,-13-1 6 15,0 0-1-15,15 3-1 0,-8-2 0 0,1-1 4 16,2 2-3-16,-10-2 3 0,18 1 3 0,-8 0 0 0,0 0-3 16,-2 1 0-16,3-1 5 0,-3 0-5 0,-8-1 0 15,17 1 0-15,-9 1 0 0,-1 1 4 16,0 1-4-16,1 2-2 0,1 0 2 0,-3 1 4 15,0 1-2-15,-1 1 4 0,-1 0-1 0,-1 3 5 0,0-2-2 16,1 0 8-16,-4 2-2 0,1-2-1 0,0 1 0 16,0-1 3-16,1-1-3 0,0 0 6 0,1 1-2 15,0-2 1-15,0-3 1 0,4 4 3 16,-1-4-3-16,2 1 1 0,-2-2-3 0,4-1-2 0,3-1 1 16,0 0-1-16,1-2 0 0,-2-2-1 0,2-1 1 15,2-2-6-15,-3 1 15 0,1-2-18 0,-2 0 6 16,1-4 5-16,-2 2 4 0,-5-2 1 0,3-5 1 15,-4 5-5-15,-1-3 17 0,-1-3-19 0,-3 4 0 16,-3-3-4-16,0 2 6 0,0-2-3 0,-4 5-4 16,1-1-7-16,0 2 10 0,-1 0-10 0,-1 0-17 15,-2 4-12-15,4 1-14 0,-1 0-24 0,1 2-23 16,6 2-43-16,-15 2-36 0,8 1-59 0,7-3-55 16,-10 3-206-16,10-3-529 0,0 0 234 0</inkml:trace>
  <inkml:trace contextRef="#ctx0" brushRef="#br0" timeOffset="160315.23">16910 9318 204 0,'6'-2'254'0,"-6"2"-5"16,0 0-8-16,9-5-13 0,-9 5-18 0,6-2-22 16,-6 2-14-16,9 0-24 0,-9 0-14 0,17 0-17 15,-8 1-41-15,1 0-47 0,2 3-60 0,-2-1-62 16,-4 1-57-16,1-2-185 0,-1 3-360 0,-1 1 160 15</inkml:trace>
  <inkml:trace contextRef="#ctx0" brushRef="#br0" timeOffset="160451.06">16946 9475 104 0,'-4'6'211'0,"4"-6"-5"16,0 0-2-16,0 0-6 0,0 0-15 0,0 0-16 0,0 0-13 15,18 1-17-15,-7-2-14 0,7-3-37 16,1 0-43-16,8-1-52 0,-4 2-58 0,6-6-49 15,3 3-155-15,-1-1-293 0,4 0 129 0</inkml:trace>
  <inkml:trace contextRef="#ctx0" brushRef="#br0" timeOffset="160734.09">17617 9297 26 0,'7'-7'259'0,"2"-1"-10"0,-1 3-5 0,-4 1-10 16,-1 0 0-16,-3 4-13 0,6-6-15 0,-6 6 1 0,0 0-5 15,0 0-5-15,0 0-9 0,0 0 5 0,-12 24-1 16,6-8-20-16,-3-2-9 0,0 1-11 0,1 3-22 15,2-1-7-15,1-2-18 0,0 2-10 0,5-2-4 16,3-1-5-16,2-3-14 0,8 1 3 0,1 1-12 16,11 0-5-16,-5-5-4 0,12-3-9 0,-1-2 3 15,1-3-9-15,-3-3-3 0,0-1-3 0,-2-1-1 16,-9-3-3-16,0 0-8 0,-3-1 3 0,-2-2-4 16,-4-5 4-16,-1 0-6 0,-3-1-2 0,-4-2-4 15,-5 0 2-15,-1 0-9 0,-3-5 2 0,-4 2-5 16,-1 6-16-16,-6-3-19 0,-8 7-24 0,-1 1-19 15,-4 3-17-15,-3 4-20 0,-3 7-31 0,1 3-46 16,2 4-70-16,2 0-64 0,1 6-245 0,5-2-617 16,5 1 274-16</inkml:trace>
  <inkml:trace contextRef="#ctx0" brushRef="#br0" timeOffset="164667.12">10707 10786 120 0,'-8'-8'221'0,"5"3"-9"0,3 5 8 16,-6-9 0-16,3 6-8 0,3 3-9 0,-2-7-11 15,2 7-10-15,0 0-10 0,-3-8-15 0,3 8-17 16,0 0-12-16,0 0-17 0,0 0-15 0,0 0-12 16,0 0-5-16,0 0-5 0,0 0-11 0,0 0-4 15,12 22-2-15,-6-12-18 0,4 6-6 0,1 1 7 16,-4-2-9-16,6 8-3 0,-4-5 0 0,0-2-3 15,1 0-2-15,0 2-4 0,-2-2 3 0,1 0 2 16,3-1-7-16,-3-1 0 0,1-3 2 0,-1 1-2 16,-2-3-2-16,0 0-5 0,0-1 1 0,0 0 4 15,-2-4-6-15,-3 1-1 0,1 0 5 0,-3-5-5 16,9 6 4-16,-9-6 11 0,6 6-4 0,-6-6 13 0,0 0 7 16,0 0-2-16,0 0-6 0,0 0-3 15,12-12-6-15,-10 3 5 0,2-1-6 0,-1-1-4 16,-2-5 2-16,2 0-3 0,2-3-2 0,0 0-5 15,0-4 0-15,0-3 1 0,0 8-3 0,-1 0-1 0,-1 0 3 16,2-2-4-16,0 3 0 0,-1 2-1 16,-2 2 1-16,-1 1-5 0,1 1 10 0,-1 6-10 15,2-3-4-15,-3 8-17 0,1-8-23 0,-1 8-28 0,4-9-20 16,-4 9-28-16,0 0-21 0,0 0-20 0,0 0-38 16,15 9-29-16,-10-1-28 0,-1 5-173 0,1-3-464 15,0 2 205-15</inkml:trace>
  <inkml:trace contextRef="#ctx0" brushRef="#br0" timeOffset="164917.37">11114 10953 92 0,'0'0'214'0,"0"0"-5"16,0 0-6-16,0 0-6 0,0 0 5 0,4 6 7 15,-4-6-12-15,1 9-10 0,-1-2-5 0,2 3-11 16,-1 2-4-16,-1 1-11 0,1 3-9 0,-1 1-9 15,0-1-8-15,0 2-12 0,-1-1-11 0,0-1-5 16,-1 0-9-16,1-3-16 0,1 2-9 0,0-1 9 16,-1-3-20-16,2 1-2 0,-1 1-7 0,3-4-10 15,-2 2-14-15,0-4-37 0,1 1-29 0,0-1-30 16,-1 0-25-16,3 2-27 0,-1-4-31 0,-1 1-37 16,-2-6-26-16,7 8-28 0,-7-8-172 0,4 1-452 15,-4-1 199-15</inkml:trace>
  <inkml:trace contextRef="#ctx0" brushRef="#br0" timeOffset="165200.06">11076 11004 118 0,'0'-7'181'0,"1"-1"-22"16,4 0 9-16,0 2 0 0,4-1 7 16,9 1 2-16,0 2-1 0,12 0-8 0,0 3-7 15,0 3-4-15,2 1-9 0,-2 4-11 0,-2 0-6 16,1 4-9-16,-4 0-5 0,-2 3-16 0,-8 0-5 0,-2 1-6 15,-3 1-11-15,-3-1-3 0,-4 2-6 0,-3 1-4 16,-2 0-7-16,-3 0 0 0,-4 0-7 16,-1-3 6-16,-4 2 0 0,-4 1-4 0,0-1 8 15,-5 0-5-15,1-2 12 0,4-6-17 0,-2 3-2 0,2-4-6 16,-2-1-2-16,-6 2-7 0,8-3-7 0,-1-2 3 16,0 0-8-16,2-2-14 0,-1 0-24 15,7-1-18-15,-3-1-34 0,2-1-36 0,4 0-44 16,8 1-61-16,-11-5-59 0,11 5-241 0,-4-9-549 0,4 9 243 15</inkml:trace>
  <inkml:trace contextRef="#ctx0" brushRef="#br0" timeOffset="165365.51">11711 10984 248 0,'8'-6'243'0,"-2"0"-18"0,3 1-18 15,-1 3-20-15,0-3-18 0,-2 3-20 0,4-1-12 16,0 2-22-16,-1 0-47 0,1 1-46 0,0 0-55 16,2 1-57-16,-3 0-54 0,-2 2-107 0,-1-1-271 15,-6-2 120-15</inkml:trace>
  <inkml:trace contextRef="#ctx0" brushRef="#br0" timeOffset="165516.71">11701 11094 166 0,'0'0'206'0,"-7"3"-3"16,7-3 1-16,0 0-6 0,0 0-4 0,0 0-19 16,0 0-13-16,22 3-18 0,-9-4-14 0,0 1-15 0,8-2-39 15,-1 2-51-15,0-3-72 0,3 1-73 0,-4 1-186 16,4-2-330-16,4 0 146 0</inkml:trace>
  <inkml:trace contextRef="#ctx0" brushRef="#br0" timeOffset="172635.06">12529 10894 49 0,'0'0'183'0,"-4"-6"-5"0,4 6-7 0,0 0-2 16,0 0-10-16,0 0-7 0,-4-6-12 16,4 6-4-16,0 0-12 0,0 0-8 0,0 0-9 15,0 0-4-15,0 0-6 0,-6-4-1 0,6 4-8 16,0 0-3-16,0 0-5 0,0 0 5 0,-9 16-9 0,9-16-5 15,-4 11-2-15,2-3 4 0,-2 1 0 0,1-2-4 16,3 3 1-16,-4 0-1 0,4 0-8 0,0 0-6 16,0 0 2-16,0 0 10 0,0 0-19 0,0-1-8 15,0 2-1-15,2-2-3 0,0 2 1 0,1-3 1 16,1 3-5-16,-2-4 0 0,3 1-5 0,1-1-3 16,1-1-3-16,-2-1 0 0,-1 1-4 0,1-3 9 15,1 2-11-15,-2-1-1 0,4-2 10 0,-8-2-12 16,13 3 0-16,-5-3-8 0,-1 0 3 0,-7 0 3 15,16-4-3-15,-9 1 9 0,2-4-9 0,-2 1-4 16,0-1 0-16,1 0 7 0,-4-4-6 0,2 1 4 16,-2-2-5-16,0 1 2 0,1-6-3 0,-5 5 1 15,2-4-4-15,0-2 3 0,0 3 1 0,-2-2 0 16,-2 2 0-16,0-1 0 0,2 3-2 0,-2 3 1 16,0-2-4-16,0 2 2 0,-2 0 1 0,3 4 9 15,-3-1-11-15,4 7 0 0,-6-10-5 0,2 6 2 16,4 4 3-16,-10-5-3 0,3 4 4 0,7 1-4 15,-14 1-3-15,5 0 6 0,-1 3-3 0,2-2 2 16,-1 4-1-16,2-1 2 0,1 1-18 0,-2 0-20 16,2-1-25-16,1 1-26 0,2 2-20 0,0-1-29 15,-1 2-40-15,4 0-36 0,2-1-31 0,0 1-203 16,0 0-484-16,2-3 214 0</inkml:trace>
  <inkml:trace contextRef="#ctx0" brushRef="#br0" timeOffset="172826.26">12774 10978 199 0,'0'0'248'0,"0"0"0"0,0 0-3 15,6-3 0-15,-6 3-14 0,0 0-11 0,0 0-16 16,0 0-20-16,0 0-19 0,0 0-17 16,0 0-17-16,0 0-12 0,0 0-17 0,0 0-27 0,0 0-31 15,0 0-25-15,0 0-25 0,0 0-39 0,0 0-42 16,0 0-47-16,0 0-39 0,0 0-42 0,-2 14-147 15,2-14-391-15,0 0 174 0</inkml:trace>
  <inkml:trace contextRef="#ctx0" brushRef="#br0" timeOffset="173234.17">12917 10829 205 0,'0'0'271'16,"3"-10"-4"-16,-3 10-5 0,2-5-7 0,-2 5-26 15,0 0-21-15,3-7-12 0,-3 7-11 0,0 0-2 16,0 0 11-16,0 0-21 0,2 26-8 0,-2-16-9 16,2 2-15-16,-2-2-14 0,0 3-12 0,4 3 7 15,-4-3-27-15,2 2-12 0,3-4-10 0,-1 2-7 16,4-3 2-16,0 3-6 0,1-4-10 0,5 2-7 16,1-4-2-16,2-2-2 0,-2 1-1 0,5-5-4 15,0-1-10-15,0-1-3 0,-1-3 2 0,2 1 0 16,-2-3-3-16,-4-2 7 0,-3 1-13 0,-1 0 6 15,-2-3-7-15,0 1-9 0,2-5 12 0,-2 1-9 16,-4-5 5-16,2 3-5 0,-3-2-3 0,-2 0 5 16,0 5-2-16,0 1 9 0,-1 1 14 0,-2-2 2 15,2 7 16-15,-1 5-11 0,0-12-15 0,0 12 12 16,0 0-14-16,0 0-2 0,0 0 0 0,0 0-4 0,0 0 4 16,-3 33-8-16,3-13 12 0,-4 5-9 15,2 3 3-15,-3-2-5 0,3 3-1 0,-2-2 10 0,-1-1-45 16,5 2-36-16,0-2-34 0,-2-5-39 15,4 4-33-15,-2 0-23 0,-2-6-41 0,1-1-51 0,2-2-37 16,-1 2-251-16,-3-6-614 0,3 0 271 0</inkml:trace>
  <inkml:trace contextRef="#ctx0" brushRef="#br0" timeOffset="173401.04">12898 11369 2427 0,'0'0'132'0,"-7"-6"-40"0,7 6-37 0,-3-5-25 16,3 5-7-16,0 0-9 0,16-11-4 0,0 6-15 15,6-1-26-15,9-4-32 0,1-1-61 0,7-1-49 16,10-1-226-16,-12 2-430 0,16-3 190 0</inkml:trace>
  <inkml:trace contextRef="#ctx0" brushRef="#br0" timeOffset="173545.36">13715 11176 129 0,'0'0'282'0,"7"-4"4"0,-7 4 7 15,7-1 3-15,-7 1-10 0,0 0-11 0,4-4-42 16,-4 4-29-16,0 0-32 0,0 0-47 0,9-5-62 16,-9 5-61-16,0 0-72 0,4-7-77 0,-4 7-83 15,0-8-137-15,0 8-397 0,0 0 176 0</inkml:trace>
  <inkml:trace contextRef="#ctx0" brushRef="#br0" timeOffset="178651.53">10571 11808 45 0,'0'0'112'0,"-13"-4"-8"0,7 3-6 0,6 1-4 16,-11-5 5-16,5 2-4 0,6 3-5 0,-9-4-1 15,9 4 2-15,-10-2-12 0,10 2 2 0,0 0-12 16,0 0 2-16,0 0 1 0,0 0 2 0,0 0-4 15,30 0 0-15,2-1-4 0,8 1-2 0,20-5-10 16,38-1-4-16,7-6-3 0,8-1-7 0,14-2-11 16,6 0-8-16,7-4-12 0,9 1-15 0,0-3-11 15,4 0-10-15,4-3-15 0,-3 3-34 0,-8 4-5 16,2-4-25-16,-6 2-23 0,-8 4-105 0,-4-6-252 16,-8-5 111-16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B5C41C-EECF-4AA6-8C86-48E4B0604E77}" type="datetimeFigureOut">
              <a:rPr lang="en-IN" smtClean="0"/>
              <a:pPr/>
              <a:t>24-01-2022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40471-FCFD-4FCB-92AE-8DA107A81AE2}" type="slidenum">
              <a:rPr lang="en-IN" smtClean="0"/>
              <a:pPr/>
              <a:t>‹#›</a:t>
            </a:fld>
            <a:endParaRPr lang="en-IN" dirty="0"/>
          </a:p>
        </p:txBody>
      </p:sp>
    </p:spTree>
    <p:extLst>
      <p:ext uri="{BB962C8B-B14F-4D97-AF65-F5344CB8AC3E}">
        <p14:creationId xmlns:p14="http://schemas.microsoft.com/office/powerpoint/2010/main" val="800223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35812" indent="-283005">
              <a:defRPr sz="2400">
                <a:solidFill>
                  <a:schemeClr val="tx1"/>
                </a:solidFill>
                <a:latin typeface="Times New Roman" panose="02020603050405020304" pitchFamily="18" charset="0"/>
              </a:defRPr>
            </a:lvl2pPr>
            <a:lvl3pPr marL="1132017" indent="-226404">
              <a:defRPr sz="2400">
                <a:solidFill>
                  <a:schemeClr val="tx1"/>
                </a:solidFill>
                <a:latin typeface="Times New Roman" panose="02020603050405020304" pitchFamily="18" charset="0"/>
              </a:defRPr>
            </a:lvl3pPr>
            <a:lvl4pPr marL="1584824" indent="-226404">
              <a:defRPr sz="2400">
                <a:solidFill>
                  <a:schemeClr val="tx1"/>
                </a:solidFill>
                <a:latin typeface="Times New Roman" panose="02020603050405020304" pitchFamily="18" charset="0"/>
              </a:defRPr>
            </a:lvl4pPr>
            <a:lvl5pPr marL="2037632" indent="-226404">
              <a:defRPr sz="2400">
                <a:solidFill>
                  <a:schemeClr val="tx1"/>
                </a:solidFill>
                <a:latin typeface="Times New Roman" panose="02020603050405020304" pitchFamily="18" charset="0"/>
              </a:defRPr>
            </a:lvl5pPr>
            <a:lvl6pPr marL="2490439" indent="-226404" eaLnBrk="0" fontAlgn="base" hangingPunct="0">
              <a:spcBef>
                <a:spcPct val="0"/>
              </a:spcBef>
              <a:spcAft>
                <a:spcPct val="0"/>
              </a:spcAft>
              <a:defRPr sz="2400">
                <a:solidFill>
                  <a:schemeClr val="tx1"/>
                </a:solidFill>
                <a:latin typeface="Times New Roman" panose="02020603050405020304" pitchFamily="18" charset="0"/>
              </a:defRPr>
            </a:lvl6pPr>
            <a:lvl7pPr marL="2943245" indent="-226404" eaLnBrk="0" fontAlgn="base" hangingPunct="0">
              <a:spcBef>
                <a:spcPct val="0"/>
              </a:spcBef>
              <a:spcAft>
                <a:spcPct val="0"/>
              </a:spcAft>
              <a:defRPr sz="2400">
                <a:solidFill>
                  <a:schemeClr val="tx1"/>
                </a:solidFill>
                <a:latin typeface="Times New Roman" panose="02020603050405020304" pitchFamily="18" charset="0"/>
              </a:defRPr>
            </a:lvl7pPr>
            <a:lvl8pPr marL="3396052" indent="-226404" eaLnBrk="0" fontAlgn="base" hangingPunct="0">
              <a:spcBef>
                <a:spcPct val="0"/>
              </a:spcBef>
              <a:spcAft>
                <a:spcPct val="0"/>
              </a:spcAft>
              <a:defRPr sz="2400">
                <a:solidFill>
                  <a:schemeClr val="tx1"/>
                </a:solidFill>
                <a:latin typeface="Times New Roman" panose="02020603050405020304" pitchFamily="18" charset="0"/>
              </a:defRPr>
            </a:lvl8pPr>
            <a:lvl9pPr marL="3848860" indent="-226404" eaLnBrk="0" fontAlgn="base" hangingPunct="0">
              <a:spcBef>
                <a:spcPct val="0"/>
              </a:spcBef>
              <a:spcAft>
                <a:spcPct val="0"/>
              </a:spcAft>
              <a:defRPr sz="2400">
                <a:solidFill>
                  <a:schemeClr val="tx1"/>
                </a:solidFill>
                <a:latin typeface="Times New Roman" panose="02020603050405020304" pitchFamily="18" charset="0"/>
              </a:defRPr>
            </a:lvl9pPr>
          </a:lstStyle>
          <a:p>
            <a:fld id="{5BB3543C-C012-47EF-81EC-7D78BDBAD9CD}" type="slidenum">
              <a:rPr lang="en-US" altLang="en-US" sz="1100"/>
              <a:pPr/>
              <a:t>15</a:t>
            </a:fld>
            <a:endParaRPr lang="en-US" altLang="en-US" sz="1100" dirty="0"/>
          </a:p>
        </p:txBody>
      </p:sp>
      <p:sp>
        <p:nvSpPr>
          <p:cNvPr id="20483" name="Rectangle 2"/>
          <p:cNvSpPr>
            <a:spLocks noGrp="1" noRot="1" noChangeAspect="1" noChangeArrowheads="1" noTextEdit="1"/>
          </p:cNvSpPr>
          <p:nvPr>
            <p:ph type="sldImg"/>
          </p:nvPr>
        </p:nvSpPr>
        <p:spPr>
          <a:xfrm>
            <a:off x="334963" y="654050"/>
            <a:ext cx="6189662" cy="3482975"/>
          </a:xfrm>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153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35812" indent="-283005">
              <a:defRPr sz="2400">
                <a:solidFill>
                  <a:schemeClr val="tx1"/>
                </a:solidFill>
                <a:latin typeface="Times New Roman" panose="02020603050405020304" pitchFamily="18" charset="0"/>
              </a:defRPr>
            </a:lvl2pPr>
            <a:lvl3pPr marL="1132017" indent="-226404">
              <a:defRPr sz="2400">
                <a:solidFill>
                  <a:schemeClr val="tx1"/>
                </a:solidFill>
                <a:latin typeface="Times New Roman" panose="02020603050405020304" pitchFamily="18" charset="0"/>
              </a:defRPr>
            </a:lvl3pPr>
            <a:lvl4pPr marL="1584824" indent="-226404">
              <a:defRPr sz="2400">
                <a:solidFill>
                  <a:schemeClr val="tx1"/>
                </a:solidFill>
                <a:latin typeface="Times New Roman" panose="02020603050405020304" pitchFamily="18" charset="0"/>
              </a:defRPr>
            </a:lvl4pPr>
            <a:lvl5pPr marL="2037632" indent="-226404">
              <a:defRPr sz="2400">
                <a:solidFill>
                  <a:schemeClr val="tx1"/>
                </a:solidFill>
                <a:latin typeface="Times New Roman" panose="02020603050405020304" pitchFamily="18" charset="0"/>
              </a:defRPr>
            </a:lvl5pPr>
            <a:lvl6pPr marL="2490439" indent="-226404" eaLnBrk="0" fontAlgn="base" hangingPunct="0">
              <a:spcBef>
                <a:spcPct val="0"/>
              </a:spcBef>
              <a:spcAft>
                <a:spcPct val="0"/>
              </a:spcAft>
              <a:defRPr sz="2400">
                <a:solidFill>
                  <a:schemeClr val="tx1"/>
                </a:solidFill>
                <a:latin typeface="Times New Roman" panose="02020603050405020304" pitchFamily="18" charset="0"/>
              </a:defRPr>
            </a:lvl6pPr>
            <a:lvl7pPr marL="2943245" indent="-226404" eaLnBrk="0" fontAlgn="base" hangingPunct="0">
              <a:spcBef>
                <a:spcPct val="0"/>
              </a:spcBef>
              <a:spcAft>
                <a:spcPct val="0"/>
              </a:spcAft>
              <a:defRPr sz="2400">
                <a:solidFill>
                  <a:schemeClr val="tx1"/>
                </a:solidFill>
                <a:latin typeface="Times New Roman" panose="02020603050405020304" pitchFamily="18" charset="0"/>
              </a:defRPr>
            </a:lvl7pPr>
            <a:lvl8pPr marL="3396052" indent="-226404" eaLnBrk="0" fontAlgn="base" hangingPunct="0">
              <a:spcBef>
                <a:spcPct val="0"/>
              </a:spcBef>
              <a:spcAft>
                <a:spcPct val="0"/>
              </a:spcAft>
              <a:defRPr sz="2400">
                <a:solidFill>
                  <a:schemeClr val="tx1"/>
                </a:solidFill>
                <a:latin typeface="Times New Roman" panose="02020603050405020304" pitchFamily="18" charset="0"/>
              </a:defRPr>
            </a:lvl8pPr>
            <a:lvl9pPr marL="3848860" indent="-226404" eaLnBrk="0" fontAlgn="base" hangingPunct="0">
              <a:spcBef>
                <a:spcPct val="0"/>
              </a:spcBef>
              <a:spcAft>
                <a:spcPct val="0"/>
              </a:spcAft>
              <a:defRPr sz="2400">
                <a:solidFill>
                  <a:schemeClr val="tx1"/>
                </a:solidFill>
                <a:latin typeface="Times New Roman" panose="02020603050405020304" pitchFamily="18" charset="0"/>
              </a:defRPr>
            </a:lvl9pPr>
          </a:lstStyle>
          <a:p>
            <a:fld id="{5BB3543C-C012-47EF-81EC-7D78BDBAD9CD}" type="slidenum">
              <a:rPr lang="en-US" altLang="en-US" sz="1100"/>
              <a:pPr/>
              <a:t>16</a:t>
            </a:fld>
            <a:endParaRPr lang="en-US" altLang="en-US" sz="1100" dirty="0"/>
          </a:p>
        </p:txBody>
      </p:sp>
      <p:sp>
        <p:nvSpPr>
          <p:cNvPr id="20483" name="Rectangle 2"/>
          <p:cNvSpPr>
            <a:spLocks noGrp="1" noRot="1" noChangeAspect="1" noChangeArrowheads="1" noTextEdit="1"/>
          </p:cNvSpPr>
          <p:nvPr>
            <p:ph type="sldImg"/>
          </p:nvPr>
        </p:nvSpPr>
        <p:spPr>
          <a:xfrm>
            <a:off x="334963" y="654050"/>
            <a:ext cx="6189662" cy="3482975"/>
          </a:xfrm>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291454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35812" indent="-283005">
              <a:defRPr sz="2400">
                <a:solidFill>
                  <a:schemeClr val="tx1"/>
                </a:solidFill>
                <a:latin typeface="Times New Roman" panose="02020603050405020304" pitchFamily="18" charset="0"/>
              </a:defRPr>
            </a:lvl2pPr>
            <a:lvl3pPr marL="1132017" indent="-226404">
              <a:defRPr sz="2400">
                <a:solidFill>
                  <a:schemeClr val="tx1"/>
                </a:solidFill>
                <a:latin typeface="Times New Roman" panose="02020603050405020304" pitchFamily="18" charset="0"/>
              </a:defRPr>
            </a:lvl3pPr>
            <a:lvl4pPr marL="1584824" indent="-226404">
              <a:defRPr sz="2400">
                <a:solidFill>
                  <a:schemeClr val="tx1"/>
                </a:solidFill>
                <a:latin typeface="Times New Roman" panose="02020603050405020304" pitchFamily="18" charset="0"/>
              </a:defRPr>
            </a:lvl4pPr>
            <a:lvl5pPr marL="2037632" indent="-226404">
              <a:defRPr sz="2400">
                <a:solidFill>
                  <a:schemeClr val="tx1"/>
                </a:solidFill>
                <a:latin typeface="Times New Roman" panose="02020603050405020304" pitchFamily="18" charset="0"/>
              </a:defRPr>
            </a:lvl5pPr>
            <a:lvl6pPr marL="2490439" indent="-226404" eaLnBrk="0" fontAlgn="base" hangingPunct="0">
              <a:spcBef>
                <a:spcPct val="0"/>
              </a:spcBef>
              <a:spcAft>
                <a:spcPct val="0"/>
              </a:spcAft>
              <a:defRPr sz="2400">
                <a:solidFill>
                  <a:schemeClr val="tx1"/>
                </a:solidFill>
                <a:latin typeface="Times New Roman" panose="02020603050405020304" pitchFamily="18" charset="0"/>
              </a:defRPr>
            </a:lvl6pPr>
            <a:lvl7pPr marL="2943245" indent="-226404" eaLnBrk="0" fontAlgn="base" hangingPunct="0">
              <a:spcBef>
                <a:spcPct val="0"/>
              </a:spcBef>
              <a:spcAft>
                <a:spcPct val="0"/>
              </a:spcAft>
              <a:defRPr sz="2400">
                <a:solidFill>
                  <a:schemeClr val="tx1"/>
                </a:solidFill>
                <a:latin typeface="Times New Roman" panose="02020603050405020304" pitchFamily="18" charset="0"/>
              </a:defRPr>
            </a:lvl7pPr>
            <a:lvl8pPr marL="3396052" indent="-226404" eaLnBrk="0" fontAlgn="base" hangingPunct="0">
              <a:spcBef>
                <a:spcPct val="0"/>
              </a:spcBef>
              <a:spcAft>
                <a:spcPct val="0"/>
              </a:spcAft>
              <a:defRPr sz="2400">
                <a:solidFill>
                  <a:schemeClr val="tx1"/>
                </a:solidFill>
                <a:latin typeface="Times New Roman" panose="02020603050405020304" pitchFamily="18" charset="0"/>
              </a:defRPr>
            </a:lvl8pPr>
            <a:lvl9pPr marL="3848860" indent="-226404" eaLnBrk="0" fontAlgn="base" hangingPunct="0">
              <a:spcBef>
                <a:spcPct val="0"/>
              </a:spcBef>
              <a:spcAft>
                <a:spcPct val="0"/>
              </a:spcAft>
              <a:defRPr sz="2400">
                <a:solidFill>
                  <a:schemeClr val="tx1"/>
                </a:solidFill>
                <a:latin typeface="Times New Roman" panose="02020603050405020304" pitchFamily="18" charset="0"/>
              </a:defRPr>
            </a:lvl9pPr>
          </a:lstStyle>
          <a:p>
            <a:fld id="{5BB3543C-C012-47EF-81EC-7D78BDBAD9CD}" type="slidenum">
              <a:rPr lang="en-US" altLang="en-US" sz="1100"/>
              <a:pPr/>
              <a:t>17</a:t>
            </a:fld>
            <a:endParaRPr lang="en-US" altLang="en-US" sz="1100" dirty="0"/>
          </a:p>
        </p:txBody>
      </p:sp>
      <p:sp>
        <p:nvSpPr>
          <p:cNvPr id="20483" name="Rectangle 2"/>
          <p:cNvSpPr>
            <a:spLocks noGrp="1" noRot="1" noChangeAspect="1" noChangeArrowheads="1" noTextEdit="1"/>
          </p:cNvSpPr>
          <p:nvPr>
            <p:ph type="sldImg"/>
          </p:nvPr>
        </p:nvSpPr>
        <p:spPr>
          <a:xfrm>
            <a:off x="334963" y="654050"/>
            <a:ext cx="6189662" cy="3482975"/>
          </a:xfrm>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863682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35812" indent="-283005">
              <a:defRPr sz="2400">
                <a:solidFill>
                  <a:schemeClr val="tx1"/>
                </a:solidFill>
                <a:latin typeface="Times New Roman" panose="02020603050405020304" pitchFamily="18" charset="0"/>
              </a:defRPr>
            </a:lvl2pPr>
            <a:lvl3pPr marL="1132017" indent="-226404">
              <a:defRPr sz="2400">
                <a:solidFill>
                  <a:schemeClr val="tx1"/>
                </a:solidFill>
                <a:latin typeface="Times New Roman" panose="02020603050405020304" pitchFamily="18" charset="0"/>
              </a:defRPr>
            </a:lvl3pPr>
            <a:lvl4pPr marL="1584824" indent="-226404">
              <a:defRPr sz="2400">
                <a:solidFill>
                  <a:schemeClr val="tx1"/>
                </a:solidFill>
                <a:latin typeface="Times New Roman" panose="02020603050405020304" pitchFamily="18" charset="0"/>
              </a:defRPr>
            </a:lvl4pPr>
            <a:lvl5pPr marL="2037632" indent="-226404">
              <a:defRPr sz="2400">
                <a:solidFill>
                  <a:schemeClr val="tx1"/>
                </a:solidFill>
                <a:latin typeface="Times New Roman" panose="02020603050405020304" pitchFamily="18" charset="0"/>
              </a:defRPr>
            </a:lvl5pPr>
            <a:lvl6pPr marL="2490439" indent="-226404" eaLnBrk="0" fontAlgn="base" hangingPunct="0">
              <a:spcBef>
                <a:spcPct val="0"/>
              </a:spcBef>
              <a:spcAft>
                <a:spcPct val="0"/>
              </a:spcAft>
              <a:defRPr sz="2400">
                <a:solidFill>
                  <a:schemeClr val="tx1"/>
                </a:solidFill>
                <a:latin typeface="Times New Roman" panose="02020603050405020304" pitchFamily="18" charset="0"/>
              </a:defRPr>
            </a:lvl6pPr>
            <a:lvl7pPr marL="2943245" indent="-226404" eaLnBrk="0" fontAlgn="base" hangingPunct="0">
              <a:spcBef>
                <a:spcPct val="0"/>
              </a:spcBef>
              <a:spcAft>
                <a:spcPct val="0"/>
              </a:spcAft>
              <a:defRPr sz="2400">
                <a:solidFill>
                  <a:schemeClr val="tx1"/>
                </a:solidFill>
                <a:latin typeface="Times New Roman" panose="02020603050405020304" pitchFamily="18" charset="0"/>
              </a:defRPr>
            </a:lvl7pPr>
            <a:lvl8pPr marL="3396052" indent="-226404" eaLnBrk="0" fontAlgn="base" hangingPunct="0">
              <a:spcBef>
                <a:spcPct val="0"/>
              </a:spcBef>
              <a:spcAft>
                <a:spcPct val="0"/>
              </a:spcAft>
              <a:defRPr sz="2400">
                <a:solidFill>
                  <a:schemeClr val="tx1"/>
                </a:solidFill>
                <a:latin typeface="Times New Roman" panose="02020603050405020304" pitchFamily="18" charset="0"/>
              </a:defRPr>
            </a:lvl8pPr>
            <a:lvl9pPr marL="3848860" indent="-226404" eaLnBrk="0" fontAlgn="base" hangingPunct="0">
              <a:spcBef>
                <a:spcPct val="0"/>
              </a:spcBef>
              <a:spcAft>
                <a:spcPct val="0"/>
              </a:spcAft>
              <a:defRPr sz="2400">
                <a:solidFill>
                  <a:schemeClr val="tx1"/>
                </a:solidFill>
                <a:latin typeface="Times New Roman" panose="02020603050405020304" pitchFamily="18" charset="0"/>
              </a:defRPr>
            </a:lvl9pPr>
          </a:lstStyle>
          <a:p>
            <a:fld id="{5BB3543C-C012-47EF-81EC-7D78BDBAD9CD}" type="slidenum">
              <a:rPr lang="en-US" altLang="en-US" sz="1100"/>
              <a:pPr/>
              <a:t>18</a:t>
            </a:fld>
            <a:endParaRPr lang="en-US" altLang="en-US" sz="1100" dirty="0"/>
          </a:p>
        </p:txBody>
      </p:sp>
      <p:sp>
        <p:nvSpPr>
          <p:cNvPr id="20483" name="Rectangle 2"/>
          <p:cNvSpPr>
            <a:spLocks noGrp="1" noRot="1" noChangeAspect="1" noChangeArrowheads="1" noTextEdit="1"/>
          </p:cNvSpPr>
          <p:nvPr>
            <p:ph type="sldImg"/>
          </p:nvPr>
        </p:nvSpPr>
        <p:spPr>
          <a:xfrm>
            <a:off x="334963" y="654050"/>
            <a:ext cx="6189662" cy="3482975"/>
          </a:xfrm>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47671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DFAB-B421-4514-AD82-16E92C3C1D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74239C-15B3-45DC-B565-A2DDACB410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BD0A00-437E-4A0E-A91C-FA0D793065A0}"/>
              </a:ext>
            </a:extLst>
          </p:cNvPr>
          <p:cNvSpPr>
            <a:spLocks noGrp="1"/>
          </p:cNvSpPr>
          <p:nvPr>
            <p:ph type="dt" sz="half" idx="10"/>
          </p:nvPr>
        </p:nvSpPr>
        <p:spPr/>
        <p:txBody>
          <a:bodyPr/>
          <a:lstStyle/>
          <a:p>
            <a:fld id="{E2A63D27-762F-4CF1-A501-8FBE03322BD4}" type="datetime1">
              <a:rPr lang="en-IN" smtClean="0"/>
              <a:pPr/>
              <a:t>24-01-2022</a:t>
            </a:fld>
            <a:endParaRPr lang="en-IN" dirty="0"/>
          </a:p>
        </p:txBody>
      </p:sp>
      <p:sp>
        <p:nvSpPr>
          <p:cNvPr id="5" name="Footer Placeholder 4">
            <a:extLst>
              <a:ext uri="{FF2B5EF4-FFF2-40B4-BE49-F238E27FC236}">
                <a16:creationId xmlns:a16="http://schemas.microsoft.com/office/drawing/2014/main" id="{5BBD9D8C-E046-453D-B736-7F80F3E80817}"/>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D10B38CB-2FE4-456B-8117-6F44D5A8F5A5}"/>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43175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94D1-8F44-4CC4-BD1A-1FDADE0F6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927326-CBAA-4E3C-9214-C32ECB88F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68D427-B496-495C-87BC-1135233098F0}"/>
              </a:ext>
            </a:extLst>
          </p:cNvPr>
          <p:cNvSpPr>
            <a:spLocks noGrp="1"/>
          </p:cNvSpPr>
          <p:nvPr>
            <p:ph type="dt" sz="half" idx="10"/>
          </p:nvPr>
        </p:nvSpPr>
        <p:spPr/>
        <p:txBody>
          <a:bodyPr/>
          <a:lstStyle/>
          <a:p>
            <a:fld id="{C1F76289-D020-4E13-BF8C-12754C9CA5C0}" type="datetime1">
              <a:rPr lang="en-IN" smtClean="0"/>
              <a:pPr/>
              <a:t>24-01-2022</a:t>
            </a:fld>
            <a:endParaRPr lang="en-IN" dirty="0"/>
          </a:p>
        </p:txBody>
      </p:sp>
      <p:sp>
        <p:nvSpPr>
          <p:cNvPr id="5" name="Footer Placeholder 4">
            <a:extLst>
              <a:ext uri="{FF2B5EF4-FFF2-40B4-BE49-F238E27FC236}">
                <a16:creationId xmlns:a16="http://schemas.microsoft.com/office/drawing/2014/main" id="{EB3CA226-A6A8-408A-9676-BCF551FB6FFB}"/>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1C055C66-A3A2-40D8-9D7A-1C1768A7C769}"/>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2767914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948AF-4B2C-44C6-8FA4-EC5D923E3B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1BFEEA-F785-45A0-9370-66A4DB24A3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B62975-B72D-49B2-9BF1-3075D6FABF4A}"/>
              </a:ext>
            </a:extLst>
          </p:cNvPr>
          <p:cNvSpPr>
            <a:spLocks noGrp="1"/>
          </p:cNvSpPr>
          <p:nvPr>
            <p:ph type="dt" sz="half" idx="10"/>
          </p:nvPr>
        </p:nvSpPr>
        <p:spPr/>
        <p:txBody>
          <a:bodyPr/>
          <a:lstStyle/>
          <a:p>
            <a:fld id="{0DF302D2-12CD-404F-B0D9-16A8178FD76A}" type="datetime1">
              <a:rPr lang="en-IN" smtClean="0"/>
              <a:pPr/>
              <a:t>24-01-2022</a:t>
            </a:fld>
            <a:endParaRPr lang="en-IN" dirty="0"/>
          </a:p>
        </p:txBody>
      </p:sp>
      <p:sp>
        <p:nvSpPr>
          <p:cNvPr id="5" name="Footer Placeholder 4">
            <a:extLst>
              <a:ext uri="{FF2B5EF4-FFF2-40B4-BE49-F238E27FC236}">
                <a16:creationId xmlns:a16="http://schemas.microsoft.com/office/drawing/2014/main" id="{115851ED-A55B-433E-8204-0A5651D9F476}"/>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CC0FD442-507B-4099-884D-CA097907C65E}"/>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518904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6DF0-230D-4A67-89DE-05584BA589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C79004-ADA9-4524-AE38-A4D5E93439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613842-5226-453B-AF83-4FFB7E9963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215ED6-0000-4BA5-81BB-02FD5D768A44}"/>
              </a:ext>
            </a:extLst>
          </p:cNvPr>
          <p:cNvSpPr>
            <a:spLocks noGrp="1"/>
          </p:cNvSpPr>
          <p:nvPr>
            <p:ph type="dt" sz="half" idx="10"/>
          </p:nvPr>
        </p:nvSpPr>
        <p:spPr/>
        <p:txBody>
          <a:bodyPr/>
          <a:lstStyle/>
          <a:p>
            <a:fld id="{87FD17A5-1F1D-4831-B11F-8FC5F19317AE}" type="datetime1">
              <a:rPr lang="en-IN" smtClean="0"/>
              <a:pPr/>
              <a:t>24-01-2022</a:t>
            </a:fld>
            <a:endParaRPr lang="en-IN" dirty="0"/>
          </a:p>
        </p:txBody>
      </p:sp>
      <p:sp>
        <p:nvSpPr>
          <p:cNvPr id="6" name="Footer Placeholder 5">
            <a:extLst>
              <a:ext uri="{FF2B5EF4-FFF2-40B4-BE49-F238E27FC236}">
                <a16:creationId xmlns:a16="http://schemas.microsoft.com/office/drawing/2014/main" id="{BE601295-54FA-43DE-802A-959C6F7D459B}"/>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FCF9D9E4-BDF3-4CE8-8C80-585791B84CFE}"/>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80470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2DB3A-5DDE-4DA6-9EA3-59B50DD335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0F35ED-6282-4A26-AC0D-38B05A977E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53FBDD-4582-498C-AB96-CFE67A053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3C2440-D33E-4F75-9D04-7CE0B61BE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3D4D1C-E962-43EA-B52F-5F5DFEAEAA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FB40EE-8A40-4575-BEC6-4A047081DF16}"/>
              </a:ext>
            </a:extLst>
          </p:cNvPr>
          <p:cNvSpPr>
            <a:spLocks noGrp="1"/>
          </p:cNvSpPr>
          <p:nvPr>
            <p:ph type="dt" sz="half" idx="10"/>
          </p:nvPr>
        </p:nvSpPr>
        <p:spPr/>
        <p:txBody>
          <a:bodyPr/>
          <a:lstStyle/>
          <a:p>
            <a:fld id="{70A73579-68CB-4978-8404-CEA9191EAFC0}" type="datetime1">
              <a:rPr lang="en-IN" smtClean="0"/>
              <a:pPr/>
              <a:t>24-01-2022</a:t>
            </a:fld>
            <a:endParaRPr lang="en-IN" dirty="0"/>
          </a:p>
        </p:txBody>
      </p:sp>
      <p:sp>
        <p:nvSpPr>
          <p:cNvPr id="8" name="Footer Placeholder 7">
            <a:extLst>
              <a:ext uri="{FF2B5EF4-FFF2-40B4-BE49-F238E27FC236}">
                <a16:creationId xmlns:a16="http://schemas.microsoft.com/office/drawing/2014/main" id="{F0FCC336-6C36-4705-A3DD-F3F324779B98}"/>
              </a:ext>
            </a:extLst>
          </p:cNvPr>
          <p:cNvSpPr>
            <a:spLocks noGrp="1"/>
          </p:cNvSpPr>
          <p:nvPr>
            <p:ph type="ftr" sz="quarter" idx="11"/>
          </p:nvPr>
        </p:nvSpPr>
        <p:spPr/>
        <p:txBody>
          <a:bodyPr/>
          <a:lstStyle/>
          <a:p>
            <a:r>
              <a:rPr lang="en-IN" dirty="0"/>
              <a:t>Department of ECE, BIT, Mesra Ranchi</a:t>
            </a:r>
          </a:p>
        </p:txBody>
      </p:sp>
      <p:sp>
        <p:nvSpPr>
          <p:cNvPr id="9" name="Slide Number Placeholder 8">
            <a:extLst>
              <a:ext uri="{FF2B5EF4-FFF2-40B4-BE49-F238E27FC236}">
                <a16:creationId xmlns:a16="http://schemas.microsoft.com/office/drawing/2014/main" id="{7295857D-EF7E-4F2C-98F8-F71CF09A3FFF}"/>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605804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3750A-E0EB-4BCA-ADE0-39A6F14C01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967535-9AB5-4C00-916E-0D071BA09B6E}"/>
              </a:ext>
            </a:extLst>
          </p:cNvPr>
          <p:cNvSpPr>
            <a:spLocks noGrp="1"/>
          </p:cNvSpPr>
          <p:nvPr>
            <p:ph type="dt" sz="half" idx="10"/>
          </p:nvPr>
        </p:nvSpPr>
        <p:spPr/>
        <p:txBody>
          <a:bodyPr/>
          <a:lstStyle/>
          <a:p>
            <a:fld id="{77754CBC-2A7B-4C7B-AEDA-9FA3D0F510E3}" type="datetime1">
              <a:rPr lang="en-IN" smtClean="0"/>
              <a:pPr/>
              <a:t>24-01-2022</a:t>
            </a:fld>
            <a:endParaRPr lang="en-IN" dirty="0"/>
          </a:p>
        </p:txBody>
      </p:sp>
      <p:sp>
        <p:nvSpPr>
          <p:cNvPr id="4" name="Footer Placeholder 3">
            <a:extLst>
              <a:ext uri="{FF2B5EF4-FFF2-40B4-BE49-F238E27FC236}">
                <a16:creationId xmlns:a16="http://schemas.microsoft.com/office/drawing/2014/main" id="{C25E1856-BD2A-4245-A42A-247B7DCBD01F}"/>
              </a:ext>
            </a:extLst>
          </p:cNvPr>
          <p:cNvSpPr>
            <a:spLocks noGrp="1"/>
          </p:cNvSpPr>
          <p:nvPr>
            <p:ph type="ftr" sz="quarter" idx="11"/>
          </p:nvPr>
        </p:nvSpPr>
        <p:spPr/>
        <p:txBody>
          <a:bodyPr/>
          <a:lstStyle/>
          <a:p>
            <a:r>
              <a:rPr lang="en-IN" dirty="0"/>
              <a:t>Department of ECE, BIT, Mesra Ranchi</a:t>
            </a:r>
          </a:p>
        </p:txBody>
      </p:sp>
      <p:sp>
        <p:nvSpPr>
          <p:cNvPr id="5" name="Slide Number Placeholder 4">
            <a:extLst>
              <a:ext uri="{FF2B5EF4-FFF2-40B4-BE49-F238E27FC236}">
                <a16:creationId xmlns:a16="http://schemas.microsoft.com/office/drawing/2014/main" id="{2AF17F1E-E4A0-4082-A891-9716FA214898}"/>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4029247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5BDD9-B1FA-414E-9A5B-319E90EC7683}"/>
              </a:ext>
            </a:extLst>
          </p:cNvPr>
          <p:cNvSpPr>
            <a:spLocks noGrp="1"/>
          </p:cNvSpPr>
          <p:nvPr>
            <p:ph type="dt" sz="half" idx="10"/>
          </p:nvPr>
        </p:nvSpPr>
        <p:spPr/>
        <p:txBody>
          <a:bodyPr/>
          <a:lstStyle/>
          <a:p>
            <a:fld id="{4CAA89C7-3815-4B3B-9C27-DDD05814FC82}" type="datetime1">
              <a:rPr lang="en-IN" smtClean="0"/>
              <a:pPr/>
              <a:t>24-01-2022</a:t>
            </a:fld>
            <a:endParaRPr lang="en-IN" dirty="0"/>
          </a:p>
        </p:txBody>
      </p:sp>
      <p:sp>
        <p:nvSpPr>
          <p:cNvPr id="3" name="Footer Placeholder 2">
            <a:extLst>
              <a:ext uri="{FF2B5EF4-FFF2-40B4-BE49-F238E27FC236}">
                <a16:creationId xmlns:a16="http://schemas.microsoft.com/office/drawing/2014/main" id="{C19D434B-A5D2-462C-A78C-E69B5B86CFB3}"/>
              </a:ext>
            </a:extLst>
          </p:cNvPr>
          <p:cNvSpPr>
            <a:spLocks noGrp="1"/>
          </p:cNvSpPr>
          <p:nvPr>
            <p:ph type="ftr" sz="quarter" idx="11"/>
          </p:nvPr>
        </p:nvSpPr>
        <p:spPr/>
        <p:txBody>
          <a:bodyPr/>
          <a:lstStyle/>
          <a:p>
            <a:r>
              <a:rPr lang="en-IN" dirty="0"/>
              <a:t>Department of ECE, BIT, Mesra Ranchi</a:t>
            </a:r>
          </a:p>
        </p:txBody>
      </p:sp>
      <p:sp>
        <p:nvSpPr>
          <p:cNvPr id="4" name="Slide Number Placeholder 3">
            <a:extLst>
              <a:ext uri="{FF2B5EF4-FFF2-40B4-BE49-F238E27FC236}">
                <a16:creationId xmlns:a16="http://schemas.microsoft.com/office/drawing/2014/main" id="{2134EAF1-9295-4350-8FBC-F1A1307225BD}"/>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229027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911E6-D14B-463A-B82F-56B46FA6E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FF6E1B-8549-42C3-ADB4-53E9D07D70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72BA1A-E1AA-43FB-AFD7-C9FA977160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E8AB8E-5292-4624-AF2D-7F29E615DE75}"/>
              </a:ext>
            </a:extLst>
          </p:cNvPr>
          <p:cNvSpPr>
            <a:spLocks noGrp="1"/>
          </p:cNvSpPr>
          <p:nvPr>
            <p:ph type="dt" sz="half" idx="10"/>
          </p:nvPr>
        </p:nvSpPr>
        <p:spPr/>
        <p:txBody>
          <a:bodyPr/>
          <a:lstStyle/>
          <a:p>
            <a:fld id="{E4E85656-9286-4016-94E2-FC8EF6B85062}" type="datetime1">
              <a:rPr lang="en-IN" smtClean="0"/>
              <a:pPr/>
              <a:t>24-01-2022</a:t>
            </a:fld>
            <a:endParaRPr lang="en-IN" dirty="0"/>
          </a:p>
        </p:txBody>
      </p:sp>
      <p:sp>
        <p:nvSpPr>
          <p:cNvPr id="6" name="Footer Placeholder 5">
            <a:extLst>
              <a:ext uri="{FF2B5EF4-FFF2-40B4-BE49-F238E27FC236}">
                <a16:creationId xmlns:a16="http://schemas.microsoft.com/office/drawing/2014/main" id="{02FA0BCB-63CA-49DC-9C44-93685C52E5BD}"/>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E27F2CA7-13E9-4E31-9F6C-E8C180B66D23}"/>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545007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4068-7374-4C16-9B37-22716AC8D0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91EC70-E680-481D-8B5A-1ED166DCEF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04D7DCE-B558-45D1-A8C3-B22D61888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D456B-73EF-4519-B400-11DB0CDBD5A6}"/>
              </a:ext>
            </a:extLst>
          </p:cNvPr>
          <p:cNvSpPr>
            <a:spLocks noGrp="1"/>
          </p:cNvSpPr>
          <p:nvPr>
            <p:ph type="dt" sz="half" idx="10"/>
          </p:nvPr>
        </p:nvSpPr>
        <p:spPr/>
        <p:txBody>
          <a:bodyPr/>
          <a:lstStyle/>
          <a:p>
            <a:fld id="{150BC8E4-45F1-44FF-8AF2-E78BD6286AFE}" type="datetime1">
              <a:rPr lang="en-IN" smtClean="0"/>
              <a:pPr/>
              <a:t>24-01-2022</a:t>
            </a:fld>
            <a:endParaRPr lang="en-IN" dirty="0"/>
          </a:p>
        </p:txBody>
      </p:sp>
      <p:sp>
        <p:nvSpPr>
          <p:cNvPr id="6" name="Footer Placeholder 5">
            <a:extLst>
              <a:ext uri="{FF2B5EF4-FFF2-40B4-BE49-F238E27FC236}">
                <a16:creationId xmlns:a16="http://schemas.microsoft.com/office/drawing/2014/main" id="{1A800F2E-38BF-430D-ADC8-9F6C6D9E85CD}"/>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548B412D-18B8-442E-8F87-B4985F5C9296}"/>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153493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1EC5-D3C8-4D67-B7CA-BC0901980F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26AE72-CE16-41EC-9433-3C3D660322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42DA1B-6A5A-4C4C-B47C-D58085AC892F}"/>
              </a:ext>
            </a:extLst>
          </p:cNvPr>
          <p:cNvSpPr>
            <a:spLocks noGrp="1"/>
          </p:cNvSpPr>
          <p:nvPr>
            <p:ph type="dt" sz="half" idx="10"/>
          </p:nvPr>
        </p:nvSpPr>
        <p:spPr/>
        <p:txBody>
          <a:bodyPr/>
          <a:lstStyle/>
          <a:p>
            <a:fld id="{8B3B4F74-84E4-4814-817A-BFCD5EDE78AA}" type="datetime1">
              <a:rPr lang="en-IN" smtClean="0"/>
              <a:pPr/>
              <a:t>24-01-2022</a:t>
            </a:fld>
            <a:endParaRPr lang="en-IN" dirty="0"/>
          </a:p>
        </p:txBody>
      </p:sp>
      <p:sp>
        <p:nvSpPr>
          <p:cNvPr id="5" name="Footer Placeholder 4">
            <a:extLst>
              <a:ext uri="{FF2B5EF4-FFF2-40B4-BE49-F238E27FC236}">
                <a16:creationId xmlns:a16="http://schemas.microsoft.com/office/drawing/2014/main" id="{554BF39E-E3FC-439F-B6B4-7ED8A07DC36A}"/>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C5145E0A-E555-4F64-A150-5B860E6D3583}"/>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841736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202FDA-B11D-4A10-8F73-EC1AA7306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E147F3-1132-4A89-8C2E-9D97C14856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63106-BEF5-43EF-9C92-F1F6261F5FD7}"/>
              </a:ext>
            </a:extLst>
          </p:cNvPr>
          <p:cNvSpPr>
            <a:spLocks noGrp="1"/>
          </p:cNvSpPr>
          <p:nvPr>
            <p:ph type="dt" sz="half" idx="10"/>
          </p:nvPr>
        </p:nvSpPr>
        <p:spPr/>
        <p:txBody>
          <a:bodyPr/>
          <a:lstStyle/>
          <a:p>
            <a:fld id="{D5DD9A72-48B7-4D9C-9EE7-46C055BD6E5D}" type="datetime1">
              <a:rPr lang="en-IN" smtClean="0"/>
              <a:pPr/>
              <a:t>24-01-2022</a:t>
            </a:fld>
            <a:endParaRPr lang="en-IN" dirty="0"/>
          </a:p>
        </p:txBody>
      </p:sp>
      <p:sp>
        <p:nvSpPr>
          <p:cNvPr id="5" name="Footer Placeholder 4">
            <a:extLst>
              <a:ext uri="{FF2B5EF4-FFF2-40B4-BE49-F238E27FC236}">
                <a16:creationId xmlns:a16="http://schemas.microsoft.com/office/drawing/2014/main" id="{D3A47765-5189-4BF8-8ACC-DEEB8756E1DE}"/>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E688A231-D99B-4A49-B999-0759070DAAA2}"/>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4252546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DFF582-5CF0-4E10-8A77-EDB16AE1EF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A70378-D745-445A-BA26-4DEB90186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ECA19-E2D5-4E58-8CDE-5F44EF7A5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50D6F0-767C-4635-86E1-7B7D18D95AED}" type="datetime1">
              <a:rPr lang="en-IN" smtClean="0"/>
              <a:pPr/>
              <a:t>24-01-2022</a:t>
            </a:fld>
            <a:endParaRPr lang="en-IN" dirty="0"/>
          </a:p>
        </p:txBody>
      </p:sp>
      <p:sp>
        <p:nvSpPr>
          <p:cNvPr id="5" name="Footer Placeholder 4">
            <a:extLst>
              <a:ext uri="{FF2B5EF4-FFF2-40B4-BE49-F238E27FC236}">
                <a16:creationId xmlns:a16="http://schemas.microsoft.com/office/drawing/2014/main" id="{8249ADF1-F4E0-47EA-BC9D-1D34F7694E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Department of ECE, BIT, Mesra Ranchi</a:t>
            </a:r>
          </a:p>
        </p:txBody>
      </p:sp>
      <p:sp>
        <p:nvSpPr>
          <p:cNvPr id="6" name="Slide Number Placeholder 5">
            <a:extLst>
              <a:ext uri="{FF2B5EF4-FFF2-40B4-BE49-F238E27FC236}">
                <a16:creationId xmlns:a16="http://schemas.microsoft.com/office/drawing/2014/main" id="{9082F9CE-4A0E-4607-BB84-3956930807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824859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customXml" Target="../ink/ink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customXml" Target="../ink/ink16.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370.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390.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customXml" Target="../ink/ink23.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customXml" Target="../ink/ink27.xml"/><Relationship Id="rId5" Type="http://schemas.openxmlformats.org/officeDocument/2006/relationships/image" Target="../media/image56.png"/><Relationship Id="rId4" Type="http://schemas.openxmlformats.org/officeDocument/2006/relationships/customXml" Target="../ink/ink26.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590.png"/><Relationship Id="rId4" Type="http://schemas.openxmlformats.org/officeDocument/2006/relationships/customXml" Target="../ink/ink28.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9.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520.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image" Target="../media/image49.png"/><Relationship Id="rId7" Type="http://schemas.openxmlformats.org/officeDocument/2006/relationships/image" Target="../media/image7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72.png"/><Relationship Id="rId4" Type="http://schemas.openxmlformats.org/officeDocument/2006/relationships/customXml" Target="../ink/ink34.xml"/><Relationship Id="rId9"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730.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4.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customXml" Target="../ink/ink39.xml"/><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8" Type="http://schemas.openxmlformats.org/officeDocument/2006/relationships/customXml" Target="../ink/ink42.xml"/><Relationship Id="rId3" Type="http://schemas.openxmlformats.org/officeDocument/2006/relationships/image" Target="../media/image59.png"/><Relationship Id="rId7" Type="http://schemas.openxmlformats.org/officeDocument/2006/relationships/image" Target="../media/image81.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customXml" Target="../ink/ink41.xml"/><Relationship Id="rId5" Type="http://schemas.openxmlformats.org/officeDocument/2006/relationships/image" Target="../media/image79.png"/><Relationship Id="rId4" Type="http://schemas.openxmlformats.org/officeDocument/2006/relationships/customXml" Target="../ink/ink40.xml"/><Relationship Id="rId9" Type="http://schemas.openxmlformats.org/officeDocument/2006/relationships/image" Target="../media/image60.png"/></Relationships>
</file>

<file path=ppt/slides/_rels/slide56.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61.png"/><Relationship Id="rId2" Type="http://schemas.openxmlformats.org/officeDocument/2006/relationships/customXml" Target="../ink/ink43.xml"/><Relationship Id="rId1" Type="http://schemas.openxmlformats.org/officeDocument/2006/relationships/slideLayout" Target="../slideLayouts/slideLayout2.xml"/><Relationship Id="rId6" Type="http://schemas.openxmlformats.org/officeDocument/2006/relationships/customXml" Target="../ink/ink45.xml"/><Relationship Id="rId5" Type="http://schemas.openxmlformats.org/officeDocument/2006/relationships/image" Target="../media/image83.png"/><Relationship Id="rId4" Type="http://schemas.openxmlformats.org/officeDocument/2006/relationships/customXml" Target="../ink/ink44.xml"/></Relationships>
</file>

<file path=ppt/slides/_rels/slide5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86.png"/><Relationship Id="rId21" Type="http://schemas.openxmlformats.org/officeDocument/2006/relationships/image" Target="../media/image90.png"/><Relationship Id="rId7" Type="http://schemas.openxmlformats.org/officeDocument/2006/relationships/image" Target="../media/image130.png"/><Relationship Id="rId12" Type="http://schemas.openxmlformats.org/officeDocument/2006/relationships/customXml" Target="../ink/ink47.xml"/><Relationship Id="rId25" Type="http://schemas.openxmlformats.org/officeDocument/2006/relationships/image" Target="../media/image70.png"/><Relationship Id="rId2" Type="http://schemas.openxmlformats.org/officeDocument/2006/relationships/image" Target="../media/image63.png"/><Relationship Id="rId1" Type="http://schemas.openxmlformats.org/officeDocument/2006/relationships/slideLayout" Target="../slideLayouts/slideLayout2.xml"/><Relationship Id="rId11" Type="http://schemas.openxmlformats.org/officeDocument/2006/relationships/image" Target="../media/image830.png"/><Relationship Id="rId24" Type="http://schemas.openxmlformats.org/officeDocument/2006/relationships/customXml" Target="../ink/ink50.xml"/><Relationship Id="rId23" Type="http://schemas.openxmlformats.org/officeDocument/2006/relationships/image" Target="../media/image91.png"/><Relationship Id="rId10" Type="http://schemas.openxmlformats.org/officeDocument/2006/relationships/customXml" Target="../ink/ink46.xml"/><Relationship Id="rId9" Type="http://schemas.openxmlformats.org/officeDocument/2006/relationships/image" Target="../media/image65.png"/><Relationship Id="rId14" Type="http://schemas.openxmlformats.org/officeDocument/2006/relationships/customXml" Target="../ink/ink48.xml"/><Relationship Id="rId22" Type="http://schemas.openxmlformats.org/officeDocument/2006/relationships/customXml" Target="../ink/ink49.xml"/></Relationships>
</file>

<file path=ppt/slides/_rels/slide5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customXml" Target="../ink/ink51.xml"/><Relationship Id="rId7" Type="http://schemas.openxmlformats.org/officeDocument/2006/relationships/customXml" Target="../ink/ink53.xml"/><Relationship Id="rId2" Type="http://schemas.openxmlformats.org/officeDocument/2006/relationships/image" Target="../media/image891.png"/><Relationship Id="rId1" Type="http://schemas.openxmlformats.org/officeDocument/2006/relationships/slideLayout" Target="../slideLayouts/slideLayout2.xml"/><Relationship Id="rId6" Type="http://schemas.openxmlformats.org/officeDocument/2006/relationships/image" Target="../media/image912.png"/><Relationship Id="rId5" Type="http://schemas.openxmlformats.org/officeDocument/2006/relationships/customXml" Target="../ink/ink52.xml"/><Relationship Id="rId4" Type="http://schemas.openxmlformats.org/officeDocument/2006/relationships/image" Target="../media/image900.png"/></Relationships>
</file>

<file path=ppt/slides/_rels/slide59.xml.rels><?xml version="1.0" encoding="UTF-8" standalone="yes"?>
<Relationships xmlns="http://schemas.openxmlformats.org/package/2006/relationships"><Relationship Id="rId3" Type="http://schemas.openxmlformats.org/officeDocument/2006/relationships/customXml" Target="../ink/ink54.xml"/><Relationship Id="rId2" Type="http://schemas.openxmlformats.org/officeDocument/2006/relationships/image" Target="../media/image890.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customXml" Target="../ink/ink55.xml"/><Relationship Id="rId4" Type="http://schemas.openxmlformats.org/officeDocument/2006/relationships/image" Target="../media/image911.png"/></Relationships>
</file>

<file path=ppt/slides/_rels/slide60.xml.rels><?xml version="1.0" encoding="UTF-8" standalone="yes"?>
<Relationships xmlns="http://schemas.openxmlformats.org/package/2006/relationships"><Relationship Id="rId3" Type="http://schemas.openxmlformats.org/officeDocument/2006/relationships/customXml" Target="../ink/ink56.xml"/><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8" Type="http://schemas.openxmlformats.org/officeDocument/2006/relationships/image" Target="../media/image84.png"/><Relationship Id="rId3" Type="http://schemas.openxmlformats.org/officeDocument/2006/relationships/customXml" Target="../ink/ink57.xml"/><Relationship Id="rId17" Type="http://schemas.openxmlformats.org/officeDocument/2006/relationships/customXml" Target="../ink/ink59.xml"/><Relationship Id="rId2" Type="http://schemas.openxmlformats.org/officeDocument/2006/relationships/image" Target="../media/image80.png"/><Relationship Id="rId16" Type="http://schemas.openxmlformats.org/officeDocument/2006/relationships/image" Target="../media/image100.png"/><Relationship Id="rId1" Type="http://schemas.openxmlformats.org/officeDocument/2006/relationships/slideLayout" Target="../slideLayouts/slideLayout2.xml"/><Relationship Id="rId11" Type="http://schemas.openxmlformats.org/officeDocument/2006/relationships/customXml" Target="../ink/ink58.xml"/><Relationship Id="rId10" Type="http://schemas.openxmlformats.org/officeDocument/2006/relationships/image" Target="../media/image97.png"/></Relationships>
</file>

<file path=ppt/slides/_rels/slide62.xml.rels><?xml version="1.0" encoding="UTF-8" standalone="yes"?>
<Relationships xmlns="http://schemas.openxmlformats.org/package/2006/relationships"><Relationship Id="rId8" Type="http://schemas.openxmlformats.org/officeDocument/2006/relationships/customXml" Target="../ink/ink63.xml"/><Relationship Id="rId13" Type="http://schemas.openxmlformats.org/officeDocument/2006/relationships/image" Target="../media/image90.png"/><Relationship Id="rId3" Type="http://schemas.openxmlformats.org/officeDocument/2006/relationships/image" Target="../media/image940.png"/><Relationship Id="rId7" Type="http://schemas.openxmlformats.org/officeDocument/2006/relationships/image" Target="../media/image991.png"/><Relationship Id="rId12" Type="http://schemas.openxmlformats.org/officeDocument/2006/relationships/customXml" Target="../ink/ink65.xml"/><Relationship Id="rId2" Type="http://schemas.openxmlformats.org/officeDocument/2006/relationships/customXml" Target="../ink/ink60.xml"/><Relationship Id="rId1" Type="http://schemas.openxmlformats.org/officeDocument/2006/relationships/slideLayout" Target="../slideLayouts/slideLayout2.xml"/><Relationship Id="rId6" Type="http://schemas.openxmlformats.org/officeDocument/2006/relationships/customXml" Target="../ink/ink62.xml"/><Relationship Id="rId11" Type="http://schemas.openxmlformats.org/officeDocument/2006/relationships/image" Target="../media/image101.png"/><Relationship Id="rId5" Type="http://schemas.openxmlformats.org/officeDocument/2006/relationships/image" Target="../media/image981.png"/><Relationship Id="rId10" Type="http://schemas.openxmlformats.org/officeDocument/2006/relationships/customXml" Target="../ink/ink64.xml"/><Relationship Id="rId4" Type="http://schemas.openxmlformats.org/officeDocument/2006/relationships/customXml" Target="../ink/ink61.xml"/><Relationship Id="rId9" Type="http://schemas.openxmlformats.org/officeDocument/2006/relationships/image" Target="../media/image1001.png"/></Relationships>
</file>

<file path=ppt/slides/_rels/slide63.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customXml" Target="../ink/ink66.xml"/><Relationship Id="rId7" Type="http://schemas.openxmlformats.org/officeDocument/2006/relationships/customXml" Target="../ink/ink68.xml"/><Relationship Id="rId12"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1021.png"/><Relationship Id="rId11" Type="http://schemas.openxmlformats.org/officeDocument/2006/relationships/customXml" Target="../ink/ink70.xml"/><Relationship Id="rId5" Type="http://schemas.openxmlformats.org/officeDocument/2006/relationships/customXml" Target="../ink/ink67.xml"/><Relationship Id="rId10" Type="http://schemas.openxmlformats.org/officeDocument/2006/relationships/image" Target="../media/image90.png"/><Relationship Id="rId4" Type="http://schemas.openxmlformats.org/officeDocument/2006/relationships/image" Target="../media/image960.png"/><Relationship Id="rId9" Type="http://schemas.openxmlformats.org/officeDocument/2006/relationships/customXml" Target="../ink/ink69.xml"/></Relationships>
</file>

<file path=ppt/slides/_rels/slide6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80.png"/><Relationship Id="rId7" Type="http://schemas.openxmlformats.org/officeDocument/2006/relationships/customXml" Target="../ink/ink72.xml"/><Relationship Id="rId2" Type="http://schemas.openxmlformats.org/officeDocument/2006/relationships/image" Target="../media/image970.png"/><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customXml" Target="../ink/ink71.xml"/><Relationship Id="rId10" Type="http://schemas.openxmlformats.org/officeDocument/2006/relationships/image" Target="../media/image88.png"/><Relationship Id="rId4" Type="http://schemas.openxmlformats.org/officeDocument/2006/relationships/image" Target="../media/image990.png"/><Relationship Id="rId9" Type="http://schemas.openxmlformats.org/officeDocument/2006/relationships/customXml" Target="../ink/ink73.xml"/></Relationships>
</file>

<file path=ppt/slides/_rels/slide6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1010.png"/><Relationship Id="rId7" Type="http://schemas.openxmlformats.org/officeDocument/2006/relationships/customXml" Target="../ink/ink75.xml"/><Relationship Id="rId2" Type="http://schemas.openxmlformats.org/officeDocument/2006/relationships/image" Target="../media/image1000.png"/><Relationship Id="rId1" Type="http://schemas.openxmlformats.org/officeDocument/2006/relationships/slideLayout" Target="../slideLayouts/slideLayout2.xml"/><Relationship Id="rId6" Type="http://schemas.openxmlformats.org/officeDocument/2006/relationships/image" Target="../media/image1040.png"/><Relationship Id="rId5" Type="http://schemas.openxmlformats.org/officeDocument/2006/relationships/customXml" Target="../ink/ink74.xml"/><Relationship Id="rId4" Type="http://schemas.openxmlformats.org/officeDocument/2006/relationships/image" Target="../media/image1020.png"/></Relationships>
</file>

<file path=ppt/slides/_rels/slide66.xml.rels><?xml version="1.0" encoding="UTF-8" standalone="yes"?>
<Relationships xmlns="http://schemas.openxmlformats.org/package/2006/relationships"><Relationship Id="rId7" Type="http://schemas.openxmlformats.org/officeDocument/2006/relationships/image" Target="../media/image92.png"/><Relationship Id="rId2" Type="http://schemas.openxmlformats.org/officeDocument/2006/relationships/customXml" Target="../ink/ink76.xml"/><Relationship Id="rId1" Type="http://schemas.openxmlformats.org/officeDocument/2006/relationships/slideLayout" Target="../slideLayouts/slideLayout2.xml"/><Relationship Id="rId6" Type="http://schemas.openxmlformats.org/officeDocument/2006/relationships/customXml" Target="../ink/ink77.xml"/><Relationship Id="rId5" Type="http://schemas.openxmlformats.org/officeDocument/2006/relationships/image" Target="../media/image106.png"/></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customXml" Target="../ink/ink7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customXml" Target="../ink/ink83.xml"/><Relationship Id="rId3" Type="http://schemas.openxmlformats.org/officeDocument/2006/relationships/customXml" Target="../ink/ink79.xml"/><Relationship Id="rId7" Type="http://schemas.openxmlformats.org/officeDocument/2006/relationships/customXml" Target="../ink/ink80.xml"/><Relationship Id="rId12" Type="http://schemas.openxmlformats.org/officeDocument/2006/relationships/image" Target="../media/image96.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113.png"/><Relationship Id="rId11" Type="http://schemas.openxmlformats.org/officeDocument/2006/relationships/customXml" Target="../ink/ink82.xml"/><Relationship Id="rId5" Type="http://schemas.openxmlformats.org/officeDocument/2006/relationships/image" Target="../media/image95.png"/><Relationship Id="rId10" Type="http://schemas.openxmlformats.org/officeDocument/2006/relationships/image" Target="../media/image115.png"/><Relationship Id="rId4" Type="http://schemas.openxmlformats.org/officeDocument/2006/relationships/image" Target="../media/image111.png"/><Relationship Id="rId9" Type="http://schemas.openxmlformats.org/officeDocument/2006/relationships/customXml" Target="../ink/ink81.xml"/><Relationship Id="rId14" Type="http://schemas.openxmlformats.org/officeDocument/2006/relationships/image" Target="../media/image98.png"/></Relationships>
</file>

<file path=ppt/slides/_rels/slide69.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customXml" Target="../ink/ink85.xml"/><Relationship Id="rId18" Type="http://schemas.openxmlformats.org/officeDocument/2006/relationships/image" Target="../media/image102.png"/><Relationship Id="rId3" Type="http://schemas.openxmlformats.org/officeDocument/2006/relationships/image" Target="../media/image1150.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customXml" Target="../ink/ink87.xml"/><Relationship Id="rId2" Type="http://schemas.openxmlformats.org/officeDocument/2006/relationships/image" Target="../media/image95.png"/><Relationship Id="rId16"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customXml" Target="../ink/ink84.xml"/><Relationship Id="rId5" Type="http://schemas.openxmlformats.org/officeDocument/2006/relationships/image" Target="../media/image117.png"/><Relationship Id="rId15" Type="http://schemas.openxmlformats.org/officeDocument/2006/relationships/customXml" Target="../ink/ink86.xml"/><Relationship Id="rId10" Type="http://schemas.openxmlformats.org/officeDocument/2006/relationships/image" Target="../media/image123.png"/><Relationship Id="rId4" Type="http://schemas.openxmlformats.org/officeDocument/2006/relationships/image" Target="../media/image116.png"/><Relationship Id="rId9" Type="http://schemas.openxmlformats.org/officeDocument/2006/relationships/image" Target="../media/image122.png"/><Relationship Id="rId14" Type="http://schemas.openxmlformats.org/officeDocument/2006/relationships/image" Target="../media/image125.png"/></Relationships>
</file>

<file path=ppt/slides/_rels/slide70.xml.rels><?xml version="1.0" encoding="UTF-8" standalone="yes"?>
<Relationships xmlns="http://schemas.openxmlformats.org/package/2006/relationships"><Relationship Id="rId3" Type="http://schemas.openxmlformats.org/officeDocument/2006/relationships/image" Target="../media/image1250.png"/><Relationship Id="rId2" Type="http://schemas.openxmlformats.org/officeDocument/2006/relationships/customXml" Target="../ink/ink88.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customXml" Target="../ink/ink89.xml"/></Relationships>
</file>

<file path=ppt/slides/_rels/slide7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customXml" Target="../ink/ink90.xml"/><Relationship Id="rId7" Type="http://schemas.openxmlformats.org/officeDocument/2006/relationships/customXml" Target="../ink/ink92.xml"/><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customXml" Target="../ink/ink91.xml"/><Relationship Id="rId4" Type="http://schemas.openxmlformats.org/officeDocument/2006/relationships/image" Target="../media/image127.png"/></Relationships>
</file>

<file path=ppt/slides/_rels/slide72.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customXml" Target="../ink/ink94.xml"/><Relationship Id="rId18" Type="http://schemas.openxmlformats.org/officeDocument/2006/relationships/image" Target="../media/image112.png"/><Relationship Id="rId7" Type="http://schemas.openxmlformats.org/officeDocument/2006/relationships/image" Target="../media/image110.png"/><Relationship Id="rId12" Type="http://schemas.openxmlformats.org/officeDocument/2006/relationships/image" Target="../media/image131.png"/><Relationship Id="rId17" Type="http://schemas.openxmlformats.org/officeDocument/2006/relationships/customXml" Target="../ink/ink96.xml"/><Relationship Id="rId2" Type="http://schemas.openxmlformats.org/officeDocument/2006/relationships/image" Target="../media/image109.png"/><Relationship Id="rId16"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240.png"/><Relationship Id="rId11" Type="http://schemas.openxmlformats.org/officeDocument/2006/relationships/customXml" Target="../ink/ink93.xml"/><Relationship Id="rId15" Type="http://schemas.openxmlformats.org/officeDocument/2006/relationships/customXml" Target="../ink/ink95.xml"/><Relationship Id="rId10" Type="http://schemas.openxmlformats.org/officeDocument/2006/relationships/image" Target="../media/image280.png"/><Relationship Id="rId9" Type="http://schemas.openxmlformats.org/officeDocument/2006/relationships/image" Target="../media/image270.png"/><Relationship Id="rId14" Type="http://schemas.openxmlformats.org/officeDocument/2006/relationships/image" Target="../media/image132.png"/></Relationships>
</file>

<file path=ppt/slides/_rels/slide73.xml.rels><?xml version="1.0" encoding="UTF-8" standalone="yes"?>
<Relationships xmlns="http://schemas.openxmlformats.org/package/2006/relationships"><Relationship Id="rId3" Type="http://schemas.openxmlformats.org/officeDocument/2006/relationships/customXml" Target="../ink/ink97.xml"/><Relationship Id="rId2" Type="http://schemas.openxmlformats.org/officeDocument/2006/relationships/image" Target="../media/image1320.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customXml" Target="../ink/ink98.xml"/><Relationship Id="rId4" Type="http://schemas.openxmlformats.org/officeDocument/2006/relationships/image" Target="../media/image1330.png"/></Relationships>
</file>

<file path=ppt/slides/_rels/slide74.xml.rels><?xml version="1.0" encoding="UTF-8" standalone="yes"?>
<Relationships xmlns="http://schemas.openxmlformats.org/package/2006/relationships"><Relationship Id="rId3" Type="http://schemas.openxmlformats.org/officeDocument/2006/relationships/customXml" Target="../ink/ink99.xml"/><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customXml" Target="../ink/ink100.xml"/><Relationship Id="rId4" Type="http://schemas.openxmlformats.org/officeDocument/2006/relationships/image" Target="../media/image135.png"/></Relationships>
</file>

<file path=ppt/slides/_rels/slide75.xml.rels><?xml version="1.0" encoding="UTF-8" standalone="yes"?>
<Relationships xmlns="http://schemas.openxmlformats.org/package/2006/relationships"><Relationship Id="rId3" Type="http://schemas.openxmlformats.org/officeDocument/2006/relationships/customXml" Target="../ink/ink101.xml"/><Relationship Id="rId2" Type="http://schemas.openxmlformats.org/officeDocument/2006/relationships/image" Target="../media/image136.png"/><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customXml" Target="../ink/ink102.xml"/><Relationship Id="rId4" Type="http://schemas.openxmlformats.org/officeDocument/2006/relationships/image" Target="../media/image137.png"/></Relationships>
</file>

<file path=ppt/slides/_rels/slide76.xml.rels><?xml version="1.0" encoding="UTF-8" standalone="yes"?>
<Relationships xmlns="http://schemas.openxmlformats.org/package/2006/relationships"><Relationship Id="rId8" Type="http://schemas.openxmlformats.org/officeDocument/2006/relationships/image" Target="../media/image340.png"/><Relationship Id="rId13" Type="http://schemas.openxmlformats.org/officeDocument/2006/relationships/image" Target="../media/image141.png"/><Relationship Id="rId7" Type="http://schemas.openxmlformats.org/officeDocument/2006/relationships/image" Target="../media/image330.png"/><Relationship Id="rId12" Type="http://schemas.openxmlformats.org/officeDocument/2006/relationships/customXml" Target="../ink/ink104.xml"/><Relationship Id="rId17" Type="http://schemas.openxmlformats.org/officeDocument/2006/relationships/image" Target="../media/image143.png"/><Relationship Id="rId2" Type="http://schemas.openxmlformats.org/officeDocument/2006/relationships/image" Target="../media/image138.png"/><Relationship Id="rId16" Type="http://schemas.openxmlformats.org/officeDocument/2006/relationships/customXml" Target="../ink/ink106.xml"/><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139.png"/><Relationship Id="rId15" Type="http://schemas.openxmlformats.org/officeDocument/2006/relationships/image" Target="../media/image142.png"/><Relationship Id="rId10" Type="http://schemas.openxmlformats.org/officeDocument/2006/relationships/customXml" Target="../ink/ink103.xml"/><Relationship Id="rId9" Type="http://schemas.openxmlformats.org/officeDocument/2006/relationships/image" Target="../media/image350.png"/><Relationship Id="rId14" Type="http://schemas.openxmlformats.org/officeDocument/2006/relationships/customXml" Target="../ink/ink105.xml"/></Relationships>
</file>

<file path=ppt/slides/_rels/slide77.xml.rels><?xml version="1.0" encoding="UTF-8" standalone="yes"?>
<Relationships xmlns="http://schemas.openxmlformats.org/package/2006/relationships"><Relationship Id="rId3" Type="http://schemas.openxmlformats.org/officeDocument/2006/relationships/customXml" Target="../ink/ink107.xml"/><Relationship Id="rId2" Type="http://schemas.openxmlformats.org/officeDocument/2006/relationships/image" Target="../media/image1410.png"/><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customXml" Target="../ink/ink108.xml"/><Relationship Id="rId4" Type="http://schemas.openxmlformats.org/officeDocument/2006/relationships/image" Target="../media/image1420.png"/></Relationships>
</file>

<file path=ppt/slides/_rels/slide78.xml.rels><?xml version="1.0" encoding="UTF-8" standalone="yes"?>
<Relationships xmlns="http://schemas.openxmlformats.org/package/2006/relationships"><Relationship Id="rId8" Type="http://schemas.openxmlformats.org/officeDocument/2006/relationships/customXml" Target="../ink/ink112.xml"/><Relationship Id="rId3" Type="http://schemas.openxmlformats.org/officeDocument/2006/relationships/image" Target="../media/image1430.png"/><Relationship Id="rId7" Type="http://schemas.openxmlformats.org/officeDocument/2006/relationships/image" Target="../media/image145.png"/><Relationship Id="rId2" Type="http://schemas.openxmlformats.org/officeDocument/2006/relationships/customXml" Target="../ink/ink109.xml"/><Relationship Id="rId1" Type="http://schemas.openxmlformats.org/officeDocument/2006/relationships/slideLayout" Target="../slideLayouts/slideLayout2.xml"/><Relationship Id="rId6" Type="http://schemas.openxmlformats.org/officeDocument/2006/relationships/customXml" Target="../ink/ink111.xml"/><Relationship Id="rId5" Type="http://schemas.openxmlformats.org/officeDocument/2006/relationships/image" Target="../media/image1440.png"/><Relationship Id="rId4" Type="http://schemas.openxmlformats.org/officeDocument/2006/relationships/customXml" Target="../ink/ink110.xml"/><Relationship Id="rId9" Type="http://schemas.openxmlformats.org/officeDocument/2006/relationships/image" Target="../media/image146.png"/></Relationships>
</file>

<file path=ppt/slides/_rels/slide79.xml.rels><?xml version="1.0" encoding="UTF-8" standalone="yes"?>
<Relationships xmlns="http://schemas.openxmlformats.org/package/2006/relationships"><Relationship Id="rId3" Type="http://schemas.openxmlformats.org/officeDocument/2006/relationships/customXml" Target="../ink/ink113.xml"/><Relationship Id="rId2" Type="http://schemas.openxmlformats.org/officeDocument/2006/relationships/image" Target="../media/image1460.png"/><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customXml" Target="../ink/ink114.xml"/><Relationship Id="rId4" Type="http://schemas.openxmlformats.org/officeDocument/2006/relationships/image" Target="../media/image147.png"/></Relationships>
</file>

<file path=ppt/slides/_rels/slide80.xml.rels><?xml version="1.0" encoding="UTF-8" standalone="yes"?>
<Relationships xmlns="http://schemas.openxmlformats.org/package/2006/relationships"><Relationship Id="rId3" Type="http://schemas.openxmlformats.org/officeDocument/2006/relationships/customXml" Target="../ink/ink115.xml"/><Relationship Id="rId2" Type="http://schemas.openxmlformats.org/officeDocument/2006/relationships/image" Target="../media/image1480.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81.xml.rels><?xml version="1.0" encoding="UTF-8" standalone="yes"?>
<Relationships xmlns="http://schemas.openxmlformats.org/package/2006/relationships"><Relationship Id="rId8" Type="http://schemas.openxmlformats.org/officeDocument/2006/relationships/image" Target="../media/image1501.png"/><Relationship Id="rId3" Type="http://schemas.openxmlformats.org/officeDocument/2006/relationships/customXml" Target="../ink/ink116.xml"/><Relationship Id="rId7" Type="http://schemas.openxmlformats.org/officeDocument/2006/relationships/customXml" Target="../ink/ink118.xml"/><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customXml" Target="../ink/ink117.xml"/><Relationship Id="rId4" Type="http://schemas.openxmlformats.org/officeDocument/2006/relationships/image" Target="../media/image151.png"/></Relationships>
</file>

<file path=ppt/slides/_rels/slide82.xml.rels><?xml version="1.0" encoding="UTF-8" standalone="yes"?>
<Relationships xmlns="http://schemas.openxmlformats.org/package/2006/relationships"><Relationship Id="rId3" Type="http://schemas.openxmlformats.org/officeDocument/2006/relationships/customXml" Target="../ink/ink119.xml"/><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55.png"/><Relationship Id="rId5" Type="http://schemas.openxmlformats.org/officeDocument/2006/relationships/customXml" Target="../ink/ink120.xml"/><Relationship Id="rId4" Type="http://schemas.openxmlformats.org/officeDocument/2006/relationships/image" Target="../media/image154.png"/></Relationships>
</file>

<file path=ppt/slides/_rels/slide83.xml.rels><?xml version="1.0" encoding="UTF-8" standalone="yes"?>
<Relationships xmlns="http://schemas.openxmlformats.org/package/2006/relationships"><Relationship Id="rId3" Type="http://schemas.openxmlformats.org/officeDocument/2006/relationships/image" Target="../media/image1550.png"/><Relationship Id="rId2" Type="http://schemas.openxmlformats.org/officeDocument/2006/relationships/customXml" Target="../ink/ink121.xml"/><Relationship Id="rId1" Type="http://schemas.openxmlformats.org/officeDocument/2006/relationships/slideLayout" Target="../slideLayouts/slideLayout2.xml"/><Relationship Id="rId5" Type="http://schemas.openxmlformats.org/officeDocument/2006/relationships/image" Target="../media/image156.png"/><Relationship Id="rId4" Type="http://schemas.openxmlformats.org/officeDocument/2006/relationships/customXml" Target="../ink/ink122.xml"/></Relationships>
</file>

<file path=ppt/slides/_rels/slide84.xml.rels><?xml version="1.0" encoding="UTF-8" standalone="yes"?>
<Relationships xmlns="http://schemas.openxmlformats.org/package/2006/relationships"><Relationship Id="rId3" Type="http://schemas.openxmlformats.org/officeDocument/2006/relationships/customXml" Target="../ink/ink123.xml"/><Relationship Id="rId2" Type="http://schemas.openxmlformats.org/officeDocument/2006/relationships/image" Target="../media/image1560.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customXml" Target="../ink/ink124.xml"/><Relationship Id="rId4" Type="http://schemas.openxmlformats.org/officeDocument/2006/relationships/image" Target="../media/image157.png"/></Relationships>
</file>

<file path=ppt/slides/_rels/slide85.xml.rels><?xml version="1.0" encoding="UTF-8" standalone="yes"?>
<Relationships xmlns="http://schemas.openxmlformats.org/package/2006/relationships"><Relationship Id="rId8" Type="http://schemas.openxmlformats.org/officeDocument/2006/relationships/image" Target="../media/image1612.png"/><Relationship Id="rId13" Type="http://schemas.openxmlformats.org/officeDocument/2006/relationships/customXml" Target="../ink/ink129.xml"/><Relationship Id="rId3" Type="http://schemas.openxmlformats.org/officeDocument/2006/relationships/image" Target="../media/image160.png"/><Relationship Id="rId7" Type="http://schemas.openxmlformats.org/officeDocument/2006/relationships/customXml" Target="../ink/ink126.xml"/><Relationship Id="rId12" Type="http://schemas.openxmlformats.org/officeDocument/2006/relationships/image" Target="../media/image163.pn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image" Target="../media/image1600.png"/><Relationship Id="rId11" Type="http://schemas.openxmlformats.org/officeDocument/2006/relationships/customXml" Target="../ink/ink128.xml"/><Relationship Id="rId5" Type="http://schemas.openxmlformats.org/officeDocument/2006/relationships/customXml" Target="../ink/ink125.xml"/><Relationship Id="rId10" Type="http://schemas.openxmlformats.org/officeDocument/2006/relationships/image" Target="../media/image162.png"/><Relationship Id="rId4" Type="http://schemas.openxmlformats.org/officeDocument/2006/relationships/image" Target="../media/image161.png"/><Relationship Id="rId9" Type="http://schemas.openxmlformats.org/officeDocument/2006/relationships/customXml" Target="../ink/ink127.xml"/><Relationship Id="rId14" Type="http://schemas.openxmlformats.org/officeDocument/2006/relationships/image" Target="../media/image164.png"/></Relationships>
</file>

<file path=ppt/slides/_rels/slide86.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customXml" Target="../ink/ink130.xml"/><Relationship Id="rId1" Type="http://schemas.openxmlformats.org/officeDocument/2006/relationships/slideLayout" Target="../slideLayouts/slideLayout2.xml"/><Relationship Id="rId5" Type="http://schemas.openxmlformats.org/officeDocument/2006/relationships/image" Target="../media/image1642.png"/><Relationship Id="rId4" Type="http://schemas.openxmlformats.org/officeDocument/2006/relationships/customXml" Target="../ink/ink131.xml"/></Relationships>
</file>

<file path=ppt/slides/_rels/slide87.xml.rels><?xml version="1.0" encoding="UTF-8" standalone="yes"?>
<Relationships xmlns="http://schemas.openxmlformats.org/package/2006/relationships"><Relationship Id="rId8" Type="http://schemas.openxmlformats.org/officeDocument/2006/relationships/customXml" Target="../ink/ink135.xml"/><Relationship Id="rId3" Type="http://schemas.openxmlformats.org/officeDocument/2006/relationships/image" Target="../media/image1630.png"/><Relationship Id="rId7" Type="http://schemas.openxmlformats.org/officeDocument/2006/relationships/image" Target="../media/image165.png"/><Relationship Id="rId2" Type="http://schemas.openxmlformats.org/officeDocument/2006/relationships/customXml" Target="../ink/ink132.xml"/><Relationship Id="rId1" Type="http://schemas.openxmlformats.org/officeDocument/2006/relationships/slideLayout" Target="../slideLayouts/slideLayout2.xml"/><Relationship Id="rId6" Type="http://schemas.openxmlformats.org/officeDocument/2006/relationships/customXml" Target="../ink/ink134.xml"/><Relationship Id="rId5" Type="http://schemas.openxmlformats.org/officeDocument/2006/relationships/image" Target="../media/image1641.png"/><Relationship Id="rId4" Type="http://schemas.openxmlformats.org/officeDocument/2006/relationships/customXml" Target="../ink/ink133.xml"/><Relationship Id="rId9" Type="http://schemas.openxmlformats.org/officeDocument/2006/relationships/image" Target="../media/image166.png"/></Relationships>
</file>

<file path=ppt/slides/_rels/slide88.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customXml" Target="../ink/ink136.xml"/><Relationship Id="rId7" Type="http://schemas.openxmlformats.org/officeDocument/2006/relationships/customXml" Target="../ink/ink138.xml"/><Relationship Id="rId2" Type="http://schemas.openxmlformats.org/officeDocument/2006/relationships/image" Target="../media/image162.jpg"/><Relationship Id="rId1" Type="http://schemas.openxmlformats.org/officeDocument/2006/relationships/slideLayout" Target="../slideLayouts/slideLayout2.xml"/><Relationship Id="rId6" Type="http://schemas.openxmlformats.org/officeDocument/2006/relationships/image" Target="../media/image167.png"/><Relationship Id="rId5" Type="http://schemas.openxmlformats.org/officeDocument/2006/relationships/customXml" Target="../ink/ink137.xml"/><Relationship Id="rId10" Type="http://schemas.openxmlformats.org/officeDocument/2006/relationships/image" Target="../media/image169.png"/><Relationship Id="rId4" Type="http://schemas.openxmlformats.org/officeDocument/2006/relationships/image" Target="../media/image1661.png"/><Relationship Id="rId9" Type="http://schemas.openxmlformats.org/officeDocument/2006/relationships/customXml" Target="../ink/ink139.xml"/></Relationships>
</file>

<file path=ppt/slides/_rels/slide89.xml.rels><?xml version="1.0" encoding="UTF-8" standalone="yes"?>
<Relationships xmlns="http://schemas.openxmlformats.org/package/2006/relationships"><Relationship Id="rId8" Type="http://schemas.openxmlformats.org/officeDocument/2006/relationships/customXml" Target="../ink/ink143.xml"/><Relationship Id="rId3" Type="http://schemas.openxmlformats.org/officeDocument/2006/relationships/image" Target="../media/image1610.png"/><Relationship Id="rId7" Type="http://schemas.openxmlformats.org/officeDocument/2006/relationships/image" Target="../media/image1681.png"/><Relationship Id="rId2" Type="http://schemas.openxmlformats.org/officeDocument/2006/relationships/customXml" Target="../ink/ink140.xml"/><Relationship Id="rId1" Type="http://schemas.openxmlformats.org/officeDocument/2006/relationships/slideLayout" Target="../slideLayouts/slideLayout2.xml"/><Relationship Id="rId6" Type="http://schemas.openxmlformats.org/officeDocument/2006/relationships/customXml" Target="../ink/ink142.xml"/><Relationship Id="rId5" Type="http://schemas.openxmlformats.org/officeDocument/2006/relationships/image" Target="../media/image1640.png"/><Relationship Id="rId4" Type="http://schemas.openxmlformats.org/officeDocument/2006/relationships/customXml" Target="../ink/ink141.xml"/><Relationship Id="rId9" Type="http://schemas.openxmlformats.org/officeDocument/2006/relationships/image" Target="../media/image1691.png"/></Relationships>
</file>

<file path=ppt/slides/_rels/slide90.xml.rels><?xml version="1.0" encoding="UTF-8" standalone="yes"?>
<Relationships xmlns="http://schemas.openxmlformats.org/package/2006/relationships"><Relationship Id="rId3" Type="http://schemas.openxmlformats.org/officeDocument/2006/relationships/image" Target="../media/image1660.png"/><Relationship Id="rId7" Type="http://schemas.openxmlformats.org/officeDocument/2006/relationships/image" Target="../media/image170.png"/><Relationship Id="rId2" Type="http://schemas.openxmlformats.org/officeDocument/2006/relationships/customXml" Target="../ink/ink144.xml"/><Relationship Id="rId1" Type="http://schemas.openxmlformats.org/officeDocument/2006/relationships/slideLayout" Target="../slideLayouts/slideLayout2.xml"/><Relationship Id="rId6" Type="http://schemas.openxmlformats.org/officeDocument/2006/relationships/customXml" Target="../ink/ink146.xml"/><Relationship Id="rId5" Type="http://schemas.openxmlformats.org/officeDocument/2006/relationships/image" Target="../media/image1690.png"/><Relationship Id="rId4" Type="http://schemas.openxmlformats.org/officeDocument/2006/relationships/customXml" Target="../ink/ink145.xml"/></Relationships>
</file>

<file path=ppt/slides/_rels/slide91.xml.rels><?xml version="1.0" encoding="UTF-8" standalone="yes"?>
<Relationships xmlns="http://schemas.openxmlformats.org/package/2006/relationships"><Relationship Id="rId3" Type="http://schemas.openxmlformats.org/officeDocument/2006/relationships/image" Target="../media/image1670.png"/><Relationship Id="rId7" Type="http://schemas.openxmlformats.org/officeDocument/2006/relationships/image" Target="../media/image171.png"/><Relationship Id="rId2" Type="http://schemas.openxmlformats.org/officeDocument/2006/relationships/customXml" Target="../ink/ink147.xml"/><Relationship Id="rId1" Type="http://schemas.openxmlformats.org/officeDocument/2006/relationships/slideLayout" Target="../slideLayouts/slideLayout2.xml"/><Relationship Id="rId6" Type="http://schemas.openxmlformats.org/officeDocument/2006/relationships/customXml" Target="../ink/ink149.xml"/><Relationship Id="rId5" Type="http://schemas.openxmlformats.org/officeDocument/2006/relationships/image" Target="../media/image1700.png"/><Relationship Id="rId4" Type="http://schemas.openxmlformats.org/officeDocument/2006/relationships/customXml" Target="../ink/ink148.xml"/></Relationships>
</file>

<file path=ppt/slides/_rels/slide92.xml.rels><?xml version="1.0" encoding="UTF-8" standalone="yes"?>
<Relationships xmlns="http://schemas.openxmlformats.org/package/2006/relationships"><Relationship Id="rId8" Type="http://schemas.openxmlformats.org/officeDocument/2006/relationships/customXml" Target="../ink/ink153.xml"/><Relationship Id="rId3" Type="http://schemas.openxmlformats.org/officeDocument/2006/relationships/image" Target="../media/image1680.png"/><Relationship Id="rId7" Type="http://schemas.openxmlformats.org/officeDocument/2006/relationships/image" Target="../media/image172.png"/><Relationship Id="rId2" Type="http://schemas.openxmlformats.org/officeDocument/2006/relationships/customXml" Target="../ink/ink150.xml"/><Relationship Id="rId1" Type="http://schemas.openxmlformats.org/officeDocument/2006/relationships/slideLayout" Target="../slideLayouts/slideLayout2.xml"/><Relationship Id="rId6" Type="http://schemas.openxmlformats.org/officeDocument/2006/relationships/customXml" Target="../ink/ink152.xml"/><Relationship Id="rId5" Type="http://schemas.openxmlformats.org/officeDocument/2006/relationships/image" Target="../media/image1711.png"/><Relationship Id="rId4" Type="http://schemas.openxmlformats.org/officeDocument/2006/relationships/customXml" Target="../ink/ink151.xml"/><Relationship Id="rId9" Type="http://schemas.openxmlformats.org/officeDocument/2006/relationships/image" Target="../media/image173.png"/></Relationships>
</file>

<file path=ppt/slides/_rels/slide93.xml.rels><?xml version="1.0" encoding="UTF-8" standalone="yes"?>
<Relationships xmlns="http://schemas.openxmlformats.org/package/2006/relationships"><Relationship Id="rId3" Type="http://schemas.openxmlformats.org/officeDocument/2006/relationships/image" Target="../media/image1720.png"/><Relationship Id="rId7" Type="http://schemas.openxmlformats.org/officeDocument/2006/relationships/image" Target="../media/image175.png"/><Relationship Id="rId2" Type="http://schemas.openxmlformats.org/officeDocument/2006/relationships/customXml" Target="../ink/ink154.xml"/><Relationship Id="rId1" Type="http://schemas.openxmlformats.org/officeDocument/2006/relationships/slideLayout" Target="../slideLayouts/slideLayout2.xml"/><Relationship Id="rId6" Type="http://schemas.openxmlformats.org/officeDocument/2006/relationships/customXml" Target="../ink/ink156.xml"/><Relationship Id="rId5" Type="http://schemas.openxmlformats.org/officeDocument/2006/relationships/image" Target="../media/image174.png"/><Relationship Id="rId4" Type="http://schemas.openxmlformats.org/officeDocument/2006/relationships/customXml" Target="../ink/ink155.xml"/></Relationships>
</file>

<file path=ppt/slides/_rels/slide94.xml.rels><?xml version="1.0" encoding="UTF-8" standalone="yes"?>
<Relationships xmlns="http://schemas.openxmlformats.org/package/2006/relationships"><Relationship Id="rId8" Type="http://schemas.openxmlformats.org/officeDocument/2006/relationships/customXml" Target="../ink/ink160.xml"/><Relationship Id="rId3" Type="http://schemas.openxmlformats.org/officeDocument/2006/relationships/image" Target="../media/image1730.png"/><Relationship Id="rId7" Type="http://schemas.openxmlformats.org/officeDocument/2006/relationships/image" Target="../media/image1751.png"/><Relationship Id="rId2" Type="http://schemas.openxmlformats.org/officeDocument/2006/relationships/customXml" Target="../ink/ink157.xml"/><Relationship Id="rId1" Type="http://schemas.openxmlformats.org/officeDocument/2006/relationships/slideLayout" Target="../slideLayouts/slideLayout2.xml"/><Relationship Id="rId6" Type="http://schemas.openxmlformats.org/officeDocument/2006/relationships/customXml" Target="../ink/ink159.xml"/><Relationship Id="rId5" Type="http://schemas.openxmlformats.org/officeDocument/2006/relationships/image" Target="../media/image1741.png"/><Relationship Id="rId4" Type="http://schemas.openxmlformats.org/officeDocument/2006/relationships/customXml" Target="../ink/ink158.xml"/><Relationship Id="rId9" Type="http://schemas.openxmlformats.org/officeDocument/2006/relationships/image" Target="../media/image176.png"/></Relationships>
</file>

<file path=ppt/slides/_rels/slide95.xml.rels><?xml version="1.0" encoding="UTF-8" standalone="yes"?>
<Relationships xmlns="http://schemas.openxmlformats.org/package/2006/relationships"><Relationship Id="rId3" Type="http://schemas.openxmlformats.org/officeDocument/2006/relationships/image" Target="../media/image1740.png"/><Relationship Id="rId7" Type="http://schemas.openxmlformats.org/officeDocument/2006/relationships/image" Target="../media/image177.png"/><Relationship Id="rId2" Type="http://schemas.openxmlformats.org/officeDocument/2006/relationships/customXml" Target="../ink/ink161.xml"/><Relationship Id="rId1" Type="http://schemas.openxmlformats.org/officeDocument/2006/relationships/slideLayout" Target="../slideLayouts/slideLayout2.xml"/><Relationship Id="rId6" Type="http://schemas.openxmlformats.org/officeDocument/2006/relationships/customXml" Target="../ink/ink163.xml"/><Relationship Id="rId5" Type="http://schemas.openxmlformats.org/officeDocument/2006/relationships/image" Target="../media/image1761.png"/><Relationship Id="rId4" Type="http://schemas.openxmlformats.org/officeDocument/2006/relationships/customXml" Target="../ink/ink162.xml"/></Relationships>
</file>

<file path=ppt/slides/_rels/slide96.xml.rels><?xml version="1.0" encoding="UTF-8" standalone="yes"?>
<Relationships xmlns="http://schemas.openxmlformats.org/package/2006/relationships"><Relationship Id="rId3" Type="http://schemas.openxmlformats.org/officeDocument/2006/relationships/image" Target="../media/image1750.png"/><Relationship Id="rId2" Type="http://schemas.openxmlformats.org/officeDocument/2006/relationships/customXml" Target="../ink/ink164.xml"/><Relationship Id="rId1" Type="http://schemas.openxmlformats.org/officeDocument/2006/relationships/slideLayout" Target="../slideLayouts/slideLayout2.xml"/><Relationship Id="rId5" Type="http://schemas.openxmlformats.org/officeDocument/2006/relationships/image" Target="../media/image178.png"/><Relationship Id="rId4" Type="http://schemas.openxmlformats.org/officeDocument/2006/relationships/customXml" Target="../ink/ink165.xml"/></Relationships>
</file>

<file path=ppt/slides/_rels/slide97.xml.rels><?xml version="1.0" encoding="UTF-8" standalone="yes"?>
<Relationships xmlns="http://schemas.openxmlformats.org/package/2006/relationships"><Relationship Id="rId3" Type="http://schemas.openxmlformats.org/officeDocument/2006/relationships/image" Target="../media/image1760.png"/><Relationship Id="rId2" Type="http://schemas.openxmlformats.org/officeDocument/2006/relationships/customXml" Target="../ink/ink166.xml"/><Relationship Id="rId1" Type="http://schemas.openxmlformats.org/officeDocument/2006/relationships/slideLayout" Target="../slideLayouts/slideLayout2.xml"/><Relationship Id="rId5" Type="http://schemas.openxmlformats.org/officeDocument/2006/relationships/image" Target="../media/image179.png"/><Relationship Id="rId4" Type="http://schemas.openxmlformats.org/officeDocument/2006/relationships/customXml" Target="../ink/ink167.xml"/></Relationships>
</file>

<file path=ppt/slides/_rels/slide98.xml.rels><?xml version="1.0" encoding="UTF-8" standalone="yes"?>
<Relationships xmlns="http://schemas.openxmlformats.org/package/2006/relationships"><Relationship Id="rId3" Type="http://schemas.openxmlformats.org/officeDocument/2006/relationships/customXml" Target="../ink/ink168.xml"/><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181.png"/></Relationships>
</file>

<file path=ppt/slides/_rels/slide9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customXml" Target="../ink/ink16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8" Type="http://schemas.openxmlformats.org/officeDocument/2006/relationships/customXml" Target="../ink/ink171.xml"/><Relationship Id="rId3" Type="http://schemas.openxmlformats.org/officeDocument/2006/relationships/image" Target="../media/image1812.png"/><Relationship Id="rId7" Type="http://schemas.openxmlformats.org/officeDocument/2006/relationships/image" Target="../media/image1841.png"/><Relationship Id="rId2"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customXml" Target="../ink/ink170.xml"/><Relationship Id="rId5" Type="http://schemas.openxmlformats.org/officeDocument/2006/relationships/image" Target="../media/image1831.png"/><Relationship Id="rId4" Type="http://schemas.openxmlformats.org/officeDocument/2006/relationships/image" Target="../media/image184.png"/><Relationship Id="rId9" Type="http://schemas.openxmlformats.org/officeDocument/2006/relationships/image" Target="../media/image185.png"/></Relationships>
</file>

<file path=ppt/slides/_rels/slide101.xml.rels><?xml version="1.0" encoding="UTF-8" standalone="yes"?>
<Relationships xmlns="http://schemas.openxmlformats.org/package/2006/relationships"><Relationship Id="rId3" Type="http://schemas.openxmlformats.org/officeDocument/2006/relationships/customXml" Target="../ink/ink172.xml"/><Relationship Id="rId2" Type="http://schemas.openxmlformats.org/officeDocument/2006/relationships/image" Target="../media/image1851.png"/><Relationship Id="rId1" Type="http://schemas.openxmlformats.org/officeDocument/2006/relationships/slideLayout" Target="../slideLayouts/slideLayout2.xml"/><Relationship Id="rId4" Type="http://schemas.openxmlformats.org/officeDocument/2006/relationships/image" Target="../media/image186.png"/></Relationships>
</file>

<file path=ppt/slides/_rels/slide102.xml.rels><?xml version="1.0" encoding="UTF-8" standalone="yes"?>
<Relationships xmlns="http://schemas.openxmlformats.org/package/2006/relationships"><Relationship Id="rId3" Type="http://schemas.openxmlformats.org/officeDocument/2006/relationships/customXml" Target="../ink/ink173.xml"/><Relationship Id="rId2" Type="http://schemas.openxmlformats.org/officeDocument/2006/relationships/image" Target="../media/image187.png"/><Relationship Id="rId1" Type="http://schemas.openxmlformats.org/officeDocument/2006/relationships/slideLayout" Target="../slideLayouts/slideLayout2.xml"/><Relationship Id="rId4" Type="http://schemas.openxmlformats.org/officeDocument/2006/relationships/image" Target="../media/image188.png"/></Relationships>
</file>

<file path=ppt/slides/_rels/slide103.xml.rels><?xml version="1.0" encoding="UTF-8" standalone="yes"?>
<Relationships xmlns="http://schemas.openxmlformats.org/package/2006/relationships"><Relationship Id="rId8" Type="http://schemas.openxmlformats.org/officeDocument/2006/relationships/image" Target="../media/image1830.png"/><Relationship Id="rId13" Type="http://schemas.openxmlformats.org/officeDocument/2006/relationships/image" Target="../media/image190.png"/><Relationship Id="rId3" Type="http://schemas.openxmlformats.org/officeDocument/2006/relationships/image" Target="../media/image1780.png"/><Relationship Id="rId7" Type="http://schemas.openxmlformats.org/officeDocument/2006/relationships/image" Target="../media/image1820.png"/><Relationship Id="rId12" Type="http://schemas.openxmlformats.org/officeDocument/2006/relationships/customXml" Target="../ink/ink174.xml"/><Relationship Id="rId2" Type="http://schemas.openxmlformats.org/officeDocument/2006/relationships/image" Target="../media/image189.png"/><Relationship Id="rId1" Type="http://schemas.openxmlformats.org/officeDocument/2006/relationships/slideLayout" Target="../slideLayouts/slideLayout2.xml"/><Relationship Id="rId6" Type="http://schemas.openxmlformats.org/officeDocument/2006/relationships/image" Target="../media/image1810.png"/><Relationship Id="rId11" Type="http://schemas.openxmlformats.org/officeDocument/2006/relationships/image" Target="../media/image1860.png"/><Relationship Id="rId5" Type="http://schemas.openxmlformats.org/officeDocument/2006/relationships/image" Target="../media/image1800.png"/><Relationship Id="rId15" Type="http://schemas.openxmlformats.org/officeDocument/2006/relationships/image" Target="../media/image191.png"/><Relationship Id="rId10" Type="http://schemas.openxmlformats.org/officeDocument/2006/relationships/image" Target="../media/image1850.png"/><Relationship Id="rId4" Type="http://schemas.openxmlformats.org/officeDocument/2006/relationships/image" Target="../media/image1790.png"/><Relationship Id="rId9" Type="http://schemas.openxmlformats.org/officeDocument/2006/relationships/image" Target="../media/image1840.png"/><Relationship Id="rId14" Type="http://schemas.openxmlformats.org/officeDocument/2006/relationships/customXml" Target="../ink/ink175.xml"/></Relationships>
</file>

<file path=ppt/slides/_rels/slide104.xml.rels><?xml version="1.0" encoding="UTF-8" standalone="yes"?>
<Relationships xmlns="http://schemas.openxmlformats.org/package/2006/relationships"><Relationship Id="rId3" Type="http://schemas.openxmlformats.org/officeDocument/2006/relationships/image" Target="../media/image1880.png"/><Relationship Id="rId7" Type="http://schemas.openxmlformats.org/officeDocument/2006/relationships/image" Target="../media/image192.png"/><Relationship Id="rId2" Type="http://schemas.openxmlformats.org/officeDocument/2006/relationships/image" Target="../media/image1870.png"/><Relationship Id="rId1" Type="http://schemas.openxmlformats.org/officeDocument/2006/relationships/slideLayout" Target="../slideLayouts/slideLayout2.xml"/><Relationship Id="rId6" Type="http://schemas.openxmlformats.org/officeDocument/2006/relationships/customXml" Target="../ink/ink176.xml"/><Relationship Id="rId5" Type="http://schemas.openxmlformats.org/officeDocument/2006/relationships/image" Target="../media/image1900.png"/><Relationship Id="rId4" Type="http://schemas.openxmlformats.org/officeDocument/2006/relationships/image" Target="../media/image1890.png"/></Relationships>
</file>

<file path=ppt/slides/_rels/slide105.xml.rels><?xml version="1.0" encoding="UTF-8" standalone="yes"?>
<Relationships xmlns="http://schemas.openxmlformats.org/package/2006/relationships"><Relationship Id="rId8" Type="http://schemas.openxmlformats.org/officeDocument/2006/relationships/image" Target="../media/image196.jpg"/><Relationship Id="rId13" Type="http://schemas.openxmlformats.org/officeDocument/2006/relationships/image" Target="../media/image201.jpg"/><Relationship Id="rId18" Type="http://schemas.openxmlformats.org/officeDocument/2006/relationships/image" Target="../media/image206.png"/><Relationship Id="rId3" Type="http://schemas.openxmlformats.org/officeDocument/2006/relationships/image" Target="../media/image191.jpg"/><Relationship Id="rId7" Type="http://schemas.openxmlformats.org/officeDocument/2006/relationships/image" Target="../media/image195.jpg"/><Relationship Id="rId12" Type="http://schemas.openxmlformats.org/officeDocument/2006/relationships/image" Target="../media/image200.jpg"/><Relationship Id="rId17" Type="http://schemas.openxmlformats.org/officeDocument/2006/relationships/customXml" Target="../ink/ink178.xml"/><Relationship Id="rId2" Type="http://schemas.openxmlformats.org/officeDocument/2006/relationships/image" Target="../media/image190.jpg"/><Relationship Id="rId16"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194.jpg"/><Relationship Id="rId11" Type="http://schemas.openxmlformats.org/officeDocument/2006/relationships/image" Target="../media/image199.jpg"/><Relationship Id="rId5" Type="http://schemas.openxmlformats.org/officeDocument/2006/relationships/image" Target="../media/image193.jpg"/><Relationship Id="rId15" Type="http://schemas.openxmlformats.org/officeDocument/2006/relationships/customXml" Target="../ink/ink177.xml"/><Relationship Id="rId10" Type="http://schemas.openxmlformats.org/officeDocument/2006/relationships/image" Target="../media/image198.jpg"/><Relationship Id="rId4" Type="http://schemas.openxmlformats.org/officeDocument/2006/relationships/image" Target="../media/image192.jpg"/><Relationship Id="rId9" Type="http://schemas.openxmlformats.org/officeDocument/2006/relationships/image" Target="../media/image197.jpg"/><Relationship Id="rId14" Type="http://schemas.openxmlformats.org/officeDocument/2006/relationships/image" Target="../media/image202.jpg"/></Relationships>
</file>

<file path=ppt/slides/_rels/slide106.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customXml" Target="../ink/ink179.xml"/><Relationship Id="rId1" Type="http://schemas.openxmlformats.org/officeDocument/2006/relationships/slideLayout" Target="../slideLayouts/slideLayout2.xml"/><Relationship Id="rId5" Type="http://schemas.openxmlformats.org/officeDocument/2006/relationships/image" Target="../media/image207.png"/><Relationship Id="rId4" Type="http://schemas.openxmlformats.org/officeDocument/2006/relationships/customXml" Target="../ink/ink180.xml"/></Relationships>
</file>

<file path=ppt/slides/_rels/slide10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60.png"/><Relationship Id="rId1" Type="http://schemas.openxmlformats.org/officeDocument/2006/relationships/slideLayout" Target="../slideLayouts/slideLayout2.xml"/><Relationship Id="rId5" Type="http://schemas.openxmlformats.org/officeDocument/2006/relationships/image" Target="../media/image209.png"/><Relationship Id="rId4" Type="http://schemas.openxmlformats.org/officeDocument/2006/relationships/customXml" Target="../ink/ink181.xml"/></Relationships>
</file>

<file path=ppt/slides/_rels/slide108.xml.rels><?xml version="1.0" encoding="UTF-8" standalone="yes"?>
<Relationships xmlns="http://schemas.openxmlformats.org/package/2006/relationships"><Relationship Id="rId8" Type="http://schemas.openxmlformats.org/officeDocument/2006/relationships/image" Target="../media/image381.png"/><Relationship Id="rId13" Type="http://schemas.openxmlformats.org/officeDocument/2006/relationships/image" Target="../media/image211.png"/><Relationship Id="rId3" Type="http://schemas.openxmlformats.org/officeDocument/2006/relationships/image" Target="../media/image2090.png"/><Relationship Id="rId12" Type="http://schemas.openxmlformats.org/officeDocument/2006/relationships/customXml" Target="../ink/ink183.xml"/><Relationship Id="rId2" Type="http://schemas.openxmlformats.org/officeDocument/2006/relationships/image" Target="../media/image2080.png"/><Relationship Id="rId1" Type="http://schemas.openxmlformats.org/officeDocument/2006/relationships/slideLayout" Target="../slideLayouts/slideLayout2.xml"/><Relationship Id="rId11" Type="http://schemas.openxmlformats.org/officeDocument/2006/relationships/image" Target="../media/image2071.png"/><Relationship Id="rId10" Type="http://schemas.openxmlformats.org/officeDocument/2006/relationships/customXml" Target="../ink/ink182.xml"/><Relationship Id="rId4" Type="http://schemas.openxmlformats.org/officeDocument/2006/relationships/image" Target="../media/image204.png"/><Relationship Id="rId9" Type="http://schemas.openxmlformats.org/officeDocument/2006/relationships/image" Target="../media/image391.png"/></Relationships>
</file>

<file path=ppt/slides/_rels/slide109.xml.rels><?xml version="1.0" encoding="UTF-8" standalone="yes"?>
<Relationships xmlns="http://schemas.openxmlformats.org/package/2006/relationships"><Relationship Id="rId8" Type="http://schemas.openxmlformats.org/officeDocument/2006/relationships/customXml" Target="../ink/ink184.xml"/><Relationship Id="rId13" Type="http://schemas.openxmlformats.org/officeDocument/2006/relationships/image" Target="../media/image215.png"/><Relationship Id="rId3" Type="http://schemas.openxmlformats.org/officeDocument/2006/relationships/image" Target="../media/image2040.png"/><Relationship Id="rId7" Type="http://schemas.openxmlformats.org/officeDocument/2006/relationships/image" Target="../media/image212.png"/><Relationship Id="rId12" Type="http://schemas.openxmlformats.org/officeDocument/2006/relationships/customXml" Target="../ink/ink186.xml"/><Relationship Id="rId17" Type="http://schemas.openxmlformats.org/officeDocument/2006/relationships/image" Target="../media/image208.png"/><Relationship Id="rId2" Type="http://schemas.openxmlformats.org/officeDocument/2006/relationships/image" Target="../media/image2030.png"/><Relationship Id="rId16" Type="http://schemas.openxmlformats.org/officeDocument/2006/relationships/customXml" Target="../ink/ink188.xml"/><Relationship Id="rId1" Type="http://schemas.openxmlformats.org/officeDocument/2006/relationships/slideLayout" Target="../slideLayouts/slideLayout2.xml"/><Relationship Id="rId6" Type="http://schemas.openxmlformats.org/officeDocument/2006/relationships/image" Target="../media/image2110.png"/><Relationship Id="rId11" Type="http://schemas.openxmlformats.org/officeDocument/2006/relationships/image" Target="../media/image214.png"/><Relationship Id="rId5" Type="http://schemas.openxmlformats.org/officeDocument/2006/relationships/image" Target="../media/image2100.png"/><Relationship Id="rId15" Type="http://schemas.openxmlformats.org/officeDocument/2006/relationships/image" Target="../media/image216.png"/><Relationship Id="rId10" Type="http://schemas.openxmlformats.org/officeDocument/2006/relationships/customXml" Target="../ink/ink185.xml"/><Relationship Id="rId4" Type="http://schemas.openxmlformats.org/officeDocument/2006/relationships/image" Target="../media/image2070.png"/><Relationship Id="rId9" Type="http://schemas.openxmlformats.org/officeDocument/2006/relationships/image" Target="../media/image213.png"/><Relationship Id="rId14" Type="http://schemas.openxmlformats.org/officeDocument/2006/relationships/customXml" Target="../ink/ink187.xml"/></Relationships>
</file>

<file path=ppt/slides/_rels/slide110.xml.rels><?xml version="1.0" encoding="UTF-8" standalone="yes"?>
<Relationships xmlns="http://schemas.openxmlformats.org/package/2006/relationships"><Relationship Id="rId3" Type="http://schemas.openxmlformats.org/officeDocument/2006/relationships/image" Target="../media/image2140.png"/><Relationship Id="rId7" Type="http://schemas.openxmlformats.org/officeDocument/2006/relationships/image" Target="../media/image217.png"/><Relationship Id="rId2" Type="http://schemas.openxmlformats.org/officeDocument/2006/relationships/customXml" Target="../ink/ink189.xml"/><Relationship Id="rId1" Type="http://schemas.openxmlformats.org/officeDocument/2006/relationships/slideLayout" Target="../slideLayouts/slideLayout2.xml"/><Relationship Id="rId6" Type="http://schemas.openxmlformats.org/officeDocument/2006/relationships/customXml" Target="../ink/ink191.xml"/><Relationship Id="rId5" Type="http://schemas.openxmlformats.org/officeDocument/2006/relationships/image" Target="../media/image2150.png"/><Relationship Id="rId4" Type="http://schemas.openxmlformats.org/officeDocument/2006/relationships/customXml" Target="../ink/ink190.xml"/></Relationships>
</file>

<file path=ppt/slides/_rels/slide111.xml.rels><?xml version="1.0" encoding="UTF-8" standalone="yes"?>
<Relationships xmlns="http://schemas.openxmlformats.org/package/2006/relationships"><Relationship Id="rId3" Type="http://schemas.openxmlformats.org/officeDocument/2006/relationships/image" Target="../media/image2161.png"/><Relationship Id="rId2" Type="http://schemas.openxmlformats.org/officeDocument/2006/relationships/customXml" Target="../ink/ink192.xml"/><Relationship Id="rId1" Type="http://schemas.openxmlformats.org/officeDocument/2006/relationships/slideLayout" Target="../slideLayouts/slideLayout2.xml"/><Relationship Id="rId5" Type="http://schemas.openxmlformats.org/officeDocument/2006/relationships/image" Target="../media/image218.png"/><Relationship Id="rId4" Type="http://schemas.openxmlformats.org/officeDocument/2006/relationships/customXml" Target="../ink/ink193.xml"/></Relationships>
</file>

<file path=ppt/slides/_rels/slide112.xml.rels><?xml version="1.0" encoding="UTF-8" standalone="yes"?>
<Relationships xmlns="http://schemas.openxmlformats.org/package/2006/relationships"><Relationship Id="rId3" Type="http://schemas.openxmlformats.org/officeDocument/2006/relationships/image" Target="../media/image2170.png"/><Relationship Id="rId2" Type="http://schemas.openxmlformats.org/officeDocument/2006/relationships/customXml" Target="../ink/ink19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customXml" Target="../ink/ink195.xml"/><Relationship Id="rId7" Type="http://schemas.openxmlformats.org/officeDocument/2006/relationships/image" Target="../media/image2160.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620.png"/><Relationship Id="rId11" Type="http://schemas.openxmlformats.org/officeDocument/2006/relationships/image" Target="../media/image220.png"/><Relationship Id="rId10" Type="http://schemas.openxmlformats.org/officeDocument/2006/relationships/customXml" Target="../ink/ink196.xml"/><Relationship Id="rId9" Type="http://schemas.openxmlformats.org/officeDocument/2006/relationships/image" Target="../media/image2190.png"/></Relationships>
</file>

<file path=ppt/slides/_rels/slide114.xml.rels><?xml version="1.0" encoding="UTF-8" standalone="yes"?>
<Relationships xmlns="http://schemas.openxmlformats.org/package/2006/relationships"><Relationship Id="rId3" Type="http://schemas.openxmlformats.org/officeDocument/2006/relationships/image" Target="../media/image2180.png"/><Relationship Id="rId7" Type="http://schemas.openxmlformats.org/officeDocument/2006/relationships/image" Target="../media/image222.png"/><Relationship Id="rId2" Type="http://schemas.openxmlformats.org/officeDocument/2006/relationships/image" Target="../media/image219.png"/><Relationship Id="rId1" Type="http://schemas.openxmlformats.org/officeDocument/2006/relationships/slideLayout" Target="../slideLayouts/slideLayout2.xml"/><Relationship Id="rId6" Type="http://schemas.openxmlformats.org/officeDocument/2006/relationships/customXml" Target="../ink/ink198.xml"/><Relationship Id="rId5" Type="http://schemas.openxmlformats.org/officeDocument/2006/relationships/image" Target="../media/image2211.png"/><Relationship Id="rId4" Type="http://schemas.openxmlformats.org/officeDocument/2006/relationships/customXml" Target="../ink/ink197.xml"/></Relationships>
</file>

<file path=ppt/slides/_rels/slide115.xml.rels><?xml version="1.0" encoding="UTF-8" standalone="yes"?>
<Relationships xmlns="http://schemas.openxmlformats.org/package/2006/relationships"><Relationship Id="rId8" Type="http://schemas.openxmlformats.org/officeDocument/2006/relationships/image" Target="../media/image2231.png"/><Relationship Id="rId7" Type="http://schemas.openxmlformats.org/officeDocument/2006/relationships/customXml" Target="../ink/ink199.xml"/><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00.png"/><Relationship Id="rId5" Type="http://schemas.openxmlformats.org/officeDocument/2006/relationships/image" Target="../media/image760.png"/><Relationship Id="rId10" Type="http://schemas.openxmlformats.org/officeDocument/2006/relationships/image" Target="../media/image224.png"/><Relationship Id="rId9" Type="http://schemas.openxmlformats.org/officeDocument/2006/relationships/customXml" Target="../ink/ink200.xml"/></Relationships>
</file>

<file path=ppt/slides/_rels/slide116.xml.rels><?xml version="1.0" encoding="UTF-8" standalone="yes"?>
<Relationships xmlns="http://schemas.openxmlformats.org/package/2006/relationships"><Relationship Id="rId3" Type="http://schemas.openxmlformats.org/officeDocument/2006/relationships/customXml" Target="../ink/ink201.xml"/><Relationship Id="rId2" Type="http://schemas.openxmlformats.org/officeDocument/2006/relationships/image" Target="../media/image2210.png"/><Relationship Id="rId1" Type="http://schemas.openxmlformats.org/officeDocument/2006/relationships/slideLayout" Target="../slideLayouts/slideLayout2.xml"/><Relationship Id="rId4" Type="http://schemas.openxmlformats.org/officeDocument/2006/relationships/image" Target="../media/image223.png"/></Relationships>
</file>

<file path=ppt/slides/_rels/slide117.xml.rels><?xml version="1.0" encoding="UTF-8" standalone="yes"?>
<Relationships xmlns="http://schemas.openxmlformats.org/package/2006/relationships"><Relationship Id="rId8" Type="http://schemas.openxmlformats.org/officeDocument/2006/relationships/customXml" Target="../ink/ink203.xml"/><Relationship Id="rId3" Type="http://schemas.openxmlformats.org/officeDocument/2006/relationships/image" Target="../media/image2250.png"/><Relationship Id="rId7" Type="http://schemas.openxmlformats.org/officeDocument/2006/relationships/image" Target="../media/image228.png"/><Relationship Id="rId2" Type="http://schemas.openxmlformats.org/officeDocument/2006/relationships/image" Target="../media/image2240.png"/><Relationship Id="rId1" Type="http://schemas.openxmlformats.org/officeDocument/2006/relationships/slideLayout" Target="../slideLayouts/slideLayout2.xml"/><Relationship Id="rId6" Type="http://schemas.openxmlformats.org/officeDocument/2006/relationships/customXml" Target="../ink/ink202.xml"/><Relationship Id="rId5" Type="http://schemas.openxmlformats.org/officeDocument/2006/relationships/image" Target="../media/image227.png"/><Relationship Id="rId4" Type="http://schemas.openxmlformats.org/officeDocument/2006/relationships/image" Target="../media/image226.png"/><Relationship Id="rId9" Type="http://schemas.openxmlformats.org/officeDocument/2006/relationships/image" Target="../media/image225.png"/></Relationships>
</file>

<file path=ppt/slides/_rels/slide118.xml.rels><?xml version="1.0" encoding="UTF-8" standalone="yes"?>
<Relationships xmlns="http://schemas.openxmlformats.org/package/2006/relationships"><Relationship Id="rId8" Type="http://schemas.openxmlformats.org/officeDocument/2006/relationships/customXml" Target="../ink/ink206.xml"/><Relationship Id="rId3" Type="http://schemas.openxmlformats.org/officeDocument/2006/relationships/image" Target="../media/image2230.png"/><Relationship Id="rId7" Type="http://schemas.openxmlformats.org/officeDocument/2006/relationships/image" Target="../media/image2251.png"/><Relationship Id="rId2" Type="http://schemas.openxmlformats.org/officeDocument/2006/relationships/image" Target="../media/image2220.png"/><Relationship Id="rId1" Type="http://schemas.openxmlformats.org/officeDocument/2006/relationships/slideLayout" Target="../slideLayouts/slideLayout2.xml"/><Relationship Id="rId6" Type="http://schemas.openxmlformats.org/officeDocument/2006/relationships/customXml" Target="../ink/ink205.xml"/><Relationship Id="rId5" Type="http://schemas.openxmlformats.org/officeDocument/2006/relationships/image" Target="../media/image2241.png"/><Relationship Id="rId4" Type="http://schemas.openxmlformats.org/officeDocument/2006/relationships/customXml" Target="../ink/ink204.xml"/><Relationship Id="rId9" Type="http://schemas.openxmlformats.org/officeDocument/2006/relationships/image" Target="../media/image229.png"/></Relationships>
</file>

<file path=ppt/slides/_rels/slide119.xml.rels><?xml version="1.0" encoding="UTF-8" standalone="yes"?>
<Relationships xmlns="http://schemas.openxmlformats.org/package/2006/relationships"><Relationship Id="rId3" Type="http://schemas.openxmlformats.org/officeDocument/2006/relationships/image" Target="../media/image2291.png"/><Relationship Id="rId2" Type="http://schemas.openxmlformats.org/officeDocument/2006/relationships/customXml" Target="../ink/ink207.xml"/><Relationship Id="rId1" Type="http://schemas.openxmlformats.org/officeDocument/2006/relationships/slideLayout" Target="../slideLayouts/slideLayout2.xml"/><Relationship Id="rId5" Type="http://schemas.openxmlformats.org/officeDocument/2006/relationships/image" Target="../media/image230.png"/><Relationship Id="rId4" Type="http://schemas.openxmlformats.org/officeDocument/2006/relationships/customXml" Target="../ink/ink208.xml"/></Relationships>
</file>

<file path=ppt/slides/_rels/slide120.xml.rels><?xml version="1.0" encoding="UTF-8" standalone="yes"?>
<Relationships xmlns="http://schemas.openxmlformats.org/package/2006/relationships"><Relationship Id="rId8" Type="http://schemas.openxmlformats.org/officeDocument/2006/relationships/image" Target="../media/image233.png"/><Relationship Id="rId3" Type="http://schemas.openxmlformats.org/officeDocument/2006/relationships/customXml" Target="../ink/ink209.xml"/><Relationship Id="rId7" Type="http://schemas.openxmlformats.org/officeDocument/2006/relationships/customXml" Target="../ink/ink210.xml"/><Relationship Id="rId2" Type="http://schemas.openxmlformats.org/officeDocument/2006/relationships/image" Target="../media/image231.png"/><Relationship Id="rId1" Type="http://schemas.openxmlformats.org/officeDocument/2006/relationships/slideLayout" Target="../slideLayouts/slideLayout2.xml"/><Relationship Id="rId6" Type="http://schemas.openxmlformats.org/officeDocument/2006/relationships/image" Target="../media/image232.png"/></Relationships>
</file>

<file path=ppt/slides/_rels/slide121.xml.rels><?xml version="1.0" encoding="UTF-8" standalone="yes"?>
<Relationships xmlns="http://schemas.openxmlformats.org/package/2006/relationships"><Relationship Id="rId8" Type="http://schemas.openxmlformats.org/officeDocument/2006/relationships/image" Target="../media/image234.png"/><Relationship Id="rId3" Type="http://schemas.openxmlformats.org/officeDocument/2006/relationships/customXml" Target="../ink/ink211.xml"/><Relationship Id="rId7" Type="http://schemas.openxmlformats.org/officeDocument/2006/relationships/customXml" Target="../ink/ink213.xml"/><Relationship Id="rId2" Type="http://schemas.openxmlformats.org/officeDocument/2006/relationships/image" Target="../media/image2290.png"/><Relationship Id="rId1" Type="http://schemas.openxmlformats.org/officeDocument/2006/relationships/slideLayout" Target="../slideLayouts/slideLayout2.xml"/><Relationship Id="rId6" Type="http://schemas.openxmlformats.org/officeDocument/2006/relationships/image" Target="../media/image2331.png"/><Relationship Id="rId5" Type="http://schemas.openxmlformats.org/officeDocument/2006/relationships/customXml" Target="../ink/ink212.xml"/><Relationship Id="rId4" Type="http://schemas.openxmlformats.org/officeDocument/2006/relationships/image" Target="../media/image2320.png"/></Relationships>
</file>

<file path=ppt/slides/_rels/slide122.xml.rels><?xml version="1.0" encoding="UTF-8" standalone="yes"?>
<Relationships xmlns="http://schemas.openxmlformats.org/package/2006/relationships"><Relationship Id="rId8" Type="http://schemas.openxmlformats.org/officeDocument/2006/relationships/image" Target="../media/image236.png"/><Relationship Id="rId3" Type="http://schemas.openxmlformats.org/officeDocument/2006/relationships/customXml" Target="../ink/ink214.xml"/><Relationship Id="rId7" Type="http://schemas.openxmlformats.org/officeDocument/2006/relationships/customXml" Target="../ink/ink216.xml"/><Relationship Id="rId2"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image" Target="../media/image2340.png"/><Relationship Id="rId5" Type="http://schemas.openxmlformats.org/officeDocument/2006/relationships/customXml" Target="../ink/ink215.xml"/><Relationship Id="rId4" Type="http://schemas.openxmlformats.org/officeDocument/2006/relationships/image" Target="../media/image2330.png"/></Relationships>
</file>

<file path=ppt/slides/_rels/slide123.xml.rels><?xml version="1.0" encoding="UTF-8" standalone="yes"?>
<Relationships xmlns="http://schemas.openxmlformats.org/package/2006/relationships"><Relationship Id="rId3" Type="http://schemas.openxmlformats.org/officeDocument/2006/relationships/image" Target="../media/image2420.png"/><Relationship Id="rId2" Type="http://schemas.openxmlformats.org/officeDocument/2006/relationships/customXml" Target="../ink/ink217.xml"/><Relationship Id="rId1" Type="http://schemas.openxmlformats.org/officeDocument/2006/relationships/slideLayout" Target="../slideLayouts/slideLayout2.xml"/><Relationship Id="rId5" Type="http://schemas.openxmlformats.org/officeDocument/2006/relationships/image" Target="../media/image237.png"/><Relationship Id="rId4" Type="http://schemas.openxmlformats.org/officeDocument/2006/relationships/customXml" Target="../ink/ink218.xml"/></Relationships>
</file>

<file path=ppt/slides/_rels/slide124.xml.rels><?xml version="1.0" encoding="UTF-8" standalone="yes"?>
<Relationships xmlns="http://schemas.openxmlformats.org/package/2006/relationships"><Relationship Id="rId3" Type="http://schemas.openxmlformats.org/officeDocument/2006/relationships/image" Target="../media/image2500.png"/><Relationship Id="rId7" Type="http://schemas.openxmlformats.org/officeDocument/2006/relationships/image" Target="../media/image238.png"/><Relationship Id="rId2" Type="http://schemas.openxmlformats.org/officeDocument/2006/relationships/customXml" Target="../ink/ink219.xml"/><Relationship Id="rId1" Type="http://schemas.openxmlformats.org/officeDocument/2006/relationships/slideLayout" Target="../slideLayouts/slideLayout2.xml"/><Relationship Id="rId6" Type="http://schemas.openxmlformats.org/officeDocument/2006/relationships/customXml" Target="../ink/ink221.xml"/><Relationship Id="rId5" Type="http://schemas.openxmlformats.org/officeDocument/2006/relationships/image" Target="../media/image251.png"/><Relationship Id="rId4" Type="http://schemas.openxmlformats.org/officeDocument/2006/relationships/customXml" Target="../ink/ink220.xml"/></Relationships>
</file>

<file path=ppt/slides/_rels/slide125.xml.rels><?xml version="1.0" encoding="UTF-8" standalone="yes"?>
<Relationships xmlns="http://schemas.openxmlformats.org/package/2006/relationships"><Relationship Id="rId3" Type="http://schemas.openxmlformats.org/officeDocument/2006/relationships/image" Target="../media/image2510.png"/><Relationship Id="rId2" Type="http://schemas.openxmlformats.org/officeDocument/2006/relationships/customXml" Target="../ink/ink222.xml"/><Relationship Id="rId1" Type="http://schemas.openxmlformats.org/officeDocument/2006/relationships/slideLayout" Target="../slideLayouts/slideLayout2.xml"/><Relationship Id="rId5" Type="http://schemas.openxmlformats.org/officeDocument/2006/relationships/image" Target="../media/image239.png"/><Relationship Id="rId4" Type="http://schemas.openxmlformats.org/officeDocument/2006/relationships/customXml" Target="../ink/ink223.xml"/></Relationships>
</file>

<file path=ppt/slides/_rels/slide126.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customXml" Target="../ink/ink22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customXml" Target="../ink/ink2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92"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5"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6"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7"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8"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2"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id="{4A9D9231-9611-452C-8ED9-77120A1DF2FC}"/>
              </a:ext>
            </a:extLst>
          </p:cNvPr>
          <p:cNvSpPr>
            <a:spLocks noGrp="1"/>
          </p:cNvSpPr>
          <p:nvPr>
            <p:ph type="ctrTitle"/>
          </p:nvPr>
        </p:nvSpPr>
        <p:spPr>
          <a:xfrm>
            <a:off x="854337" y="647871"/>
            <a:ext cx="10784152" cy="63059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l"/>
            <a:r>
              <a:rPr lang="en-US" sz="3600" dirty="0">
                <a:latin typeface="Arial Narrow" panose="020B0606020202030204" pitchFamily="34" charset="0"/>
              </a:rPr>
              <a:t>EC-101 Basics of Electronics &amp; Communication Engineering</a:t>
            </a:r>
            <a:endParaRPr lang="en-IN" sz="3600" dirty="0">
              <a:latin typeface="Arial Narrow" panose="020B0606020202030204" pitchFamily="34" charset="0"/>
            </a:endParaRPr>
          </a:p>
        </p:txBody>
      </p:sp>
      <p:sp>
        <p:nvSpPr>
          <p:cNvPr id="3" name="Subtitle 2">
            <a:extLst>
              <a:ext uri="{FF2B5EF4-FFF2-40B4-BE49-F238E27FC236}">
                <a16:creationId xmlns:a16="http://schemas.microsoft.com/office/drawing/2014/main" id="{FE2EA83D-2C26-4A51-A97E-B2BCF061C88C}"/>
              </a:ext>
            </a:extLst>
          </p:cNvPr>
          <p:cNvSpPr>
            <a:spLocks noGrp="1"/>
          </p:cNvSpPr>
          <p:nvPr>
            <p:ph type="subTitle" idx="1"/>
          </p:nvPr>
        </p:nvSpPr>
        <p:spPr>
          <a:xfrm>
            <a:off x="8816704" y="5240818"/>
            <a:ext cx="3023663" cy="748562"/>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Autofit/>
          </a:bodyPr>
          <a:lstStyle/>
          <a:p>
            <a:pPr>
              <a:spcBef>
                <a:spcPct val="0"/>
              </a:spcBef>
            </a:pPr>
            <a:r>
              <a:rPr lang="en-US" sz="1800" dirty="0">
                <a:latin typeface="Arial Narrow" panose="020B0606020202030204" pitchFamily="34" charset="0"/>
                <a:ea typeface="+mj-ea"/>
                <a:cs typeface="+mj-cs"/>
              </a:rPr>
              <a:t>Dr. Priyank Saxena </a:t>
            </a:r>
          </a:p>
          <a:p>
            <a:pPr>
              <a:spcBef>
                <a:spcPct val="0"/>
              </a:spcBef>
            </a:pPr>
            <a:r>
              <a:rPr lang="en-US" sz="1800" dirty="0">
                <a:latin typeface="Arial Narrow" panose="020B0606020202030204" pitchFamily="34" charset="0"/>
                <a:ea typeface="+mj-ea"/>
                <a:cs typeface="+mj-cs"/>
              </a:rPr>
              <a:t>Assistant Professor</a:t>
            </a:r>
          </a:p>
          <a:p>
            <a:pPr algn="l"/>
            <a:endParaRPr lang="en-IN" sz="2000" dirty="0"/>
          </a:p>
        </p:txBody>
      </p:sp>
      <p:sp>
        <p:nvSpPr>
          <p:cNvPr id="203"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4"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5" name="Freeform: Shape 204">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endParaRPr>
          </a:p>
        </p:txBody>
      </p:sp>
      <p:sp>
        <p:nvSpPr>
          <p:cNvPr id="5" name="Rectangle 4">
            <a:extLst>
              <a:ext uri="{FF2B5EF4-FFF2-40B4-BE49-F238E27FC236}">
                <a16:creationId xmlns:a16="http://schemas.microsoft.com/office/drawing/2014/main" id="{98748634-168C-499D-BD84-8E9CEEC3C3C6}"/>
              </a:ext>
            </a:extLst>
          </p:cNvPr>
          <p:cNvSpPr/>
          <p:nvPr/>
        </p:nvSpPr>
        <p:spPr>
          <a:xfrm>
            <a:off x="8816704" y="4758800"/>
            <a:ext cx="3013606" cy="48201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ct val="0"/>
              </a:spcBef>
            </a:pPr>
            <a:r>
              <a:rPr lang="en-US" dirty="0">
                <a:solidFill>
                  <a:schemeClr val="tx1"/>
                </a:solidFill>
                <a:latin typeface="Arial Narrow" panose="020B0606020202030204" pitchFamily="34" charset="0"/>
                <a:ea typeface="+mj-ea"/>
                <a:cs typeface="+mj-cs"/>
              </a:rPr>
              <a:t>By</a:t>
            </a:r>
            <a:endParaRPr lang="en-IN" dirty="0">
              <a:solidFill>
                <a:schemeClr val="tx1"/>
              </a:solidFill>
              <a:latin typeface="Arial Narrow" panose="020B0606020202030204" pitchFamily="34" charset="0"/>
              <a:ea typeface="+mj-ea"/>
              <a:cs typeface="+mj-cs"/>
            </a:endParaRPr>
          </a:p>
        </p:txBody>
      </p:sp>
      <p:pic>
        <p:nvPicPr>
          <p:cNvPr id="9" name="Picture 8" descr="A picture containing food, drawing, plate&#10;&#10;Description automatically generated">
            <a:extLst>
              <a:ext uri="{FF2B5EF4-FFF2-40B4-BE49-F238E27FC236}">
                <a16:creationId xmlns:a16="http://schemas.microsoft.com/office/drawing/2014/main" id="{6AF54B91-A935-421E-8E76-EB226ECD52EE}"/>
              </a:ext>
            </a:extLst>
          </p:cNvPr>
          <p:cNvPicPr>
            <a:picLocks noChangeAspect="1"/>
          </p:cNvPicPr>
          <p:nvPr/>
        </p:nvPicPr>
        <p:blipFill>
          <a:blip r:embed="rId2">
            <a:alphaModFix amt="76000"/>
            <a:extLst>
              <a:ext uri="{28A0092B-C50C-407E-A947-70E740481C1C}">
                <a14:useLocalDpi xmlns:a14="http://schemas.microsoft.com/office/drawing/2010/main" val="0"/>
              </a:ext>
            </a:extLst>
          </a:blip>
          <a:stretch>
            <a:fillRect/>
          </a:stretch>
        </p:blipFill>
        <p:spPr>
          <a:xfrm>
            <a:off x="4572000" y="1861507"/>
            <a:ext cx="2179673" cy="156749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innerShdw blurRad="63500" dist="50800" dir="13500000">
              <a:schemeClr val="accent1">
                <a:lumMod val="60000"/>
                <a:lumOff val="40000"/>
                <a:alpha val="65000"/>
              </a:schemeClr>
            </a:innerShdw>
          </a:effectLst>
        </p:spPr>
      </p:pic>
      <p:sp>
        <p:nvSpPr>
          <p:cNvPr id="15" name="Oval 14">
            <a:extLst>
              <a:ext uri="{FF2B5EF4-FFF2-40B4-BE49-F238E27FC236}">
                <a16:creationId xmlns:a16="http://schemas.microsoft.com/office/drawing/2014/main" id="{C8313CDA-BE17-4CEF-8424-BE32F5FF8F2D}"/>
              </a:ext>
            </a:extLst>
          </p:cNvPr>
          <p:cNvSpPr/>
          <p:nvPr/>
        </p:nvSpPr>
        <p:spPr>
          <a:xfrm>
            <a:off x="3599293" y="3768832"/>
            <a:ext cx="4114799" cy="1210095"/>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a:solidFill>
                  <a:schemeClr val="tx1"/>
                </a:solidFill>
                <a:latin typeface="Arial Narrow" panose="020B0606020202030204" pitchFamily="34" charset="0"/>
                <a:ea typeface="+mj-ea"/>
                <a:cs typeface="+mj-cs"/>
              </a:rPr>
              <a:t>Module-1</a:t>
            </a:r>
            <a:endParaRPr lang="en-IN" sz="3600" dirty="0">
              <a:solidFill>
                <a:schemeClr val="tx1"/>
              </a:solidFill>
              <a:latin typeface="Arial Narrow" panose="020B0606020202030204" pitchFamily="34" charset="0"/>
              <a:ea typeface="+mj-ea"/>
              <a:cs typeface="+mj-cs"/>
            </a:endParaRPr>
          </a:p>
        </p:txBody>
      </p:sp>
    </p:spTree>
    <p:extLst>
      <p:ext uri="{BB962C8B-B14F-4D97-AF65-F5344CB8AC3E}">
        <p14:creationId xmlns:p14="http://schemas.microsoft.com/office/powerpoint/2010/main" val="262246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EF4DBD-D530-4B9E-B25A-7FDC0D17BD5F}"/>
              </a:ext>
            </a:extLst>
          </p:cNvPr>
          <p:cNvSpPr>
            <a:spLocks noGrp="1"/>
          </p:cNvSpPr>
          <p:nvPr>
            <p:ph type="dt" sz="half" idx="10"/>
          </p:nvPr>
        </p:nvSpPr>
        <p:spPr/>
        <p:txBody>
          <a:bodyPr/>
          <a:lstStyle/>
          <a:p>
            <a:fld id="{D9653650-D133-44B2-A372-C1ED8EBACAF7}" type="datetime1">
              <a:rPr lang="en-IN" smtClean="0"/>
              <a:pPr/>
              <a:t>24-01-2022</a:t>
            </a:fld>
            <a:endParaRPr lang="en-IN" dirty="0"/>
          </a:p>
        </p:txBody>
      </p:sp>
      <p:sp>
        <p:nvSpPr>
          <p:cNvPr id="5" name="Footer Placeholder 4">
            <a:extLst>
              <a:ext uri="{FF2B5EF4-FFF2-40B4-BE49-F238E27FC236}">
                <a16:creationId xmlns:a16="http://schemas.microsoft.com/office/drawing/2014/main" id="{B056B9FE-BEC6-4070-81DB-7F83D280C53A}"/>
              </a:ext>
            </a:extLst>
          </p:cNvPr>
          <p:cNvSpPr>
            <a:spLocks noGrp="1"/>
          </p:cNvSpPr>
          <p:nvPr>
            <p:ph type="ftr" sz="quarter" idx="11"/>
          </p:nvPr>
        </p:nvSpPr>
        <p:spPr/>
        <p:txBody>
          <a:bodyPr/>
          <a:lstStyle/>
          <a:p>
            <a:r>
              <a:rPr lang="en-IN" dirty="0"/>
              <a:t>Department of ECE, BIT, Mesra Ranchi</a:t>
            </a:r>
          </a:p>
        </p:txBody>
      </p:sp>
      <p:sp>
        <p:nvSpPr>
          <p:cNvPr id="7" name="Rectangle: Rounded Corners 6">
            <a:extLst>
              <a:ext uri="{FF2B5EF4-FFF2-40B4-BE49-F238E27FC236}">
                <a16:creationId xmlns:a16="http://schemas.microsoft.com/office/drawing/2014/main" id="{F5D7E0AB-C38B-4614-8010-33C4DB9001B2}"/>
              </a:ext>
            </a:extLst>
          </p:cNvPr>
          <p:cNvSpPr/>
          <p:nvPr/>
        </p:nvSpPr>
        <p:spPr>
          <a:xfrm>
            <a:off x="838198" y="1445210"/>
            <a:ext cx="9614094" cy="779676"/>
          </a:xfrm>
          <a:prstGeom prst="roundRect">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r>
              <a:rPr lang="en-US" sz="2400" dirty="0">
                <a:solidFill>
                  <a:srgbClr val="FFFF00"/>
                </a:solidFill>
                <a:latin typeface="Times New Roman" panose="02020603050405020304" pitchFamily="18" charset="0"/>
              </a:rPr>
              <a:t>To Understand PN Junction, diodes and their applications. </a:t>
            </a:r>
            <a:endParaRPr lang="en-IN" sz="2400" dirty="0">
              <a:solidFill>
                <a:srgbClr val="FFFF00"/>
              </a:solidFill>
              <a:latin typeface="Times New Roman" panose="02020603050405020304" pitchFamily="18" charset="0"/>
            </a:endParaRPr>
          </a:p>
        </p:txBody>
      </p:sp>
      <p:sp>
        <p:nvSpPr>
          <p:cNvPr id="12" name="Rectangle: Rounded Corners 11">
            <a:extLst>
              <a:ext uri="{FF2B5EF4-FFF2-40B4-BE49-F238E27FC236}">
                <a16:creationId xmlns:a16="http://schemas.microsoft.com/office/drawing/2014/main" id="{28FFEF92-75C7-45DA-889C-D175695197A6}"/>
              </a:ext>
            </a:extLst>
          </p:cNvPr>
          <p:cNvSpPr/>
          <p:nvPr/>
        </p:nvSpPr>
        <p:spPr>
          <a:xfrm>
            <a:off x="838201" y="2218915"/>
            <a:ext cx="9614094" cy="779676"/>
          </a:xfrm>
          <a:prstGeom prst="roundRect">
            <a:avLst/>
          </a:prstGeom>
          <a:solidFill>
            <a:schemeClr val="accent4">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ectangle: Rounded Corners 13">
            <a:extLst>
              <a:ext uri="{FF2B5EF4-FFF2-40B4-BE49-F238E27FC236}">
                <a16:creationId xmlns:a16="http://schemas.microsoft.com/office/drawing/2014/main" id="{7BF81167-4654-4F04-BA3D-457FCBF867DC}"/>
              </a:ext>
            </a:extLst>
          </p:cNvPr>
          <p:cNvSpPr/>
          <p:nvPr/>
        </p:nvSpPr>
        <p:spPr>
          <a:xfrm>
            <a:off x="838200" y="2867464"/>
            <a:ext cx="9614094" cy="779676"/>
          </a:xfrm>
          <a:prstGeom prst="roundRect">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ectangle: Rounded Corners 15">
            <a:extLst>
              <a:ext uri="{FF2B5EF4-FFF2-40B4-BE49-F238E27FC236}">
                <a16:creationId xmlns:a16="http://schemas.microsoft.com/office/drawing/2014/main" id="{039C74D4-BCAA-4C81-B795-A6C9EDA403C6}"/>
              </a:ext>
            </a:extLst>
          </p:cNvPr>
          <p:cNvSpPr/>
          <p:nvPr/>
        </p:nvSpPr>
        <p:spPr>
          <a:xfrm>
            <a:off x="838200" y="3647140"/>
            <a:ext cx="9614094" cy="779676"/>
          </a:xfrm>
          <a:prstGeom prst="roundRect">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dirty="0"/>
          </a:p>
        </p:txBody>
      </p:sp>
      <p:sp>
        <p:nvSpPr>
          <p:cNvPr id="18" name="Rectangle: Rounded Corners 17">
            <a:extLst>
              <a:ext uri="{FF2B5EF4-FFF2-40B4-BE49-F238E27FC236}">
                <a16:creationId xmlns:a16="http://schemas.microsoft.com/office/drawing/2014/main" id="{FE63B3BA-11A0-4437-8E38-084436684129}"/>
              </a:ext>
            </a:extLst>
          </p:cNvPr>
          <p:cNvSpPr/>
          <p:nvPr/>
        </p:nvSpPr>
        <p:spPr>
          <a:xfrm>
            <a:off x="838200" y="4407533"/>
            <a:ext cx="9614094" cy="701145"/>
          </a:xfrm>
          <a:prstGeom prst="roundRect">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0" name="TextBox 19">
            <a:extLst>
              <a:ext uri="{FF2B5EF4-FFF2-40B4-BE49-F238E27FC236}">
                <a16:creationId xmlns:a16="http://schemas.microsoft.com/office/drawing/2014/main" id="{71310C25-CD0F-4B8C-986E-E2486C7259FC}"/>
              </a:ext>
            </a:extLst>
          </p:cNvPr>
          <p:cNvSpPr txBox="1"/>
          <p:nvPr/>
        </p:nvSpPr>
        <p:spPr>
          <a:xfrm>
            <a:off x="838200" y="2313560"/>
            <a:ext cx="7202658" cy="461665"/>
          </a:xfrm>
          <a:prstGeom prst="rect">
            <a:avLst/>
          </a:prstGeom>
          <a:noFill/>
        </p:spPr>
        <p:txBody>
          <a:bodyPr wrap="square" rtlCol="0">
            <a:spAutoFit/>
          </a:bodyPr>
          <a:lstStyle/>
          <a:p>
            <a:r>
              <a:rPr lang="en-IN" sz="2400" dirty="0">
                <a:solidFill>
                  <a:srgbClr val="002060"/>
                </a:solidFill>
                <a:latin typeface="Times New Roman" panose="02020603050405020304" pitchFamily="18" charset="0"/>
              </a:rPr>
              <a:t>To comprehend BJT, FET and their bias configurations. </a:t>
            </a:r>
          </a:p>
        </p:txBody>
      </p:sp>
      <p:sp>
        <p:nvSpPr>
          <p:cNvPr id="21" name="TextBox 20">
            <a:extLst>
              <a:ext uri="{FF2B5EF4-FFF2-40B4-BE49-F238E27FC236}">
                <a16:creationId xmlns:a16="http://schemas.microsoft.com/office/drawing/2014/main" id="{AE6BFC9B-A645-4DCF-BCFB-EA350FFF91AF}"/>
              </a:ext>
            </a:extLst>
          </p:cNvPr>
          <p:cNvSpPr txBox="1"/>
          <p:nvPr/>
        </p:nvSpPr>
        <p:spPr>
          <a:xfrm>
            <a:off x="838200" y="2865053"/>
            <a:ext cx="9614094" cy="830997"/>
          </a:xfrm>
          <a:prstGeom prst="rect">
            <a:avLst/>
          </a:prstGeom>
          <a:noFill/>
        </p:spPr>
        <p:txBody>
          <a:bodyPr wrap="square" rtlCol="0">
            <a:spAutoFit/>
          </a:bodyPr>
          <a:lstStyle/>
          <a:p>
            <a:r>
              <a:rPr lang="en-IN" sz="2400" dirty="0">
                <a:solidFill>
                  <a:srgbClr val="00B0F0"/>
                </a:solidFill>
                <a:latin typeface="Times New Roman" panose="02020603050405020304" pitchFamily="18" charset="0"/>
              </a:rPr>
              <a:t>To grasp importance of feedback in amplifier circuits, op-amp and its applications. </a:t>
            </a:r>
          </a:p>
        </p:txBody>
      </p:sp>
      <p:sp>
        <p:nvSpPr>
          <p:cNvPr id="22" name="TextBox 21">
            <a:extLst>
              <a:ext uri="{FF2B5EF4-FFF2-40B4-BE49-F238E27FC236}">
                <a16:creationId xmlns:a16="http://schemas.microsoft.com/office/drawing/2014/main" id="{808D656F-B41E-41E9-A3BB-70C4C7D8771A}"/>
              </a:ext>
            </a:extLst>
          </p:cNvPr>
          <p:cNvSpPr txBox="1"/>
          <p:nvPr/>
        </p:nvSpPr>
        <p:spPr>
          <a:xfrm>
            <a:off x="838199" y="3711119"/>
            <a:ext cx="9163929" cy="461665"/>
          </a:xfrm>
          <a:prstGeom prst="rect">
            <a:avLst/>
          </a:prstGeom>
          <a:noFill/>
        </p:spPr>
        <p:txBody>
          <a:bodyPr wrap="square" rtlCol="0">
            <a:spAutoFit/>
          </a:bodyPr>
          <a:lstStyle/>
          <a:p>
            <a:r>
              <a:rPr lang="en-IN" sz="2400" dirty="0">
                <a:solidFill>
                  <a:srgbClr val="92D050"/>
                </a:solidFill>
                <a:latin typeface="Times New Roman" panose="02020603050405020304" pitchFamily="18" charset="0"/>
              </a:rPr>
              <a:t>To understand number system, Logic Gates and Boolean Algebra. </a:t>
            </a:r>
          </a:p>
        </p:txBody>
      </p:sp>
      <p:sp>
        <p:nvSpPr>
          <p:cNvPr id="23" name="TextBox 22">
            <a:extLst>
              <a:ext uri="{FF2B5EF4-FFF2-40B4-BE49-F238E27FC236}">
                <a16:creationId xmlns:a16="http://schemas.microsoft.com/office/drawing/2014/main" id="{5593AF00-6E71-4799-AC9F-CA24CC7C0AC6}"/>
              </a:ext>
            </a:extLst>
          </p:cNvPr>
          <p:cNvSpPr txBox="1"/>
          <p:nvPr/>
        </p:nvSpPr>
        <p:spPr>
          <a:xfrm>
            <a:off x="838199" y="4456954"/>
            <a:ext cx="8643425" cy="461665"/>
          </a:xfrm>
          <a:prstGeom prst="rect">
            <a:avLst/>
          </a:prstGeom>
          <a:noFill/>
        </p:spPr>
        <p:txBody>
          <a:bodyPr wrap="square" rtlCol="0">
            <a:spAutoFit/>
          </a:bodyPr>
          <a:lstStyle/>
          <a:p>
            <a:r>
              <a:rPr lang="en-IN" sz="2400" dirty="0">
                <a:solidFill>
                  <a:srgbClr val="00B050"/>
                </a:solidFill>
                <a:latin typeface="Times New Roman" panose="02020603050405020304" pitchFamily="18" charset="0"/>
              </a:rPr>
              <a:t>To apprehend fundamentals of communication technology.</a:t>
            </a:r>
          </a:p>
        </p:txBody>
      </p:sp>
      <p:sp>
        <p:nvSpPr>
          <p:cNvPr id="2" name="Rectangle 1">
            <a:extLst>
              <a:ext uri="{FF2B5EF4-FFF2-40B4-BE49-F238E27FC236}">
                <a16:creationId xmlns:a16="http://schemas.microsoft.com/office/drawing/2014/main" id="{8EC3E06F-42FF-4DC1-A9F1-1ABD38AFC259}"/>
              </a:ext>
            </a:extLst>
          </p:cNvPr>
          <p:cNvSpPr/>
          <p:nvPr/>
        </p:nvSpPr>
        <p:spPr>
          <a:xfrm>
            <a:off x="838200" y="209392"/>
            <a:ext cx="9614094" cy="70004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dirty="0">
                <a:ln w="0"/>
                <a:solidFill>
                  <a:schemeClr val="tx2">
                    <a:lumMod val="20000"/>
                    <a:lumOff val="80000"/>
                  </a:schemeClr>
                </a:solidFill>
                <a:effectLst>
                  <a:outerShdw blurRad="38100" dist="25400" dir="5400000" algn="ctr" rotWithShape="0">
                    <a:srgbClr val="6E747A">
                      <a:alpha val="43000"/>
                    </a:srgbClr>
                  </a:outerShdw>
                </a:effectLst>
              </a:rPr>
              <a:t>Course Objectives</a:t>
            </a:r>
            <a:endParaRPr lang="en-IN" sz="4000" dirty="0">
              <a:ln w="0"/>
              <a:solidFill>
                <a:schemeClr val="tx2">
                  <a:lumMod val="20000"/>
                  <a:lumOff val="80000"/>
                </a:schemeClr>
              </a:solidFill>
              <a:effectLst>
                <a:outerShdw blurRad="38100" dist="25400" dir="5400000" algn="ctr" rotWithShape="0">
                  <a:srgbClr val="6E747A">
                    <a:alpha val="43000"/>
                  </a:srgbClr>
                </a:outerShdw>
              </a:effectLst>
            </a:endParaRPr>
          </a:p>
        </p:txBody>
      </p:sp>
      <p:sp>
        <p:nvSpPr>
          <p:cNvPr id="3" name="TextBox 2">
            <a:extLst>
              <a:ext uri="{FF2B5EF4-FFF2-40B4-BE49-F238E27FC236}">
                <a16:creationId xmlns:a16="http://schemas.microsoft.com/office/drawing/2014/main" id="{4F8C9257-6DD7-4D8E-A989-7C3C954B88B1}"/>
              </a:ext>
            </a:extLst>
          </p:cNvPr>
          <p:cNvSpPr txBox="1"/>
          <p:nvPr/>
        </p:nvSpPr>
        <p:spPr>
          <a:xfrm>
            <a:off x="838199" y="909438"/>
            <a:ext cx="9614094" cy="523220"/>
          </a:xfrm>
          <a:prstGeom prst="rect">
            <a:avLst/>
          </a:prstGeom>
          <a:noFill/>
        </p:spPr>
        <p:txBody>
          <a:bodyPr wrap="square" rtlCol="0">
            <a:spAutoFit/>
          </a:bodyPr>
          <a:lstStyle/>
          <a:p>
            <a:r>
              <a:rPr lang="en-US" sz="2800" dirty="0"/>
              <a:t>This course enables the students:</a:t>
            </a:r>
            <a:endParaRPr lang="en-IN" sz="2800" dirty="0"/>
          </a:p>
        </p:txBody>
      </p:sp>
      <p:sp>
        <p:nvSpPr>
          <p:cNvPr id="6" name="Slide Number Placeholder 5">
            <a:extLst>
              <a:ext uri="{FF2B5EF4-FFF2-40B4-BE49-F238E27FC236}">
                <a16:creationId xmlns:a16="http://schemas.microsoft.com/office/drawing/2014/main" id="{1F6FBE2C-E71E-4347-AAA7-85D59BDF7ADB}"/>
              </a:ext>
            </a:extLst>
          </p:cNvPr>
          <p:cNvSpPr>
            <a:spLocks noGrp="1"/>
          </p:cNvSpPr>
          <p:nvPr>
            <p:ph type="sldNum" sz="quarter" idx="12"/>
          </p:nvPr>
        </p:nvSpPr>
        <p:spPr/>
        <p:txBody>
          <a:bodyPr/>
          <a:lstStyle/>
          <a:p>
            <a:fld id="{780713B5-9296-425E-8DDC-5B86ACA00944}" type="slidenum">
              <a:rPr lang="en-IN" smtClean="0"/>
              <a:pPr/>
              <a:t>2</a:t>
            </a:fld>
            <a:endParaRPr lang="en-IN" dirty="0"/>
          </a:p>
        </p:txBody>
      </p:sp>
    </p:spTree>
    <p:extLst>
      <p:ext uri="{BB962C8B-B14F-4D97-AF65-F5344CB8AC3E}">
        <p14:creationId xmlns:p14="http://schemas.microsoft.com/office/powerpoint/2010/main" val="3640942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EF4DBD-D530-4B9E-B25A-7FDC0D17BD5F}"/>
              </a:ext>
            </a:extLst>
          </p:cNvPr>
          <p:cNvSpPr>
            <a:spLocks noGrp="1"/>
          </p:cNvSpPr>
          <p:nvPr>
            <p:ph type="dt" sz="half" idx="10"/>
          </p:nvPr>
        </p:nvSpPr>
        <p:spPr/>
        <p:txBody>
          <a:bodyPr/>
          <a:lstStyle/>
          <a:p>
            <a:fld id="{9EFE0FBF-3FAA-4D96-8561-7D4BE3264245}" type="datetime1">
              <a:rPr lang="en-IN" smtClean="0"/>
              <a:pPr/>
              <a:t>24-01-2022</a:t>
            </a:fld>
            <a:endParaRPr lang="en-IN" dirty="0"/>
          </a:p>
        </p:txBody>
      </p:sp>
      <p:sp>
        <p:nvSpPr>
          <p:cNvPr id="5" name="Footer Placeholder 4">
            <a:extLst>
              <a:ext uri="{FF2B5EF4-FFF2-40B4-BE49-F238E27FC236}">
                <a16:creationId xmlns:a16="http://schemas.microsoft.com/office/drawing/2014/main" id="{B056B9FE-BEC6-4070-81DB-7F83D280C53A}"/>
              </a:ext>
            </a:extLst>
          </p:cNvPr>
          <p:cNvSpPr>
            <a:spLocks noGrp="1"/>
          </p:cNvSpPr>
          <p:nvPr>
            <p:ph type="ftr" sz="quarter" idx="11"/>
          </p:nvPr>
        </p:nvSpPr>
        <p:spPr/>
        <p:txBody>
          <a:bodyPr/>
          <a:lstStyle/>
          <a:p>
            <a:r>
              <a:rPr lang="en-IN" dirty="0"/>
              <a:t>Department of ECE, BIT, Mesra Ranchi</a:t>
            </a:r>
          </a:p>
        </p:txBody>
      </p:sp>
      <p:sp>
        <p:nvSpPr>
          <p:cNvPr id="7" name="Rectangle: Rounded Corners 6">
            <a:extLst>
              <a:ext uri="{FF2B5EF4-FFF2-40B4-BE49-F238E27FC236}">
                <a16:creationId xmlns:a16="http://schemas.microsoft.com/office/drawing/2014/main" id="{F5D7E0AB-C38B-4614-8010-33C4DB9001B2}"/>
              </a:ext>
            </a:extLst>
          </p:cNvPr>
          <p:cNvSpPr/>
          <p:nvPr/>
        </p:nvSpPr>
        <p:spPr>
          <a:xfrm>
            <a:off x="838201" y="1448972"/>
            <a:ext cx="9614094" cy="779676"/>
          </a:xfrm>
          <a:prstGeom prst="roundRect">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r>
              <a:rPr lang="en-US" sz="2400" dirty="0">
                <a:solidFill>
                  <a:schemeClr val="accent1">
                    <a:lumMod val="60000"/>
                    <a:lumOff val="40000"/>
                  </a:schemeClr>
                </a:solidFill>
                <a:latin typeface="Times New Roman" panose="02020603050405020304" pitchFamily="18" charset="0"/>
              </a:rPr>
              <a:t>Explain PN Junction, diodes and their applications. </a:t>
            </a:r>
            <a:endParaRPr lang="en-IN" sz="2400" dirty="0">
              <a:solidFill>
                <a:schemeClr val="accent1">
                  <a:lumMod val="60000"/>
                  <a:lumOff val="40000"/>
                </a:schemeClr>
              </a:solidFill>
              <a:latin typeface="Times New Roman" panose="02020603050405020304" pitchFamily="18" charset="0"/>
            </a:endParaRPr>
          </a:p>
        </p:txBody>
      </p:sp>
      <p:sp>
        <p:nvSpPr>
          <p:cNvPr id="10" name="Rectangle 9">
            <a:extLst>
              <a:ext uri="{FF2B5EF4-FFF2-40B4-BE49-F238E27FC236}">
                <a16:creationId xmlns:a16="http://schemas.microsoft.com/office/drawing/2014/main" id="{E866F49B-A5E9-4A4D-966F-5E180120A55F}"/>
              </a:ext>
            </a:extLst>
          </p:cNvPr>
          <p:cNvSpPr/>
          <p:nvPr/>
        </p:nvSpPr>
        <p:spPr>
          <a:xfrm>
            <a:off x="838200" y="254169"/>
            <a:ext cx="9614094" cy="70004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dirty="0">
                <a:ln w="0"/>
                <a:solidFill>
                  <a:schemeClr val="tx2">
                    <a:lumMod val="20000"/>
                    <a:lumOff val="80000"/>
                  </a:schemeClr>
                </a:solidFill>
                <a:effectLst>
                  <a:outerShdw blurRad="38100" dist="25400" dir="5400000" algn="ctr" rotWithShape="0">
                    <a:srgbClr val="6E747A">
                      <a:alpha val="43000"/>
                    </a:srgbClr>
                  </a:outerShdw>
                </a:effectLst>
              </a:rPr>
              <a:t>Course Outcomes</a:t>
            </a:r>
            <a:endParaRPr lang="en-IN" sz="4000" dirty="0">
              <a:ln w="0"/>
              <a:solidFill>
                <a:schemeClr val="tx2">
                  <a:lumMod val="20000"/>
                  <a:lumOff val="80000"/>
                </a:schemeClr>
              </a:solidFill>
              <a:effectLst>
                <a:outerShdw blurRad="38100" dist="25400" dir="5400000" algn="ctr" rotWithShape="0">
                  <a:srgbClr val="6E747A">
                    <a:alpha val="43000"/>
                  </a:srgbClr>
                </a:outerShdw>
              </a:effectLst>
            </a:endParaRPr>
          </a:p>
        </p:txBody>
      </p:sp>
      <p:sp>
        <p:nvSpPr>
          <p:cNvPr id="12" name="Rectangle: Rounded Corners 11">
            <a:extLst>
              <a:ext uri="{FF2B5EF4-FFF2-40B4-BE49-F238E27FC236}">
                <a16:creationId xmlns:a16="http://schemas.microsoft.com/office/drawing/2014/main" id="{28FFEF92-75C7-45DA-889C-D175695197A6}"/>
              </a:ext>
            </a:extLst>
          </p:cNvPr>
          <p:cNvSpPr/>
          <p:nvPr/>
        </p:nvSpPr>
        <p:spPr>
          <a:xfrm>
            <a:off x="838201" y="2218915"/>
            <a:ext cx="9614094" cy="779676"/>
          </a:xfrm>
          <a:prstGeom prst="roundRect">
            <a:avLst/>
          </a:prstGeom>
          <a:solidFill>
            <a:schemeClr val="accent4">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ectangle: Rounded Corners 13">
            <a:extLst>
              <a:ext uri="{FF2B5EF4-FFF2-40B4-BE49-F238E27FC236}">
                <a16:creationId xmlns:a16="http://schemas.microsoft.com/office/drawing/2014/main" id="{7BF81167-4654-4F04-BA3D-457FCBF867DC}"/>
              </a:ext>
            </a:extLst>
          </p:cNvPr>
          <p:cNvSpPr/>
          <p:nvPr/>
        </p:nvSpPr>
        <p:spPr>
          <a:xfrm>
            <a:off x="838200" y="2867464"/>
            <a:ext cx="9614094" cy="779676"/>
          </a:xfrm>
          <a:prstGeom prst="roundRect">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ectangle: Rounded Corners 15">
            <a:extLst>
              <a:ext uri="{FF2B5EF4-FFF2-40B4-BE49-F238E27FC236}">
                <a16:creationId xmlns:a16="http://schemas.microsoft.com/office/drawing/2014/main" id="{039C74D4-BCAA-4C81-B795-A6C9EDA403C6}"/>
              </a:ext>
            </a:extLst>
          </p:cNvPr>
          <p:cNvSpPr/>
          <p:nvPr/>
        </p:nvSpPr>
        <p:spPr>
          <a:xfrm>
            <a:off x="838199" y="3636563"/>
            <a:ext cx="9737994" cy="1234813"/>
          </a:xfrm>
          <a:prstGeom prst="roundRect">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r>
              <a:rPr lang="en-US" sz="2400" dirty="0">
                <a:solidFill>
                  <a:schemeClr val="accent6">
                    <a:lumMod val="60000"/>
                    <a:lumOff val="40000"/>
                  </a:schemeClr>
                </a:solidFill>
                <a:latin typeface="Times New Roman" panose="02020603050405020304" pitchFamily="18" charset="0"/>
              </a:rPr>
              <a:t>Translate one number system into another, build circuits with Logic Gates, electronic components and Op-Amp IC741 and </a:t>
            </a:r>
            <a:r>
              <a:rPr lang="en-US" sz="2400" dirty="0" err="1">
                <a:solidFill>
                  <a:schemeClr val="accent6">
                    <a:lumMod val="60000"/>
                    <a:lumOff val="40000"/>
                  </a:schemeClr>
                </a:solidFill>
                <a:latin typeface="Times New Roman" panose="02020603050405020304" pitchFamily="18" charset="0"/>
              </a:rPr>
              <a:t>analyse</a:t>
            </a:r>
            <a:r>
              <a:rPr lang="en-US" sz="2400" dirty="0">
                <a:solidFill>
                  <a:schemeClr val="accent6">
                    <a:lumMod val="60000"/>
                    <a:lumOff val="40000"/>
                  </a:schemeClr>
                </a:solidFill>
                <a:latin typeface="Times New Roman" panose="02020603050405020304" pitchFamily="18" charset="0"/>
              </a:rPr>
              <a:t> the measurement results using CRO.  </a:t>
            </a:r>
            <a:endParaRPr lang="en-IN" sz="2400" dirty="0">
              <a:solidFill>
                <a:schemeClr val="accent6">
                  <a:lumMod val="60000"/>
                  <a:lumOff val="40000"/>
                </a:schemeClr>
              </a:solidFill>
              <a:latin typeface="Times New Roman" panose="02020603050405020304" pitchFamily="18" charset="0"/>
            </a:endParaRPr>
          </a:p>
        </p:txBody>
      </p:sp>
      <p:sp>
        <p:nvSpPr>
          <p:cNvPr id="18" name="Rectangle: Rounded Corners 17">
            <a:extLst>
              <a:ext uri="{FF2B5EF4-FFF2-40B4-BE49-F238E27FC236}">
                <a16:creationId xmlns:a16="http://schemas.microsoft.com/office/drawing/2014/main" id="{FE63B3BA-11A0-4437-8E38-084436684129}"/>
              </a:ext>
            </a:extLst>
          </p:cNvPr>
          <p:cNvSpPr/>
          <p:nvPr/>
        </p:nvSpPr>
        <p:spPr>
          <a:xfrm>
            <a:off x="838198" y="4860799"/>
            <a:ext cx="9614094" cy="779676"/>
          </a:xfrm>
          <a:prstGeom prst="roundRect">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0" name="TextBox 19">
            <a:extLst>
              <a:ext uri="{FF2B5EF4-FFF2-40B4-BE49-F238E27FC236}">
                <a16:creationId xmlns:a16="http://schemas.microsoft.com/office/drawing/2014/main" id="{71310C25-CD0F-4B8C-986E-E2486C7259FC}"/>
              </a:ext>
            </a:extLst>
          </p:cNvPr>
          <p:cNvSpPr txBox="1"/>
          <p:nvPr/>
        </p:nvSpPr>
        <p:spPr>
          <a:xfrm>
            <a:off x="838198" y="2299176"/>
            <a:ext cx="9065455" cy="461665"/>
          </a:xfrm>
          <a:prstGeom prst="rect">
            <a:avLst/>
          </a:prstGeom>
          <a:noFill/>
        </p:spPr>
        <p:txBody>
          <a:bodyPr wrap="square" rtlCol="0">
            <a:spAutoFit/>
          </a:bodyPr>
          <a:lstStyle/>
          <a:p>
            <a:pPr algn="just"/>
            <a:r>
              <a:rPr lang="en-IN" sz="2400" dirty="0">
                <a:solidFill>
                  <a:srgbClr val="002060"/>
                </a:solidFill>
                <a:latin typeface="Times New Roman" panose="02020603050405020304" pitchFamily="18" charset="0"/>
              </a:rPr>
              <a:t>Appraise the BJT, FET and their biasing techniques.</a:t>
            </a:r>
          </a:p>
        </p:txBody>
      </p:sp>
      <p:sp>
        <p:nvSpPr>
          <p:cNvPr id="21" name="TextBox 20">
            <a:extLst>
              <a:ext uri="{FF2B5EF4-FFF2-40B4-BE49-F238E27FC236}">
                <a16:creationId xmlns:a16="http://schemas.microsoft.com/office/drawing/2014/main" id="{AE6BFC9B-A645-4DCF-BCFB-EA350FFF91AF}"/>
              </a:ext>
            </a:extLst>
          </p:cNvPr>
          <p:cNvSpPr txBox="1"/>
          <p:nvPr/>
        </p:nvSpPr>
        <p:spPr>
          <a:xfrm>
            <a:off x="838199" y="2992534"/>
            <a:ext cx="9065454" cy="461665"/>
          </a:xfrm>
          <a:prstGeom prst="rect">
            <a:avLst/>
          </a:prstGeom>
          <a:noFill/>
        </p:spPr>
        <p:txBody>
          <a:bodyPr wrap="square" rtlCol="0">
            <a:spAutoFit/>
          </a:bodyPr>
          <a:lstStyle/>
          <a:p>
            <a:r>
              <a:rPr lang="en-IN" sz="2400" dirty="0">
                <a:solidFill>
                  <a:schemeClr val="accent4">
                    <a:lumMod val="40000"/>
                    <a:lumOff val="60000"/>
                  </a:schemeClr>
                </a:solidFill>
                <a:latin typeface="Times New Roman" panose="02020603050405020304" pitchFamily="18" charset="0"/>
              </a:rPr>
              <a:t>Comprehend feedback in amplifier circuits, op-amp and its applications. </a:t>
            </a:r>
          </a:p>
        </p:txBody>
      </p:sp>
      <p:sp>
        <p:nvSpPr>
          <p:cNvPr id="23" name="TextBox 22">
            <a:extLst>
              <a:ext uri="{FF2B5EF4-FFF2-40B4-BE49-F238E27FC236}">
                <a16:creationId xmlns:a16="http://schemas.microsoft.com/office/drawing/2014/main" id="{5593AF00-6E71-4799-AC9F-CA24CC7C0AC6}"/>
              </a:ext>
            </a:extLst>
          </p:cNvPr>
          <p:cNvSpPr txBox="1"/>
          <p:nvPr/>
        </p:nvSpPr>
        <p:spPr>
          <a:xfrm>
            <a:off x="992942" y="5021788"/>
            <a:ext cx="8755966" cy="461665"/>
          </a:xfrm>
          <a:prstGeom prst="rect">
            <a:avLst/>
          </a:prstGeom>
          <a:noFill/>
        </p:spPr>
        <p:txBody>
          <a:bodyPr wrap="square" rtlCol="0">
            <a:spAutoFit/>
          </a:bodyPr>
          <a:lstStyle/>
          <a:p>
            <a:r>
              <a:rPr lang="en-IN" sz="2400" dirty="0">
                <a:solidFill>
                  <a:srgbClr val="92D050"/>
                </a:solidFill>
                <a:latin typeface="Times New Roman" panose="02020603050405020304" pitchFamily="18" charset="0"/>
              </a:rPr>
              <a:t>Appraise the fundamentals of communication technology. </a:t>
            </a:r>
          </a:p>
        </p:txBody>
      </p:sp>
      <p:sp>
        <p:nvSpPr>
          <p:cNvPr id="3" name="TextBox 2">
            <a:extLst>
              <a:ext uri="{FF2B5EF4-FFF2-40B4-BE49-F238E27FC236}">
                <a16:creationId xmlns:a16="http://schemas.microsoft.com/office/drawing/2014/main" id="{0204D6C9-52AE-4B97-945B-6C69C1DA427D}"/>
              </a:ext>
            </a:extLst>
          </p:cNvPr>
          <p:cNvSpPr txBox="1"/>
          <p:nvPr/>
        </p:nvSpPr>
        <p:spPr>
          <a:xfrm>
            <a:off x="838199" y="909438"/>
            <a:ext cx="9614094" cy="523220"/>
          </a:xfrm>
          <a:prstGeom prst="rect">
            <a:avLst/>
          </a:prstGeom>
          <a:noFill/>
        </p:spPr>
        <p:txBody>
          <a:bodyPr wrap="square" rtlCol="0">
            <a:spAutoFit/>
          </a:bodyPr>
          <a:lstStyle/>
          <a:p>
            <a:r>
              <a:rPr lang="en-US" sz="2800" dirty="0"/>
              <a:t>After completion of this course, students will be able to:</a:t>
            </a:r>
            <a:endParaRPr lang="en-IN" sz="2800" dirty="0"/>
          </a:p>
        </p:txBody>
      </p:sp>
      <p:sp>
        <p:nvSpPr>
          <p:cNvPr id="6" name="Slide Number Placeholder 5">
            <a:extLst>
              <a:ext uri="{FF2B5EF4-FFF2-40B4-BE49-F238E27FC236}">
                <a16:creationId xmlns:a16="http://schemas.microsoft.com/office/drawing/2014/main" id="{26398C97-A543-4D34-BD30-CD3E09B8B739}"/>
              </a:ext>
            </a:extLst>
          </p:cNvPr>
          <p:cNvSpPr>
            <a:spLocks noGrp="1"/>
          </p:cNvSpPr>
          <p:nvPr>
            <p:ph type="sldNum" sz="quarter" idx="12"/>
          </p:nvPr>
        </p:nvSpPr>
        <p:spPr/>
        <p:txBody>
          <a:bodyPr/>
          <a:lstStyle/>
          <a:p>
            <a:fld id="{780713B5-9296-425E-8DDC-5B86ACA00944}" type="slidenum">
              <a:rPr lang="en-IN" smtClean="0"/>
              <a:pPr/>
              <a:t>3</a:t>
            </a:fld>
            <a:endParaRPr lang="en-IN"/>
          </a:p>
        </p:txBody>
      </p:sp>
    </p:spTree>
    <p:extLst>
      <p:ext uri="{BB962C8B-B14F-4D97-AF65-F5344CB8AC3E}">
        <p14:creationId xmlns:p14="http://schemas.microsoft.com/office/powerpoint/2010/main" val="2313382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Course Syllabus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a:t>
            </a:fld>
            <a:endParaRPr lang="en-IN"/>
          </a:p>
        </p:txBody>
      </p:sp>
      <p:graphicFrame>
        <p:nvGraphicFramePr>
          <p:cNvPr id="8" name="Table 10">
            <a:extLst>
              <a:ext uri="{FF2B5EF4-FFF2-40B4-BE49-F238E27FC236}">
                <a16:creationId xmlns:a16="http://schemas.microsoft.com/office/drawing/2014/main" id="{144A7C39-12BF-4DF7-AC61-409F7F2F95F1}"/>
              </a:ext>
            </a:extLst>
          </p:cNvPr>
          <p:cNvGraphicFramePr>
            <a:graphicFrameLocks noGrp="1"/>
          </p:cNvGraphicFramePr>
          <p:nvPr>
            <p:extLst>
              <p:ext uri="{D42A27DB-BD31-4B8C-83A1-F6EECF244321}">
                <p14:modId xmlns:p14="http://schemas.microsoft.com/office/powerpoint/2010/main" val="1559237431"/>
              </p:ext>
            </p:extLst>
          </p:nvPr>
        </p:nvGraphicFramePr>
        <p:xfrm>
          <a:off x="1288953" y="1261953"/>
          <a:ext cx="9614093" cy="4617852"/>
        </p:xfrm>
        <a:graphic>
          <a:graphicData uri="http://schemas.openxmlformats.org/drawingml/2006/table">
            <a:tbl>
              <a:tblPr firstRow="1" bandRow="1">
                <a:tableStyleId>{5940675A-B579-460E-94D1-54222C63F5DA}</a:tableStyleId>
              </a:tblPr>
              <a:tblGrid>
                <a:gridCol w="9614093">
                  <a:extLst>
                    <a:ext uri="{9D8B030D-6E8A-4147-A177-3AD203B41FA5}">
                      <a16:colId xmlns:a16="http://schemas.microsoft.com/office/drawing/2014/main" val="2619165396"/>
                    </a:ext>
                  </a:extLst>
                </a:gridCol>
              </a:tblGrid>
              <a:tr h="1799604">
                <a:tc>
                  <a:txBody>
                    <a:bodyPr/>
                    <a:lstStyle/>
                    <a:p>
                      <a:pPr algn="just"/>
                      <a:r>
                        <a:rPr lang="en-US" sz="2000" u="sng" dirty="0">
                          <a:solidFill>
                            <a:schemeClr val="accent1">
                              <a:lumMod val="75000"/>
                            </a:schemeClr>
                          </a:solidFill>
                        </a:rPr>
                        <a:t>Module-1 : </a:t>
                      </a:r>
                      <a:r>
                        <a:rPr lang="ru-RU" sz="2000" u="sng" kern="1200" dirty="0">
                          <a:solidFill>
                            <a:schemeClr val="accent1">
                              <a:lumMod val="75000"/>
                            </a:schemeClr>
                          </a:solidFill>
                          <a:effectLst/>
                          <a:latin typeface="+mn-lt"/>
                          <a:ea typeface="+mn-ea"/>
                          <a:cs typeface="+mn-cs"/>
                        </a:rPr>
                        <a:t>Diodes and Applications</a:t>
                      </a:r>
                      <a:endParaRPr lang="en-US" sz="2000" u="sng" kern="1200" dirty="0">
                        <a:solidFill>
                          <a:schemeClr val="accent1">
                            <a:lumMod val="75000"/>
                          </a:schemeClr>
                        </a:solidFill>
                        <a:effectLst/>
                        <a:latin typeface="+mn-lt"/>
                        <a:ea typeface="+mn-ea"/>
                        <a:cs typeface="+mn-cs"/>
                      </a:endParaRPr>
                    </a:p>
                    <a:p>
                      <a:pPr algn="just"/>
                      <a:r>
                        <a:rPr lang="ru-RU" sz="2000" kern="1200" dirty="0">
                          <a:solidFill>
                            <a:schemeClr val="tx1"/>
                          </a:solidFill>
                          <a:effectLst/>
                          <a:latin typeface="+mn-lt"/>
                          <a:ea typeface="+mn-ea"/>
                          <a:cs typeface="+mn-cs"/>
                        </a:rPr>
                        <a:t>Introduction to PN junction diodes; Characteristics of semiconductor diodes: V-I characteristics, diode-resistance, temperature-</a:t>
                      </a:r>
                      <a:r>
                        <a:rPr lang="en-US"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dependence, diode-capacitance; DC &amp; AC load lines; Breakdown Mechanisms; Zener Diode — Operation and Applications; Diode as a Rectifier: Half Wave and</a:t>
                      </a:r>
                      <a:r>
                        <a:rPr lang="en-US"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Full Wave Rectifiers with and without C-Filters.</a:t>
                      </a:r>
                      <a:r>
                        <a:rPr lang="en-IN" sz="2000" dirty="0">
                          <a:effectLst/>
                        </a:rPr>
                        <a:t> </a:t>
                      </a:r>
                      <a:r>
                        <a:rPr lang="ru-RU" sz="2000" kern="1200" dirty="0">
                          <a:solidFill>
                            <a:schemeClr val="tx1"/>
                          </a:solidFill>
                          <a:effectLst/>
                          <a:latin typeface="+mn-lt"/>
                          <a:ea typeface="+mn-ea"/>
                          <a:cs typeface="+mn-cs"/>
                        </a:rPr>
                        <a:t> </a:t>
                      </a:r>
                      <a:r>
                        <a:rPr lang="en-US" sz="1800" kern="1200" dirty="0">
                          <a:solidFill>
                            <a:srgbClr val="C00000"/>
                          </a:solidFill>
                          <a:effectLst/>
                          <a:latin typeface="+mn-lt"/>
                          <a:ea typeface="+mn-ea"/>
                          <a:cs typeface="+mn-cs"/>
                        </a:rPr>
                        <a:t>{12 Lect. hours}</a:t>
                      </a:r>
                      <a:endParaRPr lang="en-IN" sz="1800" kern="1200" dirty="0">
                        <a:solidFill>
                          <a:srgbClr val="C00000"/>
                        </a:solidFill>
                        <a:effectLst/>
                        <a:latin typeface="+mn-lt"/>
                        <a:ea typeface="+mn-ea"/>
                        <a:cs typeface="+mn-cs"/>
                      </a:endParaRPr>
                    </a:p>
                  </a:txBody>
                  <a:tcPr/>
                </a:tc>
                <a:extLst>
                  <a:ext uri="{0D108BD9-81ED-4DB2-BD59-A6C34878D82A}">
                    <a16:rowId xmlns:a16="http://schemas.microsoft.com/office/drawing/2014/main" val="290279518"/>
                  </a:ext>
                </a:extLst>
              </a:tr>
              <a:tr h="2818248">
                <a:tc>
                  <a:txBody>
                    <a:bodyPr/>
                    <a:lstStyle/>
                    <a:p>
                      <a:pPr marL="0" algn="just" defTabSz="914400" rtl="0" eaLnBrk="1" latinLnBrk="0" hangingPunct="1"/>
                      <a:r>
                        <a:rPr lang="en-US" sz="2000" u="sng" kern="1200" dirty="0">
                          <a:solidFill>
                            <a:schemeClr val="accent1">
                              <a:lumMod val="75000"/>
                            </a:schemeClr>
                          </a:solidFill>
                          <a:latin typeface="+mn-lt"/>
                          <a:ea typeface="+mn-ea"/>
                          <a:cs typeface="+mn-cs"/>
                        </a:rPr>
                        <a:t>Module-2 : Bipolar Junction Transistor (BJT)</a:t>
                      </a:r>
                    </a:p>
                    <a:p>
                      <a:pPr algn="just"/>
                      <a:r>
                        <a:rPr lang="ru-RU" sz="2000" kern="1200" dirty="0">
                          <a:solidFill>
                            <a:schemeClr val="tx1"/>
                          </a:solidFill>
                          <a:effectLst/>
                          <a:latin typeface="+mn-lt"/>
                          <a:ea typeface="+mn-ea"/>
                          <a:cs typeface="+mn-cs"/>
                        </a:rPr>
                        <a:t>Bipolar Junction Transistors (BJT): PNP and NPN Transistors, Basic Transistor Action, Input and Output Characteristics of CB, CE and CC</a:t>
                      </a:r>
                      <a:r>
                        <a:rPr lang="en-IN"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 Configurations, dc and ac load line analysis, operating point, Transistor biasing:</a:t>
                      </a:r>
                      <a:r>
                        <a:rPr lang="en-US"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Fixed bias, emitter bias/self-bias, Low-frequency response of CE amplifier.</a:t>
                      </a:r>
                      <a:r>
                        <a:rPr lang="en-IN"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 </a:t>
                      </a:r>
                      <a:endParaRPr lang="en-IN" sz="2000" kern="1200" dirty="0">
                        <a:solidFill>
                          <a:schemeClr val="tx1"/>
                        </a:solidFill>
                        <a:effectLst/>
                        <a:latin typeface="+mn-lt"/>
                        <a:ea typeface="+mn-ea"/>
                        <a:cs typeface="+mn-cs"/>
                      </a:endParaRPr>
                    </a:p>
                    <a:p>
                      <a:pPr algn="just"/>
                      <a:r>
                        <a:rPr lang="ru-RU" sz="2000" u="sng" kern="1200" dirty="0">
                          <a:solidFill>
                            <a:schemeClr val="accent1">
                              <a:lumMod val="75000"/>
                            </a:schemeClr>
                          </a:solidFill>
                          <a:latin typeface="+mn-lt"/>
                          <a:ea typeface="+mn-ea"/>
                          <a:cs typeface="+mn-cs"/>
                        </a:rPr>
                        <a:t>Field Effect Transistors:</a:t>
                      </a:r>
                      <a:r>
                        <a:rPr lang="en-US" sz="2000" u="sng" kern="1200" dirty="0">
                          <a:solidFill>
                            <a:schemeClr val="accent1">
                              <a:lumMod val="75000"/>
                            </a:schemeClr>
                          </a:solidFill>
                          <a:latin typeface="+mn-lt"/>
                          <a:ea typeface="+mn-ea"/>
                          <a:cs typeface="+mn-cs"/>
                        </a:rPr>
                        <a:t> </a:t>
                      </a:r>
                      <a:r>
                        <a:rPr lang="ru-RU" sz="2000" kern="1200" dirty="0">
                          <a:solidFill>
                            <a:schemeClr val="tx1"/>
                          </a:solidFill>
                          <a:effectLst/>
                          <a:latin typeface="+mn-lt"/>
                          <a:ea typeface="+mn-ea"/>
                          <a:cs typeface="+mn-cs"/>
                        </a:rPr>
                        <a:t>JFET, Idea of Channel Formation, Pinch-Off and</a:t>
                      </a:r>
                      <a:r>
                        <a:rPr lang="en-IN" sz="2000" kern="1200" dirty="0">
                          <a:solidFill>
                            <a:schemeClr val="tx1"/>
                          </a:solidFill>
                          <a:effectLst/>
                          <a:latin typeface="+mn-lt"/>
                          <a:ea typeface="+mn-ea"/>
                          <a:cs typeface="+mn-cs"/>
                        </a:rPr>
                        <a:t> </a:t>
                      </a:r>
                      <a:r>
                        <a:rPr lang="ru-RU" sz="2000" kern="1200" dirty="0">
                          <a:solidFill>
                            <a:schemeClr val="tx1"/>
                          </a:solidFill>
                          <a:effectLst/>
                          <a:latin typeface="+mn-lt"/>
                          <a:ea typeface="+mn-ea"/>
                          <a:cs typeface="+mn-cs"/>
                        </a:rPr>
                        <a:t>saturation Voltage, Current-Voltage Output Characteristics; MOSFET: Basic</a:t>
                      </a:r>
                      <a:r>
                        <a:rPr lang="en-US" sz="2000" kern="1200" dirty="0">
                          <a:solidFill>
                            <a:schemeClr val="tx1"/>
                          </a:solidFill>
                          <a:effectLst/>
                          <a:latin typeface="+mn-lt"/>
                          <a:ea typeface="+mn-ea"/>
                          <a:cs typeface="+mn-cs"/>
                        </a:rPr>
                        <a:t> s</a:t>
                      </a:r>
                      <a:r>
                        <a:rPr lang="ru-RU" sz="2000" kern="1200" dirty="0">
                          <a:solidFill>
                            <a:schemeClr val="tx1"/>
                          </a:solidFill>
                          <a:effectLst/>
                          <a:latin typeface="+mn-lt"/>
                          <a:ea typeface="+mn-ea"/>
                          <a:cs typeface="+mn-cs"/>
                        </a:rPr>
                        <a:t>tructure, operation and characteristics.</a:t>
                      </a:r>
                      <a:r>
                        <a:rPr lang="en-IN" sz="2000" kern="1200" dirty="0">
                          <a:solidFill>
                            <a:schemeClr val="tx1"/>
                          </a:solidFill>
                          <a:effectLst/>
                          <a:latin typeface="+mn-lt"/>
                          <a:ea typeface="+mn-ea"/>
                          <a:cs typeface="+mn-cs"/>
                        </a:rPr>
                        <a:t> </a:t>
                      </a:r>
                      <a:r>
                        <a:rPr lang="en-US" sz="1800" kern="1200" dirty="0">
                          <a:solidFill>
                            <a:srgbClr val="C00000"/>
                          </a:solidFill>
                          <a:effectLst/>
                          <a:latin typeface="+mn-lt"/>
                          <a:ea typeface="+mn-ea"/>
                          <a:cs typeface="+mn-cs"/>
                        </a:rPr>
                        <a:t>{12 Lect. hours}</a:t>
                      </a:r>
                      <a:endParaRPr lang="en-IN" sz="1800" kern="1200" dirty="0">
                        <a:solidFill>
                          <a:srgbClr val="C00000"/>
                        </a:solidFill>
                        <a:effectLst/>
                        <a:latin typeface="+mn-lt"/>
                        <a:ea typeface="+mn-ea"/>
                        <a:cs typeface="+mn-cs"/>
                      </a:endParaRPr>
                    </a:p>
                  </a:txBody>
                  <a:tcPr/>
                </a:tc>
                <a:extLst>
                  <a:ext uri="{0D108BD9-81ED-4DB2-BD59-A6C34878D82A}">
                    <a16:rowId xmlns:a16="http://schemas.microsoft.com/office/drawing/2014/main" val="1589735730"/>
                  </a:ext>
                </a:extLst>
              </a:tr>
            </a:tbl>
          </a:graphicData>
        </a:graphic>
      </p:graphicFrame>
    </p:spTree>
    <p:extLst>
      <p:ext uri="{BB962C8B-B14F-4D97-AF65-F5344CB8AC3E}">
        <p14:creationId xmlns:p14="http://schemas.microsoft.com/office/powerpoint/2010/main" val="271150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C9703F10-0DDC-4146-8EFA-3C6BDE48C7B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Course Syllabus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E645080F-BC75-482C-B61B-99AABABA602A}"/>
              </a:ext>
            </a:extLst>
          </p:cNvPr>
          <p:cNvSpPr>
            <a:spLocks noGrp="1"/>
          </p:cNvSpPr>
          <p:nvPr>
            <p:ph type="sldNum" sz="quarter" idx="12"/>
          </p:nvPr>
        </p:nvSpPr>
        <p:spPr>
          <a:xfrm>
            <a:off x="8929579" y="6356349"/>
            <a:ext cx="2743200" cy="365125"/>
          </a:xfrm>
        </p:spPr>
        <p:txBody>
          <a:bodyPr/>
          <a:lstStyle/>
          <a:p>
            <a:fld id="{780713B5-9296-425E-8DDC-5B86ACA00944}" type="slidenum">
              <a:rPr lang="en-IN" smtClean="0"/>
              <a:pPr/>
              <a:t>5</a:t>
            </a:fld>
            <a:endParaRPr lang="en-IN"/>
          </a:p>
        </p:txBody>
      </p:sp>
      <p:graphicFrame>
        <p:nvGraphicFramePr>
          <p:cNvPr id="14" name="Table 10">
            <a:extLst>
              <a:ext uri="{FF2B5EF4-FFF2-40B4-BE49-F238E27FC236}">
                <a16:creationId xmlns:a16="http://schemas.microsoft.com/office/drawing/2014/main" id="{1BBA31B9-1791-4664-A0A3-1636F0F734EE}"/>
              </a:ext>
            </a:extLst>
          </p:cNvPr>
          <p:cNvGraphicFramePr>
            <a:graphicFrameLocks noGrp="1"/>
          </p:cNvGraphicFramePr>
          <p:nvPr>
            <p:extLst>
              <p:ext uri="{D42A27DB-BD31-4B8C-83A1-F6EECF244321}">
                <p14:modId xmlns:p14="http://schemas.microsoft.com/office/powerpoint/2010/main" val="2303420215"/>
              </p:ext>
            </p:extLst>
          </p:nvPr>
        </p:nvGraphicFramePr>
        <p:xfrm>
          <a:off x="1288953" y="1070566"/>
          <a:ext cx="9614094" cy="4693920"/>
        </p:xfrm>
        <a:graphic>
          <a:graphicData uri="http://schemas.openxmlformats.org/drawingml/2006/table">
            <a:tbl>
              <a:tblPr firstRow="1" bandRow="1">
                <a:tableStyleId>{5940675A-B579-460E-94D1-54222C63F5DA}</a:tableStyleId>
              </a:tblPr>
              <a:tblGrid>
                <a:gridCol w="9614094">
                  <a:extLst>
                    <a:ext uri="{9D8B030D-6E8A-4147-A177-3AD203B41FA5}">
                      <a16:colId xmlns:a16="http://schemas.microsoft.com/office/drawing/2014/main" val="2619165396"/>
                    </a:ext>
                  </a:extLst>
                </a:gridCol>
              </a:tblGrid>
              <a:tr h="1364290">
                <a:tc>
                  <a:txBody>
                    <a:bodyPr/>
                    <a:lstStyle/>
                    <a:p>
                      <a:pPr marL="0" algn="just" defTabSz="914400" rtl="0" eaLnBrk="1" latinLnBrk="0" hangingPunct="1"/>
                      <a:r>
                        <a:rPr lang="en-US" sz="2000" u="sng" kern="1200" dirty="0">
                          <a:solidFill>
                            <a:schemeClr val="accent1">
                              <a:lumMod val="75000"/>
                            </a:schemeClr>
                          </a:solidFill>
                          <a:latin typeface="+mn-lt"/>
                          <a:ea typeface="+mn-ea"/>
                          <a:cs typeface="+mn-cs"/>
                        </a:rPr>
                        <a:t>Module-3 : Sinusoidal Oscillators</a:t>
                      </a:r>
                      <a:r>
                        <a:rPr lang="ru-RU" sz="2000" u="sng" kern="1200" dirty="0">
                          <a:solidFill>
                            <a:schemeClr val="accent1">
                              <a:lumMod val="75000"/>
                            </a:schemeClr>
                          </a:solidFill>
                          <a:latin typeface="+mn-lt"/>
                          <a:ea typeface="+mn-ea"/>
                          <a:cs typeface="+mn-cs"/>
                        </a:rPr>
                        <a:t> </a:t>
                      </a:r>
                      <a:endParaRPr lang="en-US" sz="2000" u="sng" kern="1200" dirty="0">
                        <a:solidFill>
                          <a:schemeClr val="accent1">
                            <a:lumMod val="75000"/>
                          </a:schemeClr>
                        </a:solidFill>
                        <a:latin typeface="+mn-lt"/>
                        <a:ea typeface="+mn-ea"/>
                        <a:cs typeface="+mn-cs"/>
                      </a:endParaRPr>
                    </a:p>
                    <a:p>
                      <a:pPr marL="0" algn="just" defTabSz="914400" rtl="0" eaLnBrk="1" latinLnBrk="0" hangingPunct="1"/>
                      <a:r>
                        <a:rPr lang="ru-RU" sz="2000" u="none" kern="1200" dirty="0">
                          <a:solidFill>
                            <a:schemeClr val="tx1"/>
                          </a:solidFill>
                          <a:latin typeface="+mn-lt"/>
                          <a:ea typeface="+mn-ea"/>
                          <a:cs typeface="+mn-cs"/>
                        </a:rPr>
                        <a:t>Sinusoidal Oscillators: Concept of positive and negative feedback, Barkhausen</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criterion for sustained oscillations, Determination of Frequency and Condition of</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oscillation, Hartley and Colpitt’s oscillator.</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a:t>
                      </a:r>
                      <a:endParaRPr lang="en-IN" sz="2000" u="none" kern="1200" dirty="0">
                        <a:solidFill>
                          <a:schemeClr val="tx1"/>
                        </a:solidFill>
                        <a:latin typeface="+mn-lt"/>
                        <a:ea typeface="+mn-ea"/>
                        <a:cs typeface="+mn-cs"/>
                      </a:endParaRPr>
                    </a:p>
                    <a:p>
                      <a:pPr marL="0" algn="just" defTabSz="914400" rtl="0" eaLnBrk="1" latinLnBrk="0" hangingPunct="1"/>
                      <a:r>
                        <a:rPr lang="en-US" sz="2000" u="sng" kern="1200" dirty="0">
                          <a:solidFill>
                            <a:schemeClr val="accent1">
                              <a:lumMod val="75000"/>
                            </a:schemeClr>
                          </a:solidFill>
                          <a:latin typeface="+mn-lt"/>
                          <a:ea typeface="+mn-ea"/>
                          <a:cs typeface="+mn-cs"/>
                        </a:rPr>
                        <a:t>Operational Amplifiers:</a:t>
                      </a:r>
                    </a:p>
                    <a:p>
                      <a:pPr algn="just"/>
                      <a:r>
                        <a:rPr lang="ru-RU" sz="2000" u="none" kern="1200" dirty="0">
                          <a:solidFill>
                            <a:schemeClr val="tx1"/>
                          </a:solidFill>
                          <a:latin typeface="+mn-lt"/>
                          <a:ea typeface="+mn-ea"/>
                          <a:cs typeface="+mn-cs"/>
                        </a:rPr>
                        <a:t>Operational Amplifiers: Characteristics of an Ideal and Practical Operational</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Amplifier (IC 741), Inverting and non-inverting amplifiers, Offset error voltages</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and currents; Power supply rejection ratio, Slew Rate and concept of Virtual</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Ground, Summing and Difference Amplifiers, Differentiator and Integrator, RC</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phase shift oscillator.</a:t>
                      </a:r>
                      <a:r>
                        <a:rPr lang="en-US" sz="2000" u="none" kern="1200" dirty="0">
                          <a:solidFill>
                            <a:schemeClr val="tx1"/>
                          </a:solidFill>
                          <a:latin typeface="+mn-lt"/>
                          <a:ea typeface="+mn-ea"/>
                          <a:cs typeface="+mn-cs"/>
                        </a:rPr>
                        <a:t> </a:t>
                      </a:r>
                      <a:r>
                        <a:rPr lang="en-US" sz="2000" kern="1200" dirty="0">
                          <a:solidFill>
                            <a:srgbClr val="C00000"/>
                          </a:solidFill>
                          <a:effectLst/>
                          <a:latin typeface="+mn-lt"/>
                          <a:ea typeface="+mn-ea"/>
                          <a:cs typeface="+mn-cs"/>
                        </a:rPr>
                        <a:t>{8 Lect. hours}</a:t>
                      </a:r>
                      <a:endParaRPr lang="en-IN" sz="2000" u="none" kern="1200" dirty="0">
                        <a:solidFill>
                          <a:schemeClr val="tx1"/>
                        </a:solidFill>
                        <a:latin typeface="+mn-lt"/>
                        <a:ea typeface="+mn-ea"/>
                        <a:cs typeface="+mn-cs"/>
                      </a:endParaRPr>
                    </a:p>
                  </a:txBody>
                  <a:tcPr/>
                </a:tc>
                <a:extLst>
                  <a:ext uri="{0D108BD9-81ED-4DB2-BD59-A6C34878D82A}">
                    <a16:rowId xmlns:a16="http://schemas.microsoft.com/office/drawing/2014/main" val="290279518"/>
                  </a:ext>
                </a:extLst>
              </a:tr>
              <a:tr h="989338">
                <a:tc>
                  <a:txBody>
                    <a:bodyPr/>
                    <a:lstStyle/>
                    <a:p>
                      <a:pPr marL="0" algn="just" defTabSz="914400" rtl="0" eaLnBrk="1" latinLnBrk="0" hangingPunct="1"/>
                      <a:r>
                        <a:rPr lang="en-US" sz="1800" u="sng" kern="1200" dirty="0">
                          <a:solidFill>
                            <a:schemeClr val="accent1">
                              <a:lumMod val="75000"/>
                            </a:schemeClr>
                          </a:solidFill>
                          <a:latin typeface="+mn-lt"/>
                          <a:ea typeface="+mn-ea"/>
                          <a:cs typeface="+mn-cs"/>
                        </a:rPr>
                        <a:t>Module-4 : Logic Gates and Boolean Algebra</a:t>
                      </a:r>
                    </a:p>
                    <a:p>
                      <a:pPr algn="just"/>
                      <a:r>
                        <a:rPr lang="ru-RU" sz="2000" u="none" kern="1200" dirty="0">
                          <a:solidFill>
                            <a:schemeClr val="tx1"/>
                          </a:solidFill>
                          <a:latin typeface="+mn-lt"/>
                          <a:ea typeface="+mn-ea"/>
                          <a:cs typeface="+mn-cs"/>
                        </a:rPr>
                        <a:t>Logic Gates and Boolean algebra: Introduction to Boolean Algebra and</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Boolean operators, Symbolic representation, Boolean algebraic function and</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Truth table of different Digital logic Gates (AND, OR, NOT, NAND, NOR, EX-</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OR, EX-NOR); Realization of Basic logic gates using universal gates, Adder,</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Subtractor, adder/subtractor.</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a:t>
                      </a:r>
                      <a:r>
                        <a:rPr lang="en-US" sz="2000" u="none" kern="1200" dirty="0">
                          <a:solidFill>
                            <a:schemeClr val="tx1"/>
                          </a:solidFill>
                          <a:latin typeface="+mn-lt"/>
                          <a:ea typeface="+mn-ea"/>
                          <a:cs typeface="+mn-cs"/>
                        </a:rPr>
                        <a:t>            </a:t>
                      </a:r>
                      <a:r>
                        <a:rPr lang="en-US" sz="2000" kern="1200" dirty="0">
                          <a:solidFill>
                            <a:srgbClr val="C00000"/>
                          </a:solidFill>
                          <a:effectLst/>
                          <a:latin typeface="+mn-lt"/>
                          <a:ea typeface="+mn-ea"/>
                          <a:cs typeface="+mn-cs"/>
                        </a:rPr>
                        <a:t>{8 Lect. hours}</a:t>
                      </a:r>
                      <a:endParaRPr lang="en-IN" sz="2000" u="none" kern="1200" dirty="0">
                        <a:solidFill>
                          <a:schemeClr val="tx1"/>
                        </a:solidFill>
                        <a:latin typeface="+mn-lt"/>
                        <a:ea typeface="+mn-ea"/>
                        <a:cs typeface="+mn-cs"/>
                      </a:endParaRPr>
                    </a:p>
                    <a:p>
                      <a:pPr marL="0" algn="just" defTabSz="914400" rtl="0" eaLnBrk="1" latinLnBrk="0" hangingPunct="1"/>
                      <a:endParaRPr lang="en-IN" sz="1800" kern="1200" dirty="0">
                        <a:solidFill>
                          <a:srgbClr val="C00000"/>
                        </a:solidFill>
                        <a:effectLst/>
                        <a:latin typeface="+mn-lt"/>
                        <a:ea typeface="+mn-ea"/>
                        <a:cs typeface="+mn-cs"/>
                      </a:endParaRPr>
                    </a:p>
                  </a:txBody>
                  <a:tcPr/>
                </a:tc>
                <a:extLst>
                  <a:ext uri="{0D108BD9-81ED-4DB2-BD59-A6C34878D82A}">
                    <a16:rowId xmlns:a16="http://schemas.microsoft.com/office/drawing/2014/main" val="1589735730"/>
                  </a:ext>
                </a:extLst>
              </a:tr>
            </a:tbl>
          </a:graphicData>
        </a:graphic>
      </p:graphicFrame>
    </p:spTree>
    <p:extLst>
      <p:ext uri="{BB962C8B-B14F-4D97-AF65-F5344CB8AC3E}">
        <p14:creationId xmlns:p14="http://schemas.microsoft.com/office/powerpoint/2010/main" val="362390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Course Syllabus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6</a:t>
            </a:fld>
            <a:endParaRPr lang="en-IN"/>
          </a:p>
        </p:txBody>
      </p:sp>
      <p:graphicFrame>
        <p:nvGraphicFramePr>
          <p:cNvPr id="3" name="Table 10">
            <a:extLst>
              <a:ext uri="{FF2B5EF4-FFF2-40B4-BE49-F238E27FC236}">
                <a16:creationId xmlns:a16="http://schemas.microsoft.com/office/drawing/2014/main" id="{C33CC27A-C8D1-442D-89F3-CEEB57D1B42D}"/>
              </a:ext>
            </a:extLst>
          </p:cNvPr>
          <p:cNvGraphicFramePr>
            <a:graphicFrameLocks noGrp="1"/>
          </p:cNvGraphicFramePr>
          <p:nvPr>
            <p:extLst>
              <p:ext uri="{D42A27DB-BD31-4B8C-83A1-F6EECF244321}">
                <p14:modId xmlns:p14="http://schemas.microsoft.com/office/powerpoint/2010/main" val="221872305"/>
              </p:ext>
            </p:extLst>
          </p:nvPr>
        </p:nvGraphicFramePr>
        <p:xfrm>
          <a:off x="1288953" y="1070566"/>
          <a:ext cx="9614094" cy="5303520"/>
        </p:xfrm>
        <a:graphic>
          <a:graphicData uri="http://schemas.openxmlformats.org/drawingml/2006/table">
            <a:tbl>
              <a:tblPr firstRow="1" bandRow="1">
                <a:tableStyleId>{5940675A-B579-460E-94D1-54222C63F5DA}</a:tableStyleId>
              </a:tblPr>
              <a:tblGrid>
                <a:gridCol w="9614094">
                  <a:extLst>
                    <a:ext uri="{9D8B030D-6E8A-4147-A177-3AD203B41FA5}">
                      <a16:colId xmlns:a16="http://schemas.microsoft.com/office/drawing/2014/main" val="2619165396"/>
                    </a:ext>
                  </a:extLst>
                </a:gridCol>
              </a:tblGrid>
              <a:tr h="1364290">
                <a:tc>
                  <a:txBody>
                    <a:bodyPr/>
                    <a:lstStyle/>
                    <a:p>
                      <a:pPr marL="0" algn="just" defTabSz="914400" rtl="0" eaLnBrk="1" latinLnBrk="0" hangingPunct="1"/>
                      <a:r>
                        <a:rPr lang="en-US" sz="2000" u="sng" kern="1200" dirty="0">
                          <a:solidFill>
                            <a:schemeClr val="accent1">
                              <a:lumMod val="75000"/>
                            </a:schemeClr>
                          </a:solidFill>
                          <a:latin typeface="+mn-lt"/>
                          <a:ea typeface="+mn-ea"/>
                          <a:cs typeface="+mn-cs"/>
                        </a:rPr>
                        <a:t>Module-5 : Electronic Communication</a:t>
                      </a:r>
                    </a:p>
                    <a:p>
                      <a:pPr algn="just"/>
                      <a:r>
                        <a:rPr lang="ru-RU" sz="2000" kern="1200" dirty="0">
                          <a:solidFill>
                            <a:schemeClr val="tx1"/>
                          </a:solidFill>
                          <a:effectLst/>
                          <a:latin typeface="+mn-lt"/>
                          <a:ea typeface="+mn-ea"/>
                          <a:cs typeface="+mn-cs"/>
                        </a:rPr>
                        <a:t>Electronic communication: Introduction to electronic communication system, Electromagnetic Communication spectrum band and applications, Elements of</a:t>
                      </a:r>
                      <a:r>
                        <a:rPr lang="en-IN" sz="2000" dirty="0">
                          <a:effectLst/>
                        </a:rPr>
                        <a:t> </a:t>
                      </a:r>
                      <a:r>
                        <a:rPr lang="ru-RU" sz="2000" kern="1200" dirty="0">
                          <a:solidFill>
                            <a:schemeClr val="tx1"/>
                          </a:solidFill>
                          <a:effectLst/>
                          <a:latin typeface="+mn-lt"/>
                          <a:ea typeface="+mn-ea"/>
                          <a:cs typeface="+mn-cs"/>
                        </a:rPr>
                        <a:t> Electronic Communication System; Merits and demerits of analog and digital</a:t>
                      </a:r>
                      <a:r>
                        <a:rPr lang="en-IN" sz="2000" dirty="0">
                          <a:effectLst/>
                        </a:rPr>
                        <a:t> </a:t>
                      </a:r>
                      <a:r>
                        <a:rPr lang="ru-RU" sz="2000" kern="1200" dirty="0">
                          <a:solidFill>
                            <a:schemeClr val="tx1"/>
                          </a:solidFill>
                          <a:effectLst/>
                          <a:latin typeface="+mn-lt"/>
                          <a:ea typeface="+mn-ea"/>
                          <a:cs typeface="+mn-cs"/>
                        </a:rPr>
                        <a:t>communication, Modes of communication; Signal radiation and propagation;</a:t>
                      </a:r>
                      <a:r>
                        <a:rPr lang="en-IN" sz="2000" dirty="0">
                          <a:effectLst/>
                        </a:rPr>
                        <a:t> </a:t>
                      </a:r>
                      <a:r>
                        <a:rPr lang="ru-RU" sz="2000" kern="1200" dirty="0">
                          <a:solidFill>
                            <a:schemeClr val="tx1"/>
                          </a:solidFill>
                          <a:effectLst/>
                          <a:latin typeface="+mn-lt"/>
                          <a:ea typeface="+mn-ea"/>
                          <a:cs typeface="+mn-cs"/>
                        </a:rPr>
                        <a:t>Need for modulation; Introduction to Amplitude</a:t>
                      </a:r>
                      <a:r>
                        <a:rPr lang="en-US" sz="2000" kern="1200" dirty="0">
                          <a:solidFill>
                            <a:schemeClr val="tx1"/>
                          </a:solidFill>
                          <a:effectLst/>
                          <a:latin typeface="+mn-lt"/>
                          <a:ea typeface="+mn-ea"/>
                          <a:cs typeface="+mn-cs"/>
                        </a:rPr>
                        <a:t> and Angle modulation. </a:t>
                      </a:r>
                      <a:r>
                        <a:rPr lang="en-IN" sz="2000" dirty="0">
                          <a:effectLst/>
                        </a:rPr>
                        <a:t>                                                                    </a:t>
                      </a:r>
                      <a:r>
                        <a:rPr lang="en-US" sz="2000" kern="1200" dirty="0">
                          <a:solidFill>
                            <a:srgbClr val="C00000"/>
                          </a:solidFill>
                          <a:effectLst/>
                          <a:latin typeface="+mn-lt"/>
                          <a:ea typeface="+mn-ea"/>
                          <a:cs typeface="+mn-cs"/>
                        </a:rPr>
                        <a:t>{10 Lect. hours}</a:t>
                      </a:r>
                      <a:endParaRPr lang="en-IN" sz="2000" u="none" kern="1200" dirty="0">
                        <a:solidFill>
                          <a:schemeClr val="tx1"/>
                        </a:solidFill>
                        <a:latin typeface="+mn-lt"/>
                        <a:ea typeface="+mn-ea"/>
                        <a:cs typeface="+mn-cs"/>
                      </a:endParaRPr>
                    </a:p>
                  </a:txBody>
                  <a:tcPr/>
                </a:tc>
                <a:extLst>
                  <a:ext uri="{0D108BD9-81ED-4DB2-BD59-A6C34878D82A}">
                    <a16:rowId xmlns:a16="http://schemas.microsoft.com/office/drawing/2014/main" val="290279518"/>
                  </a:ext>
                </a:extLst>
              </a:tr>
              <a:tr h="989338">
                <a:tc>
                  <a:txBody>
                    <a:bodyPr/>
                    <a:lstStyle/>
                    <a:p>
                      <a:pPr marL="0" algn="just" defTabSz="914400" rtl="0" eaLnBrk="1" latinLnBrk="0" hangingPunct="1"/>
                      <a:r>
                        <a:rPr lang="en-US" sz="1800" u="sng" kern="1200" dirty="0">
                          <a:solidFill>
                            <a:srgbClr val="002060"/>
                          </a:solidFill>
                          <a:latin typeface="+mn-lt"/>
                          <a:ea typeface="+mn-ea"/>
                          <a:cs typeface="+mn-cs"/>
                        </a:rPr>
                        <a:t>Text Books:</a:t>
                      </a:r>
                    </a:p>
                    <a:p>
                      <a:pPr marL="342900" indent="-342900" algn="just" defTabSz="914400" rtl="0" eaLnBrk="1" latinLnBrk="0" hangingPunct="1">
                        <a:buAutoNum type="arabicPeriod"/>
                      </a:pPr>
                      <a:r>
                        <a:rPr lang="en-US" sz="1800" u="none" kern="1200" dirty="0" err="1">
                          <a:solidFill>
                            <a:schemeClr val="tx1"/>
                          </a:solidFill>
                          <a:latin typeface="+mn-lt"/>
                          <a:ea typeface="+mn-ea"/>
                          <a:cs typeface="+mn-cs"/>
                        </a:rPr>
                        <a:t>Millman</a:t>
                      </a:r>
                      <a:r>
                        <a:rPr lang="en-US" sz="1800" u="none" kern="1200" dirty="0">
                          <a:solidFill>
                            <a:schemeClr val="tx1"/>
                          </a:solidFill>
                          <a:latin typeface="+mn-lt"/>
                          <a:ea typeface="+mn-ea"/>
                          <a:cs typeface="+mn-cs"/>
                        </a:rPr>
                        <a:t> J. </a:t>
                      </a:r>
                      <a:r>
                        <a:rPr lang="en-US" sz="1800" u="none" kern="1200" dirty="0" err="1">
                          <a:solidFill>
                            <a:schemeClr val="tx1"/>
                          </a:solidFill>
                          <a:latin typeface="+mn-lt"/>
                          <a:ea typeface="+mn-ea"/>
                          <a:cs typeface="+mn-cs"/>
                        </a:rPr>
                        <a:t>Halkias</a:t>
                      </a:r>
                      <a:r>
                        <a:rPr lang="en-US" sz="1800" u="none" kern="1200" dirty="0">
                          <a:solidFill>
                            <a:schemeClr val="tx1"/>
                          </a:solidFill>
                          <a:latin typeface="+mn-lt"/>
                          <a:ea typeface="+mn-ea"/>
                          <a:cs typeface="+mn-cs"/>
                        </a:rPr>
                        <a:t> C. C., Parikh Chetan, “ Integrated Electronics: Analog and Digital Circuits and Systems”, Tata McGraw-Hill, 2/e. </a:t>
                      </a:r>
                    </a:p>
                    <a:p>
                      <a:pPr marL="342900" indent="-342900" algn="just" defTabSz="914400" rtl="0" eaLnBrk="1" latinLnBrk="0" hangingPunct="1">
                        <a:buAutoNum type="arabicPeriod"/>
                      </a:pPr>
                      <a:r>
                        <a:rPr lang="en-US" sz="1800" u="none" kern="1200" dirty="0">
                          <a:solidFill>
                            <a:schemeClr val="tx1"/>
                          </a:solidFill>
                          <a:latin typeface="+mn-lt"/>
                          <a:ea typeface="+mn-ea"/>
                          <a:cs typeface="+mn-cs"/>
                        </a:rPr>
                        <a:t>Mano M. M., “ Digital Logic and Computer Design”, Pearson Education, Inc. Thirteenth Impression, 2011.</a:t>
                      </a:r>
                    </a:p>
                    <a:p>
                      <a:pPr marL="342900" indent="-342900" algn="just" defTabSz="914400" rtl="0" eaLnBrk="1" latinLnBrk="0" hangingPunct="1">
                        <a:buAutoNum type="arabicPeriod"/>
                      </a:pPr>
                      <a:r>
                        <a:rPr lang="en-US" sz="1800" u="none" kern="1200" dirty="0">
                          <a:solidFill>
                            <a:schemeClr val="tx1"/>
                          </a:solidFill>
                          <a:latin typeface="+mn-lt"/>
                          <a:ea typeface="+mn-ea"/>
                          <a:cs typeface="+mn-cs"/>
                        </a:rPr>
                        <a:t>Singhal T. L., “ Analog and Digital Communications”, Tata McGraw-Hill, 2/e. </a:t>
                      </a:r>
                    </a:p>
                    <a:p>
                      <a:pPr marL="342900" indent="-342900" algn="just" defTabSz="914400" rtl="0" eaLnBrk="1" latinLnBrk="0" hangingPunct="1">
                        <a:buAutoNum type="arabicPeriod"/>
                      </a:pPr>
                      <a:r>
                        <a:rPr lang="en-US" sz="1800" u="none" kern="1200" dirty="0" err="1">
                          <a:solidFill>
                            <a:schemeClr val="tx1"/>
                          </a:solidFill>
                          <a:latin typeface="+mn-lt"/>
                          <a:ea typeface="+mn-ea"/>
                          <a:cs typeface="+mn-cs"/>
                        </a:rPr>
                        <a:t>Haykin</a:t>
                      </a:r>
                      <a:r>
                        <a:rPr lang="en-US" sz="1800" u="none" kern="1200" dirty="0">
                          <a:solidFill>
                            <a:schemeClr val="tx1"/>
                          </a:solidFill>
                          <a:latin typeface="+mn-lt"/>
                          <a:ea typeface="+mn-ea"/>
                          <a:cs typeface="+mn-cs"/>
                        </a:rPr>
                        <a:t> S. Moher M., “ Introduction to Analog and Digital Communications”, Wiley India Pvt. Ltd., 2/e.</a:t>
                      </a:r>
                    </a:p>
                    <a:p>
                      <a:pPr marL="0" indent="0" algn="just" defTabSz="914400" rtl="0" eaLnBrk="1" latinLnBrk="0" hangingPunct="1">
                        <a:buNone/>
                      </a:pPr>
                      <a:r>
                        <a:rPr lang="en-US" sz="1800" u="sng" kern="1200" dirty="0">
                          <a:solidFill>
                            <a:srgbClr val="002060"/>
                          </a:solidFill>
                          <a:latin typeface="+mn-lt"/>
                          <a:ea typeface="+mn-ea"/>
                          <a:cs typeface="+mn-cs"/>
                        </a:rPr>
                        <a:t>Reference Books:</a:t>
                      </a:r>
                    </a:p>
                    <a:p>
                      <a:pPr marL="0" indent="0" algn="just" defTabSz="914400" rtl="0" eaLnBrk="1" latinLnBrk="0" hangingPunct="1">
                        <a:buNone/>
                      </a:pPr>
                      <a:r>
                        <a:rPr lang="en-US" sz="1800" u="none" kern="1200" dirty="0">
                          <a:solidFill>
                            <a:schemeClr val="tx1"/>
                          </a:solidFill>
                          <a:latin typeface="+mn-lt"/>
                          <a:ea typeface="+mn-ea"/>
                          <a:cs typeface="+mn-cs"/>
                        </a:rPr>
                        <a:t>1.  </a:t>
                      </a:r>
                      <a:r>
                        <a:rPr lang="en-US" sz="1800" u="none" kern="1200" dirty="0" err="1">
                          <a:solidFill>
                            <a:schemeClr val="tx1"/>
                          </a:solidFill>
                          <a:latin typeface="+mn-lt"/>
                          <a:ea typeface="+mn-ea"/>
                          <a:cs typeface="+mn-cs"/>
                        </a:rPr>
                        <a:t>Bolystead</a:t>
                      </a:r>
                      <a:r>
                        <a:rPr lang="en-US" sz="1800" u="none" kern="1200" dirty="0">
                          <a:solidFill>
                            <a:schemeClr val="tx1"/>
                          </a:solidFill>
                          <a:latin typeface="+mn-lt"/>
                          <a:ea typeface="+mn-ea"/>
                          <a:cs typeface="+mn-cs"/>
                        </a:rPr>
                        <a:t> R. L., </a:t>
                      </a:r>
                      <a:r>
                        <a:rPr lang="en-US" sz="1800" u="none" kern="1200" dirty="0" err="1">
                          <a:solidFill>
                            <a:schemeClr val="tx1"/>
                          </a:solidFill>
                          <a:latin typeface="+mn-lt"/>
                          <a:ea typeface="+mn-ea"/>
                          <a:cs typeface="+mn-cs"/>
                        </a:rPr>
                        <a:t>Nashelsky</a:t>
                      </a:r>
                      <a:r>
                        <a:rPr lang="en-US" sz="1800" u="none" kern="1200" dirty="0">
                          <a:solidFill>
                            <a:schemeClr val="tx1"/>
                          </a:solidFill>
                          <a:latin typeface="+mn-lt"/>
                          <a:ea typeface="+mn-ea"/>
                          <a:cs typeface="+mn-cs"/>
                        </a:rPr>
                        <a:t> L., “ Electronic Devices and Circuit Theory”, Pearson Education, Inc,  </a:t>
                      </a:r>
                    </a:p>
                    <a:p>
                      <a:pPr marL="0" indent="0" algn="just" defTabSz="914400" rtl="0" eaLnBrk="1" latinLnBrk="0" hangingPunct="1">
                        <a:buNone/>
                      </a:pPr>
                      <a:r>
                        <a:rPr lang="en-US" sz="1800" u="none" kern="1200" dirty="0">
                          <a:solidFill>
                            <a:schemeClr val="tx1"/>
                          </a:solidFill>
                          <a:latin typeface="+mn-lt"/>
                          <a:ea typeface="+mn-ea"/>
                          <a:cs typeface="+mn-cs"/>
                        </a:rPr>
                        <a:t>     10/e.  </a:t>
                      </a:r>
                      <a:r>
                        <a:rPr lang="en-US" sz="1800" u="sng" kern="1200" dirty="0">
                          <a:solidFill>
                            <a:schemeClr val="tx1"/>
                          </a:solidFill>
                          <a:latin typeface="+mn-lt"/>
                          <a:ea typeface="+mn-ea"/>
                          <a:cs typeface="+mn-cs"/>
                        </a:rPr>
                        <a:t> </a:t>
                      </a:r>
                    </a:p>
                    <a:p>
                      <a:pPr marL="342900" indent="-342900" algn="just" defTabSz="914400" rtl="0" eaLnBrk="1" latinLnBrk="0" hangingPunct="1">
                        <a:buAutoNum type="arabicPeriod"/>
                      </a:pPr>
                      <a:endParaRPr lang="en-US" sz="1800" u="none" kern="1200" dirty="0">
                        <a:solidFill>
                          <a:schemeClr val="accent1">
                            <a:lumMod val="75000"/>
                          </a:schemeClr>
                        </a:solidFill>
                        <a:latin typeface="+mn-lt"/>
                        <a:ea typeface="+mn-ea"/>
                        <a:cs typeface="+mn-cs"/>
                      </a:endParaRPr>
                    </a:p>
                  </a:txBody>
                  <a:tcPr/>
                </a:tc>
                <a:extLst>
                  <a:ext uri="{0D108BD9-81ED-4DB2-BD59-A6C34878D82A}">
                    <a16:rowId xmlns:a16="http://schemas.microsoft.com/office/drawing/2014/main" val="1589735730"/>
                  </a:ext>
                </a:extLst>
              </a:tr>
            </a:tbl>
          </a:graphicData>
        </a:graphic>
      </p:graphicFrame>
    </p:spTree>
    <p:extLst>
      <p:ext uri="{BB962C8B-B14F-4D97-AF65-F5344CB8AC3E}">
        <p14:creationId xmlns:p14="http://schemas.microsoft.com/office/powerpoint/2010/main" val="368737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7D0528-E700-488A-967E-88094D349502}"/>
              </a:ext>
            </a:extLst>
          </p:cNvPr>
          <p:cNvSpPr>
            <a:spLocks noGrp="1"/>
          </p:cNvSpPr>
          <p:nvPr>
            <p:ph type="dt" sz="half" idx="10"/>
          </p:nvPr>
        </p:nvSpPr>
        <p:spPr/>
        <p:txBody>
          <a:bodyPr/>
          <a:lstStyle/>
          <a:p>
            <a:fld id="{C1F76289-D020-4E13-BF8C-12754C9CA5C0}" type="datetime1">
              <a:rPr lang="en-IN" smtClean="0"/>
              <a:pPr/>
              <a:t>24-01-2022</a:t>
            </a:fld>
            <a:endParaRPr lang="en-IN" dirty="0"/>
          </a:p>
        </p:txBody>
      </p:sp>
      <p:sp>
        <p:nvSpPr>
          <p:cNvPr id="5" name="Footer Placeholder 4">
            <a:extLst>
              <a:ext uri="{FF2B5EF4-FFF2-40B4-BE49-F238E27FC236}">
                <a16:creationId xmlns:a16="http://schemas.microsoft.com/office/drawing/2014/main" id="{6411E626-82FC-4003-A72A-88EF12F47078}"/>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CA3CCFA9-68C4-484C-BD80-C8C4B19F3C1B}"/>
              </a:ext>
            </a:extLst>
          </p:cNvPr>
          <p:cNvSpPr>
            <a:spLocks noGrp="1"/>
          </p:cNvSpPr>
          <p:nvPr>
            <p:ph type="sldNum" sz="quarter" idx="12"/>
          </p:nvPr>
        </p:nvSpPr>
        <p:spPr/>
        <p:txBody>
          <a:bodyPr/>
          <a:lstStyle/>
          <a:p>
            <a:fld id="{780713B5-9296-425E-8DDC-5B86ACA00944}" type="slidenum">
              <a:rPr lang="en-IN" smtClean="0"/>
              <a:pPr/>
              <a:t>7</a:t>
            </a:fld>
            <a:endParaRPr lang="en-IN" dirty="0"/>
          </a:p>
        </p:txBody>
      </p:sp>
      <p:sp>
        <p:nvSpPr>
          <p:cNvPr id="7" name="Rectangle 6">
            <a:extLst>
              <a:ext uri="{FF2B5EF4-FFF2-40B4-BE49-F238E27FC236}">
                <a16:creationId xmlns:a16="http://schemas.microsoft.com/office/drawing/2014/main" id="{E7BC75FF-A42F-4AEA-9C53-57B93B67D33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History</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1026" name="Picture 2" descr="Triode - Wikipedia">
            <a:extLst>
              <a:ext uri="{FF2B5EF4-FFF2-40B4-BE49-F238E27FC236}">
                <a16:creationId xmlns:a16="http://schemas.microsoft.com/office/drawing/2014/main" id="{E9CE4669-E20F-455B-A094-270058D3E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231" y="1078642"/>
            <a:ext cx="3224464" cy="21233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nsistors types, structure (pnp transistor &amp;amp; npn transistor) | Science  online">
            <a:extLst>
              <a:ext uri="{FF2B5EF4-FFF2-40B4-BE49-F238E27FC236}">
                <a16:creationId xmlns:a16="http://schemas.microsoft.com/office/drawing/2014/main" id="{6B4153C5-4CBA-4855-9812-D986D6E42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8911" y="1078642"/>
            <a:ext cx="3364205" cy="21233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acuum Diode, डायोड in Padi Gopal Naicker Nagar, Chennai , Vetri Moulds &amp;amp;  Plastics | ID: 12470567930">
            <a:extLst>
              <a:ext uri="{FF2B5EF4-FFF2-40B4-BE49-F238E27FC236}">
                <a16:creationId xmlns:a16="http://schemas.microsoft.com/office/drawing/2014/main" id="{3BEBF2CA-E2C3-47B3-BF2C-C98DA5AC0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4082" y="1078642"/>
            <a:ext cx="2188981" cy="21233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tegrated Circuit, आईसी चिप in Banashankari, Bengaluru , Silicon  Technologies | ID: 17861804030">
            <a:extLst>
              <a:ext uri="{FF2B5EF4-FFF2-40B4-BE49-F238E27FC236}">
                <a16:creationId xmlns:a16="http://schemas.microsoft.com/office/drawing/2014/main" id="{69A2F2B9-16C9-46AB-BCA9-6CBB65F960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395" y="3656046"/>
            <a:ext cx="2482516" cy="196170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op 100 Global Creator - P47. Jack Kilby, Robert Noyce - Creators of  integrated circuit - WCSA.WORLD">
            <a:extLst>
              <a:ext uri="{FF2B5EF4-FFF2-40B4-BE49-F238E27FC236}">
                <a16:creationId xmlns:a16="http://schemas.microsoft.com/office/drawing/2014/main" id="{A2140906-C8DF-47B0-9156-AB73BB535E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4082" y="3656047"/>
            <a:ext cx="3460333" cy="19617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333650A-C206-41B9-9A44-09A623DC3C5C}"/>
                  </a:ext>
                </a:extLst>
              </p14:cNvPr>
              <p14:cNvContentPartPr/>
              <p14:nvPr/>
            </p14:nvContentPartPr>
            <p14:xfrm>
              <a:off x="765360" y="1302120"/>
              <a:ext cx="11397960" cy="5079600"/>
            </p14:xfrm>
          </p:contentPart>
        </mc:Choice>
        <mc:Fallback xmlns="">
          <p:pic>
            <p:nvPicPr>
              <p:cNvPr id="8" name="Ink 7">
                <a:extLst>
                  <a:ext uri="{FF2B5EF4-FFF2-40B4-BE49-F238E27FC236}">
                    <a16:creationId xmlns:a16="http://schemas.microsoft.com/office/drawing/2014/main" id="{0333650A-C206-41B9-9A44-09A623DC3C5C}"/>
                  </a:ext>
                </a:extLst>
              </p:cNvPr>
              <p:cNvPicPr/>
              <p:nvPr/>
            </p:nvPicPr>
            <p:blipFill>
              <a:blip r:embed="rId8"/>
              <a:stretch>
                <a:fillRect/>
              </a:stretch>
            </p:blipFill>
            <p:spPr>
              <a:xfrm>
                <a:off x="756000" y="1292760"/>
                <a:ext cx="11416680" cy="5098320"/>
              </a:xfrm>
              <a:prstGeom prst="rect">
                <a:avLst/>
              </a:prstGeom>
            </p:spPr>
          </p:pic>
        </mc:Fallback>
      </mc:AlternateContent>
    </p:spTree>
    <p:extLst>
      <p:ext uri="{BB962C8B-B14F-4D97-AF65-F5344CB8AC3E}">
        <p14:creationId xmlns:p14="http://schemas.microsoft.com/office/powerpoint/2010/main" val="85458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Introduction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8</a:t>
            </a:fld>
            <a:endParaRPr lang="en-IN"/>
          </a:p>
        </p:txBody>
      </p:sp>
      <p:sp>
        <p:nvSpPr>
          <p:cNvPr id="6" name="TextBox 5"/>
          <p:cNvSpPr txBox="1"/>
          <p:nvPr/>
        </p:nvSpPr>
        <p:spPr>
          <a:xfrm>
            <a:off x="1315452" y="985602"/>
            <a:ext cx="9914022" cy="1538883"/>
          </a:xfrm>
          <a:prstGeom prst="rect">
            <a:avLst/>
          </a:prstGeom>
          <a:noFill/>
        </p:spPr>
        <p:txBody>
          <a:bodyPr wrap="square" rtlCol="0">
            <a:spAutoFit/>
          </a:bodyPr>
          <a:lstStyle/>
          <a:p>
            <a:pPr marL="457200" indent="-457200">
              <a:lnSpc>
                <a:spcPct val="150000"/>
              </a:lnSpc>
            </a:pPr>
            <a:endParaRPr lang="en-US" sz="1200" b="1" i="1" dirty="0">
              <a:solidFill>
                <a:srgbClr val="0000FF"/>
              </a:solidFill>
              <a:latin typeface="+mn-lt"/>
              <a:cs typeface="Arial" pitchFamily="34" charset="0"/>
            </a:endParaRPr>
          </a:p>
          <a:p>
            <a:pPr marL="457200" indent="-457200" algn="just">
              <a:buFont typeface="Wingdings" panose="05000000000000000000" pitchFamily="2" charset="2"/>
              <a:buChar char="q"/>
            </a:pPr>
            <a:r>
              <a:rPr lang="en-US" sz="2800" dirty="0">
                <a:solidFill>
                  <a:srgbClr val="FF0000"/>
                </a:solidFill>
              </a:rPr>
              <a:t>Electronics:</a:t>
            </a:r>
            <a:r>
              <a:rPr lang="en-US" sz="2800" dirty="0">
                <a:solidFill>
                  <a:srgbClr val="0000FF"/>
                </a:solidFill>
              </a:rPr>
              <a:t> </a:t>
            </a:r>
            <a:r>
              <a:rPr lang="en-US" sz="2400" dirty="0"/>
              <a:t>The branch of engineering which deals with current                        </a:t>
            </a:r>
          </a:p>
          <a:p>
            <a:pPr marL="457200" indent="-457200" algn="just"/>
            <a:r>
              <a:rPr lang="en-US" sz="2400" dirty="0"/>
              <a:t>                               conduction through a vacuum or gas or semiconductor  </a:t>
            </a:r>
          </a:p>
          <a:p>
            <a:pPr algn="just"/>
            <a:r>
              <a:rPr lang="en-US" sz="2400" dirty="0"/>
              <a:t>                               is known as *</a:t>
            </a:r>
            <a:r>
              <a:rPr lang="en-US" sz="2400" b="1" dirty="0"/>
              <a:t>electronics.</a:t>
            </a:r>
            <a:endParaRPr lang="en-US" sz="2400" dirty="0">
              <a:solidFill>
                <a:srgbClr val="0000FF"/>
              </a:solidFill>
              <a:latin typeface="+mn-lt"/>
              <a:cs typeface="Arial" pitchFamily="34" charset="0"/>
            </a:endParaRPr>
          </a:p>
        </p:txBody>
      </p:sp>
      <p:sp>
        <p:nvSpPr>
          <p:cNvPr id="8" name="TextBox 7"/>
          <p:cNvSpPr txBox="1"/>
          <p:nvPr/>
        </p:nvSpPr>
        <p:spPr>
          <a:xfrm>
            <a:off x="879641" y="2576065"/>
            <a:ext cx="10301706" cy="461665"/>
          </a:xfrm>
          <a:prstGeom prst="rect">
            <a:avLst/>
          </a:prstGeom>
          <a:noFill/>
        </p:spPr>
        <p:txBody>
          <a:bodyPr wrap="square" rtlCol="0">
            <a:spAutoFit/>
          </a:bodyPr>
          <a:lstStyle/>
          <a:p>
            <a:r>
              <a:rPr lang="en-US" dirty="0"/>
              <a:t>* </a:t>
            </a:r>
            <a:r>
              <a:rPr lang="en-US" sz="2400" dirty="0"/>
              <a:t>The word </a:t>
            </a:r>
            <a:r>
              <a:rPr lang="en-US" sz="2400" i="1" dirty="0">
                <a:solidFill>
                  <a:srgbClr val="FF0000"/>
                </a:solidFill>
              </a:rPr>
              <a:t>electronics</a:t>
            </a:r>
            <a:r>
              <a:rPr lang="en-US" sz="2400" dirty="0"/>
              <a:t> derives its name from electron present in all materials.</a:t>
            </a:r>
          </a:p>
        </p:txBody>
      </p:sp>
      <p:sp>
        <p:nvSpPr>
          <p:cNvPr id="9" name="TextBox 8"/>
          <p:cNvSpPr txBox="1"/>
          <p:nvPr/>
        </p:nvSpPr>
        <p:spPr>
          <a:xfrm>
            <a:off x="1390645" y="3111350"/>
            <a:ext cx="8801100" cy="830997"/>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sz="2400" dirty="0"/>
              <a:t>Electronics essentially deals with electronic devices and their utilization.</a:t>
            </a:r>
          </a:p>
        </p:txBody>
      </p:sp>
      <p:sp>
        <p:nvSpPr>
          <p:cNvPr id="10" name="TextBox 9"/>
          <p:cNvSpPr txBox="1"/>
          <p:nvPr/>
        </p:nvSpPr>
        <p:spPr>
          <a:xfrm>
            <a:off x="1283368" y="3875964"/>
            <a:ext cx="9865895" cy="892552"/>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solidFill>
                  <a:srgbClr val="FF0000"/>
                </a:solidFill>
              </a:rPr>
              <a:t>Electronic Device: </a:t>
            </a:r>
            <a:r>
              <a:rPr lang="en-US" sz="2400" dirty="0"/>
              <a:t>An electronic device is that in which current flows through a vacuum or gas or semiconductor. </a:t>
            </a:r>
          </a:p>
        </p:txBody>
      </p:sp>
      <p:sp>
        <p:nvSpPr>
          <p:cNvPr id="12" name="TextBox 11"/>
          <p:cNvSpPr txBox="1"/>
          <p:nvPr/>
        </p:nvSpPr>
        <p:spPr>
          <a:xfrm>
            <a:off x="1427036" y="4717774"/>
            <a:ext cx="9529721" cy="830997"/>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sz="2400" dirty="0"/>
              <a:t>Such devices have valuable properties which enable them to function and behave as the friend of man today.</a:t>
            </a:r>
          </a:p>
        </p:txBody>
      </p:sp>
    </p:spTree>
    <p:extLst>
      <p:ext uri="{BB962C8B-B14F-4D97-AF65-F5344CB8AC3E}">
        <p14:creationId xmlns:p14="http://schemas.microsoft.com/office/powerpoint/2010/main" val="3799116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Introduction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9</a:t>
            </a:fld>
            <a:endParaRPr lang="en-IN"/>
          </a:p>
        </p:txBody>
      </p:sp>
      <p:sp>
        <p:nvSpPr>
          <p:cNvPr id="6" name="Rectangle 5"/>
          <p:cNvSpPr/>
          <p:nvPr/>
        </p:nvSpPr>
        <p:spPr>
          <a:xfrm>
            <a:off x="1299410" y="1288794"/>
            <a:ext cx="9689431" cy="1815882"/>
          </a:xfrm>
          <a:prstGeom prst="rect">
            <a:avLst/>
          </a:prstGeom>
        </p:spPr>
        <p:txBody>
          <a:bodyPr wrap="square">
            <a:spAutoFit/>
          </a:bodyPr>
          <a:lstStyle/>
          <a:p>
            <a:pPr marL="342900" indent="-342900">
              <a:buSzPct val="125000"/>
              <a:buFont typeface="Wingdings" panose="05000000000000000000" pitchFamily="2" charset="2"/>
              <a:buChar char="§"/>
            </a:pPr>
            <a:r>
              <a:rPr lang="en-US" sz="2800" dirty="0"/>
              <a:t>Electronics has gained much importance due to its numerous applications in industry.</a:t>
            </a:r>
          </a:p>
          <a:p>
            <a:pPr marL="342900" indent="-342900">
              <a:buSzPct val="125000"/>
              <a:buFont typeface="Wingdings" panose="05000000000000000000" pitchFamily="2" charset="2"/>
              <a:buChar char="§"/>
            </a:pPr>
            <a:r>
              <a:rPr lang="en-US" sz="2800" dirty="0"/>
              <a:t>The electronic devices are capable of performing the following functions (a few) :</a:t>
            </a:r>
          </a:p>
        </p:txBody>
      </p:sp>
      <p:sp>
        <p:nvSpPr>
          <p:cNvPr id="8" name="TextBox 7"/>
          <p:cNvSpPr txBox="1"/>
          <p:nvPr/>
        </p:nvSpPr>
        <p:spPr>
          <a:xfrm>
            <a:off x="1586972" y="3096229"/>
            <a:ext cx="6289702" cy="3416320"/>
          </a:xfrm>
          <a:prstGeom prst="rect">
            <a:avLst/>
          </a:prstGeom>
          <a:noFill/>
        </p:spPr>
        <p:txBody>
          <a:bodyPr wrap="square" rtlCol="0">
            <a:spAutoFit/>
          </a:bodyPr>
          <a:lstStyle/>
          <a:p>
            <a:pPr marL="342900" indent="-342900">
              <a:lnSpc>
                <a:spcPct val="150000"/>
              </a:lnSpc>
              <a:buClr>
                <a:srgbClr val="00B050"/>
              </a:buClr>
              <a:buSzPct val="125000"/>
              <a:buFont typeface="Wingdings" pitchFamily="2" charset="2"/>
              <a:buChar char="ü"/>
            </a:pPr>
            <a:r>
              <a:rPr lang="en-US" sz="2400" dirty="0">
                <a:solidFill>
                  <a:srgbClr val="002060"/>
                </a:solidFill>
              </a:rPr>
              <a:t>Rectification</a:t>
            </a:r>
          </a:p>
          <a:p>
            <a:pPr marL="342900" indent="-342900">
              <a:lnSpc>
                <a:spcPct val="150000"/>
              </a:lnSpc>
              <a:buClr>
                <a:srgbClr val="00B050"/>
              </a:buClr>
              <a:buSzPct val="125000"/>
              <a:buFont typeface="Wingdings" pitchFamily="2" charset="2"/>
              <a:buChar char="ü"/>
            </a:pPr>
            <a:r>
              <a:rPr lang="en-US" sz="2400" dirty="0">
                <a:solidFill>
                  <a:srgbClr val="002060"/>
                </a:solidFill>
              </a:rPr>
              <a:t>Amplification</a:t>
            </a:r>
          </a:p>
          <a:p>
            <a:pPr marL="342900" indent="-342900">
              <a:lnSpc>
                <a:spcPct val="150000"/>
              </a:lnSpc>
              <a:buClr>
                <a:srgbClr val="00B050"/>
              </a:buClr>
              <a:buSzPct val="125000"/>
              <a:buFont typeface="Wingdings" pitchFamily="2" charset="2"/>
              <a:buChar char="ü"/>
            </a:pPr>
            <a:r>
              <a:rPr lang="en-US" sz="2400" dirty="0">
                <a:solidFill>
                  <a:srgbClr val="002060"/>
                </a:solidFill>
              </a:rPr>
              <a:t> Control</a:t>
            </a:r>
          </a:p>
          <a:p>
            <a:pPr marL="342900" indent="-342900">
              <a:lnSpc>
                <a:spcPct val="150000"/>
              </a:lnSpc>
              <a:buClr>
                <a:srgbClr val="00B050"/>
              </a:buClr>
              <a:buSzPct val="125000"/>
              <a:buFont typeface="Wingdings" pitchFamily="2" charset="2"/>
              <a:buChar char="ü"/>
            </a:pPr>
            <a:r>
              <a:rPr lang="en-US" sz="2400" dirty="0">
                <a:solidFill>
                  <a:srgbClr val="002060"/>
                </a:solidFill>
              </a:rPr>
              <a:t> Generation</a:t>
            </a:r>
          </a:p>
          <a:p>
            <a:pPr marL="342900" indent="-342900">
              <a:lnSpc>
                <a:spcPct val="150000"/>
              </a:lnSpc>
              <a:buClr>
                <a:srgbClr val="00B050"/>
              </a:buClr>
              <a:buSzPct val="125000"/>
              <a:buFont typeface="Wingdings" pitchFamily="2" charset="2"/>
              <a:buChar char="ü"/>
            </a:pPr>
            <a:r>
              <a:rPr lang="en-US" sz="2400" dirty="0">
                <a:solidFill>
                  <a:srgbClr val="002060"/>
                </a:solidFill>
              </a:rPr>
              <a:t> Conversion of light into electricity</a:t>
            </a:r>
          </a:p>
          <a:p>
            <a:pPr marL="342900" indent="-342900">
              <a:lnSpc>
                <a:spcPct val="150000"/>
              </a:lnSpc>
              <a:buClr>
                <a:srgbClr val="00B050"/>
              </a:buClr>
              <a:buSzPct val="125000"/>
              <a:buFont typeface="Wingdings" pitchFamily="2" charset="2"/>
              <a:buChar char="ü"/>
            </a:pPr>
            <a:r>
              <a:rPr lang="en-US" sz="2400" dirty="0">
                <a:solidFill>
                  <a:srgbClr val="002060"/>
                </a:solidFill>
              </a:rPr>
              <a:t> Conversion of electricity into light</a:t>
            </a:r>
          </a:p>
        </p:txBody>
      </p:sp>
    </p:spTree>
    <p:extLst>
      <p:ext uri="{BB962C8B-B14F-4D97-AF65-F5344CB8AC3E}">
        <p14:creationId xmlns:p14="http://schemas.microsoft.com/office/powerpoint/2010/main" val="1270787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Introduction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10</a:t>
            </a:fld>
            <a:endParaRPr lang="en-IN" dirty="0"/>
          </a:p>
        </p:txBody>
      </p:sp>
      <p:sp>
        <p:nvSpPr>
          <p:cNvPr id="6" name="TextBox 5"/>
          <p:cNvSpPr txBox="1"/>
          <p:nvPr/>
        </p:nvSpPr>
        <p:spPr>
          <a:xfrm>
            <a:off x="1090864" y="1074821"/>
            <a:ext cx="10058400" cy="5386090"/>
          </a:xfrm>
          <a:prstGeom prst="rect">
            <a:avLst/>
          </a:prstGeom>
          <a:noFill/>
        </p:spPr>
        <p:txBody>
          <a:bodyPr wrap="square" rtlCol="0">
            <a:spAutoFit/>
          </a:bodyPr>
          <a:lstStyle/>
          <a:p>
            <a:pPr marL="514350" indent="-514350" algn="just">
              <a:buClr>
                <a:srgbClr val="C00000"/>
              </a:buClr>
              <a:buFont typeface="Wingdings" pitchFamily="2" charset="2"/>
              <a:buChar char="v"/>
            </a:pPr>
            <a:r>
              <a:rPr lang="en-US" sz="2800" dirty="0">
                <a:solidFill>
                  <a:srgbClr val="C00000"/>
                </a:solidFill>
              </a:rPr>
              <a:t>Rectification:</a:t>
            </a:r>
            <a:r>
              <a:rPr lang="en-US" b="1" dirty="0">
                <a:solidFill>
                  <a:srgbClr val="C00000"/>
                </a:solidFill>
              </a:rPr>
              <a:t> </a:t>
            </a:r>
            <a:r>
              <a:rPr lang="en-US" sz="2400" dirty="0"/>
              <a:t>The conversion of </a:t>
            </a:r>
            <a:r>
              <a:rPr lang="en-US" sz="2400" dirty="0" err="1"/>
              <a:t>a.c</a:t>
            </a:r>
            <a:r>
              <a:rPr lang="en-US" sz="2400" dirty="0"/>
              <a:t>. into </a:t>
            </a:r>
            <a:r>
              <a:rPr lang="en-US" sz="2400" dirty="0" err="1"/>
              <a:t>d.c.</a:t>
            </a:r>
            <a:r>
              <a:rPr lang="en-US" sz="2400" dirty="0"/>
              <a:t> is called </a:t>
            </a:r>
            <a:r>
              <a:rPr lang="en-US" sz="2400" i="1" dirty="0">
                <a:solidFill>
                  <a:srgbClr val="C00000"/>
                </a:solidFill>
              </a:rPr>
              <a:t>rectification</a:t>
            </a:r>
            <a:r>
              <a:rPr lang="en-US" sz="2400" dirty="0"/>
              <a:t>. </a:t>
            </a:r>
          </a:p>
          <a:p>
            <a:pPr marL="514350" indent="-514350" algn="just">
              <a:buClr>
                <a:srgbClr val="0000FF"/>
              </a:buClr>
            </a:pPr>
            <a:endParaRPr lang="en-US" sz="2400" dirty="0"/>
          </a:p>
          <a:p>
            <a:pPr marL="342900" indent="-342900" algn="just">
              <a:buSzPct val="125000"/>
              <a:buFont typeface="Wingdings" panose="05000000000000000000" pitchFamily="2" charset="2"/>
              <a:buChar char="§"/>
            </a:pPr>
            <a:r>
              <a:rPr lang="en-US" sz="2400" dirty="0"/>
              <a:t>Electronic devices can convert </a:t>
            </a:r>
            <a:r>
              <a:rPr lang="en-US" sz="2400" dirty="0" err="1"/>
              <a:t>a.c</a:t>
            </a:r>
            <a:r>
              <a:rPr lang="en-US" sz="2400" dirty="0"/>
              <a:t>. power into </a:t>
            </a:r>
            <a:r>
              <a:rPr lang="en-US" sz="2400" dirty="0" err="1"/>
              <a:t>d.c.</a:t>
            </a:r>
            <a:r>
              <a:rPr lang="en-US" sz="2400" dirty="0"/>
              <a:t> power with very high efficiency. </a:t>
            </a:r>
          </a:p>
          <a:p>
            <a:pPr marL="342900" indent="-342900" algn="just">
              <a:buSzPct val="125000"/>
              <a:buFont typeface="Wingdings" panose="05000000000000000000" pitchFamily="2" charset="2"/>
              <a:buChar char="§"/>
            </a:pPr>
            <a:r>
              <a:rPr lang="en-US" sz="2400" dirty="0"/>
              <a:t>This </a:t>
            </a:r>
            <a:r>
              <a:rPr lang="en-US" sz="2400" dirty="0" err="1"/>
              <a:t>d.c.</a:t>
            </a:r>
            <a:r>
              <a:rPr lang="en-US" sz="2400" dirty="0"/>
              <a:t> supply can be used for charging storage batteries, field supply of </a:t>
            </a:r>
            <a:r>
              <a:rPr lang="en-US" sz="2400" dirty="0" err="1"/>
              <a:t>d.c.</a:t>
            </a:r>
            <a:r>
              <a:rPr lang="en-US" sz="2400" dirty="0"/>
              <a:t> generators, electroplating etc.</a:t>
            </a:r>
          </a:p>
          <a:p>
            <a:pPr marL="342900" indent="-342900" algn="just">
              <a:buSzPct val="125000"/>
              <a:buFont typeface="Wingdings" panose="05000000000000000000" pitchFamily="2" charset="2"/>
              <a:buChar char="§"/>
            </a:pPr>
            <a:endParaRPr lang="en-US" sz="2400" dirty="0">
              <a:solidFill>
                <a:srgbClr val="C00000"/>
              </a:solidFill>
            </a:endParaRPr>
          </a:p>
          <a:p>
            <a:pPr algn="just">
              <a:buFont typeface="Wingdings" pitchFamily="2" charset="2"/>
              <a:buChar char="v"/>
            </a:pPr>
            <a:r>
              <a:rPr lang="en-US" sz="2800" dirty="0">
                <a:solidFill>
                  <a:srgbClr val="C00000"/>
                </a:solidFill>
              </a:rPr>
              <a:t> Amplification:</a:t>
            </a:r>
            <a:r>
              <a:rPr lang="en-US" b="1" dirty="0">
                <a:solidFill>
                  <a:srgbClr val="C00000"/>
                </a:solidFill>
              </a:rPr>
              <a:t> </a:t>
            </a:r>
            <a:r>
              <a:rPr lang="en-US" sz="2400" dirty="0"/>
              <a:t>The process of raising the strength of a weak signal is  </a:t>
            </a:r>
          </a:p>
          <a:p>
            <a:pPr algn="just"/>
            <a:r>
              <a:rPr lang="en-US" sz="2400" dirty="0"/>
              <a:t>                                     known as </a:t>
            </a:r>
            <a:r>
              <a:rPr lang="en-US" sz="2400" i="1" dirty="0">
                <a:solidFill>
                  <a:srgbClr val="C00000"/>
                </a:solidFill>
              </a:rPr>
              <a:t>amplification</a:t>
            </a:r>
            <a:r>
              <a:rPr lang="en-US" sz="2400" dirty="0"/>
              <a:t>.</a:t>
            </a:r>
          </a:p>
          <a:p>
            <a:pPr marL="342900" indent="-342900" algn="just">
              <a:buSzPct val="125000"/>
              <a:buFont typeface="Wingdings" panose="05000000000000000000" pitchFamily="2" charset="2"/>
              <a:buChar char="§"/>
            </a:pPr>
            <a:r>
              <a:rPr lang="en-US" sz="2400" dirty="0"/>
              <a:t>Electronic devices can accomplish the job of amplification and thus act as amplifiers. </a:t>
            </a:r>
          </a:p>
          <a:p>
            <a:pPr marL="342900" indent="-342900" algn="just">
              <a:buSzPct val="125000"/>
              <a:buFont typeface="Wingdings" panose="05000000000000000000" pitchFamily="2" charset="2"/>
              <a:buChar char="§"/>
            </a:pPr>
            <a:r>
              <a:rPr lang="en-US" sz="2400" dirty="0"/>
              <a:t>The amplifiers are used in a wide variety of ways. For example, an amplifier is used in a radio set where the weak signal is amplified so that it can be heard loudly. Similarly, amplifiers are used in public address system, television etc.</a:t>
            </a:r>
          </a:p>
        </p:txBody>
      </p:sp>
    </p:spTree>
    <p:extLst>
      <p:ext uri="{BB962C8B-B14F-4D97-AF65-F5344CB8AC3E}">
        <p14:creationId xmlns:p14="http://schemas.microsoft.com/office/powerpoint/2010/main" val="3564001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Introduction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11</a:t>
            </a:fld>
            <a:endParaRPr lang="en-IN"/>
          </a:p>
        </p:txBody>
      </p:sp>
      <p:sp>
        <p:nvSpPr>
          <p:cNvPr id="6" name="TextBox 5"/>
          <p:cNvSpPr txBox="1"/>
          <p:nvPr/>
        </p:nvSpPr>
        <p:spPr>
          <a:xfrm>
            <a:off x="1251284" y="1176222"/>
            <a:ext cx="9689432" cy="3816429"/>
          </a:xfrm>
          <a:prstGeom prst="rect">
            <a:avLst/>
          </a:prstGeom>
          <a:noFill/>
        </p:spPr>
        <p:txBody>
          <a:bodyPr wrap="square" rtlCol="0">
            <a:spAutoFit/>
          </a:bodyPr>
          <a:lstStyle/>
          <a:p>
            <a:pPr algn="just">
              <a:buFont typeface="Wingdings" pitchFamily="2" charset="2"/>
              <a:buChar char="v"/>
            </a:pPr>
            <a:r>
              <a:rPr lang="en-US" sz="2800" dirty="0">
                <a:solidFill>
                  <a:srgbClr val="C00000"/>
                </a:solidFill>
              </a:rPr>
              <a:t>Control</a:t>
            </a:r>
            <a:r>
              <a:rPr lang="en-US" sz="2800" b="1" dirty="0">
                <a:solidFill>
                  <a:srgbClr val="C00000"/>
                </a:solidFill>
              </a:rPr>
              <a:t>:</a:t>
            </a:r>
            <a:r>
              <a:rPr lang="en-US" b="1" dirty="0">
                <a:solidFill>
                  <a:srgbClr val="C00000"/>
                </a:solidFill>
              </a:rPr>
              <a:t> </a:t>
            </a:r>
            <a:r>
              <a:rPr lang="en-US" sz="2400" dirty="0"/>
              <a:t>Electronic devices find wide applications in automatic </a:t>
            </a:r>
            <a:r>
              <a:rPr lang="en-US" sz="2400" i="1" dirty="0">
                <a:solidFill>
                  <a:srgbClr val="C00000"/>
                </a:solidFill>
              </a:rPr>
              <a:t>control</a:t>
            </a:r>
            <a:r>
              <a:rPr lang="en-US" sz="2400" dirty="0"/>
              <a:t>.  </a:t>
            </a:r>
          </a:p>
          <a:p>
            <a:pPr algn="just"/>
            <a:r>
              <a:rPr lang="en-US" sz="2400" dirty="0"/>
              <a:t>   </a:t>
            </a:r>
          </a:p>
          <a:p>
            <a:pPr marL="342900" indent="-342900" algn="just">
              <a:buSzPct val="125000"/>
              <a:buFont typeface="Wingdings" panose="05000000000000000000" pitchFamily="2" charset="2"/>
              <a:buChar char="§"/>
            </a:pPr>
            <a:r>
              <a:rPr lang="en-US" sz="2400" dirty="0"/>
              <a:t>For example, speed of a motor, voltage across a refrigerator etc. can    </a:t>
            </a:r>
          </a:p>
          <a:p>
            <a:pPr algn="just"/>
            <a:r>
              <a:rPr lang="en-US" sz="2400" dirty="0"/>
              <a:t>    be automatically controlled with the help of such devices.</a:t>
            </a:r>
          </a:p>
          <a:p>
            <a:pPr algn="just"/>
            <a:r>
              <a:rPr lang="en-US" dirty="0">
                <a:solidFill>
                  <a:srgbClr val="0000FF"/>
                </a:solidFill>
              </a:rPr>
              <a:t> </a:t>
            </a:r>
          </a:p>
          <a:p>
            <a:pPr algn="just">
              <a:buFont typeface="Wingdings" pitchFamily="2" charset="2"/>
              <a:buChar char="v"/>
            </a:pPr>
            <a:r>
              <a:rPr lang="en-US" sz="2800" dirty="0">
                <a:solidFill>
                  <a:srgbClr val="C00000"/>
                </a:solidFill>
              </a:rPr>
              <a:t>Generation:</a:t>
            </a:r>
            <a:r>
              <a:rPr lang="en-US" b="1" dirty="0">
                <a:solidFill>
                  <a:srgbClr val="C00000"/>
                </a:solidFill>
              </a:rPr>
              <a:t> </a:t>
            </a:r>
            <a:r>
              <a:rPr lang="en-US" sz="2400" dirty="0"/>
              <a:t>Electronic devices can convert </a:t>
            </a:r>
            <a:r>
              <a:rPr lang="en-US" sz="2400" dirty="0" err="1"/>
              <a:t>d.c</a:t>
            </a:r>
            <a:r>
              <a:rPr lang="en-US" sz="2400" dirty="0"/>
              <a:t>. power into </a:t>
            </a:r>
            <a:r>
              <a:rPr lang="en-US" sz="2400" dirty="0" err="1"/>
              <a:t>a.c</a:t>
            </a:r>
            <a:r>
              <a:rPr lang="en-US" sz="2400" dirty="0"/>
              <a:t>. power of any frequency. When performing this function, they are known as </a:t>
            </a:r>
            <a:r>
              <a:rPr lang="en-US" sz="2400" i="1" dirty="0">
                <a:solidFill>
                  <a:srgbClr val="C00000"/>
                </a:solidFill>
              </a:rPr>
              <a:t>oscillators</a:t>
            </a:r>
            <a:r>
              <a:rPr lang="en-US" sz="2400" dirty="0"/>
              <a:t>.</a:t>
            </a:r>
          </a:p>
          <a:p>
            <a:pPr algn="just"/>
            <a:r>
              <a:rPr lang="en-US" sz="2400" dirty="0"/>
              <a:t> </a:t>
            </a:r>
          </a:p>
          <a:p>
            <a:pPr marL="342900" indent="-342900" algn="just">
              <a:buSzPct val="125000"/>
              <a:buFont typeface="Wingdings" panose="05000000000000000000" pitchFamily="2" charset="2"/>
              <a:buChar char="§"/>
            </a:pPr>
            <a:r>
              <a:rPr lang="en-US" sz="2400" dirty="0"/>
              <a:t>The oscillators are used in a wide variety of ways. For example, electronic high frequency heating is used for annealing and hardening.</a:t>
            </a:r>
          </a:p>
        </p:txBody>
      </p:sp>
    </p:spTree>
    <p:extLst>
      <p:ext uri="{BB962C8B-B14F-4D97-AF65-F5344CB8AC3E}">
        <p14:creationId xmlns:p14="http://schemas.microsoft.com/office/powerpoint/2010/main" val="2170196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Introduction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12</a:t>
            </a:fld>
            <a:endParaRPr lang="en-IN"/>
          </a:p>
        </p:txBody>
      </p:sp>
      <p:sp>
        <p:nvSpPr>
          <p:cNvPr id="6" name="TextBox 5"/>
          <p:cNvSpPr txBox="1"/>
          <p:nvPr/>
        </p:nvSpPr>
        <p:spPr>
          <a:xfrm>
            <a:off x="1395663" y="1184970"/>
            <a:ext cx="9496926" cy="3908762"/>
          </a:xfrm>
          <a:prstGeom prst="rect">
            <a:avLst/>
          </a:prstGeom>
          <a:noFill/>
        </p:spPr>
        <p:txBody>
          <a:bodyPr wrap="square" rtlCol="0">
            <a:spAutoFit/>
          </a:bodyPr>
          <a:lstStyle/>
          <a:p>
            <a:pPr>
              <a:buFont typeface="Wingdings" pitchFamily="2" charset="2"/>
              <a:buChar char="v"/>
            </a:pPr>
            <a:r>
              <a:rPr lang="en-US" sz="2800" dirty="0">
                <a:solidFill>
                  <a:srgbClr val="C00000"/>
                </a:solidFill>
              </a:rPr>
              <a:t>Conversion of light into electricity: </a:t>
            </a:r>
            <a:r>
              <a:rPr lang="en-US" sz="2400" dirty="0"/>
              <a:t>Electronic devices can  </a:t>
            </a:r>
          </a:p>
          <a:p>
            <a:r>
              <a:rPr lang="en-US" sz="2400" dirty="0"/>
              <a:t>      convert light into electricity.</a:t>
            </a:r>
          </a:p>
          <a:p>
            <a:endParaRPr lang="en-US" sz="2400" dirty="0"/>
          </a:p>
          <a:p>
            <a:pPr marL="342900" indent="-342900">
              <a:buSzPct val="125000"/>
              <a:buFont typeface="Wingdings" panose="05000000000000000000" pitchFamily="2" charset="2"/>
              <a:buChar char="§"/>
            </a:pPr>
            <a:r>
              <a:rPr lang="en-US" sz="2400" dirty="0"/>
              <a:t>This conversion of light into electricity is known as </a:t>
            </a:r>
            <a:r>
              <a:rPr lang="en-US" sz="2400" i="1" dirty="0"/>
              <a:t>photo-electricity</a:t>
            </a:r>
            <a:r>
              <a:rPr lang="en-US" sz="2400" dirty="0"/>
              <a:t>. Photo-electric devices are used in Burglar alarms, sound recording on motion pictures </a:t>
            </a:r>
            <a:r>
              <a:rPr lang="en-US" sz="2400" i="1" dirty="0"/>
              <a:t>etc</a:t>
            </a:r>
          </a:p>
          <a:p>
            <a:pPr marL="342900" indent="-342900">
              <a:buSzPct val="125000"/>
            </a:pPr>
            <a:endParaRPr lang="en-US" sz="2400" i="1" dirty="0"/>
          </a:p>
          <a:p>
            <a:pPr marL="342900" indent="-342900">
              <a:buSzPct val="125000"/>
              <a:buFont typeface="Wingdings" pitchFamily="2" charset="2"/>
              <a:buChar char="v"/>
            </a:pPr>
            <a:r>
              <a:rPr lang="en-US" sz="2800" dirty="0">
                <a:solidFill>
                  <a:srgbClr val="C00000"/>
                </a:solidFill>
              </a:rPr>
              <a:t>Conversion of electricity into light: </a:t>
            </a:r>
            <a:r>
              <a:rPr lang="en-US" sz="2400" dirty="0"/>
              <a:t>Electronic devices can convert electricity into light.</a:t>
            </a:r>
          </a:p>
          <a:p>
            <a:pPr marL="342900" indent="-342900">
              <a:buSzPct val="125000"/>
              <a:buFont typeface="Wingdings" panose="05000000000000000000" pitchFamily="2" charset="2"/>
              <a:buChar char="§"/>
            </a:pPr>
            <a:r>
              <a:rPr lang="en-US" sz="2400" dirty="0"/>
              <a:t>This valuable property is utilized in television and radar.</a:t>
            </a:r>
          </a:p>
        </p:txBody>
      </p:sp>
    </p:spTree>
    <p:extLst>
      <p:ext uri="{BB962C8B-B14F-4D97-AF65-F5344CB8AC3E}">
        <p14:creationId xmlns:p14="http://schemas.microsoft.com/office/powerpoint/2010/main" val="2422818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Atomic Structure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13</a:t>
            </a:fld>
            <a:endParaRPr lang="en-IN"/>
          </a:p>
        </p:txBody>
      </p:sp>
      <p:sp>
        <p:nvSpPr>
          <p:cNvPr id="6" name="TextBox 5"/>
          <p:cNvSpPr txBox="1"/>
          <p:nvPr/>
        </p:nvSpPr>
        <p:spPr>
          <a:xfrm>
            <a:off x="1090861" y="1814861"/>
            <a:ext cx="9849853" cy="1938992"/>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dirty="0"/>
              <a:t> </a:t>
            </a:r>
            <a:r>
              <a:rPr lang="en-US" sz="2400" dirty="0"/>
              <a:t>According to the modern theory, </a:t>
            </a:r>
            <a:r>
              <a:rPr lang="en-US" sz="2400" i="1" dirty="0"/>
              <a:t>matter</a:t>
            </a:r>
            <a:r>
              <a:rPr lang="en-US" sz="2400" dirty="0"/>
              <a:t> is electrical in nature. </a:t>
            </a:r>
          </a:p>
          <a:p>
            <a:pPr marL="342900" indent="-342900">
              <a:buSzPct val="125000"/>
              <a:buFont typeface="Wingdings" panose="05000000000000000000" pitchFamily="2" charset="2"/>
              <a:buChar char="§"/>
            </a:pPr>
            <a:r>
              <a:rPr lang="en-US" sz="2400" dirty="0"/>
              <a:t>All matter is composed of very small particles called </a:t>
            </a:r>
            <a:r>
              <a:rPr lang="en-US" sz="2400" i="1" dirty="0"/>
              <a:t>atoms</a:t>
            </a:r>
            <a:r>
              <a:rPr lang="en-US" sz="2400" dirty="0"/>
              <a:t>. </a:t>
            </a:r>
          </a:p>
          <a:p>
            <a:pPr marL="342900" indent="-342900">
              <a:buSzPct val="125000"/>
              <a:buFont typeface="Wingdings" panose="05000000000000000000" pitchFamily="2" charset="2"/>
              <a:buChar char="§"/>
            </a:pPr>
            <a:r>
              <a:rPr lang="en-US" sz="2400" dirty="0"/>
              <a:t>An atom consists of a central </a:t>
            </a:r>
            <a:r>
              <a:rPr lang="en-US" sz="2400" i="1" dirty="0"/>
              <a:t>nucleus </a:t>
            </a:r>
            <a:r>
              <a:rPr lang="en-US" sz="2400" dirty="0"/>
              <a:t>of positive charge around which small negatively charged particles, called </a:t>
            </a:r>
            <a:r>
              <a:rPr lang="en-US" sz="2400" i="1" dirty="0"/>
              <a:t>electrons </a:t>
            </a:r>
            <a:r>
              <a:rPr lang="en-US" sz="2400" dirty="0"/>
              <a:t>revolve in different paths or orbits.</a:t>
            </a:r>
          </a:p>
        </p:txBody>
      </p:sp>
      <p:sp>
        <p:nvSpPr>
          <p:cNvPr id="8" name="TextBox 7"/>
          <p:cNvSpPr txBox="1"/>
          <p:nvPr/>
        </p:nvSpPr>
        <p:spPr>
          <a:xfrm>
            <a:off x="1090863" y="1317612"/>
            <a:ext cx="3276600" cy="523220"/>
          </a:xfrm>
          <a:prstGeom prst="rect">
            <a:avLst/>
          </a:prstGeom>
          <a:noFill/>
        </p:spPr>
        <p:txBody>
          <a:bodyPr wrap="square" rtlCol="0">
            <a:spAutoFit/>
          </a:bodyPr>
          <a:lstStyle/>
          <a:p>
            <a:pPr marL="342900" indent="-342900" algn="ctr">
              <a:buClr>
                <a:srgbClr val="0000FF"/>
              </a:buClr>
              <a:buSzPct val="125000"/>
              <a:buFont typeface="Wingdings" panose="05000000000000000000" pitchFamily="2" charset="2"/>
              <a:buChar char="q"/>
            </a:pPr>
            <a:r>
              <a:rPr lang="en-US" dirty="0"/>
              <a:t> </a:t>
            </a:r>
            <a:r>
              <a:rPr lang="en-US" sz="2800" dirty="0">
                <a:solidFill>
                  <a:srgbClr val="0000FF"/>
                </a:solidFill>
              </a:rPr>
              <a:t>Atomic Structure: </a:t>
            </a:r>
          </a:p>
        </p:txBody>
      </p:sp>
      <p:sp>
        <p:nvSpPr>
          <p:cNvPr id="9" name="TextBox 8"/>
          <p:cNvSpPr txBox="1"/>
          <p:nvPr/>
        </p:nvSpPr>
        <p:spPr>
          <a:xfrm>
            <a:off x="1235242" y="3834768"/>
            <a:ext cx="9673390" cy="2000548"/>
          </a:xfrm>
          <a:prstGeom prst="rect">
            <a:avLst/>
          </a:prstGeom>
          <a:noFill/>
        </p:spPr>
        <p:txBody>
          <a:bodyPr wrap="square" rtlCol="0">
            <a:spAutoFit/>
          </a:bodyPr>
          <a:lstStyle/>
          <a:p>
            <a:pPr marL="457200" indent="-457200" algn="just">
              <a:buClr>
                <a:srgbClr val="0000FF"/>
              </a:buClr>
              <a:buSzPct val="125000"/>
              <a:buFont typeface="Wingdings" panose="05000000000000000000" pitchFamily="2" charset="2"/>
              <a:buChar char="§"/>
            </a:pPr>
            <a:r>
              <a:rPr lang="en-US" sz="2800" dirty="0">
                <a:solidFill>
                  <a:srgbClr val="0000FF"/>
                </a:solidFill>
              </a:rPr>
              <a:t>Nucleus: </a:t>
            </a:r>
            <a:r>
              <a:rPr lang="en-US" sz="2400" dirty="0"/>
              <a:t>It is the central part of an atom and contains protons and neutrons. </a:t>
            </a:r>
          </a:p>
          <a:p>
            <a:pPr marL="342900" indent="-342900" algn="just">
              <a:buSzPct val="125000"/>
              <a:buFont typeface="Wingdings" panose="05000000000000000000" pitchFamily="2" charset="2"/>
              <a:buChar char="§"/>
            </a:pPr>
            <a:r>
              <a:rPr lang="en-US" sz="2400" dirty="0"/>
              <a:t>A proton is a positively charged particle, while the neutron has the same mass as the proton but has no charge. Therefore, the nucleus of an atom is positively charged. </a:t>
            </a:r>
          </a:p>
        </p:txBody>
      </p:sp>
    </p:spTree>
    <p:extLst>
      <p:ext uri="{BB962C8B-B14F-4D97-AF65-F5344CB8AC3E}">
        <p14:creationId xmlns:p14="http://schemas.microsoft.com/office/powerpoint/2010/main" val="645301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Atomic Structure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14</a:t>
            </a:fld>
            <a:endParaRPr lang="en-IN"/>
          </a:p>
        </p:txBody>
      </p:sp>
      <p:sp>
        <p:nvSpPr>
          <p:cNvPr id="6" name="TextBox 5"/>
          <p:cNvSpPr txBox="1"/>
          <p:nvPr/>
        </p:nvSpPr>
        <p:spPr>
          <a:xfrm>
            <a:off x="1288953" y="1295400"/>
            <a:ext cx="9641305" cy="193899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sum of protons and neutrons constitutes the entire weight of an atom and is called atomic weight. It is because the particles in the </a:t>
            </a:r>
            <a:r>
              <a:rPr lang="en-US" sz="2400" i="1" dirty="0"/>
              <a:t>extra nucleus </a:t>
            </a:r>
            <a:r>
              <a:rPr lang="en-US" sz="2400" dirty="0"/>
              <a:t>(</a:t>
            </a:r>
            <a:r>
              <a:rPr lang="en-US" sz="2400" i="1" dirty="0"/>
              <a:t>i.e. </a:t>
            </a:r>
            <a:r>
              <a:rPr lang="en-US" sz="2400" dirty="0"/>
              <a:t>electrons) have negligible weight as compared to protons or neutrons.</a:t>
            </a:r>
          </a:p>
          <a:p>
            <a:r>
              <a:rPr lang="en-US" sz="2400" dirty="0"/>
              <a:t>                 </a:t>
            </a:r>
            <a:r>
              <a:rPr lang="en-US" sz="2400" b="1" dirty="0"/>
              <a:t>Atomic weight = no. of protons + no. of neutrons</a:t>
            </a:r>
          </a:p>
        </p:txBody>
      </p:sp>
      <p:sp>
        <p:nvSpPr>
          <p:cNvPr id="10" name="TextBox 9">
            <a:extLst>
              <a:ext uri="{FF2B5EF4-FFF2-40B4-BE49-F238E27FC236}">
                <a16:creationId xmlns:a16="http://schemas.microsoft.com/office/drawing/2014/main" id="{137A1B62-B353-415E-993B-D5E04A7C410C}"/>
              </a:ext>
            </a:extLst>
          </p:cNvPr>
          <p:cNvSpPr txBox="1">
            <a:spLocks noRot="1" noChangeAspect="1" noMove="1" noResize="1" noEditPoints="1" noAdjustHandles="1" noChangeArrowheads="1" noChangeShapeType="1" noTextEdit="1"/>
          </p:cNvSpPr>
          <p:nvPr/>
        </p:nvSpPr>
        <p:spPr>
          <a:xfrm>
            <a:off x="0" y="3234392"/>
            <a:ext cx="9144000" cy="3197735"/>
          </a:xfrm>
          <a:prstGeom prst="rect">
            <a:avLst/>
          </a:prstGeom>
          <a:blipFill rotWithShape="0">
            <a:blip r:embed="rId2"/>
            <a:stretch>
              <a:fillRect l="-1733" t="-4580" r="-1333" b="-763"/>
            </a:stretch>
          </a:blipFill>
        </p:spPr>
        <p:txBody>
          <a:bodyPr/>
          <a:lstStyle/>
          <a:p>
            <a:pPr algn="ctr"/>
            <a:r>
              <a:rPr lang="en-US" dirty="0">
                <a:noFill/>
              </a:rPr>
              <a:t> </a:t>
            </a:r>
          </a:p>
        </p:txBody>
      </p:sp>
    </p:spTree>
    <p:extLst>
      <p:ext uri="{BB962C8B-B14F-4D97-AF65-F5344CB8AC3E}">
        <p14:creationId xmlns:p14="http://schemas.microsoft.com/office/powerpoint/2010/main" val="4086939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288953" y="1084520"/>
                <a:ext cx="9614094" cy="492788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number of electrons or protons in an atom is called </a:t>
                </a:r>
                <a:r>
                  <a:rPr lang="en-US" sz="2400" i="1" dirty="0"/>
                  <a:t>atomic number i.e.</a:t>
                </a:r>
              </a:p>
              <a:p>
                <a:pPr algn="just"/>
                <a:r>
                  <a:rPr lang="en-US" sz="2400" b="1" i="1" dirty="0"/>
                  <a:t>            Atomic number = no. of protons or electrons in an atom </a:t>
                </a:r>
              </a:p>
              <a:p>
                <a:pPr algn="just">
                  <a:buSzPct val="125000"/>
                </a:pPr>
                <a:endParaRPr lang="en-US" sz="2400" dirty="0"/>
              </a:p>
              <a:p>
                <a:pPr marL="342900" indent="-342900" algn="just">
                  <a:buSzPct val="125000"/>
                  <a:buFont typeface="Wingdings" panose="05000000000000000000" pitchFamily="2" charset="2"/>
                  <a:buChar char="§"/>
                </a:pPr>
                <a:r>
                  <a:rPr lang="en-US" sz="2400" dirty="0"/>
                  <a:t>The electrons in an atom revolve around the nucleus in different orbits or paths.</a:t>
                </a:r>
              </a:p>
              <a:p>
                <a:pPr marL="342900" indent="-342900" algn="just">
                  <a:buSzPct val="125000"/>
                  <a:buFont typeface="Wingdings" panose="05000000000000000000" pitchFamily="2" charset="2"/>
                  <a:buChar char="§"/>
                </a:pPr>
                <a:r>
                  <a:rPr lang="en-US" sz="2400" dirty="0"/>
                  <a:t>Some idea of the number of electrons per sec that represents current of usual order of magnitude is readily possible.</a:t>
                </a:r>
              </a:p>
              <a:p>
                <a:pPr algn="just">
                  <a:buSzPct val="125000"/>
                </a:pPr>
                <a:endParaRPr lang="en-US" sz="2400" dirty="0"/>
              </a:p>
              <a:p>
                <a:pPr algn="just">
                  <a:buSzPct val="125000"/>
                </a:pPr>
                <a:r>
                  <a:rPr lang="en-US" sz="2400" b="1" i="1" dirty="0"/>
                  <a:t>For example: </a:t>
                </a:r>
                <a:r>
                  <a:rPr lang="en-US" sz="2400" dirty="0"/>
                  <a:t>Since the charge per electron is </a:t>
                </a:r>
                <a14:m>
                  <m:oMath xmlns:m="http://schemas.openxmlformats.org/officeDocument/2006/math">
                    <m:r>
                      <a:rPr lang="en-US" sz="2400" i="1">
                        <a:latin typeface="Cambria Math" panose="02040503050406030204" pitchFamily="18" charset="0"/>
                      </a:rPr>
                      <m:t>1.60</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i="1">
                            <a:latin typeface="Cambria Math" panose="02040503050406030204" pitchFamily="18" charset="0"/>
                            <a:ea typeface="Cambria Math" panose="02040503050406030204" pitchFamily="18" charset="0"/>
                          </a:rPr>
                          <m:t>−19</m:t>
                        </m:r>
                      </m:sup>
                    </m:sSup>
                    <m:r>
                      <a:rPr lang="en-US" sz="2400" i="1">
                        <a:latin typeface="Cambria Math" panose="02040503050406030204" pitchFamily="18" charset="0"/>
                        <a:ea typeface="Cambria Math" panose="02040503050406030204" pitchFamily="18" charset="0"/>
                      </a:rPr>
                      <m:t>𝐶</m:t>
                    </m:r>
                  </m:oMath>
                </a14:m>
                <a:r>
                  <a:rPr lang="en-US" sz="2400" dirty="0"/>
                  <a:t>, the      number of electrons per coulomb is </a:t>
                </a:r>
                <a14:m>
                  <m:oMath xmlns:m="http://schemas.openxmlformats.org/officeDocument/2006/math">
                    <m:f>
                      <m:fPr>
                        <m:type m:val="skw"/>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i="1">
                            <a:latin typeface="Cambria Math" panose="02040503050406030204" pitchFamily="18" charset="0"/>
                          </a:rPr>
                          <m:t>1.60</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i="1">
                                <a:latin typeface="Cambria Math" panose="02040503050406030204" pitchFamily="18" charset="0"/>
                                <a:ea typeface="Cambria Math" panose="02040503050406030204" pitchFamily="18" charset="0"/>
                              </a:rPr>
                              <m:t>−19</m:t>
                            </m:r>
                          </m:sup>
                        </m:sSup>
                        <m:r>
                          <a:rPr lang="en-US" sz="2400" i="1">
                            <a:latin typeface="Cambria Math" panose="02040503050406030204" pitchFamily="18" charset="0"/>
                            <a:ea typeface="Cambria Math" panose="02040503050406030204" pitchFamily="18" charset="0"/>
                          </a:rPr>
                          <m:t>𝐶</m:t>
                        </m:r>
                      </m:den>
                    </m:f>
                    <m:r>
                      <a:rPr lang="en-US" sz="2400" b="0" i="1" smtClean="0">
                        <a:latin typeface="Cambria Math" panose="02040503050406030204" pitchFamily="18" charset="0"/>
                      </a:rPr>
                      <m:t>=6</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18</m:t>
                        </m:r>
                      </m:sup>
                    </m:sSup>
                  </m:oMath>
                </a14:m>
                <a:r>
                  <a:rPr lang="en-US" sz="2400" dirty="0"/>
                  <a:t>. Since a      current of 1A is the flow of  1 c/s, then a current of only 1 PA </a:t>
                </a:r>
                <a14:m>
                  <m:oMath xmlns:m="http://schemas.openxmlformats.org/officeDocument/2006/math">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−12</m:t>
                        </m:r>
                      </m:sup>
                    </m:sSup>
                    <m:r>
                      <a:rPr lang="en-US" sz="2400" b="0" i="1" smtClean="0">
                        <a:latin typeface="Cambria Math" panose="02040503050406030204" pitchFamily="18" charset="0"/>
                      </a:rPr>
                      <m:t>𝐴</m:t>
                    </m:r>
                    <m:r>
                      <a:rPr lang="en-US" sz="2400" b="0" i="1" smtClean="0">
                        <a:latin typeface="Cambria Math" panose="02040503050406030204" pitchFamily="18" charset="0"/>
                      </a:rPr>
                      <m:t>)</m:t>
                    </m:r>
                  </m:oMath>
                </a14:m>
                <a:r>
                  <a:rPr lang="en-US" sz="2400" dirty="0"/>
                  <a:t> represents the motion of approximately </a:t>
                </a:r>
                <a:r>
                  <a:rPr lang="en-US" sz="2400" i="1" dirty="0"/>
                  <a:t>6 million electrons per sec. </a:t>
                </a:r>
              </a:p>
            </p:txBody>
          </p:sp>
        </mc:Choice>
        <mc:Fallback xmlns="">
          <p:sp>
            <p:nvSpPr>
              <p:cNvPr id="3" name="TextBox 2"/>
              <p:cNvSpPr txBox="1">
                <a:spLocks noRot="1" noChangeAspect="1" noMove="1" noResize="1" noEditPoints="1" noAdjustHandles="1" noChangeArrowheads="1" noChangeShapeType="1" noTextEdit="1"/>
              </p:cNvSpPr>
              <p:nvPr/>
            </p:nvSpPr>
            <p:spPr>
              <a:xfrm>
                <a:off x="1288953" y="1084520"/>
                <a:ext cx="9614094" cy="4927887"/>
              </a:xfrm>
              <a:prstGeom prst="rect">
                <a:avLst/>
              </a:prstGeom>
              <a:blipFill>
                <a:blip r:embed="rId3"/>
                <a:stretch>
                  <a:fillRect l="-1267" t="-2599" r="-951" b="-2228"/>
                </a:stretch>
              </a:blipFill>
            </p:spPr>
            <p:txBody>
              <a:bodyPr/>
              <a:lstStyle/>
              <a:p>
                <a:r>
                  <a:rPr lang="en-IN">
                    <a:noFill/>
                  </a:rPr>
                  <a:t> </a:t>
                </a:r>
              </a:p>
            </p:txBody>
          </p:sp>
        </mc:Fallback>
      </mc:AlternateContent>
      <p:sp>
        <p:nvSpPr>
          <p:cNvPr id="11" name="Rectangle 10">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Atomic Structure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4" name="Footer Placeholder 4">
            <a:extLst>
              <a:ext uri="{FF2B5EF4-FFF2-40B4-BE49-F238E27FC236}">
                <a16:creationId xmlns:a16="http://schemas.microsoft.com/office/drawing/2014/main" id="{348DD673-F3E8-4A5E-8219-1AA0626F214F}"/>
              </a:ext>
            </a:extLst>
          </p:cNvPr>
          <p:cNvSpPr>
            <a:spLocks noGrp="1"/>
          </p:cNvSpPr>
          <p:nvPr>
            <p:ph type="ftr" sz="quarter" idx="11"/>
          </p:nvPr>
        </p:nvSpPr>
        <p:spPr>
          <a:xfrm>
            <a:off x="4038600" y="6356350"/>
            <a:ext cx="4114800" cy="365125"/>
          </a:xfrm>
        </p:spPr>
        <p:txBody>
          <a:bodyPr/>
          <a:lstStyle/>
          <a:p>
            <a:r>
              <a:rPr lang="en-IN" dirty="0"/>
              <a:t>Department of ECE, BIT, Mesra Ranchi</a:t>
            </a:r>
          </a:p>
        </p:txBody>
      </p:sp>
      <p:sp>
        <p:nvSpPr>
          <p:cNvPr id="5" name="Date Placeholder 3">
            <a:extLst>
              <a:ext uri="{FF2B5EF4-FFF2-40B4-BE49-F238E27FC236}">
                <a16:creationId xmlns:a16="http://schemas.microsoft.com/office/drawing/2014/main" id="{2DE2B43C-F005-4FDB-93F5-E60EF1B7D2E3}"/>
              </a:ext>
            </a:extLst>
          </p:cNvPr>
          <p:cNvSpPr>
            <a:spLocks noGrp="1"/>
          </p:cNvSpPr>
          <p:nvPr>
            <p:ph type="dt" sz="half" idx="10"/>
          </p:nvPr>
        </p:nvSpPr>
        <p:spPr>
          <a:xfrm>
            <a:off x="838200" y="6356350"/>
            <a:ext cx="2743200" cy="365125"/>
          </a:xfrm>
        </p:spPr>
        <p:txBody>
          <a:bodyPr/>
          <a:lstStyle/>
          <a:p>
            <a:fld id="{ED79BE28-8B50-44BE-A808-C7653B1FBD2D}" type="datetime1">
              <a:rPr lang="en-IN" smtClean="0"/>
              <a:pPr/>
              <a:t>24-01-2022</a:t>
            </a:fld>
            <a:endParaRPr lang="en-IN" dirty="0"/>
          </a:p>
        </p:txBody>
      </p:sp>
    </p:spTree>
    <p:extLst>
      <p:ext uri="{BB962C8B-B14F-4D97-AF65-F5344CB8AC3E}">
        <p14:creationId xmlns:p14="http://schemas.microsoft.com/office/powerpoint/2010/main" val="417308671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180213" y="1231605"/>
                <a:ext cx="9722833" cy="4957832"/>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sz="2400" b="1" i="1" dirty="0"/>
                  <a:t>The eV Unit of Energy: </a:t>
                </a:r>
                <a:r>
                  <a:rPr lang="en-US" sz="2400" dirty="0"/>
                  <a:t>A unit of Work or Energy, called the electron-volt (eV) is defined as:</a:t>
                </a:r>
              </a:p>
              <a:p>
                <a:pPr>
                  <a:buSzPct val="125000"/>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𝟏</m:t>
                      </m:r>
                      <m:r>
                        <a:rPr lang="en-US" sz="2400" b="1" i="1" smtClean="0">
                          <a:latin typeface="Cambria Math" panose="02040503050406030204" pitchFamily="18" charset="0"/>
                        </a:rPr>
                        <m:t> </m:t>
                      </m:r>
                      <m:r>
                        <a:rPr lang="en-US" sz="2400" b="1" i="1" smtClean="0">
                          <a:latin typeface="Cambria Math" panose="02040503050406030204" pitchFamily="18" charset="0"/>
                        </a:rPr>
                        <m:t>𝒆𝑽</m:t>
                      </m:r>
                      <m:r>
                        <a:rPr lang="en-US" sz="2400" b="1" i="1" smtClean="0">
                          <a:latin typeface="Cambria Math" panose="02040503050406030204" pitchFamily="18" charset="0"/>
                        </a:rPr>
                        <m:t>=</m:t>
                      </m:r>
                      <m:r>
                        <a:rPr lang="en-US" sz="2400" b="1" i="1" smtClean="0">
                          <a:latin typeface="Cambria Math" panose="02040503050406030204" pitchFamily="18" charset="0"/>
                        </a:rPr>
                        <m:t>𝟏</m:t>
                      </m:r>
                      <m:r>
                        <a:rPr lang="en-US" sz="2400" b="1" i="1" smtClean="0">
                          <a:latin typeface="Cambria Math" panose="02040503050406030204" pitchFamily="18" charset="0"/>
                        </a:rPr>
                        <m:t>.</m:t>
                      </m:r>
                      <m:r>
                        <a:rPr lang="en-US" sz="2400" b="1" i="1" smtClean="0">
                          <a:latin typeface="Cambria Math" panose="02040503050406030204" pitchFamily="18" charset="0"/>
                        </a:rPr>
                        <m:t>𝟔𝟎</m:t>
                      </m:r>
                      <m:r>
                        <a:rPr lang="en-US" sz="2400" b="1" i="1" smtClean="0">
                          <a:latin typeface="Cambria Math" panose="02040503050406030204" pitchFamily="18" charset="0"/>
                          <a:ea typeface="Cambria Math" panose="02040503050406030204" pitchFamily="18" charset="0"/>
                        </a:rPr>
                        <m:t>×</m:t>
                      </m:r>
                      <m:sSup>
                        <m:sSupPr>
                          <m:ctrlPr>
                            <a:rPr lang="en-US" sz="2400" b="1" i="1" smtClean="0">
                              <a:latin typeface="Cambria Math" panose="02040503050406030204" pitchFamily="18" charset="0"/>
                              <a:ea typeface="Cambria Math" panose="02040503050406030204" pitchFamily="18" charset="0"/>
                            </a:rPr>
                          </m:ctrlPr>
                        </m:sSupPr>
                        <m:e>
                          <m:r>
                            <a:rPr lang="en-US" sz="2400" b="1" i="1" smtClean="0">
                              <a:latin typeface="Cambria Math" panose="02040503050406030204" pitchFamily="18" charset="0"/>
                              <a:ea typeface="Cambria Math" panose="02040503050406030204" pitchFamily="18" charset="0"/>
                            </a:rPr>
                            <m:t>𝟏𝟎</m:t>
                          </m:r>
                        </m:e>
                        <m:sup>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𝟏𝟗</m:t>
                          </m:r>
                        </m:sup>
                      </m:sSup>
                      <m:r>
                        <a:rPr lang="en-US" sz="2400" b="1" i="1" smtClean="0">
                          <a:latin typeface="Cambria Math" panose="02040503050406030204" pitchFamily="18" charset="0"/>
                          <a:ea typeface="Cambria Math" panose="02040503050406030204" pitchFamily="18" charset="0"/>
                        </a:rPr>
                        <m:t>𝑱</m:t>
                      </m:r>
                    </m:oMath>
                  </m:oMathPara>
                </a14:m>
                <a:endParaRPr lang="en-US" sz="2400" b="1" i="1" dirty="0"/>
              </a:p>
              <a:p>
                <a:pPr marL="342900" indent="-342900">
                  <a:buSzPct val="125000"/>
                  <a:buFont typeface="Wingdings" panose="05000000000000000000" pitchFamily="2" charset="2"/>
                  <a:buChar char="§"/>
                </a:pPr>
                <a:r>
                  <a:rPr lang="en-US" sz="2400" dirty="0"/>
                  <a:t>The electron-volt arises from the fact that, if an electron falls through a potential of 1 volt, it’s Kinetic-energy will increase by the decrease in potential-energy or by,</a:t>
                </a:r>
              </a:p>
              <a:p>
                <a:pPr>
                  <a:buSzPct val="125000"/>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𝒒𝑽</m:t>
                      </m:r>
                      <m:r>
                        <a:rPr lang="en-US" sz="2400" b="1" i="1" smtClean="0">
                          <a:latin typeface="Cambria Math" panose="02040503050406030204" pitchFamily="18" charset="0"/>
                        </a:rPr>
                        <m:t>=</m:t>
                      </m:r>
                      <m:d>
                        <m:dPr>
                          <m:ctrlPr>
                            <a:rPr lang="en-US" sz="2400" b="1" i="1" smtClean="0">
                              <a:latin typeface="Cambria Math" panose="02040503050406030204" pitchFamily="18" charset="0"/>
                            </a:rPr>
                          </m:ctrlPr>
                        </m:dPr>
                        <m:e>
                          <m:r>
                            <a:rPr lang="en-US" sz="2400" b="1" i="1">
                              <a:latin typeface="Cambria Math" panose="02040503050406030204" pitchFamily="18" charset="0"/>
                            </a:rPr>
                            <m:t>𝟏</m:t>
                          </m:r>
                          <m:r>
                            <a:rPr lang="en-US" sz="2400" b="1" i="1">
                              <a:latin typeface="Cambria Math" panose="02040503050406030204" pitchFamily="18" charset="0"/>
                            </a:rPr>
                            <m:t>.</m:t>
                          </m:r>
                          <m:r>
                            <a:rPr lang="en-US" sz="2400" b="1" i="1">
                              <a:latin typeface="Cambria Math" panose="02040503050406030204" pitchFamily="18" charset="0"/>
                            </a:rPr>
                            <m:t>𝟔𝟎</m:t>
                          </m:r>
                          <m:r>
                            <a:rPr lang="en-US" sz="2400" b="1" i="1">
                              <a:latin typeface="Cambria Math" panose="02040503050406030204" pitchFamily="18" charset="0"/>
                              <a:ea typeface="Cambria Math" panose="02040503050406030204" pitchFamily="18" charset="0"/>
                            </a:rPr>
                            <m:t>×</m:t>
                          </m:r>
                          <m:sSup>
                            <m:sSupPr>
                              <m:ctrlPr>
                                <a:rPr lang="en-US" sz="2400" b="1" i="1">
                                  <a:latin typeface="Cambria Math" panose="02040503050406030204" pitchFamily="18" charset="0"/>
                                  <a:ea typeface="Cambria Math" panose="02040503050406030204" pitchFamily="18" charset="0"/>
                                </a:rPr>
                              </m:ctrlPr>
                            </m:sSupPr>
                            <m:e>
                              <m:r>
                                <a:rPr lang="en-US" sz="2400" b="1" i="1">
                                  <a:latin typeface="Cambria Math" panose="02040503050406030204" pitchFamily="18" charset="0"/>
                                  <a:ea typeface="Cambria Math" panose="02040503050406030204" pitchFamily="18" charset="0"/>
                                </a:rPr>
                                <m:t>𝟏𝟎</m:t>
                              </m:r>
                            </m:e>
                            <m:sup>
                              <m:r>
                                <a:rPr lang="en-US" sz="2400" b="1" i="1">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𝟏𝟗</m:t>
                              </m:r>
                            </m:sup>
                          </m:sSup>
                          <m:r>
                            <a:rPr lang="en-US" sz="2400" b="1" i="1" smtClean="0">
                              <a:latin typeface="Cambria Math" panose="02040503050406030204" pitchFamily="18" charset="0"/>
                              <a:ea typeface="Cambria Math" panose="02040503050406030204" pitchFamily="18" charset="0"/>
                            </a:rPr>
                            <m:t>𝑪</m:t>
                          </m:r>
                        </m:e>
                      </m:d>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𝟏</m:t>
                          </m:r>
                          <m:r>
                            <a:rPr lang="en-US" sz="2400" b="1" i="1" smtClean="0">
                              <a:latin typeface="Cambria Math" panose="02040503050406030204" pitchFamily="18" charset="0"/>
                            </a:rPr>
                            <m:t>𝑽</m:t>
                          </m:r>
                        </m:e>
                      </m:d>
                      <m:r>
                        <a:rPr lang="en-US" sz="2400" b="1" i="1" smtClean="0">
                          <a:latin typeface="Cambria Math" panose="02040503050406030204" pitchFamily="18" charset="0"/>
                        </a:rPr>
                        <m:t>=</m:t>
                      </m:r>
                      <m:r>
                        <a:rPr lang="en-US" sz="2400" b="1" i="1" smtClean="0">
                          <a:latin typeface="Cambria Math" panose="02040503050406030204" pitchFamily="18" charset="0"/>
                        </a:rPr>
                        <m:t>𝟏</m:t>
                      </m:r>
                      <m:r>
                        <a:rPr lang="en-US" sz="2400" b="1" i="1" smtClean="0">
                          <a:latin typeface="Cambria Math" panose="02040503050406030204" pitchFamily="18" charset="0"/>
                        </a:rPr>
                        <m:t>.</m:t>
                      </m:r>
                      <m:r>
                        <a:rPr lang="en-US" sz="2400" b="1" i="1" smtClean="0">
                          <a:latin typeface="Cambria Math" panose="02040503050406030204" pitchFamily="18" charset="0"/>
                        </a:rPr>
                        <m:t>𝟔𝟎</m:t>
                      </m:r>
                      <m:r>
                        <a:rPr lang="en-US" sz="2400" b="1" i="1" smtClean="0">
                          <a:latin typeface="Cambria Math" panose="02040503050406030204" pitchFamily="18" charset="0"/>
                          <a:ea typeface="Cambria Math" panose="02040503050406030204" pitchFamily="18" charset="0"/>
                        </a:rPr>
                        <m:t>×</m:t>
                      </m:r>
                      <m:sSup>
                        <m:sSupPr>
                          <m:ctrlPr>
                            <a:rPr lang="en-US" sz="2400" b="1" i="1" smtClean="0">
                              <a:latin typeface="Cambria Math" panose="02040503050406030204" pitchFamily="18" charset="0"/>
                              <a:ea typeface="Cambria Math" panose="02040503050406030204" pitchFamily="18" charset="0"/>
                            </a:rPr>
                          </m:ctrlPr>
                        </m:sSupPr>
                        <m:e>
                          <m:r>
                            <a:rPr lang="en-US" sz="2400" b="1" i="1" smtClean="0">
                              <a:latin typeface="Cambria Math" panose="02040503050406030204" pitchFamily="18" charset="0"/>
                              <a:ea typeface="Cambria Math" panose="02040503050406030204" pitchFamily="18" charset="0"/>
                            </a:rPr>
                            <m:t>𝟏𝟎</m:t>
                          </m:r>
                        </m:e>
                        <m:sup>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𝟏𝟗</m:t>
                          </m:r>
                        </m:sup>
                      </m:sSup>
                      <m:r>
                        <a:rPr lang="en-US" sz="2400" b="1" i="1" smtClean="0">
                          <a:latin typeface="Cambria Math" panose="02040503050406030204" pitchFamily="18" charset="0"/>
                          <a:ea typeface="Cambria Math" panose="02040503050406030204" pitchFamily="18" charset="0"/>
                        </a:rPr>
                        <m:t>𝑱</m:t>
                      </m:r>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𝟏</m:t>
                      </m:r>
                      <m:r>
                        <a:rPr lang="en-US" sz="2400" b="1" i="1" smtClean="0">
                          <a:latin typeface="Cambria Math" panose="02040503050406030204" pitchFamily="18" charset="0"/>
                          <a:ea typeface="Cambria Math" panose="02040503050406030204" pitchFamily="18" charset="0"/>
                        </a:rPr>
                        <m:t> </m:t>
                      </m:r>
                      <m:r>
                        <a:rPr lang="en-US" sz="2400" b="1" i="1" smtClean="0">
                          <a:latin typeface="Cambria Math" panose="02040503050406030204" pitchFamily="18" charset="0"/>
                          <a:ea typeface="Cambria Math" panose="02040503050406030204" pitchFamily="18" charset="0"/>
                        </a:rPr>
                        <m:t>𝒆𝑽</m:t>
                      </m:r>
                    </m:oMath>
                  </m:oMathPara>
                </a14:m>
                <a:endParaRPr lang="en-US" sz="2400" b="1" dirty="0"/>
              </a:p>
              <a:p>
                <a:pPr algn="just">
                  <a:buSzPct val="125000"/>
                </a:pPr>
                <a:r>
                  <a:rPr lang="en-US" sz="2400" dirty="0"/>
                  <a:t>     The electron-volt unit may be used for any type of energy and is not  </a:t>
                </a:r>
              </a:p>
              <a:p>
                <a:pPr algn="just">
                  <a:buSzPct val="125000"/>
                </a:pPr>
                <a:r>
                  <a:rPr lang="en-US" sz="2400" dirty="0"/>
                  <a:t>      restricted to problems involving electrons.</a:t>
                </a:r>
              </a:p>
              <a:p>
                <a:pPr marL="342900" indent="-342900">
                  <a:buSzPct val="125000"/>
                  <a:buFont typeface="Wingdings" panose="05000000000000000000" pitchFamily="2" charset="2"/>
                  <a:buChar char="§"/>
                </a:pPr>
                <a:r>
                  <a:rPr lang="en-US" sz="2400" dirty="0"/>
                  <a:t> A potential-energy barrier of ‘E’ electron-volt is equivalent to a potential hill of ‘V’ volts, if these quantities are related by,</a:t>
                </a:r>
              </a:p>
              <a:p>
                <a:pPr>
                  <a:buSzPct val="125000"/>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rPr>
                        <m:t>𝒒</m:t>
                      </m:r>
                      <m:r>
                        <a:rPr lang="en-US" sz="2400" b="1" i="1" smtClean="0">
                          <a:latin typeface="Cambria Math" panose="02040503050406030204" pitchFamily="18" charset="0"/>
                        </a:rPr>
                        <m:t>𝑽</m:t>
                      </m:r>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m:t>
                      </m:r>
                      <m:r>
                        <a:rPr lang="en-US" sz="2400" b="1" i="1">
                          <a:latin typeface="Cambria Math" panose="02040503050406030204" pitchFamily="18" charset="0"/>
                        </a:rPr>
                        <m:t>𝟔𝟎</m:t>
                      </m:r>
                      <m:r>
                        <a:rPr lang="en-US" sz="2400" b="1" i="1">
                          <a:latin typeface="Cambria Math" panose="02040503050406030204" pitchFamily="18" charset="0"/>
                          <a:ea typeface="Cambria Math" panose="02040503050406030204" pitchFamily="18" charset="0"/>
                        </a:rPr>
                        <m:t>×</m:t>
                      </m:r>
                      <m:sSup>
                        <m:sSupPr>
                          <m:ctrlPr>
                            <a:rPr lang="en-US" sz="2400" b="1" i="1">
                              <a:latin typeface="Cambria Math" panose="02040503050406030204" pitchFamily="18" charset="0"/>
                              <a:ea typeface="Cambria Math" panose="02040503050406030204" pitchFamily="18" charset="0"/>
                            </a:rPr>
                          </m:ctrlPr>
                        </m:sSupPr>
                        <m:e>
                          <m:r>
                            <a:rPr lang="en-US" sz="2400" b="1" i="1">
                              <a:latin typeface="Cambria Math" panose="02040503050406030204" pitchFamily="18" charset="0"/>
                              <a:ea typeface="Cambria Math" panose="02040503050406030204" pitchFamily="18" charset="0"/>
                            </a:rPr>
                            <m:t>𝟏𝟎</m:t>
                          </m:r>
                        </m:e>
                        <m:sup>
                          <m:r>
                            <a:rPr lang="en-US" sz="2400" b="1" i="1">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𝟏𝟗</m:t>
                          </m:r>
                        </m:sup>
                      </m:sSup>
                      <m:r>
                        <a:rPr lang="en-US" sz="2400" b="1" i="1" smtClean="0">
                          <a:latin typeface="Cambria Math" panose="02040503050406030204" pitchFamily="18" charset="0"/>
                          <a:ea typeface="Cambria Math" panose="02040503050406030204" pitchFamily="18" charset="0"/>
                        </a:rPr>
                        <m:t>𝑬</m:t>
                      </m:r>
                    </m:oMath>
                  </m:oMathPara>
                </a14:m>
                <a:endParaRPr lang="en-US" sz="2400" dirty="0"/>
              </a:p>
              <a:p>
                <a:pPr>
                  <a:buSzPct val="125000"/>
                </a:pPr>
                <a:r>
                  <a:rPr lang="en-US" sz="2400" dirty="0"/>
                  <a:t>    Note that, ‘V’ and ‘E’ are numerically identical but dimensionally different.</a:t>
                </a:r>
              </a:p>
            </p:txBody>
          </p:sp>
        </mc:Choice>
        <mc:Fallback xmlns="">
          <p:sp>
            <p:nvSpPr>
              <p:cNvPr id="3" name="TextBox 2"/>
              <p:cNvSpPr txBox="1">
                <a:spLocks noRot="1" noChangeAspect="1" noMove="1" noResize="1" noEditPoints="1" noAdjustHandles="1" noChangeArrowheads="1" noChangeShapeType="1" noTextEdit="1"/>
              </p:cNvSpPr>
              <p:nvPr/>
            </p:nvSpPr>
            <p:spPr>
              <a:xfrm>
                <a:off x="1180213" y="1231605"/>
                <a:ext cx="9722833" cy="4957832"/>
              </a:xfrm>
              <a:prstGeom prst="rect">
                <a:avLst/>
              </a:prstGeom>
              <a:blipFill>
                <a:blip r:embed="rId3"/>
                <a:stretch>
                  <a:fillRect l="-1317" t="-2460" b="-1845"/>
                </a:stretch>
              </a:blipFill>
            </p:spPr>
            <p:txBody>
              <a:bodyPr/>
              <a:lstStyle/>
              <a:p>
                <a:r>
                  <a:rPr lang="en-IN">
                    <a:noFill/>
                  </a:rPr>
                  <a:t> </a:t>
                </a:r>
              </a:p>
            </p:txBody>
          </p:sp>
        </mc:Fallback>
      </mc:AlternateContent>
      <p:sp>
        <p:nvSpPr>
          <p:cNvPr id="11" name="Rectangle 10">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Atomic Structure (Contd.)</a:t>
            </a:r>
            <a:endParaRPr lang="en-IN" sz="4000" dirty="0">
              <a:ln w="0"/>
              <a:solidFill>
                <a:srgbClr val="00206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93834095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42507" y="1136064"/>
            <a:ext cx="10706986"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An electron moving around the nucleus possesses two types of energies viz. </a:t>
            </a:r>
            <a:r>
              <a:rPr lang="en-US" sz="2400" b="1" i="1" dirty="0"/>
              <a:t>kinetic energy </a:t>
            </a:r>
            <a:r>
              <a:rPr lang="en-US" sz="2400" dirty="0"/>
              <a:t>due to its motion and </a:t>
            </a:r>
            <a:r>
              <a:rPr lang="en-US" sz="2400" b="1" i="1" dirty="0"/>
              <a:t>potential energy </a:t>
            </a:r>
            <a:r>
              <a:rPr lang="en-US" sz="2400" dirty="0"/>
              <a:t>due to the charge on the nucleus. </a:t>
            </a:r>
          </a:p>
          <a:p>
            <a:pPr marL="342900" indent="-342900" algn="just">
              <a:buSzPct val="125000"/>
              <a:buFont typeface="Wingdings" panose="05000000000000000000" pitchFamily="2" charset="2"/>
              <a:buChar char="§"/>
            </a:pPr>
            <a:r>
              <a:rPr lang="en-US" sz="2400" dirty="0"/>
              <a:t>The total energy of the electron is the sum of these two energies. </a:t>
            </a:r>
          </a:p>
          <a:p>
            <a:pPr marL="342900" indent="-342900" algn="just">
              <a:buSzPct val="125000"/>
              <a:buFont typeface="Wingdings" panose="05000000000000000000" pitchFamily="2" charset="2"/>
              <a:buChar char="§"/>
            </a:pPr>
            <a:r>
              <a:rPr lang="en-US" sz="2400" dirty="0"/>
              <a:t>The energy of an electron increases as its distance from the nucleus increases. </a:t>
            </a:r>
          </a:p>
          <a:p>
            <a:pPr marL="342900" indent="-342900" algn="just">
              <a:buSzPct val="125000"/>
              <a:buFont typeface="Wingdings" panose="05000000000000000000" pitchFamily="2" charset="2"/>
              <a:buChar char="§"/>
            </a:pPr>
            <a:r>
              <a:rPr lang="en-US" sz="2400" dirty="0"/>
              <a:t>Thus, an electron in the second orbit possesses more energy than the electron in the first orbit; electron in the third orbit has higher energy than in the second orbit. It is clear that electrons in the last orbit possess very high energy as compared to the electrons in the inner orbits. </a:t>
            </a:r>
          </a:p>
          <a:p>
            <a:pPr marL="342900" indent="-342900" algn="just">
              <a:buSzPct val="125000"/>
              <a:buFont typeface="Wingdings" panose="05000000000000000000" pitchFamily="2" charset="2"/>
              <a:buChar char="§"/>
            </a:pPr>
            <a:r>
              <a:rPr lang="en-US" sz="2400" i="1" dirty="0"/>
              <a:t>These last orbit electrons play an important role in determining the physical, chemical and electrical properties of a material.</a:t>
            </a:r>
          </a:p>
        </p:txBody>
      </p:sp>
      <p:sp>
        <p:nvSpPr>
          <p:cNvPr id="11" name="Rectangle 10">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of an Electron</a:t>
            </a:r>
            <a:endParaRPr lang="en-IN" sz="4000" dirty="0">
              <a:ln w="0"/>
              <a:solidFill>
                <a:srgbClr val="00206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51923299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149600" y="1376333"/>
            <a:ext cx="5791200" cy="4543425"/>
          </a:xfrm>
          <a:prstGeom prst="rect">
            <a:avLst/>
          </a:prstGeom>
        </p:spPr>
      </p:pic>
      <p:sp>
        <p:nvSpPr>
          <p:cNvPr id="4" name="TextBox 3"/>
          <p:cNvSpPr txBox="1"/>
          <p:nvPr/>
        </p:nvSpPr>
        <p:spPr>
          <a:xfrm>
            <a:off x="1625600" y="6076890"/>
            <a:ext cx="9347200" cy="369332"/>
          </a:xfrm>
          <a:prstGeom prst="rect">
            <a:avLst/>
          </a:prstGeom>
          <a:noFill/>
        </p:spPr>
        <p:txBody>
          <a:bodyPr wrap="square" rtlCol="0">
            <a:spAutoFit/>
          </a:bodyPr>
          <a:lstStyle/>
          <a:p>
            <a:r>
              <a:rPr lang="en-US" sz="1800" dirty="0"/>
              <a:t>Fig.1-4[Energy levels increase as the distance from the nucleus increases]</a:t>
            </a:r>
          </a:p>
        </p:txBody>
      </p:sp>
      <p:sp>
        <p:nvSpPr>
          <p:cNvPr id="13" name="Rectangle 12">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of an Electron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32864F8-7570-4F62-B465-1F57EBA3D36C}"/>
                  </a:ext>
                </a:extLst>
              </p14:cNvPr>
              <p14:cNvContentPartPr/>
              <p14:nvPr/>
            </p14:nvContentPartPr>
            <p14:xfrm>
              <a:off x="5589720" y="3993840"/>
              <a:ext cx="2232720" cy="1735200"/>
            </p14:xfrm>
          </p:contentPart>
        </mc:Choice>
        <mc:Fallback xmlns="">
          <p:pic>
            <p:nvPicPr>
              <p:cNvPr id="2" name="Ink 1">
                <a:extLst>
                  <a:ext uri="{FF2B5EF4-FFF2-40B4-BE49-F238E27FC236}">
                    <a16:creationId xmlns:a16="http://schemas.microsoft.com/office/drawing/2014/main" id="{832864F8-7570-4F62-B465-1F57EBA3D36C}"/>
                  </a:ext>
                </a:extLst>
              </p:cNvPr>
              <p:cNvPicPr/>
              <p:nvPr/>
            </p:nvPicPr>
            <p:blipFill>
              <a:blip r:embed="rId5"/>
              <a:stretch>
                <a:fillRect/>
              </a:stretch>
            </p:blipFill>
            <p:spPr>
              <a:xfrm>
                <a:off x="5580360" y="3984480"/>
                <a:ext cx="2251440" cy="1753920"/>
              </a:xfrm>
              <a:prstGeom prst="rect">
                <a:avLst/>
              </a:prstGeom>
            </p:spPr>
          </p:pic>
        </mc:Fallback>
      </mc:AlternateContent>
    </p:spTree>
    <p:extLst>
      <p:ext uri="{BB962C8B-B14F-4D97-AF65-F5344CB8AC3E}">
        <p14:creationId xmlns:p14="http://schemas.microsoft.com/office/powerpoint/2010/main" val="265451784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Valence Electrons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19</a:t>
            </a:fld>
            <a:endParaRPr lang="en-IN"/>
          </a:p>
        </p:txBody>
      </p:sp>
      <p:sp>
        <p:nvSpPr>
          <p:cNvPr id="6" name="TextBox 5">
            <a:extLst>
              <a:ext uri="{FF2B5EF4-FFF2-40B4-BE49-F238E27FC236}">
                <a16:creationId xmlns:a16="http://schemas.microsoft.com/office/drawing/2014/main" id="{D031AA74-983E-49B3-B105-2B15E476CCB1}"/>
              </a:ext>
            </a:extLst>
          </p:cNvPr>
          <p:cNvSpPr txBox="1"/>
          <p:nvPr/>
        </p:nvSpPr>
        <p:spPr>
          <a:xfrm>
            <a:off x="1288952" y="1305341"/>
            <a:ext cx="9614093" cy="4524315"/>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sz="2400" dirty="0"/>
              <a:t>This outermost shell is known as the </a:t>
            </a:r>
            <a:r>
              <a:rPr lang="en-US" sz="2400" b="1" i="1" dirty="0"/>
              <a:t>valence shell </a:t>
            </a:r>
            <a:r>
              <a:rPr lang="en-US" sz="2400" dirty="0"/>
              <a:t>and electrons in this shell are called </a:t>
            </a:r>
            <a:r>
              <a:rPr lang="en-US" sz="2400" b="1" i="1" dirty="0"/>
              <a:t>valence electrons</a:t>
            </a:r>
            <a:r>
              <a:rPr lang="en-US" sz="2400" i="1" dirty="0"/>
              <a:t>. </a:t>
            </a:r>
          </a:p>
          <a:p>
            <a:pPr algn="just">
              <a:buSzPct val="125000"/>
            </a:pPr>
            <a:endParaRPr lang="en-US" sz="2400" dirty="0"/>
          </a:p>
          <a:p>
            <a:pPr marL="342900" indent="-342900" algn="just">
              <a:buSzPct val="125000"/>
              <a:buFont typeface="Wingdings" panose="05000000000000000000" pitchFamily="2" charset="2"/>
              <a:buChar char="§"/>
            </a:pPr>
            <a:r>
              <a:rPr lang="en-US" sz="2400" dirty="0"/>
              <a:t>These valence electrons contribute to chemical reactions and bonding within the structure of a material and determine its electrical properties.</a:t>
            </a:r>
          </a:p>
          <a:p>
            <a:pPr algn="just">
              <a:buSzPct val="125000"/>
            </a:pPr>
            <a:endParaRPr lang="en-US" sz="2400" dirty="0"/>
          </a:p>
          <a:p>
            <a:pPr marL="342900" indent="-342900" algn="just">
              <a:buSzPct val="125000"/>
              <a:buFont typeface="Wingdings" panose="05000000000000000000" pitchFamily="2" charset="2"/>
              <a:buChar char="§"/>
            </a:pPr>
            <a:r>
              <a:rPr lang="en-US" sz="2400" i="1" dirty="0"/>
              <a:t>These electrons determine </a:t>
            </a:r>
            <a:r>
              <a:rPr lang="en-US" sz="2400" dirty="0"/>
              <a:t>whether </a:t>
            </a:r>
            <a:r>
              <a:rPr lang="en-US" sz="2400" i="1" dirty="0"/>
              <a:t>the material is chemically active or not, metal or non-metal or, a gas or solid.</a:t>
            </a:r>
          </a:p>
          <a:p>
            <a:pPr algn="just">
              <a:buSzPct val="125000"/>
            </a:pPr>
            <a:endParaRPr lang="en-US" sz="2400" dirty="0"/>
          </a:p>
          <a:p>
            <a:pPr marL="342900" indent="-342900" algn="just">
              <a:buSzPct val="125000"/>
              <a:buFont typeface="Wingdings" panose="05000000000000000000" pitchFamily="2" charset="2"/>
              <a:buChar char="§"/>
            </a:pPr>
            <a:r>
              <a:rPr lang="en-US" sz="2400" dirty="0"/>
              <a:t>When a valence electron gains sufficient energy from an external source, it can break free from its atom. This is the basis for conduction in materials.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6F33655-787D-40DE-A6B7-80431FC627D2}"/>
                  </a:ext>
                </a:extLst>
              </p14:cNvPr>
              <p14:cNvContentPartPr/>
              <p14:nvPr/>
            </p14:nvContentPartPr>
            <p14:xfrm>
              <a:off x="1984320" y="4920480"/>
              <a:ext cx="8540640" cy="915120"/>
            </p14:xfrm>
          </p:contentPart>
        </mc:Choice>
        <mc:Fallback xmlns="">
          <p:pic>
            <p:nvPicPr>
              <p:cNvPr id="3" name="Ink 2">
                <a:extLst>
                  <a:ext uri="{FF2B5EF4-FFF2-40B4-BE49-F238E27FC236}">
                    <a16:creationId xmlns:a16="http://schemas.microsoft.com/office/drawing/2014/main" id="{96F33655-787D-40DE-A6B7-80431FC627D2}"/>
                  </a:ext>
                </a:extLst>
              </p:cNvPr>
              <p:cNvPicPr/>
              <p:nvPr/>
            </p:nvPicPr>
            <p:blipFill>
              <a:blip r:embed="rId3"/>
              <a:stretch>
                <a:fillRect/>
              </a:stretch>
            </p:blipFill>
            <p:spPr>
              <a:xfrm>
                <a:off x="1974960" y="4911120"/>
                <a:ext cx="8559360" cy="933840"/>
              </a:xfrm>
              <a:prstGeom prst="rect">
                <a:avLst/>
              </a:prstGeom>
            </p:spPr>
          </p:pic>
        </mc:Fallback>
      </mc:AlternateContent>
    </p:spTree>
    <p:extLst>
      <p:ext uri="{BB962C8B-B14F-4D97-AF65-F5344CB8AC3E}">
        <p14:creationId xmlns:p14="http://schemas.microsoft.com/office/powerpoint/2010/main" val="658885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Valence Electrons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20</a:t>
            </a:fld>
            <a:endParaRPr lang="en-IN"/>
          </a:p>
        </p:txBody>
      </p:sp>
      <p:sp>
        <p:nvSpPr>
          <p:cNvPr id="6" name="TextBox 5">
            <a:extLst>
              <a:ext uri="{FF2B5EF4-FFF2-40B4-BE49-F238E27FC236}">
                <a16:creationId xmlns:a16="http://schemas.microsoft.com/office/drawing/2014/main" id="{61AD81FE-EFAD-4613-BA55-08719C6BB917}"/>
              </a:ext>
            </a:extLst>
          </p:cNvPr>
          <p:cNvSpPr txBox="1"/>
          <p:nvPr/>
        </p:nvSpPr>
        <p:spPr>
          <a:xfrm>
            <a:off x="1148315" y="1281402"/>
            <a:ext cx="9754731" cy="1569660"/>
          </a:xfrm>
          <a:prstGeom prst="rect">
            <a:avLst/>
          </a:prstGeom>
          <a:noFill/>
        </p:spPr>
        <p:txBody>
          <a:bodyPr wrap="square" rtlCol="0">
            <a:spAutoFit/>
          </a:bodyPr>
          <a:lstStyle/>
          <a:p>
            <a:pPr marL="342900" indent="-342900">
              <a:buClr>
                <a:srgbClr val="0000FF"/>
              </a:buClr>
              <a:buSzPct val="125000"/>
              <a:buFont typeface="Wingdings" panose="05000000000000000000" pitchFamily="2" charset="2"/>
              <a:buChar char="§"/>
            </a:pPr>
            <a:r>
              <a:rPr lang="en-US" sz="2400" dirty="0"/>
              <a:t>When the number of valence electrons of an atom is less than 4 (</a:t>
            </a:r>
            <a:r>
              <a:rPr lang="en-US" sz="2400" i="1" dirty="0"/>
              <a:t>i.e. </a:t>
            </a:r>
            <a:r>
              <a:rPr lang="en-US" sz="2400" dirty="0"/>
              <a:t>half of the maximum eight electrons), the material is usually </a:t>
            </a:r>
            <a:r>
              <a:rPr lang="en-US" sz="2400" b="1" i="1" dirty="0"/>
              <a:t>a metal and a conductor</a:t>
            </a:r>
            <a:r>
              <a:rPr lang="en-US" sz="2400" dirty="0"/>
              <a:t>. Examples are sodium, magnesium and aluminium which have 1, 2 and 3 valence electrons respectively (See Fig. 1-5).</a:t>
            </a:r>
          </a:p>
        </p:txBody>
      </p:sp>
      <p:pic>
        <p:nvPicPr>
          <p:cNvPr id="8" name="Picture 7">
            <a:extLst>
              <a:ext uri="{FF2B5EF4-FFF2-40B4-BE49-F238E27FC236}">
                <a16:creationId xmlns:a16="http://schemas.microsoft.com/office/drawing/2014/main" id="{0C4EF7D0-C165-43BE-8F13-3C3E0214D66E}"/>
              </a:ext>
            </a:extLst>
          </p:cNvPr>
          <p:cNvPicPr>
            <a:picLocks noChangeAspect="1"/>
          </p:cNvPicPr>
          <p:nvPr/>
        </p:nvPicPr>
        <p:blipFill>
          <a:blip r:embed="rId2"/>
          <a:stretch>
            <a:fillRect/>
          </a:stretch>
        </p:blipFill>
        <p:spPr>
          <a:xfrm>
            <a:off x="1611283" y="2851062"/>
            <a:ext cx="8537044" cy="2927454"/>
          </a:xfrm>
          <a:prstGeom prst="rect">
            <a:avLst/>
          </a:prstGeom>
        </p:spPr>
      </p:pic>
      <p:sp>
        <p:nvSpPr>
          <p:cNvPr id="9" name="TextBox 8">
            <a:extLst>
              <a:ext uri="{FF2B5EF4-FFF2-40B4-BE49-F238E27FC236}">
                <a16:creationId xmlns:a16="http://schemas.microsoft.com/office/drawing/2014/main" id="{97AD87FD-FBAE-44E8-BDCC-61995857ED5B}"/>
              </a:ext>
            </a:extLst>
          </p:cNvPr>
          <p:cNvSpPr txBox="1"/>
          <p:nvPr/>
        </p:nvSpPr>
        <p:spPr>
          <a:xfrm>
            <a:off x="5454180" y="5882767"/>
            <a:ext cx="1143000" cy="369332"/>
          </a:xfrm>
          <a:prstGeom prst="rect">
            <a:avLst/>
          </a:prstGeom>
          <a:noFill/>
        </p:spPr>
        <p:txBody>
          <a:bodyPr wrap="square" rtlCol="0">
            <a:spAutoFit/>
          </a:bodyPr>
          <a:lstStyle/>
          <a:p>
            <a:r>
              <a:rPr lang="en-US" sz="1800" dirty="0"/>
              <a:t>Fig.1-5</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B03259B-60BB-4A30-998B-57542980B096}"/>
                  </a:ext>
                </a:extLst>
              </p14:cNvPr>
              <p14:cNvContentPartPr/>
              <p14:nvPr/>
            </p14:nvContentPartPr>
            <p14:xfrm>
              <a:off x="1608120" y="1620360"/>
              <a:ext cx="8582760" cy="862200"/>
            </p14:xfrm>
          </p:contentPart>
        </mc:Choice>
        <mc:Fallback xmlns="">
          <p:pic>
            <p:nvPicPr>
              <p:cNvPr id="3" name="Ink 2">
                <a:extLst>
                  <a:ext uri="{FF2B5EF4-FFF2-40B4-BE49-F238E27FC236}">
                    <a16:creationId xmlns:a16="http://schemas.microsoft.com/office/drawing/2014/main" id="{4B03259B-60BB-4A30-998B-57542980B096}"/>
                  </a:ext>
                </a:extLst>
              </p:cNvPr>
              <p:cNvPicPr/>
              <p:nvPr/>
            </p:nvPicPr>
            <p:blipFill>
              <a:blip r:embed="rId4"/>
              <a:stretch>
                <a:fillRect/>
              </a:stretch>
            </p:blipFill>
            <p:spPr>
              <a:xfrm>
                <a:off x="1598760" y="1611000"/>
                <a:ext cx="8601480" cy="880920"/>
              </a:xfrm>
              <a:prstGeom prst="rect">
                <a:avLst/>
              </a:prstGeom>
            </p:spPr>
          </p:pic>
        </mc:Fallback>
      </mc:AlternateContent>
    </p:spTree>
    <p:extLst>
      <p:ext uri="{BB962C8B-B14F-4D97-AF65-F5344CB8AC3E}">
        <p14:creationId xmlns:p14="http://schemas.microsoft.com/office/powerpoint/2010/main" val="78235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Valence Electrons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21</a:t>
            </a:fld>
            <a:endParaRPr lang="en-IN"/>
          </a:p>
        </p:txBody>
      </p:sp>
      <p:sp>
        <p:nvSpPr>
          <p:cNvPr id="6" name="TextBox 5">
            <a:extLst>
              <a:ext uri="{FF2B5EF4-FFF2-40B4-BE49-F238E27FC236}">
                <a16:creationId xmlns:a16="http://schemas.microsoft.com/office/drawing/2014/main" id="{D4D77960-E48C-4A85-B6FA-D6873AC8D670}"/>
              </a:ext>
            </a:extLst>
          </p:cNvPr>
          <p:cNvSpPr txBox="1"/>
          <p:nvPr/>
        </p:nvSpPr>
        <p:spPr>
          <a:xfrm>
            <a:off x="1212111" y="1063256"/>
            <a:ext cx="9690935" cy="1569660"/>
          </a:xfrm>
          <a:prstGeom prst="rect">
            <a:avLst/>
          </a:prstGeom>
          <a:noFill/>
        </p:spPr>
        <p:txBody>
          <a:bodyPr wrap="square" rtlCol="0">
            <a:spAutoFit/>
          </a:bodyPr>
          <a:lstStyle/>
          <a:p>
            <a:pPr marL="342900" indent="-342900" algn="just">
              <a:buClr>
                <a:srgbClr val="0000FF"/>
              </a:buClr>
              <a:buSzPct val="125000"/>
              <a:buFont typeface="Wingdings" panose="05000000000000000000" pitchFamily="2" charset="2"/>
              <a:buChar char="§"/>
            </a:pPr>
            <a:r>
              <a:rPr lang="en-US" sz="2400" dirty="0"/>
              <a:t>When the number of valence electrons of an atom is more than 4, the material is usually </a:t>
            </a:r>
            <a:r>
              <a:rPr lang="en-US" sz="2400" i="1" dirty="0"/>
              <a:t>a non-metal and an insulator</a:t>
            </a:r>
            <a:r>
              <a:rPr lang="en-US" sz="2400" dirty="0"/>
              <a:t>. Examples are nitrogen, sulphur and neon which have 5, 6 and 8 valence electrons respectively (See Fig. 1-6).</a:t>
            </a:r>
          </a:p>
        </p:txBody>
      </p:sp>
      <p:pic>
        <p:nvPicPr>
          <p:cNvPr id="8" name="Picture 7">
            <a:extLst>
              <a:ext uri="{FF2B5EF4-FFF2-40B4-BE49-F238E27FC236}">
                <a16:creationId xmlns:a16="http://schemas.microsoft.com/office/drawing/2014/main" id="{152D487F-B080-4CED-A09F-FB67C1D42346}"/>
              </a:ext>
            </a:extLst>
          </p:cNvPr>
          <p:cNvPicPr>
            <a:picLocks noChangeAspect="1"/>
          </p:cNvPicPr>
          <p:nvPr/>
        </p:nvPicPr>
        <p:blipFill>
          <a:blip r:embed="rId2"/>
          <a:stretch>
            <a:fillRect/>
          </a:stretch>
        </p:blipFill>
        <p:spPr>
          <a:xfrm>
            <a:off x="1699436" y="2632916"/>
            <a:ext cx="8912417" cy="3053835"/>
          </a:xfrm>
          <a:prstGeom prst="rect">
            <a:avLst/>
          </a:prstGeom>
        </p:spPr>
      </p:pic>
      <p:sp>
        <p:nvSpPr>
          <p:cNvPr id="9" name="TextBox 8">
            <a:extLst>
              <a:ext uri="{FF2B5EF4-FFF2-40B4-BE49-F238E27FC236}">
                <a16:creationId xmlns:a16="http://schemas.microsoft.com/office/drawing/2014/main" id="{2DA9A6F8-B9CF-4334-AA62-D974B18264C7}"/>
              </a:ext>
            </a:extLst>
          </p:cNvPr>
          <p:cNvSpPr txBox="1"/>
          <p:nvPr/>
        </p:nvSpPr>
        <p:spPr>
          <a:xfrm>
            <a:off x="5660344" y="5857423"/>
            <a:ext cx="990600" cy="369332"/>
          </a:xfrm>
          <a:prstGeom prst="rect">
            <a:avLst/>
          </a:prstGeom>
          <a:noFill/>
        </p:spPr>
        <p:txBody>
          <a:bodyPr wrap="square" rtlCol="0">
            <a:spAutoFit/>
          </a:bodyPr>
          <a:lstStyle/>
          <a:p>
            <a:r>
              <a:rPr lang="en-US" sz="1800" dirty="0"/>
              <a:t>Fig.1-6</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2FBF358-F950-4622-873F-06995D458967}"/>
                  </a:ext>
                </a:extLst>
              </p14:cNvPr>
              <p14:cNvContentPartPr/>
              <p14:nvPr/>
            </p14:nvContentPartPr>
            <p14:xfrm>
              <a:off x="1636920" y="1762200"/>
              <a:ext cx="9129600" cy="440640"/>
            </p14:xfrm>
          </p:contentPart>
        </mc:Choice>
        <mc:Fallback xmlns="">
          <p:pic>
            <p:nvPicPr>
              <p:cNvPr id="3" name="Ink 2">
                <a:extLst>
                  <a:ext uri="{FF2B5EF4-FFF2-40B4-BE49-F238E27FC236}">
                    <a16:creationId xmlns:a16="http://schemas.microsoft.com/office/drawing/2014/main" id="{F2FBF358-F950-4622-873F-06995D458967}"/>
                  </a:ext>
                </a:extLst>
              </p:cNvPr>
              <p:cNvPicPr/>
              <p:nvPr/>
            </p:nvPicPr>
            <p:blipFill>
              <a:blip r:embed="rId4"/>
              <a:stretch>
                <a:fillRect/>
              </a:stretch>
            </p:blipFill>
            <p:spPr>
              <a:xfrm>
                <a:off x="1627560" y="1752840"/>
                <a:ext cx="9148320" cy="459360"/>
              </a:xfrm>
              <a:prstGeom prst="rect">
                <a:avLst/>
              </a:prstGeom>
            </p:spPr>
          </p:pic>
        </mc:Fallback>
      </mc:AlternateContent>
    </p:spTree>
    <p:extLst>
      <p:ext uri="{BB962C8B-B14F-4D97-AF65-F5344CB8AC3E}">
        <p14:creationId xmlns:p14="http://schemas.microsoft.com/office/powerpoint/2010/main" val="3552729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Valence Electrons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22</a:t>
            </a:fld>
            <a:endParaRPr lang="en-IN"/>
          </a:p>
        </p:txBody>
      </p:sp>
      <p:sp>
        <p:nvSpPr>
          <p:cNvPr id="6" name="TextBox 5">
            <a:extLst>
              <a:ext uri="{FF2B5EF4-FFF2-40B4-BE49-F238E27FC236}">
                <a16:creationId xmlns:a16="http://schemas.microsoft.com/office/drawing/2014/main" id="{28CADB25-1E50-4432-B4DB-08B5BA9BB1C1}"/>
              </a:ext>
            </a:extLst>
          </p:cNvPr>
          <p:cNvSpPr txBox="1"/>
          <p:nvPr/>
        </p:nvSpPr>
        <p:spPr>
          <a:xfrm>
            <a:off x="5381845" y="5987018"/>
            <a:ext cx="990600" cy="369332"/>
          </a:xfrm>
          <a:prstGeom prst="rect">
            <a:avLst/>
          </a:prstGeom>
          <a:noFill/>
        </p:spPr>
        <p:txBody>
          <a:bodyPr wrap="square" rtlCol="0">
            <a:spAutoFit/>
          </a:bodyPr>
          <a:lstStyle/>
          <a:p>
            <a:r>
              <a:rPr lang="en-US" sz="1800" dirty="0"/>
              <a:t>Fig.1-7</a:t>
            </a:r>
          </a:p>
        </p:txBody>
      </p:sp>
      <p:sp>
        <p:nvSpPr>
          <p:cNvPr id="8" name="TextBox 7">
            <a:extLst>
              <a:ext uri="{FF2B5EF4-FFF2-40B4-BE49-F238E27FC236}">
                <a16:creationId xmlns:a16="http://schemas.microsoft.com/office/drawing/2014/main" id="{7E28C045-B627-4EF3-8DB5-DE44AC9CC8F6}"/>
              </a:ext>
            </a:extLst>
          </p:cNvPr>
          <p:cNvSpPr txBox="1"/>
          <p:nvPr/>
        </p:nvSpPr>
        <p:spPr>
          <a:xfrm>
            <a:off x="1105785" y="1096736"/>
            <a:ext cx="9797261" cy="1569660"/>
          </a:xfrm>
          <a:prstGeom prst="rect">
            <a:avLst/>
          </a:prstGeom>
          <a:noFill/>
        </p:spPr>
        <p:txBody>
          <a:bodyPr wrap="square" rtlCol="0">
            <a:spAutoFit/>
          </a:bodyPr>
          <a:lstStyle/>
          <a:p>
            <a:pPr marL="342900" indent="-342900" algn="just">
              <a:buClr>
                <a:srgbClr val="0000FF"/>
              </a:buClr>
              <a:buSzPct val="125000"/>
              <a:buFont typeface="Wingdings" panose="05000000000000000000" pitchFamily="2" charset="2"/>
              <a:buChar char="§"/>
            </a:pPr>
            <a:r>
              <a:rPr lang="en-US" sz="2400" dirty="0"/>
              <a:t>When the number of valence electrons of an atom is 4 (</a:t>
            </a:r>
            <a:r>
              <a:rPr lang="en-US" sz="2400" i="1" dirty="0"/>
              <a:t>i.e. </a:t>
            </a:r>
            <a:r>
              <a:rPr lang="en-US" sz="2400" dirty="0"/>
              <a:t>exactly one-half of the maximum 8 electrons), the material has both metal and non-metal properties and is usually a </a:t>
            </a:r>
            <a:r>
              <a:rPr lang="en-US" sz="2400" i="1" dirty="0"/>
              <a:t>semiconductor</a:t>
            </a:r>
            <a:r>
              <a:rPr lang="en-US" sz="2400" dirty="0"/>
              <a:t>. Examples are carbon, silicon and germanium (See Fig. 1-7).</a:t>
            </a:r>
          </a:p>
        </p:txBody>
      </p:sp>
      <p:pic>
        <p:nvPicPr>
          <p:cNvPr id="9" name="Picture 8">
            <a:extLst>
              <a:ext uri="{FF2B5EF4-FFF2-40B4-BE49-F238E27FC236}">
                <a16:creationId xmlns:a16="http://schemas.microsoft.com/office/drawing/2014/main" id="{7059DC6F-1CDC-4956-9CA1-696C36795BC9}"/>
              </a:ext>
            </a:extLst>
          </p:cNvPr>
          <p:cNvPicPr>
            <a:picLocks noChangeAspect="1"/>
          </p:cNvPicPr>
          <p:nvPr/>
        </p:nvPicPr>
        <p:blipFill>
          <a:blip r:embed="rId2"/>
          <a:stretch>
            <a:fillRect/>
          </a:stretch>
        </p:blipFill>
        <p:spPr>
          <a:xfrm>
            <a:off x="2209800" y="2662793"/>
            <a:ext cx="8067675" cy="332422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42D7D83-1358-4FD0-80DB-146072AD52C6}"/>
                  </a:ext>
                </a:extLst>
              </p14:cNvPr>
              <p14:cNvContentPartPr/>
              <p14:nvPr/>
            </p14:nvContentPartPr>
            <p14:xfrm>
              <a:off x="1503360" y="1468080"/>
              <a:ext cx="9063000" cy="3623040"/>
            </p14:xfrm>
          </p:contentPart>
        </mc:Choice>
        <mc:Fallback xmlns="">
          <p:pic>
            <p:nvPicPr>
              <p:cNvPr id="3" name="Ink 2">
                <a:extLst>
                  <a:ext uri="{FF2B5EF4-FFF2-40B4-BE49-F238E27FC236}">
                    <a16:creationId xmlns:a16="http://schemas.microsoft.com/office/drawing/2014/main" id="{442D7D83-1358-4FD0-80DB-146072AD52C6}"/>
                  </a:ext>
                </a:extLst>
              </p:cNvPr>
              <p:cNvPicPr/>
              <p:nvPr/>
            </p:nvPicPr>
            <p:blipFill>
              <a:blip r:embed="rId4"/>
              <a:stretch>
                <a:fillRect/>
              </a:stretch>
            </p:blipFill>
            <p:spPr>
              <a:xfrm>
                <a:off x="1494000" y="1458720"/>
                <a:ext cx="9081720" cy="3641760"/>
              </a:xfrm>
              <a:prstGeom prst="rect">
                <a:avLst/>
              </a:prstGeom>
            </p:spPr>
          </p:pic>
        </mc:Fallback>
      </mc:AlternateContent>
    </p:spTree>
    <p:extLst>
      <p:ext uri="{BB962C8B-B14F-4D97-AF65-F5344CB8AC3E}">
        <p14:creationId xmlns:p14="http://schemas.microsoft.com/office/powerpoint/2010/main" val="909052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Free Electrons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23</a:t>
            </a:fld>
            <a:endParaRPr lang="en-IN"/>
          </a:p>
        </p:txBody>
      </p:sp>
      <p:sp>
        <p:nvSpPr>
          <p:cNvPr id="6" name="TextBox 5">
            <a:extLst>
              <a:ext uri="{FF2B5EF4-FFF2-40B4-BE49-F238E27FC236}">
                <a16:creationId xmlns:a16="http://schemas.microsoft.com/office/drawing/2014/main" id="{49F5C7BE-DC53-43C4-8F74-E47BAF0C112B}"/>
              </a:ext>
            </a:extLst>
          </p:cNvPr>
          <p:cNvSpPr txBox="1"/>
          <p:nvPr/>
        </p:nvSpPr>
        <p:spPr>
          <a:xfrm>
            <a:off x="1288953" y="1134394"/>
            <a:ext cx="9144000"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valence electrons of different materials possess different energies. The greater the energy of a valence electron, the lesser it is bound to the nucleus. </a:t>
            </a:r>
          </a:p>
          <a:p>
            <a:pPr algn="just">
              <a:buSzPct val="125000"/>
            </a:pPr>
            <a:endParaRPr lang="en-US" sz="2400" dirty="0"/>
          </a:p>
          <a:p>
            <a:pPr marL="342900" indent="-342900" algn="just">
              <a:buSzPct val="125000"/>
              <a:buFont typeface="Wingdings" panose="05000000000000000000" pitchFamily="2" charset="2"/>
              <a:buChar char="§"/>
            </a:pPr>
            <a:r>
              <a:rPr lang="en-US" sz="2400" dirty="0"/>
              <a:t>In certain substances, particularly metals, the valence electrons possess so much energy that they are very loosely attached to the nucleus. These loosely attached valence electrons move at random within the material and are called </a:t>
            </a:r>
            <a:r>
              <a:rPr lang="en-US" sz="2400" i="1" dirty="0"/>
              <a:t>free electrons</a:t>
            </a:r>
            <a:r>
              <a:rPr lang="en-US" sz="2400" dirty="0"/>
              <a:t>.</a:t>
            </a:r>
          </a:p>
          <a:p>
            <a:pPr algn="just">
              <a:buSzPct val="125000"/>
            </a:pPr>
            <a:endParaRPr lang="en-US" sz="2400" dirty="0"/>
          </a:p>
          <a:p>
            <a:pPr marL="342900" indent="-342900" algn="just">
              <a:buSzPct val="125000"/>
              <a:buFont typeface="Wingdings" panose="05000000000000000000" pitchFamily="2" charset="2"/>
              <a:buChar char="§"/>
            </a:pPr>
            <a:r>
              <a:rPr lang="en-US" sz="2400" dirty="0"/>
              <a:t>The valence electrons which are very loosely attached to the nucleus are known as </a:t>
            </a:r>
            <a:r>
              <a:rPr lang="en-US" sz="2400" b="1" i="1" dirty="0"/>
              <a:t>free electrons</a:t>
            </a:r>
            <a:r>
              <a:rPr lang="en-US" sz="2400" b="1" dirty="0"/>
              <a:t>.</a:t>
            </a:r>
            <a:endParaRPr lang="en-US" sz="24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6782093-A296-4098-B1A7-AAC951BBEC67}"/>
                  </a:ext>
                </a:extLst>
              </p14:cNvPr>
              <p14:cNvContentPartPr/>
              <p14:nvPr/>
            </p14:nvContentPartPr>
            <p14:xfrm>
              <a:off x="1717920" y="1838880"/>
              <a:ext cx="8282520" cy="3377880"/>
            </p14:xfrm>
          </p:contentPart>
        </mc:Choice>
        <mc:Fallback xmlns="">
          <p:pic>
            <p:nvPicPr>
              <p:cNvPr id="3" name="Ink 2">
                <a:extLst>
                  <a:ext uri="{FF2B5EF4-FFF2-40B4-BE49-F238E27FC236}">
                    <a16:creationId xmlns:a16="http://schemas.microsoft.com/office/drawing/2014/main" id="{96782093-A296-4098-B1A7-AAC951BBEC67}"/>
                  </a:ext>
                </a:extLst>
              </p:cNvPr>
              <p:cNvPicPr/>
              <p:nvPr/>
            </p:nvPicPr>
            <p:blipFill>
              <a:blip r:embed="rId3"/>
              <a:stretch>
                <a:fillRect/>
              </a:stretch>
            </p:blipFill>
            <p:spPr>
              <a:xfrm>
                <a:off x="1708560" y="1829520"/>
                <a:ext cx="8301240" cy="3396600"/>
              </a:xfrm>
              <a:prstGeom prst="rect">
                <a:avLst/>
              </a:prstGeom>
            </p:spPr>
          </p:pic>
        </mc:Fallback>
      </mc:AlternateContent>
    </p:spTree>
    <p:extLst>
      <p:ext uri="{BB962C8B-B14F-4D97-AF65-F5344CB8AC3E}">
        <p14:creationId xmlns:p14="http://schemas.microsoft.com/office/powerpoint/2010/main" val="2202237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Free Electrons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24</a:t>
            </a:fld>
            <a:endParaRPr lang="en-IN"/>
          </a:p>
        </p:txBody>
      </p:sp>
      <p:sp>
        <p:nvSpPr>
          <p:cNvPr id="8" name="TextBox 7">
            <a:extLst>
              <a:ext uri="{FF2B5EF4-FFF2-40B4-BE49-F238E27FC236}">
                <a16:creationId xmlns:a16="http://schemas.microsoft.com/office/drawing/2014/main" id="{023CC9D9-E4A7-421C-B2AE-5487E90134DB}"/>
              </a:ext>
            </a:extLst>
          </p:cNvPr>
          <p:cNvSpPr txBox="1"/>
          <p:nvPr/>
        </p:nvSpPr>
        <p:spPr>
          <a:xfrm>
            <a:off x="1288952" y="1098697"/>
            <a:ext cx="9614093" cy="156966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free electrons can be easily removed or detached by applying a</a:t>
            </a:r>
          </a:p>
          <a:p>
            <a:pPr algn="just"/>
            <a:r>
              <a:rPr lang="en-US" sz="2400" dirty="0"/>
              <a:t>      small amount of external energy. As a matter of fact, these are the  </a:t>
            </a:r>
          </a:p>
          <a:p>
            <a:pPr algn="just"/>
            <a:r>
              <a:rPr lang="en-US" sz="2400" dirty="0"/>
              <a:t>      free electrons which determine the </a:t>
            </a:r>
            <a:r>
              <a:rPr lang="en-US" sz="2400" i="1" dirty="0"/>
              <a:t>electrical conductivity</a:t>
            </a:r>
            <a:r>
              <a:rPr lang="en-US" sz="2400" dirty="0"/>
              <a:t> of a  </a:t>
            </a:r>
          </a:p>
          <a:p>
            <a:pPr algn="just"/>
            <a:r>
              <a:rPr lang="en-US" sz="2400" dirty="0"/>
              <a:t>      material.</a:t>
            </a:r>
          </a:p>
        </p:txBody>
      </p:sp>
      <p:pic>
        <p:nvPicPr>
          <p:cNvPr id="9" name="Picture 8">
            <a:extLst>
              <a:ext uri="{FF2B5EF4-FFF2-40B4-BE49-F238E27FC236}">
                <a16:creationId xmlns:a16="http://schemas.microsoft.com/office/drawing/2014/main" id="{AA2978A0-D760-4EFA-8B72-4375BE2FC77C}"/>
              </a:ext>
            </a:extLst>
          </p:cNvPr>
          <p:cNvPicPr>
            <a:picLocks noChangeAspect="1"/>
          </p:cNvPicPr>
          <p:nvPr/>
        </p:nvPicPr>
        <p:blipFill>
          <a:blip r:embed="rId2"/>
          <a:stretch>
            <a:fillRect/>
          </a:stretch>
        </p:blipFill>
        <p:spPr>
          <a:xfrm>
            <a:off x="1628474" y="2743925"/>
            <a:ext cx="8480275" cy="2719438"/>
          </a:xfrm>
          <a:prstGeom prst="rect">
            <a:avLst/>
          </a:prstGeom>
        </p:spPr>
      </p:pic>
      <p:sp>
        <p:nvSpPr>
          <p:cNvPr id="10" name="TextBox 9">
            <a:extLst>
              <a:ext uri="{FF2B5EF4-FFF2-40B4-BE49-F238E27FC236}">
                <a16:creationId xmlns:a16="http://schemas.microsoft.com/office/drawing/2014/main" id="{3D815FB2-C028-42C1-AB6B-3C261C6C7BEE}"/>
              </a:ext>
            </a:extLst>
          </p:cNvPr>
          <p:cNvSpPr txBox="1"/>
          <p:nvPr/>
        </p:nvSpPr>
        <p:spPr>
          <a:xfrm>
            <a:off x="2608521" y="5725190"/>
            <a:ext cx="6248400" cy="369332"/>
          </a:xfrm>
          <a:prstGeom prst="rect">
            <a:avLst/>
          </a:prstGeom>
          <a:noFill/>
        </p:spPr>
        <p:txBody>
          <a:bodyPr wrap="square" rtlCol="0">
            <a:spAutoFit/>
          </a:bodyPr>
          <a:lstStyle/>
          <a:p>
            <a:r>
              <a:rPr lang="en-US" sz="1800" dirty="0"/>
              <a:t>Fig.1-8[Current moves through materials that conduct electricity]</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FC78008D-8CA5-46DC-81A9-34B2CF2838F0}"/>
                  </a:ext>
                </a:extLst>
              </p14:cNvPr>
              <p14:cNvContentPartPr/>
              <p14:nvPr/>
            </p14:nvContentPartPr>
            <p14:xfrm>
              <a:off x="1954800" y="1814760"/>
              <a:ext cx="7447680" cy="3699000"/>
            </p14:xfrm>
          </p:contentPart>
        </mc:Choice>
        <mc:Fallback xmlns="">
          <p:pic>
            <p:nvPicPr>
              <p:cNvPr id="12" name="Ink 11">
                <a:extLst>
                  <a:ext uri="{FF2B5EF4-FFF2-40B4-BE49-F238E27FC236}">
                    <a16:creationId xmlns:a16="http://schemas.microsoft.com/office/drawing/2014/main" id="{FC78008D-8CA5-46DC-81A9-34B2CF2838F0}"/>
                  </a:ext>
                </a:extLst>
              </p:cNvPr>
              <p:cNvPicPr/>
              <p:nvPr/>
            </p:nvPicPr>
            <p:blipFill>
              <a:blip r:embed="rId4"/>
              <a:stretch>
                <a:fillRect/>
              </a:stretch>
            </p:blipFill>
            <p:spPr>
              <a:xfrm>
                <a:off x="1945440" y="1805400"/>
                <a:ext cx="7466400" cy="3717720"/>
              </a:xfrm>
              <a:prstGeom prst="rect">
                <a:avLst/>
              </a:prstGeom>
            </p:spPr>
          </p:pic>
        </mc:Fallback>
      </mc:AlternateContent>
    </p:spTree>
    <p:extLst>
      <p:ext uri="{BB962C8B-B14F-4D97-AF65-F5344CB8AC3E}">
        <p14:creationId xmlns:p14="http://schemas.microsoft.com/office/powerpoint/2010/main" val="1157957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Free Electrons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25</a:t>
            </a:fld>
            <a:endParaRPr lang="en-IN"/>
          </a:p>
        </p:txBody>
      </p:sp>
      <p:sp>
        <p:nvSpPr>
          <p:cNvPr id="6" name="TextBox 5">
            <a:extLst>
              <a:ext uri="{FF2B5EF4-FFF2-40B4-BE49-F238E27FC236}">
                <a16:creationId xmlns:a16="http://schemas.microsoft.com/office/drawing/2014/main" id="{5114513A-6803-4FDC-81FD-741C77424A37}"/>
              </a:ext>
            </a:extLst>
          </p:cNvPr>
          <p:cNvSpPr txBox="1"/>
          <p:nvPr/>
        </p:nvSpPr>
        <p:spPr>
          <a:xfrm>
            <a:off x="1288952" y="1077432"/>
            <a:ext cx="9614093" cy="83099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On this basis of the availability of free electrons, conductors, insulators and semiconductors can be defined as under :</a:t>
            </a:r>
          </a:p>
        </p:txBody>
      </p:sp>
      <p:sp>
        <p:nvSpPr>
          <p:cNvPr id="8" name="TextBox 7">
            <a:extLst>
              <a:ext uri="{FF2B5EF4-FFF2-40B4-BE49-F238E27FC236}">
                <a16:creationId xmlns:a16="http://schemas.microsoft.com/office/drawing/2014/main" id="{63E8262E-F47B-4668-8B56-0C746E95AAFE}"/>
              </a:ext>
            </a:extLst>
          </p:cNvPr>
          <p:cNvSpPr txBox="1"/>
          <p:nvPr/>
        </p:nvSpPr>
        <p:spPr>
          <a:xfrm>
            <a:off x="1288953" y="1908429"/>
            <a:ext cx="9614094" cy="4524315"/>
          </a:xfrm>
          <a:prstGeom prst="rect">
            <a:avLst/>
          </a:prstGeom>
          <a:noFill/>
        </p:spPr>
        <p:txBody>
          <a:bodyPr wrap="square" rtlCol="0">
            <a:spAutoFit/>
          </a:bodyPr>
          <a:lstStyle/>
          <a:p>
            <a:pPr marL="342900" indent="-342900" algn="just">
              <a:buClr>
                <a:srgbClr val="0000FF"/>
              </a:buClr>
              <a:buSzPct val="125000"/>
              <a:buFont typeface="Wingdings" panose="05000000000000000000" pitchFamily="2" charset="2"/>
              <a:buChar char="§"/>
            </a:pPr>
            <a:r>
              <a:rPr lang="en-US" sz="2400" dirty="0"/>
              <a:t>A </a:t>
            </a:r>
            <a:r>
              <a:rPr lang="en-US" sz="2400" b="1" i="1" dirty="0"/>
              <a:t>conductor</a:t>
            </a:r>
            <a:r>
              <a:rPr lang="en-US" sz="2400" i="1" dirty="0"/>
              <a:t> </a:t>
            </a:r>
            <a:r>
              <a:rPr lang="en-US" sz="2400" dirty="0"/>
              <a:t>is a substance which has a large number of free electrons. When potential difference is applied across a conductor, the free electrons move towards the positive terminal of supply, constituting electric current.</a:t>
            </a:r>
          </a:p>
          <a:p>
            <a:pPr algn="just">
              <a:buClr>
                <a:srgbClr val="0000FF"/>
              </a:buClr>
              <a:buSzPct val="125000"/>
            </a:pPr>
            <a:endParaRPr lang="en-US" sz="2400" dirty="0"/>
          </a:p>
          <a:p>
            <a:pPr marL="342900" indent="-342900" algn="just">
              <a:buClr>
                <a:srgbClr val="0000FF"/>
              </a:buClr>
              <a:buSzPct val="125000"/>
              <a:buFont typeface="Wingdings" panose="05000000000000000000" pitchFamily="2" charset="2"/>
              <a:buChar char="§"/>
            </a:pPr>
            <a:r>
              <a:rPr lang="en-US" sz="2400" dirty="0"/>
              <a:t>An </a:t>
            </a:r>
            <a:r>
              <a:rPr lang="en-US" sz="2400" b="1" i="1" dirty="0"/>
              <a:t>insulator</a:t>
            </a:r>
            <a:r>
              <a:rPr lang="en-US" sz="2400" i="1" dirty="0"/>
              <a:t> </a:t>
            </a:r>
            <a:r>
              <a:rPr lang="en-US" sz="2400" dirty="0"/>
              <a:t>is a substance which has practically no free electrons at ordinary temperature. Therefore, an insulator does not conduct current under the influence of potential difference. </a:t>
            </a:r>
          </a:p>
          <a:p>
            <a:pPr algn="just">
              <a:buClr>
                <a:srgbClr val="0000FF"/>
              </a:buClr>
              <a:buSzPct val="125000"/>
            </a:pPr>
            <a:endParaRPr lang="en-US" sz="2400" dirty="0"/>
          </a:p>
          <a:p>
            <a:pPr marL="342900" indent="-342900" algn="just">
              <a:buClr>
                <a:srgbClr val="0000FF"/>
              </a:buClr>
              <a:buSzPct val="125000"/>
              <a:buFont typeface="Wingdings" panose="05000000000000000000" pitchFamily="2" charset="2"/>
              <a:buChar char="§"/>
            </a:pPr>
            <a:r>
              <a:rPr lang="en-US" sz="2400" dirty="0"/>
              <a:t>A </a:t>
            </a:r>
            <a:r>
              <a:rPr lang="en-US" sz="2400" b="1" i="1" dirty="0"/>
              <a:t>semiconductor</a:t>
            </a:r>
            <a:r>
              <a:rPr lang="en-US" sz="2400" i="1" dirty="0"/>
              <a:t> </a:t>
            </a:r>
            <a:r>
              <a:rPr lang="en-US" sz="2400" dirty="0"/>
              <a:t>is a substance which has very few free electrons at room temperature. Consequently, at room temperature, a semiconductor </a:t>
            </a:r>
            <a:r>
              <a:rPr lang="en-US" sz="2400" i="1" dirty="0"/>
              <a:t>practically </a:t>
            </a:r>
            <a:r>
              <a:rPr lang="en-US" sz="2400" dirty="0"/>
              <a:t>conducts no current.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0A344E-5551-4311-8784-07D75BAEE623}"/>
                  </a:ext>
                </a:extLst>
              </p14:cNvPr>
              <p14:cNvContentPartPr/>
              <p14:nvPr/>
            </p14:nvContentPartPr>
            <p14:xfrm>
              <a:off x="1710360" y="2260440"/>
              <a:ext cx="9090360" cy="4136040"/>
            </p14:xfrm>
          </p:contentPart>
        </mc:Choice>
        <mc:Fallback xmlns="">
          <p:pic>
            <p:nvPicPr>
              <p:cNvPr id="3" name="Ink 2">
                <a:extLst>
                  <a:ext uri="{FF2B5EF4-FFF2-40B4-BE49-F238E27FC236}">
                    <a16:creationId xmlns:a16="http://schemas.microsoft.com/office/drawing/2014/main" id="{7C0A344E-5551-4311-8784-07D75BAEE623}"/>
                  </a:ext>
                </a:extLst>
              </p:cNvPr>
              <p:cNvPicPr/>
              <p:nvPr/>
            </p:nvPicPr>
            <p:blipFill>
              <a:blip r:embed="rId3"/>
              <a:stretch>
                <a:fillRect/>
              </a:stretch>
            </p:blipFill>
            <p:spPr>
              <a:xfrm>
                <a:off x="1701000" y="2251080"/>
                <a:ext cx="9109080" cy="4154760"/>
              </a:xfrm>
              <a:prstGeom prst="rect">
                <a:avLst/>
              </a:prstGeom>
            </p:spPr>
          </p:pic>
        </mc:Fallback>
      </mc:AlternateContent>
    </p:spTree>
    <p:extLst>
      <p:ext uri="{BB962C8B-B14F-4D97-AF65-F5344CB8AC3E}">
        <p14:creationId xmlns:p14="http://schemas.microsoft.com/office/powerpoint/2010/main" val="2064930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Electron Emission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26</a:t>
            </a:fld>
            <a:endParaRPr lang="en-IN"/>
          </a:p>
        </p:txBody>
      </p:sp>
      <p:sp>
        <p:nvSpPr>
          <p:cNvPr id="6" name="TextBox 5">
            <a:extLst>
              <a:ext uri="{FF2B5EF4-FFF2-40B4-BE49-F238E27FC236}">
                <a16:creationId xmlns:a16="http://schemas.microsoft.com/office/drawing/2014/main" id="{6DE99AC9-D47B-4A06-A6D5-28F92B7C163E}"/>
              </a:ext>
            </a:extLst>
          </p:cNvPr>
          <p:cNvSpPr txBox="1"/>
          <p:nvPr/>
        </p:nvSpPr>
        <p:spPr>
          <a:xfrm>
            <a:off x="1288952" y="1091609"/>
            <a:ext cx="9614093" cy="830997"/>
          </a:xfrm>
          <a:prstGeom prst="rect">
            <a:avLst/>
          </a:prstGeom>
          <a:noFill/>
        </p:spPr>
        <p:txBody>
          <a:bodyPr wrap="square" rtlCol="0">
            <a:spAutoFit/>
          </a:bodyPr>
          <a:lstStyle/>
          <a:p>
            <a:pPr algn="just"/>
            <a:r>
              <a:rPr lang="en-US" sz="2400" dirty="0"/>
              <a:t>The liberation of electrons from the surface of a substance is known as </a:t>
            </a:r>
            <a:r>
              <a:rPr lang="en-US" sz="2400" i="1" dirty="0">
                <a:solidFill>
                  <a:srgbClr val="00B050"/>
                </a:solidFill>
              </a:rPr>
              <a:t>electron emission</a:t>
            </a:r>
            <a:r>
              <a:rPr lang="en-US" sz="2400" dirty="0"/>
              <a:t>.</a:t>
            </a:r>
            <a:endParaRPr lang="en-US" sz="2400" dirty="0">
              <a:solidFill>
                <a:srgbClr val="0000FF"/>
              </a:solidFill>
            </a:endParaRPr>
          </a:p>
        </p:txBody>
      </p:sp>
      <p:sp>
        <p:nvSpPr>
          <p:cNvPr id="8" name="TextBox 7">
            <a:extLst>
              <a:ext uri="{FF2B5EF4-FFF2-40B4-BE49-F238E27FC236}">
                <a16:creationId xmlns:a16="http://schemas.microsoft.com/office/drawing/2014/main" id="{A2032845-8655-4B9A-A374-AD734F792187}"/>
              </a:ext>
            </a:extLst>
          </p:cNvPr>
          <p:cNvSpPr txBox="1"/>
          <p:nvPr/>
        </p:nvSpPr>
        <p:spPr>
          <a:xfrm>
            <a:off x="1288952" y="1984161"/>
            <a:ext cx="9614092"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If a piece of metal is investigated at room temperature, the random motion of free electrons are free only to the extent that they may transfer from one atom to another within the metal, but they cannot leave the metal surface to provide electron emission. </a:t>
            </a:r>
          </a:p>
          <a:p>
            <a:pPr algn="just">
              <a:buSzPct val="125000"/>
            </a:pPr>
            <a:endParaRPr lang="en-US" sz="2400" dirty="0"/>
          </a:p>
          <a:p>
            <a:pPr marL="342900" indent="-342900" algn="just">
              <a:buSzPct val="125000"/>
              <a:buFont typeface="Wingdings" panose="05000000000000000000" pitchFamily="2" charset="2"/>
              <a:buChar char="§"/>
            </a:pPr>
            <a:r>
              <a:rPr lang="en-US" sz="2400" dirty="0"/>
              <a:t>It is because the free electrons that start at the surface of metal find behind them positive nuclei pulling them back and none pulling forward. </a:t>
            </a:r>
          </a:p>
          <a:p>
            <a:pPr algn="just">
              <a:buSzPct val="125000"/>
            </a:pPr>
            <a:endParaRPr lang="en-US" sz="2400" dirty="0"/>
          </a:p>
          <a:p>
            <a:pPr marL="342900" indent="-342900" algn="just">
              <a:buSzPct val="125000"/>
              <a:buFont typeface="Wingdings" panose="05000000000000000000" pitchFamily="2" charset="2"/>
              <a:buChar char="§"/>
            </a:pPr>
            <a:r>
              <a:rPr lang="en-US" sz="2400" dirty="0"/>
              <a:t>Thus at the surface of a metal, a free electron encounters forces that prevent it to leave the metal. In other words, the metallic surface offers a barrier to free electrons and is known as </a:t>
            </a:r>
            <a:r>
              <a:rPr lang="en-US" sz="2400" i="1" dirty="0"/>
              <a:t>surface barrier</a:t>
            </a:r>
            <a:r>
              <a:rPr lang="en-US" sz="2400" dirty="0"/>
              <a:t>.</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D7190808-7897-4311-BCDB-2191F8B73DE1}"/>
                  </a:ext>
                </a:extLst>
              </p14:cNvPr>
              <p14:cNvContentPartPr/>
              <p14:nvPr/>
            </p14:nvContentPartPr>
            <p14:xfrm>
              <a:off x="2649600" y="4539960"/>
              <a:ext cx="8054280" cy="1567800"/>
            </p14:xfrm>
          </p:contentPart>
        </mc:Choice>
        <mc:Fallback xmlns="">
          <p:pic>
            <p:nvPicPr>
              <p:cNvPr id="10" name="Ink 9">
                <a:extLst>
                  <a:ext uri="{FF2B5EF4-FFF2-40B4-BE49-F238E27FC236}">
                    <a16:creationId xmlns:a16="http://schemas.microsoft.com/office/drawing/2014/main" id="{D7190808-7897-4311-BCDB-2191F8B73DE1}"/>
                  </a:ext>
                </a:extLst>
              </p:cNvPr>
              <p:cNvPicPr/>
              <p:nvPr/>
            </p:nvPicPr>
            <p:blipFill>
              <a:blip r:embed="rId3"/>
              <a:stretch>
                <a:fillRect/>
              </a:stretch>
            </p:blipFill>
            <p:spPr>
              <a:xfrm>
                <a:off x="2640240" y="4530600"/>
                <a:ext cx="8073000" cy="1586520"/>
              </a:xfrm>
              <a:prstGeom prst="rect">
                <a:avLst/>
              </a:prstGeom>
            </p:spPr>
          </p:pic>
        </mc:Fallback>
      </mc:AlternateContent>
    </p:spTree>
    <p:extLst>
      <p:ext uri="{BB962C8B-B14F-4D97-AF65-F5344CB8AC3E}">
        <p14:creationId xmlns:p14="http://schemas.microsoft.com/office/powerpoint/2010/main" val="100378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Electron Emission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27</a:t>
            </a:fld>
            <a:endParaRPr lang="en-IN"/>
          </a:p>
        </p:txBody>
      </p:sp>
      <p:sp>
        <p:nvSpPr>
          <p:cNvPr id="6" name="TextBox 5">
            <a:extLst>
              <a:ext uri="{FF2B5EF4-FFF2-40B4-BE49-F238E27FC236}">
                <a16:creationId xmlns:a16="http://schemas.microsoft.com/office/drawing/2014/main" id="{B8F04545-AE07-4A5A-A078-4622D6F97965}"/>
              </a:ext>
            </a:extLst>
          </p:cNvPr>
          <p:cNvSpPr txBox="1"/>
          <p:nvPr/>
        </p:nvSpPr>
        <p:spPr>
          <a:xfrm>
            <a:off x="1288952" y="1093371"/>
            <a:ext cx="9614093"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However, if sufficient external energy is given to the free electron, its kinetic energy is increased and thus electron will cross over the surface barrier to leave the metal. </a:t>
            </a:r>
          </a:p>
          <a:p>
            <a:pPr marL="342900" indent="-342900" algn="just">
              <a:buSzPct val="125000"/>
              <a:buFont typeface="Wingdings" panose="05000000000000000000" pitchFamily="2" charset="2"/>
              <a:buChar char="§"/>
            </a:pPr>
            <a:r>
              <a:rPr lang="en-US" sz="2400" dirty="0"/>
              <a:t>This additional energy required by an electron to overcome the surface barrier of the metal i.e., to emit an electron from a metallic surface is known as </a:t>
            </a:r>
            <a:r>
              <a:rPr lang="en-US" sz="2400" b="1" i="1" dirty="0"/>
              <a:t>work function </a:t>
            </a:r>
            <a:r>
              <a:rPr lang="en-US" sz="2400" dirty="0"/>
              <a:t>of that metal.</a:t>
            </a:r>
          </a:p>
          <a:p>
            <a:pPr marL="342900" indent="-342900" algn="just">
              <a:buSzPct val="125000"/>
              <a:buFont typeface="Wingdings" panose="05000000000000000000" pitchFamily="2" charset="2"/>
              <a:buChar char="§"/>
            </a:pPr>
            <a:r>
              <a:rPr lang="en-US" sz="2400" dirty="0"/>
              <a:t> Thus, if the total energy required to liberate an electron from a metal is 4 eV and the energy already possessed by the electron is 0.5 eV, then additional energy required (</a:t>
            </a:r>
            <a:r>
              <a:rPr lang="en-US" sz="2400" i="1" dirty="0"/>
              <a:t>i.e.</a:t>
            </a:r>
            <a:r>
              <a:rPr lang="en-US" sz="2400" dirty="0"/>
              <a:t>, work function) is 4.0− 0.5 = 3.5 eV. The </a:t>
            </a:r>
            <a:r>
              <a:rPr lang="en-US" sz="2400" i="1" dirty="0"/>
              <a:t>work function </a:t>
            </a:r>
            <a:r>
              <a:rPr lang="en-US" sz="2400" dirty="0"/>
              <a:t>depends upon the nature of metal, its purity and the conditions of its surface. </a:t>
            </a:r>
          </a:p>
          <a:p>
            <a:pPr marL="342900" indent="-342900" algn="just">
              <a:buSzPct val="125000"/>
              <a:buFont typeface="Wingdings" panose="05000000000000000000" pitchFamily="2" charset="2"/>
              <a:buChar char="§"/>
            </a:pPr>
            <a:r>
              <a:rPr lang="en-US" sz="2400" dirty="0"/>
              <a:t>It may be noted that it is desirable that metal used for electron emission should have low work function so that a small amount of energy is required to cause emission of electrons.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D77C790-ACBA-4147-BC49-283B91D93173}"/>
                  </a:ext>
                </a:extLst>
              </p14:cNvPr>
              <p14:cNvContentPartPr/>
              <p14:nvPr/>
            </p14:nvContentPartPr>
            <p14:xfrm>
              <a:off x="2396880" y="1447560"/>
              <a:ext cx="8463600" cy="4879800"/>
            </p14:xfrm>
          </p:contentPart>
        </mc:Choice>
        <mc:Fallback xmlns="">
          <p:pic>
            <p:nvPicPr>
              <p:cNvPr id="3" name="Ink 2">
                <a:extLst>
                  <a:ext uri="{FF2B5EF4-FFF2-40B4-BE49-F238E27FC236}">
                    <a16:creationId xmlns:a16="http://schemas.microsoft.com/office/drawing/2014/main" id="{BD77C790-ACBA-4147-BC49-283B91D93173}"/>
                  </a:ext>
                </a:extLst>
              </p:cNvPr>
              <p:cNvPicPr/>
              <p:nvPr/>
            </p:nvPicPr>
            <p:blipFill>
              <a:blip r:embed="rId3"/>
              <a:stretch>
                <a:fillRect/>
              </a:stretch>
            </p:blipFill>
            <p:spPr>
              <a:xfrm>
                <a:off x="2387520" y="1438200"/>
                <a:ext cx="8482320" cy="4898520"/>
              </a:xfrm>
              <a:prstGeom prst="rect">
                <a:avLst/>
              </a:prstGeom>
            </p:spPr>
          </p:pic>
        </mc:Fallback>
      </mc:AlternateContent>
    </p:spTree>
    <p:extLst>
      <p:ext uri="{BB962C8B-B14F-4D97-AF65-F5344CB8AC3E}">
        <p14:creationId xmlns:p14="http://schemas.microsoft.com/office/powerpoint/2010/main" val="3183507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Electron Emission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28</a:t>
            </a:fld>
            <a:endParaRPr lang="en-IN"/>
          </a:p>
        </p:txBody>
      </p:sp>
      <p:sp>
        <p:nvSpPr>
          <p:cNvPr id="6" name="TextBox 5">
            <a:extLst>
              <a:ext uri="{FF2B5EF4-FFF2-40B4-BE49-F238E27FC236}">
                <a16:creationId xmlns:a16="http://schemas.microsoft.com/office/drawing/2014/main" id="{4D10D0D0-AD64-44B4-A60E-8192DB6593A2}"/>
              </a:ext>
            </a:extLst>
          </p:cNvPr>
          <p:cNvSpPr txBox="1"/>
          <p:nvPr/>
        </p:nvSpPr>
        <p:spPr>
          <a:xfrm>
            <a:off x="1288953" y="1093833"/>
            <a:ext cx="9614094" cy="3046988"/>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electron emission from the surface of a metal is possible only if sufficient additional energy (</a:t>
            </a:r>
            <a:r>
              <a:rPr lang="en-US" sz="2400" i="1" dirty="0"/>
              <a:t>equal to the work function of the metal</a:t>
            </a:r>
            <a:r>
              <a:rPr lang="en-US" sz="2400" dirty="0"/>
              <a:t>) is supplied from some external source. </a:t>
            </a:r>
          </a:p>
          <a:p>
            <a:pPr marL="342900" indent="-342900" algn="just">
              <a:buSzPct val="125000"/>
              <a:buFont typeface="Wingdings" panose="05000000000000000000" pitchFamily="2" charset="2"/>
              <a:buChar char="§"/>
            </a:pPr>
            <a:r>
              <a:rPr lang="en-US" sz="2400" dirty="0"/>
              <a:t>This external energy may come from a variety of sources such as </a:t>
            </a:r>
            <a:r>
              <a:rPr lang="en-US" sz="2400" i="1" dirty="0"/>
              <a:t>heat energy</a:t>
            </a:r>
            <a:r>
              <a:rPr lang="en-US" sz="2400" dirty="0"/>
              <a:t>, </a:t>
            </a:r>
            <a:r>
              <a:rPr lang="en-US" sz="2400" i="1" dirty="0"/>
              <a:t>energy stored in electric field</a:t>
            </a:r>
            <a:r>
              <a:rPr lang="en-US" sz="2400" dirty="0"/>
              <a:t>, </a:t>
            </a:r>
            <a:r>
              <a:rPr lang="en-US" sz="2400" i="1" dirty="0"/>
              <a:t>light energy or kinetic energy </a:t>
            </a:r>
            <a:r>
              <a:rPr lang="en-US" sz="2400" dirty="0"/>
              <a:t>of the electric charges bombarding the metal surface. </a:t>
            </a:r>
          </a:p>
          <a:p>
            <a:pPr marL="342900" indent="-342900" algn="just">
              <a:buSzPct val="125000"/>
              <a:buFont typeface="Wingdings" panose="05000000000000000000" pitchFamily="2" charset="2"/>
              <a:buChar char="§"/>
            </a:pPr>
            <a:r>
              <a:rPr lang="en-US" sz="2400" dirty="0"/>
              <a:t>Accordingly, there are following four principal methods of obtaining electron emission from the surface of a metal.</a:t>
            </a:r>
          </a:p>
        </p:txBody>
      </p:sp>
      <p:sp>
        <p:nvSpPr>
          <p:cNvPr id="8" name="TextBox 7">
            <a:extLst>
              <a:ext uri="{FF2B5EF4-FFF2-40B4-BE49-F238E27FC236}">
                <a16:creationId xmlns:a16="http://schemas.microsoft.com/office/drawing/2014/main" id="{346070BD-A65D-4F3F-84F9-D7CAFF8F2D6A}"/>
              </a:ext>
            </a:extLst>
          </p:cNvPr>
          <p:cNvSpPr txBox="1"/>
          <p:nvPr/>
        </p:nvSpPr>
        <p:spPr>
          <a:xfrm>
            <a:off x="1714500" y="4140821"/>
            <a:ext cx="3733800" cy="1631216"/>
          </a:xfrm>
          <a:prstGeom prst="rect">
            <a:avLst/>
          </a:prstGeom>
          <a:noFill/>
        </p:spPr>
        <p:txBody>
          <a:bodyPr wrap="square" rtlCol="0">
            <a:spAutoFit/>
          </a:bodyPr>
          <a:lstStyle/>
          <a:p>
            <a:pPr marL="342900" indent="-342900">
              <a:buSzPct val="125000"/>
              <a:buFont typeface="Arial" panose="020B0604020202020204" pitchFamily="34" charset="0"/>
              <a:buChar char="•"/>
            </a:pPr>
            <a:r>
              <a:rPr lang="en-US" sz="2400" dirty="0"/>
              <a:t>Thermionic emission</a:t>
            </a:r>
          </a:p>
          <a:p>
            <a:pPr marL="342900" indent="-342900">
              <a:buSzPct val="125000"/>
              <a:buFont typeface="Arial" panose="020B0604020202020204" pitchFamily="34" charset="0"/>
              <a:buChar char="•"/>
            </a:pPr>
            <a:r>
              <a:rPr lang="en-US" sz="2400" dirty="0"/>
              <a:t>Field emission</a:t>
            </a:r>
          </a:p>
          <a:p>
            <a:pPr marL="342900" indent="-342900">
              <a:buSzPct val="125000"/>
              <a:buFont typeface="Arial" panose="020B0604020202020204" pitchFamily="34" charset="0"/>
              <a:buChar char="•"/>
            </a:pPr>
            <a:r>
              <a:rPr lang="en-US" sz="2400" dirty="0"/>
              <a:t>Photo-electric emission</a:t>
            </a:r>
          </a:p>
          <a:p>
            <a:pPr marL="342900" indent="-342900">
              <a:buSzPct val="125000"/>
              <a:buFont typeface="Arial" panose="020B0604020202020204" pitchFamily="34" charset="0"/>
              <a:buChar char="•"/>
            </a:pPr>
            <a:r>
              <a:rPr lang="en-US" sz="2400" dirty="0"/>
              <a:t>Secondary emission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F702541-8957-4105-85F1-100B4B809C5E}"/>
                  </a:ext>
                </a:extLst>
              </p14:cNvPr>
              <p14:cNvContentPartPr/>
              <p14:nvPr/>
            </p14:nvContentPartPr>
            <p14:xfrm>
              <a:off x="1650600" y="2053080"/>
              <a:ext cx="9081360" cy="3617640"/>
            </p14:xfrm>
          </p:contentPart>
        </mc:Choice>
        <mc:Fallback xmlns="">
          <p:pic>
            <p:nvPicPr>
              <p:cNvPr id="3" name="Ink 2">
                <a:extLst>
                  <a:ext uri="{FF2B5EF4-FFF2-40B4-BE49-F238E27FC236}">
                    <a16:creationId xmlns:a16="http://schemas.microsoft.com/office/drawing/2014/main" id="{4F702541-8957-4105-85F1-100B4B809C5E}"/>
                  </a:ext>
                </a:extLst>
              </p:cNvPr>
              <p:cNvPicPr/>
              <p:nvPr/>
            </p:nvPicPr>
            <p:blipFill>
              <a:blip r:embed="rId3"/>
              <a:stretch>
                <a:fillRect/>
              </a:stretch>
            </p:blipFill>
            <p:spPr>
              <a:xfrm>
                <a:off x="1641240" y="2043720"/>
                <a:ext cx="9100080" cy="3636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74B2235B-85D9-45D5-A89D-E88E325D260E}"/>
                  </a:ext>
                </a:extLst>
              </p14:cNvPr>
              <p14:cNvContentPartPr/>
              <p14:nvPr/>
            </p14:nvContentPartPr>
            <p14:xfrm>
              <a:off x="5540400" y="4118040"/>
              <a:ext cx="739440" cy="1609560"/>
            </p14:xfrm>
          </p:contentPart>
        </mc:Choice>
        <mc:Fallback xmlns="">
          <p:pic>
            <p:nvPicPr>
              <p:cNvPr id="9" name="Ink 8">
                <a:extLst>
                  <a:ext uri="{FF2B5EF4-FFF2-40B4-BE49-F238E27FC236}">
                    <a16:creationId xmlns:a16="http://schemas.microsoft.com/office/drawing/2014/main" id="{74B2235B-85D9-45D5-A89D-E88E325D260E}"/>
                  </a:ext>
                </a:extLst>
              </p:cNvPr>
              <p:cNvPicPr/>
              <p:nvPr/>
            </p:nvPicPr>
            <p:blipFill>
              <a:blip r:embed="rId5"/>
              <a:stretch>
                <a:fillRect/>
              </a:stretch>
            </p:blipFill>
            <p:spPr>
              <a:xfrm>
                <a:off x="5531040" y="4108680"/>
                <a:ext cx="758160" cy="1628280"/>
              </a:xfrm>
              <a:prstGeom prst="rect">
                <a:avLst/>
              </a:prstGeom>
            </p:spPr>
          </p:pic>
        </mc:Fallback>
      </mc:AlternateContent>
    </p:spTree>
    <p:extLst>
      <p:ext uri="{BB962C8B-B14F-4D97-AF65-F5344CB8AC3E}">
        <p14:creationId xmlns:p14="http://schemas.microsoft.com/office/powerpoint/2010/main" val="1689426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n w="0"/>
                <a:solidFill>
                  <a:srgbClr val="002060"/>
                </a:solidFill>
                <a:effectLst>
                  <a:outerShdw blurRad="38100" dist="25400" dir="5400000" algn="ctr" rotWithShape="0">
                    <a:srgbClr val="6E747A">
                      <a:alpha val="43000"/>
                    </a:srgbClr>
                  </a:outerShdw>
                </a:effectLst>
              </a:rPr>
              <a:t>Electron Emission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29</a:t>
            </a:fld>
            <a:endParaRPr lang="en-IN"/>
          </a:p>
        </p:txBody>
      </p:sp>
      <p:sp>
        <p:nvSpPr>
          <p:cNvPr id="6" name="TextBox 5">
            <a:extLst>
              <a:ext uri="{FF2B5EF4-FFF2-40B4-BE49-F238E27FC236}">
                <a16:creationId xmlns:a16="http://schemas.microsoft.com/office/drawing/2014/main" id="{5F075ED2-8D39-4CA9-AB3A-4E6ED826284C}"/>
              </a:ext>
            </a:extLst>
          </p:cNvPr>
          <p:cNvSpPr txBox="1"/>
          <p:nvPr/>
        </p:nvSpPr>
        <p:spPr>
          <a:xfrm>
            <a:off x="1414130" y="1105287"/>
            <a:ext cx="9144000" cy="4555093"/>
          </a:xfrm>
          <a:prstGeom prst="rect">
            <a:avLst/>
          </a:prstGeom>
          <a:noFill/>
        </p:spPr>
        <p:txBody>
          <a:bodyPr wrap="square" rtlCol="0">
            <a:spAutoFit/>
          </a:bodyPr>
          <a:lstStyle/>
          <a:p>
            <a:pPr algn="just">
              <a:buClr>
                <a:srgbClr val="0000FF"/>
              </a:buClr>
              <a:buSzPct val="125000"/>
            </a:pPr>
            <a:r>
              <a:rPr lang="en-US" sz="2800" dirty="0">
                <a:solidFill>
                  <a:srgbClr val="FF0000"/>
                </a:solidFill>
              </a:rPr>
              <a:t>Thermionic emission: </a:t>
            </a:r>
          </a:p>
          <a:p>
            <a:pPr marL="342900" indent="-342900" algn="just">
              <a:buSzPct val="125000"/>
              <a:buFont typeface="Wingdings" panose="05000000000000000000" pitchFamily="2" charset="2"/>
              <a:buChar char="§"/>
            </a:pPr>
            <a:r>
              <a:rPr lang="en-US" sz="2400" dirty="0"/>
              <a:t>In this method, the metal is heated to sufficient temperature (about 2500ºC) to enable the free electrons to leave the metal surface. </a:t>
            </a:r>
          </a:p>
          <a:p>
            <a:pPr marL="342900" indent="-342900" algn="just">
              <a:buSzPct val="125000"/>
              <a:buFont typeface="Wingdings" panose="05000000000000000000" pitchFamily="2" charset="2"/>
              <a:buChar char="§"/>
            </a:pPr>
            <a:r>
              <a:rPr lang="en-US" sz="2400" dirty="0"/>
              <a:t>The number of electrons emitted depends upon the temperature. The higher the temperature, the greater is the emission of electrons. </a:t>
            </a:r>
          </a:p>
          <a:p>
            <a:pPr marL="342900" indent="-342900" algn="just">
              <a:buSzPct val="125000"/>
              <a:buFont typeface="Wingdings" panose="05000000000000000000" pitchFamily="2" charset="2"/>
              <a:buChar char="§"/>
            </a:pPr>
            <a:r>
              <a:rPr lang="en-US" sz="2400" dirty="0"/>
              <a:t>This type of emission is employed in vacuum tubes.</a:t>
            </a:r>
          </a:p>
          <a:p>
            <a:pPr algn="just">
              <a:buClr>
                <a:srgbClr val="0000FF"/>
              </a:buClr>
              <a:buSzPct val="125000"/>
            </a:pPr>
            <a:endParaRPr lang="en-US" dirty="0"/>
          </a:p>
          <a:p>
            <a:pPr algn="just">
              <a:buClr>
                <a:srgbClr val="0000FF"/>
              </a:buClr>
              <a:buSzPct val="125000"/>
            </a:pPr>
            <a:r>
              <a:rPr lang="en-US" sz="2800" dirty="0">
                <a:solidFill>
                  <a:srgbClr val="FF0000"/>
                </a:solidFill>
              </a:rPr>
              <a:t>Field emission: </a:t>
            </a:r>
          </a:p>
          <a:p>
            <a:pPr marL="342900" indent="-342900" algn="just">
              <a:buClr>
                <a:schemeClr val="tx1"/>
              </a:buClr>
              <a:buSzPct val="125000"/>
              <a:buFont typeface="Wingdings" panose="05000000000000000000" pitchFamily="2" charset="2"/>
              <a:buChar char="§"/>
            </a:pPr>
            <a:r>
              <a:rPr lang="en-US" sz="2400" dirty="0"/>
              <a:t>In this method, a strong electric field (</a:t>
            </a:r>
            <a:r>
              <a:rPr lang="en-US" sz="2400" i="1" dirty="0"/>
              <a:t>i.e., </a:t>
            </a:r>
            <a:r>
              <a:rPr lang="en-US" sz="2400" dirty="0"/>
              <a:t>a high positive voltage) is applied at the metal surface which pulls the free electrons out of metal because of the attraction of positive field. </a:t>
            </a:r>
          </a:p>
          <a:p>
            <a:pPr marL="342900" indent="-342900" algn="just">
              <a:buClr>
                <a:schemeClr val="tx1"/>
              </a:buClr>
              <a:buSzPct val="125000"/>
              <a:buFont typeface="Wingdings" panose="05000000000000000000" pitchFamily="2" charset="2"/>
              <a:buChar char="§"/>
            </a:pPr>
            <a:r>
              <a:rPr lang="en-US" sz="2400" dirty="0"/>
              <a:t>The stronger the electric field, the greater is the electron emission.</a:t>
            </a:r>
          </a:p>
        </p:txBody>
      </p:sp>
    </p:spTree>
    <p:extLst>
      <p:ext uri="{BB962C8B-B14F-4D97-AF65-F5344CB8AC3E}">
        <p14:creationId xmlns:p14="http://schemas.microsoft.com/office/powerpoint/2010/main" val="3975649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Electron Emission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30</a:t>
            </a:fld>
            <a:endParaRPr lang="en-IN"/>
          </a:p>
        </p:txBody>
      </p:sp>
      <p:sp>
        <p:nvSpPr>
          <p:cNvPr id="6" name="Rectangle 5">
            <a:extLst>
              <a:ext uri="{FF2B5EF4-FFF2-40B4-BE49-F238E27FC236}">
                <a16:creationId xmlns:a16="http://schemas.microsoft.com/office/drawing/2014/main" id="{165AA023-573E-4799-B969-09D5C9F6A52D}"/>
              </a:ext>
            </a:extLst>
          </p:cNvPr>
          <p:cNvSpPr/>
          <p:nvPr/>
        </p:nvSpPr>
        <p:spPr>
          <a:xfrm>
            <a:off x="1394785" y="1096664"/>
            <a:ext cx="9508262" cy="4185761"/>
          </a:xfrm>
          <a:prstGeom prst="rect">
            <a:avLst/>
          </a:prstGeom>
        </p:spPr>
        <p:txBody>
          <a:bodyPr wrap="square">
            <a:spAutoFit/>
          </a:bodyPr>
          <a:lstStyle/>
          <a:p>
            <a:pPr>
              <a:buClr>
                <a:srgbClr val="0000FF"/>
              </a:buClr>
              <a:buSzPct val="125000"/>
            </a:pPr>
            <a:r>
              <a:rPr lang="en-US" sz="2800" dirty="0">
                <a:solidFill>
                  <a:srgbClr val="FF0000"/>
                </a:solidFill>
              </a:rPr>
              <a:t>Photo-electric emission: </a:t>
            </a:r>
          </a:p>
          <a:p>
            <a:pPr marL="342900" indent="-342900">
              <a:buSzPct val="125000"/>
              <a:buFont typeface="Wingdings" panose="05000000000000000000" pitchFamily="2" charset="2"/>
              <a:buChar char="§"/>
            </a:pPr>
            <a:r>
              <a:rPr lang="en-US" sz="2400" dirty="0"/>
              <a:t>In this method, the energy of light falling upon the metal surface is transferred to the free electrons within the metal to enable them to leave the surface. </a:t>
            </a:r>
          </a:p>
          <a:p>
            <a:pPr marL="342900" indent="-342900">
              <a:buSzPct val="125000"/>
              <a:buFont typeface="Wingdings" panose="05000000000000000000" pitchFamily="2" charset="2"/>
              <a:buChar char="§"/>
            </a:pPr>
            <a:r>
              <a:rPr lang="en-US" sz="2400" dirty="0"/>
              <a:t>The greater the intensity (</a:t>
            </a:r>
            <a:r>
              <a:rPr lang="en-US" sz="2400" i="1" dirty="0"/>
              <a:t>i.e., </a:t>
            </a:r>
            <a:r>
              <a:rPr lang="en-US" sz="2400" dirty="0"/>
              <a:t>brightness) of light beam falling on the metal surface, the greater is the photo-electric emission.</a:t>
            </a:r>
          </a:p>
          <a:p>
            <a:pPr>
              <a:buSzPct val="125000"/>
            </a:pPr>
            <a:endParaRPr lang="en-US" dirty="0"/>
          </a:p>
          <a:p>
            <a:pPr>
              <a:buClr>
                <a:srgbClr val="0000FF"/>
              </a:buClr>
              <a:buSzPct val="125000"/>
            </a:pPr>
            <a:r>
              <a:rPr lang="en-US" sz="2800" dirty="0">
                <a:solidFill>
                  <a:srgbClr val="FF0000"/>
                </a:solidFill>
              </a:rPr>
              <a:t>Secondary emission: </a:t>
            </a:r>
          </a:p>
          <a:p>
            <a:pPr marL="342900" indent="-342900">
              <a:buSzPct val="125000"/>
              <a:buFont typeface="Wingdings" panose="05000000000000000000" pitchFamily="2" charset="2"/>
              <a:buChar char="§"/>
            </a:pPr>
            <a:r>
              <a:rPr lang="en-US" sz="2400" dirty="0"/>
              <a:t>In this method, a high velocity beam of electrons strikes the metal</a:t>
            </a:r>
          </a:p>
          <a:p>
            <a:r>
              <a:rPr lang="en-US" sz="2400" dirty="0"/>
              <a:t>     surface and causes the free electrons of the metal to be knocked out    </a:t>
            </a:r>
          </a:p>
          <a:p>
            <a:r>
              <a:rPr lang="en-US" sz="2400" dirty="0"/>
              <a:t>     from the surface</a:t>
            </a:r>
            <a:r>
              <a:rPr lang="en-US" dirty="0"/>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5912C9C-AE4B-421B-A3FD-344E24BD342F}"/>
                  </a:ext>
                </a:extLst>
              </p14:cNvPr>
              <p14:cNvContentPartPr/>
              <p14:nvPr/>
            </p14:nvContentPartPr>
            <p14:xfrm>
              <a:off x="2146680" y="990720"/>
              <a:ext cx="9806760" cy="5097960"/>
            </p14:xfrm>
          </p:contentPart>
        </mc:Choice>
        <mc:Fallback xmlns="">
          <p:pic>
            <p:nvPicPr>
              <p:cNvPr id="3" name="Ink 2">
                <a:extLst>
                  <a:ext uri="{FF2B5EF4-FFF2-40B4-BE49-F238E27FC236}">
                    <a16:creationId xmlns:a16="http://schemas.microsoft.com/office/drawing/2014/main" id="{C5912C9C-AE4B-421B-A3FD-344E24BD342F}"/>
                  </a:ext>
                </a:extLst>
              </p:cNvPr>
              <p:cNvPicPr/>
              <p:nvPr/>
            </p:nvPicPr>
            <p:blipFill>
              <a:blip r:embed="rId3"/>
              <a:stretch>
                <a:fillRect/>
              </a:stretch>
            </p:blipFill>
            <p:spPr>
              <a:xfrm>
                <a:off x="2137320" y="981360"/>
                <a:ext cx="9825480" cy="5116680"/>
              </a:xfrm>
              <a:prstGeom prst="rect">
                <a:avLst/>
              </a:prstGeom>
            </p:spPr>
          </p:pic>
        </mc:Fallback>
      </mc:AlternateContent>
    </p:spTree>
    <p:extLst>
      <p:ext uri="{BB962C8B-B14F-4D97-AF65-F5344CB8AC3E}">
        <p14:creationId xmlns:p14="http://schemas.microsoft.com/office/powerpoint/2010/main" val="152320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levels in solid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31</a:t>
            </a:fld>
            <a:endParaRPr lang="en-IN"/>
          </a:p>
        </p:txBody>
      </p:sp>
      <p:sp>
        <p:nvSpPr>
          <p:cNvPr id="6" name="TextBox 5">
            <a:extLst>
              <a:ext uri="{FF2B5EF4-FFF2-40B4-BE49-F238E27FC236}">
                <a16:creationId xmlns:a16="http://schemas.microsoft.com/office/drawing/2014/main" id="{35CD2EB0-417D-4D0A-83D5-9D69FC43BE96}"/>
              </a:ext>
            </a:extLst>
          </p:cNvPr>
          <p:cNvSpPr txBox="1"/>
          <p:nvPr/>
        </p:nvSpPr>
        <p:spPr>
          <a:xfrm>
            <a:off x="1288953" y="1054234"/>
            <a:ext cx="9614094" cy="256993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300" dirty="0"/>
              <a:t>It has already been discussed that each orbit has fixed amount of energy associated with it. The electrons moving in a particular orbit possess the energy of that orbit. </a:t>
            </a:r>
          </a:p>
          <a:p>
            <a:pPr marL="342900" indent="-342900" algn="just">
              <a:buSzPct val="125000"/>
              <a:buFont typeface="Wingdings" panose="05000000000000000000" pitchFamily="2" charset="2"/>
              <a:buChar char="§"/>
            </a:pPr>
            <a:r>
              <a:rPr lang="en-US" sz="2300" i="1" dirty="0"/>
              <a:t>The larger the orbit, the greater is its energy</a:t>
            </a:r>
            <a:r>
              <a:rPr lang="en-US" sz="2300" dirty="0"/>
              <a:t>. </a:t>
            </a:r>
            <a:r>
              <a:rPr lang="en-US" sz="2300" i="1" dirty="0"/>
              <a:t>It becomes clear that outer orbit electrons possess more energy than the inner orbit electrons. </a:t>
            </a:r>
          </a:p>
          <a:p>
            <a:pPr marL="342900" indent="-342900" algn="just">
              <a:buSzPct val="125000"/>
              <a:buFont typeface="Wingdings" panose="05000000000000000000" pitchFamily="2" charset="2"/>
              <a:buChar char="§"/>
            </a:pPr>
            <a:r>
              <a:rPr lang="en-US" sz="2300" dirty="0"/>
              <a:t>A convenient way of representing the energy of different orbits is shown in Fig.1-9 (</a:t>
            </a:r>
            <a:r>
              <a:rPr lang="en-US" sz="2300" i="1" dirty="0"/>
              <a:t>ii</a:t>
            </a:r>
            <a:r>
              <a:rPr lang="en-US" sz="2300" dirty="0"/>
              <a:t>). This is known as </a:t>
            </a:r>
            <a:r>
              <a:rPr lang="en-US" sz="2300" b="1" i="1" dirty="0"/>
              <a:t>Energy Level Diagram </a:t>
            </a:r>
            <a:r>
              <a:rPr lang="en-US" sz="2300" dirty="0"/>
              <a:t>or </a:t>
            </a:r>
            <a:r>
              <a:rPr lang="en-US" sz="2300" b="1" i="1" dirty="0"/>
              <a:t>Energy Band Diagram</a:t>
            </a:r>
            <a:r>
              <a:rPr lang="en-US" sz="2300" dirty="0"/>
              <a:t>. </a:t>
            </a:r>
          </a:p>
        </p:txBody>
      </p:sp>
      <p:pic>
        <p:nvPicPr>
          <p:cNvPr id="9" name="Picture 8">
            <a:extLst>
              <a:ext uri="{FF2B5EF4-FFF2-40B4-BE49-F238E27FC236}">
                <a16:creationId xmlns:a16="http://schemas.microsoft.com/office/drawing/2014/main" id="{2BBEECBF-3986-4FD6-B11D-7152EB843BC9}"/>
              </a:ext>
            </a:extLst>
          </p:cNvPr>
          <p:cNvPicPr>
            <a:picLocks noChangeAspect="1"/>
          </p:cNvPicPr>
          <p:nvPr/>
        </p:nvPicPr>
        <p:blipFill>
          <a:blip r:embed="rId2"/>
          <a:stretch>
            <a:fillRect/>
          </a:stretch>
        </p:blipFill>
        <p:spPr>
          <a:xfrm>
            <a:off x="2903760" y="3647616"/>
            <a:ext cx="6044237" cy="2358424"/>
          </a:xfrm>
          <a:prstGeom prst="rect">
            <a:avLst/>
          </a:prstGeom>
        </p:spPr>
      </p:pic>
      <p:sp>
        <p:nvSpPr>
          <p:cNvPr id="10" name="TextBox 9">
            <a:extLst>
              <a:ext uri="{FF2B5EF4-FFF2-40B4-BE49-F238E27FC236}">
                <a16:creationId xmlns:a16="http://schemas.microsoft.com/office/drawing/2014/main" id="{C8599A9B-3225-497F-B148-CAEFC30BAEBC}"/>
              </a:ext>
            </a:extLst>
          </p:cNvPr>
          <p:cNvSpPr txBox="1"/>
          <p:nvPr/>
        </p:nvSpPr>
        <p:spPr>
          <a:xfrm>
            <a:off x="4038600" y="5987018"/>
            <a:ext cx="3352800" cy="369332"/>
          </a:xfrm>
          <a:prstGeom prst="rect">
            <a:avLst/>
          </a:prstGeom>
          <a:noFill/>
        </p:spPr>
        <p:txBody>
          <a:bodyPr wrap="square" rtlCol="0">
            <a:spAutoFit/>
          </a:bodyPr>
          <a:lstStyle/>
          <a:p>
            <a:pPr algn="ctr"/>
            <a:r>
              <a:rPr lang="en-US" sz="1800" dirty="0"/>
              <a:t>Fig.1-9[Energy level diagram]</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1FE29CA-5244-4948-B07F-585CF0412C5A}"/>
                  </a:ext>
                </a:extLst>
              </p14:cNvPr>
              <p14:cNvContentPartPr/>
              <p14:nvPr/>
            </p14:nvContentPartPr>
            <p14:xfrm>
              <a:off x="1886760" y="1405800"/>
              <a:ext cx="8787960" cy="3314520"/>
            </p14:xfrm>
          </p:contentPart>
        </mc:Choice>
        <mc:Fallback xmlns="">
          <p:pic>
            <p:nvPicPr>
              <p:cNvPr id="3" name="Ink 2">
                <a:extLst>
                  <a:ext uri="{FF2B5EF4-FFF2-40B4-BE49-F238E27FC236}">
                    <a16:creationId xmlns:a16="http://schemas.microsoft.com/office/drawing/2014/main" id="{D1FE29CA-5244-4948-B07F-585CF0412C5A}"/>
                  </a:ext>
                </a:extLst>
              </p:cNvPr>
              <p:cNvPicPr/>
              <p:nvPr/>
            </p:nvPicPr>
            <p:blipFill>
              <a:blip r:embed="rId4"/>
              <a:stretch>
                <a:fillRect/>
              </a:stretch>
            </p:blipFill>
            <p:spPr>
              <a:xfrm>
                <a:off x="1877400" y="1396440"/>
                <a:ext cx="8806680" cy="3333240"/>
              </a:xfrm>
              <a:prstGeom prst="rect">
                <a:avLst/>
              </a:prstGeom>
            </p:spPr>
          </p:pic>
        </mc:Fallback>
      </mc:AlternateContent>
    </p:spTree>
    <p:extLst>
      <p:ext uri="{BB962C8B-B14F-4D97-AF65-F5344CB8AC3E}">
        <p14:creationId xmlns:p14="http://schemas.microsoft.com/office/powerpoint/2010/main" val="3839525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Bands in Solids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32</a:t>
            </a:fld>
            <a:endParaRPr lang="en-IN"/>
          </a:p>
        </p:txBody>
      </p:sp>
      <p:pic>
        <p:nvPicPr>
          <p:cNvPr id="9" name="Picture 8">
            <a:extLst>
              <a:ext uri="{FF2B5EF4-FFF2-40B4-BE49-F238E27FC236}">
                <a16:creationId xmlns:a16="http://schemas.microsoft.com/office/drawing/2014/main" id="{DA6B8E76-E5CE-4958-8833-0F0EDE249D98}"/>
              </a:ext>
            </a:extLst>
          </p:cNvPr>
          <p:cNvPicPr>
            <a:picLocks noChangeAspect="1"/>
          </p:cNvPicPr>
          <p:nvPr/>
        </p:nvPicPr>
        <p:blipFill>
          <a:blip r:embed="rId2"/>
          <a:stretch>
            <a:fillRect/>
          </a:stretch>
        </p:blipFill>
        <p:spPr>
          <a:xfrm>
            <a:off x="1349450" y="3398290"/>
            <a:ext cx="5784110" cy="2504934"/>
          </a:xfrm>
          <a:prstGeom prst="rect">
            <a:avLst/>
          </a:prstGeom>
        </p:spPr>
      </p:pic>
      <p:sp>
        <p:nvSpPr>
          <p:cNvPr id="10" name="TextBox 9">
            <a:extLst>
              <a:ext uri="{FF2B5EF4-FFF2-40B4-BE49-F238E27FC236}">
                <a16:creationId xmlns:a16="http://schemas.microsoft.com/office/drawing/2014/main" id="{6C7C352F-C191-4DB1-8E0A-448AB1D2DE50}"/>
              </a:ext>
            </a:extLst>
          </p:cNvPr>
          <p:cNvSpPr txBox="1"/>
          <p:nvPr/>
        </p:nvSpPr>
        <p:spPr>
          <a:xfrm>
            <a:off x="2770667" y="5933934"/>
            <a:ext cx="3581400" cy="369332"/>
          </a:xfrm>
          <a:prstGeom prst="rect">
            <a:avLst/>
          </a:prstGeom>
          <a:noFill/>
        </p:spPr>
        <p:txBody>
          <a:bodyPr wrap="square" rtlCol="0">
            <a:spAutoFit/>
          </a:bodyPr>
          <a:lstStyle/>
          <a:p>
            <a:pPr algn="ctr"/>
            <a:r>
              <a:rPr lang="en-US" sz="1800" dirty="0"/>
              <a:t>Fig.1-10[Energy band diagram]</a:t>
            </a:r>
          </a:p>
        </p:txBody>
      </p:sp>
      <p:sp>
        <p:nvSpPr>
          <p:cNvPr id="11" name="TextBox 10">
            <a:extLst>
              <a:ext uri="{FF2B5EF4-FFF2-40B4-BE49-F238E27FC236}">
                <a16:creationId xmlns:a16="http://schemas.microsoft.com/office/drawing/2014/main" id="{CC2DD4F4-93CF-46B8-A19A-940273B2D14C}"/>
              </a:ext>
            </a:extLst>
          </p:cNvPr>
          <p:cNvSpPr txBox="1"/>
          <p:nvPr/>
        </p:nvSpPr>
        <p:spPr>
          <a:xfrm>
            <a:off x="1578077" y="1059256"/>
            <a:ext cx="9144000"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The range of energies possessed by an electron in a solid is known as </a:t>
            </a:r>
            <a:r>
              <a:rPr lang="en-US" sz="2400" i="1" dirty="0"/>
              <a:t>energy band.</a:t>
            </a:r>
          </a:p>
          <a:p>
            <a:pPr marL="342900" indent="-342900" algn="just">
              <a:buFont typeface="Arial" panose="020B0604020202020204" pitchFamily="34" charset="0"/>
              <a:buChar char="•"/>
            </a:pPr>
            <a:r>
              <a:rPr lang="en-US" sz="2400" dirty="0"/>
              <a:t>In a solid, the electron in any orbit can have a range of energies. For instance, electrons in the first orbit have slightly different energies. Since there are millions of first orbit electrons, the slightly different energy levels form a band.</a:t>
            </a:r>
          </a:p>
        </p:txBody>
      </p:sp>
      <p:pic>
        <p:nvPicPr>
          <p:cNvPr id="12" name="Picture 11">
            <a:extLst>
              <a:ext uri="{FF2B5EF4-FFF2-40B4-BE49-F238E27FC236}">
                <a16:creationId xmlns:a16="http://schemas.microsoft.com/office/drawing/2014/main" id="{A1A7CDDF-5B87-4B24-BAD8-44416729E807}"/>
              </a:ext>
            </a:extLst>
          </p:cNvPr>
          <p:cNvPicPr>
            <a:picLocks noChangeAspect="1"/>
          </p:cNvPicPr>
          <p:nvPr/>
        </p:nvPicPr>
        <p:blipFill>
          <a:blip r:embed="rId3"/>
          <a:stretch>
            <a:fillRect/>
          </a:stretch>
        </p:blipFill>
        <p:spPr>
          <a:xfrm>
            <a:off x="7391400" y="3420664"/>
            <a:ext cx="3962400" cy="2504935"/>
          </a:xfrm>
          <a:prstGeom prst="rect">
            <a:avLst/>
          </a:prstGeom>
        </p:spPr>
      </p:pic>
      <p:sp>
        <p:nvSpPr>
          <p:cNvPr id="13" name="TextBox 12">
            <a:extLst>
              <a:ext uri="{FF2B5EF4-FFF2-40B4-BE49-F238E27FC236}">
                <a16:creationId xmlns:a16="http://schemas.microsoft.com/office/drawing/2014/main" id="{79C38137-5A6F-4298-B105-86748431C479}"/>
              </a:ext>
            </a:extLst>
          </p:cNvPr>
          <p:cNvSpPr txBox="1"/>
          <p:nvPr/>
        </p:nvSpPr>
        <p:spPr>
          <a:xfrm>
            <a:off x="9305260" y="5881145"/>
            <a:ext cx="1066800" cy="369332"/>
          </a:xfrm>
          <a:prstGeom prst="rect">
            <a:avLst/>
          </a:prstGeom>
          <a:noFill/>
        </p:spPr>
        <p:txBody>
          <a:bodyPr wrap="square" rtlCol="0">
            <a:spAutoFit/>
          </a:bodyPr>
          <a:lstStyle/>
          <a:p>
            <a:pPr algn="ctr"/>
            <a:r>
              <a:rPr lang="en-US" sz="1800" dirty="0"/>
              <a:t>Fig.1-11</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EF4F718-6302-43BB-89CE-FF03FC2DDA22}"/>
                  </a:ext>
                </a:extLst>
              </p14:cNvPr>
              <p14:cNvContentPartPr/>
              <p14:nvPr/>
            </p14:nvContentPartPr>
            <p14:xfrm>
              <a:off x="1895040" y="1391760"/>
              <a:ext cx="8399160" cy="4748040"/>
            </p14:xfrm>
          </p:contentPart>
        </mc:Choice>
        <mc:Fallback xmlns="">
          <p:pic>
            <p:nvPicPr>
              <p:cNvPr id="3" name="Ink 2">
                <a:extLst>
                  <a:ext uri="{FF2B5EF4-FFF2-40B4-BE49-F238E27FC236}">
                    <a16:creationId xmlns:a16="http://schemas.microsoft.com/office/drawing/2014/main" id="{0EF4F718-6302-43BB-89CE-FF03FC2DDA22}"/>
                  </a:ext>
                </a:extLst>
              </p:cNvPr>
              <p:cNvPicPr/>
              <p:nvPr/>
            </p:nvPicPr>
            <p:blipFill>
              <a:blip r:embed="rId5"/>
              <a:stretch>
                <a:fillRect/>
              </a:stretch>
            </p:blipFill>
            <p:spPr>
              <a:xfrm>
                <a:off x="1885680" y="1382400"/>
                <a:ext cx="8417880" cy="4766760"/>
              </a:xfrm>
              <a:prstGeom prst="rect">
                <a:avLst/>
              </a:prstGeom>
            </p:spPr>
          </p:pic>
        </mc:Fallback>
      </mc:AlternateContent>
    </p:spTree>
    <p:extLst>
      <p:ext uri="{BB962C8B-B14F-4D97-AF65-F5344CB8AC3E}">
        <p14:creationId xmlns:p14="http://schemas.microsoft.com/office/powerpoint/2010/main" val="589586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33</a:t>
            </a:fld>
            <a:endParaRPr lang="en-IN"/>
          </a:p>
        </p:txBody>
      </p:sp>
      <p:sp>
        <p:nvSpPr>
          <p:cNvPr id="6" name="TextBox 5">
            <a:extLst>
              <a:ext uri="{FF2B5EF4-FFF2-40B4-BE49-F238E27FC236}">
                <a16:creationId xmlns:a16="http://schemas.microsoft.com/office/drawing/2014/main" id="{E8D0400A-D588-4CAB-BE2D-E62CA87038DD}"/>
              </a:ext>
            </a:extLst>
          </p:cNvPr>
          <p:cNvSpPr txBox="1"/>
          <p:nvPr/>
        </p:nvSpPr>
        <p:spPr>
          <a:xfrm>
            <a:off x="1288953" y="1804621"/>
            <a:ext cx="9614094" cy="378565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electrons in the outermost orbit of an atom are known as valence electrons. </a:t>
            </a:r>
          </a:p>
          <a:p>
            <a:pPr marL="342900" indent="-342900" algn="just">
              <a:buSzPct val="125000"/>
              <a:buFont typeface="Wingdings" panose="05000000000000000000" pitchFamily="2" charset="2"/>
              <a:buChar char="§"/>
            </a:pPr>
            <a:r>
              <a:rPr lang="en-US" sz="2400" dirty="0"/>
              <a:t>In a normal atom, valence band has the electrons of highest energy. </a:t>
            </a:r>
          </a:p>
          <a:p>
            <a:pPr algn="just">
              <a:buSzPct val="125000"/>
            </a:pPr>
            <a:endParaRPr lang="en-US" sz="2400" dirty="0"/>
          </a:p>
          <a:p>
            <a:pPr marL="342900" indent="-342900" algn="just">
              <a:buSzPct val="125000"/>
              <a:buFont typeface="Wingdings" panose="05000000000000000000" pitchFamily="2" charset="2"/>
              <a:buChar char="§"/>
            </a:pPr>
            <a:r>
              <a:rPr lang="en-US" sz="2400" dirty="0"/>
              <a:t>This type of band may be complete or partially-filled.</a:t>
            </a:r>
          </a:p>
          <a:p>
            <a:pPr algn="just">
              <a:buSzPct val="125000"/>
            </a:pPr>
            <a:endParaRPr lang="en-US" sz="2400" dirty="0"/>
          </a:p>
          <a:p>
            <a:pPr marL="342900" indent="-342900" algn="just">
              <a:buSzPct val="125000"/>
              <a:buFont typeface="Wingdings" panose="05000000000000000000" pitchFamily="2" charset="2"/>
              <a:buChar char="§"/>
            </a:pPr>
            <a:r>
              <a:rPr lang="en-US" sz="2400" dirty="0"/>
              <a:t>In case of inert gases, the valence band is filled whereas for other materials, it is only partially filled. </a:t>
            </a:r>
          </a:p>
          <a:p>
            <a:pPr algn="just">
              <a:buSzPct val="125000"/>
            </a:pPr>
            <a:endParaRPr lang="en-US" sz="2400" dirty="0"/>
          </a:p>
          <a:p>
            <a:pPr marL="342900" indent="-342900" algn="just">
              <a:buSzPct val="125000"/>
              <a:buFont typeface="Wingdings" panose="05000000000000000000" pitchFamily="2" charset="2"/>
              <a:buChar char="§"/>
            </a:pPr>
            <a:r>
              <a:rPr lang="en-US" sz="2400" dirty="0"/>
              <a:t>The partially filled band can accommodate more electrons.</a:t>
            </a:r>
          </a:p>
        </p:txBody>
      </p:sp>
      <p:sp>
        <p:nvSpPr>
          <p:cNvPr id="8" name="TextBox 7">
            <a:extLst>
              <a:ext uri="{FF2B5EF4-FFF2-40B4-BE49-F238E27FC236}">
                <a16:creationId xmlns:a16="http://schemas.microsoft.com/office/drawing/2014/main" id="{189F9A24-6909-4C21-B206-E93AEFB81EF4}"/>
              </a:ext>
            </a:extLst>
          </p:cNvPr>
          <p:cNvSpPr txBox="1"/>
          <p:nvPr/>
        </p:nvSpPr>
        <p:spPr>
          <a:xfrm>
            <a:off x="1288953" y="975307"/>
            <a:ext cx="9144000" cy="892552"/>
          </a:xfrm>
          <a:prstGeom prst="rect">
            <a:avLst/>
          </a:prstGeom>
          <a:noFill/>
        </p:spPr>
        <p:txBody>
          <a:bodyPr wrap="square" rtlCol="0">
            <a:spAutoFit/>
          </a:bodyPr>
          <a:lstStyle/>
          <a:p>
            <a:r>
              <a:rPr lang="en-US" sz="2800" dirty="0">
                <a:solidFill>
                  <a:srgbClr val="FF0000"/>
                </a:solidFill>
              </a:rPr>
              <a:t>Valence Band: </a:t>
            </a:r>
            <a:r>
              <a:rPr lang="en-US" sz="2400" dirty="0"/>
              <a:t>The range of energies (i.e. band) possessed by valence electrons is known as </a:t>
            </a:r>
            <a:r>
              <a:rPr lang="en-US" sz="2400" i="1" dirty="0"/>
              <a:t>valence band.</a:t>
            </a:r>
          </a:p>
        </p:txBody>
      </p:sp>
      <p:sp>
        <p:nvSpPr>
          <p:cNvPr id="9" name="Rectangle 8">
            <a:extLst>
              <a:ext uri="{FF2B5EF4-FFF2-40B4-BE49-F238E27FC236}">
                <a16:creationId xmlns:a16="http://schemas.microsoft.com/office/drawing/2014/main" id="{A7C6F6A1-5166-49F6-A251-ACB306C70B2D}"/>
              </a:ext>
            </a:extLst>
          </p:cNvPr>
          <p:cNvSpPr/>
          <p:nvPr/>
        </p:nvSpPr>
        <p:spPr>
          <a:xfrm>
            <a:off x="1053906" y="228539"/>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Bands in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1A70A83-1D04-437D-B706-746121F86D5A}"/>
                  </a:ext>
                </a:extLst>
              </p14:cNvPr>
              <p14:cNvContentPartPr/>
              <p14:nvPr/>
            </p14:nvContentPartPr>
            <p14:xfrm>
              <a:off x="1315080" y="1738080"/>
              <a:ext cx="9226080" cy="3890520"/>
            </p14:xfrm>
          </p:contentPart>
        </mc:Choice>
        <mc:Fallback xmlns="">
          <p:pic>
            <p:nvPicPr>
              <p:cNvPr id="3" name="Ink 2">
                <a:extLst>
                  <a:ext uri="{FF2B5EF4-FFF2-40B4-BE49-F238E27FC236}">
                    <a16:creationId xmlns:a16="http://schemas.microsoft.com/office/drawing/2014/main" id="{51A70A83-1D04-437D-B706-746121F86D5A}"/>
                  </a:ext>
                </a:extLst>
              </p:cNvPr>
              <p:cNvPicPr/>
              <p:nvPr/>
            </p:nvPicPr>
            <p:blipFill>
              <a:blip r:embed="rId3"/>
              <a:stretch>
                <a:fillRect/>
              </a:stretch>
            </p:blipFill>
            <p:spPr>
              <a:xfrm>
                <a:off x="1305720" y="1728720"/>
                <a:ext cx="9244800" cy="3909240"/>
              </a:xfrm>
              <a:prstGeom prst="rect">
                <a:avLst/>
              </a:prstGeom>
            </p:spPr>
          </p:pic>
        </mc:Fallback>
      </mc:AlternateContent>
    </p:spTree>
    <p:extLst>
      <p:ext uri="{BB962C8B-B14F-4D97-AF65-F5344CB8AC3E}">
        <p14:creationId xmlns:p14="http://schemas.microsoft.com/office/powerpoint/2010/main" val="329937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34</a:t>
            </a:fld>
            <a:endParaRPr lang="en-IN"/>
          </a:p>
        </p:txBody>
      </p:sp>
      <p:sp>
        <p:nvSpPr>
          <p:cNvPr id="8" name="TextBox 7">
            <a:extLst>
              <a:ext uri="{FF2B5EF4-FFF2-40B4-BE49-F238E27FC236}">
                <a16:creationId xmlns:a16="http://schemas.microsoft.com/office/drawing/2014/main" id="{189F9A24-6909-4C21-B206-E93AEFB81EF4}"/>
              </a:ext>
            </a:extLst>
          </p:cNvPr>
          <p:cNvSpPr txBox="1"/>
          <p:nvPr/>
        </p:nvSpPr>
        <p:spPr>
          <a:xfrm>
            <a:off x="1288952" y="975307"/>
            <a:ext cx="9614093" cy="892552"/>
          </a:xfrm>
          <a:prstGeom prst="rect">
            <a:avLst/>
          </a:prstGeom>
          <a:noFill/>
        </p:spPr>
        <p:txBody>
          <a:bodyPr wrap="square" rtlCol="0">
            <a:spAutoFit/>
          </a:bodyPr>
          <a:lstStyle/>
          <a:p>
            <a:r>
              <a:rPr lang="en-US" sz="2800" dirty="0">
                <a:solidFill>
                  <a:srgbClr val="FF0000"/>
                </a:solidFill>
              </a:rPr>
              <a:t>Conduction Band: </a:t>
            </a:r>
            <a:r>
              <a:rPr lang="en-US" sz="2400" dirty="0"/>
              <a:t>The range of energies (i.e., band) possessed by  </a:t>
            </a:r>
          </a:p>
          <a:p>
            <a:r>
              <a:rPr lang="en-US" sz="2400" dirty="0"/>
              <a:t>      conduction band electrons is known as </a:t>
            </a:r>
            <a:r>
              <a:rPr lang="en-US" sz="2400" i="1" dirty="0"/>
              <a:t>conduction band</a:t>
            </a:r>
            <a:r>
              <a:rPr lang="en-US" sz="2400" dirty="0"/>
              <a:t>. </a:t>
            </a:r>
            <a:endParaRPr lang="en-US" sz="2400" i="1" dirty="0"/>
          </a:p>
        </p:txBody>
      </p:sp>
      <p:sp>
        <p:nvSpPr>
          <p:cNvPr id="9" name="TextBox 8">
            <a:extLst>
              <a:ext uri="{FF2B5EF4-FFF2-40B4-BE49-F238E27FC236}">
                <a16:creationId xmlns:a16="http://schemas.microsoft.com/office/drawing/2014/main" id="{A1D04214-9B16-4BB6-8679-F64EFE2F7A27}"/>
              </a:ext>
            </a:extLst>
          </p:cNvPr>
          <p:cNvSpPr txBox="1"/>
          <p:nvPr/>
        </p:nvSpPr>
        <p:spPr>
          <a:xfrm>
            <a:off x="1523998" y="2034868"/>
            <a:ext cx="9144000" cy="3046988"/>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In conduction band, electrons can move freely and are known as </a:t>
            </a:r>
            <a:r>
              <a:rPr lang="en-US" sz="2400" i="1" dirty="0"/>
              <a:t>conduction electrons</a:t>
            </a:r>
            <a:r>
              <a:rPr lang="en-US" sz="2400" dirty="0"/>
              <a:t>.</a:t>
            </a:r>
          </a:p>
          <a:p>
            <a:pPr algn="just">
              <a:buSzPct val="125000"/>
            </a:pPr>
            <a:endParaRPr lang="en-US" sz="2400" dirty="0"/>
          </a:p>
          <a:p>
            <a:pPr marL="342900" indent="-342900" algn="just">
              <a:buSzPct val="125000"/>
              <a:buFont typeface="Wingdings" panose="05000000000000000000" pitchFamily="2" charset="2"/>
              <a:buChar char="§"/>
            </a:pPr>
            <a:r>
              <a:rPr lang="en-US" sz="2400" dirty="0"/>
              <a:t> The conduction band is empty for </a:t>
            </a:r>
            <a:r>
              <a:rPr lang="en-US" sz="2400" i="1" dirty="0"/>
              <a:t>insulators</a:t>
            </a:r>
            <a:r>
              <a:rPr lang="en-US" sz="2400" dirty="0"/>
              <a:t> and only partially filled for </a:t>
            </a:r>
            <a:r>
              <a:rPr lang="en-US" sz="2400" i="1" dirty="0"/>
              <a:t>conductors</a:t>
            </a:r>
            <a:r>
              <a:rPr lang="en-US" sz="2400" dirty="0"/>
              <a:t>.</a:t>
            </a:r>
          </a:p>
          <a:p>
            <a:pPr algn="just">
              <a:buSzPct val="125000"/>
            </a:pPr>
            <a:endParaRPr lang="en-US" sz="2400" dirty="0"/>
          </a:p>
          <a:p>
            <a:pPr marL="342900" indent="-342900" algn="just">
              <a:buSzPct val="125000"/>
              <a:buFont typeface="Wingdings" panose="05000000000000000000" pitchFamily="2" charset="2"/>
              <a:buChar char="§"/>
            </a:pPr>
            <a:r>
              <a:rPr lang="en-US" sz="2400" dirty="0"/>
              <a:t>The minimum energy of an electron in this band is zero in which case it will be just out of the nucleus hold.</a:t>
            </a:r>
          </a:p>
        </p:txBody>
      </p:sp>
      <p:sp>
        <p:nvSpPr>
          <p:cNvPr id="10" name="Rectangle 9">
            <a:extLst>
              <a:ext uri="{FF2B5EF4-FFF2-40B4-BE49-F238E27FC236}">
                <a16:creationId xmlns:a16="http://schemas.microsoft.com/office/drawing/2014/main" id="{2DB78453-9765-4CF0-B9C0-17D85ED6D17F}"/>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Bands in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17D7CF8-50FA-44F8-AD6E-F25DF8342427}"/>
                  </a:ext>
                </a:extLst>
              </p14:cNvPr>
              <p14:cNvContentPartPr/>
              <p14:nvPr/>
            </p14:nvContentPartPr>
            <p14:xfrm>
              <a:off x="2057760" y="1786680"/>
              <a:ext cx="6797880" cy="3263760"/>
            </p14:xfrm>
          </p:contentPart>
        </mc:Choice>
        <mc:Fallback xmlns="">
          <p:pic>
            <p:nvPicPr>
              <p:cNvPr id="3" name="Ink 2">
                <a:extLst>
                  <a:ext uri="{FF2B5EF4-FFF2-40B4-BE49-F238E27FC236}">
                    <a16:creationId xmlns:a16="http://schemas.microsoft.com/office/drawing/2014/main" id="{017D7CF8-50FA-44F8-AD6E-F25DF8342427}"/>
                  </a:ext>
                </a:extLst>
              </p:cNvPr>
              <p:cNvPicPr/>
              <p:nvPr/>
            </p:nvPicPr>
            <p:blipFill>
              <a:blip r:embed="rId3"/>
              <a:stretch>
                <a:fillRect/>
              </a:stretch>
            </p:blipFill>
            <p:spPr>
              <a:xfrm>
                <a:off x="2048400" y="1777320"/>
                <a:ext cx="6816600" cy="3282480"/>
              </a:xfrm>
              <a:prstGeom prst="rect">
                <a:avLst/>
              </a:prstGeom>
            </p:spPr>
          </p:pic>
        </mc:Fallback>
      </mc:AlternateContent>
    </p:spTree>
    <p:extLst>
      <p:ext uri="{BB962C8B-B14F-4D97-AF65-F5344CB8AC3E}">
        <p14:creationId xmlns:p14="http://schemas.microsoft.com/office/powerpoint/2010/main" val="848293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35</a:t>
            </a:fld>
            <a:endParaRPr lang="en-IN"/>
          </a:p>
        </p:txBody>
      </p:sp>
      <p:sp>
        <p:nvSpPr>
          <p:cNvPr id="8" name="TextBox 7">
            <a:extLst>
              <a:ext uri="{FF2B5EF4-FFF2-40B4-BE49-F238E27FC236}">
                <a16:creationId xmlns:a16="http://schemas.microsoft.com/office/drawing/2014/main" id="{189F9A24-6909-4C21-B206-E93AEFB81EF4}"/>
              </a:ext>
            </a:extLst>
          </p:cNvPr>
          <p:cNvSpPr txBox="1"/>
          <p:nvPr/>
        </p:nvSpPr>
        <p:spPr>
          <a:xfrm>
            <a:off x="1288952" y="975307"/>
            <a:ext cx="9614093" cy="1261884"/>
          </a:xfrm>
          <a:prstGeom prst="rect">
            <a:avLst/>
          </a:prstGeom>
          <a:noFill/>
        </p:spPr>
        <p:txBody>
          <a:bodyPr wrap="square" rtlCol="0">
            <a:spAutoFit/>
          </a:bodyPr>
          <a:lstStyle/>
          <a:p>
            <a:pPr algn="just"/>
            <a:r>
              <a:rPr lang="en-US" sz="2800" dirty="0">
                <a:solidFill>
                  <a:srgbClr val="FF0000"/>
                </a:solidFill>
              </a:rPr>
              <a:t>Forbidden energy gap: </a:t>
            </a:r>
            <a:r>
              <a:rPr lang="en-US" sz="2400" dirty="0"/>
              <a:t>The separation between conduction band and valence band on the energy level diagram is known as </a:t>
            </a:r>
            <a:r>
              <a:rPr lang="en-US" sz="2400" i="1" dirty="0"/>
              <a:t>forbidden energy gap</a:t>
            </a:r>
            <a:r>
              <a:rPr lang="en-US" sz="2400" dirty="0"/>
              <a:t>. </a:t>
            </a:r>
            <a:endParaRPr lang="en-US" sz="2400" dirty="0">
              <a:solidFill>
                <a:srgbClr val="0000FF"/>
              </a:solidFill>
            </a:endParaRPr>
          </a:p>
        </p:txBody>
      </p:sp>
      <p:sp>
        <p:nvSpPr>
          <p:cNvPr id="10" name="TextBox 9">
            <a:extLst>
              <a:ext uri="{FF2B5EF4-FFF2-40B4-BE49-F238E27FC236}">
                <a16:creationId xmlns:a16="http://schemas.microsoft.com/office/drawing/2014/main" id="{67370536-3B02-46DF-B09F-52E0265AFC75}"/>
              </a:ext>
            </a:extLst>
          </p:cNvPr>
          <p:cNvSpPr txBox="1"/>
          <p:nvPr/>
        </p:nvSpPr>
        <p:spPr>
          <a:xfrm>
            <a:off x="1288951" y="2197160"/>
            <a:ext cx="9614093" cy="440120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No electron of a solid can stay in a forbidden energy gap as there is no allowed energy state in this region. </a:t>
            </a:r>
          </a:p>
          <a:p>
            <a:pPr marL="342900" indent="-342900" algn="just">
              <a:buSzPct val="125000"/>
              <a:buFont typeface="Wingdings" panose="05000000000000000000" pitchFamily="2" charset="2"/>
              <a:buChar char="§"/>
            </a:pPr>
            <a:r>
              <a:rPr lang="en-US" sz="2400" dirty="0"/>
              <a:t>The width of the forbidden energy gap is a measure of the bondage of valence electrons to the atom.</a:t>
            </a:r>
          </a:p>
          <a:p>
            <a:pPr marL="342900" indent="-342900" algn="just">
              <a:buSzPct val="125000"/>
              <a:buFont typeface="Wingdings" panose="05000000000000000000" pitchFamily="2" charset="2"/>
              <a:buChar char="§"/>
            </a:pPr>
            <a:r>
              <a:rPr lang="en-US" sz="2400" i="1" dirty="0"/>
              <a:t>The greater the energy gap, more tightly the valence electrons are bound to the nucleus. </a:t>
            </a:r>
          </a:p>
          <a:p>
            <a:pPr marL="342900" indent="-342900" algn="just">
              <a:buSzPct val="125000"/>
              <a:buFont typeface="Wingdings" panose="05000000000000000000" pitchFamily="2" charset="2"/>
              <a:buChar char="§"/>
            </a:pPr>
            <a:r>
              <a:rPr lang="en-US" sz="2400" dirty="0"/>
              <a:t>In order to push an electron from valence band to the conduction band (</a:t>
            </a:r>
            <a:r>
              <a:rPr lang="en-US" sz="2400" i="1" dirty="0"/>
              <a:t>i.e., </a:t>
            </a:r>
            <a:r>
              <a:rPr lang="en-US" sz="2400" dirty="0"/>
              <a:t>to make the valence electron free), external energy equal to the forbidden energy gap must be supplied.</a:t>
            </a:r>
          </a:p>
          <a:p>
            <a:pPr marL="342900" indent="-342900" algn="just">
              <a:buSzPct val="125000"/>
              <a:buFont typeface="Wingdings" panose="05000000000000000000" pitchFamily="2" charset="2"/>
              <a:buChar char="§"/>
            </a:pPr>
            <a:r>
              <a:rPr lang="en-US" sz="2400" dirty="0" err="1"/>
              <a:t>E</a:t>
            </a:r>
            <a:r>
              <a:rPr lang="en-US" sz="2400" baseline="-25000" dirty="0" err="1"/>
              <a:t>g</a:t>
            </a:r>
            <a:r>
              <a:rPr lang="en-US" sz="2400" dirty="0"/>
              <a:t> (Ge) = 0.785eV,    </a:t>
            </a:r>
            <a:r>
              <a:rPr lang="en-US" sz="2400" dirty="0" err="1"/>
              <a:t>E</a:t>
            </a:r>
            <a:r>
              <a:rPr lang="en-US" sz="2400" baseline="-25000" dirty="0" err="1"/>
              <a:t>g</a:t>
            </a:r>
            <a:r>
              <a:rPr lang="en-US" sz="2400" dirty="0"/>
              <a:t> (Si) = 1.1eV</a:t>
            </a:r>
          </a:p>
          <a:p>
            <a:pPr marL="342900" indent="-342900" algn="just">
              <a:buSzPct val="125000"/>
              <a:buFont typeface="Wingdings" panose="05000000000000000000" pitchFamily="2" charset="2"/>
              <a:buChar char="§"/>
            </a:pPr>
            <a:endParaRPr lang="en-US" sz="2400" dirty="0"/>
          </a:p>
          <a:p>
            <a:pPr marL="342900" indent="-342900" algn="just">
              <a:buSzPct val="125000"/>
              <a:buFont typeface="Wingdings" panose="05000000000000000000" pitchFamily="2" charset="2"/>
              <a:buChar char="§"/>
            </a:pPr>
            <a:endParaRPr lang="en-US" sz="2400" baseline="-25000" dirty="0"/>
          </a:p>
        </p:txBody>
      </p:sp>
      <p:sp>
        <p:nvSpPr>
          <p:cNvPr id="11" name="Rectangle 10">
            <a:extLst>
              <a:ext uri="{FF2B5EF4-FFF2-40B4-BE49-F238E27FC236}">
                <a16:creationId xmlns:a16="http://schemas.microsoft.com/office/drawing/2014/main" id="{A081085B-4D9F-4678-BC45-DDFCA56DBFB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Energy Bands in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C813930-ABE4-4F59-92BF-FF4D3B87B338}"/>
                  </a:ext>
                </a:extLst>
              </p14:cNvPr>
              <p14:cNvContentPartPr/>
              <p14:nvPr/>
            </p14:nvContentPartPr>
            <p14:xfrm>
              <a:off x="1336320" y="1354680"/>
              <a:ext cx="9414720" cy="4599720"/>
            </p14:xfrm>
          </p:contentPart>
        </mc:Choice>
        <mc:Fallback xmlns="">
          <p:pic>
            <p:nvPicPr>
              <p:cNvPr id="3" name="Ink 2">
                <a:extLst>
                  <a:ext uri="{FF2B5EF4-FFF2-40B4-BE49-F238E27FC236}">
                    <a16:creationId xmlns:a16="http://schemas.microsoft.com/office/drawing/2014/main" id="{BC813930-ABE4-4F59-92BF-FF4D3B87B338}"/>
                  </a:ext>
                </a:extLst>
              </p:cNvPr>
              <p:cNvPicPr/>
              <p:nvPr/>
            </p:nvPicPr>
            <p:blipFill>
              <a:blip r:embed="rId3"/>
              <a:stretch>
                <a:fillRect/>
              </a:stretch>
            </p:blipFill>
            <p:spPr>
              <a:xfrm>
                <a:off x="1326960" y="1345320"/>
                <a:ext cx="9433440" cy="4618440"/>
              </a:xfrm>
              <a:prstGeom prst="rect">
                <a:avLst/>
              </a:prstGeom>
            </p:spPr>
          </p:pic>
        </mc:Fallback>
      </mc:AlternateContent>
    </p:spTree>
    <p:extLst>
      <p:ext uri="{BB962C8B-B14F-4D97-AF65-F5344CB8AC3E}">
        <p14:creationId xmlns:p14="http://schemas.microsoft.com/office/powerpoint/2010/main" val="362220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Classification of Solids (Contd.)</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36</a:t>
            </a:fld>
            <a:endParaRPr lang="en-IN"/>
          </a:p>
        </p:txBody>
      </p:sp>
      <p:sp>
        <p:nvSpPr>
          <p:cNvPr id="8" name="TextBox 7">
            <a:extLst>
              <a:ext uri="{FF2B5EF4-FFF2-40B4-BE49-F238E27FC236}">
                <a16:creationId xmlns:a16="http://schemas.microsoft.com/office/drawing/2014/main" id="{189F9A24-6909-4C21-B206-E93AEFB81EF4}"/>
              </a:ext>
            </a:extLst>
          </p:cNvPr>
          <p:cNvSpPr txBox="1"/>
          <p:nvPr/>
        </p:nvSpPr>
        <p:spPr>
          <a:xfrm>
            <a:off x="1288952" y="975307"/>
            <a:ext cx="9614093" cy="523220"/>
          </a:xfrm>
          <a:prstGeom prst="rect">
            <a:avLst/>
          </a:prstGeom>
          <a:noFill/>
        </p:spPr>
        <p:txBody>
          <a:bodyPr wrap="square" rtlCol="0">
            <a:spAutoFit/>
          </a:bodyPr>
          <a:lstStyle/>
          <a:p>
            <a:pPr algn="just"/>
            <a:r>
              <a:rPr lang="en-US" sz="2800" dirty="0">
                <a:solidFill>
                  <a:srgbClr val="FF0000"/>
                </a:solidFill>
              </a:rPr>
              <a:t>Conductors:</a:t>
            </a:r>
            <a:endParaRPr lang="en-US" sz="2400" dirty="0">
              <a:solidFill>
                <a:srgbClr val="0000FF"/>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C304D1F-AC45-44D6-A5EA-5ED8AF085A30}"/>
                  </a:ext>
                </a:extLst>
              </p:cNvPr>
              <p:cNvSpPr txBox="1"/>
              <p:nvPr/>
            </p:nvSpPr>
            <p:spPr>
              <a:xfrm>
                <a:off x="1288951" y="1498527"/>
                <a:ext cx="9614093"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Conductors (e.g., silver, copper, aluminium) are those substances which easily allow the passage of electric current through them (have very low resistivity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−8</m:t>
                        </m:r>
                      </m:sup>
                    </m:sSup>
                    <m:r>
                      <m:rPr>
                        <m:sty m:val="p"/>
                      </m:rPr>
                      <a:rPr lang="el-GR" sz="2400" i="1" smtClean="0">
                        <a:latin typeface="Cambria Math" panose="02040503050406030204" pitchFamily="18" charset="0"/>
                        <a:ea typeface="Cambria Math" panose="02040503050406030204" pitchFamily="18" charset="0"/>
                      </a:rPr>
                      <m:t>Ω</m:t>
                    </m:r>
                    <m:r>
                      <a:rPr lang="en-US" sz="2400" b="0" i="1" smtClean="0">
                        <a:latin typeface="Cambria Math" panose="02040503050406030204" pitchFamily="18" charset="0"/>
                        <a:ea typeface="Cambria Math" panose="02040503050406030204" pitchFamily="18" charset="0"/>
                      </a:rPr>
                      <m:t>𝑚</m:t>
                    </m:r>
                  </m:oMath>
                </a14:m>
                <a:r>
                  <a:rPr lang="en-US" sz="2400" dirty="0"/>
                  <a:t>). </a:t>
                </a:r>
              </a:p>
              <a:p>
                <a:pPr marL="342900" indent="-342900" algn="just">
                  <a:buSzPct val="125000"/>
                  <a:buFont typeface="Wingdings" panose="05000000000000000000" pitchFamily="2" charset="2"/>
                  <a:buChar char="§"/>
                </a:pPr>
                <a:r>
                  <a:rPr lang="en-US" sz="2400" dirty="0"/>
                  <a:t>It is because there are many free electrons available in a conductor. </a:t>
                </a:r>
              </a:p>
              <a:p>
                <a:pPr marL="342900" indent="-342900" algn="just">
                  <a:buSzPct val="125000"/>
                  <a:buFont typeface="Wingdings" panose="05000000000000000000" pitchFamily="2" charset="2"/>
                  <a:buChar char="§"/>
                </a:pPr>
                <a:r>
                  <a:rPr lang="en-US" sz="2400" dirty="0"/>
                  <a:t>In terms of energy bands, the </a:t>
                </a:r>
                <a:r>
                  <a:rPr lang="en-US" sz="2400" i="1" dirty="0"/>
                  <a:t>valence band </a:t>
                </a:r>
                <a:r>
                  <a:rPr lang="en-US" sz="2400" dirty="0"/>
                  <a:t>and </a:t>
                </a:r>
                <a:r>
                  <a:rPr lang="en-US" sz="2400" i="1" dirty="0"/>
                  <a:t>conduction band </a:t>
                </a:r>
                <a:r>
                  <a:rPr lang="en-US" sz="2400" dirty="0"/>
                  <a:t>overlap each other as shown in Fig.1.12. In fact, there is </a:t>
                </a:r>
                <a:r>
                  <a:rPr lang="en-US" sz="2400" i="1" dirty="0"/>
                  <a:t>no physical distinction between the two bands</a:t>
                </a:r>
                <a:r>
                  <a:rPr lang="en-US" sz="2400" dirty="0"/>
                  <a:t>.</a:t>
                </a:r>
              </a:p>
              <a:p>
                <a:pPr marL="342900" indent="-342900" algn="just">
                  <a:buSzPct val="125000"/>
                  <a:buFont typeface="Wingdings" panose="05000000000000000000" pitchFamily="2" charset="2"/>
                  <a:buChar char="§"/>
                </a:pPr>
                <a:r>
                  <a:rPr lang="en-US" sz="2400" dirty="0"/>
                  <a:t>Due to this overlapping, a slight potential difference across a conductor causes the free electrons to constitute electric current. </a:t>
                </a:r>
              </a:p>
              <a:p>
                <a:pPr marL="342900" indent="-342900" algn="just">
                  <a:buSzPct val="125000"/>
                  <a:buFont typeface="Wingdings" panose="05000000000000000000" pitchFamily="2" charset="2"/>
                  <a:buChar char="§"/>
                </a:pPr>
                <a:r>
                  <a:rPr lang="en-US" sz="2400" dirty="0"/>
                  <a:t>Thus, the electrical behavior of conductors can be satisfactorily explained by the band energy theory of materials.</a:t>
                </a:r>
              </a:p>
            </p:txBody>
          </p:sp>
        </mc:Choice>
        <mc:Fallback xmlns="">
          <p:sp>
            <p:nvSpPr>
              <p:cNvPr id="9" name="TextBox 8">
                <a:extLst>
                  <a:ext uri="{FF2B5EF4-FFF2-40B4-BE49-F238E27FC236}">
                    <a16:creationId xmlns:a16="http://schemas.microsoft.com/office/drawing/2014/main" id="{CC304D1F-AC45-44D6-A5EA-5ED8AF085A30}"/>
                  </a:ext>
                </a:extLst>
              </p:cNvPr>
              <p:cNvSpPr txBox="1">
                <a:spLocks noRot="1" noChangeAspect="1" noMove="1" noResize="1" noEditPoints="1" noAdjustHandles="1" noChangeArrowheads="1" noChangeShapeType="1" noTextEdit="1"/>
              </p:cNvSpPr>
              <p:nvPr/>
            </p:nvSpPr>
            <p:spPr>
              <a:xfrm>
                <a:off x="1288951" y="1498527"/>
                <a:ext cx="9614093" cy="4154984"/>
              </a:xfrm>
              <a:prstGeom prst="rect">
                <a:avLst/>
              </a:prstGeom>
              <a:blipFill>
                <a:blip r:embed="rId2"/>
                <a:stretch>
                  <a:fillRect l="-1267" t="-3084" r="-951" b="-2496"/>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E71C9E4-3F29-43BA-98F7-89AEF747C255}"/>
                  </a:ext>
                </a:extLst>
              </p14:cNvPr>
              <p14:cNvContentPartPr/>
              <p14:nvPr/>
            </p14:nvContentPartPr>
            <p14:xfrm>
              <a:off x="1758960" y="1882440"/>
              <a:ext cx="8716680" cy="2962440"/>
            </p14:xfrm>
          </p:contentPart>
        </mc:Choice>
        <mc:Fallback xmlns="">
          <p:pic>
            <p:nvPicPr>
              <p:cNvPr id="3" name="Ink 2">
                <a:extLst>
                  <a:ext uri="{FF2B5EF4-FFF2-40B4-BE49-F238E27FC236}">
                    <a16:creationId xmlns:a16="http://schemas.microsoft.com/office/drawing/2014/main" id="{3E71C9E4-3F29-43BA-98F7-89AEF747C255}"/>
                  </a:ext>
                </a:extLst>
              </p:cNvPr>
              <p:cNvPicPr/>
              <p:nvPr/>
            </p:nvPicPr>
            <p:blipFill>
              <a:blip r:embed="rId4"/>
              <a:stretch>
                <a:fillRect/>
              </a:stretch>
            </p:blipFill>
            <p:spPr>
              <a:xfrm>
                <a:off x="1749600" y="1873080"/>
                <a:ext cx="8735400" cy="2981160"/>
              </a:xfrm>
              <a:prstGeom prst="rect">
                <a:avLst/>
              </a:prstGeom>
            </p:spPr>
          </p:pic>
        </mc:Fallback>
      </mc:AlternateContent>
    </p:spTree>
    <p:extLst>
      <p:ext uri="{BB962C8B-B14F-4D97-AF65-F5344CB8AC3E}">
        <p14:creationId xmlns:p14="http://schemas.microsoft.com/office/powerpoint/2010/main" val="4267965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37</a:t>
            </a:fld>
            <a:endParaRPr lang="en-IN"/>
          </a:p>
        </p:txBody>
      </p:sp>
      <p:sp>
        <p:nvSpPr>
          <p:cNvPr id="8" name="TextBox 7">
            <a:extLst>
              <a:ext uri="{FF2B5EF4-FFF2-40B4-BE49-F238E27FC236}">
                <a16:creationId xmlns:a16="http://schemas.microsoft.com/office/drawing/2014/main" id="{189F9A24-6909-4C21-B206-E93AEFB81EF4}"/>
              </a:ext>
            </a:extLst>
          </p:cNvPr>
          <p:cNvSpPr txBox="1"/>
          <p:nvPr/>
        </p:nvSpPr>
        <p:spPr>
          <a:xfrm>
            <a:off x="1288950" y="841053"/>
            <a:ext cx="9614093" cy="523220"/>
          </a:xfrm>
          <a:prstGeom prst="rect">
            <a:avLst/>
          </a:prstGeom>
          <a:noFill/>
        </p:spPr>
        <p:txBody>
          <a:bodyPr wrap="square" rtlCol="0">
            <a:spAutoFit/>
          </a:bodyPr>
          <a:lstStyle/>
          <a:p>
            <a:pPr algn="just"/>
            <a:r>
              <a:rPr lang="en-US" sz="2800" dirty="0">
                <a:solidFill>
                  <a:srgbClr val="FF0000"/>
                </a:solidFill>
              </a:rPr>
              <a:t>Insulators:</a:t>
            </a:r>
            <a:endParaRPr lang="en-US" sz="2400" dirty="0">
              <a:solidFill>
                <a:srgbClr val="0000FF"/>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D0AC60-B609-4A62-9085-95376CE27F4B}"/>
                  </a:ext>
                </a:extLst>
              </p:cNvPr>
              <p:cNvSpPr txBox="1"/>
              <p:nvPr/>
            </p:nvSpPr>
            <p:spPr>
              <a:xfrm>
                <a:off x="1288946" y="1275933"/>
                <a:ext cx="9614093"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Insulators (</a:t>
                </a:r>
                <a:r>
                  <a:rPr lang="en-US" sz="2400" i="1" dirty="0"/>
                  <a:t>e.g. </a:t>
                </a:r>
                <a:r>
                  <a:rPr lang="en-US" sz="2400" dirty="0"/>
                  <a:t>wood, glass etc.) are those substances which do not allow the passage of electric current through them (have very high resistivity </a:t>
                </a:r>
                <a14:m>
                  <m:oMath xmlns:m="http://schemas.openxmlformats.org/officeDocument/2006/math">
                    <m:r>
                      <a:rPr lang="en-US" sz="2400" i="1" smtClean="0">
                        <a:latin typeface="Cambria Math" panose="02040503050406030204" pitchFamily="18" charset="0"/>
                        <a:ea typeface="Cambria Math" panose="02040503050406030204" pitchFamily="18" charset="0"/>
                      </a:rPr>
                      <m:t>&gt;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10</m:t>
                        </m:r>
                      </m:sup>
                    </m:sSup>
                    <m:r>
                      <m:rPr>
                        <m:sty m:val="p"/>
                      </m:rPr>
                      <a:rPr lang="el-GR" sz="2400" i="1">
                        <a:latin typeface="Cambria Math" panose="02040503050406030204" pitchFamily="18" charset="0"/>
                        <a:ea typeface="Cambria Math" panose="02040503050406030204" pitchFamily="18" charset="0"/>
                      </a:rPr>
                      <m:t>Ω</m:t>
                    </m:r>
                    <m:r>
                      <a:rPr lang="en-US" sz="2400" i="1">
                        <a:latin typeface="Cambria Math" panose="02040503050406030204" pitchFamily="18" charset="0"/>
                        <a:ea typeface="Cambria Math" panose="02040503050406030204" pitchFamily="18" charset="0"/>
                      </a:rPr>
                      <m:t>𝑚</m:t>
                    </m:r>
                  </m:oMath>
                </a14:m>
                <a:r>
                  <a:rPr lang="en-US" sz="2400" dirty="0"/>
                  <a:t>).  </a:t>
                </a:r>
              </a:p>
              <a:p>
                <a:pPr marL="342900" indent="-342900" algn="just">
                  <a:buSzPct val="125000"/>
                  <a:buFont typeface="Wingdings" panose="05000000000000000000" pitchFamily="2" charset="2"/>
                  <a:buChar char="§"/>
                </a:pPr>
                <a:r>
                  <a:rPr lang="en-US" sz="2400" dirty="0"/>
                  <a:t>In terms of energy band, the </a:t>
                </a:r>
                <a:r>
                  <a:rPr lang="en-US" sz="2400" i="1" dirty="0"/>
                  <a:t>valence band is full </a:t>
                </a:r>
                <a:r>
                  <a:rPr lang="en-US" sz="2400" dirty="0"/>
                  <a:t>while the </a:t>
                </a:r>
                <a:r>
                  <a:rPr lang="en-US" sz="2400" i="1" dirty="0"/>
                  <a:t>conduction band is empty</a:t>
                </a:r>
                <a:r>
                  <a:rPr lang="en-US" sz="2400" dirty="0"/>
                  <a:t>. </a:t>
                </a:r>
              </a:p>
              <a:p>
                <a:pPr marL="342900" indent="-342900" algn="just">
                  <a:buSzPct val="125000"/>
                  <a:buFont typeface="Wingdings" panose="05000000000000000000" pitchFamily="2" charset="2"/>
                  <a:buChar char="§"/>
                </a:pPr>
                <a:r>
                  <a:rPr lang="en-US" sz="2400" dirty="0"/>
                  <a:t>The energy gap between valence and conduction bands is very large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15 eV), implies very low conductivity. </a:t>
                </a:r>
              </a:p>
              <a:p>
                <a:pPr marL="342900" indent="-342900" algn="just">
                  <a:buSzPct val="125000"/>
                  <a:buFont typeface="Wingdings" panose="05000000000000000000" pitchFamily="2" charset="2"/>
                  <a:buChar char="§"/>
                </a:pPr>
                <a:r>
                  <a:rPr lang="en-US" sz="2400" dirty="0"/>
                  <a:t>At room temperature, the valence electrons of the insulators do not have enough energy to cross over to the conduction band. But, with increase in temperature, some of the valence electrons may acquire enough energy to cross over to the conduction band. </a:t>
                </a:r>
              </a:p>
              <a:p>
                <a:pPr marL="342900" indent="-342900" algn="just">
                  <a:buSzPct val="125000"/>
                  <a:buFont typeface="Wingdings" panose="05000000000000000000" pitchFamily="2" charset="2"/>
                  <a:buChar char="§"/>
                </a:pPr>
                <a:r>
                  <a:rPr lang="en-US" sz="2400" dirty="0"/>
                  <a:t>Hence, the resistance of an insulator decreases with the increase in temperature </a:t>
                </a:r>
                <a:r>
                  <a:rPr lang="en-US" sz="2400" i="1" dirty="0"/>
                  <a:t>i.e. </a:t>
                </a:r>
                <a:r>
                  <a:rPr lang="en-US" sz="2400" dirty="0"/>
                  <a:t>an insulator has </a:t>
                </a:r>
                <a:r>
                  <a:rPr lang="en-US" sz="2400" i="1" dirty="0"/>
                  <a:t>negative temperature coefficient of resistance</a:t>
                </a:r>
                <a:r>
                  <a:rPr lang="en-US" sz="2400" dirty="0"/>
                  <a:t>.</a:t>
                </a:r>
              </a:p>
            </p:txBody>
          </p:sp>
        </mc:Choice>
        <mc:Fallback xmlns="">
          <p:sp>
            <p:nvSpPr>
              <p:cNvPr id="9" name="TextBox 8">
                <a:extLst>
                  <a:ext uri="{FF2B5EF4-FFF2-40B4-BE49-F238E27FC236}">
                    <a16:creationId xmlns:a16="http://schemas.microsoft.com/office/drawing/2014/main" id="{70D0AC60-B609-4A62-9085-95376CE27F4B}"/>
                  </a:ext>
                </a:extLst>
              </p:cNvPr>
              <p:cNvSpPr txBox="1">
                <a:spLocks noRot="1" noChangeAspect="1" noMove="1" noResize="1" noEditPoints="1" noAdjustHandles="1" noChangeArrowheads="1" noChangeShapeType="1" noTextEdit="1"/>
              </p:cNvSpPr>
              <p:nvPr/>
            </p:nvSpPr>
            <p:spPr>
              <a:xfrm>
                <a:off x="1288946" y="1275933"/>
                <a:ext cx="9614093" cy="5262979"/>
              </a:xfrm>
              <a:prstGeom prst="rect">
                <a:avLst/>
              </a:prstGeom>
              <a:blipFill>
                <a:blip r:embed="rId2"/>
                <a:stretch>
                  <a:fillRect l="-1267" t="-2315" r="-951" b="-1620"/>
                </a:stretch>
              </a:blipFill>
            </p:spPr>
            <p:txBody>
              <a:bodyPr/>
              <a:lstStyle/>
              <a:p>
                <a:r>
                  <a:rPr lang="en-IN">
                    <a:noFill/>
                  </a:rPr>
                  <a:t> </a:t>
                </a:r>
              </a:p>
            </p:txBody>
          </p:sp>
        </mc:Fallback>
      </mc:AlternateContent>
      <p:sp>
        <p:nvSpPr>
          <p:cNvPr id="10" name="Rectangle 9">
            <a:extLst>
              <a:ext uri="{FF2B5EF4-FFF2-40B4-BE49-F238E27FC236}">
                <a16:creationId xmlns:a16="http://schemas.microsoft.com/office/drawing/2014/main" id="{195C932A-71E8-4BA4-97B7-388655AD96A1}"/>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Classification of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A7483BA-A360-4B74-8A29-6A2ADCB19070}"/>
                  </a:ext>
                </a:extLst>
              </p14:cNvPr>
              <p14:cNvContentPartPr/>
              <p14:nvPr/>
            </p14:nvContentPartPr>
            <p14:xfrm>
              <a:off x="1737360" y="2071800"/>
              <a:ext cx="8948880" cy="4051440"/>
            </p14:xfrm>
          </p:contentPart>
        </mc:Choice>
        <mc:Fallback xmlns="">
          <p:pic>
            <p:nvPicPr>
              <p:cNvPr id="3" name="Ink 2">
                <a:extLst>
                  <a:ext uri="{FF2B5EF4-FFF2-40B4-BE49-F238E27FC236}">
                    <a16:creationId xmlns:a16="http://schemas.microsoft.com/office/drawing/2014/main" id="{7A7483BA-A360-4B74-8A29-6A2ADCB19070}"/>
                  </a:ext>
                </a:extLst>
              </p:cNvPr>
              <p:cNvPicPr/>
              <p:nvPr/>
            </p:nvPicPr>
            <p:blipFill>
              <a:blip r:embed="rId4"/>
              <a:stretch>
                <a:fillRect/>
              </a:stretch>
            </p:blipFill>
            <p:spPr>
              <a:xfrm>
                <a:off x="1728000" y="2062440"/>
                <a:ext cx="8967600" cy="4070160"/>
              </a:xfrm>
              <a:prstGeom prst="rect">
                <a:avLst/>
              </a:prstGeom>
            </p:spPr>
          </p:pic>
        </mc:Fallback>
      </mc:AlternateContent>
    </p:spTree>
    <p:extLst>
      <p:ext uri="{BB962C8B-B14F-4D97-AF65-F5344CB8AC3E}">
        <p14:creationId xmlns:p14="http://schemas.microsoft.com/office/powerpoint/2010/main" val="903760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38</a:t>
            </a:fld>
            <a:endParaRPr lang="en-IN"/>
          </a:p>
        </p:txBody>
      </p:sp>
      <p:sp>
        <p:nvSpPr>
          <p:cNvPr id="8" name="TextBox 7">
            <a:extLst>
              <a:ext uri="{FF2B5EF4-FFF2-40B4-BE49-F238E27FC236}">
                <a16:creationId xmlns:a16="http://schemas.microsoft.com/office/drawing/2014/main" id="{189F9A24-6909-4C21-B206-E93AEFB81EF4}"/>
              </a:ext>
            </a:extLst>
          </p:cNvPr>
          <p:cNvSpPr txBox="1"/>
          <p:nvPr/>
        </p:nvSpPr>
        <p:spPr>
          <a:xfrm>
            <a:off x="1288952" y="975307"/>
            <a:ext cx="9614093" cy="523220"/>
          </a:xfrm>
          <a:prstGeom prst="rect">
            <a:avLst/>
          </a:prstGeom>
          <a:noFill/>
        </p:spPr>
        <p:txBody>
          <a:bodyPr wrap="square" rtlCol="0">
            <a:spAutoFit/>
          </a:bodyPr>
          <a:lstStyle/>
          <a:p>
            <a:pPr algn="just"/>
            <a:r>
              <a:rPr lang="en-US" sz="2800" dirty="0">
                <a:solidFill>
                  <a:srgbClr val="FF0000"/>
                </a:solidFill>
              </a:rPr>
              <a:t>Semiconductors:</a:t>
            </a:r>
            <a:endParaRPr lang="en-US" sz="2400" dirty="0">
              <a:solidFill>
                <a:srgbClr val="0000FF"/>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23E19E6-6699-4F41-9CE1-C947A1752804}"/>
                  </a:ext>
                </a:extLst>
              </p:cNvPr>
              <p:cNvSpPr txBox="1"/>
              <p:nvPr/>
            </p:nvSpPr>
            <p:spPr>
              <a:xfrm>
                <a:off x="1137683" y="1458496"/>
                <a:ext cx="9765361"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Semiconductors (</a:t>
                </a:r>
                <a:r>
                  <a:rPr lang="en-US" sz="2400" i="1" dirty="0"/>
                  <a:t>e.g. </a:t>
                </a:r>
                <a:r>
                  <a:rPr lang="en-US" sz="2400" dirty="0"/>
                  <a:t>Germanium, Silicon etc.) are those substances whose electrical conductivity lies in between conductors and insulators (have resistivity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2</m:t>
                        </m:r>
                      </m:sup>
                    </m:sSup>
                    <m:r>
                      <m:rPr>
                        <m:sty m:val="p"/>
                      </m:rPr>
                      <a:rPr lang="el-GR" sz="2400" i="1">
                        <a:latin typeface="Cambria Math" panose="02040503050406030204" pitchFamily="18" charset="0"/>
                        <a:ea typeface="Cambria Math" panose="02040503050406030204" pitchFamily="18" charset="0"/>
                      </a:rPr>
                      <m:t>Ω</m:t>
                    </m:r>
                    <m:r>
                      <a:rPr lang="en-US" sz="2400" i="1">
                        <a:latin typeface="Cambria Math" panose="02040503050406030204" pitchFamily="18" charset="0"/>
                        <a:ea typeface="Cambria Math" panose="02040503050406030204" pitchFamily="18" charset="0"/>
                      </a:rPr>
                      <m:t>𝑚</m:t>
                    </m:r>
                  </m:oMath>
                </a14:m>
                <a:r>
                  <a:rPr lang="en-US" sz="2400" dirty="0"/>
                  <a:t>).  </a:t>
                </a:r>
              </a:p>
              <a:p>
                <a:pPr marL="342900" indent="-342900" algn="just">
                  <a:buSzPct val="125000"/>
                  <a:buFont typeface="Wingdings" panose="05000000000000000000" pitchFamily="2" charset="2"/>
                  <a:buChar char="§"/>
                </a:pPr>
                <a:r>
                  <a:rPr lang="en-US" sz="2400" dirty="0"/>
                  <a:t> In terms of energy band, semiconductors have </a:t>
                </a:r>
                <a:r>
                  <a:rPr lang="en-US" sz="2400" i="1" dirty="0"/>
                  <a:t>almost empty conduction band</a:t>
                </a:r>
                <a:r>
                  <a:rPr lang="en-US" sz="2400" dirty="0"/>
                  <a:t> and </a:t>
                </a:r>
                <a:r>
                  <a:rPr lang="en-US" sz="2400" i="1" dirty="0"/>
                  <a:t>almost filled valence band </a:t>
                </a:r>
                <a:r>
                  <a:rPr lang="en-US" sz="2400" dirty="0"/>
                  <a:t>with a very narrow energy gap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1 eV) separating the two. </a:t>
                </a:r>
              </a:p>
              <a:p>
                <a:pPr marL="342900" indent="-342900" algn="just">
                  <a:buSzPct val="125000"/>
                  <a:buFont typeface="Wingdings" panose="05000000000000000000" pitchFamily="2" charset="2"/>
                  <a:buChar char="§"/>
                </a:pPr>
                <a:r>
                  <a:rPr lang="en-US" sz="2400" dirty="0"/>
                  <a:t>At low temperature, the valence band is completely filled and conduction band is completely empty. Therefore, a semiconductor virtually behaves as an insulator at low temperatures. </a:t>
                </a:r>
              </a:p>
              <a:p>
                <a:pPr marL="342900" indent="-342900" algn="just">
                  <a:buSzPct val="125000"/>
                  <a:buFont typeface="Wingdings" panose="05000000000000000000" pitchFamily="2" charset="2"/>
                  <a:buChar char="§"/>
                </a:pPr>
                <a:r>
                  <a:rPr lang="en-US" sz="2400" dirty="0"/>
                  <a:t>As the temperature increases, more valence electrons cross over to the conduction band and the conductivity increases. </a:t>
                </a:r>
              </a:p>
              <a:p>
                <a:pPr marL="342900" indent="-342900" algn="just">
                  <a:buSzPct val="125000"/>
                  <a:buFont typeface="Wingdings" panose="05000000000000000000" pitchFamily="2" charset="2"/>
                  <a:buChar char="§"/>
                </a:pPr>
                <a:r>
                  <a:rPr lang="en-US" sz="2400" dirty="0"/>
                  <a:t>This shows that a semiconductor has </a:t>
                </a:r>
                <a:r>
                  <a:rPr lang="en-US" sz="2400" i="1" dirty="0"/>
                  <a:t>negative temperature co-efficient of resistance</a:t>
                </a:r>
                <a:r>
                  <a:rPr lang="en-US" sz="2400" dirty="0"/>
                  <a:t>.</a:t>
                </a:r>
              </a:p>
              <a:p>
                <a:pPr marL="342900" indent="-342900" algn="just">
                  <a:buSzPct val="125000"/>
                  <a:buFont typeface="Wingdings" panose="05000000000000000000" pitchFamily="2" charset="2"/>
                  <a:buChar char="§"/>
                </a:pPr>
                <a:endParaRPr lang="en-US" dirty="0"/>
              </a:p>
            </p:txBody>
          </p:sp>
        </mc:Choice>
        <mc:Fallback xmlns="">
          <p:sp>
            <p:nvSpPr>
              <p:cNvPr id="9" name="TextBox 8">
                <a:extLst>
                  <a:ext uri="{FF2B5EF4-FFF2-40B4-BE49-F238E27FC236}">
                    <a16:creationId xmlns:a16="http://schemas.microsoft.com/office/drawing/2014/main" id="{523E19E6-6699-4F41-9CE1-C947A1752804}"/>
                  </a:ext>
                </a:extLst>
              </p:cNvPr>
              <p:cNvSpPr txBox="1">
                <a:spLocks noRot="1" noChangeAspect="1" noMove="1" noResize="1" noEditPoints="1" noAdjustHandles="1" noChangeArrowheads="1" noChangeShapeType="1" noTextEdit="1"/>
              </p:cNvSpPr>
              <p:nvPr/>
            </p:nvSpPr>
            <p:spPr>
              <a:xfrm>
                <a:off x="1137683" y="1458496"/>
                <a:ext cx="9765361" cy="5262979"/>
              </a:xfrm>
              <a:prstGeom prst="rect">
                <a:avLst/>
              </a:prstGeom>
              <a:blipFill>
                <a:blip r:embed="rId2"/>
                <a:stretch>
                  <a:fillRect l="-1311" t="-2315" r="-936"/>
                </a:stretch>
              </a:blipFill>
            </p:spPr>
            <p:txBody>
              <a:bodyPr/>
              <a:lstStyle/>
              <a:p>
                <a:r>
                  <a:rPr lang="en-IN">
                    <a:noFill/>
                  </a:rPr>
                  <a:t> </a:t>
                </a:r>
              </a:p>
            </p:txBody>
          </p:sp>
        </mc:Fallback>
      </mc:AlternateContent>
      <p:sp>
        <p:nvSpPr>
          <p:cNvPr id="10" name="Rectangle 9">
            <a:extLst>
              <a:ext uri="{FF2B5EF4-FFF2-40B4-BE49-F238E27FC236}">
                <a16:creationId xmlns:a16="http://schemas.microsoft.com/office/drawing/2014/main" id="{09FD906A-0367-4690-831F-C6ACBB43540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Classification of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AA10B93-CC48-4E44-B6EF-02F59C769418}"/>
                  </a:ext>
                </a:extLst>
              </p14:cNvPr>
              <p14:cNvContentPartPr/>
              <p14:nvPr/>
            </p14:nvContentPartPr>
            <p14:xfrm>
              <a:off x="1589760" y="2191320"/>
              <a:ext cx="9032040" cy="3705480"/>
            </p14:xfrm>
          </p:contentPart>
        </mc:Choice>
        <mc:Fallback xmlns="">
          <p:pic>
            <p:nvPicPr>
              <p:cNvPr id="3" name="Ink 2">
                <a:extLst>
                  <a:ext uri="{FF2B5EF4-FFF2-40B4-BE49-F238E27FC236}">
                    <a16:creationId xmlns:a16="http://schemas.microsoft.com/office/drawing/2014/main" id="{4AA10B93-CC48-4E44-B6EF-02F59C769418}"/>
                  </a:ext>
                </a:extLst>
              </p:cNvPr>
              <p:cNvPicPr/>
              <p:nvPr/>
            </p:nvPicPr>
            <p:blipFill>
              <a:blip r:embed="rId4"/>
              <a:stretch>
                <a:fillRect/>
              </a:stretch>
            </p:blipFill>
            <p:spPr>
              <a:xfrm>
                <a:off x="1580400" y="2181960"/>
                <a:ext cx="9050760" cy="3724200"/>
              </a:xfrm>
              <a:prstGeom prst="rect">
                <a:avLst/>
              </a:prstGeom>
            </p:spPr>
          </p:pic>
        </mc:Fallback>
      </mc:AlternateContent>
    </p:spTree>
    <p:extLst>
      <p:ext uri="{BB962C8B-B14F-4D97-AF65-F5344CB8AC3E}">
        <p14:creationId xmlns:p14="http://schemas.microsoft.com/office/powerpoint/2010/main" val="1715320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39</a:t>
            </a:fld>
            <a:endParaRPr lang="en-IN"/>
          </a:p>
        </p:txBody>
      </p:sp>
      <p:pic>
        <p:nvPicPr>
          <p:cNvPr id="9" name="Picture 8">
            <a:extLst>
              <a:ext uri="{FF2B5EF4-FFF2-40B4-BE49-F238E27FC236}">
                <a16:creationId xmlns:a16="http://schemas.microsoft.com/office/drawing/2014/main" id="{00CE889E-87A2-4329-A14B-77C02BD66455}"/>
              </a:ext>
            </a:extLst>
          </p:cNvPr>
          <p:cNvPicPr>
            <a:picLocks noChangeAspect="1"/>
          </p:cNvPicPr>
          <p:nvPr/>
        </p:nvPicPr>
        <p:blipFill>
          <a:blip r:embed="rId2"/>
          <a:stretch>
            <a:fillRect/>
          </a:stretch>
        </p:blipFill>
        <p:spPr>
          <a:xfrm>
            <a:off x="1742752" y="1355850"/>
            <a:ext cx="2773528" cy="4114800"/>
          </a:xfrm>
          <a:prstGeom prst="rect">
            <a:avLst/>
          </a:prstGeom>
        </p:spPr>
      </p:pic>
      <p:pic>
        <p:nvPicPr>
          <p:cNvPr id="10" name="Picture 9">
            <a:extLst>
              <a:ext uri="{FF2B5EF4-FFF2-40B4-BE49-F238E27FC236}">
                <a16:creationId xmlns:a16="http://schemas.microsoft.com/office/drawing/2014/main" id="{5274F845-077D-4F42-B4D4-D1F2B33F56A1}"/>
              </a:ext>
            </a:extLst>
          </p:cNvPr>
          <p:cNvPicPr>
            <a:picLocks noChangeAspect="1"/>
          </p:cNvPicPr>
          <p:nvPr/>
        </p:nvPicPr>
        <p:blipFill>
          <a:blip r:embed="rId3"/>
          <a:stretch>
            <a:fillRect/>
          </a:stretch>
        </p:blipFill>
        <p:spPr>
          <a:xfrm>
            <a:off x="4766584" y="1374840"/>
            <a:ext cx="2743200" cy="4095810"/>
          </a:xfrm>
          <a:prstGeom prst="rect">
            <a:avLst/>
          </a:prstGeom>
        </p:spPr>
      </p:pic>
      <p:pic>
        <p:nvPicPr>
          <p:cNvPr id="11" name="Picture 10">
            <a:extLst>
              <a:ext uri="{FF2B5EF4-FFF2-40B4-BE49-F238E27FC236}">
                <a16:creationId xmlns:a16="http://schemas.microsoft.com/office/drawing/2014/main" id="{3C49A122-0586-492A-90DF-A7B11FB458D7}"/>
              </a:ext>
            </a:extLst>
          </p:cNvPr>
          <p:cNvPicPr>
            <a:picLocks noChangeAspect="1"/>
          </p:cNvPicPr>
          <p:nvPr/>
        </p:nvPicPr>
        <p:blipFill>
          <a:blip r:embed="rId4"/>
          <a:stretch>
            <a:fillRect/>
          </a:stretch>
        </p:blipFill>
        <p:spPr>
          <a:xfrm>
            <a:off x="7760088" y="1387350"/>
            <a:ext cx="2743200" cy="4083300"/>
          </a:xfrm>
          <a:prstGeom prst="rect">
            <a:avLst/>
          </a:prstGeom>
        </p:spPr>
      </p:pic>
      <p:sp>
        <p:nvSpPr>
          <p:cNvPr id="12" name="TextBox 11">
            <a:extLst>
              <a:ext uri="{FF2B5EF4-FFF2-40B4-BE49-F238E27FC236}">
                <a16:creationId xmlns:a16="http://schemas.microsoft.com/office/drawing/2014/main" id="{DBA5CD06-D684-4CBD-A711-7ED51C732865}"/>
              </a:ext>
            </a:extLst>
          </p:cNvPr>
          <p:cNvSpPr txBox="1"/>
          <p:nvPr/>
        </p:nvSpPr>
        <p:spPr>
          <a:xfrm>
            <a:off x="2367516" y="5863920"/>
            <a:ext cx="7924800" cy="369332"/>
          </a:xfrm>
          <a:prstGeom prst="rect">
            <a:avLst/>
          </a:prstGeom>
          <a:noFill/>
        </p:spPr>
        <p:txBody>
          <a:bodyPr wrap="square" rtlCol="0">
            <a:spAutoFit/>
          </a:bodyPr>
          <a:lstStyle/>
          <a:p>
            <a:pPr algn="ctr"/>
            <a:r>
              <a:rPr lang="en-US" sz="1800" dirty="0"/>
              <a:t>Fig.1-12 [Energy band diagram of Conductor, Insulator and Semiconductor]</a:t>
            </a:r>
          </a:p>
        </p:txBody>
      </p:sp>
      <p:sp>
        <p:nvSpPr>
          <p:cNvPr id="13" name="Rectangle 12">
            <a:extLst>
              <a:ext uri="{FF2B5EF4-FFF2-40B4-BE49-F238E27FC236}">
                <a16:creationId xmlns:a16="http://schemas.microsoft.com/office/drawing/2014/main" id="{1458CB18-1AB5-41BE-94B9-F5DCBAC5AD68}"/>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Classification of Solids (Contd.)</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62C74A7-75CD-4ADE-B6A3-23A0F860F9EE}"/>
                  </a:ext>
                </a:extLst>
              </p14:cNvPr>
              <p14:cNvContentPartPr/>
              <p14:nvPr/>
            </p14:nvContentPartPr>
            <p14:xfrm>
              <a:off x="641520" y="1134360"/>
              <a:ext cx="9443880" cy="4599000"/>
            </p14:xfrm>
          </p:contentPart>
        </mc:Choice>
        <mc:Fallback xmlns="">
          <p:pic>
            <p:nvPicPr>
              <p:cNvPr id="3" name="Ink 2">
                <a:extLst>
                  <a:ext uri="{FF2B5EF4-FFF2-40B4-BE49-F238E27FC236}">
                    <a16:creationId xmlns:a16="http://schemas.microsoft.com/office/drawing/2014/main" id="{562C74A7-75CD-4ADE-B6A3-23A0F860F9EE}"/>
                  </a:ext>
                </a:extLst>
              </p:cNvPr>
              <p:cNvPicPr/>
              <p:nvPr/>
            </p:nvPicPr>
            <p:blipFill>
              <a:blip r:embed="rId6"/>
              <a:stretch>
                <a:fillRect/>
              </a:stretch>
            </p:blipFill>
            <p:spPr>
              <a:xfrm>
                <a:off x="632160" y="1125000"/>
                <a:ext cx="9462600" cy="4617720"/>
              </a:xfrm>
              <a:prstGeom prst="rect">
                <a:avLst/>
              </a:prstGeom>
            </p:spPr>
          </p:pic>
        </mc:Fallback>
      </mc:AlternateContent>
    </p:spTree>
    <p:extLst>
      <p:ext uri="{BB962C8B-B14F-4D97-AF65-F5344CB8AC3E}">
        <p14:creationId xmlns:p14="http://schemas.microsoft.com/office/powerpoint/2010/main" val="219926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Semiconductors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40</a:t>
            </a:fld>
            <a:endParaRPr lang="en-IN"/>
          </a:p>
        </p:txBody>
      </p:sp>
      <p:sp>
        <p:nvSpPr>
          <p:cNvPr id="9" name="TextBox 8">
            <a:extLst>
              <a:ext uri="{FF2B5EF4-FFF2-40B4-BE49-F238E27FC236}">
                <a16:creationId xmlns:a16="http://schemas.microsoft.com/office/drawing/2014/main" id="{3BC578BD-14CE-4A0E-A467-064B136F859E}"/>
              </a:ext>
            </a:extLst>
          </p:cNvPr>
          <p:cNvSpPr txBox="1"/>
          <p:nvPr/>
        </p:nvSpPr>
        <p:spPr>
          <a:xfrm>
            <a:off x="1288954" y="1011127"/>
            <a:ext cx="9614093" cy="452431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construction of every discrete (individual) solid-state (hard crystal structure) electronic device or integrated circuit begins with a semiconductor material of the highest quality. </a:t>
            </a:r>
          </a:p>
          <a:p>
            <a:pPr marL="342900" indent="-342900" algn="just">
              <a:buSzPct val="125000"/>
              <a:buFont typeface="Wingdings" panose="05000000000000000000" pitchFamily="2" charset="2"/>
              <a:buChar char="§"/>
            </a:pPr>
            <a:r>
              <a:rPr lang="en-US" sz="2400" dirty="0"/>
              <a:t>In general, semiconductor materials fall into one of two classes: </a:t>
            </a:r>
            <a:r>
              <a:rPr lang="en-US" sz="2400" b="1" i="1" dirty="0"/>
              <a:t>single-crystal</a:t>
            </a:r>
            <a:r>
              <a:rPr lang="en-US" sz="2400" i="1" dirty="0"/>
              <a:t> </a:t>
            </a:r>
            <a:r>
              <a:rPr lang="en-US" sz="2400" dirty="0"/>
              <a:t>and </a:t>
            </a:r>
            <a:r>
              <a:rPr lang="en-US" sz="2400" b="1" i="1" dirty="0"/>
              <a:t>compound</a:t>
            </a:r>
            <a:r>
              <a:rPr lang="en-US" sz="2400" i="1" dirty="0"/>
              <a:t>. </a:t>
            </a:r>
          </a:p>
          <a:p>
            <a:pPr marL="342900" indent="-342900" algn="just">
              <a:buSzPct val="125000"/>
              <a:buFont typeface="Wingdings" panose="05000000000000000000" pitchFamily="2" charset="2"/>
              <a:buChar char="§"/>
            </a:pPr>
            <a:r>
              <a:rPr lang="en-US" sz="2400" i="1" dirty="0"/>
              <a:t>Single-crystal</a:t>
            </a:r>
            <a:r>
              <a:rPr lang="en-US" sz="2400" dirty="0"/>
              <a:t> </a:t>
            </a:r>
            <a:r>
              <a:rPr lang="en-US" sz="2400" i="1" dirty="0"/>
              <a:t>semiconductors</a:t>
            </a:r>
            <a:r>
              <a:rPr lang="en-US" sz="2400" dirty="0"/>
              <a:t> such as germanium (Ge) and silicon (Si) have a repetitive crystal structure, whereas </a:t>
            </a:r>
            <a:r>
              <a:rPr lang="en-US" sz="2400" i="1" dirty="0"/>
              <a:t>compound semiconductors</a:t>
            </a:r>
            <a:r>
              <a:rPr lang="en-US" sz="2400" dirty="0"/>
              <a:t> such as gallium arsenide (GaAs), cadmium sulfide (</a:t>
            </a:r>
            <a:r>
              <a:rPr lang="en-US" sz="2400" dirty="0" err="1"/>
              <a:t>CdS</a:t>
            </a:r>
            <a:r>
              <a:rPr lang="en-US" sz="2400" dirty="0"/>
              <a:t>), gallium nitride (</a:t>
            </a:r>
            <a:r>
              <a:rPr lang="en-US" sz="2400" dirty="0" err="1"/>
              <a:t>GaN</a:t>
            </a:r>
            <a:r>
              <a:rPr lang="en-US" sz="2400" dirty="0"/>
              <a:t>), and gallium arsenide phosphide (</a:t>
            </a:r>
            <a:r>
              <a:rPr lang="en-US" sz="2400" dirty="0" err="1"/>
              <a:t>GaAsP</a:t>
            </a:r>
            <a:r>
              <a:rPr lang="en-US" sz="2400" dirty="0"/>
              <a:t>) are constructed of two or more semiconductor materials of different atomic structures. </a:t>
            </a:r>
          </a:p>
          <a:p>
            <a:pPr marL="342900" indent="-342900" algn="just">
              <a:buSzPct val="125000"/>
              <a:buFont typeface="Wingdings" panose="05000000000000000000" pitchFamily="2" charset="2"/>
              <a:buChar char="§"/>
            </a:pPr>
            <a:r>
              <a:rPr lang="en-US" sz="2400" b="1" i="1" dirty="0"/>
              <a:t>The three semiconductors used most frequently in the construction of electronic devices are Ge, Si, and GaAs.</a:t>
            </a:r>
            <a:endParaRPr lang="en-US" sz="24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9889161-3BD1-4378-96DD-936990ECA29F}"/>
                  </a:ext>
                </a:extLst>
              </p14:cNvPr>
              <p14:cNvContentPartPr/>
              <p14:nvPr/>
            </p14:nvContentPartPr>
            <p14:xfrm>
              <a:off x="1639080" y="2523240"/>
              <a:ext cx="9117000" cy="3022920"/>
            </p14:xfrm>
          </p:contentPart>
        </mc:Choice>
        <mc:Fallback xmlns="">
          <p:pic>
            <p:nvPicPr>
              <p:cNvPr id="3" name="Ink 2">
                <a:extLst>
                  <a:ext uri="{FF2B5EF4-FFF2-40B4-BE49-F238E27FC236}">
                    <a16:creationId xmlns:a16="http://schemas.microsoft.com/office/drawing/2014/main" id="{09889161-3BD1-4378-96DD-936990ECA29F}"/>
                  </a:ext>
                </a:extLst>
              </p:cNvPr>
              <p:cNvPicPr/>
              <p:nvPr/>
            </p:nvPicPr>
            <p:blipFill>
              <a:blip r:embed="rId3"/>
              <a:stretch>
                <a:fillRect/>
              </a:stretch>
            </p:blipFill>
            <p:spPr>
              <a:xfrm>
                <a:off x="1629720" y="2513880"/>
                <a:ext cx="9135720" cy="3041640"/>
              </a:xfrm>
              <a:prstGeom prst="rect">
                <a:avLst/>
              </a:prstGeom>
            </p:spPr>
          </p:pic>
        </mc:Fallback>
      </mc:AlternateContent>
    </p:spTree>
    <p:extLst>
      <p:ext uri="{BB962C8B-B14F-4D97-AF65-F5344CB8AC3E}">
        <p14:creationId xmlns:p14="http://schemas.microsoft.com/office/powerpoint/2010/main" val="6091230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41</a:t>
            </a:fld>
            <a:endParaRPr lang="en-IN"/>
          </a:p>
        </p:txBody>
      </p:sp>
      <p:sp>
        <p:nvSpPr>
          <p:cNvPr id="9" name="TextBox 8">
            <a:extLst>
              <a:ext uri="{FF2B5EF4-FFF2-40B4-BE49-F238E27FC236}">
                <a16:creationId xmlns:a16="http://schemas.microsoft.com/office/drawing/2014/main" id="{4FB1B9EE-1BDF-4D7E-BED3-C35513FF496E}"/>
              </a:ext>
            </a:extLst>
          </p:cNvPr>
          <p:cNvSpPr txBox="1"/>
          <p:nvPr/>
        </p:nvSpPr>
        <p:spPr>
          <a:xfrm>
            <a:off x="0" y="1143000"/>
            <a:ext cx="7620000" cy="523220"/>
          </a:xfrm>
          <a:prstGeom prst="rect">
            <a:avLst/>
          </a:prstGeom>
          <a:noFill/>
        </p:spPr>
        <p:txBody>
          <a:bodyPr wrap="square" rtlCol="0">
            <a:spAutoFit/>
          </a:bodyPr>
          <a:lstStyle/>
          <a:p>
            <a:endParaRPr lang="en-US" sz="2800" dirty="0">
              <a:solidFill>
                <a:srgbClr val="0000FF"/>
              </a:solidFill>
            </a:endParaRPr>
          </a:p>
        </p:txBody>
      </p:sp>
      <p:sp>
        <p:nvSpPr>
          <p:cNvPr id="10" name="Rectangle 9">
            <a:extLst>
              <a:ext uri="{FF2B5EF4-FFF2-40B4-BE49-F238E27FC236}">
                <a16:creationId xmlns:a16="http://schemas.microsoft.com/office/drawing/2014/main" id="{EB85A156-462D-4D60-85A8-83C2D5CD6C36}"/>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Semiconductors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11" name="TextBox 10">
            <a:extLst>
              <a:ext uri="{FF2B5EF4-FFF2-40B4-BE49-F238E27FC236}">
                <a16:creationId xmlns:a16="http://schemas.microsoft.com/office/drawing/2014/main" id="{81FEBBEA-9BDB-463D-A3EE-A7F785C2D42A}"/>
              </a:ext>
            </a:extLst>
          </p:cNvPr>
          <p:cNvSpPr txBox="1"/>
          <p:nvPr/>
        </p:nvSpPr>
        <p:spPr>
          <a:xfrm>
            <a:off x="1414131" y="1204555"/>
            <a:ext cx="7010400" cy="461665"/>
          </a:xfrm>
          <a:prstGeom prst="rect">
            <a:avLst/>
          </a:prstGeom>
          <a:noFill/>
        </p:spPr>
        <p:txBody>
          <a:bodyPr wrap="square" rtlCol="0">
            <a:spAutoFit/>
          </a:bodyPr>
          <a:lstStyle/>
          <a:p>
            <a:pPr marL="342900" indent="-342900">
              <a:buSzPct val="125000"/>
              <a:buFont typeface="Wingdings" panose="05000000000000000000" pitchFamily="2" charset="2"/>
              <a:buChar char="§"/>
            </a:pPr>
            <a:r>
              <a:rPr lang="en-US" sz="2400" dirty="0"/>
              <a:t>The single-crystal semiconductors are classified as:</a:t>
            </a:r>
          </a:p>
        </p:txBody>
      </p:sp>
      <p:sp>
        <p:nvSpPr>
          <p:cNvPr id="12" name="TextBox 11">
            <a:extLst>
              <a:ext uri="{FF2B5EF4-FFF2-40B4-BE49-F238E27FC236}">
                <a16:creationId xmlns:a16="http://schemas.microsoft.com/office/drawing/2014/main" id="{2C7C1888-4E7B-4228-896C-94A9D8425A91}"/>
              </a:ext>
            </a:extLst>
          </p:cNvPr>
          <p:cNvSpPr txBox="1"/>
          <p:nvPr/>
        </p:nvSpPr>
        <p:spPr>
          <a:xfrm>
            <a:off x="1766697" y="1742072"/>
            <a:ext cx="7696200" cy="506292"/>
          </a:xfrm>
          <a:prstGeom prst="rect">
            <a:avLst/>
          </a:prstGeom>
          <a:noFill/>
        </p:spPr>
        <p:txBody>
          <a:bodyPr wrap="square" rtlCol="0">
            <a:spAutoFit/>
          </a:bodyPr>
          <a:lstStyle/>
          <a:p>
            <a:pPr>
              <a:lnSpc>
                <a:spcPct val="150000"/>
              </a:lnSpc>
              <a:buClr>
                <a:srgbClr val="0000FF"/>
              </a:buClr>
              <a:buSzPct val="125000"/>
            </a:pPr>
            <a:r>
              <a:rPr lang="en-US" sz="2000" b="1" dirty="0"/>
              <a:t>Pure form of semiconductor (Intrinsic semiconductor)</a:t>
            </a:r>
          </a:p>
        </p:txBody>
      </p:sp>
      <p:sp>
        <p:nvSpPr>
          <p:cNvPr id="13" name="TextBox 12">
            <a:extLst>
              <a:ext uri="{FF2B5EF4-FFF2-40B4-BE49-F238E27FC236}">
                <a16:creationId xmlns:a16="http://schemas.microsoft.com/office/drawing/2014/main" id="{12118A54-9C68-4CA8-8743-8B3E68E195B7}"/>
              </a:ext>
            </a:extLst>
          </p:cNvPr>
          <p:cNvSpPr txBox="1"/>
          <p:nvPr/>
        </p:nvSpPr>
        <p:spPr>
          <a:xfrm>
            <a:off x="1762148" y="3802224"/>
            <a:ext cx="8110182" cy="400110"/>
          </a:xfrm>
          <a:prstGeom prst="rect">
            <a:avLst/>
          </a:prstGeom>
          <a:noFill/>
        </p:spPr>
        <p:txBody>
          <a:bodyPr wrap="square" rtlCol="0">
            <a:spAutoFit/>
          </a:bodyPr>
          <a:lstStyle/>
          <a:p>
            <a:pPr>
              <a:buClr>
                <a:srgbClr val="0000FF"/>
              </a:buClr>
              <a:buSzPct val="125000"/>
            </a:pPr>
            <a:r>
              <a:rPr lang="en-US" sz="2000" b="1" dirty="0"/>
              <a:t>Impure form of semiconductor (Extrinsic semiconductor)</a:t>
            </a:r>
          </a:p>
        </p:txBody>
      </p:sp>
      <p:sp>
        <p:nvSpPr>
          <p:cNvPr id="14" name="TextBox 13">
            <a:extLst>
              <a:ext uri="{FF2B5EF4-FFF2-40B4-BE49-F238E27FC236}">
                <a16:creationId xmlns:a16="http://schemas.microsoft.com/office/drawing/2014/main" id="{0D51ED8A-6BDA-407B-9A82-066A65D0F909}"/>
              </a:ext>
            </a:extLst>
          </p:cNvPr>
          <p:cNvSpPr txBox="1"/>
          <p:nvPr/>
        </p:nvSpPr>
        <p:spPr>
          <a:xfrm>
            <a:off x="4081130" y="2361497"/>
            <a:ext cx="2819400" cy="1200329"/>
          </a:xfrm>
          <a:prstGeom prst="rect">
            <a:avLst/>
          </a:prstGeom>
          <a:noFill/>
        </p:spPr>
        <p:txBody>
          <a:bodyPr wrap="square" rtlCol="0">
            <a:spAutoFit/>
          </a:bodyPr>
          <a:lstStyle/>
          <a:p>
            <a:pPr marL="342900" indent="-342900">
              <a:lnSpc>
                <a:spcPct val="150000"/>
              </a:lnSpc>
              <a:buClr>
                <a:srgbClr val="0000FF"/>
              </a:buClr>
              <a:buSzPct val="125000"/>
              <a:buFont typeface="Arial" panose="020B0604020202020204" pitchFamily="34" charset="0"/>
              <a:buChar char="•"/>
            </a:pPr>
            <a:r>
              <a:rPr lang="en-US" dirty="0"/>
              <a:t>Silicon (Si)</a:t>
            </a:r>
          </a:p>
          <a:p>
            <a:pPr marL="342900" indent="-342900">
              <a:lnSpc>
                <a:spcPct val="150000"/>
              </a:lnSpc>
              <a:buClr>
                <a:srgbClr val="0000FF"/>
              </a:buClr>
              <a:buSzPct val="125000"/>
              <a:buFont typeface="Arial" panose="020B0604020202020204" pitchFamily="34" charset="0"/>
              <a:buChar char="•"/>
            </a:pPr>
            <a:r>
              <a:rPr lang="en-US" dirty="0"/>
              <a:t>Germanium (Ge)</a:t>
            </a:r>
          </a:p>
        </p:txBody>
      </p:sp>
      <p:sp>
        <p:nvSpPr>
          <p:cNvPr id="15" name="TextBox 14">
            <a:extLst>
              <a:ext uri="{FF2B5EF4-FFF2-40B4-BE49-F238E27FC236}">
                <a16:creationId xmlns:a16="http://schemas.microsoft.com/office/drawing/2014/main" id="{9FC34969-3F23-490B-BA9E-2C76D636FF45}"/>
              </a:ext>
            </a:extLst>
          </p:cNvPr>
          <p:cNvSpPr txBox="1"/>
          <p:nvPr/>
        </p:nvSpPr>
        <p:spPr>
          <a:xfrm>
            <a:off x="4085680" y="4325444"/>
            <a:ext cx="4343400" cy="1200329"/>
          </a:xfrm>
          <a:prstGeom prst="rect">
            <a:avLst/>
          </a:prstGeom>
          <a:noFill/>
        </p:spPr>
        <p:txBody>
          <a:bodyPr wrap="square" rtlCol="0">
            <a:spAutoFit/>
          </a:bodyPr>
          <a:lstStyle/>
          <a:p>
            <a:pPr marL="342900" indent="-342900">
              <a:lnSpc>
                <a:spcPct val="150000"/>
              </a:lnSpc>
              <a:buClr>
                <a:srgbClr val="0000FF"/>
              </a:buClr>
              <a:buSzPct val="125000"/>
              <a:buFont typeface="Arial" panose="020B0604020202020204" pitchFamily="34" charset="0"/>
              <a:buChar char="•"/>
            </a:pPr>
            <a:r>
              <a:rPr lang="en-US" dirty="0"/>
              <a:t>n-type extrinsic semiconductor</a:t>
            </a:r>
          </a:p>
          <a:p>
            <a:pPr marL="342900" indent="-342900">
              <a:lnSpc>
                <a:spcPct val="150000"/>
              </a:lnSpc>
              <a:buClr>
                <a:srgbClr val="0000FF"/>
              </a:buClr>
              <a:buSzPct val="125000"/>
              <a:buFont typeface="Arial" panose="020B0604020202020204" pitchFamily="34" charset="0"/>
              <a:buChar char="•"/>
            </a:pPr>
            <a:r>
              <a:rPr lang="en-US" dirty="0"/>
              <a:t>p-type extrinsic semiconductor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6DB0616-E784-4AA9-9F35-F13FD3D9FCE8}"/>
                  </a:ext>
                </a:extLst>
              </p14:cNvPr>
              <p14:cNvContentPartPr/>
              <p14:nvPr/>
            </p14:nvContentPartPr>
            <p14:xfrm>
              <a:off x="78480" y="1093680"/>
              <a:ext cx="12073680" cy="4089960"/>
            </p14:xfrm>
          </p:contentPart>
        </mc:Choice>
        <mc:Fallback xmlns="">
          <p:pic>
            <p:nvPicPr>
              <p:cNvPr id="3" name="Ink 2">
                <a:extLst>
                  <a:ext uri="{FF2B5EF4-FFF2-40B4-BE49-F238E27FC236}">
                    <a16:creationId xmlns:a16="http://schemas.microsoft.com/office/drawing/2014/main" id="{D6DB0616-E784-4AA9-9F35-F13FD3D9FCE8}"/>
                  </a:ext>
                </a:extLst>
              </p:cNvPr>
              <p:cNvPicPr/>
              <p:nvPr/>
            </p:nvPicPr>
            <p:blipFill>
              <a:blip r:embed="rId3"/>
              <a:stretch>
                <a:fillRect/>
              </a:stretch>
            </p:blipFill>
            <p:spPr>
              <a:xfrm>
                <a:off x="69120" y="1084320"/>
                <a:ext cx="12092400" cy="4108680"/>
              </a:xfrm>
              <a:prstGeom prst="rect">
                <a:avLst/>
              </a:prstGeom>
            </p:spPr>
          </p:pic>
        </mc:Fallback>
      </mc:AlternateContent>
    </p:spTree>
    <p:extLst>
      <p:ext uri="{BB962C8B-B14F-4D97-AF65-F5344CB8AC3E}">
        <p14:creationId xmlns:p14="http://schemas.microsoft.com/office/powerpoint/2010/main" val="26620708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42</a:t>
            </a:fld>
            <a:endParaRPr lang="en-IN"/>
          </a:p>
        </p:txBody>
      </p:sp>
      <p:sp>
        <p:nvSpPr>
          <p:cNvPr id="9" name="TextBox 8">
            <a:extLst>
              <a:ext uri="{FF2B5EF4-FFF2-40B4-BE49-F238E27FC236}">
                <a16:creationId xmlns:a16="http://schemas.microsoft.com/office/drawing/2014/main" id="{4913C371-E810-448D-A8C8-5ABF53F96642}"/>
              </a:ext>
            </a:extLst>
          </p:cNvPr>
          <p:cNvSpPr txBox="1"/>
          <p:nvPr/>
        </p:nvSpPr>
        <p:spPr>
          <a:xfrm>
            <a:off x="1288954" y="1189068"/>
            <a:ext cx="9614094" cy="489364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A semiconductor in an extremely pure form is known as an </a:t>
            </a:r>
            <a:r>
              <a:rPr lang="en-US" sz="2400" i="1" dirty="0">
                <a:solidFill>
                  <a:srgbClr val="FF0000"/>
                </a:solidFill>
              </a:rPr>
              <a:t>intrinsic semiconductor</a:t>
            </a:r>
            <a:r>
              <a:rPr lang="en-US" sz="2400" dirty="0">
                <a:solidFill>
                  <a:srgbClr val="FF0000"/>
                </a:solidFill>
              </a:rPr>
              <a:t>. </a:t>
            </a:r>
          </a:p>
          <a:p>
            <a:pPr marL="342900" indent="-342900" algn="just">
              <a:buSzPct val="125000"/>
              <a:buFont typeface="Wingdings" panose="05000000000000000000" pitchFamily="2" charset="2"/>
              <a:buChar char="§"/>
            </a:pPr>
            <a:r>
              <a:rPr lang="en-US" sz="2400" dirty="0"/>
              <a:t>In an intrinsic semiconductor, even at room temperature, hole-electron pairs are created. When electric field is applied across an intrinsic semiconductor, the current conduction takes place by two processes, namely: by </a:t>
            </a:r>
            <a:r>
              <a:rPr lang="en-US" sz="2400" i="1" dirty="0"/>
              <a:t>free electrons </a:t>
            </a:r>
            <a:r>
              <a:rPr lang="en-US" sz="2400" dirty="0"/>
              <a:t>and </a:t>
            </a:r>
            <a:r>
              <a:rPr lang="en-US" sz="2400" i="1" dirty="0"/>
              <a:t>holes.</a:t>
            </a:r>
            <a:r>
              <a:rPr lang="en-US" sz="2400" dirty="0"/>
              <a:t> </a:t>
            </a:r>
          </a:p>
          <a:p>
            <a:pPr marL="342900" indent="-342900" algn="just">
              <a:buSzPct val="125000"/>
              <a:buFont typeface="Wingdings" panose="05000000000000000000" pitchFamily="2" charset="2"/>
              <a:buChar char="§"/>
            </a:pPr>
            <a:r>
              <a:rPr lang="en-US" sz="2400" dirty="0"/>
              <a:t>The free electrons are produced due to the breaking up of some covalent bonds by thermal energy. </a:t>
            </a:r>
          </a:p>
          <a:p>
            <a:pPr marL="342900" indent="-342900" algn="just">
              <a:buSzPct val="125000"/>
              <a:buFont typeface="Wingdings" panose="05000000000000000000" pitchFamily="2" charset="2"/>
              <a:buChar char="§"/>
            </a:pPr>
            <a:r>
              <a:rPr lang="en-US" sz="2400" dirty="0"/>
              <a:t>At the same time, holes are created in the covalent bonds. </a:t>
            </a:r>
          </a:p>
          <a:p>
            <a:pPr marL="342900" indent="-342900" algn="just">
              <a:buSzPct val="125000"/>
              <a:buFont typeface="Wingdings" panose="05000000000000000000" pitchFamily="2" charset="2"/>
              <a:buChar char="§"/>
            </a:pPr>
            <a:r>
              <a:rPr lang="en-US" sz="2400" dirty="0"/>
              <a:t>Under the influence of electric field, conduction through the semiconductor is by both free electrons and holes. </a:t>
            </a:r>
          </a:p>
          <a:p>
            <a:pPr marL="342900" indent="-342900" algn="just">
              <a:buSzPct val="125000"/>
              <a:buFont typeface="Wingdings" panose="05000000000000000000" pitchFamily="2" charset="2"/>
              <a:buChar char="§"/>
            </a:pPr>
            <a:r>
              <a:rPr lang="en-US" sz="2400" i="1" dirty="0"/>
              <a:t>Therefore, the total current inside the semiconductor is the sum of currents due to free electrons and holes.</a:t>
            </a:r>
          </a:p>
        </p:txBody>
      </p:sp>
    </p:spTree>
    <p:extLst>
      <p:ext uri="{BB962C8B-B14F-4D97-AF65-F5344CB8AC3E}">
        <p14:creationId xmlns:p14="http://schemas.microsoft.com/office/powerpoint/2010/main" val="3760598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43</a:t>
            </a:fld>
            <a:endParaRPr lang="en-IN"/>
          </a:p>
        </p:txBody>
      </p:sp>
      <p:sp>
        <p:nvSpPr>
          <p:cNvPr id="9" name="Rectangle 8">
            <a:extLst>
              <a:ext uri="{FF2B5EF4-FFF2-40B4-BE49-F238E27FC236}">
                <a16:creationId xmlns:a16="http://schemas.microsoft.com/office/drawing/2014/main" id="{FA123C76-9255-443B-88FD-4DD641E263E6}"/>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10" name="Group 9">
            <a:extLst>
              <a:ext uri="{FF2B5EF4-FFF2-40B4-BE49-F238E27FC236}">
                <a16:creationId xmlns:a16="http://schemas.microsoft.com/office/drawing/2014/main" id="{2E8A75A7-4280-4CEC-B532-0240C1E04CE7}"/>
              </a:ext>
            </a:extLst>
          </p:cNvPr>
          <p:cNvGrpSpPr/>
          <p:nvPr/>
        </p:nvGrpSpPr>
        <p:grpSpPr>
          <a:xfrm>
            <a:off x="5804088" y="1289026"/>
            <a:ext cx="4100513" cy="4018580"/>
            <a:chOff x="4686300" y="1391620"/>
            <a:chExt cx="3948113" cy="3672663"/>
          </a:xfrm>
        </p:grpSpPr>
        <p:pic>
          <p:nvPicPr>
            <p:cNvPr id="11" name="Picture 10">
              <a:extLst>
                <a:ext uri="{FF2B5EF4-FFF2-40B4-BE49-F238E27FC236}">
                  <a16:creationId xmlns:a16="http://schemas.microsoft.com/office/drawing/2014/main" id="{1250F55E-1831-468E-AC46-B4B5EF69B8F8}"/>
                </a:ext>
              </a:extLst>
            </p:cNvPr>
            <p:cNvPicPr>
              <a:picLocks noChangeAspect="1"/>
            </p:cNvPicPr>
            <p:nvPr/>
          </p:nvPicPr>
          <p:blipFill>
            <a:blip r:embed="rId2"/>
            <a:stretch>
              <a:fillRect/>
            </a:stretch>
          </p:blipFill>
          <p:spPr>
            <a:xfrm>
              <a:off x="4686300" y="1391620"/>
              <a:ext cx="3948113" cy="3672663"/>
            </a:xfrm>
            <a:prstGeom prst="rect">
              <a:avLst/>
            </a:prstGeom>
          </p:spPr>
        </p:pic>
        <p:sp>
          <p:nvSpPr>
            <p:cNvPr id="12" name="TextBox 11">
              <a:extLst>
                <a:ext uri="{FF2B5EF4-FFF2-40B4-BE49-F238E27FC236}">
                  <a16:creationId xmlns:a16="http://schemas.microsoft.com/office/drawing/2014/main" id="{E8F227DD-8415-49F3-BDAF-FFAC4265924C}"/>
                </a:ext>
              </a:extLst>
            </p:cNvPr>
            <p:cNvSpPr txBox="1"/>
            <p:nvPr/>
          </p:nvSpPr>
          <p:spPr>
            <a:xfrm>
              <a:off x="5334000" y="1845842"/>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3" name="TextBox 12">
              <a:extLst>
                <a:ext uri="{FF2B5EF4-FFF2-40B4-BE49-F238E27FC236}">
                  <a16:creationId xmlns:a16="http://schemas.microsoft.com/office/drawing/2014/main" id="{B3E34F41-3885-4825-AB59-73A4A2A09BBC}"/>
                </a:ext>
              </a:extLst>
            </p:cNvPr>
            <p:cNvSpPr txBox="1"/>
            <p:nvPr/>
          </p:nvSpPr>
          <p:spPr>
            <a:xfrm>
              <a:off x="6470745" y="1862884"/>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4" name="TextBox 13">
              <a:extLst>
                <a:ext uri="{FF2B5EF4-FFF2-40B4-BE49-F238E27FC236}">
                  <a16:creationId xmlns:a16="http://schemas.microsoft.com/office/drawing/2014/main" id="{9ED2ECFF-A30D-46C7-BB61-373D312D0135}"/>
                </a:ext>
              </a:extLst>
            </p:cNvPr>
            <p:cNvSpPr txBox="1"/>
            <p:nvPr/>
          </p:nvSpPr>
          <p:spPr>
            <a:xfrm>
              <a:off x="7612039" y="1839808"/>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5" name="TextBox 14">
              <a:extLst>
                <a:ext uri="{FF2B5EF4-FFF2-40B4-BE49-F238E27FC236}">
                  <a16:creationId xmlns:a16="http://schemas.microsoft.com/office/drawing/2014/main" id="{7D16C9CA-E31A-4B69-B771-8DCF84200BC2}"/>
                </a:ext>
              </a:extLst>
            </p:cNvPr>
            <p:cNvSpPr txBox="1"/>
            <p:nvPr/>
          </p:nvSpPr>
          <p:spPr>
            <a:xfrm>
              <a:off x="5338549" y="2977171"/>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6" name="TextBox 15">
              <a:extLst>
                <a:ext uri="{FF2B5EF4-FFF2-40B4-BE49-F238E27FC236}">
                  <a16:creationId xmlns:a16="http://schemas.microsoft.com/office/drawing/2014/main" id="{107E721E-B61E-46DC-83AF-AE3908B03DDD}"/>
                </a:ext>
              </a:extLst>
            </p:cNvPr>
            <p:cNvSpPr txBox="1"/>
            <p:nvPr/>
          </p:nvSpPr>
          <p:spPr>
            <a:xfrm>
              <a:off x="6470745" y="2977171"/>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7" name="TextBox 16">
              <a:extLst>
                <a:ext uri="{FF2B5EF4-FFF2-40B4-BE49-F238E27FC236}">
                  <a16:creationId xmlns:a16="http://schemas.microsoft.com/office/drawing/2014/main" id="{7BC65F69-FF22-482D-99A7-F2F215093FFA}"/>
                </a:ext>
              </a:extLst>
            </p:cNvPr>
            <p:cNvSpPr txBox="1"/>
            <p:nvPr/>
          </p:nvSpPr>
          <p:spPr>
            <a:xfrm>
              <a:off x="7581865" y="2982675"/>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8" name="TextBox 17">
              <a:extLst>
                <a:ext uri="{FF2B5EF4-FFF2-40B4-BE49-F238E27FC236}">
                  <a16:creationId xmlns:a16="http://schemas.microsoft.com/office/drawing/2014/main" id="{7147A63C-B87B-4BFF-88AD-2FBFF4717929}"/>
                </a:ext>
              </a:extLst>
            </p:cNvPr>
            <p:cNvSpPr txBox="1"/>
            <p:nvPr/>
          </p:nvSpPr>
          <p:spPr>
            <a:xfrm>
              <a:off x="5334000" y="4131046"/>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19" name="TextBox 18">
              <a:extLst>
                <a:ext uri="{FF2B5EF4-FFF2-40B4-BE49-F238E27FC236}">
                  <a16:creationId xmlns:a16="http://schemas.microsoft.com/office/drawing/2014/main" id="{95916E92-7934-4850-8BF0-BFC05E0FB0FF}"/>
                </a:ext>
              </a:extLst>
            </p:cNvPr>
            <p:cNvSpPr txBox="1"/>
            <p:nvPr/>
          </p:nvSpPr>
          <p:spPr>
            <a:xfrm>
              <a:off x="6470745" y="4125542"/>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sp>
          <p:nvSpPr>
            <p:cNvPr id="20" name="TextBox 19">
              <a:extLst>
                <a:ext uri="{FF2B5EF4-FFF2-40B4-BE49-F238E27FC236}">
                  <a16:creationId xmlns:a16="http://schemas.microsoft.com/office/drawing/2014/main" id="{96AB7775-809A-4BFC-934D-DD8C85EF2ED3}"/>
                </a:ext>
              </a:extLst>
            </p:cNvPr>
            <p:cNvSpPr txBox="1"/>
            <p:nvPr/>
          </p:nvSpPr>
          <p:spPr>
            <a:xfrm>
              <a:off x="7612039" y="4125542"/>
              <a:ext cx="457200"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Ge</a:t>
              </a:r>
            </a:p>
          </p:txBody>
        </p:sp>
      </p:grpSp>
      <p:pic>
        <p:nvPicPr>
          <p:cNvPr id="21" name="Picture 20">
            <a:extLst>
              <a:ext uri="{FF2B5EF4-FFF2-40B4-BE49-F238E27FC236}">
                <a16:creationId xmlns:a16="http://schemas.microsoft.com/office/drawing/2014/main" id="{7E6AA26F-3595-40FF-868E-E1AF418247A8}"/>
              </a:ext>
            </a:extLst>
          </p:cNvPr>
          <p:cNvPicPr>
            <a:picLocks noChangeAspect="1"/>
          </p:cNvPicPr>
          <p:nvPr/>
        </p:nvPicPr>
        <p:blipFill>
          <a:blip r:embed="rId3"/>
          <a:stretch>
            <a:fillRect/>
          </a:stretch>
        </p:blipFill>
        <p:spPr>
          <a:xfrm>
            <a:off x="1288953" y="1293426"/>
            <a:ext cx="4389903" cy="4014180"/>
          </a:xfrm>
          <a:prstGeom prst="rect">
            <a:avLst/>
          </a:prstGeom>
        </p:spPr>
      </p:pic>
      <p:sp>
        <p:nvSpPr>
          <p:cNvPr id="22" name="TextBox 21">
            <a:extLst>
              <a:ext uri="{FF2B5EF4-FFF2-40B4-BE49-F238E27FC236}">
                <a16:creationId xmlns:a16="http://schemas.microsoft.com/office/drawing/2014/main" id="{06353B8D-5BD5-4BCC-BB5C-FB2A2B95146B}"/>
              </a:ext>
            </a:extLst>
          </p:cNvPr>
          <p:cNvSpPr txBox="1"/>
          <p:nvPr/>
        </p:nvSpPr>
        <p:spPr>
          <a:xfrm>
            <a:off x="1441352" y="5327626"/>
            <a:ext cx="8456613" cy="646331"/>
          </a:xfrm>
          <a:prstGeom prst="rect">
            <a:avLst/>
          </a:prstGeom>
          <a:noFill/>
        </p:spPr>
        <p:txBody>
          <a:bodyPr wrap="square" rtlCol="0">
            <a:spAutoFit/>
          </a:bodyPr>
          <a:lstStyle/>
          <a:p>
            <a:pPr algn="ctr"/>
            <a:r>
              <a:rPr lang="en-US" sz="1800" dirty="0"/>
              <a:t>Fig.1-14[Crystal structure of Ge illustrated with covalent bonding </a:t>
            </a:r>
          </a:p>
          <a:p>
            <a:pPr algn="ctr"/>
            <a:r>
              <a:rPr lang="en-US" sz="1800" dirty="0"/>
              <a:t>symbolically in two-dimensions]</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B4BC423-60B7-4249-9753-6C2D6E535E35}"/>
                  </a:ext>
                </a:extLst>
              </p14:cNvPr>
              <p14:cNvContentPartPr/>
              <p14:nvPr/>
            </p14:nvContentPartPr>
            <p14:xfrm>
              <a:off x="3881520" y="910800"/>
              <a:ext cx="8110440" cy="4203360"/>
            </p14:xfrm>
          </p:contentPart>
        </mc:Choice>
        <mc:Fallback xmlns="">
          <p:pic>
            <p:nvPicPr>
              <p:cNvPr id="3" name="Ink 2">
                <a:extLst>
                  <a:ext uri="{FF2B5EF4-FFF2-40B4-BE49-F238E27FC236}">
                    <a16:creationId xmlns:a16="http://schemas.microsoft.com/office/drawing/2014/main" id="{FB4BC423-60B7-4249-9753-6C2D6E535E35}"/>
                  </a:ext>
                </a:extLst>
              </p:cNvPr>
              <p:cNvPicPr/>
              <p:nvPr/>
            </p:nvPicPr>
            <p:blipFill>
              <a:blip r:embed="rId5"/>
              <a:stretch>
                <a:fillRect/>
              </a:stretch>
            </p:blipFill>
            <p:spPr>
              <a:xfrm>
                <a:off x="3872160" y="901440"/>
                <a:ext cx="8129160" cy="4222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4139D24-7B61-4BF9-BA66-91FEABC2EDA3}"/>
                  </a:ext>
                </a:extLst>
              </p14:cNvPr>
              <p14:cNvContentPartPr/>
              <p14:nvPr/>
            </p14:nvContentPartPr>
            <p14:xfrm>
              <a:off x="10347840" y="1124280"/>
              <a:ext cx="1522080" cy="666360"/>
            </p14:xfrm>
          </p:contentPart>
        </mc:Choice>
        <mc:Fallback xmlns="">
          <p:pic>
            <p:nvPicPr>
              <p:cNvPr id="6" name="Ink 5">
                <a:extLst>
                  <a:ext uri="{FF2B5EF4-FFF2-40B4-BE49-F238E27FC236}">
                    <a16:creationId xmlns:a16="http://schemas.microsoft.com/office/drawing/2014/main" id="{84139D24-7B61-4BF9-BA66-91FEABC2EDA3}"/>
                  </a:ext>
                </a:extLst>
              </p:cNvPr>
              <p:cNvPicPr/>
              <p:nvPr/>
            </p:nvPicPr>
            <p:blipFill>
              <a:blip r:embed="rId7"/>
              <a:stretch>
                <a:fillRect/>
              </a:stretch>
            </p:blipFill>
            <p:spPr>
              <a:xfrm>
                <a:off x="10338480" y="1114920"/>
                <a:ext cx="1540800" cy="685080"/>
              </a:xfrm>
              <a:prstGeom prst="rect">
                <a:avLst/>
              </a:prstGeom>
            </p:spPr>
          </p:pic>
        </mc:Fallback>
      </mc:AlternateContent>
    </p:spTree>
    <p:extLst>
      <p:ext uri="{BB962C8B-B14F-4D97-AF65-F5344CB8AC3E}">
        <p14:creationId xmlns:p14="http://schemas.microsoft.com/office/powerpoint/2010/main" val="3186683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44</a:t>
            </a:fld>
            <a:endParaRPr lang="en-IN"/>
          </a:p>
        </p:txBody>
      </p:sp>
      <p:pic>
        <p:nvPicPr>
          <p:cNvPr id="9" name="Picture 8">
            <a:extLst>
              <a:ext uri="{FF2B5EF4-FFF2-40B4-BE49-F238E27FC236}">
                <a16:creationId xmlns:a16="http://schemas.microsoft.com/office/drawing/2014/main" id="{FBB9A52F-5071-4E2F-BABF-1AF74ACD219D}"/>
              </a:ext>
            </a:extLst>
          </p:cNvPr>
          <p:cNvPicPr>
            <a:picLocks noChangeAspect="1"/>
          </p:cNvPicPr>
          <p:nvPr/>
        </p:nvPicPr>
        <p:blipFill>
          <a:blip r:embed="rId2"/>
          <a:stretch>
            <a:fillRect/>
          </a:stretch>
        </p:blipFill>
        <p:spPr>
          <a:xfrm>
            <a:off x="1669353" y="1279027"/>
            <a:ext cx="4240762" cy="4067398"/>
          </a:xfrm>
          <a:prstGeom prst="rect">
            <a:avLst/>
          </a:prstGeom>
        </p:spPr>
      </p:pic>
      <p:pic>
        <p:nvPicPr>
          <p:cNvPr id="10" name="Picture 9">
            <a:extLst>
              <a:ext uri="{FF2B5EF4-FFF2-40B4-BE49-F238E27FC236}">
                <a16:creationId xmlns:a16="http://schemas.microsoft.com/office/drawing/2014/main" id="{AA799386-9007-40A9-A7D2-9EBCDEB11A3A}"/>
              </a:ext>
            </a:extLst>
          </p:cNvPr>
          <p:cNvPicPr>
            <a:picLocks noChangeAspect="1"/>
          </p:cNvPicPr>
          <p:nvPr/>
        </p:nvPicPr>
        <p:blipFill>
          <a:blip r:embed="rId3"/>
          <a:stretch>
            <a:fillRect/>
          </a:stretch>
        </p:blipFill>
        <p:spPr>
          <a:xfrm>
            <a:off x="6048181" y="1301113"/>
            <a:ext cx="4267200" cy="4067398"/>
          </a:xfrm>
          <a:prstGeom prst="rect">
            <a:avLst/>
          </a:prstGeom>
        </p:spPr>
      </p:pic>
      <p:sp>
        <p:nvSpPr>
          <p:cNvPr id="11" name="TextBox 10">
            <a:extLst>
              <a:ext uri="{FF2B5EF4-FFF2-40B4-BE49-F238E27FC236}">
                <a16:creationId xmlns:a16="http://schemas.microsoft.com/office/drawing/2014/main" id="{4DEA11FC-FEDD-4142-ABCA-BA6A20492EE5}"/>
              </a:ext>
            </a:extLst>
          </p:cNvPr>
          <p:cNvSpPr txBox="1"/>
          <p:nvPr/>
        </p:nvSpPr>
        <p:spPr>
          <a:xfrm>
            <a:off x="1720702" y="5346425"/>
            <a:ext cx="8456613" cy="646331"/>
          </a:xfrm>
          <a:prstGeom prst="rect">
            <a:avLst/>
          </a:prstGeom>
          <a:noFill/>
        </p:spPr>
        <p:txBody>
          <a:bodyPr wrap="square" rtlCol="0">
            <a:spAutoFit/>
          </a:bodyPr>
          <a:lstStyle/>
          <a:p>
            <a:pPr algn="ctr"/>
            <a:r>
              <a:rPr lang="en-US" sz="1800" dirty="0"/>
              <a:t>Fig.1-13[Crystal structure of Si illustrated with covalent bonding </a:t>
            </a:r>
          </a:p>
          <a:p>
            <a:pPr algn="ctr"/>
            <a:r>
              <a:rPr lang="en-US" sz="1800" dirty="0"/>
              <a:t>symbolically in two-dimensions]</a:t>
            </a:r>
          </a:p>
        </p:txBody>
      </p:sp>
      <p:sp>
        <p:nvSpPr>
          <p:cNvPr id="12" name="Rectangle 11">
            <a:extLst>
              <a:ext uri="{FF2B5EF4-FFF2-40B4-BE49-F238E27FC236}">
                <a16:creationId xmlns:a16="http://schemas.microsoft.com/office/drawing/2014/main" id="{47114B94-0E34-4CE2-B85A-7DA0D05FEC9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2D2B533-DFD2-4FB8-B885-67C6AB90D816}"/>
                  </a:ext>
                </a:extLst>
              </p14:cNvPr>
              <p14:cNvContentPartPr/>
              <p14:nvPr/>
            </p14:nvContentPartPr>
            <p14:xfrm>
              <a:off x="8525880" y="395640"/>
              <a:ext cx="3458160" cy="4354560"/>
            </p14:xfrm>
          </p:contentPart>
        </mc:Choice>
        <mc:Fallback xmlns="">
          <p:pic>
            <p:nvPicPr>
              <p:cNvPr id="3" name="Ink 2">
                <a:extLst>
                  <a:ext uri="{FF2B5EF4-FFF2-40B4-BE49-F238E27FC236}">
                    <a16:creationId xmlns:a16="http://schemas.microsoft.com/office/drawing/2014/main" id="{A2D2B533-DFD2-4FB8-B885-67C6AB90D816}"/>
                  </a:ext>
                </a:extLst>
              </p:cNvPr>
              <p:cNvPicPr/>
              <p:nvPr/>
            </p:nvPicPr>
            <p:blipFill>
              <a:blip r:embed="rId5"/>
              <a:stretch>
                <a:fillRect/>
              </a:stretch>
            </p:blipFill>
            <p:spPr>
              <a:xfrm>
                <a:off x="8516520" y="386280"/>
                <a:ext cx="3476880" cy="4373280"/>
              </a:xfrm>
              <a:prstGeom prst="rect">
                <a:avLst/>
              </a:prstGeom>
            </p:spPr>
          </p:pic>
        </mc:Fallback>
      </mc:AlternateContent>
    </p:spTree>
    <p:extLst>
      <p:ext uri="{BB962C8B-B14F-4D97-AF65-F5344CB8AC3E}">
        <p14:creationId xmlns:p14="http://schemas.microsoft.com/office/powerpoint/2010/main" val="1341637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45</a:t>
            </a:fld>
            <a:endParaRPr lang="en-IN"/>
          </a:p>
        </p:txBody>
      </p:sp>
      <p:pic>
        <p:nvPicPr>
          <p:cNvPr id="9" name="Picture 8">
            <a:extLst>
              <a:ext uri="{FF2B5EF4-FFF2-40B4-BE49-F238E27FC236}">
                <a16:creationId xmlns:a16="http://schemas.microsoft.com/office/drawing/2014/main" id="{A1AC5606-5E46-4429-8D24-A993B7D77FE1}"/>
              </a:ext>
            </a:extLst>
          </p:cNvPr>
          <p:cNvPicPr>
            <a:picLocks noChangeAspect="1"/>
          </p:cNvPicPr>
          <p:nvPr/>
        </p:nvPicPr>
        <p:blipFill>
          <a:blip r:embed="rId2"/>
          <a:stretch>
            <a:fillRect/>
          </a:stretch>
        </p:blipFill>
        <p:spPr>
          <a:xfrm>
            <a:off x="1897305" y="1152069"/>
            <a:ext cx="8007530" cy="4038600"/>
          </a:xfrm>
          <a:prstGeom prst="rect">
            <a:avLst/>
          </a:prstGeom>
        </p:spPr>
      </p:pic>
      <p:sp>
        <p:nvSpPr>
          <p:cNvPr id="10" name="TextBox 9">
            <a:extLst>
              <a:ext uri="{FF2B5EF4-FFF2-40B4-BE49-F238E27FC236}">
                <a16:creationId xmlns:a16="http://schemas.microsoft.com/office/drawing/2014/main" id="{B17370D2-0CDE-48C7-AF95-50497D91D7B6}"/>
              </a:ext>
            </a:extLst>
          </p:cNvPr>
          <p:cNvSpPr txBox="1"/>
          <p:nvPr/>
        </p:nvSpPr>
        <p:spPr>
          <a:xfrm>
            <a:off x="1938670" y="5473383"/>
            <a:ext cx="8001000" cy="646331"/>
          </a:xfrm>
          <a:prstGeom prst="rect">
            <a:avLst/>
          </a:prstGeom>
          <a:noFill/>
        </p:spPr>
        <p:txBody>
          <a:bodyPr wrap="square" rtlCol="0">
            <a:spAutoFit/>
          </a:bodyPr>
          <a:lstStyle/>
          <a:p>
            <a:pPr algn="ctr"/>
            <a:r>
              <a:rPr lang="en-US" sz="1800" dirty="0"/>
              <a:t>Fig.1-15 [Creation of electron-hole pairs in a silicon crystal. </a:t>
            </a:r>
          </a:p>
          <a:p>
            <a:pPr algn="ctr"/>
            <a:r>
              <a:rPr lang="en-US" sz="1800" dirty="0"/>
              <a:t>Electrons in the conduction band are free electrons]</a:t>
            </a:r>
          </a:p>
        </p:txBody>
      </p:sp>
      <p:sp>
        <p:nvSpPr>
          <p:cNvPr id="11" name="Rectangle 10">
            <a:extLst>
              <a:ext uri="{FF2B5EF4-FFF2-40B4-BE49-F238E27FC236}">
                <a16:creationId xmlns:a16="http://schemas.microsoft.com/office/drawing/2014/main" id="{56728756-5B67-4684-A9D1-2DB7F3E75E7C}"/>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460641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ED79BE28-8B50-44BE-A808-C7653B1FBD2D}" type="datetime1">
              <a:rPr lang="en-IN" smtClean="0"/>
              <a:pPr/>
              <a:t>24-01-2022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2" name="Slide Number Placeholder 1">
            <a:extLst>
              <a:ext uri="{FF2B5EF4-FFF2-40B4-BE49-F238E27FC236}">
                <a16:creationId xmlns:a16="http://schemas.microsoft.com/office/drawing/2014/main" id="{A3C3DB5B-14CC-4C25-BDA6-B26DD7C1D406}"/>
              </a:ext>
            </a:extLst>
          </p:cNvPr>
          <p:cNvSpPr>
            <a:spLocks noGrp="1"/>
          </p:cNvSpPr>
          <p:nvPr>
            <p:ph type="sldNum" sz="quarter" idx="12"/>
          </p:nvPr>
        </p:nvSpPr>
        <p:spPr/>
        <p:txBody>
          <a:bodyPr/>
          <a:lstStyle/>
          <a:p>
            <a:fld id="{780713B5-9296-425E-8DDC-5B86ACA00944}" type="slidenum">
              <a:rPr lang="en-IN" smtClean="0"/>
              <a:pPr/>
              <a:t>46</a:t>
            </a:fld>
            <a:endParaRPr lang="en-IN"/>
          </a:p>
        </p:txBody>
      </p:sp>
      <p:pic>
        <p:nvPicPr>
          <p:cNvPr id="9" name="Picture 8">
            <a:extLst>
              <a:ext uri="{FF2B5EF4-FFF2-40B4-BE49-F238E27FC236}">
                <a16:creationId xmlns:a16="http://schemas.microsoft.com/office/drawing/2014/main" id="{A1AC5606-5E46-4429-8D24-A993B7D77FE1}"/>
              </a:ext>
            </a:extLst>
          </p:cNvPr>
          <p:cNvPicPr>
            <a:picLocks noChangeAspect="1"/>
          </p:cNvPicPr>
          <p:nvPr/>
        </p:nvPicPr>
        <p:blipFill>
          <a:blip r:embed="rId2"/>
          <a:stretch>
            <a:fillRect/>
          </a:stretch>
        </p:blipFill>
        <p:spPr>
          <a:xfrm>
            <a:off x="1897305" y="1152069"/>
            <a:ext cx="8007530" cy="4038600"/>
          </a:xfrm>
          <a:prstGeom prst="rect">
            <a:avLst/>
          </a:prstGeom>
        </p:spPr>
      </p:pic>
      <p:sp>
        <p:nvSpPr>
          <p:cNvPr id="10" name="TextBox 9">
            <a:extLst>
              <a:ext uri="{FF2B5EF4-FFF2-40B4-BE49-F238E27FC236}">
                <a16:creationId xmlns:a16="http://schemas.microsoft.com/office/drawing/2014/main" id="{B17370D2-0CDE-48C7-AF95-50497D91D7B6}"/>
              </a:ext>
            </a:extLst>
          </p:cNvPr>
          <p:cNvSpPr txBox="1"/>
          <p:nvPr/>
        </p:nvSpPr>
        <p:spPr>
          <a:xfrm>
            <a:off x="1938670" y="5473383"/>
            <a:ext cx="8001000" cy="646331"/>
          </a:xfrm>
          <a:prstGeom prst="rect">
            <a:avLst/>
          </a:prstGeom>
          <a:noFill/>
        </p:spPr>
        <p:txBody>
          <a:bodyPr wrap="square" rtlCol="0">
            <a:spAutoFit/>
          </a:bodyPr>
          <a:lstStyle/>
          <a:p>
            <a:pPr algn="ctr"/>
            <a:r>
              <a:rPr lang="en-US" sz="1800" dirty="0"/>
              <a:t>Fig.1-15 [Creation of electron-hole pairs in a silicon crystal. </a:t>
            </a:r>
          </a:p>
          <a:p>
            <a:pPr algn="ctr"/>
            <a:r>
              <a:rPr lang="en-US" sz="1800" dirty="0"/>
              <a:t>Electrons in the conduction band are free electrons]</a:t>
            </a:r>
          </a:p>
        </p:txBody>
      </p:sp>
      <p:sp>
        <p:nvSpPr>
          <p:cNvPr id="11" name="Rectangle 10">
            <a:extLst>
              <a:ext uri="{FF2B5EF4-FFF2-40B4-BE49-F238E27FC236}">
                <a16:creationId xmlns:a16="http://schemas.microsoft.com/office/drawing/2014/main" id="{56728756-5B67-4684-A9D1-2DB7F3E75E7C}"/>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105127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47</a:t>
            </a:fld>
            <a:endParaRPr lang="en-IN"/>
          </a:p>
        </p:txBody>
      </p:sp>
      <p:sp>
        <p:nvSpPr>
          <p:cNvPr id="7" name="TextBox 6">
            <a:extLst>
              <a:ext uri="{FF2B5EF4-FFF2-40B4-BE49-F238E27FC236}">
                <a16:creationId xmlns:a16="http://schemas.microsoft.com/office/drawing/2014/main" id="{C813314A-493D-484B-9DC0-20B2128EC346}"/>
              </a:ext>
            </a:extLst>
          </p:cNvPr>
          <p:cNvSpPr txBox="1"/>
          <p:nvPr/>
        </p:nvSpPr>
        <p:spPr>
          <a:xfrm>
            <a:off x="2247900" y="5609626"/>
            <a:ext cx="8001000" cy="646331"/>
          </a:xfrm>
          <a:prstGeom prst="rect">
            <a:avLst/>
          </a:prstGeom>
          <a:noFill/>
        </p:spPr>
        <p:txBody>
          <a:bodyPr wrap="square" rtlCol="0">
            <a:spAutoFit/>
          </a:bodyPr>
          <a:lstStyle/>
          <a:p>
            <a:pPr algn="ctr"/>
            <a:r>
              <a:rPr lang="en-US" sz="1800" dirty="0"/>
              <a:t>Fig.1-16 [Electron-hole pairs in a silicon crystal. Free electrons are being  </a:t>
            </a:r>
          </a:p>
          <a:p>
            <a:pPr algn="ctr"/>
            <a:r>
              <a:rPr lang="en-US" sz="1800" dirty="0"/>
              <a:t>                           generated continuously while some recombine with holes]</a:t>
            </a:r>
          </a:p>
        </p:txBody>
      </p:sp>
      <p:pic>
        <p:nvPicPr>
          <p:cNvPr id="8" name="Picture 7">
            <a:extLst>
              <a:ext uri="{FF2B5EF4-FFF2-40B4-BE49-F238E27FC236}">
                <a16:creationId xmlns:a16="http://schemas.microsoft.com/office/drawing/2014/main" id="{2DC7CDEB-DDE5-4D7C-A59E-8DCEC002B5BA}"/>
              </a:ext>
            </a:extLst>
          </p:cNvPr>
          <p:cNvPicPr>
            <a:picLocks noChangeAspect="1"/>
          </p:cNvPicPr>
          <p:nvPr/>
        </p:nvPicPr>
        <p:blipFill>
          <a:blip r:embed="rId2"/>
          <a:stretch>
            <a:fillRect/>
          </a:stretch>
        </p:blipFill>
        <p:spPr>
          <a:xfrm>
            <a:off x="2576512" y="1171237"/>
            <a:ext cx="7038975" cy="4233941"/>
          </a:xfrm>
          <a:prstGeom prst="rect">
            <a:avLst/>
          </a:prstGeom>
        </p:spPr>
      </p:pic>
      <p:sp>
        <p:nvSpPr>
          <p:cNvPr id="9" name="Rectangle 8">
            <a:extLst>
              <a:ext uri="{FF2B5EF4-FFF2-40B4-BE49-F238E27FC236}">
                <a16:creationId xmlns:a16="http://schemas.microsoft.com/office/drawing/2014/main" id="{461C4D10-2A74-48D8-BDDC-7B1C7D7A6EC0}"/>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E9E70FF-6A83-4687-BE16-6362E5348819}"/>
                  </a:ext>
                </a:extLst>
              </p14:cNvPr>
              <p14:cNvContentPartPr/>
              <p14:nvPr/>
            </p14:nvContentPartPr>
            <p14:xfrm>
              <a:off x="3743640" y="1980360"/>
              <a:ext cx="5427720" cy="1599120"/>
            </p14:xfrm>
          </p:contentPart>
        </mc:Choice>
        <mc:Fallback xmlns="">
          <p:pic>
            <p:nvPicPr>
              <p:cNvPr id="2" name="Ink 1">
                <a:extLst>
                  <a:ext uri="{FF2B5EF4-FFF2-40B4-BE49-F238E27FC236}">
                    <a16:creationId xmlns:a16="http://schemas.microsoft.com/office/drawing/2014/main" id="{7E9E70FF-6A83-4687-BE16-6362E5348819}"/>
                  </a:ext>
                </a:extLst>
              </p:cNvPr>
              <p:cNvPicPr/>
              <p:nvPr/>
            </p:nvPicPr>
            <p:blipFill>
              <a:blip r:embed="rId4"/>
              <a:stretch>
                <a:fillRect/>
              </a:stretch>
            </p:blipFill>
            <p:spPr>
              <a:xfrm>
                <a:off x="3734280" y="1971000"/>
                <a:ext cx="5446440" cy="1617840"/>
              </a:xfrm>
              <a:prstGeom prst="rect">
                <a:avLst/>
              </a:prstGeom>
            </p:spPr>
          </p:pic>
        </mc:Fallback>
      </mc:AlternateContent>
    </p:spTree>
    <p:extLst>
      <p:ext uri="{BB962C8B-B14F-4D97-AF65-F5344CB8AC3E}">
        <p14:creationId xmlns:p14="http://schemas.microsoft.com/office/powerpoint/2010/main" val="2969954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48</a:t>
            </a:fld>
            <a:endParaRPr lang="en-IN"/>
          </a:p>
        </p:txBody>
      </p:sp>
      <p:sp>
        <p:nvSpPr>
          <p:cNvPr id="7" name="TextBox 6">
            <a:extLst>
              <a:ext uri="{FF2B5EF4-FFF2-40B4-BE49-F238E27FC236}">
                <a16:creationId xmlns:a16="http://schemas.microsoft.com/office/drawing/2014/main" id="{59AB8D02-92FA-4C98-956F-A19D088BD5DC}"/>
              </a:ext>
            </a:extLst>
          </p:cNvPr>
          <p:cNvSpPr txBox="1"/>
          <p:nvPr/>
        </p:nvSpPr>
        <p:spPr>
          <a:xfrm>
            <a:off x="2144233" y="5672805"/>
            <a:ext cx="8001000" cy="646331"/>
          </a:xfrm>
          <a:prstGeom prst="rect">
            <a:avLst/>
          </a:prstGeom>
          <a:noFill/>
        </p:spPr>
        <p:txBody>
          <a:bodyPr wrap="square" rtlCol="0">
            <a:spAutoFit/>
          </a:bodyPr>
          <a:lstStyle/>
          <a:p>
            <a:pPr algn="ctr"/>
            <a:r>
              <a:rPr lang="en-US" sz="1800" dirty="0"/>
              <a:t>Fig.1-17 [Electron current in intrinsic silicon is produced </a:t>
            </a:r>
          </a:p>
          <a:p>
            <a:pPr algn="ctr"/>
            <a:r>
              <a:rPr lang="en-US" sz="1800" dirty="0"/>
              <a:t>by the movement of thermally generated free electrons]</a:t>
            </a:r>
          </a:p>
        </p:txBody>
      </p:sp>
      <p:pic>
        <p:nvPicPr>
          <p:cNvPr id="8" name="Picture 7">
            <a:extLst>
              <a:ext uri="{FF2B5EF4-FFF2-40B4-BE49-F238E27FC236}">
                <a16:creationId xmlns:a16="http://schemas.microsoft.com/office/drawing/2014/main" id="{4A7D3783-8F4B-4088-AEA7-5F95F1E8775E}"/>
              </a:ext>
            </a:extLst>
          </p:cNvPr>
          <p:cNvPicPr>
            <a:picLocks noChangeAspect="1"/>
          </p:cNvPicPr>
          <p:nvPr/>
        </p:nvPicPr>
        <p:blipFill>
          <a:blip r:embed="rId2"/>
          <a:stretch>
            <a:fillRect/>
          </a:stretch>
        </p:blipFill>
        <p:spPr>
          <a:xfrm>
            <a:off x="1796264" y="1199423"/>
            <a:ext cx="8348969" cy="4247748"/>
          </a:xfrm>
          <a:prstGeom prst="rect">
            <a:avLst/>
          </a:prstGeom>
        </p:spPr>
      </p:pic>
      <p:sp>
        <p:nvSpPr>
          <p:cNvPr id="9" name="Rectangle 8">
            <a:extLst>
              <a:ext uri="{FF2B5EF4-FFF2-40B4-BE49-F238E27FC236}">
                <a16:creationId xmlns:a16="http://schemas.microsoft.com/office/drawing/2014/main" id="{C1E8F4CE-9208-4D56-A672-C7E6353FD06B}"/>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DBC5F65-7FC1-471C-B50A-B70735BC51F6}"/>
                  </a:ext>
                </a:extLst>
              </p14:cNvPr>
              <p14:cNvContentPartPr/>
              <p14:nvPr/>
            </p14:nvContentPartPr>
            <p14:xfrm>
              <a:off x="8313840" y="6240960"/>
              <a:ext cx="11880" cy="8280"/>
            </p14:xfrm>
          </p:contentPart>
        </mc:Choice>
        <mc:Fallback xmlns="">
          <p:pic>
            <p:nvPicPr>
              <p:cNvPr id="2" name="Ink 1">
                <a:extLst>
                  <a:ext uri="{FF2B5EF4-FFF2-40B4-BE49-F238E27FC236}">
                    <a16:creationId xmlns:a16="http://schemas.microsoft.com/office/drawing/2014/main" id="{3DBC5F65-7FC1-471C-B50A-B70735BC51F6}"/>
                  </a:ext>
                </a:extLst>
              </p:cNvPr>
              <p:cNvPicPr/>
              <p:nvPr/>
            </p:nvPicPr>
            <p:blipFill>
              <a:blip r:embed="rId4"/>
              <a:stretch>
                <a:fillRect/>
              </a:stretch>
            </p:blipFill>
            <p:spPr>
              <a:xfrm>
                <a:off x="8304480" y="6231600"/>
                <a:ext cx="30600" cy="27000"/>
              </a:xfrm>
              <a:prstGeom prst="rect">
                <a:avLst/>
              </a:prstGeom>
            </p:spPr>
          </p:pic>
        </mc:Fallback>
      </mc:AlternateContent>
    </p:spTree>
    <p:extLst>
      <p:ext uri="{BB962C8B-B14F-4D97-AF65-F5344CB8AC3E}">
        <p14:creationId xmlns:p14="http://schemas.microsoft.com/office/powerpoint/2010/main" val="24254560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49</a:t>
            </a:fld>
            <a:endParaRPr lang="en-IN"/>
          </a:p>
        </p:txBody>
      </p:sp>
      <p:sp>
        <p:nvSpPr>
          <p:cNvPr id="7" name="TextBox 6">
            <a:extLst>
              <a:ext uri="{FF2B5EF4-FFF2-40B4-BE49-F238E27FC236}">
                <a16:creationId xmlns:a16="http://schemas.microsoft.com/office/drawing/2014/main" id="{F54781E9-AA6A-44AB-9409-ADFE5FA166D3}"/>
              </a:ext>
            </a:extLst>
          </p:cNvPr>
          <p:cNvSpPr txBox="1"/>
          <p:nvPr/>
        </p:nvSpPr>
        <p:spPr>
          <a:xfrm>
            <a:off x="3973033" y="5987018"/>
            <a:ext cx="4572000" cy="369332"/>
          </a:xfrm>
          <a:prstGeom prst="rect">
            <a:avLst/>
          </a:prstGeom>
          <a:noFill/>
        </p:spPr>
        <p:txBody>
          <a:bodyPr wrap="square" rtlCol="0">
            <a:spAutoFit/>
          </a:bodyPr>
          <a:lstStyle/>
          <a:p>
            <a:pPr algn="ctr"/>
            <a:r>
              <a:rPr lang="en-US" sz="1800" dirty="0"/>
              <a:t>Fig.1-18 [Hole current in intrinsic silicon]</a:t>
            </a:r>
          </a:p>
        </p:txBody>
      </p:sp>
      <p:pic>
        <p:nvPicPr>
          <p:cNvPr id="8" name="Picture 7">
            <a:extLst>
              <a:ext uri="{FF2B5EF4-FFF2-40B4-BE49-F238E27FC236}">
                <a16:creationId xmlns:a16="http://schemas.microsoft.com/office/drawing/2014/main" id="{C667A15C-A17F-481B-84B9-C45FE5900AEB}"/>
              </a:ext>
            </a:extLst>
          </p:cNvPr>
          <p:cNvPicPr>
            <a:picLocks noChangeAspect="1"/>
          </p:cNvPicPr>
          <p:nvPr/>
        </p:nvPicPr>
        <p:blipFill>
          <a:blip r:embed="rId2"/>
          <a:stretch>
            <a:fillRect/>
          </a:stretch>
        </p:blipFill>
        <p:spPr>
          <a:xfrm>
            <a:off x="1915633" y="1241698"/>
            <a:ext cx="8153400" cy="4592920"/>
          </a:xfrm>
          <a:prstGeom prst="rect">
            <a:avLst/>
          </a:prstGeom>
        </p:spPr>
      </p:pic>
      <p:sp>
        <p:nvSpPr>
          <p:cNvPr id="9" name="Rectangle 8">
            <a:extLst>
              <a:ext uri="{FF2B5EF4-FFF2-40B4-BE49-F238E27FC236}">
                <a16:creationId xmlns:a16="http://schemas.microsoft.com/office/drawing/2014/main" id="{52765D44-3CBC-4498-AF7E-3E96B0F66A2B}"/>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Intrinsic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3AACD09-B4CE-46BB-B6F4-90D1BFFF4FC5}"/>
                  </a:ext>
                </a:extLst>
              </p14:cNvPr>
              <p14:cNvContentPartPr/>
              <p14:nvPr/>
            </p14:nvContentPartPr>
            <p14:xfrm>
              <a:off x="4907520" y="3126600"/>
              <a:ext cx="4450680" cy="3165120"/>
            </p14:xfrm>
          </p:contentPart>
        </mc:Choice>
        <mc:Fallback xmlns="">
          <p:pic>
            <p:nvPicPr>
              <p:cNvPr id="2" name="Ink 1">
                <a:extLst>
                  <a:ext uri="{FF2B5EF4-FFF2-40B4-BE49-F238E27FC236}">
                    <a16:creationId xmlns:a16="http://schemas.microsoft.com/office/drawing/2014/main" id="{B3AACD09-B4CE-46BB-B6F4-90D1BFFF4FC5}"/>
                  </a:ext>
                </a:extLst>
              </p:cNvPr>
              <p:cNvPicPr/>
              <p:nvPr/>
            </p:nvPicPr>
            <p:blipFill>
              <a:blip r:embed="rId4"/>
              <a:stretch>
                <a:fillRect/>
              </a:stretch>
            </p:blipFill>
            <p:spPr>
              <a:xfrm>
                <a:off x="4898160" y="3117240"/>
                <a:ext cx="4469400" cy="3183840"/>
              </a:xfrm>
              <a:prstGeom prst="rect">
                <a:avLst/>
              </a:prstGeom>
            </p:spPr>
          </p:pic>
        </mc:Fallback>
      </mc:AlternateContent>
    </p:spTree>
    <p:extLst>
      <p:ext uri="{BB962C8B-B14F-4D97-AF65-F5344CB8AC3E}">
        <p14:creationId xmlns:p14="http://schemas.microsoft.com/office/powerpoint/2010/main" val="3255875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50</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DE0949-1B0F-4079-9EFD-E3A01A798975}"/>
                  </a:ext>
                </a:extLst>
              </p:cNvPr>
              <p:cNvSpPr txBox="1"/>
              <p:nvPr/>
            </p:nvSpPr>
            <p:spPr>
              <a:xfrm>
                <a:off x="1065175" y="1166842"/>
                <a:ext cx="9694973" cy="452431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intrinsic semiconductor has little current conduction capability at room temperature. To be useful in electronic devices, the pure semiconductor must be altered to significantly increase its conducting properties. </a:t>
                </a:r>
              </a:p>
              <a:p>
                <a:pPr marL="342900" indent="-342900" algn="just">
                  <a:buSzPct val="125000"/>
                  <a:buFont typeface="Wingdings" panose="05000000000000000000" pitchFamily="2" charset="2"/>
                  <a:buChar char="§"/>
                </a:pPr>
                <a:r>
                  <a:rPr lang="en-US" sz="2400" dirty="0"/>
                  <a:t>This is achieved by adding a small amount of suitable impurity to a semiconductor (called </a:t>
                </a:r>
                <a:r>
                  <a:rPr lang="en-US" sz="2400" i="1" dirty="0"/>
                  <a:t>doping</a:t>
                </a:r>
                <a:r>
                  <a:rPr lang="en-US" sz="2400" dirty="0"/>
                  <a:t>). It is then called </a:t>
                </a:r>
                <a:r>
                  <a:rPr lang="en-US" sz="2400" i="1" dirty="0"/>
                  <a:t>impurity </a:t>
                </a:r>
                <a:r>
                  <a:rPr lang="en-US" sz="2400" dirty="0"/>
                  <a:t>or </a:t>
                </a:r>
                <a:r>
                  <a:rPr lang="en-US" sz="2400" i="1" dirty="0"/>
                  <a:t>extrinsic </a:t>
                </a:r>
                <a:r>
                  <a:rPr lang="en-US" sz="2400" dirty="0"/>
                  <a:t>semiconductor. </a:t>
                </a:r>
              </a:p>
              <a:p>
                <a:pPr marL="342900" indent="-342900" algn="just">
                  <a:buSzPct val="125000"/>
                  <a:buFont typeface="Wingdings" panose="05000000000000000000" pitchFamily="2" charset="2"/>
                  <a:buChar char="§"/>
                </a:pPr>
                <a:r>
                  <a:rPr lang="en-US" sz="2400" dirty="0"/>
                  <a:t>The amount and type of such impurities must be closely controlled during the preparation of extrinsic semiconductor. </a:t>
                </a:r>
                <a:r>
                  <a:rPr lang="en-US" sz="2400" i="1" dirty="0"/>
                  <a:t>Generally, for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8</m:t>
                        </m:r>
                      </m:sup>
                    </m:sSup>
                  </m:oMath>
                </a14:m>
                <a:r>
                  <a:rPr lang="en-US" sz="2400" i="1" dirty="0"/>
                  <a:t> atoms of semiconductor, one impurity atom is added</a:t>
                </a:r>
                <a:r>
                  <a:rPr lang="en-US" sz="2400" dirty="0"/>
                  <a:t>.</a:t>
                </a:r>
              </a:p>
              <a:p>
                <a:pPr marL="342900" indent="-342900">
                  <a:buSzPct val="125000"/>
                  <a:buFont typeface="Wingdings" panose="05000000000000000000" pitchFamily="2" charset="2"/>
                  <a:buChar char="§"/>
                </a:pPr>
                <a:r>
                  <a:rPr lang="en-US" sz="2400" dirty="0"/>
                  <a:t>The purpose of adding impurity is to increase either the number of free electrons or holes in the semiconductor crystal.</a:t>
                </a:r>
              </a:p>
            </p:txBody>
          </p:sp>
        </mc:Choice>
        <mc:Fallback xmlns="">
          <p:sp>
            <p:nvSpPr>
              <p:cNvPr id="7" name="TextBox 6">
                <a:extLst>
                  <a:ext uri="{FF2B5EF4-FFF2-40B4-BE49-F238E27FC236}">
                    <a16:creationId xmlns:a16="http://schemas.microsoft.com/office/drawing/2014/main" id="{A4DE0949-1B0F-4079-9EFD-E3A01A798975}"/>
                  </a:ext>
                </a:extLst>
              </p:cNvPr>
              <p:cNvSpPr txBox="1">
                <a:spLocks noRot="1" noChangeAspect="1" noMove="1" noResize="1" noEditPoints="1" noAdjustHandles="1" noChangeArrowheads="1" noChangeShapeType="1" noTextEdit="1"/>
              </p:cNvSpPr>
              <p:nvPr/>
            </p:nvSpPr>
            <p:spPr>
              <a:xfrm>
                <a:off x="1065175" y="1166842"/>
                <a:ext cx="9694973" cy="4524315"/>
              </a:xfrm>
              <a:prstGeom prst="rect">
                <a:avLst/>
              </a:prstGeom>
              <a:blipFill>
                <a:blip r:embed="rId2"/>
                <a:stretch>
                  <a:fillRect l="-1321" t="-2692" r="-943" b="-2019"/>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698E9101-8B93-42D2-8396-CEC69ECE6E77}"/>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Extrinsic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2D1CBF8-B4BF-4D86-B51A-93CA425EE385}"/>
                  </a:ext>
                </a:extLst>
              </p14:cNvPr>
              <p14:cNvContentPartPr/>
              <p14:nvPr/>
            </p14:nvContentPartPr>
            <p14:xfrm>
              <a:off x="1658520" y="1044000"/>
              <a:ext cx="10290960" cy="4674600"/>
            </p14:xfrm>
          </p:contentPart>
        </mc:Choice>
        <mc:Fallback xmlns="">
          <p:pic>
            <p:nvPicPr>
              <p:cNvPr id="2" name="Ink 1">
                <a:extLst>
                  <a:ext uri="{FF2B5EF4-FFF2-40B4-BE49-F238E27FC236}">
                    <a16:creationId xmlns:a16="http://schemas.microsoft.com/office/drawing/2014/main" id="{52D1CBF8-B4BF-4D86-B51A-93CA425EE385}"/>
                  </a:ext>
                </a:extLst>
              </p:cNvPr>
              <p:cNvPicPr/>
              <p:nvPr/>
            </p:nvPicPr>
            <p:blipFill>
              <a:blip r:embed="rId4"/>
              <a:stretch>
                <a:fillRect/>
              </a:stretch>
            </p:blipFill>
            <p:spPr>
              <a:xfrm>
                <a:off x="1649160" y="1034640"/>
                <a:ext cx="10309680" cy="4693320"/>
              </a:xfrm>
              <a:prstGeom prst="rect">
                <a:avLst/>
              </a:prstGeom>
            </p:spPr>
          </p:pic>
        </mc:Fallback>
      </mc:AlternateContent>
    </p:spTree>
    <p:extLst>
      <p:ext uri="{BB962C8B-B14F-4D97-AF65-F5344CB8AC3E}">
        <p14:creationId xmlns:p14="http://schemas.microsoft.com/office/powerpoint/2010/main" val="673262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51</a:t>
            </a:fld>
            <a:endParaRPr lang="en-IN"/>
          </a:p>
        </p:txBody>
      </p:sp>
      <p:sp>
        <p:nvSpPr>
          <p:cNvPr id="7" name="Rectangle 6">
            <a:extLst>
              <a:ext uri="{FF2B5EF4-FFF2-40B4-BE49-F238E27FC236}">
                <a16:creationId xmlns:a16="http://schemas.microsoft.com/office/drawing/2014/main" id="{A6DA4177-EB7F-462A-8AF8-17200D0E794C}"/>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Extrinsic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4ADE98-7306-47C1-82F9-C9A0887B68D8}"/>
                  </a:ext>
                </a:extLst>
              </p:cNvPr>
              <p:cNvSpPr txBox="1"/>
              <p:nvPr/>
            </p:nvSpPr>
            <p:spPr>
              <a:xfrm>
                <a:off x="1137683" y="1089202"/>
                <a:ext cx="9750057" cy="45284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When a small amount of </a:t>
                </a:r>
                <a:r>
                  <a:rPr lang="en-US" sz="2400" i="1" dirty="0"/>
                  <a:t>trivalent impurity </a:t>
                </a:r>
                <a:r>
                  <a:rPr lang="en-US" sz="2400" dirty="0"/>
                  <a:t>[Boron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𝐵</m:t>
                        </m:r>
                      </m:e>
                      <m:sup>
                        <m:r>
                          <a:rPr lang="en-US" sz="2400" b="0" i="1" smtClean="0">
                            <a:latin typeface="Cambria Math" panose="02040503050406030204" pitchFamily="18" charset="0"/>
                          </a:rPr>
                          <m:t>5</m:t>
                        </m:r>
                      </m:sup>
                    </m:sSup>
                  </m:oMath>
                </a14:m>
                <a:r>
                  <a:rPr lang="en-US" sz="2400" dirty="0"/>
                  <a:t>), Aluminium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𝐴𝑙</m:t>
                        </m:r>
                      </m:e>
                      <m:sup>
                        <m:r>
                          <a:rPr lang="en-US" sz="2400" b="0" i="1" smtClean="0">
                            <a:latin typeface="Cambria Math" panose="02040503050406030204" pitchFamily="18" charset="0"/>
                          </a:rPr>
                          <m:t>13</m:t>
                        </m:r>
                      </m:sup>
                    </m:sSup>
                  </m:oMath>
                </a14:m>
                <a:r>
                  <a:rPr lang="en-US" sz="2400" dirty="0"/>
                  <a:t>), Gallium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𝐺𝑎</m:t>
                        </m:r>
                      </m:e>
                      <m:sup>
                        <m:r>
                          <a:rPr lang="en-US" sz="2400" b="0" i="1" smtClean="0">
                            <a:latin typeface="Cambria Math" panose="02040503050406030204" pitchFamily="18" charset="0"/>
                          </a:rPr>
                          <m:t>31</m:t>
                        </m:r>
                      </m:sup>
                    </m:sSup>
                  </m:oMath>
                </a14:m>
                <a:r>
                  <a:rPr lang="en-US" sz="2400" dirty="0"/>
                  <a:t>), Indium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𝐼𝑛</m:t>
                        </m:r>
                      </m:e>
                      <m:sup>
                        <m:r>
                          <a:rPr lang="en-US" sz="2400" b="0" i="1" smtClean="0">
                            <a:latin typeface="Cambria Math" panose="02040503050406030204" pitchFamily="18" charset="0"/>
                          </a:rPr>
                          <m:t>49</m:t>
                        </m:r>
                      </m:sup>
                    </m:sSup>
                  </m:oMath>
                </a14:m>
                <a:r>
                  <a:rPr lang="en-US" sz="2400" dirty="0"/>
                  <a:t>), etc.]  is added to a pure semiconductor, it is called </a:t>
                </a:r>
                <a:r>
                  <a:rPr lang="en-US" sz="2400" i="1" dirty="0">
                    <a:solidFill>
                      <a:srgbClr val="FF0000"/>
                    </a:solidFill>
                  </a:rPr>
                  <a:t>p-type semiconductor</a:t>
                </a:r>
                <a:r>
                  <a:rPr lang="en-US" sz="2400" dirty="0"/>
                  <a:t>. </a:t>
                </a:r>
              </a:p>
              <a:p>
                <a:pPr marL="342900" indent="-342900" algn="just">
                  <a:buSzPct val="125000"/>
                  <a:buFont typeface="Wingdings" panose="05000000000000000000" pitchFamily="2" charset="2"/>
                  <a:buChar char="§"/>
                </a:pPr>
                <a:r>
                  <a:rPr lang="en-US" sz="2400" dirty="0"/>
                  <a:t>The addition of </a:t>
                </a:r>
                <a:r>
                  <a:rPr lang="en-US" sz="2400" i="1" dirty="0"/>
                  <a:t>trivalent impurity </a:t>
                </a:r>
                <a:r>
                  <a:rPr lang="en-US" sz="2400" dirty="0"/>
                  <a:t>provides a large number of </a:t>
                </a:r>
                <a:r>
                  <a:rPr lang="en-US" sz="2400" i="1" dirty="0"/>
                  <a:t>holes</a:t>
                </a:r>
                <a:r>
                  <a:rPr lang="en-US" sz="2400" dirty="0"/>
                  <a:t> in the semiconductor are the </a:t>
                </a:r>
                <a:r>
                  <a:rPr lang="en-US" sz="2400" i="1" dirty="0"/>
                  <a:t>majority carriers</a:t>
                </a:r>
                <a:r>
                  <a:rPr lang="en-US" sz="2400" dirty="0"/>
                  <a:t>. </a:t>
                </a:r>
              </a:p>
              <a:p>
                <a:pPr marL="342900" indent="-342900" algn="just">
                  <a:buSzPct val="125000"/>
                  <a:buFont typeface="Wingdings" panose="05000000000000000000" pitchFamily="2" charset="2"/>
                  <a:buChar char="§"/>
                </a:pPr>
                <a:r>
                  <a:rPr lang="en-US" sz="2400" dirty="0"/>
                  <a:t>Such impurities which produce p-type semiconductor are known as </a:t>
                </a:r>
                <a:r>
                  <a:rPr lang="en-US" sz="2400" i="1" dirty="0"/>
                  <a:t>acceptor impurities </a:t>
                </a:r>
                <a:r>
                  <a:rPr lang="en-US" sz="2400" dirty="0"/>
                  <a:t>because the holes created can accept the electrons.</a:t>
                </a:r>
              </a:p>
              <a:p>
                <a:pPr marL="342900" indent="-342900" algn="just">
                  <a:buSzPct val="125000"/>
                  <a:buFont typeface="Wingdings" panose="05000000000000000000" pitchFamily="2" charset="2"/>
                  <a:buChar char="§"/>
                </a:pPr>
                <a:r>
                  <a:rPr lang="en-US" sz="2400" dirty="0"/>
                  <a:t>The current conduction in </a:t>
                </a:r>
                <a:r>
                  <a:rPr lang="en-US" sz="2400" i="1" dirty="0"/>
                  <a:t>p</a:t>
                </a:r>
                <a:r>
                  <a:rPr lang="en-US" sz="2400" dirty="0"/>
                  <a:t>-type semiconductor is predominantly by holes </a:t>
                </a:r>
                <a:r>
                  <a:rPr lang="en-US" sz="2400" i="1" dirty="0"/>
                  <a:t>i.e., </a:t>
                </a:r>
                <a:r>
                  <a:rPr lang="en-US" sz="2400" dirty="0"/>
                  <a:t>positive charges and is called </a:t>
                </a:r>
                <a:r>
                  <a:rPr lang="en-US" sz="2400" i="1" dirty="0"/>
                  <a:t>p-type </a:t>
                </a:r>
                <a:r>
                  <a:rPr lang="en-US" sz="2400" dirty="0"/>
                  <a:t>or </a:t>
                </a:r>
                <a:r>
                  <a:rPr lang="en-US" sz="2400" i="1" dirty="0"/>
                  <a:t>hole-type conductivity</a:t>
                </a:r>
                <a:r>
                  <a:rPr lang="en-US" sz="2400" dirty="0"/>
                  <a:t>.</a:t>
                </a:r>
              </a:p>
              <a:p>
                <a:pPr marL="342900" indent="-342900" algn="just">
                  <a:buSzPct val="125000"/>
                  <a:buFont typeface="Wingdings" panose="05000000000000000000" pitchFamily="2" charset="2"/>
                  <a:buChar char="§"/>
                </a:pPr>
                <a:r>
                  <a:rPr lang="en-US" sz="2400" dirty="0"/>
                  <a:t>To satisfy the </a:t>
                </a:r>
                <a:r>
                  <a:rPr lang="en-US" sz="2400" i="1" dirty="0"/>
                  <a:t>law of electrical-neutrality</a:t>
                </a:r>
                <a:r>
                  <a:rPr lang="en-US" sz="2400" dirty="0"/>
                  <a:t>, a p-type semiconductor is fabricated with a small amount of </a:t>
                </a:r>
                <a:r>
                  <a:rPr lang="en-US" sz="2400" i="1" dirty="0"/>
                  <a:t>pentavalent impurity, </a:t>
                </a:r>
                <a:r>
                  <a:rPr lang="en-US" sz="2400" dirty="0"/>
                  <a:t>which results free electrons in the material called </a:t>
                </a:r>
                <a:r>
                  <a:rPr lang="en-US" sz="2400" i="1" dirty="0"/>
                  <a:t>minority carriers</a:t>
                </a:r>
                <a:r>
                  <a:rPr lang="en-US" sz="2400" dirty="0"/>
                  <a:t>.</a:t>
                </a:r>
              </a:p>
            </p:txBody>
          </p:sp>
        </mc:Choice>
        <mc:Fallback xmlns="">
          <p:sp>
            <p:nvSpPr>
              <p:cNvPr id="8" name="TextBox 7">
                <a:extLst>
                  <a:ext uri="{FF2B5EF4-FFF2-40B4-BE49-F238E27FC236}">
                    <a16:creationId xmlns:a16="http://schemas.microsoft.com/office/drawing/2014/main" id="{CB4ADE98-7306-47C1-82F9-C9A0887B68D8}"/>
                  </a:ext>
                </a:extLst>
              </p:cNvPr>
              <p:cNvSpPr txBox="1">
                <a:spLocks noRot="1" noChangeAspect="1" noMove="1" noResize="1" noEditPoints="1" noAdjustHandles="1" noChangeArrowheads="1" noChangeShapeType="1" noTextEdit="1"/>
              </p:cNvSpPr>
              <p:nvPr/>
            </p:nvSpPr>
            <p:spPr>
              <a:xfrm>
                <a:off x="1137683" y="1089202"/>
                <a:ext cx="9750057" cy="4528484"/>
              </a:xfrm>
              <a:prstGeom prst="rect">
                <a:avLst/>
              </a:prstGeom>
              <a:blipFill>
                <a:blip r:embed="rId2"/>
                <a:stretch>
                  <a:fillRect l="-1313" t="-2692" r="-938" b="-201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C43162E-3837-40A7-B651-1586B2EE7D5A}"/>
                  </a:ext>
                </a:extLst>
              </p14:cNvPr>
              <p14:cNvContentPartPr/>
              <p14:nvPr/>
            </p14:nvContentPartPr>
            <p14:xfrm>
              <a:off x="2007720" y="1472760"/>
              <a:ext cx="8758080" cy="4101480"/>
            </p14:xfrm>
          </p:contentPart>
        </mc:Choice>
        <mc:Fallback xmlns="">
          <p:pic>
            <p:nvPicPr>
              <p:cNvPr id="2" name="Ink 1">
                <a:extLst>
                  <a:ext uri="{FF2B5EF4-FFF2-40B4-BE49-F238E27FC236}">
                    <a16:creationId xmlns:a16="http://schemas.microsoft.com/office/drawing/2014/main" id="{5C43162E-3837-40A7-B651-1586B2EE7D5A}"/>
                  </a:ext>
                </a:extLst>
              </p:cNvPr>
              <p:cNvPicPr/>
              <p:nvPr/>
            </p:nvPicPr>
            <p:blipFill>
              <a:blip r:embed="rId4"/>
              <a:stretch>
                <a:fillRect/>
              </a:stretch>
            </p:blipFill>
            <p:spPr>
              <a:xfrm>
                <a:off x="1998360" y="1463400"/>
                <a:ext cx="8776800" cy="4120200"/>
              </a:xfrm>
              <a:prstGeom prst="rect">
                <a:avLst/>
              </a:prstGeom>
            </p:spPr>
          </p:pic>
        </mc:Fallback>
      </mc:AlternateContent>
    </p:spTree>
    <p:extLst>
      <p:ext uri="{BB962C8B-B14F-4D97-AF65-F5344CB8AC3E}">
        <p14:creationId xmlns:p14="http://schemas.microsoft.com/office/powerpoint/2010/main" val="15068110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52</a:t>
            </a:fld>
            <a:endParaRPr lang="en-IN"/>
          </a:p>
        </p:txBody>
      </p:sp>
      <p:sp>
        <p:nvSpPr>
          <p:cNvPr id="7" name="Rectangle 6">
            <a:extLst>
              <a:ext uri="{FF2B5EF4-FFF2-40B4-BE49-F238E27FC236}">
                <a16:creationId xmlns:a16="http://schemas.microsoft.com/office/drawing/2014/main" id="{571B6CCD-A24F-4F5C-B8B3-9C78E46BC39D}"/>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Extrinsic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8" name="Picture 7">
            <a:extLst>
              <a:ext uri="{FF2B5EF4-FFF2-40B4-BE49-F238E27FC236}">
                <a16:creationId xmlns:a16="http://schemas.microsoft.com/office/drawing/2014/main" id="{E8F4492F-BAE0-43FC-9872-16787AB1A917}"/>
              </a:ext>
            </a:extLst>
          </p:cNvPr>
          <p:cNvPicPr>
            <a:picLocks noChangeAspect="1"/>
          </p:cNvPicPr>
          <p:nvPr/>
        </p:nvPicPr>
        <p:blipFill>
          <a:blip r:embed="rId2"/>
          <a:stretch>
            <a:fillRect/>
          </a:stretch>
        </p:blipFill>
        <p:spPr>
          <a:xfrm>
            <a:off x="1601861" y="1213596"/>
            <a:ext cx="3981987" cy="3962586"/>
          </a:xfrm>
          <a:prstGeom prst="rect">
            <a:avLst/>
          </a:prstGeom>
        </p:spPr>
      </p:pic>
      <p:pic>
        <p:nvPicPr>
          <p:cNvPr id="9" name="Picture 8">
            <a:extLst>
              <a:ext uri="{FF2B5EF4-FFF2-40B4-BE49-F238E27FC236}">
                <a16:creationId xmlns:a16="http://schemas.microsoft.com/office/drawing/2014/main" id="{37A1362C-2AD9-418A-A8C0-7FCDB6B90906}"/>
              </a:ext>
            </a:extLst>
          </p:cNvPr>
          <p:cNvPicPr>
            <a:picLocks noChangeAspect="1"/>
          </p:cNvPicPr>
          <p:nvPr/>
        </p:nvPicPr>
        <p:blipFill>
          <a:blip r:embed="rId3"/>
          <a:stretch>
            <a:fillRect/>
          </a:stretch>
        </p:blipFill>
        <p:spPr>
          <a:xfrm>
            <a:off x="5951138" y="1232520"/>
            <a:ext cx="4038600" cy="3943662"/>
          </a:xfrm>
          <a:prstGeom prst="rect">
            <a:avLst/>
          </a:prstGeom>
        </p:spPr>
      </p:pic>
      <p:sp>
        <p:nvSpPr>
          <p:cNvPr id="10" name="TextBox 9">
            <a:extLst>
              <a:ext uri="{FF2B5EF4-FFF2-40B4-BE49-F238E27FC236}">
                <a16:creationId xmlns:a16="http://schemas.microsoft.com/office/drawing/2014/main" id="{D3F2783F-9DDE-4FD5-ADE2-AFB9DBDC29B0}"/>
              </a:ext>
            </a:extLst>
          </p:cNvPr>
          <p:cNvSpPr txBox="1"/>
          <p:nvPr/>
        </p:nvSpPr>
        <p:spPr>
          <a:xfrm>
            <a:off x="6078742" y="5316216"/>
            <a:ext cx="4071807" cy="646331"/>
          </a:xfrm>
          <a:prstGeom prst="rect">
            <a:avLst/>
          </a:prstGeom>
          <a:noFill/>
        </p:spPr>
        <p:txBody>
          <a:bodyPr wrap="square" rtlCol="0">
            <a:spAutoFit/>
          </a:bodyPr>
          <a:lstStyle/>
          <a:p>
            <a:pPr algn="ctr"/>
            <a:r>
              <a:rPr lang="en-US" sz="1800" dirty="0"/>
              <a:t>Fig.1-19-b [Effect of donor impurities </a:t>
            </a:r>
          </a:p>
          <a:p>
            <a:pPr algn="ctr"/>
            <a:r>
              <a:rPr lang="en-US" sz="1800" dirty="0"/>
              <a:t>             on the energy band structure]</a:t>
            </a:r>
          </a:p>
        </p:txBody>
      </p:sp>
      <p:sp>
        <p:nvSpPr>
          <p:cNvPr id="11" name="TextBox 10">
            <a:extLst>
              <a:ext uri="{FF2B5EF4-FFF2-40B4-BE49-F238E27FC236}">
                <a16:creationId xmlns:a16="http://schemas.microsoft.com/office/drawing/2014/main" id="{198D91F6-78D4-47FE-B0A7-0263A95F6EF7}"/>
              </a:ext>
            </a:extLst>
          </p:cNvPr>
          <p:cNvSpPr txBox="1"/>
          <p:nvPr/>
        </p:nvSpPr>
        <p:spPr>
          <a:xfrm>
            <a:off x="1671250" y="5374008"/>
            <a:ext cx="3373899" cy="646331"/>
          </a:xfrm>
          <a:prstGeom prst="rect">
            <a:avLst/>
          </a:prstGeom>
          <a:noFill/>
        </p:spPr>
        <p:txBody>
          <a:bodyPr wrap="square" rtlCol="0">
            <a:spAutoFit/>
          </a:bodyPr>
          <a:lstStyle/>
          <a:p>
            <a:pPr algn="ctr"/>
            <a:r>
              <a:rPr lang="en-US" sz="1800" dirty="0"/>
              <a:t>Fig.1-19-a [Boron impurity in  </a:t>
            </a:r>
          </a:p>
          <a:p>
            <a:pPr algn="ctr"/>
            <a:r>
              <a:rPr lang="en-US" sz="1800" dirty="0"/>
              <a:t>                        p-type material]</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087C4FA-1D6F-42F6-932C-D8FA626678C3}"/>
                  </a:ext>
                </a:extLst>
              </p14:cNvPr>
              <p14:cNvContentPartPr/>
              <p14:nvPr/>
            </p14:nvContentPartPr>
            <p14:xfrm>
              <a:off x="3555720" y="974160"/>
              <a:ext cx="8630280" cy="4100040"/>
            </p14:xfrm>
          </p:contentPart>
        </mc:Choice>
        <mc:Fallback xmlns="">
          <p:pic>
            <p:nvPicPr>
              <p:cNvPr id="2" name="Ink 1">
                <a:extLst>
                  <a:ext uri="{FF2B5EF4-FFF2-40B4-BE49-F238E27FC236}">
                    <a16:creationId xmlns:a16="http://schemas.microsoft.com/office/drawing/2014/main" id="{6087C4FA-1D6F-42F6-932C-D8FA626678C3}"/>
                  </a:ext>
                </a:extLst>
              </p:cNvPr>
              <p:cNvPicPr/>
              <p:nvPr/>
            </p:nvPicPr>
            <p:blipFill>
              <a:blip r:embed="rId5"/>
              <a:stretch>
                <a:fillRect/>
              </a:stretch>
            </p:blipFill>
            <p:spPr>
              <a:xfrm>
                <a:off x="3546360" y="964800"/>
                <a:ext cx="8649000" cy="4118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248592E-B82B-4D21-B06C-3E283DAE787B}"/>
                  </a:ext>
                </a:extLst>
              </p14:cNvPr>
              <p14:cNvContentPartPr/>
              <p14:nvPr/>
            </p14:nvContentPartPr>
            <p14:xfrm>
              <a:off x="3921120" y="1316160"/>
              <a:ext cx="7895160" cy="3111480"/>
            </p14:xfrm>
          </p:contentPart>
        </mc:Choice>
        <mc:Fallback xmlns="">
          <p:pic>
            <p:nvPicPr>
              <p:cNvPr id="3" name="Ink 2">
                <a:extLst>
                  <a:ext uri="{FF2B5EF4-FFF2-40B4-BE49-F238E27FC236}">
                    <a16:creationId xmlns:a16="http://schemas.microsoft.com/office/drawing/2014/main" id="{2248592E-B82B-4D21-B06C-3E283DAE787B}"/>
                  </a:ext>
                </a:extLst>
              </p:cNvPr>
              <p:cNvPicPr/>
              <p:nvPr/>
            </p:nvPicPr>
            <p:blipFill>
              <a:blip r:embed="rId7"/>
              <a:stretch>
                <a:fillRect/>
              </a:stretch>
            </p:blipFill>
            <p:spPr>
              <a:xfrm>
                <a:off x="3911760" y="1306800"/>
                <a:ext cx="7913880" cy="3130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07F6036F-F347-4253-AE30-954E7310215B}"/>
                  </a:ext>
                </a:extLst>
              </p14:cNvPr>
              <p14:cNvContentPartPr/>
              <p14:nvPr/>
            </p14:nvContentPartPr>
            <p14:xfrm>
              <a:off x="6626520" y="1286280"/>
              <a:ext cx="4155120" cy="3269880"/>
            </p14:xfrm>
          </p:contentPart>
        </mc:Choice>
        <mc:Fallback xmlns="">
          <p:pic>
            <p:nvPicPr>
              <p:cNvPr id="12" name="Ink 11">
                <a:extLst>
                  <a:ext uri="{FF2B5EF4-FFF2-40B4-BE49-F238E27FC236}">
                    <a16:creationId xmlns:a16="http://schemas.microsoft.com/office/drawing/2014/main" id="{07F6036F-F347-4253-AE30-954E7310215B}"/>
                  </a:ext>
                </a:extLst>
              </p:cNvPr>
              <p:cNvPicPr/>
              <p:nvPr/>
            </p:nvPicPr>
            <p:blipFill>
              <a:blip r:embed="rId9"/>
              <a:stretch>
                <a:fillRect/>
              </a:stretch>
            </p:blipFill>
            <p:spPr>
              <a:xfrm>
                <a:off x="6617160" y="1276920"/>
                <a:ext cx="4173840" cy="3288600"/>
              </a:xfrm>
              <a:prstGeom prst="rect">
                <a:avLst/>
              </a:prstGeom>
            </p:spPr>
          </p:pic>
        </mc:Fallback>
      </mc:AlternateContent>
    </p:spTree>
    <p:extLst>
      <p:ext uri="{BB962C8B-B14F-4D97-AF65-F5344CB8AC3E}">
        <p14:creationId xmlns:p14="http://schemas.microsoft.com/office/powerpoint/2010/main" val="9315785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53</a:t>
            </a:fld>
            <a:endParaRPr lang="en-IN"/>
          </a:p>
        </p:txBody>
      </p:sp>
      <p:sp>
        <p:nvSpPr>
          <p:cNvPr id="7" name="Rectangle 6">
            <a:extLst>
              <a:ext uri="{FF2B5EF4-FFF2-40B4-BE49-F238E27FC236}">
                <a16:creationId xmlns:a16="http://schemas.microsoft.com/office/drawing/2014/main" id="{06E061A3-8BD9-4FC8-A65E-8233E394CDD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Extrinsic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DE3D9C-EA26-4C84-A2B7-84332AD00523}"/>
                  </a:ext>
                </a:extLst>
              </p:cNvPr>
              <p:cNvSpPr txBox="1"/>
              <p:nvPr/>
            </p:nvSpPr>
            <p:spPr>
              <a:xfrm>
                <a:off x="1180213" y="1085035"/>
                <a:ext cx="9722833" cy="527131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When a small amount of </a:t>
                </a:r>
                <a:r>
                  <a:rPr lang="en-US" sz="2400" i="1" dirty="0"/>
                  <a:t>pentavalent impurity </a:t>
                </a:r>
                <a:r>
                  <a:rPr lang="en-US" sz="2400" dirty="0"/>
                  <a:t>[Phosphorus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15</m:t>
                        </m:r>
                      </m:sup>
                    </m:sSup>
                  </m:oMath>
                </a14:m>
                <a:r>
                  <a:rPr lang="en-US" sz="2400" dirty="0"/>
                  <a:t>), Arsenic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𝐴𝑠</m:t>
                        </m:r>
                      </m:e>
                      <m:sup>
                        <m:r>
                          <a:rPr lang="en-US" sz="2400" b="0" i="1" smtClean="0">
                            <a:latin typeface="Cambria Math" panose="02040503050406030204" pitchFamily="18" charset="0"/>
                          </a:rPr>
                          <m:t>33</m:t>
                        </m:r>
                      </m:sup>
                    </m:sSup>
                  </m:oMath>
                </a14:m>
                <a:r>
                  <a:rPr lang="en-US" sz="2400" dirty="0"/>
                  <a:t>), Antimony (</a:t>
                </a:r>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𝑆𝑏</m:t>
                        </m:r>
                      </m:e>
                      <m:sup>
                        <m:r>
                          <a:rPr lang="en-US" sz="2400" b="0" i="1" smtClean="0">
                            <a:latin typeface="Cambria Math" panose="02040503050406030204" pitchFamily="18" charset="0"/>
                          </a:rPr>
                          <m:t>51</m:t>
                        </m:r>
                      </m:sup>
                    </m:sSup>
                  </m:oMath>
                </a14:m>
                <a:r>
                  <a:rPr lang="en-US" sz="2400" dirty="0"/>
                  <a:t>), etc.]  is added to a pure semiconductor, it is called </a:t>
                </a:r>
                <a:r>
                  <a:rPr lang="en-US" sz="2400" i="1" dirty="0">
                    <a:solidFill>
                      <a:srgbClr val="FF0000"/>
                    </a:solidFill>
                  </a:rPr>
                  <a:t>n-type semiconductor</a:t>
                </a:r>
                <a:r>
                  <a:rPr lang="en-US" sz="2400" dirty="0"/>
                  <a:t>. </a:t>
                </a:r>
              </a:p>
              <a:p>
                <a:pPr marL="342900" indent="-342900" algn="just">
                  <a:buSzPct val="125000"/>
                  <a:buFont typeface="Wingdings" panose="05000000000000000000" pitchFamily="2" charset="2"/>
                  <a:buChar char="§"/>
                </a:pPr>
                <a:r>
                  <a:rPr lang="en-US" sz="2400" dirty="0"/>
                  <a:t>The addition of </a:t>
                </a:r>
                <a:r>
                  <a:rPr lang="en-US" sz="2400" i="1" dirty="0"/>
                  <a:t>pentavalent impurity </a:t>
                </a:r>
                <a:r>
                  <a:rPr lang="en-US" sz="2400" dirty="0"/>
                  <a:t>provides a large number of </a:t>
                </a:r>
                <a:r>
                  <a:rPr lang="en-US" sz="2400" i="1" dirty="0"/>
                  <a:t>electrons</a:t>
                </a:r>
                <a:r>
                  <a:rPr lang="en-US" sz="2400" dirty="0"/>
                  <a:t> in the semiconductor are the </a:t>
                </a:r>
                <a:r>
                  <a:rPr lang="en-US" sz="2400" i="1" dirty="0"/>
                  <a:t>majority carriers</a:t>
                </a:r>
                <a:r>
                  <a:rPr lang="en-US" sz="2400" dirty="0"/>
                  <a:t>. </a:t>
                </a:r>
              </a:p>
              <a:p>
                <a:pPr marL="342900" indent="-342900" algn="just">
                  <a:buSzPct val="125000"/>
                  <a:buFont typeface="Wingdings" panose="05000000000000000000" pitchFamily="2" charset="2"/>
                  <a:buChar char="§"/>
                </a:pPr>
                <a:r>
                  <a:rPr lang="en-US" sz="2400" dirty="0"/>
                  <a:t>Such impurities which produce n-type semiconductor are known as </a:t>
                </a:r>
                <a:r>
                  <a:rPr lang="en-US" sz="2400" i="1" dirty="0"/>
                  <a:t>donor impurities </a:t>
                </a:r>
                <a:r>
                  <a:rPr lang="en-US" sz="2400" dirty="0"/>
                  <a:t>because they donate or provide </a:t>
                </a:r>
                <a:r>
                  <a:rPr lang="en-US" sz="2400" i="1" dirty="0"/>
                  <a:t>free electrons </a:t>
                </a:r>
                <a:r>
                  <a:rPr lang="en-US" sz="2400" dirty="0"/>
                  <a:t>to the semiconductor crystal.</a:t>
                </a:r>
              </a:p>
              <a:p>
                <a:pPr marL="342900" indent="-342900" algn="just">
                  <a:buSzPct val="125000"/>
                  <a:buFont typeface="Wingdings" panose="05000000000000000000" pitchFamily="2" charset="2"/>
                  <a:buChar char="§"/>
                </a:pPr>
                <a:r>
                  <a:rPr lang="en-US" sz="2400" dirty="0"/>
                  <a:t>The current conduction in </a:t>
                </a:r>
                <a:r>
                  <a:rPr lang="en-US" sz="2400" i="1" dirty="0"/>
                  <a:t>n</a:t>
                </a:r>
                <a:r>
                  <a:rPr lang="en-US" sz="2400" dirty="0"/>
                  <a:t>-type semiconductor is predominantly by electrons </a:t>
                </a:r>
                <a:r>
                  <a:rPr lang="en-US" sz="2400" i="1" dirty="0"/>
                  <a:t>i.e., </a:t>
                </a:r>
                <a:r>
                  <a:rPr lang="en-US" sz="2400" dirty="0"/>
                  <a:t>negative charges and is called </a:t>
                </a:r>
                <a:r>
                  <a:rPr lang="en-US" sz="2400" i="1" dirty="0"/>
                  <a:t>n-type </a:t>
                </a:r>
                <a:r>
                  <a:rPr lang="en-US" sz="2400" dirty="0"/>
                  <a:t>or </a:t>
                </a:r>
                <a:r>
                  <a:rPr lang="en-US" sz="2400" i="1" dirty="0"/>
                  <a:t>electron type conductivity.</a:t>
                </a:r>
                <a:endParaRPr lang="en-US" sz="2400" dirty="0"/>
              </a:p>
              <a:p>
                <a:pPr marL="342900" indent="-342900" algn="just">
                  <a:buSzPct val="125000"/>
                  <a:buFont typeface="Wingdings" panose="05000000000000000000" pitchFamily="2" charset="2"/>
                  <a:buChar char="§"/>
                </a:pPr>
                <a:r>
                  <a:rPr lang="en-US" sz="2400" dirty="0"/>
                  <a:t>To satisfy the </a:t>
                </a:r>
                <a:r>
                  <a:rPr lang="en-US" sz="2400" i="1" dirty="0"/>
                  <a:t>law of electrical-neutrality</a:t>
                </a:r>
                <a:r>
                  <a:rPr lang="en-US" sz="2400" dirty="0"/>
                  <a:t>, a n-type semiconductor is fabricated with a small amount of </a:t>
                </a:r>
                <a:r>
                  <a:rPr lang="en-US" sz="2400" i="1" dirty="0"/>
                  <a:t>trivalent impurity, </a:t>
                </a:r>
                <a:r>
                  <a:rPr lang="en-US" sz="2400" dirty="0"/>
                  <a:t>which results free holes in the material called </a:t>
                </a:r>
                <a:r>
                  <a:rPr lang="en-US" sz="2400" i="1" dirty="0"/>
                  <a:t>minority carriers</a:t>
                </a:r>
                <a:r>
                  <a:rPr lang="en-US" dirty="0"/>
                  <a:t>.</a:t>
                </a:r>
              </a:p>
            </p:txBody>
          </p:sp>
        </mc:Choice>
        <mc:Fallback xmlns="">
          <p:sp>
            <p:nvSpPr>
              <p:cNvPr id="9" name="TextBox 8">
                <a:extLst>
                  <a:ext uri="{FF2B5EF4-FFF2-40B4-BE49-F238E27FC236}">
                    <a16:creationId xmlns:a16="http://schemas.microsoft.com/office/drawing/2014/main" id="{A2DE3D9C-EA26-4C84-A2B7-84332AD00523}"/>
                  </a:ext>
                </a:extLst>
              </p:cNvPr>
              <p:cNvSpPr txBox="1">
                <a:spLocks noRot="1" noChangeAspect="1" noMove="1" noResize="1" noEditPoints="1" noAdjustHandles="1" noChangeArrowheads="1" noChangeShapeType="1" noTextEdit="1"/>
              </p:cNvSpPr>
              <p:nvPr/>
            </p:nvSpPr>
            <p:spPr>
              <a:xfrm>
                <a:off x="1180213" y="1085035"/>
                <a:ext cx="9722833" cy="5271315"/>
              </a:xfrm>
              <a:prstGeom prst="rect">
                <a:avLst/>
              </a:prstGeom>
              <a:blipFill>
                <a:blip r:embed="rId2"/>
                <a:stretch>
                  <a:fillRect l="-1317" t="-2312" r="-940" b="-1618"/>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54CB1E1-F7FF-4A2B-AC55-14E2A52C9F16}"/>
                  </a:ext>
                </a:extLst>
              </p14:cNvPr>
              <p14:cNvContentPartPr/>
              <p14:nvPr/>
            </p14:nvContentPartPr>
            <p14:xfrm>
              <a:off x="1801440" y="2576520"/>
              <a:ext cx="8927640" cy="3368520"/>
            </p14:xfrm>
          </p:contentPart>
        </mc:Choice>
        <mc:Fallback xmlns="">
          <p:pic>
            <p:nvPicPr>
              <p:cNvPr id="2" name="Ink 1">
                <a:extLst>
                  <a:ext uri="{FF2B5EF4-FFF2-40B4-BE49-F238E27FC236}">
                    <a16:creationId xmlns:a16="http://schemas.microsoft.com/office/drawing/2014/main" id="{554CB1E1-F7FF-4A2B-AC55-14E2A52C9F16}"/>
                  </a:ext>
                </a:extLst>
              </p:cNvPr>
              <p:cNvPicPr/>
              <p:nvPr/>
            </p:nvPicPr>
            <p:blipFill>
              <a:blip r:embed="rId4"/>
              <a:stretch>
                <a:fillRect/>
              </a:stretch>
            </p:blipFill>
            <p:spPr>
              <a:xfrm>
                <a:off x="1792080" y="2567160"/>
                <a:ext cx="8946360" cy="3387240"/>
              </a:xfrm>
              <a:prstGeom prst="rect">
                <a:avLst/>
              </a:prstGeom>
            </p:spPr>
          </p:pic>
        </mc:Fallback>
      </mc:AlternateContent>
    </p:spTree>
    <p:extLst>
      <p:ext uri="{BB962C8B-B14F-4D97-AF65-F5344CB8AC3E}">
        <p14:creationId xmlns:p14="http://schemas.microsoft.com/office/powerpoint/2010/main" val="942301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54</a:t>
            </a:fld>
            <a:endParaRPr lang="en-IN"/>
          </a:p>
        </p:txBody>
      </p:sp>
      <p:sp>
        <p:nvSpPr>
          <p:cNvPr id="7" name="Rectangle 6">
            <a:extLst>
              <a:ext uri="{FF2B5EF4-FFF2-40B4-BE49-F238E27FC236}">
                <a16:creationId xmlns:a16="http://schemas.microsoft.com/office/drawing/2014/main" id="{97BFD8A3-4F81-435D-8AB1-A072B8BD8E0F}"/>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Extrinsic Semiconductors</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8" name="Picture 7">
            <a:extLst>
              <a:ext uri="{FF2B5EF4-FFF2-40B4-BE49-F238E27FC236}">
                <a16:creationId xmlns:a16="http://schemas.microsoft.com/office/drawing/2014/main" id="{A9D078DD-5635-420F-BDE3-9055C03FDD37}"/>
              </a:ext>
            </a:extLst>
          </p:cNvPr>
          <p:cNvPicPr>
            <a:picLocks noChangeAspect="1"/>
          </p:cNvPicPr>
          <p:nvPr/>
        </p:nvPicPr>
        <p:blipFill>
          <a:blip r:embed="rId2"/>
          <a:stretch>
            <a:fillRect/>
          </a:stretch>
        </p:blipFill>
        <p:spPr>
          <a:xfrm>
            <a:off x="1656907" y="1232298"/>
            <a:ext cx="8482326" cy="4181446"/>
          </a:xfrm>
          <a:prstGeom prst="rect">
            <a:avLst/>
          </a:prstGeom>
        </p:spPr>
      </p:pic>
      <p:sp>
        <p:nvSpPr>
          <p:cNvPr id="9" name="TextBox 8">
            <a:extLst>
              <a:ext uri="{FF2B5EF4-FFF2-40B4-BE49-F238E27FC236}">
                <a16:creationId xmlns:a16="http://schemas.microsoft.com/office/drawing/2014/main" id="{D6BD2651-7DF1-457A-AFC4-F01582E3B188}"/>
              </a:ext>
            </a:extLst>
          </p:cNvPr>
          <p:cNvSpPr txBox="1"/>
          <p:nvPr/>
        </p:nvSpPr>
        <p:spPr>
          <a:xfrm>
            <a:off x="3485707" y="5859036"/>
            <a:ext cx="5334000" cy="369332"/>
          </a:xfrm>
          <a:prstGeom prst="rect">
            <a:avLst/>
          </a:prstGeom>
          <a:noFill/>
        </p:spPr>
        <p:txBody>
          <a:bodyPr wrap="square" rtlCol="0">
            <a:spAutoFit/>
          </a:bodyPr>
          <a:lstStyle/>
          <a:p>
            <a:pPr algn="ctr"/>
            <a:r>
              <a:rPr lang="en-US" sz="1800"/>
              <a:t>Fig.1-21[</a:t>
            </a:r>
            <a:r>
              <a:rPr lang="pt-BR" sz="1800"/>
              <a:t>(a) n-type material; (b) p-type material]</a:t>
            </a:r>
            <a:endParaRPr lang="en-US" sz="18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C710653-9F27-45C2-8224-6B905FB2FEDE}"/>
                  </a:ext>
                </a:extLst>
              </p14:cNvPr>
              <p14:cNvContentPartPr/>
              <p14:nvPr/>
            </p14:nvContentPartPr>
            <p14:xfrm>
              <a:off x="2369520" y="2227680"/>
              <a:ext cx="6590520" cy="2693160"/>
            </p14:xfrm>
          </p:contentPart>
        </mc:Choice>
        <mc:Fallback xmlns="">
          <p:pic>
            <p:nvPicPr>
              <p:cNvPr id="2" name="Ink 1">
                <a:extLst>
                  <a:ext uri="{FF2B5EF4-FFF2-40B4-BE49-F238E27FC236}">
                    <a16:creationId xmlns:a16="http://schemas.microsoft.com/office/drawing/2014/main" id="{FC710653-9F27-45C2-8224-6B905FB2FEDE}"/>
                  </a:ext>
                </a:extLst>
              </p:cNvPr>
              <p:cNvPicPr/>
              <p:nvPr/>
            </p:nvPicPr>
            <p:blipFill>
              <a:blip r:embed="rId4"/>
              <a:stretch>
                <a:fillRect/>
              </a:stretch>
            </p:blipFill>
            <p:spPr>
              <a:xfrm>
                <a:off x="2360160" y="2218320"/>
                <a:ext cx="6609240" cy="2711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3294BFB-2C77-4FBE-8DC5-B34FBF7CFADD}"/>
                  </a:ext>
                </a:extLst>
              </p14:cNvPr>
              <p14:cNvContentPartPr/>
              <p14:nvPr/>
            </p14:nvContentPartPr>
            <p14:xfrm>
              <a:off x="7603920" y="2415960"/>
              <a:ext cx="3960" cy="4320"/>
            </p14:xfrm>
          </p:contentPart>
        </mc:Choice>
        <mc:Fallback xmlns="">
          <p:pic>
            <p:nvPicPr>
              <p:cNvPr id="3" name="Ink 2">
                <a:extLst>
                  <a:ext uri="{FF2B5EF4-FFF2-40B4-BE49-F238E27FC236}">
                    <a16:creationId xmlns:a16="http://schemas.microsoft.com/office/drawing/2014/main" id="{73294BFB-2C77-4FBE-8DC5-B34FBF7CFADD}"/>
                  </a:ext>
                </a:extLst>
              </p:cNvPr>
              <p:cNvPicPr/>
              <p:nvPr/>
            </p:nvPicPr>
            <p:blipFill>
              <a:blip r:embed="rId6"/>
              <a:stretch>
                <a:fillRect/>
              </a:stretch>
            </p:blipFill>
            <p:spPr>
              <a:xfrm>
                <a:off x="7594560" y="2406600"/>
                <a:ext cx="22680" cy="23040"/>
              </a:xfrm>
              <a:prstGeom prst="rect">
                <a:avLst/>
              </a:prstGeom>
            </p:spPr>
          </p:pic>
        </mc:Fallback>
      </mc:AlternateContent>
    </p:spTree>
    <p:extLst>
      <p:ext uri="{BB962C8B-B14F-4D97-AF65-F5344CB8AC3E}">
        <p14:creationId xmlns:p14="http://schemas.microsoft.com/office/powerpoint/2010/main" val="26435214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55</a:t>
            </a:fld>
            <a:endParaRPr lang="en-IN"/>
          </a:p>
        </p:txBody>
      </p:sp>
      <p:sp>
        <p:nvSpPr>
          <p:cNvPr id="7" name="TextBox 6">
            <a:extLst>
              <a:ext uri="{FF2B5EF4-FFF2-40B4-BE49-F238E27FC236}">
                <a16:creationId xmlns:a16="http://schemas.microsoft.com/office/drawing/2014/main" id="{BC5CEA30-0D06-4021-BA31-382E99B62CCE}"/>
              </a:ext>
            </a:extLst>
          </p:cNvPr>
          <p:cNvSpPr txBox="1"/>
          <p:nvPr/>
        </p:nvSpPr>
        <p:spPr>
          <a:xfrm>
            <a:off x="1244009" y="1323754"/>
            <a:ext cx="9659038" cy="156966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In a piece of semiconductor material (pure form), if one half is doped with </a:t>
            </a:r>
            <a:r>
              <a:rPr lang="en-US" sz="2400" i="1" dirty="0"/>
              <a:t>p</a:t>
            </a:r>
            <a:r>
              <a:rPr lang="en-US" sz="2400" dirty="0"/>
              <a:t>-type impurity and the other half with </a:t>
            </a:r>
            <a:r>
              <a:rPr lang="en-US" sz="2400" i="1" dirty="0"/>
              <a:t>n</a:t>
            </a:r>
            <a:r>
              <a:rPr lang="en-US" sz="2400" dirty="0"/>
              <a:t>-type impurity, a </a:t>
            </a:r>
            <a:r>
              <a:rPr lang="en-US" sz="2400" i="1" dirty="0"/>
              <a:t>pn- junction</a:t>
            </a:r>
            <a:r>
              <a:rPr lang="en-US" sz="2400" b="1" dirty="0"/>
              <a:t> </a:t>
            </a:r>
            <a:r>
              <a:rPr lang="en-US" sz="2400" dirty="0"/>
              <a:t>forms at the boundary between the two regions and is called </a:t>
            </a:r>
            <a:r>
              <a:rPr lang="en-US" sz="2400" i="1" dirty="0"/>
              <a:t>pn- junction diode </a:t>
            </a:r>
            <a:r>
              <a:rPr lang="en-US" sz="2400" dirty="0"/>
              <a:t>or</a:t>
            </a:r>
            <a:r>
              <a:rPr lang="en-US" sz="2400" i="1" dirty="0"/>
              <a:t> junction diode </a:t>
            </a:r>
            <a:r>
              <a:rPr lang="en-US" sz="2400" dirty="0"/>
              <a:t>or</a:t>
            </a:r>
            <a:r>
              <a:rPr lang="en-US" sz="2400" i="1" dirty="0"/>
              <a:t> pn-diode </a:t>
            </a:r>
            <a:r>
              <a:rPr lang="en-US" sz="2400" dirty="0"/>
              <a:t>or</a:t>
            </a:r>
            <a:r>
              <a:rPr lang="en-US" sz="2400" i="1" dirty="0"/>
              <a:t> semiconductor diode.</a:t>
            </a:r>
            <a:endParaRPr lang="en-US" sz="2400" dirty="0"/>
          </a:p>
        </p:txBody>
      </p:sp>
      <p:pic>
        <p:nvPicPr>
          <p:cNvPr id="8" name="Picture 7">
            <a:extLst>
              <a:ext uri="{FF2B5EF4-FFF2-40B4-BE49-F238E27FC236}">
                <a16:creationId xmlns:a16="http://schemas.microsoft.com/office/drawing/2014/main" id="{61B2718B-7731-488B-B14A-C026E543904D}"/>
              </a:ext>
            </a:extLst>
          </p:cNvPr>
          <p:cNvPicPr>
            <a:picLocks noChangeAspect="1"/>
          </p:cNvPicPr>
          <p:nvPr/>
        </p:nvPicPr>
        <p:blipFill>
          <a:blip r:embed="rId2"/>
          <a:stretch>
            <a:fillRect/>
          </a:stretch>
        </p:blipFill>
        <p:spPr>
          <a:xfrm>
            <a:off x="1447800" y="3152214"/>
            <a:ext cx="4800600" cy="2334186"/>
          </a:xfrm>
          <a:prstGeom prst="rect">
            <a:avLst/>
          </a:prstGeom>
        </p:spPr>
      </p:pic>
      <p:pic>
        <p:nvPicPr>
          <p:cNvPr id="9" name="Picture 8">
            <a:extLst>
              <a:ext uri="{FF2B5EF4-FFF2-40B4-BE49-F238E27FC236}">
                <a16:creationId xmlns:a16="http://schemas.microsoft.com/office/drawing/2014/main" id="{DFC8F367-933D-485A-8325-E466E64303C7}"/>
              </a:ext>
            </a:extLst>
          </p:cNvPr>
          <p:cNvPicPr>
            <a:picLocks noChangeAspect="1"/>
          </p:cNvPicPr>
          <p:nvPr/>
        </p:nvPicPr>
        <p:blipFill>
          <a:blip r:embed="rId3"/>
          <a:stretch>
            <a:fillRect/>
          </a:stretch>
        </p:blipFill>
        <p:spPr>
          <a:xfrm>
            <a:off x="6629400" y="3299046"/>
            <a:ext cx="3045479" cy="1574652"/>
          </a:xfrm>
          <a:prstGeom prst="rect">
            <a:avLst/>
          </a:prstGeom>
        </p:spPr>
      </p:pic>
      <p:sp>
        <p:nvSpPr>
          <p:cNvPr id="10" name="TextBox 9">
            <a:extLst>
              <a:ext uri="{FF2B5EF4-FFF2-40B4-BE49-F238E27FC236}">
                <a16:creationId xmlns:a16="http://schemas.microsoft.com/office/drawing/2014/main" id="{D1DBDEE9-0586-405B-AE72-8E34D3659A67}"/>
              </a:ext>
            </a:extLst>
          </p:cNvPr>
          <p:cNvSpPr txBox="1"/>
          <p:nvPr/>
        </p:nvSpPr>
        <p:spPr>
          <a:xfrm>
            <a:off x="3124200" y="5703092"/>
            <a:ext cx="4648200" cy="369332"/>
          </a:xfrm>
          <a:prstGeom prst="rect">
            <a:avLst/>
          </a:prstGeom>
          <a:noFill/>
        </p:spPr>
        <p:txBody>
          <a:bodyPr wrap="square" rtlCol="0">
            <a:spAutoFit/>
          </a:bodyPr>
          <a:lstStyle/>
          <a:p>
            <a:r>
              <a:rPr lang="en-US" sz="1800" dirty="0"/>
              <a:t>Fig.1.2.1 [pn-diode basic structure and symbol]</a:t>
            </a:r>
          </a:p>
        </p:txBody>
      </p:sp>
      <p:sp>
        <p:nvSpPr>
          <p:cNvPr id="12" name="Rectangle 11">
            <a:extLst>
              <a:ext uri="{FF2B5EF4-FFF2-40B4-BE49-F238E27FC236}">
                <a16:creationId xmlns:a16="http://schemas.microsoft.com/office/drawing/2014/main" id="{2D91E97F-2C4B-4A56-97F1-3C467B7E91B2}"/>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411540D-9958-4381-9BB7-20A908657D32}"/>
                  </a:ext>
                </a:extLst>
              </p14:cNvPr>
              <p14:cNvContentPartPr/>
              <p14:nvPr/>
            </p14:nvContentPartPr>
            <p14:xfrm>
              <a:off x="3174120" y="1654920"/>
              <a:ext cx="7300440" cy="2518560"/>
            </p14:xfrm>
          </p:contentPart>
        </mc:Choice>
        <mc:Fallback xmlns="">
          <p:pic>
            <p:nvPicPr>
              <p:cNvPr id="2" name="Ink 1">
                <a:extLst>
                  <a:ext uri="{FF2B5EF4-FFF2-40B4-BE49-F238E27FC236}">
                    <a16:creationId xmlns:a16="http://schemas.microsoft.com/office/drawing/2014/main" id="{7411540D-9958-4381-9BB7-20A908657D32}"/>
                  </a:ext>
                </a:extLst>
              </p:cNvPr>
              <p:cNvPicPr/>
              <p:nvPr/>
            </p:nvPicPr>
            <p:blipFill>
              <a:blip r:embed="rId5"/>
              <a:stretch>
                <a:fillRect/>
              </a:stretch>
            </p:blipFill>
            <p:spPr>
              <a:xfrm>
                <a:off x="3164760" y="1645560"/>
                <a:ext cx="7319160" cy="2537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AB8E8581-A02D-425A-970B-FF60E55DBCFB}"/>
                  </a:ext>
                </a:extLst>
              </p14:cNvPr>
              <p14:cNvContentPartPr/>
              <p14:nvPr/>
            </p14:nvContentPartPr>
            <p14:xfrm>
              <a:off x="2891520" y="3188880"/>
              <a:ext cx="1997640" cy="1115280"/>
            </p14:xfrm>
          </p:contentPart>
        </mc:Choice>
        <mc:Fallback xmlns="">
          <p:pic>
            <p:nvPicPr>
              <p:cNvPr id="3" name="Ink 2">
                <a:extLst>
                  <a:ext uri="{FF2B5EF4-FFF2-40B4-BE49-F238E27FC236}">
                    <a16:creationId xmlns:a16="http://schemas.microsoft.com/office/drawing/2014/main" id="{AB8E8581-A02D-425A-970B-FF60E55DBCFB}"/>
                  </a:ext>
                </a:extLst>
              </p:cNvPr>
              <p:cNvPicPr/>
              <p:nvPr/>
            </p:nvPicPr>
            <p:blipFill>
              <a:blip r:embed="rId7"/>
              <a:stretch>
                <a:fillRect/>
              </a:stretch>
            </p:blipFill>
            <p:spPr>
              <a:xfrm>
                <a:off x="2882160" y="3179520"/>
                <a:ext cx="2016360" cy="113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FA0A97C-FCE4-4744-A38F-144E2B32BC67}"/>
                  </a:ext>
                </a:extLst>
              </p14:cNvPr>
              <p14:cNvContentPartPr/>
              <p14:nvPr/>
            </p14:nvContentPartPr>
            <p14:xfrm>
              <a:off x="3556080" y="2897280"/>
              <a:ext cx="8200440" cy="2693520"/>
            </p14:xfrm>
          </p:contentPart>
        </mc:Choice>
        <mc:Fallback xmlns="">
          <p:pic>
            <p:nvPicPr>
              <p:cNvPr id="11" name="Ink 10">
                <a:extLst>
                  <a:ext uri="{FF2B5EF4-FFF2-40B4-BE49-F238E27FC236}">
                    <a16:creationId xmlns:a16="http://schemas.microsoft.com/office/drawing/2014/main" id="{AFA0A97C-FCE4-4744-A38F-144E2B32BC67}"/>
                  </a:ext>
                </a:extLst>
              </p:cNvPr>
              <p:cNvPicPr/>
              <p:nvPr/>
            </p:nvPicPr>
            <p:blipFill>
              <a:blip r:embed="rId9"/>
              <a:stretch>
                <a:fillRect/>
              </a:stretch>
            </p:blipFill>
            <p:spPr>
              <a:xfrm>
                <a:off x="3546720" y="2887920"/>
                <a:ext cx="8219160" cy="2712240"/>
              </a:xfrm>
              <a:prstGeom prst="rect">
                <a:avLst/>
              </a:prstGeom>
            </p:spPr>
          </p:pic>
        </mc:Fallback>
      </mc:AlternateContent>
    </p:spTree>
    <p:extLst>
      <p:ext uri="{BB962C8B-B14F-4D97-AF65-F5344CB8AC3E}">
        <p14:creationId xmlns:p14="http://schemas.microsoft.com/office/powerpoint/2010/main" val="865989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56</a:t>
            </a:fld>
            <a:endParaRPr lang="en-IN"/>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8FD649B-C39D-4392-BBE7-03CCA029564A}"/>
                  </a:ext>
                </a:extLst>
              </p14:cNvPr>
              <p14:cNvContentPartPr/>
              <p14:nvPr/>
            </p14:nvContentPartPr>
            <p14:xfrm>
              <a:off x="583560" y="1026360"/>
              <a:ext cx="11107440" cy="4805640"/>
            </p14:xfrm>
          </p:contentPart>
        </mc:Choice>
        <mc:Fallback xmlns="">
          <p:pic>
            <p:nvPicPr>
              <p:cNvPr id="2" name="Ink 1">
                <a:extLst>
                  <a:ext uri="{FF2B5EF4-FFF2-40B4-BE49-F238E27FC236}">
                    <a16:creationId xmlns:a16="http://schemas.microsoft.com/office/drawing/2014/main" id="{28FD649B-C39D-4392-BBE7-03CCA029564A}"/>
                  </a:ext>
                </a:extLst>
              </p:cNvPr>
              <p:cNvPicPr/>
              <p:nvPr/>
            </p:nvPicPr>
            <p:blipFill>
              <a:blip r:embed="rId3"/>
              <a:stretch>
                <a:fillRect/>
              </a:stretch>
            </p:blipFill>
            <p:spPr>
              <a:xfrm>
                <a:off x="574200" y="1017000"/>
                <a:ext cx="11126160" cy="4824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09A2399-90C3-4F20-A15C-BD1A780009FD}"/>
                  </a:ext>
                </a:extLst>
              </p14:cNvPr>
              <p14:cNvContentPartPr/>
              <p14:nvPr/>
            </p14:nvContentPartPr>
            <p14:xfrm>
              <a:off x="399600" y="2260440"/>
              <a:ext cx="11031840" cy="4221720"/>
            </p14:xfrm>
          </p:contentPart>
        </mc:Choice>
        <mc:Fallback xmlns="">
          <p:pic>
            <p:nvPicPr>
              <p:cNvPr id="3" name="Ink 2">
                <a:extLst>
                  <a:ext uri="{FF2B5EF4-FFF2-40B4-BE49-F238E27FC236}">
                    <a16:creationId xmlns:a16="http://schemas.microsoft.com/office/drawing/2014/main" id="{609A2399-90C3-4F20-A15C-BD1A780009FD}"/>
                  </a:ext>
                </a:extLst>
              </p:cNvPr>
              <p:cNvPicPr/>
              <p:nvPr/>
            </p:nvPicPr>
            <p:blipFill>
              <a:blip r:embed="rId5"/>
              <a:stretch>
                <a:fillRect/>
              </a:stretch>
            </p:blipFill>
            <p:spPr>
              <a:xfrm>
                <a:off x="390240" y="2251080"/>
                <a:ext cx="11050560" cy="4240440"/>
              </a:xfrm>
              <a:prstGeom prst="rect">
                <a:avLst/>
              </a:prstGeom>
            </p:spPr>
          </p:pic>
        </mc:Fallback>
      </mc:AlternateContent>
      <p:sp>
        <p:nvSpPr>
          <p:cNvPr id="8" name="Rectangle 7">
            <a:extLst>
              <a:ext uri="{FF2B5EF4-FFF2-40B4-BE49-F238E27FC236}">
                <a16:creationId xmlns:a16="http://schemas.microsoft.com/office/drawing/2014/main" id="{B8BB229F-FC84-4405-918B-56AB8DE32CD4}"/>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D23A773-57CF-452B-B58D-D91B81F8ECB1}"/>
                  </a:ext>
                </a:extLst>
              </p14:cNvPr>
              <p14:cNvContentPartPr/>
              <p14:nvPr/>
            </p14:nvContentPartPr>
            <p14:xfrm>
              <a:off x="3863520" y="1669680"/>
              <a:ext cx="6155280" cy="2213640"/>
            </p14:xfrm>
          </p:contentPart>
        </mc:Choice>
        <mc:Fallback xmlns="">
          <p:pic>
            <p:nvPicPr>
              <p:cNvPr id="7" name="Ink 6">
                <a:extLst>
                  <a:ext uri="{FF2B5EF4-FFF2-40B4-BE49-F238E27FC236}">
                    <a16:creationId xmlns:a16="http://schemas.microsoft.com/office/drawing/2014/main" id="{DD23A773-57CF-452B-B58D-D91B81F8ECB1}"/>
                  </a:ext>
                </a:extLst>
              </p:cNvPr>
              <p:cNvPicPr/>
              <p:nvPr/>
            </p:nvPicPr>
            <p:blipFill>
              <a:blip r:embed="rId7"/>
              <a:stretch>
                <a:fillRect/>
              </a:stretch>
            </p:blipFill>
            <p:spPr>
              <a:xfrm>
                <a:off x="3854160" y="1660320"/>
                <a:ext cx="6174000" cy="2232360"/>
              </a:xfrm>
              <a:prstGeom prst="rect">
                <a:avLst/>
              </a:prstGeom>
            </p:spPr>
          </p:pic>
        </mc:Fallback>
      </mc:AlternateContent>
    </p:spTree>
    <p:extLst>
      <p:ext uri="{BB962C8B-B14F-4D97-AF65-F5344CB8AC3E}">
        <p14:creationId xmlns:p14="http://schemas.microsoft.com/office/powerpoint/2010/main" val="4706144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57</a:t>
            </a:fld>
            <a:endParaRPr lang="en-IN"/>
          </a:p>
        </p:txBody>
      </p:sp>
      <p:sp>
        <p:nvSpPr>
          <p:cNvPr id="7" name="TextBox 6">
            <a:extLst>
              <a:ext uri="{FF2B5EF4-FFF2-40B4-BE49-F238E27FC236}">
                <a16:creationId xmlns:a16="http://schemas.microsoft.com/office/drawing/2014/main" id="{3E9FD809-FED9-477F-A275-9F91993833DD}"/>
              </a:ext>
            </a:extLst>
          </p:cNvPr>
          <p:cNvSpPr txBox="1"/>
          <p:nvPr/>
        </p:nvSpPr>
        <p:spPr>
          <a:xfrm>
            <a:off x="7164932" y="5343688"/>
            <a:ext cx="3810000" cy="646331"/>
          </a:xfrm>
          <a:prstGeom prst="rect">
            <a:avLst/>
          </a:prstGeom>
          <a:noFill/>
        </p:spPr>
        <p:txBody>
          <a:bodyPr wrap="square" rtlCol="0">
            <a:spAutoFit/>
          </a:bodyPr>
          <a:lstStyle/>
          <a:p>
            <a:pPr algn="just"/>
            <a:r>
              <a:rPr lang="en-US" sz="1800" dirty="0"/>
              <a:t>Fig.1.2.2.b [The basic silicon structure  </a:t>
            </a:r>
          </a:p>
          <a:p>
            <a:pPr algn="just"/>
            <a:r>
              <a:rPr lang="en-US" sz="1800" dirty="0"/>
              <a:t>                           at equilibrium]</a:t>
            </a:r>
          </a:p>
        </p:txBody>
      </p:sp>
      <p:grpSp>
        <p:nvGrpSpPr>
          <p:cNvPr id="8" name="Group 7">
            <a:extLst>
              <a:ext uri="{FF2B5EF4-FFF2-40B4-BE49-F238E27FC236}">
                <a16:creationId xmlns:a16="http://schemas.microsoft.com/office/drawing/2014/main" id="{0562A54F-72A8-43D5-8765-2804134A4737}"/>
              </a:ext>
            </a:extLst>
          </p:cNvPr>
          <p:cNvGrpSpPr/>
          <p:nvPr/>
        </p:nvGrpSpPr>
        <p:grpSpPr>
          <a:xfrm>
            <a:off x="6561619" y="1511736"/>
            <a:ext cx="4301348" cy="3718257"/>
            <a:chOff x="4572000" y="1474870"/>
            <a:chExt cx="4301348" cy="3718257"/>
          </a:xfrm>
        </p:grpSpPr>
        <p:pic>
          <p:nvPicPr>
            <p:cNvPr id="9" name="Picture 8">
              <a:extLst>
                <a:ext uri="{FF2B5EF4-FFF2-40B4-BE49-F238E27FC236}">
                  <a16:creationId xmlns:a16="http://schemas.microsoft.com/office/drawing/2014/main" id="{FB533786-14C2-493E-A2FC-C5C4BFFE94E8}"/>
                </a:ext>
              </a:extLst>
            </p:cNvPr>
            <p:cNvPicPr>
              <a:picLocks noChangeAspect="1"/>
            </p:cNvPicPr>
            <p:nvPr/>
          </p:nvPicPr>
          <p:blipFill>
            <a:blip r:embed="rId2"/>
            <a:stretch>
              <a:fillRect/>
            </a:stretch>
          </p:blipFill>
          <p:spPr>
            <a:xfrm>
              <a:off x="4572000" y="1474870"/>
              <a:ext cx="4301348" cy="3718257"/>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E09F5C7-1380-4AD4-B9D2-48E1EB5F839E}"/>
                    </a:ext>
                  </a:extLst>
                </p:cNvPr>
                <p:cNvSpPr/>
                <p:nvPr/>
              </p:nvSpPr>
              <p:spPr>
                <a:xfrm>
                  <a:off x="7064640" y="1676400"/>
                  <a:ext cx="129836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FF0066"/>
                            </a:solidFill>
                            <a:latin typeface="Cambria Math" panose="02040503050406030204" pitchFamily="18" charset="0"/>
                          </a:rPr>
                          <m:t>𝐷𝑜𝑛𝑜𝑟</m:t>
                        </m:r>
                        <m:r>
                          <a:rPr lang="en-US" sz="1400" b="0" i="1" dirty="0" smtClean="0">
                            <a:solidFill>
                              <a:srgbClr val="FF0066"/>
                            </a:solidFill>
                            <a:latin typeface="Cambria Math" panose="02040503050406030204" pitchFamily="18" charset="0"/>
                          </a:rPr>
                          <m:t> </m:t>
                        </m:r>
                        <m:r>
                          <a:rPr lang="en-US" sz="1400" b="0" i="1" dirty="0" smtClean="0">
                            <a:solidFill>
                              <a:srgbClr val="FF0066"/>
                            </a:solidFill>
                            <a:latin typeface="Cambria Math" panose="02040503050406030204" pitchFamily="18" charset="0"/>
                          </a:rPr>
                          <m:t>𝑖𝑜𝑛</m:t>
                        </m:r>
                        <m:r>
                          <a:rPr lang="en-US" sz="1400" b="0" i="1" dirty="0" smtClean="0">
                            <a:solidFill>
                              <a:srgbClr val="FF0066"/>
                            </a:solidFill>
                            <a:latin typeface="Cambria Math" panose="02040503050406030204" pitchFamily="18" charset="0"/>
                          </a:rPr>
                          <m:t> </m:t>
                        </m:r>
                        <m:sSub>
                          <m:sSubPr>
                            <m:ctrlPr>
                              <a:rPr lang="en-US" sz="1400" i="1" dirty="0" smtClean="0">
                                <a:solidFill>
                                  <a:srgbClr val="FF0066"/>
                                </a:solidFill>
                                <a:latin typeface="Cambria Math" panose="02040503050406030204" pitchFamily="18" charset="0"/>
                              </a:rPr>
                            </m:ctrlPr>
                          </m:sSubPr>
                          <m:e>
                            <m:r>
                              <a:rPr lang="en-US" sz="1400" b="0" i="1" dirty="0" smtClean="0">
                                <a:solidFill>
                                  <a:srgbClr val="FF0066"/>
                                </a:solidFill>
                                <a:latin typeface="Cambria Math" panose="02040503050406030204" pitchFamily="18" charset="0"/>
                              </a:rPr>
                              <m:t>𝑁</m:t>
                            </m:r>
                          </m:e>
                          <m:sub>
                            <m:r>
                              <a:rPr lang="en-US" sz="1400" b="0" i="1" dirty="0" smtClean="0">
                                <a:solidFill>
                                  <a:srgbClr val="FF0066"/>
                                </a:solidFill>
                                <a:latin typeface="Cambria Math" panose="02040503050406030204" pitchFamily="18" charset="0"/>
                              </a:rPr>
                              <m:t>𝐷</m:t>
                            </m:r>
                          </m:sub>
                        </m:sSub>
                      </m:oMath>
                    </m:oMathPara>
                  </a14:m>
                  <a:endParaRPr lang="en-US" sz="1400" dirty="0">
                    <a:solidFill>
                      <a:srgbClr val="FF0066"/>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7064640" y="1676400"/>
                  <a:ext cx="1298368" cy="307777"/>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85161746-A547-4DF9-9039-1BCD03A383CB}"/>
                    </a:ext>
                  </a:extLst>
                </p:cNvPr>
                <p:cNvSpPr/>
                <p:nvPr/>
              </p:nvSpPr>
              <p:spPr>
                <a:xfrm>
                  <a:off x="5042274" y="1639894"/>
                  <a:ext cx="155209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FF0066"/>
                            </a:solidFill>
                            <a:latin typeface="Cambria Math" panose="02040503050406030204" pitchFamily="18" charset="0"/>
                          </a:rPr>
                          <m:t>𝐴𝑐𝑐𝑒𝑝𝑡𝑜𝑟</m:t>
                        </m:r>
                        <m:r>
                          <a:rPr lang="en-US" sz="1400" b="0" i="1" dirty="0" smtClean="0">
                            <a:solidFill>
                              <a:srgbClr val="FF0066"/>
                            </a:solidFill>
                            <a:latin typeface="Cambria Math" panose="02040503050406030204" pitchFamily="18" charset="0"/>
                          </a:rPr>
                          <m:t> </m:t>
                        </m:r>
                        <m:r>
                          <a:rPr lang="en-US" sz="1400" b="0" i="1" dirty="0" smtClean="0">
                            <a:solidFill>
                              <a:srgbClr val="FF0066"/>
                            </a:solidFill>
                            <a:latin typeface="Cambria Math" panose="02040503050406030204" pitchFamily="18" charset="0"/>
                          </a:rPr>
                          <m:t>𝑖𝑜𝑛</m:t>
                        </m:r>
                        <m:r>
                          <a:rPr lang="en-US" sz="1400" b="0" i="1" dirty="0" smtClean="0">
                            <a:solidFill>
                              <a:srgbClr val="FF0066"/>
                            </a:solidFill>
                            <a:latin typeface="Cambria Math" panose="02040503050406030204" pitchFamily="18" charset="0"/>
                          </a:rPr>
                          <m:t> </m:t>
                        </m:r>
                        <m:sSub>
                          <m:sSubPr>
                            <m:ctrlPr>
                              <a:rPr lang="en-US" sz="1400" i="1" dirty="0" smtClean="0">
                                <a:solidFill>
                                  <a:srgbClr val="FF0066"/>
                                </a:solidFill>
                                <a:latin typeface="Cambria Math" panose="02040503050406030204" pitchFamily="18" charset="0"/>
                              </a:rPr>
                            </m:ctrlPr>
                          </m:sSubPr>
                          <m:e>
                            <m:r>
                              <a:rPr lang="en-US" sz="1400" b="0" i="1" dirty="0" smtClean="0">
                                <a:solidFill>
                                  <a:srgbClr val="FF0066"/>
                                </a:solidFill>
                                <a:latin typeface="Cambria Math" panose="02040503050406030204" pitchFamily="18" charset="0"/>
                              </a:rPr>
                              <m:t>𝑁</m:t>
                            </m:r>
                          </m:e>
                          <m:sub>
                            <m:r>
                              <a:rPr lang="en-US" sz="1400" b="0" i="1" dirty="0" smtClean="0">
                                <a:solidFill>
                                  <a:srgbClr val="FF0066"/>
                                </a:solidFill>
                                <a:latin typeface="Cambria Math" panose="02040503050406030204" pitchFamily="18" charset="0"/>
                              </a:rPr>
                              <m:t>𝐴</m:t>
                            </m:r>
                          </m:sub>
                        </m:sSub>
                      </m:oMath>
                    </m:oMathPara>
                  </a14:m>
                  <a:endParaRPr lang="en-US" sz="1400" dirty="0">
                    <a:solidFill>
                      <a:srgbClr val="FF0066"/>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042274" y="1639894"/>
                  <a:ext cx="1552092" cy="307777"/>
                </a:xfrm>
                <a:prstGeom prst="rect">
                  <a:avLst/>
                </a:prstGeom>
                <a:blipFill rotWithShape="0">
                  <a:blip r:embed="rId8"/>
                  <a:stretch>
                    <a:fillRect b="-10000"/>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36B1AD18-8EF4-4C3F-8B9D-644C06329426}"/>
                </a:ext>
              </a:extLst>
            </p:cNvPr>
            <p:cNvCxnSpPr/>
            <p:nvPr/>
          </p:nvCxnSpPr>
          <p:spPr bwMode="auto">
            <a:xfrm>
              <a:off x="6096000" y="1889721"/>
              <a:ext cx="381000" cy="492622"/>
            </a:xfrm>
            <a:prstGeom prst="straightConnector1">
              <a:avLst/>
            </a:prstGeom>
            <a:solidFill>
              <a:schemeClr val="accent1"/>
            </a:solidFill>
            <a:ln w="19050" cap="flat" cmpd="sng" algn="ctr">
              <a:solidFill>
                <a:srgbClr val="FF0066"/>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FC588171-0353-46C6-AF5B-00D1E3FE860E}"/>
                </a:ext>
              </a:extLst>
            </p:cNvPr>
            <p:cNvCxnSpPr/>
            <p:nvPr/>
          </p:nvCxnSpPr>
          <p:spPr bwMode="auto">
            <a:xfrm flipH="1">
              <a:off x="6901727" y="1947671"/>
              <a:ext cx="280279" cy="450625"/>
            </a:xfrm>
            <a:prstGeom prst="straightConnector1">
              <a:avLst/>
            </a:prstGeom>
            <a:solidFill>
              <a:schemeClr val="accent1"/>
            </a:solidFill>
            <a:ln w="19050" cap="flat" cmpd="sng" algn="ctr">
              <a:solidFill>
                <a:srgbClr val="FF0066"/>
              </a:solidFill>
              <a:prstDash val="solid"/>
              <a:round/>
              <a:headEnd type="none" w="med" len="med"/>
              <a:tailEnd type="triangle"/>
            </a:ln>
            <a:effectLst/>
          </p:spPr>
        </p:cxnSp>
      </p:grpSp>
      <p:pic>
        <p:nvPicPr>
          <p:cNvPr id="14" name="Picture 13">
            <a:extLst>
              <a:ext uri="{FF2B5EF4-FFF2-40B4-BE49-F238E27FC236}">
                <a16:creationId xmlns:a16="http://schemas.microsoft.com/office/drawing/2014/main" id="{53207643-CCB8-4E51-BA2C-53A7A996DAA5}"/>
              </a:ext>
            </a:extLst>
          </p:cNvPr>
          <p:cNvPicPr>
            <a:picLocks noChangeAspect="1"/>
          </p:cNvPicPr>
          <p:nvPr/>
        </p:nvPicPr>
        <p:blipFill>
          <a:blip r:embed="rId9"/>
          <a:stretch>
            <a:fillRect/>
          </a:stretch>
        </p:blipFill>
        <p:spPr>
          <a:xfrm>
            <a:off x="1329033" y="1511736"/>
            <a:ext cx="4195628" cy="3718257"/>
          </a:xfrm>
          <a:prstGeom prst="rect">
            <a:avLst/>
          </a:prstGeom>
        </p:spPr>
      </p:pic>
      <p:sp>
        <p:nvSpPr>
          <p:cNvPr id="15" name="TextBox 14">
            <a:extLst>
              <a:ext uri="{FF2B5EF4-FFF2-40B4-BE49-F238E27FC236}">
                <a16:creationId xmlns:a16="http://schemas.microsoft.com/office/drawing/2014/main" id="{1828641E-821E-4EF2-B0CF-15D95F26E4BE}"/>
              </a:ext>
            </a:extLst>
          </p:cNvPr>
          <p:cNvSpPr txBox="1"/>
          <p:nvPr/>
        </p:nvSpPr>
        <p:spPr>
          <a:xfrm>
            <a:off x="1521847" y="5343688"/>
            <a:ext cx="3810001" cy="646331"/>
          </a:xfrm>
          <a:prstGeom prst="rect">
            <a:avLst/>
          </a:prstGeom>
          <a:noFill/>
        </p:spPr>
        <p:txBody>
          <a:bodyPr wrap="square" rtlCol="0">
            <a:spAutoFit/>
          </a:bodyPr>
          <a:lstStyle/>
          <a:p>
            <a:pPr algn="just"/>
            <a:r>
              <a:rPr lang="en-US" sz="1800" dirty="0"/>
              <a:t>Fig.1.2.2.a [The basic silicon structure at the instant of junction formation]</a:t>
            </a:r>
          </a:p>
        </p:txBody>
      </p:sp>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007C75BE-50E5-463D-BD87-ED32AC19C241}"/>
                  </a:ext>
                </a:extLst>
              </p14:cNvPr>
              <p14:cNvContentPartPr/>
              <p14:nvPr/>
            </p14:nvContentPartPr>
            <p14:xfrm>
              <a:off x="3134160" y="2495520"/>
              <a:ext cx="8571960" cy="2476800"/>
            </p14:xfrm>
          </p:contentPart>
        </mc:Choice>
        <mc:Fallback xmlns="">
          <p:pic>
            <p:nvPicPr>
              <p:cNvPr id="2" name="Ink 1">
                <a:extLst>
                  <a:ext uri="{FF2B5EF4-FFF2-40B4-BE49-F238E27FC236}">
                    <a16:creationId xmlns:a16="http://schemas.microsoft.com/office/drawing/2014/main" id="{007C75BE-50E5-463D-BD87-ED32AC19C241}"/>
                  </a:ext>
                </a:extLst>
              </p:cNvPr>
              <p:cNvPicPr/>
              <p:nvPr/>
            </p:nvPicPr>
            <p:blipFill>
              <a:blip r:embed="rId11"/>
              <a:stretch>
                <a:fillRect/>
              </a:stretch>
            </p:blipFill>
            <p:spPr>
              <a:xfrm>
                <a:off x="3124800" y="2486160"/>
                <a:ext cx="8590680" cy="2495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5080BBF6-A728-4184-BFC4-BC3D5FC65B0D}"/>
                  </a:ext>
                </a:extLst>
              </p14:cNvPr>
              <p14:cNvContentPartPr/>
              <p14:nvPr/>
            </p14:nvContentPartPr>
            <p14:xfrm>
              <a:off x="3457800" y="2721600"/>
              <a:ext cx="5974200" cy="2681640"/>
            </p14:xfrm>
          </p:contentPart>
        </mc:Choice>
        <mc:Fallback xmlns="">
          <p:pic>
            <p:nvPicPr>
              <p:cNvPr id="3" name="Ink 2">
                <a:extLst>
                  <a:ext uri="{FF2B5EF4-FFF2-40B4-BE49-F238E27FC236}">
                    <a16:creationId xmlns:a16="http://schemas.microsoft.com/office/drawing/2014/main" id="{5080BBF6-A728-4184-BFC4-BC3D5FC65B0D}"/>
                  </a:ext>
                </a:extLst>
              </p:cNvPr>
              <p:cNvPicPr/>
              <p:nvPr/>
            </p:nvPicPr>
            <p:blipFill>
              <a:blip r:embed="rId13"/>
              <a:stretch>
                <a:fillRect/>
              </a:stretch>
            </p:blipFill>
            <p:spPr>
              <a:xfrm>
                <a:off x="3448440" y="2712240"/>
                <a:ext cx="5992920" cy="2700360"/>
              </a:xfrm>
              <a:prstGeom prst="rect">
                <a:avLst/>
              </a:prstGeom>
            </p:spPr>
          </p:pic>
        </mc:Fallback>
      </mc:AlternateContent>
      <p:sp>
        <p:nvSpPr>
          <p:cNvPr id="18" name="Rectangle 17">
            <a:extLst>
              <a:ext uri="{FF2B5EF4-FFF2-40B4-BE49-F238E27FC236}">
                <a16:creationId xmlns:a16="http://schemas.microsoft.com/office/drawing/2014/main" id="{79266482-5CCB-4FD8-96F9-59599F3C47CA}"/>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56EE79AD-DEAE-4382-9563-0D8912F21175}"/>
                  </a:ext>
                </a:extLst>
              </p14:cNvPr>
              <p14:cNvContentPartPr/>
              <p14:nvPr/>
            </p14:nvContentPartPr>
            <p14:xfrm>
              <a:off x="9219600" y="4785840"/>
              <a:ext cx="360" cy="360"/>
            </p14:xfrm>
          </p:contentPart>
        </mc:Choice>
        <mc:Fallback xmlns="">
          <p:pic>
            <p:nvPicPr>
              <p:cNvPr id="20" name="Ink 19">
                <a:extLst>
                  <a:ext uri="{FF2B5EF4-FFF2-40B4-BE49-F238E27FC236}">
                    <a16:creationId xmlns:a16="http://schemas.microsoft.com/office/drawing/2014/main" id="{56EE79AD-DEAE-4382-9563-0D8912F21175}"/>
                  </a:ext>
                </a:extLst>
              </p:cNvPr>
              <p:cNvPicPr/>
              <p:nvPr/>
            </p:nvPicPr>
            <p:blipFill>
              <a:blip r:embed="rId21"/>
              <a:stretch>
                <a:fillRect/>
              </a:stretch>
            </p:blipFill>
            <p:spPr>
              <a:xfrm>
                <a:off x="9210240" y="47764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4AB54C5E-DF2C-4A4A-9829-1D02BDA66801}"/>
                  </a:ext>
                </a:extLst>
              </p14:cNvPr>
              <p14:cNvContentPartPr/>
              <p14:nvPr/>
            </p14:nvContentPartPr>
            <p14:xfrm>
              <a:off x="9182880" y="3215520"/>
              <a:ext cx="95400" cy="51480"/>
            </p14:xfrm>
          </p:contentPart>
        </mc:Choice>
        <mc:Fallback xmlns="">
          <p:pic>
            <p:nvPicPr>
              <p:cNvPr id="21" name="Ink 20">
                <a:extLst>
                  <a:ext uri="{FF2B5EF4-FFF2-40B4-BE49-F238E27FC236}">
                    <a16:creationId xmlns:a16="http://schemas.microsoft.com/office/drawing/2014/main" id="{4AB54C5E-DF2C-4A4A-9829-1D02BDA66801}"/>
                  </a:ext>
                </a:extLst>
              </p:cNvPr>
              <p:cNvPicPr/>
              <p:nvPr/>
            </p:nvPicPr>
            <p:blipFill>
              <a:blip r:embed="rId23"/>
              <a:stretch>
                <a:fillRect/>
              </a:stretch>
            </p:blipFill>
            <p:spPr>
              <a:xfrm>
                <a:off x="9173520" y="3206160"/>
                <a:ext cx="114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50A5E60D-A926-4663-BA17-B5B6C288E92F}"/>
                  </a:ext>
                </a:extLst>
              </p14:cNvPr>
              <p14:cNvContentPartPr/>
              <p14:nvPr/>
            </p14:nvContentPartPr>
            <p14:xfrm>
              <a:off x="3793680" y="2448720"/>
              <a:ext cx="5270040" cy="2872800"/>
            </p14:xfrm>
          </p:contentPart>
        </mc:Choice>
        <mc:Fallback xmlns="">
          <p:pic>
            <p:nvPicPr>
              <p:cNvPr id="22" name="Ink 21">
                <a:extLst>
                  <a:ext uri="{FF2B5EF4-FFF2-40B4-BE49-F238E27FC236}">
                    <a16:creationId xmlns:a16="http://schemas.microsoft.com/office/drawing/2014/main" id="{50A5E60D-A926-4663-BA17-B5B6C288E92F}"/>
                  </a:ext>
                </a:extLst>
              </p:cNvPr>
              <p:cNvPicPr/>
              <p:nvPr/>
            </p:nvPicPr>
            <p:blipFill>
              <a:blip r:embed="rId25"/>
              <a:stretch>
                <a:fillRect/>
              </a:stretch>
            </p:blipFill>
            <p:spPr>
              <a:xfrm>
                <a:off x="3784320" y="2439360"/>
                <a:ext cx="5288760" cy="2891520"/>
              </a:xfrm>
              <a:prstGeom prst="rect">
                <a:avLst/>
              </a:prstGeom>
            </p:spPr>
          </p:pic>
        </mc:Fallback>
      </mc:AlternateContent>
    </p:spTree>
    <p:extLst>
      <p:ext uri="{BB962C8B-B14F-4D97-AF65-F5344CB8AC3E}">
        <p14:creationId xmlns:p14="http://schemas.microsoft.com/office/powerpoint/2010/main" val="221073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58</a:t>
            </a:fld>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B1297AC-0296-4E2F-8A22-137B658AAA0E}"/>
                  </a:ext>
                </a:extLst>
              </p:cNvPr>
              <p:cNvSpPr txBox="1"/>
              <p:nvPr/>
            </p:nvSpPr>
            <p:spPr>
              <a:xfrm>
                <a:off x="1063250" y="1136625"/>
                <a:ext cx="9839797" cy="193899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At the instant of </a:t>
                </a:r>
                <a:r>
                  <a:rPr lang="en-US" sz="2400" i="1" dirty="0"/>
                  <a:t>pn</a:t>
                </a:r>
                <a:r>
                  <a:rPr lang="en-US" sz="2400" dirty="0"/>
                  <a:t>-junction formation, the free electrons near the junction in the </a:t>
                </a:r>
                <a:r>
                  <a:rPr lang="en-US" sz="2400" i="1" dirty="0"/>
                  <a:t>n </a:t>
                </a:r>
                <a:r>
                  <a:rPr lang="en-US" sz="2400" dirty="0"/>
                  <a:t>region begin to diffuse across the junction into the </a:t>
                </a:r>
                <a:r>
                  <a:rPr lang="en-US" sz="2400" i="1" dirty="0"/>
                  <a:t>p </a:t>
                </a:r>
                <a:r>
                  <a:rPr lang="en-US" sz="2400" dirty="0"/>
                  <a:t>region where they combine with holes near the junction. The result is that </a:t>
                </a:r>
                <a:r>
                  <a:rPr lang="en-US" sz="2400" i="1" dirty="0"/>
                  <a:t>n </a:t>
                </a:r>
                <a:r>
                  <a:rPr lang="en-US" sz="2400" dirty="0"/>
                  <a:t>region loses free electrons as they diffuse into the junction. This creates a layer of positive charges (donor ions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𝐷</m:t>
                        </m:r>
                      </m:sub>
                    </m:sSub>
                  </m:oMath>
                </a14:m>
                <a:r>
                  <a:rPr lang="en-US" sz="2400" dirty="0"/>
                  <a:t>) near the junction. </a:t>
                </a:r>
              </a:p>
            </p:txBody>
          </p:sp>
        </mc:Choice>
        <mc:Fallback xmlns="">
          <p:sp>
            <p:nvSpPr>
              <p:cNvPr id="17" name="TextBox 16">
                <a:extLst>
                  <a:ext uri="{FF2B5EF4-FFF2-40B4-BE49-F238E27FC236}">
                    <a16:creationId xmlns:a16="http://schemas.microsoft.com/office/drawing/2014/main" id="{1B1297AC-0296-4E2F-8A22-137B658AAA0E}"/>
                  </a:ext>
                </a:extLst>
              </p:cNvPr>
              <p:cNvSpPr txBox="1">
                <a:spLocks noRot="1" noChangeAspect="1" noMove="1" noResize="1" noEditPoints="1" noAdjustHandles="1" noChangeArrowheads="1" noChangeShapeType="1" noTextEdit="1"/>
              </p:cNvSpPr>
              <p:nvPr/>
            </p:nvSpPr>
            <p:spPr>
              <a:xfrm>
                <a:off x="1063250" y="1136625"/>
                <a:ext cx="9839797" cy="1938992"/>
              </a:xfrm>
              <a:prstGeom prst="rect">
                <a:avLst/>
              </a:prstGeom>
              <a:blipFill>
                <a:blip r:embed="rId2"/>
                <a:stretch>
                  <a:fillRect l="-1238" t="-6270" r="-929" b="-5956"/>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D0D9E51A-F1F2-4CD8-A7CE-66D8F2212E7A}"/>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B7936C-8D4B-4BF6-B856-0EB9A18FD606}"/>
                  </a:ext>
                </a:extLst>
              </p14:cNvPr>
              <p14:cNvContentPartPr/>
              <p14:nvPr/>
            </p14:nvContentPartPr>
            <p14:xfrm>
              <a:off x="2482560" y="1859760"/>
              <a:ext cx="8395200" cy="3855600"/>
            </p14:xfrm>
          </p:contentPart>
        </mc:Choice>
        <mc:Fallback xmlns="">
          <p:pic>
            <p:nvPicPr>
              <p:cNvPr id="2" name="Ink 1">
                <a:extLst>
                  <a:ext uri="{FF2B5EF4-FFF2-40B4-BE49-F238E27FC236}">
                    <a16:creationId xmlns:a16="http://schemas.microsoft.com/office/drawing/2014/main" id="{07B7936C-8D4B-4BF6-B856-0EB9A18FD606}"/>
                  </a:ext>
                </a:extLst>
              </p:cNvPr>
              <p:cNvPicPr/>
              <p:nvPr/>
            </p:nvPicPr>
            <p:blipFill>
              <a:blip r:embed="rId4"/>
              <a:stretch>
                <a:fillRect/>
              </a:stretch>
            </p:blipFill>
            <p:spPr>
              <a:xfrm>
                <a:off x="2473200" y="1850400"/>
                <a:ext cx="8413920" cy="3874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C33679B-59E4-4344-861E-B3F645614069}"/>
                  </a:ext>
                </a:extLst>
              </p14:cNvPr>
              <p14:cNvContentPartPr/>
              <p14:nvPr/>
            </p14:nvContentPartPr>
            <p14:xfrm>
              <a:off x="4548960" y="3475080"/>
              <a:ext cx="6152040" cy="342720"/>
            </p14:xfrm>
          </p:contentPart>
        </mc:Choice>
        <mc:Fallback xmlns="">
          <p:pic>
            <p:nvPicPr>
              <p:cNvPr id="3" name="Ink 2">
                <a:extLst>
                  <a:ext uri="{FF2B5EF4-FFF2-40B4-BE49-F238E27FC236}">
                    <a16:creationId xmlns:a16="http://schemas.microsoft.com/office/drawing/2014/main" id="{EC33679B-59E4-4344-861E-B3F645614069}"/>
                  </a:ext>
                </a:extLst>
              </p:cNvPr>
              <p:cNvPicPr/>
              <p:nvPr/>
            </p:nvPicPr>
            <p:blipFill>
              <a:blip r:embed="rId6"/>
              <a:stretch>
                <a:fillRect/>
              </a:stretch>
            </p:blipFill>
            <p:spPr>
              <a:xfrm>
                <a:off x="4539600" y="3465720"/>
                <a:ext cx="617076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1AA5ADE-1F45-4F3A-9156-ADDD008D4652}"/>
                  </a:ext>
                </a:extLst>
              </p14:cNvPr>
              <p14:cNvContentPartPr/>
              <p14:nvPr/>
            </p14:nvContentPartPr>
            <p14:xfrm>
              <a:off x="1794960" y="2232360"/>
              <a:ext cx="6637320" cy="2033280"/>
            </p14:xfrm>
          </p:contentPart>
        </mc:Choice>
        <mc:Fallback xmlns="">
          <p:pic>
            <p:nvPicPr>
              <p:cNvPr id="7" name="Ink 6">
                <a:extLst>
                  <a:ext uri="{FF2B5EF4-FFF2-40B4-BE49-F238E27FC236}">
                    <a16:creationId xmlns:a16="http://schemas.microsoft.com/office/drawing/2014/main" id="{51AA5ADE-1F45-4F3A-9156-ADDD008D4652}"/>
                  </a:ext>
                </a:extLst>
              </p:cNvPr>
              <p:cNvPicPr/>
              <p:nvPr/>
            </p:nvPicPr>
            <p:blipFill>
              <a:blip r:embed="rId8"/>
              <a:stretch>
                <a:fillRect/>
              </a:stretch>
            </p:blipFill>
            <p:spPr>
              <a:xfrm>
                <a:off x="1785600" y="2223000"/>
                <a:ext cx="6656040" cy="2052000"/>
              </a:xfrm>
              <a:prstGeom prst="rect">
                <a:avLst/>
              </a:prstGeom>
            </p:spPr>
          </p:pic>
        </mc:Fallback>
      </mc:AlternateContent>
    </p:spTree>
    <p:extLst>
      <p:ext uri="{BB962C8B-B14F-4D97-AF65-F5344CB8AC3E}">
        <p14:creationId xmlns:p14="http://schemas.microsoft.com/office/powerpoint/2010/main" val="27719041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59</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78A73F8-985D-4026-B2E3-F274AF56321A}"/>
                  </a:ext>
                </a:extLst>
              </p:cNvPr>
              <p:cNvSpPr txBox="1"/>
              <p:nvPr/>
            </p:nvSpPr>
            <p:spPr>
              <a:xfrm>
                <a:off x="1180213" y="1010301"/>
                <a:ext cx="9722833"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solidFill>
                      <a:srgbClr val="000000"/>
                    </a:solidFill>
                  </a:rPr>
                  <a:t>As the electrons move across the junction, the </a:t>
                </a:r>
                <a:r>
                  <a:rPr lang="en-US" sz="2400" i="1" dirty="0">
                    <a:solidFill>
                      <a:srgbClr val="000000"/>
                    </a:solidFill>
                  </a:rPr>
                  <a:t>p </a:t>
                </a:r>
                <a:r>
                  <a:rPr lang="en-US" sz="2400" dirty="0">
                    <a:solidFill>
                      <a:srgbClr val="000000"/>
                    </a:solidFill>
                  </a:rPr>
                  <a:t>region loses holes as the electrons and holes combine. The result is that there is a layer of negative charges (acceptor ions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𝑁</m:t>
                        </m:r>
                      </m:e>
                      <m:sub>
                        <m:r>
                          <a:rPr lang="en-US" sz="2400" i="1" smtClean="0">
                            <a:solidFill>
                              <a:srgbClr val="000000"/>
                            </a:solidFill>
                            <a:latin typeface="Cambria Math" panose="02040503050406030204" pitchFamily="18" charset="0"/>
                          </a:rPr>
                          <m:t>𝐴</m:t>
                        </m:r>
                      </m:sub>
                    </m:sSub>
                  </m:oMath>
                </a14:m>
                <a:r>
                  <a:rPr lang="en-US" sz="2400" dirty="0">
                    <a:solidFill>
                      <a:srgbClr val="000000"/>
                    </a:solidFill>
                  </a:rPr>
                  <a:t>) near the junction. </a:t>
                </a:r>
              </a:p>
              <a:p>
                <a:pPr marL="342900" indent="-342900" algn="just">
                  <a:buSzPct val="125000"/>
                  <a:buFont typeface="Wingdings" panose="05000000000000000000" pitchFamily="2" charset="2"/>
                  <a:buChar char="§"/>
                </a:pPr>
                <a:r>
                  <a:rPr lang="en-US" sz="2400" dirty="0">
                    <a:solidFill>
                      <a:srgbClr val="000000"/>
                    </a:solidFill>
                  </a:rPr>
                  <a:t>These two layers of positive and negative charges form the </a:t>
                </a:r>
                <a:r>
                  <a:rPr lang="en-US" sz="2400" i="1" dirty="0">
                    <a:solidFill>
                      <a:srgbClr val="000000"/>
                    </a:solidFill>
                  </a:rPr>
                  <a:t>depletion region/depletion layer/space-charge region/transition region (0.5</a:t>
                </a:r>
                <a14:m>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𝜇</m:t>
                    </m:r>
                    <m:r>
                      <a:rPr lang="en-US" sz="2400" i="1" smtClean="0">
                        <a:solidFill>
                          <a:srgbClr val="000000"/>
                        </a:solidFill>
                        <a:latin typeface="Cambria Math" panose="02040503050406030204" pitchFamily="18" charset="0"/>
                        <a:ea typeface="Cambria Math" panose="02040503050406030204" pitchFamily="18" charset="0"/>
                      </a:rPr>
                      <m:t>𝑚</m:t>
                    </m:r>
                    <m:r>
                      <a:rPr lang="en-US" sz="2400" i="1" smtClean="0">
                        <a:solidFill>
                          <a:srgbClr val="000000"/>
                        </a:solidFill>
                        <a:latin typeface="Cambria Math" panose="02040503050406030204" pitchFamily="18" charset="0"/>
                        <a:ea typeface="Cambria Math" panose="02040503050406030204" pitchFamily="18" charset="0"/>
                      </a:rPr>
                      <m:t>)</m:t>
                    </m:r>
                  </m:oMath>
                </a14:m>
                <a:r>
                  <a:rPr lang="en-US" sz="2400" i="1" dirty="0">
                    <a:solidFill>
                      <a:srgbClr val="000000"/>
                    </a:solidFill>
                  </a:rPr>
                  <a:t>. </a:t>
                </a:r>
              </a:p>
              <a:p>
                <a:pPr marL="342900" indent="-342900" algn="just">
                  <a:buSzPct val="125000"/>
                  <a:buFont typeface="Wingdings" panose="05000000000000000000" pitchFamily="2" charset="2"/>
                  <a:buChar char="§"/>
                </a:pPr>
                <a:r>
                  <a:rPr lang="en-US" sz="2400" dirty="0">
                    <a:solidFill>
                      <a:srgbClr val="000000"/>
                    </a:solidFill>
                  </a:rPr>
                  <a:t>The term depletion is due to the fact that near the junction, the region is depleted (</a:t>
                </a:r>
                <a:r>
                  <a:rPr lang="en-US" sz="2400" i="1" dirty="0">
                    <a:solidFill>
                      <a:srgbClr val="000000"/>
                    </a:solidFill>
                  </a:rPr>
                  <a:t>i.e. </a:t>
                </a:r>
                <a:r>
                  <a:rPr lang="en-US" sz="2400" dirty="0">
                    <a:solidFill>
                      <a:srgbClr val="000000"/>
                    </a:solidFill>
                  </a:rPr>
                  <a:t>emptied) of </a:t>
                </a:r>
                <a:r>
                  <a:rPr lang="en-US" sz="2400" i="1" dirty="0">
                    <a:solidFill>
                      <a:srgbClr val="000000"/>
                    </a:solidFill>
                  </a:rPr>
                  <a:t>charge carries </a:t>
                </a:r>
                <a:r>
                  <a:rPr lang="en-US" sz="2400" dirty="0">
                    <a:solidFill>
                      <a:srgbClr val="000000"/>
                    </a:solidFill>
                  </a:rPr>
                  <a:t>(free electrons and holes) due to diffusion across the junction. </a:t>
                </a:r>
              </a:p>
              <a:p>
                <a:pPr marL="342900" indent="-342900" algn="just">
                  <a:buSzPct val="125000"/>
                  <a:buFont typeface="Wingdings" panose="05000000000000000000" pitchFamily="2" charset="2"/>
                  <a:buChar char="§"/>
                </a:pPr>
                <a:r>
                  <a:rPr lang="en-US" sz="2400" dirty="0">
                    <a:solidFill>
                      <a:srgbClr val="000000"/>
                    </a:solidFill>
                  </a:rPr>
                  <a:t>It may be noted that depletion layer is formed very quickly and is very thin compared to the </a:t>
                </a:r>
                <a:r>
                  <a:rPr lang="en-US" sz="2400" i="1" dirty="0">
                    <a:solidFill>
                      <a:srgbClr val="000000"/>
                    </a:solidFill>
                  </a:rPr>
                  <a:t>n </a:t>
                </a:r>
                <a:r>
                  <a:rPr lang="en-US" sz="2400" dirty="0">
                    <a:solidFill>
                      <a:srgbClr val="000000"/>
                    </a:solidFill>
                  </a:rPr>
                  <a:t>region and the </a:t>
                </a:r>
                <a:r>
                  <a:rPr lang="en-US" sz="2400" i="1" dirty="0">
                    <a:solidFill>
                      <a:srgbClr val="000000"/>
                    </a:solidFill>
                  </a:rPr>
                  <a:t>p </a:t>
                </a:r>
                <a:r>
                  <a:rPr lang="en-US" sz="2400" dirty="0">
                    <a:solidFill>
                      <a:srgbClr val="000000"/>
                    </a:solidFill>
                  </a:rPr>
                  <a:t>region.</a:t>
                </a:r>
              </a:p>
              <a:p>
                <a:pPr marL="342900" indent="-342900" algn="just">
                  <a:buSzPct val="125000"/>
                  <a:buFont typeface="Wingdings" panose="05000000000000000000" pitchFamily="2" charset="2"/>
                  <a:buChar char="§"/>
                </a:pPr>
                <a:r>
                  <a:rPr lang="en-US" sz="2400" dirty="0">
                    <a:solidFill>
                      <a:srgbClr val="000000"/>
                    </a:solidFill>
                  </a:rPr>
                  <a:t>Once </a:t>
                </a:r>
                <a:r>
                  <a:rPr lang="en-US" sz="2400" i="1" dirty="0">
                    <a:solidFill>
                      <a:srgbClr val="000000"/>
                    </a:solidFill>
                  </a:rPr>
                  <a:t>pn-</a:t>
                </a:r>
                <a:r>
                  <a:rPr lang="en-US" sz="2400" dirty="0">
                    <a:solidFill>
                      <a:srgbClr val="000000"/>
                    </a:solidFill>
                  </a:rPr>
                  <a:t>junction is formed and depletion layer created, the further diffusion of free electrons and holes stops. In other words, the depletion region acts as a barrier to the further movement of free electrons and holes across the junction.</a:t>
                </a:r>
              </a:p>
            </p:txBody>
          </p:sp>
        </mc:Choice>
        <mc:Fallback xmlns="">
          <p:sp>
            <p:nvSpPr>
              <p:cNvPr id="8" name="TextBox 7">
                <a:extLst>
                  <a:ext uri="{FF2B5EF4-FFF2-40B4-BE49-F238E27FC236}">
                    <a16:creationId xmlns:a16="http://schemas.microsoft.com/office/drawing/2014/main" id="{A78A73F8-985D-4026-B2E3-F274AF56321A}"/>
                  </a:ext>
                </a:extLst>
              </p:cNvPr>
              <p:cNvSpPr txBox="1">
                <a:spLocks noRot="1" noChangeAspect="1" noMove="1" noResize="1" noEditPoints="1" noAdjustHandles="1" noChangeArrowheads="1" noChangeShapeType="1" noTextEdit="1"/>
              </p:cNvSpPr>
              <p:nvPr/>
            </p:nvSpPr>
            <p:spPr>
              <a:xfrm>
                <a:off x="1180213" y="1010301"/>
                <a:ext cx="9722833" cy="5262979"/>
              </a:xfrm>
              <a:prstGeom prst="rect">
                <a:avLst/>
              </a:prstGeom>
              <a:blipFill>
                <a:blip r:embed="rId2"/>
                <a:stretch>
                  <a:fillRect l="-1317" t="-2433" r="-940" b="-1738"/>
                </a:stretch>
              </a:blipFill>
            </p:spPr>
            <p:txBody>
              <a:bodyPr/>
              <a:lstStyle/>
              <a:p>
                <a:r>
                  <a:rPr lang="en-IN">
                    <a:noFill/>
                  </a:rPr>
                  <a:t> </a:t>
                </a:r>
              </a:p>
            </p:txBody>
          </p:sp>
        </mc:Fallback>
      </mc:AlternateContent>
      <p:sp>
        <p:nvSpPr>
          <p:cNvPr id="9" name="Rectangle 8">
            <a:extLst>
              <a:ext uri="{FF2B5EF4-FFF2-40B4-BE49-F238E27FC236}">
                <a16:creationId xmlns:a16="http://schemas.microsoft.com/office/drawing/2014/main" id="{BC046C89-1393-44D4-9A84-50472EECC95C}"/>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463DA5B-FBC1-4AFE-9C92-0E18A73ABB33}"/>
                  </a:ext>
                </a:extLst>
              </p14:cNvPr>
              <p14:cNvContentPartPr/>
              <p14:nvPr/>
            </p14:nvContentPartPr>
            <p14:xfrm>
              <a:off x="5357520" y="3565080"/>
              <a:ext cx="1627200" cy="1798560"/>
            </p14:xfrm>
          </p:contentPart>
        </mc:Choice>
        <mc:Fallback xmlns="">
          <p:pic>
            <p:nvPicPr>
              <p:cNvPr id="2" name="Ink 1">
                <a:extLst>
                  <a:ext uri="{FF2B5EF4-FFF2-40B4-BE49-F238E27FC236}">
                    <a16:creationId xmlns:a16="http://schemas.microsoft.com/office/drawing/2014/main" id="{3463DA5B-FBC1-4AFE-9C92-0E18A73ABB33}"/>
                  </a:ext>
                </a:extLst>
              </p:cNvPr>
              <p:cNvPicPr/>
              <p:nvPr/>
            </p:nvPicPr>
            <p:blipFill>
              <a:blip r:embed="rId4"/>
              <a:stretch>
                <a:fillRect/>
              </a:stretch>
            </p:blipFill>
            <p:spPr>
              <a:xfrm>
                <a:off x="5348160" y="3555720"/>
                <a:ext cx="1645920" cy="1817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62AA66C-4514-464E-96FC-16572213D35D}"/>
                  </a:ext>
                </a:extLst>
              </p14:cNvPr>
              <p14:cNvContentPartPr/>
              <p14:nvPr/>
            </p14:nvContentPartPr>
            <p14:xfrm>
              <a:off x="6865920" y="2071800"/>
              <a:ext cx="2972520" cy="855720"/>
            </p14:xfrm>
          </p:contentPart>
        </mc:Choice>
        <mc:Fallback xmlns="">
          <p:pic>
            <p:nvPicPr>
              <p:cNvPr id="3" name="Ink 2">
                <a:extLst>
                  <a:ext uri="{FF2B5EF4-FFF2-40B4-BE49-F238E27FC236}">
                    <a16:creationId xmlns:a16="http://schemas.microsoft.com/office/drawing/2014/main" id="{D62AA66C-4514-464E-96FC-16572213D35D}"/>
                  </a:ext>
                </a:extLst>
              </p:cNvPr>
              <p:cNvPicPr/>
              <p:nvPr/>
            </p:nvPicPr>
            <p:blipFill>
              <a:blip r:embed="rId6"/>
              <a:stretch>
                <a:fillRect/>
              </a:stretch>
            </p:blipFill>
            <p:spPr>
              <a:xfrm>
                <a:off x="6856560" y="2062440"/>
                <a:ext cx="2991240" cy="874440"/>
              </a:xfrm>
              <a:prstGeom prst="rect">
                <a:avLst/>
              </a:prstGeom>
            </p:spPr>
          </p:pic>
        </mc:Fallback>
      </mc:AlternateContent>
    </p:spTree>
    <p:extLst>
      <p:ext uri="{BB962C8B-B14F-4D97-AF65-F5344CB8AC3E}">
        <p14:creationId xmlns:p14="http://schemas.microsoft.com/office/powerpoint/2010/main" val="126340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60</a:t>
            </a:fld>
            <a:endParaRPr lang="en-IN"/>
          </a:p>
        </p:txBody>
      </p:sp>
      <p:pic>
        <p:nvPicPr>
          <p:cNvPr id="8" name="Picture 7">
            <a:extLst>
              <a:ext uri="{FF2B5EF4-FFF2-40B4-BE49-F238E27FC236}">
                <a16:creationId xmlns:a16="http://schemas.microsoft.com/office/drawing/2014/main" id="{B0BF9AD1-D739-40F6-B64E-4A46B1DD8CAA}"/>
              </a:ext>
            </a:extLst>
          </p:cNvPr>
          <p:cNvPicPr>
            <a:picLocks noChangeAspect="1"/>
          </p:cNvPicPr>
          <p:nvPr/>
        </p:nvPicPr>
        <p:blipFill>
          <a:blip r:embed="rId2"/>
          <a:stretch>
            <a:fillRect/>
          </a:stretch>
        </p:blipFill>
        <p:spPr>
          <a:xfrm>
            <a:off x="521458" y="1222856"/>
            <a:ext cx="6119884" cy="4794173"/>
          </a:xfrm>
          <a:prstGeom prst="rect">
            <a:avLst/>
          </a:prstGeom>
        </p:spPr>
      </p:pic>
      <p:sp>
        <p:nvSpPr>
          <p:cNvPr id="9" name="TextBox 8">
            <a:extLst>
              <a:ext uri="{FF2B5EF4-FFF2-40B4-BE49-F238E27FC236}">
                <a16:creationId xmlns:a16="http://schemas.microsoft.com/office/drawing/2014/main" id="{913BFDA2-F4E5-484E-97BF-C1896FD6D07E}"/>
              </a:ext>
            </a:extLst>
          </p:cNvPr>
          <p:cNvSpPr txBox="1"/>
          <p:nvPr/>
        </p:nvSpPr>
        <p:spPr>
          <a:xfrm>
            <a:off x="609997" y="6017029"/>
            <a:ext cx="6400006" cy="369332"/>
          </a:xfrm>
          <a:prstGeom prst="rect">
            <a:avLst/>
          </a:prstGeom>
          <a:noFill/>
        </p:spPr>
        <p:txBody>
          <a:bodyPr wrap="square" rtlCol="0">
            <a:spAutoFit/>
          </a:bodyPr>
          <a:lstStyle/>
          <a:p>
            <a:r>
              <a:rPr lang="en-US" sz="1800" dirty="0"/>
              <a:t>Fig.1.2.4 [A schematic diagram of pn-Junction with charge density]</a:t>
            </a:r>
          </a:p>
        </p:txBody>
      </p:sp>
      <p:sp>
        <p:nvSpPr>
          <p:cNvPr id="10" name="Rectangle 9">
            <a:extLst>
              <a:ext uri="{FF2B5EF4-FFF2-40B4-BE49-F238E27FC236}">
                <a16:creationId xmlns:a16="http://schemas.microsoft.com/office/drawing/2014/main" id="{A816789A-5791-447E-AA8A-0808B77093CA}"/>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3C760523-7014-4518-A291-626F29D1F6AA}"/>
                  </a:ext>
                </a:extLst>
              </p14:cNvPr>
              <p14:cNvContentPartPr/>
              <p14:nvPr/>
            </p14:nvContentPartPr>
            <p14:xfrm>
              <a:off x="2701440" y="901440"/>
              <a:ext cx="9460800" cy="5081760"/>
            </p14:xfrm>
          </p:contentPart>
        </mc:Choice>
        <mc:Fallback xmlns="">
          <p:pic>
            <p:nvPicPr>
              <p:cNvPr id="11" name="Ink 10">
                <a:extLst>
                  <a:ext uri="{FF2B5EF4-FFF2-40B4-BE49-F238E27FC236}">
                    <a16:creationId xmlns:a16="http://schemas.microsoft.com/office/drawing/2014/main" id="{3C760523-7014-4518-A291-626F29D1F6AA}"/>
                  </a:ext>
                </a:extLst>
              </p:cNvPr>
              <p:cNvPicPr/>
              <p:nvPr/>
            </p:nvPicPr>
            <p:blipFill>
              <a:blip r:embed="rId4"/>
              <a:stretch>
                <a:fillRect/>
              </a:stretch>
            </p:blipFill>
            <p:spPr>
              <a:xfrm>
                <a:off x="2692080" y="892080"/>
                <a:ext cx="9479520" cy="5100480"/>
              </a:xfrm>
              <a:prstGeom prst="rect">
                <a:avLst/>
              </a:prstGeom>
            </p:spPr>
          </p:pic>
        </mc:Fallback>
      </mc:AlternateContent>
    </p:spTree>
    <p:extLst>
      <p:ext uri="{BB962C8B-B14F-4D97-AF65-F5344CB8AC3E}">
        <p14:creationId xmlns:p14="http://schemas.microsoft.com/office/powerpoint/2010/main" val="683395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61</a:t>
            </a:fld>
            <a:endParaRPr lang="en-IN"/>
          </a:p>
        </p:txBody>
      </p:sp>
      <p:pic>
        <p:nvPicPr>
          <p:cNvPr id="8" name="Picture 7">
            <a:extLst>
              <a:ext uri="{FF2B5EF4-FFF2-40B4-BE49-F238E27FC236}">
                <a16:creationId xmlns:a16="http://schemas.microsoft.com/office/drawing/2014/main" id="{A46AED45-8FC8-4600-81F2-3FF76E3AF065}"/>
              </a:ext>
            </a:extLst>
          </p:cNvPr>
          <p:cNvPicPr>
            <a:picLocks noChangeAspect="1"/>
          </p:cNvPicPr>
          <p:nvPr/>
        </p:nvPicPr>
        <p:blipFill>
          <a:blip r:embed="rId2"/>
          <a:stretch>
            <a:fillRect/>
          </a:stretch>
        </p:blipFill>
        <p:spPr>
          <a:xfrm>
            <a:off x="307459" y="1134265"/>
            <a:ext cx="6019800" cy="4589470"/>
          </a:xfrm>
          <a:prstGeom prst="rect">
            <a:avLst/>
          </a:prstGeom>
        </p:spPr>
      </p:pic>
      <p:sp>
        <p:nvSpPr>
          <p:cNvPr id="9" name="TextBox 8">
            <a:extLst>
              <a:ext uri="{FF2B5EF4-FFF2-40B4-BE49-F238E27FC236}">
                <a16:creationId xmlns:a16="http://schemas.microsoft.com/office/drawing/2014/main" id="{EAACA14E-FB92-4142-9451-B5F8525C3AD6}"/>
              </a:ext>
            </a:extLst>
          </p:cNvPr>
          <p:cNvSpPr txBox="1"/>
          <p:nvPr/>
        </p:nvSpPr>
        <p:spPr>
          <a:xfrm>
            <a:off x="793317" y="5784403"/>
            <a:ext cx="5876842" cy="646331"/>
          </a:xfrm>
          <a:prstGeom prst="rect">
            <a:avLst/>
          </a:prstGeom>
          <a:noFill/>
        </p:spPr>
        <p:txBody>
          <a:bodyPr wrap="square" rtlCol="0">
            <a:spAutoFit/>
          </a:bodyPr>
          <a:lstStyle/>
          <a:p>
            <a:r>
              <a:rPr lang="en-US" sz="1800" dirty="0"/>
              <a:t>Fig.1.2.4 [A schematic diagram of pn-Junction with electric  </a:t>
            </a:r>
          </a:p>
          <a:p>
            <a:r>
              <a:rPr lang="en-US" sz="1800" dirty="0"/>
              <a:t>                       field intensity and potential barrier]</a:t>
            </a:r>
          </a:p>
        </p:txBody>
      </p:sp>
      <p:sp>
        <p:nvSpPr>
          <p:cNvPr id="10" name="Rectangle 9">
            <a:extLst>
              <a:ext uri="{FF2B5EF4-FFF2-40B4-BE49-F238E27FC236}">
                <a16:creationId xmlns:a16="http://schemas.microsoft.com/office/drawing/2014/main" id="{78C7ED7E-E405-4BF7-88E5-B019562B8E0B}"/>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7CBD3C9-B23E-4812-860C-52387DFAB3D7}"/>
                  </a:ext>
                </a:extLst>
              </p14:cNvPr>
              <p14:cNvContentPartPr/>
              <p14:nvPr/>
            </p14:nvContentPartPr>
            <p14:xfrm>
              <a:off x="3234240" y="3562920"/>
              <a:ext cx="38160" cy="27360"/>
            </p14:xfrm>
          </p:contentPart>
        </mc:Choice>
        <mc:Fallback xmlns="">
          <p:pic>
            <p:nvPicPr>
              <p:cNvPr id="12" name="Ink 11">
                <a:extLst>
                  <a:ext uri="{FF2B5EF4-FFF2-40B4-BE49-F238E27FC236}">
                    <a16:creationId xmlns:a16="http://schemas.microsoft.com/office/drawing/2014/main" id="{E7CBD3C9-B23E-4812-860C-52387DFAB3D7}"/>
                  </a:ext>
                </a:extLst>
              </p:cNvPr>
              <p:cNvPicPr/>
              <p:nvPr/>
            </p:nvPicPr>
            <p:blipFill>
              <a:blip r:embed="rId10"/>
              <a:stretch>
                <a:fillRect/>
              </a:stretch>
            </p:blipFill>
            <p:spPr>
              <a:xfrm>
                <a:off x="3224880" y="3553560"/>
                <a:ext cx="568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9F2E15ED-49FF-4A6C-B6B5-B3C71B141FC5}"/>
                  </a:ext>
                </a:extLst>
              </p14:cNvPr>
              <p14:cNvContentPartPr/>
              <p14:nvPr/>
            </p14:nvContentPartPr>
            <p14:xfrm>
              <a:off x="1527120" y="3616560"/>
              <a:ext cx="2349360" cy="1626120"/>
            </p14:xfrm>
          </p:contentPart>
        </mc:Choice>
        <mc:Fallback xmlns="">
          <p:pic>
            <p:nvPicPr>
              <p:cNvPr id="14" name="Ink 13">
                <a:extLst>
                  <a:ext uri="{FF2B5EF4-FFF2-40B4-BE49-F238E27FC236}">
                    <a16:creationId xmlns:a16="http://schemas.microsoft.com/office/drawing/2014/main" id="{9F2E15ED-49FF-4A6C-B6B5-B3C71B141FC5}"/>
                  </a:ext>
                </a:extLst>
              </p:cNvPr>
              <p:cNvPicPr/>
              <p:nvPr/>
            </p:nvPicPr>
            <p:blipFill>
              <a:blip r:embed="rId16"/>
              <a:stretch>
                <a:fillRect/>
              </a:stretch>
            </p:blipFill>
            <p:spPr>
              <a:xfrm>
                <a:off x="1517760" y="3607200"/>
                <a:ext cx="2368080" cy="1644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316B97C5-EDE7-428C-9569-D3D97170D2C6}"/>
                  </a:ext>
                </a:extLst>
              </p14:cNvPr>
              <p14:cNvContentPartPr/>
              <p14:nvPr/>
            </p14:nvContentPartPr>
            <p14:xfrm>
              <a:off x="1678680" y="1232280"/>
              <a:ext cx="7247880" cy="3952800"/>
            </p14:xfrm>
          </p:contentPart>
        </mc:Choice>
        <mc:Fallback xmlns="">
          <p:pic>
            <p:nvPicPr>
              <p:cNvPr id="15" name="Ink 14">
                <a:extLst>
                  <a:ext uri="{FF2B5EF4-FFF2-40B4-BE49-F238E27FC236}">
                    <a16:creationId xmlns:a16="http://schemas.microsoft.com/office/drawing/2014/main" id="{316B97C5-EDE7-428C-9569-D3D97170D2C6}"/>
                  </a:ext>
                </a:extLst>
              </p:cNvPr>
              <p:cNvPicPr/>
              <p:nvPr/>
            </p:nvPicPr>
            <p:blipFill>
              <a:blip r:embed="rId18"/>
              <a:stretch>
                <a:fillRect/>
              </a:stretch>
            </p:blipFill>
            <p:spPr>
              <a:xfrm>
                <a:off x="1669320" y="1222920"/>
                <a:ext cx="7266600" cy="3971520"/>
              </a:xfrm>
              <a:prstGeom prst="rect">
                <a:avLst/>
              </a:prstGeom>
            </p:spPr>
          </p:pic>
        </mc:Fallback>
      </mc:AlternateContent>
    </p:spTree>
    <p:extLst>
      <p:ext uri="{BB962C8B-B14F-4D97-AF65-F5344CB8AC3E}">
        <p14:creationId xmlns:p14="http://schemas.microsoft.com/office/powerpoint/2010/main" val="7413109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62</a:t>
            </a:fld>
            <a:endParaRPr lang="en-IN"/>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8BE0922-EC4E-4C66-A55B-98876ED3B3AC}"/>
                  </a:ext>
                </a:extLst>
              </p14:cNvPr>
              <p14:cNvContentPartPr/>
              <p14:nvPr/>
            </p14:nvContentPartPr>
            <p14:xfrm>
              <a:off x="2647080" y="1172520"/>
              <a:ext cx="6944040" cy="5373720"/>
            </p14:xfrm>
          </p:contentPart>
        </mc:Choice>
        <mc:Fallback xmlns="">
          <p:pic>
            <p:nvPicPr>
              <p:cNvPr id="2" name="Ink 1">
                <a:extLst>
                  <a:ext uri="{FF2B5EF4-FFF2-40B4-BE49-F238E27FC236}">
                    <a16:creationId xmlns:a16="http://schemas.microsoft.com/office/drawing/2014/main" id="{B8BE0922-EC4E-4C66-A55B-98876ED3B3AC}"/>
                  </a:ext>
                </a:extLst>
              </p:cNvPr>
              <p:cNvPicPr/>
              <p:nvPr/>
            </p:nvPicPr>
            <p:blipFill>
              <a:blip r:embed="rId3"/>
              <a:stretch>
                <a:fillRect/>
              </a:stretch>
            </p:blipFill>
            <p:spPr>
              <a:xfrm>
                <a:off x="2637720" y="1163160"/>
                <a:ext cx="6962760" cy="5392440"/>
              </a:xfrm>
              <a:prstGeom prst="rect">
                <a:avLst/>
              </a:prstGeom>
            </p:spPr>
          </p:pic>
        </mc:Fallback>
      </mc:AlternateContent>
      <p:sp>
        <p:nvSpPr>
          <p:cNvPr id="8" name="Rectangle 7">
            <a:extLst>
              <a:ext uri="{FF2B5EF4-FFF2-40B4-BE49-F238E27FC236}">
                <a16:creationId xmlns:a16="http://schemas.microsoft.com/office/drawing/2014/main" id="{376B9455-E68B-4A31-BE54-853044BBB282}"/>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E66FB7B-DEE8-47DB-9C96-810229BD1EC0}"/>
                  </a:ext>
                </a:extLst>
              </p14:cNvPr>
              <p14:cNvContentPartPr/>
              <p14:nvPr/>
            </p14:nvContentPartPr>
            <p14:xfrm>
              <a:off x="3479040" y="1743840"/>
              <a:ext cx="6511320" cy="2269440"/>
            </p14:xfrm>
          </p:contentPart>
        </mc:Choice>
        <mc:Fallback xmlns="">
          <p:pic>
            <p:nvPicPr>
              <p:cNvPr id="3" name="Ink 2">
                <a:extLst>
                  <a:ext uri="{FF2B5EF4-FFF2-40B4-BE49-F238E27FC236}">
                    <a16:creationId xmlns:a16="http://schemas.microsoft.com/office/drawing/2014/main" id="{3E66FB7B-DEE8-47DB-9C96-810229BD1EC0}"/>
                  </a:ext>
                </a:extLst>
              </p:cNvPr>
              <p:cNvPicPr/>
              <p:nvPr/>
            </p:nvPicPr>
            <p:blipFill>
              <a:blip r:embed="rId5"/>
              <a:stretch>
                <a:fillRect/>
              </a:stretch>
            </p:blipFill>
            <p:spPr>
              <a:xfrm>
                <a:off x="3469680" y="1734480"/>
                <a:ext cx="6530040" cy="2288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672D4DA4-FE5B-461F-B77B-A0FF623CD4E3}"/>
                  </a:ext>
                </a:extLst>
              </p14:cNvPr>
              <p14:cNvContentPartPr/>
              <p14:nvPr/>
            </p14:nvContentPartPr>
            <p14:xfrm>
              <a:off x="9090896" y="3756977"/>
              <a:ext cx="7200" cy="23760"/>
            </p14:xfrm>
          </p:contentPart>
        </mc:Choice>
        <mc:Fallback xmlns="">
          <p:pic>
            <p:nvPicPr>
              <p:cNvPr id="9" name="Ink 8">
                <a:extLst>
                  <a:ext uri="{FF2B5EF4-FFF2-40B4-BE49-F238E27FC236}">
                    <a16:creationId xmlns:a16="http://schemas.microsoft.com/office/drawing/2014/main" id="{672D4DA4-FE5B-461F-B77B-A0FF623CD4E3}"/>
                  </a:ext>
                </a:extLst>
              </p:cNvPr>
              <p:cNvPicPr/>
              <p:nvPr/>
            </p:nvPicPr>
            <p:blipFill>
              <a:blip r:embed="rId7"/>
              <a:stretch>
                <a:fillRect/>
              </a:stretch>
            </p:blipFill>
            <p:spPr>
              <a:xfrm>
                <a:off x="9072896" y="3739337"/>
                <a:ext cx="428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D4FE3C2-BCFF-4793-BC0B-D98D52AB10B9}"/>
                  </a:ext>
                </a:extLst>
              </p14:cNvPr>
              <p14:cNvContentPartPr/>
              <p14:nvPr/>
            </p14:nvContentPartPr>
            <p14:xfrm>
              <a:off x="6660000" y="2351520"/>
              <a:ext cx="4272480" cy="2998080"/>
            </p14:xfrm>
          </p:contentPart>
        </mc:Choice>
        <mc:Fallback xmlns="">
          <p:pic>
            <p:nvPicPr>
              <p:cNvPr id="10" name="Ink 9">
                <a:extLst>
                  <a:ext uri="{FF2B5EF4-FFF2-40B4-BE49-F238E27FC236}">
                    <a16:creationId xmlns:a16="http://schemas.microsoft.com/office/drawing/2014/main" id="{5D4FE3C2-BCFF-4793-BC0B-D98D52AB10B9}"/>
                  </a:ext>
                </a:extLst>
              </p:cNvPr>
              <p:cNvPicPr/>
              <p:nvPr/>
            </p:nvPicPr>
            <p:blipFill>
              <a:blip r:embed="rId9"/>
              <a:stretch>
                <a:fillRect/>
              </a:stretch>
            </p:blipFill>
            <p:spPr>
              <a:xfrm>
                <a:off x="6650640" y="2342160"/>
                <a:ext cx="4291200" cy="3016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E86C9B2D-548C-4A4E-985F-3FF5A92FAEE7}"/>
                  </a:ext>
                </a:extLst>
              </p14:cNvPr>
              <p14:cNvContentPartPr/>
              <p14:nvPr/>
            </p14:nvContentPartPr>
            <p14:xfrm>
              <a:off x="3815640" y="1443240"/>
              <a:ext cx="2357640" cy="1168920"/>
            </p14:xfrm>
          </p:contentPart>
        </mc:Choice>
        <mc:Fallback xmlns="">
          <p:pic>
            <p:nvPicPr>
              <p:cNvPr id="7" name="Ink 6">
                <a:extLst>
                  <a:ext uri="{FF2B5EF4-FFF2-40B4-BE49-F238E27FC236}">
                    <a16:creationId xmlns:a16="http://schemas.microsoft.com/office/drawing/2014/main" id="{E86C9B2D-548C-4A4E-985F-3FF5A92FAEE7}"/>
                  </a:ext>
                </a:extLst>
              </p:cNvPr>
              <p:cNvPicPr/>
              <p:nvPr/>
            </p:nvPicPr>
            <p:blipFill>
              <a:blip r:embed="rId11"/>
              <a:stretch>
                <a:fillRect/>
              </a:stretch>
            </p:blipFill>
            <p:spPr>
              <a:xfrm>
                <a:off x="3806280" y="1433880"/>
                <a:ext cx="2376360" cy="118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8271A03A-7F33-4750-A79F-BBB0F0FEA46C}"/>
                  </a:ext>
                </a:extLst>
              </p14:cNvPr>
              <p14:cNvContentPartPr/>
              <p14:nvPr/>
            </p14:nvContentPartPr>
            <p14:xfrm>
              <a:off x="6564960" y="5888520"/>
              <a:ext cx="360" cy="360"/>
            </p14:xfrm>
          </p:contentPart>
        </mc:Choice>
        <mc:Fallback xmlns="">
          <p:pic>
            <p:nvPicPr>
              <p:cNvPr id="11" name="Ink 10">
                <a:extLst>
                  <a:ext uri="{FF2B5EF4-FFF2-40B4-BE49-F238E27FC236}">
                    <a16:creationId xmlns:a16="http://schemas.microsoft.com/office/drawing/2014/main" id="{8271A03A-7F33-4750-A79F-BBB0F0FEA46C}"/>
                  </a:ext>
                </a:extLst>
              </p:cNvPr>
              <p:cNvPicPr/>
              <p:nvPr/>
            </p:nvPicPr>
            <p:blipFill>
              <a:blip r:embed="rId13"/>
              <a:stretch>
                <a:fillRect/>
              </a:stretch>
            </p:blipFill>
            <p:spPr>
              <a:xfrm>
                <a:off x="6555600" y="5879160"/>
                <a:ext cx="19080" cy="19080"/>
              </a:xfrm>
              <a:prstGeom prst="rect">
                <a:avLst/>
              </a:prstGeom>
            </p:spPr>
          </p:pic>
        </mc:Fallback>
      </mc:AlternateContent>
    </p:spTree>
    <p:extLst>
      <p:ext uri="{BB962C8B-B14F-4D97-AF65-F5344CB8AC3E}">
        <p14:creationId xmlns:p14="http://schemas.microsoft.com/office/powerpoint/2010/main" val="5505405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9946F7-3F14-42A1-93B0-885A66EE381F}"/>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8EB89103-AE93-4E2F-9234-BFDCE682DC02}"/>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2C0C4841-6458-4C82-B5C7-090217D476B2}"/>
              </a:ext>
            </a:extLst>
          </p:cNvPr>
          <p:cNvSpPr>
            <a:spLocks noGrp="1"/>
          </p:cNvSpPr>
          <p:nvPr>
            <p:ph type="sldNum" sz="quarter" idx="12"/>
          </p:nvPr>
        </p:nvSpPr>
        <p:spPr/>
        <p:txBody>
          <a:bodyPr/>
          <a:lstStyle/>
          <a:p>
            <a:fld id="{780713B5-9296-425E-8DDC-5B86ACA00944}" type="slidenum">
              <a:rPr lang="en-IN" smtClean="0"/>
              <a:pPr/>
              <a:t>63</a:t>
            </a:fld>
            <a:endParaRPr lang="en-IN"/>
          </a:p>
        </p:txBody>
      </p:sp>
      <p:sp>
        <p:nvSpPr>
          <p:cNvPr id="7" name="TextBox 6">
            <a:extLst>
              <a:ext uri="{FF2B5EF4-FFF2-40B4-BE49-F238E27FC236}">
                <a16:creationId xmlns:a16="http://schemas.microsoft.com/office/drawing/2014/main" id="{5A89E7E7-2D92-4330-A170-454C884CAD7B}"/>
              </a:ext>
            </a:extLst>
          </p:cNvPr>
          <p:cNvSpPr txBox="1"/>
          <p:nvPr/>
        </p:nvSpPr>
        <p:spPr>
          <a:xfrm>
            <a:off x="3134832" y="5273742"/>
            <a:ext cx="5206422" cy="646331"/>
          </a:xfrm>
          <a:prstGeom prst="rect">
            <a:avLst/>
          </a:prstGeom>
          <a:noFill/>
        </p:spPr>
        <p:txBody>
          <a:bodyPr wrap="square" rtlCol="0">
            <a:spAutoFit/>
          </a:bodyPr>
          <a:lstStyle/>
          <a:p>
            <a:r>
              <a:rPr lang="en-US" sz="1800" dirty="0">
                <a:solidFill>
                  <a:srgbClr val="000000"/>
                </a:solidFill>
              </a:rPr>
              <a:t>Fig.1.2.3 [</a:t>
            </a:r>
            <a:r>
              <a:rPr lang="en-US" sz="1800" dirty="0"/>
              <a:t>Energy diagrams illustrating the formation </a:t>
            </a:r>
          </a:p>
          <a:p>
            <a:r>
              <a:rPr lang="en-US" sz="1800" dirty="0"/>
              <a:t>          of the </a:t>
            </a:r>
            <a:r>
              <a:rPr lang="en-US" sz="1800" i="1" dirty="0"/>
              <a:t>pn </a:t>
            </a:r>
            <a:r>
              <a:rPr lang="en-US" sz="1800" dirty="0"/>
              <a:t>junction and depletion region.</a:t>
            </a:r>
            <a:r>
              <a:rPr lang="en-US" sz="1800" dirty="0">
                <a:solidFill>
                  <a:srgbClr val="000000"/>
                </a:solidFill>
              </a:rPr>
              <a:t>]</a:t>
            </a:r>
          </a:p>
        </p:txBody>
      </p:sp>
      <p:pic>
        <p:nvPicPr>
          <p:cNvPr id="8" name="Picture 7">
            <a:extLst>
              <a:ext uri="{FF2B5EF4-FFF2-40B4-BE49-F238E27FC236}">
                <a16:creationId xmlns:a16="http://schemas.microsoft.com/office/drawing/2014/main" id="{3243BC13-0E72-40DE-A405-0B5DFBD51EB3}"/>
              </a:ext>
            </a:extLst>
          </p:cNvPr>
          <p:cNvPicPr>
            <a:picLocks noChangeAspect="1"/>
          </p:cNvPicPr>
          <p:nvPr/>
        </p:nvPicPr>
        <p:blipFill>
          <a:blip r:embed="rId2"/>
          <a:stretch>
            <a:fillRect/>
          </a:stretch>
        </p:blipFill>
        <p:spPr>
          <a:xfrm>
            <a:off x="2209800" y="1477141"/>
            <a:ext cx="6595486" cy="3558060"/>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42DA3B04-1448-46FB-8619-9E7CBAD47E15}"/>
                  </a:ext>
                </a:extLst>
              </p14:cNvPr>
              <p14:cNvContentPartPr/>
              <p14:nvPr/>
            </p14:nvContentPartPr>
            <p14:xfrm>
              <a:off x="739440" y="2544480"/>
              <a:ext cx="5684040" cy="2544480"/>
            </p14:xfrm>
          </p:contentPart>
        </mc:Choice>
        <mc:Fallback xmlns="">
          <p:pic>
            <p:nvPicPr>
              <p:cNvPr id="10" name="Ink 9">
                <a:extLst>
                  <a:ext uri="{FF2B5EF4-FFF2-40B4-BE49-F238E27FC236}">
                    <a16:creationId xmlns:a16="http://schemas.microsoft.com/office/drawing/2014/main" id="{42DA3B04-1448-46FB-8619-9E7CBAD47E15}"/>
                  </a:ext>
                </a:extLst>
              </p:cNvPr>
              <p:cNvPicPr/>
              <p:nvPr/>
            </p:nvPicPr>
            <p:blipFill>
              <a:blip r:embed="rId4"/>
              <a:stretch>
                <a:fillRect/>
              </a:stretch>
            </p:blipFill>
            <p:spPr>
              <a:xfrm>
                <a:off x="730080" y="2535120"/>
                <a:ext cx="5702760" cy="2563200"/>
              </a:xfrm>
              <a:prstGeom prst="rect">
                <a:avLst/>
              </a:prstGeom>
            </p:spPr>
          </p:pic>
        </mc:Fallback>
      </mc:AlternateContent>
      <p:sp>
        <p:nvSpPr>
          <p:cNvPr id="11" name="Rectangle 10">
            <a:extLst>
              <a:ext uri="{FF2B5EF4-FFF2-40B4-BE49-F238E27FC236}">
                <a16:creationId xmlns:a16="http://schemas.microsoft.com/office/drawing/2014/main" id="{D078D115-3429-446F-A92A-A22279C81A7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A8EFAC6-E7A3-42D1-92B4-8F3475AFC189}"/>
                  </a:ext>
                </a:extLst>
              </p14:cNvPr>
              <p14:cNvContentPartPr/>
              <p14:nvPr/>
            </p14:nvContentPartPr>
            <p14:xfrm>
              <a:off x="3989520" y="4699800"/>
              <a:ext cx="2976120" cy="181080"/>
            </p14:xfrm>
          </p:contentPart>
        </mc:Choice>
        <mc:Fallback xmlns="">
          <p:pic>
            <p:nvPicPr>
              <p:cNvPr id="2" name="Ink 1">
                <a:extLst>
                  <a:ext uri="{FF2B5EF4-FFF2-40B4-BE49-F238E27FC236}">
                    <a16:creationId xmlns:a16="http://schemas.microsoft.com/office/drawing/2014/main" id="{3A8EFAC6-E7A3-42D1-92B4-8F3475AFC189}"/>
                  </a:ext>
                </a:extLst>
              </p:cNvPr>
              <p:cNvPicPr/>
              <p:nvPr/>
            </p:nvPicPr>
            <p:blipFill>
              <a:blip r:embed="rId6"/>
              <a:stretch>
                <a:fillRect/>
              </a:stretch>
            </p:blipFill>
            <p:spPr>
              <a:xfrm>
                <a:off x="3980160" y="4690440"/>
                <a:ext cx="29948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5DDFC63B-7083-4E7E-9440-829912D16F42}"/>
                  </a:ext>
                </a:extLst>
              </p14:cNvPr>
              <p14:cNvContentPartPr/>
              <p14:nvPr/>
            </p14:nvContentPartPr>
            <p14:xfrm>
              <a:off x="7343280" y="2422440"/>
              <a:ext cx="1192680" cy="353520"/>
            </p14:xfrm>
          </p:contentPart>
        </mc:Choice>
        <mc:Fallback xmlns="">
          <p:pic>
            <p:nvPicPr>
              <p:cNvPr id="3" name="Ink 2">
                <a:extLst>
                  <a:ext uri="{FF2B5EF4-FFF2-40B4-BE49-F238E27FC236}">
                    <a16:creationId xmlns:a16="http://schemas.microsoft.com/office/drawing/2014/main" id="{5DDFC63B-7083-4E7E-9440-829912D16F42}"/>
                  </a:ext>
                </a:extLst>
              </p:cNvPr>
              <p:cNvPicPr/>
              <p:nvPr/>
            </p:nvPicPr>
            <p:blipFill>
              <a:blip r:embed="rId8"/>
              <a:stretch>
                <a:fillRect/>
              </a:stretch>
            </p:blipFill>
            <p:spPr>
              <a:xfrm>
                <a:off x="7333920" y="2413080"/>
                <a:ext cx="121140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FE169-361E-467C-9FC8-6344C77D19C1}"/>
                  </a:ext>
                </a:extLst>
              </p14:cNvPr>
              <p14:cNvContentPartPr/>
              <p14:nvPr/>
            </p14:nvContentPartPr>
            <p14:xfrm>
              <a:off x="7671960" y="3090960"/>
              <a:ext cx="360" cy="360"/>
            </p14:xfrm>
          </p:contentPart>
        </mc:Choice>
        <mc:Fallback xmlns="">
          <p:pic>
            <p:nvPicPr>
              <p:cNvPr id="9" name="Ink 8">
                <a:extLst>
                  <a:ext uri="{FF2B5EF4-FFF2-40B4-BE49-F238E27FC236}">
                    <a16:creationId xmlns:a16="http://schemas.microsoft.com/office/drawing/2014/main" id="{646FE169-361E-467C-9FC8-6344C77D19C1}"/>
                  </a:ext>
                </a:extLst>
              </p:cNvPr>
              <p:cNvPicPr/>
              <p:nvPr/>
            </p:nvPicPr>
            <p:blipFill>
              <a:blip r:embed="rId10"/>
              <a:stretch>
                <a:fillRect/>
              </a:stretch>
            </p:blipFill>
            <p:spPr>
              <a:xfrm>
                <a:off x="7662600" y="308160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0B6B1ABA-EAC9-4077-8CED-23F64C699771}"/>
                  </a:ext>
                </a:extLst>
              </p14:cNvPr>
              <p14:cNvContentPartPr/>
              <p14:nvPr/>
            </p14:nvContentPartPr>
            <p14:xfrm>
              <a:off x="3598920" y="2424600"/>
              <a:ext cx="5145480" cy="2190240"/>
            </p14:xfrm>
          </p:contentPart>
        </mc:Choice>
        <mc:Fallback xmlns="">
          <p:pic>
            <p:nvPicPr>
              <p:cNvPr id="12" name="Ink 11">
                <a:extLst>
                  <a:ext uri="{FF2B5EF4-FFF2-40B4-BE49-F238E27FC236}">
                    <a16:creationId xmlns:a16="http://schemas.microsoft.com/office/drawing/2014/main" id="{0B6B1ABA-EAC9-4077-8CED-23F64C699771}"/>
                  </a:ext>
                </a:extLst>
              </p:cNvPr>
              <p:cNvPicPr/>
              <p:nvPr/>
            </p:nvPicPr>
            <p:blipFill>
              <a:blip r:embed="rId12"/>
              <a:stretch>
                <a:fillRect/>
              </a:stretch>
            </p:blipFill>
            <p:spPr>
              <a:xfrm>
                <a:off x="3589560" y="2415240"/>
                <a:ext cx="5164200" cy="2208960"/>
              </a:xfrm>
              <a:prstGeom prst="rect">
                <a:avLst/>
              </a:prstGeom>
            </p:spPr>
          </p:pic>
        </mc:Fallback>
      </mc:AlternateContent>
    </p:spTree>
    <p:extLst>
      <p:ext uri="{BB962C8B-B14F-4D97-AF65-F5344CB8AC3E}">
        <p14:creationId xmlns:p14="http://schemas.microsoft.com/office/powerpoint/2010/main" val="26185550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64</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6D06B4-1B82-4150-8A58-491CF6096E79}"/>
                  </a:ext>
                </a:extLst>
              </p:cNvPr>
              <p:cNvSpPr txBox="1"/>
              <p:nvPr/>
            </p:nvSpPr>
            <p:spPr>
              <a:xfrm>
                <a:off x="956930" y="1102227"/>
                <a:ext cx="9263024" cy="1631216"/>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000" dirty="0"/>
                  <a:t>The positive and negative charges set up an electric field as in Fig.1.2.2. The electric field is a barrier to the free electrons in the </a:t>
                </a:r>
                <a:r>
                  <a:rPr lang="en-US" sz="2000" i="1" dirty="0"/>
                  <a:t>n</a:t>
                </a:r>
                <a:r>
                  <a:rPr lang="en-US" sz="2000" dirty="0"/>
                  <a:t>-region and free holes in p-region. </a:t>
                </a:r>
              </a:p>
              <a:p>
                <a:pPr algn="just">
                  <a:buSzPct val="125000"/>
                </a:pPr>
                <a:endParaRPr lang="en-US" sz="2000" dirty="0"/>
              </a:p>
              <a:p>
                <a:pPr marL="342900" indent="-342900" algn="just">
                  <a:buSzPct val="125000"/>
                  <a:buFont typeface="Wingdings" panose="05000000000000000000" pitchFamily="2" charset="2"/>
                  <a:buChar char="§"/>
                </a:pPr>
                <a:r>
                  <a:rPr lang="en-US" sz="2000" dirty="0"/>
                  <a:t>There exists a potential difference across the depletion layer and is called </a:t>
                </a:r>
                <a:r>
                  <a:rPr lang="en-US" sz="2000" b="1" i="1" dirty="0"/>
                  <a:t>barrier potential </a:t>
                </a:r>
                <a:r>
                  <a:rPr lang="en-US" sz="2000" dirty="0"/>
                  <a:t>(</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oMath>
                </a14:m>
                <a:r>
                  <a:rPr lang="en-US" sz="2000" dirty="0"/>
                  <a:t>).</a:t>
                </a:r>
              </a:p>
            </p:txBody>
          </p:sp>
        </mc:Choice>
        <mc:Fallback xmlns="">
          <p:sp>
            <p:nvSpPr>
              <p:cNvPr id="8" name="TextBox 7">
                <a:extLst>
                  <a:ext uri="{FF2B5EF4-FFF2-40B4-BE49-F238E27FC236}">
                    <a16:creationId xmlns:a16="http://schemas.microsoft.com/office/drawing/2014/main" id="{316D06B4-1B82-4150-8A58-491CF6096E79}"/>
                  </a:ext>
                </a:extLst>
              </p:cNvPr>
              <p:cNvSpPr txBox="1">
                <a:spLocks noRot="1" noChangeAspect="1" noMove="1" noResize="1" noEditPoints="1" noAdjustHandles="1" noChangeArrowheads="1" noChangeShapeType="1" noTextEdit="1"/>
              </p:cNvSpPr>
              <p:nvPr/>
            </p:nvSpPr>
            <p:spPr>
              <a:xfrm>
                <a:off x="956930" y="1102227"/>
                <a:ext cx="9263024" cy="1631216"/>
              </a:xfrm>
              <a:prstGeom prst="rect">
                <a:avLst/>
              </a:prstGeom>
              <a:blipFill>
                <a:blip r:embed="rId2"/>
                <a:stretch>
                  <a:fillRect l="-987" t="-5993" r="-592" b="-59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6B1ECF-92DD-4C08-B2EC-8379CC580992}"/>
                  </a:ext>
                </a:extLst>
              </p:cNvPr>
              <p:cNvSpPr txBox="1"/>
              <p:nvPr/>
            </p:nvSpPr>
            <p:spPr>
              <a:xfrm>
                <a:off x="838200" y="3538130"/>
                <a:ext cx="2470140" cy="7495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ln</m:t>
                          </m:r>
                        </m:fName>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𝐴</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𝐷</m:t>
                                  </m:r>
                                </m:sub>
                              </m:sSub>
                            </m:num>
                            <m:den>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𝑛</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2</m:t>
                                  </m:r>
                                </m:sup>
                              </m:sSubSup>
                            </m:den>
                          </m:f>
                        </m:e>
                      </m:func>
                    </m:oMath>
                  </m:oMathPara>
                </a14:m>
                <a:endParaRPr lang="en-US" sz="2000" dirty="0"/>
              </a:p>
            </p:txBody>
          </p:sp>
        </mc:Choice>
        <mc:Fallback xmlns="">
          <p:sp>
            <p:nvSpPr>
              <p:cNvPr id="9" name="TextBox 8">
                <a:extLst>
                  <a:ext uri="{FF2B5EF4-FFF2-40B4-BE49-F238E27FC236}">
                    <a16:creationId xmlns:a16="http://schemas.microsoft.com/office/drawing/2014/main" id="{EF6B1ECF-92DD-4C08-B2EC-8379CC580992}"/>
                  </a:ext>
                </a:extLst>
              </p:cNvPr>
              <p:cNvSpPr txBox="1">
                <a:spLocks noRot="1" noChangeAspect="1" noMove="1" noResize="1" noEditPoints="1" noAdjustHandles="1" noChangeArrowheads="1" noChangeShapeType="1" noTextEdit="1"/>
              </p:cNvSpPr>
              <p:nvPr/>
            </p:nvSpPr>
            <p:spPr>
              <a:xfrm>
                <a:off x="838200" y="3538130"/>
                <a:ext cx="2470140" cy="74950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EA429-98D7-4497-A79B-F4D0430AE07F}"/>
                  </a:ext>
                </a:extLst>
              </p:cNvPr>
              <p:cNvSpPr txBox="1"/>
              <p:nvPr/>
            </p:nvSpPr>
            <p:spPr>
              <a:xfrm>
                <a:off x="4911983" y="2922146"/>
                <a:ext cx="5522674" cy="2796413"/>
              </a:xfrm>
              <a:prstGeom prst="rect">
                <a:avLst/>
              </a:prstGeom>
              <a:noFill/>
            </p:spPr>
            <p:txBody>
              <a:bodyPr wrap="square" rtlCol="0">
                <a:spAutoFit/>
              </a:bodyPr>
              <a:lstStyle/>
              <a:p>
                <a:r>
                  <a:rPr lang="en-US" sz="2000" dirty="0"/>
                  <a:t>          Where,</a:t>
                </a:r>
              </a:p>
              <a:p>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𝑇</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𝐾𝑇</m:t>
                        </m:r>
                      </m:num>
                      <m:den>
                        <m:r>
                          <a:rPr lang="en-US" sz="2000" b="0" i="1" smtClean="0">
                            <a:latin typeface="Cambria Math" panose="02040503050406030204" pitchFamily="18" charset="0"/>
                          </a:rPr>
                          <m:t>𝑞</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m:t>
                        </m:r>
                      </m:num>
                      <m:den>
                        <m:r>
                          <a:rPr lang="en-US" sz="2000" b="0" i="1" smtClean="0">
                            <a:latin typeface="Cambria Math" panose="02040503050406030204" pitchFamily="18" charset="0"/>
                          </a:rPr>
                          <m:t>11, 600</m:t>
                        </m:r>
                      </m:den>
                    </m:f>
                  </m:oMath>
                </a14:m>
                <a:endParaRPr lang="en-US" sz="2000" dirty="0"/>
              </a:p>
              <a:p>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𝑉𝑜𝑙𝑡</m:t>
                    </m:r>
                    <m:r>
                      <a:rPr lang="en-US" sz="2000" i="1">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𝑒𝑞𝑢𝑖𝑣𝑎𝑙𝑒𝑛𝑡</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𝑜𝑓</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𝑡𝑒𝑚𝑝𝑒𝑟𝑎𝑡𝑢𝑟𝑒</m:t>
                    </m:r>
                  </m:oMath>
                </a14:m>
                <a:endParaRPr lang="en-US" sz="2000" dirty="0"/>
              </a:p>
              <a:p>
                <a:r>
                  <a:rPr lang="en-US" sz="2000" dirty="0"/>
                  <a:t>             </a:t>
                </a:r>
                <a14:m>
                  <m:oMath xmlns:m="http://schemas.openxmlformats.org/officeDocument/2006/math">
                    <m:r>
                      <a:rPr lang="en-US" sz="2000" b="0" i="1" smtClean="0">
                        <a:latin typeface="Cambria Math" panose="02040503050406030204" pitchFamily="18" charset="0"/>
                      </a:rPr>
                      <m:t>𝐾</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𝐵𝑜𝑙𝑡𝑧𝑚𝑎𝑛𝑛</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𝑐𝑜𝑛𝑠𝑡𝑎𝑛𝑡</m:t>
                    </m:r>
                  </m:oMath>
                </a14:m>
                <a:endParaRPr lang="en-US" sz="2000" dirty="0"/>
              </a:p>
              <a:p>
                <a:r>
                  <a:rPr lang="en-US" sz="2000" dirty="0"/>
                  <a:t>             </a:t>
                </a:r>
                <a14:m>
                  <m:oMath xmlns:m="http://schemas.openxmlformats.org/officeDocument/2006/math">
                    <m:r>
                      <a:rPr lang="en-US" sz="2000" b="0" i="1" smtClean="0">
                        <a:latin typeface="Cambria Math" panose="02040503050406030204" pitchFamily="18" charset="0"/>
                      </a:rPr>
                      <m:t>𝑇</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𝑇𝑒𝑚𝑝𝑒𝑟𝑎𝑡𝑢𝑟𝑒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𝑖𝑛</m:t>
                    </m:r>
                    <m:r>
                      <a:rPr lang="en-US" sz="2000" b="0" i="1" smtClean="0">
                        <a:latin typeface="Cambria Math" panose="02040503050406030204" pitchFamily="18" charset="0"/>
                        <a:ea typeface="Cambria Math" panose="02040503050406030204" pitchFamily="18" charset="0"/>
                      </a:rPr>
                      <m:t> </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𝑘</m:t>
                        </m:r>
                      </m:e>
                      <m:sup>
                        <m:r>
                          <a:rPr lang="en-US" sz="2000" b="0" i="1" smtClean="0">
                            <a:latin typeface="Cambria Math" panose="02040503050406030204" pitchFamily="18" charset="0"/>
                            <a:ea typeface="Cambria Math" panose="02040503050406030204" pitchFamily="18" charset="0"/>
                          </a:rPr>
                          <m:t>°</m:t>
                        </m:r>
                      </m:sup>
                    </m:sSup>
                  </m:oMath>
                </a14:m>
                <a:endParaRPr lang="en-US" sz="2000" dirty="0"/>
              </a:p>
              <a:p>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𝐴</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𝐴𝑐𝑐𝑒𝑝𝑡𝑜𝑟</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𝑖𝑜𝑛</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𝑐𝑜𝑛𝑐𝑒𝑛𝑡𝑟𝑎𝑡𝑖𝑜𝑛</m:t>
                    </m:r>
                  </m:oMath>
                </a14:m>
                <a:endParaRPr lang="en-US" sz="2000" dirty="0"/>
              </a:p>
              <a:p>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𝐷</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𝐷𝑜𝑛𝑜𝑟</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𝑖𝑜𝑛</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𝑐𝑜𝑛𝑐𝑒𝑛𝑡𝑟𝑎𝑡𝑖𝑜𝑛</m:t>
                    </m:r>
                  </m:oMath>
                </a14:m>
                <a:endParaRPr lang="en-US" sz="2000" dirty="0"/>
              </a:p>
              <a:p>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𝑖</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𝐼𝑛𝑡𝑟𝑖𝑛𝑠𝑖𝑐</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𝑐𝑜𝑛𝑐𝑒𝑛𝑡𝑟𝑎𝑡𝑖𝑜𝑛</m:t>
                    </m:r>
                  </m:oMath>
                </a14:m>
                <a:endParaRPr lang="en-US" sz="2000" dirty="0"/>
              </a:p>
            </p:txBody>
          </p:sp>
        </mc:Choice>
        <mc:Fallback xmlns="">
          <p:sp>
            <p:nvSpPr>
              <p:cNvPr id="10" name="TextBox 9">
                <a:extLst>
                  <a:ext uri="{FF2B5EF4-FFF2-40B4-BE49-F238E27FC236}">
                    <a16:creationId xmlns:a16="http://schemas.microsoft.com/office/drawing/2014/main" id="{350EA429-98D7-4497-A79B-F4D0430AE07F}"/>
                  </a:ext>
                </a:extLst>
              </p:cNvPr>
              <p:cNvSpPr txBox="1">
                <a:spLocks noRot="1" noChangeAspect="1" noMove="1" noResize="1" noEditPoints="1" noAdjustHandles="1" noChangeArrowheads="1" noChangeShapeType="1" noTextEdit="1"/>
              </p:cNvSpPr>
              <p:nvPr/>
            </p:nvSpPr>
            <p:spPr>
              <a:xfrm>
                <a:off x="4911983" y="2922146"/>
                <a:ext cx="5522674" cy="2796413"/>
              </a:xfrm>
              <a:prstGeom prst="rect">
                <a:avLst/>
              </a:prstGeom>
              <a:blipFill>
                <a:blip r:embed="rId4"/>
                <a:stretch>
                  <a:fillRect t="-1089"/>
                </a:stretch>
              </a:blipFill>
            </p:spPr>
            <p:txBody>
              <a:bodyPr/>
              <a:lstStyle/>
              <a:p>
                <a:r>
                  <a:rPr lang="en-IN">
                    <a:noFill/>
                  </a:rPr>
                  <a:t> </a:t>
                </a:r>
              </a:p>
            </p:txBody>
          </p:sp>
        </mc:Fallback>
      </mc:AlternateContent>
      <p:sp>
        <p:nvSpPr>
          <p:cNvPr id="11" name="TextBox 7">
            <a:extLst>
              <a:ext uri="{FF2B5EF4-FFF2-40B4-BE49-F238E27FC236}">
                <a16:creationId xmlns:a16="http://schemas.microsoft.com/office/drawing/2014/main" id="{4E4E64C2-F09F-42C8-8BF5-BF89ACE273AA}"/>
              </a:ext>
            </a:extLst>
          </p:cNvPr>
          <p:cNvSpPr txBox="1"/>
          <p:nvPr/>
        </p:nvSpPr>
        <p:spPr>
          <a:xfrm>
            <a:off x="3863162" y="3674758"/>
            <a:ext cx="1235070" cy="41064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sz="2000" dirty="0"/>
              <a:t>[Eq.1.2.2]</a:t>
            </a:r>
          </a:p>
        </p:txBody>
      </p:sp>
      <p:sp>
        <p:nvSpPr>
          <p:cNvPr id="12" name="Rectangle 11">
            <a:extLst>
              <a:ext uri="{FF2B5EF4-FFF2-40B4-BE49-F238E27FC236}">
                <a16:creationId xmlns:a16="http://schemas.microsoft.com/office/drawing/2014/main" id="{FEB2FE43-EA9A-434B-ADCC-F95C28EA0949}"/>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80D5E01-9308-448C-8B11-C710D7A49A96}"/>
                  </a:ext>
                </a:extLst>
              </p14:cNvPr>
              <p14:cNvContentPartPr/>
              <p14:nvPr/>
            </p14:nvContentPartPr>
            <p14:xfrm>
              <a:off x="1280160" y="2531160"/>
              <a:ext cx="8843760" cy="2960280"/>
            </p14:xfrm>
          </p:contentPart>
        </mc:Choice>
        <mc:Fallback xmlns="">
          <p:pic>
            <p:nvPicPr>
              <p:cNvPr id="2" name="Ink 1">
                <a:extLst>
                  <a:ext uri="{FF2B5EF4-FFF2-40B4-BE49-F238E27FC236}">
                    <a16:creationId xmlns:a16="http://schemas.microsoft.com/office/drawing/2014/main" id="{A80D5E01-9308-448C-8B11-C710D7A49A96}"/>
                  </a:ext>
                </a:extLst>
              </p:cNvPr>
              <p:cNvPicPr/>
              <p:nvPr/>
            </p:nvPicPr>
            <p:blipFill>
              <a:blip r:embed="rId6"/>
              <a:stretch>
                <a:fillRect/>
              </a:stretch>
            </p:blipFill>
            <p:spPr>
              <a:xfrm>
                <a:off x="1270800" y="2521800"/>
                <a:ext cx="8862480" cy="297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0CBC125D-EEF7-4770-A0D7-36795D65DA27}"/>
                  </a:ext>
                </a:extLst>
              </p14:cNvPr>
              <p14:cNvContentPartPr/>
              <p14:nvPr/>
            </p14:nvContentPartPr>
            <p14:xfrm>
              <a:off x="5681880" y="3189600"/>
              <a:ext cx="3746520" cy="507240"/>
            </p14:xfrm>
          </p:contentPart>
        </mc:Choice>
        <mc:Fallback xmlns="">
          <p:pic>
            <p:nvPicPr>
              <p:cNvPr id="3" name="Ink 2">
                <a:extLst>
                  <a:ext uri="{FF2B5EF4-FFF2-40B4-BE49-F238E27FC236}">
                    <a16:creationId xmlns:a16="http://schemas.microsoft.com/office/drawing/2014/main" id="{0CBC125D-EEF7-4770-A0D7-36795D65DA27}"/>
                  </a:ext>
                </a:extLst>
              </p:cNvPr>
              <p:cNvPicPr/>
              <p:nvPr/>
            </p:nvPicPr>
            <p:blipFill>
              <a:blip r:embed="rId8"/>
              <a:stretch>
                <a:fillRect/>
              </a:stretch>
            </p:blipFill>
            <p:spPr>
              <a:xfrm>
                <a:off x="5672520" y="3180240"/>
                <a:ext cx="3765240" cy="525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C8975893-E7F4-4C60-8C5E-838B5C6F794F}"/>
                  </a:ext>
                </a:extLst>
              </p14:cNvPr>
              <p14:cNvContentPartPr/>
              <p14:nvPr/>
            </p14:nvContentPartPr>
            <p14:xfrm>
              <a:off x="1208520" y="3710520"/>
              <a:ext cx="7725960" cy="1841760"/>
            </p14:xfrm>
          </p:contentPart>
        </mc:Choice>
        <mc:Fallback xmlns="">
          <p:pic>
            <p:nvPicPr>
              <p:cNvPr id="7" name="Ink 6">
                <a:extLst>
                  <a:ext uri="{FF2B5EF4-FFF2-40B4-BE49-F238E27FC236}">
                    <a16:creationId xmlns:a16="http://schemas.microsoft.com/office/drawing/2014/main" id="{C8975893-E7F4-4C60-8C5E-838B5C6F794F}"/>
                  </a:ext>
                </a:extLst>
              </p:cNvPr>
              <p:cNvPicPr/>
              <p:nvPr/>
            </p:nvPicPr>
            <p:blipFill>
              <a:blip r:embed="rId10"/>
              <a:stretch>
                <a:fillRect/>
              </a:stretch>
            </p:blipFill>
            <p:spPr>
              <a:xfrm>
                <a:off x="1199160" y="3701160"/>
                <a:ext cx="7744680" cy="1860480"/>
              </a:xfrm>
              <a:prstGeom prst="rect">
                <a:avLst/>
              </a:prstGeom>
            </p:spPr>
          </p:pic>
        </mc:Fallback>
      </mc:AlternateContent>
    </p:spTree>
    <p:extLst>
      <p:ext uri="{BB962C8B-B14F-4D97-AF65-F5344CB8AC3E}">
        <p14:creationId xmlns:p14="http://schemas.microsoft.com/office/powerpoint/2010/main" val="16752166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65</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13FC49C-6F30-40DA-8B0F-63A3C505B88C}"/>
                  </a:ext>
                </a:extLst>
              </p:cNvPr>
              <p:cNvSpPr txBox="1"/>
              <p:nvPr/>
            </p:nvSpPr>
            <p:spPr>
              <a:xfrm>
                <a:off x="838199" y="1086157"/>
                <a:ext cx="10064847" cy="193899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barrier potential of a </a:t>
                </a:r>
                <a:r>
                  <a:rPr lang="en-US" sz="2400" i="1" dirty="0"/>
                  <a:t>pn-</a:t>
                </a:r>
                <a:r>
                  <a:rPr lang="en-US" sz="2400" dirty="0"/>
                  <a:t>junction depends upon several factors including the type of semiconductor material, the amount of doping and temperature. </a:t>
                </a:r>
              </a:p>
              <a:p>
                <a:pPr marL="342900" indent="-342900" algn="just">
                  <a:buSzPct val="125000"/>
                  <a:buFont typeface="Wingdings" panose="05000000000000000000" pitchFamily="2" charset="2"/>
                  <a:buChar char="§"/>
                </a:pPr>
                <a:r>
                  <a:rPr lang="en-US" sz="2400" dirty="0"/>
                  <a:t>At room temperature, the typical barrier potential/contact potential is approximately: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0</m:t>
                        </m:r>
                      </m:sub>
                    </m:sSub>
                  </m:oMath>
                </a14:m>
                <a:r>
                  <a:rPr lang="en-US" sz="2400" dirty="0"/>
                  <a:t> = 0.3 V for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𝑒</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0</m:t>
                        </m:r>
                      </m:sub>
                    </m:sSub>
                  </m:oMath>
                </a14:m>
                <a:r>
                  <a:rPr lang="en-US" sz="2400" dirty="0"/>
                  <a:t> = 0.7 V for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𝑖</m:t>
                        </m:r>
                      </m:sub>
                    </m:sSub>
                  </m:oMath>
                </a14:m>
                <a:r>
                  <a:rPr lang="en-US" sz="2400" dirty="0"/>
                  <a:t>.</a:t>
                </a:r>
              </a:p>
              <a:p>
                <a:pPr marL="342900" indent="-342900" algn="just">
                  <a:buSzPct val="125000"/>
                  <a:buFont typeface="Wingdings" panose="05000000000000000000" pitchFamily="2" charset="2"/>
                  <a:buChar char="§"/>
                </a:pPr>
                <a:r>
                  <a:rPr lang="en-US" sz="2400" dirty="0"/>
                  <a:t>For an arbitrary combination of doping levels, the condition prevailing is:</a:t>
                </a:r>
              </a:p>
            </p:txBody>
          </p:sp>
        </mc:Choice>
        <mc:Fallback xmlns="">
          <p:sp>
            <p:nvSpPr>
              <p:cNvPr id="8" name="TextBox 7">
                <a:extLst>
                  <a:ext uri="{FF2B5EF4-FFF2-40B4-BE49-F238E27FC236}">
                    <a16:creationId xmlns:a16="http://schemas.microsoft.com/office/drawing/2014/main" id="{B13FC49C-6F30-40DA-8B0F-63A3C505B88C}"/>
                  </a:ext>
                </a:extLst>
              </p:cNvPr>
              <p:cNvSpPr txBox="1">
                <a:spLocks noRot="1" noChangeAspect="1" noMove="1" noResize="1" noEditPoints="1" noAdjustHandles="1" noChangeArrowheads="1" noChangeShapeType="1" noTextEdit="1"/>
              </p:cNvSpPr>
              <p:nvPr/>
            </p:nvSpPr>
            <p:spPr>
              <a:xfrm>
                <a:off x="838199" y="1086157"/>
                <a:ext cx="10064847" cy="1938992"/>
              </a:xfrm>
              <a:prstGeom prst="rect">
                <a:avLst/>
              </a:prstGeom>
              <a:blipFill>
                <a:blip r:embed="rId2"/>
                <a:stretch>
                  <a:fillRect l="-1211" t="-6289" r="-908" b="-786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A0F7646-AB92-4BCA-A48B-E20302FDE89B}"/>
                  </a:ext>
                </a:extLst>
              </p:cNvPr>
              <p:cNvSpPr txBox="1"/>
              <p:nvPr/>
            </p:nvSpPr>
            <p:spPr>
              <a:xfrm>
                <a:off x="1371599" y="3916122"/>
                <a:ext cx="8050131" cy="1841979"/>
              </a:xfrm>
              <a:prstGeom prst="rect">
                <a:avLst/>
              </a:prstGeom>
              <a:noFill/>
            </p:spPr>
            <p:txBody>
              <a:bodyPr wrap="square" rtlCol="0">
                <a:spAutoFit/>
              </a:bodyPr>
              <a:lstStyle/>
              <a:p>
                <a:r>
                  <a:rPr lang="en-US" dirty="0"/>
                  <a:t> </a:t>
                </a:r>
                <a:r>
                  <a:rPr lang="en-US" sz="2200" dirty="0"/>
                  <a:t>Where</a:t>
                </a:r>
              </a:p>
              <a:p>
                <a:r>
                  <a:rPr lang="en-US" sz="2200" dirty="0"/>
                  <a:t> </a:t>
                </a:r>
                <a14:m>
                  <m:oMath xmlns:m="http://schemas.openxmlformats.org/officeDocument/2006/math">
                    <m:sSub>
                      <m:sSubPr>
                        <m:ctrlPr>
                          <a:rPr lang="en-US" sz="2200" i="1" smtClean="0">
                            <a:latin typeface="Cambria Math" panose="02040503050406030204" pitchFamily="18" charset="0"/>
                          </a:rPr>
                        </m:ctrlPr>
                      </m:sSubPr>
                      <m:e>
                        <m:r>
                          <a:rPr lang="en-US" sz="2200" i="1">
                            <a:latin typeface="Cambria Math" panose="02040503050406030204" pitchFamily="18" charset="0"/>
                          </a:rPr>
                          <m:t>𝑁</m:t>
                        </m:r>
                      </m:e>
                      <m:sub>
                        <m:r>
                          <a:rPr lang="en-US" sz="2200" i="1">
                            <a:latin typeface="Cambria Math" panose="02040503050406030204" pitchFamily="18" charset="0"/>
                          </a:rPr>
                          <m:t>𝐴</m:t>
                        </m:r>
                      </m:sub>
                    </m:sSub>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𝐴𝑐𝑐𝑒𝑝𝑡𝑜𝑟</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𝑖𝑜𝑛</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𝑐𝑜𝑛𝑐𝑒𝑛𝑡𝑟𝑎𝑡𝑖𝑜𝑛</m:t>
                    </m:r>
                  </m:oMath>
                </a14:m>
                <a:endParaRPr lang="en-US" sz="2200" dirty="0"/>
              </a:p>
              <a:p>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𝑁</m:t>
                        </m:r>
                      </m:e>
                      <m:sub>
                        <m:r>
                          <a:rPr lang="en-US" sz="2200" i="1">
                            <a:latin typeface="Cambria Math" panose="02040503050406030204" pitchFamily="18" charset="0"/>
                          </a:rPr>
                          <m:t>𝐷</m:t>
                        </m:r>
                      </m:sub>
                    </m:sSub>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𝐷𝑜𝑛𝑜𝑟</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𝑖𝑜𝑛</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𝑐𝑜𝑛𝑐𝑒𝑛𝑡𝑟𝑎𝑡𝑖𝑜𝑛</m:t>
                    </m:r>
                  </m:oMath>
                </a14:m>
                <a:endParaRPr lang="en-US" sz="2200" i="1" dirty="0">
                  <a:latin typeface="Cambria Math" panose="02040503050406030204" pitchFamily="18" charset="0"/>
                  <a:ea typeface="Cambria Math" panose="02040503050406030204" pitchFamily="18" charset="0"/>
                </a:endParaRPr>
              </a:p>
              <a:p>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panose="02040503050406030204" pitchFamily="18" charset="0"/>
                          </a:rPr>
                          <m:t>𝑊</m:t>
                        </m:r>
                      </m:e>
                      <m:sub>
                        <m:r>
                          <a:rPr lang="en-US" sz="2200" b="0" i="1" smtClean="0">
                            <a:latin typeface="Cambria Math" panose="02040503050406030204" pitchFamily="18" charset="0"/>
                          </a:rPr>
                          <m:t>𝑝</m:t>
                        </m:r>
                      </m:sub>
                    </m:sSub>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𝑊𝑖𝑑𝑡h</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𝑜𝑓</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𝑑𝑒𝑝𝑙𝑒𝑡𝑖𝑜𝑛</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𝑙𝑎𝑦𝑒𝑟</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𝑜𝑛</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𝑝</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𝑠𝑖𝑑𝑒</m:t>
                    </m:r>
                  </m:oMath>
                </a14:m>
                <a:endParaRPr lang="en-US" sz="2200" dirty="0"/>
              </a:p>
              <a:p>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𝑊</m:t>
                        </m:r>
                      </m:e>
                      <m:sub>
                        <m:r>
                          <a:rPr lang="en-US" sz="2200" b="0" i="1" smtClean="0">
                            <a:latin typeface="Cambria Math" panose="02040503050406030204" pitchFamily="18" charset="0"/>
                          </a:rPr>
                          <m:t>𝑛</m:t>
                        </m:r>
                      </m:sub>
                    </m:sSub>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𝑊𝑖𝑑𝑡h</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𝑜𝑓</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𝑑𝑒𝑝𝑙𝑒𝑡𝑖𝑜𝑛</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𝑙𝑎𝑦𝑒𝑟</m:t>
                    </m:r>
                    <m:r>
                      <a:rPr lang="en-US" sz="2200" i="1">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𝑜𝑛</m:t>
                    </m:r>
                    <m:r>
                      <a:rPr lang="en-US" sz="2200" i="1">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𝑠𝑖𝑑𝑒</m:t>
                    </m:r>
                  </m:oMath>
                </a14:m>
                <a:endParaRPr lang="en-US" dirty="0"/>
              </a:p>
            </p:txBody>
          </p:sp>
        </mc:Choice>
        <mc:Fallback xmlns="">
          <p:sp>
            <p:nvSpPr>
              <p:cNvPr id="9" name="TextBox 8">
                <a:extLst>
                  <a:ext uri="{FF2B5EF4-FFF2-40B4-BE49-F238E27FC236}">
                    <a16:creationId xmlns:a16="http://schemas.microsoft.com/office/drawing/2014/main" id="{5A0F7646-AB92-4BCA-A48B-E20302FDE89B}"/>
                  </a:ext>
                </a:extLst>
              </p:cNvPr>
              <p:cNvSpPr txBox="1">
                <a:spLocks noRot="1" noChangeAspect="1" noMove="1" noResize="1" noEditPoints="1" noAdjustHandles="1" noChangeArrowheads="1" noChangeShapeType="1" noTextEdit="1"/>
              </p:cNvSpPr>
              <p:nvPr/>
            </p:nvSpPr>
            <p:spPr>
              <a:xfrm>
                <a:off x="1371599" y="3916122"/>
                <a:ext cx="8050131" cy="1841979"/>
              </a:xfrm>
              <a:prstGeom prst="rect">
                <a:avLst/>
              </a:prstGeom>
              <a:blipFill>
                <a:blip r:embed="rId3"/>
                <a:stretch>
                  <a:fillRect l="-303" t="-1980" b="-9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51E5614-043C-4E13-AC4F-282721195653}"/>
                  </a:ext>
                </a:extLst>
              </p:cNvPr>
              <p:cNvSpPr txBox="1"/>
              <p:nvPr/>
            </p:nvSpPr>
            <p:spPr>
              <a:xfrm>
                <a:off x="2628832" y="3062818"/>
                <a:ext cx="2767833" cy="4901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𝐷</m:t>
                          </m:r>
                        </m:sub>
                      </m:sSub>
                    </m:oMath>
                  </m:oMathPara>
                </a14:m>
                <a:endParaRPr lang="en-US" sz="2400" dirty="0"/>
              </a:p>
            </p:txBody>
          </p:sp>
        </mc:Choice>
        <mc:Fallback xmlns="">
          <p:sp>
            <p:nvSpPr>
              <p:cNvPr id="10" name="TextBox 9">
                <a:extLst>
                  <a:ext uri="{FF2B5EF4-FFF2-40B4-BE49-F238E27FC236}">
                    <a16:creationId xmlns:a16="http://schemas.microsoft.com/office/drawing/2014/main" id="{E51E5614-043C-4E13-AC4F-282721195653}"/>
                  </a:ext>
                </a:extLst>
              </p:cNvPr>
              <p:cNvSpPr txBox="1">
                <a:spLocks noRot="1" noChangeAspect="1" noMove="1" noResize="1" noEditPoints="1" noAdjustHandles="1" noChangeArrowheads="1" noChangeShapeType="1" noTextEdit="1"/>
              </p:cNvSpPr>
              <p:nvPr/>
            </p:nvSpPr>
            <p:spPr>
              <a:xfrm>
                <a:off x="2628832" y="3062818"/>
                <a:ext cx="2767833" cy="490199"/>
              </a:xfrm>
              <a:prstGeom prst="rect">
                <a:avLst/>
              </a:prstGeom>
              <a:blipFill>
                <a:blip r:embed="rId4"/>
                <a:stretch>
                  <a:fillRect b="-6173"/>
                </a:stretch>
              </a:blipFill>
            </p:spPr>
            <p:txBody>
              <a:bodyPr/>
              <a:lstStyle/>
              <a:p>
                <a:r>
                  <a:rPr lang="en-IN">
                    <a:noFill/>
                  </a:rPr>
                  <a:t> </a:t>
                </a:r>
              </a:p>
            </p:txBody>
          </p:sp>
        </mc:Fallback>
      </mc:AlternateContent>
      <p:sp>
        <p:nvSpPr>
          <p:cNvPr id="11" name="TextBox 7">
            <a:extLst>
              <a:ext uri="{FF2B5EF4-FFF2-40B4-BE49-F238E27FC236}">
                <a16:creationId xmlns:a16="http://schemas.microsoft.com/office/drawing/2014/main" id="{8D92F6F9-9C76-40EB-841C-F38D2289BC33}"/>
              </a:ext>
            </a:extLst>
          </p:cNvPr>
          <p:cNvSpPr txBox="1"/>
          <p:nvPr/>
        </p:nvSpPr>
        <p:spPr>
          <a:xfrm>
            <a:off x="8751614" y="3016679"/>
            <a:ext cx="1340233"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sz="2000" dirty="0"/>
              <a:t>[Eq.1.2.3]</a:t>
            </a:r>
          </a:p>
        </p:txBody>
      </p:sp>
      <p:sp>
        <p:nvSpPr>
          <p:cNvPr id="12" name="Rectangle 11">
            <a:extLst>
              <a:ext uri="{FF2B5EF4-FFF2-40B4-BE49-F238E27FC236}">
                <a16:creationId xmlns:a16="http://schemas.microsoft.com/office/drawing/2014/main" id="{96F3B717-3E51-41F8-BC57-3F6844D5622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96B2927B-CDFF-41E8-B971-CD5388437049}"/>
                  </a:ext>
                </a:extLst>
              </p14:cNvPr>
              <p14:cNvContentPartPr/>
              <p14:nvPr/>
            </p14:nvContentPartPr>
            <p14:xfrm>
              <a:off x="1756800" y="3019320"/>
              <a:ext cx="10151640" cy="3142800"/>
            </p14:xfrm>
          </p:contentPart>
        </mc:Choice>
        <mc:Fallback xmlns="">
          <p:pic>
            <p:nvPicPr>
              <p:cNvPr id="2" name="Ink 1">
                <a:extLst>
                  <a:ext uri="{FF2B5EF4-FFF2-40B4-BE49-F238E27FC236}">
                    <a16:creationId xmlns:a16="http://schemas.microsoft.com/office/drawing/2014/main" id="{96B2927B-CDFF-41E8-B971-CD5388437049}"/>
                  </a:ext>
                </a:extLst>
              </p:cNvPr>
              <p:cNvPicPr/>
              <p:nvPr/>
            </p:nvPicPr>
            <p:blipFill>
              <a:blip r:embed="rId6"/>
              <a:stretch>
                <a:fillRect/>
              </a:stretch>
            </p:blipFill>
            <p:spPr>
              <a:xfrm>
                <a:off x="1747440" y="3009960"/>
                <a:ext cx="10170360" cy="3161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9BAE70EC-4097-4153-8E3C-FB550EDAE9C0}"/>
                  </a:ext>
                </a:extLst>
              </p14:cNvPr>
              <p14:cNvContentPartPr/>
              <p14:nvPr/>
            </p14:nvContentPartPr>
            <p14:xfrm>
              <a:off x="2531520" y="1433880"/>
              <a:ext cx="9450000" cy="4722120"/>
            </p14:xfrm>
          </p:contentPart>
        </mc:Choice>
        <mc:Fallback xmlns="">
          <p:pic>
            <p:nvPicPr>
              <p:cNvPr id="3" name="Ink 2">
                <a:extLst>
                  <a:ext uri="{FF2B5EF4-FFF2-40B4-BE49-F238E27FC236}">
                    <a16:creationId xmlns:a16="http://schemas.microsoft.com/office/drawing/2014/main" id="{9BAE70EC-4097-4153-8E3C-FB550EDAE9C0}"/>
                  </a:ext>
                </a:extLst>
              </p:cNvPr>
              <p:cNvPicPr/>
              <p:nvPr/>
            </p:nvPicPr>
            <p:blipFill>
              <a:blip r:embed="rId8"/>
              <a:stretch>
                <a:fillRect/>
              </a:stretch>
            </p:blipFill>
            <p:spPr>
              <a:xfrm>
                <a:off x="2522160" y="1424520"/>
                <a:ext cx="9468720" cy="4740840"/>
              </a:xfrm>
              <a:prstGeom prst="rect">
                <a:avLst/>
              </a:prstGeom>
            </p:spPr>
          </p:pic>
        </mc:Fallback>
      </mc:AlternateContent>
    </p:spTree>
    <p:extLst>
      <p:ext uri="{BB962C8B-B14F-4D97-AF65-F5344CB8AC3E}">
        <p14:creationId xmlns:p14="http://schemas.microsoft.com/office/powerpoint/2010/main" val="3732836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66</a:t>
            </a:fld>
            <a:endParaRPr lang="en-IN"/>
          </a:p>
        </p:txBody>
      </p:sp>
      <p:sp>
        <p:nvSpPr>
          <p:cNvPr id="7" name="Rectangle 6">
            <a:extLst>
              <a:ext uri="{FF2B5EF4-FFF2-40B4-BE49-F238E27FC236}">
                <a16:creationId xmlns:a16="http://schemas.microsoft.com/office/drawing/2014/main" id="{F814425B-A329-4036-A1BF-3D93AFB9C87A}"/>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2EAA821-196F-4391-A70F-145D4C1C366D}"/>
                  </a:ext>
                </a:extLst>
              </p14:cNvPr>
              <p14:cNvContentPartPr/>
              <p14:nvPr/>
            </p14:nvContentPartPr>
            <p14:xfrm>
              <a:off x="5703480" y="1396440"/>
              <a:ext cx="2621160" cy="4443480"/>
            </p14:xfrm>
          </p:contentPart>
        </mc:Choice>
        <mc:Fallback xmlns="">
          <p:pic>
            <p:nvPicPr>
              <p:cNvPr id="3" name="Ink 2">
                <a:extLst>
                  <a:ext uri="{FF2B5EF4-FFF2-40B4-BE49-F238E27FC236}">
                    <a16:creationId xmlns:a16="http://schemas.microsoft.com/office/drawing/2014/main" id="{42EAA821-196F-4391-A70F-145D4C1C366D}"/>
                  </a:ext>
                </a:extLst>
              </p:cNvPr>
              <p:cNvPicPr/>
              <p:nvPr/>
            </p:nvPicPr>
            <p:blipFill>
              <a:blip r:embed="rId5"/>
              <a:stretch>
                <a:fillRect/>
              </a:stretch>
            </p:blipFill>
            <p:spPr>
              <a:xfrm>
                <a:off x="5694120" y="1387080"/>
                <a:ext cx="2639880" cy="446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EDF164D-2134-4C41-A805-8431DA42656E}"/>
                  </a:ext>
                </a:extLst>
              </p14:cNvPr>
              <p14:cNvContentPartPr/>
              <p14:nvPr/>
            </p14:nvContentPartPr>
            <p14:xfrm>
              <a:off x="108000" y="1037160"/>
              <a:ext cx="11265120" cy="5531400"/>
            </p14:xfrm>
          </p:contentPart>
        </mc:Choice>
        <mc:Fallback xmlns="">
          <p:pic>
            <p:nvPicPr>
              <p:cNvPr id="8" name="Ink 7">
                <a:extLst>
                  <a:ext uri="{FF2B5EF4-FFF2-40B4-BE49-F238E27FC236}">
                    <a16:creationId xmlns:a16="http://schemas.microsoft.com/office/drawing/2014/main" id="{3EDF164D-2134-4C41-A805-8431DA42656E}"/>
                  </a:ext>
                </a:extLst>
              </p:cNvPr>
              <p:cNvPicPr/>
              <p:nvPr/>
            </p:nvPicPr>
            <p:blipFill>
              <a:blip r:embed="rId7"/>
              <a:stretch>
                <a:fillRect/>
              </a:stretch>
            </p:blipFill>
            <p:spPr>
              <a:xfrm>
                <a:off x="98640" y="1027800"/>
                <a:ext cx="11283840" cy="5550120"/>
              </a:xfrm>
              <a:prstGeom prst="rect">
                <a:avLst/>
              </a:prstGeom>
            </p:spPr>
          </p:pic>
        </mc:Fallback>
      </mc:AlternateContent>
    </p:spTree>
    <p:extLst>
      <p:ext uri="{BB962C8B-B14F-4D97-AF65-F5344CB8AC3E}">
        <p14:creationId xmlns:p14="http://schemas.microsoft.com/office/powerpoint/2010/main" val="2824857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67</a:t>
            </a:fld>
            <a:endParaRPr lang="en-IN"/>
          </a:p>
        </p:txBody>
      </p:sp>
      <p:sp>
        <p:nvSpPr>
          <p:cNvPr id="7" name="Rectangle 6">
            <a:extLst>
              <a:ext uri="{FF2B5EF4-FFF2-40B4-BE49-F238E27FC236}">
                <a16:creationId xmlns:a16="http://schemas.microsoft.com/office/drawing/2014/main" id="{F814425B-A329-4036-A1BF-3D93AFB9C87A}"/>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44493540-E9BF-4748-9DDD-88F1D2EC84F9}"/>
                  </a:ext>
                </a:extLst>
              </p14:cNvPr>
              <p14:cNvContentPartPr/>
              <p14:nvPr/>
            </p14:nvContentPartPr>
            <p14:xfrm>
              <a:off x="1604520" y="879480"/>
              <a:ext cx="10177560" cy="5062680"/>
            </p14:xfrm>
          </p:contentPart>
        </mc:Choice>
        <mc:Fallback xmlns="">
          <p:pic>
            <p:nvPicPr>
              <p:cNvPr id="8" name="Ink 7">
                <a:extLst>
                  <a:ext uri="{FF2B5EF4-FFF2-40B4-BE49-F238E27FC236}">
                    <a16:creationId xmlns:a16="http://schemas.microsoft.com/office/drawing/2014/main" id="{44493540-E9BF-4748-9DDD-88F1D2EC84F9}"/>
                  </a:ext>
                </a:extLst>
              </p:cNvPr>
              <p:cNvPicPr/>
              <p:nvPr/>
            </p:nvPicPr>
            <p:blipFill>
              <a:blip r:embed="rId3"/>
              <a:stretch>
                <a:fillRect/>
              </a:stretch>
            </p:blipFill>
            <p:spPr>
              <a:xfrm>
                <a:off x="1595160" y="870120"/>
                <a:ext cx="10196280" cy="5081400"/>
              </a:xfrm>
              <a:prstGeom prst="rect">
                <a:avLst/>
              </a:prstGeom>
            </p:spPr>
          </p:pic>
        </mc:Fallback>
      </mc:AlternateContent>
    </p:spTree>
    <p:extLst>
      <p:ext uri="{BB962C8B-B14F-4D97-AF65-F5344CB8AC3E}">
        <p14:creationId xmlns:p14="http://schemas.microsoft.com/office/powerpoint/2010/main" val="16180574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68</a:t>
            </a:fld>
            <a:endParaRPr lang="en-IN"/>
          </a:p>
        </p:txBody>
      </p:sp>
      <p:sp>
        <p:nvSpPr>
          <p:cNvPr id="13" name="TextBox 4">
            <a:extLst>
              <a:ext uri="{FF2B5EF4-FFF2-40B4-BE49-F238E27FC236}">
                <a16:creationId xmlns:a16="http://schemas.microsoft.com/office/drawing/2014/main" id="{521FAD80-38B1-4C6C-A664-69813E685CF0}"/>
              </a:ext>
            </a:extLst>
          </p:cNvPr>
          <p:cNvSpPr txBox="1"/>
          <p:nvPr/>
        </p:nvSpPr>
        <p:spPr>
          <a:xfrm>
            <a:off x="639208" y="5523984"/>
            <a:ext cx="7971392"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sz="1800" dirty="0"/>
              <a:t>Fig.1.2.5 [The complete </a:t>
            </a:r>
            <a:r>
              <a:rPr lang="en-US" sz="1800" i="1" dirty="0"/>
              <a:t>V-I </a:t>
            </a:r>
            <a:r>
              <a:rPr lang="en-US" sz="1800" dirty="0"/>
              <a:t>characteristic curve for an ideal and Practical </a:t>
            </a:r>
            <a:r>
              <a:rPr lang="en-US" sz="1800" i="1" dirty="0"/>
              <a:t>pn</a:t>
            </a:r>
            <a:r>
              <a:rPr lang="en-US" sz="1800" dirty="0"/>
              <a:t>-diode]</a:t>
            </a:r>
          </a:p>
        </p:txBody>
      </p:sp>
      <p:sp>
        <p:nvSpPr>
          <p:cNvPr id="14" name="Rectangle 13">
            <a:extLst>
              <a:ext uri="{FF2B5EF4-FFF2-40B4-BE49-F238E27FC236}">
                <a16:creationId xmlns:a16="http://schemas.microsoft.com/office/drawing/2014/main" id="{8948E3E2-E2BE-4CCD-999E-46F403D416CE}"/>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 Diode</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1026" name="Picture 2" descr="What is Diode">
            <a:extLst>
              <a:ext uri="{FF2B5EF4-FFF2-40B4-BE49-F238E27FC236}">
                <a16:creationId xmlns:a16="http://schemas.microsoft.com/office/drawing/2014/main" id="{205C8CFD-3557-4B30-BC0C-FF9E36026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596" y="1378468"/>
            <a:ext cx="4045082" cy="38380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3550A8C-5AB2-4F56-8FBE-3234E9274EC8}"/>
                  </a:ext>
                </a:extLst>
              </p14:cNvPr>
              <p14:cNvContentPartPr/>
              <p14:nvPr/>
            </p14:nvContentPartPr>
            <p14:xfrm>
              <a:off x="1385640" y="1586160"/>
              <a:ext cx="4416840" cy="3489480"/>
            </p14:xfrm>
          </p:contentPart>
        </mc:Choice>
        <mc:Fallback xmlns="">
          <p:pic>
            <p:nvPicPr>
              <p:cNvPr id="2" name="Ink 1">
                <a:extLst>
                  <a:ext uri="{FF2B5EF4-FFF2-40B4-BE49-F238E27FC236}">
                    <a16:creationId xmlns:a16="http://schemas.microsoft.com/office/drawing/2014/main" id="{23550A8C-5AB2-4F56-8FBE-3234E9274EC8}"/>
                  </a:ext>
                </a:extLst>
              </p:cNvPr>
              <p:cNvPicPr/>
              <p:nvPr/>
            </p:nvPicPr>
            <p:blipFill>
              <a:blip r:embed="rId4"/>
              <a:stretch>
                <a:fillRect/>
              </a:stretch>
            </p:blipFill>
            <p:spPr>
              <a:xfrm>
                <a:off x="1376280" y="1576800"/>
                <a:ext cx="4435560" cy="3508200"/>
              </a:xfrm>
              <a:prstGeom prst="rect">
                <a:avLst/>
              </a:prstGeom>
            </p:spPr>
          </p:pic>
        </mc:Fallback>
      </mc:AlternateContent>
      <p:grpSp>
        <p:nvGrpSpPr>
          <p:cNvPr id="15" name="Group 14">
            <a:extLst>
              <a:ext uri="{FF2B5EF4-FFF2-40B4-BE49-F238E27FC236}">
                <a16:creationId xmlns:a16="http://schemas.microsoft.com/office/drawing/2014/main" id="{1A52B4DB-2835-4ED3-8D47-60E898216D39}"/>
              </a:ext>
            </a:extLst>
          </p:cNvPr>
          <p:cNvGrpSpPr/>
          <p:nvPr/>
        </p:nvGrpSpPr>
        <p:grpSpPr>
          <a:xfrm>
            <a:off x="6389522" y="1378468"/>
            <a:ext cx="4959350" cy="3838021"/>
            <a:chOff x="2092325" y="1672639"/>
            <a:chExt cx="4959350" cy="4236502"/>
          </a:xfrm>
        </p:grpSpPr>
        <p:pic>
          <p:nvPicPr>
            <p:cNvPr id="16" name="Picture 15">
              <a:extLst>
                <a:ext uri="{FF2B5EF4-FFF2-40B4-BE49-F238E27FC236}">
                  <a16:creationId xmlns:a16="http://schemas.microsoft.com/office/drawing/2014/main" id="{3FCBB26E-04A7-4B59-804B-AE7DF4584713}"/>
                </a:ext>
              </a:extLst>
            </p:cNvPr>
            <p:cNvPicPr>
              <a:picLocks noChangeAspect="1"/>
            </p:cNvPicPr>
            <p:nvPr/>
          </p:nvPicPr>
          <p:blipFill>
            <a:blip r:embed="rId5"/>
            <a:stretch>
              <a:fillRect/>
            </a:stretch>
          </p:blipFill>
          <p:spPr>
            <a:xfrm>
              <a:off x="2092325" y="1672639"/>
              <a:ext cx="4959350" cy="4236502"/>
            </a:xfrm>
            <a:prstGeom prst="rect">
              <a:avLst/>
            </a:prstGeom>
          </p:spPr>
        </p:pic>
        <mc:AlternateContent xmlns:mc="http://schemas.openxmlformats.org/markup-compatibility/2006" xmlns:a14="http://schemas.microsoft.com/office/drawing/2010/main">
          <mc:Choice Requires="a14">
            <p:sp>
              <p:nvSpPr>
                <p:cNvPr id="17" name="TextBox 6">
                  <a:extLst>
                    <a:ext uri="{FF2B5EF4-FFF2-40B4-BE49-F238E27FC236}">
                      <a16:creationId xmlns:a16="http://schemas.microsoft.com/office/drawing/2014/main" id="{1FB8F524-3060-41C6-99CB-532D3C3C75AB}"/>
                    </a:ext>
                  </a:extLst>
                </p:cNvPr>
                <p:cNvSpPr txBox="1"/>
                <p:nvPr/>
              </p:nvSpPr>
              <p:spPr>
                <a:xfrm>
                  <a:off x="3852081" y="3435419"/>
                  <a:ext cx="381000" cy="304800"/>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𝑜</m:t>
                            </m:r>
                          </m:sub>
                        </m:sSub>
                      </m:oMath>
                    </m:oMathPara>
                  </a14:m>
                  <a:endParaRPr lang="en-US" sz="1400" dirty="0"/>
                </a:p>
              </p:txBody>
            </p:sp>
          </mc:Choice>
          <mc:Fallback xmlns="">
            <p:sp>
              <p:nvSpPr>
                <p:cNvPr id="17" name="TextBox 6">
                  <a:extLst>
                    <a:ext uri="{FF2B5EF4-FFF2-40B4-BE49-F238E27FC236}">
                      <a16:creationId xmlns:a16="http://schemas.microsoft.com/office/drawing/2014/main" id="{1FB8F524-3060-41C6-99CB-532D3C3C75AB}"/>
                    </a:ext>
                  </a:extLst>
                </p:cNvPr>
                <p:cNvSpPr txBox="1">
                  <a:spLocks noRot="1" noChangeAspect="1" noMove="1" noResize="1" noEditPoints="1" noAdjustHandles="1" noChangeArrowheads="1" noChangeShapeType="1" noTextEdit="1"/>
                </p:cNvSpPr>
                <p:nvPr/>
              </p:nvSpPr>
              <p:spPr>
                <a:xfrm>
                  <a:off x="3852081" y="3435419"/>
                  <a:ext cx="381000" cy="304800"/>
                </a:xfrm>
                <a:prstGeom prst="rect">
                  <a:avLst/>
                </a:prstGeom>
                <a:blipFill>
                  <a:blip r:embed="rId6"/>
                  <a:stretch>
                    <a:fillRect b="-4444"/>
                  </a:stretch>
                </a:blipFill>
              </p:spPr>
              <p:txBody>
                <a:bodyPr/>
                <a:lstStyle/>
                <a:p>
                  <a:r>
                    <a:rPr lang="en-IN">
                      <a:noFill/>
                    </a:rPr>
                    <a:t> </a:t>
                  </a:r>
                </a:p>
              </p:txBody>
            </p:sp>
          </mc:Fallback>
        </mc:AlternateContent>
        <p:cxnSp>
          <p:nvCxnSpPr>
            <p:cNvPr id="18" name="Straight Arrow Connector 17">
              <a:extLst>
                <a:ext uri="{FF2B5EF4-FFF2-40B4-BE49-F238E27FC236}">
                  <a16:creationId xmlns:a16="http://schemas.microsoft.com/office/drawing/2014/main" id="{EAA6B9C5-A9F6-4311-B015-3EEB3275C18B}"/>
                </a:ext>
              </a:extLst>
            </p:cNvPr>
            <p:cNvCxnSpPr/>
            <p:nvPr/>
          </p:nvCxnSpPr>
          <p:spPr bwMode="auto">
            <a:xfrm>
              <a:off x="3886200" y="3472190"/>
              <a:ext cx="0" cy="26161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67623D90-338A-4707-8C64-82DB0884A6E4}"/>
                </a:ext>
              </a:extLst>
            </p:cNvPr>
            <p:cNvCxnSpPr/>
            <p:nvPr/>
          </p:nvCxnSpPr>
          <p:spPr bwMode="auto">
            <a:xfrm>
              <a:off x="3886200" y="3733800"/>
              <a:ext cx="0" cy="261610"/>
            </a:xfrm>
            <a:prstGeom prst="straightConnector1">
              <a:avLst/>
            </a:prstGeom>
            <a:solidFill>
              <a:schemeClr val="accent1"/>
            </a:solidFill>
            <a:ln w="22225" cap="flat" cmpd="sng" algn="ctr">
              <a:solidFill>
                <a:schemeClr val="tx1"/>
              </a:solidFill>
              <a:prstDash val="solid"/>
              <a:round/>
              <a:headEnd type="triangle" w="med" len="med"/>
              <a:tailEnd type="none"/>
            </a:ln>
            <a:effectLst/>
          </p:spPr>
        </p:cxnSp>
      </p:gr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79EE8797-4830-4829-A034-5AB2075085BC}"/>
                  </a:ext>
                </a:extLst>
              </p14:cNvPr>
              <p14:cNvContentPartPr/>
              <p14:nvPr/>
            </p14:nvContentPartPr>
            <p14:xfrm>
              <a:off x="788400" y="1060560"/>
              <a:ext cx="10427400" cy="4075560"/>
            </p14:xfrm>
          </p:contentPart>
        </mc:Choice>
        <mc:Fallback xmlns="">
          <p:pic>
            <p:nvPicPr>
              <p:cNvPr id="3" name="Ink 2">
                <a:extLst>
                  <a:ext uri="{FF2B5EF4-FFF2-40B4-BE49-F238E27FC236}">
                    <a16:creationId xmlns:a16="http://schemas.microsoft.com/office/drawing/2014/main" id="{79EE8797-4830-4829-A034-5AB2075085BC}"/>
                  </a:ext>
                </a:extLst>
              </p:cNvPr>
              <p:cNvPicPr/>
              <p:nvPr/>
            </p:nvPicPr>
            <p:blipFill>
              <a:blip r:embed="rId8"/>
              <a:stretch>
                <a:fillRect/>
              </a:stretch>
            </p:blipFill>
            <p:spPr>
              <a:xfrm>
                <a:off x="779040" y="1051200"/>
                <a:ext cx="10446120" cy="4094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738FE775-A9F9-4B25-AD6F-5A7C3E408B37}"/>
                  </a:ext>
                </a:extLst>
              </p14:cNvPr>
              <p14:cNvContentPartPr/>
              <p14:nvPr/>
            </p14:nvContentPartPr>
            <p14:xfrm>
              <a:off x="8508600" y="1733400"/>
              <a:ext cx="1707840" cy="2925000"/>
            </p14:xfrm>
          </p:contentPart>
        </mc:Choice>
        <mc:Fallback xmlns="">
          <p:pic>
            <p:nvPicPr>
              <p:cNvPr id="7" name="Ink 6">
                <a:extLst>
                  <a:ext uri="{FF2B5EF4-FFF2-40B4-BE49-F238E27FC236}">
                    <a16:creationId xmlns:a16="http://schemas.microsoft.com/office/drawing/2014/main" id="{738FE775-A9F9-4B25-AD6F-5A7C3E408B37}"/>
                  </a:ext>
                </a:extLst>
              </p:cNvPr>
              <p:cNvPicPr/>
              <p:nvPr/>
            </p:nvPicPr>
            <p:blipFill>
              <a:blip r:embed="rId10"/>
              <a:stretch>
                <a:fillRect/>
              </a:stretch>
            </p:blipFill>
            <p:spPr>
              <a:xfrm>
                <a:off x="8499240" y="1724040"/>
                <a:ext cx="1726560" cy="2943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BF29E4DD-02EE-4674-8D99-E6CC18C456BA}"/>
                  </a:ext>
                </a:extLst>
              </p14:cNvPr>
              <p14:cNvContentPartPr/>
              <p14:nvPr/>
            </p14:nvContentPartPr>
            <p14:xfrm>
              <a:off x="1374480" y="751320"/>
              <a:ext cx="10657080" cy="4519080"/>
            </p14:xfrm>
          </p:contentPart>
        </mc:Choice>
        <mc:Fallback xmlns="">
          <p:pic>
            <p:nvPicPr>
              <p:cNvPr id="8" name="Ink 7">
                <a:extLst>
                  <a:ext uri="{FF2B5EF4-FFF2-40B4-BE49-F238E27FC236}">
                    <a16:creationId xmlns:a16="http://schemas.microsoft.com/office/drawing/2014/main" id="{BF29E4DD-02EE-4674-8D99-E6CC18C456BA}"/>
                  </a:ext>
                </a:extLst>
              </p:cNvPr>
              <p:cNvPicPr/>
              <p:nvPr/>
            </p:nvPicPr>
            <p:blipFill>
              <a:blip r:embed="rId12"/>
              <a:stretch>
                <a:fillRect/>
              </a:stretch>
            </p:blipFill>
            <p:spPr>
              <a:xfrm>
                <a:off x="1365120" y="741960"/>
                <a:ext cx="10675800" cy="4537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0A5EC3BE-2745-4CED-AF41-ED21559147E6}"/>
                  </a:ext>
                </a:extLst>
              </p14:cNvPr>
              <p14:cNvContentPartPr/>
              <p14:nvPr/>
            </p14:nvContentPartPr>
            <p14:xfrm>
              <a:off x="3094200" y="304200"/>
              <a:ext cx="9098280" cy="2137680"/>
            </p14:xfrm>
          </p:contentPart>
        </mc:Choice>
        <mc:Fallback xmlns="">
          <p:pic>
            <p:nvPicPr>
              <p:cNvPr id="9" name="Ink 8">
                <a:extLst>
                  <a:ext uri="{FF2B5EF4-FFF2-40B4-BE49-F238E27FC236}">
                    <a16:creationId xmlns:a16="http://schemas.microsoft.com/office/drawing/2014/main" id="{0A5EC3BE-2745-4CED-AF41-ED21559147E6}"/>
                  </a:ext>
                </a:extLst>
              </p:cNvPr>
              <p:cNvPicPr/>
              <p:nvPr/>
            </p:nvPicPr>
            <p:blipFill>
              <a:blip r:embed="rId14"/>
              <a:stretch>
                <a:fillRect/>
              </a:stretch>
            </p:blipFill>
            <p:spPr>
              <a:xfrm>
                <a:off x="3084840" y="294840"/>
                <a:ext cx="9117000" cy="2156400"/>
              </a:xfrm>
              <a:prstGeom prst="rect">
                <a:avLst/>
              </a:prstGeom>
            </p:spPr>
          </p:pic>
        </mc:Fallback>
      </mc:AlternateContent>
    </p:spTree>
    <p:extLst>
      <p:ext uri="{BB962C8B-B14F-4D97-AF65-F5344CB8AC3E}">
        <p14:creationId xmlns:p14="http://schemas.microsoft.com/office/powerpoint/2010/main" val="5840770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69</a:t>
            </a:fld>
            <a:endParaRPr lang="en-IN"/>
          </a:p>
        </p:txBody>
      </p:sp>
      <p:sp>
        <p:nvSpPr>
          <p:cNvPr id="7" name="Rectangle 6">
            <a:extLst>
              <a:ext uri="{FF2B5EF4-FFF2-40B4-BE49-F238E27FC236}">
                <a16:creationId xmlns:a16="http://schemas.microsoft.com/office/drawing/2014/main" id="{D0C5D50F-947A-4389-8387-C858D74A4270}"/>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P-N Junction Diode</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8" name="Group 7">
            <a:extLst>
              <a:ext uri="{FF2B5EF4-FFF2-40B4-BE49-F238E27FC236}">
                <a16:creationId xmlns:a16="http://schemas.microsoft.com/office/drawing/2014/main" id="{344C498C-2A3F-4C15-8820-A1FA45EC7FA9}"/>
              </a:ext>
            </a:extLst>
          </p:cNvPr>
          <p:cNvGrpSpPr/>
          <p:nvPr/>
        </p:nvGrpSpPr>
        <p:grpSpPr>
          <a:xfrm>
            <a:off x="435289" y="1027594"/>
            <a:ext cx="4338730" cy="3671997"/>
            <a:chOff x="2092325" y="1672639"/>
            <a:chExt cx="4959350" cy="4236502"/>
          </a:xfrm>
        </p:grpSpPr>
        <p:pic>
          <p:nvPicPr>
            <p:cNvPr id="9" name="Picture 8">
              <a:extLst>
                <a:ext uri="{FF2B5EF4-FFF2-40B4-BE49-F238E27FC236}">
                  <a16:creationId xmlns:a16="http://schemas.microsoft.com/office/drawing/2014/main" id="{50CBED2A-B87A-4DD9-88E8-73571561E005}"/>
                </a:ext>
              </a:extLst>
            </p:cNvPr>
            <p:cNvPicPr>
              <a:picLocks noChangeAspect="1"/>
            </p:cNvPicPr>
            <p:nvPr/>
          </p:nvPicPr>
          <p:blipFill>
            <a:blip r:embed="rId2"/>
            <a:stretch>
              <a:fillRect/>
            </a:stretch>
          </p:blipFill>
          <p:spPr>
            <a:xfrm>
              <a:off x="2092325" y="1672639"/>
              <a:ext cx="4959350" cy="4236502"/>
            </a:xfrm>
            <a:prstGeom prst="rect">
              <a:avLst/>
            </a:prstGeom>
          </p:spPr>
        </p:pic>
        <mc:AlternateContent xmlns:mc="http://schemas.openxmlformats.org/markup-compatibility/2006" xmlns:a14="http://schemas.microsoft.com/office/drawing/2010/main">
          <mc:Choice Requires="a14">
            <p:sp>
              <p:nvSpPr>
                <p:cNvPr id="10" name="TextBox 6">
                  <a:extLst>
                    <a:ext uri="{FF2B5EF4-FFF2-40B4-BE49-F238E27FC236}">
                      <a16:creationId xmlns:a16="http://schemas.microsoft.com/office/drawing/2014/main" id="{05941A4E-2E37-417E-B9EF-5883730B07CA}"/>
                    </a:ext>
                  </a:extLst>
                </p:cNvPr>
                <p:cNvSpPr txBox="1"/>
                <p:nvPr/>
              </p:nvSpPr>
              <p:spPr>
                <a:xfrm>
                  <a:off x="3852081" y="3435419"/>
                  <a:ext cx="381000" cy="304800"/>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𝑜</m:t>
                            </m:r>
                          </m:sub>
                        </m:sSub>
                      </m:oMath>
                    </m:oMathPara>
                  </a14:m>
                  <a:endParaRPr lang="en-US" sz="1400" dirty="0"/>
                </a:p>
              </p:txBody>
            </p:sp>
          </mc:Choice>
          <mc:Fallback xmlns="">
            <p:sp>
              <p:nvSpPr>
                <p:cNvPr id="10" name="TextBox 6">
                  <a:extLst>
                    <a:ext uri="{FF2B5EF4-FFF2-40B4-BE49-F238E27FC236}">
                      <a16:creationId xmlns:a16="http://schemas.microsoft.com/office/drawing/2014/main" id="{05941A4E-2E37-417E-B9EF-5883730B07CA}"/>
                    </a:ext>
                  </a:extLst>
                </p:cNvPr>
                <p:cNvSpPr txBox="1">
                  <a:spLocks noRot="1" noChangeAspect="1" noMove="1" noResize="1" noEditPoints="1" noAdjustHandles="1" noChangeArrowheads="1" noChangeShapeType="1" noTextEdit="1"/>
                </p:cNvSpPr>
                <p:nvPr/>
              </p:nvSpPr>
              <p:spPr>
                <a:xfrm>
                  <a:off x="3852081" y="3435419"/>
                  <a:ext cx="381000" cy="304800"/>
                </a:xfrm>
                <a:prstGeom prst="rect">
                  <a:avLst/>
                </a:prstGeom>
                <a:blipFill>
                  <a:blip r:embed="rId3"/>
                  <a:stretch>
                    <a:fillRect b="-6818"/>
                  </a:stretch>
                </a:blipFill>
              </p:spPr>
              <p:txBody>
                <a:bodyPr/>
                <a:lstStyle/>
                <a:p>
                  <a:r>
                    <a:rPr lang="en-IN">
                      <a:noFill/>
                    </a:rPr>
                    <a:t> </a:t>
                  </a:r>
                </a:p>
              </p:txBody>
            </p:sp>
          </mc:Fallback>
        </mc:AlternateContent>
        <p:cxnSp>
          <p:nvCxnSpPr>
            <p:cNvPr id="11" name="Straight Arrow Connector 10">
              <a:extLst>
                <a:ext uri="{FF2B5EF4-FFF2-40B4-BE49-F238E27FC236}">
                  <a16:creationId xmlns:a16="http://schemas.microsoft.com/office/drawing/2014/main" id="{B4A777AF-4008-458B-83AC-8449A4BCE85B}"/>
                </a:ext>
              </a:extLst>
            </p:cNvPr>
            <p:cNvCxnSpPr/>
            <p:nvPr/>
          </p:nvCxnSpPr>
          <p:spPr bwMode="auto">
            <a:xfrm>
              <a:off x="3886200" y="3472190"/>
              <a:ext cx="0" cy="26161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32E506B0-7C44-4009-91C0-AE30AC6DBF3F}"/>
                </a:ext>
              </a:extLst>
            </p:cNvPr>
            <p:cNvCxnSpPr/>
            <p:nvPr/>
          </p:nvCxnSpPr>
          <p:spPr bwMode="auto">
            <a:xfrm>
              <a:off x="3886200" y="3733800"/>
              <a:ext cx="0" cy="261610"/>
            </a:xfrm>
            <a:prstGeom prst="straightConnector1">
              <a:avLst/>
            </a:prstGeom>
            <a:solidFill>
              <a:schemeClr val="accent1"/>
            </a:solidFill>
            <a:ln w="22225" cap="flat" cmpd="sng" algn="ctr">
              <a:solidFill>
                <a:schemeClr val="tx1"/>
              </a:solidFill>
              <a:prstDash val="solid"/>
              <a:round/>
              <a:headEnd type="triangle" w="med" len="med"/>
              <a:tailEnd type="none"/>
            </a:ln>
            <a:effectLst/>
          </p:spPr>
        </p:cxnSp>
      </p:grpSp>
      <mc:AlternateContent xmlns:mc="http://schemas.openxmlformats.org/markup-compatibility/2006" xmlns:a14="http://schemas.microsoft.com/office/drawing/2010/main">
        <mc:Choice Requires="a14">
          <p:sp>
            <p:nvSpPr>
              <p:cNvPr id="13" name="TextBox 3">
                <a:extLst>
                  <a:ext uri="{FF2B5EF4-FFF2-40B4-BE49-F238E27FC236}">
                    <a16:creationId xmlns:a16="http://schemas.microsoft.com/office/drawing/2014/main" id="{34F9EAB3-E00B-464F-9B40-DDFD6F692A81}"/>
                  </a:ext>
                </a:extLst>
              </p:cNvPr>
              <p:cNvSpPr txBox="1"/>
              <p:nvPr/>
            </p:nvSpPr>
            <p:spPr>
              <a:xfrm>
                <a:off x="2723264" y="1183371"/>
                <a:ext cx="2242141" cy="373628"/>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𝐷</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𝑜</m:t>
                          </m:r>
                        </m:sub>
                      </m:sSub>
                      <m:d>
                        <m:dPr>
                          <m:ctrlPr>
                            <a:rPr lang="en-US" sz="1600" b="0" i="1" smtClean="0">
                              <a:latin typeface="Cambria Math" panose="02040503050406030204" pitchFamily="18" charset="0"/>
                            </a:rPr>
                          </m:ctrlPr>
                        </m:dPr>
                        <m:e>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f>
                                <m:fPr>
                                  <m:type m:val="lin"/>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𝐷</m:t>
                                      </m:r>
                                    </m:sub>
                                  </m:sSub>
                                </m:num>
                                <m:den>
                                  <m:r>
                                    <a:rPr lang="en-US" sz="1600" b="0" i="1" smtClean="0">
                                      <a:latin typeface="Cambria Math" panose="02040503050406030204" pitchFamily="18" charset="0"/>
                                      <a:ea typeface="Cambria Math" panose="02040503050406030204" pitchFamily="18" charset="0"/>
                                    </a:rPr>
                                    <m:t>𝜂</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𝑇</m:t>
                                      </m:r>
                                    </m:sub>
                                  </m:sSub>
                                </m:den>
                              </m:f>
                            </m:sup>
                          </m:sSup>
                          <m:r>
                            <a:rPr lang="en-US" sz="1600" b="0" i="1" smtClean="0">
                              <a:latin typeface="Cambria Math" panose="02040503050406030204" pitchFamily="18" charset="0"/>
                            </a:rPr>
                            <m:t>−1</m:t>
                          </m:r>
                        </m:e>
                      </m:d>
                    </m:oMath>
                  </m:oMathPara>
                </a14:m>
                <a:endParaRPr lang="en-US" sz="1600" dirty="0"/>
              </a:p>
            </p:txBody>
          </p:sp>
        </mc:Choice>
        <mc:Fallback xmlns="">
          <p:sp>
            <p:nvSpPr>
              <p:cNvPr id="13" name="TextBox 3">
                <a:extLst>
                  <a:ext uri="{FF2B5EF4-FFF2-40B4-BE49-F238E27FC236}">
                    <a16:creationId xmlns:a16="http://schemas.microsoft.com/office/drawing/2014/main" id="{34F9EAB3-E00B-464F-9B40-DDFD6F692A81}"/>
                  </a:ext>
                </a:extLst>
              </p:cNvPr>
              <p:cNvSpPr txBox="1">
                <a:spLocks noRot="1" noChangeAspect="1" noMove="1" noResize="1" noEditPoints="1" noAdjustHandles="1" noChangeArrowheads="1" noChangeShapeType="1" noTextEdit="1"/>
              </p:cNvSpPr>
              <p:nvPr/>
            </p:nvSpPr>
            <p:spPr>
              <a:xfrm>
                <a:off x="2723264" y="1183371"/>
                <a:ext cx="2242141" cy="373628"/>
              </a:xfrm>
              <a:prstGeom prst="rect">
                <a:avLst/>
              </a:prstGeom>
              <a:blipFill>
                <a:blip r:embed="rId4"/>
                <a:stretch>
                  <a:fillRect t="-63934" b="-78689"/>
                </a:stretch>
              </a:blipFill>
            </p:spPr>
            <p:txBody>
              <a:bodyPr/>
              <a:lstStyle/>
              <a:p>
                <a:r>
                  <a:rPr lang="en-IN">
                    <a:noFill/>
                  </a:rPr>
                  <a:t> </a:t>
                </a:r>
              </a:p>
            </p:txBody>
          </p:sp>
        </mc:Fallback>
      </mc:AlternateContent>
      <p:grpSp>
        <p:nvGrpSpPr>
          <p:cNvPr id="14" name="Group 13">
            <a:extLst>
              <a:ext uri="{FF2B5EF4-FFF2-40B4-BE49-F238E27FC236}">
                <a16:creationId xmlns:a16="http://schemas.microsoft.com/office/drawing/2014/main" id="{D383BDFF-9E89-4928-966A-6560E774FC6B}"/>
              </a:ext>
            </a:extLst>
          </p:cNvPr>
          <p:cNvGrpSpPr/>
          <p:nvPr/>
        </p:nvGrpSpPr>
        <p:grpSpPr>
          <a:xfrm>
            <a:off x="4534466" y="1183371"/>
            <a:ext cx="6916798" cy="2211617"/>
            <a:chOff x="-443202" y="1620054"/>
            <a:chExt cx="9096779" cy="2211617"/>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7F94328-DC9F-471E-BF29-FD72552A4213}"/>
                    </a:ext>
                  </a:extLst>
                </p:cNvPr>
                <p:cNvSpPr txBox="1"/>
                <p:nvPr/>
              </p:nvSpPr>
              <p:spPr>
                <a:xfrm>
                  <a:off x="-234530" y="1620054"/>
                  <a:ext cx="4114801"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𝐹𝑜𝑟𝑤𝑎𝑟𝑑</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𝑑𝑖𝑜𝑑𝑒</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𝑐𝑢𝑟𝑟𝑒𝑛𝑡</m:t>
                        </m:r>
                      </m:oMath>
                    </m:oMathPara>
                  </a14:m>
                  <a:endParaRPr lang="en-US" sz="1600" dirty="0"/>
                </a:p>
              </p:txBody>
            </p:sp>
          </mc:Choice>
          <mc:Fallback xmlns="">
            <p:sp>
              <p:nvSpPr>
                <p:cNvPr id="15" name="TextBox 14">
                  <a:extLst>
                    <a:ext uri="{FF2B5EF4-FFF2-40B4-BE49-F238E27FC236}">
                      <a16:creationId xmlns:a16="http://schemas.microsoft.com/office/drawing/2014/main" id="{87F94328-DC9F-471E-BF29-FD72552A4213}"/>
                    </a:ext>
                  </a:extLst>
                </p:cNvPr>
                <p:cNvSpPr txBox="1">
                  <a:spLocks noRot="1" noChangeAspect="1" noMove="1" noResize="1" noEditPoints="1" noAdjustHandles="1" noChangeArrowheads="1" noChangeShapeType="1" noTextEdit="1"/>
                </p:cNvSpPr>
                <p:nvPr/>
              </p:nvSpPr>
              <p:spPr>
                <a:xfrm>
                  <a:off x="-234530" y="1620054"/>
                  <a:ext cx="4114801" cy="3385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E9EB929-FF1F-4AB6-B0AF-A00CFCA04B4A}"/>
                    </a:ext>
                  </a:extLst>
                </p:cNvPr>
                <p:cNvSpPr/>
                <p:nvPr/>
              </p:nvSpPr>
              <p:spPr>
                <a:xfrm>
                  <a:off x="-223408" y="2038172"/>
                  <a:ext cx="4648200"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𝐼</m:t>
                            </m:r>
                          </m:e>
                          <m:sub>
                            <m:r>
                              <a:rPr lang="en-US" sz="1600" b="0" i="1" smtClean="0">
                                <a:latin typeface="Cambria Math" panose="02040503050406030204" pitchFamily="18" charset="0"/>
                              </a:rPr>
                              <m:t>𝑜</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𝑅𝑒𝑣𝑒𝑟𝑠𝑒</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𝑠𝑎𝑡𝑢𝑟𝑎𝑡𝑖𝑜𝑛</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𝑐𝑢𝑟𝑟𝑒𝑛𝑡</m:t>
                        </m:r>
                      </m:oMath>
                    </m:oMathPara>
                  </a14:m>
                  <a:endParaRPr lang="en-US" sz="1600" dirty="0"/>
                </a:p>
              </p:txBody>
            </p:sp>
          </mc:Choice>
          <mc:Fallback xmlns="">
            <p:sp>
              <p:nvSpPr>
                <p:cNvPr id="16" name="Rectangle 15">
                  <a:extLst>
                    <a:ext uri="{FF2B5EF4-FFF2-40B4-BE49-F238E27FC236}">
                      <a16:creationId xmlns:a16="http://schemas.microsoft.com/office/drawing/2014/main" id="{EE9EB929-FF1F-4AB6-B0AF-A00CFCA04B4A}"/>
                    </a:ext>
                  </a:extLst>
                </p:cNvPr>
                <p:cNvSpPr>
                  <a:spLocks noRot="1" noChangeAspect="1" noMove="1" noResize="1" noEditPoints="1" noAdjustHandles="1" noChangeArrowheads="1" noChangeShapeType="1" noTextEdit="1"/>
                </p:cNvSpPr>
                <p:nvPr/>
              </p:nvSpPr>
              <p:spPr>
                <a:xfrm>
                  <a:off x="-223408" y="2038172"/>
                  <a:ext cx="4648200" cy="33855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75E8F4C-685A-45C0-A5B5-E3BB37A32221}"/>
                    </a:ext>
                  </a:extLst>
                </p:cNvPr>
                <p:cNvSpPr/>
                <p:nvPr/>
              </p:nvSpPr>
              <p:spPr>
                <a:xfrm>
                  <a:off x="-443202" y="2433767"/>
                  <a:ext cx="7457364"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𝐷</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𝐴𝑝𝑝𝑙𝑖𝑒𝑑</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𝑓𝑜𝑟𝑤𝑎𝑟𝑑</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𝑏𝑖𝑎𝑠</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𝑣𝑜𝑙𝑡𝑎𝑔𝑒</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𝑎𝑐𝑟𝑜𝑠𝑠</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𝑡h𝑒</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𝑑𝑖𝑜𝑑𝑒</m:t>
                        </m:r>
                      </m:oMath>
                    </m:oMathPara>
                  </a14:m>
                  <a:endParaRPr lang="en-US" sz="1600" dirty="0"/>
                </a:p>
              </p:txBody>
            </p:sp>
          </mc:Choice>
          <mc:Fallback xmlns="">
            <p:sp>
              <p:nvSpPr>
                <p:cNvPr id="17" name="Rectangle 16">
                  <a:extLst>
                    <a:ext uri="{FF2B5EF4-FFF2-40B4-BE49-F238E27FC236}">
                      <a16:creationId xmlns:a16="http://schemas.microsoft.com/office/drawing/2014/main" id="{975E8F4C-685A-45C0-A5B5-E3BB37A32221}"/>
                    </a:ext>
                  </a:extLst>
                </p:cNvPr>
                <p:cNvSpPr>
                  <a:spLocks noRot="1" noChangeAspect="1" noMove="1" noResize="1" noEditPoints="1" noAdjustHandles="1" noChangeArrowheads="1" noChangeShapeType="1" noTextEdit="1"/>
                </p:cNvSpPr>
                <p:nvPr/>
              </p:nvSpPr>
              <p:spPr>
                <a:xfrm>
                  <a:off x="-443202" y="2433767"/>
                  <a:ext cx="7457364" cy="338554"/>
                </a:xfrm>
                <a:prstGeom prst="rect">
                  <a:avLst/>
                </a:prstGeom>
                <a:blipFill>
                  <a:blip r:embed="rId7"/>
                  <a:stretch>
                    <a:fillRect b="-10909"/>
                  </a:stretch>
                </a:blipFill>
              </p:spPr>
              <p:txBody>
                <a:bodyPr/>
                <a:lstStyle/>
                <a:p>
                  <a:r>
                    <a:rPr lang="en-IN">
                      <a:noFill/>
                    </a:rPr>
                    <a:t> </a:t>
                  </a:r>
                </a:p>
              </p:txBody>
            </p:sp>
          </mc:Fallback>
        </mc:AlternateContent>
        <p:grpSp>
          <p:nvGrpSpPr>
            <p:cNvPr id="18" name="Group 17">
              <a:extLst>
                <a:ext uri="{FF2B5EF4-FFF2-40B4-BE49-F238E27FC236}">
                  <a16:creationId xmlns:a16="http://schemas.microsoft.com/office/drawing/2014/main" id="{AFEFD0CA-73D0-4183-8298-B5AC6CE6A701}"/>
                </a:ext>
              </a:extLst>
            </p:cNvPr>
            <p:cNvGrpSpPr/>
            <p:nvPr/>
          </p:nvGrpSpPr>
          <p:grpSpPr>
            <a:xfrm>
              <a:off x="81077" y="2816624"/>
              <a:ext cx="8572500" cy="668281"/>
              <a:chOff x="328727" y="2814359"/>
              <a:chExt cx="8572500" cy="668281"/>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49EEDBE-76BC-4CEB-8EFC-BA70E392587A}"/>
                      </a:ext>
                    </a:extLst>
                  </p:cNvPr>
                  <p:cNvSpPr txBox="1"/>
                  <p:nvPr/>
                </p:nvSpPr>
                <p:spPr>
                  <a:xfrm>
                    <a:off x="6282782" y="2814359"/>
                    <a:ext cx="1854200" cy="641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eqArr>
                                <m:eqArrPr>
                                  <m:ctrlPr>
                                    <a:rPr lang="en-US" sz="1600" b="0" i="1" smtClean="0">
                                      <a:latin typeface="Cambria Math" panose="02040503050406030204" pitchFamily="18" charset="0"/>
                                    </a:rPr>
                                  </m:ctrlPr>
                                </m:eqArrPr>
                                <m:e>
                                  <m:r>
                                    <a:rPr lang="en-US" sz="1600" b="0" i="1" smtClean="0">
                                      <a:latin typeface="Cambria Math" panose="02040503050406030204" pitchFamily="18" charset="0"/>
                                    </a:rPr>
                                    <m:t>1 </m:t>
                                  </m:r>
                                  <m:r>
                                    <a:rPr lang="en-US" sz="1600" b="0" i="1" smtClean="0">
                                      <a:latin typeface="Cambria Math" panose="02040503050406030204" pitchFamily="18" charset="0"/>
                                    </a:rPr>
                                    <m:t>𝑓𝑜𝑟</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𝑒</m:t>
                                      </m:r>
                                    </m:sub>
                                  </m:sSub>
                                </m:e>
                                <m:e>
                                  <m:r>
                                    <a:rPr lang="en-US" sz="1600" b="0" i="1" smtClean="0">
                                      <a:latin typeface="Cambria Math" panose="02040503050406030204" pitchFamily="18" charset="0"/>
                                    </a:rPr>
                                    <m:t>2 </m:t>
                                  </m:r>
                                  <m:r>
                                    <a:rPr lang="en-US" sz="1600" b="0" i="1" smtClean="0">
                                      <a:latin typeface="Cambria Math" panose="02040503050406030204" pitchFamily="18" charset="0"/>
                                    </a:rPr>
                                    <m:t>𝑓𝑜𝑟</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𝑖</m:t>
                                      </m:r>
                                    </m:sub>
                                  </m:sSub>
                                </m:e>
                              </m:eqArr>
                            </m:e>
                          </m:d>
                        </m:oMath>
                      </m:oMathPara>
                    </a14:m>
                    <a:endParaRPr lang="en-US" sz="1600" dirty="0"/>
                  </a:p>
                </p:txBody>
              </p:sp>
            </mc:Choice>
            <mc:Fallback xmlns="">
              <p:sp>
                <p:nvSpPr>
                  <p:cNvPr id="20" name="TextBox 19">
                    <a:extLst>
                      <a:ext uri="{FF2B5EF4-FFF2-40B4-BE49-F238E27FC236}">
                        <a16:creationId xmlns:a16="http://schemas.microsoft.com/office/drawing/2014/main" id="{049EEDBE-76BC-4CEB-8EFC-BA70E392587A}"/>
                      </a:ext>
                    </a:extLst>
                  </p:cNvPr>
                  <p:cNvSpPr txBox="1">
                    <a:spLocks noRot="1" noChangeAspect="1" noMove="1" noResize="1" noEditPoints="1" noAdjustHandles="1" noChangeArrowheads="1" noChangeShapeType="1" noTextEdit="1"/>
                  </p:cNvSpPr>
                  <p:nvPr/>
                </p:nvSpPr>
                <p:spPr>
                  <a:xfrm>
                    <a:off x="6282782" y="2814359"/>
                    <a:ext cx="1854200" cy="64158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B465B5A6-F476-4681-8249-32D14D67F9AE}"/>
                      </a:ext>
                    </a:extLst>
                  </p:cNvPr>
                  <p:cNvSpPr/>
                  <p:nvPr/>
                </p:nvSpPr>
                <p:spPr>
                  <a:xfrm>
                    <a:off x="328727" y="2897865"/>
                    <a:ext cx="8572500" cy="584775"/>
                  </a:xfrm>
                  <a:prstGeom prst="rect">
                    <a:avLst/>
                  </a:prstGeom>
                </p:spPr>
                <p:txBody>
                  <a:bodyPr wrap="square">
                    <a:spAutoFit/>
                  </a:bodyPr>
                  <a:lstStyle/>
                  <a:p>
                    <a:r>
                      <a:rPr lang="en-US" sz="1600" dirty="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𝜂</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𝐼𝑑𝑒𝑛𝑡𝑖𝑡𝑦</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𝑓𝑎𝑐𝑡𝑜𝑟</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𝑎</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𝑓𝑢𝑛𝑐𝑡𝑖𝑜𝑛</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𝑜𝑓</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𝑡h𝑒</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𝑜𝑝𝑒𝑟𝑎𝑡𝑖𝑛𝑔</m:t>
                        </m:r>
                      </m:oMath>
                    </a14:m>
                    <a:endParaRPr lang="en-US" sz="1600" i="1" dirty="0">
                      <a:latin typeface="Cambria Math" panose="02040503050406030204" pitchFamily="18" charset="0"/>
                      <a:ea typeface="Cambria Math" panose="02040503050406030204" pitchFamily="18" charset="0"/>
                    </a:endParaRPr>
                  </a:p>
                  <a:p>
                    <a:r>
                      <a:rPr lang="en-US" sz="1600" dirty="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𝑐𝑜𝑛𝑑𝑖𝑡𝑖𝑜𝑛𝑠</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𝑎𝑛𝑑</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𝑝h𝑦𝑠𝑖𝑐𝑎𝑙</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𝑐𝑜𝑛𝑠𝑡𝑟𝑢𝑐𝑡𝑖𝑜𝑛</m:t>
                        </m:r>
                      </m:oMath>
                    </a14:m>
                    <a:endParaRPr lang="en-US" sz="1600" dirty="0"/>
                  </a:p>
                </p:txBody>
              </p:sp>
            </mc:Choice>
            <mc:Fallback xmlns="">
              <p:sp>
                <p:nvSpPr>
                  <p:cNvPr id="21" name="Rectangle 20">
                    <a:extLst>
                      <a:ext uri="{FF2B5EF4-FFF2-40B4-BE49-F238E27FC236}">
                        <a16:creationId xmlns:a16="http://schemas.microsoft.com/office/drawing/2014/main" id="{B465B5A6-F476-4681-8249-32D14D67F9AE}"/>
                      </a:ext>
                    </a:extLst>
                  </p:cNvPr>
                  <p:cNvSpPr>
                    <a:spLocks noRot="1" noChangeAspect="1" noMove="1" noResize="1" noEditPoints="1" noAdjustHandles="1" noChangeArrowheads="1" noChangeShapeType="1" noTextEdit="1"/>
                  </p:cNvSpPr>
                  <p:nvPr/>
                </p:nvSpPr>
                <p:spPr>
                  <a:xfrm>
                    <a:off x="328727" y="2897865"/>
                    <a:ext cx="8572500" cy="584775"/>
                  </a:xfrm>
                  <a:prstGeom prst="rect">
                    <a:avLst/>
                  </a:prstGeom>
                  <a:blipFill>
                    <a:blip r:embed="rId9"/>
                    <a:stretch>
                      <a:fillRect b="-5208"/>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F8D93D7-0328-44CC-A765-EE4E69F46F38}"/>
                    </a:ext>
                  </a:extLst>
                </p:cNvPr>
                <p:cNvSpPr txBox="1"/>
                <p:nvPr/>
              </p:nvSpPr>
              <p:spPr>
                <a:xfrm>
                  <a:off x="-234530" y="3493117"/>
                  <a:ext cx="556259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𝑇</m:t>
                            </m:r>
                          </m:sub>
                        </m:sSub>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𝑣𝑜𝑙𝑡</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𝑒𝑞𝑢𝑖𝑣𝑎𝑙𝑒𝑛𝑡</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𝑜𝑓</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𝑡𝑒𝑚𝑝𝑒𝑟𝑎𝑡𝑢𝑟𝑒</m:t>
                        </m:r>
                      </m:oMath>
                    </m:oMathPara>
                  </a14:m>
                  <a:endParaRPr lang="en-US" sz="1600" dirty="0"/>
                </a:p>
              </p:txBody>
            </p:sp>
          </mc:Choice>
          <mc:Fallback xmlns="">
            <p:sp>
              <p:nvSpPr>
                <p:cNvPr id="19" name="TextBox 18">
                  <a:extLst>
                    <a:ext uri="{FF2B5EF4-FFF2-40B4-BE49-F238E27FC236}">
                      <a16:creationId xmlns:a16="http://schemas.microsoft.com/office/drawing/2014/main" id="{CF8D93D7-0328-44CC-A765-EE4E69F46F38}"/>
                    </a:ext>
                  </a:extLst>
                </p:cNvPr>
                <p:cNvSpPr txBox="1">
                  <a:spLocks noRot="1" noChangeAspect="1" noMove="1" noResize="1" noEditPoints="1" noAdjustHandles="1" noChangeArrowheads="1" noChangeShapeType="1" noTextEdit="1"/>
                </p:cNvSpPr>
                <p:nvPr/>
              </p:nvSpPr>
              <p:spPr>
                <a:xfrm>
                  <a:off x="-234530" y="3493117"/>
                  <a:ext cx="5562598" cy="338554"/>
                </a:xfrm>
                <a:prstGeom prst="rect">
                  <a:avLst/>
                </a:prstGeom>
                <a:blipFill>
                  <a:blip r:embed="rId10"/>
                  <a:stretch>
                    <a:fillRect b="-8929"/>
                  </a:stretch>
                </a:blipFill>
              </p:spPr>
              <p:txBody>
                <a:bodyPr/>
                <a:lstStyle/>
                <a:p>
                  <a:r>
                    <a:rPr lang="en-IN">
                      <a:noFill/>
                    </a:rPr>
                    <a:t> </a:t>
                  </a:r>
                </a:p>
              </p:txBody>
            </p:sp>
          </mc:Fallback>
        </mc:AlternateContent>
      </p:grpSp>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8F251421-287F-4AE9-BE4F-3BBB1BD8CE16}"/>
                  </a:ext>
                </a:extLst>
              </p14:cNvPr>
              <p14:cNvContentPartPr/>
              <p14:nvPr/>
            </p14:nvContentPartPr>
            <p14:xfrm>
              <a:off x="462600" y="892080"/>
              <a:ext cx="11261160" cy="5119200"/>
            </p14:xfrm>
          </p:contentPart>
        </mc:Choice>
        <mc:Fallback xmlns="">
          <p:pic>
            <p:nvPicPr>
              <p:cNvPr id="2" name="Ink 1">
                <a:extLst>
                  <a:ext uri="{FF2B5EF4-FFF2-40B4-BE49-F238E27FC236}">
                    <a16:creationId xmlns:a16="http://schemas.microsoft.com/office/drawing/2014/main" id="{8F251421-287F-4AE9-BE4F-3BBB1BD8CE16}"/>
                  </a:ext>
                </a:extLst>
              </p:cNvPr>
              <p:cNvPicPr/>
              <p:nvPr/>
            </p:nvPicPr>
            <p:blipFill>
              <a:blip r:embed="rId12"/>
              <a:stretch>
                <a:fillRect/>
              </a:stretch>
            </p:blipFill>
            <p:spPr>
              <a:xfrm>
                <a:off x="453240" y="882720"/>
                <a:ext cx="11279880" cy="5137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 name="Ink 2">
                <a:extLst>
                  <a:ext uri="{FF2B5EF4-FFF2-40B4-BE49-F238E27FC236}">
                    <a16:creationId xmlns:a16="http://schemas.microsoft.com/office/drawing/2014/main" id="{57780A4C-C3E1-444A-92A6-586D6F73F314}"/>
                  </a:ext>
                </a:extLst>
              </p14:cNvPr>
              <p14:cNvContentPartPr/>
              <p14:nvPr/>
            </p14:nvContentPartPr>
            <p14:xfrm>
              <a:off x="627840" y="1400040"/>
              <a:ext cx="4200480" cy="3118680"/>
            </p14:xfrm>
          </p:contentPart>
        </mc:Choice>
        <mc:Fallback xmlns="">
          <p:pic>
            <p:nvPicPr>
              <p:cNvPr id="3" name="Ink 2">
                <a:extLst>
                  <a:ext uri="{FF2B5EF4-FFF2-40B4-BE49-F238E27FC236}">
                    <a16:creationId xmlns:a16="http://schemas.microsoft.com/office/drawing/2014/main" id="{57780A4C-C3E1-444A-92A6-586D6F73F314}"/>
                  </a:ext>
                </a:extLst>
              </p:cNvPr>
              <p:cNvPicPr/>
              <p:nvPr/>
            </p:nvPicPr>
            <p:blipFill>
              <a:blip r:embed="rId14"/>
              <a:stretch>
                <a:fillRect/>
              </a:stretch>
            </p:blipFill>
            <p:spPr>
              <a:xfrm>
                <a:off x="618480" y="1390680"/>
                <a:ext cx="4219200" cy="3137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3C49BC8D-A5F5-492F-A6A0-F274B01B7FAF}"/>
                  </a:ext>
                </a:extLst>
              </p14:cNvPr>
              <p14:cNvContentPartPr/>
              <p14:nvPr/>
            </p14:nvContentPartPr>
            <p14:xfrm>
              <a:off x="1234800" y="1173240"/>
              <a:ext cx="9363600" cy="4879800"/>
            </p14:xfrm>
          </p:contentPart>
        </mc:Choice>
        <mc:Fallback xmlns="">
          <p:pic>
            <p:nvPicPr>
              <p:cNvPr id="22" name="Ink 21">
                <a:extLst>
                  <a:ext uri="{FF2B5EF4-FFF2-40B4-BE49-F238E27FC236}">
                    <a16:creationId xmlns:a16="http://schemas.microsoft.com/office/drawing/2014/main" id="{3C49BC8D-A5F5-492F-A6A0-F274B01B7FAF}"/>
                  </a:ext>
                </a:extLst>
              </p:cNvPr>
              <p:cNvPicPr/>
              <p:nvPr/>
            </p:nvPicPr>
            <p:blipFill>
              <a:blip r:embed="rId16"/>
              <a:stretch>
                <a:fillRect/>
              </a:stretch>
            </p:blipFill>
            <p:spPr>
              <a:xfrm>
                <a:off x="1225440" y="1163880"/>
                <a:ext cx="9382320" cy="4898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C8DEF789-BFCE-4371-AC11-F6DD496FB0C3}"/>
                  </a:ext>
                </a:extLst>
              </p14:cNvPr>
              <p14:cNvContentPartPr/>
              <p14:nvPr/>
            </p14:nvContentPartPr>
            <p14:xfrm>
              <a:off x="1380600" y="2770200"/>
              <a:ext cx="14040" cy="61200"/>
            </p14:xfrm>
          </p:contentPart>
        </mc:Choice>
        <mc:Fallback xmlns="">
          <p:pic>
            <p:nvPicPr>
              <p:cNvPr id="23" name="Ink 22">
                <a:extLst>
                  <a:ext uri="{FF2B5EF4-FFF2-40B4-BE49-F238E27FC236}">
                    <a16:creationId xmlns:a16="http://schemas.microsoft.com/office/drawing/2014/main" id="{C8DEF789-BFCE-4371-AC11-F6DD496FB0C3}"/>
                  </a:ext>
                </a:extLst>
              </p:cNvPr>
              <p:cNvPicPr/>
              <p:nvPr/>
            </p:nvPicPr>
            <p:blipFill>
              <a:blip r:embed="rId18"/>
              <a:stretch>
                <a:fillRect/>
              </a:stretch>
            </p:blipFill>
            <p:spPr>
              <a:xfrm>
                <a:off x="1371240" y="2760840"/>
                <a:ext cx="32760" cy="79920"/>
              </a:xfrm>
              <a:prstGeom prst="rect">
                <a:avLst/>
              </a:prstGeom>
            </p:spPr>
          </p:pic>
        </mc:Fallback>
      </mc:AlternateContent>
    </p:spTree>
    <p:extLst>
      <p:ext uri="{BB962C8B-B14F-4D97-AF65-F5344CB8AC3E}">
        <p14:creationId xmlns:p14="http://schemas.microsoft.com/office/powerpoint/2010/main" val="37942010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70</a:t>
            </a:fld>
            <a:endParaRPr lang="en-IN"/>
          </a:p>
        </p:txBody>
      </p:sp>
      <p:sp>
        <p:nvSpPr>
          <p:cNvPr id="7" name="TextBox 6">
            <a:extLst>
              <a:ext uri="{FF2B5EF4-FFF2-40B4-BE49-F238E27FC236}">
                <a16:creationId xmlns:a16="http://schemas.microsoft.com/office/drawing/2014/main" id="{E996FAB9-40D7-4A87-98B6-2C220AF506BE}"/>
              </a:ext>
            </a:extLst>
          </p:cNvPr>
          <p:cNvSpPr txBox="1"/>
          <p:nvPr/>
        </p:nvSpPr>
        <p:spPr>
          <a:xfrm>
            <a:off x="1201477" y="982176"/>
            <a:ext cx="9994605" cy="489364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i="1" dirty="0"/>
              <a:t>When external </a:t>
            </a:r>
            <a:r>
              <a:rPr lang="en-US" sz="2400" i="1" dirty="0" err="1"/>
              <a:t>d.c.</a:t>
            </a:r>
            <a:r>
              <a:rPr lang="en-US" sz="2400" i="1" dirty="0"/>
              <a:t> voltage applied to the junction is in such a direction that it cancels the potential barrier, thus permitting current flow, it is called </a:t>
            </a:r>
            <a:r>
              <a:rPr lang="en-US" sz="2400" b="1" i="1" dirty="0"/>
              <a:t>forward biasing.</a:t>
            </a:r>
          </a:p>
          <a:p>
            <a:pPr algn="just">
              <a:buSzPct val="125000"/>
            </a:pPr>
            <a:endParaRPr lang="en-US" sz="2400" dirty="0"/>
          </a:p>
          <a:p>
            <a:pPr marL="342900" indent="-342900" algn="just">
              <a:buSzPct val="125000"/>
              <a:buFont typeface="Wingdings" panose="05000000000000000000" pitchFamily="2" charset="2"/>
              <a:buChar char="§"/>
            </a:pPr>
            <a:r>
              <a:rPr lang="en-US" sz="2400" dirty="0"/>
              <a:t>To apply forward bias, connect positive terminal of the battery to </a:t>
            </a:r>
            <a:r>
              <a:rPr lang="en-US" sz="2400" i="1" dirty="0"/>
              <a:t>p</a:t>
            </a:r>
            <a:r>
              <a:rPr lang="en-US" sz="2400" dirty="0"/>
              <a:t>-type and negative terminal to </a:t>
            </a:r>
            <a:r>
              <a:rPr lang="en-US" sz="2400" i="1" dirty="0"/>
              <a:t>n</a:t>
            </a:r>
            <a:r>
              <a:rPr lang="en-US" sz="2400" dirty="0"/>
              <a:t>-type as shown in Fig.1.2.5. </a:t>
            </a:r>
          </a:p>
          <a:p>
            <a:pPr algn="just">
              <a:buSzPct val="125000"/>
            </a:pPr>
            <a:endParaRPr lang="en-US" sz="2400" dirty="0"/>
          </a:p>
          <a:p>
            <a:pPr marL="342900" indent="-342900" algn="just">
              <a:buSzPct val="125000"/>
              <a:buFont typeface="Wingdings" panose="05000000000000000000" pitchFamily="2" charset="2"/>
              <a:buChar char="§"/>
            </a:pPr>
            <a:r>
              <a:rPr lang="en-US" sz="2400" dirty="0"/>
              <a:t>This bias voltage imparts sufficient energy to the free electrons and holes to overcome the potential barrier.</a:t>
            </a:r>
          </a:p>
          <a:p>
            <a:pPr algn="just">
              <a:buSzPct val="125000"/>
            </a:pPr>
            <a:endParaRPr lang="en-US" sz="2400" dirty="0"/>
          </a:p>
          <a:p>
            <a:pPr marL="342900" indent="-342900" algn="just">
              <a:buSzPct val="125000"/>
              <a:buFont typeface="Wingdings" panose="05000000000000000000" pitchFamily="2" charset="2"/>
              <a:buChar char="§"/>
            </a:pPr>
            <a:r>
              <a:rPr lang="en-US" sz="2400" dirty="0"/>
              <a:t>As more electrons flow into the depletion region, the number of positive ions is reduced. Similarly when more holes flow into the depletion region, the number of negative ions is reduced.</a:t>
            </a:r>
          </a:p>
        </p:txBody>
      </p:sp>
      <p:sp>
        <p:nvSpPr>
          <p:cNvPr id="8" name="Rectangle 7">
            <a:extLst>
              <a:ext uri="{FF2B5EF4-FFF2-40B4-BE49-F238E27FC236}">
                <a16:creationId xmlns:a16="http://schemas.microsoft.com/office/drawing/2014/main" id="{1C95830A-557E-4740-A261-0A0A3C5DA9B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Forward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D894D0-64EF-44FB-96A9-696E3E8004DE}"/>
                  </a:ext>
                </a:extLst>
              </p14:cNvPr>
              <p14:cNvContentPartPr/>
              <p14:nvPr/>
            </p14:nvContentPartPr>
            <p14:xfrm>
              <a:off x="1638000" y="1386720"/>
              <a:ext cx="9279720" cy="4003920"/>
            </p14:xfrm>
          </p:contentPart>
        </mc:Choice>
        <mc:Fallback xmlns="">
          <p:pic>
            <p:nvPicPr>
              <p:cNvPr id="2" name="Ink 1">
                <a:extLst>
                  <a:ext uri="{FF2B5EF4-FFF2-40B4-BE49-F238E27FC236}">
                    <a16:creationId xmlns:a16="http://schemas.microsoft.com/office/drawing/2014/main" id="{1CD894D0-64EF-44FB-96A9-696E3E8004DE}"/>
                  </a:ext>
                </a:extLst>
              </p:cNvPr>
              <p:cNvPicPr/>
              <p:nvPr/>
            </p:nvPicPr>
            <p:blipFill>
              <a:blip r:embed="rId3"/>
              <a:stretch>
                <a:fillRect/>
              </a:stretch>
            </p:blipFill>
            <p:spPr>
              <a:xfrm>
                <a:off x="1628640" y="1377360"/>
                <a:ext cx="9298440" cy="4022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22A4160-8742-4D0A-A766-7019E6850CA3}"/>
                  </a:ext>
                </a:extLst>
              </p14:cNvPr>
              <p14:cNvContentPartPr/>
              <p14:nvPr/>
            </p14:nvContentPartPr>
            <p14:xfrm>
              <a:off x="5553720" y="4026600"/>
              <a:ext cx="1218240" cy="1762920"/>
            </p14:xfrm>
          </p:contentPart>
        </mc:Choice>
        <mc:Fallback xmlns="">
          <p:pic>
            <p:nvPicPr>
              <p:cNvPr id="3" name="Ink 2">
                <a:extLst>
                  <a:ext uri="{FF2B5EF4-FFF2-40B4-BE49-F238E27FC236}">
                    <a16:creationId xmlns:a16="http://schemas.microsoft.com/office/drawing/2014/main" id="{622A4160-8742-4D0A-A766-7019E6850CA3}"/>
                  </a:ext>
                </a:extLst>
              </p:cNvPr>
              <p:cNvPicPr/>
              <p:nvPr/>
            </p:nvPicPr>
            <p:blipFill>
              <a:blip r:embed="rId5"/>
              <a:stretch>
                <a:fillRect/>
              </a:stretch>
            </p:blipFill>
            <p:spPr>
              <a:xfrm>
                <a:off x="5544360" y="4017240"/>
                <a:ext cx="1236960" cy="1781640"/>
              </a:xfrm>
              <a:prstGeom prst="rect">
                <a:avLst/>
              </a:prstGeom>
            </p:spPr>
          </p:pic>
        </mc:Fallback>
      </mc:AlternateContent>
    </p:spTree>
    <p:extLst>
      <p:ext uri="{BB962C8B-B14F-4D97-AF65-F5344CB8AC3E}">
        <p14:creationId xmlns:p14="http://schemas.microsoft.com/office/powerpoint/2010/main" val="10472884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71</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F7405A-F08B-4598-B686-3B45D18A1273}"/>
                  </a:ext>
                </a:extLst>
              </p:cNvPr>
              <p:cNvSpPr txBox="1"/>
              <p:nvPr/>
            </p:nvSpPr>
            <p:spPr>
              <a:xfrm>
                <a:off x="1288953" y="1228643"/>
                <a:ext cx="9614094" cy="489364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This reduction in positive and negative ions on either side of the junction during forward-bias causes the reduction of depletion region.</a:t>
                </a:r>
              </a:p>
              <a:p>
                <a:pPr algn="just">
                  <a:buSzPct val="125000"/>
                </a:pPr>
                <a:endParaRPr lang="en-US" sz="2400" dirty="0"/>
              </a:p>
              <a:p>
                <a:pPr marL="342900" indent="-342900" algn="just">
                  <a:buSzPct val="125000"/>
                  <a:buFont typeface="Wingdings" panose="05000000000000000000" pitchFamily="2" charset="2"/>
                  <a:buChar char="§"/>
                </a:pPr>
                <a:r>
                  <a:rPr lang="en-US" sz="2400" dirty="0"/>
                  <a:t>As the depletion region reduced, the potential barrier is reduced to </a:t>
                </a:r>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𝐷</m:t>
                        </m:r>
                      </m:sub>
                    </m:sSub>
                    <m:r>
                      <a:rPr lang="en-US" sz="2400" i="1">
                        <a:latin typeface="Cambria Math" panose="02040503050406030204" pitchFamily="18" charset="0"/>
                      </a:rPr>
                      <m:t>)</m:t>
                    </m:r>
                  </m:oMath>
                </a14:m>
                <a:r>
                  <a:rPr lang="en-US" sz="2400" dirty="0"/>
                  <a:t>, where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oMath>
                </a14:m>
                <a:r>
                  <a:rPr lang="en-US" sz="2400" dirty="0"/>
                  <a:t> is the applied potential to the </a:t>
                </a:r>
                <a:r>
                  <a:rPr lang="en-US" sz="2400" i="1" dirty="0"/>
                  <a:t>p-n </a:t>
                </a:r>
                <a:r>
                  <a:rPr lang="en-US" sz="2400" dirty="0"/>
                  <a:t>junction.</a:t>
                </a:r>
              </a:p>
              <a:p>
                <a:pPr algn="just">
                  <a:buSzPct val="125000"/>
                </a:pPr>
                <a:endParaRPr lang="en-US" sz="2400" dirty="0">
                  <a:solidFill>
                    <a:srgbClr val="000000"/>
                  </a:solidFill>
                </a:endParaRPr>
              </a:p>
              <a:p>
                <a:pPr marL="342900" indent="-342900" algn="just">
                  <a:buSzPct val="125000"/>
                  <a:buFont typeface="Wingdings" panose="05000000000000000000" pitchFamily="2" charset="2"/>
                  <a:buChar char="§"/>
                </a:pPr>
                <a:r>
                  <a:rPr lang="en-US" sz="2400" dirty="0">
                    <a:solidFill>
                      <a:srgbClr val="000000"/>
                    </a:solidFill>
                  </a:rPr>
                  <a:t>As potential barrier voltage is very small (0.1 to 0.7 V), therefore, a small forward voltage is sufficient to completely eliminate the barrier.</a:t>
                </a:r>
              </a:p>
              <a:p>
                <a:pPr algn="just">
                  <a:buSzPct val="125000"/>
                </a:pPr>
                <a:endParaRPr lang="en-US" sz="2400" dirty="0"/>
              </a:p>
              <a:p>
                <a:pPr marL="342900" indent="-342900" algn="just">
                  <a:buSzPct val="125000"/>
                  <a:buFont typeface="Wingdings" panose="05000000000000000000" pitchFamily="2" charset="2"/>
                  <a:buChar char="§"/>
                </a:pPr>
                <a:r>
                  <a:rPr lang="en-US" sz="2400" dirty="0"/>
                  <a:t>Once the potential barrier is eliminated by the forward voltage, junction resistance becomes almost zero and a low resistance path is established for the entire circuit. Therefore, current flows in the circuit. This is called </a:t>
                </a:r>
                <a:r>
                  <a:rPr lang="en-US" sz="2400" i="1" dirty="0"/>
                  <a:t>forward current</a:t>
                </a:r>
                <a:r>
                  <a:rPr lang="en-US" sz="2400" dirty="0"/>
                  <a:t>.</a:t>
                </a:r>
                <a:r>
                  <a:rPr lang="en-US" sz="2400" dirty="0">
                    <a:solidFill>
                      <a:srgbClr val="000000"/>
                    </a:solidFill>
                  </a:rPr>
                  <a:t> </a:t>
                </a:r>
              </a:p>
            </p:txBody>
          </p:sp>
        </mc:Choice>
        <mc:Fallback xmlns="">
          <p:sp>
            <p:nvSpPr>
              <p:cNvPr id="8" name="TextBox 7">
                <a:extLst>
                  <a:ext uri="{FF2B5EF4-FFF2-40B4-BE49-F238E27FC236}">
                    <a16:creationId xmlns:a16="http://schemas.microsoft.com/office/drawing/2014/main" id="{AEF7405A-F08B-4598-B686-3B45D18A1273}"/>
                  </a:ext>
                </a:extLst>
              </p:cNvPr>
              <p:cNvSpPr txBox="1">
                <a:spLocks noRot="1" noChangeAspect="1" noMove="1" noResize="1" noEditPoints="1" noAdjustHandles="1" noChangeArrowheads="1" noChangeShapeType="1" noTextEdit="1"/>
              </p:cNvSpPr>
              <p:nvPr/>
            </p:nvSpPr>
            <p:spPr>
              <a:xfrm>
                <a:off x="1288953" y="1228643"/>
                <a:ext cx="9614094" cy="4893647"/>
              </a:xfrm>
              <a:prstGeom prst="rect">
                <a:avLst/>
              </a:prstGeom>
              <a:blipFill>
                <a:blip r:embed="rId2"/>
                <a:stretch>
                  <a:fillRect l="-1267" t="-2618" r="-951" b="-1995"/>
                </a:stretch>
              </a:blipFill>
            </p:spPr>
            <p:txBody>
              <a:bodyPr/>
              <a:lstStyle/>
              <a:p>
                <a:r>
                  <a:rPr lang="en-IN">
                    <a:noFill/>
                  </a:rPr>
                  <a:t> </a:t>
                </a:r>
              </a:p>
            </p:txBody>
          </p:sp>
        </mc:Fallback>
      </mc:AlternateContent>
      <p:sp>
        <p:nvSpPr>
          <p:cNvPr id="9" name="Rectangle 8">
            <a:extLst>
              <a:ext uri="{FF2B5EF4-FFF2-40B4-BE49-F238E27FC236}">
                <a16:creationId xmlns:a16="http://schemas.microsoft.com/office/drawing/2014/main" id="{FA903BD4-5B81-4959-AE49-B5305D20A296}"/>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Forward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B6004D8-6897-49BD-B304-35FC8C2DC541}"/>
                  </a:ext>
                </a:extLst>
              </p14:cNvPr>
              <p14:cNvContentPartPr/>
              <p14:nvPr/>
            </p14:nvContentPartPr>
            <p14:xfrm>
              <a:off x="1591200" y="3105000"/>
              <a:ext cx="3947760" cy="2220120"/>
            </p14:xfrm>
          </p:contentPart>
        </mc:Choice>
        <mc:Fallback xmlns="">
          <p:pic>
            <p:nvPicPr>
              <p:cNvPr id="2" name="Ink 1">
                <a:extLst>
                  <a:ext uri="{FF2B5EF4-FFF2-40B4-BE49-F238E27FC236}">
                    <a16:creationId xmlns:a16="http://schemas.microsoft.com/office/drawing/2014/main" id="{8B6004D8-6897-49BD-B304-35FC8C2DC541}"/>
                  </a:ext>
                </a:extLst>
              </p:cNvPr>
              <p:cNvPicPr/>
              <p:nvPr/>
            </p:nvPicPr>
            <p:blipFill>
              <a:blip r:embed="rId4"/>
              <a:stretch>
                <a:fillRect/>
              </a:stretch>
            </p:blipFill>
            <p:spPr>
              <a:xfrm>
                <a:off x="1581840" y="3095640"/>
                <a:ext cx="3966480" cy="2238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AC2A4C6-273F-48C0-8A95-A96C73C0E3B3}"/>
                  </a:ext>
                </a:extLst>
              </p14:cNvPr>
              <p14:cNvContentPartPr/>
              <p14:nvPr/>
            </p14:nvContentPartPr>
            <p14:xfrm>
              <a:off x="2561400" y="1959840"/>
              <a:ext cx="8180640" cy="3801240"/>
            </p14:xfrm>
          </p:contentPart>
        </mc:Choice>
        <mc:Fallback xmlns="">
          <p:pic>
            <p:nvPicPr>
              <p:cNvPr id="3" name="Ink 2">
                <a:extLst>
                  <a:ext uri="{FF2B5EF4-FFF2-40B4-BE49-F238E27FC236}">
                    <a16:creationId xmlns:a16="http://schemas.microsoft.com/office/drawing/2014/main" id="{0AC2A4C6-273F-48C0-8A95-A96C73C0E3B3}"/>
                  </a:ext>
                </a:extLst>
              </p:cNvPr>
              <p:cNvPicPr/>
              <p:nvPr/>
            </p:nvPicPr>
            <p:blipFill>
              <a:blip r:embed="rId6"/>
              <a:stretch>
                <a:fillRect/>
              </a:stretch>
            </p:blipFill>
            <p:spPr>
              <a:xfrm>
                <a:off x="2552040" y="1950480"/>
                <a:ext cx="8199360" cy="3819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08B5FA47-73B8-464B-B939-39351DF6FE6F}"/>
                  </a:ext>
                </a:extLst>
              </p14:cNvPr>
              <p14:cNvContentPartPr/>
              <p14:nvPr/>
            </p14:nvContentPartPr>
            <p14:xfrm>
              <a:off x="4203720" y="5547960"/>
              <a:ext cx="4850640" cy="398880"/>
            </p14:xfrm>
          </p:contentPart>
        </mc:Choice>
        <mc:Fallback xmlns="">
          <p:pic>
            <p:nvPicPr>
              <p:cNvPr id="7" name="Ink 6">
                <a:extLst>
                  <a:ext uri="{FF2B5EF4-FFF2-40B4-BE49-F238E27FC236}">
                    <a16:creationId xmlns:a16="http://schemas.microsoft.com/office/drawing/2014/main" id="{08B5FA47-73B8-464B-B939-39351DF6FE6F}"/>
                  </a:ext>
                </a:extLst>
              </p:cNvPr>
              <p:cNvPicPr/>
              <p:nvPr/>
            </p:nvPicPr>
            <p:blipFill>
              <a:blip r:embed="rId8"/>
              <a:stretch>
                <a:fillRect/>
              </a:stretch>
            </p:blipFill>
            <p:spPr>
              <a:xfrm>
                <a:off x="4194360" y="5538600"/>
                <a:ext cx="4869360" cy="417600"/>
              </a:xfrm>
              <a:prstGeom prst="rect">
                <a:avLst/>
              </a:prstGeom>
            </p:spPr>
          </p:pic>
        </mc:Fallback>
      </mc:AlternateContent>
    </p:spTree>
    <p:extLst>
      <p:ext uri="{BB962C8B-B14F-4D97-AF65-F5344CB8AC3E}">
        <p14:creationId xmlns:p14="http://schemas.microsoft.com/office/powerpoint/2010/main" val="17641399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72</a:t>
            </a:fld>
            <a:endParaRPr lang="en-IN"/>
          </a:p>
        </p:txBody>
      </p:sp>
      <p:sp>
        <p:nvSpPr>
          <p:cNvPr id="8" name="TextBox 7">
            <a:extLst>
              <a:ext uri="{FF2B5EF4-FFF2-40B4-BE49-F238E27FC236}">
                <a16:creationId xmlns:a16="http://schemas.microsoft.com/office/drawing/2014/main" id="{D3FA7DD2-9C1C-4B6C-8CDB-C4D769B3D258}"/>
              </a:ext>
            </a:extLst>
          </p:cNvPr>
          <p:cNvSpPr txBox="1"/>
          <p:nvPr/>
        </p:nvSpPr>
        <p:spPr>
          <a:xfrm>
            <a:off x="1601948" y="5407105"/>
            <a:ext cx="9299512" cy="646331"/>
          </a:xfrm>
          <a:prstGeom prst="rect">
            <a:avLst/>
          </a:prstGeom>
          <a:noFill/>
        </p:spPr>
        <p:txBody>
          <a:bodyPr wrap="square" rtlCol="0">
            <a:spAutoFit/>
          </a:bodyPr>
          <a:lstStyle/>
          <a:p>
            <a:r>
              <a:rPr lang="en-US" sz="1800" dirty="0"/>
              <a:t>Fig. 1.2.5 [Forward-biased pn-junction: (a) internal distribution of charge under forward- bias conditions; (b) forward-bias polarity and direction of resulting current] </a:t>
            </a:r>
          </a:p>
        </p:txBody>
      </p:sp>
      <p:grpSp>
        <p:nvGrpSpPr>
          <p:cNvPr id="9" name="Group 8">
            <a:extLst>
              <a:ext uri="{FF2B5EF4-FFF2-40B4-BE49-F238E27FC236}">
                <a16:creationId xmlns:a16="http://schemas.microsoft.com/office/drawing/2014/main" id="{2F2AFE8E-65FF-48D0-B92A-FF15B5F90D64}"/>
              </a:ext>
            </a:extLst>
          </p:cNvPr>
          <p:cNvGrpSpPr/>
          <p:nvPr/>
        </p:nvGrpSpPr>
        <p:grpSpPr>
          <a:xfrm>
            <a:off x="7514959" y="1350685"/>
            <a:ext cx="3386501" cy="3924518"/>
            <a:chOff x="5451112" y="1676400"/>
            <a:chExt cx="3386501" cy="3924518"/>
          </a:xfrm>
        </p:grpSpPr>
        <p:pic>
          <p:nvPicPr>
            <p:cNvPr id="10" name="Picture 9">
              <a:extLst>
                <a:ext uri="{FF2B5EF4-FFF2-40B4-BE49-F238E27FC236}">
                  <a16:creationId xmlns:a16="http://schemas.microsoft.com/office/drawing/2014/main" id="{0D185FDD-10C3-41AF-BF68-3EC65CC4E041}"/>
                </a:ext>
              </a:extLst>
            </p:cNvPr>
            <p:cNvPicPr>
              <a:picLocks noChangeAspect="1"/>
            </p:cNvPicPr>
            <p:nvPr/>
          </p:nvPicPr>
          <p:blipFill>
            <a:blip r:embed="rId2"/>
            <a:stretch>
              <a:fillRect/>
            </a:stretch>
          </p:blipFill>
          <p:spPr>
            <a:xfrm>
              <a:off x="5451112" y="1676400"/>
              <a:ext cx="3386501" cy="3924518"/>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5A8B7BC-C087-4C5A-974E-97BACB7CC7DF}"/>
                    </a:ext>
                  </a:extLst>
                </p:cNvPr>
                <p:cNvSpPr/>
                <p:nvPr/>
              </p:nvSpPr>
              <p:spPr>
                <a:xfrm>
                  <a:off x="7619200" y="4629597"/>
                  <a:ext cx="10676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b="0" i="1">
                                <a:latin typeface="Cambria Math" panose="02040503050406030204" pitchFamily="18" charset="0"/>
                              </a:rPr>
                              <m:t>𝑉</m:t>
                            </m:r>
                          </m:e>
                          <m:sub>
                            <m:r>
                              <a:rPr lang="en-US" sz="1600" b="0" i="1">
                                <a:latin typeface="Cambria Math" panose="02040503050406030204" pitchFamily="18" charset="0"/>
                              </a:rPr>
                              <m:t>0</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b="0" i="1">
                                <a:latin typeface="Cambria Math" panose="02040503050406030204" pitchFamily="18" charset="0"/>
                              </a:rPr>
                              <m:t>𝑉</m:t>
                            </m:r>
                          </m:e>
                          <m:sub>
                            <m:r>
                              <a:rPr lang="en-US" sz="1600" b="0" i="1">
                                <a:latin typeface="Cambria Math" panose="02040503050406030204" pitchFamily="18" charset="0"/>
                              </a:rPr>
                              <m:t>𝐷</m:t>
                            </m:r>
                          </m:sub>
                        </m:sSub>
                        <m:r>
                          <a:rPr lang="en-US" sz="1600" b="0" i="1">
                            <a:latin typeface="Cambria Math" panose="02040503050406030204" pitchFamily="18" charset="0"/>
                          </a:rPr>
                          <m:t>)</m:t>
                        </m:r>
                      </m:oMath>
                    </m:oMathPara>
                  </a14:m>
                  <a:endParaRPr lang="en-US" sz="1600" dirty="0"/>
                </a:p>
              </p:txBody>
            </p:sp>
          </mc:Choice>
          <mc:Fallback xmlns="">
            <p:sp>
              <p:nvSpPr>
                <p:cNvPr id="18" name="Rectangle 17"/>
                <p:cNvSpPr>
                  <a:spLocks noRot="1" noChangeAspect="1" noMove="1" noResize="1" noEditPoints="1" noAdjustHandles="1" noChangeArrowheads="1" noChangeShapeType="1" noTextEdit="1"/>
                </p:cNvSpPr>
                <p:nvPr/>
              </p:nvSpPr>
              <p:spPr>
                <a:xfrm>
                  <a:off x="7619200" y="4629597"/>
                  <a:ext cx="1067600" cy="338554"/>
                </a:xfrm>
                <a:prstGeom prst="rect">
                  <a:avLst/>
                </a:prstGeom>
                <a:blipFill rotWithShape="0">
                  <a:blip r:embed="rId6"/>
                  <a:stretch>
                    <a:fillRect b="-10714"/>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C2BFB81E-5D72-4B86-8E5C-A12AD405F7DF}"/>
                </a:ext>
              </a:extLst>
            </p:cNvPr>
            <p:cNvCxnSpPr/>
            <p:nvPr/>
          </p:nvCxnSpPr>
          <p:spPr bwMode="auto">
            <a:xfrm>
              <a:off x="7315200" y="5029200"/>
              <a:ext cx="1371600" cy="0"/>
            </a:xfrm>
            <a:prstGeom prst="line">
              <a:avLst/>
            </a:prstGeom>
            <a:solidFill>
              <a:schemeClr val="accent1"/>
            </a:solidFill>
            <a:ln w="22225" cap="flat" cmpd="sng" algn="ctr">
              <a:solidFill>
                <a:srgbClr val="FF6699"/>
              </a:solidFill>
              <a:prstDash val="sysDash"/>
              <a:round/>
              <a:headEnd type="none" w="med" len="med"/>
              <a:tailEnd type="none" w="med" len="med"/>
            </a:ln>
            <a:effectLst/>
          </p:spPr>
        </p:cxnSp>
        <p:cxnSp>
          <p:nvCxnSpPr>
            <p:cNvPr id="13" name="Straight Connector 12">
              <a:extLst>
                <a:ext uri="{FF2B5EF4-FFF2-40B4-BE49-F238E27FC236}">
                  <a16:creationId xmlns:a16="http://schemas.microsoft.com/office/drawing/2014/main" id="{13FAED42-77FC-4247-B316-AFD62D580C44}"/>
                </a:ext>
              </a:extLst>
            </p:cNvPr>
            <p:cNvCxnSpPr/>
            <p:nvPr/>
          </p:nvCxnSpPr>
          <p:spPr bwMode="auto">
            <a:xfrm>
              <a:off x="8610600" y="4440823"/>
              <a:ext cx="0" cy="588377"/>
            </a:xfrm>
            <a:prstGeom prst="line">
              <a:avLst/>
            </a:prstGeom>
            <a:solidFill>
              <a:schemeClr val="accent1"/>
            </a:solidFill>
            <a:ln w="22225" cap="flat" cmpd="sng" algn="ctr">
              <a:solidFill>
                <a:srgbClr val="FF6699"/>
              </a:solidFill>
              <a:prstDash val="solid"/>
              <a:round/>
              <a:headEnd type="triangle" w="med" len="med"/>
              <a:tailEnd type="triangle" w="med" len="med"/>
            </a:ln>
            <a:effectLst/>
          </p:spPr>
        </p:cxnSp>
        <p:cxnSp>
          <p:nvCxnSpPr>
            <p:cNvPr id="14" name="Straight Connector 13">
              <a:extLst>
                <a:ext uri="{FF2B5EF4-FFF2-40B4-BE49-F238E27FC236}">
                  <a16:creationId xmlns:a16="http://schemas.microsoft.com/office/drawing/2014/main" id="{2F235A6E-BC5F-4BFA-ADFE-3A5831CABD0D}"/>
                </a:ext>
              </a:extLst>
            </p:cNvPr>
            <p:cNvCxnSpPr/>
            <p:nvPr/>
          </p:nvCxnSpPr>
          <p:spPr bwMode="auto">
            <a:xfrm>
              <a:off x="8268493" y="4440823"/>
              <a:ext cx="342107" cy="0"/>
            </a:xfrm>
            <a:prstGeom prst="line">
              <a:avLst/>
            </a:prstGeom>
            <a:solidFill>
              <a:schemeClr val="accent1"/>
            </a:solidFill>
            <a:ln w="22225" cap="flat" cmpd="sng" algn="ctr">
              <a:solidFill>
                <a:srgbClr val="FF3399"/>
              </a:solidFill>
              <a:prstDash val="sysDash"/>
              <a:round/>
              <a:headEnd type="none" w="med" len="med"/>
              <a:tailEnd type="none" w="med" len="med"/>
            </a:ln>
            <a:effectLst/>
          </p:spPr>
        </p:cxnSp>
      </p:grpSp>
      <p:grpSp>
        <p:nvGrpSpPr>
          <p:cNvPr id="15" name="Group 14">
            <a:extLst>
              <a:ext uri="{FF2B5EF4-FFF2-40B4-BE49-F238E27FC236}">
                <a16:creationId xmlns:a16="http://schemas.microsoft.com/office/drawing/2014/main" id="{AD87D07E-B497-4F7F-ADB3-C04B5900204C}"/>
              </a:ext>
            </a:extLst>
          </p:cNvPr>
          <p:cNvGrpSpPr/>
          <p:nvPr/>
        </p:nvGrpSpPr>
        <p:grpSpPr>
          <a:xfrm>
            <a:off x="1607939" y="1130777"/>
            <a:ext cx="5486400" cy="4144426"/>
            <a:chOff x="76200" y="1409483"/>
            <a:chExt cx="5486400" cy="4144426"/>
          </a:xfrm>
        </p:grpSpPr>
        <p:grpSp>
          <p:nvGrpSpPr>
            <p:cNvPr id="16" name="Group 15">
              <a:extLst>
                <a:ext uri="{FF2B5EF4-FFF2-40B4-BE49-F238E27FC236}">
                  <a16:creationId xmlns:a16="http://schemas.microsoft.com/office/drawing/2014/main" id="{CDF70880-A6D0-4168-87C6-7591AB9F7633}"/>
                </a:ext>
              </a:extLst>
            </p:cNvPr>
            <p:cNvGrpSpPr/>
            <p:nvPr/>
          </p:nvGrpSpPr>
          <p:grpSpPr>
            <a:xfrm>
              <a:off x="76200" y="1409483"/>
              <a:ext cx="5486400" cy="4144426"/>
              <a:chOff x="32413" y="2667000"/>
              <a:chExt cx="4943475" cy="3048000"/>
            </a:xfrm>
          </p:grpSpPr>
          <p:pic>
            <p:nvPicPr>
              <p:cNvPr id="19" name="Picture 18">
                <a:extLst>
                  <a:ext uri="{FF2B5EF4-FFF2-40B4-BE49-F238E27FC236}">
                    <a16:creationId xmlns:a16="http://schemas.microsoft.com/office/drawing/2014/main" id="{625DBB90-0C4F-49C6-9337-A1E4ED2C53B1}"/>
                  </a:ext>
                </a:extLst>
              </p:cNvPr>
              <p:cNvPicPr>
                <a:picLocks noChangeAspect="1"/>
              </p:cNvPicPr>
              <p:nvPr/>
            </p:nvPicPr>
            <p:blipFill>
              <a:blip r:embed="rId7"/>
              <a:stretch>
                <a:fillRect/>
              </a:stretch>
            </p:blipFill>
            <p:spPr>
              <a:xfrm>
                <a:off x="32413" y="2667000"/>
                <a:ext cx="4943475" cy="3048000"/>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008DA71-47B1-4DA6-A693-68AAAFDDB91F}"/>
                      </a:ext>
                    </a:extLst>
                  </p:cNvPr>
                  <p:cNvSpPr txBox="1"/>
                  <p:nvPr/>
                </p:nvSpPr>
                <p:spPr>
                  <a:xfrm>
                    <a:off x="1333500" y="2795668"/>
                    <a:ext cx="381000" cy="2263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𝑰</m:t>
                              </m:r>
                            </m:e>
                            <m:sub>
                              <m:r>
                                <a:rPr lang="en-US" sz="1400" b="1" i="1" smtClean="0">
                                  <a:latin typeface="Cambria Math" panose="02040503050406030204" pitchFamily="18" charset="0"/>
                                </a:rPr>
                                <m:t>𝒐</m:t>
                              </m:r>
                            </m:sub>
                          </m:sSub>
                        </m:oMath>
                      </m:oMathPara>
                    </a14:m>
                    <a:endParaRPr lang="en-US" sz="14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1333500" y="2795668"/>
                    <a:ext cx="381000" cy="226353"/>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1A96DB7-79D7-4162-9A64-2B64CCEC1471}"/>
                      </a:ext>
                    </a:extLst>
                  </p:cNvPr>
                  <p:cNvSpPr txBox="1"/>
                  <p:nvPr/>
                </p:nvSpPr>
                <p:spPr>
                  <a:xfrm>
                    <a:off x="1905000" y="3087024"/>
                    <a:ext cx="533400" cy="3281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𝑰</m:t>
                              </m:r>
                            </m:e>
                            <m:sub>
                              <m:r>
                                <a:rPr lang="en-US" sz="1400" b="1" i="1" smtClean="0">
                                  <a:latin typeface="Cambria Math" panose="02040503050406030204" pitchFamily="18" charset="0"/>
                                </a:rPr>
                                <m:t>𝒎𝒂𝒋</m:t>
                              </m:r>
                            </m:sub>
                          </m:sSub>
                        </m:oMath>
                      </m:oMathPara>
                    </a14:m>
                    <a:endParaRPr lang="en-US" sz="1400"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1905000" y="3087024"/>
                    <a:ext cx="533400" cy="328167"/>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68EB4E2-D0E0-4FA9-A442-9303964B10BE}"/>
                      </a:ext>
                    </a:extLst>
                  </p:cNvPr>
                  <p:cNvSpPr txBox="1"/>
                  <p:nvPr/>
                </p:nvSpPr>
                <p:spPr>
                  <a:xfrm>
                    <a:off x="2414516" y="2996125"/>
                    <a:ext cx="1371600" cy="2413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𝑰</m:t>
                                  </m:r>
                                </m:e>
                                <m:sub>
                                  <m:r>
                                    <a:rPr lang="en-US" sz="1400" b="1" i="1" smtClean="0">
                                      <a:latin typeface="Cambria Math" panose="02040503050406030204" pitchFamily="18" charset="0"/>
                                    </a:rPr>
                                    <m:t>𝑫</m:t>
                                  </m:r>
                                </m:sub>
                              </m:sSub>
                              <m:r>
                                <a:rPr lang="en-US" sz="1400" b="1" i="1" smtClean="0">
                                  <a:latin typeface="Cambria Math" panose="02040503050406030204" pitchFamily="18" charset="0"/>
                                </a:rPr>
                                <m:t>=</m:t>
                              </m:r>
                              <m:r>
                                <a:rPr lang="en-US" sz="1400" b="1" i="1" smtClean="0">
                                  <a:latin typeface="Cambria Math" panose="02040503050406030204" pitchFamily="18" charset="0"/>
                                </a:rPr>
                                <m:t>𝑰</m:t>
                              </m:r>
                            </m:e>
                            <m:sub>
                              <m:r>
                                <a:rPr lang="en-US" sz="1400" b="1" i="1" smtClean="0">
                                  <a:latin typeface="Cambria Math" panose="02040503050406030204" pitchFamily="18" charset="0"/>
                                </a:rPr>
                                <m:t>𝒎𝒂𝒋</m:t>
                              </m:r>
                            </m:sub>
                          </m:sSub>
                          <m:r>
                            <a:rPr lang="en-US" sz="1400" b="1" i="1" smtClean="0">
                              <a:latin typeface="Cambria Math" panose="02040503050406030204" pitchFamily="18" charset="0"/>
                            </a:rPr>
                            <m:t>−</m:t>
                          </m:r>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𝑰</m:t>
                              </m:r>
                            </m:e>
                            <m:sub>
                              <m:r>
                                <a:rPr lang="en-US" sz="1400" b="1" i="1" smtClean="0">
                                  <a:latin typeface="Cambria Math" panose="02040503050406030204" pitchFamily="18" charset="0"/>
                                </a:rPr>
                                <m:t>𝒐</m:t>
                              </m:r>
                            </m:sub>
                          </m:sSub>
                        </m:oMath>
                      </m:oMathPara>
                    </a14:m>
                    <a:endParaRPr lang="en-US" sz="14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2414516" y="2996125"/>
                    <a:ext cx="1371600" cy="241349"/>
                  </a:xfrm>
                  <a:prstGeom prst="rect">
                    <a:avLst/>
                  </a:prstGeom>
                  <a:blipFill rotWithShape="0">
                    <a:blip r:embed="rId10"/>
                    <a:stretch>
                      <a:fillRect b="-3774"/>
                    </a:stretch>
                  </a:blipFill>
                </p:spPr>
                <p:txBody>
                  <a:bodyPr/>
                  <a:lstStyle/>
                  <a:p>
                    <a:r>
                      <a:rPr lang="en-US">
                        <a:noFill/>
                      </a:rPr>
                      <a:t> </a:t>
                    </a:r>
                  </a:p>
                </p:txBody>
              </p:sp>
            </mc:Fallback>
          </mc:AlternateContent>
        </p:grpSp>
        <p:sp>
          <p:nvSpPr>
            <p:cNvPr id="17" name="Rectangle 16">
              <a:extLst>
                <a:ext uri="{FF2B5EF4-FFF2-40B4-BE49-F238E27FC236}">
                  <a16:creationId xmlns:a16="http://schemas.microsoft.com/office/drawing/2014/main" id="{607414B9-942E-4159-A8E9-67CFFB12DCA2}"/>
                </a:ext>
              </a:extLst>
            </p:cNvPr>
            <p:cNvSpPr/>
            <p:nvPr/>
          </p:nvSpPr>
          <p:spPr>
            <a:xfrm>
              <a:off x="3017524" y="2336367"/>
              <a:ext cx="1295400" cy="523220"/>
            </a:xfrm>
            <a:prstGeom prst="rect">
              <a:avLst/>
            </a:prstGeom>
          </p:spPr>
          <p:txBody>
            <a:bodyPr wrap="square">
              <a:spAutoFit/>
            </a:bodyPr>
            <a:lstStyle/>
            <a:p>
              <a:r>
                <a:rPr lang="en-US" sz="1400" dirty="0">
                  <a:solidFill>
                    <a:srgbClr val="231F20"/>
                  </a:solidFill>
                  <a:latin typeface="Times-Roman"/>
                </a:rPr>
                <a:t>Metal contact</a:t>
              </a:r>
            </a:p>
            <a:p>
              <a:r>
                <a:rPr lang="en-US" sz="1400" dirty="0">
                  <a:solidFill>
                    <a:srgbClr val="231F20"/>
                  </a:solidFill>
                  <a:latin typeface="Times-Roman"/>
                </a:rPr>
                <a:t>and wire lead</a:t>
              </a:r>
              <a:endParaRPr lang="en-US" sz="1400" dirty="0"/>
            </a:p>
          </p:txBody>
        </p:sp>
        <p:cxnSp>
          <p:nvCxnSpPr>
            <p:cNvPr id="18" name="Straight Connector 17">
              <a:extLst>
                <a:ext uri="{FF2B5EF4-FFF2-40B4-BE49-F238E27FC236}">
                  <a16:creationId xmlns:a16="http://schemas.microsoft.com/office/drawing/2014/main" id="{71923408-54BA-4C7F-94C1-1B768259FE90}"/>
                </a:ext>
              </a:extLst>
            </p:cNvPr>
            <p:cNvCxnSpPr/>
            <p:nvPr/>
          </p:nvCxnSpPr>
          <p:spPr bwMode="auto">
            <a:xfrm flipV="1">
              <a:off x="2719921" y="2569698"/>
              <a:ext cx="404279" cy="289889"/>
            </a:xfrm>
            <a:prstGeom prst="line">
              <a:avLst/>
            </a:prstGeom>
            <a:solidFill>
              <a:schemeClr val="accent1"/>
            </a:solidFill>
            <a:ln w="22225" cap="flat" cmpd="sng" algn="ctr">
              <a:solidFill>
                <a:schemeClr val="tx1"/>
              </a:solidFill>
              <a:prstDash val="solid"/>
              <a:round/>
              <a:headEnd type="triangle" w="med" len="med"/>
              <a:tailEnd type="none" w="med" len="med"/>
            </a:ln>
            <a:effectLst/>
          </p:spPr>
        </p:cxnSp>
      </p:grpSp>
      <p:sp>
        <p:nvSpPr>
          <p:cNvPr id="23" name="Rectangle 22">
            <a:extLst>
              <a:ext uri="{FF2B5EF4-FFF2-40B4-BE49-F238E27FC236}">
                <a16:creationId xmlns:a16="http://schemas.microsoft.com/office/drawing/2014/main" id="{9AD24845-AE92-436C-B3DB-B6177FD2FF02}"/>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Forward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90D55338-E75B-47CF-BFF1-1F15F0C42F29}"/>
                  </a:ext>
                </a:extLst>
              </p14:cNvPr>
              <p14:cNvContentPartPr/>
              <p14:nvPr/>
            </p14:nvContentPartPr>
            <p14:xfrm>
              <a:off x="2304720" y="1572480"/>
              <a:ext cx="8384760" cy="3308760"/>
            </p14:xfrm>
          </p:contentPart>
        </mc:Choice>
        <mc:Fallback xmlns="">
          <p:pic>
            <p:nvPicPr>
              <p:cNvPr id="2" name="Ink 1">
                <a:extLst>
                  <a:ext uri="{FF2B5EF4-FFF2-40B4-BE49-F238E27FC236}">
                    <a16:creationId xmlns:a16="http://schemas.microsoft.com/office/drawing/2014/main" id="{90D55338-E75B-47CF-BFF1-1F15F0C42F29}"/>
                  </a:ext>
                </a:extLst>
              </p:cNvPr>
              <p:cNvPicPr/>
              <p:nvPr/>
            </p:nvPicPr>
            <p:blipFill>
              <a:blip r:embed="rId12"/>
              <a:stretch>
                <a:fillRect/>
              </a:stretch>
            </p:blipFill>
            <p:spPr>
              <a:xfrm>
                <a:off x="2295360" y="1563120"/>
                <a:ext cx="8403480" cy="3327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 name="Ink 2">
                <a:extLst>
                  <a:ext uri="{FF2B5EF4-FFF2-40B4-BE49-F238E27FC236}">
                    <a16:creationId xmlns:a16="http://schemas.microsoft.com/office/drawing/2014/main" id="{5906CD75-6EE8-4BEE-94C1-BC92329B29E2}"/>
                  </a:ext>
                </a:extLst>
              </p14:cNvPr>
              <p14:cNvContentPartPr/>
              <p14:nvPr/>
            </p14:nvContentPartPr>
            <p14:xfrm>
              <a:off x="2745000" y="2570760"/>
              <a:ext cx="1119960" cy="1942200"/>
            </p14:xfrm>
          </p:contentPart>
        </mc:Choice>
        <mc:Fallback xmlns="">
          <p:pic>
            <p:nvPicPr>
              <p:cNvPr id="3" name="Ink 2">
                <a:extLst>
                  <a:ext uri="{FF2B5EF4-FFF2-40B4-BE49-F238E27FC236}">
                    <a16:creationId xmlns:a16="http://schemas.microsoft.com/office/drawing/2014/main" id="{5906CD75-6EE8-4BEE-94C1-BC92329B29E2}"/>
                  </a:ext>
                </a:extLst>
              </p:cNvPr>
              <p:cNvPicPr/>
              <p:nvPr/>
            </p:nvPicPr>
            <p:blipFill>
              <a:blip r:embed="rId14"/>
              <a:stretch>
                <a:fillRect/>
              </a:stretch>
            </p:blipFill>
            <p:spPr>
              <a:xfrm>
                <a:off x="2735640" y="2561400"/>
                <a:ext cx="1138680" cy="1960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 name="Ink 6">
                <a:extLst>
                  <a:ext uri="{FF2B5EF4-FFF2-40B4-BE49-F238E27FC236}">
                    <a16:creationId xmlns:a16="http://schemas.microsoft.com/office/drawing/2014/main" id="{C6CE031A-F6F4-474F-908E-26DC297F50F5}"/>
                  </a:ext>
                </a:extLst>
              </p14:cNvPr>
              <p14:cNvContentPartPr/>
              <p14:nvPr/>
            </p14:nvContentPartPr>
            <p14:xfrm>
              <a:off x="3511080" y="4754520"/>
              <a:ext cx="200880" cy="86040"/>
            </p14:xfrm>
          </p:contentPart>
        </mc:Choice>
        <mc:Fallback xmlns="">
          <p:pic>
            <p:nvPicPr>
              <p:cNvPr id="7" name="Ink 6">
                <a:extLst>
                  <a:ext uri="{FF2B5EF4-FFF2-40B4-BE49-F238E27FC236}">
                    <a16:creationId xmlns:a16="http://schemas.microsoft.com/office/drawing/2014/main" id="{C6CE031A-F6F4-474F-908E-26DC297F50F5}"/>
                  </a:ext>
                </a:extLst>
              </p:cNvPr>
              <p:cNvPicPr/>
              <p:nvPr/>
            </p:nvPicPr>
            <p:blipFill>
              <a:blip r:embed="rId16"/>
              <a:stretch>
                <a:fillRect/>
              </a:stretch>
            </p:blipFill>
            <p:spPr>
              <a:xfrm>
                <a:off x="3501720" y="4745160"/>
                <a:ext cx="21960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6160CC24-6CC2-412C-938D-878313117AAD}"/>
                  </a:ext>
                </a:extLst>
              </p14:cNvPr>
              <p14:cNvContentPartPr/>
              <p14:nvPr/>
            </p14:nvContentPartPr>
            <p14:xfrm>
              <a:off x="2241720" y="2594160"/>
              <a:ext cx="1355040" cy="1979640"/>
            </p14:xfrm>
          </p:contentPart>
        </mc:Choice>
        <mc:Fallback xmlns="">
          <p:pic>
            <p:nvPicPr>
              <p:cNvPr id="24" name="Ink 23">
                <a:extLst>
                  <a:ext uri="{FF2B5EF4-FFF2-40B4-BE49-F238E27FC236}">
                    <a16:creationId xmlns:a16="http://schemas.microsoft.com/office/drawing/2014/main" id="{6160CC24-6CC2-412C-938D-878313117AAD}"/>
                  </a:ext>
                </a:extLst>
              </p:cNvPr>
              <p:cNvPicPr/>
              <p:nvPr/>
            </p:nvPicPr>
            <p:blipFill>
              <a:blip r:embed="rId18"/>
              <a:stretch>
                <a:fillRect/>
              </a:stretch>
            </p:blipFill>
            <p:spPr>
              <a:xfrm>
                <a:off x="2232360" y="2584800"/>
                <a:ext cx="1373760" cy="1998360"/>
              </a:xfrm>
              <a:prstGeom prst="rect">
                <a:avLst/>
              </a:prstGeom>
            </p:spPr>
          </p:pic>
        </mc:Fallback>
      </mc:AlternateContent>
    </p:spTree>
    <p:extLst>
      <p:ext uri="{BB962C8B-B14F-4D97-AF65-F5344CB8AC3E}">
        <p14:creationId xmlns:p14="http://schemas.microsoft.com/office/powerpoint/2010/main" val="24242096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73</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0B1FD65-670D-4593-9E59-F6997A0D74DF}"/>
                  </a:ext>
                </a:extLst>
              </p:cNvPr>
              <p:cNvSpPr txBox="1"/>
              <p:nvPr/>
            </p:nvSpPr>
            <p:spPr>
              <a:xfrm>
                <a:off x="1288952" y="1263842"/>
                <a:ext cx="9614093" cy="4184607"/>
              </a:xfrm>
              <a:prstGeom prst="rect">
                <a:avLst/>
              </a:prstGeom>
              <a:noFill/>
            </p:spPr>
            <p:txBody>
              <a:bodyPr wrap="square" rtlCol="0">
                <a:spAutoFit/>
              </a:bodyPr>
              <a:lstStyle/>
              <a:p>
                <a:pPr marL="342900" indent="-342900" algn="just">
                  <a:buClr>
                    <a:srgbClr val="00B050"/>
                  </a:buClr>
                  <a:buFont typeface="Wingdings" panose="05000000000000000000" pitchFamily="2" charset="2"/>
                  <a:buChar char="ü"/>
                </a:pPr>
                <a:r>
                  <a:rPr lang="en-US" sz="2400" dirty="0"/>
                  <a:t>With </a:t>
                </a:r>
                <a:r>
                  <a:rPr lang="en-US" sz="2400" b="1" i="1" dirty="0"/>
                  <a:t>forward bias </a:t>
                </a:r>
                <a:r>
                  <a:rPr lang="en-US" sz="2400" dirty="0"/>
                  <a:t>to </a:t>
                </a:r>
                <a:r>
                  <a:rPr lang="en-US" sz="2400" i="1" dirty="0"/>
                  <a:t>pn-</a:t>
                </a:r>
                <a:r>
                  <a:rPr lang="en-US" sz="2400" dirty="0"/>
                  <a:t>junction, the following points are worth noting :</a:t>
                </a:r>
              </a:p>
              <a:p>
                <a:pPr marL="342900" indent="-342900" algn="just">
                  <a:buClr>
                    <a:srgbClr val="00B050"/>
                  </a:buClr>
                  <a:buSzPct val="125000"/>
                  <a:buFont typeface="Wingdings" panose="05000000000000000000" pitchFamily="2" charset="2"/>
                  <a:buChar char="ü"/>
                </a:pPr>
                <a:endParaRPr lang="en-US" sz="2400" dirty="0"/>
              </a:p>
              <a:p>
                <a:pPr marL="342900" indent="-342900" algn="just">
                  <a:buClr>
                    <a:srgbClr val="00B050"/>
                  </a:buClr>
                  <a:buSzPct val="125000"/>
                  <a:buFont typeface="Wingdings" panose="05000000000000000000" pitchFamily="2" charset="2"/>
                  <a:buChar char="ü"/>
                </a:pPr>
                <a:r>
                  <a:rPr lang="en-US" sz="2400" dirty="0"/>
                  <a:t>The potential barrier is reduced and at some forward voltage (0.1 to 0.7 V), it is eliminated altogether. </a:t>
                </a:r>
              </a:p>
              <a:p>
                <a:pPr marL="342900" indent="-342900" algn="just">
                  <a:buClr>
                    <a:srgbClr val="00B050"/>
                  </a:buClr>
                  <a:buSzPct val="125000"/>
                  <a:buFont typeface="Wingdings" panose="05000000000000000000" pitchFamily="2" charset="2"/>
                  <a:buChar char="ü"/>
                </a:pPr>
                <a:endParaRPr lang="en-US" sz="2400" dirty="0"/>
              </a:p>
              <a:p>
                <a:pPr marL="342900" indent="-342900" algn="just">
                  <a:buClr>
                    <a:srgbClr val="00B050"/>
                  </a:buClr>
                  <a:buSzPct val="125000"/>
                  <a:buFont typeface="Wingdings" panose="05000000000000000000" pitchFamily="2" charset="2"/>
                  <a:buChar char="ü"/>
                </a:pPr>
                <a:r>
                  <a:rPr lang="en-US" sz="2400" dirty="0"/>
                  <a:t>The junction offers low resistance (called </a:t>
                </a:r>
                <a:r>
                  <a:rPr lang="en-US" sz="2400" i="1" dirty="0"/>
                  <a:t>forward resistance</a:t>
                </a: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𝑓</m:t>
                        </m:r>
                      </m:sub>
                    </m:sSub>
                  </m:oMath>
                </a14:m>
                <a:r>
                  <a:rPr lang="en-US" sz="2400" dirty="0"/>
                  <a:t>) to current flow. </a:t>
                </a:r>
              </a:p>
              <a:p>
                <a:pPr marL="342900" indent="-342900" algn="just">
                  <a:buClr>
                    <a:srgbClr val="00B050"/>
                  </a:buClr>
                  <a:buSzPct val="125000"/>
                  <a:buFont typeface="Wingdings" panose="05000000000000000000" pitchFamily="2" charset="2"/>
                  <a:buChar char="ü"/>
                </a:pPr>
                <a:endParaRPr lang="en-US" sz="2400" dirty="0"/>
              </a:p>
              <a:p>
                <a:pPr marL="342900" indent="-342900" algn="just">
                  <a:buClr>
                    <a:srgbClr val="00B050"/>
                  </a:buClr>
                  <a:buSzPct val="125000"/>
                  <a:buFont typeface="Wingdings" panose="05000000000000000000" pitchFamily="2" charset="2"/>
                  <a:buChar char="ü"/>
                </a:pPr>
                <a:r>
                  <a:rPr lang="en-US" sz="2400" dirty="0"/>
                  <a:t>Current flows in the circuit due to the establishment of low resistance path. The magnitude of current depends upon the applied forward voltage.</a:t>
                </a:r>
              </a:p>
            </p:txBody>
          </p:sp>
        </mc:Choice>
        <mc:Fallback xmlns="">
          <p:sp>
            <p:nvSpPr>
              <p:cNvPr id="8" name="TextBox 7">
                <a:extLst>
                  <a:ext uri="{FF2B5EF4-FFF2-40B4-BE49-F238E27FC236}">
                    <a16:creationId xmlns:a16="http://schemas.microsoft.com/office/drawing/2014/main" id="{40B1FD65-670D-4593-9E59-F6997A0D74DF}"/>
                  </a:ext>
                </a:extLst>
              </p:cNvPr>
              <p:cNvSpPr txBox="1">
                <a:spLocks noRot="1" noChangeAspect="1" noMove="1" noResize="1" noEditPoints="1" noAdjustHandles="1" noChangeArrowheads="1" noChangeShapeType="1" noTextEdit="1"/>
              </p:cNvSpPr>
              <p:nvPr/>
            </p:nvSpPr>
            <p:spPr>
              <a:xfrm>
                <a:off x="1288952" y="1263842"/>
                <a:ext cx="9614093" cy="4184607"/>
              </a:xfrm>
              <a:prstGeom prst="rect">
                <a:avLst/>
              </a:prstGeom>
              <a:blipFill>
                <a:blip r:embed="rId2"/>
                <a:stretch>
                  <a:fillRect l="-1267" t="-1164" r="-951" b="-2329"/>
                </a:stretch>
              </a:blipFill>
            </p:spPr>
            <p:txBody>
              <a:bodyPr/>
              <a:lstStyle/>
              <a:p>
                <a:r>
                  <a:rPr lang="en-IN">
                    <a:noFill/>
                  </a:rPr>
                  <a:t> </a:t>
                </a:r>
              </a:p>
            </p:txBody>
          </p:sp>
        </mc:Fallback>
      </mc:AlternateContent>
      <p:sp>
        <p:nvSpPr>
          <p:cNvPr id="9" name="Rectangle 8">
            <a:extLst>
              <a:ext uri="{FF2B5EF4-FFF2-40B4-BE49-F238E27FC236}">
                <a16:creationId xmlns:a16="http://schemas.microsoft.com/office/drawing/2014/main" id="{16EC5579-2B4D-4E64-9976-27473C0C313B}"/>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Forward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05277E0-6EDD-4E9F-AB76-2617A364C5C2}"/>
                  </a:ext>
                </a:extLst>
              </p14:cNvPr>
              <p14:cNvContentPartPr/>
              <p14:nvPr/>
            </p14:nvContentPartPr>
            <p14:xfrm>
              <a:off x="3488760" y="2435040"/>
              <a:ext cx="4091760" cy="3281760"/>
            </p14:xfrm>
          </p:contentPart>
        </mc:Choice>
        <mc:Fallback xmlns="">
          <p:pic>
            <p:nvPicPr>
              <p:cNvPr id="2" name="Ink 1">
                <a:extLst>
                  <a:ext uri="{FF2B5EF4-FFF2-40B4-BE49-F238E27FC236}">
                    <a16:creationId xmlns:a16="http://schemas.microsoft.com/office/drawing/2014/main" id="{D05277E0-6EDD-4E9F-AB76-2617A364C5C2}"/>
                  </a:ext>
                </a:extLst>
              </p:cNvPr>
              <p:cNvPicPr/>
              <p:nvPr/>
            </p:nvPicPr>
            <p:blipFill>
              <a:blip r:embed="rId4"/>
              <a:stretch>
                <a:fillRect/>
              </a:stretch>
            </p:blipFill>
            <p:spPr>
              <a:xfrm>
                <a:off x="3479400" y="2425680"/>
                <a:ext cx="4110480" cy="3300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ADE7496-323F-44C6-AF18-D609F66D7085}"/>
                  </a:ext>
                </a:extLst>
              </p14:cNvPr>
              <p14:cNvContentPartPr/>
              <p14:nvPr/>
            </p14:nvContentPartPr>
            <p14:xfrm>
              <a:off x="4880520" y="2475720"/>
              <a:ext cx="1054800" cy="3116520"/>
            </p14:xfrm>
          </p:contentPart>
        </mc:Choice>
        <mc:Fallback xmlns="">
          <p:pic>
            <p:nvPicPr>
              <p:cNvPr id="3" name="Ink 2">
                <a:extLst>
                  <a:ext uri="{FF2B5EF4-FFF2-40B4-BE49-F238E27FC236}">
                    <a16:creationId xmlns:a16="http://schemas.microsoft.com/office/drawing/2014/main" id="{CADE7496-323F-44C6-AF18-D609F66D7085}"/>
                  </a:ext>
                </a:extLst>
              </p:cNvPr>
              <p:cNvPicPr/>
              <p:nvPr/>
            </p:nvPicPr>
            <p:blipFill>
              <a:blip r:embed="rId6"/>
              <a:stretch>
                <a:fillRect/>
              </a:stretch>
            </p:blipFill>
            <p:spPr>
              <a:xfrm>
                <a:off x="4871160" y="2466360"/>
                <a:ext cx="1073520" cy="3135240"/>
              </a:xfrm>
              <a:prstGeom prst="rect">
                <a:avLst/>
              </a:prstGeom>
            </p:spPr>
          </p:pic>
        </mc:Fallback>
      </mc:AlternateContent>
    </p:spTree>
    <p:extLst>
      <p:ext uri="{BB962C8B-B14F-4D97-AF65-F5344CB8AC3E}">
        <p14:creationId xmlns:p14="http://schemas.microsoft.com/office/powerpoint/2010/main" val="9539917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74</a:t>
            </a:fld>
            <a:endParaRPr lang="en-IN"/>
          </a:p>
        </p:txBody>
      </p:sp>
      <p:sp>
        <p:nvSpPr>
          <p:cNvPr id="9" name="Rectangle 8">
            <a:extLst>
              <a:ext uri="{FF2B5EF4-FFF2-40B4-BE49-F238E27FC236}">
                <a16:creationId xmlns:a16="http://schemas.microsoft.com/office/drawing/2014/main" id="{E07B0F69-A004-4818-8CCE-B22FE6588451}"/>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Reverse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8A4BE25-DAA1-4D87-9B90-7FB9052541ED}"/>
                  </a:ext>
                </a:extLst>
              </p:cNvPr>
              <p:cNvSpPr txBox="1"/>
              <p:nvPr/>
            </p:nvSpPr>
            <p:spPr>
              <a:xfrm>
                <a:off x="1288953" y="1182231"/>
                <a:ext cx="9614094" cy="489364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i="1" dirty="0"/>
                  <a:t>When the external </a:t>
                </a:r>
                <a:r>
                  <a:rPr lang="en-US" sz="2400" i="1" dirty="0" err="1"/>
                  <a:t>d.c.</a:t>
                </a:r>
                <a:r>
                  <a:rPr lang="en-US" sz="2400" i="1" dirty="0"/>
                  <a:t> voltage applied to the junction is in such a direction that potential barrier is increased, it is called </a:t>
                </a:r>
                <a:r>
                  <a:rPr lang="en-US" sz="2400" b="1" i="1" dirty="0"/>
                  <a:t>reverse biasing.</a:t>
                </a:r>
              </a:p>
              <a:p>
                <a:pPr algn="just">
                  <a:buSzPct val="125000"/>
                </a:pPr>
                <a:endParaRPr lang="en-US" sz="2400" dirty="0"/>
              </a:p>
              <a:p>
                <a:pPr marL="342900" indent="-342900" algn="just">
                  <a:buSzPct val="125000"/>
                  <a:buFont typeface="Wingdings" panose="05000000000000000000" pitchFamily="2" charset="2"/>
                  <a:buChar char="§"/>
                </a:pPr>
                <a:r>
                  <a:rPr lang="en-US" sz="2400" dirty="0"/>
                  <a:t>To apply reverse bias, connect negative terminal of the battery to </a:t>
                </a:r>
                <a:r>
                  <a:rPr lang="en-US" sz="2400" i="1" dirty="0"/>
                  <a:t>p</a:t>
                </a:r>
                <a:r>
                  <a:rPr lang="en-US" sz="2400" dirty="0"/>
                  <a:t>-type and positive terminal to </a:t>
                </a:r>
                <a:r>
                  <a:rPr lang="en-US" sz="2400" i="1" dirty="0"/>
                  <a:t>n</a:t>
                </a:r>
                <a:r>
                  <a:rPr lang="en-US" sz="2400" dirty="0"/>
                  <a:t>-type as shown in Fig.1.2.6.</a:t>
                </a:r>
              </a:p>
              <a:p>
                <a:pPr algn="just">
                  <a:buSzPct val="125000"/>
                </a:pPr>
                <a:endParaRPr lang="en-US" sz="2400" dirty="0"/>
              </a:p>
              <a:p>
                <a:pPr marL="342900" indent="-342900" algn="just">
                  <a:buSzPct val="125000"/>
                  <a:buFont typeface="Wingdings" panose="05000000000000000000" pitchFamily="2" charset="2"/>
                  <a:buChar char="§"/>
                </a:pPr>
                <a:r>
                  <a:rPr lang="en-US" sz="2400" dirty="0"/>
                  <a:t>Due to the reverse-bias condition, the free electrons and holes move away from the junction, causes the depletion region to increase.</a:t>
                </a:r>
              </a:p>
              <a:p>
                <a:pPr algn="just">
                  <a:buSzPct val="125000"/>
                </a:pPr>
                <a:endParaRPr lang="en-US" sz="2400" dirty="0"/>
              </a:p>
              <a:p>
                <a:pPr marL="342900" indent="-342900" algn="just">
                  <a:buSzPct val="125000"/>
                  <a:buFont typeface="Wingdings" panose="05000000000000000000" pitchFamily="2" charset="2"/>
                  <a:buChar char="§"/>
                </a:pPr>
                <a:r>
                  <a:rPr lang="en-US" sz="2400" dirty="0"/>
                  <a:t>As the depletion region increased, the potential barrier is increased to </a:t>
                </a:r>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r>
                      <a:rPr lang="en-US" sz="2400" i="1">
                        <a:latin typeface="Cambria Math" panose="02040503050406030204" pitchFamily="18" charset="0"/>
                      </a:rPr>
                      <m:t>)</m:t>
                    </m:r>
                  </m:oMath>
                </a14:m>
                <a:r>
                  <a:rPr lang="en-US" sz="2400" dirty="0"/>
                  <a:t>, where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oMath>
                </a14:m>
                <a:r>
                  <a:rPr lang="en-US" sz="2400" dirty="0"/>
                  <a:t> is the applied potential to the p-n junction.</a:t>
                </a:r>
              </a:p>
              <a:p>
                <a:pPr marL="342900" indent="-342900" algn="just">
                  <a:buSzPct val="125000"/>
                  <a:buFont typeface="Wingdings" panose="05000000000000000000" pitchFamily="2" charset="2"/>
                  <a:buChar char="§"/>
                </a:pPr>
                <a:endParaRPr lang="en-US" sz="2400" dirty="0"/>
              </a:p>
              <a:p>
                <a:pPr algn="just">
                  <a:buSzPct val="125000"/>
                </a:pPr>
                <a:endParaRPr lang="en-US" sz="2400" dirty="0"/>
              </a:p>
            </p:txBody>
          </p:sp>
        </mc:Choice>
        <mc:Fallback xmlns="">
          <p:sp>
            <p:nvSpPr>
              <p:cNvPr id="10" name="TextBox 9">
                <a:extLst>
                  <a:ext uri="{FF2B5EF4-FFF2-40B4-BE49-F238E27FC236}">
                    <a16:creationId xmlns:a16="http://schemas.microsoft.com/office/drawing/2014/main" id="{58A4BE25-DAA1-4D87-9B90-7FB9052541ED}"/>
                  </a:ext>
                </a:extLst>
              </p:cNvPr>
              <p:cNvSpPr txBox="1">
                <a:spLocks noRot="1" noChangeAspect="1" noMove="1" noResize="1" noEditPoints="1" noAdjustHandles="1" noChangeArrowheads="1" noChangeShapeType="1" noTextEdit="1"/>
              </p:cNvSpPr>
              <p:nvPr/>
            </p:nvSpPr>
            <p:spPr>
              <a:xfrm>
                <a:off x="1288953" y="1182231"/>
                <a:ext cx="9614094" cy="4893647"/>
              </a:xfrm>
              <a:prstGeom prst="rect">
                <a:avLst/>
              </a:prstGeom>
              <a:blipFill>
                <a:blip r:embed="rId2"/>
                <a:stretch>
                  <a:fillRect l="-1267" t="-2615" r="-951"/>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F3E20A4-061A-4968-A7FB-9C487CDEF637}"/>
                  </a:ext>
                </a:extLst>
              </p14:cNvPr>
              <p14:cNvContentPartPr/>
              <p14:nvPr/>
            </p14:nvContentPartPr>
            <p14:xfrm>
              <a:off x="8497440" y="1993680"/>
              <a:ext cx="1634040" cy="35640"/>
            </p14:xfrm>
          </p:contentPart>
        </mc:Choice>
        <mc:Fallback xmlns="">
          <p:pic>
            <p:nvPicPr>
              <p:cNvPr id="2" name="Ink 1">
                <a:extLst>
                  <a:ext uri="{FF2B5EF4-FFF2-40B4-BE49-F238E27FC236}">
                    <a16:creationId xmlns:a16="http://schemas.microsoft.com/office/drawing/2014/main" id="{2F3E20A4-061A-4968-A7FB-9C487CDEF637}"/>
                  </a:ext>
                </a:extLst>
              </p:cNvPr>
              <p:cNvPicPr/>
              <p:nvPr/>
            </p:nvPicPr>
            <p:blipFill>
              <a:blip r:embed="rId4"/>
              <a:stretch>
                <a:fillRect/>
              </a:stretch>
            </p:blipFill>
            <p:spPr>
              <a:xfrm>
                <a:off x="8488080" y="1984320"/>
                <a:ext cx="16527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72FB637-E81B-434E-9C74-6C52FD5A5B66}"/>
                  </a:ext>
                </a:extLst>
              </p14:cNvPr>
              <p14:cNvContentPartPr/>
              <p14:nvPr/>
            </p14:nvContentPartPr>
            <p14:xfrm>
              <a:off x="1751760" y="2724120"/>
              <a:ext cx="8517600" cy="2579400"/>
            </p14:xfrm>
          </p:contentPart>
        </mc:Choice>
        <mc:Fallback xmlns="">
          <p:pic>
            <p:nvPicPr>
              <p:cNvPr id="3" name="Ink 2">
                <a:extLst>
                  <a:ext uri="{FF2B5EF4-FFF2-40B4-BE49-F238E27FC236}">
                    <a16:creationId xmlns:a16="http://schemas.microsoft.com/office/drawing/2014/main" id="{572FB637-E81B-434E-9C74-6C52FD5A5B66}"/>
                  </a:ext>
                </a:extLst>
              </p:cNvPr>
              <p:cNvPicPr/>
              <p:nvPr/>
            </p:nvPicPr>
            <p:blipFill>
              <a:blip r:embed="rId6"/>
              <a:stretch>
                <a:fillRect/>
              </a:stretch>
            </p:blipFill>
            <p:spPr>
              <a:xfrm>
                <a:off x="1742400" y="2714760"/>
                <a:ext cx="8536320" cy="2598120"/>
              </a:xfrm>
              <a:prstGeom prst="rect">
                <a:avLst/>
              </a:prstGeom>
            </p:spPr>
          </p:pic>
        </mc:Fallback>
      </mc:AlternateContent>
    </p:spTree>
    <p:extLst>
      <p:ext uri="{BB962C8B-B14F-4D97-AF65-F5344CB8AC3E}">
        <p14:creationId xmlns:p14="http://schemas.microsoft.com/office/powerpoint/2010/main" val="20301738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75</a:t>
            </a:fld>
            <a:endParaRPr lang="en-IN"/>
          </a:p>
        </p:txBody>
      </p:sp>
      <p:sp>
        <p:nvSpPr>
          <p:cNvPr id="9" name="Rectangle 8">
            <a:extLst>
              <a:ext uri="{FF2B5EF4-FFF2-40B4-BE49-F238E27FC236}">
                <a16:creationId xmlns:a16="http://schemas.microsoft.com/office/drawing/2014/main" id="{B4712F94-824C-43E3-B22F-E5A640588FC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Reverse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9CF50B-5A1D-4696-8B08-8A59FDC21382}"/>
                  </a:ext>
                </a:extLst>
              </p:cNvPr>
              <p:cNvSpPr txBox="1"/>
              <p:nvPr/>
            </p:nvSpPr>
            <p:spPr>
              <a:xfrm>
                <a:off x="1288952" y="1124148"/>
                <a:ext cx="9614093"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This increased potential barrier prevents the flow of charge carriers across the junction. Thus, a high resistance path is established for the entire circuit and does not allow the current to flow.</a:t>
                </a:r>
              </a:p>
              <a:p>
                <a:pPr algn="just">
                  <a:buSzPct val="125000"/>
                </a:pPr>
                <a:endParaRPr lang="en-US" sz="2400" dirty="0"/>
              </a:p>
              <a:p>
                <a:pPr marL="342900" indent="-342900" algn="just">
                  <a:buSzPct val="125000"/>
                  <a:buFont typeface="Wingdings" panose="05000000000000000000" pitchFamily="2" charset="2"/>
                  <a:buChar char="§"/>
                </a:pPr>
                <a:r>
                  <a:rPr lang="en-US" sz="2400" dirty="0"/>
                  <a:t>Actually a small current does flow because of a small number of hole-electron pairs are generated throughout the crystal as a result of thermal energy. This small current is the diode </a:t>
                </a:r>
                <a:r>
                  <a:rPr lang="en-US" sz="2400" i="1" dirty="0"/>
                  <a:t>reverse saturation current </a:t>
                </a:r>
                <a14:m>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𝑜</m:t>
                        </m:r>
                      </m:sub>
                    </m:sSub>
                    <m:r>
                      <a:rPr lang="en-US" sz="2400" b="0" i="1" smtClean="0">
                        <a:latin typeface="Cambria Math" panose="02040503050406030204" pitchFamily="18" charset="0"/>
                      </a:rPr>
                      <m:t>)</m:t>
                    </m:r>
                  </m:oMath>
                </a14:m>
                <a:r>
                  <a:rPr lang="en-US" sz="2400" i="1" dirty="0"/>
                  <a:t>.</a:t>
                </a:r>
              </a:p>
              <a:p>
                <a:pPr algn="just">
                  <a:buSzPct val="125000"/>
                </a:pPr>
                <a:endParaRPr lang="en-US" sz="2400" i="1" dirty="0"/>
              </a:p>
              <a:p>
                <a:pPr marL="342900" indent="-342900" algn="just">
                  <a:buSzPct val="125000"/>
                  <a:buFont typeface="Wingdings" panose="05000000000000000000" pitchFamily="2" charset="2"/>
                  <a:buChar char="§"/>
                </a:pPr>
                <a:r>
                  <a:rPr lang="en-US" sz="2400" i="1" dirty="0"/>
                  <a:t> </a:t>
                </a:r>
                <a:r>
                  <a:rPr lang="en-US" sz="2400" dirty="0"/>
                  <a:t>The reverse saturation current will increase with increase in temperature and hence the back resistance of a crystal diode decreases with increasing temperature.</a:t>
                </a:r>
              </a:p>
              <a:p>
                <a:pPr algn="just">
                  <a:buSzPct val="125000"/>
                </a:pPr>
                <a:endParaRPr lang="en-US" sz="2400" dirty="0"/>
              </a:p>
              <a:p>
                <a:pPr marL="342900" indent="-342900" algn="just">
                  <a:buSzPct val="125000"/>
                  <a:buFont typeface="Wingdings" panose="05000000000000000000" pitchFamily="2" charset="2"/>
                  <a:buChar char="§"/>
                </a:pPr>
                <a:r>
                  <a:rPr lang="en-US" sz="2400" dirty="0"/>
                  <a:t>The reverse saturation current is independent of the magnitude of the reverse bias.</a:t>
                </a:r>
              </a:p>
            </p:txBody>
          </p:sp>
        </mc:Choice>
        <mc:Fallback xmlns="">
          <p:sp>
            <p:nvSpPr>
              <p:cNvPr id="10" name="TextBox 9">
                <a:extLst>
                  <a:ext uri="{FF2B5EF4-FFF2-40B4-BE49-F238E27FC236}">
                    <a16:creationId xmlns:a16="http://schemas.microsoft.com/office/drawing/2014/main" id="{0A9CF50B-5A1D-4696-8B08-8A59FDC21382}"/>
                  </a:ext>
                </a:extLst>
              </p:cNvPr>
              <p:cNvSpPr txBox="1">
                <a:spLocks noRot="1" noChangeAspect="1" noMove="1" noResize="1" noEditPoints="1" noAdjustHandles="1" noChangeArrowheads="1" noChangeShapeType="1" noTextEdit="1"/>
              </p:cNvSpPr>
              <p:nvPr/>
            </p:nvSpPr>
            <p:spPr>
              <a:xfrm>
                <a:off x="1288952" y="1124148"/>
                <a:ext cx="9614093" cy="5262979"/>
              </a:xfrm>
              <a:prstGeom prst="rect">
                <a:avLst/>
              </a:prstGeom>
              <a:blipFill>
                <a:blip r:embed="rId2"/>
                <a:stretch>
                  <a:fillRect l="-1267" t="-2315" r="-951" b="-1620"/>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7169AFB-23D3-44F5-8245-EC7A42C16AC3}"/>
                  </a:ext>
                </a:extLst>
              </p14:cNvPr>
              <p14:cNvContentPartPr/>
              <p14:nvPr/>
            </p14:nvContentPartPr>
            <p14:xfrm>
              <a:off x="1810800" y="3253680"/>
              <a:ext cx="8983080" cy="569880"/>
            </p14:xfrm>
          </p:contentPart>
        </mc:Choice>
        <mc:Fallback xmlns="">
          <p:pic>
            <p:nvPicPr>
              <p:cNvPr id="2" name="Ink 1">
                <a:extLst>
                  <a:ext uri="{FF2B5EF4-FFF2-40B4-BE49-F238E27FC236}">
                    <a16:creationId xmlns:a16="http://schemas.microsoft.com/office/drawing/2014/main" id="{47169AFB-23D3-44F5-8245-EC7A42C16AC3}"/>
                  </a:ext>
                </a:extLst>
              </p:cNvPr>
              <p:cNvPicPr/>
              <p:nvPr/>
            </p:nvPicPr>
            <p:blipFill>
              <a:blip r:embed="rId4"/>
              <a:stretch>
                <a:fillRect/>
              </a:stretch>
            </p:blipFill>
            <p:spPr>
              <a:xfrm>
                <a:off x="1801440" y="3244320"/>
                <a:ext cx="9001800"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9B4DA3B2-1A8B-4C10-B4C9-66BC534A0658}"/>
                  </a:ext>
                </a:extLst>
              </p14:cNvPr>
              <p14:cNvContentPartPr/>
              <p14:nvPr/>
            </p14:nvContentPartPr>
            <p14:xfrm>
              <a:off x="2612160" y="3647160"/>
              <a:ext cx="6259680" cy="2559240"/>
            </p14:xfrm>
          </p:contentPart>
        </mc:Choice>
        <mc:Fallback xmlns="">
          <p:pic>
            <p:nvPicPr>
              <p:cNvPr id="3" name="Ink 2">
                <a:extLst>
                  <a:ext uri="{FF2B5EF4-FFF2-40B4-BE49-F238E27FC236}">
                    <a16:creationId xmlns:a16="http://schemas.microsoft.com/office/drawing/2014/main" id="{9B4DA3B2-1A8B-4C10-B4C9-66BC534A0658}"/>
                  </a:ext>
                </a:extLst>
              </p:cNvPr>
              <p:cNvPicPr/>
              <p:nvPr/>
            </p:nvPicPr>
            <p:blipFill>
              <a:blip r:embed="rId6"/>
              <a:stretch>
                <a:fillRect/>
              </a:stretch>
            </p:blipFill>
            <p:spPr>
              <a:xfrm>
                <a:off x="2602800" y="3637800"/>
                <a:ext cx="6278400" cy="2577960"/>
              </a:xfrm>
              <a:prstGeom prst="rect">
                <a:avLst/>
              </a:prstGeom>
            </p:spPr>
          </p:pic>
        </mc:Fallback>
      </mc:AlternateContent>
    </p:spTree>
    <p:extLst>
      <p:ext uri="{BB962C8B-B14F-4D97-AF65-F5344CB8AC3E}">
        <p14:creationId xmlns:p14="http://schemas.microsoft.com/office/powerpoint/2010/main" val="27072567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76</a:t>
            </a:fld>
            <a:endParaRPr lang="en-IN"/>
          </a:p>
        </p:txBody>
      </p:sp>
      <p:sp>
        <p:nvSpPr>
          <p:cNvPr id="9" name="Rectangle 8">
            <a:extLst>
              <a:ext uri="{FF2B5EF4-FFF2-40B4-BE49-F238E27FC236}">
                <a16:creationId xmlns:a16="http://schemas.microsoft.com/office/drawing/2014/main" id="{B4712F94-824C-43E3-B22F-E5A640588FC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Reverse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2A048F4F-A0DF-4A16-81DA-2704135232C2}"/>
              </a:ext>
            </a:extLst>
          </p:cNvPr>
          <p:cNvSpPr txBox="1"/>
          <p:nvPr/>
        </p:nvSpPr>
        <p:spPr>
          <a:xfrm>
            <a:off x="1724405" y="5607386"/>
            <a:ext cx="8496870" cy="646331"/>
          </a:xfrm>
          <a:prstGeom prst="rect">
            <a:avLst/>
          </a:prstGeom>
          <a:noFill/>
        </p:spPr>
        <p:txBody>
          <a:bodyPr wrap="square" rtlCol="0">
            <a:spAutoFit/>
          </a:bodyPr>
          <a:lstStyle/>
          <a:p>
            <a:r>
              <a:rPr lang="en-US" sz="1800" dirty="0">
                <a:solidFill>
                  <a:srgbClr val="000000"/>
                </a:solidFill>
              </a:rPr>
              <a:t>Fig.1.2.6 [Reverse-biased p–n junction: (a) internal distribution of charge under reverse-bias conditions; (b) reverse-bias polarity and direction of reverse saturation current]</a:t>
            </a:r>
          </a:p>
        </p:txBody>
      </p:sp>
      <p:grpSp>
        <p:nvGrpSpPr>
          <p:cNvPr id="8" name="Group 7">
            <a:extLst>
              <a:ext uri="{FF2B5EF4-FFF2-40B4-BE49-F238E27FC236}">
                <a16:creationId xmlns:a16="http://schemas.microsoft.com/office/drawing/2014/main" id="{72F92472-07D6-410F-BA08-FBE9D06404CB}"/>
              </a:ext>
            </a:extLst>
          </p:cNvPr>
          <p:cNvGrpSpPr/>
          <p:nvPr/>
        </p:nvGrpSpPr>
        <p:grpSpPr>
          <a:xfrm>
            <a:off x="1527840" y="1182994"/>
            <a:ext cx="8693435" cy="4271992"/>
            <a:chOff x="241300" y="1406277"/>
            <a:chExt cx="8693435" cy="4271992"/>
          </a:xfrm>
        </p:grpSpPr>
        <p:pic>
          <p:nvPicPr>
            <p:cNvPr id="10" name="Picture 9">
              <a:extLst>
                <a:ext uri="{FF2B5EF4-FFF2-40B4-BE49-F238E27FC236}">
                  <a16:creationId xmlns:a16="http://schemas.microsoft.com/office/drawing/2014/main" id="{B097F153-67D1-4C95-89BB-AB9449DA8CE7}"/>
                </a:ext>
              </a:extLst>
            </p:cNvPr>
            <p:cNvPicPr>
              <a:picLocks noChangeAspect="1"/>
            </p:cNvPicPr>
            <p:nvPr/>
          </p:nvPicPr>
          <p:blipFill>
            <a:blip r:embed="rId2"/>
            <a:stretch>
              <a:fillRect/>
            </a:stretch>
          </p:blipFill>
          <p:spPr>
            <a:xfrm>
              <a:off x="241300" y="1406277"/>
              <a:ext cx="8693435" cy="4271992"/>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B2D5ECC-D45E-4F80-AD9E-5DD094A68C85}"/>
                    </a:ext>
                  </a:extLst>
                </p:cNvPr>
                <p:cNvSpPr txBox="1"/>
                <p:nvPr/>
              </p:nvSpPr>
              <p:spPr>
                <a:xfrm>
                  <a:off x="1447800" y="1729025"/>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8" name="TextBox 7"/>
                <p:cNvSpPr txBox="1">
                  <a:spLocks noRot="1" noChangeAspect="1" noMove="1" noResize="1" noEditPoints="1" noAdjustHandles="1" noChangeArrowheads="1" noChangeShapeType="1" noTextEdit="1"/>
                </p:cNvSpPr>
                <p:nvPr/>
              </p:nvSpPr>
              <p:spPr>
                <a:xfrm>
                  <a:off x="1447800" y="1729025"/>
                  <a:ext cx="304800" cy="338554"/>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02EAEAD-0050-4068-96C7-36EA80A13C8F}"/>
                    </a:ext>
                  </a:extLst>
                </p:cNvPr>
                <p:cNvSpPr txBox="1"/>
                <p:nvPr/>
              </p:nvSpPr>
              <p:spPr>
                <a:xfrm>
                  <a:off x="565245" y="4114800"/>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565245" y="4114800"/>
                  <a:ext cx="304800" cy="338554"/>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06E7AB2-BB19-44A0-A9B3-0DC3D8C472B1}"/>
                    </a:ext>
                  </a:extLst>
                </p:cNvPr>
                <p:cNvSpPr txBox="1"/>
                <p:nvPr/>
              </p:nvSpPr>
              <p:spPr>
                <a:xfrm>
                  <a:off x="2895600" y="4114800"/>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4" name="TextBox 23"/>
                <p:cNvSpPr txBox="1">
                  <a:spLocks noRot="1" noChangeAspect="1" noMove="1" noResize="1" noEditPoints="1" noAdjustHandles="1" noChangeArrowheads="1" noChangeShapeType="1" noTextEdit="1"/>
                </p:cNvSpPr>
                <p:nvPr/>
              </p:nvSpPr>
              <p:spPr>
                <a:xfrm>
                  <a:off x="2895600" y="4114800"/>
                  <a:ext cx="304800" cy="338554"/>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087E69C-1FE9-4A82-9077-BE79AC99DF4D}"/>
                    </a:ext>
                  </a:extLst>
                </p:cNvPr>
                <p:cNvSpPr txBox="1"/>
                <p:nvPr/>
              </p:nvSpPr>
              <p:spPr>
                <a:xfrm>
                  <a:off x="5029200" y="3080891"/>
                  <a:ext cx="3048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𝐼</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5" name="TextBox 24"/>
                <p:cNvSpPr txBox="1">
                  <a:spLocks noRot="1" noChangeAspect="1" noMove="1" noResize="1" noEditPoints="1" noAdjustHandles="1" noChangeArrowheads="1" noChangeShapeType="1" noTextEdit="1"/>
                </p:cNvSpPr>
                <p:nvPr/>
              </p:nvSpPr>
              <p:spPr>
                <a:xfrm>
                  <a:off x="5029200" y="3080891"/>
                  <a:ext cx="304800" cy="338554"/>
                </a:xfrm>
                <a:prstGeom prst="rect">
                  <a:avLst/>
                </a:prstGeom>
                <a:blipFill rotWithShape="0">
                  <a:blip r:embed="rId9"/>
                  <a:stretch>
                    <a:fillRect/>
                  </a:stretch>
                </a:blipFill>
              </p:spPr>
              <p:txBody>
                <a:bodyPr/>
                <a:lstStyle/>
                <a:p>
                  <a:r>
                    <a:rPr lang="en-US">
                      <a:noFill/>
                    </a:rPr>
                    <a:t> </a:t>
                  </a:r>
                </a:p>
              </p:txBody>
            </p:sp>
          </mc:Fallback>
        </mc:AlternateContent>
      </p:grpSp>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14C13DB8-34B5-4E94-BF43-3B098E35EC08}"/>
                  </a:ext>
                </a:extLst>
              </p14:cNvPr>
              <p14:cNvContentPartPr/>
              <p14:nvPr/>
            </p14:nvContentPartPr>
            <p14:xfrm>
              <a:off x="2811240" y="1852200"/>
              <a:ext cx="7214760" cy="3020760"/>
            </p14:xfrm>
          </p:contentPart>
        </mc:Choice>
        <mc:Fallback xmlns="">
          <p:pic>
            <p:nvPicPr>
              <p:cNvPr id="2" name="Ink 1">
                <a:extLst>
                  <a:ext uri="{FF2B5EF4-FFF2-40B4-BE49-F238E27FC236}">
                    <a16:creationId xmlns:a16="http://schemas.microsoft.com/office/drawing/2014/main" id="{14C13DB8-34B5-4E94-BF43-3B098E35EC08}"/>
                  </a:ext>
                </a:extLst>
              </p:cNvPr>
              <p:cNvPicPr/>
              <p:nvPr/>
            </p:nvPicPr>
            <p:blipFill>
              <a:blip r:embed="rId11"/>
              <a:stretch>
                <a:fillRect/>
              </a:stretch>
            </p:blipFill>
            <p:spPr>
              <a:xfrm>
                <a:off x="2801880" y="1842840"/>
                <a:ext cx="7233480" cy="3039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B67BF06E-E7ED-458C-A225-394AF9B04A36}"/>
                  </a:ext>
                </a:extLst>
              </p14:cNvPr>
              <p14:cNvContentPartPr/>
              <p14:nvPr/>
            </p14:nvContentPartPr>
            <p14:xfrm>
              <a:off x="2146680" y="2422080"/>
              <a:ext cx="7908480" cy="2437200"/>
            </p14:xfrm>
          </p:contentPart>
        </mc:Choice>
        <mc:Fallback xmlns="">
          <p:pic>
            <p:nvPicPr>
              <p:cNvPr id="3" name="Ink 2">
                <a:extLst>
                  <a:ext uri="{FF2B5EF4-FFF2-40B4-BE49-F238E27FC236}">
                    <a16:creationId xmlns:a16="http://schemas.microsoft.com/office/drawing/2014/main" id="{B67BF06E-E7ED-458C-A225-394AF9B04A36}"/>
                  </a:ext>
                </a:extLst>
              </p:cNvPr>
              <p:cNvPicPr/>
              <p:nvPr/>
            </p:nvPicPr>
            <p:blipFill>
              <a:blip r:embed="rId13"/>
              <a:stretch>
                <a:fillRect/>
              </a:stretch>
            </p:blipFill>
            <p:spPr>
              <a:xfrm>
                <a:off x="2137320" y="2412720"/>
                <a:ext cx="7927200" cy="2455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AEFF6A39-B8C9-41B7-AC13-1A62408CF1C1}"/>
                  </a:ext>
                </a:extLst>
              </p14:cNvPr>
              <p14:cNvContentPartPr/>
              <p14:nvPr/>
            </p14:nvContentPartPr>
            <p14:xfrm>
              <a:off x="1981440" y="1269000"/>
              <a:ext cx="6098040" cy="3720240"/>
            </p14:xfrm>
          </p:contentPart>
        </mc:Choice>
        <mc:Fallback xmlns="">
          <p:pic>
            <p:nvPicPr>
              <p:cNvPr id="15" name="Ink 14">
                <a:extLst>
                  <a:ext uri="{FF2B5EF4-FFF2-40B4-BE49-F238E27FC236}">
                    <a16:creationId xmlns:a16="http://schemas.microsoft.com/office/drawing/2014/main" id="{AEFF6A39-B8C9-41B7-AC13-1A62408CF1C1}"/>
                  </a:ext>
                </a:extLst>
              </p:cNvPr>
              <p:cNvPicPr/>
              <p:nvPr/>
            </p:nvPicPr>
            <p:blipFill>
              <a:blip r:embed="rId15"/>
              <a:stretch>
                <a:fillRect/>
              </a:stretch>
            </p:blipFill>
            <p:spPr>
              <a:xfrm>
                <a:off x="1972080" y="1259640"/>
                <a:ext cx="6116760" cy="3738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279828CB-DD96-4003-8E0B-592CC3807F65}"/>
                  </a:ext>
                </a:extLst>
              </p14:cNvPr>
              <p14:cNvContentPartPr/>
              <p14:nvPr/>
            </p14:nvContentPartPr>
            <p14:xfrm>
              <a:off x="1787760" y="2506680"/>
              <a:ext cx="8247240" cy="2465640"/>
            </p14:xfrm>
          </p:contentPart>
        </mc:Choice>
        <mc:Fallback xmlns="">
          <p:pic>
            <p:nvPicPr>
              <p:cNvPr id="16" name="Ink 15">
                <a:extLst>
                  <a:ext uri="{FF2B5EF4-FFF2-40B4-BE49-F238E27FC236}">
                    <a16:creationId xmlns:a16="http://schemas.microsoft.com/office/drawing/2014/main" id="{279828CB-DD96-4003-8E0B-592CC3807F65}"/>
                  </a:ext>
                </a:extLst>
              </p:cNvPr>
              <p:cNvPicPr/>
              <p:nvPr/>
            </p:nvPicPr>
            <p:blipFill>
              <a:blip r:embed="rId17"/>
              <a:stretch>
                <a:fillRect/>
              </a:stretch>
            </p:blipFill>
            <p:spPr>
              <a:xfrm>
                <a:off x="1778400" y="2497320"/>
                <a:ext cx="8265960" cy="2484360"/>
              </a:xfrm>
              <a:prstGeom prst="rect">
                <a:avLst/>
              </a:prstGeom>
            </p:spPr>
          </p:pic>
        </mc:Fallback>
      </mc:AlternateContent>
    </p:spTree>
    <p:extLst>
      <p:ext uri="{BB962C8B-B14F-4D97-AF65-F5344CB8AC3E}">
        <p14:creationId xmlns:p14="http://schemas.microsoft.com/office/powerpoint/2010/main" val="15295257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77</a:t>
            </a:fld>
            <a:endParaRPr lang="en-IN"/>
          </a:p>
        </p:txBody>
      </p:sp>
      <p:sp>
        <p:nvSpPr>
          <p:cNvPr id="9" name="Rectangle 8">
            <a:extLst>
              <a:ext uri="{FF2B5EF4-FFF2-40B4-BE49-F238E27FC236}">
                <a16:creationId xmlns:a16="http://schemas.microsoft.com/office/drawing/2014/main" id="{B4712F94-824C-43E3-B22F-E5A640588FC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Reverse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BED13D-B68B-4F25-A932-101CE13DFA86}"/>
                  </a:ext>
                </a:extLst>
              </p:cNvPr>
              <p:cNvSpPr txBox="1"/>
              <p:nvPr/>
            </p:nvSpPr>
            <p:spPr>
              <a:xfrm>
                <a:off x="1503237" y="1191064"/>
                <a:ext cx="9399810" cy="3785652"/>
              </a:xfrm>
              <a:prstGeom prst="rect">
                <a:avLst/>
              </a:prstGeom>
              <a:noFill/>
            </p:spPr>
            <p:txBody>
              <a:bodyPr wrap="square" rtlCol="0">
                <a:spAutoFit/>
              </a:bodyPr>
              <a:lstStyle/>
              <a:p>
                <a:pPr marL="342900" indent="-342900" algn="just">
                  <a:buClr>
                    <a:srgbClr val="00B050"/>
                  </a:buClr>
                  <a:buSzPct val="125000"/>
                  <a:buFont typeface="Wingdings" panose="05000000000000000000" pitchFamily="2" charset="2"/>
                  <a:buChar char="ü"/>
                </a:pPr>
                <a:r>
                  <a:rPr lang="en-US" sz="2400" dirty="0"/>
                  <a:t>With </a:t>
                </a:r>
                <a:r>
                  <a:rPr lang="en-US" sz="2400" b="1" i="1" dirty="0"/>
                  <a:t>reverse bias </a:t>
                </a:r>
                <a:r>
                  <a:rPr lang="en-US" sz="2400" dirty="0"/>
                  <a:t>to </a:t>
                </a:r>
                <a:r>
                  <a:rPr lang="en-US" sz="2400" i="1" dirty="0"/>
                  <a:t>pn-</a:t>
                </a:r>
                <a:r>
                  <a:rPr lang="en-US" sz="2400" dirty="0"/>
                  <a:t>junction, the following points are worth </a:t>
                </a:r>
              </a:p>
              <a:p>
                <a:pPr marL="342900" indent="-342900" algn="just">
                  <a:buClr>
                    <a:srgbClr val="00B050"/>
                  </a:buClr>
                  <a:buSzPct val="125000"/>
                  <a:buFont typeface="Wingdings" panose="05000000000000000000" pitchFamily="2" charset="2"/>
                  <a:buChar char="ü"/>
                </a:pPr>
                <a:r>
                  <a:rPr lang="en-US" sz="2400" dirty="0"/>
                  <a:t>     noting :</a:t>
                </a:r>
              </a:p>
              <a:p>
                <a:pPr marL="342900" indent="-342900" algn="just">
                  <a:buClr>
                    <a:srgbClr val="00B050"/>
                  </a:buClr>
                  <a:buSzPct val="125000"/>
                  <a:buFont typeface="Wingdings" panose="05000000000000000000" pitchFamily="2" charset="2"/>
                  <a:buChar char="ü"/>
                </a:pPr>
                <a:endParaRPr lang="en-US" sz="2400" dirty="0"/>
              </a:p>
              <a:p>
                <a:pPr marL="342900" indent="-342900" algn="just">
                  <a:buClr>
                    <a:srgbClr val="00B050"/>
                  </a:buClr>
                  <a:buSzPct val="125000"/>
                  <a:buFont typeface="Wingdings" panose="05000000000000000000" pitchFamily="2" charset="2"/>
                  <a:buChar char="ü"/>
                </a:pPr>
                <a:r>
                  <a:rPr lang="en-US" sz="2400" dirty="0"/>
                  <a:t>The potential barrier is increased.</a:t>
                </a:r>
              </a:p>
              <a:p>
                <a:pPr marL="342900" indent="-342900" algn="just">
                  <a:buClr>
                    <a:srgbClr val="00B050"/>
                  </a:buClr>
                  <a:buSzPct val="125000"/>
                  <a:buFont typeface="Wingdings" panose="05000000000000000000" pitchFamily="2" charset="2"/>
                  <a:buChar char="ü"/>
                </a:pPr>
                <a:r>
                  <a:rPr lang="en-US" sz="2400" dirty="0"/>
                  <a:t> </a:t>
                </a:r>
              </a:p>
              <a:p>
                <a:pPr marL="342900" indent="-342900" algn="just">
                  <a:buClr>
                    <a:srgbClr val="00B050"/>
                  </a:buClr>
                  <a:buSzPct val="125000"/>
                  <a:buFont typeface="Wingdings" panose="05000000000000000000" pitchFamily="2" charset="2"/>
                  <a:buChar char="ü"/>
                </a:pPr>
                <a:r>
                  <a:rPr lang="en-US" sz="2400" dirty="0"/>
                  <a:t>The junction offers very high resistance (called </a:t>
                </a:r>
                <a:r>
                  <a:rPr lang="en-US" sz="2400" i="1" dirty="0"/>
                  <a:t>reverse resistance,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𝑟</m:t>
                        </m:r>
                      </m:sub>
                    </m:sSub>
                  </m:oMath>
                </a14:m>
                <a:r>
                  <a:rPr lang="en-US" sz="2400" dirty="0"/>
                  <a:t>) to current flow. </a:t>
                </a:r>
              </a:p>
              <a:p>
                <a:pPr marL="342900" indent="-342900" algn="just">
                  <a:buClr>
                    <a:srgbClr val="00B050"/>
                  </a:buClr>
                  <a:buFont typeface="Wingdings" panose="05000000000000000000" pitchFamily="2" charset="2"/>
                  <a:buChar char="ü"/>
                </a:pPr>
                <a:endParaRPr lang="en-US" sz="2400" dirty="0"/>
              </a:p>
              <a:p>
                <a:pPr marL="342900" indent="-342900" algn="just">
                  <a:buClr>
                    <a:srgbClr val="00B050"/>
                  </a:buClr>
                  <a:buSzPct val="125000"/>
                  <a:buFont typeface="Wingdings" panose="05000000000000000000" pitchFamily="2" charset="2"/>
                  <a:buChar char="ü"/>
                </a:pPr>
                <a:r>
                  <a:rPr lang="en-US" sz="2400" dirty="0"/>
                  <a:t>No current flows in the circuit due to the establishment of high resistance path</a:t>
                </a:r>
                <a:r>
                  <a:rPr lang="en-US" dirty="0"/>
                  <a:t>.</a:t>
                </a:r>
              </a:p>
            </p:txBody>
          </p:sp>
        </mc:Choice>
        <mc:Fallback xmlns="">
          <p:sp>
            <p:nvSpPr>
              <p:cNvPr id="7" name="TextBox 6">
                <a:extLst>
                  <a:ext uri="{FF2B5EF4-FFF2-40B4-BE49-F238E27FC236}">
                    <a16:creationId xmlns:a16="http://schemas.microsoft.com/office/drawing/2014/main" id="{9CBED13D-B68B-4F25-A932-101CE13DFA86}"/>
                  </a:ext>
                </a:extLst>
              </p:cNvPr>
              <p:cNvSpPr txBox="1">
                <a:spLocks noRot="1" noChangeAspect="1" noMove="1" noResize="1" noEditPoints="1" noAdjustHandles="1" noChangeArrowheads="1" noChangeShapeType="1" noTextEdit="1"/>
              </p:cNvSpPr>
              <p:nvPr/>
            </p:nvSpPr>
            <p:spPr>
              <a:xfrm>
                <a:off x="1503237" y="1191064"/>
                <a:ext cx="9399810" cy="3785652"/>
              </a:xfrm>
              <a:prstGeom prst="rect">
                <a:avLst/>
              </a:prstGeom>
              <a:blipFill>
                <a:blip r:embed="rId2"/>
                <a:stretch>
                  <a:fillRect l="-1362" t="-3221" r="-973" b="-2738"/>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55C1D4E-00D9-4A29-A029-7273D1A8867D}"/>
                  </a:ext>
                </a:extLst>
              </p14:cNvPr>
              <p14:cNvContentPartPr/>
              <p14:nvPr/>
            </p14:nvContentPartPr>
            <p14:xfrm>
              <a:off x="4818600" y="2386080"/>
              <a:ext cx="1812240" cy="1311120"/>
            </p14:xfrm>
          </p:contentPart>
        </mc:Choice>
        <mc:Fallback xmlns="">
          <p:pic>
            <p:nvPicPr>
              <p:cNvPr id="2" name="Ink 1">
                <a:extLst>
                  <a:ext uri="{FF2B5EF4-FFF2-40B4-BE49-F238E27FC236}">
                    <a16:creationId xmlns:a16="http://schemas.microsoft.com/office/drawing/2014/main" id="{F55C1D4E-00D9-4A29-A029-7273D1A8867D}"/>
                  </a:ext>
                </a:extLst>
              </p:cNvPr>
              <p:cNvPicPr/>
              <p:nvPr/>
            </p:nvPicPr>
            <p:blipFill>
              <a:blip r:embed="rId4"/>
              <a:stretch>
                <a:fillRect/>
              </a:stretch>
            </p:blipFill>
            <p:spPr>
              <a:xfrm>
                <a:off x="4809240" y="2376720"/>
                <a:ext cx="1830960" cy="1329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830247F-82D3-4338-9992-BEB013BA5C10}"/>
                  </a:ext>
                </a:extLst>
              </p14:cNvPr>
              <p14:cNvContentPartPr/>
              <p14:nvPr/>
            </p14:nvContentPartPr>
            <p14:xfrm>
              <a:off x="4026960" y="2327760"/>
              <a:ext cx="3476880" cy="2584080"/>
            </p14:xfrm>
          </p:contentPart>
        </mc:Choice>
        <mc:Fallback xmlns="">
          <p:pic>
            <p:nvPicPr>
              <p:cNvPr id="3" name="Ink 2">
                <a:extLst>
                  <a:ext uri="{FF2B5EF4-FFF2-40B4-BE49-F238E27FC236}">
                    <a16:creationId xmlns:a16="http://schemas.microsoft.com/office/drawing/2014/main" id="{D830247F-82D3-4338-9992-BEB013BA5C10}"/>
                  </a:ext>
                </a:extLst>
              </p:cNvPr>
              <p:cNvPicPr/>
              <p:nvPr/>
            </p:nvPicPr>
            <p:blipFill>
              <a:blip r:embed="rId6"/>
              <a:stretch>
                <a:fillRect/>
              </a:stretch>
            </p:blipFill>
            <p:spPr>
              <a:xfrm>
                <a:off x="4017600" y="2318400"/>
                <a:ext cx="3495600" cy="2602800"/>
              </a:xfrm>
              <a:prstGeom prst="rect">
                <a:avLst/>
              </a:prstGeom>
            </p:spPr>
          </p:pic>
        </mc:Fallback>
      </mc:AlternateContent>
    </p:spTree>
    <p:extLst>
      <p:ext uri="{BB962C8B-B14F-4D97-AF65-F5344CB8AC3E}">
        <p14:creationId xmlns:p14="http://schemas.microsoft.com/office/powerpoint/2010/main" val="12958149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78</a:t>
            </a:fld>
            <a:endParaRPr lang="en-IN"/>
          </a:p>
        </p:txBody>
      </p:sp>
      <p:sp>
        <p:nvSpPr>
          <p:cNvPr id="8" name="TextBox 7">
            <a:extLst>
              <a:ext uri="{FF2B5EF4-FFF2-40B4-BE49-F238E27FC236}">
                <a16:creationId xmlns:a16="http://schemas.microsoft.com/office/drawing/2014/main" id="{EE71E559-CABD-4B27-8FE0-C047D23EE4F0}"/>
              </a:ext>
            </a:extLst>
          </p:cNvPr>
          <p:cNvSpPr txBox="1"/>
          <p:nvPr/>
        </p:nvSpPr>
        <p:spPr>
          <a:xfrm>
            <a:off x="1200593" y="927101"/>
            <a:ext cx="9702454" cy="378565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Fig.1.2.5 and Fig.1.2.6 indicate metal contacts with which the homogeneous </a:t>
            </a:r>
            <a:r>
              <a:rPr lang="en-US" sz="2400" i="1" dirty="0"/>
              <a:t>p</a:t>
            </a:r>
            <a:r>
              <a:rPr lang="en-US" sz="2400" dirty="0"/>
              <a:t>-type and </a:t>
            </a:r>
            <a:r>
              <a:rPr lang="en-US" sz="2400" i="1" dirty="0"/>
              <a:t>n</a:t>
            </a:r>
            <a:r>
              <a:rPr lang="en-US" sz="2400" dirty="0"/>
              <a:t>-type materials are provided.</a:t>
            </a:r>
          </a:p>
          <a:p>
            <a:pPr marL="342900" indent="-342900" algn="just">
              <a:buSzPct val="125000"/>
              <a:buFont typeface="Wingdings" panose="05000000000000000000" pitchFamily="2" charset="2"/>
              <a:buChar char="§"/>
            </a:pPr>
            <a:r>
              <a:rPr lang="en-US" sz="2400" dirty="0"/>
              <a:t>There are two metal-semiconductor junctions, one at each end of the diode. The contact-potentials across these junctions is constant, non-rectifying, independent of the direction and magnitude of the current.</a:t>
            </a:r>
          </a:p>
          <a:p>
            <a:pPr marL="342900" indent="-342900" algn="just">
              <a:buSzPct val="125000"/>
              <a:buFont typeface="Wingdings" panose="05000000000000000000" pitchFamily="2" charset="2"/>
              <a:buChar char="§"/>
            </a:pPr>
            <a:r>
              <a:rPr lang="en-US" sz="2400" dirty="0"/>
              <a:t>A contact of this type is referred to as an </a:t>
            </a:r>
            <a:r>
              <a:rPr lang="en-US" sz="2400" b="1" i="1" dirty="0"/>
              <a:t>Ohmic-contact</a:t>
            </a:r>
            <a:r>
              <a:rPr lang="en-US" sz="2400" dirty="0"/>
              <a:t>.</a:t>
            </a:r>
          </a:p>
          <a:p>
            <a:pPr marL="342900" indent="-342900" algn="just">
              <a:buSzPct val="125000"/>
              <a:buFont typeface="Wingdings" panose="05000000000000000000" pitchFamily="2" charset="2"/>
              <a:buChar char="§"/>
            </a:pPr>
            <a:r>
              <a:rPr lang="en-US" sz="2400" dirty="0"/>
              <a:t>The entire applied voltage appears as a </a:t>
            </a:r>
            <a:r>
              <a:rPr lang="en-US" sz="2400" i="1" dirty="0"/>
              <a:t>change</a:t>
            </a:r>
            <a:r>
              <a:rPr lang="en-US" sz="2400" dirty="0"/>
              <a:t> in the height of the potential barrier as long as the voltage across the ohmic-contacts remain constant and the voltage drop across the bulk of the crystal is neglected, approximately at the </a:t>
            </a:r>
            <a:r>
              <a:rPr lang="en-US" sz="2400" i="1" dirty="0"/>
              <a:t>pn</a:t>
            </a:r>
            <a:r>
              <a:rPr lang="en-US" sz="2400" dirty="0"/>
              <a:t>-junction.</a:t>
            </a:r>
          </a:p>
        </p:txBody>
      </p:sp>
      <p:sp>
        <p:nvSpPr>
          <p:cNvPr id="9" name="Rectangle 8">
            <a:extLst>
              <a:ext uri="{FF2B5EF4-FFF2-40B4-BE49-F238E27FC236}">
                <a16:creationId xmlns:a16="http://schemas.microsoft.com/office/drawing/2014/main" id="{EB309F69-0176-466F-A32C-57413FD428FC}"/>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Ohmic Contacts</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10" name="Group 9">
            <a:extLst>
              <a:ext uri="{FF2B5EF4-FFF2-40B4-BE49-F238E27FC236}">
                <a16:creationId xmlns:a16="http://schemas.microsoft.com/office/drawing/2014/main" id="{D6D7890D-91CC-41BB-AC91-6F2A5862D403}"/>
              </a:ext>
            </a:extLst>
          </p:cNvPr>
          <p:cNvGrpSpPr/>
          <p:nvPr/>
        </p:nvGrpSpPr>
        <p:grpSpPr>
          <a:xfrm>
            <a:off x="5091656" y="1146617"/>
            <a:ext cx="1974600" cy="156960"/>
            <a:chOff x="5091656" y="1146617"/>
            <a:chExt cx="1974600" cy="15696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403B442-E101-4B57-A109-1B4BF3F24CBF}"/>
                    </a:ext>
                  </a:extLst>
                </p14:cNvPr>
                <p14:cNvContentPartPr/>
                <p14:nvPr/>
              </p14:nvContentPartPr>
              <p14:xfrm>
                <a:off x="5091656" y="1290977"/>
                <a:ext cx="18720" cy="12600"/>
              </p14:xfrm>
            </p:contentPart>
          </mc:Choice>
          <mc:Fallback xmlns="">
            <p:pic>
              <p:nvPicPr>
                <p:cNvPr id="2" name="Ink 1">
                  <a:extLst>
                    <a:ext uri="{FF2B5EF4-FFF2-40B4-BE49-F238E27FC236}">
                      <a16:creationId xmlns:a16="http://schemas.microsoft.com/office/drawing/2014/main" id="{5403B442-E101-4B57-A109-1B4BF3F24CBF}"/>
                    </a:ext>
                  </a:extLst>
                </p:cNvPr>
                <p:cNvPicPr/>
                <p:nvPr/>
              </p:nvPicPr>
              <p:blipFill>
                <a:blip r:embed="rId3"/>
                <a:stretch>
                  <a:fillRect/>
                </a:stretch>
              </p:blipFill>
              <p:spPr>
                <a:xfrm>
                  <a:off x="5074016" y="1273337"/>
                  <a:ext cx="543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8C97758-B7DE-4908-A0D7-A5D679E3B20C}"/>
                    </a:ext>
                  </a:extLst>
                </p14:cNvPr>
                <p14:cNvContentPartPr/>
                <p14:nvPr/>
              </p14:nvContentPartPr>
              <p14:xfrm>
                <a:off x="5128376" y="1146617"/>
                <a:ext cx="1937880" cy="123120"/>
              </p14:xfrm>
            </p:contentPart>
          </mc:Choice>
          <mc:Fallback xmlns="">
            <p:pic>
              <p:nvPicPr>
                <p:cNvPr id="3" name="Ink 2">
                  <a:extLst>
                    <a:ext uri="{FF2B5EF4-FFF2-40B4-BE49-F238E27FC236}">
                      <a16:creationId xmlns:a16="http://schemas.microsoft.com/office/drawing/2014/main" id="{48C97758-B7DE-4908-A0D7-A5D679E3B20C}"/>
                    </a:ext>
                  </a:extLst>
                </p:cNvPr>
                <p:cNvPicPr/>
                <p:nvPr/>
              </p:nvPicPr>
              <p:blipFill>
                <a:blip r:embed="rId5"/>
                <a:stretch>
                  <a:fillRect/>
                </a:stretch>
              </p:blipFill>
              <p:spPr>
                <a:xfrm>
                  <a:off x="5110736" y="1128977"/>
                  <a:ext cx="1973520" cy="15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5B146AAD-797B-4CEA-B6E6-8309457849A6}"/>
                  </a:ext>
                </a:extLst>
              </p14:cNvPr>
              <p14:cNvContentPartPr/>
              <p14:nvPr/>
            </p14:nvContentPartPr>
            <p14:xfrm>
              <a:off x="945720" y="2281320"/>
              <a:ext cx="6591240" cy="3439080"/>
            </p14:xfrm>
          </p:contentPart>
        </mc:Choice>
        <mc:Fallback xmlns="">
          <p:pic>
            <p:nvPicPr>
              <p:cNvPr id="11" name="Ink 10">
                <a:extLst>
                  <a:ext uri="{FF2B5EF4-FFF2-40B4-BE49-F238E27FC236}">
                    <a16:creationId xmlns:a16="http://schemas.microsoft.com/office/drawing/2014/main" id="{5B146AAD-797B-4CEA-B6E6-8309457849A6}"/>
                  </a:ext>
                </a:extLst>
              </p:cNvPr>
              <p:cNvPicPr/>
              <p:nvPr/>
            </p:nvPicPr>
            <p:blipFill>
              <a:blip r:embed="rId7"/>
              <a:stretch>
                <a:fillRect/>
              </a:stretch>
            </p:blipFill>
            <p:spPr>
              <a:xfrm>
                <a:off x="936360" y="2271960"/>
                <a:ext cx="6609960" cy="3457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F2E76A93-D4F6-4352-87E5-A76AD2C973B3}"/>
                  </a:ext>
                </a:extLst>
              </p14:cNvPr>
              <p14:cNvContentPartPr/>
              <p14:nvPr/>
            </p14:nvContentPartPr>
            <p14:xfrm>
              <a:off x="3868560" y="2340000"/>
              <a:ext cx="6867000" cy="3669840"/>
            </p14:xfrm>
          </p:contentPart>
        </mc:Choice>
        <mc:Fallback xmlns="">
          <p:pic>
            <p:nvPicPr>
              <p:cNvPr id="7" name="Ink 6">
                <a:extLst>
                  <a:ext uri="{FF2B5EF4-FFF2-40B4-BE49-F238E27FC236}">
                    <a16:creationId xmlns:a16="http://schemas.microsoft.com/office/drawing/2014/main" id="{F2E76A93-D4F6-4352-87E5-A76AD2C973B3}"/>
                  </a:ext>
                </a:extLst>
              </p:cNvPr>
              <p:cNvPicPr/>
              <p:nvPr/>
            </p:nvPicPr>
            <p:blipFill>
              <a:blip r:embed="rId9"/>
              <a:stretch>
                <a:fillRect/>
              </a:stretch>
            </p:blipFill>
            <p:spPr>
              <a:xfrm>
                <a:off x="3859200" y="2330640"/>
                <a:ext cx="6885720" cy="3688560"/>
              </a:xfrm>
              <a:prstGeom prst="rect">
                <a:avLst/>
              </a:prstGeom>
            </p:spPr>
          </p:pic>
        </mc:Fallback>
      </mc:AlternateContent>
    </p:spTree>
    <p:extLst>
      <p:ext uri="{BB962C8B-B14F-4D97-AF65-F5344CB8AC3E}">
        <p14:creationId xmlns:p14="http://schemas.microsoft.com/office/powerpoint/2010/main" val="5738526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79</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BC1C2F-70C4-49F8-BE4D-461C517A4AE3}"/>
                  </a:ext>
                </a:extLst>
              </p:cNvPr>
              <p:cNvSpPr txBox="1"/>
              <p:nvPr/>
            </p:nvSpPr>
            <p:spPr>
              <a:xfrm>
                <a:off x="629978" y="1010301"/>
                <a:ext cx="10502309" cy="341632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If the voltage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𝐷</m:t>
                        </m:r>
                      </m:sub>
                    </m:sSub>
                  </m:oMath>
                </a14:m>
                <a:r>
                  <a:rPr lang="en-US" sz="2400" dirty="0"/>
                  <a:t> in Fig.1.2.7 were set equal to zero, the pn-junction would be </a:t>
                </a:r>
                <a:r>
                  <a:rPr lang="en-US" sz="2400" i="1" dirty="0"/>
                  <a:t>short-circuited</a:t>
                </a:r>
                <a:r>
                  <a:rPr lang="en-US" sz="2400" dirty="0"/>
                  <a:t>.</a:t>
                </a:r>
              </a:p>
              <a:p>
                <a:pPr algn="just">
                  <a:buSzPct val="125000"/>
                </a:pPr>
                <a:endParaRPr lang="en-US" sz="2400" dirty="0"/>
              </a:p>
              <a:p>
                <a:pPr marL="342900" indent="-342900" algn="just">
                  <a:buSzPct val="125000"/>
                  <a:buFont typeface="Wingdings" panose="05000000000000000000" pitchFamily="2" charset="2"/>
                  <a:buChar char="§"/>
                </a:pPr>
                <a:r>
                  <a:rPr lang="en-US" sz="2400" dirty="0"/>
                  <a:t> Under such condition no current can flow and the electrostatic potential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b="0" i="1" smtClean="0">
                            <a:latin typeface="Cambria Math" panose="02040503050406030204" pitchFamily="18" charset="0"/>
                          </a:rPr>
                          <m:t>0</m:t>
                        </m:r>
                      </m:sub>
                    </m:sSub>
                  </m:oMath>
                </a14:m>
                <a:r>
                  <a:rPr lang="en-US" sz="2400" dirty="0"/>
                  <a:t> remains unchanged and equal to the value under open-circuited condition.</a:t>
                </a:r>
              </a:p>
              <a:p>
                <a:pPr algn="just">
                  <a:buSzPct val="125000"/>
                </a:pPr>
                <a:endParaRPr lang="en-US" sz="2400" dirty="0"/>
              </a:p>
              <a:p>
                <a:pPr marL="342900" indent="-342900" algn="just">
                  <a:buSzPct val="125000"/>
                  <a:buFont typeface="Wingdings" panose="05000000000000000000" pitchFamily="2" charset="2"/>
                  <a:buChar char="§"/>
                </a:pPr>
                <a:r>
                  <a:rPr lang="en-US" sz="2400" dirty="0"/>
                  <a:t> Since under short-circuited condition, the sum of voltages around the closed loop must be zero, the junction potential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b="0" i="1" smtClean="0">
                            <a:latin typeface="Cambria Math" panose="02040503050406030204" pitchFamily="18" charset="0"/>
                          </a:rPr>
                          <m:t>0</m:t>
                        </m:r>
                      </m:sub>
                    </m:sSub>
                  </m:oMath>
                </a14:m>
                <a:r>
                  <a:rPr lang="en-US" sz="2400" dirty="0"/>
                  <a:t> must be exactly compensated by the metal-to-semiconductor contact potentials at the ohmic-contacts. </a:t>
                </a:r>
              </a:p>
            </p:txBody>
          </p:sp>
        </mc:Choice>
        <mc:Fallback xmlns="">
          <p:sp>
            <p:nvSpPr>
              <p:cNvPr id="7" name="TextBox 6">
                <a:extLst>
                  <a:ext uri="{FF2B5EF4-FFF2-40B4-BE49-F238E27FC236}">
                    <a16:creationId xmlns:a16="http://schemas.microsoft.com/office/drawing/2014/main" id="{66BC1C2F-70C4-49F8-BE4D-461C517A4AE3}"/>
                  </a:ext>
                </a:extLst>
              </p:cNvPr>
              <p:cNvSpPr txBox="1">
                <a:spLocks noRot="1" noChangeAspect="1" noMove="1" noResize="1" noEditPoints="1" noAdjustHandles="1" noChangeArrowheads="1" noChangeShapeType="1" noTextEdit="1"/>
              </p:cNvSpPr>
              <p:nvPr/>
            </p:nvSpPr>
            <p:spPr>
              <a:xfrm>
                <a:off x="629978" y="1010301"/>
                <a:ext cx="10502309" cy="3416320"/>
              </a:xfrm>
              <a:prstGeom prst="rect">
                <a:avLst/>
              </a:prstGeom>
              <a:blipFill>
                <a:blip r:embed="rId2"/>
                <a:stretch>
                  <a:fillRect l="-1161" t="-3750" r="-929" b="-3214"/>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54B19A07-D519-4EFF-B08E-0267EA95D0A9}"/>
              </a:ext>
            </a:extLst>
          </p:cNvPr>
          <p:cNvSpPr/>
          <p:nvPr/>
        </p:nvSpPr>
        <p:spPr>
          <a:xfrm>
            <a:off x="1288952" y="215388"/>
            <a:ext cx="984333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Short circuited and Open-circuited 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571CC1E-BB35-4C6B-BA34-B872E3B83405}"/>
                  </a:ext>
                </a:extLst>
              </p14:cNvPr>
              <p14:cNvContentPartPr/>
              <p14:nvPr/>
            </p14:nvContentPartPr>
            <p14:xfrm>
              <a:off x="1042920" y="1769040"/>
              <a:ext cx="9282240" cy="2615400"/>
            </p14:xfrm>
          </p:contentPart>
        </mc:Choice>
        <mc:Fallback xmlns="">
          <p:pic>
            <p:nvPicPr>
              <p:cNvPr id="2" name="Ink 1">
                <a:extLst>
                  <a:ext uri="{FF2B5EF4-FFF2-40B4-BE49-F238E27FC236}">
                    <a16:creationId xmlns:a16="http://schemas.microsoft.com/office/drawing/2014/main" id="{5571CC1E-BB35-4C6B-BA34-B872E3B83405}"/>
                  </a:ext>
                </a:extLst>
              </p:cNvPr>
              <p:cNvPicPr/>
              <p:nvPr/>
            </p:nvPicPr>
            <p:blipFill>
              <a:blip r:embed="rId4"/>
              <a:stretch>
                <a:fillRect/>
              </a:stretch>
            </p:blipFill>
            <p:spPr>
              <a:xfrm>
                <a:off x="1033560" y="1759680"/>
                <a:ext cx="9300960" cy="263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939E0DA-6875-4CCF-98EC-3401CBEA38E3}"/>
                  </a:ext>
                </a:extLst>
              </p14:cNvPr>
              <p14:cNvContentPartPr/>
              <p14:nvPr/>
            </p14:nvContentPartPr>
            <p14:xfrm>
              <a:off x="1079640" y="2475720"/>
              <a:ext cx="9974880" cy="1934280"/>
            </p14:xfrm>
          </p:contentPart>
        </mc:Choice>
        <mc:Fallback xmlns="">
          <p:pic>
            <p:nvPicPr>
              <p:cNvPr id="3" name="Ink 2">
                <a:extLst>
                  <a:ext uri="{FF2B5EF4-FFF2-40B4-BE49-F238E27FC236}">
                    <a16:creationId xmlns:a16="http://schemas.microsoft.com/office/drawing/2014/main" id="{7939E0DA-6875-4CCF-98EC-3401CBEA38E3}"/>
                  </a:ext>
                </a:extLst>
              </p:cNvPr>
              <p:cNvPicPr/>
              <p:nvPr/>
            </p:nvPicPr>
            <p:blipFill>
              <a:blip r:embed="rId6"/>
              <a:stretch>
                <a:fillRect/>
              </a:stretch>
            </p:blipFill>
            <p:spPr>
              <a:xfrm>
                <a:off x="1070280" y="2466360"/>
                <a:ext cx="9993600" cy="1953000"/>
              </a:xfrm>
              <a:prstGeom prst="rect">
                <a:avLst/>
              </a:prstGeom>
            </p:spPr>
          </p:pic>
        </mc:Fallback>
      </mc:AlternateContent>
    </p:spTree>
    <p:extLst>
      <p:ext uri="{BB962C8B-B14F-4D97-AF65-F5344CB8AC3E}">
        <p14:creationId xmlns:p14="http://schemas.microsoft.com/office/powerpoint/2010/main" val="26893664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80</a:t>
            </a:fld>
            <a:endParaRPr lang="en-I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1E2E6D9-D3B3-4611-BF28-5B962F47B947}"/>
                  </a:ext>
                </a:extLst>
              </p:cNvPr>
              <p:cNvSpPr txBox="1"/>
              <p:nvPr/>
            </p:nvSpPr>
            <p:spPr>
              <a:xfrm>
                <a:off x="1288951" y="1282458"/>
                <a:ext cx="9843335" cy="378565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Since the current is zero, the wire can be cut (</a:t>
                </a:r>
                <a:r>
                  <a:rPr lang="en-US" sz="2400" i="1" dirty="0"/>
                  <a:t>open-circuited</a:t>
                </a:r>
                <a:r>
                  <a:rPr lang="en-US" sz="2400" dirty="0"/>
                  <a:t>)without changing the situation and the voltage drop across the circuit must remain zero. </a:t>
                </a:r>
              </a:p>
              <a:p>
                <a:pPr algn="just">
                  <a:buSzPct val="125000"/>
                </a:pPr>
                <a:endParaRPr lang="en-US" sz="2400" dirty="0"/>
              </a:p>
              <a:p>
                <a:pPr marL="342900" indent="-342900" algn="just">
                  <a:buSzPct val="125000"/>
                  <a:buFont typeface="Wingdings" panose="05000000000000000000" pitchFamily="2" charset="2"/>
                  <a:buChar char="§"/>
                </a:pPr>
                <a:r>
                  <a:rPr lang="en-US" sz="2400" dirty="0"/>
                  <a:t>If in attempt to measure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0</m:t>
                        </m:r>
                      </m:sub>
                    </m:sSub>
                  </m:oMath>
                </a14:m>
                <a:r>
                  <a:rPr lang="en-US" sz="2400" dirty="0"/>
                  <a:t>, we connect a voltmeter across the circuit, the voltmeter would read zero voltage.</a:t>
                </a:r>
              </a:p>
              <a:p>
                <a:pPr algn="just">
                  <a:buSzPct val="125000"/>
                </a:pPr>
                <a:r>
                  <a:rPr lang="en-US" sz="2400" dirty="0"/>
                  <a:t> </a:t>
                </a:r>
              </a:p>
              <a:p>
                <a:pPr marL="342900" indent="-342900" algn="just">
                  <a:buSzPct val="125000"/>
                  <a:buFont typeface="Wingdings" panose="05000000000000000000" pitchFamily="2" charset="2"/>
                  <a:buChar char="§"/>
                </a:pPr>
                <a:r>
                  <a:rPr lang="en-US" sz="2400" dirty="0"/>
                  <a:t>In other words, it is not possible to measure contact difference of potential directly with a voltmeter.  </a:t>
                </a:r>
              </a:p>
              <a:p>
                <a:endParaRPr lang="en-US" sz="2400" dirty="0"/>
              </a:p>
            </p:txBody>
          </p:sp>
        </mc:Choice>
        <mc:Fallback xmlns="">
          <p:sp>
            <p:nvSpPr>
              <p:cNvPr id="7" name="TextBox 6">
                <a:extLst>
                  <a:ext uri="{FF2B5EF4-FFF2-40B4-BE49-F238E27FC236}">
                    <a16:creationId xmlns:a16="http://schemas.microsoft.com/office/drawing/2014/main" id="{A1E2E6D9-D3B3-4611-BF28-5B962F47B947}"/>
                  </a:ext>
                </a:extLst>
              </p:cNvPr>
              <p:cNvSpPr txBox="1">
                <a:spLocks noRot="1" noChangeAspect="1" noMove="1" noResize="1" noEditPoints="1" noAdjustHandles="1" noChangeArrowheads="1" noChangeShapeType="1" noTextEdit="1"/>
              </p:cNvSpPr>
              <p:nvPr/>
            </p:nvSpPr>
            <p:spPr>
              <a:xfrm>
                <a:off x="1288951" y="1282458"/>
                <a:ext cx="9843335" cy="3785652"/>
              </a:xfrm>
              <a:prstGeom prst="rect">
                <a:avLst/>
              </a:prstGeom>
              <a:blipFill>
                <a:blip r:embed="rId2"/>
                <a:stretch>
                  <a:fillRect l="-1238" t="-3221" r="-991"/>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F6E2E38D-71B0-43CA-892F-6F448714006C}"/>
              </a:ext>
            </a:extLst>
          </p:cNvPr>
          <p:cNvSpPr/>
          <p:nvPr/>
        </p:nvSpPr>
        <p:spPr>
          <a:xfrm>
            <a:off x="1288952" y="215388"/>
            <a:ext cx="984333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Short circuited and Open-circuited PN junction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4D06F74-5DA5-437A-824A-55330E7518FD}"/>
                  </a:ext>
                </a:extLst>
              </p14:cNvPr>
              <p14:cNvContentPartPr/>
              <p14:nvPr/>
            </p14:nvContentPartPr>
            <p14:xfrm>
              <a:off x="1803240" y="1671480"/>
              <a:ext cx="9194040" cy="2957400"/>
            </p14:xfrm>
          </p:contentPart>
        </mc:Choice>
        <mc:Fallback xmlns="">
          <p:pic>
            <p:nvPicPr>
              <p:cNvPr id="2" name="Ink 1">
                <a:extLst>
                  <a:ext uri="{FF2B5EF4-FFF2-40B4-BE49-F238E27FC236}">
                    <a16:creationId xmlns:a16="http://schemas.microsoft.com/office/drawing/2014/main" id="{24D06F74-5DA5-437A-824A-55330E7518FD}"/>
                  </a:ext>
                </a:extLst>
              </p:cNvPr>
              <p:cNvPicPr/>
              <p:nvPr/>
            </p:nvPicPr>
            <p:blipFill>
              <a:blip r:embed="rId4"/>
              <a:stretch>
                <a:fillRect/>
              </a:stretch>
            </p:blipFill>
            <p:spPr>
              <a:xfrm>
                <a:off x="1793880" y="1662120"/>
                <a:ext cx="9212760" cy="2976120"/>
              </a:xfrm>
              <a:prstGeom prst="rect">
                <a:avLst/>
              </a:prstGeom>
            </p:spPr>
          </p:pic>
        </mc:Fallback>
      </mc:AlternateContent>
    </p:spTree>
    <p:extLst>
      <p:ext uri="{BB962C8B-B14F-4D97-AF65-F5344CB8AC3E}">
        <p14:creationId xmlns:p14="http://schemas.microsoft.com/office/powerpoint/2010/main" val="21428856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6ED6633-6512-40EF-9362-CDF4604BCE3E}"/>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DBB83787-2891-405E-B641-F0569CF3DC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55F84779-2896-49DD-9422-98E3BCD7269B}"/>
              </a:ext>
            </a:extLst>
          </p:cNvPr>
          <p:cNvSpPr>
            <a:spLocks noGrp="1"/>
          </p:cNvSpPr>
          <p:nvPr>
            <p:ph type="sldNum" sz="quarter" idx="12"/>
          </p:nvPr>
        </p:nvSpPr>
        <p:spPr/>
        <p:txBody>
          <a:bodyPr/>
          <a:lstStyle/>
          <a:p>
            <a:fld id="{780713B5-9296-425E-8DDC-5B86ACA00944}" type="slidenum">
              <a:rPr lang="en-IN" smtClean="0"/>
              <a:pPr/>
              <a:t>81</a:t>
            </a:fld>
            <a:endParaRPr lang="en-IN"/>
          </a:p>
        </p:txBody>
      </p:sp>
      <p:sp>
        <p:nvSpPr>
          <p:cNvPr id="9" name="Rectangle 8">
            <a:extLst>
              <a:ext uri="{FF2B5EF4-FFF2-40B4-BE49-F238E27FC236}">
                <a16:creationId xmlns:a16="http://schemas.microsoft.com/office/drawing/2014/main" id="{B4712F94-824C-43E3-B22F-E5A640588FC5}"/>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No Biasing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7" name="Picture 6">
            <a:extLst>
              <a:ext uri="{FF2B5EF4-FFF2-40B4-BE49-F238E27FC236}">
                <a16:creationId xmlns:a16="http://schemas.microsoft.com/office/drawing/2014/main" id="{CDB73716-666D-4B1A-A105-FA4FB3CC7EA3}"/>
              </a:ext>
            </a:extLst>
          </p:cNvPr>
          <p:cNvPicPr>
            <a:picLocks noChangeAspect="1"/>
          </p:cNvPicPr>
          <p:nvPr/>
        </p:nvPicPr>
        <p:blipFill>
          <a:blip r:embed="rId2"/>
          <a:stretch>
            <a:fillRect/>
          </a:stretch>
        </p:blipFill>
        <p:spPr>
          <a:xfrm>
            <a:off x="1812757" y="1092391"/>
            <a:ext cx="7924800" cy="441347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4A69E47-561F-48EF-A911-DD6DCDD6B495}"/>
                  </a:ext>
                </a:extLst>
              </p14:cNvPr>
              <p14:cNvContentPartPr/>
              <p14:nvPr/>
            </p14:nvContentPartPr>
            <p14:xfrm>
              <a:off x="3342240" y="1597680"/>
              <a:ext cx="6060240" cy="2781360"/>
            </p14:xfrm>
          </p:contentPart>
        </mc:Choice>
        <mc:Fallback xmlns="">
          <p:pic>
            <p:nvPicPr>
              <p:cNvPr id="2" name="Ink 1">
                <a:extLst>
                  <a:ext uri="{FF2B5EF4-FFF2-40B4-BE49-F238E27FC236}">
                    <a16:creationId xmlns:a16="http://schemas.microsoft.com/office/drawing/2014/main" id="{34A69E47-561F-48EF-A911-DD6DCDD6B495}"/>
                  </a:ext>
                </a:extLst>
              </p:cNvPr>
              <p:cNvPicPr/>
              <p:nvPr/>
            </p:nvPicPr>
            <p:blipFill>
              <a:blip r:embed="rId4"/>
              <a:stretch>
                <a:fillRect/>
              </a:stretch>
            </p:blipFill>
            <p:spPr>
              <a:xfrm>
                <a:off x="3332880" y="1588320"/>
                <a:ext cx="6078960" cy="2800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7A8804B-24DF-40E6-9C91-488D1164D337}"/>
                  </a:ext>
                </a:extLst>
              </p14:cNvPr>
              <p14:cNvContentPartPr/>
              <p14:nvPr/>
            </p14:nvContentPartPr>
            <p14:xfrm>
              <a:off x="2855520" y="1917000"/>
              <a:ext cx="5247360" cy="2262600"/>
            </p14:xfrm>
          </p:contentPart>
        </mc:Choice>
        <mc:Fallback xmlns="">
          <p:pic>
            <p:nvPicPr>
              <p:cNvPr id="3" name="Ink 2">
                <a:extLst>
                  <a:ext uri="{FF2B5EF4-FFF2-40B4-BE49-F238E27FC236}">
                    <a16:creationId xmlns:a16="http://schemas.microsoft.com/office/drawing/2014/main" id="{37A8804B-24DF-40E6-9C91-488D1164D337}"/>
                  </a:ext>
                </a:extLst>
              </p:cNvPr>
              <p:cNvPicPr/>
              <p:nvPr/>
            </p:nvPicPr>
            <p:blipFill>
              <a:blip r:embed="rId6"/>
              <a:stretch>
                <a:fillRect/>
              </a:stretch>
            </p:blipFill>
            <p:spPr>
              <a:xfrm>
                <a:off x="2846160" y="1907640"/>
                <a:ext cx="5266080" cy="2281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5FD0EC2-4B64-44D5-8E66-FED2835F9E39}"/>
                  </a:ext>
                </a:extLst>
              </p14:cNvPr>
              <p14:cNvContentPartPr/>
              <p14:nvPr/>
            </p14:nvContentPartPr>
            <p14:xfrm>
              <a:off x="2345760" y="3268440"/>
              <a:ext cx="4280400" cy="1966680"/>
            </p14:xfrm>
          </p:contentPart>
        </mc:Choice>
        <mc:Fallback xmlns="">
          <p:pic>
            <p:nvPicPr>
              <p:cNvPr id="8" name="Ink 7">
                <a:extLst>
                  <a:ext uri="{FF2B5EF4-FFF2-40B4-BE49-F238E27FC236}">
                    <a16:creationId xmlns:a16="http://schemas.microsoft.com/office/drawing/2014/main" id="{05FD0EC2-4B64-44D5-8E66-FED2835F9E39}"/>
                  </a:ext>
                </a:extLst>
              </p:cNvPr>
              <p:cNvPicPr/>
              <p:nvPr/>
            </p:nvPicPr>
            <p:blipFill>
              <a:blip r:embed="rId8"/>
              <a:stretch>
                <a:fillRect/>
              </a:stretch>
            </p:blipFill>
            <p:spPr>
              <a:xfrm>
                <a:off x="2336400" y="3259080"/>
                <a:ext cx="4299120" cy="1985400"/>
              </a:xfrm>
              <a:prstGeom prst="rect">
                <a:avLst/>
              </a:prstGeom>
            </p:spPr>
          </p:pic>
        </mc:Fallback>
      </mc:AlternateContent>
    </p:spTree>
    <p:extLst>
      <p:ext uri="{BB962C8B-B14F-4D97-AF65-F5344CB8AC3E}">
        <p14:creationId xmlns:p14="http://schemas.microsoft.com/office/powerpoint/2010/main" val="16113704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C0A7B3-BFD8-4898-95B9-DF684F782B65}"/>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43FCB2FF-AA26-4AAE-B262-880A181DFE80}"/>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A6BB9892-0CE6-4BC2-80B9-1AD5F4AF68F1}"/>
              </a:ext>
            </a:extLst>
          </p:cNvPr>
          <p:cNvSpPr>
            <a:spLocks noGrp="1"/>
          </p:cNvSpPr>
          <p:nvPr>
            <p:ph type="sldNum" sz="quarter" idx="12"/>
          </p:nvPr>
        </p:nvSpPr>
        <p:spPr/>
        <p:txBody>
          <a:bodyPr/>
          <a:lstStyle/>
          <a:p>
            <a:fld id="{780713B5-9296-425E-8DDC-5B86ACA00944}" type="slidenum">
              <a:rPr lang="en-IN" smtClean="0"/>
              <a:pPr/>
              <a:t>82</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89D0F86-3550-47D0-9CDC-364FAD4CC267}"/>
                  </a:ext>
                </a:extLst>
              </p:cNvPr>
              <p:cNvSpPr txBox="1"/>
              <p:nvPr/>
            </p:nvSpPr>
            <p:spPr>
              <a:xfrm>
                <a:off x="1190845" y="1166842"/>
                <a:ext cx="9686262"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When forward voltage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𝐷</m:t>
                        </m:r>
                      </m:sub>
                    </m:sSub>
                  </m:oMath>
                </a14:m>
                <a:r>
                  <a:rPr lang="en-US" sz="2400" dirty="0"/>
                  <a:t> is increased until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oMath>
                </a14:m>
                <a:r>
                  <a:rPr lang="en-US" sz="2400" dirty="0"/>
                  <a:t> approaches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b="0" i="1" smtClean="0">
                            <a:latin typeface="Cambria Math" panose="02040503050406030204" pitchFamily="18" charset="0"/>
                          </a:rPr>
                          <m:t>0</m:t>
                        </m:r>
                      </m:sub>
                    </m:sSub>
                  </m:oMath>
                </a14:m>
                <a:r>
                  <a:rPr lang="en-US" sz="2400" dirty="0"/>
                  <a:t>, 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oMath>
                </a14:m>
                <a:r>
                  <a:rPr lang="en-US" sz="2400" dirty="0"/>
                  <a:t> were equal to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b="0" i="1" smtClean="0">
                            <a:latin typeface="Cambria Math" panose="02040503050406030204" pitchFamily="18" charset="0"/>
                          </a:rPr>
                          <m:t>0</m:t>
                        </m:r>
                      </m:sub>
                    </m:sSub>
                  </m:oMath>
                </a14:m>
                <a:r>
                  <a:rPr lang="en-US" sz="2400" dirty="0"/>
                  <a:t>, the barrier would disappear and the current could be arbitrarily large, exceeding the rating of the diode.</a:t>
                </a:r>
              </a:p>
              <a:p>
                <a:pPr algn="just">
                  <a:buSzPct val="125000"/>
                </a:pPr>
                <a:endParaRPr lang="en-US" sz="2400" dirty="0"/>
              </a:p>
              <a:p>
                <a:pPr marL="342900" indent="-342900" algn="just">
                  <a:buSzPct val="125000"/>
                  <a:buFont typeface="Wingdings" panose="05000000000000000000" pitchFamily="2" charset="2"/>
                  <a:buChar char="§"/>
                </a:pPr>
                <a:r>
                  <a:rPr lang="en-US" sz="2400" dirty="0"/>
                  <a:t> But in actual practice, we can never reduce the barrier to zero. Because, as the current increases without limit, the bulk resistance of the crystal as well as the resistance of the ohmic-contacts will limit the current. </a:t>
                </a:r>
              </a:p>
              <a:p>
                <a:pPr algn="just">
                  <a:buSzPct val="125000"/>
                </a:pPr>
                <a:endParaRPr lang="en-US" sz="2400" dirty="0"/>
              </a:p>
              <a:p>
                <a:pPr marL="342900" indent="-342900" algn="just">
                  <a:buSzPct val="125000"/>
                  <a:buFont typeface="Wingdings" panose="05000000000000000000" pitchFamily="2" charset="2"/>
                  <a:buChar char="§"/>
                </a:pPr>
                <a:r>
                  <a:rPr lang="en-US" sz="2400" dirty="0"/>
                  <a:t>Therefore, it is no longer possible to assume that all the voltage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𝐷</m:t>
                        </m:r>
                      </m:sub>
                    </m:sSub>
                  </m:oMath>
                </a14:m>
                <a:r>
                  <a:rPr lang="en-US" sz="2400" dirty="0"/>
                  <a:t> appears as a change across the </a:t>
                </a:r>
                <a:r>
                  <a:rPr lang="en-US" sz="2400" i="1" dirty="0"/>
                  <a:t>pn</a:t>
                </a:r>
                <a:r>
                  <a:rPr lang="en-US" sz="2400" dirty="0"/>
                  <a:t>-junction. And the volt-ampere characteristics becomes approximately a straight line. </a:t>
                </a:r>
              </a:p>
            </p:txBody>
          </p:sp>
        </mc:Choice>
        <mc:Fallback xmlns="">
          <p:sp>
            <p:nvSpPr>
              <p:cNvPr id="8" name="TextBox 7">
                <a:extLst>
                  <a:ext uri="{FF2B5EF4-FFF2-40B4-BE49-F238E27FC236}">
                    <a16:creationId xmlns:a16="http://schemas.microsoft.com/office/drawing/2014/main" id="{B89D0F86-3550-47D0-9CDC-364FAD4CC267}"/>
                  </a:ext>
                </a:extLst>
              </p:cNvPr>
              <p:cNvSpPr txBox="1">
                <a:spLocks noRot="1" noChangeAspect="1" noMove="1" noResize="1" noEditPoints="1" noAdjustHandles="1" noChangeArrowheads="1" noChangeShapeType="1" noTextEdit="1"/>
              </p:cNvSpPr>
              <p:nvPr/>
            </p:nvSpPr>
            <p:spPr>
              <a:xfrm>
                <a:off x="1190845" y="1166842"/>
                <a:ext cx="9686262" cy="4154984"/>
              </a:xfrm>
              <a:prstGeom prst="rect">
                <a:avLst/>
              </a:prstGeom>
              <a:blipFill>
                <a:blip r:embed="rId2"/>
                <a:stretch>
                  <a:fillRect l="-1259" t="-2933" r="-1007" b="-2346"/>
                </a:stretch>
              </a:blipFill>
            </p:spPr>
            <p:txBody>
              <a:bodyPr/>
              <a:lstStyle/>
              <a:p>
                <a:r>
                  <a:rPr lang="en-IN">
                    <a:noFill/>
                  </a:rPr>
                  <a:t> </a:t>
                </a:r>
              </a:p>
            </p:txBody>
          </p:sp>
        </mc:Fallback>
      </mc:AlternateContent>
      <p:sp>
        <p:nvSpPr>
          <p:cNvPr id="9" name="Rectangle 8">
            <a:extLst>
              <a:ext uri="{FF2B5EF4-FFF2-40B4-BE49-F238E27FC236}">
                <a16:creationId xmlns:a16="http://schemas.microsoft.com/office/drawing/2014/main" id="{E1DA0251-8CF8-43D8-9F72-412903640888}"/>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Large Forward Voltage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7BEBFB1A-95DA-4426-B261-367FBDFAD864}"/>
                  </a:ext>
                </a:extLst>
              </p14:cNvPr>
              <p14:cNvContentPartPr/>
              <p14:nvPr/>
            </p14:nvContentPartPr>
            <p14:xfrm>
              <a:off x="3795840" y="1619280"/>
              <a:ext cx="5694840" cy="4640040"/>
            </p14:xfrm>
          </p:contentPart>
        </mc:Choice>
        <mc:Fallback xmlns="">
          <p:pic>
            <p:nvPicPr>
              <p:cNvPr id="10" name="Ink 9">
                <a:extLst>
                  <a:ext uri="{FF2B5EF4-FFF2-40B4-BE49-F238E27FC236}">
                    <a16:creationId xmlns:a16="http://schemas.microsoft.com/office/drawing/2014/main" id="{7BEBFB1A-95DA-4426-B261-367FBDFAD864}"/>
                  </a:ext>
                </a:extLst>
              </p:cNvPr>
              <p:cNvPicPr/>
              <p:nvPr/>
            </p:nvPicPr>
            <p:blipFill>
              <a:blip r:embed="rId4"/>
              <a:stretch>
                <a:fillRect/>
              </a:stretch>
            </p:blipFill>
            <p:spPr>
              <a:xfrm>
                <a:off x="3786480" y="1609920"/>
                <a:ext cx="5713560" cy="4658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8885BAF-7D2C-443F-9B5F-58350DDC5D0D}"/>
                  </a:ext>
                </a:extLst>
              </p14:cNvPr>
              <p14:cNvContentPartPr/>
              <p14:nvPr/>
            </p14:nvContentPartPr>
            <p14:xfrm>
              <a:off x="3710520" y="2050200"/>
              <a:ext cx="7083360" cy="3894840"/>
            </p14:xfrm>
          </p:contentPart>
        </mc:Choice>
        <mc:Fallback xmlns="">
          <p:pic>
            <p:nvPicPr>
              <p:cNvPr id="2" name="Ink 1">
                <a:extLst>
                  <a:ext uri="{FF2B5EF4-FFF2-40B4-BE49-F238E27FC236}">
                    <a16:creationId xmlns:a16="http://schemas.microsoft.com/office/drawing/2014/main" id="{18885BAF-7D2C-443F-9B5F-58350DDC5D0D}"/>
                  </a:ext>
                </a:extLst>
              </p:cNvPr>
              <p:cNvPicPr/>
              <p:nvPr/>
            </p:nvPicPr>
            <p:blipFill>
              <a:blip r:embed="rId6"/>
              <a:stretch>
                <a:fillRect/>
              </a:stretch>
            </p:blipFill>
            <p:spPr>
              <a:xfrm>
                <a:off x="3701160" y="2040840"/>
                <a:ext cx="7102080" cy="3913560"/>
              </a:xfrm>
              <a:prstGeom prst="rect">
                <a:avLst/>
              </a:prstGeom>
            </p:spPr>
          </p:pic>
        </mc:Fallback>
      </mc:AlternateContent>
    </p:spTree>
    <p:extLst>
      <p:ext uri="{BB962C8B-B14F-4D97-AF65-F5344CB8AC3E}">
        <p14:creationId xmlns:p14="http://schemas.microsoft.com/office/powerpoint/2010/main" val="17121262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5813E61-5F69-47F9-9B22-F2732B4A4DB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FF1469F4-407F-4086-9262-763CC11380E5}"/>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3C600CA1-A55C-47EE-96B7-03C11166231A}"/>
              </a:ext>
            </a:extLst>
          </p:cNvPr>
          <p:cNvSpPr>
            <a:spLocks noGrp="1"/>
          </p:cNvSpPr>
          <p:nvPr>
            <p:ph type="sldNum" sz="quarter" idx="12"/>
          </p:nvPr>
        </p:nvSpPr>
        <p:spPr/>
        <p:txBody>
          <a:bodyPr/>
          <a:lstStyle/>
          <a:p>
            <a:fld id="{780713B5-9296-425E-8DDC-5B86ACA00944}" type="slidenum">
              <a:rPr lang="en-IN" smtClean="0"/>
              <a:pPr/>
              <a:t>83</a:t>
            </a:fld>
            <a:endParaRPr lang="en-IN"/>
          </a:p>
        </p:txBody>
      </p:sp>
      <p:sp>
        <p:nvSpPr>
          <p:cNvPr id="8" name="TextBox 7">
            <a:extLst>
              <a:ext uri="{FF2B5EF4-FFF2-40B4-BE49-F238E27FC236}">
                <a16:creationId xmlns:a16="http://schemas.microsoft.com/office/drawing/2014/main" id="{4384EB04-47E7-451C-A293-1CDACA8CF2C1}"/>
              </a:ext>
            </a:extLst>
          </p:cNvPr>
          <p:cNvSpPr txBox="1"/>
          <p:nvPr/>
        </p:nvSpPr>
        <p:spPr>
          <a:xfrm>
            <a:off x="1382231" y="1166842"/>
            <a:ext cx="9494875" cy="452431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solidFill>
                  <a:srgbClr val="000000"/>
                </a:solidFill>
              </a:rPr>
              <a:t>Normally, the reverse current is so small that it can be neglected. </a:t>
            </a:r>
          </a:p>
          <a:p>
            <a:pPr algn="just">
              <a:buSzPct val="125000"/>
            </a:pPr>
            <a:endParaRPr lang="en-US" sz="2400" dirty="0">
              <a:solidFill>
                <a:srgbClr val="000000"/>
              </a:solidFill>
            </a:endParaRPr>
          </a:p>
          <a:p>
            <a:pPr marL="342900" indent="-342900" algn="just">
              <a:buSzPct val="125000"/>
              <a:buFont typeface="Wingdings" panose="05000000000000000000" pitchFamily="2" charset="2"/>
              <a:buChar char="§"/>
            </a:pPr>
            <a:r>
              <a:rPr lang="en-US" sz="2400" dirty="0">
                <a:solidFill>
                  <a:srgbClr val="000000"/>
                </a:solidFill>
              </a:rPr>
              <a:t>However, if the external reverse-bias voltage is increased to a value called the </a:t>
            </a:r>
            <a:r>
              <a:rPr lang="en-US" sz="2400" i="1" dirty="0">
                <a:solidFill>
                  <a:srgbClr val="000000"/>
                </a:solidFill>
              </a:rPr>
              <a:t>breakdown voltage, </a:t>
            </a:r>
            <a:r>
              <a:rPr lang="en-US" sz="2400" dirty="0">
                <a:solidFill>
                  <a:srgbClr val="000000"/>
                </a:solidFill>
              </a:rPr>
              <a:t>the reverse current will drastically increase. </a:t>
            </a:r>
          </a:p>
          <a:p>
            <a:pPr algn="just">
              <a:buSzPct val="125000"/>
            </a:pPr>
            <a:endParaRPr lang="en-US" sz="2400" dirty="0">
              <a:solidFill>
                <a:srgbClr val="000000"/>
              </a:solidFill>
            </a:endParaRPr>
          </a:p>
          <a:p>
            <a:pPr marL="342900" indent="-342900" algn="just">
              <a:buSzPct val="125000"/>
              <a:buFont typeface="Wingdings" panose="05000000000000000000" pitchFamily="2" charset="2"/>
              <a:buChar char="§"/>
            </a:pPr>
            <a:r>
              <a:rPr lang="en-US" sz="2400" dirty="0">
                <a:solidFill>
                  <a:srgbClr val="000000"/>
                </a:solidFill>
              </a:rPr>
              <a:t>When the reverse current is not limited, the resulting heating will permanently damage the diode. </a:t>
            </a:r>
          </a:p>
          <a:p>
            <a:pPr algn="just">
              <a:buSzPct val="125000"/>
            </a:pPr>
            <a:endParaRPr lang="en-US" sz="2400" dirty="0">
              <a:solidFill>
                <a:srgbClr val="000000"/>
              </a:solidFill>
            </a:endParaRPr>
          </a:p>
          <a:p>
            <a:pPr marL="342900" indent="-342900" algn="just">
              <a:buSzPct val="125000"/>
              <a:buFont typeface="Wingdings" panose="05000000000000000000" pitchFamily="2" charset="2"/>
              <a:buChar char="§"/>
            </a:pPr>
            <a:r>
              <a:rPr lang="en-US" sz="2400" dirty="0">
                <a:solidFill>
                  <a:srgbClr val="000000"/>
                </a:solidFill>
              </a:rPr>
              <a:t>Most diodes are not operated in reverse breakdown, but if the current is limited (by adding a series-limiting resistor for example), there is no permanent damage to the diode.</a:t>
            </a:r>
          </a:p>
        </p:txBody>
      </p:sp>
      <p:sp>
        <p:nvSpPr>
          <p:cNvPr id="9" name="Rectangle 8">
            <a:extLst>
              <a:ext uri="{FF2B5EF4-FFF2-40B4-BE49-F238E27FC236}">
                <a16:creationId xmlns:a16="http://schemas.microsoft.com/office/drawing/2014/main" id="{E6C3182D-2D68-48F0-9758-4281788AF3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Large Reverse Voltage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AA992A52-0507-41D6-AC6C-E6EE1F20CC4D}"/>
                  </a:ext>
                </a:extLst>
              </p14:cNvPr>
              <p14:cNvContentPartPr/>
              <p14:nvPr/>
            </p14:nvContentPartPr>
            <p14:xfrm>
              <a:off x="1917000" y="2653560"/>
              <a:ext cx="8628120" cy="1583640"/>
            </p14:xfrm>
          </p:contentPart>
        </mc:Choice>
        <mc:Fallback xmlns="">
          <p:pic>
            <p:nvPicPr>
              <p:cNvPr id="10" name="Ink 9">
                <a:extLst>
                  <a:ext uri="{FF2B5EF4-FFF2-40B4-BE49-F238E27FC236}">
                    <a16:creationId xmlns:a16="http://schemas.microsoft.com/office/drawing/2014/main" id="{AA992A52-0507-41D6-AC6C-E6EE1F20CC4D}"/>
                  </a:ext>
                </a:extLst>
              </p:cNvPr>
              <p:cNvPicPr/>
              <p:nvPr/>
            </p:nvPicPr>
            <p:blipFill>
              <a:blip r:embed="rId3"/>
              <a:stretch>
                <a:fillRect/>
              </a:stretch>
            </p:blipFill>
            <p:spPr>
              <a:xfrm>
                <a:off x="1907640" y="2644200"/>
                <a:ext cx="8646840" cy="160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1E97BCE-4E42-4BAB-B3EB-734F4DB62DD9}"/>
                  </a:ext>
                </a:extLst>
              </p14:cNvPr>
              <p14:cNvContentPartPr/>
              <p14:nvPr/>
            </p14:nvContentPartPr>
            <p14:xfrm>
              <a:off x="5885640" y="5256720"/>
              <a:ext cx="399960" cy="195120"/>
            </p14:xfrm>
          </p:contentPart>
        </mc:Choice>
        <mc:Fallback xmlns="">
          <p:pic>
            <p:nvPicPr>
              <p:cNvPr id="2" name="Ink 1">
                <a:extLst>
                  <a:ext uri="{FF2B5EF4-FFF2-40B4-BE49-F238E27FC236}">
                    <a16:creationId xmlns:a16="http://schemas.microsoft.com/office/drawing/2014/main" id="{D1E97BCE-4E42-4BAB-B3EB-734F4DB62DD9}"/>
                  </a:ext>
                </a:extLst>
              </p:cNvPr>
              <p:cNvPicPr/>
              <p:nvPr/>
            </p:nvPicPr>
            <p:blipFill>
              <a:blip r:embed="rId5"/>
              <a:stretch>
                <a:fillRect/>
              </a:stretch>
            </p:blipFill>
            <p:spPr>
              <a:xfrm>
                <a:off x="5876280" y="5247360"/>
                <a:ext cx="418680" cy="213840"/>
              </a:xfrm>
              <a:prstGeom prst="rect">
                <a:avLst/>
              </a:prstGeom>
            </p:spPr>
          </p:pic>
        </mc:Fallback>
      </mc:AlternateContent>
    </p:spTree>
    <p:extLst>
      <p:ext uri="{BB962C8B-B14F-4D97-AF65-F5344CB8AC3E}">
        <p14:creationId xmlns:p14="http://schemas.microsoft.com/office/powerpoint/2010/main" val="23378939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84</a:t>
            </a:fld>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CD69C1-0F6A-4F20-825A-DBFBF397861E}"/>
                  </a:ext>
                </a:extLst>
              </p:cNvPr>
              <p:cNvSpPr txBox="1"/>
              <p:nvPr/>
            </p:nvSpPr>
            <p:spPr>
              <a:xfrm>
                <a:off x="1189959" y="1292197"/>
                <a:ext cx="9687147" cy="458138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In the preceding section it was discussed that when a forward bias is applied to a diode, holes are injected into the </a:t>
                </a:r>
                <a:r>
                  <a:rPr lang="en-US" sz="2400" i="1" dirty="0"/>
                  <a:t>n </a:t>
                </a:r>
                <a:r>
                  <a:rPr lang="en-US" sz="2400" dirty="0"/>
                  <a:t>side and electrons into the </a:t>
                </a:r>
                <a:r>
                  <a:rPr lang="en-US" sz="2400" i="1" dirty="0"/>
                  <a:t>p </a:t>
                </a:r>
                <a:r>
                  <a:rPr lang="en-US" sz="2400" dirty="0"/>
                  <a:t>side. </a:t>
                </a:r>
              </a:p>
              <a:p>
                <a:pPr algn="just">
                  <a:buSzPct val="125000"/>
                </a:pPr>
                <a:endParaRPr lang="en-US" sz="2400" dirty="0"/>
              </a:p>
              <a:p>
                <a:pPr marL="342900" indent="-342900" algn="just">
                  <a:buSzPct val="125000"/>
                  <a:buFont typeface="Wingdings" panose="05000000000000000000" pitchFamily="2" charset="2"/>
                  <a:buChar char="§"/>
                </a:pPr>
                <a:r>
                  <a:rPr lang="en-US" sz="2400" dirty="0"/>
                  <a:t>Under low-level injection conditions such minority currents are due almost entirely to diffusion, so that minority drift currents may be neglected. </a:t>
                </a:r>
              </a:p>
              <a:p>
                <a:pPr algn="just">
                  <a:buSzPct val="125000"/>
                </a:pPr>
                <a:endParaRPr lang="en-US" sz="2400" dirty="0"/>
              </a:p>
              <a:p>
                <a:pPr marL="342900" indent="-342900" algn="just">
                  <a:buSzPct val="125000"/>
                  <a:buFont typeface="Wingdings" panose="05000000000000000000" pitchFamily="2" charset="2"/>
                  <a:buChar char="§"/>
                </a:pPr>
                <a:r>
                  <a:rPr lang="en-US" sz="2400" dirty="0"/>
                  <a:t>The hole diffusion current in the n-type material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𝑝𝑛</m:t>
                        </m:r>
                      </m:sub>
                    </m:sSub>
                  </m:oMath>
                </a14:m>
                <a:r>
                  <a:rPr lang="en-US" sz="2400" dirty="0"/>
                  <a:t> decreases exponentially with distance </a:t>
                </a:r>
                <a:r>
                  <a:rPr lang="en-US" sz="2400" i="1" dirty="0"/>
                  <a:t>x </a:t>
                </a:r>
                <a:r>
                  <a:rPr lang="en-US" sz="2400" dirty="0"/>
                  <a:t>into the n-type region. This current is plotted in Fig.1.2.8, as is also the corresponding electron diffusion current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b="0" i="1" smtClean="0">
                            <a:latin typeface="Cambria Math" panose="02040503050406030204" pitchFamily="18" charset="0"/>
                          </a:rPr>
                          <m:t>𝑛𝑝</m:t>
                        </m:r>
                      </m:sub>
                    </m:sSub>
                  </m:oMath>
                </a14:m>
                <a:r>
                  <a:rPr lang="en-US" sz="2400" dirty="0"/>
                  <a:t> in the p-type side. </a:t>
                </a:r>
              </a:p>
            </p:txBody>
          </p:sp>
        </mc:Choice>
        <mc:Fallback xmlns="">
          <p:sp>
            <p:nvSpPr>
              <p:cNvPr id="8" name="TextBox 7">
                <a:extLst>
                  <a:ext uri="{FF2B5EF4-FFF2-40B4-BE49-F238E27FC236}">
                    <a16:creationId xmlns:a16="http://schemas.microsoft.com/office/drawing/2014/main" id="{4FCD69C1-0F6A-4F20-825A-DBFBF397861E}"/>
                  </a:ext>
                </a:extLst>
              </p:cNvPr>
              <p:cNvSpPr txBox="1">
                <a:spLocks noRot="1" noChangeAspect="1" noMove="1" noResize="1" noEditPoints="1" noAdjustHandles="1" noChangeArrowheads="1" noChangeShapeType="1" noTextEdit="1"/>
              </p:cNvSpPr>
              <p:nvPr/>
            </p:nvSpPr>
            <p:spPr>
              <a:xfrm>
                <a:off x="1189959" y="1292197"/>
                <a:ext cx="9687147" cy="4581382"/>
              </a:xfrm>
              <a:prstGeom prst="rect">
                <a:avLst/>
              </a:prstGeom>
              <a:blipFill>
                <a:blip r:embed="rId2"/>
                <a:stretch>
                  <a:fillRect l="-1259" t="-2793" r="-1007" b="-1463"/>
                </a:stretch>
              </a:blipFill>
            </p:spPr>
            <p:txBody>
              <a:bodyPr/>
              <a:lstStyle/>
              <a:p>
                <a:r>
                  <a:rPr lang="en-IN">
                    <a:noFill/>
                  </a:rPr>
                  <a:t> </a:t>
                </a:r>
              </a:p>
            </p:txBody>
          </p:sp>
        </mc:Fallback>
      </mc:AlternateContent>
      <p:sp>
        <p:nvSpPr>
          <p:cNvPr id="9" name="Rectangle 8">
            <a:extLst>
              <a:ext uri="{FF2B5EF4-FFF2-40B4-BE49-F238E27FC236}">
                <a16:creationId xmlns:a16="http://schemas.microsoft.com/office/drawing/2014/main" id="{432216CF-7883-4B21-82A4-C2DA735D73C0}"/>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E282CB6-8904-4953-BC99-1CC6F32F9860}"/>
                  </a:ext>
                </a:extLst>
              </p14:cNvPr>
              <p14:cNvContentPartPr/>
              <p14:nvPr/>
            </p14:nvContentPartPr>
            <p14:xfrm>
              <a:off x="1670040" y="2061720"/>
              <a:ext cx="8962560" cy="387360"/>
            </p14:xfrm>
          </p:contentPart>
        </mc:Choice>
        <mc:Fallback xmlns="">
          <p:pic>
            <p:nvPicPr>
              <p:cNvPr id="2" name="Ink 1">
                <a:extLst>
                  <a:ext uri="{FF2B5EF4-FFF2-40B4-BE49-F238E27FC236}">
                    <a16:creationId xmlns:a16="http://schemas.microsoft.com/office/drawing/2014/main" id="{BE282CB6-8904-4953-BC99-1CC6F32F9860}"/>
                  </a:ext>
                </a:extLst>
              </p:cNvPr>
              <p:cNvPicPr/>
              <p:nvPr/>
            </p:nvPicPr>
            <p:blipFill>
              <a:blip r:embed="rId4"/>
              <a:stretch>
                <a:fillRect/>
              </a:stretch>
            </p:blipFill>
            <p:spPr>
              <a:xfrm>
                <a:off x="1660680" y="2052360"/>
                <a:ext cx="898128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ED51F60-9E32-4B31-806C-82D0B8EE31D2}"/>
                  </a:ext>
                </a:extLst>
              </p14:cNvPr>
              <p14:cNvContentPartPr/>
              <p14:nvPr/>
            </p14:nvContentPartPr>
            <p14:xfrm>
              <a:off x="3044160" y="2097720"/>
              <a:ext cx="5037840" cy="2497320"/>
            </p14:xfrm>
          </p:contentPart>
        </mc:Choice>
        <mc:Fallback xmlns="">
          <p:pic>
            <p:nvPicPr>
              <p:cNvPr id="3" name="Ink 2">
                <a:extLst>
                  <a:ext uri="{FF2B5EF4-FFF2-40B4-BE49-F238E27FC236}">
                    <a16:creationId xmlns:a16="http://schemas.microsoft.com/office/drawing/2014/main" id="{CED51F60-9E32-4B31-806C-82D0B8EE31D2}"/>
                  </a:ext>
                </a:extLst>
              </p:cNvPr>
              <p:cNvPicPr/>
              <p:nvPr/>
            </p:nvPicPr>
            <p:blipFill>
              <a:blip r:embed="rId6"/>
              <a:stretch>
                <a:fillRect/>
              </a:stretch>
            </p:blipFill>
            <p:spPr>
              <a:xfrm>
                <a:off x="3034800" y="2088360"/>
                <a:ext cx="5056560" cy="2516040"/>
              </a:xfrm>
              <a:prstGeom prst="rect">
                <a:avLst/>
              </a:prstGeom>
            </p:spPr>
          </p:pic>
        </mc:Fallback>
      </mc:AlternateContent>
    </p:spTree>
    <p:extLst>
      <p:ext uri="{BB962C8B-B14F-4D97-AF65-F5344CB8AC3E}">
        <p14:creationId xmlns:p14="http://schemas.microsoft.com/office/powerpoint/2010/main" val="10868143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85</a:t>
            </a:fld>
            <a:endParaRPr lang="en-IN"/>
          </a:p>
        </p:txBody>
      </p:sp>
      <p:pic>
        <p:nvPicPr>
          <p:cNvPr id="7" name="Picture 6">
            <a:extLst>
              <a:ext uri="{FF2B5EF4-FFF2-40B4-BE49-F238E27FC236}">
                <a16:creationId xmlns:a16="http://schemas.microsoft.com/office/drawing/2014/main" id="{CE62CCFC-EA8A-4B19-AF21-C69EB2AFAB06}"/>
              </a:ext>
            </a:extLst>
          </p:cNvPr>
          <p:cNvPicPr>
            <a:picLocks noChangeAspect="1"/>
          </p:cNvPicPr>
          <p:nvPr/>
        </p:nvPicPr>
        <p:blipFill>
          <a:blip r:embed="rId2"/>
          <a:stretch>
            <a:fillRect/>
          </a:stretch>
        </p:blipFill>
        <p:spPr>
          <a:xfrm>
            <a:off x="1509953" y="2426948"/>
            <a:ext cx="4398073" cy="3028774"/>
          </a:xfrm>
          <a:prstGeom prst="rect">
            <a:avLst/>
          </a:prstGeom>
        </p:spPr>
      </p:pic>
      <p:grpSp>
        <p:nvGrpSpPr>
          <p:cNvPr id="8" name="Group 7">
            <a:extLst>
              <a:ext uri="{FF2B5EF4-FFF2-40B4-BE49-F238E27FC236}">
                <a16:creationId xmlns:a16="http://schemas.microsoft.com/office/drawing/2014/main" id="{35BCDCA7-B4F4-473F-ACA5-6C9CD9289792}"/>
              </a:ext>
            </a:extLst>
          </p:cNvPr>
          <p:cNvGrpSpPr/>
          <p:nvPr/>
        </p:nvGrpSpPr>
        <p:grpSpPr>
          <a:xfrm>
            <a:off x="5908026" y="2294044"/>
            <a:ext cx="4745928" cy="3369306"/>
            <a:chOff x="4398072" y="2358273"/>
            <a:chExt cx="4745928" cy="3369306"/>
          </a:xfrm>
        </p:grpSpPr>
        <p:pic>
          <p:nvPicPr>
            <p:cNvPr id="9" name="Picture 8">
              <a:extLst>
                <a:ext uri="{FF2B5EF4-FFF2-40B4-BE49-F238E27FC236}">
                  <a16:creationId xmlns:a16="http://schemas.microsoft.com/office/drawing/2014/main" id="{ACE509CF-6853-4456-B974-623B3930AF3A}"/>
                </a:ext>
              </a:extLst>
            </p:cNvPr>
            <p:cNvPicPr>
              <a:picLocks noChangeAspect="1"/>
            </p:cNvPicPr>
            <p:nvPr/>
          </p:nvPicPr>
          <p:blipFill>
            <a:blip r:embed="rId3"/>
            <a:stretch>
              <a:fillRect/>
            </a:stretch>
          </p:blipFill>
          <p:spPr>
            <a:xfrm>
              <a:off x="4398072" y="2358273"/>
              <a:ext cx="4745928" cy="3159696"/>
            </a:xfrm>
            <a:prstGeom prst="rect">
              <a:avLst/>
            </a:prstGeom>
          </p:spPr>
        </p:pic>
        <p:sp>
          <p:nvSpPr>
            <p:cNvPr id="10" name="TextBox 9">
              <a:extLst>
                <a:ext uri="{FF2B5EF4-FFF2-40B4-BE49-F238E27FC236}">
                  <a16:creationId xmlns:a16="http://schemas.microsoft.com/office/drawing/2014/main" id="{77167971-E717-4AA7-B8D2-F028C8D4E0B9}"/>
                </a:ext>
              </a:extLst>
            </p:cNvPr>
            <p:cNvSpPr txBox="1"/>
            <p:nvPr/>
          </p:nvSpPr>
          <p:spPr>
            <a:xfrm>
              <a:off x="6495368" y="5358247"/>
              <a:ext cx="457200" cy="369332"/>
            </a:xfrm>
            <a:prstGeom prst="rect">
              <a:avLst/>
            </a:prstGeom>
            <a:noFill/>
          </p:spPr>
          <p:txBody>
            <a:bodyPr wrap="square" rtlCol="0">
              <a:spAutoFit/>
            </a:bodyPr>
            <a:lstStyle/>
            <a:p>
              <a:r>
                <a:rPr lang="en-US" sz="1800" dirty="0"/>
                <a:t>(c)</a:t>
              </a:r>
            </a:p>
          </p:txBody>
        </p:sp>
      </p:grpSp>
      <p:sp>
        <p:nvSpPr>
          <p:cNvPr id="11" name="TextBox 10">
            <a:extLst>
              <a:ext uri="{FF2B5EF4-FFF2-40B4-BE49-F238E27FC236}">
                <a16:creationId xmlns:a16="http://schemas.microsoft.com/office/drawing/2014/main" id="{2945C20F-8B8E-4152-AA99-6269C6E7FE76}"/>
              </a:ext>
            </a:extLst>
          </p:cNvPr>
          <p:cNvSpPr txBox="1"/>
          <p:nvPr/>
        </p:nvSpPr>
        <p:spPr>
          <a:xfrm>
            <a:off x="6081954" y="5532782"/>
            <a:ext cx="4572000" cy="646331"/>
          </a:xfrm>
          <a:prstGeom prst="rect">
            <a:avLst/>
          </a:prstGeom>
          <a:noFill/>
        </p:spPr>
        <p:txBody>
          <a:bodyPr wrap="square" rtlCol="0">
            <a:spAutoFit/>
          </a:bodyPr>
          <a:lstStyle/>
          <a:p>
            <a:pPr algn="ctr"/>
            <a:r>
              <a:rPr lang="en-US" sz="1800" b="0" i="0" u="none" strike="noStrike" baseline="0" dirty="0">
                <a:solidFill>
                  <a:srgbClr val="0F0F0F"/>
                </a:solidFill>
                <a:latin typeface="+mn-lt"/>
              </a:rPr>
              <a:t>[The minority (solid) and the majority (dashed) currents vs. distance </a:t>
            </a:r>
            <a:r>
              <a:rPr lang="en-US" sz="1800" b="0" i="0" u="none" strike="noStrike" baseline="0" dirty="0">
                <a:solidFill>
                  <a:srgbClr val="222222"/>
                </a:solidFill>
                <a:latin typeface="+mn-lt"/>
              </a:rPr>
              <a:t>in </a:t>
            </a:r>
            <a:r>
              <a:rPr lang="en-US" sz="1800" b="0" i="0" u="none" strike="noStrike" baseline="0" dirty="0">
                <a:solidFill>
                  <a:srgbClr val="0F0F0F"/>
                </a:solidFill>
                <a:latin typeface="+mn-lt"/>
              </a:rPr>
              <a:t>a </a:t>
            </a:r>
            <a:r>
              <a:rPr lang="en-US" sz="1800" b="0" i="1" u="none" strike="noStrike" baseline="0" dirty="0">
                <a:solidFill>
                  <a:srgbClr val="222222"/>
                </a:solidFill>
                <a:latin typeface="+mn-lt"/>
              </a:rPr>
              <a:t>p-n </a:t>
            </a:r>
            <a:r>
              <a:rPr lang="en-US" sz="1800" b="0" i="0" u="none" strike="noStrike" baseline="0" dirty="0">
                <a:solidFill>
                  <a:srgbClr val="0F0F0F"/>
                </a:solidFill>
                <a:latin typeface="+mn-lt"/>
              </a:rPr>
              <a:t>diode]</a:t>
            </a:r>
            <a:endParaRPr lang="en-US" dirty="0">
              <a:latin typeface="+mn-lt"/>
            </a:endParaRPr>
          </a:p>
        </p:txBody>
      </p:sp>
      <p:sp>
        <p:nvSpPr>
          <p:cNvPr id="12" name="TextBox 11">
            <a:extLst>
              <a:ext uri="{FF2B5EF4-FFF2-40B4-BE49-F238E27FC236}">
                <a16:creationId xmlns:a16="http://schemas.microsoft.com/office/drawing/2014/main" id="{DEDF40AB-DE21-44E3-88E7-E0840F5DC1B6}"/>
              </a:ext>
            </a:extLst>
          </p:cNvPr>
          <p:cNvSpPr txBox="1"/>
          <p:nvPr/>
        </p:nvSpPr>
        <p:spPr>
          <a:xfrm>
            <a:off x="1659264" y="5498970"/>
            <a:ext cx="4398072" cy="923330"/>
          </a:xfrm>
          <a:prstGeom prst="rect">
            <a:avLst/>
          </a:prstGeom>
          <a:noFill/>
        </p:spPr>
        <p:txBody>
          <a:bodyPr wrap="square" rtlCol="0">
            <a:spAutoFit/>
          </a:bodyPr>
          <a:lstStyle/>
          <a:p>
            <a:pPr algn="just"/>
            <a:r>
              <a:rPr lang="en-US" sz="1800" b="0" i="0" u="none" strike="noStrike" baseline="0" dirty="0">
                <a:solidFill>
                  <a:srgbClr val="111111"/>
                </a:solidFill>
                <a:latin typeface="+mn-lt"/>
              </a:rPr>
              <a:t>[The hole</a:t>
            </a:r>
            <a:r>
              <a:rPr lang="en-US" sz="1800" dirty="0">
                <a:solidFill>
                  <a:srgbClr val="111111"/>
                </a:solidFill>
                <a:latin typeface="+mn-lt"/>
              </a:rPr>
              <a:t> </a:t>
            </a:r>
            <a:r>
              <a:rPr lang="en-US" sz="1800" b="0" i="0" u="none" strike="noStrike" baseline="0" dirty="0">
                <a:solidFill>
                  <a:srgbClr val="111111"/>
                </a:solidFill>
                <a:latin typeface="+mn-lt"/>
              </a:rPr>
              <a:t>and electron-current diffusion components vs. distance in a </a:t>
            </a:r>
            <a:r>
              <a:rPr lang="en-US" sz="1800" i="1" dirty="0">
                <a:solidFill>
                  <a:srgbClr val="111111"/>
                </a:solidFill>
                <a:latin typeface="+mn-lt"/>
              </a:rPr>
              <a:t>p</a:t>
            </a:r>
            <a:r>
              <a:rPr lang="en-US" sz="1800" b="0" i="1" u="none" strike="noStrike" baseline="0" dirty="0">
                <a:solidFill>
                  <a:srgbClr val="111111"/>
                </a:solidFill>
                <a:latin typeface="+mn-lt"/>
              </a:rPr>
              <a:t>-n </a:t>
            </a:r>
            <a:r>
              <a:rPr lang="en-US" sz="1800" b="0" i="0" u="none" strike="noStrike" baseline="0" dirty="0">
                <a:solidFill>
                  <a:srgbClr val="111111"/>
                </a:solidFill>
                <a:latin typeface="+mn-lt"/>
              </a:rPr>
              <a:t>junction diode</a:t>
            </a:r>
            <a:r>
              <a:rPr lang="en-US" sz="1800" dirty="0">
                <a:solidFill>
                  <a:srgbClr val="111111"/>
                </a:solidFill>
                <a:latin typeface="+mn-lt"/>
              </a:rPr>
              <a:t>]</a:t>
            </a:r>
            <a:endParaRPr lang="en-US" dirty="0">
              <a:latin typeface="+mn-lt"/>
            </a:endParaRPr>
          </a:p>
        </p:txBody>
      </p:sp>
      <p:grpSp>
        <p:nvGrpSpPr>
          <p:cNvPr id="13" name="Group 12">
            <a:extLst>
              <a:ext uri="{FF2B5EF4-FFF2-40B4-BE49-F238E27FC236}">
                <a16:creationId xmlns:a16="http://schemas.microsoft.com/office/drawing/2014/main" id="{F0C31997-DF73-458B-9325-31375DC15669}"/>
              </a:ext>
            </a:extLst>
          </p:cNvPr>
          <p:cNvGrpSpPr/>
          <p:nvPr/>
        </p:nvGrpSpPr>
        <p:grpSpPr>
          <a:xfrm>
            <a:off x="3890522" y="979148"/>
            <a:ext cx="4572000" cy="1463934"/>
            <a:chOff x="2362200" y="1200387"/>
            <a:chExt cx="5476258" cy="1847613"/>
          </a:xfrm>
        </p:grpSpPr>
        <p:pic>
          <p:nvPicPr>
            <p:cNvPr id="14" name="Picture 13">
              <a:extLst>
                <a:ext uri="{FF2B5EF4-FFF2-40B4-BE49-F238E27FC236}">
                  <a16:creationId xmlns:a16="http://schemas.microsoft.com/office/drawing/2014/main" id="{B8030237-7B50-45ED-A3DD-1224C8927DCA}"/>
                </a:ext>
              </a:extLst>
            </p:cNvPr>
            <p:cNvPicPr>
              <a:picLocks noChangeAspect="1"/>
            </p:cNvPicPr>
            <p:nvPr/>
          </p:nvPicPr>
          <p:blipFill>
            <a:blip r:embed="rId4"/>
            <a:stretch>
              <a:fillRect/>
            </a:stretch>
          </p:blipFill>
          <p:spPr>
            <a:xfrm>
              <a:off x="2362200" y="1200387"/>
              <a:ext cx="5476258" cy="1847613"/>
            </a:xfrm>
            <a:prstGeom prst="rect">
              <a:avLst/>
            </a:prstGeom>
          </p:spPr>
        </p:pic>
        <p:cxnSp>
          <p:nvCxnSpPr>
            <p:cNvPr id="15" name="Straight Connector 14">
              <a:extLst>
                <a:ext uri="{FF2B5EF4-FFF2-40B4-BE49-F238E27FC236}">
                  <a16:creationId xmlns:a16="http://schemas.microsoft.com/office/drawing/2014/main" id="{F32DD533-445C-4E94-AC6F-9A7AFE4140BE}"/>
                </a:ext>
              </a:extLst>
            </p:cNvPr>
            <p:cNvCxnSpPr>
              <a:cxnSpLocks/>
            </p:cNvCxnSpPr>
            <p:nvPr/>
          </p:nvCxnSpPr>
          <p:spPr bwMode="auto">
            <a:xfrm>
              <a:off x="2743200" y="2057400"/>
              <a:ext cx="464978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E1C81A8A-0D13-4A9C-BC65-7F51D826469D}"/>
                </a:ext>
              </a:extLst>
            </p:cNvPr>
            <p:cNvCxnSpPr>
              <a:cxnSpLocks/>
            </p:cNvCxnSpPr>
            <p:nvPr/>
          </p:nvCxnSpPr>
          <p:spPr bwMode="auto">
            <a:xfrm>
              <a:off x="2743200" y="2667000"/>
              <a:ext cx="464978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sp>
        <p:nvSpPr>
          <p:cNvPr id="17" name="TextBox 16">
            <a:extLst>
              <a:ext uri="{FF2B5EF4-FFF2-40B4-BE49-F238E27FC236}">
                <a16:creationId xmlns:a16="http://schemas.microsoft.com/office/drawing/2014/main" id="{F9746028-3C7A-49C7-A188-44396FAF8FD3}"/>
              </a:ext>
            </a:extLst>
          </p:cNvPr>
          <p:cNvSpPr txBox="1"/>
          <p:nvPr/>
        </p:nvSpPr>
        <p:spPr>
          <a:xfrm>
            <a:off x="5458500" y="6072078"/>
            <a:ext cx="1197672" cy="369332"/>
          </a:xfrm>
          <a:prstGeom prst="rect">
            <a:avLst/>
          </a:prstGeom>
          <a:noFill/>
        </p:spPr>
        <p:txBody>
          <a:bodyPr wrap="square" rtlCol="0">
            <a:spAutoFit/>
          </a:bodyPr>
          <a:lstStyle/>
          <a:p>
            <a:r>
              <a:rPr lang="en-US" sz="1800" dirty="0"/>
              <a:t>[Fig.1.2.8]</a:t>
            </a:r>
          </a:p>
        </p:txBody>
      </p:sp>
      <p:sp>
        <p:nvSpPr>
          <p:cNvPr id="18" name="Rectangle 17">
            <a:extLst>
              <a:ext uri="{FF2B5EF4-FFF2-40B4-BE49-F238E27FC236}">
                <a16:creationId xmlns:a16="http://schemas.microsoft.com/office/drawing/2014/main" id="{CA849CC3-7DD5-4E26-A33F-096D7464F4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D8274E53-4331-46FC-B0FF-D115A6208A7D}"/>
                  </a:ext>
                </a:extLst>
              </p14:cNvPr>
              <p14:cNvContentPartPr/>
              <p14:nvPr/>
            </p14:nvContentPartPr>
            <p14:xfrm>
              <a:off x="5834520" y="1685880"/>
              <a:ext cx="1865520" cy="358200"/>
            </p14:xfrm>
          </p:contentPart>
        </mc:Choice>
        <mc:Fallback xmlns="">
          <p:pic>
            <p:nvPicPr>
              <p:cNvPr id="2" name="Ink 1">
                <a:extLst>
                  <a:ext uri="{FF2B5EF4-FFF2-40B4-BE49-F238E27FC236}">
                    <a16:creationId xmlns:a16="http://schemas.microsoft.com/office/drawing/2014/main" id="{D8274E53-4331-46FC-B0FF-D115A6208A7D}"/>
                  </a:ext>
                </a:extLst>
              </p:cNvPr>
              <p:cNvPicPr/>
              <p:nvPr/>
            </p:nvPicPr>
            <p:blipFill>
              <a:blip r:embed="rId6"/>
              <a:stretch>
                <a:fillRect/>
              </a:stretch>
            </p:blipFill>
            <p:spPr>
              <a:xfrm>
                <a:off x="5825160" y="1676520"/>
                <a:ext cx="188424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46BFF841-2AB2-43FF-A192-DB199C4A0859}"/>
                  </a:ext>
                </a:extLst>
              </p14:cNvPr>
              <p14:cNvContentPartPr/>
              <p14:nvPr/>
            </p14:nvContentPartPr>
            <p14:xfrm>
              <a:off x="527040" y="1468080"/>
              <a:ext cx="10795680" cy="4698000"/>
            </p14:xfrm>
          </p:contentPart>
        </mc:Choice>
        <mc:Fallback xmlns="">
          <p:pic>
            <p:nvPicPr>
              <p:cNvPr id="3" name="Ink 2">
                <a:extLst>
                  <a:ext uri="{FF2B5EF4-FFF2-40B4-BE49-F238E27FC236}">
                    <a16:creationId xmlns:a16="http://schemas.microsoft.com/office/drawing/2014/main" id="{46BFF841-2AB2-43FF-A192-DB199C4A0859}"/>
                  </a:ext>
                </a:extLst>
              </p:cNvPr>
              <p:cNvPicPr/>
              <p:nvPr/>
            </p:nvPicPr>
            <p:blipFill>
              <a:blip r:embed="rId8"/>
              <a:stretch>
                <a:fillRect/>
              </a:stretch>
            </p:blipFill>
            <p:spPr>
              <a:xfrm>
                <a:off x="517680" y="1458720"/>
                <a:ext cx="10814400" cy="4716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7CD73A3B-8829-49C2-826C-3BE5A7418EAC}"/>
                  </a:ext>
                </a:extLst>
              </p14:cNvPr>
              <p14:cNvContentPartPr/>
              <p14:nvPr/>
            </p14:nvContentPartPr>
            <p14:xfrm>
              <a:off x="1233720" y="2107440"/>
              <a:ext cx="8893080" cy="2954160"/>
            </p14:xfrm>
          </p:contentPart>
        </mc:Choice>
        <mc:Fallback xmlns="">
          <p:pic>
            <p:nvPicPr>
              <p:cNvPr id="19" name="Ink 18">
                <a:extLst>
                  <a:ext uri="{FF2B5EF4-FFF2-40B4-BE49-F238E27FC236}">
                    <a16:creationId xmlns:a16="http://schemas.microsoft.com/office/drawing/2014/main" id="{7CD73A3B-8829-49C2-826C-3BE5A7418EAC}"/>
                  </a:ext>
                </a:extLst>
              </p:cNvPr>
              <p:cNvPicPr/>
              <p:nvPr/>
            </p:nvPicPr>
            <p:blipFill>
              <a:blip r:embed="rId10"/>
              <a:stretch>
                <a:fillRect/>
              </a:stretch>
            </p:blipFill>
            <p:spPr>
              <a:xfrm>
                <a:off x="1224360" y="2098080"/>
                <a:ext cx="8911800" cy="2972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BBD9086D-65D1-4383-9EBD-9ED8A8C63486}"/>
                  </a:ext>
                </a:extLst>
              </p14:cNvPr>
              <p14:cNvContentPartPr/>
              <p14:nvPr/>
            </p14:nvContentPartPr>
            <p14:xfrm>
              <a:off x="573480" y="1630080"/>
              <a:ext cx="1648800" cy="1936800"/>
            </p14:xfrm>
          </p:contentPart>
        </mc:Choice>
        <mc:Fallback xmlns="">
          <p:pic>
            <p:nvPicPr>
              <p:cNvPr id="20" name="Ink 19">
                <a:extLst>
                  <a:ext uri="{FF2B5EF4-FFF2-40B4-BE49-F238E27FC236}">
                    <a16:creationId xmlns:a16="http://schemas.microsoft.com/office/drawing/2014/main" id="{BBD9086D-65D1-4383-9EBD-9ED8A8C63486}"/>
                  </a:ext>
                </a:extLst>
              </p:cNvPr>
              <p:cNvPicPr/>
              <p:nvPr/>
            </p:nvPicPr>
            <p:blipFill>
              <a:blip r:embed="rId12"/>
              <a:stretch>
                <a:fillRect/>
              </a:stretch>
            </p:blipFill>
            <p:spPr>
              <a:xfrm>
                <a:off x="564120" y="1620720"/>
                <a:ext cx="1667520" cy="1955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601C5DCE-6DF4-49B2-B7CB-2B62490C5335}"/>
                  </a:ext>
                </a:extLst>
              </p14:cNvPr>
              <p14:cNvContentPartPr/>
              <p14:nvPr/>
            </p14:nvContentPartPr>
            <p14:xfrm>
              <a:off x="1974960" y="2801160"/>
              <a:ext cx="7380720" cy="3239640"/>
            </p14:xfrm>
          </p:contentPart>
        </mc:Choice>
        <mc:Fallback xmlns="">
          <p:pic>
            <p:nvPicPr>
              <p:cNvPr id="21" name="Ink 20">
                <a:extLst>
                  <a:ext uri="{FF2B5EF4-FFF2-40B4-BE49-F238E27FC236}">
                    <a16:creationId xmlns:a16="http://schemas.microsoft.com/office/drawing/2014/main" id="{601C5DCE-6DF4-49B2-B7CB-2B62490C5335}"/>
                  </a:ext>
                </a:extLst>
              </p:cNvPr>
              <p:cNvPicPr/>
              <p:nvPr/>
            </p:nvPicPr>
            <p:blipFill>
              <a:blip r:embed="rId14"/>
              <a:stretch>
                <a:fillRect/>
              </a:stretch>
            </p:blipFill>
            <p:spPr>
              <a:xfrm>
                <a:off x="1965600" y="2791800"/>
                <a:ext cx="7399440" cy="3258360"/>
              </a:xfrm>
              <a:prstGeom prst="rect">
                <a:avLst/>
              </a:prstGeom>
            </p:spPr>
          </p:pic>
        </mc:Fallback>
      </mc:AlternateContent>
    </p:spTree>
    <p:extLst>
      <p:ext uri="{BB962C8B-B14F-4D97-AF65-F5344CB8AC3E}">
        <p14:creationId xmlns:p14="http://schemas.microsoft.com/office/powerpoint/2010/main" val="38375963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86</a:t>
            </a:fld>
            <a:endParaRPr lang="en-IN"/>
          </a:p>
        </p:txBody>
      </p:sp>
      <p:sp>
        <p:nvSpPr>
          <p:cNvPr id="7" name="Rectangle 6">
            <a:extLst>
              <a:ext uri="{FF2B5EF4-FFF2-40B4-BE49-F238E27FC236}">
                <a16:creationId xmlns:a16="http://schemas.microsoft.com/office/drawing/2014/main" id="{D797C7B5-C83C-4AAE-9B2E-C3596F2E82C5}"/>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ACD9B19-6976-4E80-99A0-5ED5FE7C9EEA}"/>
                  </a:ext>
                </a:extLst>
              </p14:cNvPr>
              <p14:cNvContentPartPr/>
              <p14:nvPr/>
            </p14:nvContentPartPr>
            <p14:xfrm>
              <a:off x="1126080" y="887760"/>
              <a:ext cx="11026800" cy="4745880"/>
            </p14:xfrm>
          </p:contentPart>
        </mc:Choice>
        <mc:Fallback xmlns="">
          <p:pic>
            <p:nvPicPr>
              <p:cNvPr id="2" name="Ink 1">
                <a:extLst>
                  <a:ext uri="{FF2B5EF4-FFF2-40B4-BE49-F238E27FC236}">
                    <a16:creationId xmlns:a16="http://schemas.microsoft.com/office/drawing/2014/main" id="{0ACD9B19-6976-4E80-99A0-5ED5FE7C9EEA}"/>
                  </a:ext>
                </a:extLst>
              </p:cNvPr>
              <p:cNvPicPr/>
              <p:nvPr/>
            </p:nvPicPr>
            <p:blipFill>
              <a:blip r:embed="rId3"/>
              <a:stretch>
                <a:fillRect/>
              </a:stretch>
            </p:blipFill>
            <p:spPr>
              <a:xfrm>
                <a:off x="1116720" y="878400"/>
                <a:ext cx="11045520" cy="4764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5409FC1-93AD-4BF8-AD82-07DE14BEBBA2}"/>
                  </a:ext>
                </a:extLst>
              </p14:cNvPr>
              <p14:cNvContentPartPr/>
              <p14:nvPr/>
            </p14:nvContentPartPr>
            <p14:xfrm>
              <a:off x="2961720" y="1318680"/>
              <a:ext cx="8778600" cy="4206600"/>
            </p14:xfrm>
          </p:contentPart>
        </mc:Choice>
        <mc:Fallback xmlns="">
          <p:pic>
            <p:nvPicPr>
              <p:cNvPr id="3" name="Ink 2">
                <a:extLst>
                  <a:ext uri="{FF2B5EF4-FFF2-40B4-BE49-F238E27FC236}">
                    <a16:creationId xmlns:a16="http://schemas.microsoft.com/office/drawing/2014/main" id="{65409FC1-93AD-4BF8-AD82-07DE14BEBBA2}"/>
                  </a:ext>
                </a:extLst>
              </p:cNvPr>
              <p:cNvPicPr/>
              <p:nvPr/>
            </p:nvPicPr>
            <p:blipFill>
              <a:blip r:embed="rId5"/>
              <a:stretch>
                <a:fillRect/>
              </a:stretch>
            </p:blipFill>
            <p:spPr>
              <a:xfrm>
                <a:off x="2952360" y="1309320"/>
                <a:ext cx="8797320" cy="4225320"/>
              </a:xfrm>
              <a:prstGeom prst="rect">
                <a:avLst/>
              </a:prstGeom>
            </p:spPr>
          </p:pic>
        </mc:Fallback>
      </mc:AlternateContent>
    </p:spTree>
    <p:extLst>
      <p:ext uri="{BB962C8B-B14F-4D97-AF65-F5344CB8AC3E}">
        <p14:creationId xmlns:p14="http://schemas.microsoft.com/office/powerpoint/2010/main" val="3352927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87</a:t>
            </a:fld>
            <a:endParaRPr lang="en-IN"/>
          </a:p>
        </p:txBody>
      </p:sp>
      <p:sp>
        <p:nvSpPr>
          <p:cNvPr id="7" name="Rectangle 6">
            <a:extLst>
              <a:ext uri="{FF2B5EF4-FFF2-40B4-BE49-F238E27FC236}">
                <a16:creationId xmlns:a16="http://schemas.microsoft.com/office/drawing/2014/main" id="{23DDF8B5-5D21-4C71-A221-F246FCAAADEC}"/>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3CE9BB2-FB81-41F6-9437-CAEE728A2576}"/>
                  </a:ext>
                </a:extLst>
              </p14:cNvPr>
              <p14:cNvContentPartPr/>
              <p14:nvPr/>
            </p14:nvContentPartPr>
            <p14:xfrm>
              <a:off x="47880" y="1038600"/>
              <a:ext cx="10264680" cy="5502960"/>
            </p14:xfrm>
          </p:contentPart>
        </mc:Choice>
        <mc:Fallback xmlns="">
          <p:pic>
            <p:nvPicPr>
              <p:cNvPr id="2" name="Ink 1">
                <a:extLst>
                  <a:ext uri="{FF2B5EF4-FFF2-40B4-BE49-F238E27FC236}">
                    <a16:creationId xmlns:a16="http://schemas.microsoft.com/office/drawing/2014/main" id="{D3CE9BB2-FB81-41F6-9437-CAEE728A2576}"/>
                  </a:ext>
                </a:extLst>
              </p:cNvPr>
              <p:cNvPicPr/>
              <p:nvPr/>
            </p:nvPicPr>
            <p:blipFill>
              <a:blip r:embed="rId3"/>
              <a:stretch>
                <a:fillRect/>
              </a:stretch>
            </p:blipFill>
            <p:spPr>
              <a:xfrm>
                <a:off x="38520" y="1029240"/>
                <a:ext cx="10283400" cy="5521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B3677DC-BC7C-4A80-A88B-570AC2DCD85C}"/>
                  </a:ext>
                </a:extLst>
              </p14:cNvPr>
              <p14:cNvContentPartPr/>
              <p14:nvPr/>
            </p14:nvContentPartPr>
            <p14:xfrm>
              <a:off x="1440000" y="2689200"/>
              <a:ext cx="10282320" cy="3605760"/>
            </p14:xfrm>
          </p:contentPart>
        </mc:Choice>
        <mc:Fallback xmlns="">
          <p:pic>
            <p:nvPicPr>
              <p:cNvPr id="3" name="Ink 2">
                <a:extLst>
                  <a:ext uri="{FF2B5EF4-FFF2-40B4-BE49-F238E27FC236}">
                    <a16:creationId xmlns:a16="http://schemas.microsoft.com/office/drawing/2014/main" id="{FB3677DC-BC7C-4A80-A88B-570AC2DCD85C}"/>
                  </a:ext>
                </a:extLst>
              </p:cNvPr>
              <p:cNvPicPr/>
              <p:nvPr/>
            </p:nvPicPr>
            <p:blipFill>
              <a:blip r:embed="rId5"/>
              <a:stretch>
                <a:fillRect/>
              </a:stretch>
            </p:blipFill>
            <p:spPr>
              <a:xfrm>
                <a:off x="1430640" y="2679840"/>
                <a:ext cx="10301040" cy="3624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0E62A3E1-1358-47AA-8099-4553D7DC64E1}"/>
                  </a:ext>
                </a:extLst>
              </p14:cNvPr>
              <p14:cNvContentPartPr/>
              <p14:nvPr/>
            </p14:nvContentPartPr>
            <p14:xfrm>
              <a:off x="3480480" y="4032360"/>
              <a:ext cx="128160" cy="730080"/>
            </p14:xfrm>
          </p:contentPart>
        </mc:Choice>
        <mc:Fallback xmlns="">
          <p:pic>
            <p:nvPicPr>
              <p:cNvPr id="8" name="Ink 7">
                <a:extLst>
                  <a:ext uri="{FF2B5EF4-FFF2-40B4-BE49-F238E27FC236}">
                    <a16:creationId xmlns:a16="http://schemas.microsoft.com/office/drawing/2014/main" id="{0E62A3E1-1358-47AA-8099-4553D7DC64E1}"/>
                  </a:ext>
                </a:extLst>
              </p:cNvPr>
              <p:cNvPicPr/>
              <p:nvPr/>
            </p:nvPicPr>
            <p:blipFill>
              <a:blip r:embed="rId7"/>
              <a:stretch>
                <a:fillRect/>
              </a:stretch>
            </p:blipFill>
            <p:spPr>
              <a:xfrm>
                <a:off x="3471120" y="4023000"/>
                <a:ext cx="146880" cy="748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1FD61EF9-CBDB-415F-BBFE-90616AAA35B6}"/>
                  </a:ext>
                </a:extLst>
              </p14:cNvPr>
              <p14:cNvContentPartPr/>
              <p14:nvPr/>
            </p14:nvContentPartPr>
            <p14:xfrm>
              <a:off x="1083600" y="2780640"/>
              <a:ext cx="10978920" cy="3855600"/>
            </p14:xfrm>
          </p:contentPart>
        </mc:Choice>
        <mc:Fallback xmlns="">
          <p:pic>
            <p:nvPicPr>
              <p:cNvPr id="9" name="Ink 8">
                <a:extLst>
                  <a:ext uri="{FF2B5EF4-FFF2-40B4-BE49-F238E27FC236}">
                    <a16:creationId xmlns:a16="http://schemas.microsoft.com/office/drawing/2014/main" id="{1FD61EF9-CBDB-415F-BBFE-90616AAA35B6}"/>
                  </a:ext>
                </a:extLst>
              </p:cNvPr>
              <p:cNvPicPr/>
              <p:nvPr/>
            </p:nvPicPr>
            <p:blipFill>
              <a:blip r:embed="rId9"/>
              <a:stretch>
                <a:fillRect/>
              </a:stretch>
            </p:blipFill>
            <p:spPr>
              <a:xfrm>
                <a:off x="1074240" y="2771280"/>
                <a:ext cx="10997640" cy="3874320"/>
              </a:xfrm>
              <a:prstGeom prst="rect">
                <a:avLst/>
              </a:prstGeom>
            </p:spPr>
          </p:pic>
        </mc:Fallback>
      </mc:AlternateContent>
    </p:spTree>
    <p:extLst>
      <p:ext uri="{BB962C8B-B14F-4D97-AF65-F5344CB8AC3E}">
        <p14:creationId xmlns:p14="http://schemas.microsoft.com/office/powerpoint/2010/main" val="12734250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a:xfrm>
            <a:off x="689344" y="5516378"/>
            <a:ext cx="2743200" cy="365125"/>
          </a:xfrm>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a:xfrm>
            <a:off x="3889744" y="5516378"/>
            <a:ext cx="4114800" cy="365125"/>
          </a:xfrm>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a:xfrm>
            <a:off x="8461744" y="5516378"/>
            <a:ext cx="2743200" cy="365125"/>
          </a:xfrm>
        </p:spPr>
        <p:txBody>
          <a:bodyPr/>
          <a:lstStyle/>
          <a:p>
            <a:fld id="{780713B5-9296-425E-8DDC-5B86ACA00944}" type="slidenum">
              <a:rPr lang="en-IN" smtClean="0"/>
              <a:pPr/>
              <a:t>88</a:t>
            </a:fld>
            <a:endParaRPr lang="en-IN"/>
          </a:p>
        </p:txBody>
      </p:sp>
      <p:grpSp>
        <p:nvGrpSpPr>
          <p:cNvPr id="9" name="object 3">
            <a:extLst>
              <a:ext uri="{FF2B5EF4-FFF2-40B4-BE49-F238E27FC236}">
                <a16:creationId xmlns:a16="http://schemas.microsoft.com/office/drawing/2014/main" id="{DFEF8480-5474-4D92-94AE-1522A0B22B7D}"/>
              </a:ext>
            </a:extLst>
          </p:cNvPr>
          <p:cNvGrpSpPr/>
          <p:nvPr/>
        </p:nvGrpSpPr>
        <p:grpSpPr>
          <a:xfrm>
            <a:off x="4116841" y="813996"/>
            <a:ext cx="3232785" cy="5664200"/>
            <a:chOff x="2872832" y="571461"/>
            <a:chExt cx="3232785" cy="5664200"/>
          </a:xfrm>
        </p:grpSpPr>
        <p:sp>
          <p:nvSpPr>
            <p:cNvPr id="10" name="object 4">
              <a:extLst>
                <a:ext uri="{FF2B5EF4-FFF2-40B4-BE49-F238E27FC236}">
                  <a16:creationId xmlns:a16="http://schemas.microsoft.com/office/drawing/2014/main" id="{1D87B800-3EB9-491D-938F-F6CE3CC3E9B8}"/>
                </a:ext>
              </a:extLst>
            </p:cNvPr>
            <p:cNvSpPr/>
            <p:nvPr/>
          </p:nvSpPr>
          <p:spPr>
            <a:xfrm>
              <a:off x="2872832" y="571461"/>
              <a:ext cx="3232692" cy="5663922"/>
            </a:xfrm>
            <a:prstGeom prst="rect">
              <a:avLst/>
            </a:prstGeom>
            <a:blipFill>
              <a:blip r:embed="rId2" cstate="print"/>
              <a:stretch>
                <a:fillRect/>
              </a:stretch>
            </a:blipFill>
          </p:spPr>
          <p:txBody>
            <a:bodyPr wrap="square" lIns="0" tIns="0" rIns="0" bIns="0" rtlCol="0"/>
            <a:lstStyle/>
            <a:p>
              <a:endParaRPr/>
            </a:p>
          </p:txBody>
        </p:sp>
        <p:sp>
          <p:nvSpPr>
            <p:cNvPr id="11" name="object 5">
              <a:extLst>
                <a:ext uri="{FF2B5EF4-FFF2-40B4-BE49-F238E27FC236}">
                  <a16:creationId xmlns:a16="http://schemas.microsoft.com/office/drawing/2014/main" id="{F29C0190-665D-467E-9158-EA3EE785131B}"/>
                </a:ext>
              </a:extLst>
            </p:cNvPr>
            <p:cNvSpPr/>
            <p:nvPr/>
          </p:nvSpPr>
          <p:spPr>
            <a:xfrm>
              <a:off x="3114675" y="1362107"/>
              <a:ext cx="2609850" cy="1895475"/>
            </a:xfrm>
            <a:custGeom>
              <a:avLst/>
              <a:gdLst/>
              <a:ahLst/>
              <a:cxnLst/>
              <a:rect l="l" t="t" r="r" b="b"/>
              <a:pathLst>
                <a:path w="2609850" h="1895475">
                  <a:moveTo>
                    <a:pt x="0" y="504792"/>
                  </a:moveTo>
                  <a:lnTo>
                    <a:pt x="55956" y="500050"/>
                  </a:lnTo>
                  <a:lnTo>
                    <a:pt x="111767" y="495434"/>
                  </a:lnTo>
                  <a:lnTo>
                    <a:pt x="167280" y="491067"/>
                  </a:lnTo>
                  <a:lnTo>
                    <a:pt x="222347" y="487075"/>
                  </a:lnTo>
                  <a:lnTo>
                    <a:pt x="276817" y="483583"/>
                  </a:lnTo>
                  <a:lnTo>
                    <a:pt x="330540" y="480716"/>
                  </a:lnTo>
                  <a:lnTo>
                    <a:pt x="383365" y="478598"/>
                  </a:lnTo>
                  <a:lnTo>
                    <a:pt x="435142" y="477356"/>
                  </a:lnTo>
                  <a:lnTo>
                    <a:pt x="485722" y="477113"/>
                  </a:lnTo>
                  <a:lnTo>
                    <a:pt x="534953" y="477994"/>
                  </a:lnTo>
                  <a:lnTo>
                    <a:pt x="582685" y="480126"/>
                  </a:lnTo>
                  <a:lnTo>
                    <a:pt x="628769" y="483631"/>
                  </a:lnTo>
                  <a:lnTo>
                    <a:pt x="673055" y="488637"/>
                  </a:lnTo>
                  <a:lnTo>
                    <a:pt x="715390" y="495267"/>
                  </a:lnTo>
                  <a:lnTo>
                    <a:pt x="761909" y="502456"/>
                  </a:lnTo>
                  <a:lnTo>
                    <a:pt x="805338" y="507411"/>
                  </a:lnTo>
                  <a:lnTo>
                    <a:pt x="846072" y="511406"/>
                  </a:lnTo>
                  <a:lnTo>
                    <a:pt x="884507" y="515714"/>
                  </a:lnTo>
                  <a:lnTo>
                    <a:pt x="956071" y="530367"/>
                  </a:lnTo>
                  <a:lnTo>
                    <a:pt x="1023201" y="561561"/>
                  </a:lnTo>
                  <a:lnTo>
                    <a:pt x="1056094" y="586546"/>
                  </a:lnTo>
                  <a:lnTo>
                    <a:pt x="1089067" y="619489"/>
                  </a:lnTo>
                  <a:lnTo>
                    <a:pt x="1122518" y="661663"/>
                  </a:lnTo>
                  <a:lnTo>
                    <a:pt x="1156842" y="714342"/>
                  </a:lnTo>
                  <a:lnTo>
                    <a:pt x="1190098" y="774831"/>
                  </a:lnTo>
                  <a:lnTo>
                    <a:pt x="1222955" y="843822"/>
                  </a:lnTo>
                  <a:lnTo>
                    <a:pt x="1239244" y="881275"/>
                  </a:lnTo>
                  <a:lnTo>
                    <a:pt x="1255447" y="920575"/>
                  </a:lnTo>
                  <a:lnTo>
                    <a:pt x="1271567" y="961632"/>
                  </a:lnTo>
                  <a:lnTo>
                    <a:pt x="1287609" y="1004351"/>
                  </a:lnTo>
                  <a:lnTo>
                    <a:pt x="1303577" y="1048641"/>
                  </a:lnTo>
                  <a:lnTo>
                    <a:pt x="1319476" y="1094409"/>
                  </a:lnTo>
                  <a:lnTo>
                    <a:pt x="1335309" y="1141563"/>
                  </a:lnTo>
                  <a:lnTo>
                    <a:pt x="1351082" y="1190011"/>
                  </a:lnTo>
                  <a:lnTo>
                    <a:pt x="1366799" y="1239659"/>
                  </a:lnTo>
                  <a:lnTo>
                    <a:pt x="1382463" y="1290415"/>
                  </a:lnTo>
                  <a:lnTo>
                    <a:pt x="1398080" y="1342187"/>
                  </a:lnTo>
                  <a:lnTo>
                    <a:pt x="1413653" y="1394883"/>
                  </a:lnTo>
                  <a:lnTo>
                    <a:pt x="1429187" y="1448410"/>
                  </a:lnTo>
                  <a:lnTo>
                    <a:pt x="1444686" y="1502675"/>
                  </a:lnTo>
                  <a:lnTo>
                    <a:pt x="1460155" y="1557586"/>
                  </a:lnTo>
                  <a:lnTo>
                    <a:pt x="1475598" y="1613051"/>
                  </a:lnTo>
                  <a:lnTo>
                    <a:pt x="1491020" y="1668977"/>
                  </a:lnTo>
                  <a:lnTo>
                    <a:pt x="1506423" y="1725271"/>
                  </a:lnTo>
                  <a:lnTo>
                    <a:pt x="1521814" y="1781842"/>
                  </a:lnTo>
                  <a:lnTo>
                    <a:pt x="1537197" y="1838596"/>
                  </a:lnTo>
                  <a:lnTo>
                    <a:pt x="1552575" y="1895442"/>
                  </a:lnTo>
                </a:path>
                <a:path w="2609850" h="1895475">
                  <a:moveTo>
                    <a:pt x="2609850" y="16477"/>
                  </a:moveTo>
                  <a:lnTo>
                    <a:pt x="2555692" y="13844"/>
                  </a:lnTo>
                  <a:lnTo>
                    <a:pt x="2501661" y="11269"/>
                  </a:lnTo>
                  <a:lnTo>
                    <a:pt x="2447883" y="8812"/>
                  </a:lnTo>
                  <a:lnTo>
                    <a:pt x="2394483" y="6536"/>
                  </a:lnTo>
                  <a:lnTo>
                    <a:pt x="2341588" y="4501"/>
                  </a:lnTo>
                  <a:lnTo>
                    <a:pt x="2289324" y="2769"/>
                  </a:lnTo>
                  <a:lnTo>
                    <a:pt x="2237817" y="1401"/>
                  </a:lnTo>
                  <a:lnTo>
                    <a:pt x="2187194" y="457"/>
                  </a:lnTo>
                  <a:lnTo>
                    <a:pt x="2137580" y="0"/>
                  </a:lnTo>
                  <a:lnTo>
                    <a:pt x="2089102" y="89"/>
                  </a:lnTo>
                  <a:lnTo>
                    <a:pt x="2041887" y="788"/>
                  </a:lnTo>
                  <a:lnTo>
                    <a:pt x="1996060" y="2155"/>
                  </a:lnTo>
                  <a:lnTo>
                    <a:pt x="1951747" y="4254"/>
                  </a:lnTo>
                  <a:lnTo>
                    <a:pt x="1909075" y="7145"/>
                  </a:lnTo>
                  <a:lnTo>
                    <a:pt x="1868170" y="10889"/>
                  </a:lnTo>
                  <a:lnTo>
                    <a:pt x="1810684" y="15848"/>
                  </a:lnTo>
                  <a:lnTo>
                    <a:pt x="1757694" y="19105"/>
                  </a:lnTo>
                  <a:lnTo>
                    <a:pt x="1708489" y="21977"/>
                  </a:lnTo>
                  <a:lnTo>
                    <a:pt x="1662360" y="25779"/>
                  </a:lnTo>
                  <a:lnTo>
                    <a:pt x="1618599" y="31828"/>
                  </a:lnTo>
                  <a:lnTo>
                    <a:pt x="1576494" y="41439"/>
                  </a:lnTo>
                  <a:lnTo>
                    <a:pt x="1535338" y="55928"/>
                  </a:lnTo>
                  <a:lnTo>
                    <a:pt x="1494420" y="76612"/>
                  </a:lnTo>
                  <a:lnTo>
                    <a:pt x="1453031" y="104806"/>
                  </a:lnTo>
                  <a:lnTo>
                    <a:pt x="1410462" y="141826"/>
                  </a:lnTo>
                  <a:lnTo>
                    <a:pt x="1383475" y="169622"/>
                  </a:lnTo>
                  <a:lnTo>
                    <a:pt x="1356747" y="200576"/>
                  </a:lnTo>
                  <a:lnTo>
                    <a:pt x="1330262" y="234479"/>
                  </a:lnTo>
                  <a:lnTo>
                    <a:pt x="1304002" y="271120"/>
                  </a:lnTo>
                  <a:lnTo>
                    <a:pt x="1277949" y="310288"/>
                  </a:lnTo>
                  <a:lnTo>
                    <a:pt x="1252087" y="351772"/>
                  </a:lnTo>
                  <a:lnTo>
                    <a:pt x="1226397" y="395362"/>
                  </a:lnTo>
                  <a:lnTo>
                    <a:pt x="1200864" y="440847"/>
                  </a:lnTo>
                  <a:lnTo>
                    <a:pt x="1175469" y="488018"/>
                  </a:lnTo>
                  <a:lnTo>
                    <a:pt x="1150195" y="536662"/>
                  </a:lnTo>
                  <a:lnTo>
                    <a:pt x="1125024" y="586570"/>
                  </a:lnTo>
                  <a:lnTo>
                    <a:pt x="1099941" y="637531"/>
                  </a:lnTo>
                  <a:lnTo>
                    <a:pt x="1074926" y="689334"/>
                  </a:lnTo>
                  <a:lnTo>
                    <a:pt x="1049963" y="741769"/>
                  </a:lnTo>
                  <a:lnTo>
                    <a:pt x="1025035" y="794625"/>
                  </a:lnTo>
                  <a:lnTo>
                    <a:pt x="1000125" y="847692"/>
                  </a:lnTo>
                </a:path>
              </a:pathLst>
            </a:custGeom>
            <a:ln w="25400">
              <a:solidFill>
                <a:srgbClr val="000000"/>
              </a:solidFill>
            </a:ln>
          </p:spPr>
          <p:txBody>
            <a:bodyPr wrap="square" lIns="0" tIns="0" rIns="0" bIns="0" rtlCol="0"/>
            <a:lstStyle/>
            <a:p>
              <a:endParaRPr/>
            </a:p>
          </p:txBody>
        </p:sp>
        <p:sp>
          <p:nvSpPr>
            <p:cNvPr id="12" name="object 6">
              <a:extLst>
                <a:ext uri="{FF2B5EF4-FFF2-40B4-BE49-F238E27FC236}">
                  <a16:creationId xmlns:a16="http://schemas.microsoft.com/office/drawing/2014/main" id="{095825CD-7512-4FEB-9AEE-BFDCE904D37A}"/>
                </a:ext>
              </a:extLst>
            </p:cNvPr>
            <p:cNvSpPr/>
            <p:nvPr/>
          </p:nvSpPr>
          <p:spPr>
            <a:xfrm>
              <a:off x="4029075" y="3781463"/>
              <a:ext cx="381000" cy="246379"/>
            </a:xfrm>
            <a:custGeom>
              <a:avLst/>
              <a:gdLst/>
              <a:ahLst/>
              <a:cxnLst/>
              <a:rect l="l" t="t" r="r" b="b"/>
              <a:pathLst>
                <a:path w="381000" h="246379">
                  <a:moveTo>
                    <a:pt x="381000" y="0"/>
                  </a:moveTo>
                  <a:lnTo>
                    <a:pt x="0" y="0"/>
                  </a:lnTo>
                  <a:lnTo>
                    <a:pt x="0" y="246214"/>
                  </a:lnTo>
                  <a:lnTo>
                    <a:pt x="381000" y="246214"/>
                  </a:lnTo>
                  <a:lnTo>
                    <a:pt x="381000" y="0"/>
                  </a:lnTo>
                  <a:close/>
                </a:path>
              </a:pathLst>
            </a:custGeom>
            <a:solidFill>
              <a:srgbClr val="FFFFFF"/>
            </a:solidFill>
          </p:spPr>
          <p:txBody>
            <a:bodyPr wrap="square" lIns="0" tIns="0" rIns="0" bIns="0" rtlCol="0"/>
            <a:lstStyle/>
            <a:p>
              <a:endParaRPr/>
            </a:p>
          </p:txBody>
        </p:sp>
      </p:grpSp>
      <p:sp>
        <p:nvSpPr>
          <p:cNvPr id="13" name="object 7">
            <a:extLst>
              <a:ext uri="{FF2B5EF4-FFF2-40B4-BE49-F238E27FC236}">
                <a16:creationId xmlns:a16="http://schemas.microsoft.com/office/drawing/2014/main" id="{51799F98-B1E7-437A-A8DB-E062BC608944}"/>
              </a:ext>
            </a:extLst>
          </p:cNvPr>
          <p:cNvSpPr txBox="1"/>
          <p:nvPr/>
        </p:nvSpPr>
        <p:spPr>
          <a:xfrm>
            <a:off x="5273084" y="4023997"/>
            <a:ext cx="381000" cy="246379"/>
          </a:xfrm>
          <a:prstGeom prst="rect">
            <a:avLst/>
          </a:prstGeom>
        </p:spPr>
        <p:txBody>
          <a:bodyPr vert="horz" wrap="square" lIns="0" tIns="42545" rIns="0" bIns="0" rtlCol="0">
            <a:spAutoFit/>
          </a:bodyPr>
          <a:lstStyle/>
          <a:p>
            <a:pPr marL="92075">
              <a:lnSpc>
                <a:spcPct val="100000"/>
              </a:lnSpc>
              <a:spcBef>
                <a:spcPts val="335"/>
              </a:spcBef>
            </a:pPr>
            <a:r>
              <a:rPr sz="1000" b="1" dirty="0">
                <a:latin typeface="Arial"/>
                <a:cs typeface="Arial"/>
              </a:rPr>
              <a:t>-x</a:t>
            </a:r>
            <a:r>
              <a:rPr sz="975" b="1" baseline="-21367" dirty="0">
                <a:latin typeface="Arial"/>
                <a:cs typeface="Arial"/>
              </a:rPr>
              <a:t>p</a:t>
            </a:r>
            <a:endParaRPr sz="975" baseline="-21367">
              <a:latin typeface="Arial"/>
              <a:cs typeface="Arial"/>
            </a:endParaRPr>
          </a:p>
        </p:txBody>
      </p:sp>
      <p:sp>
        <p:nvSpPr>
          <p:cNvPr id="14" name="object 8">
            <a:extLst>
              <a:ext uri="{FF2B5EF4-FFF2-40B4-BE49-F238E27FC236}">
                <a16:creationId xmlns:a16="http://schemas.microsoft.com/office/drawing/2014/main" id="{E2A26C17-78FD-4866-961D-1B06F3B944A1}"/>
              </a:ext>
            </a:extLst>
          </p:cNvPr>
          <p:cNvSpPr txBox="1"/>
          <p:nvPr/>
        </p:nvSpPr>
        <p:spPr>
          <a:xfrm>
            <a:off x="5273084" y="6195660"/>
            <a:ext cx="381000" cy="246379"/>
          </a:xfrm>
          <a:prstGeom prst="rect">
            <a:avLst/>
          </a:prstGeom>
          <a:solidFill>
            <a:srgbClr val="FFFFFF"/>
          </a:solidFill>
        </p:spPr>
        <p:txBody>
          <a:bodyPr vert="horz" wrap="square" lIns="0" tIns="43180" rIns="0" bIns="0" rtlCol="0">
            <a:spAutoFit/>
          </a:bodyPr>
          <a:lstStyle/>
          <a:p>
            <a:pPr marL="92075">
              <a:lnSpc>
                <a:spcPct val="100000"/>
              </a:lnSpc>
              <a:spcBef>
                <a:spcPts val="340"/>
              </a:spcBef>
            </a:pPr>
            <a:r>
              <a:rPr sz="1000" b="1" dirty="0">
                <a:latin typeface="Arial"/>
                <a:cs typeface="Arial"/>
              </a:rPr>
              <a:t>-x</a:t>
            </a:r>
            <a:r>
              <a:rPr sz="975" b="1" baseline="-21367" dirty="0">
                <a:latin typeface="Arial"/>
                <a:cs typeface="Arial"/>
              </a:rPr>
              <a:t>p</a:t>
            </a:r>
            <a:endParaRPr sz="975" baseline="-21367">
              <a:latin typeface="Arial"/>
              <a:cs typeface="Arial"/>
            </a:endParaRPr>
          </a:p>
        </p:txBody>
      </p:sp>
      <p:sp>
        <p:nvSpPr>
          <p:cNvPr id="15" name="object 9">
            <a:extLst>
              <a:ext uri="{FF2B5EF4-FFF2-40B4-BE49-F238E27FC236}">
                <a16:creationId xmlns:a16="http://schemas.microsoft.com/office/drawing/2014/main" id="{7BE73A6F-B8BD-4160-B5FD-9ACCAED04A75}"/>
              </a:ext>
            </a:extLst>
          </p:cNvPr>
          <p:cNvSpPr/>
          <p:nvPr/>
        </p:nvSpPr>
        <p:spPr>
          <a:xfrm>
            <a:off x="5806484" y="6186135"/>
            <a:ext cx="381000" cy="246379"/>
          </a:xfrm>
          <a:custGeom>
            <a:avLst/>
            <a:gdLst/>
            <a:ahLst/>
            <a:cxnLst/>
            <a:rect l="l" t="t" r="r" b="b"/>
            <a:pathLst>
              <a:path w="381000" h="246379">
                <a:moveTo>
                  <a:pt x="381000" y="0"/>
                </a:moveTo>
                <a:lnTo>
                  <a:pt x="0" y="0"/>
                </a:lnTo>
                <a:lnTo>
                  <a:pt x="0" y="246214"/>
                </a:lnTo>
                <a:lnTo>
                  <a:pt x="381000" y="246214"/>
                </a:lnTo>
                <a:lnTo>
                  <a:pt x="381000" y="0"/>
                </a:lnTo>
                <a:close/>
              </a:path>
            </a:pathLst>
          </a:custGeom>
          <a:solidFill>
            <a:srgbClr val="FFFFFF"/>
          </a:solidFill>
        </p:spPr>
        <p:txBody>
          <a:bodyPr wrap="square" lIns="0" tIns="0" rIns="0" bIns="0" rtlCol="0"/>
          <a:lstStyle/>
          <a:p>
            <a:endParaRPr/>
          </a:p>
        </p:txBody>
      </p:sp>
      <p:sp>
        <p:nvSpPr>
          <p:cNvPr id="16" name="object 10">
            <a:extLst>
              <a:ext uri="{FF2B5EF4-FFF2-40B4-BE49-F238E27FC236}">
                <a16:creationId xmlns:a16="http://schemas.microsoft.com/office/drawing/2014/main" id="{CC7213E2-C927-413F-AA50-08A0BB69F1F7}"/>
              </a:ext>
            </a:extLst>
          </p:cNvPr>
          <p:cNvSpPr txBox="1"/>
          <p:nvPr/>
        </p:nvSpPr>
        <p:spPr>
          <a:xfrm>
            <a:off x="5806484" y="6186135"/>
            <a:ext cx="381000" cy="246379"/>
          </a:xfrm>
          <a:prstGeom prst="rect">
            <a:avLst/>
          </a:prstGeom>
        </p:spPr>
        <p:txBody>
          <a:bodyPr vert="horz" wrap="square" lIns="0" tIns="43180" rIns="0" bIns="0" rtlCol="0">
            <a:spAutoFit/>
          </a:bodyPr>
          <a:lstStyle/>
          <a:p>
            <a:pPr marL="92075">
              <a:lnSpc>
                <a:spcPct val="100000"/>
              </a:lnSpc>
              <a:spcBef>
                <a:spcPts val="340"/>
              </a:spcBef>
            </a:pPr>
            <a:r>
              <a:rPr sz="1000" b="1" dirty="0">
                <a:latin typeface="Arial"/>
                <a:cs typeface="Arial"/>
              </a:rPr>
              <a:t>x</a:t>
            </a:r>
            <a:r>
              <a:rPr sz="975" b="1" baseline="-21367" dirty="0">
                <a:latin typeface="Arial"/>
                <a:cs typeface="Arial"/>
              </a:rPr>
              <a:t>n</a:t>
            </a:r>
            <a:endParaRPr sz="975" baseline="-21367">
              <a:latin typeface="Arial"/>
              <a:cs typeface="Arial"/>
            </a:endParaRPr>
          </a:p>
        </p:txBody>
      </p:sp>
      <p:sp>
        <p:nvSpPr>
          <p:cNvPr id="17" name="object 11">
            <a:extLst>
              <a:ext uri="{FF2B5EF4-FFF2-40B4-BE49-F238E27FC236}">
                <a16:creationId xmlns:a16="http://schemas.microsoft.com/office/drawing/2014/main" id="{C42464A5-558B-4298-8875-24AAB8162E5A}"/>
              </a:ext>
            </a:extLst>
          </p:cNvPr>
          <p:cNvSpPr/>
          <p:nvPr/>
        </p:nvSpPr>
        <p:spPr>
          <a:xfrm>
            <a:off x="5806484" y="4014472"/>
            <a:ext cx="381000" cy="246379"/>
          </a:xfrm>
          <a:custGeom>
            <a:avLst/>
            <a:gdLst/>
            <a:ahLst/>
            <a:cxnLst/>
            <a:rect l="l" t="t" r="r" b="b"/>
            <a:pathLst>
              <a:path w="381000" h="246379">
                <a:moveTo>
                  <a:pt x="381000" y="0"/>
                </a:moveTo>
                <a:lnTo>
                  <a:pt x="0" y="0"/>
                </a:lnTo>
                <a:lnTo>
                  <a:pt x="0" y="246214"/>
                </a:lnTo>
                <a:lnTo>
                  <a:pt x="381000" y="246214"/>
                </a:lnTo>
                <a:lnTo>
                  <a:pt x="381000" y="0"/>
                </a:lnTo>
                <a:close/>
              </a:path>
            </a:pathLst>
          </a:custGeom>
          <a:solidFill>
            <a:srgbClr val="FFFFFF"/>
          </a:solidFill>
        </p:spPr>
        <p:txBody>
          <a:bodyPr wrap="square" lIns="0" tIns="0" rIns="0" bIns="0" rtlCol="0"/>
          <a:lstStyle/>
          <a:p>
            <a:endParaRPr/>
          </a:p>
        </p:txBody>
      </p:sp>
      <p:sp>
        <p:nvSpPr>
          <p:cNvPr id="18" name="object 12">
            <a:extLst>
              <a:ext uri="{FF2B5EF4-FFF2-40B4-BE49-F238E27FC236}">
                <a16:creationId xmlns:a16="http://schemas.microsoft.com/office/drawing/2014/main" id="{C72D5F1C-464C-4C72-8AF8-0A91EF7666EA}"/>
              </a:ext>
            </a:extLst>
          </p:cNvPr>
          <p:cNvSpPr txBox="1"/>
          <p:nvPr/>
        </p:nvSpPr>
        <p:spPr>
          <a:xfrm>
            <a:off x="5806484" y="4014472"/>
            <a:ext cx="381000" cy="246379"/>
          </a:xfrm>
          <a:prstGeom prst="rect">
            <a:avLst/>
          </a:prstGeom>
        </p:spPr>
        <p:txBody>
          <a:bodyPr vert="horz" wrap="square" lIns="0" tIns="42545" rIns="0" bIns="0" rtlCol="0">
            <a:spAutoFit/>
          </a:bodyPr>
          <a:lstStyle/>
          <a:p>
            <a:pPr marL="92075">
              <a:lnSpc>
                <a:spcPct val="100000"/>
              </a:lnSpc>
              <a:spcBef>
                <a:spcPts val="335"/>
              </a:spcBef>
            </a:pPr>
            <a:r>
              <a:rPr sz="1000" b="1" dirty="0">
                <a:latin typeface="Arial"/>
                <a:cs typeface="Arial"/>
              </a:rPr>
              <a:t>x</a:t>
            </a:r>
            <a:r>
              <a:rPr sz="975" b="1" baseline="-21367" dirty="0">
                <a:latin typeface="Arial"/>
                <a:cs typeface="Arial"/>
              </a:rPr>
              <a:t>n</a:t>
            </a:r>
            <a:endParaRPr sz="975" baseline="-21367">
              <a:latin typeface="Arial"/>
              <a:cs typeface="Arial"/>
            </a:endParaRPr>
          </a:p>
        </p:txBody>
      </p:sp>
      <p:sp>
        <p:nvSpPr>
          <p:cNvPr id="20" name="object 14">
            <a:extLst>
              <a:ext uri="{FF2B5EF4-FFF2-40B4-BE49-F238E27FC236}">
                <a16:creationId xmlns:a16="http://schemas.microsoft.com/office/drawing/2014/main" id="{BE5CB3D3-8A69-4DFA-901D-2627C6361E39}"/>
              </a:ext>
            </a:extLst>
          </p:cNvPr>
          <p:cNvSpPr txBox="1"/>
          <p:nvPr/>
        </p:nvSpPr>
        <p:spPr>
          <a:xfrm>
            <a:off x="4209204" y="6525783"/>
            <a:ext cx="2759710"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051FF8"/>
                </a:solidFill>
                <a:latin typeface="Times New Roman"/>
                <a:cs typeface="Times New Roman"/>
              </a:rPr>
              <a:t>Minority carrier</a:t>
            </a:r>
            <a:r>
              <a:rPr sz="2000" b="1" spc="355" dirty="0">
                <a:solidFill>
                  <a:srgbClr val="051FF8"/>
                </a:solidFill>
                <a:latin typeface="Times New Roman"/>
                <a:cs typeface="Times New Roman"/>
              </a:rPr>
              <a:t> </a:t>
            </a:r>
            <a:r>
              <a:rPr sz="2000" b="1" spc="-5" dirty="0">
                <a:solidFill>
                  <a:srgbClr val="051FF8"/>
                </a:solidFill>
                <a:latin typeface="Times New Roman"/>
                <a:cs typeface="Times New Roman"/>
              </a:rPr>
              <a:t>current</a:t>
            </a:r>
            <a:endParaRPr sz="2000">
              <a:latin typeface="Times New Roman"/>
              <a:cs typeface="Times New Roman"/>
            </a:endParaRPr>
          </a:p>
        </p:txBody>
      </p:sp>
      <p:sp>
        <p:nvSpPr>
          <p:cNvPr id="21" name="object 15">
            <a:extLst>
              <a:ext uri="{FF2B5EF4-FFF2-40B4-BE49-F238E27FC236}">
                <a16:creationId xmlns:a16="http://schemas.microsoft.com/office/drawing/2014/main" id="{92162A5F-D42B-42A5-8EBE-B12E6DD2567D}"/>
              </a:ext>
            </a:extLst>
          </p:cNvPr>
          <p:cNvSpPr txBox="1"/>
          <p:nvPr/>
        </p:nvSpPr>
        <p:spPr>
          <a:xfrm>
            <a:off x="7841531" y="1238164"/>
            <a:ext cx="1822450" cy="6362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6B6BCF"/>
                </a:solidFill>
                <a:latin typeface="Times New Roman"/>
                <a:cs typeface="Times New Roman"/>
              </a:rPr>
              <a:t>Majority</a:t>
            </a:r>
            <a:r>
              <a:rPr sz="2000" b="1" spc="-110" dirty="0">
                <a:solidFill>
                  <a:srgbClr val="6B6BCF"/>
                </a:solidFill>
                <a:latin typeface="Times New Roman"/>
                <a:cs typeface="Times New Roman"/>
              </a:rPr>
              <a:t> </a:t>
            </a:r>
            <a:r>
              <a:rPr sz="2000" b="1" dirty="0">
                <a:solidFill>
                  <a:srgbClr val="6B6BCF"/>
                </a:solidFill>
                <a:latin typeface="Times New Roman"/>
                <a:cs typeface="Times New Roman"/>
              </a:rPr>
              <a:t>carrier</a:t>
            </a:r>
            <a:endParaRPr sz="2000">
              <a:latin typeface="Times New Roman"/>
              <a:cs typeface="Times New Roman"/>
            </a:endParaRPr>
          </a:p>
          <a:p>
            <a:pPr marL="109855">
              <a:lnSpc>
                <a:spcPct val="100000"/>
              </a:lnSpc>
            </a:pPr>
            <a:r>
              <a:rPr sz="2000" b="1" dirty="0">
                <a:solidFill>
                  <a:srgbClr val="6B6BCF"/>
                </a:solidFill>
                <a:latin typeface="Times New Roman"/>
                <a:cs typeface="Times New Roman"/>
              </a:rPr>
              <a:t>concentrations</a:t>
            </a:r>
            <a:endParaRPr sz="2000">
              <a:latin typeface="Times New Roman"/>
              <a:cs typeface="Times New Roman"/>
            </a:endParaRPr>
          </a:p>
        </p:txBody>
      </p:sp>
      <p:grpSp>
        <p:nvGrpSpPr>
          <p:cNvPr id="22" name="object 16">
            <a:extLst>
              <a:ext uri="{FF2B5EF4-FFF2-40B4-BE49-F238E27FC236}">
                <a16:creationId xmlns:a16="http://schemas.microsoft.com/office/drawing/2014/main" id="{58701F3C-1270-4D0C-A62D-DCFD35B48BF6}"/>
              </a:ext>
            </a:extLst>
          </p:cNvPr>
          <p:cNvGrpSpPr/>
          <p:nvPr/>
        </p:nvGrpSpPr>
        <p:grpSpPr>
          <a:xfrm>
            <a:off x="3180632" y="4357462"/>
            <a:ext cx="4980305" cy="2229485"/>
            <a:chOff x="1936623" y="4114927"/>
            <a:chExt cx="4980305" cy="2229485"/>
          </a:xfrm>
        </p:grpSpPr>
        <p:sp>
          <p:nvSpPr>
            <p:cNvPr id="23" name="object 17">
              <a:extLst>
                <a:ext uri="{FF2B5EF4-FFF2-40B4-BE49-F238E27FC236}">
                  <a16:creationId xmlns:a16="http://schemas.microsoft.com/office/drawing/2014/main" id="{C036BF8B-13BA-4580-BFAF-6244C8374C01}"/>
                </a:ext>
              </a:extLst>
            </p:cNvPr>
            <p:cNvSpPr/>
            <p:nvPr/>
          </p:nvSpPr>
          <p:spPr>
            <a:xfrm>
              <a:off x="3888358" y="5686425"/>
              <a:ext cx="152400" cy="658495"/>
            </a:xfrm>
            <a:custGeom>
              <a:avLst/>
              <a:gdLst/>
              <a:ahLst/>
              <a:cxnLst/>
              <a:rect l="l" t="t" r="r" b="b"/>
              <a:pathLst>
                <a:path w="152400" h="658495">
                  <a:moveTo>
                    <a:pt x="79120" y="152336"/>
                  </a:moveTo>
                  <a:lnTo>
                    <a:pt x="52741" y="185461"/>
                  </a:lnTo>
                  <a:lnTo>
                    <a:pt x="39115" y="656488"/>
                  </a:lnTo>
                  <a:lnTo>
                    <a:pt x="89915" y="657961"/>
                  </a:lnTo>
                  <a:lnTo>
                    <a:pt x="103542" y="186915"/>
                  </a:lnTo>
                  <a:lnTo>
                    <a:pt x="79120" y="152336"/>
                  </a:lnTo>
                  <a:close/>
                </a:path>
                <a:path w="152400" h="658495">
                  <a:moveTo>
                    <a:pt x="124313" y="151599"/>
                  </a:moveTo>
                  <a:lnTo>
                    <a:pt x="53720" y="151599"/>
                  </a:lnTo>
                  <a:lnTo>
                    <a:pt x="104520" y="153073"/>
                  </a:lnTo>
                  <a:lnTo>
                    <a:pt x="103542" y="186915"/>
                  </a:lnTo>
                  <a:lnTo>
                    <a:pt x="152400" y="256095"/>
                  </a:lnTo>
                  <a:lnTo>
                    <a:pt x="124313" y="151599"/>
                  </a:lnTo>
                  <a:close/>
                </a:path>
                <a:path w="152400" h="658495">
                  <a:moveTo>
                    <a:pt x="83565" y="0"/>
                  </a:moveTo>
                  <a:lnTo>
                    <a:pt x="0" y="251688"/>
                  </a:lnTo>
                  <a:lnTo>
                    <a:pt x="52741" y="185461"/>
                  </a:lnTo>
                  <a:lnTo>
                    <a:pt x="53720" y="151599"/>
                  </a:lnTo>
                  <a:lnTo>
                    <a:pt x="124313" y="151599"/>
                  </a:lnTo>
                  <a:lnTo>
                    <a:pt x="83565" y="0"/>
                  </a:lnTo>
                  <a:close/>
                </a:path>
                <a:path w="152400" h="658495">
                  <a:moveTo>
                    <a:pt x="79121" y="152336"/>
                  </a:moveTo>
                  <a:lnTo>
                    <a:pt x="103542" y="186915"/>
                  </a:lnTo>
                  <a:lnTo>
                    <a:pt x="104520" y="153073"/>
                  </a:lnTo>
                  <a:lnTo>
                    <a:pt x="79121" y="152336"/>
                  </a:lnTo>
                  <a:close/>
                </a:path>
                <a:path w="152400" h="658495">
                  <a:moveTo>
                    <a:pt x="53720" y="151599"/>
                  </a:moveTo>
                  <a:lnTo>
                    <a:pt x="52741" y="185461"/>
                  </a:lnTo>
                  <a:lnTo>
                    <a:pt x="79120" y="152336"/>
                  </a:lnTo>
                  <a:lnTo>
                    <a:pt x="53720" y="151599"/>
                  </a:lnTo>
                  <a:close/>
                </a:path>
              </a:pathLst>
            </a:custGeom>
            <a:solidFill>
              <a:srgbClr val="0000FF"/>
            </a:solidFill>
          </p:spPr>
          <p:txBody>
            <a:bodyPr wrap="square" lIns="0" tIns="0" rIns="0" bIns="0" rtlCol="0"/>
            <a:lstStyle/>
            <a:p>
              <a:endParaRPr/>
            </a:p>
          </p:txBody>
        </p:sp>
        <p:sp>
          <p:nvSpPr>
            <p:cNvPr id="24" name="object 18">
              <a:extLst>
                <a:ext uri="{FF2B5EF4-FFF2-40B4-BE49-F238E27FC236}">
                  <a16:creationId xmlns:a16="http://schemas.microsoft.com/office/drawing/2014/main" id="{C4D95150-C207-45B2-922A-233A13921EF5}"/>
                </a:ext>
              </a:extLst>
            </p:cNvPr>
            <p:cNvSpPr/>
            <p:nvPr/>
          </p:nvSpPr>
          <p:spPr>
            <a:xfrm>
              <a:off x="5676900" y="4114927"/>
              <a:ext cx="1239520" cy="193040"/>
            </a:xfrm>
            <a:custGeom>
              <a:avLst/>
              <a:gdLst/>
              <a:ahLst/>
              <a:cxnLst/>
              <a:rect l="l" t="t" r="r" b="b"/>
              <a:pathLst>
                <a:path w="1239520" h="193039">
                  <a:moveTo>
                    <a:pt x="121030" y="117093"/>
                  </a:moveTo>
                  <a:lnTo>
                    <a:pt x="0" y="171323"/>
                  </a:lnTo>
                  <a:lnTo>
                    <a:pt x="130810" y="192659"/>
                  </a:lnTo>
                  <a:lnTo>
                    <a:pt x="92407" y="170942"/>
                  </a:lnTo>
                  <a:lnTo>
                    <a:pt x="76835" y="170942"/>
                  </a:lnTo>
                  <a:lnTo>
                    <a:pt x="74295" y="152019"/>
                  </a:lnTo>
                  <a:lnTo>
                    <a:pt x="86895" y="150371"/>
                  </a:lnTo>
                  <a:lnTo>
                    <a:pt x="121030" y="117093"/>
                  </a:lnTo>
                  <a:close/>
                </a:path>
                <a:path w="1239520" h="193039">
                  <a:moveTo>
                    <a:pt x="86895" y="150371"/>
                  </a:moveTo>
                  <a:lnTo>
                    <a:pt x="74295" y="152019"/>
                  </a:lnTo>
                  <a:lnTo>
                    <a:pt x="76835" y="170942"/>
                  </a:lnTo>
                  <a:lnTo>
                    <a:pt x="89481" y="169287"/>
                  </a:lnTo>
                  <a:lnTo>
                    <a:pt x="75564" y="161417"/>
                  </a:lnTo>
                  <a:lnTo>
                    <a:pt x="86895" y="150371"/>
                  </a:lnTo>
                  <a:close/>
                </a:path>
                <a:path w="1239520" h="193039">
                  <a:moveTo>
                    <a:pt x="89481" y="169287"/>
                  </a:moveTo>
                  <a:lnTo>
                    <a:pt x="76835" y="170942"/>
                  </a:lnTo>
                  <a:lnTo>
                    <a:pt x="92407" y="170942"/>
                  </a:lnTo>
                  <a:lnTo>
                    <a:pt x="89481" y="169287"/>
                  </a:lnTo>
                  <a:close/>
                </a:path>
                <a:path w="1239520" h="193039">
                  <a:moveTo>
                    <a:pt x="1236979" y="0"/>
                  </a:moveTo>
                  <a:lnTo>
                    <a:pt x="86895" y="150371"/>
                  </a:lnTo>
                  <a:lnTo>
                    <a:pt x="75564" y="161417"/>
                  </a:lnTo>
                  <a:lnTo>
                    <a:pt x="89481" y="169287"/>
                  </a:lnTo>
                  <a:lnTo>
                    <a:pt x="1239520" y="18796"/>
                  </a:lnTo>
                  <a:lnTo>
                    <a:pt x="1236979" y="0"/>
                  </a:lnTo>
                  <a:close/>
                </a:path>
              </a:pathLst>
            </a:custGeom>
            <a:solidFill>
              <a:srgbClr val="FF0000"/>
            </a:solidFill>
          </p:spPr>
          <p:txBody>
            <a:bodyPr wrap="square" lIns="0" tIns="0" rIns="0" bIns="0" rtlCol="0"/>
            <a:lstStyle/>
            <a:p>
              <a:endParaRPr/>
            </a:p>
          </p:txBody>
        </p:sp>
        <p:sp>
          <p:nvSpPr>
            <p:cNvPr id="25" name="object 19">
              <a:extLst>
                <a:ext uri="{FF2B5EF4-FFF2-40B4-BE49-F238E27FC236}">
                  <a16:creationId xmlns:a16="http://schemas.microsoft.com/office/drawing/2014/main" id="{3870F980-F181-4B4C-9FCC-DD396F506134}"/>
                </a:ext>
              </a:extLst>
            </p:cNvPr>
            <p:cNvSpPr/>
            <p:nvPr/>
          </p:nvSpPr>
          <p:spPr>
            <a:xfrm>
              <a:off x="1936623" y="5278120"/>
              <a:ext cx="4363085" cy="537845"/>
            </a:xfrm>
            <a:custGeom>
              <a:avLst/>
              <a:gdLst/>
              <a:ahLst/>
              <a:cxnLst/>
              <a:rect l="l" t="t" r="r" b="b"/>
              <a:pathLst>
                <a:path w="4363085" h="537845">
                  <a:moveTo>
                    <a:pt x="1901952" y="8255"/>
                  </a:moveTo>
                  <a:lnTo>
                    <a:pt x="1636903" y="0"/>
                  </a:lnTo>
                  <a:lnTo>
                    <a:pt x="1715452" y="31699"/>
                  </a:lnTo>
                  <a:lnTo>
                    <a:pt x="0" y="488530"/>
                  </a:lnTo>
                  <a:lnTo>
                    <a:pt x="12954" y="537616"/>
                  </a:lnTo>
                  <a:lnTo>
                    <a:pt x="1728457" y="80746"/>
                  </a:lnTo>
                  <a:lnTo>
                    <a:pt x="1676146" y="147193"/>
                  </a:lnTo>
                  <a:lnTo>
                    <a:pt x="1877999" y="22987"/>
                  </a:lnTo>
                  <a:lnTo>
                    <a:pt x="1901952" y="8255"/>
                  </a:lnTo>
                  <a:close/>
                </a:path>
                <a:path w="4363085" h="537845">
                  <a:moveTo>
                    <a:pt x="4362958" y="278384"/>
                  </a:moveTo>
                  <a:lnTo>
                    <a:pt x="3080537" y="95224"/>
                  </a:lnTo>
                  <a:lnTo>
                    <a:pt x="3089275" y="90424"/>
                  </a:lnTo>
                  <a:lnTo>
                    <a:pt x="3154807" y="54483"/>
                  </a:lnTo>
                  <a:lnTo>
                    <a:pt x="2892552" y="93980"/>
                  </a:lnTo>
                  <a:lnTo>
                    <a:pt x="3133217" y="205359"/>
                  </a:lnTo>
                  <a:lnTo>
                    <a:pt x="3073349" y="145503"/>
                  </a:lnTo>
                  <a:lnTo>
                    <a:pt x="4355846" y="328676"/>
                  </a:lnTo>
                  <a:lnTo>
                    <a:pt x="4362958" y="278384"/>
                  </a:lnTo>
                  <a:close/>
                </a:path>
              </a:pathLst>
            </a:custGeom>
            <a:solidFill>
              <a:srgbClr val="00FFCC"/>
            </a:solidFill>
          </p:spPr>
          <p:txBody>
            <a:bodyPr wrap="square" lIns="0" tIns="0" rIns="0" bIns="0" rtlCol="0"/>
            <a:lstStyle/>
            <a:p>
              <a:endParaRPr/>
            </a:p>
          </p:txBody>
        </p:sp>
      </p:grpSp>
      <p:sp>
        <p:nvSpPr>
          <p:cNvPr id="26" name="object 20">
            <a:extLst>
              <a:ext uri="{FF2B5EF4-FFF2-40B4-BE49-F238E27FC236}">
                <a16:creationId xmlns:a16="http://schemas.microsoft.com/office/drawing/2014/main" id="{D4F816BB-AD84-47A7-9D9A-365759DF7DD4}"/>
              </a:ext>
            </a:extLst>
          </p:cNvPr>
          <p:cNvSpPr txBox="1"/>
          <p:nvPr/>
        </p:nvSpPr>
        <p:spPr>
          <a:xfrm>
            <a:off x="1324273" y="4267800"/>
            <a:ext cx="2427605" cy="2037080"/>
          </a:xfrm>
          <a:prstGeom prst="rect">
            <a:avLst/>
          </a:prstGeom>
        </p:spPr>
        <p:txBody>
          <a:bodyPr vert="horz" wrap="square" lIns="0" tIns="12700" rIns="0" bIns="0" rtlCol="0">
            <a:spAutoFit/>
          </a:bodyPr>
          <a:lstStyle/>
          <a:p>
            <a:pPr marL="629920" marR="355600">
              <a:lnSpc>
                <a:spcPct val="100000"/>
              </a:lnSpc>
              <a:spcBef>
                <a:spcPts val="100"/>
              </a:spcBef>
            </a:pPr>
            <a:r>
              <a:rPr sz="2000" b="1" spc="-35" dirty="0">
                <a:solidFill>
                  <a:srgbClr val="9966FF"/>
                </a:solidFill>
                <a:latin typeface="Times New Roman"/>
                <a:cs typeface="Times New Roman"/>
              </a:rPr>
              <a:t>Total</a:t>
            </a:r>
            <a:r>
              <a:rPr sz="2000" b="1" spc="-105" dirty="0">
                <a:solidFill>
                  <a:srgbClr val="9966FF"/>
                </a:solidFill>
                <a:latin typeface="Times New Roman"/>
                <a:cs typeface="Times New Roman"/>
              </a:rPr>
              <a:t> </a:t>
            </a:r>
            <a:r>
              <a:rPr sz="2000" b="1" spc="-5" dirty="0">
                <a:solidFill>
                  <a:srgbClr val="9966FF"/>
                </a:solidFill>
                <a:latin typeface="Times New Roman"/>
                <a:cs typeface="Times New Roman"/>
              </a:rPr>
              <a:t>current  </a:t>
            </a:r>
            <a:r>
              <a:rPr sz="2000" b="1" dirty="0">
                <a:solidFill>
                  <a:srgbClr val="9966FF"/>
                </a:solidFill>
                <a:latin typeface="Times New Roman"/>
                <a:cs typeface="Times New Roman"/>
              </a:rPr>
              <a:t>is constant  </a:t>
            </a:r>
            <a:r>
              <a:rPr sz="2000" b="1" spc="-5" dirty="0">
                <a:solidFill>
                  <a:srgbClr val="9966FF"/>
                </a:solidFill>
                <a:latin typeface="Times New Roman"/>
                <a:cs typeface="Times New Roman"/>
              </a:rPr>
              <a:t>throughout  </a:t>
            </a:r>
            <a:r>
              <a:rPr sz="2000" b="1" dirty="0">
                <a:solidFill>
                  <a:srgbClr val="9966FF"/>
                </a:solidFill>
                <a:latin typeface="Times New Roman"/>
                <a:cs typeface="Times New Roman"/>
              </a:rPr>
              <a:t>the</a:t>
            </a:r>
            <a:r>
              <a:rPr sz="2000" b="1" spc="-25" dirty="0">
                <a:solidFill>
                  <a:srgbClr val="9966FF"/>
                </a:solidFill>
                <a:latin typeface="Times New Roman"/>
                <a:cs typeface="Times New Roman"/>
              </a:rPr>
              <a:t> </a:t>
            </a:r>
            <a:r>
              <a:rPr sz="2000" b="1" dirty="0">
                <a:solidFill>
                  <a:srgbClr val="9966FF"/>
                </a:solidFill>
                <a:latin typeface="Times New Roman"/>
                <a:cs typeface="Times New Roman"/>
              </a:rPr>
              <a:t>device</a:t>
            </a:r>
            <a:endParaRPr sz="2000">
              <a:latin typeface="Times New Roman"/>
              <a:cs typeface="Times New Roman"/>
            </a:endParaRPr>
          </a:p>
          <a:p>
            <a:pPr>
              <a:lnSpc>
                <a:spcPct val="100000"/>
              </a:lnSpc>
            </a:pPr>
            <a:endParaRPr sz="2200">
              <a:latin typeface="Times New Roman"/>
              <a:cs typeface="Times New Roman"/>
            </a:endParaRPr>
          </a:p>
          <a:p>
            <a:pPr marL="12700">
              <a:lnSpc>
                <a:spcPct val="100000"/>
              </a:lnSpc>
              <a:spcBef>
                <a:spcPts val="1305"/>
              </a:spcBef>
            </a:pPr>
            <a:r>
              <a:rPr sz="2000" b="1" dirty="0">
                <a:solidFill>
                  <a:srgbClr val="00FFCC"/>
                </a:solidFill>
                <a:latin typeface="Times New Roman"/>
                <a:cs typeface="Times New Roman"/>
              </a:rPr>
              <a:t>Recombination</a:t>
            </a:r>
            <a:r>
              <a:rPr sz="2000" b="1" spc="-100" dirty="0">
                <a:solidFill>
                  <a:srgbClr val="00FFCC"/>
                </a:solidFill>
                <a:latin typeface="Times New Roman"/>
                <a:cs typeface="Times New Roman"/>
              </a:rPr>
              <a:t> </a:t>
            </a:r>
            <a:r>
              <a:rPr sz="2000" b="1" spc="-5" dirty="0">
                <a:solidFill>
                  <a:srgbClr val="00FFCC"/>
                </a:solidFill>
                <a:latin typeface="Times New Roman"/>
                <a:cs typeface="Times New Roman"/>
              </a:rPr>
              <a:t>region</a:t>
            </a:r>
            <a:endParaRPr sz="2000">
              <a:latin typeface="Times New Roman"/>
              <a:cs typeface="Times New Roman"/>
            </a:endParaRPr>
          </a:p>
        </p:txBody>
      </p:sp>
      <p:sp>
        <p:nvSpPr>
          <p:cNvPr id="27" name="object 21">
            <a:extLst>
              <a:ext uri="{FF2B5EF4-FFF2-40B4-BE49-F238E27FC236}">
                <a16:creationId xmlns:a16="http://schemas.microsoft.com/office/drawing/2014/main" id="{C0FCAEE7-2AE4-403E-B329-07025B4DEE47}"/>
              </a:ext>
            </a:extLst>
          </p:cNvPr>
          <p:cNvSpPr/>
          <p:nvPr/>
        </p:nvSpPr>
        <p:spPr>
          <a:xfrm>
            <a:off x="4615859" y="1385534"/>
            <a:ext cx="3192145" cy="638175"/>
          </a:xfrm>
          <a:custGeom>
            <a:avLst/>
            <a:gdLst/>
            <a:ahLst/>
            <a:cxnLst/>
            <a:rect l="l" t="t" r="r" b="b"/>
            <a:pathLst>
              <a:path w="3192145" h="638175">
                <a:moveTo>
                  <a:pt x="3029585" y="19050"/>
                </a:moveTo>
                <a:lnTo>
                  <a:pt x="2135505" y="61722"/>
                </a:lnTo>
                <a:lnTo>
                  <a:pt x="1718945" y="97790"/>
                </a:lnTo>
                <a:lnTo>
                  <a:pt x="1460373" y="125095"/>
                </a:lnTo>
                <a:lnTo>
                  <a:pt x="1338199" y="140081"/>
                </a:lnTo>
                <a:lnTo>
                  <a:pt x="1221359" y="155956"/>
                </a:lnTo>
                <a:lnTo>
                  <a:pt x="1110107" y="172720"/>
                </a:lnTo>
                <a:lnTo>
                  <a:pt x="1005205" y="190627"/>
                </a:lnTo>
                <a:lnTo>
                  <a:pt x="955167" y="200025"/>
                </a:lnTo>
                <a:lnTo>
                  <a:pt x="906780" y="209677"/>
                </a:lnTo>
                <a:lnTo>
                  <a:pt x="860171" y="219710"/>
                </a:lnTo>
                <a:lnTo>
                  <a:pt x="772287" y="240538"/>
                </a:lnTo>
                <a:lnTo>
                  <a:pt x="730504" y="251460"/>
                </a:lnTo>
                <a:lnTo>
                  <a:pt x="690499" y="262636"/>
                </a:lnTo>
                <a:lnTo>
                  <a:pt x="652018" y="274066"/>
                </a:lnTo>
                <a:lnTo>
                  <a:pt x="614807" y="285750"/>
                </a:lnTo>
                <a:lnTo>
                  <a:pt x="544703" y="309753"/>
                </a:lnTo>
                <a:lnTo>
                  <a:pt x="479679" y="334645"/>
                </a:lnTo>
                <a:lnTo>
                  <a:pt x="419227" y="360426"/>
                </a:lnTo>
                <a:lnTo>
                  <a:pt x="363093" y="386969"/>
                </a:lnTo>
                <a:lnTo>
                  <a:pt x="310769" y="414147"/>
                </a:lnTo>
                <a:lnTo>
                  <a:pt x="261620" y="441960"/>
                </a:lnTo>
                <a:lnTo>
                  <a:pt x="215519" y="470154"/>
                </a:lnTo>
                <a:lnTo>
                  <a:pt x="150876" y="513207"/>
                </a:lnTo>
                <a:lnTo>
                  <a:pt x="109982" y="542417"/>
                </a:lnTo>
                <a:lnTo>
                  <a:pt x="70612" y="571627"/>
                </a:lnTo>
                <a:lnTo>
                  <a:pt x="64528" y="576326"/>
                </a:lnTo>
                <a:lnTo>
                  <a:pt x="77216" y="530352"/>
                </a:lnTo>
                <a:lnTo>
                  <a:pt x="0" y="638175"/>
                </a:lnTo>
                <a:lnTo>
                  <a:pt x="101638" y="599186"/>
                </a:lnTo>
                <a:lnTo>
                  <a:pt x="123825" y="590677"/>
                </a:lnTo>
                <a:lnTo>
                  <a:pt x="76250" y="591350"/>
                </a:lnTo>
                <a:lnTo>
                  <a:pt x="81915" y="586994"/>
                </a:lnTo>
                <a:lnTo>
                  <a:pt x="121031" y="557911"/>
                </a:lnTo>
                <a:lnTo>
                  <a:pt x="161544" y="528955"/>
                </a:lnTo>
                <a:lnTo>
                  <a:pt x="203835" y="500380"/>
                </a:lnTo>
                <a:lnTo>
                  <a:pt x="248031" y="472313"/>
                </a:lnTo>
                <a:lnTo>
                  <a:pt x="295021" y="444627"/>
                </a:lnTo>
                <a:lnTo>
                  <a:pt x="345059" y="417449"/>
                </a:lnTo>
                <a:lnTo>
                  <a:pt x="398653" y="391033"/>
                </a:lnTo>
                <a:lnTo>
                  <a:pt x="456184" y="365125"/>
                </a:lnTo>
                <a:lnTo>
                  <a:pt x="518287" y="339979"/>
                </a:lnTo>
                <a:lnTo>
                  <a:pt x="585216" y="315722"/>
                </a:lnTo>
                <a:lnTo>
                  <a:pt x="657352" y="292354"/>
                </a:lnTo>
                <a:lnTo>
                  <a:pt x="695579" y="281051"/>
                </a:lnTo>
                <a:lnTo>
                  <a:pt x="735330" y="269875"/>
                </a:lnTo>
                <a:lnTo>
                  <a:pt x="776732" y="259080"/>
                </a:lnTo>
                <a:lnTo>
                  <a:pt x="819658" y="248666"/>
                </a:lnTo>
                <a:lnTo>
                  <a:pt x="864235" y="238379"/>
                </a:lnTo>
                <a:lnTo>
                  <a:pt x="958596" y="218694"/>
                </a:lnTo>
                <a:lnTo>
                  <a:pt x="1008380" y="209423"/>
                </a:lnTo>
                <a:lnTo>
                  <a:pt x="1113028" y="191516"/>
                </a:lnTo>
                <a:lnTo>
                  <a:pt x="1223899" y="174752"/>
                </a:lnTo>
                <a:lnTo>
                  <a:pt x="1340612" y="159004"/>
                </a:lnTo>
                <a:lnTo>
                  <a:pt x="1462405" y="144018"/>
                </a:lnTo>
                <a:lnTo>
                  <a:pt x="1720723" y="116713"/>
                </a:lnTo>
                <a:lnTo>
                  <a:pt x="2281682" y="69723"/>
                </a:lnTo>
                <a:lnTo>
                  <a:pt x="3029585" y="19050"/>
                </a:lnTo>
                <a:close/>
              </a:path>
              <a:path w="3192145" h="638175">
                <a:moveTo>
                  <a:pt x="3191891" y="171450"/>
                </a:moveTo>
                <a:lnTo>
                  <a:pt x="3189846" y="152400"/>
                </a:lnTo>
                <a:lnTo>
                  <a:pt x="2506662" y="228346"/>
                </a:lnTo>
                <a:lnTo>
                  <a:pt x="2541397" y="195707"/>
                </a:lnTo>
                <a:lnTo>
                  <a:pt x="2419350" y="247650"/>
                </a:lnTo>
                <a:lnTo>
                  <a:pt x="2549779" y="271526"/>
                </a:lnTo>
                <a:lnTo>
                  <a:pt x="2510980" y="248666"/>
                </a:lnTo>
                <a:lnTo>
                  <a:pt x="2508631" y="247294"/>
                </a:lnTo>
                <a:lnTo>
                  <a:pt x="3191891" y="171450"/>
                </a:lnTo>
                <a:close/>
              </a:path>
            </a:pathLst>
          </a:custGeom>
          <a:solidFill>
            <a:srgbClr val="6B6BCF"/>
          </a:solidFill>
        </p:spPr>
        <p:txBody>
          <a:bodyPr wrap="square" lIns="0" tIns="0" rIns="0" bIns="0" rtlCol="0"/>
          <a:lstStyle/>
          <a:p>
            <a:endParaRPr/>
          </a:p>
        </p:txBody>
      </p:sp>
      <p:sp>
        <p:nvSpPr>
          <p:cNvPr id="28" name="object 22">
            <a:extLst>
              <a:ext uri="{FF2B5EF4-FFF2-40B4-BE49-F238E27FC236}">
                <a16:creationId xmlns:a16="http://schemas.microsoft.com/office/drawing/2014/main" id="{7F99C186-93B0-4861-8E53-4BCF9CA23771}"/>
              </a:ext>
            </a:extLst>
          </p:cNvPr>
          <p:cNvSpPr txBox="1"/>
          <p:nvPr/>
        </p:nvSpPr>
        <p:spPr>
          <a:xfrm>
            <a:off x="8194211" y="3743925"/>
            <a:ext cx="1822450" cy="636270"/>
          </a:xfrm>
          <a:prstGeom prst="rect">
            <a:avLst/>
          </a:prstGeom>
        </p:spPr>
        <p:txBody>
          <a:bodyPr vert="horz" wrap="square" lIns="0" tIns="13335" rIns="0" bIns="0" rtlCol="0">
            <a:spAutoFit/>
          </a:bodyPr>
          <a:lstStyle/>
          <a:p>
            <a:pPr algn="ctr">
              <a:lnSpc>
                <a:spcPct val="100000"/>
              </a:lnSpc>
              <a:spcBef>
                <a:spcPts val="105"/>
              </a:spcBef>
            </a:pPr>
            <a:r>
              <a:rPr sz="2000" b="1" dirty="0">
                <a:solidFill>
                  <a:srgbClr val="FF0000"/>
                </a:solidFill>
                <a:latin typeface="Times New Roman"/>
                <a:cs typeface="Times New Roman"/>
              </a:rPr>
              <a:t>Majority</a:t>
            </a:r>
            <a:r>
              <a:rPr sz="2000" b="1" spc="-114" dirty="0">
                <a:solidFill>
                  <a:srgbClr val="FF0000"/>
                </a:solidFill>
                <a:latin typeface="Times New Roman"/>
                <a:cs typeface="Times New Roman"/>
              </a:rPr>
              <a:t> </a:t>
            </a:r>
            <a:r>
              <a:rPr sz="2000" b="1" dirty="0">
                <a:solidFill>
                  <a:srgbClr val="FF0000"/>
                </a:solidFill>
                <a:latin typeface="Times New Roman"/>
                <a:cs typeface="Times New Roman"/>
              </a:rPr>
              <a:t>carrier</a:t>
            </a:r>
            <a:endParaRPr sz="2000">
              <a:latin typeface="Times New Roman"/>
              <a:cs typeface="Times New Roman"/>
            </a:endParaRPr>
          </a:p>
          <a:p>
            <a:pPr algn="ctr">
              <a:lnSpc>
                <a:spcPct val="100000"/>
              </a:lnSpc>
            </a:pPr>
            <a:r>
              <a:rPr sz="2000" b="1" spc="-5" dirty="0">
                <a:solidFill>
                  <a:srgbClr val="FF0000"/>
                </a:solidFill>
                <a:latin typeface="Times New Roman"/>
                <a:cs typeface="Times New Roman"/>
              </a:rPr>
              <a:t>current</a:t>
            </a:r>
            <a:endParaRPr sz="2000">
              <a:latin typeface="Times New Roman"/>
              <a:cs typeface="Times New Roman"/>
            </a:endParaRPr>
          </a:p>
        </p:txBody>
      </p:sp>
      <p:sp>
        <p:nvSpPr>
          <p:cNvPr id="29" name="object 23">
            <a:extLst>
              <a:ext uri="{FF2B5EF4-FFF2-40B4-BE49-F238E27FC236}">
                <a16:creationId xmlns:a16="http://schemas.microsoft.com/office/drawing/2014/main" id="{654937D9-26D8-468F-9657-87C3BA06680E}"/>
              </a:ext>
            </a:extLst>
          </p:cNvPr>
          <p:cNvSpPr txBox="1"/>
          <p:nvPr/>
        </p:nvSpPr>
        <p:spPr>
          <a:xfrm>
            <a:off x="2059755" y="2124116"/>
            <a:ext cx="1823085" cy="6362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FF9933"/>
                </a:solidFill>
                <a:latin typeface="Times New Roman"/>
                <a:cs typeface="Times New Roman"/>
              </a:rPr>
              <a:t>Minority</a:t>
            </a:r>
            <a:r>
              <a:rPr sz="2000" b="1" spc="-100" dirty="0">
                <a:solidFill>
                  <a:srgbClr val="FF9933"/>
                </a:solidFill>
                <a:latin typeface="Times New Roman"/>
                <a:cs typeface="Times New Roman"/>
              </a:rPr>
              <a:t> </a:t>
            </a:r>
            <a:r>
              <a:rPr sz="2000" b="1" dirty="0">
                <a:solidFill>
                  <a:srgbClr val="FF9933"/>
                </a:solidFill>
                <a:latin typeface="Times New Roman"/>
                <a:cs typeface="Times New Roman"/>
              </a:rPr>
              <a:t>carrier</a:t>
            </a:r>
            <a:endParaRPr sz="2000">
              <a:latin typeface="Times New Roman"/>
              <a:cs typeface="Times New Roman"/>
            </a:endParaRPr>
          </a:p>
          <a:p>
            <a:pPr marL="109855">
              <a:lnSpc>
                <a:spcPct val="100000"/>
              </a:lnSpc>
            </a:pPr>
            <a:r>
              <a:rPr sz="2000" b="1" dirty="0">
                <a:solidFill>
                  <a:srgbClr val="FF9933"/>
                </a:solidFill>
                <a:latin typeface="Times New Roman"/>
                <a:cs typeface="Times New Roman"/>
              </a:rPr>
              <a:t>concentrations</a:t>
            </a:r>
            <a:endParaRPr sz="2000">
              <a:latin typeface="Times New Roman"/>
              <a:cs typeface="Times New Roman"/>
            </a:endParaRPr>
          </a:p>
        </p:txBody>
      </p:sp>
      <p:sp>
        <p:nvSpPr>
          <p:cNvPr id="30" name="object 24">
            <a:extLst>
              <a:ext uri="{FF2B5EF4-FFF2-40B4-BE49-F238E27FC236}">
                <a16:creationId xmlns:a16="http://schemas.microsoft.com/office/drawing/2014/main" id="{6E06A226-CB94-44B5-B55C-0F42CF17964E}"/>
              </a:ext>
            </a:extLst>
          </p:cNvPr>
          <p:cNvSpPr/>
          <p:nvPr/>
        </p:nvSpPr>
        <p:spPr>
          <a:xfrm>
            <a:off x="3853478" y="2514818"/>
            <a:ext cx="2172335" cy="1033144"/>
          </a:xfrm>
          <a:custGeom>
            <a:avLst/>
            <a:gdLst/>
            <a:ahLst/>
            <a:cxnLst/>
            <a:rect l="l" t="t" r="r" b="b"/>
            <a:pathLst>
              <a:path w="2172335" h="1033145">
                <a:moveTo>
                  <a:pt x="914781" y="32766"/>
                </a:moveTo>
                <a:lnTo>
                  <a:pt x="889863" y="26416"/>
                </a:lnTo>
                <a:lnTo>
                  <a:pt x="786257" y="0"/>
                </a:lnTo>
                <a:lnTo>
                  <a:pt x="825563" y="26949"/>
                </a:lnTo>
                <a:lnTo>
                  <a:pt x="0" y="61341"/>
                </a:lnTo>
                <a:lnTo>
                  <a:pt x="762" y="80391"/>
                </a:lnTo>
                <a:lnTo>
                  <a:pt x="826350" y="45999"/>
                </a:lnTo>
                <a:lnTo>
                  <a:pt x="789432" y="76073"/>
                </a:lnTo>
                <a:lnTo>
                  <a:pt x="914781" y="32766"/>
                </a:lnTo>
                <a:close/>
              </a:path>
              <a:path w="2172335" h="1033145">
                <a:moveTo>
                  <a:pt x="2172081" y="1032891"/>
                </a:moveTo>
                <a:lnTo>
                  <a:pt x="2148967" y="1015492"/>
                </a:lnTo>
                <a:lnTo>
                  <a:pt x="2066163" y="953135"/>
                </a:lnTo>
                <a:lnTo>
                  <a:pt x="2092020" y="993216"/>
                </a:lnTo>
                <a:lnTo>
                  <a:pt x="32258" y="233426"/>
                </a:lnTo>
                <a:lnTo>
                  <a:pt x="25654" y="251206"/>
                </a:lnTo>
                <a:lnTo>
                  <a:pt x="2085238" y="1011059"/>
                </a:lnTo>
                <a:lnTo>
                  <a:pt x="2039747" y="1024636"/>
                </a:lnTo>
                <a:lnTo>
                  <a:pt x="2172081" y="1032891"/>
                </a:lnTo>
                <a:close/>
              </a:path>
            </a:pathLst>
          </a:custGeom>
          <a:solidFill>
            <a:srgbClr val="FF9933"/>
          </a:solidFill>
        </p:spPr>
        <p:txBody>
          <a:bodyPr wrap="square" lIns="0" tIns="0" rIns="0" bIns="0" rtlCol="0"/>
          <a:lstStyle/>
          <a:p>
            <a:endParaRPr/>
          </a:p>
        </p:txBody>
      </p:sp>
      <p:sp>
        <p:nvSpPr>
          <p:cNvPr id="31" name="object 25">
            <a:extLst>
              <a:ext uri="{FF2B5EF4-FFF2-40B4-BE49-F238E27FC236}">
                <a16:creationId xmlns:a16="http://schemas.microsoft.com/office/drawing/2014/main" id="{83E3B2E0-76A6-4E54-9127-35116F5999BA}"/>
              </a:ext>
            </a:extLst>
          </p:cNvPr>
          <p:cNvSpPr txBox="1"/>
          <p:nvPr/>
        </p:nvSpPr>
        <p:spPr>
          <a:xfrm>
            <a:off x="7634903" y="4963937"/>
            <a:ext cx="2428875" cy="978535"/>
          </a:xfrm>
          <a:prstGeom prst="rect">
            <a:avLst/>
          </a:prstGeom>
        </p:spPr>
        <p:txBody>
          <a:bodyPr vert="horz" wrap="square" lIns="0" tIns="12700" rIns="0" bIns="0" rtlCol="0">
            <a:spAutoFit/>
          </a:bodyPr>
          <a:lstStyle/>
          <a:p>
            <a:pPr marL="12700" marR="5080" indent="205104">
              <a:lnSpc>
                <a:spcPct val="156300"/>
              </a:lnSpc>
              <a:spcBef>
                <a:spcPts val="100"/>
              </a:spcBef>
            </a:pPr>
            <a:r>
              <a:rPr sz="2000" b="1" dirty="0">
                <a:solidFill>
                  <a:srgbClr val="92D050"/>
                </a:solidFill>
                <a:latin typeface="Times New Roman"/>
                <a:cs typeface="Times New Roman"/>
              </a:rPr>
              <a:t>Depletion </a:t>
            </a:r>
            <a:r>
              <a:rPr sz="2000" b="1" spc="-5" dirty="0">
                <a:solidFill>
                  <a:srgbClr val="92D050"/>
                </a:solidFill>
                <a:latin typeface="Times New Roman"/>
                <a:cs typeface="Times New Roman"/>
              </a:rPr>
              <a:t>region  </a:t>
            </a:r>
            <a:r>
              <a:rPr sz="2000" b="1" dirty="0">
                <a:solidFill>
                  <a:srgbClr val="00FFCC"/>
                </a:solidFill>
                <a:latin typeface="Times New Roman"/>
                <a:cs typeface="Times New Roman"/>
              </a:rPr>
              <a:t>Recombination</a:t>
            </a:r>
            <a:r>
              <a:rPr sz="2000" b="1" spc="-105" dirty="0">
                <a:solidFill>
                  <a:srgbClr val="00FFCC"/>
                </a:solidFill>
                <a:latin typeface="Times New Roman"/>
                <a:cs typeface="Times New Roman"/>
              </a:rPr>
              <a:t> </a:t>
            </a:r>
            <a:r>
              <a:rPr sz="2000" b="1" spc="-5" dirty="0">
                <a:solidFill>
                  <a:srgbClr val="00FFCC"/>
                </a:solidFill>
                <a:latin typeface="Times New Roman"/>
                <a:cs typeface="Times New Roman"/>
              </a:rPr>
              <a:t>region</a:t>
            </a:r>
            <a:endParaRPr sz="2000">
              <a:latin typeface="Times New Roman"/>
              <a:cs typeface="Times New Roman"/>
            </a:endParaRPr>
          </a:p>
        </p:txBody>
      </p:sp>
      <p:grpSp>
        <p:nvGrpSpPr>
          <p:cNvPr id="32" name="object 26">
            <a:extLst>
              <a:ext uri="{FF2B5EF4-FFF2-40B4-BE49-F238E27FC236}">
                <a16:creationId xmlns:a16="http://schemas.microsoft.com/office/drawing/2014/main" id="{B2A29555-6C42-46F7-92B6-3832B6E4D159}"/>
              </a:ext>
            </a:extLst>
          </p:cNvPr>
          <p:cNvGrpSpPr/>
          <p:nvPr/>
        </p:nvGrpSpPr>
        <p:grpSpPr>
          <a:xfrm>
            <a:off x="5073059" y="4062060"/>
            <a:ext cx="2991485" cy="2571750"/>
            <a:chOff x="3829050" y="3819525"/>
            <a:chExt cx="2991485" cy="2571750"/>
          </a:xfrm>
        </p:grpSpPr>
        <p:sp>
          <p:nvSpPr>
            <p:cNvPr id="33" name="object 27">
              <a:extLst>
                <a:ext uri="{FF2B5EF4-FFF2-40B4-BE49-F238E27FC236}">
                  <a16:creationId xmlns:a16="http://schemas.microsoft.com/office/drawing/2014/main" id="{0CD85F63-9123-4583-8778-7033142EF13B}"/>
                </a:ext>
              </a:extLst>
            </p:cNvPr>
            <p:cNvSpPr/>
            <p:nvPr/>
          </p:nvSpPr>
          <p:spPr>
            <a:xfrm>
              <a:off x="4448175" y="5005450"/>
              <a:ext cx="2000885" cy="119380"/>
            </a:xfrm>
            <a:custGeom>
              <a:avLst/>
              <a:gdLst/>
              <a:ahLst/>
              <a:cxnLst/>
              <a:rect l="l" t="t" r="r" b="b"/>
              <a:pathLst>
                <a:path w="2000885" h="119379">
                  <a:moveTo>
                    <a:pt x="89234" y="27156"/>
                  </a:moveTo>
                  <a:lnTo>
                    <a:pt x="76200" y="36194"/>
                  </a:lnTo>
                  <a:lnTo>
                    <a:pt x="88528" y="46204"/>
                  </a:lnTo>
                  <a:lnTo>
                    <a:pt x="1999869" y="118999"/>
                  </a:lnTo>
                  <a:lnTo>
                    <a:pt x="2000630" y="99949"/>
                  </a:lnTo>
                  <a:lnTo>
                    <a:pt x="89234" y="27156"/>
                  </a:lnTo>
                  <a:close/>
                </a:path>
                <a:path w="2000885" h="119379">
                  <a:moveTo>
                    <a:pt x="128397" y="0"/>
                  </a:moveTo>
                  <a:lnTo>
                    <a:pt x="0" y="33274"/>
                  </a:lnTo>
                  <a:lnTo>
                    <a:pt x="125475" y="76200"/>
                  </a:lnTo>
                  <a:lnTo>
                    <a:pt x="88528" y="46204"/>
                  </a:lnTo>
                  <a:lnTo>
                    <a:pt x="75819" y="45719"/>
                  </a:lnTo>
                  <a:lnTo>
                    <a:pt x="76453" y="26669"/>
                  </a:lnTo>
                  <a:lnTo>
                    <a:pt x="89936" y="26669"/>
                  </a:lnTo>
                  <a:lnTo>
                    <a:pt x="128397" y="0"/>
                  </a:lnTo>
                  <a:close/>
                </a:path>
                <a:path w="2000885" h="119379">
                  <a:moveTo>
                    <a:pt x="76453" y="26669"/>
                  </a:moveTo>
                  <a:lnTo>
                    <a:pt x="75819" y="45719"/>
                  </a:lnTo>
                  <a:lnTo>
                    <a:pt x="88528" y="46204"/>
                  </a:lnTo>
                  <a:lnTo>
                    <a:pt x="76200" y="36194"/>
                  </a:lnTo>
                  <a:lnTo>
                    <a:pt x="89234" y="27156"/>
                  </a:lnTo>
                  <a:lnTo>
                    <a:pt x="76453" y="26669"/>
                  </a:lnTo>
                  <a:close/>
                </a:path>
                <a:path w="2000885" h="119379">
                  <a:moveTo>
                    <a:pt x="89936" y="26669"/>
                  </a:moveTo>
                  <a:lnTo>
                    <a:pt x="76453" y="26669"/>
                  </a:lnTo>
                  <a:lnTo>
                    <a:pt x="89234" y="27156"/>
                  </a:lnTo>
                  <a:lnTo>
                    <a:pt x="89936" y="26669"/>
                  </a:lnTo>
                  <a:close/>
                </a:path>
              </a:pathLst>
            </a:custGeom>
            <a:solidFill>
              <a:srgbClr val="92D050"/>
            </a:solidFill>
          </p:spPr>
          <p:txBody>
            <a:bodyPr wrap="square" lIns="0" tIns="0" rIns="0" bIns="0" rtlCol="0"/>
            <a:lstStyle/>
            <a:p>
              <a:endParaRPr/>
            </a:p>
          </p:txBody>
        </p:sp>
        <p:sp>
          <p:nvSpPr>
            <p:cNvPr id="34" name="object 28">
              <a:extLst>
                <a:ext uri="{FF2B5EF4-FFF2-40B4-BE49-F238E27FC236}">
                  <a16:creationId xmlns:a16="http://schemas.microsoft.com/office/drawing/2014/main" id="{D9497E40-28AF-42BE-8E82-34C2D21A3A79}"/>
                </a:ext>
              </a:extLst>
            </p:cNvPr>
            <p:cNvSpPr/>
            <p:nvPr/>
          </p:nvSpPr>
          <p:spPr>
            <a:xfrm>
              <a:off x="3829050" y="3819525"/>
              <a:ext cx="2991485" cy="504825"/>
            </a:xfrm>
            <a:custGeom>
              <a:avLst/>
              <a:gdLst/>
              <a:ahLst/>
              <a:cxnLst/>
              <a:rect l="l" t="t" r="r" b="b"/>
              <a:pathLst>
                <a:path w="2991484" h="504825">
                  <a:moveTo>
                    <a:pt x="88137" y="405764"/>
                  </a:moveTo>
                  <a:lnTo>
                    <a:pt x="0" y="504825"/>
                  </a:lnTo>
                  <a:lnTo>
                    <a:pt x="119568" y="472948"/>
                  </a:lnTo>
                  <a:lnTo>
                    <a:pt x="69850" y="472948"/>
                  </a:lnTo>
                  <a:lnTo>
                    <a:pt x="59944" y="456692"/>
                  </a:lnTo>
                  <a:lnTo>
                    <a:pt x="70693" y="450091"/>
                  </a:lnTo>
                  <a:lnTo>
                    <a:pt x="88137" y="405764"/>
                  </a:lnTo>
                  <a:close/>
                </a:path>
                <a:path w="2991484" h="504825">
                  <a:moveTo>
                    <a:pt x="64897" y="464819"/>
                  </a:moveTo>
                  <a:lnTo>
                    <a:pt x="69850" y="472948"/>
                  </a:lnTo>
                  <a:lnTo>
                    <a:pt x="80679" y="466277"/>
                  </a:lnTo>
                  <a:lnTo>
                    <a:pt x="64897" y="464819"/>
                  </a:lnTo>
                  <a:close/>
                </a:path>
                <a:path w="2991484" h="504825">
                  <a:moveTo>
                    <a:pt x="80679" y="466277"/>
                  </a:moveTo>
                  <a:lnTo>
                    <a:pt x="69850" y="472948"/>
                  </a:lnTo>
                  <a:lnTo>
                    <a:pt x="119568" y="472948"/>
                  </a:lnTo>
                  <a:lnTo>
                    <a:pt x="128142" y="470662"/>
                  </a:lnTo>
                  <a:lnTo>
                    <a:pt x="80679" y="466277"/>
                  </a:lnTo>
                  <a:close/>
                </a:path>
                <a:path w="2991484" h="504825">
                  <a:moveTo>
                    <a:pt x="2990342" y="0"/>
                  </a:moveTo>
                  <a:lnTo>
                    <a:pt x="1968500" y="57657"/>
                  </a:lnTo>
                  <a:lnTo>
                    <a:pt x="1567688" y="87502"/>
                  </a:lnTo>
                  <a:lnTo>
                    <a:pt x="1321562" y="110362"/>
                  </a:lnTo>
                  <a:lnTo>
                    <a:pt x="1206119" y="122808"/>
                  </a:lnTo>
                  <a:lnTo>
                    <a:pt x="1043813" y="143001"/>
                  </a:lnTo>
                  <a:lnTo>
                    <a:pt x="943483" y="157606"/>
                  </a:lnTo>
                  <a:lnTo>
                    <a:pt x="895730" y="165226"/>
                  </a:lnTo>
                  <a:lnTo>
                    <a:pt x="849884" y="173100"/>
                  </a:lnTo>
                  <a:lnTo>
                    <a:pt x="805561" y="181229"/>
                  </a:lnTo>
                  <a:lnTo>
                    <a:pt x="762888" y="189611"/>
                  </a:lnTo>
                  <a:lnTo>
                    <a:pt x="721867" y="198119"/>
                  </a:lnTo>
                  <a:lnTo>
                    <a:pt x="682244" y="206882"/>
                  </a:lnTo>
                  <a:lnTo>
                    <a:pt x="644271" y="215900"/>
                  </a:lnTo>
                  <a:lnTo>
                    <a:pt x="572388" y="234442"/>
                  </a:lnTo>
                  <a:lnTo>
                    <a:pt x="505713" y="253745"/>
                  </a:lnTo>
                  <a:lnTo>
                    <a:pt x="443864" y="273685"/>
                  </a:lnTo>
                  <a:lnTo>
                    <a:pt x="386461" y="294258"/>
                  </a:lnTo>
                  <a:lnTo>
                    <a:pt x="332994" y="315341"/>
                  </a:lnTo>
                  <a:lnTo>
                    <a:pt x="282955" y="337057"/>
                  </a:lnTo>
                  <a:lnTo>
                    <a:pt x="235965" y="359029"/>
                  </a:lnTo>
                  <a:lnTo>
                    <a:pt x="191770" y="381507"/>
                  </a:lnTo>
                  <a:lnTo>
                    <a:pt x="149733" y="404241"/>
                  </a:lnTo>
                  <a:lnTo>
                    <a:pt x="109347" y="427227"/>
                  </a:lnTo>
                  <a:lnTo>
                    <a:pt x="70693" y="450091"/>
                  </a:lnTo>
                  <a:lnTo>
                    <a:pt x="64897" y="464819"/>
                  </a:lnTo>
                  <a:lnTo>
                    <a:pt x="80679" y="466277"/>
                  </a:lnTo>
                  <a:lnTo>
                    <a:pt x="118872" y="443738"/>
                  </a:lnTo>
                  <a:lnTo>
                    <a:pt x="158750" y="421005"/>
                  </a:lnTo>
                  <a:lnTo>
                    <a:pt x="200405" y="398399"/>
                  </a:lnTo>
                  <a:lnTo>
                    <a:pt x="244221" y="376300"/>
                  </a:lnTo>
                  <a:lnTo>
                    <a:pt x="290702" y="354456"/>
                  </a:lnTo>
                  <a:lnTo>
                    <a:pt x="340105" y="333120"/>
                  </a:lnTo>
                  <a:lnTo>
                    <a:pt x="393064" y="312166"/>
                  </a:lnTo>
                  <a:lnTo>
                    <a:pt x="449961" y="291719"/>
                  </a:lnTo>
                  <a:lnTo>
                    <a:pt x="511175" y="272033"/>
                  </a:lnTo>
                  <a:lnTo>
                    <a:pt x="577214" y="252856"/>
                  </a:lnTo>
                  <a:lnTo>
                    <a:pt x="648588" y="234442"/>
                  </a:lnTo>
                  <a:lnTo>
                    <a:pt x="686435" y="225551"/>
                  </a:lnTo>
                  <a:lnTo>
                    <a:pt x="725677" y="216788"/>
                  </a:lnTo>
                  <a:lnTo>
                    <a:pt x="766445" y="208280"/>
                  </a:lnTo>
                  <a:lnTo>
                    <a:pt x="853059" y="191897"/>
                  </a:lnTo>
                  <a:lnTo>
                    <a:pt x="946276" y="176530"/>
                  </a:lnTo>
                  <a:lnTo>
                    <a:pt x="995426" y="169037"/>
                  </a:lnTo>
                  <a:lnTo>
                    <a:pt x="1098803" y="154939"/>
                  </a:lnTo>
                  <a:lnTo>
                    <a:pt x="1208277" y="141731"/>
                  </a:lnTo>
                  <a:lnTo>
                    <a:pt x="1323466" y="129286"/>
                  </a:lnTo>
                  <a:lnTo>
                    <a:pt x="1569212" y="106552"/>
                  </a:lnTo>
                  <a:lnTo>
                    <a:pt x="1969770" y="76707"/>
                  </a:lnTo>
                  <a:lnTo>
                    <a:pt x="2991357" y="19050"/>
                  </a:lnTo>
                  <a:lnTo>
                    <a:pt x="2990342" y="0"/>
                  </a:lnTo>
                  <a:close/>
                </a:path>
                <a:path w="2991484" h="504825">
                  <a:moveTo>
                    <a:pt x="70693" y="450091"/>
                  </a:moveTo>
                  <a:lnTo>
                    <a:pt x="59944" y="456692"/>
                  </a:lnTo>
                  <a:lnTo>
                    <a:pt x="64897" y="464819"/>
                  </a:lnTo>
                  <a:lnTo>
                    <a:pt x="70693" y="450091"/>
                  </a:lnTo>
                  <a:close/>
                </a:path>
              </a:pathLst>
            </a:custGeom>
            <a:solidFill>
              <a:srgbClr val="FF0000"/>
            </a:solidFill>
          </p:spPr>
          <p:txBody>
            <a:bodyPr wrap="square" lIns="0" tIns="0" rIns="0" bIns="0" rtlCol="0"/>
            <a:lstStyle/>
            <a:p>
              <a:endParaRPr/>
            </a:p>
          </p:txBody>
        </p:sp>
        <p:sp>
          <p:nvSpPr>
            <p:cNvPr id="35" name="object 29">
              <a:extLst>
                <a:ext uri="{FF2B5EF4-FFF2-40B4-BE49-F238E27FC236}">
                  <a16:creationId xmlns:a16="http://schemas.microsoft.com/office/drawing/2014/main" id="{C2B533C8-57F5-445E-886D-F22DC2115BFB}"/>
                </a:ext>
              </a:extLst>
            </p:cNvPr>
            <p:cNvSpPr/>
            <p:nvPr/>
          </p:nvSpPr>
          <p:spPr>
            <a:xfrm>
              <a:off x="4791075" y="5857875"/>
              <a:ext cx="152400" cy="533400"/>
            </a:xfrm>
            <a:custGeom>
              <a:avLst/>
              <a:gdLst/>
              <a:ahLst/>
              <a:cxnLst/>
              <a:rect l="l" t="t" r="r" b="b"/>
              <a:pathLst>
                <a:path w="152400" h="533400">
                  <a:moveTo>
                    <a:pt x="76200" y="152400"/>
                  </a:moveTo>
                  <a:lnTo>
                    <a:pt x="50800" y="186266"/>
                  </a:lnTo>
                  <a:lnTo>
                    <a:pt x="50800" y="533400"/>
                  </a:lnTo>
                  <a:lnTo>
                    <a:pt x="101600" y="533400"/>
                  </a:lnTo>
                  <a:lnTo>
                    <a:pt x="101600" y="186266"/>
                  </a:lnTo>
                  <a:lnTo>
                    <a:pt x="76200" y="152400"/>
                  </a:lnTo>
                  <a:close/>
                </a:path>
                <a:path w="152400" h="533400">
                  <a:moveTo>
                    <a:pt x="76200" y="0"/>
                  </a:moveTo>
                  <a:lnTo>
                    <a:pt x="0" y="254000"/>
                  </a:lnTo>
                  <a:lnTo>
                    <a:pt x="50800" y="186266"/>
                  </a:lnTo>
                  <a:lnTo>
                    <a:pt x="50800" y="152400"/>
                  </a:lnTo>
                  <a:lnTo>
                    <a:pt x="121920" y="152400"/>
                  </a:lnTo>
                  <a:lnTo>
                    <a:pt x="76200" y="0"/>
                  </a:lnTo>
                  <a:close/>
                </a:path>
                <a:path w="152400" h="533400">
                  <a:moveTo>
                    <a:pt x="121920" y="152400"/>
                  </a:moveTo>
                  <a:lnTo>
                    <a:pt x="101600" y="152400"/>
                  </a:lnTo>
                  <a:lnTo>
                    <a:pt x="101600" y="186266"/>
                  </a:lnTo>
                  <a:lnTo>
                    <a:pt x="152400" y="254000"/>
                  </a:lnTo>
                  <a:lnTo>
                    <a:pt x="121920" y="152400"/>
                  </a:lnTo>
                  <a:close/>
                </a:path>
                <a:path w="152400" h="533400">
                  <a:moveTo>
                    <a:pt x="76200" y="152400"/>
                  </a:moveTo>
                  <a:lnTo>
                    <a:pt x="50800" y="152400"/>
                  </a:lnTo>
                  <a:lnTo>
                    <a:pt x="50800" y="186266"/>
                  </a:lnTo>
                  <a:lnTo>
                    <a:pt x="76200" y="152400"/>
                  </a:lnTo>
                  <a:close/>
                </a:path>
                <a:path w="152400" h="533400">
                  <a:moveTo>
                    <a:pt x="101600" y="152400"/>
                  </a:moveTo>
                  <a:lnTo>
                    <a:pt x="76200" y="152400"/>
                  </a:lnTo>
                  <a:lnTo>
                    <a:pt x="101600" y="186266"/>
                  </a:lnTo>
                  <a:lnTo>
                    <a:pt x="101600" y="152400"/>
                  </a:lnTo>
                  <a:close/>
                </a:path>
              </a:pathLst>
            </a:custGeom>
            <a:solidFill>
              <a:srgbClr val="0000FF"/>
            </a:solidFill>
          </p:spPr>
          <p:txBody>
            <a:bodyPr wrap="square" lIns="0" tIns="0" rIns="0" bIns="0" rtlCol="0"/>
            <a:lstStyle/>
            <a:p>
              <a:endParaRPr/>
            </a:p>
          </p:txBody>
        </p:sp>
      </p:grpSp>
      <p:sp>
        <p:nvSpPr>
          <p:cNvPr id="37" name="object 31">
            <a:extLst>
              <a:ext uri="{FF2B5EF4-FFF2-40B4-BE49-F238E27FC236}">
                <a16:creationId xmlns:a16="http://schemas.microsoft.com/office/drawing/2014/main" id="{AE558E36-DF5C-420E-B66A-4DBB294CA68F}"/>
              </a:ext>
            </a:extLst>
          </p:cNvPr>
          <p:cNvSpPr txBox="1"/>
          <p:nvPr/>
        </p:nvSpPr>
        <p:spPr>
          <a:xfrm>
            <a:off x="4269784" y="1812000"/>
            <a:ext cx="373380" cy="299720"/>
          </a:xfrm>
          <a:prstGeom prst="rect">
            <a:avLst/>
          </a:prstGeom>
        </p:spPr>
        <p:txBody>
          <a:bodyPr vert="horz" wrap="square" lIns="0" tIns="12700" rIns="0" bIns="0" rtlCol="0">
            <a:spAutoFit/>
          </a:bodyPr>
          <a:lstStyle/>
          <a:p>
            <a:pPr marL="38100">
              <a:lnSpc>
                <a:spcPct val="100000"/>
              </a:lnSpc>
              <a:spcBef>
                <a:spcPts val="100"/>
              </a:spcBef>
            </a:pPr>
            <a:r>
              <a:rPr sz="2700" spc="-7" baseline="13888" dirty="0">
                <a:latin typeface="Arial"/>
                <a:cs typeface="Arial"/>
              </a:rPr>
              <a:t>p</a:t>
            </a:r>
            <a:r>
              <a:rPr sz="1200" spc="-5" dirty="0">
                <a:latin typeface="Arial"/>
                <a:cs typeface="Arial"/>
              </a:rPr>
              <a:t>p0</a:t>
            </a:r>
            <a:endParaRPr sz="1200">
              <a:latin typeface="Arial"/>
              <a:cs typeface="Arial"/>
            </a:endParaRPr>
          </a:p>
        </p:txBody>
      </p:sp>
      <p:sp>
        <p:nvSpPr>
          <p:cNvPr id="38" name="object 32">
            <a:extLst>
              <a:ext uri="{FF2B5EF4-FFF2-40B4-BE49-F238E27FC236}">
                <a16:creationId xmlns:a16="http://schemas.microsoft.com/office/drawing/2014/main" id="{4DEFA268-7B17-4A61-8152-EDAE04AFC39E}"/>
              </a:ext>
            </a:extLst>
          </p:cNvPr>
          <p:cNvSpPr txBox="1"/>
          <p:nvPr/>
        </p:nvSpPr>
        <p:spPr>
          <a:xfrm>
            <a:off x="6527462" y="1659600"/>
            <a:ext cx="373380" cy="299720"/>
          </a:xfrm>
          <a:prstGeom prst="rect">
            <a:avLst/>
          </a:prstGeom>
        </p:spPr>
        <p:txBody>
          <a:bodyPr vert="horz" wrap="square" lIns="0" tIns="12700" rIns="0" bIns="0" rtlCol="0">
            <a:spAutoFit/>
          </a:bodyPr>
          <a:lstStyle/>
          <a:p>
            <a:pPr marL="38100">
              <a:lnSpc>
                <a:spcPct val="100000"/>
              </a:lnSpc>
              <a:spcBef>
                <a:spcPts val="100"/>
              </a:spcBef>
            </a:pPr>
            <a:r>
              <a:rPr sz="2700" spc="-7" baseline="13888" dirty="0">
                <a:latin typeface="Arial"/>
                <a:cs typeface="Arial"/>
              </a:rPr>
              <a:t>n</a:t>
            </a:r>
            <a:r>
              <a:rPr sz="1200" spc="-5" dirty="0">
                <a:latin typeface="Arial"/>
                <a:cs typeface="Arial"/>
              </a:rPr>
              <a:t>n0</a:t>
            </a:r>
            <a:endParaRPr sz="12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40" name="Ink 39">
                <a:extLst>
                  <a:ext uri="{FF2B5EF4-FFF2-40B4-BE49-F238E27FC236}">
                    <a16:creationId xmlns:a16="http://schemas.microsoft.com/office/drawing/2014/main" id="{A2E3D955-8168-4880-BD54-4F844ACA63D2}"/>
                  </a:ext>
                </a:extLst>
              </p14:cNvPr>
              <p14:cNvContentPartPr/>
              <p14:nvPr/>
            </p14:nvContentPartPr>
            <p14:xfrm>
              <a:off x="4757040" y="2324160"/>
              <a:ext cx="2007720" cy="1639800"/>
            </p14:xfrm>
          </p:contentPart>
        </mc:Choice>
        <mc:Fallback xmlns="">
          <p:pic>
            <p:nvPicPr>
              <p:cNvPr id="40" name="Ink 39">
                <a:extLst>
                  <a:ext uri="{FF2B5EF4-FFF2-40B4-BE49-F238E27FC236}">
                    <a16:creationId xmlns:a16="http://schemas.microsoft.com/office/drawing/2014/main" id="{A2E3D955-8168-4880-BD54-4F844ACA63D2}"/>
                  </a:ext>
                </a:extLst>
              </p:cNvPr>
              <p:cNvPicPr/>
              <p:nvPr/>
            </p:nvPicPr>
            <p:blipFill>
              <a:blip r:embed="rId4"/>
              <a:stretch>
                <a:fillRect/>
              </a:stretch>
            </p:blipFill>
            <p:spPr>
              <a:xfrm>
                <a:off x="4747680" y="2314800"/>
                <a:ext cx="2026440" cy="1658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1" name="Ink 40">
                <a:extLst>
                  <a:ext uri="{FF2B5EF4-FFF2-40B4-BE49-F238E27FC236}">
                    <a16:creationId xmlns:a16="http://schemas.microsoft.com/office/drawing/2014/main" id="{7686DD72-2409-494F-B786-57EB45EDB557}"/>
                  </a:ext>
                </a:extLst>
              </p14:cNvPr>
              <p14:cNvContentPartPr/>
              <p14:nvPr/>
            </p14:nvContentPartPr>
            <p14:xfrm>
              <a:off x="144000" y="1685160"/>
              <a:ext cx="11836800" cy="3348720"/>
            </p14:xfrm>
          </p:contentPart>
        </mc:Choice>
        <mc:Fallback xmlns="">
          <p:pic>
            <p:nvPicPr>
              <p:cNvPr id="41" name="Ink 40">
                <a:extLst>
                  <a:ext uri="{FF2B5EF4-FFF2-40B4-BE49-F238E27FC236}">
                    <a16:creationId xmlns:a16="http://schemas.microsoft.com/office/drawing/2014/main" id="{7686DD72-2409-494F-B786-57EB45EDB557}"/>
                  </a:ext>
                </a:extLst>
              </p:cNvPr>
              <p:cNvPicPr/>
              <p:nvPr/>
            </p:nvPicPr>
            <p:blipFill>
              <a:blip r:embed="rId6"/>
              <a:stretch>
                <a:fillRect/>
              </a:stretch>
            </p:blipFill>
            <p:spPr>
              <a:xfrm>
                <a:off x="134640" y="1675800"/>
                <a:ext cx="11855520" cy="3367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E42636F4-5880-41A7-8C53-14DD14D3C9A3}"/>
                  </a:ext>
                </a:extLst>
              </p14:cNvPr>
              <p14:cNvContentPartPr/>
              <p14:nvPr/>
            </p14:nvContentPartPr>
            <p14:xfrm>
              <a:off x="4519440" y="1922760"/>
              <a:ext cx="4965480" cy="4257360"/>
            </p14:xfrm>
          </p:contentPart>
        </mc:Choice>
        <mc:Fallback xmlns="">
          <p:pic>
            <p:nvPicPr>
              <p:cNvPr id="2" name="Ink 1">
                <a:extLst>
                  <a:ext uri="{FF2B5EF4-FFF2-40B4-BE49-F238E27FC236}">
                    <a16:creationId xmlns:a16="http://schemas.microsoft.com/office/drawing/2014/main" id="{E42636F4-5880-41A7-8C53-14DD14D3C9A3}"/>
                  </a:ext>
                </a:extLst>
              </p:cNvPr>
              <p:cNvPicPr/>
              <p:nvPr/>
            </p:nvPicPr>
            <p:blipFill>
              <a:blip r:embed="rId8"/>
              <a:stretch>
                <a:fillRect/>
              </a:stretch>
            </p:blipFill>
            <p:spPr>
              <a:xfrm>
                <a:off x="4510080" y="1913400"/>
                <a:ext cx="4984200" cy="4276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BEB5982C-82A6-440A-9C61-D5BC2975F57C}"/>
                  </a:ext>
                </a:extLst>
              </p14:cNvPr>
              <p14:cNvContentPartPr/>
              <p14:nvPr/>
            </p14:nvContentPartPr>
            <p14:xfrm>
              <a:off x="6425280" y="2415600"/>
              <a:ext cx="3659040" cy="1525320"/>
            </p14:xfrm>
          </p:contentPart>
        </mc:Choice>
        <mc:Fallback xmlns="">
          <p:pic>
            <p:nvPicPr>
              <p:cNvPr id="3" name="Ink 2">
                <a:extLst>
                  <a:ext uri="{FF2B5EF4-FFF2-40B4-BE49-F238E27FC236}">
                    <a16:creationId xmlns:a16="http://schemas.microsoft.com/office/drawing/2014/main" id="{BEB5982C-82A6-440A-9C61-D5BC2975F57C}"/>
                  </a:ext>
                </a:extLst>
              </p:cNvPr>
              <p:cNvPicPr/>
              <p:nvPr/>
            </p:nvPicPr>
            <p:blipFill>
              <a:blip r:embed="rId10"/>
              <a:stretch>
                <a:fillRect/>
              </a:stretch>
            </p:blipFill>
            <p:spPr>
              <a:xfrm>
                <a:off x="6415920" y="2406240"/>
                <a:ext cx="3677760" cy="1544040"/>
              </a:xfrm>
              <a:prstGeom prst="rect">
                <a:avLst/>
              </a:prstGeom>
            </p:spPr>
          </p:pic>
        </mc:Fallback>
      </mc:AlternateContent>
    </p:spTree>
    <p:extLst>
      <p:ext uri="{BB962C8B-B14F-4D97-AF65-F5344CB8AC3E}">
        <p14:creationId xmlns:p14="http://schemas.microsoft.com/office/powerpoint/2010/main" val="2833116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89</a:t>
            </a:fld>
            <a:endParaRPr lang="en-IN"/>
          </a:p>
        </p:txBody>
      </p:sp>
      <p:sp>
        <p:nvSpPr>
          <p:cNvPr id="7" name="Rectangle 6">
            <a:extLst>
              <a:ext uri="{FF2B5EF4-FFF2-40B4-BE49-F238E27FC236}">
                <a16:creationId xmlns:a16="http://schemas.microsoft.com/office/drawing/2014/main" id="{DE1321DA-C8F9-4308-8948-CE1D8605ECC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6CE7A7B-475B-4C54-92B2-C6A3C8746E76}"/>
                  </a:ext>
                </a:extLst>
              </p14:cNvPr>
              <p14:cNvContentPartPr/>
              <p14:nvPr/>
            </p14:nvContentPartPr>
            <p14:xfrm>
              <a:off x="1956600" y="1219680"/>
              <a:ext cx="10202400" cy="5239440"/>
            </p14:xfrm>
          </p:contentPart>
        </mc:Choice>
        <mc:Fallback xmlns="">
          <p:pic>
            <p:nvPicPr>
              <p:cNvPr id="2" name="Ink 1">
                <a:extLst>
                  <a:ext uri="{FF2B5EF4-FFF2-40B4-BE49-F238E27FC236}">
                    <a16:creationId xmlns:a16="http://schemas.microsoft.com/office/drawing/2014/main" id="{A6CE7A7B-475B-4C54-92B2-C6A3C8746E76}"/>
                  </a:ext>
                </a:extLst>
              </p:cNvPr>
              <p:cNvPicPr/>
              <p:nvPr/>
            </p:nvPicPr>
            <p:blipFill>
              <a:blip r:embed="rId3"/>
              <a:stretch>
                <a:fillRect/>
              </a:stretch>
            </p:blipFill>
            <p:spPr>
              <a:xfrm>
                <a:off x="1947240" y="1210320"/>
                <a:ext cx="10221120" cy="5258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4976044-C3C8-4DA6-BCB8-FE587C3B8075}"/>
                  </a:ext>
                </a:extLst>
              </p14:cNvPr>
              <p14:cNvContentPartPr/>
              <p14:nvPr/>
            </p14:nvContentPartPr>
            <p14:xfrm>
              <a:off x="199080" y="2704680"/>
              <a:ext cx="11421720" cy="3722400"/>
            </p14:xfrm>
          </p:contentPart>
        </mc:Choice>
        <mc:Fallback xmlns="">
          <p:pic>
            <p:nvPicPr>
              <p:cNvPr id="3" name="Ink 2">
                <a:extLst>
                  <a:ext uri="{FF2B5EF4-FFF2-40B4-BE49-F238E27FC236}">
                    <a16:creationId xmlns:a16="http://schemas.microsoft.com/office/drawing/2014/main" id="{14976044-C3C8-4DA6-BCB8-FE587C3B8075}"/>
                  </a:ext>
                </a:extLst>
              </p:cNvPr>
              <p:cNvPicPr/>
              <p:nvPr/>
            </p:nvPicPr>
            <p:blipFill>
              <a:blip r:embed="rId5"/>
              <a:stretch>
                <a:fillRect/>
              </a:stretch>
            </p:blipFill>
            <p:spPr>
              <a:xfrm>
                <a:off x="189720" y="2695320"/>
                <a:ext cx="11440440" cy="3741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515C6666-74F1-44CF-8610-08F1630D4937}"/>
                  </a:ext>
                </a:extLst>
              </p14:cNvPr>
              <p14:cNvContentPartPr/>
              <p14:nvPr/>
            </p14:nvContentPartPr>
            <p14:xfrm>
              <a:off x="7163640" y="5026680"/>
              <a:ext cx="1450440" cy="803880"/>
            </p14:xfrm>
          </p:contentPart>
        </mc:Choice>
        <mc:Fallback xmlns="">
          <p:pic>
            <p:nvPicPr>
              <p:cNvPr id="8" name="Ink 7">
                <a:extLst>
                  <a:ext uri="{FF2B5EF4-FFF2-40B4-BE49-F238E27FC236}">
                    <a16:creationId xmlns:a16="http://schemas.microsoft.com/office/drawing/2014/main" id="{515C6666-74F1-44CF-8610-08F1630D4937}"/>
                  </a:ext>
                </a:extLst>
              </p:cNvPr>
              <p:cNvPicPr/>
              <p:nvPr/>
            </p:nvPicPr>
            <p:blipFill>
              <a:blip r:embed="rId7"/>
              <a:stretch>
                <a:fillRect/>
              </a:stretch>
            </p:blipFill>
            <p:spPr>
              <a:xfrm>
                <a:off x="7154280" y="5017320"/>
                <a:ext cx="1469160" cy="82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18FC695F-C4C8-4171-9A61-A5B1E199D71B}"/>
                  </a:ext>
                </a:extLst>
              </p14:cNvPr>
              <p14:cNvContentPartPr/>
              <p14:nvPr/>
            </p14:nvContentPartPr>
            <p14:xfrm>
              <a:off x="937440" y="2264040"/>
              <a:ext cx="10799640" cy="4107600"/>
            </p14:xfrm>
          </p:contentPart>
        </mc:Choice>
        <mc:Fallback xmlns="">
          <p:pic>
            <p:nvPicPr>
              <p:cNvPr id="9" name="Ink 8">
                <a:extLst>
                  <a:ext uri="{FF2B5EF4-FFF2-40B4-BE49-F238E27FC236}">
                    <a16:creationId xmlns:a16="http://schemas.microsoft.com/office/drawing/2014/main" id="{18FC695F-C4C8-4171-9A61-A5B1E199D71B}"/>
                  </a:ext>
                </a:extLst>
              </p:cNvPr>
              <p:cNvPicPr/>
              <p:nvPr/>
            </p:nvPicPr>
            <p:blipFill>
              <a:blip r:embed="rId9"/>
              <a:stretch>
                <a:fillRect/>
              </a:stretch>
            </p:blipFill>
            <p:spPr>
              <a:xfrm>
                <a:off x="928080" y="2254680"/>
                <a:ext cx="10818360" cy="4126320"/>
              </a:xfrm>
              <a:prstGeom prst="rect">
                <a:avLst/>
              </a:prstGeom>
            </p:spPr>
          </p:pic>
        </mc:Fallback>
      </mc:AlternateContent>
    </p:spTree>
    <p:extLst>
      <p:ext uri="{BB962C8B-B14F-4D97-AF65-F5344CB8AC3E}">
        <p14:creationId xmlns:p14="http://schemas.microsoft.com/office/powerpoint/2010/main" val="4237492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90</a:t>
            </a:fld>
            <a:endParaRPr lang="en-IN"/>
          </a:p>
        </p:txBody>
      </p:sp>
      <p:sp>
        <p:nvSpPr>
          <p:cNvPr id="7" name="Rectangle 6">
            <a:extLst>
              <a:ext uri="{FF2B5EF4-FFF2-40B4-BE49-F238E27FC236}">
                <a16:creationId xmlns:a16="http://schemas.microsoft.com/office/drawing/2014/main" id="{648449C9-CFCA-4E1F-A710-A40FAF6A9F9F}"/>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B8F51E6-7473-44A3-A15E-0237EFC9D61A}"/>
                  </a:ext>
                </a:extLst>
              </p14:cNvPr>
              <p14:cNvContentPartPr/>
              <p14:nvPr/>
            </p14:nvContentPartPr>
            <p14:xfrm>
              <a:off x="361800" y="1217520"/>
              <a:ext cx="11055600" cy="4229280"/>
            </p14:xfrm>
          </p:contentPart>
        </mc:Choice>
        <mc:Fallback xmlns="">
          <p:pic>
            <p:nvPicPr>
              <p:cNvPr id="2" name="Ink 1">
                <a:extLst>
                  <a:ext uri="{FF2B5EF4-FFF2-40B4-BE49-F238E27FC236}">
                    <a16:creationId xmlns:a16="http://schemas.microsoft.com/office/drawing/2014/main" id="{EB8F51E6-7473-44A3-A15E-0237EFC9D61A}"/>
                  </a:ext>
                </a:extLst>
              </p:cNvPr>
              <p:cNvPicPr/>
              <p:nvPr/>
            </p:nvPicPr>
            <p:blipFill>
              <a:blip r:embed="rId3"/>
              <a:stretch>
                <a:fillRect/>
              </a:stretch>
            </p:blipFill>
            <p:spPr>
              <a:xfrm>
                <a:off x="352440" y="1208160"/>
                <a:ext cx="11074320" cy="424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FA3F8E9-2757-423F-BB10-843E8AC85E06}"/>
                  </a:ext>
                </a:extLst>
              </p14:cNvPr>
              <p14:cNvContentPartPr/>
              <p14:nvPr/>
            </p14:nvContentPartPr>
            <p14:xfrm>
              <a:off x="7560" y="2574360"/>
              <a:ext cx="9261720" cy="3776760"/>
            </p14:xfrm>
          </p:contentPart>
        </mc:Choice>
        <mc:Fallback xmlns="">
          <p:pic>
            <p:nvPicPr>
              <p:cNvPr id="3" name="Ink 2">
                <a:extLst>
                  <a:ext uri="{FF2B5EF4-FFF2-40B4-BE49-F238E27FC236}">
                    <a16:creationId xmlns:a16="http://schemas.microsoft.com/office/drawing/2014/main" id="{0FA3F8E9-2757-423F-BB10-843E8AC85E06}"/>
                  </a:ext>
                </a:extLst>
              </p:cNvPr>
              <p:cNvPicPr/>
              <p:nvPr/>
            </p:nvPicPr>
            <p:blipFill>
              <a:blip r:embed="rId5"/>
              <a:stretch>
                <a:fillRect/>
              </a:stretch>
            </p:blipFill>
            <p:spPr>
              <a:xfrm>
                <a:off x="-1800" y="2565000"/>
                <a:ext cx="9280440" cy="3795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B73D981-5292-41A2-9C05-475BF87DD08D}"/>
                  </a:ext>
                </a:extLst>
              </p14:cNvPr>
              <p14:cNvContentPartPr/>
              <p14:nvPr/>
            </p14:nvContentPartPr>
            <p14:xfrm>
              <a:off x="1933200" y="1259280"/>
              <a:ext cx="8991360" cy="4828320"/>
            </p14:xfrm>
          </p:contentPart>
        </mc:Choice>
        <mc:Fallback xmlns="">
          <p:pic>
            <p:nvPicPr>
              <p:cNvPr id="8" name="Ink 7">
                <a:extLst>
                  <a:ext uri="{FF2B5EF4-FFF2-40B4-BE49-F238E27FC236}">
                    <a16:creationId xmlns:a16="http://schemas.microsoft.com/office/drawing/2014/main" id="{CB73D981-5292-41A2-9C05-475BF87DD08D}"/>
                  </a:ext>
                </a:extLst>
              </p:cNvPr>
              <p:cNvPicPr/>
              <p:nvPr/>
            </p:nvPicPr>
            <p:blipFill>
              <a:blip r:embed="rId7"/>
              <a:stretch>
                <a:fillRect/>
              </a:stretch>
            </p:blipFill>
            <p:spPr>
              <a:xfrm>
                <a:off x="1923840" y="1249920"/>
                <a:ext cx="9010080" cy="4847040"/>
              </a:xfrm>
              <a:prstGeom prst="rect">
                <a:avLst/>
              </a:prstGeom>
            </p:spPr>
          </p:pic>
        </mc:Fallback>
      </mc:AlternateContent>
    </p:spTree>
    <p:extLst>
      <p:ext uri="{BB962C8B-B14F-4D97-AF65-F5344CB8AC3E}">
        <p14:creationId xmlns:p14="http://schemas.microsoft.com/office/powerpoint/2010/main" val="27045751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91</a:t>
            </a:fld>
            <a:endParaRPr lang="en-IN"/>
          </a:p>
        </p:txBody>
      </p:sp>
      <p:sp>
        <p:nvSpPr>
          <p:cNvPr id="7" name="Rectangle 6">
            <a:extLst>
              <a:ext uri="{FF2B5EF4-FFF2-40B4-BE49-F238E27FC236}">
                <a16:creationId xmlns:a16="http://schemas.microsoft.com/office/drawing/2014/main" id="{6B6E57EB-322B-4F8D-911E-6EB14C70A022}"/>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77A0618-C883-456A-9819-CCFCE8F76D92}"/>
                  </a:ext>
                </a:extLst>
              </p14:cNvPr>
              <p14:cNvContentPartPr/>
              <p14:nvPr/>
            </p14:nvContentPartPr>
            <p14:xfrm>
              <a:off x="1161360" y="1271160"/>
              <a:ext cx="10644840" cy="4708440"/>
            </p14:xfrm>
          </p:contentPart>
        </mc:Choice>
        <mc:Fallback xmlns="">
          <p:pic>
            <p:nvPicPr>
              <p:cNvPr id="2" name="Ink 1">
                <a:extLst>
                  <a:ext uri="{FF2B5EF4-FFF2-40B4-BE49-F238E27FC236}">
                    <a16:creationId xmlns:a16="http://schemas.microsoft.com/office/drawing/2014/main" id="{A77A0618-C883-456A-9819-CCFCE8F76D92}"/>
                  </a:ext>
                </a:extLst>
              </p:cNvPr>
              <p:cNvPicPr/>
              <p:nvPr/>
            </p:nvPicPr>
            <p:blipFill>
              <a:blip r:embed="rId3"/>
              <a:stretch>
                <a:fillRect/>
              </a:stretch>
            </p:blipFill>
            <p:spPr>
              <a:xfrm>
                <a:off x="1152000" y="1261800"/>
                <a:ext cx="10663560" cy="472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0683700-56AF-44BB-A778-46F03C110343}"/>
                  </a:ext>
                </a:extLst>
              </p14:cNvPr>
              <p14:cNvContentPartPr/>
              <p14:nvPr/>
            </p14:nvContentPartPr>
            <p14:xfrm>
              <a:off x="453600" y="2620440"/>
              <a:ext cx="11041920" cy="2874600"/>
            </p14:xfrm>
          </p:contentPart>
        </mc:Choice>
        <mc:Fallback xmlns="">
          <p:pic>
            <p:nvPicPr>
              <p:cNvPr id="3" name="Ink 2">
                <a:extLst>
                  <a:ext uri="{FF2B5EF4-FFF2-40B4-BE49-F238E27FC236}">
                    <a16:creationId xmlns:a16="http://schemas.microsoft.com/office/drawing/2014/main" id="{20683700-56AF-44BB-A778-46F03C110343}"/>
                  </a:ext>
                </a:extLst>
              </p:cNvPr>
              <p:cNvPicPr/>
              <p:nvPr/>
            </p:nvPicPr>
            <p:blipFill>
              <a:blip r:embed="rId5"/>
              <a:stretch>
                <a:fillRect/>
              </a:stretch>
            </p:blipFill>
            <p:spPr>
              <a:xfrm>
                <a:off x="444240" y="2611080"/>
                <a:ext cx="11060640" cy="2893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6C98F9FC-6DB2-4484-8624-F04E50FD03E0}"/>
                  </a:ext>
                </a:extLst>
              </p14:cNvPr>
              <p14:cNvContentPartPr/>
              <p14:nvPr/>
            </p14:nvContentPartPr>
            <p14:xfrm>
              <a:off x="1273320" y="1501200"/>
              <a:ext cx="9481680" cy="4082040"/>
            </p14:xfrm>
          </p:contentPart>
        </mc:Choice>
        <mc:Fallback xmlns="">
          <p:pic>
            <p:nvPicPr>
              <p:cNvPr id="8" name="Ink 7">
                <a:extLst>
                  <a:ext uri="{FF2B5EF4-FFF2-40B4-BE49-F238E27FC236}">
                    <a16:creationId xmlns:a16="http://schemas.microsoft.com/office/drawing/2014/main" id="{6C98F9FC-6DB2-4484-8624-F04E50FD03E0}"/>
                  </a:ext>
                </a:extLst>
              </p:cNvPr>
              <p:cNvPicPr/>
              <p:nvPr/>
            </p:nvPicPr>
            <p:blipFill>
              <a:blip r:embed="rId7"/>
              <a:stretch>
                <a:fillRect/>
              </a:stretch>
            </p:blipFill>
            <p:spPr>
              <a:xfrm>
                <a:off x="1263960" y="1491840"/>
                <a:ext cx="9500400" cy="4100760"/>
              </a:xfrm>
              <a:prstGeom prst="rect">
                <a:avLst/>
              </a:prstGeom>
            </p:spPr>
          </p:pic>
        </mc:Fallback>
      </mc:AlternateContent>
    </p:spTree>
    <p:extLst>
      <p:ext uri="{BB962C8B-B14F-4D97-AF65-F5344CB8AC3E}">
        <p14:creationId xmlns:p14="http://schemas.microsoft.com/office/powerpoint/2010/main" val="11563826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92</a:t>
            </a:fld>
            <a:endParaRPr lang="en-IN"/>
          </a:p>
        </p:txBody>
      </p:sp>
      <p:sp>
        <p:nvSpPr>
          <p:cNvPr id="7" name="Rectangle 6">
            <a:extLst>
              <a:ext uri="{FF2B5EF4-FFF2-40B4-BE49-F238E27FC236}">
                <a16:creationId xmlns:a16="http://schemas.microsoft.com/office/drawing/2014/main" id="{6B6E57EB-322B-4F8D-911E-6EB14C70A022}"/>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693D6EA-B8F4-45B2-9715-CA792B92131C}"/>
                  </a:ext>
                </a:extLst>
              </p14:cNvPr>
              <p14:cNvContentPartPr/>
              <p14:nvPr/>
            </p14:nvContentPartPr>
            <p14:xfrm>
              <a:off x="2921760" y="1368360"/>
              <a:ext cx="6045120" cy="1399320"/>
            </p14:xfrm>
          </p:contentPart>
        </mc:Choice>
        <mc:Fallback xmlns="">
          <p:pic>
            <p:nvPicPr>
              <p:cNvPr id="2" name="Ink 1">
                <a:extLst>
                  <a:ext uri="{FF2B5EF4-FFF2-40B4-BE49-F238E27FC236}">
                    <a16:creationId xmlns:a16="http://schemas.microsoft.com/office/drawing/2014/main" id="{6693D6EA-B8F4-45B2-9715-CA792B92131C}"/>
                  </a:ext>
                </a:extLst>
              </p:cNvPr>
              <p:cNvPicPr/>
              <p:nvPr/>
            </p:nvPicPr>
            <p:blipFill>
              <a:blip r:embed="rId3"/>
              <a:stretch>
                <a:fillRect/>
              </a:stretch>
            </p:blipFill>
            <p:spPr>
              <a:xfrm>
                <a:off x="2912400" y="1359000"/>
                <a:ext cx="6063840" cy="1418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8AE6BCF-9DC4-4B47-8526-ADA010875B1E}"/>
                  </a:ext>
                </a:extLst>
              </p14:cNvPr>
              <p14:cNvContentPartPr/>
              <p14:nvPr/>
            </p14:nvContentPartPr>
            <p14:xfrm>
              <a:off x="1113120" y="1529640"/>
              <a:ext cx="8898120" cy="4471920"/>
            </p14:xfrm>
          </p:contentPart>
        </mc:Choice>
        <mc:Fallback xmlns="">
          <p:pic>
            <p:nvPicPr>
              <p:cNvPr id="3" name="Ink 2">
                <a:extLst>
                  <a:ext uri="{FF2B5EF4-FFF2-40B4-BE49-F238E27FC236}">
                    <a16:creationId xmlns:a16="http://schemas.microsoft.com/office/drawing/2014/main" id="{48AE6BCF-9DC4-4B47-8526-ADA010875B1E}"/>
                  </a:ext>
                </a:extLst>
              </p:cNvPr>
              <p:cNvPicPr/>
              <p:nvPr/>
            </p:nvPicPr>
            <p:blipFill>
              <a:blip r:embed="rId5"/>
              <a:stretch>
                <a:fillRect/>
              </a:stretch>
            </p:blipFill>
            <p:spPr>
              <a:xfrm>
                <a:off x="1103760" y="1520280"/>
                <a:ext cx="8916840" cy="4490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14E626AE-CA9C-4A2B-88D4-760CB17DA106}"/>
                  </a:ext>
                </a:extLst>
              </p14:cNvPr>
              <p14:cNvContentPartPr/>
              <p14:nvPr/>
            </p14:nvContentPartPr>
            <p14:xfrm>
              <a:off x="5331960" y="1864800"/>
              <a:ext cx="5706360" cy="1998000"/>
            </p14:xfrm>
          </p:contentPart>
        </mc:Choice>
        <mc:Fallback xmlns="">
          <p:pic>
            <p:nvPicPr>
              <p:cNvPr id="8" name="Ink 7">
                <a:extLst>
                  <a:ext uri="{FF2B5EF4-FFF2-40B4-BE49-F238E27FC236}">
                    <a16:creationId xmlns:a16="http://schemas.microsoft.com/office/drawing/2014/main" id="{14E626AE-CA9C-4A2B-88D4-760CB17DA106}"/>
                  </a:ext>
                </a:extLst>
              </p:cNvPr>
              <p:cNvPicPr/>
              <p:nvPr/>
            </p:nvPicPr>
            <p:blipFill>
              <a:blip r:embed="rId7"/>
              <a:stretch>
                <a:fillRect/>
              </a:stretch>
            </p:blipFill>
            <p:spPr>
              <a:xfrm>
                <a:off x="5322600" y="1855440"/>
                <a:ext cx="5725080" cy="2016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DFCC5D92-3E30-4F03-AC7D-7363C1A4F42E}"/>
                  </a:ext>
                </a:extLst>
              </p14:cNvPr>
              <p14:cNvContentPartPr/>
              <p14:nvPr/>
            </p14:nvContentPartPr>
            <p14:xfrm>
              <a:off x="3670200" y="3566520"/>
              <a:ext cx="3629160" cy="2442240"/>
            </p14:xfrm>
          </p:contentPart>
        </mc:Choice>
        <mc:Fallback xmlns="">
          <p:pic>
            <p:nvPicPr>
              <p:cNvPr id="9" name="Ink 8">
                <a:extLst>
                  <a:ext uri="{FF2B5EF4-FFF2-40B4-BE49-F238E27FC236}">
                    <a16:creationId xmlns:a16="http://schemas.microsoft.com/office/drawing/2014/main" id="{DFCC5D92-3E30-4F03-AC7D-7363C1A4F42E}"/>
                  </a:ext>
                </a:extLst>
              </p:cNvPr>
              <p:cNvPicPr/>
              <p:nvPr/>
            </p:nvPicPr>
            <p:blipFill>
              <a:blip r:embed="rId9"/>
              <a:stretch>
                <a:fillRect/>
              </a:stretch>
            </p:blipFill>
            <p:spPr>
              <a:xfrm>
                <a:off x="3660840" y="3557160"/>
                <a:ext cx="3647880" cy="2460960"/>
              </a:xfrm>
              <a:prstGeom prst="rect">
                <a:avLst/>
              </a:prstGeom>
            </p:spPr>
          </p:pic>
        </mc:Fallback>
      </mc:AlternateContent>
    </p:spTree>
    <p:extLst>
      <p:ext uri="{BB962C8B-B14F-4D97-AF65-F5344CB8AC3E}">
        <p14:creationId xmlns:p14="http://schemas.microsoft.com/office/powerpoint/2010/main" val="5535448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93</a:t>
            </a:fld>
            <a:endParaRPr lang="en-IN"/>
          </a:p>
        </p:txBody>
      </p:sp>
      <p:sp>
        <p:nvSpPr>
          <p:cNvPr id="7" name="Rectangle 6">
            <a:extLst>
              <a:ext uri="{FF2B5EF4-FFF2-40B4-BE49-F238E27FC236}">
                <a16:creationId xmlns:a16="http://schemas.microsoft.com/office/drawing/2014/main" id="{6B6E57EB-322B-4F8D-911E-6EB14C70A022}"/>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367B132-421C-43BD-AAE4-D4B2188AE18B}"/>
                  </a:ext>
                </a:extLst>
              </p14:cNvPr>
              <p14:cNvContentPartPr/>
              <p14:nvPr/>
            </p14:nvContentPartPr>
            <p14:xfrm>
              <a:off x="1869120" y="1528920"/>
              <a:ext cx="5748840" cy="4711680"/>
            </p14:xfrm>
          </p:contentPart>
        </mc:Choice>
        <mc:Fallback xmlns="">
          <p:pic>
            <p:nvPicPr>
              <p:cNvPr id="2" name="Ink 1">
                <a:extLst>
                  <a:ext uri="{FF2B5EF4-FFF2-40B4-BE49-F238E27FC236}">
                    <a16:creationId xmlns:a16="http://schemas.microsoft.com/office/drawing/2014/main" id="{5367B132-421C-43BD-AAE4-D4B2188AE18B}"/>
                  </a:ext>
                </a:extLst>
              </p:cNvPr>
              <p:cNvPicPr/>
              <p:nvPr/>
            </p:nvPicPr>
            <p:blipFill>
              <a:blip r:embed="rId3"/>
              <a:stretch>
                <a:fillRect/>
              </a:stretch>
            </p:blipFill>
            <p:spPr>
              <a:xfrm>
                <a:off x="1859760" y="1519560"/>
                <a:ext cx="5767560" cy="473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E3A1CEA-D187-4603-B421-C89F3FE3432E}"/>
                  </a:ext>
                </a:extLst>
              </p14:cNvPr>
              <p14:cNvContentPartPr/>
              <p14:nvPr/>
            </p14:nvContentPartPr>
            <p14:xfrm>
              <a:off x="5232600" y="1551240"/>
              <a:ext cx="6931800" cy="2269800"/>
            </p14:xfrm>
          </p:contentPart>
        </mc:Choice>
        <mc:Fallback xmlns="">
          <p:pic>
            <p:nvPicPr>
              <p:cNvPr id="3" name="Ink 2">
                <a:extLst>
                  <a:ext uri="{FF2B5EF4-FFF2-40B4-BE49-F238E27FC236}">
                    <a16:creationId xmlns:a16="http://schemas.microsoft.com/office/drawing/2014/main" id="{4E3A1CEA-D187-4603-B421-C89F3FE3432E}"/>
                  </a:ext>
                </a:extLst>
              </p:cNvPr>
              <p:cNvPicPr/>
              <p:nvPr/>
            </p:nvPicPr>
            <p:blipFill>
              <a:blip r:embed="rId5"/>
              <a:stretch>
                <a:fillRect/>
              </a:stretch>
            </p:blipFill>
            <p:spPr>
              <a:xfrm>
                <a:off x="5223240" y="1541880"/>
                <a:ext cx="6950520" cy="2288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26014731-D32C-4EB8-A25A-552A1E3D4627}"/>
                  </a:ext>
                </a:extLst>
              </p14:cNvPr>
              <p14:cNvContentPartPr/>
              <p14:nvPr/>
            </p14:nvContentPartPr>
            <p14:xfrm>
              <a:off x="3383280" y="1583280"/>
              <a:ext cx="8741160" cy="4669920"/>
            </p14:xfrm>
          </p:contentPart>
        </mc:Choice>
        <mc:Fallback xmlns="">
          <p:pic>
            <p:nvPicPr>
              <p:cNvPr id="8" name="Ink 7">
                <a:extLst>
                  <a:ext uri="{FF2B5EF4-FFF2-40B4-BE49-F238E27FC236}">
                    <a16:creationId xmlns:a16="http://schemas.microsoft.com/office/drawing/2014/main" id="{26014731-D32C-4EB8-A25A-552A1E3D4627}"/>
                  </a:ext>
                </a:extLst>
              </p:cNvPr>
              <p:cNvPicPr/>
              <p:nvPr/>
            </p:nvPicPr>
            <p:blipFill>
              <a:blip r:embed="rId7"/>
              <a:stretch>
                <a:fillRect/>
              </a:stretch>
            </p:blipFill>
            <p:spPr>
              <a:xfrm>
                <a:off x="3373920" y="1573920"/>
                <a:ext cx="8759880" cy="4688640"/>
              </a:xfrm>
              <a:prstGeom prst="rect">
                <a:avLst/>
              </a:prstGeom>
            </p:spPr>
          </p:pic>
        </mc:Fallback>
      </mc:AlternateContent>
    </p:spTree>
    <p:extLst>
      <p:ext uri="{BB962C8B-B14F-4D97-AF65-F5344CB8AC3E}">
        <p14:creationId xmlns:p14="http://schemas.microsoft.com/office/powerpoint/2010/main" val="31706867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94</a:t>
            </a:fld>
            <a:endParaRPr lang="en-IN"/>
          </a:p>
        </p:txBody>
      </p:sp>
      <p:sp>
        <p:nvSpPr>
          <p:cNvPr id="7" name="Rectangle 6">
            <a:extLst>
              <a:ext uri="{FF2B5EF4-FFF2-40B4-BE49-F238E27FC236}">
                <a16:creationId xmlns:a16="http://schemas.microsoft.com/office/drawing/2014/main" id="{9CABDFD6-96C3-4F3C-A5C0-75FEAAA159D9}"/>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55C10C1-496A-4D08-AF92-367F1147E5F0}"/>
                  </a:ext>
                </a:extLst>
              </p14:cNvPr>
              <p14:cNvContentPartPr/>
              <p14:nvPr/>
            </p14:nvContentPartPr>
            <p14:xfrm>
              <a:off x="2338920" y="1482120"/>
              <a:ext cx="8422200" cy="4132080"/>
            </p14:xfrm>
          </p:contentPart>
        </mc:Choice>
        <mc:Fallback xmlns="">
          <p:pic>
            <p:nvPicPr>
              <p:cNvPr id="2" name="Ink 1">
                <a:extLst>
                  <a:ext uri="{FF2B5EF4-FFF2-40B4-BE49-F238E27FC236}">
                    <a16:creationId xmlns:a16="http://schemas.microsoft.com/office/drawing/2014/main" id="{455C10C1-496A-4D08-AF92-367F1147E5F0}"/>
                  </a:ext>
                </a:extLst>
              </p:cNvPr>
              <p:cNvPicPr/>
              <p:nvPr/>
            </p:nvPicPr>
            <p:blipFill>
              <a:blip r:embed="rId3"/>
              <a:stretch>
                <a:fillRect/>
              </a:stretch>
            </p:blipFill>
            <p:spPr>
              <a:xfrm>
                <a:off x="2329560" y="1472760"/>
                <a:ext cx="8440920" cy="4150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91DA844-FC53-4504-BB19-89FD0B28CBED}"/>
                  </a:ext>
                </a:extLst>
              </p14:cNvPr>
              <p14:cNvContentPartPr/>
              <p14:nvPr/>
            </p14:nvContentPartPr>
            <p14:xfrm>
              <a:off x="1880640" y="4442040"/>
              <a:ext cx="5040000" cy="1453320"/>
            </p14:xfrm>
          </p:contentPart>
        </mc:Choice>
        <mc:Fallback xmlns="">
          <p:pic>
            <p:nvPicPr>
              <p:cNvPr id="3" name="Ink 2">
                <a:extLst>
                  <a:ext uri="{FF2B5EF4-FFF2-40B4-BE49-F238E27FC236}">
                    <a16:creationId xmlns:a16="http://schemas.microsoft.com/office/drawing/2014/main" id="{091DA844-FC53-4504-BB19-89FD0B28CBED}"/>
                  </a:ext>
                </a:extLst>
              </p:cNvPr>
              <p:cNvPicPr/>
              <p:nvPr/>
            </p:nvPicPr>
            <p:blipFill>
              <a:blip r:embed="rId5"/>
              <a:stretch>
                <a:fillRect/>
              </a:stretch>
            </p:blipFill>
            <p:spPr>
              <a:xfrm>
                <a:off x="1871280" y="4432680"/>
                <a:ext cx="5058720" cy="1472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8FEBC50-2DAB-4C65-9086-A6BF15325EF4}"/>
                  </a:ext>
                </a:extLst>
              </p14:cNvPr>
              <p14:cNvContentPartPr/>
              <p14:nvPr/>
            </p14:nvContentPartPr>
            <p14:xfrm>
              <a:off x="4898520" y="4398840"/>
              <a:ext cx="477000" cy="1101960"/>
            </p14:xfrm>
          </p:contentPart>
        </mc:Choice>
        <mc:Fallback xmlns="">
          <p:pic>
            <p:nvPicPr>
              <p:cNvPr id="8" name="Ink 7">
                <a:extLst>
                  <a:ext uri="{FF2B5EF4-FFF2-40B4-BE49-F238E27FC236}">
                    <a16:creationId xmlns:a16="http://schemas.microsoft.com/office/drawing/2014/main" id="{B8FEBC50-2DAB-4C65-9086-A6BF15325EF4}"/>
                  </a:ext>
                </a:extLst>
              </p:cNvPr>
              <p:cNvPicPr/>
              <p:nvPr/>
            </p:nvPicPr>
            <p:blipFill>
              <a:blip r:embed="rId7"/>
              <a:stretch>
                <a:fillRect/>
              </a:stretch>
            </p:blipFill>
            <p:spPr>
              <a:xfrm>
                <a:off x="4889160" y="4389480"/>
                <a:ext cx="495720" cy="112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A576E01B-FB97-465C-ACF9-8D4A8FCD2CAC}"/>
                  </a:ext>
                </a:extLst>
              </p14:cNvPr>
              <p14:cNvContentPartPr/>
              <p14:nvPr/>
            </p14:nvContentPartPr>
            <p14:xfrm>
              <a:off x="2518200" y="1902960"/>
              <a:ext cx="7574760" cy="3522600"/>
            </p14:xfrm>
          </p:contentPart>
        </mc:Choice>
        <mc:Fallback xmlns="">
          <p:pic>
            <p:nvPicPr>
              <p:cNvPr id="9" name="Ink 8">
                <a:extLst>
                  <a:ext uri="{FF2B5EF4-FFF2-40B4-BE49-F238E27FC236}">
                    <a16:creationId xmlns:a16="http://schemas.microsoft.com/office/drawing/2014/main" id="{A576E01B-FB97-465C-ACF9-8D4A8FCD2CAC}"/>
                  </a:ext>
                </a:extLst>
              </p:cNvPr>
              <p:cNvPicPr/>
              <p:nvPr/>
            </p:nvPicPr>
            <p:blipFill>
              <a:blip r:embed="rId9"/>
              <a:stretch>
                <a:fillRect/>
              </a:stretch>
            </p:blipFill>
            <p:spPr>
              <a:xfrm>
                <a:off x="2508840" y="1893600"/>
                <a:ext cx="7593480" cy="3541320"/>
              </a:xfrm>
              <a:prstGeom prst="rect">
                <a:avLst/>
              </a:prstGeom>
            </p:spPr>
          </p:pic>
        </mc:Fallback>
      </mc:AlternateContent>
    </p:spTree>
    <p:extLst>
      <p:ext uri="{BB962C8B-B14F-4D97-AF65-F5344CB8AC3E}">
        <p14:creationId xmlns:p14="http://schemas.microsoft.com/office/powerpoint/2010/main" val="30491929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95</a:t>
            </a:fld>
            <a:endParaRPr lang="en-IN"/>
          </a:p>
        </p:txBody>
      </p:sp>
      <p:sp>
        <p:nvSpPr>
          <p:cNvPr id="7" name="Rectangle 6">
            <a:extLst>
              <a:ext uri="{FF2B5EF4-FFF2-40B4-BE49-F238E27FC236}">
                <a16:creationId xmlns:a16="http://schemas.microsoft.com/office/drawing/2014/main" id="{9CABDFD6-96C3-4F3C-A5C0-75FEAAA159D9}"/>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Current Components in a PN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CF3096D-1AFB-4EDD-9268-6938D8ADB551}"/>
                  </a:ext>
                </a:extLst>
              </p14:cNvPr>
              <p14:cNvContentPartPr/>
              <p14:nvPr/>
            </p14:nvContentPartPr>
            <p14:xfrm>
              <a:off x="2607480" y="1104480"/>
              <a:ext cx="7286760" cy="2384280"/>
            </p14:xfrm>
          </p:contentPart>
        </mc:Choice>
        <mc:Fallback xmlns="">
          <p:pic>
            <p:nvPicPr>
              <p:cNvPr id="2" name="Ink 1">
                <a:extLst>
                  <a:ext uri="{FF2B5EF4-FFF2-40B4-BE49-F238E27FC236}">
                    <a16:creationId xmlns:a16="http://schemas.microsoft.com/office/drawing/2014/main" id="{CCF3096D-1AFB-4EDD-9268-6938D8ADB551}"/>
                  </a:ext>
                </a:extLst>
              </p:cNvPr>
              <p:cNvPicPr/>
              <p:nvPr/>
            </p:nvPicPr>
            <p:blipFill>
              <a:blip r:embed="rId3"/>
              <a:stretch>
                <a:fillRect/>
              </a:stretch>
            </p:blipFill>
            <p:spPr>
              <a:xfrm>
                <a:off x="2598120" y="1095120"/>
                <a:ext cx="7305480" cy="2403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E107D3FE-89BE-494A-A37D-5E494189445A}"/>
                  </a:ext>
                </a:extLst>
              </p14:cNvPr>
              <p14:cNvContentPartPr/>
              <p14:nvPr/>
            </p14:nvContentPartPr>
            <p14:xfrm>
              <a:off x="5835600" y="3008880"/>
              <a:ext cx="254520" cy="261360"/>
            </p14:xfrm>
          </p:contentPart>
        </mc:Choice>
        <mc:Fallback xmlns="">
          <p:pic>
            <p:nvPicPr>
              <p:cNvPr id="8" name="Ink 7">
                <a:extLst>
                  <a:ext uri="{FF2B5EF4-FFF2-40B4-BE49-F238E27FC236}">
                    <a16:creationId xmlns:a16="http://schemas.microsoft.com/office/drawing/2014/main" id="{E107D3FE-89BE-494A-A37D-5E494189445A}"/>
                  </a:ext>
                </a:extLst>
              </p:cNvPr>
              <p:cNvPicPr/>
              <p:nvPr/>
            </p:nvPicPr>
            <p:blipFill>
              <a:blip r:embed="rId5"/>
              <a:stretch>
                <a:fillRect/>
              </a:stretch>
            </p:blipFill>
            <p:spPr>
              <a:xfrm>
                <a:off x="5826240" y="2999520"/>
                <a:ext cx="2732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A0F4F45-767A-4659-A7C2-292DE29F42F7}"/>
                  </a:ext>
                </a:extLst>
              </p14:cNvPr>
              <p14:cNvContentPartPr/>
              <p14:nvPr/>
            </p14:nvContentPartPr>
            <p14:xfrm>
              <a:off x="2823480" y="1410120"/>
              <a:ext cx="4903200" cy="1925640"/>
            </p14:xfrm>
          </p:contentPart>
        </mc:Choice>
        <mc:Fallback xmlns="">
          <p:pic>
            <p:nvPicPr>
              <p:cNvPr id="3" name="Ink 2">
                <a:extLst>
                  <a:ext uri="{FF2B5EF4-FFF2-40B4-BE49-F238E27FC236}">
                    <a16:creationId xmlns:a16="http://schemas.microsoft.com/office/drawing/2014/main" id="{2A0F4F45-767A-4659-A7C2-292DE29F42F7}"/>
                  </a:ext>
                </a:extLst>
              </p:cNvPr>
              <p:cNvPicPr/>
              <p:nvPr/>
            </p:nvPicPr>
            <p:blipFill>
              <a:blip r:embed="rId7"/>
              <a:stretch>
                <a:fillRect/>
              </a:stretch>
            </p:blipFill>
            <p:spPr>
              <a:xfrm>
                <a:off x="2814120" y="1400760"/>
                <a:ext cx="4921920" cy="1944360"/>
              </a:xfrm>
              <a:prstGeom prst="rect">
                <a:avLst/>
              </a:prstGeom>
            </p:spPr>
          </p:pic>
        </mc:Fallback>
      </mc:AlternateContent>
    </p:spTree>
    <p:extLst>
      <p:ext uri="{BB962C8B-B14F-4D97-AF65-F5344CB8AC3E}">
        <p14:creationId xmlns:p14="http://schemas.microsoft.com/office/powerpoint/2010/main" val="6492864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96</a:t>
            </a:fld>
            <a:endParaRPr lang="en-IN"/>
          </a:p>
        </p:txBody>
      </p:sp>
      <p:sp>
        <p:nvSpPr>
          <p:cNvPr id="8" name="Rectangle 7">
            <a:extLst>
              <a:ext uri="{FF2B5EF4-FFF2-40B4-BE49-F238E27FC236}">
                <a16:creationId xmlns:a16="http://schemas.microsoft.com/office/drawing/2014/main" id="{388C7F41-E44C-4D55-87D8-E6899FC77D67}"/>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10" name="TextBox 9">
            <a:extLst>
              <a:ext uri="{FF2B5EF4-FFF2-40B4-BE49-F238E27FC236}">
                <a16:creationId xmlns:a16="http://schemas.microsoft.com/office/drawing/2014/main" id="{A15AFA7D-8B0F-41C5-ABFE-4BB65DBDC05B}"/>
              </a:ext>
            </a:extLst>
          </p:cNvPr>
          <p:cNvSpPr txBox="1"/>
          <p:nvPr/>
        </p:nvSpPr>
        <p:spPr>
          <a:xfrm>
            <a:off x="1250286" y="1173532"/>
            <a:ext cx="9449932" cy="156966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dirty="0"/>
              <a:t> </a:t>
            </a:r>
            <a:r>
              <a:rPr lang="en-US" sz="2400" dirty="0"/>
              <a:t>Voltage-ampere or </a:t>
            </a:r>
            <a:r>
              <a:rPr lang="en-US" sz="2400" i="1" dirty="0"/>
              <a:t>V-I </a:t>
            </a:r>
            <a:r>
              <a:rPr lang="en-US" sz="2400" dirty="0"/>
              <a:t>characteristic of a </a:t>
            </a:r>
            <a:r>
              <a:rPr lang="en-US" sz="2400" i="1" dirty="0"/>
              <a:t>pn-</a:t>
            </a:r>
            <a:r>
              <a:rPr lang="en-US" sz="2400" dirty="0"/>
              <a:t>junction diode (also called a </a:t>
            </a:r>
            <a:r>
              <a:rPr lang="en-US" sz="2400" i="1" dirty="0"/>
              <a:t>crystal or semiconductor diode</a:t>
            </a:r>
            <a:r>
              <a:rPr lang="en-US" sz="2400" dirty="0"/>
              <a:t>) is the curve between voltage across the junction and the circuit current.</a:t>
            </a:r>
          </a:p>
          <a:p>
            <a:pPr marL="342900" indent="-342900" algn="just">
              <a:buSzPct val="125000"/>
              <a:buFont typeface="Wingdings" panose="05000000000000000000" pitchFamily="2" charset="2"/>
              <a:buChar char="§"/>
            </a:pPr>
            <a:r>
              <a:rPr lang="en-US" sz="2400" dirty="0"/>
              <a:t> The analysis of the </a:t>
            </a:r>
            <a:r>
              <a:rPr lang="en-US" sz="2400" i="1" dirty="0"/>
              <a:t>V-I characteristics-curve </a:t>
            </a:r>
            <a:r>
              <a:rPr lang="en-US" sz="2400" dirty="0"/>
              <a:t>of a diode:</a:t>
            </a:r>
            <a:endParaRPr lang="en-US" sz="2400" i="1" dirty="0"/>
          </a:p>
        </p:txBody>
      </p:sp>
      <p:sp>
        <p:nvSpPr>
          <p:cNvPr id="11" name="TextBox 10">
            <a:extLst>
              <a:ext uri="{FF2B5EF4-FFF2-40B4-BE49-F238E27FC236}">
                <a16:creationId xmlns:a16="http://schemas.microsoft.com/office/drawing/2014/main" id="{F9EE3F15-9781-43D9-8C86-492E78E5A12B}"/>
              </a:ext>
            </a:extLst>
          </p:cNvPr>
          <p:cNvSpPr txBox="1"/>
          <p:nvPr/>
        </p:nvSpPr>
        <p:spPr>
          <a:xfrm>
            <a:off x="1638054" y="3155054"/>
            <a:ext cx="8610600" cy="2708434"/>
          </a:xfrm>
          <a:prstGeom prst="rect">
            <a:avLst/>
          </a:prstGeom>
          <a:noFill/>
        </p:spPr>
        <p:txBody>
          <a:bodyPr wrap="square" rtlCol="0">
            <a:spAutoFit/>
          </a:bodyPr>
          <a:lstStyle/>
          <a:p>
            <a:pPr marL="342900" indent="-342900">
              <a:lnSpc>
                <a:spcPct val="150000"/>
              </a:lnSpc>
              <a:buClr>
                <a:srgbClr val="0000FF"/>
              </a:buClr>
              <a:buSzPct val="125000"/>
              <a:buFont typeface="Wingdings" panose="05000000000000000000" pitchFamily="2" charset="2"/>
              <a:buChar char="§"/>
            </a:pPr>
            <a:r>
              <a:rPr lang="en-US" sz="2000" dirty="0"/>
              <a:t>Explains the forward-bias portion of the V-I characteristics-curve.</a:t>
            </a:r>
          </a:p>
          <a:p>
            <a:pPr marL="342900" indent="-342900">
              <a:lnSpc>
                <a:spcPct val="150000"/>
              </a:lnSpc>
              <a:buClr>
                <a:srgbClr val="0000FF"/>
              </a:buClr>
              <a:buSzPct val="125000"/>
              <a:buFont typeface="Wingdings" panose="05000000000000000000" pitchFamily="2" charset="2"/>
              <a:buChar char="§"/>
            </a:pPr>
            <a:r>
              <a:rPr lang="en-US" sz="2000" dirty="0"/>
              <a:t> Explains the reverse-bias portion of the V-I characteristics-curve.</a:t>
            </a:r>
          </a:p>
          <a:p>
            <a:pPr marL="342900" indent="-342900">
              <a:lnSpc>
                <a:spcPct val="150000"/>
              </a:lnSpc>
              <a:buClr>
                <a:srgbClr val="0000FF"/>
              </a:buClr>
              <a:buSzPct val="125000"/>
              <a:buFont typeface="Wingdings" panose="05000000000000000000" pitchFamily="2" charset="2"/>
              <a:buChar char="§"/>
            </a:pPr>
            <a:r>
              <a:rPr lang="en-US" sz="2000" dirty="0"/>
              <a:t> Identify the barrier-potential.</a:t>
            </a:r>
          </a:p>
          <a:p>
            <a:pPr marL="342900" indent="-342900">
              <a:lnSpc>
                <a:spcPct val="150000"/>
              </a:lnSpc>
              <a:buClr>
                <a:srgbClr val="0000FF"/>
              </a:buClr>
              <a:buSzPct val="125000"/>
              <a:buFont typeface="Wingdings" panose="05000000000000000000" pitchFamily="2" charset="2"/>
              <a:buChar char="§"/>
            </a:pPr>
            <a:r>
              <a:rPr lang="en-US" sz="2000" dirty="0"/>
              <a:t> Identify the breakdown-voltage</a:t>
            </a:r>
          </a:p>
          <a:p>
            <a:pPr marL="342900" indent="-342900">
              <a:lnSpc>
                <a:spcPct val="150000"/>
              </a:lnSpc>
              <a:buClr>
                <a:srgbClr val="0000FF"/>
              </a:buClr>
              <a:buSzPct val="125000"/>
              <a:buFont typeface="Wingdings" panose="05000000000000000000" pitchFamily="2" charset="2"/>
              <a:buChar char="§"/>
            </a:pPr>
            <a:r>
              <a:rPr lang="en-US" sz="2000" dirty="0"/>
              <a:t> Discuss the temperature effect on a diode.</a:t>
            </a:r>
          </a:p>
          <a:p>
            <a:pPr marL="342900" indent="-342900">
              <a:buClr>
                <a:srgbClr val="0000FF"/>
              </a:buClr>
              <a:buSzPct val="125000"/>
              <a:buFont typeface="Wingdings" panose="05000000000000000000" pitchFamily="2" charset="2"/>
              <a:buChar char="§"/>
            </a:pPr>
            <a:endParaRPr lang="en-US" sz="2000"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1C3E4F9-58C8-4CB2-B9A9-8675E24E6430}"/>
                  </a:ext>
                </a:extLst>
              </p14:cNvPr>
              <p14:cNvContentPartPr/>
              <p14:nvPr/>
            </p14:nvContentPartPr>
            <p14:xfrm>
              <a:off x="3420000" y="3600000"/>
              <a:ext cx="2849040" cy="1911600"/>
            </p14:xfrm>
          </p:contentPart>
        </mc:Choice>
        <mc:Fallback xmlns="">
          <p:pic>
            <p:nvPicPr>
              <p:cNvPr id="2" name="Ink 1">
                <a:extLst>
                  <a:ext uri="{FF2B5EF4-FFF2-40B4-BE49-F238E27FC236}">
                    <a16:creationId xmlns:a16="http://schemas.microsoft.com/office/drawing/2014/main" id="{31C3E4F9-58C8-4CB2-B9A9-8675E24E6430}"/>
                  </a:ext>
                </a:extLst>
              </p:cNvPr>
              <p:cNvPicPr/>
              <p:nvPr/>
            </p:nvPicPr>
            <p:blipFill>
              <a:blip r:embed="rId3"/>
              <a:stretch>
                <a:fillRect/>
              </a:stretch>
            </p:blipFill>
            <p:spPr>
              <a:xfrm>
                <a:off x="3410640" y="3590640"/>
                <a:ext cx="2867760" cy="1930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786E402-AC9B-4A16-A434-DB862C2C2152}"/>
                  </a:ext>
                </a:extLst>
              </p14:cNvPr>
              <p14:cNvContentPartPr/>
              <p14:nvPr/>
            </p14:nvContentPartPr>
            <p14:xfrm>
              <a:off x="6014880" y="3269160"/>
              <a:ext cx="3021480" cy="2047680"/>
            </p14:xfrm>
          </p:contentPart>
        </mc:Choice>
        <mc:Fallback xmlns="">
          <p:pic>
            <p:nvPicPr>
              <p:cNvPr id="3" name="Ink 2">
                <a:extLst>
                  <a:ext uri="{FF2B5EF4-FFF2-40B4-BE49-F238E27FC236}">
                    <a16:creationId xmlns:a16="http://schemas.microsoft.com/office/drawing/2014/main" id="{A786E402-AC9B-4A16-A434-DB862C2C2152}"/>
                  </a:ext>
                </a:extLst>
              </p:cNvPr>
              <p:cNvPicPr/>
              <p:nvPr/>
            </p:nvPicPr>
            <p:blipFill>
              <a:blip r:embed="rId5"/>
              <a:stretch>
                <a:fillRect/>
              </a:stretch>
            </p:blipFill>
            <p:spPr>
              <a:xfrm>
                <a:off x="6005520" y="3259800"/>
                <a:ext cx="3040200" cy="2066400"/>
              </a:xfrm>
              <a:prstGeom prst="rect">
                <a:avLst/>
              </a:prstGeom>
            </p:spPr>
          </p:pic>
        </mc:Fallback>
      </mc:AlternateContent>
    </p:spTree>
    <p:extLst>
      <p:ext uri="{BB962C8B-B14F-4D97-AF65-F5344CB8AC3E}">
        <p14:creationId xmlns:p14="http://schemas.microsoft.com/office/powerpoint/2010/main" val="42278207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97</a:t>
            </a:fld>
            <a:endParaRPr lang="en-IN"/>
          </a:p>
        </p:txBody>
      </p:sp>
      <p:sp>
        <p:nvSpPr>
          <p:cNvPr id="8" name="Rectangle 7">
            <a:extLst>
              <a:ext uri="{FF2B5EF4-FFF2-40B4-BE49-F238E27FC236}">
                <a16:creationId xmlns:a16="http://schemas.microsoft.com/office/drawing/2014/main" id="{D1E06AAE-BB21-4E94-A020-DBF30B4160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9" name="TextBox 8">
            <a:extLst>
              <a:ext uri="{FF2B5EF4-FFF2-40B4-BE49-F238E27FC236}">
                <a16:creationId xmlns:a16="http://schemas.microsoft.com/office/drawing/2014/main" id="{AB18AB07-D39F-4A05-B7CA-84EF071AFCFC}"/>
              </a:ext>
            </a:extLst>
          </p:cNvPr>
          <p:cNvSpPr txBox="1"/>
          <p:nvPr/>
        </p:nvSpPr>
        <p:spPr>
          <a:xfrm>
            <a:off x="1288952" y="1121735"/>
            <a:ext cx="9144000" cy="156966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Fig.1.3.1 shows the circuit arrangement for determining the </a:t>
            </a:r>
            <a:r>
              <a:rPr lang="en-US" sz="2400" i="1" dirty="0"/>
              <a:t>V-I </a:t>
            </a:r>
            <a:r>
              <a:rPr lang="en-US" sz="2400" dirty="0"/>
              <a:t>characteristics of a </a:t>
            </a:r>
            <a:r>
              <a:rPr lang="en-US" sz="2400" i="1" dirty="0"/>
              <a:t>pn </a:t>
            </a:r>
            <a:r>
              <a:rPr lang="en-US" sz="2400" dirty="0"/>
              <a:t>junction. </a:t>
            </a:r>
          </a:p>
          <a:p>
            <a:pPr marL="342900" indent="-342900" algn="just">
              <a:buSzPct val="125000"/>
              <a:buFont typeface="Wingdings" panose="05000000000000000000" pitchFamily="2" charset="2"/>
              <a:buChar char="§"/>
            </a:pPr>
            <a:r>
              <a:rPr lang="en-US" sz="2400" dirty="0"/>
              <a:t>The characteristics can be studied basically under two bias-conditions, namely: </a:t>
            </a:r>
          </a:p>
        </p:txBody>
      </p:sp>
      <p:sp>
        <p:nvSpPr>
          <p:cNvPr id="27" name="TextBox 26">
            <a:extLst>
              <a:ext uri="{FF2B5EF4-FFF2-40B4-BE49-F238E27FC236}">
                <a16:creationId xmlns:a16="http://schemas.microsoft.com/office/drawing/2014/main" id="{E72397BE-534B-47F4-9060-AEA12024F9AB}"/>
              </a:ext>
            </a:extLst>
          </p:cNvPr>
          <p:cNvSpPr txBox="1"/>
          <p:nvPr/>
        </p:nvSpPr>
        <p:spPr>
          <a:xfrm>
            <a:off x="3104318" y="2633409"/>
            <a:ext cx="2271561" cy="967957"/>
          </a:xfrm>
          <a:prstGeom prst="rect">
            <a:avLst/>
          </a:prstGeom>
          <a:noFill/>
        </p:spPr>
        <p:txBody>
          <a:bodyPr wrap="square" rtlCol="0">
            <a:spAutoFit/>
          </a:bodyPr>
          <a:lstStyle/>
          <a:p>
            <a:pPr marL="342900" indent="-342900">
              <a:lnSpc>
                <a:spcPct val="150000"/>
              </a:lnSpc>
              <a:buClr>
                <a:srgbClr val="0000FF"/>
              </a:buClr>
              <a:buSzPct val="125000"/>
              <a:buFont typeface="Wingdings" panose="05000000000000000000" pitchFamily="2" charset="2"/>
              <a:buChar char="§"/>
            </a:pPr>
            <a:r>
              <a:rPr lang="en-US" sz="2000" dirty="0"/>
              <a:t>Forward bias </a:t>
            </a:r>
          </a:p>
          <a:p>
            <a:pPr marL="342900" indent="-342900">
              <a:lnSpc>
                <a:spcPct val="150000"/>
              </a:lnSpc>
              <a:buClr>
                <a:srgbClr val="0000FF"/>
              </a:buClr>
              <a:buSzPct val="125000"/>
              <a:buFont typeface="Wingdings" panose="05000000000000000000" pitchFamily="2" charset="2"/>
              <a:buChar char="§"/>
            </a:pPr>
            <a:r>
              <a:rPr lang="en-US" sz="2000" dirty="0"/>
              <a:t>Reverse bias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461B8A9-F0F3-41F2-947C-E1985ACE0C26}"/>
                  </a:ext>
                </a:extLst>
              </p14:cNvPr>
              <p14:cNvContentPartPr/>
              <p14:nvPr/>
            </p14:nvContentPartPr>
            <p14:xfrm>
              <a:off x="729000" y="2035080"/>
              <a:ext cx="10528200" cy="3979800"/>
            </p14:xfrm>
          </p:contentPart>
        </mc:Choice>
        <mc:Fallback xmlns="">
          <p:pic>
            <p:nvPicPr>
              <p:cNvPr id="2" name="Ink 1">
                <a:extLst>
                  <a:ext uri="{FF2B5EF4-FFF2-40B4-BE49-F238E27FC236}">
                    <a16:creationId xmlns:a16="http://schemas.microsoft.com/office/drawing/2014/main" id="{9461B8A9-F0F3-41F2-947C-E1985ACE0C26}"/>
                  </a:ext>
                </a:extLst>
              </p:cNvPr>
              <p:cNvPicPr/>
              <p:nvPr/>
            </p:nvPicPr>
            <p:blipFill>
              <a:blip r:embed="rId3"/>
              <a:stretch>
                <a:fillRect/>
              </a:stretch>
            </p:blipFill>
            <p:spPr>
              <a:xfrm>
                <a:off x="719640" y="2025720"/>
                <a:ext cx="10546920" cy="3998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5BDB68C-0A78-4DBA-8CEC-F9CC663B11E6}"/>
                  </a:ext>
                </a:extLst>
              </p14:cNvPr>
              <p14:cNvContentPartPr/>
              <p14:nvPr/>
            </p14:nvContentPartPr>
            <p14:xfrm>
              <a:off x="1525320" y="2540160"/>
              <a:ext cx="8946000" cy="2676600"/>
            </p14:xfrm>
          </p:contentPart>
        </mc:Choice>
        <mc:Fallback xmlns="">
          <p:pic>
            <p:nvPicPr>
              <p:cNvPr id="3" name="Ink 2">
                <a:extLst>
                  <a:ext uri="{FF2B5EF4-FFF2-40B4-BE49-F238E27FC236}">
                    <a16:creationId xmlns:a16="http://schemas.microsoft.com/office/drawing/2014/main" id="{15BDB68C-0A78-4DBA-8CEC-F9CC663B11E6}"/>
                  </a:ext>
                </a:extLst>
              </p:cNvPr>
              <p:cNvPicPr/>
              <p:nvPr/>
            </p:nvPicPr>
            <p:blipFill>
              <a:blip r:embed="rId5"/>
              <a:stretch>
                <a:fillRect/>
              </a:stretch>
            </p:blipFill>
            <p:spPr>
              <a:xfrm>
                <a:off x="1515960" y="2530800"/>
                <a:ext cx="8964720" cy="2695320"/>
              </a:xfrm>
              <a:prstGeom prst="rect">
                <a:avLst/>
              </a:prstGeom>
            </p:spPr>
          </p:pic>
        </mc:Fallback>
      </mc:AlternateContent>
    </p:spTree>
    <p:extLst>
      <p:ext uri="{BB962C8B-B14F-4D97-AF65-F5344CB8AC3E}">
        <p14:creationId xmlns:p14="http://schemas.microsoft.com/office/powerpoint/2010/main" val="10125376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98</a:t>
            </a:fld>
            <a:endParaRPr lang="en-IN"/>
          </a:p>
        </p:txBody>
      </p:sp>
      <p:sp>
        <p:nvSpPr>
          <p:cNvPr id="8" name="Rectangle 7">
            <a:extLst>
              <a:ext uri="{FF2B5EF4-FFF2-40B4-BE49-F238E27FC236}">
                <a16:creationId xmlns:a16="http://schemas.microsoft.com/office/drawing/2014/main" id="{D1E06AAE-BB21-4E94-A020-DBF30B4160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83A77C3-78CB-4EEE-A0F7-8149793130A1}"/>
                  </a:ext>
                </a:extLst>
              </p:cNvPr>
              <p:cNvSpPr txBox="1"/>
              <p:nvPr/>
            </p:nvSpPr>
            <p:spPr>
              <a:xfrm>
                <a:off x="1148317" y="1351508"/>
                <a:ext cx="9728790"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The FB V-I characteristics of a </a:t>
                </a:r>
                <a:r>
                  <a:rPr lang="en-US" sz="2400" i="1" dirty="0"/>
                  <a:t>pn</a:t>
                </a:r>
                <a:r>
                  <a:rPr lang="en-US" sz="2400" dirty="0"/>
                  <a:t>-junction/</a:t>
                </a:r>
                <a:r>
                  <a:rPr lang="en-US" sz="2400" i="1" dirty="0"/>
                  <a:t>pn</a:t>
                </a:r>
                <a:r>
                  <a:rPr lang="en-US" sz="2400" dirty="0"/>
                  <a:t>-diode can be studied by measuring the current through the diode and the voltage across the terminals of diode.</a:t>
                </a:r>
              </a:p>
              <a:p>
                <a:pPr marL="342900" indent="-342900" algn="just">
                  <a:buSzPct val="125000"/>
                  <a:buFont typeface="Wingdings" panose="05000000000000000000" pitchFamily="2" charset="2"/>
                  <a:buChar char="§"/>
                </a:pPr>
                <a:r>
                  <a:rPr lang="en-US" sz="2400" dirty="0"/>
                  <a:t> With 0 V across the diode, there is no forward current (point-A) corresponds to </a:t>
                </a:r>
                <a:r>
                  <a:rPr lang="en-US" sz="2400" i="1" dirty="0"/>
                  <a:t>zero-bias condition</a:t>
                </a:r>
                <a:r>
                  <a:rPr lang="en-US" sz="2400" dirty="0"/>
                  <a:t>. As you gradually increase the forward-bias voltage, the forward-current and the voltage across the diode gradually increases. A portion of the forward-bias voltage is dropped across the limiting resistor </a:t>
                </a:r>
                <a:r>
                  <a:rPr lang="en-US" sz="2400" i="1" dirty="0"/>
                  <a:t>R</a:t>
                </a:r>
                <a:r>
                  <a:rPr lang="en-US" sz="2400" dirty="0"/>
                  <a:t>.</a:t>
                </a:r>
              </a:p>
              <a:p>
                <a:pPr marL="342900" indent="-342900" algn="just">
                  <a:buSzPct val="125000"/>
                  <a:buFont typeface="Wingdings" panose="05000000000000000000" pitchFamily="2" charset="2"/>
                  <a:buChar char="§"/>
                </a:pPr>
                <a:r>
                  <a:rPr lang="en-US" sz="2400" dirty="0"/>
                  <a:t>When the forward-bias voltage across the diode reaches the </a:t>
                </a:r>
                <a:r>
                  <a:rPr lang="en-US" sz="2400" i="1" dirty="0"/>
                  <a:t>barrier potential</a:t>
                </a:r>
                <a:r>
                  <a:rPr lang="en-US" sz="2400" dirty="0"/>
                  <a:t> (0.7 V for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𝑖</m:t>
                        </m:r>
                      </m:sub>
                    </m:sSub>
                  </m:oMath>
                </a14:m>
                <a:r>
                  <a:rPr lang="en-US" sz="2400" dirty="0"/>
                  <a:t> and 0.3 V for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𝑒</m:t>
                        </m:r>
                      </m:sub>
                    </m:sSub>
                    <m:r>
                      <a:rPr lang="en-US" sz="2400" b="0" i="0" smtClean="0">
                        <a:latin typeface="Cambria Math" panose="02040503050406030204" pitchFamily="18" charset="0"/>
                      </a:rPr>
                      <m:t>)</m:t>
                    </m:r>
                  </m:oMath>
                </a14:m>
                <a:r>
                  <a:rPr lang="en-US" sz="2400" dirty="0"/>
                  <a:t> the forward-current begins to increase rapidly. This point is called </a:t>
                </a:r>
                <a:r>
                  <a:rPr lang="en-US" sz="2400" i="1" dirty="0"/>
                  <a:t>cut-in voltage point</a:t>
                </a:r>
                <a:r>
                  <a:rPr lang="en-US" sz="2400" dirty="0"/>
                  <a:t>.</a:t>
                </a:r>
              </a:p>
            </p:txBody>
          </p:sp>
        </mc:Choice>
        <mc:Fallback xmlns="">
          <p:sp>
            <p:nvSpPr>
              <p:cNvPr id="7" name="TextBox 6">
                <a:extLst>
                  <a:ext uri="{FF2B5EF4-FFF2-40B4-BE49-F238E27FC236}">
                    <a16:creationId xmlns:a16="http://schemas.microsoft.com/office/drawing/2014/main" id="{C83A77C3-78CB-4EEE-A0F7-8149793130A1}"/>
                  </a:ext>
                </a:extLst>
              </p:cNvPr>
              <p:cNvSpPr txBox="1">
                <a:spLocks noRot="1" noChangeAspect="1" noMove="1" noResize="1" noEditPoints="1" noAdjustHandles="1" noChangeArrowheads="1" noChangeShapeType="1" noTextEdit="1"/>
              </p:cNvSpPr>
              <p:nvPr/>
            </p:nvSpPr>
            <p:spPr>
              <a:xfrm>
                <a:off x="1148317" y="1351508"/>
                <a:ext cx="9728790" cy="4154984"/>
              </a:xfrm>
              <a:prstGeom prst="rect">
                <a:avLst/>
              </a:prstGeom>
              <a:blipFill>
                <a:blip r:embed="rId2"/>
                <a:stretch>
                  <a:fillRect l="-1253" t="-3084" r="-1003" b="-2496"/>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A42E5DB-1BB5-4EFC-B0DC-FC1E1A8C9359}"/>
                  </a:ext>
                </a:extLst>
              </p14:cNvPr>
              <p14:cNvContentPartPr/>
              <p14:nvPr/>
            </p14:nvContentPartPr>
            <p14:xfrm>
              <a:off x="3861360" y="2258640"/>
              <a:ext cx="5298840" cy="2860560"/>
            </p14:xfrm>
          </p:contentPart>
        </mc:Choice>
        <mc:Fallback xmlns="">
          <p:pic>
            <p:nvPicPr>
              <p:cNvPr id="3" name="Ink 2">
                <a:extLst>
                  <a:ext uri="{FF2B5EF4-FFF2-40B4-BE49-F238E27FC236}">
                    <a16:creationId xmlns:a16="http://schemas.microsoft.com/office/drawing/2014/main" id="{0A42E5DB-1BB5-4EFC-B0DC-FC1E1A8C9359}"/>
                  </a:ext>
                </a:extLst>
              </p:cNvPr>
              <p:cNvPicPr/>
              <p:nvPr/>
            </p:nvPicPr>
            <p:blipFill>
              <a:blip r:embed="rId4"/>
              <a:stretch>
                <a:fillRect/>
              </a:stretch>
            </p:blipFill>
            <p:spPr>
              <a:xfrm>
                <a:off x="3852000" y="2249280"/>
                <a:ext cx="5317560" cy="2879280"/>
              </a:xfrm>
              <a:prstGeom prst="rect">
                <a:avLst/>
              </a:prstGeom>
            </p:spPr>
          </p:pic>
        </mc:Fallback>
      </mc:AlternateContent>
    </p:spTree>
    <p:extLst>
      <p:ext uri="{BB962C8B-B14F-4D97-AF65-F5344CB8AC3E}">
        <p14:creationId xmlns:p14="http://schemas.microsoft.com/office/powerpoint/2010/main" val="21127252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99</a:t>
            </a:fld>
            <a:endParaRPr lang="en-IN"/>
          </a:p>
        </p:txBody>
      </p:sp>
      <p:sp>
        <p:nvSpPr>
          <p:cNvPr id="8" name="Rectangle 7">
            <a:extLst>
              <a:ext uri="{FF2B5EF4-FFF2-40B4-BE49-F238E27FC236}">
                <a16:creationId xmlns:a16="http://schemas.microsoft.com/office/drawing/2014/main" id="{D1E06AAE-BB21-4E94-A020-DBF30B4160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75F86161-E106-4F60-BE66-691662781881}"/>
              </a:ext>
            </a:extLst>
          </p:cNvPr>
          <p:cNvSpPr txBox="1"/>
          <p:nvPr/>
        </p:nvSpPr>
        <p:spPr>
          <a:xfrm>
            <a:off x="1288952" y="1093371"/>
            <a:ext cx="9588154" cy="526297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Beyond the barrier potential, as you increase the forward-bias voltage, the current continues to increase very rapidly. But the voltage across the diode increase gradually.</a:t>
            </a:r>
          </a:p>
          <a:p>
            <a:pPr marL="342900" indent="-342900" algn="just">
              <a:buSzPct val="125000"/>
              <a:buFont typeface="Wingdings" panose="05000000000000000000" pitchFamily="2" charset="2"/>
              <a:buChar char="§"/>
            </a:pPr>
            <a:r>
              <a:rPr lang="en-US" sz="2400" dirty="0"/>
              <a:t>In Fig.1.3.2, point-B corresponds to forward-voltage less than the barrier-potential. Point-C corresponds to the forward-voltage beyond the potential barrier (knee-point).</a:t>
            </a:r>
          </a:p>
          <a:p>
            <a:pPr marL="342900" indent="-342900" algn="just">
              <a:buSzPct val="125000"/>
              <a:buFont typeface="Wingdings" panose="05000000000000000000" pitchFamily="2" charset="2"/>
              <a:buChar char="§"/>
            </a:pPr>
            <a:r>
              <a:rPr lang="en-US" sz="2400" dirty="0"/>
              <a:t>The resistance of the forward-biased diode is not constant over the entire curve. Because the resistance changes as you move along the  V-I curve, hence it is called </a:t>
            </a:r>
            <a:r>
              <a:rPr lang="en-US" sz="2400" i="1" dirty="0"/>
              <a:t>dynamic-resistance</a:t>
            </a:r>
            <a:r>
              <a:rPr lang="en-US" sz="2400" dirty="0"/>
              <a:t>.</a:t>
            </a:r>
          </a:p>
          <a:p>
            <a:pPr marL="342900" indent="-342900" algn="just">
              <a:buSzPct val="125000"/>
              <a:buFont typeface="Wingdings" panose="05000000000000000000" pitchFamily="2" charset="2"/>
              <a:buChar char="§"/>
            </a:pPr>
            <a:r>
              <a:rPr lang="en-US" sz="2400" dirty="0"/>
              <a:t>Below the cut-in voltage point of the curve, the resistance is greatest because the current increases very little for a given change in voltage. </a:t>
            </a:r>
          </a:p>
          <a:p>
            <a:pPr marL="342900" indent="-342900" algn="just">
              <a:buSzPct val="125000"/>
              <a:buFont typeface="Wingdings" panose="05000000000000000000" pitchFamily="2" charset="2"/>
              <a:buChar char="§"/>
            </a:pPr>
            <a:r>
              <a:rPr lang="en-US" sz="2400" dirty="0"/>
              <a:t>The resistance begins to decrease in the region of the knee of the curve and becomes smallest above the knee, where there is a large change in the current for a given change in voltage.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B070C39-FA49-48FC-BD78-8441F79A4506}"/>
                  </a:ext>
                </a:extLst>
              </p14:cNvPr>
              <p14:cNvContentPartPr/>
              <p14:nvPr/>
            </p14:nvContentPartPr>
            <p14:xfrm>
              <a:off x="1760400" y="3578760"/>
              <a:ext cx="8825040" cy="884160"/>
            </p14:xfrm>
          </p:contentPart>
        </mc:Choice>
        <mc:Fallback xmlns="">
          <p:pic>
            <p:nvPicPr>
              <p:cNvPr id="3" name="Ink 2">
                <a:extLst>
                  <a:ext uri="{FF2B5EF4-FFF2-40B4-BE49-F238E27FC236}">
                    <a16:creationId xmlns:a16="http://schemas.microsoft.com/office/drawing/2014/main" id="{0B070C39-FA49-48FC-BD78-8441F79A4506}"/>
                  </a:ext>
                </a:extLst>
              </p:cNvPr>
              <p:cNvPicPr/>
              <p:nvPr/>
            </p:nvPicPr>
            <p:blipFill>
              <a:blip r:embed="rId3"/>
              <a:stretch>
                <a:fillRect/>
              </a:stretch>
            </p:blipFill>
            <p:spPr>
              <a:xfrm>
                <a:off x="1751040" y="3569400"/>
                <a:ext cx="8843760" cy="902880"/>
              </a:xfrm>
              <a:prstGeom prst="rect">
                <a:avLst/>
              </a:prstGeom>
            </p:spPr>
          </p:pic>
        </mc:Fallback>
      </mc:AlternateContent>
    </p:spTree>
    <p:extLst>
      <p:ext uri="{BB962C8B-B14F-4D97-AF65-F5344CB8AC3E}">
        <p14:creationId xmlns:p14="http://schemas.microsoft.com/office/powerpoint/2010/main" val="41588017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100</a:t>
            </a:fld>
            <a:endParaRPr lang="en-IN"/>
          </a:p>
        </p:txBody>
      </p:sp>
      <p:sp>
        <p:nvSpPr>
          <p:cNvPr id="8" name="Rectangle 7">
            <a:extLst>
              <a:ext uri="{FF2B5EF4-FFF2-40B4-BE49-F238E27FC236}">
                <a16:creationId xmlns:a16="http://schemas.microsoft.com/office/drawing/2014/main" id="{D1E06AAE-BB21-4E94-A020-DBF30B4160A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7" name="Picture 6">
            <a:extLst>
              <a:ext uri="{FF2B5EF4-FFF2-40B4-BE49-F238E27FC236}">
                <a16:creationId xmlns:a16="http://schemas.microsoft.com/office/drawing/2014/main" id="{2A03A86C-70B0-4C38-9A54-D9FB14BD23B9}"/>
              </a:ext>
            </a:extLst>
          </p:cNvPr>
          <p:cNvPicPr>
            <a:picLocks noChangeAspect="1"/>
          </p:cNvPicPr>
          <p:nvPr/>
        </p:nvPicPr>
        <p:blipFill>
          <a:blip r:embed="rId2"/>
          <a:stretch>
            <a:fillRect/>
          </a:stretch>
        </p:blipFill>
        <p:spPr>
          <a:xfrm>
            <a:off x="5110716" y="1254462"/>
            <a:ext cx="5114925" cy="3960809"/>
          </a:xfrm>
          <a:prstGeom prst="rect">
            <a:avLst/>
          </a:prstGeom>
        </p:spPr>
      </p:pic>
      <p:sp>
        <p:nvSpPr>
          <p:cNvPr id="9" name="TextBox 8">
            <a:extLst>
              <a:ext uri="{FF2B5EF4-FFF2-40B4-BE49-F238E27FC236}">
                <a16:creationId xmlns:a16="http://schemas.microsoft.com/office/drawing/2014/main" id="{75DA0F36-FCAF-421C-9990-5E91CAE3E201}"/>
              </a:ext>
            </a:extLst>
          </p:cNvPr>
          <p:cNvSpPr txBox="1"/>
          <p:nvPr/>
        </p:nvSpPr>
        <p:spPr>
          <a:xfrm>
            <a:off x="1471678" y="5657430"/>
            <a:ext cx="3644900" cy="646331"/>
          </a:xfrm>
          <a:prstGeom prst="rect">
            <a:avLst/>
          </a:prstGeom>
          <a:noFill/>
        </p:spPr>
        <p:txBody>
          <a:bodyPr wrap="square" rtlCol="0">
            <a:spAutoFit/>
          </a:bodyPr>
          <a:lstStyle/>
          <a:p>
            <a:r>
              <a:rPr lang="en-US" sz="1800" dirty="0"/>
              <a:t>Fig.1.3.2 (a) [</a:t>
            </a:r>
            <a:r>
              <a:rPr lang="en-US" sz="1800" i="1" dirty="0"/>
              <a:t>V-I </a:t>
            </a:r>
            <a:r>
              <a:rPr lang="en-US" sz="1800" dirty="0"/>
              <a:t>characteristic curve  </a:t>
            </a:r>
          </a:p>
          <a:p>
            <a:r>
              <a:rPr lang="en-US" sz="1800" dirty="0"/>
              <a:t>                      for forward bias]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56BFCB7-A610-4627-A6A4-40F38A3B653F}"/>
                  </a:ext>
                </a:extLst>
              </p:cNvPr>
              <p:cNvSpPr txBox="1"/>
              <p:nvPr/>
            </p:nvSpPr>
            <p:spPr>
              <a:xfrm>
                <a:off x="5339316" y="5227813"/>
                <a:ext cx="4800600" cy="1222579"/>
              </a:xfrm>
              <a:prstGeom prst="rect">
                <a:avLst/>
              </a:prstGeom>
              <a:noFill/>
            </p:spPr>
            <p:txBody>
              <a:bodyPr wrap="square" rtlCol="0">
                <a:spAutoFit/>
              </a:bodyPr>
              <a:lstStyle/>
              <a:p>
                <a:pPr algn="just"/>
                <a:r>
                  <a:rPr lang="en-US" sz="1800" dirty="0"/>
                  <a:t>Fig.1.3.2 (b) [Expanded view of a portion of the curve in part (a). The dynamic resistance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𝑟</m:t>
                        </m:r>
                      </m:e>
                      <m:sub>
                        <m:r>
                          <a:rPr lang="en-US" sz="1800" b="0" i="1" smtClean="0">
                            <a:latin typeface="Cambria Math" panose="02040503050406030204" pitchFamily="18" charset="0"/>
                          </a:rPr>
                          <m:t>𝑓</m:t>
                        </m:r>
                      </m:sub>
                    </m:sSub>
                  </m:oMath>
                </a14:m>
                <a:r>
                  <a:rPr lang="en-US" sz="1800" i="1" dirty="0"/>
                  <a:t> </a:t>
                </a:r>
                <a:r>
                  <a:rPr lang="en-US" sz="1800" dirty="0"/>
                  <a:t>decreases as you move up the curve, as indicated by the decrease in the value of </a:t>
                </a:r>
                <a14:m>
                  <m:oMath xmlns:m="http://schemas.openxmlformats.org/officeDocument/2006/math">
                    <m:f>
                      <m:fPr>
                        <m:type m:val="lin"/>
                        <m:ctrlPr>
                          <a:rPr lang="en-US" sz="1800" i="1" smtClean="0">
                            <a:latin typeface="Cambria Math" panose="02040503050406030204" pitchFamily="18" charset="0"/>
                          </a:rPr>
                        </m:ctrlPr>
                      </m:fPr>
                      <m:num>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𝑉</m:t>
                            </m:r>
                          </m:e>
                          <m:sub>
                            <m:r>
                              <a:rPr lang="en-US" sz="1800" b="0" i="1" smtClean="0">
                                <a:latin typeface="Cambria Math" panose="02040503050406030204" pitchFamily="18" charset="0"/>
                              </a:rPr>
                              <m:t>𝐹</m:t>
                            </m:r>
                          </m:sub>
                        </m:sSub>
                      </m:num>
                      <m:den>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𝐼</m:t>
                            </m:r>
                          </m:e>
                          <m:sub>
                            <m:r>
                              <a:rPr lang="en-US" sz="1800" b="0" i="1" smtClean="0">
                                <a:latin typeface="Cambria Math" panose="02040503050406030204" pitchFamily="18" charset="0"/>
                              </a:rPr>
                              <m:t>𝐹</m:t>
                            </m:r>
                          </m:sub>
                        </m:sSub>
                      </m:den>
                    </m:f>
                  </m:oMath>
                </a14:m>
                <a:r>
                  <a:rPr lang="en-US" sz="1800" dirty="0"/>
                  <a:t>]</a:t>
                </a:r>
              </a:p>
            </p:txBody>
          </p:sp>
        </mc:Choice>
        <mc:Fallback xmlns="">
          <p:sp>
            <p:nvSpPr>
              <p:cNvPr id="10" name="TextBox 9">
                <a:extLst>
                  <a:ext uri="{FF2B5EF4-FFF2-40B4-BE49-F238E27FC236}">
                    <a16:creationId xmlns:a16="http://schemas.microsoft.com/office/drawing/2014/main" id="{B56BFCB7-A610-4627-A6A4-40F38A3B653F}"/>
                  </a:ext>
                </a:extLst>
              </p:cNvPr>
              <p:cNvSpPr txBox="1">
                <a:spLocks noRot="1" noChangeAspect="1" noMove="1" noResize="1" noEditPoints="1" noAdjustHandles="1" noChangeArrowheads="1" noChangeShapeType="1" noTextEdit="1"/>
              </p:cNvSpPr>
              <p:nvPr/>
            </p:nvSpPr>
            <p:spPr>
              <a:xfrm>
                <a:off x="5339316" y="5227813"/>
                <a:ext cx="4800600" cy="1222579"/>
              </a:xfrm>
              <a:prstGeom prst="rect">
                <a:avLst/>
              </a:prstGeom>
              <a:blipFill>
                <a:blip r:embed="rId3"/>
                <a:stretch>
                  <a:fillRect l="-1144" t="-3000" r="-1017" b="-53500"/>
                </a:stretch>
              </a:blipFill>
            </p:spPr>
            <p:txBody>
              <a:bodyPr/>
              <a:lstStyle/>
              <a:p>
                <a:r>
                  <a:rPr lang="en-IN">
                    <a:noFill/>
                  </a:rPr>
                  <a:t> </a:t>
                </a:r>
              </a:p>
            </p:txBody>
          </p:sp>
        </mc:Fallback>
      </mc:AlternateContent>
      <p:grpSp>
        <p:nvGrpSpPr>
          <p:cNvPr id="11" name="Group 10">
            <a:extLst>
              <a:ext uri="{FF2B5EF4-FFF2-40B4-BE49-F238E27FC236}">
                <a16:creationId xmlns:a16="http://schemas.microsoft.com/office/drawing/2014/main" id="{30D18407-BDFB-4720-A092-18ACEC2676E7}"/>
              </a:ext>
            </a:extLst>
          </p:cNvPr>
          <p:cNvGrpSpPr/>
          <p:nvPr/>
        </p:nvGrpSpPr>
        <p:grpSpPr>
          <a:xfrm>
            <a:off x="764089" y="1254462"/>
            <a:ext cx="3924869" cy="4284165"/>
            <a:chOff x="37531" y="1295400"/>
            <a:chExt cx="3924869" cy="4284165"/>
          </a:xfrm>
        </p:grpSpPr>
        <p:pic>
          <p:nvPicPr>
            <p:cNvPr id="12" name="Picture 11">
              <a:extLst>
                <a:ext uri="{FF2B5EF4-FFF2-40B4-BE49-F238E27FC236}">
                  <a16:creationId xmlns:a16="http://schemas.microsoft.com/office/drawing/2014/main" id="{EEDC13CB-AB2B-4F06-B4B0-7F4D4A784B81}"/>
                </a:ext>
              </a:extLst>
            </p:cNvPr>
            <p:cNvPicPr>
              <a:picLocks noChangeAspect="1"/>
            </p:cNvPicPr>
            <p:nvPr/>
          </p:nvPicPr>
          <p:blipFill>
            <a:blip r:embed="rId4"/>
            <a:stretch>
              <a:fillRect/>
            </a:stretch>
          </p:blipFill>
          <p:spPr>
            <a:xfrm>
              <a:off x="37531" y="1295400"/>
              <a:ext cx="3924869" cy="4096875"/>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3ACBC45-7F59-4F75-8DE7-B7FA3486E3BA}"/>
                    </a:ext>
                  </a:extLst>
                </p:cNvPr>
                <p:cNvSpPr txBox="1"/>
                <p:nvPr/>
              </p:nvSpPr>
              <p:spPr>
                <a:xfrm>
                  <a:off x="1938835" y="5221069"/>
                  <a:ext cx="819435" cy="3584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ℽ</m:t>
                            </m:r>
                          </m:sub>
                        </m:sSub>
                        <m:r>
                          <a:rPr lang="en-US" sz="1600" b="0" i="1" smtClean="0">
                            <a:latin typeface="Cambria Math" panose="02040503050406030204" pitchFamily="18" charset="0"/>
                          </a:rPr>
                          <m:t> </m:t>
                        </m:r>
                        <m:r>
                          <a:rPr lang="en-US" sz="1600" b="0" i="1" smtClean="0">
                            <a:latin typeface="Cambria Math" panose="02040503050406030204" pitchFamily="18" charset="0"/>
                          </a:rPr>
                          <m:t>𝑜𝑟</m:t>
                        </m:r>
                        <m:r>
                          <a:rPr lang="en-US" sz="1600" b="0" i="1" smtClean="0">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b="0" i="1" smtClean="0">
                                <a:latin typeface="Cambria Math" panose="02040503050406030204" pitchFamily="18" charset="0"/>
                              </a:rPr>
                              <m:t>𝐾</m:t>
                            </m:r>
                          </m:sub>
                        </m:sSub>
                      </m:oMath>
                    </m:oMathPara>
                  </a14:m>
                  <a:endParaRPr lang="en-US" sz="1600" dirty="0"/>
                </a:p>
              </p:txBody>
            </p:sp>
          </mc:Choice>
          <mc:Fallback xmlns="">
            <p:sp>
              <p:nvSpPr>
                <p:cNvPr id="13" name="TextBox 12">
                  <a:extLst>
                    <a:ext uri="{FF2B5EF4-FFF2-40B4-BE49-F238E27FC236}">
                      <a16:creationId xmlns:a16="http://schemas.microsoft.com/office/drawing/2014/main" id="{B3ACBC45-7F59-4F75-8DE7-B7FA3486E3BA}"/>
                    </a:ext>
                  </a:extLst>
                </p:cNvPr>
                <p:cNvSpPr txBox="1">
                  <a:spLocks noRot="1" noChangeAspect="1" noMove="1" noResize="1" noEditPoints="1" noAdjustHandles="1" noChangeArrowheads="1" noChangeShapeType="1" noTextEdit="1"/>
                </p:cNvSpPr>
                <p:nvPr/>
              </p:nvSpPr>
              <p:spPr>
                <a:xfrm>
                  <a:off x="1938835" y="5221069"/>
                  <a:ext cx="819435" cy="358496"/>
                </a:xfrm>
                <a:prstGeom prst="rect">
                  <a:avLst/>
                </a:prstGeom>
                <a:blipFill>
                  <a:blip r:embed="rId5"/>
                  <a:stretch>
                    <a:fillRect r="-741"/>
                  </a:stretch>
                </a:blipFill>
              </p:spPr>
              <p:txBody>
                <a:bodyPr/>
                <a:lstStyle/>
                <a:p>
                  <a:r>
                    <a:rPr lang="en-IN">
                      <a:noFill/>
                    </a:rPr>
                    <a:t> </a:t>
                  </a:r>
                </a:p>
              </p:txBody>
            </p:sp>
          </mc:Fallback>
        </mc:AlternateContent>
      </p:gr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9BDBE88-89BB-4C89-98C0-C60AEF0BC936}"/>
                  </a:ext>
                </a:extLst>
              </p14:cNvPr>
              <p14:cNvContentPartPr/>
              <p14:nvPr/>
            </p14:nvContentPartPr>
            <p14:xfrm>
              <a:off x="1354320" y="2958120"/>
              <a:ext cx="6918840" cy="2255760"/>
            </p14:xfrm>
          </p:contentPart>
        </mc:Choice>
        <mc:Fallback xmlns="">
          <p:pic>
            <p:nvPicPr>
              <p:cNvPr id="2" name="Ink 1">
                <a:extLst>
                  <a:ext uri="{FF2B5EF4-FFF2-40B4-BE49-F238E27FC236}">
                    <a16:creationId xmlns:a16="http://schemas.microsoft.com/office/drawing/2014/main" id="{C9BDBE88-89BB-4C89-98C0-C60AEF0BC936}"/>
                  </a:ext>
                </a:extLst>
              </p:cNvPr>
              <p:cNvPicPr/>
              <p:nvPr/>
            </p:nvPicPr>
            <p:blipFill>
              <a:blip r:embed="rId7"/>
              <a:stretch>
                <a:fillRect/>
              </a:stretch>
            </p:blipFill>
            <p:spPr>
              <a:xfrm>
                <a:off x="1344960" y="2948760"/>
                <a:ext cx="6937560" cy="2274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36248A6B-A694-4199-BA44-EDAB2838A86A}"/>
                  </a:ext>
                </a:extLst>
              </p14:cNvPr>
              <p14:cNvContentPartPr/>
              <p14:nvPr/>
            </p14:nvContentPartPr>
            <p14:xfrm>
              <a:off x="1343160" y="1955160"/>
              <a:ext cx="9225360" cy="3195720"/>
            </p14:xfrm>
          </p:contentPart>
        </mc:Choice>
        <mc:Fallback xmlns="">
          <p:pic>
            <p:nvPicPr>
              <p:cNvPr id="3" name="Ink 2">
                <a:extLst>
                  <a:ext uri="{FF2B5EF4-FFF2-40B4-BE49-F238E27FC236}">
                    <a16:creationId xmlns:a16="http://schemas.microsoft.com/office/drawing/2014/main" id="{36248A6B-A694-4199-BA44-EDAB2838A86A}"/>
                  </a:ext>
                </a:extLst>
              </p:cNvPr>
              <p:cNvPicPr/>
              <p:nvPr/>
            </p:nvPicPr>
            <p:blipFill>
              <a:blip r:embed="rId9"/>
              <a:stretch>
                <a:fillRect/>
              </a:stretch>
            </p:blipFill>
            <p:spPr>
              <a:xfrm>
                <a:off x="1333800" y="1945800"/>
                <a:ext cx="9244080" cy="3214440"/>
              </a:xfrm>
              <a:prstGeom prst="rect">
                <a:avLst/>
              </a:prstGeom>
            </p:spPr>
          </p:pic>
        </mc:Fallback>
      </mc:AlternateContent>
    </p:spTree>
    <p:extLst>
      <p:ext uri="{BB962C8B-B14F-4D97-AF65-F5344CB8AC3E}">
        <p14:creationId xmlns:p14="http://schemas.microsoft.com/office/powerpoint/2010/main" val="27458939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101</a:t>
            </a:fld>
            <a:endParaRPr lang="en-IN"/>
          </a:p>
        </p:txBody>
      </p:sp>
      <p:sp>
        <p:nvSpPr>
          <p:cNvPr id="8" name="Rectangle 7">
            <a:extLst>
              <a:ext uri="{FF2B5EF4-FFF2-40B4-BE49-F238E27FC236}">
                <a16:creationId xmlns:a16="http://schemas.microsoft.com/office/drawing/2014/main" id="{DF3D5EE6-42AB-4DEF-839D-0BEC74F2CF77}"/>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92E0D33-5E54-48B5-B1C1-49665D07FCB5}"/>
                  </a:ext>
                </a:extLst>
              </p:cNvPr>
              <p:cNvSpPr txBox="1"/>
              <p:nvPr/>
            </p:nvSpPr>
            <p:spPr>
              <a:xfrm>
                <a:off x="1288951" y="1166842"/>
                <a:ext cx="9588155" cy="452431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When a reverse-bias voltage is applied across a diode, there is only an extremely small reverse current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𝑅</m:t>
                        </m:r>
                      </m:sub>
                    </m:sSub>
                  </m:oMath>
                </a14:m>
                <a:r>
                  <a:rPr lang="en-US" sz="2400" dirty="0"/>
                  <a:t>) through the </a:t>
                </a:r>
                <a:r>
                  <a:rPr lang="en-US" sz="2400" i="1" dirty="0"/>
                  <a:t>pn-</a:t>
                </a:r>
                <a:r>
                  <a:rPr lang="en-US" sz="2400" dirty="0"/>
                  <a:t>junction. </a:t>
                </a:r>
              </a:p>
              <a:p>
                <a:pPr marL="342900" indent="-342900" algn="just">
                  <a:buSzPct val="125000"/>
                  <a:buFont typeface="Wingdings" panose="05000000000000000000" pitchFamily="2" charset="2"/>
                  <a:buChar char="§"/>
                </a:pPr>
                <a:r>
                  <a:rPr lang="en-US" sz="2400" dirty="0"/>
                  <a:t>With 0 V across the diode, there is no reverse current. As you gradually increase the reverse-bias voltage, there is a very small reverse current and the voltage across the diode increases. </a:t>
                </a:r>
              </a:p>
              <a:p>
                <a:pPr marL="342900" indent="-342900" algn="just">
                  <a:buSzPct val="125000"/>
                  <a:buFont typeface="Wingdings" panose="05000000000000000000" pitchFamily="2" charset="2"/>
                  <a:buChar char="§"/>
                </a:pPr>
                <a:r>
                  <a:rPr lang="en-US" sz="2400" dirty="0"/>
                  <a:t>When the applied bias voltage is increased to a value where the reverse voltage across the diode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m:t>
                        </m:r>
                      </m:sub>
                    </m:sSub>
                  </m:oMath>
                </a14:m>
                <a:r>
                  <a:rPr lang="en-US" sz="2400" dirty="0"/>
                  <a:t>) reaches the breakdown value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𝐵𝑅</m:t>
                        </m:r>
                      </m:sub>
                    </m:sSub>
                  </m:oMath>
                </a14:m>
                <a:r>
                  <a:rPr lang="en-US" sz="2400" dirty="0"/>
                  <a:t>), the reverse current begins to increase rapidly. </a:t>
                </a:r>
              </a:p>
              <a:p>
                <a:pPr marL="342900" indent="-342900" algn="just">
                  <a:buSzPct val="125000"/>
                  <a:buFont typeface="Wingdings" panose="05000000000000000000" pitchFamily="2" charset="2"/>
                  <a:buChar char="§"/>
                </a:pPr>
                <a:r>
                  <a:rPr lang="en-US" sz="2400" dirty="0"/>
                  <a:t>As you continue to increase the bias voltage, the current continues to increase very rapidly, but the voltage across the diode increases very little above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𝐵𝑅</m:t>
                        </m:r>
                      </m:sub>
                    </m:sSub>
                  </m:oMath>
                </a14:m>
                <a:r>
                  <a:rPr lang="en-US" sz="2400" dirty="0"/>
                  <a:t>, resulting in overheating and possible damage if current is not limited to a safe level. </a:t>
                </a:r>
              </a:p>
            </p:txBody>
          </p:sp>
        </mc:Choice>
        <mc:Fallback xmlns="">
          <p:sp>
            <p:nvSpPr>
              <p:cNvPr id="9" name="TextBox 8">
                <a:extLst>
                  <a:ext uri="{FF2B5EF4-FFF2-40B4-BE49-F238E27FC236}">
                    <a16:creationId xmlns:a16="http://schemas.microsoft.com/office/drawing/2014/main" id="{192E0D33-5E54-48B5-B1C1-49665D07FCB5}"/>
                  </a:ext>
                </a:extLst>
              </p:cNvPr>
              <p:cNvSpPr txBox="1">
                <a:spLocks noRot="1" noChangeAspect="1" noMove="1" noResize="1" noEditPoints="1" noAdjustHandles="1" noChangeArrowheads="1" noChangeShapeType="1" noTextEdit="1"/>
              </p:cNvSpPr>
              <p:nvPr/>
            </p:nvSpPr>
            <p:spPr>
              <a:xfrm>
                <a:off x="1288951" y="1166842"/>
                <a:ext cx="9588155" cy="4524315"/>
              </a:xfrm>
              <a:prstGeom prst="rect">
                <a:avLst/>
              </a:prstGeom>
              <a:blipFill>
                <a:blip r:embed="rId2"/>
                <a:stretch>
                  <a:fillRect l="-1271" t="-2692" r="-1017" b="-201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CD6B8F7-E5FA-439E-9C47-6F9AD8EE4A09}"/>
                  </a:ext>
                </a:extLst>
              </p14:cNvPr>
              <p14:cNvContentPartPr/>
              <p14:nvPr/>
            </p14:nvContentPartPr>
            <p14:xfrm>
              <a:off x="7016760" y="2940480"/>
              <a:ext cx="3015720" cy="915840"/>
            </p14:xfrm>
          </p:contentPart>
        </mc:Choice>
        <mc:Fallback xmlns="">
          <p:pic>
            <p:nvPicPr>
              <p:cNvPr id="3" name="Ink 2">
                <a:extLst>
                  <a:ext uri="{FF2B5EF4-FFF2-40B4-BE49-F238E27FC236}">
                    <a16:creationId xmlns:a16="http://schemas.microsoft.com/office/drawing/2014/main" id="{CCD6B8F7-E5FA-439E-9C47-6F9AD8EE4A09}"/>
                  </a:ext>
                </a:extLst>
              </p:cNvPr>
              <p:cNvPicPr/>
              <p:nvPr/>
            </p:nvPicPr>
            <p:blipFill>
              <a:blip r:embed="rId4"/>
              <a:stretch>
                <a:fillRect/>
              </a:stretch>
            </p:blipFill>
            <p:spPr>
              <a:xfrm>
                <a:off x="7007400" y="2931120"/>
                <a:ext cx="3034440" cy="934560"/>
              </a:xfrm>
              <a:prstGeom prst="rect">
                <a:avLst/>
              </a:prstGeom>
            </p:spPr>
          </p:pic>
        </mc:Fallback>
      </mc:AlternateContent>
    </p:spTree>
    <p:extLst>
      <p:ext uri="{BB962C8B-B14F-4D97-AF65-F5344CB8AC3E}">
        <p14:creationId xmlns:p14="http://schemas.microsoft.com/office/powerpoint/2010/main" val="17824283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D37F4FC-1292-4D4D-9D85-0C201FCAF471}"/>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01F39F9F-6FCF-4B87-9D85-4A24847FE28E}"/>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DFF80DF6-A979-41AC-B26B-4993BC581C2E}"/>
              </a:ext>
            </a:extLst>
          </p:cNvPr>
          <p:cNvSpPr>
            <a:spLocks noGrp="1"/>
          </p:cNvSpPr>
          <p:nvPr>
            <p:ph type="sldNum" sz="quarter" idx="12"/>
          </p:nvPr>
        </p:nvSpPr>
        <p:spPr/>
        <p:txBody>
          <a:bodyPr/>
          <a:lstStyle/>
          <a:p>
            <a:fld id="{780713B5-9296-425E-8DDC-5B86ACA00944}" type="slidenum">
              <a:rPr lang="en-IN" smtClean="0"/>
              <a:pPr/>
              <a:t>102</a:t>
            </a:fld>
            <a:endParaRPr lang="en-IN"/>
          </a:p>
        </p:txBody>
      </p:sp>
      <p:pic>
        <p:nvPicPr>
          <p:cNvPr id="8" name="Picture 7">
            <a:extLst>
              <a:ext uri="{FF2B5EF4-FFF2-40B4-BE49-F238E27FC236}">
                <a16:creationId xmlns:a16="http://schemas.microsoft.com/office/drawing/2014/main" id="{19C4328B-7AFC-4023-AA91-D056850022E6}"/>
              </a:ext>
            </a:extLst>
          </p:cNvPr>
          <p:cNvPicPr>
            <a:picLocks noChangeAspect="1"/>
          </p:cNvPicPr>
          <p:nvPr/>
        </p:nvPicPr>
        <p:blipFill>
          <a:blip r:embed="rId2"/>
          <a:stretch>
            <a:fillRect/>
          </a:stretch>
        </p:blipFill>
        <p:spPr>
          <a:xfrm>
            <a:off x="7031605" y="1526463"/>
            <a:ext cx="4322195" cy="4087505"/>
          </a:xfrm>
          <a:prstGeom prst="rect">
            <a:avLst/>
          </a:prstGeom>
        </p:spPr>
      </p:pic>
      <p:sp>
        <p:nvSpPr>
          <p:cNvPr id="9" name="TextBox 8">
            <a:extLst>
              <a:ext uri="{FF2B5EF4-FFF2-40B4-BE49-F238E27FC236}">
                <a16:creationId xmlns:a16="http://schemas.microsoft.com/office/drawing/2014/main" id="{26B1EFDA-BD9C-4B80-B44C-8B4C7F7E092F}"/>
              </a:ext>
            </a:extLst>
          </p:cNvPr>
          <p:cNvSpPr txBox="1"/>
          <p:nvPr/>
        </p:nvSpPr>
        <p:spPr>
          <a:xfrm>
            <a:off x="729914" y="1524915"/>
            <a:ext cx="5887453" cy="341632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 The breakdown voltage for a diode depends on the doping level, which the manufacturer sets, depending on the type of diode. </a:t>
            </a:r>
          </a:p>
          <a:p>
            <a:pPr algn="just">
              <a:buSzPct val="125000"/>
            </a:pPr>
            <a:endParaRPr lang="en-US" sz="2400" dirty="0"/>
          </a:p>
          <a:p>
            <a:pPr marL="342900" indent="-342900" algn="just">
              <a:buSzPct val="125000"/>
              <a:buFont typeface="Wingdings" panose="05000000000000000000" pitchFamily="2" charset="2"/>
              <a:buChar char="§"/>
            </a:pPr>
            <a:r>
              <a:rPr lang="en-US" sz="2400" dirty="0"/>
              <a:t>A typical rectifier diode (the most widely used type) has a breakdown voltage of greater than 50 V. Some specialized diodes have a breakdown voltage that is only 5 V.</a:t>
            </a:r>
          </a:p>
        </p:txBody>
      </p:sp>
      <p:sp>
        <p:nvSpPr>
          <p:cNvPr id="10" name="TextBox 9">
            <a:extLst>
              <a:ext uri="{FF2B5EF4-FFF2-40B4-BE49-F238E27FC236}">
                <a16:creationId xmlns:a16="http://schemas.microsoft.com/office/drawing/2014/main" id="{A9B2D453-E7FF-4E47-A278-CCC456730A38}"/>
              </a:ext>
            </a:extLst>
          </p:cNvPr>
          <p:cNvSpPr txBox="1"/>
          <p:nvPr/>
        </p:nvSpPr>
        <p:spPr>
          <a:xfrm>
            <a:off x="7135564" y="5692786"/>
            <a:ext cx="3276600" cy="646331"/>
          </a:xfrm>
          <a:prstGeom prst="rect">
            <a:avLst/>
          </a:prstGeom>
          <a:noFill/>
        </p:spPr>
        <p:txBody>
          <a:bodyPr wrap="square" rtlCol="0">
            <a:spAutoFit/>
          </a:bodyPr>
          <a:lstStyle/>
          <a:p>
            <a:r>
              <a:rPr lang="en-US" sz="1800" dirty="0"/>
              <a:t>Fig.1.3.3 [</a:t>
            </a:r>
            <a:r>
              <a:rPr lang="en-US" sz="1800" i="1" dirty="0"/>
              <a:t>V-I </a:t>
            </a:r>
            <a:r>
              <a:rPr lang="en-US" sz="1800" dirty="0"/>
              <a:t>characteristic curve  </a:t>
            </a:r>
          </a:p>
          <a:p>
            <a:r>
              <a:rPr lang="en-US" sz="1800" dirty="0"/>
              <a:t>       for a reverse biased diode]</a:t>
            </a:r>
          </a:p>
        </p:txBody>
      </p:sp>
      <p:sp>
        <p:nvSpPr>
          <p:cNvPr id="11" name="Rectangle 10">
            <a:extLst>
              <a:ext uri="{FF2B5EF4-FFF2-40B4-BE49-F238E27FC236}">
                <a16:creationId xmlns:a16="http://schemas.microsoft.com/office/drawing/2014/main" id="{E15580B3-0052-4E9F-BFEA-BED3C3A43DDE}"/>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V-I Characteristics of a PN Junction Diode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1FFAC7C-B622-4B46-AB50-B9A9921D3FD5}"/>
                  </a:ext>
                </a:extLst>
              </p14:cNvPr>
              <p14:cNvContentPartPr/>
              <p14:nvPr/>
            </p14:nvContentPartPr>
            <p14:xfrm>
              <a:off x="1006560" y="1823760"/>
              <a:ext cx="9736920" cy="1257480"/>
            </p14:xfrm>
          </p:contentPart>
        </mc:Choice>
        <mc:Fallback xmlns="">
          <p:pic>
            <p:nvPicPr>
              <p:cNvPr id="2" name="Ink 1">
                <a:extLst>
                  <a:ext uri="{FF2B5EF4-FFF2-40B4-BE49-F238E27FC236}">
                    <a16:creationId xmlns:a16="http://schemas.microsoft.com/office/drawing/2014/main" id="{41FFAC7C-B622-4B46-AB50-B9A9921D3FD5}"/>
                  </a:ext>
                </a:extLst>
              </p:cNvPr>
              <p:cNvPicPr/>
              <p:nvPr/>
            </p:nvPicPr>
            <p:blipFill>
              <a:blip r:embed="rId4"/>
              <a:stretch>
                <a:fillRect/>
              </a:stretch>
            </p:blipFill>
            <p:spPr>
              <a:xfrm>
                <a:off x="997200" y="1814400"/>
                <a:ext cx="9755640" cy="1276200"/>
              </a:xfrm>
              <a:prstGeom prst="rect">
                <a:avLst/>
              </a:prstGeom>
            </p:spPr>
          </p:pic>
        </mc:Fallback>
      </mc:AlternateContent>
    </p:spTree>
    <p:extLst>
      <p:ext uri="{BB962C8B-B14F-4D97-AF65-F5344CB8AC3E}">
        <p14:creationId xmlns:p14="http://schemas.microsoft.com/office/powerpoint/2010/main" val="2128868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103</a:t>
            </a:fld>
            <a:endParaRPr lang="en-IN"/>
          </a:p>
        </p:txBody>
      </p:sp>
      <p:sp>
        <p:nvSpPr>
          <p:cNvPr id="7" name="Rectangle 6">
            <a:extLst>
              <a:ext uri="{FF2B5EF4-FFF2-40B4-BE49-F238E27FC236}">
                <a16:creationId xmlns:a16="http://schemas.microsoft.com/office/drawing/2014/main" id="{2CEE9A61-9382-4EEE-9688-F1F3B43F92B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Comparison of V-I Characteristics</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8" name="Group 7">
            <a:extLst>
              <a:ext uri="{FF2B5EF4-FFF2-40B4-BE49-F238E27FC236}">
                <a16:creationId xmlns:a16="http://schemas.microsoft.com/office/drawing/2014/main" id="{0C15C320-5FE4-4BF6-A5CB-9B0E1B475967}"/>
              </a:ext>
            </a:extLst>
          </p:cNvPr>
          <p:cNvGrpSpPr/>
          <p:nvPr/>
        </p:nvGrpSpPr>
        <p:grpSpPr>
          <a:xfrm>
            <a:off x="2442036" y="1079381"/>
            <a:ext cx="6478587" cy="4699237"/>
            <a:chOff x="1332706" y="1295400"/>
            <a:chExt cx="6478587" cy="4699237"/>
          </a:xfrm>
        </p:grpSpPr>
        <p:grpSp>
          <p:nvGrpSpPr>
            <p:cNvPr id="10" name="Group 9">
              <a:extLst>
                <a:ext uri="{FF2B5EF4-FFF2-40B4-BE49-F238E27FC236}">
                  <a16:creationId xmlns:a16="http://schemas.microsoft.com/office/drawing/2014/main" id="{B77A3BB9-1023-440D-A5B4-4EEE093EB314}"/>
                </a:ext>
              </a:extLst>
            </p:cNvPr>
            <p:cNvGrpSpPr/>
            <p:nvPr/>
          </p:nvGrpSpPr>
          <p:grpSpPr>
            <a:xfrm>
              <a:off x="1332706" y="1295400"/>
              <a:ext cx="6478587" cy="4699237"/>
              <a:chOff x="1332706" y="1295400"/>
              <a:chExt cx="6478587" cy="4699237"/>
            </a:xfrm>
          </p:grpSpPr>
          <p:grpSp>
            <p:nvGrpSpPr>
              <p:cNvPr id="14" name="Group 13">
                <a:extLst>
                  <a:ext uri="{FF2B5EF4-FFF2-40B4-BE49-F238E27FC236}">
                    <a16:creationId xmlns:a16="http://schemas.microsoft.com/office/drawing/2014/main" id="{9199AFD4-6FBC-47E5-9026-88C35209F109}"/>
                  </a:ext>
                </a:extLst>
              </p:cNvPr>
              <p:cNvGrpSpPr/>
              <p:nvPr/>
            </p:nvGrpSpPr>
            <p:grpSpPr>
              <a:xfrm>
                <a:off x="1332706" y="1295400"/>
                <a:ext cx="6478587" cy="4699237"/>
                <a:chOff x="1295400" y="1371600"/>
                <a:chExt cx="6478587" cy="4699237"/>
              </a:xfrm>
            </p:grpSpPr>
            <p:grpSp>
              <p:nvGrpSpPr>
                <p:cNvPr id="16" name="Group 15">
                  <a:extLst>
                    <a:ext uri="{FF2B5EF4-FFF2-40B4-BE49-F238E27FC236}">
                      <a16:creationId xmlns:a16="http://schemas.microsoft.com/office/drawing/2014/main" id="{C0E43AEE-C059-4126-A4DE-B1D5CBCB81C6}"/>
                    </a:ext>
                  </a:extLst>
                </p:cNvPr>
                <p:cNvGrpSpPr/>
                <p:nvPr/>
              </p:nvGrpSpPr>
              <p:grpSpPr>
                <a:xfrm>
                  <a:off x="1295400" y="1371600"/>
                  <a:ext cx="6478587" cy="4699237"/>
                  <a:chOff x="1332706" y="1291988"/>
                  <a:chExt cx="6478587" cy="4699237"/>
                </a:xfrm>
              </p:grpSpPr>
              <p:pic>
                <p:nvPicPr>
                  <p:cNvPr id="18" name="Picture 17">
                    <a:extLst>
                      <a:ext uri="{FF2B5EF4-FFF2-40B4-BE49-F238E27FC236}">
                        <a16:creationId xmlns:a16="http://schemas.microsoft.com/office/drawing/2014/main" id="{862EE403-65DE-4090-BC30-74E004441C72}"/>
                      </a:ext>
                    </a:extLst>
                  </p:cNvPr>
                  <p:cNvPicPr>
                    <a:picLocks noChangeAspect="1"/>
                  </p:cNvPicPr>
                  <p:nvPr/>
                </p:nvPicPr>
                <p:blipFill>
                  <a:blip r:embed="rId2"/>
                  <a:stretch>
                    <a:fillRect/>
                  </a:stretch>
                </p:blipFill>
                <p:spPr>
                  <a:xfrm>
                    <a:off x="1332706" y="1295400"/>
                    <a:ext cx="6478587" cy="4695825"/>
                  </a:xfrm>
                  <a:prstGeom prst="rect">
                    <a:avLst/>
                  </a:prstGeom>
                </p:spPr>
              </p:pic>
              <mc:AlternateContent xmlns:mc="http://schemas.openxmlformats.org/markup-compatibility/2006" xmlns:a14="http://schemas.microsoft.com/office/drawing/2010/main">
                <mc:Choice Requires="a14">
                  <p:sp>
                    <p:nvSpPr>
                      <p:cNvPr id="19" name="TextBox 4">
                        <a:extLst>
                          <a:ext uri="{FF2B5EF4-FFF2-40B4-BE49-F238E27FC236}">
                            <a16:creationId xmlns:a16="http://schemas.microsoft.com/office/drawing/2014/main" id="{2F4D6405-603D-441E-8552-6B398A943A70}"/>
                          </a:ext>
                        </a:extLst>
                      </p:cNvPr>
                      <p:cNvSpPr txBox="1"/>
                      <p:nvPr/>
                    </p:nvSpPr>
                    <p:spPr>
                      <a:xfrm>
                        <a:off x="4236586" y="1291988"/>
                        <a:ext cx="3048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𝐹</m:t>
                                  </m:r>
                                </m:sub>
                              </m:sSub>
                            </m:oMath>
                          </m:oMathPara>
                        </a14:m>
                        <a:endParaRPr lang="en-US" sz="1400" dirty="0"/>
                      </a:p>
                    </p:txBody>
                  </p:sp>
                </mc:Choice>
                <mc:Fallback xmlns="">
                  <p:sp>
                    <p:nvSpPr>
                      <p:cNvPr id="19" name="TextBox 4">
                        <a:extLst>
                          <a:ext uri="{FF2B5EF4-FFF2-40B4-BE49-F238E27FC236}">
                            <a16:creationId xmlns:a16="http://schemas.microsoft.com/office/drawing/2014/main" id="{2F4D6405-603D-441E-8552-6B398A943A70}"/>
                          </a:ext>
                        </a:extLst>
                      </p:cNvPr>
                      <p:cNvSpPr txBox="1">
                        <a:spLocks noRot="1" noChangeAspect="1" noMove="1" noResize="1" noEditPoints="1" noAdjustHandles="1" noChangeArrowheads="1" noChangeShapeType="1" noTextEdit="1"/>
                      </p:cNvSpPr>
                      <p:nvPr/>
                    </p:nvSpPr>
                    <p:spPr>
                      <a:xfrm>
                        <a:off x="4236586" y="1291988"/>
                        <a:ext cx="304800" cy="30777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1">
                        <a:extLst>
                          <a:ext uri="{FF2B5EF4-FFF2-40B4-BE49-F238E27FC236}">
                            <a16:creationId xmlns:a16="http://schemas.microsoft.com/office/drawing/2014/main" id="{16645487-34E9-45CF-9CE4-0E9C4EA577CE}"/>
                          </a:ext>
                        </a:extLst>
                      </p:cNvPr>
                      <p:cNvSpPr txBox="1"/>
                      <p:nvPr/>
                    </p:nvSpPr>
                    <p:spPr>
                      <a:xfrm>
                        <a:off x="7088187" y="3669759"/>
                        <a:ext cx="3048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𝐹</m:t>
                                  </m:r>
                                </m:sub>
                              </m:sSub>
                            </m:oMath>
                          </m:oMathPara>
                        </a14:m>
                        <a:endParaRPr lang="en-US" sz="1400" dirty="0"/>
                      </a:p>
                    </p:txBody>
                  </p:sp>
                </mc:Choice>
                <mc:Fallback xmlns="">
                  <p:sp>
                    <p:nvSpPr>
                      <p:cNvPr id="20" name="TextBox 11">
                        <a:extLst>
                          <a:ext uri="{FF2B5EF4-FFF2-40B4-BE49-F238E27FC236}">
                            <a16:creationId xmlns:a16="http://schemas.microsoft.com/office/drawing/2014/main" id="{16645487-34E9-45CF-9CE4-0E9C4EA577CE}"/>
                          </a:ext>
                        </a:extLst>
                      </p:cNvPr>
                      <p:cNvSpPr txBox="1">
                        <a:spLocks noRot="1" noChangeAspect="1" noMove="1" noResize="1" noEditPoints="1" noAdjustHandles="1" noChangeArrowheads="1" noChangeShapeType="1" noTextEdit="1"/>
                      </p:cNvSpPr>
                      <p:nvPr/>
                    </p:nvSpPr>
                    <p:spPr>
                      <a:xfrm>
                        <a:off x="7088187" y="3669759"/>
                        <a:ext cx="304800" cy="30777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12">
                        <a:extLst>
                          <a:ext uri="{FF2B5EF4-FFF2-40B4-BE49-F238E27FC236}">
                            <a16:creationId xmlns:a16="http://schemas.microsoft.com/office/drawing/2014/main" id="{DC7181C2-E082-4FEB-8103-65CBFD3F1EEB}"/>
                          </a:ext>
                        </a:extLst>
                      </p:cNvPr>
                      <p:cNvSpPr txBox="1"/>
                      <p:nvPr/>
                    </p:nvSpPr>
                    <p:spPr>
                      <a:xfrm>
                        <a:off x="4231942" y="5334000"/>
                        <a:ext cx="797258"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𝑅</m:t>
                                  </m:r>
                                </m:sub>
                              </m:sSub>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𝐴</m:t>
                              </m:r>
                              <m:r>
                                <a:rPr lang="en-US" sz="1400" b="0" i="1" smtClean="0">
                                  <a:latin typeface="Cambria Math" panose="02040503050406030204" pitchFamily="18" charset="0"/>
                                  <a:ea typeface="Cambria Math" panose="02040503050406030204" pitchFamily="18" charset="0"/>
                                </a:rPr>
                                <m:t>)</m:t>
                              </m:r>
                            </m:oMath>
                          </m:oMathPara>
                        </a14:m>
                        <a:endParaRPr lang="en-US" sz="1400" dirty="0"/>
                      </a:p>
                    </p:txBody>
                  </p:sp>
                </mc:Choice>
                <mc:Fallback xmlns="">
                  <p:sp>
                    <p:nvSpPr>
                      <p:cNvPr id="21" name="TextBox 12">
                        <a:extLst>
                          <a:ext uri="{FF2B5EF4-FFF2-40B4-BE49-F238E27FC236}">
                            <a16:creationId xmlns:a16="http://schemas.microsoft.com/office/drawing/2014/main" id="{DC7181C2-E082-4FEB-8103-65CBFD3F1EEB}"/>
                          </a:ext>
                        </a:extLst>
                      </p:cNvPr>
                      <p:cNvSpPr txBox="1">
                        <a:spLocks noRot="1" noChangeAspect="1" noMove="1" noResize="1" noEditPoints="1" noAdjustHandles="1" noChangeArrowheads="1" noChangeShapeType="1" noTextEdit="1"/>
                      </p:cNvSpPr>
                      <p:nvPr/>
                    </p:nvSpPr>
                    <p:spPr>
                      <a:xfrm>
                        <a:off x="4231942" y="5334000"/>
                        <a:ext cx="797258" cy="307777"/>
                      </a:xfrm>
                      <a:prstGeom prst="rect">
                        <a:avLst/>
                      </a:prstGeom>
                      <a:blipFill>
                        <a:blip r:embed="rId5"/>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15">
                        <a:extLst>
                          <a:ext uri="{FF2B5EF4-FFF2-40B4-BE49-F238E27FC236}">
                            <a16:creationId xmlns:a16="http://schemas.microsoft.com/office/drawing/2014/main" id="{1203AAF9-41F8-48B5-9572-C504B63656CD}"/>
                          </a:ext>
                        </a:extLst>
                      </p:cNvPr>
                      <p:cNvSpPr txBox="1"/>
                      <p:nvPr/>
                    </p:nvSpPr>
                    <p:spPr>
                      <a:xfrm>
                        <a:off x="1333500" y="3483113"/>
                        <a:ext cx="3810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𝐵𝑅</m:t>
                                  </m:r>
                                </m:sub>
                              </m:sSub>
                            </m:oMath>
                          </m:oMathPara>
                        </a14:m>
                        <a:endParaRPr lang="en-US" sz="1400" dirty="0"/>
                      </a:p>
                    </p:txBody>
                  </p:sp>
                </mc:Choice>
                <mc:Fallback xmlns="">
                  <p:sp>
                    <p:nvSpPr>
                      <p:cNvPr id="22" name="TextBox 15">
                        <a:extLst>
                          <a:ext uri="{FF2B5EF4-FFF2-40B4-BE49-F238E27FC236}">
                            <a16:creationId xmlns:a16="http://schemas.microsoft.com/office/drawing/2014/main" id="{1203AAF9-41F8-48B5-9572-C504B63656CD}"/>
                          </a:ext>
                        </a:extLst>
                      </p:cNvPr>
                      <p:cNvSpPr txBox="1">
                        <a:spLocks noRot="1" noChangeAspect="1" noMove="1" noResize="1" noEditPoints="1" noAdjustHandles="1" noChangeArrowheads="1" noChangeShapeType="1" noTextEdit="1"/>
                      </p:cNvSpPr>
                      <p:nvPr/>
                    </p:nvSpPr>
                    <p:spPr>
                      <a:xfrm>
                        <a:off x="1333500" y="3483113"/>
                        <a:ext cx="381000" cy="307777"/>
                      </a:xfrm>
                      <a:prstGeom prst="rect">
                        <a:avLst/>
                      </a:prstGeom>
                      <a:blipFill>
                        <a:blip r:embed="rId6"/>
                        <a:stretch>
                          <a:fillRect r="-3226"/>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474FE72-3235-4C7E-98CF-2A02E834301E}"/>
                        </a:ext>
                      </a:extLst>
                    </p:cNvPr>
                    <p:cNvSpPr txBox="1"/>
                    <p:nvPr/>
                  </p:nvSpPr>
                  <p:spPr>
                    <a:xfrm>
                      <a:off x="1981200" y="4114800"/>
                      <a:ext cx="3810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𝐵𝑅</m:t>
                                </m:r>
                              </m:sub>
                            </m:sSub>
                          </m:oMath>
                        </m:oMathPara>
                      </a14:m>
                      <a:endParaRPr lang="en-US" sz="1400" dirty="0"/>
                    </a:p>
                  </p:txBody>
                </p:sp>
              </mc:Choice>
              <mc:Fallback xmlns="">
                <p:sp>
                  <p:nvSpPr>
                    <p:cNvPr id="17" name="TextBox 16">
                      <a:extLst>
                        <a:ext uri="{FF2B5EF4-FFF2-40B4-BE49-F238E27FC236}">
                          <a16:creationId xmlns:a16="http://schemas.microsoft.com/office/drawing/2014/main" id="{D474FE72-3235-4C7E-98CF-2A02E834301E}"/>
                        </a:ext>
                      </a:extLst>
                    </p:cNvPr>
                    <p:cNvSpPr txBox="1">
                      <a:spLocks noRot="1" noChangeAspect="1" noMove="1" noResize="1" noEditPoints="1" noAdjustHandles="1" noChangeArrowheads="1" noChangeShapeType="1" noTextEdit="1"/>
                    </p:cNvSpPr>
                    <p:nvPr/>
                  </p:nvSpPr>
                  <p:spPr>
                    <a:xfrm>
                      <a:off x="1981200" y="4114800"/>
                      <a:ext cx="381000" cy="307777"/>
                    </a:xfrm>
                    <a:prstGeom prst="rect">
                      <a:avLst/>
                    </a:prstGeom>
                    <a:blipFill>
                      <a:blip r:embed="rId7"/>
                      <a:stretch>
                        <a:fillRect r="-1587"/>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5" name="TextBox 17">
                    <a:extLst>
                      <a:ext uri="{FF2B5EF4-FFF2-40B4-BE49-F238E27FC236}">
                        <a16:creationId xmlns:a16="http://schemas.microsoft.com/office/drawing/2014/main" id="{157C8FB8-C3E6-4294-8E2D-1F8086835AF9}"/>
                      </a:ext>
                    </a:extLst>
                  </p:cNvPr>
                  <p:cNvSpPr txBox="1"/>
                  <p:nvPr/>
                </p:nvSpPr>
                <p:spPr>
                  <a:xfrm>
                    <a:off x="3276600" y="4666706"/>
                    <a:ext cx="3810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𝐵𝑅</m:t>
                              </m:r>
                            </m:sub>
                          </m:sSub>
                        </m:oMath>
                      </m:oMathPara>
                    </a14:m>
                    <a:endParaRPr lang="en-US" sz="1400" dirty="0"/>
                  </a:p>
                </p:txBody>
              </p:sp>
            </mc:Choice>
            <mc:Fallback xmlns="">
              <p:sp>
                <p:nvSpPr>
                  <p:cNvPr id="15" name="TextBox 17">
                    <a:extLst>
                      <a:ext uri="{FF2B5EF4-FFF2-40B4-BE49-F238E27FC236}">
                        <a16:creationId xmlns:a16="http://schemas.microsoft.com/office/drawing/2014/main" id="{157C8FB8-C3E6-4294-8E2D-1F8086835AF9}"/>
                      </a:ext>
                    </a:extLst>
                  </p:cNvPr>
                  <p:cNvSpPr txBox="1">
                    <a:spLocks noRot="1" noChangeAspect="1" noMove="1" noResize="1" noEditPoints="1" noAdjustHandles="1" noChangeArrowheads="1" noChangeShapeType="1" noTextEdit="1"/>
                  </p:cNvSpPr>
                  <p:nvPr/>
                </p:nvSpPr>
                <p:spPr>
                  <a:xfrm>
                    <a:off x="3276600" y="4666706"/>
                    <a:ext cx="381000" cy="307777"/>
                  </a:xfrm>
                  <a:prstGeom prst="rect">
                    <a:avLst/>
                  </a:prstGeom>
                  <a:blipFill>
                    <a:blip r:embed="rId8"/>
                    <a:stretch>
                      <a:fillRect r="-1587"/>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1" name="TextBox 19">
                  <a:extLst>
                    <a:ext uri="{FF2B5EF4-FFF2-40B4-BE49-F238E27FC236}">
                      <a16:creationId xmlns:a16="http://schemas.microsoft.com/office/drawing/2014/main" id="{0C3EEEFE-4EFE-4FB9-8355-526F99EE48E9}"/>
                    </a:ext>
                  </a:extLst>
                </p:cNvPr>
                <p:cNvSpPr txBox="1"/>
                <p:nvPr/>
              </p:nvSpPr>
              <p:spPr>
                <a:xfrm>
                  <a:off x="2590800" y="3694205"/>
                  <a:ext cx="3048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𝑜</m:t>
                            </m:r>
                          </m:sub>
                        </m:sSub>
                      </m:oMath>
                    </m:oMathPara>
                  </a14:m>
                  <a:endParaRPr lang="en-US" sz="1400" dirty="0"/>
                </a:p>
              </p:txBody>
            </p:sp>
          </mc:Choice>
          <mc:Fallback xmlns="">
            <p:sp>
              <p:nvSpPr>
                <p:cNvPr id="11" name="TextBox 19">
                  <a:extLst>
                    <a:ext uri="{FF2B5EF4-FFF2-40B4-BE49-F238E27FC236}">
                      <a16:creationId xmlns:a16="http://schemas.microsoft.com/office/drawing/2014/main" id="{0C3EEEFE-4EFE-4FB9-8355-526F99EE48E9}"/>
                    </a:ext>
                  </a:extLst>
                </p:cNvPr>
                <p:cNvSpPr txBox="1">
                  <a:spLocks noRot="1" noChangeAspect="1" noMove="1" noResize="1" noEditPoints="1" noAdjustHandles="1" noChangeArrowheads="1" noChangeShapeType="1" noTextEdit="1"/>
                </p:cNvSpPr>
                <p:nvPr/>
              </p:nvSpPr>
              <p:spPr>
                <a:xfrm>
                  <a:off x="2590800" y="3694205"/>
                  <a:ext cx="304800" cy="30777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20">
                  <a:extLst>
                    <a:ext uri="{FF2B5EF4-FFF2-40B4-BE49-F238E27FC236}">
                      <a16:creationId xmlns:a16="http://schemas.microsoft.com/office/drawing/2014/main" id="{4D8DF934-B030-461B-9265-24C4A874ACE7}"/>
                    </a:ext>
                  </a:extLst>
                </p:cNvPr>
                <p:cNvSpPr txBox="1"/>
                <p:nvPr/>
              </p:nvSpPr>
              <p:spPr>
                <a:xfrm>
                  <a:off x="2971800" y="4303510"/>
                  <a:ext cx="3048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𝑜</m:t>
                            </m:r>
                          </m:sub>
                        </m:sSub>
                      </m:oMath>
                    </m:oMathPara>
                  </a14:m>
                  <a:endParaRPr lang="en-US" sz="1400" dirty="0"/>
                </a:p>
              </p:txBody>
            </p:sp>
          </mc:Choice>
          <mc:Fallback xmlns="">
            <p:sp>
              <p:nvSpPr>
                <p:cNvPr id="12" name="TextBox 20">
                  <a:extLst>
                    <a:ext uri="{FF2B5EF4-FFF2-40B4-BE49-F238E27FC236}">
                      <a16:creationId xmlns:a16="http://schemas.microsoft.com/office/drawing/2014/main" id="{4D8DF934-B030-461B-9265-24C4A874ACE7}"/>
                    </a:ext>
                  </a:extLst>
                </p:cNvPr>
                <p:cNvSpPr txBox="1">
                  <a:spLocks noRot="1" noChangeAspect="1" noMove="1" noResize="1" noEditPoints="1" noAdjustHandles="1" noChangeArrowheads="1" noChangeShapeType="1" noTextEdit="1"/>
                </p:cNvSpPr>
                <p:nvPr/>
              </p:nvSpPr>
              <p:spPr>
                <a:xfrm>
                  <a:off x="2971800" y="4303510"/>
                  <a:ext cx="304800" cy="30777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21">
                  <a:extLst>
                    <a:ext uri="{FF2B5EF4-FFF2-40B4-BE49-F238E27FC236}">
                      <a16:creationId xmlns:a16="http://schemas.microsoft.com/office/drawing/2014/main" id="{A74638BB-9385-40BF-95C2-2B5AE1C54D6D}"/>
                    </a:ext>
                  </a:extLst>
                </p:cNvPr>
                <p:cNvSpPr txBox="1"/>
                <p:nvPr/>
              </p:nvSpPr>
              <p:spPr>
                <a:xfrm>
                  <a:off x="3657600" y="4898332"/>
                  <a:ext cx="304800" cy="307777"/>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𝑜</m:t>
                            </m:r>
                          </m:sub>
                        </m:sSub>
                      </m:oMath>
                    </m:oMathPara>
                  </a14:m>
                  <a:endParaRPr lang="en-US" sz="1400" dirty="0"/>
                </a:p>
              </p:txBody>
            </p:sp>
          </mc:Choice>
          <mc:Fallback xmlns="">
            <p:sp>
              <p:nvSpPr>
                <p:cNvPr id="13" name="TextBox 21">
                  <a:extLst>
                    <a:ext uri="{FF2B5EF4-FFF2-40B4-BE49-F238E27FC236}">
                      <a16:creationId xmlns:a16="http://schemas.microsoft.com/office/drawing/2014/main" id="{A74638BB-9385-40BF-95C2-2B5AE1C54D6D}"/>
                    </a:ext>
                  </a:extLst>
                </p:cNvPr>
                <p:cNvSpPr txBox="1">
                  <a:spLocks noRot="1" noChangeAspect="1" noMove="1" noResize="1" noEditPoints="1" noAdjustHandles="1" noChangeArrowheads="1" noChangeShapeType="1" noTextEdit="1"/>
                </p:cNvSpPr>
                <p:nvPr/>
              </p:nvSpPr>
              <p:spPr>
                <a:xfrm>
                  <a:off x="3657600" y="4898332"/>
                  <a:ext cx="304800" cy="307777"/>
                </a:xfrm>
                <a:prstGeom prst="rect">
                  <a:avLst/>
                </a:prstGeom>
                <a:blipFill>
                  <a:blip r:embed="rId11"/>
                  <a:stretch>
                    <a:fillRect/>
                  </a:stretch>
                </a:blipFill>
              </p:spPr>
              <p:txBody>
                <a:bodyPr/>
                <a:lstStyle/>
                <a:p>
                  <a:r>
                    <a:rPr lang="en-IN">
                      <a:noFill/>
                    </a:rPr>
                    <a:t> </a:t>
                  </a:r>
                </a:p>
              </p:txBody>
            </p:sp>
          </mc:Fallback>
        </mc:AlternateContent>
      </p:grpSp>
      <p:sp>
        <p:nvSpPr>
          <p:cNvPr id="9" name="TextBox 23">
            <a:extLst>
              <a:ext uri="{FF2B5EF4-FFF2-40B4-BE49-F238E27FC236}">
                <a16:creationId xmlns:a16="http://schemas.microsoft.com/office/drawing/2014/main" id="{4D5B831C-FCFD-4BEA-A36D-6A9BD0A2E949}"/>
              </a:ext>
            </a:extLst>
          </p:cNvPr>
          <p:cNvSpPr txBox="1"/>
          <p:nvPr/>
        </p:nvSpPr>
        <p:spPr>
          <a:xfrm>
            <a:off x="2791286" y="5825578"/>
            <a:ext cx="6129337"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sz="1800" dirty="0"/>
              <a:t>Fig.1.3.5 [Comparison of Ge, Si, and GaAs commercial diodes]</a:t>
            </a:r>
          </a:p>
        </p:txBody>
      </p:sp>
      <mc:AlternateContent xmlns:mc="http://schemas.openxmlformats.org/markup-compatibility/2006" xmlns:p14="http://schemas.microsoft.com/office/powerpoint/2010/main">
        <mc:Choice Requires="p14">
          <p:contentPart p14:bwMode="auto" r:id="rId12">
            <p14:nvContentPartPr>
              <p14:cNvPr id="2" name="Ink 1">
                <a:extLst>
                  <a:ext uri="{FF2B5EF4-FFF2-40B4-BE49-F238E27FC236}">
                    <a16:creationId xmlns:a16="http://schemas.microsoft.com/office/drawing/2014/main" id="{70197DC7-B863-4307-9AC0-2EA64D341759}"/>
                  </a:ext>
                </a:extLst>
              </p14:cNvPr>
              <p14:cNvContentPartPr/>
              <p14:nvPr/>
            </p14:nvContentPartPr>
            <p14:xfrm>
              <a:off x="2532240" y="3538440"/>
              <a:ext cx="5848560" cy="1960920"/>
            </p14:xfrm>
          </p:contentPart>
        </mc:Choice>
        <mc:Fallback xmlns="">
          <p:pic>
            <p:nvPicPr>
              <p:cNvPr id="2" name="Ink 1">
                <a:extLst>
                  <a:ext uri="{FF2B5EF4-FFF2-40B4-BE49-F238E27FC236}">
                    <a16:creationId xmlns:a16="http://schemas.microsoft.com/office/drawing/2014/main" id="{70197DC7-B863-4307-9AC0-2EA64D341759}"/>
                  </a:ext>
                </a:extLst>
              </p:cNvPr>
              <p:cNvPicPr/>
              <p:nvPr/>
            </p:nvPicPr>
            <p:blipFill>
              <a:blip r:embed="rId13"/>
              <a:stretch>
                <a:fillRect/>
              </a:stretch>
            </p:blipFill>
            <p:spPr>
              <a:xfrm>
                <a:off x="2522880" y="3529080"/>
                <a:ext cx="5867280" cy="1979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A3723F0C-07A2-43F9-BCAF-FEAF1FC05C22}"/>
                  </a:ext>
                </a:extLst>
              </p14:cNvPr>
              <p14:cNvContentPartPr/>
              <p14:nvPr/>
            </p14:nvContentPartPr>
            <p14:xfrm>
              <a:off x="2969280" y="3525120"/>
              <a:ext cx="2969640" cy="670320"/>
            </p14:xfrm>
          </p:contentPart>
        </mc:Choice>
        <mc:Fallback xmlns="">
          <p:pic>
            <p:nvPicPr>
              <p:cNvPr id="3" name="Ink 2">
                <a:extLst>
                  <a:ext uri="{FF2B5EF4-FFF2-40B4-BE49-F238E27FC236}">
                    <a16:creationId xmlns:a16="http://schemas.microsoft.com/office/drawing/2014/main" id="{A3723F0C-07A2-43F9-BCAF-FEAF1FC05C22}"/>
                  </a:ext>
                </a:extLst>
              </p:cNvPr>
              <p:cNvPicPr/>
              <p:nvPr/>
            </p:nvPicPr>
            <p:blipFill>
              <a:blip r:embed="rId15"/>
              <a:stretch>
                <a:fillRect/>
              </a:stretch>
            </p:blipFill>
            <p:spPr>
              <a:xfrm>
                <a:off x="2959920" y="3515760"/>
                <a:ext cx="2988360" cy="689040"/>
              </a:xfrm>
              <a:prstGeom prst="rect">
                <a:avLst/>
              </a:prstGeom>
            </p:spPr>
          </p:pic>
        </mc:Fallback>
      </mc:AlternateContent>
    </p:spTree>
    <p:extLst>
      <p:ext uri="{BB962C8B-B14F-4D97-AF65-F5344CB8AC3E}">
        <p14:creationId xmlns:p14="http://schemas.microsoft.com/office/powerpoint/2010/main" val="4801624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104</a:t>
            </a:fld>
            <a:endParaRPr lang="en-IN"/>
          </a:p>
        </p:txBody>
      </p:sp>
      <p:sp>
        <p:nvSpPr>
          <p:cNvPr id="7" name="Rectangle 6">
            <a:extLst>
              <a:ext uri="{FF2B5EF4-FFF2-40B4-BE49-F238E27FC236}">
                <a16:creationId xmlns:a16="http://schemas.microsoft.com/office/drawing/2014/main" id="{7E5C65BD-C858-46AE-A8F2-4F8C8CBD2E1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Temperature Effect on V-I Characteristics</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EB41E251-49A5-4FE1-AF6F-97E4ED7AADB2}"/>
                  </a:ext>
                </a:extLst>
              </p:cNvPr>
              <p:cNvSpPr txBox="1"/>
              <p:nvPr/>
            </p:nvSpPr>
            <p:spPr>
              <a:xfrm>
                <a:off x="1524000" y="1068366"/>
                <a:ext cx="9144000" cy="313829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marL="342900" indent="-342900" algn="just">
                  <a:buSzPct val="125000"/>
                  <a:buFont typeface="Wingdings" panose="05000000000000000000" pitchFamily="2" charset="2"/>
                  <a:buChar char="§"/>
                </a:pPr>
                <a:r>
                  <a:rPr lang="en-US" dirty="0"/>
                  <a:t>For a </a:t>
                </a:r>
                <a:r>
                  <a:rPr lang="en-US" i="1" dirty="0"/>
                  <a:t>forward-biased</a:t>
                </a:r>
                <a:r>
                  <a:rPr lang="en-US" dirty="0"/>
                  <a:t> diode, as temperature is increased, the forward current increases for a given value of forward voltage.</a:t>
                </a:r>
              </a:p>
              <a:p>
                <a:pPr algn="just">
                  <a:buSzPct val="125000"/>
                </a:pPr>
                <a:endParaRPr lang="en-US" sz="1100" dirty="0"/>
              </a:p>
              <a:p>
                <a:pPr marL="342900" indent="-342900" algn="just">
                  <a:buSzPct val="125000"/>
                  <a:buFont typeface="Wingdings" panose="05000000000000000000" pitchFamily="2" charset="2"/>
                  <a:buChar char="§"/>
                </a:pPr>
                <a:r>
                  <a:rPr lang="en-US" dirty="0"/>
                  <a:t>Also, for a given value of forward current, the forward voltage decreases. The barrier potential decreases by </a:t>
                </a:r>
                <a:r>
                  <a:rPr lang="en-US" i="1" dirty="0"/>
                  <a:t>2.5 mV </a:t>
                </a:r>
                <a:r>
                  <a:rPr lang="en-US" dirty="0"/>
                  <a:t>for each degree increase in temperature </a:t>
                </a:r>
                <a14:m>
                  <m:oMath xmlns:m="http://schemas.openxmlformats.org/officeDocument/2006/math">
                    <m:r>
                      <a:rPr lang="en-US" sz="2800" b="0" i="0" smtClean="0">
                        <a:latin typeface="Cambria Math" panose="02040503050406030204" pitchFamily="18" charset="0"/>
                      </a:rPr>
                      <m:t>(</m:t>
                    </m:r>
                    <m:box>
                      <m:boxPr>
                        <m:ctrlPr>
                          <a:rPr lang="en-US" sz="2800" i="1" smtClean="0">
                            <a:latin typeface="Cambria Math" panose="02040503050406030204" pitchFamily="18" charset="0"/>
                          </a:rPr>
                        </m:ctrlPr>
                      </m:boxPr>
                      <m:e>
                        <m:argPr>
                          <m:argSz m:val="-1"/>
                        </m:argPr>
                        <m:f>
                          <m:fPr>
                            <m:ctrlPr>
                              <a:rPr lang="en-US" sz="2800" i="1" smtClean="0">
                                <a:latin typeface="Cambria Math" panose="02040503050406030204" pitchFamily="18" charset="0"/>
                              </a:rPr>
                            </m:ctrlPr>
                          </m:fPr>
                          <m:num>
                            <m:r>
                              <a:rPr lang="en-US" sz="2800" b="0" i="1" smtClean="0">
                                <a:latin typeface="Cambria Math" panose="02040503050406030204" pitchFamily="18" charset="0"/>
                              </a:rPr>
                              <m:t>𝑑𝑣</m:t>
                            </m:r>
                          </m:num>
                          <m:den>
                            <m:r>
                              <a:rPr lang="en-US" sz="2800" b="0" i="1" smtClean="0">
                                <a:latin typeface="Cambria Math" panose="02040503050406030204" pitchFamily="18" charset="0"/>
                              </a:rPr>
                              <m:t>𝑑𝑡</m:t>
                            </m:r>
                          </m:den>
                        </m:f>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−2.5 </m:t>
                        </m:r>
                        <m:f>
                          <m:fPr>
                            <m:type m:val="lin"/>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𝑚𝑉</m:t>
                            </m:r>
                          </m:num>
                          <m:den>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𝐶</m:t>
                                </m:r>
                              </m:e>
                              <m:sup>
                                <m:r>
                                  <a:rPr lang="en-US" sz="2800" b="0" i="1" smtClean="0">
                                    <a:latin typeface="Cambria Math" panose="02040503050406030204" pitchFamily="18" charset="0"/>
                                    <a:ea typeface="Cambria Math" panose="02040503050406030204" pitchFamily="18" charset="0"/>
                                  </a:rPr>
                                  <m:t>°</m:t>
                                </m:r>
                              </m:sup>
                            </m:sSup>
                          </m:den>
                        </m:f>
                        <m:r>
                          <a:rPr lang="en-US" sz="2800" b="0" i="1" smtClean="0">
                            <a:latin typeface="Cambria Math" panose="02040503050406030204" pitchFamily="18" charset="0"/>
                            <a:ea typeface="Cambria Math" panose="02040503050406030204" pitchFamily="18" charset="0"/>
                          </a:rPr>
                          <m:t>)</m:t>
                        </m:r>
                      </m:e>
                    </m:box>
                  </m:oMath>
                </a14:m>
                <a:r>
                  <a:rPr lang="en-US" dirty="0"/>
                  <a:t>. </a:t>
                </a:r>
              </a:p>
              <a:p>
                <a:pPr algn="just">
                  <a:buSzPct val="125000"/>
                </a:pPr>
                <a:endParaRPr lang="en-US" sz="1100" dirty="0"/>
              </a:p>
              <a:p>
                <a:pPr marL="342900" indent="-342900" algn="just">
                  <a:buSzPct val="125000"/>
                  <a:buFont typeface="Wingdings" panose="05000000000000000000" pitchFamily="2" charset="2"/>
                  <a:buChar char="§"/>
                </a:pPr>
                <a:r>
                  <a:rPr lang="en-US" dirty="0"/>
                  <a:t>For a </a:t>
                </a:r>
                <a:r>
                  <a:rPr lang="en-US" i="1" dirty="0"/>
                  <a:t>reverse-biased</a:t>
                </a:r>
                <a:r>
                  <a:rPr lang="en-US" dirty="0"/>
                  <a:t> diode, as temperature is increased, the reverse saturation current increases as per the relation:</a:t>
                </a:r>
              </a:p>
            </p:txBody>
          </p:sp>
        </mc:Choice>
        <mc:Fallback xmlns="">
          <p:sp>
            <p:nvSpPr>
              <p:cNvPr id="8" name="TextBox 3">
                <a:extLst>
                  <a:ext uri="{FF2B5EF4-FFF2-40B4-BE49-F238E27FC236}">
                    <a16:creationId xmlns:a16="http://schemas.microsoft.com/office/drawing/2014/main" id="{EB41E251-49A5-4FE1-AF6F-97E4ED7AADB2}"/>
                  </a:ext>
                </a:extLst>
              </p:cNvPr>
              <p:cNvSpPr txBox="1">
                <a:spLocks noRot="1" noChangeAspect="1" noMove="1" noResize="1" noEditPoints="1" noAdjustHandles="1" noChangeArrowheads="1" noChangeShapeType="1" noTextEdit="1"/>
              </p:cNvSpPr>
              <p:nvPr/>
            </p:nvSpPr>
            <p:spPr>
              <a:xfrm>
                <a:off x="1524000" y="1068366"/>
                <a:ext cx="9144000" cy="3138295"/>
              </a:xfrm>
              <a:prstGeom prst="rect">
                <a:avLst/>
              </a:prstGeom>
              <a:blipFill>
                <a:blip r:embed="rId2"/>
                <a:stretch>
                  <a:fillRect l="-1333" t="-3689" r="-1000" b="-34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4">
                <a:extLst>
                  <a:ext uri="{FF2B5EF4-FFF2-40B4-BE49-F238E27FC236}">
                    <a16:creationId xmlns:a16="http://schemas.microsoft.com/office/drawing/2014/main" id="{D3855422-F740-4330-B7BD-3AFAE2EB18C1}"/>
                  </a:ext>
                </a:extLst>
              </p:cNvPr>
              <p:cNvSpPr txBox="1"/>
              <p:nvPr/>
            </p:nvSpPr>
            <p:spPr>
              <a:xfrm>
                <a:off x="3581400" y="4286777"/>
                <a:ext cx="3657600" cy="484684"/>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𝑜</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𝑜</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num>
                            <m:den>
                              <m:r>
                                <a:rPr lang="en-US" b="0" i="1" smtClean="0">
                                  <a:latin typeface="Cambria Math" panose="02040503050406030204" pitchFamily="18" charset="0"/>
                                </a:rPr>
                                <m:t>10</m:t>
                              </m:r>
                            </m:den>
                          </m:f>
                        </m:sup>
                      </m:sSup>
                    </m:oMath>
                  </m:oMathPara>
                </a14:m>
                <a:endParaRPr lang="en-US" dirty="0"/>
              </a:p>
            </p:txBody>
          </p:sp>
        </mc:Choice>
        <mc:Fallback xmlns="">
          <p:sp>
            <p:nvSpPr>
              <p:cNvPr id="9" name="TextBox 4">
                <a:extLst>
                  <a:ext uri="{FF2B5EF4-FFF2-40B4-BE49-F238E27FC236}">
                    <a16:creationId xmlns:a16="http://schemas.microsoft.com/office/drawing/2014/main" id="{D3855422-F740-4330-B7BD-3AFAE2EB18C1}"/>
                  </a:ext>
                </a:extLst>
              </p:cNvPr>
              <p:cNvSpPr txBox="1">
                <a:spLocks noRot="1" noChangeAspect="1" noMove="1" noResize="1" noEditPoints="1" noAdjustHandles="1" noChangeArrowheads="1" noChangeShapeType="1" noTextEdit="1"/>
              </p:cNvSpPr>
              <p:nvPr/>
            </p:nvSpPr>
            <p:spPr>
              <a:xfrm>
                <a:off x="3581400" y="4286777"/>
                <a:ext cx="3657600" cy="484684"/>
              </a:xfrm>
              <a:prstGeom prst="rect">
                <a:avLst/>
              </a:prstGeom>
              <a:blipFill>
                <a:blip r:embed="rId3"/>
                <a:stretch>
                  <a:fillRect/>
                </a:stretch>
              </a:blipFill>
            </p:spPr>
            <p:txBody>
              <a:bodyPr/>
              <a:lstStyle/>
              <a:p>
                <a:r>
                  <a:rPr lang="en-IN">
                    <a:noFill/>
                  </a:rPr>
                  <a:t> </a:t>
                </a:r>
              </a:p>
            </p:txBody>
          </p:sp>
        </mc:Fallback>
      </mc:AlternateContent>
      <p:sp>
        <p:nvSpPr>
          <p:cNvPr id="10" name="TextBox 12">
            <a:extLst>
              <a:ext uri="{FF2B5EF4-FFF2-40B4-BE49-F238E27FC236}">
                <a16:creationId xmlns:a16="http://schemas.microsoft.com/office/drawing/2014/main" id="{2E6FF902-8B1D-4C75-ACBD-4629D2745579}"/>
              </a:ext>
            </a:extLst>
          </p:cNvPr>
          <p:cNvSpPr txBox="1"/>
          <p:nvPr/>
        </p:nvSpPr>
        <p:spPr>
          <a:xfrm>
            <a:off x="9353953" y="4263751"/>
            <a:ext cx="1314047"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sz="2000" dirty="0"/>
              <a:t>[Eq.-1.3.2]</a:t>
            </a:r>
          </a:p>
        </p:txBody>
      </p:sp>
      <mc:AlternateContent xmlns:mc="http://schemas.openxmlformats.org/markup-compatibility/2006" xmlns:a14="http://schemas.microsoft.com/office/drawing/2010/main">
        <mc:Choice Requires="a14">
          <p:sp>
            <p:nvSpPr>
              <p:cNvPr id="11" name="TextBox 7">
                <a:extLst>
                  <a:ext uri="{FF2B5EF4-FFF2-40B4-BE49-F238E27FC236}">
                    <a16:creationId xmlns:a16="http://schemas.microsoft.com/office/drawing/2014/main" id="{0CD989F0-7C29-4ACA-A48A-CBF49E51C473}"/>
                  </a:ext>
                </a:extLst>
              </p:cNvPr>
              <p:cNvSpPr txBox="1"/>
              <p:nvPr/>
            </p:nvSpPr>
            <p:spPr>
              <a:xfrm>
                <a:off x="2151524" y="5319634"/>
                <a:ext cx="7664853" cy="470000"/>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dirty="0"/>
                  <a:t>It implies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𝑜</m:t>
                        </m:r>
                      </m:sub>
                    </m:sSub>
                  </m:oMath>
                </a14:m>
                <a:r>
                  <a:rPr lang="en-US" dirty="0"/>
                  <a:t> doubles for every </a:t>
                </a:r>
                <a14:m>
                  <m:oMath xmlns:m="http://schemas.openxmlformats.org/officeDocument/2006/math">
                    <m:r>
                      <a:rPr lang="en-US" b="0" i="0" smtClean="0">
                        <a:latin typeface="Cambria Math" panose="02040503050406030204" pitchFamily="18" charset="0"/>
                        <a:ea typeface="Cambria Math" panose="02040503050406030204" pitchFamily="18" charset="0"/>
                      </a:rPr>
                      <m:t>10 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𝐶</m:t>
                        </m:r>
                      </m:e>
                      <m:sup>
                        <m:r>
                          <a:rPr lang="en-US" i="1">
                            <a:latin typeface="Cambria Math" panose="02040503050406030204" pitchFamily="18" charset="0"/>
                            <a:ea typeface="Cambria Math" panose="02040503050406030204" pitchFamily="18" charset="0"/>
                          </a:rPr>
                          <m:t>°</m:t>
                        </m:r>
                      </m:sup>
                    </m:sSup>
                  </m:oMath>
                </a14:m>
                <a:r>
                  <a:rPr lang="en-US" dirty="0"/>
                  <a:t> rise in temperature </a:t>
                </a:r>
              </a:p>
            </p:txBody>
          </p:sp>
        </mc:Choice>
        <mc:Fallback xmlns="">
          <p:sp>
            <p:nvSpPr>
              <p:cNvPr id="11" name="TextBox 7">
                <a:extLst>
                  <a:ext uri="{FF2B5EF4-FFF2-40B4-BE49-F238E27FC236}">
                    <a16:creationId xmlns:a16="http://schemas.microsoft.com/office/drawing/2014/main" id="{0CD989F0-7C29-4ACA-A48A-CBF49E51C473}"/>
                  </a:ext>
                </a:extLst>
              </p:cNvPr>
              <p:cNvSpPr txBox="1">
                <a:spLocks noRot="1" noChangeAspect="1" noMove="1" noResize="1" noEditPoints="1" noAdjustHandles="1" noChangeArrowheads="1" noChangeShapeType="1" noTextEdit="1"/>
              </p:cNvSpPr>
              <p:nvPr/>
            </p:nvSpPr>
            <p:spPr>
              <a:xfrm>
                <a:off x="2151524" y="5319634"/>
                <a:ext cx="7664853" cy="470000"/>
              </a:xfrm>
              <a:prstGeom prst="rect">
                <a:avLst/>
              </a:prstGeom>
              <a:blipFill>
                <a:blip r:embed="rId4"/>
                <a:stretch>
                  <a:fillRect l="-1273" t="-7792" r="-1591" b="-2987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5">
                <a:extLst>
                  <a:ext uri="{FF2B5EF4-FFF2-40B4-BE49-F238E27FC236}">
                    <a16:creationId xmlns:a16="http://schemas.microsoft.com/office/drawing/2014/main" id="{8EBE6A4B-F5EA-489F-B933-487F30AD001D}"/>
                  </a:ext>
                </a:extLst>
              </p:cNvPr>
              <p:cNvSpPr txBox="1"/>
              <p:nvPr/>
            </p:nvSpPr>
            <p:spPr>
              <a:xfrm>
                <a:off x="7066128" y="4822083"/>
                <a:ext cx="2362200"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&gt;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rPr>
                          <m:t>1</m:t>
                        </m:r>
                      </m:sub>
                    </m:sSub>
                  </m:oMath>
                </a14:m>
                <a:endParaRPr lang="en-US" dirty="0"/>
              </a:p>
            </p:txBody>
          </p:sp>
        </mc:Choice>
        <mc:Fallback xmlns="">
          <p:sp>
            <p:nvSpPr>
              <p:cNvPr id="12" name="TextBox 15">
                <a:extLst>
                  <a:ext uri="{FF2B5EF4-FFF2-40B4-BE49-F238E27FC236}">
                    <a16:creationId xmlns:a16="http://schemas.microsoft.com/office/drawing/2014/main" id="{8EBE6A4B-F5EA-489F-B933-487F30AD001D}"/>
                  </a:ext>
                </a:extLst>
              </p:cNvPr>
              <p:cNvSpPr txBox="1">
                <a:spLocks noRot="1" noChangeAspect="1" noMove="1" noResize="1" noEditPoints="1" noAdjustHandles="1" noChangeArrowheads="1" noChangeShapeType="1" noTextEdit="1"/>
              </p:cNvSpPr>
              <p:nvPr/>
            </p:nvSpPr>
            <p:spPr>
              <a:xfrm>
                <a:off x="7066128" y="4822083"/>
                <a:ext cx="2362200" cy="461665"/>
              </a:xfrm>
              <a:prstGeom prst="rect">
                <a:avLst/>
              </a:prstGeom>
              <a:blipFill>
                <a:blip r:embed="rId5"/>
                <a:stretch>
                  <a:fillRect l="-3866" t="-10526" b="-28947"/>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721D32F8-575A-4803-9D98-BD4CFC063844}"/>
                  </a:ext>
                </a:extLst>
              </p14:cNvPr>
              <p14:cNvContentPartPr/>
              <p14:nvPr/>
            </p14:nvContentPartPr>
            <p14:xfrm>
              <a:off x="1090800" y="2056680"/>
              <a:ext cx="9335520" cy="3765960"/>
            </p14:xfrm>
          </p:contentPart>
        </mc:Choice>
        <mc:Fallback xmlns="">
          <p:pic>
            <p:nvPicPr>
              <p:cNvPr id="13" name="Ink 12">
                <a:extLst>
                  <a:ext uri="{FF2B5EF4-FFF2-40B4-BE49-F238E27FC236}">
                    <a16:creationId xmlns:a16="http://schemas.microsoft.com/office/drawing/2014/main" id="{721D32F8-575A-4803-9D98-BD4CFC063844}"/>
                  </a:ext>
                </a:extLst>
              </p:cNvPr>
              <p:cNvPicPr/>
              <p:nvPr/>
            </p:nvPicPr>
            <p:blipFill>
              <a:blip r:embed="rId7"/>
              <a:stretch>
                <a:fillRect/>
              </a:stretch>
            </p:blipFill>
            <p:spPr>
              <a:xfrm>
                <a:off x="1081440" y="2047320"/>
                <a:ext cx="9354240" cy="3784680"/>
              </a:xfrm>
              <a:prstGeom prst="rect">
                <a:avLst/>
              </a:prstGeom>
            </p:spPr>
          </p:pic>
        </mc:Fallback>
      </mc:AlternateContent>
    </p:spTree>
    <p:extLst>
      <p:ext uri="{BB962C8B-B14F-4D97-AF65-F5344CB8AC3E}">
        <p14:creationId xmlns:p14="http://schemas.microsoft.com/office/powerpoint/2010/main" val="5044856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a:xfrm>
            <a:off x="1306033" y="6305180"/>
            <a:ext cx="2743200" cy="365125"/>
          </a:xfrm>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a:xfrm>
            <a:off x="4506433" y="6305180"/>
            <a:ext cx="4114800" cy="365125"/>
          </a:xfrm>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a:xfrm>
            <a:off x="9078433" y="6305180"/>
            <a:ext cx="2743200" cy="365125"/>
          </a:xfrm>
        </p:spPr>
        <p:txBody>
          <a:bodyPr/>
          <a:lstStyle/>
          <a:p>
            <a:fld id="{780713B5-9296-425E-8DDC-5B86ACA00944}" type="slidenum">
              <a:rPr lang="en-IN" smtClean="0"/>
              <a:pPr/>
              <a:t>105</a:t>
            </a:fld>
            <a:endParaRPr lang="en-IN"/>
          </a:p>
        </p:txBody>
      </p:sp>
      <p:grpSp>
        <p:nvGrpSpPr>
          <p:cNvPr id="11" name="object 5">
            <a:extLst>
              <a:ext uri="{FF2B5EF4-FFF2-40B4-BE49-F238E27FC236}">
                <a16:creationId xmlns:a16="http://schemas.microsoft.com/office/drawing/2014/main" id="{077F6F23-2C08-4BB0-9324-8CF8CFED2C56}"/>
              </a:ext>
            </a:extLst>
          </p:cNvPr>
          <p:cNvGrpSpPr/>
          <p:nvPr/>
        </p:nvGrpSpPr>
        <p:grpSpPr>
          <a:xfrm>
            <a:off x="1737095" y="812938"/>
            <a:ext cx="7718425" cy="5540375"/>
            <a:chOff x="57150" y="827150"/>
            <a:chExt cx="7718425" cy="5540375"/>
          </a:xfrm>
        </p:grpSpPr>
        <p:sp>
          <p:nvSpPr>
            <p:cNvPr id="12" name="object 6">
              <a:extLst>
                <a:ext uri="{FF2B5EF4-FFF2-40B4-BE49-F238E27FC236}">
                  <a16:creationId xmlns:a16="http://schemas.microsoft.com/office/drawing/2014/main" id="{5C586C09-4E00-443C-8942-7B9175C6CE5B}"/>
                </a:ext>
              </a:extLst>
            </p:cNvPr>
            <p:cNvSpPr/>
            <p:nvPr/>
          </p:nvSpPr>
          <p:spPr>
            <a:xfrm>
              <a:off x="57150" y="4475162"/>
              <a:ext cx="7693025" cy="1892300"/>
            </a:xfrm>
            <a:custGeom>
              <a:avLst/>
              <a:gdLst/>
              <a:ahLst/>
              <a:cxnLst/>
              <a:rect l="l" t="t" r="r" b="b"/>
              <a:pathLst>
                <a:path w="7693025" h="1892300">
                  <a:moveTo>
                    <a:pt x="7693025" y="0"/>
                  </a:moveTo>
                  <a:lnTo>
                    <a:pt x="0" y="0"/>
                  </a:lnTo>
                  <a:lnTo>
                    <a:pt x="0" y="1892300"/>
                  </a:lnTo>
                  <a:lnTo>
                    <a:pt x="7693025" y="1892300"/>
                  </a:lnTo>
                  <a:lnTo>
                    <a:pt x="7693025" y="0"/>
                  </a:lnTo>
                  <a:close/>
                </a:path>
              </a:pathLst>
            </a:custGeom>
            <a:solidFill>
              <a:srgbClr val="FFE0FF"/>
            </a:solidFill>
          </p:spPr>
          <p:txBody>
            <a:bodyPr wrap="square" lIns="0" tIns="0" rIns="0" bIns="0" rtlCol="0"/>
            <a:lstStyle/>
            <a:p>
              <a:endParaRPr/>
            </a:p>
          </p:txBody>
        </p:sp>
        <p:sp>
          <p:nvSpPr>
            <p:cNvPr id="13" name="object 7">
              <a:extLst>
                <a:ext uri="{FF2B5EF4-FFF2-40B4-BE49-F238E27FC236}">
                  <a16:creationId xmlns:a16="http://schemas.microsoft.com/office/drawing/2014/main" id="{FA38E8FB-5B67-4CF3-9833-00AD6A97077C}"/>
                </a:ext>
              </a:extLst>
            </p:cNvPr>
            <p:cNvSpPr/>
            <p:nvPr/>
          </p:nvSpPr>
          <p:spPr>
            <a:xfrm>
              <a:off x="57150" y="2582925"/>
              <a:ext cx="7693025" cy="1892300"/>
            </a:xfrm>
            <a:custGeom>
              <a:avLst/>
              <a:gdLst/>
              <a:ahLst/>
              <a:cxnLst/>
              <a:rect l="l" t="t" r="r" b="b"/>
              <a:pathLst>
                <a:path w="7693025" h="1892300">
                  <a:moveTo>
                    <a:pt x="7693025" y="0"/>
                  </a:moveTo>
                  <a:lnTo>
                    <a:pt x="0" y="0"/>
                  </a:lnTo>
                  <a:lnTo>
                    <a:pt x="0" y="1892300"/>
                  </a:lnTo>
                  <a:lnTo>
                    <a:pt x="7693025" y="1892300"/>
                  </a:lnTo>
                  <a:lnTo>
                    <a:pt x="7693025" y="0"/>
                  </a:lnTo>
                  <a:close/>
                </a:path>
              </a:pathLst>
            </a:custGeom>
            <a:solidFill>
              <a:srgbClr val="FFFFCC"/>
            </a:solidFill>
          </p:spPr>
          <p:txBody>
            <a:bodyPr wrap="square" lIns="0" tIns="0" rIns="0" bIns="0" rtlCol="0"/>
            <a:lstStyle/>
            <a:p>
              <a:endParaRPr/>
            </a:p>
          </p:txBody>
        </p:sp>
        <p:sp>
          <p:nvSpPr>
            <p:cNvPr id="14" name="object 8">
              <a:extLst>
                <a:ext uri="{FF2B5EF4-FFF2-40B4-BE49-F238E27FC236}">
                  <a16:creationId xmlns:a16="http://schemas.microsoft.com/office/drawing/2014/main" id="{F126FC1E-A537-4DF2-B8B3-F85ACC9C3733}"/>
                </a:ext>
              </a:extLst>
            </p:cNvPr>
            <p:cNvSpPr/>
            <p:nvPr/>
          </p:nvSpPr>
          <p:spPr>
            <a:xfrm>
              <a:off x="1462150" y="2735199"/>
              <a:ext cx="1273175" cy="1577975"/>
            </a:xfrm>
            <a:prstGeom prst="rect">
              <a:avLst/>
            </a:prstGeom>
            <a:blipFill>
              <a:blip r:embed="rId2" cstate="print"/>
              <a:stretch>
                <a:fillRect/>
              </a:stretch>
            </a:blipFill>
          </p:spPr>
          <p:txBody>
            <a:bodyPr wrap="square" lIns="0" tIns="0" rIns="0" bIns="0" rtlCol="0"/>
            <a:lstStyle/>
            <a:p>
              <a:endParaRPr/>
            </a:p>
          </p:txBody>
        </p:sp>
        <p:sp>
          <p:nvSpPr>
            <p:cNvPr id="15" name="object 9">
              <a:extLst>
                <a:ext uri="{FF2B5EF4-FFF2-40B4-BE49-F238E27FC236}">
                  <a16:creationId xmlns:a16="http://schemas.microsoft.com/office/drawing/2014/main" id="{B861C25E-714B-4403-88A0-0349FE94C867}"/>
                </a:ext>
              </a:extLst>
            </p:cNvPr>
            <p:cNvSpPr/>
            <p:nvPr/>
          </p:nvSpPr>
          <p:spPr>
            <a:xfrm>
              <a:off x="1462150" y="4640262"/>
              <a:ext cx="1273175" cy="1577975"/>
            </a:xfrm>
            <a:prstGeom prst="rect">
              <a:avLst/>
            </a:prstGeom>
            <a:blipFill>
              <a:blip r:embed="rId3" cstate="print"/>
              <a:stretch>
                <a:fillRect/>
              </a:stretch>
            </a:blipFill>
          </p:spPr>
          <p:txBody>
            <a:bodyPr wrap="square" lIns="0" tIns="0" rIns="0" bIns="0" rtlCol="0"/>
            <a:lstStyle/>
            <a:p>
              <a:endParaRPr/>
            </a:p>
          </p:txBody>
        </p:sp>
        <p:sp>
          <p:nvSpPr>
            <p:cNvPr id="16" name="object 10">
              <a:extLst>
                <a:ext uri="{FF2B5EF4-FFF2-40B4-BE49-F238E27FC236}">
                  <a16:creationId xmlns:a16="http://schemas.microsoft.com/office/drawing/2014/main" id="{CA809069-E6E3-4BAE-A4BD-F140E33A4A1B}"/>
                </a:ext>
              </a:extLst>
            </p:cNvPr>
            <p:cNvSpPr/>
            <p:nvPr/>
          </p:nvSpPr>
          <p:spPr>
            <a:xfrm>
              <a:off x="57150" y="2557525"/>
              <a:ext cx="7693025" cy="1943100"/>
            </a:xfrm>
            <a:custGeom>
              <a:avLst/>
              <a:gdLst/>
              <a:ahLst/>
              <a:cxnLst/>
              <a:rect l="l" t="t" r="r" b="b"/>
              <a:pathLst>
                <a:path w="7693025" h="1943100">
                  <a:moveTo>
                    <a:pt x="7693025" y="1892300"/>
                  </a:moveTo>
                  <a:lnTo>
                    <a:pt x="0" y="1892300"/>
                  </a:lnTo>
                  <a:lnTo>
                    <a:pt x="0" y="1943100"/>
                  </a:lnTo>
                  <a:lnTo>
                    <a:pt x="7693025" y="1943100"/>
                  </a:lnTo>
                  <a:lnTo>
                    <a:pt x="7693025" y="1892300"/>
                  </a:lnTo>
                  <a:close/>
                </a:path>
                <a:path w="7693025" h="1943100">
                  <a:moveTo>
                    <a:pt x="7693025" y="0"/>
                  </a:moveTo>
                  <a:lnTo>
                    <a:pt x="0" y="0"/>
                  </a:lnTo>
                  <a:lnTo>
                    <a:pt x="0" y="50800"/>
                  </a:lnTo>
                  <a:lnTo>
                    <a:pt x="7693025" y="50800"/>
                  </a:lnTo>
                  <a:lnTo>
                    <a:pt x="7693025" y="0"/>
                  </a:lnTo>
                  <a:close/>
                </a:path>
              </a:pathLst>
            </a:custGeom>
            <a:solidFill>
              <a:srgbClr val="0000FF"/>
            </a:solidFill>
          </p:spPr>
          <p:txBody>
            <a:bodyPr wrap="square" lIns="0" tIns="0" rIns="0" bIns="0" rtlCol="0"/>
            <a:lstStyle/>
            <a:p>
              <a:endParaRPr/>
            </a:p>
          </p:txBody>
        </p:sp>
        <p:sp>
          <p:nvSpPr>
            <p:cNvPr id="17" name="object 11">
              <a:extLst>
                <a:ext uri="{FF2B5EF4-FFF2-40B4-BE49-F238E27FC236}">
                  <a16:creationId xmlns:a16="http://schemas.microsoft.com/office/drawing/2014/main" id="{24078D19-B9E5-4E4F-8585-257CD4E19D8B}"/>
                </a:ext>
              </a:extLst>
            </p:cNvPr>
            <p:cNvSpPr/>
            <p:nvPr/>
          </p:nvSpPr>
          <p:spPr>
            <a:xfrm>
              <a:off x="3171825" y="3420999"/>
              <a:ext cx="1127125" cy="609600"/>
            </a:xfrm>
            <a:prstGeom prst="rect">
              <a:avLst/>
            </a:prstGeom>
            <a:blipFill>
              <a:blip r:embed="rId4" cstate="print"/>
              <a:stretch>
                <a:fillRect/>
              </a:stretch>
            </a:blipFill>
          </p:spPr>
          <p:txBody>
            <a:bodyPr wrap="square" lIns="0" tIns="0" rIns="0" bIns="0" rtlCol="0"/>
            <a:lstStyle/>
            <a:p>
              <a:endParaRPr/>
            </a:p>
          </p:txBody>
        </p:sp>
        <p:sp>
          <p:nvSpPr>
            <p:cNvPr id="18" name="object 12">
              <a:extLst>
                <a:ext uri="{FF2B5EF4-FFF2-40B4-BE49-F238E27FC236}">
                  <a16:creationId xmlns:a16="http://schemas.microsoft.com/office/drawing/2014/main" id="{A4B9D9D8-4378-42E6-922F-353CB91FE7E4}"/>
                </a:ext>
              </a:extLst>
            </p:cNvPr>
            <p:cNvSpPr/>
            <p:nvPr/>
          </p:nvSpPr>
          <p:spPr>
            <a:xfrm>
              <a:off x="4546600" y="3171888"/>
              <a:ext cx="1273175" cy="858837"/>
            </a:xfrm>
            <a:prstGeom prst="rect">
              <a:avLst/>
            </a:prstGeom>
            <a:blipFill>
              <a:blip r:embed="rId5" cstate="print"/>
              <a:stretch>
                <a:fillRect/>
              </a:stretch>
            </a:blipFill>
          </p:spPr>
          <p:txBody>
            <a:bodyPr wrap="square" lIns="0" tIns="0" rIns="0" bIns="0" rtlCol="0"/>
            <a:lstStyle/>
            <a:p>
              <a:endParaRPr/>
            </a:p>
          </p:txBody>
        </p:sp>
        <p:sp>
          <p:nvSpPr>
            <p:cNvPr id="19" name="object 13">
              <a:extLst>
                <a:ext uri="{FF2B5EF4-FFF2-40B4-BE49-F238E27FC236}">
                  <a16:creationId xmlns:a16="http://schemas.microsoft.com/office/drawing/2014/main" id="{CD04494E-6919-47D2-B48E-4963D75E9A29}"/>
                </a:ext>
              </a:extLst>
            </p:cNvPr>
            <p:cNvSpPr/>
            <p:nvPr/>
          </p:nvSpPr>
          <p:spPr>
            <a:xfrm>
              <a:off x="6110351" y="2735199"/>
              <a:ext cx="1346200" cy="1504950"/>
            </a:xfrm>
            <a:prstGeom prst="rect">
              <a:avLst/>
            </a:prstGeom>
            <a:blipFill>
              <a:blip r:embed="rId6" cstate="print"/>
              <a:stretch>
                <a:fillRect/>
              </a:stretch>
            </a:blipFill>
          </p:spPr>
          <p:txBody>
            <a:bodyPr wrap="square" lIns="0" tIns="0" rIns="0" bIns="0" rtlCol="0"/>
            <a:lstStyle/>
            <a:p>
              <a:endParaRPr/>
            </a:p>
          </p:txBody>
        </p:sp>
        <p:sp>
          <p:nvSpPr>
            <p:cNvPr id="20" name="object 14">
              <a:extLst>
                <a:ext uri="{FF2B5EF4-FFF2-40B4-BE49-F238E27FC236}">
                  <a16:creationId xmlns:a16="http://schemas.microsoft.com/office/drawing/2014/main" id="{CDE99319-000D-477C-9331-21AB6C073D18}"/>
                </a:ext>
              </a:extLst>
            </p:cNvPr>
            <p:cNvSpPr/>
            <p:nvPr/>
          </p:nvSpPr>
          <p:spPr>
            <a:xfrm>
              <a:off x="3062351" y="4868862"/>
              <a:ext cx="1236662" cy="1163637"/>
            </a:xfrm>
            <a:prstGeom prst="rect">
              <a:avLst/>
            </a:prstGeom>
            <a:blipFill>
              <a:blip r:embed="rId7" cstate="print"/>
              <a:stretch>
                <a:fillRect/>
              </a:stretch>
            </a:blipFill>
          </p:spPr>
          <p:txBody>
            <a:bodyPr wrap="square" lIns="0" tIns="0" rIns="0" bIns="0" rtlCol="0"/>
            <a:lstStyle/>
            <a:p>
              <a:endParaRPr/>
            </a:p>
          </p:txBody>
        </p:sp>
        <p:sp>
          <p:nvSpPr>
            <p:cNvPr id="21" name="object 15">
              <a:extLst>
                <a:ext uri="{FF2B5EF4-FFF2-40B4-BE49-F238E27FC236}">
                  <a16:creationId xmlns:a16="http://schemas.microsoft.com/office/drawing/2014/main" id="{75098ACC-C678-4A89-B59F-0EFF75877AE0}"/>
                </a:ext>
              </a:extLst>
            </p:cNvPr>
            <p:cNvSpPr/>
            <p:nvPr/>
          </p:nvSpPr>
          <p:spPr>
            <a:xfrm>
              <a:off x="4662551" y="4868862"/>
              <a:ext cx="1182687" cy="968375"/>
            </a:xfrm>
            <a:prstGeom prst="rect">
              <a:avLst/>
            </a:prstGeom>
            <a:blipFill>
              <a:blip r:embed="rId8" cstate="print"/>
              <a:stretch>
                <a:fillRect/>
              </a:stretch>
            </a:blipFill>
          </p:spPr>
          <p:txBody>
            <a:bodyPr wrap="square" lIns="0" tIns="0" rIns="0" bIns="0" rtlCol="0"/>
            <a:lstStyle/>
            <a:p>
              <a:endParaRPr/>
            </a:p>
          </p:txBody>
        </p:sp>
        <p:sp>
          <p:nvSpPr>
            <p:cNvPr id="22" name="object 16">
              <a:extLst>
                <a:ext uri="{FF2B5EF4-FFF2-40B4-BE49-F238E27FC236}">
                  <a16:creationId xmlns:a16="http://schemas.microsoft.com/office/drawing/2014/main" id="{C8CB58B0-E9F5-420C-9408-8CD73FED0A24}"/>
                </a:ext>
              </a:extLst>
            </p:cNvPr>
            <p:cNvSpPr/>
            <p:nvPr/>
          </p:nvSpPr>
          <p:spPr>
            <a:xfrm>
              <a:off x="6110351" y="4713287"/>
              <a:ext cx="1341374" cy="1504950"/>
            </a:xfrm>
            <a:prstGeom prst="rect">
              <a:avLst/>
            </a:prstGeom>
            <a:blipFill>
              <a:blip r:embed="rId9" cstate="print"/>
              <a:stretch>
                <a:fillRect/>
              </a:stretch>
            </a:blipFill>
          </p:spPr>
          <p:txBody>
            <a:bodyPr wrap="square" lIns="0" tIns="0" rIns="0" bIns="0" rtlCol="0"/>
            <a:lstStyle/>
            <a:p>
              <a:endParaRPr/>
            </a:p>
          </p:txBody>
        </p:sp>
        <p:sp>
          <p:nvSpPr>
            <p:cNvPr id="23" name="object 17">
              <a:extLst>
                <a:ext uri="{FF2B5EF4-FFF2-40B4-BE49-F238E27FC236}">
                  <a16:creationId xmlns:a16="http://schemas.microsoft.com/office/drawing/2014/main" id="{68AA16F5-C58B-4AEC-AFC9-B91F92E5F515}"/>
                </a:ext>
              </a:extLst>
            </p:cNvPr>
            <p:cNvSpPr/>
            <p:nvPr/>
          </p:nvSpPr>
          <p:spPr>
            <a:xfrm>
              <a:off x="6167501" y="3200399"/>
              <a:ext cx="200025" cy="895350"/>
            </a:xfrm>
            <a:prstGeom prst="rect">
              <a:avLst/>
            </a:prstGeom>
            <a:blipFill>
              <a:blip r:embed="rId10" cstate="print"/>
              <a:stretch>
                <a:fillRect/>
              </a:stretch>
            </a:blipFill>
          </p:spPr>
          <p:txBody>
            <a:bodyPr wrap="square" lIns="0" tIns="0" rIns="0" bIns="0" rtlCol="0"/>
            <a:lstStyle/>
            <a:p>
              <a:endParaRPr/>
            </a:p>
          </p:txBody>
        </p:sp>
        <p:sp>
          <p:nvSpPr>
            <p:cNvPr id="24" name="object 18">
              <a:extLst>
                <a:ext uri="{FF2B5EF4-FFF2-40B4-BE49-F238E27FC236}">
                  <a16:creationId xmlns:a16="http://schemas.microsoft.com/office/drawing/2014/main" id="{4BAC0A91-2B26-4158-9295-C965270D0216}"/>
                </a:ext>
              </a:extLst>
            </p:cNvPr>
            <p:cNvSpPr/>
            <p:nvPr/>
          </p:nvSpPr>
          <p:spPr>
            <a:xfrm>
              <a:off x="6215126" y="5172074"/>
              <a:ext cx="200025" cy="895350"/>
            </a:xfrm>
            <a:prstGeom prst="rect">
              <a:avLst/>
            </a:prstGeom>
            <a:blipFill>
              <a:blip r:embed="rId10" cstate="print"/>
              <a:stretch>
                <a:fillRect/>
              </a:stretch>
            </a:blipFill>
          </p:spPr>
          <p:txBody>
            <a:bodyPr wrap="square" lIns="0" tIns="0" rIns="0" bIns="0" rtlCol="0"/>
            <a:lstStyle/>
            <a:p>
              <a:endParaRPr/>
            </a:p>
          </p:txBody>
        </p:sp>
        <p:sp>
          <p:nvSpPr>
            <p:cNvPr id="25" name="object 19">
              <a:extLst>
                <a:ext uri="{FF2B5EF4-FFF2-40B4-BE49-F238E27FC236}">
                  <a16:creationId xmlns:a16="http://schemas.microsoft.com/office/drawing/2014/main" id="{F2F00B30-A53D-42A4-9CF4-C5CD30E4301F}"/>
                </a:ext>
              </a:extLst>
            </p:cNvPr>
            <p:cNvSpPr/>
            <p:nvPr/>
          </p:nvSpPr>
          <p:spPr>
            <a:xfrm>
              <a:off x="2882900" y="914399"/>
              <a:ext cx="4867275" cy="5332730"/>
            </a:xfrm>
            <a:custGeom>
              <a:avLst/>
              <a:gdLst/>
              <a:ahLst/>
              <a:cxnLst/>
              <a:rect l="l" t="t" r="r" b="b"/>
              <a:pathLst>
                <a:path w="4867275" h="5332730">
                  <a:moveTo>
                    <a:pt x="4867275" y="28575"/>
                  </a:moveTo>
                  <a:lnTo>
                    <a:pt x="4867275" y="5303837"/>
                  </a:lnTo>
                </a:path>
                <a:path w="4867275" h="5332730">
                  <a:moveTo>
                    <a:pt x="3152775" y="57150"/>
                  </a:moveTo>
                  <a:lnTo>
                    <a:pt x="3152775" y="5332412"/>
                  </a:lnTo>
                </a:path>
                <a:path w="4867275" h="5332730">
                  <a:moveTo>
                    <a:pt x="1543050" y="0"/>
                  </a:moveTo>
                  <a:lnTo>
                    <a:pt x="1543050" y="5275262"/>
                  </a:lnTo>
                </a:path>
                <a:path w="4867275" h="5332730">
                  <a:moveTo>
                    <a:pt x="0" y="0"/>
                  </a:moveTo>
                  <a:lnTo>
                    <a:pt x="0" y="5275262"/>
                  </a:lnTo>
                </a:path>
              </a:pathLst>
            </a:custGeom>
            <a:ln w="50800">
              <a:solidFill>
                <a:srgbClr val="0000FF"/>
              </a:solidFill>
            </a:ln>
          </p:spPr>
          <p:txBody>
            <a:bodyPr wrap="square" lIns="0" tIns="0" rIns="0" bIns="0" rtlCol="0"/>
            <a:lstStyle/>
            <a:p>
              <a:endParaRPr/>
            </a:p>
          </p:txBody>
        </p:sp>
        <p:sp>
          <p:nvSpPr>
            <p:cNvPr id="26" name="object 20">
              <a:extLst>
                <a:ext uri="{FF2B5EF4-FFF2-40B4-BE49-F238E27FC236}">
                  <a16:creationId xmlns:a16="http://schemas.microsoft.com/office/drawing/2014/main" id="{1B1E9A26-1193-4DA6-81B3-5C974346A9A9}"/>
                </a:ext>
              </a:extLst>
            </p:cNvPr>
            <p:cNvSpPr/>
            <p:nvPr/>
          </p:nvSpPr>
          <p:spPr>
            <a:xfrm>
              <a:off x="1608352" y="955139"/>
              <a:ext cx="1072147" cy="1462216"/>
            </a:xfrm>
            <a:prstGeom prst="rect">
              <a:avLst/>
            </a:prstGeom>
            <a:blipFill>
              <a:blip r:embed="rId11" cstate="print"/>
              <a:stretch>
                <a:fillRect/>
              </a:stretch>
            </a:blipFill>
          </p:spPr>
          <p:txBody>
            <a:bodyPr wrap="square" lIns="0" tIns="0" rIns="0" bIns="0" rtlCol="0"/>
            <a:lstStyle/>
            <a:p>
              <a:endParaRPr/>
            </a:p>
          </p:txBody>
        </p:sp>
        <p:sp>
          <p:nvSpPr>
            <p:cNvPr id="27" name="object 21">
              <a:extLst>
                <a:ext uri="{FF2B5EF4-FFF2-40B4-BE49-F238E27FC236}">
                  <a16:creationId xmlns:a16="http://schemas.microsoft.com/office/drawing/2014/main" id="{C2F0FD94-9BDE-4434-8ED8-05D92567520D}"/>
                </a:ext>
              </a:extLst>
            </p:cNvPr>
            <p:cNvSpPr/>
            <p:nvPr/>
          </p:nvSpPr>
          <p:spPr>
            <a:xfrm>
              <a:off x="1462150" y="827150"/>
              <a:ext cx="1273175" cy="304800"/>
            </a:xfrm>
            <a:custGeom>
              <a:avLst/>
              <a:gdLst/>
              <a:ahLst/>
              <a:cxnLst/>
              <a:rect l="l" t="t" r="r" b="b"/>
              <a:pathLst>
                <a:path w="1273175" h="304800">
                  <a:moveTo>
                    <a:pt x="1273175" y="0"/>
                  </a:moveTo>
                  <a:lnTo>
                    <a:pt x="0" y="0"/>
                  </a:lnTo>
                  <a:lnTo>
                    <a:pt x="0" y="304800"/>
                  </a:lnTo>
                  <a:lnTo>
                    <a:pt x="1273175" y="304800"/>
                  </a:lnTo>
                  <a:lnTo>
                    <a:pt x="1273175" y="0"/>
                  </a:lnTo>
                  <a:close/>
                </a:path>
              </a:pathLst>
            </a:custGeom>
            <a:solidFill>
              <a:srgbClr val="FFFFFF"/>
            </a:solidFill>
          </p:spPr>
          <p:txBody>
            <a:bodyPr wrap="square" lIns="0" tIns="0" rIns="0" bIns="0" rtlCol="0"/>
            <a:lstStyle/>
            <a:p>
              <a:endParaRPr/>
            </a:p>
          </p:txBody>
        </p:sp>
      </p:grpSp>
      <p:sp>
        <p:nvSpPr>
          <p:cNvPr id="28" name="object 22">
            <a:extLst>
              <a:ext uri="{FF2B5EF4-FFF2-40B4-BE49-F238E27FC236}">
                <a16:creationId xmlns:a16="http://schemas.microsoft.com/office/drawing/2014/main" id="{A3EFE48D-D24D-4F5B-AF0A-D3D1CAE930C6}"/>
              </a:ext>
            </a:extLst>
          </p:cNvPr>
          <p:cNvSpPr/>
          <p:nvPr/>
        </p:nvSpPr>
        <p:spPr>
          <a:xfrm>
            <a:off x="4718005" y="1599315"/>
            <a:ext cx="1218373" cy="633523"/>
          </a:xfrm>
          <a:prstGeom prst="rect">
            <a:avLst/>
          </a:prstGeom>
          <a:blipFill>
            <a:blip r:embed="rId12" cstate="print"/>
            <a:stretch>
              <a:fillRect/>
            </a:stretch>
          </a:blipFill>
        </p:spPr>
        <p:txBody>
          <a:bodyPr wrap="square" lIns="0" tIns="0" rIns="0" bIns="0" rtlCol="0"/>
          <a:lstStyle/>
          <a:p>
            <a:endParaRPr/>
          </a:p>
        </p:txBody>
      </p:sp>
      <p:sp>
        <p:nvSpPr>
          <p:cNvPr id="29" name="object 23">
            <a:extLst>
              <a:ext uri="{FF2B5EF4-FFF2-40B4-BE49-F238E27FC236}">
                <a16:creationId xmlns:a16="http://schemas.microsoft.com/office/drawing/2014/main" id="{314C9508-F48B-425C-899A-DEACF01E1DDF}"/>
              </a:ext>
            </a:extLst>
          </p:cNvPr>
          <p:cNvSpPr/>
          <p:nvPr/>
        </p:nvSpPr>
        <p:spPr>
          <a:xfrm>
            <a:off x="6275321" y="1605434"/>
            <a:ext cx="1316972" cy="676758"/>
          </a:xfrm>
          <a:prstGeom prst="rect">
            <a:avLst/>
          </a:prstGeom>
          <a:blipFill>
            <a:blip r:embed="rId13" cstate="print"/>
            <a:stretch>
              <a:fillRect/>
            </a:stretch>
          </a:blipFill>
        </p:spPr>
        <p:txBody>
          <a:bodyPr wrap="square" lIns="0" tIns="0" rIns="0" bIns="0" rtlCol="0"/>
          <a:lstStyle/>
          <a:p>
            <a:endParaRPr/>
          </a:p>
        </p:txBody>
      </p:sp>
      <p:sp>
        <p:nvSpPr>
          <p:cNvPr id="30" name="object 24">
            <a:extLst>
              <a:ext uri="{FF2B5EF4-FFF2-40B4-BE49-F238E27FC236}">
                <a16:creationId xmlns:a16="http://schemas.microsoft.com/office/drawing/2014/main" id="{1841F5DA-5153-4E4F-8DB4-51B322CE27AF}"/>
              </a:ext>
            </a:extLst>
          </p:cNvPr>
          <p:cNvSpPr/>
          <p:nvPr/>
        </p:nvSpPr>
        <p:spPr>
          <a:xfrm>
            <a:off x="7839036" y="1026250"/>
            <a:ext cx="1468308" cy="1413573"/>
          </a:xfrm>
          <a:prstGeom prst="rect">
            <a:avLst/>
          </a:prstGeom>
          <a:blipFill>
            <a:blip r:embed="rId14" cstate="print"/>
            <a:stretch>
              <a:fillRect/>
            </a:stretch>
          </a:blipFill>
        </p:spPr>
        <p:txBody>
          <a:bodyPr wrap="square" lIns="0" tIns="0" rIns="0" bIns="0" rtlCol="0"/>
          <a:lstStyle/>
          <a:p>
            <a:endParaRPr/>
          </a:p>
        </p:txBody>
      </p:sp>
      <p:sp>
        <p:nvSpPr>
          <p:cNvPr id="31" name="object 25">
            <a:extLst>
              <a:ext uri="{FF2B5EF4-FFF2-40B4-BE49-F238E27FC236}">
                <a16:creationId xmlns:a16="http://schemas.microsoft.com/office/drawing/2014/main" id="{DA2AAEDB-842A-49B4-9D2C-74521654C57B}"/>
              </a:ext>
            </a:extLst>
          </p:cNvPr>
          <p:cNvSpPr txBox="1"/>
          <p:nvPr/>
        </p:nvSpPr>
        <p:spPr>
          <a:xfrm>
            <a:off x="3601200" y="839989"/>
            <a:ext cx="35369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B0000"/>
                </a:solidFill>
                <a:latin typeface="Times New Roman"/>
                <a:cs typeface="Times New Roman"/>
              </a:rPr>
              <a:t>Bias</a:t>
            </a:r>
            <a:endParaRPr sz="1400">
              <a:latin typeface="Times New Roman"/>
              <a:cs typeface="Times New Roman"/>
            </a:endParaRPr>
          </a:p>
        </p:txBody>
      </p:sp>
      <p:sp>
        <p:nvSpPr>
          <p:cNvPr id="32" name="object 26">
            <a:extLst>
              <a:ext uri="{FF2B5EF4-FFF2-40B4-BE49-F238E27FC236}">
                <a16:creationId xmlns:a16="http://schemas.microsoft.com/office/drawing/2014/main" id="{31067DEC-7B50-4443-A582-746489F61BBD}"/>
              </a:ext>
            </a:extLst>
          </p:cNvPr>
          <p:cNvSpPr txBox="1"/>
          <p:nvPr/>
        </p:nvSpPr>
        <p:spPr>
          <a:xfrm>
            <a:off x="4817606" y="839989"/>
            <a:ext cx="1050925" cy="666750"/>
          </a:xfrm>
          <a:prstGeom prst="rect">
            <a:avLst/>
          </a:prstGeom>
        </p:spPr>
        <p:txBody>
          <a:bodyPr vert="horz" wrap="square" lIns="0" tIns="13335" rIns="0" bIns="0" rtlCol="0">
            <a:spAutoFit/>
          </a:bodyPr>
          <a:lstStyle/>
          <a:p>
            <a:pPr marL="12700" marR="5080" algn="ctr">
              <a:lnSpc>
                <a:spcPct val="100000"/>
              </a:lnSpc>
              <a:spcBef>
                <a:spcPts val="105"/>
              </a:spcBef>
            </a:pPr>
            <a:r>
              <a:rPr sz="1400" b="1" dirty="0">
                <a:solidFill>
                  <a:srgbClr val="FB0000"/>
                </a:solidFill>
                <a:latin typeface="Times New Roman"/>
                <a:cs typeface="Times New Roman"/>
              </a:rPr>
              <a:t>Potential  barrier</a:t>
            </a:r>
            <a:r>
              <a:rPr sz="1400" b="1" spc="-70" dirty="0">
                <a:solidFill>
                  <a:srgbClr val="FB0000"/>
                </a:solidFill>
                <a:latin typeface="Times New Roman"/>
                <a:cs typeface="Times New Roman"/>
              </a:rPr>
              <a:t> </a:t>
            </a:r>
            <a:r>
              <a:rPr sz="1400" b="1" dirty="0">
                <a:solidFill>
                  <a:srgbClr val="FB0000"/>
                </a:solidFill>
                <a:latin typeface="Times New Roman"/>
                <a:cs typeface="Times New Roman"/>
              </a:rPr>
              <a:t>at</a:t>
            </a:r>
            <a:r>
              <a:rPr sz="1400" b="1" spc="-50" dirty="0">
                <a:solidFill>
                  <a:srgbClr val="FB0000"/>
                </a:solidFill>
                <a:latin typeface="Times New Roman"/>
                <a:cs typeface="Times New Roman"/>
              </a:rPr>
              <a:t> </a:t>
            </a:r>
            <a:r>
              <a:rPr sz="1400" b="1" dirty="0">
                <a:solidFill>
                  <a:srgbClr val="FB0000"/>
                </a:solidFill>
                <a:latin typeface="Times New Roman"/>
                <a:cs typeface="Times New Roman"/>
              </a:rPr>
              <a:t>the  junction</a:t>
            </a:r>
            <a:endParaRPr sz="1400">
              <a:latin typeface="Times New Roman"/>
              <a:cs typeface="Times New Roman"/>
            </a:endParaRPr>
          </a:p>
        </p:txBody>
      </p:sp>
      <p:sp>
        <p:nvSpPr>
          <p:cNvPr id="33" name="object 27">
            <a:extLst>
              <a:ext uri="{FF2B5EF4-FFF2-40B4-BE49-F238E27FC236}">
                <a16:creationId xmlns:a16="http://schemas.microsoft.com/office/drawing/2014/main" id="{FBFF5DB1-B59B-45C5-B364-6A03DA07D5DA}"/>
              </a:ext>
            </a:extLst>
          </p:cNvPr>
          <p:cNvSpPr txBox="1"/>
          <p:nvPr/>
        </p:nvSpPr>
        <p:spPr>
          <a:xfrm>
            <a:off x="6384024" y="992339"/>
            <a:ext cx="1011555" cy="24002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B0000"/>
                </a:solidFill>
                <a:latin typeface="Times New Roman"/>
                <a:cs typeface="Times New Roman"/>
              </a:rPr>
              <a:t>Energy</a:t>
            </a:r>
            <a:r>
              <a:rPr sz="1400" b="1" spc="-70" dirty="0">
                <a:solidFill>
                  <a:srgbClr val="FB0000"/>
                </a:solidFill>
                <a:latin typeface="Times New Roman"/>
                <a:cs typeface="Times New Roman"/>
              </a:rPr>
              <a:t> </a:t>
            </a:r>
            <a:r>
              <a:rPr sz="1400" b="1" dirty="0">
                <a:solidFill>
                  <a:srgbClr val="FB0000"/>
                </a:solidFill>
                <a:latin typeface="Times New Roman"/>
                <a:cs typeface="Times New Roman"/>
              </a:rPr>
              <a:t>band</a:t>
            </a:r>
            <a:endParaRPr sz="1400">
              <a:latin typeface="Times New Roman"/>
              <a:cs typeface="Times New Roman"/>
            </a:endParaRPr>
          </a:p>
        </p:txBody>
      </p:sp>
      <p:sp>
        <p:nvSpPr>
          <p:cNvPr id="34" name="object 28">
            <a:extLst>
              <a:ext uri="{FF2B5EF4-FFF2-40B4-BE49-F238E27FC236}">
                <a16:creationId xmlns:a16="http://schemas.microsoft.com/office/drawing/2014/main" id="{438DD626-3DDB-49DB-B3D2-E0126DA6F914}"/>
              </a:ext>
            </a:extLst>
          </p:cNvPr>
          <p:cNvSpPr/>
          <p:nvPr/>
        </p:nvSpPr>
        <p:spPr>
          <a:xfrm>
            <a:off x="3019795" y="941463"/>
            <a:ext cx="0" cy="5275580"/>
          </a:xfrm>
          <a:custGeom>
            <a:avLst/>
            <a:gdLst/>
            <a:ahLst/>
            <a:cxnLst/>
            <a:rect l="l" t="t" r="r" b="b"/>
            <a:pathLst>
              <a:path h="5275580">
                <a:moveTo>
                  <a:pt x="0" y="0"/>
                </a:moveTo>
                <a:lnTo>
                  <a:pt x="0" y="5275262"/>
                </a:lnTo>
              </a:path>
            </a:pathLst>
          </a:custGeom>
          <a:ln w="50800">
            <a:solidFill>
              <a:srgbClr val="0000FF"/>
            </a:solidFill>
          </a:ln>
        </p:spPr>
        <p:txBody>
          <a:bodyPr wrap="square" lIns="0" tIns="0" rIns="0" bIns="0" rtlCol="0"/>
          <a:lstStyle/>
          <a:p>
            <a:endParaRPr/>
          </a:p>
        </p:txBody>
      </p:sp>
      <p:sp>
        <p:nvSpPr>
          <p:cNvPr id="35" name="object 29">
            <a:extLst>
              <a:ext uri="{FF2B5EF4-FFF2-40B4-BE49-F238E27FC236}">
                <a16:creationId xmlns:a16="http://schemas.microsoft.com/office/drawing/2014/main" id="{1D1918BE-7085-4C27-9557-988834E99908}"/>
              </a:ext>
            </a:extLst>
          </p:cNvPr>
          <p:cNvSpPr txBox="1"/>
          <p:nvPr/>
        </p:nvSpPr>
        <p:spPr>
          <a:xfrm>
            <a:off x="1880300" y="1529091"/>
            <a:ext cx="967740" cy="453390"/>
          </a:xfrm>
          <a:prstGeom prst="rect">
            <a:avLst/>
          </a:prstGeom>
        </p:spPr>
        <p:txBody>
          <a:bodyPr vert="horz" wrap="square" lIns="0" tIns="13335" rIns="0" bIns="0" rtlCol="0">
            <a:spAutoFit/>
          </a:bodyPr>
          <a:lstStyle/>
          <a:p>
            <a:pPr algn="ctr">
              <a:lnSpc>
                <a:spcPct val="100000"/>
              </a:lnSpc>
              <a:spcBef>
                <a:spcPts val="105"/>
              </a:spcBef>
            </a:pPr>
            <a:r>
              <a:rPr sz="1400" b="1" dirty="0">
                <a:solidFill>
                  <a:srgbClr val="051FF8"/>
                </a:solidFill>
                <a:latin typeface="Times New Roman"/>
                <a:cs typeface="Times New Roman"/>
              </a:rPr>
              <a:t>Equi</a:t>
            </a:r>
            <a:r>
              <a:rPr sz="1400" b="1" spc="5" dirty="0">
                <a:solidFill>
                  <a:srgbClr val="051FF8"/>
                </a:solidFill>
                <a:latin typeface="Times New Roman"/>
                <a:cs typeface="Times New Roman"/>
              </a:rPr>
              <a:t>l</a:t>
            </a:r>
            <a:r>
              <a:rPr sz="1400" b="1" dirty="0">
                <a:solidFill>
                  <a:srgbClr val="051FF8"/>
                </a:solidFill>
                <a:latin typeface="Times New Roman"/>
                <a:cs typeface="Times New Roman"/>
              </a:rPr>
              <a:t>ibr</a:t>
            </a:r>
            <a:r>
              <a:rPr sz="1400" b="1" spc="-10" dirty="0">
                <a:solidFill>
                  <a:srgbClr val="051FF8"/>
                </a:solidFill>
                <a:latin typeface="Times New Roman"/>
                <a:cs typeface="Times New Roman"/>
              </a:rPr>
              <a:t>i</a:t>
            </a:r>
            <a:r>
              <a:rPr sz="1400" b="1" dirty="0">
                <a:solidFill>
                  <a:srgbClr val="051FF8"/>
                </a:solidFill>
                <a:latin typeface="Times New Roman"/>
                <a:cs typeface="Times New Roman"/>
              </a:rPr>
              <a:t>um</a:t>
            </a:r>
            <a:endParaRPr sz="1400">
              <a:latin typeface="Times New Roman"/>
              <a:cs typeface="Times New Roman"/>
            </a:endParaRPr>
          </a:p>
          <a:p>
            <a:pPr algn="ctr">
              <a:lnSpc>
                <a:spcPct val="100000"/>
              </a:lnSpc>
            </a:pPr>
            <a:r>
              <a:rPr sz="1400" b="1" i="1" spc="-10" dirty="0">
                <a:solidFill>
                  <a:srgbClr val="051FF8"/>
                </a:solidFill>
                <a:latin typeface="Times New Roman"/>
                <a:cs typeface="Times New Roman"/>
              </a:rPr>
              <a:t>V=0</a:t>
            </a:r>
            <a:endParaRPr sz="1400">
              <a:latin typeface="Times New Roman"/>
              <a:cs typeface="Times New Roman"/>
            </a:endParaRPr>
          </a:p>
        </p:txBody>
      </p:sp>
      <p:sp>
        <p:nvSpPr>
          <p:cNvPr id="36" name="object 30">
            <a:extLst>
              <a:ext uri="{FF2B5EF4-FFF2-40B4-BE49-F238E27FC236}">
                <a16:creationId xmlns:a16="http://schemas.microsoft.com/office/drawing/2014/main" id="{A1A4559F-3213-44FB-B69A-81FEBBE9D3AD}"/>
              </a:ext>
            </a:extLst>
          </p:cNvPr>
          <p:cNvSpPr txBox="1"/>
          <p:nvPr/>
        </p:nvSpPr>
        <p:spPr>
          <a:xfrm>
            <a:off x="1812228" y="3245751"/>
            <a:ext cx="1100455" cy="452755"/>
          </a:xfrm>
          <a:prstGeom prst="rect">
            <a:avLst/>
          </a:prstGeom>
        </p:spPr>
        <p:txBody>
          <a:bodyPr vert="horz" wrap="square" lIns="0" tIns="13335" rIns="0" bIns="0" rtlCol="0">
            <a:spAutoFit/>
          </a:bodyPr>
          <a:lstStyle/>
          <a:p>
            <a:pPr algn="ctr">
              <a:lnSpc>
                <a:spcPct val="100000"/>
              </a:lnSpc>
              <a:spcBef>
                <a:spcPts val="105"/>
              </a:spcBef>
            </a:pPr>
            <a:r>
              <a:rPr sz="1400" b="1" dirty="0">
                <a:solidFill>
                  <a:srgbClr val="051FF8"/>
                </a:solidFill>
                <a:latin typeface="Times New Roman"/>
                <a:cs typeface="Times New Roman"/>
              </a:rPr>
              <a:t>Forward</a:t>
            </a:r>
            <a:r>
              <a:rPr sz="1400" b="1" spc="-80" dirty="0">
                <a:solidFill>
                  <a:srgbClr val="051FF8"/>
                </a:solidFill>
                <a:latin typeface="Times New Roman"/>
                <a:cs typeface="Times New Roman"/>
              </a:rPr>
              <a:t> </a:t>
            </a:r>
            <a:r>
              <a:rPr sz="1400" b="1" dirty="0">
                <a:solidFill>
                  <a:srgbClr val="051FF8"/>
                </a:solidFill>
                <a:latin typeface="Times New Roman"/>
                <a:cs typeface="Times New Roman"/>
              </a:rPr>
              <a:t>bias</a:t>
            </a:r>
            <a:endParaRPr sz="1400">
              <a:latin typeface="Times New Roman"/>
              <a:cs typeface="Times New Roman"/>
            </a:endParaRPr>
          </a:p>
          <a:p>
            <a:pPr algn="ctr">
              <a:lnSpc>
                <a:spcPct val="100000"/>
              </a:lnSpc>
            </a:pPr>
            <a:r>
              <a:rPr sz="1400" b="1" i="1" spc="-10" dirty="0">
                <a:solidFill>
                  <a:srgbClr val="051FF8"/>
                </a:solidFill>
                <a:latin typeface="Times New Roman"/>
                <a:cs typeface="Times New Roman"/>
              </a:rPr>
              <a:t>V</a:t>
            </a:r>
            <a:r>
              <a:rPr sz="1350" b="1" i="1" spc="-15" baseline="-21604" dirty="0">
                <a:solidFill>
                  <a:srgbClr val="051FF8"/>
                </a:solidFill>
                <a:latin typeface="Times New Roman"/>
                <a:cs typeface="Times New Roman"/>
              </a:rPr>
              <a:t>f</a:t>
            </a:r>
            <a:endParaRPr sz="1350" baseline="-21604">
              <a:latin typeface="Times New Roman"/>
              <a:cs typeface="Times New Roman"/>
            </a:endParaRPr>
          </a:p>
        </p:txBody>
      </p:sp>
      <p:sp>
        <p:nvSpPr>
          <p:cNvPr id="37" name="object 31">
            <a:extLst>
              <a:ext uri="{FF2B5EF4-FFF2-40B4-BE49-F238E27FC236}">
                <a16:creationId xmlns:a16="http://schemas.microsoft.com/office/drawing/2014/main" id="{B951EADB-6918-4CF6-BE1D-C98984CA2B1D}"/>
              </a:ext>
            </a:extLst>
          </p:cNvPr>
          <p:cNvSpPr txBox="1"/>
          <p:nvPr/>
        </p:nvSpPr>
        <p:spPr>
          <a:xfrm>
            <a:off x="1845756" y="5111380"/>
            <a:ext cx="1033780" cy="452755"/>
          </a:xfrm>
          <a:prstGeom prst="rect">
            <a:avLst/>
          </a:prstGeom>
        </p:spPr>
        <p:txBody>
          <a:bodyPr vert="horz" wrap="square" lIns="0" tIns="12700" rIns="0" bIns="0" rtlCol="0">
            <a:spAutoFit/>
          </a:bodyPr>
          <a:lstStyle/>
          <a:p>
            <a:pPr algn="ctr">
              <a:lnSpc>
                <a:spcPct val="100000"/>
              </a:lnSpc>
              <a:spcBef>
                <a:spcPts val="100"/>
              </a:spcBef>
            </a:pPr>
            <a:r>
              <a:rPr sz="1400" b="1" dirty="0">
                <a:solidFill>
                  <a:srgbClr val="051FF8"/>
                </a:solidFill>
                <a:latin typeface="Times New Roman"/>
                <a:cs typeface="Times New Roman"/>
              </a:rPr>
              <a:t>Reverse</a:t>
            </a:r>
            <a:r>
              <a:rPr sz="1400" b="1" spc="-45" dirty="0">
                <a:solidFill>
                  <a:srgbClr val="051FF8"/>
                </a:solidFill>
                <a:latin typeface="Times New Roman"/>
                <a:cs typeface="Times New Roman"/>
              </a:rPr>
              <a:t> </a:t>
            </a:r>
            <a:r>
              <a:rPr sz="1400" b="1" dirty="0">
                <a:solidFill>
                  <a:srgbClr val="051FF8"/>
                </a:solidFill>
                <a:latin typeface="Times New Roman"/>
                <a:cs typeface="Times New Roman"/>
              </a:rPr>
              <a:t>bias</a:t>
            </a:r>
            <a:endParaRPr sz="1400">
              <a:latin typeface="Times New Roman"/>
              <a:cs typeface="Times New Roman"/>
            </a:endParaRPr>
          </a:p>
          <a:p>
            <a:pPr algn="ctr">
              <a:lnSpc>
                <a:spcPct val="100000"/>
              </a:lnSpc>
              <a:spcBef>
                <a:spcPts val="5"/>
              </a:spcBef>
            </a:pPr>
            <a:r>
              <a:rPr sz="1400" b="1" i="1" spc="-45" dirty="0">
                <a:solidFill>
                  <a:srgbClr val="051FF8"/>
                </a:solidFill>
                <a:latin typeface="Times New Roman"/>
                <a:cs typeface="Times New Roman"/>
              </a:rPr>
              <a:t>V</a:t>
            </a:r>
            <a:r>
              <a:rPr sz="1350" b="1" i="1" spc="-67" baseline="-21604" dirty="0">
                <a:solidFill>
                  <a:srgbClr val="051FF8"/>
                </a:solidFill>
                <a:latin typeface="Times New Roman"/>
                <a:cs typeface="Times New Roman"/>
              </a:rPr>
              <a:t>r</a:t>
            </a:r>
            <a:endParaRPr sz="1350" baseline="-21604">
              <a:latin typeface="Times New Roman"/>
              <a:cs typeface="Times New Roman"/>
            </a:endParaRPr>
          </a:p>
        </p:txBody>
      </p:sp>
      <p:sp>
        <p:nvSpPr>
          <p:cNvPr id="38" name="object 32">
            <a:extLst>
              <a:ext uri="{FF2B5EF4-FFF2-40B4-BE49-F238E27FC236}">
                <a16:creationId xmlns:a16="http://schemas.microsoft.com/office/drawing/2014/main" id="{F1D2C780-3318-4D8E-82BE-D3C55F517B47}"/>
              </a:ext>
            </a:extLst>
          </p:cNvPr>
          <p:cNvSpPr txBox="1"/>
          <p:nvPr/>
        </p:nvSpPr>
        <p:spPr>
          <a:xfrm>
            <a:off x="9551531" y="3076239"/>
            <a:ext cx="1130300" cy="977265"/>
          </a:xfrm>
          <a:prstGeom prst="rect">
            <a:avLst/>
          </a:prstGeom>
        </p:spPr>
        <p:txBody>
          <a:bodyPr vert="horz" wrap="square" lIns="0" tIns="12065" rIns="0" bIns="0" rtlCol="0">
            <a:spAutoFit/>
          </a:bodyPr>
          <a:lstStyle/>
          <a:p>
            <a:pPr marL="12700" marR="5080">
              <a:lnSpc>
                <a:spcPct val="130100"/>
              </a:lnSpc>
              <a:spcBef>
                <a:spcPts val="95"/>
              </a:spcBef>
            </a:pPr>
            <a:r>
              <a:rPr sz="1200" spc="-5" dirty="0">
                <a:latin typeface="Times New Roman"/>
                <a:cs typeface="Times New Roman"/>
              </a:rPr>
              <a:t>Hole diffusion  Hole drift  Electron</a:t>
            </a:r>
            <a:r>
              <a:rPr sz="1200" spc="-25" dirty="0">
                <a:latin typeface="Times New Roman"/>
                <a:cs typeface="Times New Roman"/>
              </a:rPr>
              <a:t> </a:t>
            </a:r>
            <a:r>
              <a:rPr sz="1200" spc="-5" dirty="0">
                <a:latin typeface="Times New Roman"/>
                <a:cs typeface="Times New Roman"/>
              </a:rPr>
              <a:t>diffusion  Electron</a:t>
            </a:r>
            <a:r>
              <a:rPr sz="1200" spc="20" dirty="0">
                <a:latin typeface="Times New Roman"/>
                <a:cs typeface="Times New Roman"/>
              </a:rPr>
              <a:t> </a:t>
            </a:r>
            <a:r>
              <a:rPr sz="1200" spc="-5" dirty="0">
                <a:latin typeface="Times New Roman"/>
                <a:cs typeface="Times New Roman"/>
              </a:rPr>
              <a:t>drift</a:t>
            </a:r>
            <a:endParaRPr sz="1200">
              <a:latin typeface="Times New Roman"/>
              <a:cs typeface="Times New Roman"/>
            </a:endParaRPr>
          </a:p>
        </p:txBody>
      </p:sp>
      <p:sp>
        <p:nvSpPr>
          <p:cNvPr id="39" name="object 33">
            <a:extLst>
              <a:ext uri="{FF2B5EF4-FFF2-40B4-BE49-F238E27FC236}">
                <a16:creationId xmlns:a16="http://schemas.microsoft.com/office/drawing/2014/main" id="{E39AF919-F637-42E7-85F6-785974ED7571}"/>
              </a:ext>
            </a:extLst>
          </p:cNvPr>
          <p:cNvSpPr txBox="1"/>
          <p:nvPr/>
        </p:nvSpPr>
        <p:spPr>
          <a:xfrm>
            <a:off x="9551531" y="1285252"/>
            <a:ext cx="1130300" cy="976630"/>
          </a:xfrm>
          <a:prstGeom prst="rect">
            <a:avLst/>
          </a:prstGeom>
        </p:spPr>
        <p:txBody>
          <a:bodyPr vert="horz" wrap="square" lIns="0" tIns="12700" rIns="0" bIns="0" rtlCol="0">
            <a:spAutoFit/>
          </a:bodyPr>
          <a:lstStyle/>
          <a:p>
            <a:pPr marL="12700" marR="5080">
              <a:lnSpc>
                <a:spcPct val="130000"/>
              </a:lnSpc>
              <a:spcBef>
                <a:spcPts val="100"/>
              </a:spcBef>
            </a:pPr>
            <a:r>
              <a:rPr sz="1200" spc="-5" dirty="0">
                <a:latin typeface="Times New Roman"/>
                <a:cs typeface="Times New Roman"/>
              </a:rPr>
              <a:t>Hole diffusion  Hole drift  Electron</a:t>
            </a:r>
            <a:r>
              <a:rPr sz="1200" spc="-25" dirty="0">
                <a:latin typeface="Times New Roman"/>
                <a:cs typeface="Times New Roman"/>
              </a:rPr>
              <a:t> </a:t>
            </a:r>
            <a:r>
              <a:rPr sz="1200" spc="-5" dirty="0">
                <a:latin typeface="Times New Roman"/>
                <a:cs typeface="Times New Roman"/>
              </a:rPr>
              <a:t>diffusion  Electron</a:t>
            </a:r>
            <a:r>
              <a:rPr sz="1200" spc="20" dirty="0">
                <a:latin typeface="Times New Roman"/>
                <a:cs typeface="Times New Roman"/>
              </a:rPr>
              <a:t> </a:t>
            </a:r>
            <a:r>
              <a:rPr sz="1200" spc="-5" dirty="0">
                <a:latin typeface="Times New Roman"/>
                <a:cs typeface="Times New Roman"/>
              </a:rPr>
              <a:t>drift</a:t>
            </a:r>
            <a:endParaRPr sz="1200">
              <a:latin typeface="Times New Roman"/>
              <a:cs typeface="Times New Roman"/>
            </a:endParaRPr>
          </a:p>
        </p:txBody>
      </p:sp>
      <p:sp>
        <p:nvSpPr>
          <p:cNvPr id="40" name="object 34">
            <a:extLst>
              <a:ext uri="{FF2B5EF4-FFF2-40B4-BE49-F238E27FC236}">
                <a16:creationId xmlns:a16="http://schemas.microsoft.com/office/drawing/2014/main" id="{00F46086-00B6-4385-99D1-8B545B64910C}"/>
              </a:ext>
            </a:extLst>
          </p:cNvPr>
          <p:cNvSpPr txBox="1"/>
          <p:nvPr/>
        </p:nvSpPr>
        <p:spPr>
          <a:xfrm>
            <a:off x="9542006" y="5038764"/>
            <a:ext cx="1130300" cy="977265"/>
          </a:xfrm>
          <a:prstGeom prst="rect">
            <a:avLst/>
          </a:prstGeom>
        </p:spPr>
        <p:txBody>
          <a:bodyPr vert="horz" wrap="square" lIns="0" tIns="12700" rIns="0" bIns="0" rtlCol="0">
            <a:spAutoFit/>
          </a:bodyPr>
          <a:lstStyle/>
          <a:p>
            <a:pPr marL="12700" marR="5080">
              <a:lnSpc>
                <a:spcPct val="130000"/>
              </a:lnSpc>
              <a:spcBef>
                <a:spcPts val="100"/>
              </a:spcBef>
            </a:pPr>
            <a:r>
              <a:rPr sz="1200" spc="-5" dirty="0">
                <a:latin typeface="Times New Roman"/>
                <a:cs typeface="Times New Roman"/>
              </a:rPr>
              <a:t>Hole diffusion  Hole drift  Electron</a:t>
            </a:r>
            <a:r>
              <a:rPr sz="1200" spc="-25" dirty="0">
                <a:latin typeface="Times New Roman"/>
                <a:cs typeface="Times New Roman"/>
              </a:rPr>
              <a:t> </a:t>
            </a:r>
            <a:r>
              <a:rPr sz="1200" spc="-5" dirty="0">
                <a:latin typeface="Times New Roman"/>
                <a:cs typeface="Times New Roman"/>
              </a:rPr>
              <a:t>diffusion  Electron</a:t>
            </a:r>
            <a:r>
              <a:rPr sz="1200" spc="20" dirty="0">
                <a:latin typeface="Times New Roman"/>
                <a:cs typeface="Times New Roman"/>
              </a:rPr>
              <a:t> </a:t>
            </a:r>
            <a:r>
              <a:rPr sz="1200" spc="-5" dirty="0">
                <a:latin typeface="Times New Roman"/>
                <a:cs typeface="Times New Roman"/>
              </a:rPr>
              <a:t>drift</a:t>
            </a:r>
            <a:endParaRPr sz="1200">
              <a:latin typeface="Times New Roman"/>
              <a:cs typeface="Times New Roman"/>
            </a:endParaRPr>
          </a:p>
        </p:txBody>
      </p:sp>
      <p:sp>
        <p:nvSpPr>
          <p:cNvPr id="41" name="Rectangle 40">
            <a:extLst>
              <a:ext uri="{FF2B5EF4-FFF2-40B4-BE49-F238E27FC236}">
                <a16:creationId xmlns:a16="http://schemas.microsoft.com/office/drawing/2014/main" id="{33299BD5-9F26-4120-AADB-A2F171D93A3D}"/>
              </a:ext>
            </a:extLst>
          </p:cNvPr>
          <p:cNvSpPr/>
          <p:nvPr/>
        </p:nvSpPr>
        <p:spPr>
          <a:xfrm>
            <a:off x="1288952" y="215388"/>
            <a:ext cx="9588155" cy="58167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spc="-5" dirty="0">
                <a:solidFill>
                  <a:schemeClr val="tx1"/>
                </a:solidFill>
              </a:rPr>
              <a:t>Bias and </a:t>
            </a:r>
            <a:r>
              <a:rPr lang="en-US" sz="4000" dirty="0">
                <a:solidFill>
                  <a:schemeClr val="tx1"/>
                </a:solidFill>
              </a:rPr>
              <a:t>currents </a:t>
            </a:r>
            <a:r>
              <a:rPr lang="en-US" sz="4000" spc="-5" dirty="0">
                <a:solidFill>
                  <a:schemeClr val="tx1"/>
                </a:solidFill>
              </a:rPr>
              <a:t>in </a:t>
            </a:r>
            <a:r>
              <a:rPr lang="en-US" sz="4000" dirty="0">
                <a:solidFill>
                  <a:schemeClr val="tx1"/>
                </a:solidFill>
              </a:rPr>
              <a:t>p-n </a:t>
            </a:r>
            <a:r>
              <a:rPr lang="en-US" sz="4000" spc="-5" dirty="0">
                <a:solidFill>
                  <a:schemeClr val="tx1"/>
                </a:solidFill>
              </a:rPr>
              <a:t>junction</a:t>
            </a:r>
            <a:endParaRPr lang="en-IN" sz="4000" dirty="0">
              <a:ln w="0"/>
              <a:solidFill>
                <a:schemeClr val="tx1"/>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15">
            <p14:nvContentPartPr>
              <p14:cNvPr id="2" name="Ink 1">
                <a:extLst>
                  <a:ext uri="{FF2B5EF4-FFF2-40B4-BE49-F238E27FC236}">
                    <a16:creationId xmlns:a16="http://schemas.microsoft.com/office/drawing/2014/main" id="{9A548C84-DD79-4F52-9477-46E75479C24C}"/>
                  </a:ext>
                </a:extLst>
              </p14:cNvPr>
              <p14:cNvContentPartPr/>
              <p14:nvPr/>
            </p14:nvContentPartPr>
            <p14:xfrm>
              <a:off x="2095200" y="1957320"/>
              <a:ext cx="3438360" cy="3468240"/>
            </p14:xfrm>
          </p:contentPart>
        </mc:Choice>
        <mc:Fallback xmlns="">
          <p:pic>
            <p:nvPicPr>
              <p:cNvPr id="2" name="Ink 1">
                <a:extLst>
                  <a:ext uri="{FF2B5EF4-FFF2-40B4-BE49-F238E27FC236}">
                    <a16:creationId xmlns:a16="http://schemas.microsoft.com/office/drawing/2014/main" id="{9A548C84-DD79-4F52-9477-46E75479C24C}"/>
                  </a:ext>
                </a:extLst>
              </p:cNvPr>
              <p:cNvPicPr/>
              <p:nvPr/>
            </p:nvPicPr>
            <p:blipFill>
              <a:blip r:embed="rId16"/>
              <a:stretch>
                <a:fillRect/>
              </a:stretch>
            </p:blipFill>
            <p:spPr>
              <a:xfrm>
                <a:off x="2085840" y="1947960"/>
                <a:ext cx="3457080" cy="3486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 name="Ink 2">
                <a:extLst>
                  <a:ext uri="{FF2B5EF4-FFF2-40B4-BE49-F238E27FC236}">
                    <a16:creationId xmlns:a16="http://schemas.microsoft.com/office/drawing/2014/main" id="{832AD56C-B75F-42C1-AFD2-3FF16E311194}"/>
                  </a:ext>
                </a:extLst>
              </p14:cNvPr>
              <p14:cNvContentPartPr/>
              <p14:nvPr/>
            </p14:nvContentPartPr>
            <p14:xfrm>
              <a:off x="7066080" y="1734120"/>
              <a:ext cx="364320" cy="3724560"/>
            </p14:xfrm>
          </p:contentPart>
        </mc:Choice>
        <mc:Fallback xmlns="">
          <p:pic>
            <p:nvPicPr>
              <p:cNvPr id="3" name="Ink 2">
                <a:extLst>
                  <a:ext uri="{FF2B5EF4-FFF2-40B4-BE49-F238E27FC236}">
                    <a16:creationId xmlns:a16="http://schemas.microsoft.com/office/drawing/2014/main" id="{832AD56C-B75F-42C1-AFD2-3FF16E311194}"/>
                  </a:ext>
                </a:extLst>
              </p:cNvPr>
              <p:cNvPicPr/>
              <p:nvPr/>
            </p:nvPicPr>
            <p:blipFill>
              <a:blip r:embed="rId18"/>
              <a:stretch>
                <a:fillRect/>
              </a:stretch>
            </p:blipFill>
            <p:spPr>
              <a:xfrm>
                <a:off x="7056720" y="1724760"/>
                <a:ext cx="383040" cy="3743280"/>
              </a:xfrm>
              <a:prstGeom prst="rect">
                <a:avLst/>
              </a:prstGeom>
            </p:spPr>
          </p:pic>
        </mc:Fallback>
      </mc:AlternateContent>
    </p:spTree>
    <p:extLst>
      <p:ext uri="{BB962C8B-B14F-4D97-AF65-F5344CB8AC3E}">
        <p14:creationId xmlns:p14="http://schemas.microsoft.com/office/powerpoint/2010/main" val="41033596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106</a:t>
            </a:fld>
            <a:endParaRPr lang="en-IN"/>
          </a:p>
        </p:txBody>
      </p:sp>
      <p:sp>
        <p:nvSpPr>
          <p:cNvPr id="7" name="Rectangle 6">
            <a:extLst>
              <a:ext uri="{FF2B5EF4-FFF2-40B4-BE49-F238E27FC236}">
                <a16:creationId xmlns:a16="http://schemas.microsoft.com/office/drawing/2014/main" id="{7C1CCB46-98BA-4475-87A5-72CB679DB4E0}"/>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Resistance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8" name="TextBox 7">
            <a:extLst>
              <a:ext uri="{FF2B5EF4-FFF2-40B4-BE49-F238E27FC236}">
                <a16:creationId xmlns:a16="http://schemas.microsoft.com/office/drawing/2014/main" id="{80616CE3-FB1F-446D-94CB-036C916AFB7F}"/>
              </a:ext>
            </a:extLst>
          </p:cNvPr>
          <p:cNvSpPr txBox="1"/>
          <p:nvPr/>
        </p:nvSpPr>
        <p:spPr>
          <a:xfrm>
            <a:off x="1288952" y="1265001"/>
            <a:ext cx="9144000" cy="341632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An ideal-diode should offer </a:t>
            </a:r>
            <a:r>
              <a:rPr lang="en-US" sz="2400" i="1" dirty="0"/>
              <a:t>zero-resistance</a:t>
            </a:r>
            <a:r>
              <a:rPr lang="en-US" sz="2400" dirty="0"/>
              <a:t> in </a:t>
            </a:r>
            <a:r>
              <a:rPr lang="en-US" sz="2400" i="1" dirty="0"/>
              <a:t>forward-biased</a:t>
            </a:r>
            <a:r>
              <a:rPr lang="en-US" sz="2400" dirty="0"/>
              <a:t> condition and an </a:t>
            </a:r>
            <a:r>
              <a:rPr lang="en-US" sz="2400" i="1" dirty="0"/>
              <a:t>infinite-resistance</a:t>
            </a:r>
            <a:r>
              <a:rPr lang="en-US" sz="2400" dirty="0"/>
              <a:t> in </a:t>
            </a:r>
            <a:r>
              <a:rPr lang="en-US" sz="2400" i="1" dirty="0"/>
              <a:t>reverse-biased</a:t>
            </a:r>
            <a:r>
              <a:rPr lang="en-US" sz="2400" dirty="0"/>
              <a:t> condition.</a:t>
            </a:r>
          </a:p>
          <a:p>
            <a:pPr algn="just">
              <a:buSzPct val="125000"/>
            </a:pPr>
            <a:endParaRPr lang="en-US" sz="2400" dirty="0"/>
          </a:p>
          <a:p>
            <a:pPr marL="342900" indent="-342900" algn="just">
              <a:buSzPct val="125000"/>
              <a:buFont typeface="Wingdings" panose="05000000000000000000" pitchFamily="2" charset="2"/>
              <a:buChar char="§"/>
            </a:pPr>
            <a:r>
              <a:rPr lang="en-US" sz="2400" dirty="0"/>
              <a:t>But in practice, no diode can act as an ideal-diode </a:t>
            </a:r>
            <a:r>
              <a:rPr lang="en-US" sz="2400" i="1" dirty="0"/>
              <a:t>i.e. </a:t>
            </a:r>
            <a:r>
              <a:rPr lang="en-US" sz="2400" dirty="0"/>
              <a:t>an actual diode does not behave as a perfect conductor when forward-biased and as a perfect insulator when reversed-biased.</a:t>
            </a:r>
          </a:p>
          <a:p>
            <a:pPr algn="just">
              <a:buSzPct val="125000"/>
            </a:pPr>
            <a:endParaRPr lang="en-US" sz="2400" dirty="0"/>
          </a:p>
          <a:p>
            <a:pPr marL="342900" indent="-342900" algn="just">
              <a:buSzPct val="125000"/>
              <a:buFont typeface="Wingdings" panose="05000000000000000000" pitchFamily="2" charset="2"/>
              <a:buChar char="§"/>
            </a:pPr>
            <a:r>
              <a:rPr lang="en-US" sz="2400" dirty="0"/>
              <a:t>There are mainly </a:t>
            </a:r>
            <a:r>
              <a:rPr lang="en-US" sz="2400" i="1" dirty="0"/>
              <a:t>three</a:t>
            </a:r>
            <a:r>
              <a:rPr lang="en-US" sz="2400" dirty="0"/>
              <a:t> resistances of the diode in the complete </a:t>
            </a:r>
            <a:r>
              <a:rPr lang="en-US" sz="2400" i="1" dirty="0"/>
              <a:t>V-I</a:t>
            </a:r>
            <a:r>
              <a:rPr lang="en-US" sz="2400" dirty="0"/>
              <a:t> characteristics.</a:t>
            </a:r>
          </a:p>
        </p:txBody>
      </p:sp>
      <p:sp>
        <p:nvSpPr>
          <p:cNvPr id="9" name="TextBox 8">
            <a:extLst>
              <a:ext uri="{FF2B5EF4-FFF2-40B4-BE49-F238E27FC236}">
                <a16:creationId xmlns:a16="http://schemas.microsoft.com/office/drawing/2014/main" id="{3AE0EE5A-D2C5-4F30-89CA-906F6BBBFC27}"/>
              </a:ext>
            </a:extLst>
          </p:cNvPr>
          <p:cNvSpPr txBox="1"/>
          <p:nvPr/>
        </p:nvSpPr>
        <p:spPr>
          <a:xfrm>
            <a:off x="2624224" y="4499912"/>
            <a:ext cx="3886200" cy="1697068"/>
          </a:xfrm>
          <a:prstGeom prst="rect">
            <a:avLst/>
          </a:prstGeom>
          <a:noFill/>
        </p:spPr>
        <p:txBody>
          <a:bodyPr wrap="square" rtlCol="0">
            <a:spAutoFit/>
          </a:bodyPr>
          <a:lstStyle/>
          <a:p>
            <a:pPr marL="342900" indent="-342900">
              <a:lnSpc>
                <a:spcPct val="150000"/>
              </a:lnSpc>
              <a:buClr>
                <a:srgbClr val="0000FF"/>
              </a:buClr>
              <a:buSzPct val="125000"/>
              <a:buFont typeface="Wingdings" panose="05000000000000000000" pitchFamily="2" charset="2"/>
              <a:buChar char="§"/>
            </a:pPr>
            <a:r>
              <a:rPr lang="en-US" sz="2400" dirty="0"/>
              <a:t>DC or Static Resistance</a:t>
            </a:r>
          </a:p>
          <a:p>
            <a:pPr marL="342900" indent="-342900">
              <a:lnSpc>
                <a:spcPct val="150000"/>
              </a:lnSpc>
              <a:buClr>
                <a:srgbClr val="0000FF"/>
              </a:buClr>
              <a:buSzPct val="125000"/>
              <a:buFont typeface="Wingdings" panose="05000000000000000000" pitchFamily="2" charset="2"/>
              <a:buChar char="§"/>
            </a:pPr>
            <a:r>
              <a:rPr lang="en-US" sz="2400" dirty="0"/>
              <a:t>AC or Dynamic Resistance</a:t>
            </a:r>
          </a:p>
          <a:p>
            <a:pPr marL="342900" indent="-342900">
              <a:lnSpc>
                <a:spcPct val="150000"/>
              </a:lnSpc>
              <a:buClr>
                <a:srgbClr val="0000FF"/>
              </a:buClr>
              <a:buSzPct val="125000"/>
              <a:buFont typeface="Wingdings" panose="05000000000000000000" pitchFamily="2" charset="2"/>
              <a:buChar char="§"/>
            </a:pPr>
            <a:r>
              <a:rPr lang="en-US" sz="2400" dirty="0"/>
              <a:t>Reverse Resistance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DD024B9-5DDC-44A4-9EA9-2A01097E0773}"/>
                  </a:ext>
                </a:extLst>
              </p14:cNvPr>
              <p14:cNvContentPartPr/>
              <p14:nvPr/>
            </p14:nvContentPartPr>
            <p14:xfrm>
              <a:off x="10356840" y="1593720"/>
              <a:ext cx="1197000" cy="1879560"/>
            </p14:xfrm>
          </p:contentPart>
        </mc:Choice>
        <mc:Fallback xmlns="">
          <p:pic>
            <p:nvPicPr>
              <p:cNvPr id="2" name="Ink 1">
                <a:extLst>
                  <a:ext uri="{FF2B5EF4-FFF2-40B4-BE49-F238E27FC236}">
                    <a16:creationId xmlns:a16="http://schemas.microsoft.com/office/drawing/2014/main" id="{EDD024B9-5DDC-44A4-9EA9-2A01097E0773}"/>
                  </a:ext>
                </a:extLst>
              </p:cNvPr>
              <p:cNvPicPr/>
              <p:nvPr/>
            </p:nvPicPr>
            <p:blipFill>
              <a:blip r:embed="rId3"/>
              <a:stretch>
                <a:fillRect/>
              </a:stretch>
            </p:blipFill>
            <p:spPr>
              <a:xfrm>
                <a:off x="10347480" y="1584360"/>
                <a:ext cx="1215720" cy="1898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FC9B13E-09CD-4B8A-A44D-3567DD3F7F07}"/>
                  </a:ext>
                </a:extLst>
              </p14:cNvPr>
              <p14:cNvContentPartPr/>
              <p14:nvPr/>
            </p14:nvContentPartPr>
            <p14:xfrm>
              <a:off x="3161160" y="1687320"/>
              <a:ext cx="8427960" cy="3502800"/>
            </p14:xfrm>
          </p:contentPart>
        </mc:Choice>
        <mc:Fallback xmlns="">
          <p:pic>
            <p:nvPicPr>
              <p:cNvPr id="3" name="Ink 2">
                <a:extLst>
                  <a:ext uri="{FF2B5EF4-FFF2-40B4-BE49-F238E27FC236}">
                    <a16:creationId xmlns:a16="http://schemas.microsoft.com/office/drawing/2014/main" id="{CFC9B13E-09CD-4B8A-A44D-3567DD3F7F07}"/>
                  </a:ext>
                </a:extLst>
              </p:cNvPr>
              <p:cNvPicPr/>
              <p:nvPr/>
            </p:nvPicPr>
            <p:blipFill>
              <a:blip r:embed="rId5"/>
              <a:stretch>
                <a:fillRect/>
              </a:stretch>
            </p:blipFill>
            <p:spPr>
              <a:xfrm>
                <a:off x="3151800" y="1677960"/>
                <a:ext cx="8446680" cy="3521520"/>
              </a:xfrm>
              <a:prstGeom prst="rect">
                <a:avLst/>
              </a:prstGeom>
            </p:spPr>
          </p:pic>
        </mc:Fallback>
      </mc:AlternateContent>
    </p:spTree>
    <p:extLst>
      <p:ext uri="{BB962C8B-B14F-4D97-AF65-F5344CB8AC3E}">
        <p14:creationId xmlns:p14="http://schemas.microsoft.com/office/powerpoint/2010/main" val="34671288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107</a:t>
            </a:fld>
            <a:endParaRPr lang="en-IN"/>
          </a:p>
        </p:txBody>
      </p:sp>
      <p:sp>
        <p:nvSpPr>
          <p:cNvPr id="8" name="Rectangle 7">
            <a:extLst>
              <a:ext uri="{FF2B5EF4-FFF2-40B4-BE49-F238E27FC236}">
                <a16:creationId xmlns:a16="http://schemas.microsoft.com/office/drawing/2014/main" id="{3C27FBAE-8544-4610-B3ED-3C354F67FF3F}"/>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DC or Static Resistance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131614-F5BD-4394-8EF3-87355F48EDE3}"/>
                  </a:ext>
                </a:extLst>
              </p:cNvPr>
              <p:cNvSpPr txBox="1"/>
              <p:nvPr/>
            </p:nvSpPr>
            <p:spPr>
              <a:xfrm>
                <a:off x="1135025" y="5212909"/>
                <a:ext cx="5105400" cy="619337"/>
              </a:xfrm>
              <a:prstGeom prst="rect">
                <a:avLst/>
              </a:prstGeom>
              <a:noFill/>
            </p:spPr>
            <p:txBody>
              <a:bodyPr wrap="square" rtlCol="0">
                <a:spAutoFit/>
              </a:bodyPr>
              <a:lstStyle/>
              <a:p>
                <a:r>
                  <a:rPr lang="en-US" sz="2400" dirty="0"/>
                  <a:t>∴  </a:t>
                </a:r>
                <a:r>
                  <a:rPr lang="en-US" sz="2400" dirty="0" err="1"/>
                  <a:t>d.c.</a:t>
                </a:r>
                <a:r>
                  <a:rPr lang="en-US" sz="2400" dirty="0"/>
                  <a:t> forward resistance,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𝑂𝐴</m:t>
                        </m:r>
                      </m:num>
                      <m:den>
                        <m:r>
                          <a:rPr lang="en-US" sz="2400" b="0" i="1" smtClean="0">
                            <a:latin typeface="Cambria Math" panose="02040503050406030204" pitchFamily="18" charset="0"/>
                          </a:rPr>
                          <m:t>𝑂𝐵</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𝑉</m:t>
                        </m:r>
                      </m:num>
                      <m:den>
                        <m:r>
                          <a:rPr lang="en-US" sz="2400" b="0" i="1" smtClean="0">
                            <a:latin typeface="Cambria Math" panose="02040503050406030204" pitchFamily="18" charset="0"/>
                          </a:rPr>
                          <m:t>𝐼</m:t>
                        </m:r>
                      </m:den>
                    </m:f>
                  </m:oMath>
                </a14:m>
                <a:endParaRPr lang="en-US" sz="2400" dirty="0"/>
              </a:p>
            </p:txBody>
          </p:sp>
        </mc:Choice>
        <mc:Fallback xmlns="">
          <p:sp>
            <p:nvSpPr>
              <p:cNvPr id="9" name="TextBox 8">
                <a:extLst>
                  <a:ext uri="{FF2B5EF4-FFF2-40B4-BE49-F238E27FC236}">
                    <a16:creationId xmlns:a16="http://schemas.microsoft.com/office/drawing/2014/main" id="{38131614-F5BD-4394-8EF3-87355F48EDE3}"/>
                  </a:ext>
                </a:extLst>
              </p:cNvPr>
              <p:cNvSpPr txBox="1">
                <a:spLocks noRot="1" noChangeAspect="1" noMove="1" noResize="1" noEditPoints="1" noAdjustHandles="1" noChangeArrowheads="1" noChangeShapeType="1" noTextEdit="1"/>
              </p:cNvSpPr>
              <p:nvPr/>
            </p:nvSpPr>
            <p:spPr>
              <a:xfrm>
                <a:off x="1135025" y="5212909"/>
                <a:ext cx="5105400" cy="619337"/>
              </a:xfrm>
              <a:prstGeom prst="rect">
                <a:avLst/>
              </a:prstGeom>
              <a:blipFill>
                <a:blip r:embed="rId2"/>
                <a:stretch>
                  <a:fillRect l="-1790" b="-8824"/>
                </a:stretch>
              </a:blipFill>
            </p:spPr>
            <p:txBody>
              <a:bodyPr/>
              <a:lstStyle/>
              <a:p>
                <a:r>
                  <a:rPr lang="en-IN">
                    <a:noFill/>
                  </a:rPr>
                  <a:t> </a:t>
                </a:r>
              </a:p>
            </p:txBody>
          </p:sp>
        </mc:Fallback>
      </mc:AlternateContent>
      <p:grpSp>
        <p:nvGrpSpPr>
          <p:cNvPr id="10" name="Group 9">
            <a:extLst>
              <a:ext uri="{FF2B5EF4-FFF2-40B4-BE49-F238E27FC236}">
                <a16:creationId xmlns:a16="http://schemas.microsoft.com/office/drawing/2014/main" id="{5FEB4A20-66F9-4147-A0AD-8E7FCAB111D9}"/>
              </a:ext>
            </a:extLst>
          </p:cNvPr>
          <p:cNvGrpSpPr/>
          <p:nvPr/>
        </p:nvGrpSpPr>
        <p:grpSpPr>
          <a:xfrm>
            <a:off x="6945017" y="1270118"/>
            <a:ext cx="4111957" cy="3471563"/>
            <a:chOff x="4876800" y="1910902"/>
            <a:chExt cx="4111957" cy="3471563"/>
          </a:xfrm>
        </p:grpSpPr>
        <p:pic>
          <p:nvPicPr>
            <p:cNvPr id="11" name="Picture 10">
              <a:extLst>
                <a:ext uri="{FF2B5EF4-FFF2-40B4-BE49-F238E27FC236}">
                  <a16:creationId xmlns:a16="http://schemas.microsoft.com/office/drawing/2014/main" id="{6924F5EF-06DD-4419-BA20-7382CE52B203}"/>
                </a:ext>
              </a:extLst>
            </p:cNvPr>
            <p:cNvPicPr>
              <a:picLocks noChangeAspect="1"/>
            </p:cNvPicPr>
            <p:nvPr/>
          </p:nvPicPr>
          <p:blipFill>
            <a:blip r:embed="rId3"/>
            <a:stretch>
              <a:fillRect/>
            </a:stretch>
          </p:blipFill>
          <p:spPr>
            <a:xfrm>
              <a:off x="4876800" y="1910902"/>
              <a:ext cx="4111957" cy="3423098"/>
            </a:xfrm>
            <a:prstGeom prst="rect">
              <a:avLst/>
            </a:prstGeom>
          </p:spPr>
        </p:pic>
        <p:sp>
          <p:nvSpPr>
            <p:cNvPr id="12" name="TextBox 11">
              <a:extLst>
                <a:ext uri="{FF2B5EF4-FFF2-40B4-BE49-F238E27FC236}">
                  <a16:creationId xmlns:a16="http://schemas.microsoft.com/office/drawing/2014/main" id="{D3D12431-7848-42E0-8A7F-23F6E95CE0EE}"/>
                </a:ext>
              </a:extLst>
            </p:cNvPr>
            <p:cNvSpPr txBox="1"/>
            <p:nvPr/>
          </p:nvSpPr>
          <p:spPr>
            <a:xfrm>
              <a:off x="6664821" y="5013133"/>
              <a:ext cx="533400" cy="369332"/>
            </a:xfrm>
            <a:prstGeom prst="rect">
              <a:avLst/>
            </a:prstGeom>
            <a:noFill/>
          </p:spPr>
          <p:txBody>
            <a:bodyPr wrap="square" rtlCol="0">
              <a:spAutoFit/>
            </a:bodyPr>
            <a:lstStyle/>
            <a:p>
              <a:r>
                <a:rPr lang="en-US" sz="1800" dirty="0"/>
                <a:t>(</a:t>
              </a:r>
              <a:r>
                <a:rPr lang="en-US" sz="1800" i="1" dirty="0"/>
                <a:t>V</a:t>
              </a:r>
              <a:r>
                <a:rPr lang="en-US" sz="1800" dirty="0"/>
                <a:t>)</a:t>
              </a:r>
            </a:p>
          </p:txBody>
        </p:sp>
        <p:sp>
          <p:nvSpPr>
            <p:cNvPr id="13" name="TextBox 12">
              <a:extLst>
                <a:ext uri="{FF2B5EF4-FFF2-40B4-BE49-F238E27FC236}">
                  <a16:creationId xmlns:a16="http://schemas.microsoft.com/office/drawing/2014/main" id="{2135DACD-921E-4761-AA22-BF90F10E3FEF}"/>
                </a:ext>
              </a:extLst>
            </p:cNvPr>
            <p:cNvSpPr txBox="1"/>
            <p:nvPr/>
          </p:nvSpPr>
          <p:spPr>
            <a:xfrm>
              <a:off x="4953000" y="3440668"/>
              <a:ext cx="533400" cy="369332"/>
            </a:xfrm>
            <a:prstGeom prst="rect">
              <a:avLst/>
            </a:prstGeom>
            <a:noFill/>
          </p:spPr>
          <p:txBody>
            <a:bodyPr wrap="square" rtlCol="0">
              <a:spAutoFit/>
            </a:bodyPr>
            <a:lstStyle/>
            <a:p>
              <a:r>
                <a:rPr lang="en-US" sz="1800" dirty="0"/>
                <a:t>(</a:t>
              </a:r>
              <a:r>
                <a:rPr lang="en-US" sz="1800" i="1" dirty="0"/>
                <a:t>I</a:t>
              </a:r>
              <a:r>
                <a:rPr lang="en-US" sz="1800" dirty="0"/>
                <a:t>)</a:t>
              </a:r>
            </a:p>
          </p:txBody>
        </p:sp>
      </p:grpSp>
      <p:sp>
        <p:nvSpPr>
          <p:cNvPr id="14" name="TextBox 13">
            <a:extLst>
              <a:ext uri="{FF2B5EF4-FFF2-40B4-BE49-F238E27FC236}">
                <a16:creationId xmlns:a16="http://schemas.microsoft.com/office/drawing/2014/main" id="{3BB18A19-825E-433B-AD79-8F60643AC0FE}"/>
              </a:ext>
            </a:extLst>
          </p:cNvPr>
          <p:cNvSpPr txBox="1"/>
          <p:nvPr/>
        </p:nvSpPr>
        <p:spPr>
          <a:xfrm>
            <a:off x="1135025" y="1153160"/>
            <a:ext cx="5659179" cy="415498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It is the opposition offered by the diode to the direct current. </a:t>
            </a:r>
          </a:p>
          <a:p>
            <a:pPr marL="342900" indent="-342900" algn="just">
              <a:buSzPct val="125000"/>
              <a:buFont typeface="Wingdings" panose="05000000000000000000" pitchFamily="2" charset="2"/>
              <a:buChar char="§"/>
            </a:pPr>
            <a:r>
              <a:rPr lang="en-US" sz="2400" dirty="0"/>
              <a:t>It is measured by the ratio of </a:t>
            </a:r>
            <a:r>
              <a:rPr lang="en-US" sz="2400" dirty="0" err="1"/>
              <a:t>d.c.</a:t>
            </a:r>
            <a:r>
              <a:rPr lang="en-US" sz="2400" dirty="0"/>
              <a:t> voltage across the diode to the resulting </a:t>
            </a:r>
            <a:r>
              <a:rPr lang="en-US" sz="2400" dirty="0" err="1"/>
              <a:t>d.c.</a:t>
            </a:r>
            <a:r>
              <a:rPr lang="en-US" sz="2400" dirty="0"/>
              <a:t> current through it.</a:t>
            </a:r>
          </a:p>
          <a:p>
            <a:pPr marL="342900" indent="-342900" algn="just">
              <a:buSzPct val="125000"/>
              <a:buFont typeface="Wingdings" panose="05000000000000000000" pitchFamily="2" charset="2"/>
              <a:buChar char="§"/>
            </a:pPr>
            <a:r>
              <a:rPr lang="en-US" sz="2400" dirty="0"/>
              <a:t>the </a:t>
            </a:r>
            <a:r>
              <a:rPr lang="en-US" sz="2400" i="1" dirty="0"/>
              <a:t>dc resistance </a:t>
            </a:r>
            <a:r>
              <a:rPr lang="en-US" sz="2400" dirty="0"/>
              <a:t>of a diode is independent of the shape of the characteristic in the region surrounding the point of interest. </a:t>
            </a:r>
          </a:p>
          <a:p>
            <a:pPr marL="342900" indent="-342900" algn="just">
              <a:buSzPct val="125000"/>
              <a:buFont typeface="Wingdings" panose="05000000000000000000" pitchFamily="2" charset="2"/>
              <a:buChar char="§"/>
            </a:pPr>
            <a:r>
              <a:rPr lang="en-US" sz="2400" dirty="0"/>
              <a:t>Referring to the forward characteristic in Fig.1.3.7, </a:t>
            </a:r>
          </a:p>
        </p:txBody>
      </p:sp>
      <p:sp>
        <p:nvSpPr>
          <p:cNvPr id="15" name="TextBox 14">
            <a:extLst>
              <a:ext uri="{FF2B5EF4-FFF2-40B4-BE49-F238E27FC236}">
                <a16:creationId xmlns:a16="http://schemas.microsoft.com/office/drawing/2014/main" id="{2F6F2E73-D272-40EF-80B5-CB81795D3EE5}"/>
              </a:ext>
            </a:extLst>
          </p:cNvPr>
          <p:cNvSpPr txBox="1"/>
          <p:nvPr/>
        </p:nvSpPr>
        <p:spPr>
          <a:xfrm>
            <a:off x="6794204" y="4693216"/>
            <a:ext cx="3505200" cy="646331"/>
          </a:xfrm>
          <a:prstGeom prst="rect">
            <a:avLst/>
          </a:prstGeom>
          <a:noFill/>
        </p:spPr>
        <p:txBody>
          <a:bodyPr wrap="square" rtlCol="0">
            <a:spAutoFit/>
          </a:bodyPr>
          <a:lstStyle/>
          <a:p>
            <a:pPr algn="ctr"/>
            <a:r>
              <a:rPr lang="en-US" sz="1800" dirty="0"/>
              <a:t>Fig.1.3.7 [Calculation of </a:t>
            </a:r>
            <a:r>
              <a:rPr lang="en-US" sz="1800" dirty="0" err="1"/>
              <a:t>d.c.</a:t>
            </a:r>
            <a:r>
              <a:rPr lang="en-US" sz="1800" dirty="0"/>
              <a:t> forward resistance]</a:t>
            </a:r>
          </a:p>
        </p:txBody>
      </p:sp>
      <p:sp>
        <p:nvSpPr>
          <p:cNvPr id="16" name="TextBox 15">
            <a:extLst>
              <a:ext uri="{FF2B5EF4-FFF2-40B4-BE49-F238E27FC236}">
                <a16:creationId xmlns:a16="http://schemas.microsoft.com/office/drawing/2014/main" id="{C3751DEC-8D8D-4EEA-8277-6FCE93E30196}"/>
              </a:ext>
            </a:extLst>
          </p:cNvPr>
          <p:cNvSpPr txBox="1"/>
          <p:nvPr/>
        </p:nvSpPr>
        <p:spPr>
          <a:xfrm>
            <a:off x="9337356" y="5483919"/>
            <a:ext cx="1343618" cy="400110"/>
          </a:xfrm>
          <a:prstGeom prst="rect">
            <a:avLst/>
          </a:prstGeom>
          <a:noFill/>
        </p:spPr>
        <p:txBody>
          <a:bodyPr wrap="square" rtlCol="0">
            <a:spAutoFit/>
          </a:bodyPr>
          <a:lstStyle/>
          <a:p>
            <a:r>
              <a:rPr lang="en-US" sz="2000" dirty="0"/>
              <a:t>[Eq.-1.3.3]</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D2E74E4-2130-4065-A81E-BF66DAB24608}"/>
                  </a:ext>
                </a:extLst>
              </p14:cNvPr>
              <p14:cNvContentPartPr/>
              <p14:nvPr/>
            </p14:nvContentPartPr>
            <p14:xfrm>
              <a:off x="2316960" y="2993760"/>
              <a:ext cx="6737400" cy="3204000"/>
            </p14:xfrm>
          </p:contentPart>
        </mc:Choice>
        <mc:Fallback xmlns="">
          <p:pic>
            <p:nvPicPr>
              <p:cNvPr id="3" name="Ink 2">
                <a:extLst>
                  <a:ext uri="{FF2B5EF4-FFF2-40B4-BE49-F238E27FC236}">
                    <a16:creationId xmlns:a16="http://schemas.microsoft.com/office/drawing/2014/main" id="{BD2E74E4-2130-4065-A81E-BF66DAB24608}"/>
                  </a:ext>
                </a:extLst>
              </p:cNvPr>
              <p:cNvPicPr/>
              <p:nvPr/>
            </p:nvPicPr>
            <p:blipFill>
              <a:blip r:embed="rId5"/>
              <a:stretch>
                <a:fillRect/>
              </a:stretch>
            </p:blipFill>
            <p:spPr>
              <a:xfrm>
                <a:off x="2307600" y="2984400"/>
                <a:ext cx="6756120" cy="3222720"/>
              </a:xfrm>
              <a:prstGeom prst="rect">
                <a:avLst/>
              </a:prstGeom>
            </p:spPr>
          </p:pic>
        </mc:Fallback>
      </mc:AlternateContent>
    </p:spTree>
    <p:extLst>
      <p:ext uri="{BB962C8B-B14F-4D97-AF65-F5344CB8AC3E}">
        <p14:creationId xmlns:p14="http://schemas.microsoft.com/office/powerpoint/2010/main" val="15957568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108</a:t>
            </a:fld>
            <a:endParaRPr lang="en-IN"/>
          </a:p>
        </p:txBody>
      </p:sp>
      <p:sp>
        <p:nvSpPr>
          <p:cNvPr id="8" name="Rectangle 7">
            <a:extLst>
              <a:ext uri="{FF2B5EF4-FFF2-40B4-BE49-F238E27FC236}">
                <a16:creationId xmlns:a16="http://schemas.microsoft.com/office/drawing/2014/main" id="{28A6A332-69A9-47EA-9919-BC7A5FC2C97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AC or dynamic Resistance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9" name="TextBox 8">
            <a:extLst>
              <a:ext uri="{FF2B5EF4-FFF2-40B4-BE49-F238E27FC236}">
                <a16:creationId xmlns:a16="http://schemas.microsoft.com/office/drawing/2014/main" id="{B8DFC9BF-AE97-4175-A577-7DAFFD35B15F}"/>
              </a:ext>
            </a:extLst>
          </p:cNvPr>
          <p:cNvSpPr txBox="1"/>
          <p:nvPr/>
        </p:nvSpPr>
        <p:spPr>
          <a:xfrm>
            <a:off x="1288951" y="1167809"/>
            <a:ext cx="5505253" cy="193899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It is the opposition offered by the diode to the changing forward current. </a:t>
            </a:r>
          </a:p>
          <a:p>
            <a:pPr marL="342900" indent="-342900" algn="just">
              <a:buSzPct val="125000"/>
              <a:buFont typeface="Wingdings" panose="05000000000000000000" pitchFamily="2" charset="2"/>
              <a:buChar char="§"/>
            </a:pPr>
            <a:r>
              <a:rPr lang="en-US" sz="2400" dirty="0"/>
              <a:t>It is measured by the ratio of change in voltage across diode to the resulting change in current through it </a:t>
            </a:r>
            <a:r>
              <a:rPr lang="en-US" sz="2400" i="1" dirty="0"/>
              <a:t>i.e.</a:t>
            </a:r>
            <a:endParaRPr lang="en-US" sz="2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032F692-E67D-4403-86DF-89DB7D55B5D7}"/>
                  </a:ext>
                </a:extLst>
              </p:cNvPr>
              <p:cNvSpPr txBox="1"/>
              <p:nvPr/>
            </p:nvSpPr>
            <p:spPr>
              <a:xfrm>
                <a:off x="1589527" y="3120399"/>
                <a:ext cx="4572000" cy="856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nor/>
                            </m:rPr>
                            <a:rPr lang="en-US" sz="2400"/>
                            <m:t>Change</m:t>
                          </m:r>
                          <m:r>
                            <m:rPr>
                              <m:nor/>
                            </m:rPr>
                            <a:rPr lang="en-US" sz="2400"/>
                            <m:t> </m:t>
                          </m:r>
                          <m:r>
                            <m:rPr>
                              <m:nor/>
                            </m:rPr>
                            <a:rPr lang="en-US" sz="2400"/>
                            <m:t>in</m:t>
                          </m:r>
                          <m:r>
                            <m:rPr>
                              <m:nor/>
                            </m:rPr>
                            <a:rPr lang="en-US" sz="2400"/>
                            <m:t> </m:t>
                          </m:r>
                          <m:r>
                            <m:rPr>
                              <m:nor/>
                            </m:rPr>
                            <a:rPr lang="en-US" sz="2400"/>
                            <m:t>forward</m:t>
                          </m:r>
                          <m:r>
                            <m:rPr>
                              <m:nor/>
                            </m:rPr>
                            <a:rPr lang="en-US" sz="2400"/>
                            <m:t> </m:t>
                          </m:r>
                          <m:r>
                            <m:rPr>
                              <m:nor/>
                            </m:rPr>
                            <a:rPr lang="en-US" sz="2400"/>
                            <m:t>voltage</m:t>
                          </m:r>
                        </m:num>
                        <m:den>
                          <m:r>
                            <m:rPr>
                              <m:nor/>
                            </m:rPr>
                            <a:rPr lang="en-US" sz="2400"/>
                            <m:t>Change</m:t>
                          </m:r>
                          <m:r>
                            <m:rPr>
                              <m:nor/>
                            </m:rPr>
                            <a:rPr lang="en-US" sz="2400"/>
                            <m:t> </m:t>
                          </m:r>
                          <m:r>
                            <m:rPr>
                              <m:nor/>
                            </m:rPr>
                            <a:rPr lang="en-US" sz="2400"/>
                            <m:t>in</m:t>
                          </m:r>
                          <m:r>
                            <m:rPr>
                              <m:nor/>
                            </m:rPr>
                            <a:rPr lang="en-US" sz="2400"/>
                            <m:t> </m:t>
                          </m:r>
                          <m:r>
                            <m:rPr>
                              <m:nor/>
                            </m:rPr>
                            <a:rPr lang="en-US" sz="2400"/>
                            <m:t>forward</m:t>
                          </m:r>
                          <m:r>
                            <m:rPr>
                              <m:nor/>
                            </m:rPr>
                            <a:rPr lang="en-US" sz="2400"/>
                            <m:t> </m:t>
                          </m:r>
                          <m:r>
                            <m:rPr>
                              <m:nor/>
                            </m:rPr>
                            <a:rPr lang="en-US" sz="2400"/>
                            <m:t>current</m:t>
                          </m:r>
                        </m:den>
                      </m:f>
                    </m:oMath>
                  </m:oMathPara>
                </a14:m>
                <a:endParaRPr lang="en-US" sz="2400" dirty="0"/>
              </a:p>
            </p:txBody>
          </p:sp>
        </mc:Choice>
        <mc:Fallback xmlns="">
          <p:sp>
            <p:nvSpPr>
              <p:cNvPr id="10" name="TextBox 9">
                <a:extLst>
                  <a:ext uri="{FF2B5EF4-FFF2-40B4-BE49-F238E27FC236}">
                    <a16:creationId xmlns:a16="http://schemas.microsoft.com/office/drawing/2014/main" id="{4032F692-E67D-4403-86DF-89DB7D55B5D7}"/>
                  </a:ext>
                </a:extLst>
              </p:cNvPr>
              <p:cNvSpPr txBox="1">
                <a:spLocks noRot="1" noChangeAspect="1" noMove="1" noResize="1" noEditPoints="1" noAdjustHandles="1" noChangeArrowheads="1" noChangeShapeType="1" noTextEdit="1"/>
              </p:cNvSpPr>
              <p:nvPr/>
            </p:nvSpPr>
            <p:spPr>
              <a:xfrm>
                <a:off x="1589527" y="3120399"/>
                <a:ext cx="4572000" cy="85638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1F52605-73DD-482E-9C69-FD3CC91545F1}"/>
                  </a:ext>
                </a:extLst>
              </p:cNvPr>
              <p:cNvSpPr txBox="1"/>
              <p:nvPr/>
            </p:nvSpPr>
            <p:spPr>
              <a:xfrm>
                <a:off x="2388045" y="3990385"/>
                <a:ext cx="1066800" cy="846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𝐷</m:t>
                              </m:r>
                            </m:sub>
                          </m:sSub>
                        </m:num>
                        <m:den>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𝐼</m:t>
                              </m:r>
                            </m:e>
                            <m:sub>
                              <m:r>
                                <a:rPr lang="en-US" sz="2400" b="0" i="1" smtClean="0">
                                  <a:latin typeface="Cambria Math" panose="02040503050406030204" pitchFamily="18" charset="0"/>
                                  <a:ea typeface="Cambria Math" panose="02040503050406030204" pitchFamily="18" charset="0"/>
                                </a:rPr>
                                <m:t>𝐷</m:t>
                              </m:r>
                            </m:sub>
                          </m:sSub>
                        </m:den>
                      </m:f>
                    </m:oMath>
                  </m:oMathPara>
                </a14:m>
                <a:endParaRPr lang="en-US" sz="2400" dirty="0"/>
              </a:p>
            </p:txBody>
          </p:sp>
        </mc:Choice>
        <mc:Fallback xmlns="">
          <p:sp>
            <p:nvSpPr>
              <p:cNvPr id="11" name="TextBox 10">
                <a:extLst>
                  <a:ext uri="{FF2B5EF4-FFF2-40B4-BE49-F238E27FC236}">
                    <a16:creationId xmlns:a16="http://schemas.microsoft.com/office/drawing/2014/main" id="{41F52605-73DD-482E-9C69-FD3CC91545F1}"/>
                  </a:ext>
                </a:extLst>
              </p:cNvPr>
              <p:cNvSpPr txBox="1">
                <a:spLocks noRot="1" noChangeAspect="1" noMove="1" noResize="1" noEditPoints="1" noAdjustHandles="1" noChangeArrowheads="1" noChangeShapeType="1" noTextEdit="1"/>
              </p:cNvSpPr>
              <p:nvPr/>
            </p:nvSpPr>
            <p:spPr>
              <a:xfrm>
                <a:off x="2388045" y="3990385"/>
                <a:ext cx="1066800" cy="846642"/>
              </a:xfrm>
              <a:prstGeom prst="rect">
                <a:avLst/>
              </a:prstGeom>
              <a:blipFill>
                <a:blip r:embed="rId3"/>
                <a:stretch>
                  <a:fillRect/>
                </a:stretch>
              </a:blipFill>
            </p:spPr>
            <p:txBody>
              <a:bodyPr/>
              <a:lstStyle/>
              <a:p>
                <a:r>
                  <a:rPr lang="en-IN">
                    <a:noFill/>
                  </a:rPr>
                  <a:t> </a:t>
                </a:r>
              </a:p>
            </p:txBody>
          </p:sp>
        </mc:Fallback>
      </mc:AlternateContent>
      <p:grpSp>
        <p:nvGrpSpPr>
          <p:cNvPr id="12" name="Group 11">
            <a:extLst>
              <a:ext uri="{FF2B5EF4-FFF2-40B4-BE49-F238E27FC236}">
                <a16:creationId xmlns:a16="http://schemas.microsoft.com/office/drawing/2014/main" id="{FF304C5F-8C54-4BF2-8C67-EBF32583D066}"/>
              </a:ext>
            </a:extLst>
          </p:cNvPr>
          <p:cNvGrpSpPr/>
          <p:nvPr/>
        </p:nvGrpSpPr>
        <p:grpSpPr>
          <a:xfrm>
            <a:off x="6969059" y="1225314"/>
            <a:ext cx="4045140" cy="3460616"/>
            <a:chOff x="4946460" y="2041125"/>
            <a:chExt cx="4045140" cy="3460616"/>
          </a:xfrm>
        </p:grpSpPr>
        <p:grpSp>
          <p:nvGrpSpPr>
            <p:cNvPr id="13" name="Group 12">
              <a:extLst>
                <a:ext uri="{FF2B5EF4-FFF2-40B4-BE49-F238E27FC236}">
                  <a16:creationId xmlns:a16="http://schemas.microsoft.com/office/drawing/2014/main" id="{112B1521-768E-41A4-8F0D-A5A2CC72A0A5}"/>
                </a:ext>
              </a:extLst>
            </p:cNvPr>
            <p:cNvGrpSpPr/>
            <p:nvPr/>
          </p:nvGrpSpPr>
          <p:grpSpPr>
            <a:xfrm>
              <a:off x="5162550" y="2041125"/>
              <a:ext cx="3829050" cy="3324225"/>
              <a:chOff x="5314950" y="2091434"/>
              <a:chExt cx="3829050" cy="3324225"/>
            </a:xfrm>
          </p:grpSpPr>
          <p:grpSp>
            <p:nvGrpSpPr>
              <p:cNvPr id="18" name="Group 17">
                <a:extLst>
                  <a:ext uri="{FF2B5EF4-FFF2-40B4-BE49-F238E27FC236}">
                    <a16:creationId xmlns:a16="http://schemas.microsoft.com/office/drawing/2014/main" id="{EFF15BF7-7E31-4136-A47C-CFC1EFCD4119}"/>
                  </a:ext>
                </a:extLst>
              </p:cNvPr>
              <p:cNvGrpSpPr/>
              <p:nvPr/>
            </p:nvGrpSpPr>
            <p:grpSpPr>
              <a:xfrm>
                <a:off x="5314950" y="2091434"/>
                <a:ext cx="3829050" cy="3324225"/>
                <a:chOff x="5351344" y="2071686"/>
                <a:chExt cx="3829050" cy="3324225"/>
              </a:xfrm>
            </p:grpSpPr>
            <p:pic>
              <p:nvPicPr>
                <p:cNvPr id="20" name="Picture 19">
                  <a:extLst>
                    <a:ext uri="{FF2B5EF4-FFF2-40B4-BE49-F238E27FC236}">
                      <a16:creationId xmlns:a16="http://schemas.microsoft.com/office/drawing/2014/main" id="{D44EEF29-EB35-4B41-A378-12118F01E187}"/>
                    </a:ext>
                  </a:extLst>
                </p:cNvPr>
                <p:cNvPicPr>
                  <a:picLocks noChangeAspect="1"/>
                </p:cNvPicPr>
                <p:nvPr/>
              </p:nvPicPr>
              <p:blipFill>
                <a:blip r:embed="rId4"/>
                <a:stretch>
                  <a:fillRect/>
                </a:stretch>
              </p:blipFill>
              <p:spPr>
                <a:xfrm>
                  <a:off x="5351344" y="2071686"/>
                  <a:ext cx="3829050" cy="3324225"/>
                </a:xfrm>
                <a:prstGeom prst="rect">
                  <a:avLst/>
                </a:prstGeom>
              </p:spPr>
            </p:pic>
            <p:cxnSp>
              <p:nvCxnSpPr>
                <p:cNvPr id="21" name="Straight Connector 20">
                  <a:extLst>
                    <a:ext uri="{FF2B5EF4-FFF2-40B4-BE49-F238E27FC236}">
                      <a16:creationId xmlns:a16="http://schemas.microsoft.com/office/drawing/2014/main" id="{FD0029FF-C594-4E40-A7C1-596E37CF4A30}"/>
                    </a:ext>
                  </a:extLst>
                </p:cNvPr>
                <p:cNvCxnSpPr/>
                <p:nvPr/>
              </p:nvCxnSpPr>
              <p:spPr bwMode="auto">
                <a:xfrm>
                  <a:off x="5867400" y="3505199"/>
                  <a:ext cx="0" cy="228600"/>
                </a:xfrm>
                <a:prstGeom prst="line">
                  <a:avLst/>
                </a:prstGeom>
                <a:solidFill>
                  <a:schemeClr val="accent1"/>
                </a:solidFill>
                <a:ln w="22225" cap="flat" cmpd="sng" algn="ctr">
                  <a:solidFill>
                    <a:srgbClr val="00B0F0"/>
                  </a:solidFill>
                  <a:prstDash val="solid"/>
                  <a:round/>
                  <a:headEnd type="none" w="med" len="med"/>
                  <a:tailEnd type="none" w="med" len="med"/>
                </a:ln>
                <a:effectLst/>
              </p:spPr>
            </p:cxnSp>
          </p:grpSp>
          <p:cxnSp>
            <p:nvCxnSpPr>
              <p:cNvPr id="19" name="Straight Connector 18">
                <a:extLst>
                  <a:ext uri="{FF2B5EF4-FFF2-40B4-BE49-F238E27FC236}">
                    <a16:creationId xmlns:a16="http://schemas.microsoft.com/office/drawing/2014/main" id="{9AEE5FE1-B5DF-4D09-82DC-13962CFDF1EB}"/>
                  </a:ext>
                </a:extLst>
              </p:cNvPr>
              <p:cNvCxnSpPr/>
              <p:nvPr/>
            </p:nvCxnSpPr>
            <p:spPr bwMode="auto">
              <a:xfrm>
                <a:off x="7131381" y="4953000"/>
                <a:ext cx="268975"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C0A32E8-819F-48F7-A7B1-33FC3F3D12F7}"/>
                    </a:ext>
                  </a:extLst>
                </p:cNvPr>
                <p:cNvSpPr txBox="1"/>
                <p:nvPr/>
              </p:nvSpPr>
              <p:spPr>
                <a:xfrm>
                  <a:off x="6922968" y="5163187"/>
                  <a:ext cx="44243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𝑉</m:t>
                            </m:r>
                          </m:e>
                          <m:sub>
                            <m:r>
                              <a:rPr lang="en-US" sz="1600" b="0" i="1" smtClean="0">
                                <a:latin typeface="Cambria Math" panose="02040503050406030204" pitchFamily="18" charset="0"/>
                                <a:ea typeface="Cambria Math" panose="02040503050406030204" pitchFamily="18" charset="0"/>
                              </a:rPr>
                              <m:t>𝐷</m:t>
                            </m:r>
                          </m:sub>
                        </m:sSub>
                      </m:oMath>
                    </m:oMathPara>
                  </a14:m>
                  <a:endParaRPr lang="en-US"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922968" y="5163187"/>
                  <a:ext cx="442432" cy="338554"/>
                </a:xfrm>
                <a:prstGeom prst="rect">
                  <a:avLst/>
                </a:prstGeom>
                <a:blipFill rotWithShape="0">
                  <a:blip r:embed="rId8"/>
                  <a:stretch>
                    <a:fillRect r="-69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73B1E23-31BE-42CF-B004-3CE210A537D5}"/>
                    </a:ext>
                  </a:extLst>
                </p:cNvPr>
                <p:cNvSpPr txBox="1"/>
                <p:nvPr/>
              </p:nvSpPr>
              <p:spPr>
                <a:xfrm>
                  <a:off x="4946460" y="3452336"/>
                  <a:ext cx="3810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𝐼</m:t>
                            </m:r>
                          </m:e>
                          <m:sub>
                            <m:r>
                              <a:rPr lang="en-US" sz="1600" b="0" i="1" smtClean="0">
                                <a:latin typeface="Cambria Math" panose="02040503050406030204" pitchFamily="18" charset="0"/>
                                <a:ea typeface="Cambria Math" panose="02040503050406030204" pitchFamily="18" charset="0"/>
                              </a:rPr>
                              <m:t>𝐷</m:t>
                            </m:r>
                          </m:sub>
                        </m:sSub>
                      </m:oMath>
                    </m:oMathPara>
                  </a14:m>
                  <a:endParaRPr lang="en-US" sz="1600" dirty="0"/>
                </a:p>
              </p:txBody>
            </p:sp>
          </mc:Choice>
          <mc:Fallback xmlns="">
            <p:sp>
              <p:nvSpPr>
                <p:cNvPr id="25" name="TextBox 24"/>
                <p:cNvSpPr txBox="1">
                  <a:spLocks noRot="1" noChangeAspect="1" noMove="1" noResize="1" noEditPoints="1" noAdjustHandles="1" noChangeArrowheads="1" noChangeShapeType="1" noTextEdit="1"/>
                </p:cNvSpPr>
                <p:nvPr/>
              </p:nvSpPr>
              <p:spPr>
                <a:xfrm>
                  <a:off x="4946460" y="3452336"/>
                  <a:ext cx="381000" cy="338554"/>
                </a:xfrm>
                <a:prstGeom prst="rect">
                  <a:avLst/>
                </a:prstGeom>
                <a:blipFill rotWithShape="0">
                  <a:blip r:embed="rId9"/>
                  <a:stretch>
                    <a:fillRect r="-12698"/>
                  </a:stretch>
                </a:blipFill>
              </p:spPr>
              <p:txBody>
                <a:bodyPr/>
                <a:lstStyle/>
                <a:p>
                  <a:r>
                    <a:rPr lang="en-US">
                      <a:noFill/>
                    </a:rPr>
                    <a:t> </a:t>
                  </a:r>
                </a:p>
              </p:txBody>
            </p:sp>
          </mc:Fallback>
        </mc:AlternateContent>
        <p:sp>
          <p:nvSpPr>
            <p:cNvPr id="16" name="Left Brace 15">
              <a:extLst>
                <a:ext uri="{FF2B5EF4-FFF2-40B4-BE49-F238E27FC236}">
                  <a16:creationId xmlns:a16="http://schemas.microsoft.com/office/drawing/2014/main" id="{06B67AA3-1167-4EC9-9A11-192652E25800}"/>
                </a:ext>
              </a:extLst>
            </p:cNvPr>
            <p:cNvSpPr/>
            <p:nvPr/>
          </p:nvSpPr>
          <p:spPr bwMode="auto">
            <a:xfrm>
              <a:off x="5391150" y="3372875"/>
              <a:ext cx="235519" cy="563335"/>
            </a:xfrm>
            <a:prstGeom prst="leftBrace">
              <a:avLst/>
            </a:prstGeom>
            <a:solidFill>
              <a:schemeClr val="bg1"/>
            </a:solidFill>
            <a:ln w="22225" cap="flat" cmpd="sng" algn="ctr">
              <a:solidFill>
                <a:schemeClr val="tx1"/>
              </a:solid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17" name="Left Brace 16">
              <a:extLst>
                <a:ext uri="{FF2B5EF4-FFF2-40B4-BE49-F238E27FC236}">
                  <a16:creationId xmlns:a16="http://schemas.microsoft.com/office/drawing/2014/main" id="{ECEA2CFF-64F5-4FA3-A3D5-8EBAEC0A2A46}"/>
                </a:ext>
              </a:extLst>
            </p:cNvPr>
            <p:cNvSpPr/>
            <p:nvPr/>
          </p:nvSpPr>
          <p:spPr bwMode="auto">
            <a:xfrm rot="16200000">
              <a:off x="7023663" y="4821450"/>
              <a:ext cx="179610" cy="503863"/>
            </a:xfrm>
            <a:prstGeom prst="leftBrace">
              <a:avLst>
                <a:gd name="adj1" fmla="val 8333"/>
                <a:gd name="adj2" fmla="val 53141"/>
              </a:avLst>
            </a:prstGeom>
            <a:solidFill>
              <a:schemeClr val="bg1"/>
            </a:solidFill>
            <a:ln w="25400" cap="flat" cmpd="sng" algn="ctr">
              <a:solidFill>
                <a:schemeClr val="tx1"/>
              </a:solid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grpSp>
      <p:sp>
        <p:nvSpPr>
          <p:cNvPr id="22" name="TextBox 21">
            <a:extLst>
              <a:ext uri="{FF2B5EF4-FFF2-40B4-BE49-F238E27FC236}">
                <a16:creationId xmlns:a16="http://schemas.microsoft.com/office/drawing/2014/main" id="{4C3CA0BB-A939-4676-B451-B93224841EAB}"/>
              </a:ext>
            </a:extLst>
          </p:cNvPr>
          <p:cNvSpPr txBox="1"/>
          <p:nvPr/>
        </p:nvSpPr>
        <p:spPr>
          <a:xfrm>
            <a:off x="7294267" y="4681855"/>
            <a:ext cx="3745032" cy="646331"/>
          </a:xfrm>
          <a:prstGeom prst="rect">
            <a:avLst/>
          </a:prstGeom>
          <a:noFill/>
        </p:spPr>
        <p:txBody>
          <a:bodyPr wrap="square" rtlCol="0">
            <a:spAutoFit/>
          </a:bodyPr>
          <a:lstStyle/>
          <a:p>
            <a:r>
              <a:rPr lang="en-US" sz="1800" dirty="0"/>
              <a:t>Fig.1.3.8 [Calculation of </a:t>
            </a:r>
            <a:r>
              <a:rPr lang="en-US" sz="1800" dirty="0" err="1"/>
              <a:t>a.c</a:t>
            </a:r>
            <a:r>
              <a:rPr lang="en-US" sz="1800" dirty="0"/>
              <a:t>. dynamic  </a:t>
            </a:r>
          </a:p>
          <a:p>
            <a:r>
              <a:rPr lang="en-US" sz="1800" dirty="0"/>
              <a:t>                             resistance]</a:t>
            </a:r>
          </a:p>
        </p:txBody>
      </p:sp>
      <p:sp>
        <p:nvSpPr>
          <p:cNvPr id="23" name="TextBox 22">
            <a:extLst>
              <a:ext uri="{FF2B5EF4-FFF2-40B4-BE49-F238E27FC236}">
                <a16:creationId xmlns:a16="http://schemas.microsoft.com/office/drawing/2014/main" id="{39C59660-9ED0-47E5-A43B-9B4222483CA3}"/>
              </a:ext>
            </a:extLst>
          </p:cNvPr>
          <p:cNvSpPr txBox="1"/>
          <p:nvPr/>
        </p:nvSpPr>
        <p:spPr>
          <a:xfrm>
            <a:off x="5365831" y="4134965"/>
            <a:ext cx="1307507" cy="400110"/>
          </a:xfrm>
          <a:prstGeom prst="rect">
            <a:avLst/>
          </a:prstGeom>
          <a:noFill/>
        </p:spPr>
        <p:txBody>
          <a:bodyPr wrap="square" rtlCol="0">
            <a:spAutoFit/>
          </a:bodyPr>
          <a:lstStyle/>
          <a:p>
            <a:r>
              <a:rPr lang="en-US" sz="2000" dirty="0"/>
              <a:t>[Eq.-1.3.4]</a:t>
            </a:r>
          </a:p>
        </p:txBody>
      </p:sp>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A6BF6684-810F-4D02-B783-B62C05F327D8}"/>
                  </a:ext>
                </a:extLst>
              </p14:cNvPr>
              <p14:cNvContentPartPr/>
              <p14:nvPr/>
            </p14:nvContentPartPr>
            <p14:xfrm>
              <a:off x="2737800" y="1537920"/>
              <a:ext cx="6732000" cy="2599920"/>
            </p14:xfrm>
          </p:contentPart>
        </mc:Choice>
        <mc:Fallback xmlns="">
          <p:pic>
            <p:nvPicPr>
              <p:cNvPr id="2" name="Ink 1">
                <a:extLst>
                  <a:ext uri="{FF2B5EF4-FFF2-40B4-BE49-F238E27FC236}">
                    <a16:creationId xmlns:a16="http://schemas.microsoft.com/office/drawing/2014/main" id="{A6BF6684-810F-4D02-B783-B62C05F327D8}"/>
                  </a:ext>
                </a:extLst>
              </p:cNvPr>
              <p:cNvPicPr/>
              <p:nvPr/>
            </p:nvPicPr>
            <p:blipFill>
              <a:blip r:embed="rId11"/>
              <a:stretch>
                <a:fillRect/>
              </a:stretch>
            </p:blipFill>
            <p:spPr>
              <a:xfrm>
                <a:off x="2728440" y="1528560"/>
                <a:ext cx="6750720" cy="2618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E7E0BF9B-AF87-4DC8-ABE0-5696BE09EC13}"/>
                  </a:ext>
                </a:extLst>
              </p14:cNvPr>
              <p14:cNvContentPartPr/>
              <p14:nvPr/>
            </p14:nvContentPartPr>
            <p14:xfrm>
              <a:off x="5975640" y="2539080"/>
              <a:ext cx="3437640" cy="1640880"/>
            </p14:xfrm>
          </p:contentPart>
        </mc:Choice>
        <mc:Fallback xmlns="">
          <p:pic>
            <p:nvPicPr>
              <p:cNvPr id="3" name="Ink 2">
                <a:extLst>
                  <a:ext uri="{FF2B5EF4-FFF2-40B4-BE49-F238E27FC236}">
                    <a16:creationId xmlns:a16="http://schemas.microsoft.com/office/drawing/2014/main" id="{E7E0BF9B-AF87-4DC8-ABE0-5696BE09EC13}"/>
                  </a:ext>
                </a:extLst>
              </p:cNvPr>
              <p:cNvPicPr/>
              <p:nvPr/>
            </p:nvPicPr>
            <p:blipFill>
              <a:blip r:embed="rId13"/>
              <a:stretch>
                <a:fillRect/>
              </a:stretch>
            </p:blipFill>
            <p:spPr>
              <a:xfrm>
                <a:off x="5966280" y="2529720"/>
                <a:ext cx="3456360" cy="1659600"/>
              </a:xfrm>
              <a:prstGeom prst="rect">
                <a:avLst/>
              </a:prstGeom>
            </p:spPr>
          </p:pic>
        </mc:Fallback>
      </mc:AlternateContent>
    </p:spTree>
    <p:extLst>
      <p:ext uri="{BB962C8B-B14F-4D97-AF65-F5344CB8AC3E}">
        <p14:creationId xmlns:p14="http://schemas.microsoft.com/office/powerpoint/2010/main" val="18446436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109</a:t>
            </a:fld>
            <a:endParaRPr lang="en-IN"/>
          </a:p>
        </p:txBody>
      </p:sp>
      <p:sp>
        <p:nvSpPr>
          <p:cNvPr id="8" name="Rectangle 7">
            <a:extLst>
              <a:ext uri="{FF2B5EF4-FFF2-40B4-BE49-F238E27FC236}">
                <a16:creationId xmlns:a16="http://schemas.microsoft.com/office/drawing/2014/main" id="{CF7954B4-824A-4A6D-AB6B-026149CC0C5A}"/>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Resistance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C0E134-E664-436D-83BF-0855D697D4EF}"/>
                  </a:ext>
                </a:extLst>
              </p:cNvPr>
              <p:cNvSpPr txBox="1"/>
              <p:nvPr/>
            </p:nvSpPr>
            <p:spPr>
              <a:xfrm>
                <a:off x="838200" y="1024995"/>
                <a:ext cx="7581900" cy="856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𝐷𝑦𝑛𝑎𝑚𝑖𝑐</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𝑟𝑒𝑠𝑖𝑠𝑡𝑎𝑛𝑐𝑒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𝑟</m:t>
                          </m:r>
                        </m:e>
                        <m:sub>
                          <m:r>
                            <a:rPr lang="en-US" b="0" i="1" smtClean="0">
                              <a:latin typeface="Cambria Math" panose="02040503050406030204" pitchFamily="18" charset="0"/>
                            </a:rPr>
                            <m:t>𝑓</m:t>
                          </m:r>
                        </m:sub>
                      </m:sSub>
                      <m:r>
                        <a:rPr lang="en-US" i="1">
                          <a:latin typeface="Cambria Math" panose="02040503050406030204" pitchFamily="18" charset="0"/>
                        </a:rPr>
                        <m:t>=</m:t>
                      </m:r>
                      <m:f>
                        <m:fPr>
                          <m:ctrlPr>
                            <a:rPr lang="en-US" i="1">
                              <a:latin typeface="Cambria Math" panose="02040503050406030204" pitchFamily="18" charset="0"/>
                            </a:rPr>
                          </m:ctrlPr>
                        </m:fPr>
                        <m:num>
                          <m:r>
                            <m:rPr>
                              <m:nor/>
                            </m:rPr>
                            <a:rPr lang="en-US"/>
                            <m:t>Change</m:t>
                          </m:r>
                          <m:r>
                            <m:rPr>
                              <m:nor/>
                            </m:rPr>
                            <a:rPr lang="en-US"/>
                            <m:t> </m:t>
                          </m:r>
                          <m:r>
                            <m:rPr>
                              <m:nor/>
                            </m:rPr>
                            <a:rPr lang="en-US"/>
                            <m:t>in</m:t>
                          </m:r>
                          <m:r>
                            <m:rPr>
                              <m:nor/>
                            </m:rPr>
                            <a:rPr lang="en-US"/>
                            <m:t> </m:t>
                          </m:r>
                          <m:r>
                            <m:rPr>
                              <m:nor/>
                            </m:rPr>
                            <a:rPr lang="en-US"/>
                            <m:t>forward</m:t>
                          </m:r>
                          <m:r>
                            <m:rPr>
                              <m:nor/>
                            </m:rPr>
                            <a:rPr lang="en-US"/>
                            <m:t> </m:t>
                          </m:r>
                          <m:r>
                            <m:rPr>
                              <m:nor/>
                            </m:rPr>
                            <a:rPr lang="en-US"/>
                            <m:t>voltage</m:t>
                          </m:r>
                        </m:num>
                        <m:den>
                          <m:r>
                            <m:rPr>
                              <m:nor/>
                            </m:rPr>
                            <a:rPr lang="en-US"/>
                            <m:t>Change</m:t>
                          </m:r>
                          <m:r>
                            <m:rPr>
                              <m:nor/>
                            </m:rPr>
                            <a:rPr lang="en-US"/>
                            <m:t> </m:t>
                          </m:r>
                          <m:r>
                            <m:rPr>
                              <m:nor/>
                            </m:rPr>
                            <a:rPr lang="en-US"/>
                            <m:t>in</m:t>
                          </m:r>
                          <m:r>
                            <m:rPr>
                              <m:nor/>
                            </m:rPr>
                            <a:rPr lang="en-US"/>
                            <m:t> </m:t>
                          </m:r>
                          <m:r>
                            <m:rPr>
                              <m:nor/>
                            </m:rPr>
                            <a:rPr lang="en-US"/>
                            <m:t>forward</m:t>
                          </m:r>
                          <m:r>
                            <m:rPr>
                              <m:nor/>
                            </m:rPr>
                            <a:rPr lang="en-US"/>
                            <m:t> </m:t>
                          </m:r>
                          <m:r>
                            <m:rPr>
                              <m:nor/>
                            </m:rPr>
                            <a:rPr lang="en-US"/>
                            <m:t>current</m:t>
                          </m:r>
                        </m:den>
                      </m:f>
                    </m:oMath>
                  </m:oMathPara>
                </a14:m>
                <a:endParaRPr lang="en-US" dirty="0"/>
              </a:p>
            </p:txBody>
          </p:sp>
        </mc:Choice>
        <mc:Fallback xmlns="">
          <p:sp>
            <p:nvSpPr>
              <p:cNvPr id="7" name="TextBox 6">
                <a:extLst>
                  <a:ext uri="{FF2B5EF4-FFF2-40B4-BE49-F238E27FC236}">
                    <a16:creationId xmlns:a16="http://schemas.microsoft.com/office/drawing/2014/main" id="{6DC0E134-E664-436D-83BF-0855D697D4EF}"/>
                  </a:ext>
                </a:extLst>
              </p:cNvPr>
              <p:cNvSpPr txBox="1">
                <a:spLocks noRot="1" noChangeAspect="1" noMove="1" noResize="1" noEditPoints="1" noAdjustHandles="1" noChangeArrowheads="1" noChangeShapeType="1" noTextEdit="1"/>
              </p:cNvSpPr>
              <p:nvPr/>
            </p:nvSpPr>
            <p:spPr>
              <a:xfrm>
                <a:off x="838200" y="1024995"/>
                <a:ext cx="7581900" cy="85638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11D2EC1-2834-44C2-AEA7-DE6B300872DD}"/>
                  </a:ext>
                </a:extLst>
              </p:cNvPr>
              <p:cNvSpPr/>
              <p:nvPr/>
            </p:nvSpPr>
            <p:spPr>
              <a:xfrm>
                <a:off x="4465523" y="1769255"/>
                <a:ext cx="2006960" cy="8540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𝐷</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𝐷</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𝐷</m:t>
                              </m:r>
                            </m:sub>
                          </m:sSub>
                        </m:num>
                        <m:den>
                          <m:r>
                            <a:rPr lang="en-US" i="1">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𝐷</m:t>
                              </m:r>
                            </m:sub>
                          </m:sSub>
                        </m:den>
                      </m:f>
                    </m:oMath>
                  </m:oMathPara>
                </a14:m>
                <a:endParaRPr lang="en-US" dirty="0"/>
              </a:p>
            </p:txBody>
          </p:sp>
        </mc:Choice>
        <mc:Fallback xmlns="">
          <p:sp>
            <p:nvSpPr>
              <p:cNvPr id="9" name="Rectangle 8">
                <a:extLst>
                  <a:ext uri="{FF2B5EF4-FFF2-40B4-BE49-F238E27FC236}">
                    <a16:creationId xmlns:a16="http://schemas.microsoft.com/office/drawing/2014/main" id="{911D2EC1-2834-44C2-AEA7-DE6B300872DD}"/>
                  </a:ext>
                </a:extLst>
              </p:cNvPr>
              <p:cNvSpPr>
                <a:spLocks noRot="1" noChangeAspect="1" noMove="1" noResize="1" noEditPoints="1" noAdjustHandles="1" noChangeArrowheads="1" noChangeShapeType="1" noTextEdit="1"/>
              </p:cNvSpPr>
              <p:nvPr/>
            </p:nvSpPr>
            <p:spPr>
              <a:xfrm>
                <a:off x="4465523" y="1769255"/>
                <a:ext cx="2006960" cy="854016"/>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0744167-7092-4179-B8D5-3A4847671EB6}"/>
                  </a:ext>
                </a:extLst>
              </p:cNvPr>
              <p:cNvSpPr txBox="1"/>
              <p:nvPr/>
            </p:nvSpPr>
            <p:spPr>
              <a:xfrm>
                <a:off x="1167757" y="2641489"/>
                <a:ext cx="5867400" cy="8976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𝐷𝑦𝑛𝑎𝑚𝑖𝑐</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𝑐𝑜𝑛𝑑𝑢𝑐𝑡𝑎𝑛𝑐𝑒</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𝑔</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𝑓</m:t>
                              </m:r>
                            </m:sub>
                          </m:sSub>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𝐷</m:t>
                              </m:r>
                            </m:sub>
                          </m:sSub>
                        </m:num>
                        <m:den>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𝐷</m:t>
                              </m:r>
                            </m:sub>
                          </m:sSub>
                        </m:den>
                      </m:f>
                    </m:oMath>
                  </m:oMathPara>
                </a14:m>
                <a:endParaRPr lang="en-US" dirty="0"/>
              </a:p>
            </p:txBody>
          </p:sp>
        </mc:Choice>
        <mc:Fallback xmlns="">
          <p:sp>
            <p:nvSpPr>
              <p:cNvPr id="10" name="TextBox 9">
                <a:extLst>
                  <a:ext uri="{FF2B5EF4-FFF2-40B4-BE49-F238E27FC236}">
                    <a16:creationId xmlns:a16="http://schemas.microsoft.com/office/drawing/2014/main" id="{40744167-7092-4179-B8D5-3A4847671EB6}"/>
                  </a:ext>
                </a:extLst>
              </p:cNvPr>
              <p:cNvSpPr txBox="1">
                <a:spLocks noRot="1" noChangeAspect="1" noMove="1" noResize="1" noEditPoints="1" noAdjustHandles="1" noChangeArrowheads="1" noChangeShapeType="1" noTextEdit="1"/>
              </p:cNvSpPr>
              <p:nvPr/>
            </p:nvSpPr>
            <p:spPr>
              <a:xfrm>
                <a:off x="1167757" y="2641489"/>
                <a:ext cx="5867400" cy="89768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17B4E9-11E0-48A4-9704-BBC9F7CF74B3}"/>
                  </a:ext>
                </a:extLst>
              </p:cNvPr>
              <p:cNvSpPr txBox="1"/>
              <p:nvPr/>
            </p:nvSpPr>
            <p:spPr>
              <a:xfrm>
                <a:off x="6651114" y="1769193"/>
                <a:ext cx="2556681" cy="760914"/>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a14:m>
                <a:r>
                  <a:rPr lang="en-US" sz="2000" dirty="0"/>
                  <a:t>For the small signal  </a:t>
                </a:r>
              </a:p>
              <a:p>
                <a:r>
                  <a:rPr lang="en-US" sz="2000" dirty="0"/>
                  <a:t>              operation]</a:t>
                </a:r>
              </a:p>
            </p:txBody>
          </p:sp>
        </mc:Choice>
        <mc:Fallback xmlns="">
          <p:sp>
            <p:nvSpPr>
              <p:cNvPr id="11" name="TextBox 10">
                <a:extLst>
                  <a:ext uri="{FF2B5EF4-FFF2-40B4-BE49-F238E27FC236}">
                    <a16:creationId xmlns:a16="http://schemas.microsoft.com/office/drawing/2014/main" id="{5817B4E9-11E0-48A4-9704-BBC9F7CF74B3}"/>
                  </a:ext>
                </a:extLst>
              </p:cNvPr>
              <p:cNvSpPr txBox="1">
                <a:spLocks noRot="1" noChangeAspect="1" noMove="1" noResize="1" noEditPoints="1" noAdjustHandles="1" noChangeArrowheads="1" noChangeShapeType="1" noTextEdit="1"/>
              </p:cNvSpPr>
              <p:nvPr/>
            </p:nvSpPr>
            <p:spPr>
              <a:xfrm>
                <a:off x="6651114" y="1769193"/>
                <a:ext cx="2556681" cy="760914"/>
              </a:xfrm>
              <a:prstGeom prst="rect">
                <a:avLst/>
              </a:prstGeom>
              <a:blipFill>
                <a:blip r:embed="rId5"/>
                <a:stretch>
                  <a:fillRect t="-4000" r="-3103" b="-64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CEFBF1C-7AFE-464D-9244-78F68305A3FC}"/>
                  </a:ext>
                </a:extLst>
              </p:cNvPr>
              <p:cNvSpPr txBox="1"/>
              <p:nvPr/>
            </p:nvSpPr>
            <p:spPr>
              <a:xfrm>
                <a:off x="4500454" y="3306054"/>
                <a:ext cx="3429000" cy="854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m:t>
                              </m:r>
                            </m:sub>
                          </m:sSub>
                        </m:den>
                      </m:f>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𝑜</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type m:val="lin"/>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m:t>
                                          </m:r>
                                        </m:sub>
                                      </m:sSub>
                                    </m:num>
                                    <m:den>
                                      <m:r>
                                        <a:rPr lang="en-US" b="0" i="1" smtClean="0">
                                          <a:latin typeface="Cambria Math" panose="02040503050406030204" pitchFamily="18" charset="0"/>
                                          <a:ea typeface="Cambria Math" panose="02040503050406030204" pitchFamily="18" charset="0"/>
                                        </a:rPr>
                                        <m:t>𝜂</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𝑇</m:t>
                                          </m:r>
                                        </m:sub>
                                      </m:sSub>
                                    </m:den>
                                  </m:f>
                                </m:sup>
                              </m:sSup>
                              <m:r>
                                <a:rPr lang="en-US" b="0" i="1" smtClean="0">
                                  <a:latin typeface="Cambria Math" panose="02040503050406030204" pitchFamily="18" charset="0"/>
                                </a:rPr>
                                <m:t>−1</m:t>
                              </m:r>
                            </m:e>
                          </m:d>
                        </m:e>
                      </m:d>
                    </m:oMath>
                  </m:oMathPara>
                </a14:m>
                <a:endParaRPr lang="en-US" dirty="0"/>
              </a:p>
            </p:txBody>
          </p:sp>
        </mc:Choice>
        <mc:Fallback xmlns="">
          <p:sp>
            <p:nvSpPr>
              <p:cNvPr id="12" name="TextBox 11">
                <a:extLst>
                  <a:ext uri="{FF2B5EF4-FFF2-40B4-BE49-F238E27FC236}">
                    <a16:creationId xmlns:a16="http://schemas.microsoft.com/office/drawing/2014/main" id="{BCEFBF1C-7AFE-464D-9244-78F68305A3FC}"/>
                  </a:ext>
                </a:extLst>
              </p:cNvPr>
              <p:cNvSpPr txBox="1">
                <a:spLocks noRot="1" noChangeAspect="1" noMove="1" noResize="1" noEditPoints="1" noAdjustHandles="1" noChangeArrowheads="1" noChangeShapeType="1" noTextEdit="1"/>
              </p:cNvSpPr>
              <p:nvPr/>
            </p:nvSpPr>
            <p:spPr>
              <a:xfrm>
                <a:off x="4500454" y="3306054"/>
                <a:ext cx="3429000" cy="85401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A994F98-EB0C-406D-8309-79F96D78BD65}"/>
                  </a:ext>
                </a:extLst>
              </p:cNvPr>
              <p:cNvSpPr txBox="1"/>
              <p:nvPr/>
            </p:nvSpPr>
            <p:spPr>
              <a:xfrm>
                <a:off x="4629150" y="3919130"/>
                <a:ext cx="2368455" cy="8463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𝑜</m:t>
                              </m:r>
                            </m:sub>
                          </m:sSub>
                        </m:num>
                        <m:den>
                          <m:r>
                            <a:rPr lang="en-US" i="1">
                              <a:latin typeface="Cambria Math" panose="02040503050406030204" pitchFamily="18" charset="0"/>
                              <a:ea typeface="Cambria Math" panose="02040503050406030204" pitchFamily="18" charset="0"/>
                            </a:rPr>
                            <m:t>𝜂</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𝑇</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type m:val="lin"/>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m:t>
                                  </m:r>
                                </m:sub>
                              </m:sSub>
                            </m:num>
                            <m:den>
                              <m:r>
                                <a:rPr lang="en-US" i="1">
                                  <a:latin typeface="Cambria Math" panose="02040503050406030204" pitchFamily="18" charset="0"/>
                                  <a:ea typeface="Cambria Math" panose="02040503050406030204" pitchFamily="18" charset="0"/>
                                </a:rPr>
                                <m:t>𝜂</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𝑇</m:t>
                                  </m:r>
                                </m:sub>
                              </m:sSub>
                            </m:den>
                          </m:f>
                        </m:sup>
                      </m:sSup>
                    </m:oMath>
                  </m:oMathPara>
                </a14:m>
                <a:endParaRPr lang="en-US" dirty="0"/>
              </a:p>
            </p:txBody>
          </p:sp>
        </mc:Choice>
        <mc:Fallback xmlns="">
          <p:sp>
            <p:nvSpPr>
              <p:cNvPr id="13" name="TextBox 12">
                <a:extLst>
                  <a:ext uri="{FF2B5EF4-FFF2-40B4-BE49-F238E27FC236}">
                    <a16:creationId xmlns:a16="http://schemas.microsoft.com/office/drawing/2014/main" id="{3A994F98-EB0C-406D-8309-79F96D78BD65}"/>
                  </a:ext>
                </a:extLst>
              </p:cNvPr>
              <p:cNvSpPr txBox="1">
                <a:spLocks noRot="1" noChangeAspect="1" noMove="1" noResize="1" noEditPoints="1" noAdjustHandles="1" noChangeArrowheads="1" noChangeShapeType="1" noTextEdit="1"/>
              </p:cNvSpPr>
              <p:nvPr/>
            </p:nvSpPr>
            <p:spPr>
              <a:xfrm>
                <a:off x="4629150" y="3919130"/>
                <a:ext cx="2368455" cy="84632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9ABDBE8F-866B-414F-BD22-6486E885F313}"/>
                  </a:ext>
                </a:extLst>
              </p14:cNvPr>
              <p14:cNvContentPartPr/>
              <p14:nvPr/>
            </p14:nvContentPartPr>
            <p14:xfrm>
              <a:off x="8802360" y="2313000"/>
              <a:ext cx="2931480" cy="617040"/>
            </p14:xfrm>
          </p:contentPart>
        </mc:Choice>
        <mc:Fallback xmlns="">
          <p:pic>
            <p:nvPicPr>
              <p:cNvPr id="2" name="Ink 1">
                <a:extLst>
                  <a:ext uri="{FF2B5EF4-FFF2-40B4-BE49-F238E27FC236}">
                    <a16:creationId xmlns:a16="http://schemas.microsoft.com/office/drawing/2014/main" id="{9ABDBE8F-866B-414F-BD22-6486E885F313}"/>
                  </a:ext>
                </a:extLst>
              </p:cNvPr>
              <p:cNvPicPr/>
              <p:nvPr/>
            </p:nvPicPr>
            <p:blipFill>
              <a:blip r:embed="rId9"/>
              <a:stretch>
                <a:fillRect/>
              </a:stretch>
            </p:blipFill>
            <p:spPr>
              <a:xfrm>
                <a:off x="8793000" y="2303640"/>
                <a:ext cx="2950200" cy="635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Ink 2">
                <a:extLst>
                  <a:ext uri="{FF2B5EF4-FFF2-40B4-BE49-F238E27FC236}">
                    <a16:creationId xmlns:a16="http://schemas.microsoft.com/office/drawing/2014/main" id="{B7DDB93F-FEAD-4E3B-86E4-4CA07FD9A0E7}"/>
                  </a:ext>
                </a:extLst>
              </p14:cNvPr>
              <p14:cNvContentPartPr/>
              <p14:nvPr/>
            </p14:nvContentPartPr>
            <p14:xfrm>
              <a:off x="371160" y="2081520"/>
              <a:ext cx="11457000" cy="4357800"/>
            </p14:xfrm>
          </p:contentPart>
        </mc:Choice>
        <mc:Fallback xmlns="">
          <p:pic>
            <p:nvPicPr>
              <p:cNvPr id="3" name="Ink 2">
                <a:extLst>
                  <a:ext uri="{FF2B5EF4-FFF2-40B4-BE49-F238E27FC236}">
                    <a16:creationId xmlns:a16="http://schemas.microsoft.com/office/drawing/2014/main" id="{B7DDB93F-FEAD-4E3B-86E4-4CA07FD9A0E7}"/>
                  </a:ext>
                </a:extLst>
              </p:cNvPr>
              <p:cNvPicPr/>
              <p:nvPr/>
            </p:nvPicPr>
            <p:blipFill>
              <a:blip r:embed="rId11"/>
              <a:stretch>
                <a:fillRect/>
              </a:stretch>
            </p:blipFill>
            <p:spPr>
              <a:xfrm>
                <a:off x="361800" y="2072160"/>
                <a:ext cx="11475720" cy="4376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3191156D-61AA-44C7-83A2-7816BF212D99}"/>
                  </a:ext>
                </a:extLst>
              </p14:cNvPr>
              <p14:cNvContentPartPr/>
              <p14:nvPr/>
            </p14:nvContentPartPr>
            <p14:xfrm>
              <a:off x="5815440" y="6324120"/>
              <a:ext cx="79560" cy="104400"/>
            </p14:xfrm>
          </p:contentPart>
        </mc:Choice>
        <mc:Fallback xmlns="">
          <p:pic>
            <p:nvPicPr>
              <p:cNvPr id="14" name="Ink 13">
                <a:extLst>
                  <a:ext uri="{FF2B5EF4-FFF2-40B4-BE49-F238E27FC236}">
                    <a16:creationId xmlns:a16="http://schemas.microsoft.com/office/drawing/2014/main" id="{3191156D-61AA-44C7-83A2-7816BF212D99}"/>
                  </a:ext>
                </a:extLst>
              </p:cNvPr>
              <p:cNvPicPr/>
              <p:nvPr/>
            </p:nvPicPr>
            <p:blipFill>
              <a:blip r:embed="rId13"/>
              <a:stretch>
                <a:fillRect/>
              </a:stretch>
            </p:blipFill>
            <p:spPr>
              <a:xfrm>
                <a:off x="5806080" y="6314760"/>
                <a:ext cx="982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5010DC55-2A82-4579-8904-0165B3076BA6}"/>
                  </a:ext>
                </a:extLst>
              </p14:cNvPr>
              <p14:cNvContentPartPr/>
              <p14:nvPr/>
            </p14:nvContentPartPr>
            <p14:xfrm>
              <a:off x="339840" y="2379240"/>
              <a:ext cx="11424960" cy="3924360"/>
            </p14:xfrm>
          </p:contentPart>
        </mc:Choice>
        <mc:Fallback xmlns="">
          <p:pic>
            <p:nvPicPr>
              <p:cNvPr id="15" name="Ink 14">
                <a:extLst>
                  <a:ext uri="{FF2B5EF4-FFF2-40B4-BE49-F238E27FC236}">
                    <a16:creationId xmlns:a16="http://schemas.microsoft.com/office/drawing/2014/main" id="{5010DC55-2A82-4579-8904-0165B3076BA6}"/>
                  </a:ext>
                </a:extLst>
              </p:cNvPr>
              <p:cNvPicPr/>
              <p:nvPr/>
            </p:nvPicPr>
            <p:blipFill>
              <a:blip r:embed="rId15"/>
              <a:stretch>
                <a:fillRect/>
              </a:stretch>
            </p:blipFill>
            <p:spPr>
              <a:xfrm>
                <a:off x="330480" y="2369880"/>
                <a:ext cx="11443680" cy="3943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7DA6E4D4-1C5E-4A50-9789-13D71DA0F2A6}"/>
                  </a:ext>
                </a:extLst>
              </p14:cNvPr>
              <p14:cNvContentPartPr/>
              <p14:nvPr/>
            </p14:nvContentPartPr>
            <p14:xfrm>
              <a:off x="5237280" y="5992920"/>
              <a:ext cx="584280" cy="433800"/>
            </p14:xfrm>
          </p:contentPart>
        </mc:Choice>
        <mc:Fallback xmlns="">
          <p:pic>
            <p:nvPicPr>
              <p:cNvPr id="16" name="Ink 15">
                <a:extLst>
                  <a:ext uri="{FF2B5EF4-FFF2-40B4-BE49-F238E27FC236}">
                    <a16:creationId xmlns:a16="http://schemas.microsoft.com/office/drawing/2014/main" id="{7DA6E4D4-1C5E-4A50-9789-13D71DA0F2A6}"/>
                  </a:ext>
                </a:extLst>
              </p:cNvPr>
              <p:cNvPicPr/>
              <p:nvPr/>
            </p:nvPicPr>
            <p:blipFill>
              <a:blip r:embed="rId17"/>
              <a:stretch>
                <a:fillRect/>
              </a:stretch>
            </p:blipFill>
            <p:spPr>
              <a:xfrm>
                <a:off x="5227920" y="5983560"/>
                <a:ext cx="603000" cy="452520"/>
              </a:xfrm>
              <a:prstGeom prst="rect">
                <a:avLst/>
              </a:prstGeom>
            </p:spPr>
          </p:pic>
        </mc:Fallback>
      </mc:AlternateContent>
    </p:spTree>
    <p:extLst>
      <p:ext uri="{BB962C8B-B14F-4D97-AF65-F5344CB8AC3E}">
        <p14:creationId xmlns:p14="http://schemas.microsoft.com/office/powerpoint/2010/main" val="34811807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110</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Resistance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35D29ED-70EB-48AF-B2A6-563CCCCDD8C8}"/>
                  </a:ext>
                </a:extLst>
              </p14:cNvPr>
              <p14:cNvContentPartPr/>
              <p14:nvPr/>
            </p14:nvContentPartPr>
            <p14:xfrm>
              <a:off x="1450440" y="3449520"/>
              <a:ext cx="9893880" cy="1014120"/>
            </p14:xfrm>
          </p:contentPart>
        </mc:Choice>
        <mc:Fallback xmlns="">
          <p:pic>
            <p:nvPicPr>
              <p:cNvPr id="2" name="Ink 1">
                <a:extLst>
                  <a:ext uri="{FF2B5EF4-FFF2-40B4-BE49-F238E27FC236}">
                    <a16:creationId xmlns:a16="http://schemas.microsoft.com/office/drawing/2014/main" id="{A35D29ED-70EB-48AF-B2A6-563CCCCDD8C8}"/>
                  </a:ext>
                </a:extLst>
              </p:cNvPr>
              <p:cNvPicPr/>
              <p:nvPr/>
            </p:nvPicPr>
            <p:blipFill>
              <a:blip r:embed="rId3"/>
              <a:stretch>
                <a:fillRect/>
              </a:stretch>
            </p:blipFill>
            <p:spPr>
              <a:xfrm>
                <a:off x="1441080" y="3440160"/>
                <a:ext cx="9912600" cy="1032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A806049-9F90-4E32-AAEE-48DB506A8E1C}"/>
                  </a:ext>
                </a:extLst>
              </p14:cNvPr>
              <p14:cNvContentPartPr/>
              <p14:nvPr/>
            </p14:nvContentPartPr>
            <p14:xfrm>
              <a:off x="1112760" y="1152000"/>
              <a:ext cx="10296360" cy="5282640"/>
            </p14:xfrm>
          </p:contentPart>
        </mc:Choice>
        <mc:Fallback xmlns="">
          <p:pic>
            <p:nvPicPr>
              <p:cNvPr id="3" name="Ink 2">
                <a:extLst>
                  <a:ext uri="{FF2B5EF4-FFF2-40B4-BE49-F238E27FC236}">
                    <a16:creationId xmlns:a16="http://schemas.microsoft.com/office/drawing/2014/main" id="{3A806049-9F90-4E32-AAEE-48DB506A8E1C}"/>
                  </a:ext>
                </a:extLst>
              </p:cNvPr>
              <p:cNvPicPr/>
              <p:nvPr/>
            </p:nvPicPr>
            <p:blipFill>
              <a:blip r:embed="rId5"/>
              <a:stretch>
                <a:fillRect/>
              </a:stretch>
            </p:blipFill>
            <p:spPr>
              <a:xfrm>
                <a:off x="1103400" y="1142640"/>
                <a:ext cx="10315080" cy="5301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7FDE48C-C28B-450B-871B-A5D2EE9EFD08}"/>
                  </a:ext>
                </a:extLst>
              </p14:cNvPr>
              <p14:cNvContentPartPr/>
              <p14:nvPr/>
            </p14:nvContentPartPr>
            <p14:xfrm>
              <a:off x="4287600" y="1304640"/>
              <a:ext cx="7533720" cy="4537080"/>
            </p14:xfrm>
          </p:contentPart>
        </mc:Choice>
        <mc:Fallback xmlns="">
          <p:pic>
            <p:nvPicPr>
              <p:cNvPr id="7" name="Ink 6">
                <a:extLst>
                  <a:ext uri="{FF2B5EF4-FFF2-40B4-BE49-F238E27FC236}">
                    <a16:creationId xmlns:a16="http://schemas.microsoft.com/office/drawing/2014/main" id="{D7FDE48C-C28B-450B-871B-A5D2EE9EFD08}"/>
                  </a:ext>
                </a:extLst>
              </p:cNvPr>
              <p:cNvPicPr/>
              <p:nvPr/>
            </p:nvPicPr>
            <p:blipFill>
              <a:blip r:embed="rId7"/>
              <a:stretch>
                <a:fillRect/>
              </a:stretch>
            </p:blipFill>
            <p:spPr>
              <a:xfrm>
                <a:off x="4278240" y="1295280"/>
                <a:ext cx="7552440" cy="4555800"/>
              </a:xfrm>
              <a:prstGeom prst="rect">
                <a:avLst/>
              </a:prstGeom>
            </p:spPr>
          </p:pic>
        </mc:Fallback>
      </mc:AlternateContent>
    </p:spTree>
    <p:extLst>
      <p:ext uri="{BB962C8B-B14F-4D97-AF65-F5344CB8AC3E}">
        <p14:creationId xmlns:p14="http://schemas.microsoft.com/office/powerpoint/2010/main" val="17258245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111</a:t>
            </a:fld>
            <a:endParaRPr lang="en-IN"/>
          </a:p>
        </p:txBody>
      </p:sp>
      <p:sp>
        <p:nvSpPr>
          <p:cNvPr id="8" name="TextBox 7">
            <a:extLst>
              <a:ext uri="{FF2B5EF4-FFF2-40B4-BE49-F238E27FC236}">
                <a16:creationId xmlns:a16="http://schemas.microsoft.com/office/drawing/2014/main" id="{FBBBF7C9-BA6C-488A-9F14-18B24DF76A44}"/>
              </a:ext>
            </a:extLst>
          </p:cNvPr>
          <p:cNvSpPr txBox="1"/>
          <p:nvPr/>
        </p:nvSpPr>
        <p:spPr>
          <a:xfrm>
            <a:off x="1095153" y="906601"/>
            <a:ext cx="9867014" cy="5632311"/>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resistance offered by the diode to the </a:t>
            </a:r>
            <a:r>
              <a:rPr lang="en-US" sz="2400" dirty="0">
                <a:solidFill>
                  <a:srgbClr val="7030A0"/>
                </a:solidFill>
              </a:rPr>
              <a:t>reverse bias </a:t>
            </a:r>
            <a:r>
              <a:rPr lang="en-US" sz="2400" dirty="0"/>
              <a:t>is known as</a:t>
            </a:r>
          </a:p>
          <a:p>
            <a:pPr algn="just"/>
            <a:r>
              <a:rPr lang="en-US" sz="2400" i="1" dirty="0"/>
              <a:t>     </a:t>
            </a:r>
            <a:r>
              <a:rPr lang="en-US" sz="2400" i="1" dirty="0">
                <a:solidFill>
                  <a:srgbClr val="FF0000"/>
                </a:solidFill>
              </a:rPr>
              <a:t>reverse resistance</a:t>
            </a:r>
            <a:r>
              <a:rPr lang="en-US" sz="2400" dirty="0"/>
              <a:t>. </a:t>
            </a:r>
          </a:p>
          <a:p>
            <a:pPr algn="just">
              <a:buSzPct val="125000"/>
            </a:pPr>
            <a:endParaRPr lang="en-US" sz="2400" dirty="0"/>
          </a:p>
          <a:p>
            <a:pPr marL="342900" indent="-342900" algn="just">
              <a:buSzPct val="125000"/>
              <a:buFont typeface="Wingdings" panose="05000000000000000000" pitchFamily="2" charset="2"/>
              <a:buChar char="§"/>
            </a:pPr>
            <a:r>
              <a:rPr lang="en-US" sz="2400" dirty="0"/>
              <a:t>It can be </a:t>
            </a:r>
            <a:r>
              <a:rPr lang="en-US" sz="2400" i="1" dirty="0" err="1"/>
              <a:t>d.c.</a:t>
            </a:r>
            <a:r>
              <a:rPr lang="en-US" sz="2400" i="1" dirty="0"/>
              <a:t> reverse resistance </a:t>
            </a:r>
            <a:r>
              <a:rPr lang="en-US" sz="2400" dirty="0"/>
              <a:t>or </a:t>
            </a:r>
            <a:r>
              <a:rPr lang="en-US" sz="2400" i="1" dirty="0" err="1"/>
              <a:t>a.c</a:t>
            </a:r>
            <a:r>
              <a:rPr lang="en-US" sz="2400" i="1" dirty="0"/>
              <a:t>. reverse resistance </a:t>
            </a:r>
            <a:r>
              <a:rPr lang="en-US" sz="2400" dirty="0"/>
              <a:t>depending upon whether the reverse bias is direct or changing voltage. </a:t>
            </a:r>
          </a:p>
          <a:p>
            <a:pPr algn="just">
              <a:buSzPct val="125000"/>
            </a:pPr>
            <a:endParaRPr lang="en-US" sz="2400" dirty="0"/>
          </a:p>
          <a:p>
            <a:pPr marL="342900" indent="-342900" algn="just">
              <a:buSzPct val="125000"/>
              <a:buFont typeface="Wingdings" panose="05000000000000000000" pitchFamily="2" charset="2"/>
              <a:buChar char="§"/>
            </a:pPr>
            <a:r>
              <a:rPr lang="en-US" sz="2400" dirty="0"/>
              <a:t>Ideally, the reverse resistance of a diode is infinite. However, in practice, the reverse resistance is not infinite because for any value of reverse bias, there does exist a small leakage current. </a:t>
            </a:r>
          </a:p>
          <a:p>
            <a:pPr algn="just">
              <a:buSzPct val="125000"/>
            </a:pPr>
            <a:endParaRPr lang="en-US" sz="2400" dirty="0"/>
          </a:p>
          <a:p>
            <a:pPr marL="342900" indent="-342900" algn="just">
              <a:buSzPct val="125000"/>
              <a:buFont typeface="Wingdings" panose="05000000000000000000" pitchFamily="2" charset="2"/>
              <a:buChar char="§"/>
            </a:pPr>
            <a:r>
              <a:rPr lang="en-US" sz="2400" dirty="0"/>
              <a:t>It may be emphasized here that reverse resistance is very large compared to the forward resistance. </a:t>
            </a:r>
          </a:p>
          <a:p>
            <a:pPr algn="just">
              <a:buSzPct val="125000"/>
            </a:pPr>
            <a:endParaRPr lang="en-US" sz="2400" dirty="0"/>
          </a:p>
          <a:p>
            <a:pPr marL="342900" indent="-342900" algn="just">
              <a:buSzPct val="125000"/>
              <a:buFont typeface="Wingdings" panose="05000000000000000000" pitchFamily="2" charset="2"/>
              <a:buChar char="§"/>
            </a:pPr>
            <a:r>
              <a:rPr lang="en-US" sz="2400" dirty="0"/>
              <a:t>In </a:t>
            </a:r>
            <a:r>
              <a:rPr lang="en-US" sz="2400" i="1" dirty="0"/>
              <a:t>Germanium</a:t>
            </a:r>
            <a:r>
              <a:rPr lang="en-US" sz="2400" dirty="0"/>
              <a:t> diodes, the ratio of reverse to forward resistance is 40000 : 1 while for </a:t>
            </a:r>
            <a:r>
              <a:rPr lang="en-US" sz="2400" i="1" dirty="0"/>
              <a:t>Silicon</a:t>
            </a:r>
            <a:r>
              <a:rPr lang="en-US" sz="2400" dirty="0"/>
              <a:t> this ratio is 1000000 : 1.</a:t>
            </a:r>
          </a:p>
        </p:txBody>
      </p:sp>
      <p:sp>
        <p:nvSpPr>
          <p:cNvPr id="9" name="Rectangle 8">
            <a:extLst>
              <a:ext uri="{FF2B5EF4-FFF2-40B4-BE49-F238E27FC236}">
                <a16:creationId xmlns:a16="http://schemas.microsoft.com/office/drawing/2014/main" id="{7D71B2C7-6FC8-4554-B5EC-F755DF47993E}"/>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Resistance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922F13E-701E-4533-A045-BF7228A093CC}"/>
                  </a:ext>
                </a:extLst>
              </p14:cNvPr>
              <p14:cNvContentPartPr/>
              <p14:nvPr/>
            </p14:nvContentPartPr>
            <p14:xfrm>
              <a:off x="1518120" y="1660680"/>
              <a:ext cx="9357120" cy="4748040"/>
            </p14:xfrm>
          </p:contentPart>
        </mc:Choice>
        <mc:Fallback xmlns="">
          <p:pic>
            <p:nvPicPr>
              <p:cNvPr id="2" name="Ink 1">
                <a:extLst>
                  <a:ext uri="{FF2B5EF4-FFF2-40B4-BE49-F238E27FC236}">
                    <a16:creationId xmlns:a16="http://schemas.microsoft.com/office/drawing/2014/main" id="{8922F13E-701E-4533-A045-BF7228A093CC}"/>
                  </a:ext>
                </a:extLst>
              </p:cNvPr>
              <p:cNvPicPr/>
              <p:nvPr/>
            </p:nvPicPr>
            <p:blipFill>
              <a:blip r:embed="rId3"/>
              <a:stretch>
                <a:fillRect/>
              </a:stretch>
            </p:blipFill>
            <p:spPr>
              <a:xfrm>
                <a:off x="1508760" y="1651320"/>
                <a:ext cx="9375840" cy="4766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D7979E8-2322-40F2-80DB-19033284DE17}"/>
                  </a:ext>
                </a:extLst>
              </p14:cNvPr>
              <p14:cNvContentPartPr/>
              <p14:nvPr/>
            </p14:nvContentPartPr>
            <p14:xfrm>
              <a:off x="5095080" y="3453840"/>
              <a:ext cx="2761200" cy="2940120"/>
            </p14:xfrm>
          </p:contentPart>
        </mc:Choice>
        <mc:Fallback xmlns="">
          <p:pic>
            <p:nvPicPr>
              <p:cNvPr id="3" name="Ink 2">
                <a:extLst>
                  <a:ext uri="{FF2B5EF4-FFF2-40B4-BE49-F238E27FC236}">
                    <a16:creationId xmlns:a16="http://schemas.microsoft.com/office/drawing/2014/main" id="{6D7979E8-2322-40F2-80DB-19033284DE17}"/>
                  </a:ext>
                </a:extLst>
              </p:cNvPr>
              <p:cNvPicPr/>
              <p:nvPr/>
            </p:nvPicPr>
            <p:blipFill>
              <a:blip r:embed="rId5"/>
              <a:stretch>
                <a:fillRect/>
              </a:stretch>
            </p:blipFill>
            <p:spPr>
              <a:xfrm>
                <a:off x="5085720" y="3444480"/>
                <a:ext cx="2779920" cy="2958840"/>
              </a:xfrm>
              <a:prstGeom prst="rect">
                <a:avLst/>
              </a:prstGeom>
            </p:spPr>
          </p:pic>
        </mc:Fallback>
      </mc:AlternateContent>
    </p:spTree>
    <p:extLst>
      <p:ext uri="{BB962C8B-B14F-4D97-AF65-F5344CB8AC3E}">
        <p14:creationId xmlns:p14="http://schemas.microsoft.com/office/powerpoint/2010/main" val="4341908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112</a:t>
            </a:fld>
            <a:endParaRPr lang="en-IN"/>
          </a:p>
        </p:txBody>
      </p:sp>
      <p:sp>
        <p:nvSpPr>
          <p:cNvPr id="7" name="Rectangle 6">
            <a:extLst>
              <a:ext uri="{FF2B5EF4-FFF2-40B4-BE49-F238E27FC236}">
                <a16:creationId xmlns:a16="http://schemas.microsoft.com/office/drawing/2014/main" id="{D53620AC-30BE-444E-8B1A-5F81B5E842F6}"/>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Models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8" name="TextBox 7">
            <a:extLst>
              <a:ext uri="{FF2B5EF4-FFF2-40B4-BE49-F238E27FC236}">
                <a16:creationId xmlns:a16="http://schemas.microsoft.com/office/drawing/2014/main" id="{857CDBD3-CFDC-425D-A744-2EC0C0060146}"/>
              </a:ext>
            </a:extLst>
          </p:cNvPr>
          <p:cNvSpPr txBox="1"/>
          <p:nvPr/>
        </p:nvSpPr>
        <p:spPr>
          <a:xfrm>
            <a:off x="1158947" y="1111102"/>
            <a:ext cx="9718159" cy="3046988"/>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It is generally applicable to replace a device or system by its equivalent circuit (model). </a:t>
            </a:r>
          </a:p>
          <a:p>
            <a:pPr marL="342900" indent="-342900" algn="just">
              <a:buSzPct val="125000"/>
              <a:buFont typeface="Wingdings" panose="05000000000000000000" pitchFamily="2" charset="2"/>
              <a:buChar char="§"/>
            </a:pPr>
            <a:r>
              <a:rPr lang="en-US" sz="2400" dirty="0"/>
              <a:t>An equivalent circuit of a crystal diode is a combination of electric elements, which when connected in a circuit, acts exactly as does the diode when connected in the same circuit. </a:t>
            </a:r>
          </a:p>
          <a:p>
            <a:pPr marL="342900" indent="-342900" algn="just">
              <a:buSzPct val="125000"/>
              <a:buFont typeface="Wingdings" panose="05000000000000000000" pitchFamily="2" charset="2"/>
              <a:buChar char="§"/>
            </a:pPr>
            <a:r>
              <a:rPr lang="en-US" sz="2400" dirty="0"/>
              <a:t>Once the diode is replaced by its equivalent circuit, the resulting network can be solved by traditional circuit analysis techniques. </a:t>
            </a:r>
          </a:p>
          <a:p>
            <a:pPr marL="342900" indent="-342900" algn="just">
              <a:buSzPct val="125000"/>
              <a:buFont typeface="Wingdings" panose="05000000000000000000" pitchFamily="2" charset="2"/>
              <a:buChar char="§"/>
            </a:pPr>
            <a:r>
              <a:rPr lang="en-US" sz="2400" dirty="0"/>
              <a:t>There are three distinct models of a crystal diode.</a:t>
            </a:r>
          </a:p>
        </p:txBody>
      </p:sp>
      <p:sp>
        <p:nvSpPr>
          <p:cNvPr id="9" name="TextBox 8">
            <a:extLst>
              <a:ext uri="{FF2B5EF4-FFF2-40B4-BE49-F238E27FC236}">
                <a16:creationId xmlns:a16="http://schemas.microsoft.com/office/drawing/2014/main" id="{E166516E-F765-4D04-9A18-C8ED937CEFDB}"/>
              </a:ext>
            </a:extLst>
          </p:cNvPr>
          <p:cNvSpPr txBox="1"/>
          <p:nvPr/>
        </p:nvSpPr>
        <p:spPr>
          <a:xfrm>
            <a:off x="2911548" y="4082902"/>
            <a:ext cx="5181600" cy="1697068"/>
          </a:xfrm>
          <a:prstGeom prst="rect">
            <a:avLst/>
          </a:prstGeom>
          <a:noFill/>
        </p:spPr>
        <p:txBody>
          <a:bodyPr wrap="square" rtlCol="0">
            <a:spAutoFit/>
          </a:bodyPr>
          <a:lstStyle/>
          <a:p>
            <a:pPr marL="342900" indent="-342900">
              <a:lnSpc>
                <a:spcPct val="150000"/>
              </a:lnSpc>
              <a:buClr>
                <a:srgbClr val="C00000"/>
              </a:buClr>
              <a:buSzPct val="125000"/>
              <a:buFont typeface="Arial" panose="020B0604020202020204" pitchFamily="34" charset="0"/>
              <a:buChar char="•"/>
            </a:pPr>
            <a:r>
              <a:rPr lang="en-US" sz="2400" dirty="0"/>
              <a:t>Approximate/Piecewise Linear Model</a:t>
            </a:r>
          </a:p>
          <a:p>
            <a:pPr marL="342900" indent="-342900">
              <a:lnSpc>
                <a:spcPct val="150000"/>
              </a:lnSpc>
              <a:buClr>
                <a:srgbClr val="C00000"/>
              </a:buClr>
              <a:buSzPct val="125000"/>
              <a:buFont typeface="Arial" panose="020B0604020202020204" pitchFamily="34" charset="0"/>
              <a:buChar char="•"/>
            </a:pPr>
            <a:r>
              <a:rPr lang="en-US" sz="2400" dirty="0"/>
              <a:t>Simplified Model</a:t>
            </a:r>
          </a:p>
          <a:p>
            <a:pPr marL="342900" indent="-342900">
              <a:lnSpc>
                <a:spcPct val="150000"/>
              </a:lnSpc>
              <a:buClr>
                <a:srgbClr val="C00000"/>
              </a:buClr>
              <a:buSzPct val="125000"/>
              <a:buFont typeface="Arial" panose="020B0604020202020204" pitchFamily="34" charset="0"/>
              <a:buChar char="•"/>
            </a:pPr>
            <a:r>
              <a:rPr lang="en-US" sz="2400" dirty="0"/>
              <a:t>Ideal Model</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3BF8780-7F3C-4688-B112-C0375E9BE2E0}"/>
                  </a:ext>
                </a:extLst>
              </p14:cNvPr>
              <p14:cNvContentPartPr/>
              <p14:nvPr/>
            </p14:nvContentPartPr>
            <p14:xfrm>
              <a:off x="1676880" y="2513880"/>
              <a:ext cx="6756120" cy="3087000"/>
            </p14:xfrm>
          </p:contentPart>
        </mc:Choice>
        <mc:Fallback xmlns="">
          <p:pic>
            <p:nvPicPr>
              <p:cNvPr id="2" name="Ink 1">
                <a:extLst>
                  <a:ext uri="{FF2B5EF4-FFF2-40B4-BE49-F238E27FC236}">
                    <a16:creationId xmlns:a16="http://schemas.microsoft.com/office/drawing/2014/main" id="{B3BF8780-7F3C-4688-B112-C0375E9BE2E0}"/>
                  </a:ext>
                </a:extLst>
              </p:cNvPr>
              <p:cNvPicPr/>
              <p:nvPr/>
            </p:nvPicPr>
            <p:blipFill>
              <a:blip r:embed="rId3"/>
              <a:stretch>
                <a:fillRect/>
              </a:stretch>
            </p:blipFill>
            <p:spPr>
              <a:xfrm>
                <a:off x="1667520" y="2504520"/>
                <a:ext cx="6774840" cy="3105720"/>
              </a:xfrm>
              <a:prstGeom prst="rect">
                <a:avLst/>
              </a:prstGeom>
            </p:spPr>
          </p:pic>
        </mc:Fallback>
      </mc:AlternateContent>
    </p:spTree>
    <p:extLst>
      <p:ext uri="{BB962C8B-B14F-4D97-AF65-F5344CB8AC3E}">
        <p14:creationId xmlns:p14="http://schemas.microsoft.com/office/powerpoint/2010/main" val="4188563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113</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Models</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7" name="Group 6">
            <a:extLst>
              <a:ext uri="{FF2B5EF4-FFF2-40B4-BE49-F238E27FC236}">
                <a16:creationId xmlns:a16="http://schemas.microsoft.com/office/drawing/2014/main" id="{5D8C0CFB-E275-464E-A197-127100A961B9}"/>
              </a:ext>
            </a:extLst>
          </p:cNvPr>
          <p:cNvGrpSpPr/>
          <p:nvPr/>
        </p:nvGrpSpPr>
        <p:grpSpPr>
          <a:xfrm>
            <a:off x="1646274" y="1056761"/>
            <a:ext cx="8553238" cy="4744477"/>
            <a:chOff x="163203" y="1295400"/>
            <a:chExt cx="8553238" cy="4744477"/>
          </a:xfrm>
        </p:grpSpPr>
        <p:pic>
          <p:nvPicPr>
            <p:cNvPr id="9" name="Picture 8">
              <a:extLst>
                <a:ext uri="{FF2B5EF4-FFF2-40B4-BE49-F238E27FC236}">
                  <a16:creationId xmlns:a16="http://schemas.microsoft.com/office/drawing/2014/main" id="{D152FD63-7DCD-403C-9ADC-129F608957A4}"/>
                </a:ext>
              </a:extLst>
            </p:cNvPr>
            <p:cNvPicPr>
              <a:picLocks noChangeAspect="1"/>
            </p:cNvPicPr>
            <p:nvPr/>
          </p:nvPicPr>
          <p:blipFill>
            <a:blip r:embed="rId2"/>
            <a:stretch>
              <a:fillRect/>
            </a:stretch>
          </p:blipFill>
          <p:spPr>
            <a:xfrm>
              <a:off x="332735" y="1295400"/>
              <a:ext cx="8383706" cy="4744477"/>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C0CBAE-4308-4202-81C8-BCACEAF75771}"/>
                    </a:ext>
                  </a:extLst>
                </p:cNvPr>
                <p:cNvSpPr txBox="1"/>
                <p:nvPr/>
              </p:nvSpPr>
              <p:spPr>
                <a:xfrm>
                  <a:off x="163204" y="2209800"/>
                  <a:ext cx="6596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𝐿𝐼𝑀𝐼𝑇</m:t>
                            </m:r>
                          </m:sub>
                        </m:sSub>
                      </m:oMath>
                    </m:oMathPara>
                  </a14:m>
                  <a:endParaRPr lang="en-US" sz="1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63204" y="2209800"/>
                  <a:ext cx="659607" cy="30777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925E714-537D-46E3-B338-32C86B757A8F}"/>
                    </a:ext>
                  </a:extLst>
                </p:cNvPr>
                <p:cNvSpPr txBox="1"/>
                <p:nvPr/>
              </p:nvSpPr>
              <p:spPr>
                <a:xfrm>
                  <a:off x="163203" y="4721746"/>
                  <a:ext cx="6596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𝐿𝐼𝑀𝐼𝑇</m:t>
                            </m:r>
                          </m:sub>
                        </m:sSub>
                      </m:oMath>
                    </m:oMathPara>
                  </a14:m>
                  <a:endParaRPr lang="en-US"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163203" y="4721746"/>
                  <a:ext cx="659607" cy="307777"/>
                </a:xfrm>
                <a:prstGeom prst="rect">
                  <a:avLst/>
                </a:prstGeom>
                <a:blipFill rotWithShape="0">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AFCA881-CBF4-452D-A0D0-B5E02D679CC7}"/>
                  </a:ext>
                </a:extLst>
              </p:cNvPr>
              <p:cNvSpPr txBox="1"/>
              <p:nvPr/>
            </p:nvSpPr>
            <p:spPr>
              <a:xfrm>
                <a:off x="3099390" y="5894128"/>
                <a:ext cx="4343402" cy="369332"/>
              </a:xfrm>
              <a:prstGeom prst="rect">
                <a:avLst/>
              </a:prstGeom>
              <a:noFill/>
            </p:spPr>
            <p:txBody>
              <a:bodyPr wrap="square" rtlCol="0">
                <a:spAutoFit/>
              </a:bodyPr>
              <a:lstStyle/>
              <a:p>
                <a:r>
                  <a:rPr lang="en-US" sz="1800" dirty="0"/>
                  <a:t>Fig.1.3.10 [The ideal model of a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𝑖</m:t>
                        </m:r>
                      </m:sub>
                    </m:sSub>
                  </m:oMath>
                </a14:m>
                <a:r>
                  <a:rPr lang="en-US" sz="1800" dirty="0"/>
                  <a:t> </a:t>
                </a:r>
                <a:r>
                  <a:rPr lang="en-US" sz="1800" i="1" dirty="0"/>
                  <a:t>pn</a:t>
                </a:r>
                <a:r>
                  <a:rPr lang="en-US" sz="1800" dirty="0"/>
                  <a:t>-diode]</a:t>
                </a:r>
              </a:p>
            </p:txBody>
          </p:sp>
        </mc:Choice>
        <mc:Fallback xmlns="">
          <p:sp>
            <p:nvSpPr>
              <p:cNvPr id="12" name="TextBox 11">
                <a:extLst>
                  <a:ext uri="{FF2B5EF4-FFF2-40B4-BE49-F238E27FC236}">
                    <a16:creationId xmlns:a16="http://schemas.microsoft.com/office/drawing/2014/main" id="{BAFCA881-CBF4-452D-A0D0-B5E02D679CC7}"/>
                  </a:ext>
                </a:extLst>
              </p:cNvPr>
              <p:cNvSpPr txBox="1">
                <a:spLocks noRot="1" noChangeAspect="1" noMove="1" noResize="1" noEditPoints="1" noAdjustHandles="1" noChangeArrowheads="1" noChangeShapeType="1" noTextEdit="1"/>
              </p:cNvSpPr>
              <p:nvPr/>
            </p:nvSpPr>
            <p:spPr>
              <a:xfrm>
                <a:off x="3099390" y="5894128"/>
                <a:ext cx="4343402" cy="369332"/>
              </a:xfrm>
              <a:prstGeom prst="rect">
                <a:avLst/>
              </a:prstGeom>
              <a:blipFill>
                <a:blip r:embed="rId7"/>
                <a:stretch>
                  <a:fillRect l="-1122" t="-10000" r="-421" b="-26667"/>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A2A525DA-3678-420B-A3FB-E192E95ED355}"/>
                  </a:ext>
                </a:extLst>
              </p14:cNvPr>
              <p14:cNvContentPartPr/>
              <p14:nvPr/>
            </p14:nvContentPartPr>
            <p14:xfrm>
              <a:off x="2865600" y="1600200"/>
              <a:ext cx="7048080" cy="3485880"/>
            </p14:xfrm>
          </p:contentPart>
        </mc:Choice>
        <mc:Fallback xmlns="">
          <p:pic>
            <p:nvPicPr>
              <p:cNvPr id="2" name="Ink 1">
                <a:extLst>
                  <a:ext uri="{FF2B5EF4-FFF2-40B4-BE49-F238E27FC236}">
                    <a16:creationId xmlns:a16="http://schemas.microsoft.com/office/drawing/2014/main" id="{A2A525DA-3678-420B-A3FB-E192E95ED355}"/>
                  </a:ext>
                </a:extLst>
              </p:cNvPr>
              <p:cNvPicPr/>
              <p:nvPr/>
            </p:nvPicPr>
            <p:blipFill>
              <a:blip r:embed="rId9"/>
              <a:stretch>
                <a:fillRect/>
              </a:stretch>
            </p:blipFill>
            <p:spPr>
              <a:xfrm>
                <a:off x="2856240" y="1590840"/>
                <a:ext cx="7066800" cy="3504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Ink 2">
                <a:extLst>
                  <a:ext uri="{FF2B5EF4-FFF2-40B4-BE49-F238E27FC236}">
                    <a16:creationId xmlns:a16="http://schemas.microsoft.com/office/drawing/2014/main" id="{B2953EF6-0384-4192-BC0F-112559A6C00D}"/>
                  </a:ext>
                </a:extLst>
              </p14:cNvPr>
              <p14:cNvContentPartPr/>
              <p14:nvPr/>
            </p14:nvContentPartPr>
            <p14:xfrm>
              <a:off x="5597280" y="3316680"/>
              <a:ext cx="2743200" cy="738000"/>
            </p14:xfrm>
          </p:contentPart>
        </mc:Choice>
        <mc:Fallback xmlns="">
          <p:pic>
            <p:nvPicPr>
              <p:cNvPr id="3" name="Ink 2">
                <a:extLst>
                  <a:ext uri="{FF2B5EF4-FFF2-40B4-BE49-F238E27FC236}">
                    <a16:creationId xmlns:a16="http://schemas.microsoft.com/office/drawing/2014/main" id="{B2953EF6-0384-4192-BC0F-112559A6C00D}"/>
                  </a:ext>
                </a:extLst>
              </p:cNvPr>
              <p:cNvPicPr/>
              <p:nvPr/>
            </p:nvPicPr>
            <p:blipFill>
              <a:blip r:embed="rId11"/>
              <a:stretch>
                <a:fillRect/>
              </a:stretch>
            </p:blipFill>
            <p:spPr>
              <a:xfrm>
                <a:off x="5587920" y="3307320"/>
                <a:ext cx="2761920" cy="756720"/>
              </a:xfrm>
              <a:prstGeom prst="rect">
                <a:avLst/>
              </a:prstGeom>
            </p:spPr>
          </p:pic>
        </mc:Fallback>
      </mc:AlternateContent>
    </p:spTree>
    <p:extLst>
      <p:ext uri="{BB962C8B-B14F-4D97-AF65-F5344CB8AC3E}">
        <p14:creationId xmlns:p14="http://schemas.microsoft.com/office/powerpoint/2010/main" val="14415774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114</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Models</a:t>
            </a:r>
            <a:endParaRPr lang="en-IN" sz="4000" dirty="0">
              <a:ln w="0"/>
              <a:solidFill>
                <a:srgbClr val="002060"/>
              </a:solidFill>
              <a:effectLst>
                <a:outerShdw blurRad="38100" dist="25400" dir="5400000" algn="ctr" rotWithShape="0">
                  <a:srgbClr val="6E747A">
                    <a:alpha val="43000"/>
                  </a:srgbClr>
                </a:outerShdw>
              </a:effectLst>
            </a:endParaRPr>
          </a:p>
        </p:txBody>
      </p:sp>
      <p:pic>
        <p:nvPicPr>
          <p:cNvPr id="7" name="Picture 6">
            <a:extLst>
              <a:ext uri="{FF2B5EF4-FFF2-40B4-BE49-F238E27FC236}">
                <a16:creationId xmlns:a16="http://schemas.microsoft.com/office/drawing/2014/main" id="{641399C2-7C5C-4F83-908B-2C5C93C086E5}"/>
              </a:ext>
            </a:extLst>
          </p:cNvPr>
          <p:cNvPicPr>
            <a:picLocks noChangeAspect="1"/>
          </p:cNvPicPr>
          <p:nvPr/>
        </p:nvPicPr>
        <p:blipFill>
          <a:blip r:embed="rId2"/>
          <a:stretch>
            <a:fillRect/>
          </a:stretch>
        </p:blipFill>
        <p:spPr>
          <a:xfrm>
            <a:off x="1925466" y="1053544"/>
            <a:ext cx="8112467" cy="425252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C490D-EBF9-4614-89E9-A1539D527287}"/>
                  </a:ext>
                </a:extLst>
              </p:cNvPr>
              <p:cNvSpPr txBox="1"/>
              <p:nvPr/>
            </p:nvSpPr>
            <p:spPr>
              <a:xfrm>
                <a:off x="3421912" y="5461879"/>
                <a:ext cx="4876800" cy="369332"/>
              </a:xfrm>
              <a:prstGeom prst="rect">
                <a:avLst/>
              </a:prstGeom>
              <a:noFill/>
            </p:spPr>
            <p:txBody>
              <a:bodyPr wrap="square" rtlCol="0">
                <a:spAutoFit/>
              </a:bodyPr>
              <a:lstStyle/>
              <a:p>
                <a:r>
                  <a:rPr lang="en-US" sz="1800" dirty="0"/>
                  <a:t>Fig.1.3.11 [The simplified model of a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𝑆</m:t>
                        </m:r>
                      </m:e>
                      <m:sub>
                        <m:r>
                          <a:rPr lang="en-US" sz="1800" b="0" i="1" smtClean="0">
                            <a:latin typeface="Cambria Math" panose="02040503050406030204" pitchFamily="18" charset="0"/>
                          </a:rPr>
                          <m:t>𝑖</m:t>
                        </m:r>
                      </m:sub>
                    </m:sSub>
                  </m:oMath>
                </a14:m>
                <a:r>
                  <a:rPr lang="en-US" sz="1800" dirty="0"/>
                  <a:t> </a:t>
                </a:r>
                <a:r>
                  <a:rPr lang="en-US" sz="1800" i="1" dirty="0"/>
                  <a:t>pn</a:t>
                </a:r>
                <a:r>
                  <a:rPr lang="en-US" sz="1800" dirty="0"/>
                  <a:t>-diode]</a:t>
                </a:r>
              </a:p>
            </p:txBody>
          </p:sp>
        </mc:Choice>
        <mc:Fallback xmlns="">
          <p:sp>
            <p:nvSpPr>
              <p:cNvPr id="9" name="TextBox 8">
                <a:extLst>
                  <a:ext uri="{FF2B5EF4-FFF2-40B4-BE49-F238E27FC236}">
                    <a16:creationId xmlns:a16="http://schemas.microsoft.com/office/drawing/2014/main" id="{D4EC490D-EBF9-4614-89E9-A1539D527287}"/>
                  </a:ext>
                </a:extLst>
              </p:cNvPr>
              <p:cNvSpPr txBox="1">
                <a:spLocks noRot="1" noChangeAspect="1" noMove="1" noResize="1" noEditPoints="1" noAdjustHandles="1" noChangeArrowheads="1" noChangeShapeType="1" noTextEdit="1"/>
              </p:cNvSpPr>
              <p:nvPr/>
            </p:nvSpPr>
            <p:spPr>
              <a:xfrm>
                <a:off x="3421912" y="5461879"/>
                <a:ext cx="4876800" cy="369332"/>
              </a:xfrm>
              <a:prstGeom prst="rect">
                <a:avLst/>
              </a:prstGeom>
              <a:blipFill>
                <a:blip r:embed="rId3"/>
                <a:stretch>
                  <a:fillRect l="-1000" t="-9836" b="-24590"/>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022F6C5-73F9-4DF2-A9A6-940D22FCE3AB}"/>
                  </a:ext>
                </a:extLst>
              </p14:cNvPr>
              <p14:cNvContentPartPr/>
              <p14:nvPr/>
            </p14:nvContentPartPr>
            <p14:xfrm>
              <a:off x="2531520" y="1361880"/>
              <a:ext cx="6704280" cy="2320560"/>
            </p14:xfrm>
          </p:contentPart>
        </mc:Choice>
        <mc:Fallback xmlns="">
          <p:pic>
            <p:nvPicPr>
              <p:cNvPr id="2" name="Ink 1">
                <a:extLst>
                  <a:ext uri="{FF2B5EF4-FFF2-40B4-BE49-F238E27FC236}">
                    <a16:creationId xmlns:a16="http://schemas.microsoft.com/office/drawing/2014/main" id="{0022F6C5-73F9-4DF2-A9A6-940D22FCE3AB}"/>
                  </a:ext>
                </a:extLst>
              </p:cNvPr>
              <p:cNvPicPr/>
              <p:nvPr/>
            </p:nvPicPr>
            <p:blipFill>
              <a:blip r:embed="rId5"/>
              <a:stretch>
                <a:fillRect/>
              </a:stretch>
            </p:blipFill>
            <p:spPr>
              <a:xfrm>
                <a:off x="2522160" y="1352520"/>
                <a:ext cx="6723000" cy="2339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5C3C289-4473-429B-99FB-86F5C318B40F}"/>
                  </a:ext>
                </a:extLst>
              </p14:cNvPr>
              <p14:cNvContentPartPr/>
              <p14:nvPr/>
            </p14:nvContentPartPr>
            <p14:xfrm>
              <a:off x="6149880" y="1129320"/>
              <a:ext cx="1196640" cy="3188880"/>
            </p14:xfrm>
          </p:contentPart>
        </mc:Choice>
        <mc:Fallback xmlns="">
          <p:pic>
            <p:nvPicPr>
              <p:cNvPr id="3" name="Ink 2">
                <a:extLst>
                  <a:ext uri="{FF2B5EF4-FFF2-40B4-BE49-F238E27FC236}">
                    <a16:creationId xmlns:a16="http://schemas.microsoft.com/office/drawing/2014/main" id="{95C3C289-4473-429B-99FB-86F5C318B40F}"/>
                  </a:ext>
                </a:extLst>
              </p:cNvPr>
              <p:cNvPicPr/>
              <p:nvPr/>
            </p:nvPicPr>
            <p:blipFill>
              <a:blip r:embed="rId7"/>
              <a:stretch>
                <a:fillRect/>
              </a:stretch>
            </p:blipFill>
            <p:spPr>
              <a:xfrm>
                <a:off x="6140520" y="1119960"/>
                <a:ext cx="1215360" cy="3207600"/>
              </a:xfrm>
              <a:prstGeom prst="rect">
                <a:avLst/>
              </a:prstGeom>
            </p:spPr>
          </p:pic>
        </mc:Fallback>
      </mc:AlternateContent>
    </p:spTree>
    <p:extLst>
      <p:ext uri="{BB962C8B-B14F-4D97-AF65-F5344CB8AC3E}">
        <p14:creationId xmlns:p14="http://schemas.microsoft.com/office/powerpoint/2010/main" val="789955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115</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Diode Models</a:t>
            </a:r>
            <a:endParaRPr lang="en-IN" sz="4000" dirty="0">
              <a:ln w="0"/>
              <a:solidFill>
                <a:srgbClr val="002060"/>
              </a:solidFill>
              <a:effectLst>
                <a:outerShdw blurRad="38100" dist="25400" dir="5400000" algn="ctr" rotWithShape="0">
                  <a:srgbClr val="6E747A">
                    <a:alpha val="43000"/>
                  </a:srgbClr>
                </a:outerShdw>
              </a:effectLst>
            </a:endParaRPr>
          </a:p>
        </p:txBody>
      </p:sp>
      <p:grpSp>
        <p:nvGrpSpPr>
          <p:cNvPr id="7" name="Group 6">
            <a:extLst>
              <a:ext uri="{FF2B5EF4-FFF2-40B4-BE49-F238E27FC236}">
                <a16:creationId xmlns:a16="http://schemas.microsoft.com/office/drawing/2014/main" id="{D82AFC42-6ECF-4636-942B-36556B4D9D4C}"/>
              </a:ext>
            </a:extLst>
          </p:cNvPr>
          <p:cNvGrpSpPr/>
          <p:nvPr/>
        </p:nvGrpSpPr>
        <p:grpSpPr>
          <a:xfrm>
            <a:off x="1941231" y="3004263"/>
            <a:ext cx="7409313" cy="2974228"/>
            <a:chOff x="182539" y="2161020"/>
            <a:chExt cx="8682313" cy="3954609"/>
          </a:xfrm>
        </p:grpSpPr>
        <p:pic>
          <p:nvPicPr>
            <p:cNvPr id="9" name="Picture 8">
              <a:extLst>
                <a:ext uri="{FF2B5EF4-FFF2-40B4-BE49-F238E27FC236}">
                  <a16:creationId xmlns:a16="http://schemas.microsoft.com/office/drawing/2014/main" id="{F8494E6C-8230-48B3-8B59-21ECB84FCE78}"/>
                </a:ext>
              </a:extLst>
            </p:cNvPr>
            <p:cNvPicPr>
              <a:picLocks noChangeAspect="1"/>
            </p:cNvPicPr>
            <p:nvPr/>
          </p:nvPicPr>
          <p:blipFill>
            <a:blip r:embed="rId2"/>
            <a:stretch>
              <a:fillRect/>
            </a:stretch>
          </p:blipFill>
          <p:spPr>
            <a:xfrm>
              <a:off x="279147" y="2161020"/>
              <a:ext cx="8585705" cy="395460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A5E434-DA3F-4403-8515-FAAA1E0CCD5E}"/>
                    </a:ext>
                  </a:extLst>
                </p:cNvPr>
                <p:cNvSpPr txBox="1"/>
                <p:nvPr/>
              </p:nvSpPr>
              <p:spPr>
                <a:xfrm>
                  <a:off x="182539" y="4599563"/>
                  <a:ext cx="6596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𝐿𝐼𝑀𝐼𝑇</m:t>
                            </m:r>
                          </m:sub>
                        </m:sSub>
                      </m:oMath>
                    </m:oMathPara>
                  </a14:m>
                  <a:endParaRPr lang="en-US" sz="1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182539" y="4599563"/>
                  <a:ext cx="659607" cy="307777"/>
                </a:xfrm>
                <a:prstGeom prst="rect">
                  <a:avLst/>
                </a:prstGeom>
                <a:blipFill rotWithShape="0">
                  <a:blip r:embed="rId5"/>
                  <a:stretch>
                    <a:fillRect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9752114-76D9-456D-B43A-E18327DD74BD}"/>
                  </a:ext>
                </a:extLst>
              </p:cNvPr>
              <p:cNvSpPr txBox="1"/>
              <p:nvPr/>
            </p:nvSpPr>
            <p:spPr>
              <a:xfrm>
                <a:off x="2400774" y="5978491"/>
                <a:ext cx="6780213" cy="369332"/>
              </a:xfrm>
              <a:prstGeom prst="rect">
                <a:avLst/>
              </a:prstGeom>
              <a:noFill/>
            </p:spPr>
            <p:txBody>
              <a:bodyPr wrap="square" rtlCol="0">
                <a:spAutoFit/>
              </a:bodyPr>
              <a:lstStyle/>
              <a:p>
                <a:r>
                  <a:rPr lang="en-US" sz="1800" dirty="0"/>
                  <a:t>Fig.1.3.12 [The approximate/Piecewise-Linear model of a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𝑖</m:t>
                        </m:r>
                      </m:sub>
                    </m:sSub>
                  </m:oMath>
                </a14:m>
                <a:r>
                  <a:rPr lang="en-US" sz="1800" dirty="0"/>
                  <a:t> </a:t>
                </a:r>
                <a:r>
                  <a:rPr lang="en-US" sz="1800" i="1" dirty="0"/>
                  <a:t>pn</a:t>
                </a:r>
                <a:r>
                  <a:rPr lang="en-US" sz="1800" dirty="0"/>
                  <a:t>-diode]</a:t>
                </a:r>
              </a:p>
            </p:txBody>
          </p:sp>
        </mc:Choice>
        <mc:Fallback xmlns="">
          <p:sp>
            <p:nvSpPr>
              <p:cNvPr id="11" name="TextBox 10">
                <a:extLst>
                  <a:ext uri="{FF2B5EF4-FFF2-40B4-BE49-F238E27FC236}">
                    <a16:creationId xmlns:a16="http://schemas.microsoft.com/office/drawing/2014/main" id="{09752114-76D9-456D-B43A-E18327DD74BD}"/>
                  </a:ext>
                </a:extLst>
              </p:cNvPr>
              <p:cNvSpPr txBox="1">
                <a:spLocks noRot="1" noChangeAspect="1" noMove="1" noResize="1" noEditPoints="1" noAdjustHandles="1" noChangeArrowheads="1" noChangeShapeType="1" noTextEdit="1"/>
              </p:cNvSpPr>
              <p:nvPr/>
            </p:nvSpPr>
            <p:spPr>
              <a:xfrm>
                <a:off x="2400774" y="5978491"/>
                <a:ext cx="6780213" cy="369332"/>
              </a:xfrm>
              <a:prstGeom prst="rect">
                <a:avLst/>
              </a:prstGeom>
              <a:blipFill>
                <a:blip r:embed="rId6"/>
                <a:stretch>
                  <a:fillRect l="-809" t="-10000" b="-26667"/>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A057CB3D-A66F-4AB1-A415-3AF67B44845D}"/>
              </a:ext>
            </a:extLst>
          </p:cNvPr>
          <p:cNvSpPr txBox="1"/>
          <p:nvPr/>
        </p:nvSpPr>
        <p:spPr>
          <a:xfrm>
            <a:off x="1073887" y="1016984"/>
            <a:ext cx="9803219" cy="1569660"/>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The reverse current is considered with the parallel resistance and is indicated by the portion of the curve to the left of the origin. </a:t>
            </a:r>
          </a:p>
          <a:p>
            <a:pPr marL="342900" indent="-342900" algn="just">
              <a:buSzPct val="125000"/>
              <a:buFont typeface="Wingdings" panose="05000000000000000000" pitchFamily="2" charset="2"/>
              <a:buChar char="§"/>
            </a:pPr>
            <a:r>
              <a:rPr lang="en-US" sz="2400" dirty="0"/>
              <a:t>The breakdown portion of the curve is not shown because breakdown is not a normal mode of operation for most diodes.</a:t>
            </a: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9A1EF86A-BF8F-4C07-86BC-DF6828B89266}"/>
                  </a:ext>
                </a:extLst>
              </p14:cNvPr>
              <p14:cNvContentPartPr/>
              <p14:nvPr/>
            </p14:nvContentPartPr>
            <p14:xfrm>
              <a:off x="3218040" y="4300560"/>
              <a:ext cx="4755240" cy="341640"/>
            </p14:xfrm>
          </p:contentPart>
        </mc:Choice>
        <mc:Fallback xmlns="">
          <p:pic>
            <p:nvPicPr>
              <p:cNvPr id="2" name="Ink 1">
                <a:extLst>
                  <a:ext uri="{FF2B5EF4-FFF2-40B4-BE49-F238E27FC236}">
                    <a16:creationId xmlns:a16="http://schemas.microsoft.com/office/drawing/2014/main" id="{9A1EF86A-BF8F-4C07-86BC-DF6828B89266}"/>
                  </a:ext>
                </a:extLst>
              </p:cNvPr>
              <p:cNvPicPr/>
              <p:nvPr/>
            </p:nvPicPr>
            <p:blipFill>
              <a:blip r:embed="rId8"/>
              <a:stretch>
                <a:fillRect/>
              </a:stretch>
            </p:blipFill>
            <p:spPr>
              <a:xfrm>
                <a:off x="3208680" y="4291200"/>
                <a:ext cx="477396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9F988FEE-4CDB-4CC0-925D-8683E5AF1A6D}"/>
                  </a:ext>
                </a:extLst>
              </p14:cNvPr>
              <p14:cNvContentPartPr/>
              <p14:nvPr/>
            </p14:nvContentPartPr>
            <p14:xfrm>
              <a:off x="3661200" y="4486320"/>
              <a:ext cx="277920" cy="8640"/>
            </p14:xfrm>
          </p:contentPart>
        </mc:Choice>
        <mc:Fallback xmlns="">
          <p:pic>
            <p:nvPicPr>
              <p:cNvPr id="3" name="Ink 2">
                <a:extLst>
                  <a:ext uri="{FF2B5EF4-FFF2-40B4-BE49-F238E27FC236}">
                    <a16:creationId xmlns:a16="http://schemas.microsoft.com/office/drawing/2014/main" id="{9F988FEE-4CDB-4CC0-925D-8683E5AF1A6D}"/>
                  </a:ext>
                </a:extLst>
              </p:cNvPr>
              <p:cNvPicPr/>
              <p:nvPr/>
            </p:nvPicPr>
            <p:blipFill>
              <a:blip r:embed="rId10"/>
              <a:stretch>
                <a:fillRect/>
              </a:stretch>
            </p:blipFill>
            <p:spPr>
              <a:xfrm>
                <a:off x="3651840" y="4476960"/>
                <a:ext cx="296640" cy="27360"/>
              </a:xfrm>
              <a:prstGeom prst="rect">
                <a:avLst/>
              </a:prstGeom>
            </p:spPr>
          </p:pic>
        </mc:Fallback>
      </mc:AlternateContent>
    </p:spTree>
    <p:extLst>
      <p:ext uri="{BB962C8B-B14F-4D97-AF65-F5344CB8AC3E}">
        <p14:creationId xmlns:p14="http://schemas.microsoft.com/office/powerpoint/2010/main" val="15727594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116</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Capacitance Effect in Diode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48E4357D-02FD-4CA6-BE8F-67099FE9167B}"/>
              </a:ext>
            </a:extLst>
          </p:cNvPr>
          <p:cNvSpPr txBox="1"/>
          <p:nvPr/>
        </p:nvSpPr>
        <p:spPr>
          <a:xfrm>
            <a:off x="1382232" y="1092062"/>
            <a:ext cx="9144000" cy="3785652"/>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Since the charges stored in the depletion region varies under both forward-bias and reverse-bias conditions, it represents a capacitance-effect in </a:t>
            </a:r>
            <a:r>
              <a:rPr lang="en-US" sz="2400" i="1" dirty="0"/>
              <a:t>pn</a:t>
            </a:r>
            <a:r>
              <a:rPr lang="en-US" sz="2400" dirty="0"/>
              <a:t>-junction.</a:t>
            </a:r>
          </a:p>
          <a:p>
            <a:pPr algn="just">
              <a:buSzPct val="125000"/>
            </a:pPr>
            <a:endParaRPr lang="en-US" sz="2400" dirty="0"/>
          </a:p>
          <a:p>
            <a:pPr marL="342900" indent="-342900" algn="just">
              <a:buSzPct val="125000"/>
              <a:buFont typeface="Wingdings" panose="05000000000000000000" pitchFamily="2" charset="2"/>
              <a:buChar char="§"/>
            </a:pPr>
            <a:r>
              <a:rPr lang="en-US" sz="2400" dirty="0"/>
              <a:t>Under forward-bias condition, there will be a decrease in the width of the depletion region. Whereas in reverse-bias condition, there will be an increase in the depletion region width.</a:t>
            </a:r>
          </a:p>
          <a:p>
            <a:pPr algn="just">
              <a:buSzPct val="125000"/>
            </a:pPr>
            <a:endParaRPr lang="en-US" sz="2400" dirty="0"/>
          </a:p>
          <a:p>
            <a:pPr marL="342900" indent="-342900" algn="just">
              <a:buSzPct val="125000"/>
              <a:buFont typeface="Wingdings" panose="05000000000000000000" pitchFamily="2" charset="2"/>
              <a:buChar char="§"/>
            </a:pPr>
            <a:r>
              <a:rPr lang="en-US" sz="2400" dirty="0"/>
              <a:t>In </a:t>
            </a:r>
            <a:r>
              <a:rPr lang="en-US" sz="2400" i="1" dirty="0"/>
              <a:t>pn</a:t>
            </a:r>
            <a:r>
              <a:rPr lang="en-US" sz="2400" dirty="0"/>
              <a:t>-junction, there are two-types of capacitance effects found depending upon biasing applied.</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A637E59-B209-4A50-B87D-A96F38CC8903}"/>
                  </a:ext>
                </a:extLst>
              </p:cNvPr>
              <p:cNvSpPr txBox="1"/>
              <p:nvPr/>
            </p:nvSpPr>
            <p:spPr>
              <a:xfrm>
                <a:off x="2262963" y="4877714"/>
                <a:ext cx="6080052" cy="1143070"/>
              </a:xfrm>
              <a:prstGeom prst="rect">
                <a:avLst/>
              </a:prstGeom>
              <a:noFill/>
            </p:spPr>
            <p:txBody>
              <a:bodyPr wrap="square" rtlCol="0">
                <a:spAutoFit/>
              </a:bodyPr>
              <a:lstStyle/>
              <a:p>
                <a:pPr marL="342900" indent="-342900">
                  <a:lnSpc>
                    <a:spcPct val="150000"/>
                  </a:lnSpc>
                  <a:buClr>
                    <a:srgbClr val="C00000"/>
                  </a:buClr>
                  <a:buSzPct val="125000"/>
                  <a:buFont typeface="Calibri" panose="020F0502020204030204" pitchFamily="34" charset="0"/>
                  <a:buChar char="•"/>
                </a:pPr>
                <a:r>
                  <a:rPr lang="en-US" sz="2400" dirty="0"/>
                  <a:t>Diffusion Capacitance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𝐷</m:t>
                        </m:r>
                      </m:sub>
                    </m:sSub>
                  </m:oMath>
                </a14:m>
                <a:r>
                  <a:rPr lang="en-US" sz="2400" dirty="0"/>
                  <a:t>)</a:t>
                </a:r>
              </a:p>
              <a:p>
                <a:pPr marL="342900" indent="-342900">
                  <a:lnSpc>
                    <a:spcPct val="150000"/>
                  </a:lnSpc>
                  <a:buClr>
                    <a:srgbClr val="C00000"/>
                  </a:buClr>
                  <a:buSzPct val="125000"/>
                  <a:buFont typeface="Calibri" panose="020F0502020204030204" pitchFamily="34" charset="0"/>
                  <a:buChar char="•"/>
                </a:pPr>
                <a:r>
                  <a:rPr lang="en-US" sz="2400" dirty="0"/>
                  <a:t>Space Charge or Transition Capacitance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𝑇</m:t>
                        </m:r>
                      </m:sub>
                    </m:sSub>
                  </m:oMath>
                </a14:m>
                <a:r>
                  <a:rPr lang="en-US" sz="2400" dirty="0"/>
                  <a:t>)</a:t>
                </a:r>
              </a:p>
            </p:txBody>
          </p:sp>
        </mc:Choice>
        <mc:Fallback xmlns="">
          <p:sp>
            <p:nvSpPr>
              <p:cNvPr id="9" name="TextBox 8">
                <a:extLst>
                  <a:ext uri="{FF2B5EF4-FFF2-40B4-BE49-F238E27FC236}">
                    <a16:creationId xmlns:a16="http://schemas.microsoft.com/office/drawing/2014/main" id="{4A637E59-B209-4A50-B87D-A96F38CC8903}"/>
                  </a:ext>
                </a:extLst>
              </p:cNvPr>
              <p:cNvSpPr txBox="1">
                <a:spLocks noRot="1" noChangeAspect="1" noMove="1" noResize="1" noEditPoints="1" noAdjustHandles="1" noChangeArrowheads="1" noChangeShapeType="1" noTextEdit="1"/>
              </p:cNvSpPr>
              <p:nvPr/>
            </p:nvSpPr>
            <p:spPr>
              <a:xfrm>
                <a:off x="2262963" y="4877714"/>
                <a:ext cx="6080052" cy="1143070"/>
              </a:xfrm>
              <a:prstGeom prst="rect">
                <a:avLst/>
              </a:prstGeom>
              <a:blipFill>
                <a:blip r:embed="rId2"/>
                <a:stretch>
                  <a:fillRect l="-2405" t="-2128" b="-18085"/>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ED02A4B-E72A-4A24-901F-83D912F6B2CD}"/>
                  </a:ext>
                </a:extLst>
              </p14:cNvPr>
              <p14:cNvContentPartPr/>
              <p14:nvPr/>
            </p14:nvContentPartPr>
            <p14:xfrm>
              <a:off x="6100560" y="1772280"/>
              <a:ext cx="5587200" cy="4273560"/>
            </p14:xfrm>
          </p:contentPart>
        </mc:Choice>
        <mc:Fallback xmlns="">
          <p:pic>
            <p:nvPicPr>
              <p:cNvPr id="2" name="Ink 1">
                <a:extLst>
                  <a:ext uri="{FF2B5EF4-FFF2-40B4-BE49-F238E27FC236}">
                    <a16:creationId xmlns:a16="http://schemas.microsoft.com/office/drawing/2014/main" id="{4ED02A4B-E72A-4A24-901F-83D912F6B2CD}"/>
                  </a:ext>
                </a:extLst>
              </p:cNvPr>
              <p:cNvPicPr/>
              <p:nvPr/>
            </p:nvPicPr>
            <p:blipFill>
              <a:blip r:embed="rId4"/>
              <a:stretch>
                <a:fillRect/>
              </a:stretch>
            </p:blipFill>
            <p:spPr>
              <a:xfrm>
                <a:off x="6091200" y="1762920"/>
                <a:ext cx="5605920" cy="4292280"/>
              </a:xfrm>
              <a:prstGeom prst="rect">
                <a:avLst/>
              </a:prstGeom>
            </p:spPr>
          </p:pic>
        </mc:Fallback>
      </mc:AlternateContent>
    </p:spTree>
    <p:extLst>
      <p:ext uri="{BB962C8B-B14F-4D97-AF65-F5344CB8AC3E}">
        <p14:creationId xmlns:p14="http://schemas.microsoft.com/office/powerpoint/2010/main" val="399692633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117</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Transition Capacitance</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58630AFD-07C1-4335-97E0-C789B48182D0}"/>
              </a:ext>
            </a:extLst>
          </p:cNvPr>
          <p:cNvSpPr txBox="1"/>
          <p:nvPr/>
        </p:nvSpPr>
        <p:spPr>
          <a:xfrm>
            <a:off x="1288951" y="933013"/>
            <a:ext cx="9588155" cy="2308324"/>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This capacitance is present under reverse-bias condition. </a:t>
            </a:r>
          </a:p>
          <a:p>
            <a:pPr algn="just">
              <a:buSzPct val="125000"/>
            </a:pPr>
            <a:endParaRPr lang="en-US" sz="2400" dirty="0"/>
          </a:p>
          <a:p>
            <a:pPr marL="342900" indent="-342900" algn="just">
              <a:buSzPct val="125000"/>
              <a:buFont typeface="Wingdings" panose="05000000000000000000" pitchFamily="2" charset="2"/>
              <a:buChar char="§"/>
            </a:pPr>
            <a:r>
              <a:rPr lang="en-US" sz="2400" dirty="0"/>
              <a:t>If the applied reverse voltage is varying, there will be variation of immobile-charges and hence the width of the depletion width varies.</a:t>
            </a:r>
          </a:p>
          <a:p>
            <a:pPr algn="just">
              <a:buSzPct val="125000"/>
            </a:pPr>
            <a:endParaRPr lang="en-US" sz="2400" dirty="0"/>
          </a:p>
          <a:p>
            <a:pPr marL="342900" indent="-342900" algn="just">
              <a:buSzPct val="125000"/>
              <a:buFont typeface="Wingdings" panose="05000000000000000000" pitchFamily="2" charset="2"/>
              <a:buChar char="§"/>
            </a:pPr>
            <a:r>
              <a:rPr lang="en-US" sz="2400" dirty="0"/>
              <a:t>The transition capacitance under reverse bias condition is given by,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8DAA8B-ECAF-43CC-B12D-4A09C855284D}"/>
                  </a:ext>
                </a:extLst>
              </p:cNvPr>
              <p:cNvSpPr txBox="1"/>
              <p:nvPr/>
            </p:nvSpPr>
            <p:spPr>
              <a:xfrm>
                <a:off x="4093567" y="3212798"/>
                <a:ext cx="1600200"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𝜖</m:t>
                          </m:r>
                        </m:num>
                        <m:den>
                          <m:r>
                            <a:rPr lang="en-US" sz="2400" b="0" i="1" smtClean="0">
                              <a:latin typeface="Cambria Math" panose="02040503050406030204" pitchFamily="18" charset="0"/>
                            </a:rPr>
                            <m:t>𝑊</m:t>
                          </m:r>
                        </m:den>
                      </m:f>
                    </m:oMath>
                  </m:oMathPara>
                </a14:m>
                <a:endParaRPr lang="en-US" sz="2400" dirty="0"/>
              </a:p>
            </p:txBody>
          </p:sp>
        </mc:Choice>
        <mc:Fallback xmlns="">
          <p:sp>
            <p:nvSpPr>
              <p:cNvPr id="9" name="TextBox 8">
                <a:extLst>
                  <a:ext uri="{FF2B5EF4-FFF2-40B4-BE49-F238E27FC236}">
                    <a16:creationId xmlns:a16="http://schemas.microsoft.com/office/drawing/2014/main" id="{098DAA8B-ECAF-43CC-B12D-4A09C855284D}"/>
                  </a:ext>
                </a:extLst>
              </p:cNvPr>
              <p:cNvSpPr txBox="1">
                <a:spLocks noRot="1" noChangeAspect="1" noMove="1" noResize="1" noEditPoints="1" noAdjustHandles="1" noChangeArrowheads="1" noChangeShapeType="1" noTextEdit="1"/>
              </p:cNvSpPr>
              <p:nvPr/>
            </p:nvSpPr>
            <p:spPr>
              <a:xfrm>
                <a:off x="4093567" y="3212798"/>
                <a:ext cx="1600200" cy="78380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59A46F-357D-44B8-A261-0F2BAE15F519}"/>
                  </a:ext>
                </a:extLst>
              </p:cNvPr>
              <p:cNvSpPr txBox="1"/>
              <p:nvPr/>
            </p:nvSpPr>
            <p:spPr>
              <a:xfrm>
                <a:off x="1822352" y="4075814"/>
                <a:ext cx="6096000" cy="461665"/>
              </a:xfrm>
              <a:prstGeom prst="rect">
                <a:avLst/>
              </a:prstGeom>
              <a:noFill/>
            </p:spPr>
            <p:txBody>
              <a:bodyPr wrap="square" rtlCol="0">
                <a:spAutoFit/>
              </a:bodyPr>
              <a:lstStyle/>
              <a:p>
                <a14:m>
                  <m:oMath xmlns:m="http://schemas.openxmlformats.org/officeDocument/2006/math">
                    <m:r>
                      <a:rPr lang="en-US" sz="2400" i="1" smtClean="0">
                        <a:latin typeface="Cambria Math" panose="02040503050406030204" pitchFamily="18" charset="0"/>
                        <a:ea typeface="Cambria Math" panose="02040503050406030204" pitchFamily="18" charset="0"/>
                      </a:rPr>
                      <m:t>𝜖</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𝑝𝑒𝑟𝑚𝑖𝑡𝑖𝑣𝑖𝑡𝑦</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𝑜𝑓</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𝑡h𝑒</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𝑠𝑒𝑝𝑎𝑟𝑎𝑡𝑖𝑜𝑛</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𝑚𝑒𝑑𝑖𝑢𝑚</m:t>
                    </m:r>
                  </m:oMath>
                </a14:m>
                <a:r>
                  <a:rPr lang="en-US" sz="2400" dirty="0"/>
                  <a:t>          </a:t>
                </a:r>
              </a:p>
            </p:txBody>
          </p:sp>
        </mc:Choice>
        <mc:Fallback xmlns="">
          <p:sp>
            <p:nvSpPr>
              <p:cNvPr id="10" name="TextBox 9">
                <a:extLst>
                  <a:ext uri="{FF2B5EF4-FFF2-40B4-BE49-F238E27FC236}">
                    <a16:creationId xmlns:a16="http://schemas.microsoft.com/office/drawing/2014/main" id="{EA59A46F-357D-44B8-A261-0F2BAE15F519}"/>
                  </a:ext>
                </a:extLst>
              </p:cNvPr>
              <p:cNvSpPr txBox="1">
                <a:spLocks noRot="1" noChangeAspect="1" noMove="1" noResize="1" noEditPoints="1" noAdjustHandles="1" noChangeArrowheads="1" noChangeShapeType="1" noTextEdit="1"/>
              </p:cNvSpPr>
              <p:nvPr/>
            </p:nvSpPr>
            <p:spPr>
              <a:xfrm>
                <a:off x="1822352" y="4075814"/>
                <a:ext cx="6096000" cy="461665"/>
              </a:xfrm>
              <a:prstGeom prst="rect">
                <a:avLst/>
              </a:prstGeom>
              <a:blipFill>
                <a:blip r:embed="rId3"/>
                <a:stretch>
                  <a:fillRect b="-18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B45AAE-7F04-46E7-9647-A4EF1351551C}"/>
                  </a:ext>
                </a:extLst>
              </p:cNvPr>
              <p:cNvSpPr txBox="1"/>
              <p:nvPr/>
            </p:nvSpPr>
            <p:spPr>
              <a:xfrm>
                <a:off x="1669952" y="4697567"/>
                <a:ext cx="7391400" cy="4901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𝑊</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𝑤𝑖𝑑𝑡h</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𝑜𝑓</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𝑡h𝑒</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𝑐𝑒𝑝𝑎𝑟𝑎𝑡𝑖𝑜𝑛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𝑟𝑒𝑔𝑖𝑜𝑛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𝑊</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𝑊</m:t>
                          </m:r>
                        </m:e>
                        <m:sub>
                          <m:r>
                            <a:rPr lang="en-US" sz="2400" i="1">
                              <a:latin typeface="Cambria Math" panose="02040503050406030204" pitchFamily="18" charset="0"/>
                              <a:ea typeface="Cambria Math" panose="02040503050406030204" pitchFamily="18" charset="0"/>
                            </a:rPr>
                            <m:t>𝑛</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𝑊</m:t>
                          </m:r>
                        </m:e>
                        <m:sub>
                          <m:r>
                            <a:rPr lang="en-US" sz="2400" i="1">
                              <a:latin typeface="Cambria Math" panose="02040503050406030204" pitchFamily="18" charset="0"/>
                              <a:ea typeface="Cambria Math" panose="02040503050406030204" pitchFamily="18" charset="0"/>
                            </a:rPr>
                            <m:t>𝑝</m:t>
                          </m:r>
                        </m:sub>
                      </m:sSub>
                      <m:r>
                        <a:rPr lang="en-US" sz="2400" i="1">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1" name="TextBox 10">
                <a:extLst>
                  <a:ext uri="{FF2B5EF4-FFF2-40B4-BE49-F238E27FC236}">
                    <a16:creationId xmlns:a16="http://schemas.microsoft.com/office/drawing/2014/main" id="{14B45AAE-7F04-46E7-9647-A4EF1351551C}"/>
                  </a:ext>
                </a:extLst>
              </p:cNvPr>
              <p:cNvSpPr txBox="1">
                <a:spLocks noRot="1" noChangeAspect="1" noMove="1" noResize="1" noEditPoints="1" noAdjustHandles="1" noChangeArrowheads="1" noChangeShapeType="1" noTextEdit="1"/>
              </p:cNvSpPr>
              <p:nvPr/>
            </p:nvSpPr>
            <p:spPr>
              <a:xfrm>
                <a:off x="1669952" y="4697567"/>
                <a:ext cx="7391400" cy="490199"/>
              </a:xfrm>
              <a:prstGeom prst="rect">
                <a:avLst/>
              </a:prstGeom>
              <a:blipFill>
                <a:blip r:embed="rId4"/>
                <a:stretch>
                  <a:fillRect r="-248" b="-125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20FEA65-4DEC-4152-9A70-8A1E795D9696}"/>
                  </a:ext>
                </a:extLst>
              </p:cNvPr>
              <p:cNvSpPr txBox="1"/>
              <p:nvPr/>
            </p:nvSpPr>
            <p:spPr>
              <a:xfrm>
                <a:off x="1807567" y="5290549"/>
                <a:ext cx="6172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𝑎𝑟𝑒𝑎</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𝑜𝑓</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𝑐𝑟𝑜𝑠𝑠</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𝑠𝑒𝑐𝑡𝑖𝑜𝑛</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𝑜𝑓</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𝑡h𝑒</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𝑗𝑢𝑛𝑐𝑡𝑖𝑜𝑛</m:t>
                      </m:r>
                    </m:oMath>
                  </m:oMathPara>
                </a14:m>
                <a:endParaRPr lang="en-US" sz="2400" dirty="0"/>
              </a:p>
            </p:txBody>
          </p:sp>
        </mc:Choice>
        <mc:Fallback xmlns="">
          <p:sp>
            <p:nvSpPr>
              <p:cNvPr id="12" name="TextBox 11">
                <a:extLst>
                  <a:ext uri="{FF2B5EF4-FFF2-40B4-BE49-F238E27FC236}">
                    <a16:creationId xmlns:a16="http://schemas.microsoft.com/office/drawing/2014/main" id="{920FEA65-4DEC-4152-9A70-8A1E795D9696}"/>
                  </a:ext>
                </a:extLst>
              </p:cNvPr>
              <p:cNvSpPr txBox="1">
                <a:spLocks noRot="1" noChangeAspect="1" noMove="1" noResize="1" noEditPoints="1" noAdjustHandles="1" noChangeArrowheads="1" noChangeShapeType="1" noTextEdit="1"/>
              </p:cNvSpPr>
              <p:nvPr/>
            </p:nvSpPr>
            <p:spPr>
              <a:xfrm>
                <a:off x="1807567" y="5290549"/>
                <a:ext cx="6172200" cy="461665"/>
              </a:xfrm>
              <a:prstGeom prst="rect">
                <a:avLst/>
              </a:prstGeom>
              <a:blipFill>
                <a:blip r:embed="rId5"/>
                <a:stretch>
                  <a:fillRect l="-198" r="-692" b="-17105"/>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35B6C34E-373E-437E-9B9A-D4F39E2E168E}"/>
                  </a:ext>
                </a:extLst>
              </p14:cNvPr>
              <p14:cNvContentPartPr/>
              <p14:nvPr/>
            </p14:nvContentPartPr>
            <p14:xfrm>
              <a:off x="63360" y="1272240"/>
              <a:ext cx="10410840" cy="5009040"/>
            </p14:xfrm>
          </p:contentPart>
        </mc:Choice>
        <mc:Fallback xmlns="">
          <p:pic>
            <p:nvPicPr>
              <p:cNvPr id="2" name="Ink 1">
                <a:extLst>
                  <a:ext uri="{FF2B5EF4-FFF2-40B4-BE49-F238E27FC236}">
                    <a16:creationId xmlns:a16="http://schemas.microsoft.com/office/drawing/2014/main" id="{35B6C34E-373E-437E-9B9A-D4F39E2E168E}"/>
                  </a:ext>
                </a:extLst>
              </p:cNvPr>
              <p:cNvPicPr/>
              <p:nvPr/>
            </p:nvPicPr>
            <p:blipFill>
              <a:blip r:embed="rId7"/>
              <a:stretch>
                <a:fillRect/>
              </a:stretch>
            </p:blipFill>
            <p:spPr>
              <a:xfrm>
                <a:off x="54000" y="1262880"/>
                <a:ext cx="10429560" cy="5027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89CA4ED5-99C5-4470-9B72-84C2569AF0E5}"/>
                  </a:ext>
                </a:extLst>
              </p14:cNvPr>
              <p14:cNvContentPartPr/>
              <p14:nvPr/>
            </p14:nvContentPartPr>
            <p14:xfrm>
              <a:off x="529920" y="1019880"/>
              <a:ext cx="10346040" cy="5191920"/>
            </p14:xfrm>
          </p:contentPart>
        </mc:Choice>
        <mc:Fallback xmlns="">
          <p:pic>
            <p:nvPicPr>
              <p:cNvPr id="3" name="Ink 2">
                <a:extLst>
                  <a:ext uri="{FF2B5EF4-FFF2-40B4-BE49-F238E27FC236}">
                    <a16:creationId xmlns:a16="http://schemas.microsoft.com/office/drawing/2014/main" id="{89CA4ED5-99C5-4470-9B72-84C2569AF0E5}"/>
                  </a:ext>
                </a:extLst>
              </p:cNvPr>
              <p:cNvPicPr/>
              <p:nvPr/>
            </p:nvPicPr>
            <p:blipFill>
              <a:blip r:embed="rId9"/>
              <a:stretch>
                <a:fillRect/>
              </a:stretch>
            </p:blipFill>
            <p:spPr>
              <a:xfrm>
                <a:off x="520560" y="1010520"/>
                <a:ext cx="10364760" cy="5210640"/>
              </a:xfrm>
              <a:prstGeom prst="rect">
                <a:avLst/>
              </a:prstGeom>
            </p:spPr>
          </p:pic>
        </mc:Fallback>
      </mc:AlternateContent>
    </p:spTree>
    <p:extLst>
      <p:ext uri="{BB962C8B-B14F-4D97-AF65-F5344CB8AC3E}">
        <p14:creationId xmlns:p14="http://schemas.microsoft.com/office/powerpoint/2010/main" val="349377478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118</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Diffusion Capacitance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830B90-2F3E-4774-B642-5B8C227CA709}"/>
                  </a:ext>
                </a:extLst>
              </p:cNvPr>
              <p:cNvSpPr txBox="1"/>
              <p:nvPr/>
            </p:nvSpPr>
            <p:spPr>
              <a:xfrm>
                <a:off x="1288951" y="1159961"/>
                <a:ext cx="9588155" cy="3046988"/>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dirty="0"/>
                  <a:t>This is the capacitance offered by the pn-junction under forward-bias condition.</a:t>
                </a:r>
              </a:p>
              <a:p>
                <a:pPr marL="342900" indent="-342900" algn="just">
                  <a:buSzPct val="125000"/>
                  <a:buFont typeface="Wingdings" panose="05000000000000000000" pitchFamily="2" charset="2"/>
                  <a:buChar char="§"/>
                </a:pPr>
                <a:endParaRPr lang="en-US" sz="2400" dirty="0"/>
              </a:p>
              <a:p>
                <a:pPr marL="342900" indent="-342900" algn="just">
                  <a:buSzPct val="125000"/>
                  <a:buFont typeface="Wingdings" panose="05000000000000000000" pitchFamily="2" charset="2"/>
                  <a:buChar char="§"/>
                </a:pPr>
                <a:r>
                  <a:rPr lang="en-US" sz="2400" dirty="0"/>
                  <a:t>Under forward-bias condition the carrier diffusing from </a:t>
                </a:r>
                <a:r>
                  <a:rPr lang="en-US" sz="2400" i="1" dirty="0"/>
                  <a:t>p</a:t>
                </a:r>
                <a:r>
                  <a:rPr lang="en-US" sz="2400" dirty="0"/>
                  <a:t>-side to </a:t>
                </a:r>
                <a:r>
                  <a:rPr lang="en-US" sz="2400" i="1" dirty="0"/>
                  <a:t>n</a:t>
                </a:r>
                <a:r>
                  <a:rPr lang="en-US" sz="2400" dirty="0"/>
                  <a:t>-side as well as from </a:t>
                </a:r>
                <a:r>
                  <a:rPr lang="en-US" sz="2400" i="1" dirty="0"/>
                  <a:t>n</a:t>
                </a:r>
                <a:r>
                  <a:rPr lang="en-US" sz="2400" dirty="0"/>
                  <a:t>-side to </a:t>
                </a:r>
                <a:r>
                  <a:rPr lang="en-US" sz="2400" i="1" dirty="0"/>
                  <a:t>p</a:t>
                </a:r>
                <a:r>
                  <a:rPr lang="en-US" sz="2400" dirty="0"/>
                  <a:t>-side varies depending upon the </a:t>
                </a:r>
                <a:r>
                  <a:rPr lang="en-US" sz="2400" i="1" dirty="0"/>
                  <a:t>recombination-rate</a:t>
                </a:r>
                <a:r>
                  <a:rPr lang="en-US" sz="2400" dirty="0"/>
                  <a:t> and hence the </a:t>
                </a:r>
                <a:r>
                  <a:rPr lang="en-US" sz="2400" i="1" dirty="0"/>
                  <a:t>life-time</a:t>
                </a:r>
                <a:r>
                  <a:rPr lang="en-US" sz="2400" dirty="0"/>
                  <a:t> of the carrier (</a:t>
                </a:r>
                <a14:m>
                  <m:oMath xmlns:m="http://schemas.openxmlformats.org/officeDocument/2006/math">
                    <m:r>
                      <a:rPr lang="en-US" sz="2400" i="1" smtClean="0">
                        <a:latin typeface="Cambria Math" panose="02040503050406030204" pitchFamily="18" charset="0"/>
                        <a:ea typeface="Cambria Math" panose="02040503050406030204" pitchFamily="18" charset="0"/>
                      </a:rPr>
                      <m:t>𝜏</m:t>
                    </m:r>
                  </m:oMath>
                </a14:m>
                <a:r>
                  <a:rPr lang="en-US" sz="2400" dirty="0"/>
                  <a:t>).</a:t>
                </a:r>
              </a:p>
              <a:p>
                <a:pPr algn="just">
                  <a:buSzPct val="125000"/>
                </a:pPr>
                <a:endParaRPr lang="en-US" sz="2400" dirty="0"/>
              </a:p>
              <a:p>
                <a:pPr marL="342900" indent="-342900" algn="just">
                  <a:buSzPct val="125000"/>
                  <a:buFont typeface="Wingdings" panose="05000000000000000000" pitchFamily="2" charset="2"/>
                  <a:buChar char="§"/>
                </a:pPr>
                <a:r>
                  <a:rPr lang="en-US" sz="2400" dirty="0"/>
                  <a:t>The diffusion capacitance is given by:</a:t>
                </a:r>
              </a:p>
            </p:txBody>
          </p:sp>
        </mc:Choice>
        <mc:Fallback xmlns="">
          <p:sp>
            <p:nvSpPr>
              <p:cNvPr id="7" name="TextBox 6">
                <a:extLst>
                  <a:ext uri="{FF2B5EF4-FFF2-40B4-BE49-F238E27FC236}">
                    <a16:creationId xmlns:a16="http://schemas.microsoft.com/office/drawing/2014/main" id="{46830B90-2F3E-4774-B642-5B8C227CA709}"/>
                  </a:ext>
                </a:extLst>
              </p:cNvPr>
              <p:cNvSpPr txBox="1">
                <a:spLocks noRot="1" noChangeAspect="1" noMove="1" noResize="1" noEditPoints="1" noAdjustHandles="1" noChangeArrowheads="1" noChangeShapeType="1" noTextEdit="1"/>
              </p:cNvSpPr>
              <p:nvPr/>
            </p:nvSpPr>
            <p:spPr>
              <a:xfrm>
                <a:off x="1288951" y="1159961"/>
                <a:ext cx="9588155" cy="3046988"/>
              </a:xfrm>
              <a:prstGeom prst="rect">
                <a:avLst/>
              </a:prstGeom>
              <a:blipFill>
                <a:blip r:embed="rId2"/>
                <a:stretch>
                  <a:fillRect l="-1271" t="-4000" r="-1017" b="-46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C9C7D7-7E8E-44FA-A72A-89825443A51C}"/>
                  </a:ext>
                </a:extLst>
              </p:cNvPr>
              <p:cNvSpPr txBox="1"/>
              <p:nvPr/>
            </p:nvSpPr>
            <p:spPr>
              <a:xfrm>
                <a:off x="3308252" y="4283149"/>
                <a:ext cx="3124200" cy="8463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𝐷</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𝐼</m:t>
                          </m:r>
                        </m:num>
                        <m:den>
                          <m:r>
                            <a:rPr lang="en-US" sz="2400" b="0" i="1" smtClean="0">
                              <a:latin typeface="Cambria Math" panose="02040503050406030204" pitchFamily="18" charset="0"/>
                              <a:ea typeface="Cambria Math" panose="02040503050406030204" pitchFamily="18" charset="0"/>
                            </a:rPr>
                            <m:t>𝜂</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𝑉</m:t>
                              </m:r>
                            </m:e>
                            <m:sub>
                              <m:r>
                                <a:rPr lang="en-US" sz="2400" b="0" i="1" smtClean="0">
                                  <a:latin typeface="Cambria Math" panose="02040503050406030204" pitchFamily="18" charset="0"/>
                                  <a:ea typeface="Cambria Math" panose="02040503050406030204" pitchFamily="18" charset="0"/>
                                </a:rPr>
                                <m:t>𝑇</m:t>
                              </m:r>
                            </m:sub>
                          </m:sSub>
                        </m:den>
                      </m:f>
                    </m:oMath>
                  </m:oMathPara>
                </a14:m>
                <a:endParaRPr lang="en-US" sz="2400" dirty="0"/>
              </a:p>
            </p:txBody>
          </p:sp>
        </mc:Choice>
        <mc:Fallback xmlns="">
          <p:sp>
            <p:nvSpPr>
              <p:cNvPr id="9" name="TextBox 8">
                <a:extLst>
                  <a:ext uri="{FF2B5EF4-FFF2-40B4-BE49-F238E27FC236}">
                    <a16:creationId xmlns:a16="http://schemas.microsoft.com/office/drawing/2014/main" id="{64C9C7D7-7E8E-44FA-A72A-89825443A51C}"/>
                  </a:ext>
                </a:extLst>
              </p:cNvPr>
              <p:cNvSpPr txBox="1">
                <a:spLocks noRot="1" noChangeAspect="1" noMove="1" noResize="1" noEditPoints="1" noAdjustHandles="1" noChangeArrowheads="1" noChangeShapeType="1" noTextEdit="1"/>
              </p:cNvSpPr>
              <p:nvPr/>
            </p:nvSpPr>
            <p:spPr>
              <a:xfrm>
                <a:off x="3308252" y="4283149"/>
                <a:ext cx="3124200" cy="84632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4F020D7-9483-4C91-834D-983B8207E307}"/>
                  </a:ext>
                </a:extLst>
              </p14:cNvPr>
              <p14:cNvContentPartPr/>
              <p14:nvPr/>
            </p14:nvContentPartPr>
            <p14:xfrm>
              <a:off x="569880" y="3266640"/>
              <a:ext cx="10783080" cy="2949480"/>
            </p14:xfrm>
          </p:contentPart>
        </mc:Choice>
        <mc:Fallback xmlns="">
          <p:pic>
            <p:nvPicPr>
              <p:cNvPr id="2" name="Ink 1">
                <a:extLst>
                  <a:ext uri="{FF2B5EF4-FFF2-40B4-BE49-F238E27FC236}">
                    <a16:creationId xmlns:a16="http://schemas.microsoft.com/office/drawing/2014/main" id="{84F020D7-9483-4C91-834D-983B8207E307}"/>
                  </a:ext>
                </a:extLst>
              </p:cNvPr>
              <p:cNvPicPr/>
              <p:nvPr/>
            </p:nvPicPr>
            <p:blipFill>
              <a:blip r:embed="rId5"/>
              <a:stretch>
                <a:fillRect/>
              </a:stretch>
            </p:blipFill>
            <p:spPr>
              <a:xfrm>
                <a:off x="560520" y="3257280"/>
                <a:ext cx="10801800" cy="2968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AE45C3F3-0742-4636-B7E2-9E1A71E5B028}"/>
                  </a:ext>
                </a:extLst>
              </p14:cNvPr>
              <p14:cNvContentPartPr/>
              <p14:nvPr/>
            </p14:nvContentPartPr>
            <p14:xfrm>
              <a:off x="7170840" y="3553560"/>
              <a:ext cx="3619800" cy="870840"/>
            </p14:xfrm>
          </p:contentPart>
        </mc:Choice>
        <mc:Fallback xmlns="">
          <p:pic>
            <p:nvPicPr>
              <p:cNvPr id="3" name="Ink 2">
                <a:extLst>
                  <a:ext uri="{FF2B5EF4-FFF2-40B4-BE49-F238E27FC236}">
                    <a16:creationId xmlns:a16="http://schemas.microsoft.com/office/drawing/2014/main" id="{AE45C3F3-0742-4636-B7E2-9E1A71E5B028}"/>
                  </a:ext>
                </a:extLst>
              </p:cNvPr>
              <p:cNvPicPr/>
              <p:nvPr/>
            </p:nvPicPr>
            <p:blipFill>
              <a:blip r:embed="rId7"/>
              <a:stretch>
                <a:fillRect/>
              </a:stretch>
            </p:blipFill>
            <p:spPr>
              <a:xfrm>
                <a:off x="7161480" y="3544200"/>
                <a:ext cx="3638520" cy="889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15798477-9CC1-4A98-8F7A-B81E7FDFBA09}"/>
                  </a:ext>
                </a:extLst>
              </p14:cNvPr>
              <p14:cNvContentPartPr/>
              <p14:nvPr/>
            </p14:nvContentPartPr>
            <p14:xfrm>
              <a:off x="1407960" y="1512720"/>
              <a:ext cx="9359280" cy="3316680"/>
            </p14:xfrm>
          </p:contentPart>
        </mc:Choice>
        <mc:Fallback xmlns="">
          <p:pic>
            <p:nvPicPr>
              <p:cNvPr id="10" name="Ink 9">
                <a:extLst>
                  <a:ext uri="{FF2B5EF4-FFF2-40B4-BE49-F238E27FC236}">
                    <a16:creationId xmlns:a16="http://schemas.microsoft.com/office/drawing/2014/main" id="{15798477-9CC1-4A98-8F7A-B81E7FDFBA09}"/>
                  </a:ext>
                </a:extLst>
              </p:cNvPr>
              <p:cNvPicPr/>
              <p:nvPr/>
            </p:nvPicPr>
            <p:blipFill>
              <a:blip r:embed="rId9"/>
              <a:stretch>
                <a:fillRect/>
              </a:stretch>
            </p:blipFill>
            <p:spPr>
              <a:xfrm>
                <a:off x="1398600" y="1503360"/>
                <a:ext cx="9378000" cy="3335400"/>
              </a:xfrm>
              <a:prstGeom prst="rect">
                <a:avLst/>
              </a:prstGeom>
            </p:spPr>
          </p:pic>
        </mc:Fallback>
      </mc:AlternateContent>
    </p:spTree>
    <p:extLst>
      <p:ext uri="{BB962C8B-B14F-4D97-AF65-F5344CB8AC3E}">
        <p14:creationId xmlns:p14="http://schemas.microsoft.com/office/powerpoint/2010/main" val="34288206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119</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n w="0"/>
                <a:solidFill>
                  <a:srgbClr val="002060"/>
                </a:solidFill>
                <a:effectLst>
                  <a:outerShdw blurRad="38100" dist="25400" dir="5400000" algn="ctr" rotWithShape="0">
                    <a:srgbClr val="6E747A">
                      <a:alpha val="43000"/>
                    </a:srgbClr>
                  </a:outerShdw>
                </a:effectLst>
              </a:rPr>
              <a:t>Transition Capacitance</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8ACA6FE-6C65-4A2D-874D-1EA9B0219AD9}"/>
                  </a:ext>
                </a:extLst>
              </p14:cNvPr>
              <p14:cNvContentPartPr/>
              <p14:nvPr/>
            </p14:nvContentPartPr>
            <p14:xfrm>
              <a:off x="384480" y="1185120"/>
              <a:ext cx="8498520" cy="5181480"/>
            </p14:xfrm>
          </p:contentPart>
        </mc:Choice>
        <mc:Fallback xmlns="">
          <p:pic>
            <p:nvPicPr>
              <p:cNvPr id="2" name="Ink 1">
                <a:extLst>
                  <a:ext uri="{FF2B5EF4-FFF2-40B4-BE49-F238E27FC236}">
                    <a16:creationId xmlns:a16="http://schemas.microsoft.com/office/drawing/2014/main" id="{08ACA6FE-6C65-4A2D-874D-1EA9B0219AD9}"/>
                  </a:ext>
                </a:extLst>
              </p:cNvPr>
              <p:cNvPicPr/>
              <p:nvPr/>
            </p:nvPicPr>
            <p:blipFill>
              <a:blip r:embed="rId3"/>
              <a:stretch>
                <a:fillRect/>
              </a:stretch>
            </p:blipFill>
            <p:spPr>
              <a:xfrm>
                <a:off x="375120" y="1175760"/>
                <a:ext cx="8517240" cy="5200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C026E2B-11A1-4053-B941-70B2D20FD41D}"/>
                  </a:ext>
                </a:extLst>
              </p14:cNvPr>
              <p14:cNvContentPartPr/>
              <p14:nvPr/>
            </p14:nvContentPartPr>
            <p14:xfrm>
              <a:off x="4055400" y="1512720"/>
              <a:ext cx="4640400" cy="4712040"/>
            </p14:xfrm>
          </p:contentPart>
        </mc:Choice>
        <mc:Fallback xmlns="">
          <p:pic>
            <p:nvPicPr>
              <p:cNvPr id="3" name="Ink 2">
                <a:extLst>
                  <a:ext uri="{FF2B5EF4-FFF2-40B4-BE49-F238E27FC236}">
                    <a16:creationId xmlns:a16="http://schemas.microsoft.com/office/drawing/2014/main" id="{1C026E2B-11A1-4053-B941-70B2D20FD41D}"/>
                  </a:ext>
                </a:extLst>
              </p:cNvPr>
              <p:cNvPicPr/>
              <p:nvPr/>
            </p:nvPicPr>
            <p:blipFill>
              <a:blip r:embed="rId5"/>
              <a:stretch>
                <a:fillRect/>
              </a:stretch>
            </p:blipFill>
            <p:spPr>
              <a:xfrm>
                <a:off x="4046040" y="1503360"/>
                <a:ext cx="4659120" cy="4730760"/>
              </a:xfrm>
              <a:prstGeom prst="rect">
                <a:avLst/>
              </a:prstGeom>
            </p:spPr>
          </p:pic>
        </mc:Fallback>
      </mc:AlternateContent>
    </p:spTree>
    <p:extLst>
      <p:ext uri="{BB962C8B-B14F-4D97-AF65-F5344CB8AC3E}">
        <p14:creationId xmlns:p14="http://schemas.microsoft.com/office/powerpoint/2010/main" val="15626669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120</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n w="0"/>
                <a:solidFill>
                  <a:srgbClr val="002060"/>
                </a:solidFill>
                <a:effectLst>
                  <a:outerShdw blurRad="38100" dist="25400" dir="5400000" algn="ctr" rotWithShape="0">
                    <a:srgbClr val="6E747A">
                      <a:alpha val="43000"/>
                    </a:srgbClr>
                  </a:outerShdw>
                </a:effectLst>
              </a:rPr>
              <a:t>Breakdown Mechanism</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8E65E2C1-F59F-45EA-A65A-6EEEDD647D76}"/>
              </a:ext>
            </a:extLst>
          </p:cNvPr>
          <p:cNvSpPr txBox="1"/>
          <p:nvPr/>
        </p:nvSpPr>
        <p:spPr>
          <a:xfrm>
            <a:off x="1288952" y="1119962"/>
            <a:ext cx="9144000" cy="830997"/>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400"/>
              <a:t>There are two breakdown mechanisms for increasing reverse voltage recognized as:</a:t>
            </a:r>
            <a:endParaRPr lang="en-US" sz="2400" dirty="0"/>
          </a:p>
        </p:txBody>
      </p:sp>
      <p:sp>
        <p:nvSpPr>
          <p:cNvPr id="9" name="TextBox 8">
            <a:extLst>
              <a:ext uri="{FF2B5EF4-FFF2-40B4-BE49-F238E27FC236}">
                <a16:creationId xmlns:a16="http://schemas.microsoft.com/office/drawing/2014/main" id="{467998E2-3043-4AE7-B0F2-1068CD732958}"/>
              </a:ext>
            </a:extLst>
          </p:cNvPr>
          <p:cNvSpPr txBox="1"/>
          <p:nvPr/>
        </p:nvSpPr>
        <p:spPr>
          <a:xfrm>
            <a:off x="1580141" y="1921287"/>
            <a:ext cx="4916918" cy="1143070"/>
          </a:xfrm>
          <a:prstGeom prst="rect">
            <a:avLst/>
          </a:prstGeom>
          <a:noFill/>
        </p:spPr>
        <p:txBody>
          <a:bodyPr wrap="square" rtlCol="0">
            <a:spAutoFit/>
          </a:bodyPr>
          <a:lstStyle/>
          <a:p>
            <a:pPr marL="342900" indent="-342900">
              <a:lnSpc>
                <a:spcPct val="150000"/>
              </a:lnSpc>
              <a:buClr>
                <a:srgbClr val="C00000"/>
              </a:buClr>
              <a:buSzPct val="125000"/>
              <a:buFont typeface="Arial" panose="020B0604020202020204" pitchFamily="34" charset="0"/>
              <a:buChar char="•"/>
            </a:pPr>
            <a:r>
              <a:rPr lang="en-US" sz="2400"/>
              <a:t>Avalanche Breakdown</a:t>
            </a:r>
          </a:p>
          <a:p>
            <a:pPr marL="342900" indent="-342900">
              <a:lnSpc>
                <a:spcPct val="150000"/>
              </a:lnSpc>
              <a:buClr>
                <a:srgbClr val="C00000"/>
              </a:buClr>
              <a:buSzPct val="125000"/>
              <a:buFont typeface="Arial" panose="020B0604020202020204" pitchFamily="34" charset="0"/>
              <a:buChar char="•"/>
            </a:pPr>
            <a:r>
              <a:rPr lang="en-US" sz="2400"/>
              <a:t>Zener Breakdown</a:t>
            </a:r>
            <a:endParaRPr lang="en-US" sz="2400" dirty="0"/>
          </a:p>
        </p:txBody>
      </p:sp>
      <p:pic>
        <p:nvPicPr>
          <p:cNvPr id="10" name="Picture 9">
            <a:extLst>
              <a:ext uri="{FF2B5EF4-FFF2-40B4-BE49-F238E27FC236}">
                <a16:creationId xmlns:a16="http://schemas.microsoft.com/office/drawing/2014/main" id="{6C78345D-13E1-4088-974D-6B99C67AA69A}"/>
              </a:ext>
            </a:extLst>
          </p:cNvPr>
          <p:cNvPicPr>
            <a:picLocks noChangeAspect="1"/>
          </p:cNvPicPr>
          <p:nvPr/>
        </p:nvPicPr>
        <p:blipFill>
          <a:blip r:embed="rId2"/>
          <a:stretch>
            <a:fillRect/>
          </a:stretch>
        </p:blipFill>
        <p:spPr>
          <a:xfrm>
            <a:off x="6362700" y="1927350"/>
            <a:ext cx="4495800" cy="3264238"/>
          </a:xfrm>
          <a:prstGeom prst="rect">
            <a:avLst/>
          </a:prstGeom>
        </p:spPr>
      </p:pic>
      <p:sp>
        <p:nvSpPr>
          <p:cNvPr id="11" name="TextBox 10">
            <a:extLst>
              <a:ext uri="{FF2B5EF4-FFF2-40B4-BE49-F238E27FC236}">
                <a16:creationId xmlns:a16="http://schemas.microsoft.com/office/drawing/2014/main" id="{9490A85A-E4BD-44B9-A9B4-744EDDBE74CB}"/>
              </a:ext>
            </a:extLst>
          </p:cNvPr>
          <p:cNvSpPr txBox="1"/>
          <p:nvPr/>
        </p:nvSpPr>
        <p:spPr>
          <a:xfrm>
            <a:off x="6591300" y="5240863"/>
            <a:ext cx="4495800" cy="369332"/>
          </a:xfrm>
          <a:prstGeom prst="rect">
            <a:avLst/>
          </a:prstGeom>
          <a:noFill/>
        </p:spPr>
        <p:txBody>
          <a:bodyPr wrap="square" rtlCol="0">
            <a:spAutoFit/>
          </a:bodyPr>
          <a:lstStyle/>
          <a:p>
            <a:r>
              <a:rPr lang="en-US" sz="1800"/>
              <a:t>Fig.1.3.13 [Shows Breakdown region in diode]</a:t>
            </a:r>
            <a:endParaRPr lang="en-US" sz="1800"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7253855-5E3B-466F-9EDF-CDE85062D139}"/>
                  </a:ext>
                </a:extLst>
              </p14:cNvPr>
              <p14:cNvContentPartPr/>
              <p14:nvPr/>
            </p14:nvContentPartPr>
            <p14:xfrm>
              <a:off x="2306520" y="3343680"/>
              <a:ext cx="6781680" cy="495000"/>
            </p14:xfrm>
          </p:contentPart>
        </mc:Choice>
        <mc:Fallback xmlns="">
          <p:pic>
            <p:nvPicPr>
              <p:cNvPr id="3" name="Ink 2">
                <a:extLst>
                  <a:ext uri="{FF2B5EF4-FFF2-40B4-BE49-F238E27FC236}">
                    <a16:creationId xmlns:a16="http://schemas.microsoft.com/office/drawing/2014/main" id="{87253855-5E3B-466F-9EDF-CDE85062D139}"/>
                  </a:ext>
                </a:extLst>
              </p:cNvPr>
              <p:cNvPicPr/>
              <p:nvPr/>
            </p:nvPicPr>
            <p:blipFill>
              <a:blip r:embed="rId6"/>
              <a:stretch>
                <a:fillRect/>
              </a:stretch>
            </p:blipFill>
            <p:spPr>
              <a:xfrm>
                <a:off x="2297160" y="3334320"/>
                <a:ext cx="680040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C7579B62-296B-4F3E-850F-4673BE5C8EB6}"/>
                  </a:ext>
                </a:extLst>
              </p14:cNvPr>
              <p14:cNvContentPartPr/>
              <p14:nvPr/>
            </p14:nvContentPartPr>
            <p14:xfrm>
              <a:off x="4772160" y="2035800"/>
              <a:ext cx="5716440" cy="3583080"/>
            </p14:xfrm>
          </p:contentPart>
        </mc:Choice>
        <mc:Fallback xmlns="">
          <p:pic>
            <p:nvPicPr>
              <p:cNvPr id="12" name="Ink 11">
                <a:extLst>
                  <a:ext uri="{FF2B5EF4-FFF2-40B4-BE49-F238E27FC236}">
                    <a16:creationId xmlns:a16="http://schemas.microsoft.com/office/drawing/2014/main" id="{C7579B62-296B-4F3E-850F-4673BE5C8EB6}"/>
                  </a:ext>
                </a:extLst>
              </p:cNvPr>
              <p:cNvPicPr/>
              <p:nvPr/>
            </p:nvPicPr>
            <p:blipFill>
              <a:blip r:embed="rId8"/>
              <a:stretch>
                <a:fillRect/>
              </a:stretch>
            </p:blipFill>
            <p:spPr>
              <a:xfrm>
                <a:off x="4762800" y="2026440"/>
                <a:ext cx="5735160" cy="3601800"/>
              </a:xfrm>
              <a:prstGeom prst="rect">
                <a:avLst/>
              </a:prstGeom>
            </p:spPr>
          </p:pic>
        </mc:Fallback>
      </mc:AlternateContent>
    </p:spTree>
    <p:extLst>
      <p:ext uri="{BB962C8B-B14F-4D97-AF65-F5344CB8AC3E}">
        <p14:creationId xmlns:p14="http://schemas.microsoft.com/office/powerpoint/2010/main" val="35974267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121</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Avalanche Breakdown</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7F1B08-10C1-4B80-8B81-6A9795AB9FBB}"/>
                  </a:ext>
                </a:extLst>
              </p:cNvPr>
              <p:cNvSpPr txBox="1"/>
              <p:nvPr/>
            </p:nvSpPr>
            <p:spPr>
              <a:xfrm>
                <a:off x="1212111" y="1106120"/>
                <a:ext cx="9664995" cy="3296928"/>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000" dirty="0"/>
                  <a:t>As the voltage across the diode increases in the reverse-bias region, the velocity of the minority carriers responsible for the reverse saturation current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𝑜</m:t>
                        </m:r>
                      </m:sub>
                    </m:sSub>
                  </m:oMath>
                </a14:m>
                <a:r>
                  <a:rPr lang="en-US" sz="2000" i="1" dirty="0"/>
                  <a:t> </a:t>
                </a:r>
                <a:r>
                  <a:rPr lang="en-US" sz="2000" dirty="0"/>
                  <a:t>will also increase. </a:t>
                </a:r>
              </a:p>
              <a:p>
                <a:pPr algn="just">
                  <a:buSzPct val="125000"/>
                </a:pPr>
                <a:endParaRPr lang="en-US" sz="2000" dirty="0"/>
              </a:p>
              <a:p>
                <a:pPr marL="342900" indent="-342900" algn="just">
                  <a:buSzPct val="125000"/>
                  <a:buFont typeface="Wingdings" panose="05000000000000000000" pitchFamily="2" charset="2"/>
                  <a:buChar char="§"/>
                </a:pPr>
                <a:r>
                  <a:rPr lang="en-US" sz="2000" dirty="0"/>
                  <a:t>Their velocity and associated kinetic energy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𝐾</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𝑚</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𝑣</m:t>
                        </m:r>
                      </m:e>
                      <m:sup>
                        <m:r>
                          <a:rPr lang="en-US" sz="2000" b="0" i="1" smtClean="0">
                            <a:latin typeface="Cambria Math" panose="02040503050406030204" pitchFamily="18" charset="0"/>
                          </a:rPr>
                          <m:t>2</m:t>
                        </m:r>
                      </m:sup>
                    </m:sSup>
                  </m:oMath>
                </a14:m>
                <a:r>
                  <a:rPr lang="en-US" sz="2000" dirty="0"/>
                  <a:t>) will be sufficient to release additional carriers through collisions with other stable atomic structures. That is, an </a:t>
                </a:r>
                <a:r>
                  <a:rPr lang="en-US" sz="2000" i="1" dirty="0"/>
                  <a:t>ionization </a:t>
                </a:r>
                <a:r>
                  <a:rPr lang="en-US" sz="2000" dirty="0"/>
                  <a:t>process will result whereby valence electrons absorb sufficient energy to leave the parent atom. </a:t>
                </a:r>
              </a:p>
              <a:p>
                <a:pPr algn="just">
                  <a:buSzPct val="125000"/>
                </a:pPr>
                <a:endParaRPr lang="en-US" sz="2000" dirty="0"/>
              </a:p>
              <a:p>
                <a:pPr marL="342900" indent="-342900" algn="just">
                  <a:buSzPct val="125000"/>
                  <a:buFont typeface="Wingdings" panose="05000000000000000000" pitchFamily="2" charset="2"/>
                  <a:buChar char="§"/>
                </a:pPr>
                <a:r>
                  <a:rPr lang="en-US" sz="2000" dirty="0"/>
                  <a:t>These additional carriers can then aid the ionization process, thus produce additional carriers through collisions and the action of disrupting-bonds.</a:t>
                </a:r>
              </a:p>
            </p:txBody>
          </p:sp>
        </mc:Choice>
        <mc:Fallback xmlns="">
          <p:sp>
            <p:nvSpPr>
              <p:cNvPr id="7" name="TextBox 6">
                <a:extLst>
                  <a:ext uri="{FF2B5EF4-FFF2-40B4-BE49-F238E27FC236}">
                    <a16:creationId xmlns:a16="http://schemas.microsoft.com/office/drawing/2014/main" id="{347F1B08-10C1-4B80-8B81-6A9795AB9FBB}"/>
                  </a:ext>
                </a:extLst>
              </p:cNvPr>
              <p:cNvSpPr txBox="1">
                <a:spLocks noRot="1" noChangeAspect="1" noMove="1" noResize="1" noEditPoints="1" noAdjustHandles="1" noChangeArrowheads="1" noChangeShapeType="1" noTextEdit="1"/>
              </p:cNvSpPr>
              <p:nvPr/>
            </p:nvSpPr>
            <p:spPr>
              <a:xfrm>
                <a:off x="1212111" y="1106120"/>
                <a:ext cx="9664995" cy="3296928"/>
              </a:xfrm>
              <a:prstGeom prst="rect">
                <a:avLst/>
              </a:prstGeom>
              <a:blipFill>
                <a:blip r:embed="rId2"/>
                <a:stretch>
                  <a:fillRect l="-946" t="-2773" r="-631" b="-2403"/>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41E85C07-AE36-41A3-8FAE-0C5FEC0CB839}"/>
              </a:ext>
            </a:extLst>
          </p:cNvPr>
          <p:cNvSpPr txBox="1"/>
          <p:nvPr/>
        </p:nvSpPr>
        <p:spPr>
          <a:xfrm>
            <a:off x="1263503" y="4428441"/>
            <a:ext cx="9664994" cy="132343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000" dirty="0"/>
              <a:t>This cumulative process is referred to as </a:t>
            </a:r>
            <a:r>
              <a:rPr lang="en-US" sz="2000" i="1" dirty="0"/>
              <a:t>avalanche-multiplication</a:t>
            </a:r>
            <a:r>
              <a:rPr lang="en-US" sz="2000" dirty="0"/>
              <a:t>. </a:t>
            </a:r>
          </a:p>
          <a:p>
            <a:pPr algn="just">
              <a:buSzPct val="125000"/>
            </a:pPr>
            <a:endParaRPr lang="en-US" sz="2000" dirty="0"/>
          </a:p>
          <a:p>
            <a:pPr marL="342900" indent="-342900" algn="just">
              <a:buSzPct val="125000"/>
              <a:buFont typeface="Wingdings" panose="05000000000000000000" pitchFamily="2" charset="2"/>
              <a:buChar char="§"/>
            </a:pPr>
            <a:r>
              <a:rPr lang="en-US" sz="2000" dirty="0"/>
              <a:t>It results in large reverse current and the diode is said to be in the region of </a:t>
            </a:r>
            <a:r>
              <a:rPr lang="en-US" sz="2000" i="1" dirty="0"/>
              <a:t>avalanche-breakdown</a:t>
            </a:r>
            <a:r>
              <a:rPr lang="en-US" sz="2000" dirty="0"/>
              <a:t>.</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ED217A5-BD18-4343-AC0D-0E73B801AAEE}"/>
                  </a:ext>
                </a:extLst>
              </p14:cNvPr>
              <p14:cNvContentPartPr/>
              <p14:nvPr/>
            </p14:nvContentPartPr>
            <p14:xfrm>
              <a:off x="1647720" y="1784520"/>
              <a:ext cx="8692920" cy="4207320"/>
            </p14:xfrm>
          </p:contentPart>
        </mc:Choice>
        <mc:Fallback xmlns="">
          <p:pic>
            <p:nvPicPr>
              <p:cNvPr id="2" name="Ink 1">
                <a:extLst>
                  <a:ext uri="{FF2B5EF4-FFF2-40B4-BE49-F238E27FC236}">
                    <a16:creationId xmlns:a16="http://schemas.microsoft.com/office/drawing/2014/main" id="{8ED217A5-BD18-4343-AC0D-0E73B801AAEE}"/>
                  </a:ext>
                </a:extLst>
              </p:cNvPr>
              <p:cNvPicPr/>
              <p:nvPr/>
            </p:nvPicPr>
            <p:blipFill>
              <a:blip r:embed="rId4"/>
              <a:stretch>
                <a:fillRect/>
              </a:stretch>
            </p:blipFill>
            <p:spPr>
              <a:xfrm>
                <a:off x="1638360" y="1775160"/>
                <a:ext cx="8711640" cy="4226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2EF3BF6-9734-4F56-B0E9-BD94D0687FB5}"/>
                  </a:ext>
                </a:extLst>
              </p14:cNvPr>
              <p14:cNvContentPartPr/>
              <p14:nvPr/>
            </p14:nvContentPartPr>
            <p14:xfrm>
              <a:off x="51480" y="1329120"/>
              <a:ext cx="10370880" cy="5007240"/>
            </p14:xfrm>
          </p:contentPart>
        </mc:Choice>
        <mc:Fallback xmlns="">
          <p:pic>
            <p:nvPicPr>
              <p:cNvPr id="3" name="Ink 2">
                <a:extLst>
                  <a:ext uri="{FF2B5EF4-FFF2-40B4-BE49-F238E27FC236}">
                    <a16:creationId xmlns:a16="http://schemas.microsoft.com/office/drawing/2014/main" id="{F2EF3BF6-9734-4F56-B0E9-BD94D0687FB5}"/>
                  </a:ext>
                </a:extLst>
              </p:cNvPr>
              <p:cNvPicPr/>
              <p:nvPr/>
            </p:nvPicPr>
            <p:blipFill>
              <a:blip r:embed="rId6"/>
              <a:stretch>
                <a:fillRect/>
              </a:stretch>
            </p:blipFill>
            <p:spPr>
              <a:xfrm>
                <a:off x="42120" y="1319760"/>
                <a:ext cx="10389600" cy="5025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89843C58-C1AF-4BB0-BF2C-168773D89386}"/>
                  </a:ext>
                </a:extLst>
              </p14:cNvPr>
              <p14:cNvContentPartPr/>
              <p14:nvPr/>
            </p14:nvContentPartPr>
            <p14:xfrm>
              <a:off x="1856160" y="1747080"/>
              <a:ext cx="8847360" cy="4570920"/>
            </p14:xfrm>
          </p:contentPart>
        </mc:Choice>
        <mc:Fallback xmlns="">
          <p:pic>
            <p:nvPicPr>
              <p:cNvPr id="10" name="Ink 9">
                <a:extLst>
                  <a:ext uri="{FF2B5EF4-FFF2-40B4-BE49-F238E27FC236}">
                    <a16:creationId xmlns:a16="http://schemas.microsoft.com/office/drawing/2014/main" id="{89843C58-C1AF-4BB0-BF2C-168773D89386}"/>
                  </a:ext>
                </a:extLst>
              </p:cNvPr>
              <p:cNvPicPr/>
              <p:nvPr/>
            </p:nvPicPr>
            <p:blipFill>
              <a:blip r:embed="rId8"/>
              <a:stretch>
                <a:fillRect/>
              </a:stretch>
            </p:blipFill>
            <p:spPr>
              <a:xfrm>
                <a:off x="1846800" y="1737720"/>
                <a:ext cx="8866080" cy="4589640"/>
              </a:xfrm>
              <a:prstGeom prst="rect">
                <a:avLst/>
              </a:prstGeom>
            </p:spPr>
          </p:pic>
        </mc:Fallback>
      </mc:AlternateContent>
    </p:spTree>
    <p:extLst>
      <p:ext uri="{BB962C8B-B14F-4D97-AF65-F5344CB8AC3E}">
        <p14:creationId xmlns:p14="http://schemas.microsoft.com/office/powerpoint/2010/main" val="39514827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122</a:t>
            </a:fld>
            <a:endParaRPr lang="en-IN"/>
          </a:p>
        </p:txBody>
      </p:sp>
      <p:sp>
        <p:nvSpPr>
          <p:cNvPr id="8" name="Rectangle 7">
            <a:extLst>
              <a:ext uri="{FF2B5EF4-FFF2-40B4-BE49-F238E27FC236}">
                <a16:creationId xmlns:a16="http://schemas.microsoft.com/office/drawing/2014/main" id="{6AAD3E8E-0E5D-4299-9D05-2B955A44734D}"/>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Zener Breakdown</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6">
            <a:extLst>
              <a:ext uri="{FF2B5EF4-FFF2-40B4-BE49-F238E27FC236}">
                <a16:creationId xmlns:a16="http://schemas.microsoft.com/office/drawing/2014/main" id="{AD9869F5-1E5A-47E5-B945-2A52D5E060BD}"/>
              </a:ext>
            </a:extLst>
          </p:cNvPr>
          <p:cNvSpPr txBox="1"/>
          <p:nvPr/>
        </p:nvSpPr>
        <p:spPr>
          <a:xfrm>
            <a:off x="1137683" y="1052623"/>
            <a:ext cx="9739424" cy="2246769"/>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000" dirty="0"/>
              <a:t>Even if the initially available carriers do not acquire sufficient energy to disrupt bonds, it is possible to initiate breakdown through a direct rupture of the bonds. </a:t>
            </a:r>
          </a:p>
          <a:p>
            <a:pPr marL="342900" indent="-342900" algn="just">
              <a:buSzPct val="125000"/>
              <a:buFont typeface="Wingdings" panose="05000000000000000000" pitchFamily="2" charset="2"/>
              <a:buChar char="§"/>
            </a:pPr>
            <a:r>
              <a:rPr lang="en-US" sz="2000" dirty="0"/>
              <a:t>Because of the existence of the electric field at the junction, a sufficiently strong force may be exerted on a bound electron by the field to tear it out of its covalent bond. </a:t>
            </a:r>
          </a:p>
          <a:p>
            <a:pPr marL="342900" indent="-342900" algn="just">
              <a:buSzPct val="125000"/>
              <a:buFont typeface="Wingdings" panose="05000000000000000000" pitchFamily="2" charset="2"/>
              <a:buChar char="§"/>
            </a:pPr>
            <a:r>
              <a:rPr lang="en-US" sz="2000" dirty="0"/>
              <a:t>The new hole-electron pair which is created increases the reverse current. This process, called </a:t>
            </a:r>
            <a:r>
              <a:rPr lang="en-US" sz="2000" i="1" dirty="0"/>
              <a:t>Zener breakdown, </a:t>
            </a:r>
            <a:r>
              <a:rPr lang="en-US" sz="2000" dirty="0"/>
              <a:t>does not involve collisions of carriers with the crystal ions (as does avalanche multiplication).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1B8B505-8401-4673-AE2B-FF3EA87096AA}"/>
                  </a:ext>
                </a:extLst>
              </p:cNvPr>
              <p:cNvSpPr txBox="1"/>
              <p:nvPr/>
            </p:nvSpPr>
            <p:spPr>
              <a:xfrm>
                <a:off x="1137683" y="3299392"/>
                <a:ext cx="9739424" cy="2554545"/>
              </a:xfrm>
              <a:prstGeom prst="rect">
                <a:avLst/>
              </a:prstGeom>
              <a:noFill/>
            </p:spPr>
            <p:txBody>
              <a:bodyPr wrap="square" rtlCol="0">
                <a:spAutoFit/>
              </a:bodyPr>
              <a:lstStyle/>
              <a:p>
                <a:pPr marL="342900" indent="-342900" algn="just">
                  <a:buSzPct val="125000"/>
                  <a:buFont typeface="Wingdings" panose="05000000000000000000" pitchFamily="2" charset="2"/>
                  <a:buChar char="§"/>
                </a:pPr>
                <a:r>
                  <a:rPr lang="en-US" sz="2000" dirty="0"/>
                  <a:t>The field intensity </a:t>
                </a:r>
                <a:r>
                  <a:rPr lang="en-US" sz="2000" i="1" dirty="0"/>
                  <a:t>E </a:t>
                </a:r>
                <a:r>
                  <a:rPr lang="en-US" sz="2000" dirty="0"/>
                  <a:t>increases as the impurity concentration increases, for a fixed applied voltage. </a:t>
                </a:r>
              </a:p>
              <a:p>
                <a:pPr marL="342900" indent="-342900" algn="just">
                  <a:buSzPct val="125000"/>
                  <a:buFont typeface="Wingdings" panose="05000000000000000000" pitchFamily="2" charset="2"/>
                  <a:buChar char="§"/>
                </a:pPr>
                <a:r>
                  <a:rPr lang="en-US" sz="2000" dirty="0"/>
                  <a:t>It is found that </a:t>
                </a:r>
                <a:r>
                  <a:rPr lang="en-US" sz="2000" i="1" dirty="0"/>
                  <a:t>Zener breakdown </a:t>
                </a:r>
                <a:r>
                  <a:rPr lang="en-US" sz="2000" dirty="0"/>
                  <a:t>occurs at a field of approximately </a:t>
                </a:r>
                <a14:m>
                  <m:oMath xmlns:m="http://schemas.openxmlformats.org/officeDocument/2006/math">
                    <m:r>
                      <a:rPr lang="en-US" sz="2000" b="0" i="0" smtClean="0">
                        <a:latin typeface="Cambria Math" panose="02040503050406030204" pitchFamily="18" charset="0"/>
                        <a:ea typeface="Cambria Math" panose="02040503050406030204" pitchFamily="18" charset="0"/>
                      </a:rPr>
                      <m:t>3</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7</m:t>
                        </m:r>
                      </m:sup>
                    </m:sSup>
                  </m:oMath>
                </a14:m>
                <a:r>
                  <a:rPr lang="en-US" sz="2000" dirty="0"/>
                  <a:t>V</a:t>
                </a:r>
                <a:r>
                  <a:rPr lang="en-US" sz="2000" i="1" dirty="0"/>
                  <a:t>1m. </a:t>
                </a:r>
                <a:r>
                  <a:rPr lang="en-US" sz="2000" dirty="0"/>
                  <a:t>This value is reached at voltages below about 6 V for heavily doped diodes. </a:t>
                </a:r>
              </a:p>
              <a:p>
                <a:pPr marL="342900" indent="-342900" algn="just">
                  <a:buSzPct val="125000"/>
                  <a:buFont typeface="Wingdings" panose="05000000000000000000" pitchFamily="2" charset="2"/>
                  <a:buChar char="§"/>
                </a:pPr>
                <a:r>
                  <a:rPr lang="en-US" sz="2000" dirty="0"/>
                  <a:t>For lightly doped diodes the breakdown voltage is higher, and </a:t>
                </a:r>
                <a:r>
                  <a:rPr lang="en-US" sz="2000" i="1" dirty="0"/>
                  <a:t>avalanche multiplication </a:t>
                </a:r>
                <a:r>
                  <a:rPr lang="en-US" sz="2000" dirty="0"/>
                  <a:t>is the predominant effect. </a:t>
                </a:r>
              </a:p>
              <a:p>
                <a:pPr marL="342900" indent="-342900" algn="just">
                  <a:buSzPct val="125000"/>
                  <a:buFont typeface="Wingdings" panose="05000000000000000000" pitchFamily="2" charset="2"/>
                  <a:buChar char="§"/>
                </a:pPr>
                <a:r>
                  <a:rPr lang="en-US" sz="2000" dirty="0"/>
                  <a:t>Silicon diodes operated in avalanche breakdown are available with maintaining voltages from several volts to several hundred volts and with power ratings up to 50 W.</a:t>
                </a:r>
              </a:p>
            </p:txBody>
          </p:sp>
        </mc:Choice>
        <mc:Fallback xmlns="">
          <p:sp>
            <p:nvSpPr>
              <p:cNvPr id="9" name="TextBox 8">
                <a:extLst>
                  <a:ext uri="{FF2B5EF4-FFF2-40B4-BE49-F238E27FC236}">
                    <a16:creationId xmlns:a16="http://schemas.microsoft.com/office/drawing/2014/main" id="{91B8B505-8401-4673-AE2B-FF3EA87096AA}"/>
                  </a:ext>
                </a:extLst>
              </p:cNvPr>
              <p:cNvSpPr txBox="1">
                <a:spLocks noRot="1" noChangeAspect="1" noMove="1" noResize="1" noEditPoints="1" noAdjustHandles="1" noChangeArrowheads="1" noChangeShapeType="1" noTextEdit="1"/>
              </p:cNvSpPr>
              <p:nvPr/>
            </p:nvSpPr>
            <p:spPr>
              <a:xfrm>
                <a:off x="1137683" y="3299392"/>
                <a:ext cx="9739424" cy="2554545"/>
              </a:xfrm>
              <a:prstGeom prst="rect">
                <a:avLst/>
              </a:prstGeom>
              <a:blipFill>
                <a:blip r:embed="rId2"/>
                <a:stretch>
                  <a:fillRect l="-939" t="-3580" r="-626" b="-3341"/>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D97ECBA-8CDB-4184-AE3D-4A4CED406374}"/>
                  </a:ext>
                </a:extLst>
              </p14:cNvPr>
              <p14:cNvContentPartPr/>
              <p14:nvPr/>
            </p14:nvContentPartPr>
            <p14:xfrm>
              <a:off x="65880" y="1303200"/>
              <a:ext cx="10978920" cy="3844440"/>
            </p14:xfrm>
          </p:contentPart>
        </mc:Choice>
        <mc:Fallback xmlns="">
          <p:pic>
            <p:nvPicPr>
              <p:cNvPr id="2" name="Ink 1">
                <a:extLst>
                  <a:ext uri="{FF2B5EF4-FFF2-40B4-BE49-F238E27FC236}">
                    <a16:creationId xmlns:a16="http://schemas.microsoft.com/office/drawing/2014/main" id="{0D97ECBA-8CDB-4184-AE3D-4A4CED406374}"/>
                  </a:ext>
                </a:extLst>
              </p:cNvPr>
              <p:cNvPicPr/>
              <p:nvPr/>
            </p:nvPicPr>
            <p:blipFill>
              <a:blip r:embed="rId4"/>
              <a:stretch>
                <a:fillRect/>
              </a:stretch>
            </p:blipFill>
            <p:spPr>
              <a:xfrm>
                <a:off x="56520" y="1293840"/>
                <a:ext cx="10997640" cy="3863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0EDEABA-3D78-4F80-B6DB-C13B10B51306}"/>
                  </a:ext>
                </a:extLst>
              </p14:cNvPr>
              <p14:cNvContentPartPr/>
              <p14:nvPr/>
            </p14:nvContentPartPr>
            <p14:xfrm>
              <a:off x="7002720" y="1883880"/>
              <a:ext cx="4939200" cy="1222560"/>
            </p14:xfrm>
          </p:contentPart>
        </mc:Choice>
        <mc:Fallback xmlns="">
          <p:pic>
            <p:nvPicPr>
              <p:cNvPr id="3" name="Ink 2">
                <a:extLst>
                  <a:ext uri="{FF2B5EF4-FFF2-40B4-BE49-F238E27FC236}">
                    <a16:creationId xmlns:a16="http://schemas.microsoft.com/office/drawing/2014/main" id="{E0EDEABA-3D78-4F80-B6DB-C13B10B51306}"/>
                  </a:ext>
                </a:extLst>
              </p:cNvPr>
              <p:cNvPicPr/>
              <p:nvPr/>
            </p:nvPicPr>
            <p:blipFill>
              <a:blip r:embed="rId6"/>
              <a:stretch>
                <a:fillRect/>
              </a:stretch>
            </p:blipFill>
            <p:spPr>
              <a:xfrm>
                <a:off x="6993360" y="1874520"/>
                <a:ext cx="4957920" cy="124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09657E2C-AB0E-4538-A7D0-4682B1D8DB0E}"/>
                  </a:ext>
                </a:extLst>
              </p14:cNvPr>
              <p14:cNvContentPartPr/>
              <p14:nvPr/>
            </p14:nvContentPartPr>
            <p14:xfrm>
              <a:off x="10172880" y="4155480"/>
              <a:ext cx="126360" cy="123120"/>
            </p14:xfrm>
          </p:contentPart>
        </mc:Choice>
        <mc:Fallback xmlns="">
          <p:pic>
            <p:nvPicPr>
              <p:cNvPr id="10" name="Ink 9">
                <a:extLst>
                  <a:ext uri="{FF2B5EF4-FFF2-40B4-BE49-F238E27FC236}">
                    <a16:creationId xmlns:a16="http://schemas.microsoft.com/office/drawing/2014/main" id="{09657E2C-AB0E-4538-A7D0-4682B1D8DB0E}"/>
                  </a:ext>
                </a:extLst>
              </p:cNvPr>
              <p:cNvPicPr/>
              <p:nvPr/>
            </p:nvPicPr>
            <p:blipFill>
              <a:blip r:embed="rId8"/>
              <a:stretch>
                <a:fillRect/>
              </a:stretch>
            </p:blipFill>
            <p:spPr>
              <a:xfrm>
                <a:off x="10163520" y="4146120"/>
                <a:ext cx="145080" cy="141840"/>
              </a:xfrm>
              <a:prstGeom prst="rect">
                <a:avLst/>
              </a:prstGeom>
            </p:spPr>
          </p:pic>
        </mc:Fallback>
      </mc:AlternateContent>
    </p:spTree>
    <p:extLst>
      <p:ext uri="{BB962C8B-B14F-4D97-AF65-F5344CB8AC3E}">
        <p14:creationId xmlns:p14="http://schemas.microsoft.com/office/powerpoint/2010/main" val="39307193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123</a:t>
            </a:fld>
            <a:endParaRPr lang="en-IN"/>
          </a:p>
        </p:txBody>
      </p:sp>
      <p:sp>
        <p:nvSpPr>
          <p:cNvPr id="9" name="Rectangle 8">
            <a:extLst>
              <a:ext uri="{FF2B5EF4-FFF2-40B4-BE49-F238E27FC236}">
                <a16:creationId xmlns:a16="http://schemas.microsoft.com/office/drawing/2014/main" id="{87A12B9E-01BC-4EA8-8DEB-D6CF3C830A2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Breakdown Mechanism</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E0FBF3E-5493-4A5A-9518-82FAA4AB0A4D}"/>
                  </a:ext>
                </a:extLst>
              </p14:cNvPr>
              <p14:cNvContentPartPr/>
              <p14:nvPr/>
            </p14:nvContentPartPr>
            <p14:xfrm>
              <a:off x="1479600" y="1117080"/>
              <a:ext cx="10135080" cy="5385240"/>
            </p14:xfrm>
          </p:contentPart>
        </mc:Choice>
        <mc:Fallback xmlns="">
          <p:pic>
            <p:nvPicPr>
              <p:cNvPr id="3" name="Ink 2">
                <a:extLst>
                  <a:ext uri="{FF2B5EF4-FFF2-40B4-BE49-F238E27FC236}">
                    <a16:creationId xmlns:a16="http://schemas.microsoft.com/office/drawing/2014/main" id="{7E0FBF3E-5493-4A5A-9518-82FAA4AB0A4D}"/>
                  </a:ext>
                </a:extLst>
              </p:cNvPr>
              <p:cNvPicPr/>
              <p:nvPr/>
            </p:nvPicPr>
            <p:blipFill>
              <a:blip r:embed="rId3"/>
              <a:stretch>
                <a:fillRect/>
              </a:stretch>
            </p:blipFill>
            <p:spPr>
              <a:xfrm>
                <a:off x="1470240" y="1107720"/>
                <a:ext cx="10153800" cy="5403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80838D0-BBE7-440C-B3D6-0D1854CD2D8E}"/>
                  </a:ext>
                </a:extLst>
              </p14:cNvPr>
              <p14:cNvContentPartPr/>
              <p14:nvPr/>
            </p14:nvContentPartPr>
            <p14:xfrm>
              <a:off x="2341800" y="2612520"/>
              <a:ext cx="8723160" cy="3935520"/>
            </p14:xfrm>
          </p:contentPart>
        </mc:Choice>
        <mc:Fallback xmlns="">
          <p:pic>
            <p:nvPicPr>
              <p:cNvPr id="2" name="Ink 1">
                <a:extLst>
                  <a:ext uri="{FF2B5EF4-FFF2-40B4-BE49-F238E27FC236}">
                    <a16:creationId xmlns:a16="http://schemas.microsoft.com/office/drawing/2014/main" id="{F80838D0-BBE7-440C-B3D6-0D1854CD2D8E}"/>
                  </a:ext>
                </a:extLst>
              </p:cNvPr>
              <p:cNvPicPr/>
              <p:nvPr/>
            </p:nvPicPr>
            <p:blipFill>
              <a:blip r:embed="rId5"/>
              <a:stretch>
                <a:fillRect/>
              </a:stretch>
            </p:blipFill>
            <p:spPr>
              <a:xfrm>
                <a:off x="2332440" y="2603160"/>
                <a:ext cx="8741880" cy="3954240"/>
              </a:xfrm>
              <a:prstGeom prst="rect">
                <a:avLst/>
              </a:prstGeom>
            </p:spPr>
          </p:pic>
        </mc:Fallback>
      </mc:AlternateContent>
    </p:spTree>
    <p:extLst>
      <p:ext uri="{BB962C8B-B14F-4D97-AF65-F5344CB8AC3E}">
        <p14:creationId xmlns:p14="http://schemas.microsoft.com/office/powerpoint/2010/main" val="408378288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124</a:t>
            </a:fld>
            <a:endParaRPr lang="en-IN"/>
          </a:p>
        </p:txBody>
      </p:sp>
      <p:sp>
        <p:nvSpPr>
          <p:cNvPr id="9" name="Rectangle 8">
            <a:extLst>
              <a:ext uri="{FF2B5EF4-FFF2-40B4-BE49-F238E27FC236}">
                <a16:creationId xmlns:a16="http://schemas.microsoft.com/office/drawing/2014/main" id="{87A12B9E-01BC-4EA8-8DEB-D6CF3C830A2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Numerical Examples </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7687F0E-36D9-4B91-929D-52B831CCCF97}"/>
                  </a:ext>
                </a:extLst>
              </p14:cNvPr>
              <p14:cNvContentPartPr/>
              <p14:nvPr/>
            </p14:nvContentPartPr>
            <p14:xfrm>
              <a:off x="807120" y="1028160"/>
              <a:ext cx="11012400" cy="4884120"/>
            </p14:xfrm>
          </p:contentPart>
        </mc:Choice>
        <mc:Fallback xmlns="">
          <p:pic>
            <p:nvPicPr>
              <p:cNvPr id="2" name="Ink 1">
                <a:extLst>
                  <a:ext uri="{FF2B5EF4-FFF2-40B4-BE49-F238E27FC236}">
                    <a16:creationId xmlns:a16="http://schemas.microsoft.com/office/drawing/2014/main" id="{17687F0E-36D9-4B91-929D-52B831CCCF97}"/>
                  </a:ext>
                </a:extLst>
              </p:cNvPr>
              <p:cNvPicPr/>
              <p:nvPr/>
            </p:nvPicPr>
            <p:blipFill>
              <a:blip r:embed="rId3"/>
              <a:stretch>
                <a:fillRect/>
              </a:stretch>
            </p:blipFill>
            <p:spPr>
              <a:xfrm>
                <a:off x="797760" y="1018800"/>
                <a:ext cx="11031120" cy="4902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119EB46-7722-4F7B-9EF1-DA763CE959FD}"/>
                  </a:ext>
                </a:extLst>
              </p14:cNvPr>
              <p14:cNvContentPartPr/>
              <p14:nvPr/>
            </p14:nvContentPartPr>
            <p14:xfrm>
              <a:off x="6665040" y="3600000"/>
              <a:ext cx="903960" cy="1205640"/>
            </p14:xfrm>
          </p:contentPart>
        </mc:Choice>
        <mc:Fallback xmlns="">
          <p:pic>
            <p:nvPicPr>
              <p:cNvPr id="3" name="Ink 2">
                <a:extLst>
                  <a:ext uri="{FF2B5EF4-FFF2-40B4-BE49-F238E27FC236}">
                    <a16:creationId xmlns:a16="http://schemas.microsoft.com/office/drawing/2014/main" id="{0119EB46-7722-4F7B-9EF1-DA763CE959FD}"/>
                  </a:ext>
                </a:extLst>
              </p:cNvPr>
              <p:cNvPicPr/>
              <p:nvPr/>
            </p:nvPicPr>
            <p:blipFill>
              <a:blip r:embed="rId5"/>
              <a:stretch>
                <a:fillRect/>
              </a:stretch>
            </p:blipFill>
            <p:spPr>
              <a:xfrm>
                <a:off x="6655680" y="3590640"/>
                <a:ext cx="922680" cy="122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F16B40F7-87D9-4BB2-B3DA-3C29618DA3C1}"/>
                  </a:ext>
                </a:extLst>
              </p14:cNvPr>
              <p14:cNvContentPartPr/>
              <p14:nvPr/>
            </p14:nvContentPartPr>
            <p14:xfrm>
              <a:off x="1940760" y="1690560"/>
              <a:ext cx="9645480" cy="3000960"/>
            </p14:xfrm>
          </p:contentPart>
        </mc:Choice>
        <mc:Fallback xmlns="">
          <p:pic>
            <p:nvPicPr>
              <p:cNvPr id="7" name="Ink 6">
                <a:extLst>
                  <a:ext uri="{FF2B5EF4-FFF2-40B4-BE49-F238E27FC236}">
                    <a16:creationId xmlns:a16="http://schemas.microsoft.com/office/drawing/2014/main" id="{F16B40F7-87D9-4BB2-B3DA-3C29618DA3C1}"/>
                  </a:ext>
                </a:extLst>
              </p:cNvPr>
              <p:cNvPicPr/>
              <p:nvPr/>
            </p:nvPicPr>
            <p:blipFill>
              <a:blip r:embed="rId7"/>
              <a:stretch>
                <a:fillRect/>
              </a:stretch>
            </p:blipFill>
            <p:spPr>
              <a:xfrm>
                <a:off x="1931400" y="1681200"/>
                <a:ext cx="9664200" cy="3019680"/>
              </a:xfrm>
              <a:prstGeom prst="rect">
                <a:avLst/>
              </a:prstGeom>
            </p:spPr>
          </p:pic>
        </mc:Fallback>
      </mc:AlternateContent>
    </p:spTree>
    <p:extLst>
      <p:ext uri="{BB962C8B-B14F-4D97-AF65-F5344CB8AC3E}">
        <p14:creationId xmlns:p14="http://schemas.microsoft.com/office/powerpoint/2010/main" val="33459644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125</a:t>
            </a:fld>
            <a:endParaRPr lang="en-IN"/>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ED336B1-DAB3-451B-B9FA-7859B68F7D14}"/>
                  </a:ext>
                </a:extLst>
              </p14:cNvPr>
              <p14:cNvContentPartPr/>
              <p14:nvPr/>
            </p14:nvContentPartPr>
            <p14:xfrm>
              <a:off x="250920" y="1079280"/>
              <a:ext cx="11703240" cy="4199760"/>
            </p14:xfrm>
          </p:contentPart>
        </mc:Choice>
        <mc:Fallback xmlns="">
          <p:pic>
            <p:nvPicPr>
              <p:cNvPr id="2" name="Ink 1">
                <a:extLst>
                  <a:ext uri="{FF2B5EF4-FFF2-40B4-BE49-F238E27FC236}">
                    <a16:creationId xmlns:a16="http://schemas.microsoft.com/office/drawing/2014/main" id="{6ED336B1-DAB3-451B-B9FA-7859B68F7D14}"/>
                  </a:ext>
                </a:extLst>
              </p:cNvPr>
              <p:cNvPicPr/>
              <p:nvPr/>
            </p:nvPicPr>
            <p:blipFill>
              <a:blip r:embed="rId3"/>
              <a:stretch>
                <a:fillRect/>
              </a:stretch>
            </p:blipFill>
            <p:spPr>
              <a:xfrm>
                <a:off x="241560" y="1069920"/>
                <a:ext cx="11721960" cy="4218480"/>
              </a:xfrm>
              <a:prstGeom prst="rect">
                <a:avLst/>
              </a:prstGeom>
            </p:spPr>
          </p:pic>
        </mc:Fallback>
      </mc:AlternateContent>
      <p:sp>
        <p:nvSpPr>
          <p:cNvPr id="7" name="Rectangle 6">
            <a:extLst>
              <a:ext uri="{FF2B5EF4-FFF2-40B4-BE49-F238E27FC236}">
                <a16:creationId xmlns:a16="http://schemas.microsoft.com/office/drawing/2014/main" id="{481E8B99-5969-4175-A69F-6FDAF1506E27}"/>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Numerical Examples </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F5CE807-5962-4540-9883-3E72F7DD1063}"/>
                  </a:ext>
                </a:extLst>
              </p14:cNvPr>
              <p14:cNvContentPartPr/>
              <p14:nvPr/>
            </p14:nvContentPartPr>
            <p14:xfrm>
              <a:off x="3041280" y="916200"/>
              <a:ext cx="8802720" cy="3767400"/>
            </p14:xfrm>
          </p:contentPart>
        </mc:Choice>
        <mc:Fallback xmlns="">
          <p:pic>
            <p:nvPicPr>
              <p:cNvPr id="3" name="Ink 2">
                <a:extLst>
                  <a:ext uri="{FF2B5EF4-FFF2-40B4-BE49-F238E27FC236}">
                    <a16:creationId xmlns:a16="http://schemas.microsoft.com/office/drawing/2014/main" id="{EF5CE807-5962-4540-9883-3E72F7DD1063}"/>
                  </a:ext>
                </a:extLst>
              </p:cNvPr>
              <p:cNvPicPr/>
              <p:nvPr/>
            </p:nvPicPr>
            <p:blipFill>
              <a:blip r:embed="rId5"/>
              <a:stretch>
                <a:fillRect/>
              </a:stretch>
            </p:blipFill>
            <p:spPr>
              <a:xfrm>
                <a:off x="3031920" y="906840"/>
                <a:ext cx="8821440" cy="3786120"/>
              </a:xfrm>
              <a:prstGeom prst="rect">
                <a:avLst/>
              </a:prstGeom>
            </p:spPr>
          </p:pic>
        </mc:Fallback>
      </mc:AlternateContent>
    </p:spTree>
    <p:extLst>
      <p:ext uri="{BB962C8B-B14F-4D97-AF65-F5344CB8AC3E}">
        <p14:creationId xmlns:p14="http://schemas.microsoft.com/office/powerpoint/2010/main" val="41150577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126</a:t>
            </a:fld>
            <a:endParaRPr lang="en-IN"/>
          </a:p>
        </p:txBody>
      </p:sp>
      <p:sp>
        <p:nvSpPr>
          <p:cNvPr id="9" name="Rectangle 8">
            <a:extLst>
              <a:ext uri="{FF2B5EF4-FFF2-40B4-BE49-F238E27FC236}">
                <a16:creationId xmlns:a16="http://schemas.microsoft.com/office/drawing/2014/main" id="{87A12B9E-01BC-4EA8-8DEB-D6CF3C830A2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Numerical Examples </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231995C-C357-4C97-8B02-D587430866A2}"/>
                  </a:ext>
                </a:extLst>
              </p14:cNvPr>
              <p14:cNvContentPartPr/>
              <p14:nvPr/>
            </p14:nvContentPartPr>
            <p14:xfrm>
              <a:off x="1013400" y="1032480"/>
              <a:ext cx="10367280" cy="5400000"/>
            </p14:xfrm>
          </p:contentPart>
        </mc:Choice>
        <mc:Fallback xmlns="">
          <p:pic>
            <p:nvPicPr>
              <p:cNvPr id="3" name="Ink 2">
                <a:extLst>
                  <a:ext uri="{FF2B5EF4-FFF2-40B4-BE49-F238E27FC236}">
                    <a16:creationId xmlns:a16="http://schemas.microsoft.com/office/drawing/2014/main" id="{5231995C-C357-4C97-8B02-D587430866A2}"/>
                  </a:ext>
                </a:extLst>
              </p:cNvPr>
              <p:cNvPicPr/>
              <p:nvPr/>
            </p:nvPicPr>
            <p:blipFill>
              <a:blip r:embed="rId3"/>
              <a:stretch>
                <a:fillRect/>
              </a:stretch>
            </p:blipFill>
            <p:spPr>
              <a:xfrm>
                <a:off x="1004040" y="1023120"/>
                <a:ext cx="10386000" cy="5418720"/>
              </a:xfrm>
              <a:prstGeom prst="rect">
                <a:avLst/>
              </a:prstGeom>
            </p:spPr>
          </p:pic>
        </mc:Fallback>
      </mc:AlternateContent>
    </p:spTree>
    <p:extLst>
      <p:ext uri="{BB962C8B-B14F-4D97-AF65-F5344CB8AC3E}">
        <p14:creationId xmlns:p14="http://schemas.microsoft.com/office/powerpoint/2010/main" val="10730378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71E555-62BE-4DC5-A2CB-A3654DA49CC2}"/>
              </a:ext>
            </a:extLst>
          </p:cNvPr>
          <p:cNvSpPr>
            <a:spLocks noGrp="1"/>
          </p:cNvSpPr>
          <p:nvPr>
            <p:ph type="dt" sz="half" idx="10"/>
          </p:nvPr>
        </p:nvSpPr>
        <p:spPr/>
        <p:txBody>
          <a:bodyPr/>
          <a:lstStyle/>
          <a:p>
            <a:fld id="{C1F76289-D020-4E13-BF8C-12754C9CA5C0}" type="datetime1">
              <a:rPr lang="en-IN" smtClean="0"/>
              <a:pPr/>
              <a:t>24-01-2022</a:t>
            </a:fld>
            <a:endParaRPr lang="en-IN"/>
          </a:p>
        </p:txBody>
      </p:sp>
      <p:sp>
        <p:nvSpPr>
          <p:cNvPr id="5" name="Footer Placeholder 4">
            <a:extLst>
              <a:ext uri="{FF2B5EF4-FFF2-40B4-BE49-F238E27FC236}">
                <a16:creationId xmlns:a16="http://schemas.microsoft.com/office/drawing/2014/main" id="{BA15CF2D-F3A3-436C-85AD-13EDCEF7DE59}"/>
              </a:ext>
            </a:extLst>
          </p:cNvPr>
          <p:cNvSpPr>
            <a:spLocks noGrp="1"/>
          </p:cNvSpPr>
          <p:nvPr>
            <p:ph type="ftr" sz="quarter" idx="11"/>
          </p:nvPr>
        </p:nvSpPr>
        <p:spPr/>
        <p:txBody>
          <a:bodyPr/>
          <a:lstStyle/>
          <a:p>
            <a:r>
              <a:rPr lang="en-IN"/>
              <a:t>Department of ECE, BIT, Mesra Ranchi</a:t>
            </a:r>
          </a:p>
        </p:txBody>
      </p:sp>
      <p:sp>
        <p:nvSpPr>
          <p:cNvPr id="6" name="Slide Number Placeholder 5">
            <a:extLst>
              <a:ext uri="{FF2B5EF4-FFF2-40B4-BE49-F238E27FC236}">
                <a16:creationId xmlns:a16="http://schemas.microsoft.com/office/drawing/2014/main" id="{7AF3CAA2-CCEC-49E3-B7EF-179435FB4EA9}"/>
              </a:ext>
            </a:extLst>
          </p:cNvPr>
          <p:cNvSpPr>
            <a:spLocks noGrp="1"/>
          </p:cNvSpPr>
          <p:nvPr>
            <p:ph type="sldNum" sz="quarter" idx="12"/>
          </p:nvPr>
        </p:nvSpPr>
        <p:spPr/>
        <p:txBody>
          <a:bodyPr/>
          <a:lstStyle/>
          <a:p>
            <a:fld id="{780713B5-9296-425E-8DDC-5B86ACA00944}" type="slidenum">
              <a:rPr lang="en-IN" smtClean="0"/>
              <a:pPr/>
              <a:t>127</a:t>
            </a:fld>
            <a:endParaRPr lang="en-IN"/>
          </a:p>
        </p:txBody>
      </p:sp>
      <p:sp>
        <p:nvSpPr>
          <p:cNvPr id="9" name="Rectangle 8">
            <a:extLst>
              <a:ext uri="{FF2B5EF4-FFF2-40B4-BE49-F238E27FC236}">
                <a16:creationId xmlns:a16="http://schemas.microsoft.com/office/drawing/2014/main" id="{87A12B9E-01BC-4EA8-8DEB-D6CF3C830A23}"/>
              </a:ext>
            </a:extLst>
          </p:cNvPr>
          <p:cNvSpPr/>
          <p:nvPr/>
        </p:nvSpPr>
        <p:spPr>
          <a:xfrm>
            <a:off x="1288952" y="215388"/>
            <a:ext cx="9588155"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Numerical Examples </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762BACA-8B95-4A5E-9F92-57F2AE961A20}"/>
                  </a:ext>
                </a:extLst>
              </p14:cNvPr>
              <p14:cNvContentPartPr/>
              <p14:nvPr/>
            </p14:nvContentPartPr>
            <p14:xfrm>
              <a:off x="1339560" y="1138320"/>
              <a:ext cx="5119560" cy="3112920"/>
            </p14:xfrm>
          </p:contentPart>
        </mc:Choice>
        <mc:Fallback xmlns="">
          <p:pic>
            <p:nvPicPr>
              <p:cNvPr id="2" name="Ink 1">
                <a:extLst>
                  <a:ext uri="{FF2B5EF4-FFF2-40B4-BE49-F238E27FC236}">
                    <a16:creationId xmlns:a16="http://schemas.microsoft.com/office/drawing/2014/main" id="{7762BACA-8B95-4A5E-9F92-57F2AE961A20}"/>
                  </a:ext>
                </a:extLst>
              </p:cNvPr>
              <p:cNvPicPr/>
              <p:nvPr/>
            </p:nvPicPr>
            <p:blipFill>
              <a:blip r:embed="rId3"/>
              <a:stretch>
                <a:fillRect/>
              </a:stretch>
            </p:blipFill>
            <p:spPr>
              <a:xfrm>
                <a:off x="1330200" y="1128960"/>
                <a:ext cx="5138280" cy="3131640"/>
              </a:xfrm>
              <a:prstGeom prst="rect">
                <a:avLst/>
              </a:prstGeom>
            </p:spPr>
          </p:pic>
        </mc:Fallback>
      </mc:AlternateContent>
    </p:spTree>
    <p:extLst>
      <p:ext uri="{BB962C8B-B14F-4D97-AF65-F5344CB8AC3E}">
        <p14:creationId xmlns:p14="http://schemas.microsoft.com/office/powerpoint/2010/main" val="3156032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D5A9B30095FBE4DBF87005A6F15244E" ma:contentTypeVersion="2" ma:contentTypeDescription="Create a new document." ma:contentTypeScope="" ma:versionID="394c0588db4c74b93abab7d9b09bba50">
  <xsd:schema xmlns:xsd="http://www.w3.org/2001/XMLSchema" xmlns:xs="http://www.w3.org/2001/XMLSchema" xmlns:p="http://schemas.microsoft.com/office/2006/metadata/properties" xmlns:ns2="91a3a9aa-4352-4e1d-89f7-38dd1103c51e" targetNamespace="http://schemas.microsoft.com/office/2006/metadata/properties" ma:root="true" ma:fieldsID="9a12efb6747b5efa58ef1bb966178ebf" ns2:_="">
    <xsd:import namespace="91a3a9aa-4352-4e1d-89f7-38dd1103c51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a3a9aa-4352-4e1d-89f7-38dd1103c5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4FCA3B-5586-4B27-ADB4-2599D71694A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829D10E-82E0-452A-82CC-38AA2F2EE150}"/>
</file>

<file path=customXml/itemProps3.xml><?xml version="1.0" encoding="utf-8"?>
<ds:datastoreItem xmlns:ds="http://schemas.openxmlformats.org/officeDocument/2006/customXml" ds:itemID="{3B0F0D92-E491-4CD7-BFE0-22305C8D44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7218</TotalTime>
  <Words>10233</Words>
  <Application>Microsoft Office PowerPoint</Application>
  <PresentationFormat>Widescreen</PresentationFormat>
  <Paragraphs>1096</Paragraphs>
  <Slides>127</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127</vt:i4>
      </vt:variant>
    </vt:vector>
  </HeadingPairs>
  <TitlesOfParts>
    <vt:vector size="137" baseType="lpstr">
      <vt:lpstr>Arial</vt:lpstr>
      <vt:lpstr>Arial Narrow</vt:lpstr>
      <vt:lpstr>Calibri</vt:lpstr>
      <vt:lpstr>Calibri Light</vt:lpstr>
      <vt:lpstr>Cambria Math</vt:lpstr>
      <vt:lpstr>Rockwell</vt:lpstr>
      <vt:lpstr>Times New Roman</vt:lpstr>
      <vt:lpstr>Times-Roman</vt:lpstr>
      <vt:lpstr>Wingdings</vt:lpstr>
      <vt:lpstr>Office Theme</vt:lpstr>
      <vt:lpstr>EC-101 Basics of Electronics &amp; Communication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EC-518 Advanced Instrumentation System </dc:title>
  <dc:creator>Ece Mesra 4</dc:creator>
  <cp:lastModifiedBy>Priyank Saxena</cp:lastModifiedBy>
  <cp:revision>220</cp:revision>
  <dcterms:created xsi:type="dcterms:W3CDTF">2020-10-13T05:04:11Z</dcterms:created>
  <dcterms:modified xsi:type="dcterms:W3CDTF">2022-01-24T04:44:46Z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0x010100ED5A9B30095FBE4DBF87005A6F15244E</vt:lpwstr>
  </property>
</Properties>
</file>